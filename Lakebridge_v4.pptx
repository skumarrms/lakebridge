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90" r:id="rId2"/>
  </p:sldMasterIdLst>
  <p:notesMasterIdLst>
    <p:notesMasterId r:id="rId30"/>
  </p:notesMasterIdLst>
  <p:sldIdLst>
    <p:sldId id="257" r:id="rId3"/>
    <p:sldId id="2147481001" r:id="rId4"/>
    <p:sldId id="2147469701" r:id="rId5"/>
    <p:sldId id="2147481002" r:id="rId6"/>
    <p:sldId id="2147481004" r:id="rId7"/>
    <p:sldId id="2147481005" r:id="rId8"/>
    <p:sldId id="2147481015" r:id="rId9"/>
    <p:sldId id="2147481003" r:id="rId10"/>
    <p:sldId id="2147481006" r:id="rId11"/>
    <p:sldId id="2147481011" r:id="rId12"/>
    <p:sldId id="2147481010" r:id="rId13"/>
    <p:sldId id="2147481013" r:id="rId14"/>
    <p:sldId id="2147481032" r:id="rId15"/>
    <p:sldId id="2147481033" r:id="rId16"/>
    <p:sldId id="2147481012" r:id="rId17"/>
    <p:sldId id="2147481017" r:id="rId18"/>
    <p:sldId id="2147481018" r:id="rId19"/>
    <p:sldId id="2147481020" r:id="rId20"/>
    <p:sldId id="2147481022" r:id="rId21"/>
    <p:sldId id="2147481024" r:id="rId22"/>
    <p:sldId id="2147481021" r:id="rId23"/>
    <p:sldId id="2147481026" r:id="rId24"/>
    <p:sldId id="2147481023" r:id="rId25"/>
    <p:sldId id="2147481028" r:id="rId26"/>
    <p:sldId id="2147481025" r:id="rId27"/>
    <p:sldId id="2147481030" r:id="rId28"/>
    <p:sldId id="2147481031"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901D"/>
    <a:srgbClr val="FCEDE4"/>
    <a:srgbClr val="156082"/>
    <a:srgbClr val="F8D5A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0D1736-F193-4349-A2A3-B085E57B617A}" type="datetimeFigureOut">
              <a:rPr lang="en-IN" smtClean="0"/>
              <a:t>15-10-2025</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1F7152-952B-402B-AC67-6074F988D5F7}" type="slidenum">
              <a:rPr lang="en-IN" smtClean="0"/>
              <a:t>‹#›</a:t>
            </a:fld>
            <a:endParaRPr lang="en-IN" dirty="0"/>
          </a:p>
        </p:txBody>
      </p:sp>
    </p:spTree>
    <p:extLst>
      <p:ext uri="{BB962C8B-B14F-4D97-AF65-F5344CB8AC3E}">
        <p14:creationId xmlns:p14="http://schemas.microsoft.com/office/powerpoint/2010/main" val="38386029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3"/>
        <p:cNvGrpSpPr/>
        <p:nvPr/>
      </p:nvGrpSpPr>
      <p:grpSpPr>
        <a:xfrm>
          <a:off x="0" y="0"/>
          <a:ext cx="0" cy="0"/>
          <a:chOff x="0" y="0"/>
          <a:chExt cx="0" cy="0"/>
        </a:xfrm>
      </p:grpSpPr>
      <p:sp>
        <p:nvSpPr>
          <p:cNvPr id="1584" name="Google Shape;1584;p1: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585" name="Google Shape;158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B5DEAB-024C-4E6B-AD68-EB1B6371623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227993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B5DEAB-024C-4E6B-AD68-EB1B6371623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185655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4CF61-8726-D173-44E0-8BDBECB440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50D81A-AC0C-6034-ED69-CB0D434B29E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D94416FE-429C-266D-A4D2-9F14739B3ED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CC98714-63D6-C181-0373-C2499110453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B5DEAB-024C-4E6B-AD68-EB1B6371623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393731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BA8DC-0A79-366D-511D-DBF07B2A68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B39EFC-BE01-1847-93FB-92E2175CC92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F1BD8414-1C6D-3C97-EFFC-B7D72EB622B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C20186F-90B2-134D-D898-511A4290DCF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B5DEAB-024C-4E6B-AD68-EB1B6371623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91640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FB3363-A95B-DFCD-C9F9-A7EA1C7F3D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20D71E-F2C9-5C09-D9ED-9930E60FE27B}"/>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6E33A37F-F5E4-D3E3-B950-42E8592B6E0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C9A4A04-0E78-D811-D191-73E34CC32CA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B5DEAB-024C-4E6B-AD68-EB1B6371623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621717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43D1B-0710-81F4-27A9-C364A4EACE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D04607-F422-1587-49C0-66BB4EDB4DE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89A17DE7-B66F-165D-8E6C-525EDF7E70F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3B82EAB-5FC4-635F-D1E3-3173C859FFF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B5DEAB-024C-4E6B-AD68-EB1B6371623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406232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85DDD-8F86-7EE9-0CFF-0748464BCE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DDEDA1-70EA-9F7D-BE0B-24725CA90DA7}"/>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86050F9-4B26-C041-FF65-1075A6F1A8F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A68A92F-6C6D-2C0A-0898-E95AFCF01D0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B5DEAB-024C-4E6B-AD68-EB1B6371623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757117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23927-40D5-15DF-98EC-73537AA925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7426C7-6B5D-0C17-5CFC-B3205BA7B74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F3BED57E-ADB7-635F-1FA9-1D01498FD8A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C99E7DB-994F-C553-FA1B-2DF56632EA9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B5DEAB-024C-4E6B-AD68-EB1B6371623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030954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526BE8-E407-A34E-E055-EC690B9CED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97ADFD-BE0A-2BF0-EBA1-821789966B6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82AA611-A45A-8223-79EB-571697BCEB1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10FD336-75C8-5704-83A2-C788D655ACC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B5DEAB-024C-4E6B-AD68-EB1B6371623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801032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4D8B8-8259-5ECF-7CC6-281A96F6C5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E8FFA-1E72-0A81-A9A2-6F801E84C16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FC9F31D-5A67-212E-DFBC-563F00F1F28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02C940D-3AB2-6DE3-D608-8EB0AC2258F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B5DEAB-024C-4E6B-AD68-EB1B6371623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316716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DF922-C087-EF15-A530-7D199C80D3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FD9ADB-CA1A-90CB-6358-AFCD8562A7F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7B3E59E-4A2B-EB1D-3215-A26B353C58D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2054F47-3648-CF1A-0BF9-4F702C0CAFB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B5DEAB-024C-4E6B-AD68-EB1B6371623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00790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47C9A-EC09-C80C-CFE3-3ACED33AAD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1C37C4-CE76-87B1-402E-9458B9C4074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6D1CB264-9E3A-7C5A-94E4-94D78E45C15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5B91681-2086-136C-7601-F0D80382C2D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B5DEAB-024C-4E6B-AD68-EB1B6371623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79530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EB641-83CD-1D8D-6E35-37B069F661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CD7F33-9124-2D68-580A-C7F27EBDE64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AD0F82E-0C87-F5B4-E830-CF6A456A7B8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1F57C9E-1340-023D-29B4-6BBD0520567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B5DEAB-024C-4E6B-AD68-EB1B6371623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968791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4734E-9420-4E7F-0B59-89BFB004D7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40F469-5EB0-86DD-0666-23FFF4519CB0}"/>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F8FD4B26-EB76-DEDC-C396-08405F53821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33E0911-BFB4-A13B-0ED2-823E376410B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B5DEAB-024C-4E6B-AD68-EB1B6371623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687304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3B48A-0A6F-AE09-C086-DDB6CC5861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4D3B49-BDE1-D2CE-809A-B92D4DB3DEC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EF750C98-5728-140C-A110-62E3F2970BF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B19AB5C-01B3-71F9-ED35-F1254D9C0CE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B5DEAB-024C-4E6B-AD68-EB1B6371623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622550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22E62-31CB-9ED3-99EB-0A6CA3A488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EF9514-A961-3129-A0F4-AD40204371D7}"/>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F90028B3-4066-C2DD-0731-5FE3551F921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63FFCFE-DD1F-5EE3-C824-4AAAD15C571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B5DEAB-024C-4E6B-AD68-EB1B6371623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546318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3416A-6C5C-3905-5B96-9C0301DA50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731A5D-CB2E-3F4A-305F-3135D912337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4A94FA3-0A6C-ABE3-3956-38C686DD4A2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8BC3A69-3EAF-7CFE-FEF3-22BAE4A2EB3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B5DEAB-024C-4E6B-AD68-EB1B6371623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718606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22E62-31CB-9ED3-99EB-0A6CA3A488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EF9514-A961-3129-A0F4-AD40204371D7}"/>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F90028B3-4066-C2DD-0731-5FE3551F921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63FFCFE-DD1F-5EE3-C824-4AAAD15C571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B5DEAB-024C-4E6B-AD68-EB1B6371623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546318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B7E5E-6A34-4DA0-92EE-402E41405C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3AF5EA-BADC-DDF3-1C9D-AD3AFF865FFE}"/>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ED5CEFB1-703A-FA76-C8AC-5F898D4E073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D10CE71-2284-1BCB-9A99-6C7C5E8111B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B5DEAB-024C-4E6B-AD68-EB1B6371623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652494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F8B5D-D39A-DFF7-4FE2-058A61E716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B8169D-81C4-E170-AAB1-DF1AFE164384}"/>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0ADDDFA3-E96F-2A16-32D7-C30C4E3EC61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24D8026-4E3B-990B-C7CB-6FA2C2A7D88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B5DEAB-024C-4E6B-AD68-EB1B6371623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626356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EAF09-74A3-422C-F788-901308A0A9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3C95AC-D027-F765-DB1E-E8D3D8EC1057}"/>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92DD8361-BB50-7D8E-AC55-B53928A26C7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2B4631E-B02B-5501-8145-DF1F1332293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B5DEAB-024C-4E6B-AD68-EB1B6371623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118377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A97505-230B-50A5-EE42-BDB3B56937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313B5A-2B21-6E43-103B-109786CAF0C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FD0B9FB7-E5F8-8B0F-213F-2607B621B1A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1C04160-DC58-ED9A-CAF5-835F9867768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B5DEAB-024C-4E6B-AD68-EB1B6371623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534176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01F9F-BAAC-F213-80CC-CBD406143B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0D8485-A356-2C07-CB7C-55A7DFE15A3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EC648C15-6ECE-DBCB-AD5B-41CB69F4EA5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F7A9F75-BA35-99A6-1067-5775044959D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B5DEAB-024C-4E6B-AD68-EB1B6371623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5317781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02A35-8A1F-1E6D-7075-697E6CB428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6CE41F-F0F6-302A-51CE-F79316D46627}"/>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D19A4E1-DC93-07E7-B0C9-D7CDB2F3C0F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E1C837B-567A-44D5-19CF-A1A00CC655F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B5DEAB-024C-4E6B-AD68-EB1B6371623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932802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71678-A0CA-7E30-BF1D-21F5F6646B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1FD5BF-9146-68D2-9746-7B59F5D0535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E12CE24E-33F2-5BEC-9FB7-4175CE62D05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73DCC2C-54BB-A1ED-1882-794CADB1598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B5DEAB-024C-4E6B-AD68-EB1B6371623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6824587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CB6E33-EAFD-E041-41D5-AEAB22AE7C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E0016A-5EC6-4C65-03CE-F59532D4E8B0}"/>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C280046A-4641-8F0F-DFB8-7E781C52ED0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1FFAEE0-BB34-5097-347C-B6E2AAC21E0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B5DEAB-024C-4E6B-AD68-EB1B6371623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8561461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twitter.com/tigeranalytics" TargetMode="External"/><Relationship Id="rId2" Type="http://schemas.openxmlformats.org/officeDocument/2006/relationships/hyperlink" Target="http://www.tigeranalytics.com/" TargetMode="External"/><Relationship Id="rId1" Type="http://schemas.openxmlformats.org/officeDocument/2006/relationships/slideMaster" Target="../slideMasters/slideMaster1.xml"/><Relationship Id="rId6" Type="http://schemas.openxmlformats.org/officeDocument/2006/relationships/image" Target="../media/image1.png"/><Relationship Id="rId5" Type="http://schemas.openxmlformats.org/officeDocument/2006/relationships/hyperlink" Target="https://www.facebook.com/tigeranalytics/" TargetMode="External"/><Relationship Id="rId4" Type="http://schemas.openxmlformats.org/officeDocument/2006/relationships/hyperlink" Target="https://www.linkedin.com/company/tiger-analytics?challengeId=AQFITyRVMYz_WgAAAX03FhALtfIwJnOfTt8O8ItYNEU6KObBuXUtLZYE8ptZJNZRkHnETWB4CINjpFHyI3IY__5jmiw_7EA0Zw&amp;submissionId=6e27344e-cce1-b816-816e-afcb6116b05d" TargetMode="Externa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hyperlink" Target="https://twitter.com/tigeranalytics" TargetMode="External"/><Relationship Id="rId2" Type="http://schemas.openxmlformats.org/officeDocument/2006/relationships/hyperlink" Target="http://www.tigeranalytics.com/" TargetMode="External"/><Relationship Id="rId1" Type="http://schemas.openxmlformats.org/officeDocument/2006/relationships/slideMaster" Target="../slideMasters/slideMaster2.xml"/><Relationship Id="rId6" Type="http://schemas.openxmlformats.org/officeDocument/2006/relationships/image" Target="../media/image3.png"/><Relationship Id="rId5" Type="http://schemas.openxmlformats.org/officeDocument/2006/relationships/hyperlink" Target="https://www.facebook.com/tigeranalytics/" TargetMode="External"/><Relationship Id="rId4" Type="http://schemas.openxmlformats.org/officeDocument/2006/relationships/hyperlink" Target="https://www.linkedin.com/company/tiger-analytics?challengeId=AQFITyRVMYz_WgAAAX03FhALtfIwJnOfTt8O8ItYNEU6KObBuXUtLZYE8ptZJNZRkHnETWB4CINjpFHyI3IY__5jmiw_7EA0Zw&amp;submissionId=6e27344e-cce1-b816-816e-afcb6116b05d" TargetMode="Externa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hyperlink" Target="http://www.tigeranalytics.com/" TargetMode="External"/><Relationship Id="rId2" Type="http://schemas.openxmlformats.org/officeDocument/2006/relationships/image" Target="../media/image3.png"/><Relationship Id="rId1" Type="http://schemas.openxmlformats.org/officeDocument/2006/relationships/slideMaster" Target="../slideMasters/slideMaster2.xml"/><Relationship Id="rId6" Type="http://schemas.openxmlformats.org/officeDocument/2006/relationships/hyperlink" Target="https://www.facebook.com/tigeranalytics/" TargetMode="External"/><Relationship Id="rId5" Type="http://schemas.openxmlformats.org/officeDocument/2006/relationships/hyperlink" Target="https://www.linkedin.com/company/tiger-analytics?challengeId=AQFITyRVMYz_WgAAAX03FhALtfIwJnOfTt8O8ItYNEU6KObBuXUtLZYE8ptZJNZRkHnETWB4CINjpFHyI3IY__5jmiw_7EA0Zw&amp;submissionId=6e27344e-cce1-b816-816e-afcb6116b05d" TargetMode="External"/><Relationship Id="rId4" Type="http://schemas.openxmlformats.org/officeDocument/2006/relationships/hyperlink" Target="https://twitter.com/tigeranalytics" TargetMode="Externa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Cover">
  <p:cSld name="Title/Cover">
    <p:spTree>
      <p:nvGrpSpPr>
        <p:cNvPr id="1" name="Shape 8"/>
        <p:cNvGrpSpPr/>
        <p:nvPr/>
      </p:nvGrpSpPr>
      <p:grpSpPr>
        <a:xfrm>
          <a:off x="0" y="0"/>
          <a:ext cx="0" cy="0"/>
          <a:chOff x="0" y="0"/>
          <a:chExt cx="0" cy="0"/>
        </a:xfrm>
      </p:grpSpPr>
      <p:sp>
        <p:nvSpPr>
          <p:cNvPr id="9" name="Google Shape;9;p15"/>
          <p:cNvSpPr txBox="1"/>
          <p:nvPr/>
        </p:nvSpPr>
        <p:spPr>
          <a:xfrm>
            <a:off x="550867" y="6499667"/>
            <a:ext cx="2014800" cy="123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US" sz="800" b="0" i="0" u="none" strike="noStrike" cap="none" dirty="0">
                <a:solidFill>
                  <a:schemeClr val="lt1"/>
                </a:solidFill>
                <a:latin typeface="Calibri"/>
                <a:ea typeface="Calibri"/>
                <a:cs typeface="Calibri"/>
                <a:sym typeface="Calibri"/>
              </a:rPr>
              <a:t>Tiger Analytics Inc. © 2024. All Rights Reserved.</a:t>
            </a:r>
            <a:endParaRPr sz="800" b="0" i="0" u="none" strike="noStrike" cap="none" dirty="0">
              <a:solidFill>
                <a:schemeClr val="lt1"/>
              </a:solidFill>
              <a:latin typeface="Calibri"/>
              <a:ea typeface="Calibri"/>
              <a:cs typeface="Calibri"/>
              <a:sym typeface="Calibri"/>
            </a:endParaRPr>
          </a:p>
        </p:txBody>
      </p:sp>
      <p:sp>
        <p:nvSpPr>
          <p:cNvPr id="10" name="Google Shape;10;p15"/>
          <p:cNvSpPr/>
          <p:nvPr/>
        </p:nvSpPr>
        <p:spPr>
          <a:xfrm>
            <a:off x="2" y="2"/>
            <a:ext cx="1011044" cy="1014501"/>
          </a:xfrm>
          <a:custGeom>
            <a:avLst/>
            <a:gdLst/>
            <a:ahLst/>
            <a:cxnLst/>
            <a:rect l="l" t="t" r="r" b="b"/>
            <a:pathLst>
              <a:path w="1011044" h="1014501" extrusionOk="0">
                <a:moveTo>
                  <a:pt x="195109" y="993405"/>
                </a:moveTo>
                <a:lnTo>
                  <a:pt x="200634" y="994520"/>
                </a:lnTo>
                <a:lnTo>
                  <a:pt x="183296" y="997616"/>
                </a:lnTo>
                <a:lnTo>
                  <a:pt x="187163" y="995009"/>
                </a:lnTo>
                <a:cubicBezTo>
                  <a:pt x="189606" y="993976"/>
                  <a:pt x="192291" y="993405"/>
                  <a:pt x="195109" y="993405"/>
                </a:cubicBezTo>
                <a:close/>
                <a:moveTo>
                  <a:pt x="146332" y="993405"/>
                </a:moveTo>
                <a:cubicBezTo>
                  <a:pt x="151969" y="993405"/>
                  <a:pt x="157072" y="995690"/>
                  <a:pt x="160766" y="999383"/>
                </a:cubicBezTo>
                <a:lnTo>
                  <a:pt x="161636" y="1001484"/>
                </a:lnTo>
                <a:lnTo>
                  <a:pt x="153987" y="1002850"/>
                </a:lnTo>
                <a:lnTo>
                  <a:pt x="129155" y="1006006"/>
                </a:lnTo>
                <a:lnTo>
                  <a:pt x="131898" y="999383"/>
                </a:lnTo>
                <a:cubicBezTo>
                  <a:pt x="135592" y="995690"/>
                  <a:pt x="140695" y="993405"/>
                  <a:pt x="146332" y="993405"/>
                </a:cubicBezTo>
                <a:close/>
                <a:moveTo>
                  <a:pt x="97555" y="993405"/>
                </a:moveTo>
                <a:cubicBezTo>
                  <a:pt x="103192" y="993405"/>
                  <a:pt x="108295" y="995690"/>
                  <a:pt x="111989" y="999383"/>
                </a:cubicBezTo>
                <a:lnTo>
                  <a:pt x="115453" y="1007747"/>
                </a:lnTo>
                <a:lnTo>
                  <a:pt x="103384" y="1009281"/>
                </a:lnTo>
                <a:lnTo>
                  <a:pt x="78229" y="1011193"/>
                </a:lnTo>
                <a:lnTo>
                  <a:pt x="83121" y="999383"/>
                </a:lnTo>
                <a:cubicBezTo>
                  <a:pt x="86815" y="995690"/>
                  <a:pt x="91918" y="993405"/>
                  <a:pt x="97555" y="993405"/>
                </a:cubicBezTo>
                <a:close/>
                <a:moveTo>
                  <a:pt x="48778" y="993405"/>
                </a:moveTo>
                <a:cubicBezTo>
                  <a:pt x="54415" y="993405"/>
                  <a:pt x="59518" y="995690"/>
                  <a:pt x="63212" y="999383"/>
                </a:cubicBezTo>
                <a:lnTo>
                  <a:pt x="68413" y="1011940"/>
                </a:lnTo>
                <a:lnTo>
                  <a:pt x="52033" y="1013185"/>
                </a:lnTo>
                <a:lnTo>
                  <a:pt x="28379" y="1013783"/>
                </a:lnTo>
                <a:lnTo>
                  <a:pt x="34344" y="999383"/>
                </a:lnTo>
                <a:cubicBezTo>
                  <a:pt x="38038" y="995690"/>
                  <a:pt x="43141" y="993405"/>
                  <a:pt x="48778" y="993405"/>
                </a:cubicBezTo>
                <a:close/>
                <a:moveTo>
                  <a:pt x="2" y="993405"/>
                </a:moveTo>
                <a:cubicBezTo>
                  <a:pt x="11275" y="993405"/>
                  <a:pt x="20414" y="1002544"/>
                  <a:pt x="20414" y="1013818"/>
                </a:cubicBezTo>
                <a:lnTo>
                  <a:pt x="20344" y="1013987"/>
                </a:lnTo>
                <a:lnTo>
                  <a:pt x="0" y="1014501"/>
                </a:lnTo>
                <a:lnTo>
                  <a:pt x="0" y="993406"/>
                </a:lnTo>
                <a:close/>
                <a:moveTo>
                  <a:pt x="341440" y="939317"/>
                </a:moveTo>
                <a:cubicBezTo>
                  <a:pt x="347077" y="939317"/>
                  <a:pt x="352180" y="941602"/>
                  <a:pt x="355875" y="945296"/>
                </a:cubicBezTo>
                <a:lnTo>
                  <a:pt x="357150" y="948375"/>
                </a:lnTo>
                <a:lnTo>
                  <a:pt x="321699" y="961350"/>
                </a:lnTo>
                <a:lnTo>
                  <a:pt x="321028" y="959730"/>
                </a:lnTo>
                <a:cubicBezTo>
                  <a:pt x="321028" y="948456"/>
                  <a:pt x="330166" y="939317"/>
                  <a:pt x="341440" y="939317"/>
                </a:cubicBezTo>
                <a:close/>
                <a:moveTo>
                  <a:pt x="292663" y="939317"/>
                </a:moveTo>
                <a:cubicBezTo>
                  <a:pt x="303937" y="939317"/>
                  <a:pt x="313076" y="948456"/>
                  <a:pt x="313076" y="959730"/>
                </a:cubicBezTo>
                <a:lnTo>
                  <a:pt x="310744" y="965360"/>
                </a:lnTo>
                <a:lnTo>
                  <a:pt x="300683" y="969042"/>
                </a:lnTo>
                <a:lnTo>
                  <a:pt x="279538" y="975046"/>
                </a:lnTo>
                <a:lnTo>
                  <a:pt x="278229" y="974164"/>
                </a:lnTo>
                <a:cubicBezTo>
                  <a:pt x="274535" y="970470"/>
                  <a:pt x="272251" y="965367"/>
                  <a:pt x="272251" y="959730"/>
                </a:cubicBezTo>
                <a:cubicBezTo>
                  <a:pt x="272251" y="948456"/>
                  <a:pt x="281389" y="939317"/>
                  <a:pt x="292663" y="939317"/>
                </a:cubicBezTo>
                <a:close/>
                <a:moveTo>
                  <a:pt x="243886" y="939317"/>
                </a:moveTo>
                <a:cubicBezTo>
                  <a:pt x="255160" y="939317"/>
                  <a:pt x="264299" y="948456"/>
                  <a:pt x="264299" y="959730"/>
                </a:cubicBezTo>
                <a:cubicBezTo>
                  <a:pt x="264299" y="971004"/>
                  <a:pt x="255160" y="980143"/>
                  <a:pt x="243886" y="980143"/>
                </a:cubicBezTo>
                <a:cubicBezTo>
                  <a:pt x="232612" y="980143"/>
                  <a:pt x="223473" y="971004"/>
                  <a:pt x="223473" y="959730"/>
                </a:cubicBezTo>
                <a:cubicBezTo>
                  <a:pt x="223473" y="948456"/>
                  <a:pt x="232612" y="939317"/>
                  <a:pt x="243886" y="939317"/>
                </a:cubicBezTo>
                <a:close/>
                <a:moveTo>
                  <a:pt x="195109" y="939317"/>
                </a:moveTo>
                <a:cubicBezTo>
                  <a:pt x="206383" y="939317"/>
                  <a:pt x="215522" y="948456"/>
                  <a:pt x="215522" y="959730"/>
                </a:cubicBezTo>
                <a:cubicBezTo>
                  <a:pt x="215522" y="971004"/>
                  <a:pt x="206383" y="980143"/>
                  <a:pt x="195109" y="980143"/>
                </a:cubicBezTo>
                <a:cubicBezTo>
                  <a:pt x="183835" y="980143"/>
                  <a:pt x="174696" y="971004"/>
                  <a:pt x="174696" y="959730"/>
                </a:cubicBezTo>
                <a:cubicBezTo>
                  <a:pt x="174696" y="948456"/>
                  <a:pt x="183835" y="939317"/>
                  <a:pt x="195109" y="939317"/>
                </a:cubicBezTo>
                <a:close/>
                <a:moveTo>
                  <a:pt x="146332" y="939317"/>
                </a:moveTo>
                <a:cubicBezTo>
                  <a:pt x="157606" y="939317"/>
                  <a:pt x="166745" y="948456"/>
                  <a:pt x="166745" y="959730"/>
                </a:cubicBezTo>
                <a:cubicBezTo>
                  <a:pt x="166745" y="971004"/>
                  <a:pt x="157606" y="980143"/>
                  <a:pt x="146332" y="980143"/>
                </a:cubicBezTo>
                <a:cubicBezTo>
                  <a:pt x="135058" y="980143"/>
                  <a:pt x="125919" y="971004"/>
                  <a:pt x="125919" y="959730"/>
                </a:cubicBezTo>
                <a:cubicBezTo>
                  <a:pt x="125919" y="948456"/>
                  <a:pt x="135058" y="939317"/>
                  <a:pt x="146332" y="939317"/>
                </a:cubicBezTo>
                <a:close/>
                <a:moveTo>
                  <a:pt x="97555" y="939317"/>
                </a:moveTo>
                <a:cubicBezTo>
                  <a:pt x="108829" y="939317"/>
                  <a:pt x="117968" y="948456"/>
                  <a:pt x="117968" y="959730"/>
                </a:cubicBezTo>
                <a:cubicBezTo>
                  <a:pt x="117968" y="971004"/>
                  <a:pt x="108829" y="980143"/>
                  <a:pt x="97555" y="980143"/>
                </a:cubicBezTo>
                <a:cubicBezTo>
                  <a:pt x="86281" y="980143"/>
                  <a:pt x="77142" y="971004"/>
                  <a:pt x="77142" y="959730"/>
                </a:cubicBezTo>
                <a:cubicBezTo>
                  <a:pt x="77142" y="948456"/>
                  <a:pt x="86281" y="939317"/>
                  <a:pt x="97555" y="939317"/>
                </a:cubicBezTo>
                <a:close/>
                <a:moveTo>
                  <a:pt x="48778" y="939317"/>
                </a:moveTo>
                <a:cubicBezTo>
                  <a:pt x="60052" y="939317"/>
                  <a:pt x="69191" y="948456"/>
                  <a:pt x="69191" y="959730"/>
                </a:cubicBezTo>
                <a:cubicBezTo>
                  <a:pt x="69191" y="971004"/>
                  <a:pt x="60052" y="980143"/>
                  <a:pt x="48778" y="980143"/>
                </a:cubicBezTo>
                <a:cubicBezTo>
                  <a:pt x="37504" y="980143"/>
                  <a:pt x="28365" y="971004"/>
                  <a:pt x="28365" y="959730"/>
                </a:cubicBezTo>
                <a:cubicBezTo>
                  <a:pt x="28365" y="948456"/>
                  <a:pt x="37504" y="939317"/>
                  <a:pt x="48778" y="939317"/>
                </a:cubicBezTo>
                <a:close/>
                <a:moveTo>
                  <a:pt x="2" y="939317"/>
                </a:moveTo>
                <a:cubicBezTo>
                  <a:pt x="11275" y="939317"/>
                  <a:pt x="20414" y="948456"/>
                  <a:pt x="20414" y="959730"/>
                </a:cubicBezTo>
                <a:cubicBezTo>
                  <a:pt x="20414" y="971004"/>
                  <a:pt x="11275" y="980143"/>
                  <a:pt x="2" y="980143"/>
                </a:cubicBezTo>
                <a:lnTo>
                  <a:pt x="0" y="980142"/>
                </a:lnTo>
                <a:lnTo>
                  <a:pt x="0" y="939318"/>
                </a:lnTo>
                <a:close/>
                <a:moveTo>
                  <a:pt x="487772" y="885231"/>
                </a:moveTo>
                <a:lnTo>
                  <a:pt x="492351" y="886155"/>
                </a:lnTo>
                <a:lnTo>
                  <a:pt x="481971" y="892462"/>
                </a:lnTo>
                <a:lnTo>
                  <a:pt x="470537" y="897969"/>
                </a:lnTo>
                <a:lnTo>
                  <a:pt x="473337" y="891210"/>
                </a:lnTo>
                <a:cubicBezTo>
                  <a:pt x="477032" y="887516"/>
                  <a:pt x="482135" y="885231"/>
                  <a:pt x="487772" y="885231"/>
                </a:cubicBezTo>
                <a:close/>
                <a:moveTo>
                  <a:pt x="438994" y="885231"/>
                </a:moveTo>
                <a:cubicBezTo>
                  <a:pt x="444631" y="885231"/>
                  <a:pt x="449734" y="887516"/>
                  <a:pt x="453429" y="891210"/>
                </a:cubicBezTo>
                <a:lnTo>
                  <a:pt x="458609" y="903716"/>
                </a:lnTo>
                <a:lnTo>
                  <a:pt x="424595" y="920101"/>
                </a:lnTo>
                <a:lnTo>
                  <a:pt x="424560" y="920078"/>
                </a:lnTo>
                <a:cubicBezTo>
                  <a:pt x="420867" y="916384"/>
                  <a:pt x="418582" y="911281"/>
                  <a:pt x="418582" y="905644"/>
                </a:cubicBezTo>
                <a:cubicBezTo>
                  <a:pt x="418582" y="894370"/>
                  <a:pt x="427721" y="885231"/>
                  <a:pt x="438994" y="885231"/>
                </a:cubicBezTo>
                <a:close/>
                <a:moveTo>
                  <a:pt x="390217" y="885231"/>
                </a:moveTo>
                <a:cubicBezTo>
                  <a:pt x="401491" y="885231"/>
                  <a:pt x="410630" y="894370"/>
                  <a:pt x="410630" y="905644"/>
                </a:cubicBezTo>
                <a:cubicBezTo>
                  <a:pt x="410630" y="916917"/>
                  <a:pt x="401491" y="926056"/>
                  <a:pt x="390217" y="926056"/>
                </a:cubicBezTo>
                <a:cubicBezTo>
                  <a:pt x="378944" y="926056"/>
                  <a:pt x="369805" y="916917"/>
                  <a:pt x="369805" y="905644"/>
                </a:cubicBezTo>
                <a:cubicBezTo>
                  <a:pt x="369805" y="894370"/>
                  <a:pt x="378944" y="885231"/>
                  <a:pt x="390217" y="885231"/>
                </a:cubicBezTo>
                <a:close/>
                <a:moveTo>
                  <a:pt x="341440" y="885231"/>
                </a:moveTo>
                <a:cubicBezTo>
                  <a:pt x="352714" y="885231"/>
                  <a:pt x="361853" y="894370"/>
                  <a:pt x="361853" y="905644"/>
                </a:cubicBezTo>
                <a:cubicBezTo>
                  <a:pt x="361853" y="916917"/>
                  <a:pt x="352714" y="926056"/>
                  <a:pt x="341440" y="926056"/>
                </a:cubicBezTo>
                <a:cubicBezTo>
                  <a:pt x="330166" y="926056"/>
                  <a:pt x="321028" y="916917"/>
                  <a:pt x="321028" y="905644"/>
                </a:cubicBezTo>
                <a:cubicBezTo>
                  <a:pt x="321028" y="894370"/>
                  <a:pt x="330166" y="885231"/>
                  <a:pt x="341440" y="885231"/>
                </a:cubicBezTo>
                <a:close/>
                <a:moveTo>
                  <a:pt x="292663" y="885231"/>
                </a:moveTo>
                <a:cubicBezTo>
                  <a:pt x="303937" y="885231"/>
                  <a:pt x="313076" y="894370"/>
                  <a:pt x="313076" y="905644"/>
                </a:cubicBezTo>
                <a:cubicBezTo>
                  <a:pt x="313076" y="916917"/>
                  <a:pt x="303937" y="926056"/>
                  <a:pt x="292663" y="926056"/>
                </a:cubicBezTo>
                <a:cubicBezTo>
                  <a:pt x="281389" y="926056"/>
                  <a:pt x="272251" y="916917"/>
                  <a:pt x="272251" y="905644"/>
                </a:cubicBezTo>
                <a:cubicBezTo>
                  <a:pt x="272251" y="894370"/>
                  <a:pt x="281389" y="885231"/>
                  <a:pt x="292663" y="885231"/>
                </a:cubicBezTo>
                <a:close/>
                <a:moveTo>
                  <a:pt x="243886" y="885231"/>
                </a:moveTo>
                <a:cubicBezTo>
                  <a:pt x="255160" y="885231"/>
                  <a:pt x="264299" y="894370"/>
                  <a:pt x="264299" y="905644"/>
                </a:cubicBezTo>
                <a:cubicBezTo>
                  <a:pt x="264299" y="916917"/>
                  <a:pt x="255160" y="926056"/>
                  <a:pt x="243886" y="926056"/>
                </a:cubicBezTo>
                <a:cubicBezTo>
                  <a:pt x="232612" y="926056"/>
                  <a:pt x="223473" y="916917"/>
                  <a:pt x="223473" y="905644"/>
                </a:cubicBezTo>
                <a:cubicBezTo>
                  <a:pt x="223473" y="894370"/>
                  <a:pt x="232612" y="885231"/>
                  <a:pt x="243886" y="885231"/>
                </a:cubicBezTo>
                <a:close/>
                <a:moveTo>
                  <a:pt x="195109" y="885231"/>
                </a:moveTo>
                <a:cubicBezTo>
                  <a:pt x="206383" y="885231"/>
                  <a:pt x="215522" y="894370"/>
                  <a:pt x="215522" y="905644"/>
                </a:cubicBezTo>
                <a:cubicBezTo>
                  <a:pt x="215522" y="916917"/>
                  <a:pt x="206383" y="926056"/>
                  <a:pt x="195109" y="926056"/>
                </a:cubicBezTo>
                <a:cubicBezTo>
                  <a:pt x="183835" y="926056"/>
                  <a:pt x="174696" y="916917"/>
                  <a:pt x="174696" y="905644"/>
                </a:cubicBezTo>
                <a:cubicBezTo>
                  <a:pt x="174696" y="894370"/>
                  <a:pt x="183835" y="885231"/>
                  <a:pt x="195109" y="885231"/>
                </a:cubicBezTo>
                <a:close/>
                <a:moveTo>
                  <a:pt x="146332" y="885231"/>
                </a:moveTo>
                <a:cubicBezTo>
                  <a:pt x="157606" y="885231"/>
                  <a:pt x="166745" y="894370"/>
                  <a:pt x="166745" y="905644"/>
                </a:cubicBezTo>
                <a:cubicBezTo>
                  <a:pt x="166745" y="916917"/>
                  <a:pt x="157606" y="926056"/>
                  <a:pt x="146332" y="926056"/>
                </a:cubicBezTo>
                <a:cubicBezTo>
                  <a:pt x="135058" y="926056"/>
                  <a:pt x="125919" y="916917"/>
                  <a:pt x="125919" y="905644"/>
                </a:cubicBezTo>
                <a:cubicBezTo>
                  <a:pt x="125919" y="894370"/>
                  <a:pt x="135058" y="885231"/>
                  <a:pt x="146332" y="885231"/>
                </a:cubicBezTo>
                <a:close/>
                <a:moveTo>
                  <a:pt x="97555" y="885231"/>
                </a:moveTo>
                <a:cubicBezTo>
                  <a:pt x="108829" y="885231"/>
                  <a:pt x="117968" y="894370"/>
                  <a:pt x="117968" y="905644"/>
                </a:cubicBezTo>
                <a:cubicBezTo>
                  <a:pt x="117968" y="916917"/>
                  <a:pt x="108829" y="926056"/>
                  <a:pt x="97555" y="926056"/>
                </a:cubicBezTo>
                <a:cubicBezTo>
                  <a:pt x="86281" y="926056"/>
                  <a:pt x="77142" y="916917"/>
                  <a:pt x="77142" y="905644"/>
                </a:cubicBezTo>
                <a:cubicBezTo>
                  <a:pt x="77142" y="894370"/>
                  <a:pt x="86281" y="885231"/>
                  <a:pt x="97555" y="885231"/>
                </a:cubicBezTo>
                <a:close/>
                <a:moveTo>
                  <a:pt x="48778" y="885231"/>
                </a:moveTo>
                <a:cubicBezTo>
                  <a:pt x="60052" y="885231"/>
                  <a:pt x="69191" y="894370"/>
                  <a:pt x="69191" y="905644"/>
                </a:cubicBezTo>
                <a:cubicBezTo>
                  <a:pt x="69191" y="916917"/>
                  <a:pt x="60052" y="926056"/>
                  <a:pt x="48778" y="926056"/>
                </a:cubicBezTo>
                <a:cubicBezTo>
                  <a:pt x="37504" y="926056"/>
                  <a:pt x="28365" y="916917"/>
                  <a:pt x="28365" y="905644"/>
                </a:cubicBezTo>
                <a:cubicBezTo>
                  <a:pt x="28365" y="894370"/>
                  <a:pt x="37504" y="885231"/>
                  <a:pt x="48778" y="885231"/>
                </a:cubicBezTo>
                <a:close/>
                <a:moveTo>
                  <a:pt x="2" y="885231"/>
                </a:moveTo>
                <a:cubicBezTo>
                  <a:pt x="11275" y="885231"/>
                  <a:pt x="20414" y="894370"/>
                  <a:pt x="20414" y="905644"/>
                </a:cubicBezTo>
                <a:cubicBezTo>
                  <a:pt x="20414" y="916917"/>
                  <a:pt x="11275" y="926056"/>
                  <a:pt x="2" y="926056"/>
                </a:cubicBezTo>
                <a:lnTo>
                  <a:pt x="0" y="926055"/>
                </a:lnTo>
                <a:lnTo>
                  <a:pt x="0" y="885232"/>
                </a:lnTo>
                <a:close/>
                <a:moveTo>
                  <a:pt x="577493" y="832726"/>
                </a:moveTo>
                <a:lnTo>
                  <a:pt x="570568" y="837904"/>
                </a:lnTo>
                <a:lnTo>
                  <a:pt x="570892" y="837123"/>
                </a:lnTo>
                <a:cubicBezTo>
                  <a:pt x="572738" y="835276"/>
                  <a:pt x="574938" y="833782"/>
                  <a:pt x="577380" y="832749"/>
                </a:cubicBezTo>
                <a:close/>
                <a:moveTo>
                  <a:pt x="536549" y="831145"/>
                </a:moveTo>
                <a:cubicBezTo>
                  <a:pt x="542186" y="831145"/>
                  <a:pt x="547289" y="833430"/>
                  <a:pt x="550983" y="837123"/>
                </a:cubicBezTo>
                <a:lnTo>
                  <a:pt x="555421" y="847839"/>
                </a:lnTo>
                <a:lnTo>
                  <a:pt x="523739" y="867087"/>
                </a:lnTo>
                <a:lnTo>
                  <a:pt x="522114" y="865992"/>
                </a:lnTo>
                <a:cubicBezTo>
                  <a:pt x="518421" y="862298"/>
                  <a:pt x="516136" y="857194"/>
                  <a:pt x="516136" y="851558"/>
                </a:cubicBezTo>
                <a:cubicBezTo>
                  <a:pt x="516136" y="840284"/>
                  <a:pt x="525275" y="831145"/>
                  <a:pt x="536549" y="831145"/>
                </a:cubicBezTo>
                <a:close/>
                <a:moveTo>
                  <a:pt x="487772" y="831145"/>
                </a:moveTo>
                <a:cubicBezTo>
                  <a:pt x="499045" y="831145"/>
                  <a:pt x="508184" y="840284"/>
                  <a:pt x="508184" y="851558"/>
                </a:cubicBezTo>
                <a:cubicBezTo>
                  <a:pt x="508184" y="862831"/>
                  <a:pt x="499045" y="871970"/>
                  <a:pt x="487772" y="871970"/>
                </a:cubicBezTo>
                <a:cubicBezTo>
                  <a:pt x="476498" y="871970"/>
                  <a:pt x="467359" y="862831"/>
                  <a:pt x="467359" y="851558"/>
                </a:cubicBezTo>
                <a:cubicBezTo>
                  <a:pt x="467359" y="840284"/>
                  <a:pt x="476498" y="831145"/>
                  <a:pt x="487772" y="831145"/>
                </a:cubicBezTo>
                <a:close/>
                <a:moveTo>
                  <a:pt x="438994" y="831145"/>
                </a:moveTo>
                <a:cubicBezTo>
                  <a:pt x="450268" y="831145"/>
                  <a:pt x="459407" y="840284"/>
                  <a:pt x="459407" y="851558"/>
                </a:cubicBezTo>
                <a:cubicBezTo>
                  <a:pt x="459407" y="862831"/>
                  <a:pt x="450268" y="871970"/>
                  <a:pt x="438994" y="871970"/>
                </a:cubicBezTo>
                <a:cubicBezTo>
                  <a:pt x="427721" y="871970"/>
                  <a:pt x="418582" y="862831"/>
                  <a:pt x="418582" y="851558"/>
                </a:cubicBezTo>
                <a:cubicBezTo>
                  <a:pt x="418582" y="840284"/>
                  <a:pt x="427721" y="831145"/>
                  <a:pt x="438994" y="831145"/>
                </a:cubicBezTo>
                <a:close/>
                <a:moveTo>
                  <a:pt x="390217" y="831145"/>
                </a:moveTo>
                <a:cubicBezTo>
                  <a:pt x="401491" y="831145"/>
                  <a:pt x="410630" y="840284"/>
                  <a:pt x="410630" y="851558"/>
                </a:cubicBezTo>
                <a:cubicBezTo>
                  <a:pt x="410630" y="862831"/>
                  <a:pt x="401491" y="871970"/>
                  <a:pt x="390217" y="871970"/>
                </a:cubicBezTo>
                <a:cubicBezTo>
                  <a:pt x="378944" y="871970"/>
                  <a:pt x="369805" y="862831"/>
                  <a:pt x="369805" y="851558"/>
                </a:cubicBezTo>
                <a:cubicBezTo>
                  <a:pt x="369805" y="840284"/>
                  <a:pt x="378944" y="831145"/>
                  <a:pt x="390217" y="831145"/>
                </a:cubicBezTo>
                <a:close/>
                <a:moveTo>
                  <a:pt x="341440" y="831145"/>
                </a:moveTo>
                <a:cubicBezTo>
                  <a:pt x="352714" y="831145"/>
                  <a:pt x="361853" y="840284"/>
                  <a:pt x="361853" y="851558"/>
                </a:cubicBezTo>
                <a:cubicBezTo>
                  <a:pt x="361853" y="862831"/>
                  <a:pt x="352714" y="871970"/>
                  <a:pt x="341440" y="871970"/>
                </a:cubicBezTo>
                <a:cubicBezTo>
                  <a:pt x="330166" y="871970"/>
                  <a:pt x="321028" y="862831"/>
                  <a:pt x="321028" y="851558"/>
                </a:cubicBezTo>
                <a:cubicBezTo>
                  <a:pt x="321028" y="840284"/>
                  <a:pt x="330166" y="831145"/>
                  <a:pt x="341440" y="831145"/>
                </a:cubicBezTo>
                <a:close/>
                <a:moveTo>
                  <a:pt x="292663" y="831145"/>
                </a:moveTo>
                <a:cubicBezTo>
                  <a:pt x="303937" y="831145"/>
                  <a:pt x="313076" y="840284"/>
                  <a:pt x="313076" y="851558"/>
                </a:cubicBezTo>
                <a:cubicBezTo>
                  <a:pt x="313076" y="862831"/>
                  <a:pt x="303937" y="871970"/>
                  <a:pt x="292663" y="871970"/>
                </a:cubicBezTo>
                <a:cubicBezTo>
                  <a:pt x="281389" y="871970"/>
                  <a:pt x="272251" y="862831"/>
                  <a:pt x="272251" y="851558"/>
                </a:cubicBezTo>
                <a:cubicBezTo>
                  <a:pt x="272251" y="840284"/>
                  <a:pt x="281389" y="831145"/>
                  <a:pt x="292663" y="831145"/>
                </a:cubicBezTo>
                <a:close/>
                <a:moveTo>
                  <a:pt x="243886" y="831145"/>
                </a:moveTo>
                <a:cubicBezTo>
                  <a:pt x="255160" y="831145"/>
                  <a:pt x="264299" y="840284"/>
                  <a:pt x="264299" y="851558"/>
                </a:cubicBezTo>
                <a:cubicBezTo>
                  <a:pt x="264299" y="862831"/>
                  <a:pt x="255160" y="871970"/>
                  <a:pt x="243886" y="871970"/>
                </a:cubicBezTo>
                <a:cubicBezTo>
                  <a:pt x="232612" y="871970"/>
                  <a:pt x="223473" y="862831"/>
                  <a:pt x="223473" y="851558"/>
                </a:cubicBezTo>
                <a:cubicBezTo>
                  <a:pt x="223473" y="840284"/>
                  <a:pt x="232612" y="831145"/>
                  <a:pt x="243886" y="831145"/>
                </a:cubicBezTo>
                <a:close/>
                <a:moveTo>
                  <a:pt x="195109" y="831145"/>
                </a:moveTo>
                <a:cubicBezTo>
                  <a:pt x="206383" y="831145"/>
                  <a:pt x="215522" y="840284"/>
                  <a:pt x="215522" y="851558"/>
                </a:cubicBezTo>
                <a:cubicBezTo>
                  <a:pt x="215522" y="862831"/>
                  <a:pt x="206383" y="871970"/>
                  <a:pt x="195109" y="871970"/>
                </a:cubicBezTo>
                <a:cubicBezTo>
                  <a:pt x="183835" y="871970"/>
                  <a:pt x="174696" y="862831"/>
                  <a:pt x="174696" y="851558"/>
                </a:cubicBezTo>
                <a:cubicBezTo>
                  <a:pt x="174696" y="840284"/>
                  <a:pt x="183835" y="831145"/>
                  <a:pt x="195109" y="831145"/>
                </a:cubicBezTo>
                <a:close/>
                <a:moveTo>
                  <a:pt x="146332" y="831145"/>
                </a:moveTo>
                <a:cubicBezTo>
                  <a:pt x="157606" y="831145"/>
                  <a:pt x="166745" y="840284"/>
                  <a:pt x="166745" y="851558"/>
                </a:cubicBezTo>
                <a:cubicBezTo>
                  <a:pt x="166745" y="862831"/>
                  <a:pt x="157606" y="871970"/>
                  <a:pt x="146332" y="871970"/>
                </a:cubicBezTo>
                <a:cubicBezTo>
                  <a:pt x="135058" y="871970"/>
                  <a:pt x="125919" y="862831"/>
                  <a:pt x="125919" y="851558"/>
                </a:cubicBezTo>
                <a:cubicBezTo>
                  <a:pt x="125919" y="840284"/>
                  <a:pt x="135058" y="831145"/>
                  <a:pt x="146332" y="831145"/>
                </a:cubicBezTo>
                <a:close/>
                <a:moveTo>
                  <a:pt x="97555" y="831145"/>
                </a:moveTo>
                <a:cubicBezTo>
                  <a:pt x="108829" y="831145"/>
                  <a:pt x="117968" y="840284"/>
                  <a:pt x="117968" y="851558"/>
                </a:cubicBezTo>
                <a:cubicBezTo>
                  <a:pt x="117968" y="862831"/>
                  <a:pt x="108829" y="871970"/>
                  <a:pt x="97555" y="871970"/>
                </a:cubicBezTo>
                <a:cubicBezTo>
                  <a:pt x="86281" y="871970"/>
                  <a:pt x="77142" y="862831"/>
                  <a:pt x="77142" y="851558"/>
                </a:cubicBezTo>
                <a:cubicBezTo>
                  <a:pt x="77142" y="840284"/>
                  <a:pt x="86281" y="831145"/>
                  <a:pt x="97555" y="831145"/>
                </a:cubicBezTo>
                <a:close/>
                <a:moveTo>
                  <a:pt x="48778" y="831145"/>
                </a:moveTo>
                <a:cubicBezTo>
                  <a:pt x="60052" y="831145"/>
                  <a:pt x="69191" y="840284"/>
                  <a:pt x="69191" y="851558"/>
                </a:cubicBezTo>
                <a:cubicBezTo>
                  <a:pt x="69191" y="862831"/>
                  <a:pt x="60052" y="871970"/>
                  <a:pt x="48778" y="871970"/>
                </a:cubicBezTo>
                <a:cubicBezTo>
                  <a:pt x="37504" y="871970"/>
                  <a:pt x="28365" y="862831"/>
                  <a:pt x="28365" y="851558"/>
                </a:cubicBezTo>
                <a:cubicBezTo>
                  <a:pt x="28365" y="840284"/>
                  <a:pt x="37504" y="831145"/>
                  <a:pt x="48778" y="831145"/>
                </a:cubicBezTo>
                <a:close/>
                <a:moveTo>
                  <a:pt x="2" y="831145"/>
                </a:moveTo>
                <a:cubicBezTo>
                  <a:pt x="11275" y="831145"/>
                  <a:pt x="20414" y="840284"/>
                  <a:pt x="20414" y="851558"/>
                </a:cubicBezTo>
                <a:cubicBezTo>
                  <a:pt x="20414" y="862831"/>
                  <a:pt x="11275" y="871970"/>
                  <a:pt x="2" y="871970"/>
                </a:cubicBezTo>
                <a:lnTo>
                  <a:pt x="0" y="871969"/>
                </a:lnTo>
                <a:lnTo>
                  <a:pt x="0" y="831146"/>
                </a:lnTo>
                <a:close/>
                <a:moveTo>
                  <a:pt x="634103" y="777059"/>
                </a:moveTo>
                <a:cubicBezTo>
                  <a:pt x="636921" y="777059"/>
                  <a:pt x="639606" y="777630"/>
                  <a:pt x="642049" y="778663"/>
                </a:cubicBezTo>
                <a:lnTo>
                  <a:pt x="645821" y="781206"/>
                </a:lnTo>
                <a:lnTo>
                  <a:pt x="643181" y="783605"/>
                </a:lnTo>
                <a:lnTo>
                  <a:pt x="616279" y="803722"/>
                </a:lnTo>
                <a:lnTo>
                  <a:pt x="613690" y="797471"/>
                </a:lnTo>
                <a:cubicBezTo>
                  <a:pt x="613690" y="786198"/>
                  <a:pt x="622829" y="777059"/>
                  <a:pt x="634103" y="777059"/>
                </a:cubicBezTo>
                <a:close/>
                <a:moveTo>
                  <a:pt x="585326" y="777059"/>
                </a:moveTo>
                <a:cubicBezTo>
                  <a:pt x="596599" y="777059"/>
                  <a:pt x="605738" y="786198"/>
                  <a:pt x="605738" y="797471"/>
                </a:cubicBezTo>
                <a:cubicBezTo>
                  <a:pt x="605738" y="808745"/>
                  <a:pt x="596599" y="817884"/>
                  <a:pt x="585326" y="817884"/>
                </a:cubicBezTo>
                <a:cubicBezTo>
                  <a:pt x="574052" y="817884"/>
                  <a:pt x="564913" y="808745"/>
                  <a:pt x="564913" y="797471"/>
                </a:cubicBezTo>
                <a:cubicBezTo>
                  <a:pt x="564913" y="786198"/>
                  <a:pt x="574052" y="777059"/>
                  <a:pt x="585326" y="777059"/>
                </a:cubicBezTo>
                <a:close/>
                <a:moveTo>
                  <a:pt x="536549" y="777059"/>
                </a:moveTo>
                <a:cubicBezTo>
                  <a:pt x="547822" y="777059"/>
                  <a:pt x="556961" y="786198"/>
                  <a:pt x="556961" y="797471"/>
                </a:cubicBezTo>
                <a:cubicBezTo>
                  <a:pt x="556961" y="808745"/>
                  <a:pt x="547822" y="817884"/>
                  <a:pt x="536549" y="817884"/>
                </a:cubicBezTo>
                <a:cubicBezTo>
                  <a:pt x="525275" y="817884"/>
                  <a:pt x="516136" y="808745"/>
                  <a:pt x="516136" y="797471"/>
                </a:cubicBezTo>
                <a:cubicBezTo>
                  <a:pt x="516136" y="786198"/>
                  <a:pt x="525275" y="777059"/>
                  <a:pt x="536549" y="777059"/>
                </a:cubicBezTo>
                <a:close/>
                <a:moveTo>
                  <a:pt x="487772" y="777059"/>
                </a:moveTo>
                <a:cubicBezTo>
                  <a:pt x="499045" y="777059"/>
                  <a:pt x="508184" y="786198"/>
                  <a:pt x="508184" y="797471"/>
                </a:cubicBezTo>
                <a:cubicBezTo>
                  <a:pt x="508184" y="808745"/>
                  <a:pt x="499045" y="817884"/>
                  <a:pt x="487772" y="817884"/>
                </a:cubicBezTo>
                <a:cubicBezTo>
                  <a:pt x="476498" y="817884"/>
                  <a:pt x="467359" y="808745"/>
                  <a:pt x="467359" y="797471"/>
                </a:cubicBezTo>
                <a:cubicBezTo>
                  <a:pt x="467359" y="786198"/>
                  <a:pt x="476498" y="777059"/>
                  <a:pt x="487772" y="777059"/>
                </a:cubicBezTo>
                <a:close/>
                <a:moveTo>
                  <a:pt x="438994" y="777059"/>
                </a:moveTo>
                <a:cubicBezTo>
                  <a:pt x="450268" y="777059"/>
                  <a:pt x="459407" y="786198"/>
                  <a:pt x="459407" y="797471"/>
                </a:cubicBezTo>
                <a:cubicBezTo>
                  <a:pt x="459407" y="808745"/>
                  <a:pt x="450268" y="817884"/>
                  <a:pt x="438994" y="817884"/>
                </a:cubicBezTo>
                <a:cubicBezTo>
                  <a:pt x="427721" y="817884"/>
                  <a:pt x="418582" y="808745"/>
                  <a:pt x="418582" y="797471"/>
                </a:cubicBezTo>
                <a:cubicBezTo>
                  <a:pt x="418582" y="786198"/>
                  <a:pt x="427721" y="777059"/>
                  <a:pt x="438994" y="777059"/>
                </a:cubicBezTo>
                <a:close/>
                <a:moveTo>
                  <a:pt x="390217" y="777059"/>
                </a:moveTo>
                <a:cubicBezTo>
                  <a:pt x="401491" y="777059"/>
                  <a:pt x="410630" y="786198"/>
                  <a:pt x="410630" y="797471"/>
                </a:cubicBezTo>
                <a:cubicBezTo>
                  <a:pt x="410630" y="808745"/>
                  <a:pt x="401491" y="817884"/>
                  <a:pt x="390217" y="817884"/>
                </a:cubicBezTo>
                <a:cubicBezTo>
                  <a:pt x="378944" y="817884"/>
                  <a:pt x="369805" y="808745"/>
                  <a:pt x="369805" y="797471"/>
                </a:cubicBezTo>
                <a:cubicBezTo>
                  <a:pt x="369805" y="786198"/>
                  <a:pt x="378944" y="777059"/>
                  <a:pt x="390217" y="777059"/>
                </a:cubicBezTo>
                <a:close/>
                <a:moveTo>
                  <a:pt x="341440" y="777059"/>
                </a:moveTo>
                <a:cubicBezTo>
                  <a:pt x="352714" y="777059"/>
                  <a:pt x="361853" y="786198"/>
                  <a:pt x="361853" y="797471"/>
                </a:cubicBezTo>
                <a:cubicBezTo>
                  <a:pt x="361853" y="808745"/>
                  <a:pt x="352714" y="817884"/>
                  <a:pt x="341440" y="817884"/>
                </a:cubicBezTo>
                <a:cubicBezTo>
                  <a:pt x="330166" y="817884"/>
                  <a:pt x="321028" y="808745"/>
                  <a:pt x="321028" y="797471"/>
                </a:cubicBezTo>
                <a:cubicBezTo>
                  <a:pt x="321028" y="786198"/>
                  <a:pt x="330166" y="777059"/>
                  <a:pt x="341440" y="777059"/>
                </a:cubicBezTo>
                <a:close/>
                <a:moveTo>
                  <a:pt x="292663" y="777059"/>
                </a:moveTo>
                <a:cubicBezTo>
                  <a:pt x="303937" y="777059"/>
                  <a:pt x="313076" y="786198"/>
                  <a:pt x="313076" y="797471"/>
                </a:cubicBezTo>
                <a:cubicBezTo>
                  <a:pt x="313076" y="808745"/>
                  <a:pt x="303937" y="817884"/>
                  <a:pt x="292663" y="817884"/>
                </a:cubicBezTo>
                <a:cubicBezTo>
                  <a:pt x="281389" y="817884"/>
                  <a:pt x="272251" y="808745"/>
                  <a:pt x="272251" y="797471"/>
                </a:cubicBezTo>
                <a:cubicBezTo>
                  <a:pt x="272251" y="786198"/>
                  <a:pt x="281389" y="777059"/>
                  <a:pt x="292663" y="777059"/>
                </a:cubicBezTo>
                <a:close/>
                <a:moveTo>
                  <a:pt x="243886" y="777059"/>
                </a:moveTo>
                <a:cubicBezTo>
                  <a:pt x="255160" y="777059"/>
                  <a:pt x="264299" y="786198"/>
                  <a:pt x="264299" y="797471"/>
                </a:cubicBezTo>
                <a:cubicBezTo>
                  <a:pt x="264299" y="808745"/>
                  <a:pt x="255160" y="817884"/>
                  <a:pt x="243886" y="817884"/>
                </a:cubicBezTo>
                <a:cubicBezTo>
                  <a:pt x="232612" y="817884"/>
                  <a:pt x="223473" y="808745"/>
                  <a:pt x="223473" y="797471"/>
                </a:cubicBezTo>
                <a:cubicBezTo>
                  <a:pt x="223473" y="786198"/>
                  <a:pt x="232612" y="777059"/>
                  <a:pt x="243886" y="777059"/>
                </a:cubicBezTo>
                <a:close/>
                <a:moveTo>
                  <a:pt x="195109" y="777059"/>
                </a:moveTo>
                <a:cubicBezTo>
                  <a:pt x="206383" y="777059"/>
                  <a:pt x="215522" y="786198"/>
                  <a:pt x="215522" y="797471"/>
                </a:cubicBezTo>
                <a:cubicBezTo>
                  <a:pt x="215522" y="808745"/>
                  <a:pt x="206383" y="817884"/>
                  <a:pt x="195109" y="817884"/>
                </a:cubicBezTo>
                <a:cubicBezTo>
                  <a:pt x="183835" y="817884"/>
                  <a:pt x="174696" y="808745"/>
                  <a:pt x="174696" y="797471"/>
                </a:cubicBezTo>
                <a:cubicBezTo>
                  <a:pt x="174696" y="786198"/>
                  <a:pt x="183835" y="777059"/>
                  <a:pt x="195109" y="777059"/>
                </a:cubicBezTo>
                <a:close/>
                <a:moveTo>
                  <a:pt x="146332" y="777059"/>
                </a:moveTo>
                <a:cubicBezTo>
                  <a:pt x="157606" y="777059"/>
                  <a:pt x="166745" y="786198"/>
                  <a:pt x="166745" y="797471"/>
                </a:cubicBezTo>
                <a:cubicBezTo>
                  <a:pt x="166745" y="808745"/>
                  <a:pt x="157606" y="817884"/>
                  <a:pt x="146332" y="817884"/>
                </a:cubicBezTo>
                <a:cubicBezTo>
                  <a:pt x="135058" y="817884"/>
                  <a:pt x="125919" y="808745"/>
                  <a:pt x="125919" y="797471"/>
                </a:cubicBezTo>
                <a:cubicBezTo>
                  <a:pt x="125919" y="786198"/>
                  <a:pt x="135058" y="777059"/>
                  <a:pt x="146332" y="777059"/>
                </a:cubicBezTo>
                <a:close/>
                <a:moveTo>
                  <a:pt x="97555" y="777059"/>
                </a:moveTo>
                <a:cubicBezTo>
                  <a:pt x="108829" y="777059"/>
                  <a:pt x="117968" y="786198"/>
                  <a:pt x="117968" y="797471"/>
                </a:cubicBezTo>
                <a:cubicBezTo>
                  <a:pt x="117968" y="808745"/>
                  <a:pt x="108829" y="817884"/>
                  <a:pt x="97555" y="817884"/>
                </a:cubicBezTo>
                <a:cubicBezTo>
                  <a:pt x="86281" y="817884"/>
                  <a:pt x="77142" y="808745"/>
                  <a:pt x="77142" y="797471"/>
                </a:cubicBezTo>
                <a:cubicBezTo>
                  <a:pt x="77142" y="786198"/>
                  <a:pt x="86281" y="777059"/>
                  <a:pt x="97555" y="777059"/>
                </a:cubicBezTo>
                <a:close/>
                <a:moveTo>
                  <a:pt x="48778" y="777059"/>
                </a:moveTo>
                <a:cubicBezTo>
                  <a:pt x="60052" y="777059"/>
                  <a:pt x="69191" y="786198"/>
                  <a:pt x="69191" y="797471"/>
                </a:cubicBezTo>
                <a:cubicBezTo>
                  <a:pt x="69191" y="808745"/>
                  <a:pt x="60052" y="817884"/>
                  <a:pt x="48778" y="817884"/>
                </a:cubicBezTo>
                <a:cubicBezTo>
                  <a:pt x="37504" y="817884"/>
                  <a:pt x="28365" y="808745"/>
                  <a:pt x="28365" y="797471"/>
                </a:cubicBezTo>
                <a:cubicBezTo>
                  <a:pt x="28365" y="786198"/>
                  <a:pt x="37504" y="777059"/>
                  <a:pt x="48778" y="777059"/>
                </a:cubicBezTo>
                <a:close/>
                <a:moveTo>
                  <a:pt x="2" y="777059"/>
                </a:moveTo>
                <a:cubicBezTo>
                  <a:pt x="11275" y="777059"/>
                  <a:pt x="20414" y="786198"/>
                  <a:pt x="20414" y="797471"/>
                </a:cubicBezTo>
                <a:cubicBezTo>
                  <a:pt x="20414" y="808745"/>
                  <a:pt x="11275" y="817884"/>
                  <a:pt x="2" y="817884"/>
                </a:cubicBezTo>
                <a:lnTo>
                  <a:pt x="0" y="817883"/>
                </a:lnTo>
                <a:lnTo>
                  <a:pt x="0" y="777060"/>
                </a:lnTo>
                <a:close/>
                <a:moveTo>
                  <a:pt x="682880" y="722972"/>
                </a:moveTo>
                <a:cubicBezTo>
                  <a:pt x="688517" y="722972"/>
                  <a:pt x="693620" y="725257"/>
                  <a:pt x="697314" y="728951"/>
                </a:cubicBezTo>
                <a:lnTo>
                  <a:pt x="698955" y="732914"/>
                </a:lnTo>
                <a:lnTo>
                  <a:pt x="670229" y="759022"/>
                </a:lnTo>
                <a:lnTo>
                  <a:pt x="668446" y="757819"/>
                </a:lnTo>
                <a:cubicBezTo>
                  <a:pt x="664752" y="754125"/>
                  <a:pt x="662467" y="749022"/>
                  <a:pt x="662467" y="743385"/>
                </a:cubicBezTo>
                <a:cubicBezTo>
                  <a:pt x="662467" y="732111"/>
                  <a:pt x="671606" y="722972"/>
                  <a:pt x="682880" y="722972"/>
                </a:cubicBezTo>
                <a:close/>
                <a:moveTo>
                  <a:pt x="634103" y="722972"/>
                </a:moveTo>
                <a:cubicBezTo>
                  <a:pt x="645377" y="722972"/>
                  <a:pt x="654516" y="732111"/>
                  <a:pt x="654516" y="743385"/>
                </a:cubicBezTo>
                <a:cubicBezTo>
                  <a:pt x="654516" y="754659"/>
                  <a:pt x="645377" y="763798"/>
                  <a:pt x="634103" y="763798"/>
                </a:cubicBezTo>
                <a:cubicBezTo>
                  <a:pt x="622829" y="763798"/>
                  <a:pt x="613690" y="754659"/>
                  <a:pt x="613690" y="743385"/>
                </a:cubicBezTo>
                <a:cubicBezTo>
                  <a:pt x="613690" y="732111"/>
                  <a:pt x="622829" y="722972"/>
                  <a:pt x="634103" y="722972"/>
                </a:cubicBezTo>
                <a:close/>
                <a:moveTo>
                  <a:pt x="585326" y="722972"/>
                </a:moveTo>
                <a:cubicBezTo>
                  <a:pt x="596599" y="722972"/>
                  <a:pt x="605738" y="732111"/>
                  <a:pt x="605738" y="743385"/>
                </a:cubicBezTo>
                <a:cubicBezTo>
                  <a:pt x="605738" y="754659"/>
                  <a:pt x="596599" y="763798"/>
                  <a:pt x="585326" y="763798"/>
                </a:cubicBezTo>
                <a:cubicBezTo>
                  <a:pt x="574052" y="763798"/>
                  <a:pt x="564913" y="754659"/>
                  <a:pt x="564913" y="743385"/>
                </a:cubicBezTo>
                <a:cubicBezTo>
                  <a:pt x="564913" y="732111"/>
                  <a:pt x="574052" y="722972"/>
                  <a:pt x="585326" y="722972"/>
                </a:cubicBezTo>
                <a:close/>
                <a:moveTo>
                  <a:pt x="536549" y="722972"/>
                </a:moveTo>
                <a:cubicBezTo>
                  <a:pt x="547822" y="722972"/>
                  <a:pt x="556961" y="732111"/>
                  <a:pt x="556961" y="743385"/>
                </a:cubicBezTo>
                <a:cubicBezTo>
                  <a:pt x="556961" y="754659"/>
                  <a:pt x="547822" y="763798"/>
                  <a:pt x="536549" y="763798"/>
                </a:cubicBezTo>
                <a:cubicBezTo>
                  <a:pt x="525275" y="763798"/>
                  <a:pt x="516136" y="754659"/>
                  <a:pt x="516136" y="743385"/>
                </a:cubicBezTo>
                <a:cubicBezTo>
                  <a:pt x="516136" y="732111"/>
                  <a:pt x="525275" y="722972"/>
                  <a:pt x="536549" y="722972"/>
                </a:cubicBezTo>
                <a:close/>
                <a:moveTo>
                  <a:pt x="487772" y="722972"/>
                </a:moveTo>
                <a:cubicBezTo>
                  <a:pt x="499045" y="722972"/>
                  <a:pt x="508184" y="732111"/>
                  <a:pt x="508184" y="743385"/>
                </a:cubicBezTo>
                <a:cubicBezTo>
                  <a:pt x="508184" y="754659"/>
                  <a:pt x="499045" y="763798"/>
                  <a:pt x="487772" y="763798"/>
                </a:cubicBezTo>
                <a:cubicBezTo>
                  <a:pt x="476498" y="763798"/>
                  <a:pt x="467359" y="754659"/>
                  <a:pt x="467359" y="743385"/>
                </a:cubicBezTo>
                <a:cubicBezTo>
                  <a:pt x="467359" y="732111"/>
                  <a:pt x="476498" y="722972"/>
                  <a:pt x="487772" y="722972"/>
                </a:cubicBezTo>
                <a:close/>
                <a:moveTo>
                  <a:pt x="438994" y="722972"/>
                </a:moveTo>
                <a:cubicBezTo>
                  <a:pt x="450268" y="722972"/>
                  <a:pt x="459407" y="732111"/>
                  <a:pt x="459407" y="743385"/>
                </a:cubicBezTo>
                <a:cubicBezTo>
                  <a:pt x="459407" y="754659"/>
                  <a:pt x="450268" y="763798"/>
                  <a:pt x="438994" y="763798"/>
                </a:cubicBezTo>
                <a:cubicBezTo>
                  <a:pt x="427721" y="763798"/>
                  <a:pt x="418582" y="754659"/>
                  <a:pt x="418582" y="743385"/>
                </a:cubicBezTo>
                <a:cubicBezTo>
                  <a:pt x="418582" y="732111"/>
                  <a:pt x="427721" y="722972"/>
                  <a:pt x="438994" y="722972"/>
                </a:cubicBezTo>
                <a:close/>
                <a:moveTo>
                  <a:pt x="390217" y="722972"/>
                </a:moveTo>
                <a:cubicBezTo>
                  <a:pt x="401491" y="722972"/>
                  <a:pt x="410630" y="732111"/>
                  <a:pt x="410630" y="743385"/>
                </a:cubicBezTo>
                <a:cubicBezTo>
                  <a:pt x="410630" y="754659"/>
                  <a:pt x="401491" y="763798"/>
                  <a:pt x="390217" y="763798"/>
                </a:cubicBezTo>
                <a:cubicBezTo>
                  <a:pt x="378944" y="763798"/>
                  <a:pt x="369805" y="754659"/>
                  <a:pt x="369805" y="743385"/>
                </a:cubicBezTo>
                <a:cubicBezTo>
                  <a:pt x="369805" y="732111"/>
                  <a:pt x="378944" y="722972"/>
                  <a:pt x="390217" y="722972"/>
                </a:cubicBezTo>
                <a:close/>
                <a:moveTo>
                  <a:pt x="341440" y="722972"/>
                </a:moveTo>
                <a:cubicBezTo>
                  <a:pt x="352714" y="722972"/>
                  <a:pt x="361853" y="732111"/>
                  <a:pt x="361853" y="743385"/>
                </a:cubicBezTo>
                <a:cubicBezTo>
                  <a:pt x="361853" y="754659"/>
                  <a:pt x="352714" y="763798"/>
                  <a:pt x="341440" y="763798"/>
                </a:cubicBezTo>
                <a:cubicBezTo>
                  <a:pt x="330166" y="763798"/>
                  <a:pt x="321028" y="754659"/>
                  <a:pt x="321028" y="743385"/>
                </a:cubicBezTo>
                <a:cubicBezTo>
                  <a:pt x="321028" y="732111"/>
                  <a:pt x="330166" y="722972"/>
                  <a:pt x="341440" y="722972"/>
                </a:cubicBezTo>
                <a:close/>
                <a:moveTo>
                  <a:pt x="292663" y="722972"/>
                </a:moveTo>
                <a:cubicBezTo>
                  <a:pt x="303937" y="722972"/>
                  <a:pt x="313076" y="732111"/>
                  <a:pt x="313076" y="743385"/>
                </a:cubicBezTo>
                <a:cubicBezTo>
                  <a:pt x="313076" y="754659"/>
                  <a:pt x="303937" y="763798"/>
                  <a:pt x="292663" y="763798"/>
                </a:cubicBezTo>
                <a:cubicBezTo>
                  <a:pt x="281389" y="763798"/>
                  <a:pt x="272251" y="754659"/>
                  <a:pt x="272251" y="743385"/>
                </a:cubicBezTo>
                <a:cubicBezTo>
                  <a:pt x="272251" y="732111"/>
                  <a:pt x="281389" y="722972"/>
                  <a:pt x="292663" y="722972"/>
                </a:cubicBezTo>
                <a:close/>
                <a:moveTo>
                  <a:pt x="243886" y="722972"/>
                </a:moveTo>
                <a:cubicBezTo>
                  <a:pt x="255160" y="722972"/>
                  <a:pt x="264299" y="732111"/>
                  <a:pt x="264299" y="743385"/>
                </a:cubicBezTo>
                <a:cubicBezTo>
                  <a:pt x="264299" y="754659"/>
                  <a:pt x="255160" y="763798"/>
                  <a:pt x="243886" y="763798"/>
                </a:cubicBezTo>
                <a:cubicBezTo>
                  <a:pt x="232612" y="763798"/>
                  <a:pt x="223473" y="754659"/>
                  <a:pt x="223473" y="743385"/>
                </a:cubicBezTo>
                <a:cubicBezTo>
                  <a:pt x="223473" y="732111"/>
                  <a:pt x="232612" y="722972"/>
                  <a:pt x="243886" y="722972"/>
                </a:cubicBezTo>
                <a:close/>
                <a:moveTo>
                  <a:pt x="195109" y="722972"/>
                </a:moveTo>
                <a:cubicBezTo>
                  <a:pt x="206383" y="722972"/>
                  <a:pt x="215522" y="732111"/>
                  <a:pt x="215522" y="743385"/>
                </a:cubicBezTo>
                <a:cubicBezTo>
                  <a:pt x="215522" y="754659"/>
                  <a:pt x="206383" y="763798"/>
                  <a:pt x="195109" y="763798"/>
                </a:cubicBezTo>
                <a:cubicBezTo>
                  <a:pt x="183835" y="763798"/>
                  <a:pt x="174696" y="754659"/>
                  <a:pt x="174696" y="743385"/>
                </a:cubicBezTo>
                <a:cubicBezTo>
                  <a:pt x="174696" y="732111"/>
                  <a:pt x="183835" y="722972"/>
                  <a:pt x="195109" y="722972"/>
                </a:cubicBezTo>
                <a:close/>
                <a:moveTo>
                  <a:pt x="146332" y="722972"/>
                </a:moveTo>
                <a:cubicBezTo>
                  <a:pt x="157606" y="722972"/>
                  <a:pt x="166745" y="732111"/>
                  <a:pt x="166745" y="743385"/>
                </a:cubicBezTo>
                <a:cubicBezTo>
                  <a:pt x="166745" y="754659"/>
                  <a:pt x="157606" y="763798"/>
                  <a:pt x="146332" y="763798"/>
                </a:cubicBezTo>
                <a:cubicBezTo>
                  <a:pt x="135058" y="763798"/>
                  <a:pt x="125919" y="754659"/>
                  <a:pt x="125919" y="743385"/>
                </a:cubicBezTo>
                <a:cubicBezTo>
                  <a:pt x="125919" y="732111"/>
                  <a:pt x="135058" y="722972"/>
                  <a:pt x="146332" y="722972"/>
                </a:cubicBezTo>
                <a:close/>
                <a:moveTo>
                  <a:pt x="97555" y="722972"/>
                </a:moveTo>
                <a:cubicBezTo>
                  <a:pt x="108829" y="722972"/>
                  <a:pt x="117968" y="732111"/>
                  <a:pt x="117968" y="743385"/>
                </a:cubicBezTo>
                <a:cubicBezTo>
                  <a:pt x="117968" y="754659"/>
                  <a:pt x="108829" y="763798"/>
                  <a:pt x="97555" y="763798"/>
                </a:cubicBezTo>
                <a:cubicBezTo>
                  <a:pt x="86281" y="763798"/>
                  <a:pt x="77142" y="754659"/>
                  <a:pt x="77142" y="743385"/>
                </a:cubicBezTo>
                <a:cubicBezTo>
                  <a:pt x="77142" y="732111"/>
                  <a:pt x="86281" y="722972"/>
                  <a:pt x="97555" y="722972"/>
                </a:cubicBezTo>
                <a:close/>
                <a:moveTo>
                  <a:pt x="48778" y="722972"/>
                </a:moveTo>
                <a:cubicBezTo>
                  <a:pt x="60052" y="722972"/>
                  <a:pt x="69191" y="732111"/>
                  <a:pt x="69191" y="743385"/>
                </a:cubicBezTo>
                <a:cubicBezTo>
                  <a:pt x="69191" y="754659"/>
                  <a:pt x="60052" y="763798"/>
                  <a:pt x="48778" y="763798"/>
                </a:cubicBezTo>
                <a:cubicBezTo>
                  <a:pt x="37504" y="763798"/>
                  <a:pt x="28365" y="754659"/>
                  <a:pt x="28365" y="743385"/>
                </a:cubicBezTo>
                <a:cubicBezTo>
                  <a:pt x="28365" y="732111"/>
                  <a:pt x="37504" y="722972"/>
                  <a:pt x="48778" y="722972"/>
                </a:cubicBezTo>
                <a:close/>
                <a:moveTo>
                  <a:pt x="2" y="722972"/>
                </a:moveTo>
                <a:cubicBezTo>
                  <a:pt x="11275" y="722972"/>
                  <a:pt x="20414" y="732111"/>
                  <a:pt x="20414" y="743385"/>
                </a:cubicBezTo>
                <a:cubicBezTo>
                  <a:pt x="20414" y="754659"/>
                  <a:pt x="11275" y="763798"/>
                  <a:pt x="2" y="763798"/>
                </a:cubicBezTo>
                <a:lnTo>
                  <a:pt x="0" y="763797"/>
                </a:lnTo>
                <a:lnTo>
                  <a:pt x="0" y="722973"/>
                </a:lnTo>
                <a:close/>
                <a:moveTo>
                  <a:pt x="731657" y="668886"/>
                </a:moveTo>
                <a:cubicBezTo>
                  <a:pt x="737294" y="668886"/>
                  <a:pt x="742397" y="671171"/>
                  <a:pt x="746091" y="674865"/>
                </a:cubicBezTo>
                <a:lnTo>
                  <a:pt x="748725" y="681223"/>
                </a:lnTo>
                <a:lnTo>
                  <a:pt x="724200" y="708206"/>
                </a:lnTo>
                <a:lnTo>
                  <a:pt x="723711" y="708108"/>
                </a:lnTo>
                <a:cubicBezTo>
                  <a:pt x="716385" y="705009"/>
                  <a:pt x="711244" y="697754"/>
                  <a:pt x="711244" y="689299"/>
                </a:cubicBezTo>
                <a:cubicBezTo>
                  <a:pt x="711244" y="678025"/>
                  <a:pt x="720383" y="668886"/>
                  <a:pt x="731657" y="668886"/>
                </a:cubicBezTo>
                <a:close/>
                <a:moveTo>
                  <a:pt x="682880" y="668886"/>
                </a:moveTo>
                <a:cubicBezTo>
                  <a:pt x="694153" y="668886"/>
                  <a:pt x="703293" y="678025"/>
                  <a:pt x="703293" y="689299"/>
                </a:cubicBezTo>
                <a:cubicBezTo>
                  <a:pt x="703293" y="700573"/>
                  <a:pt x="694153" y="709712"/>
                  <a:pt x="682880" y="709712"/>
                </a:cubicBezTo>
                <a:cubicBezTo>
                  <a:pt x="671606" y="709712"/>
                  <a:pt x="662467" y="700573"/>
                  <a:pt x="662467" y="689299"/>
                </a:cubicBezTo>
                <a:cubicBezTo>
                  <a:pt x="662467" y="678025"/>
                  <a:pt x="671606" y="668886"/>
                  <a:pt x="682880" y="668886"/>
                </a:cubicBezTo>
                <a:close/>
                <a:moveTo>
                  <a:pt x="634103" y="668886"/>
                </a:moveTo>
                <a:cubicBezTo>
                  <a:pt x="645377" y="668886"/>
                  <a:pt x="654516" y="678025"/>
                  <a:pt x="654516" y="689299"/>
                </a:cubicBezTo>
                <a:cubicBezTo>
                  <a:pt x="654516" y="700573"/>
                  <a:pt x="645377" y="709712"/>
                  <a:pt x="634103" y="709712"/>
                </a:cubicBezTo>
                <a:cubicBezTo>
                  <a:pt x="622829" y="709712"/>
                  <a:pt x="613690" y="700573"/>
                  <a:pt x="613690" y="689299"/>
                </a:cubicBezTo>
                <a:cubicBezTo>
                  <a:pt x="613690" y="678025"/>
                  <a:pt x="622829" y="668886"/>
                  <a:pt x="634103" y="668886"/>
                </a:cubicBezTo>
                <a:close/>
                <a:moveTo>
                  <a:pt x="585326" y="668886"/>
                </a:moveTo>
                <a:cubicBezTo>
                  <a:pt x="596599" y="668886"/>
                  <a:pt x="605738" y="678025"/>
                  <a:pt x="605738" y="689299"/>
                </a:cubicBezTo>
                <a:cubicBezTo>
                  <a:pt x="605738" y="700573"/>
                  <a:pt x="596599" y="709712"/>
                  <a:pt x="585326" y="709712"/>
                </a:cubicBezTo>
                <a:cubicBezTo>
                  <a:pt x="574052" y="709712"/>
                  <a:pt x="564913" y="700573"/>
                  <a:pt x="564913" y="689299"/>
                </a:cubicBezTo>
                <a:cubicBezTo>
                  <a:pt x="564913" y="678025"/>
                  <a:pt x="574052" y="668886"/>
                  <a:pt x="585326" y="668886"/>
                </a:cubicBezTo>
                <a:close/>
                <a:moveTo>
                  <a:pt x="536549" y="668886"/>
                </a:moveTo>
                <a:cubicBezTo>
                  <a:pt x="547822" y="668886"/>
                  <a:pt x="556961" y="678025"/>
                  <a:pt x="556961" y="689299"/>
                </a:cubicBezTo>
                <a:cubicBezTo>
                  <a:pt x="556961" y="700573"/>
                  <a:pt x="547822" y="709712"/>
                  <a:pt x="536549" y="709712"/>
                </a:cubicBezTo>
                <a:cubicBezTo>
                  <a:pt x="525275" y="709712"/>
                  <a:pt x="516136" y="700573"/>
                  <a:pt x="516136" y="689299"/>
                </a:cubicBezTo>
                <a:cubicBezTo>
                  <a:pt x="516136" y="678025"/>
                  <a:pt x="525275" y="668886"/>
                  <a:pt x="536549" y="668886"/>
                </a:cubicBezTo>
                <a:close/>
                <a:moveTo>
                  <a:pt x="487772" y="668886"/>
                </a:moveTo>
                <a:cubicBezTo>
                  <a:pt x="499045" y="668886"/>
                  <a:pt x="508184" y="678025"/>
                  <a:pt x="508184" y="689299"/>
                </a:cubicBezTo>
                <a:cubicBezTo>
                  <a:pt x="508184" y="700573"/>
                  <a:pt x="499045" y="709712"/>
                  <a:pt x="487772" y="709712"/>
                </a:cubicBezTo>
                <a:cubicBezTo>
                  <a:pt x="476498" y="709712"/>
                  <a:pt x="467359" y="700573"/>
                  <a:pt x="467359" y="689299"/>
                </a:cubicBezTo>
                <a:cubicBezTo>
                  <a:pt x="467359" y="678025"/>
                  <a:pt x="476498" y="668886"/>
                  <a:pt x="487772" y="668886"/>
                </a:cubicBezTo>
                <a:close/>
                <a:moveTo>
                  <a:pt x="438994" y="668886"/>
                </a:moveTo>
                <a:cubicBezTo>
                  <a:pt x="450268" y="668886"/>
                  <a:pt x="459407" y="678025"/>
                  <a:pt x="459407" y="689299"/>
                </a:cubicBezTo>
                <a:cubicBezTo>
                  <a:pt x="459407" y="700573"/>
                  <a:pt x="450268" y="709712"/>
                  <a:pt x="438994" y="709712"/>
                </a:cubicBezTo>
                <a:cubicBezTo>
                  <a:pt x="427721" y="709712"/>
                  <a:pt x="418582" y="700573"/>
                  <a:pt x="418582" y="689299"/>
                </a:cubicBezTo>
                <a:cubicBezTo>
                  <a:pt x="418582" y="678025"/>
                  <a:pt x="427721" y="668886"/>
                  <a:pt x="438994" y="668886"/>
                </a:cubicBezTo>
                <a:close/>
                <a:moveTo>
                  <a:pt x="390217" y="668886"/>
                </a:moveTo>
                <a:cubicBezTo>
                  <a:pt x="401491" y="668886"/>
                  <a:pt x="410630" y="678025"/>
                  <a:pt x="410630" y="689299"/>
                </a:cubicBezTo>
                <a:cubicBezTo>
                  <a:pt x="410630" y="700573"/>
                  <a:pt x="401491" y="709712"/>
                  <a:pt x="390217" y="709712"/>
                </a:cubicBezTo>
                <a:cubicBezTo>
                  <a:pt x="378944" y="709712"/>
                  <a:pt x="369805" y="700573"/>
                  <a:pt x="369805" y="689299"/>
                </a:cubicBezTo>
                <a:cubicBezTo>
                  <a:pt x="369805" y="678025"/>
                  <a:pt x="378944" y="668886"/>
                  <a:pt x="390217" y="668886"/>
                </a:cubicBezTo>
                <a:close/>
                <a:moveTo>
                  <a:pt x="341440" y="668886"/>
                </a:moveTo>
                <a:cubicBezTo>
                  <a:pt x="352714" y="668886"/>
                  <a:pt x="361853" y="678025"/>
                  <a:pt x="361853" y="689299"/>
                </a:cubicBezTo>
                <a:cubicBezTo>
                  <a:pt x="361853" y="700573"/>
                  <a:pt x="352714" y="709712"/>
                  <a:pt x="341440" y="709712"/>
                </a:cubicBezTo>
                <a:cubicBezTo>
                  <a:pt x="330166" y="709712"/>
                  <a:pt x="321028" y="700573"/>
                  <a:pt x="321028" y="689299"/>
                </a:cubicBezTo>
                <a:cubicBezTo>
                  <a:pt x="321028" y="678025"/>
                  <a:pt x="330166" y="668886"/>
                  <a:pt x="341440" y="668886"/>
                </a:cubicBezTo>
                <a:close/>
                <a:moveTo>
                  <a:pt x="292663" y="668886"/>
                </a:moveTo>
                <a:cubicBezTo>
                  <a:pt x="303937" y="668886"/>
                  <a:pt x="313076" y="678025"/>
                  <a:pt x="313076" y="689299"/>
                </a:cubicBezTo>
                <a:cubicBezTo>
                  <a:pt x="313076" y="700573"/>
                  <a:pt x="303937" y="709712"/>
                  <a:pt x="292663" y="709712"/>
                </a:cubicBezTo>
                <a:cubicBezTo>
                  <a:pt x="281389" y="709712"/>
                  <a:pt x="272251" y="700573"/>
                  <a:pt x="272251" y="689299"/>
                </a:cubicBezTo>
                <a:cubicBezTo>
                  <a:pt x="272251" y="678025"/>
                  <a:pt x="281389" y="668886"/>
                  <a:pt x="292663" y="668886"/>
                </a:cubicBezTo>
                <a:close/>
                <a:moveTo>
                  <a:pt x="243886" y="668886"/>
                </a:moveTo>
                <a:cubicBezTo>
                  <a:pt x="255160" y="668886"/>
                  <a:pt x="264299" y="678025"/>
                  <a:pt x="264299" y="689299"/>
                </a:cubicBezTo>
                <a:cubicBezTo>
                  <a:pt x="264299" y="700573"/>
                  <a:pt x="255160" y="709712"/>
                  <a:pt x="243886" y="709712"/>
                </a:cubicBezTo>
                <a:cubicBezTo>
                  <a:pt x="232612" y="709712"/>
                  <a:pt x="223473" y="700573"/>
                  <a:pt x="223473" y="689299"/>
                </a:cubicBezTo>
                <a:cubicBezTo>
                  <a:pt x="223473" y="678025"/>
                  <a:pt x="232612" y="668886"/>
                  <a:pt x="243886" y="668886"/>
                </a:cubicBezTo>
                <a:close/>
                <a:moveTo>
                  <a:pt x="195109" y="668886"/>
                </a:moveTo>
                <a:cubicBezTo>
                  <a:pt x="206383" y="668886"/>
                  <a:pt x="215522" y="678025"/>
                  <a:pt x="215522" y="689299"/>
                </a:cubicBezTo>
                <a:cubicBezTo>
                  <a:pt x="215522" y="700573"/>
                  <a:pt x="206383" y="709712"/>
                  <a:pt x="195109" y="709712"/>
                </a:cubicBezTo>
                <a:cubicBezTo>
                  <a:pt x="183835" y="709712"/>
                  <a:pt x="174696" y="700573"/>
                  <a:pt x="174696" y="689299"/>
                </a:cubicBezTo>
                <a:cubicBezTo>
                  <a:pt x="174696" y="678025"/>
                  <a:pt x="183835" y="668886"/>
                  <a:pt x="195109" y="668886"/>
                </a:cubicBezTo>
                <a:close/>
                <a:moveTo>
                  <a:pt x="146332" y="668886"/>
                </a:moveTo>
                <a:cubicBezTo>
                  <a:pt x="157606" y="668886"/>
                  <a:pt x="166745" y="678025"/>
                  <a:pt x="166745" y="689299"/>
                </a:cubicBezTo>
                <a:cubicBezTo>
                  <a:pt x="166745" y="700573"/>
                  <a:pt x="157606" y="709712"/>
                  <a:pt x="146332" y="709712"/>
                </a:cubicBezTo>
                <a:cubicBezTo>
                  <a:pt x="135058" y="709712"/>
                  <a:pt x="125919" y="700573"/>
                  <a:pt x="125919" y="689299"/>
                </a:cubicBezTo>
                <a:cubicBezTo>
                  <a:pt x="125919" y="678025"/>
                  <a:pt x="135058" y="668886"/>
                  <a:pt x="146332" y="668886"/>
                </a:cubicBezTo>
                <a:close/>
                <a:moveTo>
                  <a:pt x="97555" y="668886"/>
                </a:moveTo>
                <a:cubicBezTo>
                  <a:pt x="108829" y="668886"/>
                  <a:pt x="117968" y="678025"/>
                  <a:pt x="117968" y="689299"/>
                </a:cubicBezTo>
                <a:cubicBezTo>
                  <a:pt x="117968" y="700573"/>
                  <a:pt x="108829" y="709712"/>
                  <a:pt x="97555" y="709712"/>
                </a:cubicBezTo>
                <a:cubicBezTo>
                  <a:pt x="86281" y="709712"/>
                  <a:pt x="77142" y="700573"/>
                  <a:pt x="77142" y="689299"/>
                </a:cubicBezTo>
                <a:cubicBezTo>
                  <a:pt x="77142" y="678025"/>
                  <a:pt x="86281" y="668886"/>
                  <a:pt x="97555" y="668886"/>
                </a:cubicBezTo>
                <a:close/>
                <a:moveTo>
                  <a:pt x="48778" y="668886"/>
                </a:moveTo>
                <a:cubicBezTo>
                  <a:pt x="60052" y="668886"/>
                  <a:pt x="69191" y="678025"/>
                  <a:pt x="69191" y="689299"/>
                </a:cubicBezTo>
                <a:cubicBezTo>
                  <a:pt x="69191" y="700573"/>
                  <a:pt x="60052" y="709712"/>
                  <a:pt x="48778" y="709712"/>
                </a:cubicBezTo>
                <a:cubicBezTo>
                  <a:pt x="37504" y="709712"/>
                  <a:pt x="28365" y="700573"/>
                  <a:pt x="28365" y="689299"/>
                </a:cubicBezTo>
                <a:cubicBezTo>
                  <a:pt x="28365" y="678025"/>
                  <a:pt x="37504" y="668886"/>
                  <a:pt x="48778" y="668886"/>
                </a:cubicBezTo>
                <a:close/>
                <a:moveTo>
                  <a:pt x="2" y="668886"/>
                </a:moveTo>
                <a:cubicBezTo>
                  <a:pt x="11275" y="668886"/>
                  <a:pt x="20414" y="678025"/>
                  <a:pt x="20414" y="689299"/>
                </a:cubicBezTo>
                <a:cubicBezTo>
                  <a:pt x="20414" y="700573"/>
                  <a:pt x="11275" y="709712"/>
                  <a:pt x="2" y="709712"/>
                </a:cubicBezTo>
                <a:lnTo>
                  <a:pt x="0" y="709711"/>
                </a:lnTo>
                <a:lnTo>
                  <a:pt x="0" y="668887"/>
                </a:lnTo>
                <a:close/>
                <a:moveTo>
                  <a:pt x="780434" y="614800"/>
                </a:moveTo>
                <a:cubicBezTo>
                  <a:pt x="786071" y="614800"/>
                  <a:pt x="791174" y="617085"/>
                  <a:pt x="794868" y="620779"/>
                </a:cubicBezTo>
                <a:lnTo>
                  <a:pt x="796523" y="624774"/>
                </a:lnTo>
                <a:lnTo>
                  <a:pt x="780248" y="646539"/>
                </a:lnTo>
                <a:lnTo>
                  <a:pt x="773298" y="654185"/>
                </a:lnTo>
                <a:lnTo>
                  <a:pt x="772488" y="654021"/>
                </a:lnTo>
                <a:cubicBezTo>
                  <a:pt x="765162" y="650923"/>
                  <a:pt x="760021" y="643668"/>
                  <a:pt x="760021" y="635213"/>
                </a:cubicBezTo>
                <a:cubicBezTo>
                  <a:pt x="760021" y="623939"/>
                  <a:pt x="769160" y="614800"/>
                  <a:pt x="780434" y="614800"/>
                </a:cubicBezTo>
                <a:close/>
                <a:moveTo>
                  <a:pt x="731657" y="614800"/>
                </a:moveTo>
                <a:cubicBezTo>
                  <a:pt x="742931" y="614800"/>
                  <a:pt x="752070" y="623939"/>
                  <a:pt x="752070" y="635213"/>
                </a:cubicBezTo>
                <a:cubicBezTo>
                  <a:pt x="752070" y="646487"/>
                  <a:pt x="742931" y="655626"/>
                  <a:pt x="731657" y="655626"/>
                </a:cubicBezTo>
                <a:cubicBezTo>
                  <a:pt x="720383" y="655626"/>
                  <a:pt x="711244" y="646487"/>
                  <a:pt x="711244" y="635213"/>
                </a:cubicBezTo>
                <a:cubicBezTo>
                  <a:pt x="711244" y="623939"/>
                  <a:pt x="720383" y="614800"/>
                  <a:pt x="731657" y="614800"/>
                </a:cubicBezTo>
                <a:close/>
                <a:moveTo>
                  <a:pt x="682880" y="614800"/>
                </a:moveTo>
                <a:cubicBezTo>
                  <a:pt x="694153" y="614800"/>
                  <a:pt x="703293" y="623939"/>
                  <a:pt x="703293" y="635213"/>
                </a:cubicBezTo>
                <a:cubicBezTo>
                  <a:pt x="703293" y="646487"/>
                  <a:pt x="694153" y="655626"/>
                  <a:pt x="682880" y="655626"/>
                </a:cubicBezTo>
                <a:cubicBezTo>
                  <a:pt x="671606" y="655626"/>
                  <a:pt x="662467" y="646487"/>
                  <a:pt x="662467" y="635213"/>
                </a:cubicBezTo>
                <a:cubicBezTo>
                  <a:pt x="662467" y="623939"/>
                  <a:pt x="671606" y="614800"/>
                  <a:pt x="682880" y="614800"/>
                </a:cubicBezTo>
                <a:close/>
                <a:moveTo>
                  <a:pt x="634103" y="614800"/>
                </a:moveTo>
                <a:cubicBezTo>
                  <a:pt x="645377" y="614800"/>
                  <a:pt x="654516" y="623939"/>
                  <a:pt x="654516" y="635213"/>
                </a:cubicBezTo>
                <a:cubicBezTo>
                  <a:pt x="654516" y="646487"/>
                  <a:pt x="645377" y="655626"/>
                  <a:pt x="634103" y="655626"/>
                </a:cubicBezTo>
                <a:cubicBezTo>
                  <a:pt x="622829" y="655626"/>
                  <a:pt x="613690" y="646487"/>
                  <a:pt x="613690" y="635213"/>
                </a:cubicBezTo>
                <a:cubicBezTo>
                  <a:pt x="613690" y="623939"/>
                  <a:pt x="622829" y="614800"/>
                  <a:pt x="634103" y="614800"/>
                </a:cubicBezTo>
                <a:close/>
                <a:moveTo>
                  <a:pt x="585326" y="614800"/>
                </a:moveTo>
                <a:cubicBezTo>
                  <a:pt x="596599" y="614800"/>
                  <a:pt x="605738" y="623939"/>
                  <a:pt x="605738" y="635213"/>
                </a:cubicBezTo>
                <a:cubicBezTo>
                  <a:pt x="605738" y="646487"/>
                  <a:pt x="596599" y="655626"/>
                  <a:pt x="585326" y="655626"/>
                </a:cubicBezTo>
                <a:cubicBezTo>
                  <a:pt x="574052" y="655626"/>
                  <a:pt x="564913" y="646487"/>
                  <a:pt x="564913" y="635213"/>
                </a:cubicBezTo>
                <a:cubicBezTo>
                  <a:pt x="564913" y="623939"/>
                  <a:pt x="574052" y="614800"/>
                  <a:pt x="585326" y="614800"/>
                </a:cubicBezTo>
                <a:close/>
                <a:moveTo>
                  <a:pt x="536549" y="614800"/>
                </a:moveTo>
                <a:cubicBezTo>
                  <a:pt x="547822" y="614800"/>
                  <a:pt x="556961" y="623939"/>
                  <a:pt x="556961" y="635213"/>
                </a:cubicBezTo>
                <a:cubicBezTo>
                  <a:pt x="556961" y="646487"/>
                  <a:pt x="547822" y="655626"/>
                  <a:pt x="536549" y="655626"/>
                </a:cubicBezTo>
                <a:cubicBezTo>
                  <a:pt x="525275" y="655626"/>
                  <a:pt x="516136" y="646487"/>
                  <a:pt x="516136" y="635213"/>
                </a:cubicBezTo>
                <a:cubicBezTo>
                  <a:pt x="516136" y="623939"/>
                  <a:pt x="525275" y="614800"/>
                  <a:pt x="536549" y="614800"/>
                </a:cubicBezTo>
                <a:close/>
                <a:moveTo>
                  <a:pt x="487772" y="614800"/>
                </a:moveTo>
                <a:cubicBezTo>
                  <a:pt x="499045" y="614800"/>
                  <a:pt x="508184" y="623939"/>
                  <a:pt x="508184" y="635213"/>
                </a:cubicBezTo>
                <a:cubicBezTo>
                  <a:pt x="508184" y="646487"/>
                  <a:pt x="499045" y="655626"/>
                  <a:pt x="487772" y="655626"/>
                </a:cubicBezTo>
                <a:cubicBezTo>
                  <a:pt x="476498" y="655626"/>
                  <a:pt x="467359" y="646487"/>
                  <a:pt x="467359" y="635213"/>
                </a:cubicBezTo>
                <a:cubicBezTo>
                  <a:pt x="467359" y="623939"/>
                  <a:pt x="476498" y="614800"/>
                  <a:pt x="487772" y="614800"/>
                </a:cubicBezTo>
                <a:close/>
                <a:moveTo>
                  <a:pt x="438994" y="614800"/>
                </a:moveTo>
                <a:cubicBezTo>
                  <a:pt x="450268" y="614800"/>
                  <a:pt x="459407" y="623939"/>
                  <a:pt x="459407" y="635213"/>
                </a:cubicBezTo>
                <a:cubicBezTo>
                  <a:pt x="459407" y="646487"/>
                  <a:pt x="450268" y="655626"/>
                  <a:pt x="438994" y="655626"/>
                </a:cubicBezTo>
                <a:cubicBezTo>
                  <a:pt x="427721" y="655626"/>
                  <a:pt x="418582" y="646487"/>
                  <a:pt x="418582" y="635213"/>
                </a:cubicBezTo>
                <a:cubicBezTo>
                  <a:pt x="418582" y="623939"/>
                  <a:pt x="427721" y="614800"/>
                  <a:pt x="438994" y="614800"/>
                </a:cubicBezTo>
                <a:close/>
                <a:moveTo>
                  <a:pt x="390217" y="614800"/>
                </a:moveTo>
                <a:cubicBezTo>
                  <a:pt x="401491" y="614800"/>
                  <a:pt x="410630" y="623939"/>
                  <a:pt x="410630" y="635213"/>
                </a:cubicBezTo>
                <a:cubicBezTo>
                  <a:pt x="410630" y="646487"/>
                  <a:pt x="401491" y="655626"/>
                  <a:pt x="390217" y="655626"/>
                </a:cubicBezTo>
                <a:cubicBezTo>
                  <a:pt x="378944" y="655626"/>
                  <a:pt x="369805" y="646487"/>
                  <a:pt x="369805" y="635213"/>
                </a:cubicBezTo>
                <a:cubicBezTo>
                  <a:pt x="369805" y="623939"/>
                  <a:pt x="378944" y="614800"/>
                  <a:pt x="390217" y="614800"/>
                </a:cubicBezTo>
                <a:close/>
                <a:moveTo>
                  <a:pt x="341440" y="614800"/>
                </a:moveTo>
                <a:cubicBezTo>
                  <a:pt x="352714" y="614800"/>
                  <a:pt x="361853" y="623939"/>
                  <a:pt x="361853" y="635213"/>
                </a:cubicBezTo>
                <a:cubicBezTo>
                  <a:pt x="361853" y="646487"/>
                  <a:pt x="352714" y="655626"/>
                  <a:pt x="341440" y="655626"/>
                </a:cubicBezTo>
                <a:cubicBezTo>
                  <a:pt x="330166" y="655626"/>
                  <a:pt x="321028" y="646487"/>
                  <a:pt x="321028" y="635213"/>
                </a:cubicBezTo>
                <a:cubicBezTo>
                  <a:pt x="321028" y="623939"/>
                  <a:pt x="330166" y="614800"/>
                  <a:pt x="341440" y="614800"/>
                </a:cubicBezTo>
                <a:close/>
                <a:moveTo>
                  <a:pt x="292663" y="614800"/>
                </a:moveTo>
                <a:cubicBezTo>
                  <a:pt x="303937" y="614800"/>
                  <a:pt x="313076" y="623939"/>
                  <a:pt x="313076" y="635213"/>
                </a:cubicBezTo>
                <a:cubicBezTo>
                  <a:pt x="313076" y="646487"/>
                  <a:pt x="303937" y="655626"/>
                  <a:pt x="292663" y="655626"/>
                </a:cubicBezTo>
                <a:cubicBezTo>
                  <a:pt x="281389" y="655626"/>
                  <a:pt x="272251" y="646487"/>
                  <a:pt x="272251" y="635213"/>
                </a:cubicBezTo>
                <a:cubicBezTo>
                  <a:pt x="272251" y="623939"/>
                  <a:pt x="281389" y="614800"/>
                  <a:pt x="292663" y="614800"/>
                </a:cubicBezTo>
                <a:close/>
                <a:moveTo>
                  <a:pt x="243886" y="614800"/>
                </a:moveTo>
                <a:cubicBezTo>
                  <a:pt x="255160" y="614800"/>
                  <a:pt x="264299" y="623939"/>
                  <a:pt x="264299" y="635213"/>
                </a:cubicBezTo>
                <a:cubicBezTo>
                  <a:pt x="264299" y="646487"/>
                  <a:pt x="255160" y="655626"/>
                  <a:pt x="243886" y="655626"/>
                </a:cubicBezTo>
                <a:cubicBezTo>
                  <a:pt x="232612" y="655626"/>
                  <a:pt x="223473" y="646487"/>
                  <a:pt x="223473" y="635213"/>
                </a:cubicBezTo>
                <a:cubicBezTo>
                  <a:pt x="223473" y="623939"/>
                  <a:pt x="232612" y="614800"/>
                  <a:pt x="243886" y="614800"/>
                </a:cubicBezTo>
                <a:close/>
                <a:moveTo>
                  <a:pt x="195109" y="614800"/>
                </a:moveTo>
                <a:cubicBezTo>
                  <a:pt x="206383" y="614800"/>
                  <a:pt x="215522" y="623939"/>
                  <a:pt x="215522" y="635213"/>
                </a:cubicBezTo>
                <a:cubicBezTo>
                  <a:pt x="215522" y="646487"/>
                  <a:pt x="206383" y="655626"/>
                  <a:pt x="195109" y="655626"/>
                </a:cubicBezTo>
                <a:cubicBezTo>
                  <a:pt x="183835" y="655626"/>
                  <a:pt x="174696" y="646487"/>
                  <a:pt x="174696" y="635213"/>
                </a:cubicBezTo>
                <a:cubicBezTo>
                  <a:pt x="174696" y="623939"/>
                  <a:pt x="183835" y="614800"/>
                  <a:pt x="195109" y="614800"/>
                </a:cubicBezTo>
                <a:close/>
                <a:moveTo>
                  <a:pt x="146332" y="614800"/>
                </a:moveTo>
                <a:cubicBezTo>
                  <a:pt x="157606" y="614800"/>
                  <a:pt x="166745" y="623939"/>
                  <a:pt x="166745" y="635213"/>
                </a:cubicBezTo>
                <a:cubicBezTo>
                  <a:pt x="166745" y="646487"/>
                  <a:pt x="157606" y="655626"/>
                  <a:pt x="146332" y="655626"/>
                </a:cubicBezTo>
                <a:cubicBezTo>
                  <a:pt x="135058" y="655626"/>
                  <a:pt x="125919" y="646487"/>
                  <a:pt x="125919" y="635213"/>
                </a:cubicBezTo>
                <a:cubicBezTo>
                  <a:pt x="125919" y="623939"/>
                  <a:pt x="135058" y="614800"/>
                  <a:pt x="146332" y="614800"/>
                </a:cubicBezTo>
                <a:close/>
                <a:moveTo>
                  <a:pt x="97555" y="614800"/>
                </a:moveTo>
                <a:cubicBezTo>
                  <a:pt x="108829" y="614800"/>
                  <a:pt x="117968" y="623939"/>
                  <a:pt x="117968" y="635213"/>
                </a:cubicBezTo>
                <a:cubicBezTo>
                  <a:pt x="117968" y="646487"/>
                  <a:pt x="108829" y="655626"/>
                  <a:pt x="97555" y="655626"/>
                </a:cubicBezTo>
                <a:cubicBezTo>
                  <a:pt x="86281" y="655626"/>
                  <a:pt x="77142" y="646487"/>
                  <a:pt x="77142" y="635213"/>
                </a:cubicBezTo>
                <a:cubicBezTo>
                  <a:pt x="77142" y="623939"/>
                  <a:pt x="86281" y="614800"/>
                  <a:pt x="97555" y="614800"/>
                </a:cubicBezTo>
                <a:close/>
                <a:moveTo>
                  <a:pt x="48778" y="614800"/>
                </a:moveTo>
                <a:cubicBezTo>
                  <a:pt x="60052" y="614800"/>
                  <a:pt x="69191" y="623939"/>
                  <a:pt x="69191" y="635213"/>
                </a:cubicBezTo>
                <a:cubicBezTo>
                  <a:pt x="69191" y="646487"/>
                  <a:pt x="60052" y="655626"/>
                  <a:pt x="48778" y="655626"/>
                </a:cubicBezTo>
                <a:cubicBezTo>
                  <a:pt x="37504" y="655626"/>
                  <a:pt x="28365" y="646487"/>
                  <a:pt x="28365" y="635213"/>
                </a:cubicBezTo>
                <a:cubicBezTo>
                  <a:pt x="28365" y="623939"/>
                  <a:pt x="37504" y="614800"/>
                  <a:pt x="48778" y="614800"/>
                </a:cubicBezTo>
                <a:close/>
                <a:moveTo>
                  <a:pt x="2" y="614800"/>
                </a:moveTo>
                <a:cubicBezTo>
                  <a:pt x="11275" y="614800"/>
                  <a:pt x="20414" y="623939"/>
                  <a:pt x="20414" y="635213"/>
                </a:cubicBezTo>
                <a:cubicBezTo>
                  <a:pt x="20414" y="646487"/>
                  <a:pt x="11275" y="655626"/>
                  <a:pt x="2" y="655626"/>
                </a:cubicBezTo>
                <a:lnTo>
                  <a:pt x="0" y="655625"/>
                </a:lnTo>
                <a:lnTo>
                  <a:pt x="0" y="614801"/>
                </a:lnTo>
                <a:close/>
                <a:moveTo>
                  <a:pt x="829211" y="560714"/>
                </a:moveTo>
                <a:cubicBezTo>
                  <a:pt x="832029" y="560714"/>
                  <a:pt x="834714" y="561285"/>
                  <a:pt x="837157" y="562318"/>
                </a:cubicBezTo>
                <a:lnTo>
                  <a:pt x="840828" y="564793"/>
                </a:lnTo>
                <a:lnTo>
                  <a:pt x="838456" y="568698"/>
                </a:lnTo>
                <a:lnTo>
                  <a:pt x="817164" y="597170"/>
                </a:lnTo>
                <a:lnTo>
                  <a:pt x="814777" y="595561"/>
                </a:lnTo>
                <a:cubicBezTo>
                  <a:pt x="811083" y="591867"/>
                  <a:pt x="808798" y="586764"/>
                  <a:pt x="808798" y="581127"/>
                </a:cubicBezTo>
                <a:cubicBezTo>
                  <a:pt x="808798" y="569853"/>
                  <a:pt x="817937" y="560714"/>
                  <a:pt x="829211" y="560714"/>
                </a:cubicBezTo>
                <a:close/>
                <a:moveTo>
                  <a:pt x="780434" y="560714"/>
                </a:moveTo>
                <a:cubicBezTo>
                  <a:pt x="791708" y="560714"/>
                  <a:pt x="800847" y="569853"/>
                  <a:pt x="800847" y="581127"/>
                </a:cubicBezTo>
                <a:cubicBezTo>
                  <a:pt x="800847" y="592400"/>
                  <a:pt x="791708" y="601539"/>
                  <a:pt x="780434" y="601539"/>
                </a:cubicBezTo>
                <a:cubicBezTo>
                  <a:pt x="769160" y="601539"/>
                  <a:pt x="760021" y="592400"/>
                  <a:pt x="760021" y="581127"/>
                </a:cubicBezTo>
                <a:cubicBezTo>
                  <a:pt x="760021" y="569853"/>
                  <a:pt x="769160" y="560714"/>
                  <a:pt x="780434" y="560714"/>
                </a:cubicBezTo>
                <a:close/>
                <a:moveTo>
                  <a:pt x="731657" y="560714"/>
                </a:moveTo>
                <a:cubicBezTo>
                  <a:pt x="742931" y="560714"/>
                  <a:pt x="752070" y="569853"/>
                  <a:pt x="752070" y="581127"/>
                </a:cubicBezTo>
                <a:cubicBezTo>
                  <a:pt x="752070" y="592400"/>
                  <a:pt x="742931" y="601539"/>
                  <a:pt x="731657" y="601539"/>
                </a:cubicBezTo>
                <a:cubicBezTo>
                  <a:pt x="720383" y="601539"/>
                  <a:pt x="711244" y="592400"/>
                  <a:pt x="711244" y="581127"/>
                </a:cubicBezTo>
                <a:cubicBezTo>
                  <a:pt x="711244" y="569853"/>
                  <a:pt x="720383" y="560714"/>
                  <a:pt x="731657" y="560714"/>
                </a:cubicBezTo>
                <a:close/>
                <a:moveTo>
                  <a:pt x="682880" y="560714"/>
                </a:moveTo>
                <a:cubicBezTo>
                  <a:pt x="694153" y="560714"/>
                  <a:pt x="703293" y="569853"/>
                  <a:pt x="703293" y="581127"/>
                </a:cubicBezTo>
                <a:cubicBezTo>
                  <a:pt x="703293" y="592400"/>
                  <a:pt x="694153" y="601539"/>
                  <a:pt x="682880" y="601539"/>
                </a:cubicBezTo>
                <a:cubicBezTo>
                  <a:pt x="671606" y="601539"/>
                  <a:pt x="662467" y="592400"/>
                  <a:pt x="662467" y="581127"/>
                </a:cubicBezTo>
                <a:cubicBezTo>
                  <a:pt x="662467" y="569853"/>
                  <a:pt x="671606" y="560714"/>
                  <a:pt x="682880" y="560714"/>
                </a:cubicBezTo>
                <a:close/>
                <a:moveTo>
                  <a:pt x="634103" y="560714"/>
                </a:moveTo>
                <a:cubicBezTo>
                  <a:pt x="645377" y="560714"/>
                  <a:pt x="654516" y="569853"/>
                  <a:pt x="654516" y="581127"/>
                </a:cubicBezTo>
                <a:cubicBezTo>
                  <a:pt x="654516" y="592400"/>
                  <a:pt x="645377" y="601539"/>
                  <a:pt x="634103" y="601539"/>
                </a:cubicBezTo>
                <a:cubicBezTo>
                  <a:pt x="622829" y="601539"/>
                  <a:pt x="613690" y="592400"/>
                  <a:pt x="613690" y="581127"/>
                </a:cubicBezTo>
                <a:cubicBezTo>
                  <a:pt x="613690" y="569853"/>
                  <a:pt x="622829" y="560714"/>
                  <a:pt x="634103" y="560714"/>
                </a:cubicBezTo>
                <a:close/>
                <a:moveTo>
                  <a:pt x="585326" y="560714"/>
                </a:moveTo>
                <a:cubicBezTo>
                  <a:pt x="596599" y="560714"/>
                  <a:pt x="605738" y="569853"/>
                  <a:pt x="605738" y="581127"/>
                </a:cubicBezTo>
                <a:cubicBezTo>
                  <a:pt x="605738" y="592400"/>
                  <a:pt x="596599" y="601539"/>
                  <a:pt x="585326" y="601539"/>
                </a:cubicBezTo>
                <a:cubicBezTo>
                  <a:pt x="574052" y="601539"/>
                  <a:pt x="564913" y="592400"/>
                  <a:pt x="564913" y="581127"/>
                </a:cubicBezTo>
                <a:cubicBezTo>
                  <a:pt x="564913" y="569853"/>
                  <a:pt x="574052" y="560714"/>
                  <a:pt x="585326" y="560714"/>
                </a:cubicBezTo>
                <a:close/>
                <a:moveTo>
                  <a:pt x="536549" y="560714"/>
                </a:moveTo>
                <a:cubicBezTo>
                  <a:pt x="547822" y="560714"/>
                  <a:pt x="556961" y="569853"/>
                  <a:pt x="556961" y="581127"/>
                </a:cubicBezTo>
                <a:cubicBezTo>
                  <a:pt x="556961" y="592400"/>
                  <a:pt x="547822" y="601539"/>
                  <a:pt x="536549" y="601539"/>
                </a:cubicBezTo>
                <a:cubicBezTo>
                  <a:pt x="525275" y="601539"/>
                  <a:pt x="516136" y="592400"/>
                  <a:pt x="516136" y="581127"/>
                </a:cubicBezTo>
                <a:cubicBezTo>
                  <a:pt x="516136" y="569853"/>
                  <a:pt x="525275" y="560714"/>
                  <a:pt x="536549" y="560714"/>
                </a:cubicBezTo>
                <a:close/>
                <a:moveTo>
                  <a:pt x="487772" y="560714"/>
                </a:moveTo>
                <a:cubicBezTo>
                  <a:pt x="499045" y="560714"/>
                  <a:pt x="508184" y="569853"/>
                  <a:pt x="508184" y="581127"/>
                </a:cubicBezTo>
                <a:cubicBezTo>
                  <a:pt x="508184" y="592400"/>
                  <a:pt x="499045" y="601539"/>
                  <a:pt x="487772" y="601539"/>
                </a:cubicBezTo>
                <a:cubicBezTo>
                  <a:pt x="476498" y="601539"/>
                  <a:pt x="467359" y="592400"/>
                  <a:pt x="467359" y="581127"/>
                </a:cubicBezTo>
                <a:cubicBezTo>
                  <a:pt x="467359" y="569853"/>
                  <a:pt x="476498" y="560714"/>
                  <a:pt x="487772" y="560714"/>
                </a:cubicBezTo>
                <a:close/>
                <a:moveTo>
                  <a:pt x="438994" y="560714"/>
                </a:moveTo>
                <a:cubicBezTo>
                  <a:pt x="450268" y="560714"/>
                  <a:pt x="459407" y="569853"/>
                  <a:pt x="459407" y="581127"/>
                </a:cubicBezTo>
                <a:cubicBezTo>
                  <a:pt x="459407" y="592400"/>
                  <a:pt x="450268" y="601539"/>
                  <a:pt x="438994" y="601539"/>
                </a:cubicBezTo>
                <a:cubicBezTo>
                  <a:pt x="427721" y="601539"/>
                  <a:pt x="418582" y="592400"/>
                  <a:pt x="418582" y="581127"/>
                </a:cubicBezTo>
                <a:cubicBezTo>
                  <a:pt x="418582" y="569853"/>
                  <a:pt x="427721" y="560714"/>
                  <a:pt x="438994" y="560714"/>
                </a:cubicBezTo>
                <a:close/>
                <a:moveTo>
                  <a:pt x="390217" y="560714"/>
                </a:moveTo>
                <a:cubicBezTo>
                  <a:pt x="401491" y="560714"/>
                  <a:pt x="410630" y="569853"/>
                  <a:pt x="410630" y="581127"/>
                </a:cubicBezTo>
                <a:cubicBezTo>
                  <a:pt x="410630" y="592400"/>
                  <a:pt x="401491" y="601539"/>
                  <a:pt x="390217" y="601539"/>
                </a:cubicBezTo>
                <a:cubicBezTo>
                  <a:pt x="378944" y="601539"/>
                  <a:pt x="369805" y="592400"/>
                  <a:pt x="369805" y="581127"/>
                </a:cubicBezTo>
                <a:cubicBezTo>
                  <a:pt x="369805" y="569853"/>
                  <a:pt x="378944" y="560714"/>
                  <a:pt x="390217" y="560714"/>
                </a:cubicBezTo>
                <a:close/>
                <a:moveTo>
                  <a:pt x="341440" y="560714"/>
                </a:moveTo>
                <a:cubicBezTo>
                  <a:pt x="352714" y="560714"/>
                  <a:pt x="361853" y="569853"/>
                  <a:pt x="361853" y="581127"/>
                </a:cubicBezTo>
                <a:cubicBezTo>
                  <a:pt x="361853" y="592400"/>
                  <a:pt x="352714" y="601539"/>
                  <a:pt x="341440" y="601539"/>
                </a:cubicBezTo>
                <a:cubicBezTo>
                  <a:pt x="330166" y="601539"/>
                  <a:pt x="321028" y="592400"/>
                  <a:pt x="321028" y="581127"/>
                </a:cubicBezTo>
                <a:cubicBezTo>
                  <a:pt x="321028" y="569853"/>
                  <a:pt x="330166" y="560714"/>
                  <a:pt x="341440" y="560714"/>
                </a:cubicBezTo>
                <a:close/>
                <a:moveTo>
                  <a:pt x="292663" y="560714"/>
                </a:moveTo>
                <a:cubicBezTo>
                  <a:pt x="303937" y="560714"/>
                  <a:pt x="313076" y="569853"/>
                  <a:pt x="313076" y="581127"/>
                </a:cubicBezTo>
                <a:cubicBezTo>
                  <a:pt x="313076" y="592400"/>
                  <a:pt x="303937" y="601539"/>
                  <a:pt x="292663" y="601539"/>
                </a:cubicBezTo>
                <a:cubicBezTo>
                  <a:pt x="281389" y="601539"/>
                  <a:pt x="272251" y="592400"/>
                  <a:pt x="272251" y="581127"/>
                </a:cubicBezTo>
                <a:cubicBezTo>
                  <a:pt x="272251" y="569853"/>
                  <a:pt x="281389" y="560714"/>
                  <a:pt x="292663" y="560714"/>
                </a:cubicBezTo>
                <a:close/>
                <a:moveTo>
                  <a:pt x="243886" y="560714"/>
                </a:moveTo>
                <a:cubicBezTo>
                  <a:pt x="255160" y="560714"/>
                  <a:pt x="264299" y="569853"/>
                  <a:pt x="264299" y="581127"/>
                </a:cubicBezTo>
                <a:cubicBezTo>
                  <a:pt x="264299" y="592400"/>
                  <a:pt x="255160" y="601539"/>
                  <a:pt x="243886" y="601539"/>
                </a:cubicBezTo>
                <a:cubicBezTo>
                  <a:pt x="232612" y="601539"/>
                  <a:pt x="223473" y="592400"/>
                  <a:pt x="223473" y="581127"/>
                </a:cubicBezTo>
                <a:cubicBezTo>
                  <a:pt x="223473" y="569853"/>
                  <a:pt x="232612" y="560714"/>
                  <a:pt x="243886" y="560714"/>
                </a:cubicBezTo>
                <a:close/>
                <a:moveTo>
                  <a:pt x="195109" y="560714"/>
                </a:moveTo>
                <a:cubicBezTo>
                  <a:pt x="206383" y="560714"/>
                  <a:pt x="215522" y="569853"/>
                  <a:pt x="215522" y="581127"/>
                </a:cubicBezTo>
                <a:cubicBezTo>
                  <a:pt x="215522" y="592400"/>
                  <a:pt x="206383" y="601539"/>
                  <a:pt x="195109" y="601539"/>
                </a:cubicBezTo>
                <a:cubicBezTo>
                  <a:pt x="183835" y="601539"/>
                  <a:pt x="174696" y="592400"/>
                  <a:pt x="174696" y="581127"/>
                </a:cubicBezTo>
                <a:cubicBezTo>
                  <a:pt x="174696" y="569853"/>
                  <a:pt x="183835" y="560714"/>
                  <a:pt x="195109" y="560714"/>
                </a:cubicBezTo>
                <a:close/>
                <a:moveTo>
                  <a:pt x="146332" y="560714"/>
                </a:moveTo>
                <a:cubicBezTo>
                  <a:pt x="157606" y="560714"/>
                  <a:pt x="166745" y="569853"/>
                  <a:pt x="166745" y="581127"/>
                </a:cubicBezTo>
                <a:cubicBezTo>
                  <a:pt x="166745" y="592400"/>
                  <a:pt x="157606" y="601539"/>
                  <a:pt x="146332" y="601539"/>
                </a:cubicBezTo>
                <a:cubicBezTo>
                  <a:pt x="135058" y="601539"/>
                  <a:pt x="125919" y="592400"/>
                  <a:pt x="125919" y="581127"/>
                </a:cubicBezTo>
                <a:cubicBezTo>
                  <a:pt x="125919" y="569853"/>
                  <a:pt x="135058" y="560714"/>
                  <a:pt x="146332" y="560714"/>
                </a:cubicBezTo>
                <a:close/>
                <a:moveTo>
                  <a:pt x="97555" y="560714"/>
                </a:moveTo>
                <a:cubicBezTo>
                  <a:pt x="108829" y="560714"/>
                  <a:pt x="117968" y="569853"/>
                  <a:pt x="117968" y="581127"/>
                </a:cubicBezTo>
                <a:cubicBezTo>
                  <a:pt x="117968" y="592400"/>
                  <a:pt x="108829" y="601539"/>
                  <a:pt x="97555" y="601539"/>
                </a:cubicBezTo>
                <a:cubicBezTo>
                  <a:pt x="86281" y="601539"/>
                  <a:pt x="77142" y="592400"/>
                  <a:pt x="77142" y="581127"/>
                </a:cubicBezTo>
                <a:cubicBezTo>
                  <a:pt x="77142" y="569853"/>
                  <a:pt x="86281" y="560714"/>
                  <a:pt x="97555" y="560714"/>
                </a:cubicBezTo>
                <a:close/>
                <a:moveTo>
                  <a:pt x="48778" y="560714"/>
                </a:moveTo>
                <a:cubicBezTo>
                  <a:pt x="60052" y="560714"/>
                  <a:pt x="69191" y="569853"/>
                  <a:pt x="69191" y="581127"/>
                </a:cubicBezTo>
                <a:cubicBezTo>
                  <a:pt x="69191" y="592400"/>
                  <a:pt x="60052" y="601539"/>
                  <a:pt x="48778" y="601539"/>
                </a:cubicBezTo>
                <a:cubicBezTo>
                  <a:pt x="37504" y="601539"/>
                  <a:pt x="28365" y="592400"/>
                  <a:pt x="28365" y="581127"/>
                </a:cubicBezTo>
                <a:cubicBezTo>
                  <a:pt x="28365" y="569853"/>
                  <a:pt x="37504" y="560714"/>
                  <a:pt x="48778" y="560714"/>
                </a:cubicBezTo>
                <a:close/>
                <a:moveTo>
                  <a:pt x="2" y="560714"/>
                </a:moveTo>
                <a:cubicBezTo>
                  <a:pt x="11275" y="560714"/>
                  <a:pt x="20414" y="569853"/>
                  <a:pt x="20414" y="581127"/>
                </a:cubicBezTo>
                <a:cubicBezTo>
                  <a:pt x="20414" y="592400"/>
                  <a:pt x="11275" y="601539"/>
                  <a:pt x="2" y="601539"/>
                </a:cubicBezTo>
                <a:lnTo>
                  <a:pt x="0" y="601538"/>
                </a:lnTo>
                <a:lnTo>
                  <a:pt x="0" y="560715"/>
                </a:lnTo>
                <a:close/>
                <a:moveTo>
                  <a:pt x="875909" y="507047"/>
                </a:moveTo>
                <a:lnTo>
                  <a:pt x="860084" y="533097"/>
                </a:lnTo>
                <a:lnTo>
                  <a:pt x="857575" y="527040"/>
                </a:lnTo>
                <a:cubicBezTo>
                  <a:pt x="857575" y="518585"/>
                  <a:pt x="862716" y="511331"/>
                  <a:pt x="870042" y="508232"/>
                </a:cubicBezTo>
                <a:close/>
                <a:moveTo>
                  <a:pt x="829211" y="506628"/>
                </a:moveTo>
                <a:cubicBezTo>
                  <a:pt x="840485" y="506628"/>
                  <a:pt x="849624" y="515767"/>
                  <a:pt x="849624" y="527040"/>
                </a:cubicBezTo>
                <a:cubicBezTo>
                  <a:pt x="849624" y="538314"/>
                  <a:pt x="840485" y="547453"/>
                  <a:pt x="829211" y="547453"/>
                </a:cubicBezTo>
                <a:cubicBezTo>
                  <a:pt x="817937" y="547453"/>
                  <a:pt x="808798" y="538314"/>
                  <a:pt x="808798" y="527040"/>
                </a:cubicBezTo>
                <a:cubicBezTo>
                  <a:pt x="808798" y="515767"/>
                  <a:pt x="817937" y="506628"/>
                  <a:pt x="829211" y="506628"/>
                </a:cubicBezTo>
                <a:close/>
                <a:moveTo>
                  <a:pt x="780434" y="506628"/>
                </a:moveTo>
                <a:cubicBezTo>
                  <a:pt x="791708" y="506628"/>
                  <a:pt x="800847" y="515767"/>
                  <a:pt x="800847" y="527040"/>
                </a:cubicBezTo>
                <a:cubicBezTo>
                  <a:pt x="800847" y="538314"/>
                  <a:pt x="791708" y="547453"/>
                  <a:pt x="780434" y="547453"/>
                </a:cubicBezTo>
                <a:cubicBezTo>
                  <a:pt x="769160" y="547453"/>
                  <a:pt x="760021" y="538314"/>
                  <a:pt x="760021" y="527040"/>
                </a:cubicBezTo>
                <a:cubicBezTo>
                  <a:pt x="760021" y="515767"/>
                  <a:pt x="769160" y="506628"/>
                  <a:pt x="780434" y="506628"/>
                </a:cubicBezTo>
                <a:close/>
                <a:moveTo>
                  <a:pt x="731657" y="506628"/>
                </a:moveTo>
                <a:cubicBezTo>
                  <a:pt x="742931" y="506628"/>
                  <a:pt x="752070" y="515767"/>
                  <a:pt x="752070" y="527040"/>
                </a:cubicBezTo>
                <a:cubicBezTo>
                  <a:pt x="752070" y="538314"/>
                  <a:pt x="742931" y="547453"/>
                  <a:pt x="731657" y="547453"/>
                </a:cubicBezTo>
                <a:cubicBezTo>
                  <a:pt x="720383" y="547453"/>
                  <a:pt x="711244" y="538314"/>
                  <a:pt x="711244" y="527040"/>
                </a:cubicBezTo>
                <a:cubicBezTo>
                  <a:pt x="711244" y="515767"/>
                  <a:pt x="720383" y="506628"/>
                  <a:pt x="731657" y="506628"/>
                </a:cubicBezTo>
                <a:close/>
                <a:moveTo>
                  <a:pt x="682880" y="506628"/>
                </a:moveTo>
                <a:cubicBezTo>
                  <a:pt x="694153" y="506628"/>
                  <a:pt x="703293" y="515767"/>
                  <a:pt x="703293" y="527040"/>
                </a:cubicBezTo>
                <a:cubicBezTo>
                  <a:pt x="703293" y="538314"/>
                  <a:pt x="694153" y="547453"/>
                  <a:pt x="682880" y="547453"/>
                </a:cubicBezTo>
                <a:cubicBezTo>
                  <a:pt x="671606" y="547453"/>
                  <a:pt x="662467" y="538314"/>
                  <a:pt x="662467" y="527040"/>
                </a:cubicBezTo>
                <a:cubicBezTo>
                  <a:pt x="662467" y="515767"/>
                  <a:pt x="671606" y="506628"/>
                  <a:pt x="682880" y="506628"/>
                </a:cubicBezTo>
                <a:close/>
                <a:moveTo>
                  <a:pt x="634103" y="506628"/>
                </a:moveTo>
                <a:cubicBezTo>
                  <a:pt x="645377" y="506628"/>
                  <a:pt x="654516" y="515767"/>
                  <a:pt x="654516" y="527040"/>
                </a:cubicBezTo>
                <a:cubicBezTo>
                  <a:pt x="654516" y="538314"/>
                  <a:pt x="645377" y="547453"/>
                  <a:pt x="634103" y="547453"/>
                </a:cubicBezTo>
                <a:cubicBezTo>
                  <a:pt x="622829" y="547453"/>
                  <a:pt x="613690" y="538314"/>
                  <a:pt x="613690" y="527040"/>
                </a:cubicBezTo>
                <a:cubicBezTo>
                  <a:pt x="613690" y="515767"/>
                  <a:pt x="622829" y="506628"/>
                  <a:pt x="634103" y="506628"/>
                </a:cubicBezTo>
                <a:close/>
                <a:moveTo>
                  <a:pt x="585326" y="506628"/>
                </a:moveTo>
                <a:cubicBezTo>
                  <a:pt x="596599" y="506628"/>
                  <a:pt x="605738" y="515767"/>
                  <a:pt x="605738" y="527040"/>
                </a:cubicBezTo>
                <a:cubicBezTo>
                  <a:pt x="605738" y="538314"/>
                  <a:pt x="596599" y="547453"/>
                  <a:pt x="585326" y="547453"/>
                </a:cubicBezTo>
                <a:cubicBezTo>
                  <a:pt x="574052" y="547453"/>
                  <a:pt x="564913" y="538314"/>
                  <a:pt x="564913" y="527040"/>
                </a:cubicBezTo>
                <a:cubicBezTo>
                  <a:pt x="564913" y="515767"/>
                  <a:pt x="574052" y="506628"/>
                  <a:pt x="585326" y="506628"/>
                </a:cubicBezTo>
                <a:close/>
                <a:moveTo>
                  <a:pt x="536549" y="506628"/>
                </a:moveTo>
                <a:cubicBezTo>
                  <a:pt x="547822" y="506628"/>
                  <a:pt x="556961" y="515767"/>
                  <a:pt x="556961" y="527040"/>
                </a:cubicBezTo>
                <a:cubicBezTo>
                  <a:pt x="556961" y="538314"/>
                  <a:pt x="547822" y="547453"/>
                  <a:pt x="536549" y="547453"/>
                </a:cubicBezTo>
                <a:cubicBezTo>
                  <a:pt x="525275" y="547453"/>
                  <a:pt x="516136" y="538314"/>
                  <a:pt x="516136" y="527040"/>
                </a:cubicBezTo>
                <a:cubicBezTo>
                  <a:pt x="516136" y="515767"/>
                  <a:pt x="525275" y="506628"/>
                  <a:pt x="536549" y="506628"/>
                </a:cubicBezTo>
                <a:close/>
                <a:moveTo>
                  <a:pt x="487772" y="506628"/>
                </a:moveTo>
                <a:cubicBezTo>
                  <a:pt x="499045" y="506628"/>
                  <a:pt x="508184" y="515767"/>
                  <a:pt x="508184" y="527040"/>
                </a:cubicBezTo>
                <a:cubicBezTo>
                  <a:pt x="508184" y="538314"/>
                  <a:pt x="499045" y="547453"/>
                  <a:pt x="487772" y="547453"/>
                </a:cubicBezTo>
                <a:cubicBezTo>
                  <a:pt x="476498" y="547453"/>
                  <a:pt x="467359" y="538314"/>
                  <a:pt x="467359" y="527040"/>
                </a:cubicBezTo>
                <a:cubicBezTo>
                  <a:pt x="467359" y="515767"/>
                  <a:pt x="476498" y="506628"/>
                  <a:pt x="487772" y="506628"/>
                </a:cubicBezTo>
                <a:close/>
                <a:moveTo>
                  <a:pt x="438994" y="506628"/>
                </a:moveTo>
                <a:cubicBezTo>
                  <a:pt x="450268" y="506628"/>
                  <a:pt x="459407" y="515767"/>
                  <a:pt x="459407" y="527040"/>
                </a:cubicBezTo>
                <a:cubicBezTo>
                  <a:pt x="459407" y="538314"/>
                  <a:pt x="450268" y="547453"/>
                  <a:pt x="438994" y="547453"/>
                </a:cubicBezTo>
                <a:cubicBezTo>
                  <a:pt x="427721" y="547453"/>
                  <a:pt x="418582" y="538314"/>
                  <a:pt x="418582" y="527040"/>
                </a:cubicBezTo>
                <a:cubicBezTo>
                  <a:pt x="418582" y="515767"/>
                  <a:pt x="427721" y="506628"/>
                  <a:pt x="438994" y="506628"/>
                </a:cubicBezTo>
                <a:close/>
                <a:moveTo>
                  <a:pt x="390217" y="506628"/>
                </a:moveTo>
                <a:cubicBezTo>
                  <a:pt x="401491" y="506628"/>
                  <a:pt x="410630" y="515767"/>
                  <a:pt x="410630" y="527040"/>
                </a:cubicBezTo>
                <a:cubicBezTo>
                  <a:pt x="410630" y="538314"/>
                  <a:pt x="401491" y="547453"/>
                  <a:pt x="390217" y="547453"/>
                </a:cubicBezTo>
                <a:cubicBezTo>
                  <a:pt x="378944" y="547453"/>
                  <a:pt x="369805" y="538314"/>
                  <a:pt x="369805" y="527040"/>
                </a:cubicBezTo>
                <a:cubicBezTo>
                  <a:pt x="369805" y="515767"/>
                  <a:pt x="378944" y="506628"/>
                  <a:pt x="390217" y="506628"/>
                </a:cubicBezTo>
                <a:close/>
                <a:moveTo>
                  <a:pt x="341440" y="506628"/>
                </a:moveTo>
                <a:cubicBezTo>
                  <a:pt x="352714" y="506628"/>
                  <a:pt x="361853" y="515767"/>
                  <a:pt x="361853" y="527040"/>
                </a:cubicBezTo>
                <a:cubicBezTo>
                  <a:pt x="361853" y="538314"/>
                  <a:pt x="352714" y="547453"/>
                  <a:pt x="341440" y="547453"/>
                </a:cubicBezTo>
                <a:cubicBezTo>
                  <a:pt x="330166" y="547453"/>
                  <a:pt x="321028" y="538314"/>
                  <a:pt x="321028" y="527040"/>
                </a:cubicBezTo>
                <a:cubicBezTo>
                  <a:pt x="321028" y="515767"/>
                  <a:pt x="330166" y="506628"/>
                  <a:pt x="341440" y="506628"/>
                </a:cubicBezTo>
                <a:close/>
                <a:moveTo>
                  <a:pt x="292663" y="506628"/>
                </a:moveTo>
                <a:cubicBezTo>
                  <a:pt x="303937" y="506628"/>
                  <a:pt x="313076" y="515767"/>
                  <a:pt x="313076" y="527040"/>
                </a:cubicBezTo>
                <a:cubicBezTo>
                  <a:pt x="313076" y="538314"/>
                  <a:pt x="303937" y="547453"/>
                  <a:pt x="292663" y="547453"/>
                </a:cubicBezTo>
                <a:cubicBezTo>
                  <a:pt x="281389" y="547453"/>
                  <a:pt x="272251" y="538314"/>
                  <a:pt x="272251" y="527040"/>
                </a:cubicBezTo>
                <a:cubicBezTo>
                  <a:pt x="272251" y="515767"/>
                  <a:pt x="281389" y="506628"/>
                  <a:pt x="292663" y="506628"/>
                </a:cubicBezTo>
                <a:close/>
                <a:moveTo>
                  <a:pt x="243886" y="506628"/>
                </a:moveTo>
                <a:cubicBezTo>
                  <a:pt x="255160" y="506628"/>
                  <a:pt x="264299" y="515767"/>
                  <a:pt x="264299" y="527040"/>
                </a:cubicBezTo>
                <a:cubicBezTo>
                  <a:pt x="264299" y="538314"/>
                  <a:pt x="255160" y="547453"/>
                  <a:pt x="243886" y="547453"/>
                </a:cubicBezTo>
                <a:cubicBezTo>
                  <a:pt x="232612" y="547453"/>
                  <a:pt x="223473" y="538314"/>
                  <a:pt x="223473" y="527040"/>
                </a:cubicBezTo>
                <a:cubicBezTo>
                  <a:pt x="223473" y="515767"/>
                  <a:pt x="232612" y="506628"/>
                  <a:pt x="243886" y="506628"/>
                </a:cubicBezTo>
                <a:close/>
                <a:moveTo>
                  <a:pt x="195109" y="506628"/>
                </a:moveTo>
                <a:cubicBezTo>
                  <a:pt x="206383" y="506628"/>
                  <a:pt x="215522" y="515767"/>
                  <a:pt x="215522" y="527040"/>
                </a:cubicBezTo>
                <a:cubicBezTo>
                  <a:pt x="215522" y="538314"/>
                  <a:pt x="206383" y="547453"/>
                  <a:pt x="195109" y="547453"/>
                </a:cubicBezTo>
                <a:cubicBezTo>
                  <a:pt x="183835" y="547453"/>
                  <a:pt x="174696" y="538314"/>
                  <a:pt x="174696" y="527040"/>
                </a:cubicBezTo>
                <a:cubicBezTo>
                  <a:pt x="174696" y="515767"/>
                  <a:pt x="183835" y="506628"/>
                  <a:pt x="195109" y="506628"/>
                </a:cubicBezTo>
                <a:close/>
                <a:moveTo>
                  <a:pt x="146332" y="506628"/>
                </a:moveTo>
                <a:cubicBezTo>
                  <a:pt x="157606" y="506628"/>
                  <a:pt x="166745" y="515767"/>
                  <a:pt x="166745" y="527040"/>
                </a:cubicBezTo>
                <a:cubicBezTo>
                  <a:pt x="166745" y="538314"/>
                  <a:pt x="157606" y="547453"/>
                  <a:pt x="146332" y="547453"/>
                </a:cubicBezTo>
                <a:cubicBezTo>
                  <a:pt x="135058" y="547453"/>
                  <a:pt x="125919" y="538314"/>
                  <a:pt x="125919" y="527040"/>
                </a:cubicBezTo>
                <a:cubicBezTo>
                  <a:pt x="125919" y="515767"/>
                  <a:pt x="135058" y="506628"/>
                  <a:pt x="146332" y="506628"/>
                </a:cubicBezTo>
                <a:close/>
                <a:moveTo>
                  <a:pt x="97555" y="506628"/>
                </a:moveTo>
                <a:cubicBezTo>
                  <a:pt x="108829" y="506628"/>
                  <a:pt x="117968" y="515767"/>
                  <a:pt x="117968" y="527040"/>
                </a:cubicBezTo>
                <a:cubicBezTo>
                  <a:pt x="117968" y="538314"/>
                  <a:pt x="108829" y="547453"/>
                  <a:pt x="97555" y="547453"/>
                </a:cubicBezTo>
                <a:cubicBezTo>
                  <a:pt x="86281" y="547453"/>
                  <a:pt x="77142" y="538314"/>
                  <a:pt x="77142" y="527040"/>
                </a:cubicBezTo>
                <a:cubicBezTo>
                  <a:pt x="77142" y="515767"/>
                  <a:pt x="86281" y="506628"/>
                  <a:pt x="97555" y="506628"/>
                </a:cubicBezTo>
                <a:close/>
                <a:moveTo>
                  <a:pt x="48778" y="506628"/>
                </a:moveTo>
                <a:cubicBezTo>
                  <a:pt x="60052" y="506628"/>
                  <a:pt x="69191" y="515767"/>
                  <a:pt x="69191" y="527040"/>
                </a:cubicBezTo>
                <a:cubicBezTo>
                  <a:pt x="69191" y="538314"/>
                  <a:pt x="60052" y="547453"/>
                  <a:pt x="48778" y="547453"/>
                </a:cubicBezTo>
                <a:cubicBezTo>
                  <a:pt x="37504" y="547453"/>
                  <a:pt x="28365" y="538314"/>
                  <a:pt x="28365" y="527040"/>
                </a:cubicBezTo>
                <a:cubicBezTo>
                  <a:pt x="28365" y="515767"/>
                  <a:pt x="37504" y="506628"/>
                  <a:pt x="48778" y="506628"/>
                </a:cubicBezTo>
                <a:close/>
                <a:moveTo>
                  <a:pt x="2" y="506628"/>
                </a:moveTo>
                <a:cubicBezTo>
                  <a:pt x="11275" y="506628"/>
                  <a:pt x="20414" y="515767"/>
                  <a:pt x="20414" y="527040"/>
                </a:cubicBezTo>
                <a:cubicBezTo>
                  <a:pt x="20414" y="538314"/>
                  <a:pt x="11275" y="547453"/>
                  <a:pt x="2" y="547453"/>
                </a:cubicBezTo>
                <a:lnTo>
                  <a:pt x="0" y="547452"/>
                </a:lnTo>
                <a:lnTo>
                  <a:pt x="0" y="506629"/>
                </a:lnTo>
                <a:close/>
                <a:moveTo>
                  <a:pt x="877988" y="452541"/>
                </a:moveTo>
                <a:cubicBezTo>
                  <a:pt x="883625" y="452541"/>
                  <a:pt x="888728" y="454826"/>
                  <a:pt x="892422" y="458520"/>
                </a:cubicBezTo>
                <a:lnTo>
                  <a:pt x="896859" y="469231"/>
                </a:lnTo>
                <a:lnTo>
                  <a:pt x="889104" y="485329"/>
                </a:lnTo>
                <a:lnTo>
                  <a:pt x="885092" y="491933"/>
                </a:lnTo>
                <a:lnTo>
                  <a:pt x="877988" y="493367"/>
                </a:lnTo>
                <a:cubicBezTo>
                  <a:pt x="866714" y="493367"/>
                  <a:pt x="857575" y="484228"/>
                  <a:pt x="857575" y="472954"/>
                </a:cubicBezTo>
                <a:cubicBezTo>
                  <a:pt x="857575" y="461680"/>
                  <a:pt x="866714" y="452541"/>
                  <a:pt x="877988" y="452541"/>
                </a:cubicBezTo>
                <a:close/>
                <a:moveTo>
                  <a:pt x="829211" y="452541"/>
                </a:moveTo>
                <a:cubicBezTo>
                  <a:pt x="840485" y="452541"/>
                  <a:pt x="849624" y="461680"/>
                  <a:pt x="849624" y="472954"/>
                </a:cubicBezTo>
                <a:cubicBezTo>
                  <a:pt x="849624" y="484228"/>
                  <a:pt x="840485" y="493367"/>
                  <a:pt x="829211" y="493367"/>
                </a:cubicBezTo>
                <a:cubicBezTo>
                  <a:pt x="817937" y="493367"/>
                  <a:pt x="808798" y="484228"/>
                  <a:pt x="808798" y="472954"/>
                </a:cubicBezTo>
                <a:cubicBezTo>
                  <a:pt x="808798" y="461680"/>
                  <a:pt x="817937" y="452541"/>
                  <a:pt x="829211" y="452541"/>
                </a:cubicBezTo>
                <a:close/>
                <a:moveTo>
                  <a:pt x="780434" y="452541"/>
                </a:moveTo>
                <a:cubicBezTo>
                  <a:pt x="791708" y="452541"/>
                  <a:pt x="800847" y="461680"/>
                  <a:pt x="800847" y="472954"/>
                </a:cubicBezTo>
                <a:cubicBezTo>
                  <a:pt x="800847" y="484228"/>
                  <a:pt x="791708" y="493367"/>
                  <a:pt x="780434" y="493367"/>
                </a:cubicBezTo>
                <a:cubicBezTo>
                  <a:pt x="769160" y="493367"/>
                  <a:pt x="760021" y="484228"/>
                  <a:pt x="760021" y="472954"/>
                </a:cubicBezTo>
                <a:cubicBezTo>
                  <a:pt x="760021" y="461680"/>
                  <a:pt x="769160" y="452541"/>
                  <a:pt x="780434" y="452541"/>
                </a:cubicBezTo>
                <a:close/>
                <a:moveTo>
                  <a:pt x="731657" y="452541"/>
                </a:moveTo>
                <a:cubicBezTo>
                  <a:pt x="742931" y="452541"/>
                  <a:pt x="752070" y="461680"/>
                  <a:pt x="752070" y="472954"/>
                </a:cubicBezTo>
                <a:cubicBezTo>
                  <a:pt x="752070" y="484228"/>
                  <a:pt x="742931" y="493367"/>
                  <a:pt x="731657" y="493367"/>
                </a:cubicBezTo>
                <a:cubicBezTo>
                  <a:pt x="720383" y="493367"/>
                  <a:pt x="711244" y="484228"/>
                  <a:pt x="711244" y="472954"/>
                </a:cubicBezTo>
                <a:cubicBezTo>
                  <a:pt x="711244" y="461680"/>
                  <a:pt x="720383" y="452541"/>
                  <a:pt x="731657" y="452541"/>
                </a:cubicBezTo>
                <a:close/>
                <a:moveTo>
                  <a:pt x="682880" y="452541"/>
                </a:moveTo>
                <a:cubicBezTo>
                  <a:pt x="694153" y="452541"/>
                  <a:pt x="703293" y="461680"/>
                  <a:pt x="703293" y="472954"/>
                </a:cubicBezTo>
                <a:cubicBezTo>
                  <a:pt x="703293" y="484228"/>
                  <a:pt x="694153" y="493367"/>
                  <a:pt x="682880" y="493367"/>
                </a:cubicBezTo>
                <a:cubicBezTo>
                  <a:pt x="671606" y="493367"/>
                  <a:pt x="662467" y="484228"/>
                  <a:pt x="662467" y="472954"/>
                </a:cubicBezTo>
                <a:cubicBezTo>
                  <a:pt x="662467" y="461680"/>
                  <a:pt x="671606" y="452541"/>
                  <a:pt x="682880" y="452541"/>
                </a:cubicBezTo>
                <a:close/>
                <a:moveTo>
                  <a:pt x="634103" y="452541"/>
                </a:moveTo>
                <a:cubicBezTo>
                  <a:pt x="645377" y="452541"/>
                  <a:pt x="654516" y="461680"/>
                  <a:pt x="654516" y="472954"/>
                </a:cubicBezTo>
                <a:cubicBezTo>
                  <a:pt x="654516" y="484228"/>
                  <a:pt x="645377" y="493367"/>
                  <a:pt x="634103" y="493367"/>
                </a:cubicBezTo>
                <a:cubicBezTo>
                  <a:pt x="622829" y="493367"/>
                  <a:pt x="613690" y="484228"/>
                  <a:pt x="613690" y="472954"/>
                </a:cubicBezTo>
                <a:cubicBezTo>
                  <a:pt x="613690" y="461680"/>
                  <a:pt x="622829" y="452541"/>
                  <a:pt x="634103" y="452541"/>
                </a:cubicBezTo>
                <a:close/>
                <a:moveTo>
                  <a:pt x="585326" y="452541"/>
                </a:moveTo>
                <a:cubicBezTo>
                  <a:pt x="596599" y="452541"/>
                  <a:pt x="605738" y="461680"/>
                  <a:pt x="605738" y="472954"/>
                </a:cubicBezTo>
                <a:cubicBezTo>
                  <a:pt x="605738" y="484228"/>
                  <a:pt x="596599" y="493367"/>
                  <a:pt x="585326" y="493367"/>
                </a:cubicBezTo>
                <a:cubicBezTo>
                  <a:pt x="574052" y="493367"/>
                  <a:pt x="564913" y="484228"/>
                  <a:pt x="564913" y="472954"/>
                </a:cubicBezTo>
                <a:cubicBezTo>
                  <a:pt x="564913" y="461680"/>
                  <a:pt x="574052" y="452541"/>
                  <a:pt x="585326" y="452541"/>
                </a:cubicBezTo>
                <a:close/>
                <a:moveTo>
                  <a:pt x="536549" y="452541"/>
                </a:moveTo>
                <a:cubicBezTo>
                  <a:pt x="547822" y="452541"/>
                  <a:pt x="556961" y="461680"/>
                  <a:pt x="556961" y="472954"/>
                </a:cubicBezTo>
                <a:cubicBezTo>
                  <a:pt x="556961" y="484228"/>
                  <a:pt x="547822" y="493367"/>
                  <a:pt x="536549" y="493367"/>
                </a:cubicBezTo>
                <a:cubicBezTo>
                  <a:pt x="525275" y="493367"/>
                  <a:pt x="516136" y="484228"/>
                  <a:pt x="516136" y="472954"/>
                </a:cubicBezTo>
                <a:cubicBezTo>
                  <a:pt x="516136" y="461680"/>
                  <a:pt x="525275" y="452541"/>
                  <a:pt x="536549" y="452541"/>
                </a:cubicBezTo>
                <a:close/>
                <a:moveTo>
                  <a:pt x="487772" y="452541"/>
                </a:moveTo>
                <a:cubicBezTo>
                  <a:pt x="499045" y="452541"/>
                  <a:pt x="508184" y="461680"/>
                  <a:pt x="508184" y="472954"/>
                </a:cubicBezTo>
                <a:cubicBezTo>
                  <a:pt x="508184" y="484228"/>
                  <a:pt x="499045" y="493367"/>
                  <a:pt x="487772" y="493367"/>
                </a:cubicBezTo>
                <a:cubicBezTo>
                  <a:pt x="476498" y="493367"/>
                  <a:pt x="467359" y="484228"/>
                  <a:pt x="467359" y="472954"/>
                </a:cubicBezTo>
                <a:cubicBezTo>
                  <a:pt x="467359" y="461680"/>
                  <a:pt x="476498" y="452541"/>
                  <a:pt x="487772" y="452541"/>
                </a:cubicBezTo>
                <a:close/>
                <a:moveTo>
                  <a:pt x="438994" y="452541"/>
                </a:moveTo>
                <a:cubicBezTo>
                  <a:pt x="450268" y="452541"/>
                  <a:pt x="459407" y="461680"/>
                  <a:pt x="459407" y="472954"/>
                </a:cubicBezTo>
                <a:cubicBezTo>
                  <a:pt x="459407" y="484228"/>
                  <a:pt x="450268" y="493367"/>
                  <a:pt x="438994" y="493367"/>
                </a:cubicBezTo>
                <a:cubicBezTo>
                  <a:pt x="427721" y="493367"/>
                  <a:pt x="418582" y="484228"/>
                  <a:pt x="418582" y="472954"/>
                </a:cubicBezTo>
                <a:cubicBezTo>
                  <a:pt x="418582" y="461680"/>
                  <a:pt x="427721" y="452541"/>
                  <a:pt x="438994" y="452541"/>
                </a:cubicBezTo>
                <a:close/>
                <a:moveTo>
                  <a:pt x="390217" y="452541"/>
                </a:moveTo>
                <a:cubicBezTo>
                  <a:pt x="401491" y="452541"/>
                  <a:pt x="410630" y="461680"/>
                  <a:pt x="410630" y="472954"/>
                </a:cubicBezTo>
                <a:cubicBezTo>
                  <a:pt x="410630" y="484228"/>
                  <a:pt x="401491" y="493367"/>
                  <a:pt x="390217" y="493367"/>
                </a:cubicBezTo>
                <a:cubicBezTo>
                  <a:pt x="378944" y="493367"/>
                  <a:pt x="369805" y="484228"/>
                  <a:pt x="369805" y="472954"/>
                </a:cubicBezTo>
                <a:cubicBezTo>
                  <a:pt x="369805" y="461680"/>
                  <a:pt x="378944" y="452541"/>
                  <a:pt x="390217" y="452541"/>
                </a:cubicBezTo>
                <a:close/>
                <a:moveTo>
                  <a:pt x="341440" y="452541"/>
                </a:moveTo>
                <a:cubicBezTo>
                  <a:pt x="352714" y="452541"/>
                  <a:pt x="361853" y="461680"/>
                  <a:pt x="361853" y="472954"/>
                </a:cubicBezTo>
                <a:cubicBezTo>
                  <a:pt x="361853" y="484228"/>
                  <a:pt x="352714" y="493367"/>
                  <a:pt x="341440" y="493367"/>
                </a:cubicBezTo>
                <a:cubicBezTo>
                  <a:pt x="330166" y="493367"/>
                  <a:pt x="321028" y="484228"/>
                  <a:pt x="321028" y="472954"/>
                </a:cubicBezTo>
                <a:cubicBezTo>
                  <a:pt x="321028" y="461680"/>
                  <a:pt x="330166" y="452541"/>
                  <a:pt x="341440" y="452541"/>
                </a:cubicBezTo>
                <a:close/>
                <a:moveTo>
                  <a:pt x="292663" y="452541"/>
                </a:moveTo>
                <a:cubicBezTo>
                  <a:pt x="303937" y="452541"/>
                  <a:pt x="313076" y="461680"/>
                  <a:pt x="313076" y="472954"/>
                </a:cubicBezTo>
                <a:cubicBezTo>
                  <a:pt x="313076" y="484228"/>
                  <a:pt x="303937" y="493367"/>
                  <a:pt x="292663" y="493367"/>
                </a:cubicBezTo>
                <a:cubicBezTo>
                  <a:pt x="281389" y="493367"/>
                  <a:pt x="272251" y="484228"/>
                  <a:pt x="272251" y="472954"/>
                </a:cubicBezTo>
                <a:cubicBezTo>
                  <a:pt x="272251" y="461680"/>
                  <a:pt x="281389" y="452541"/>
                  <a:pt x="292663" y="452541"/>
                </a:cubicBezTo>
                <a:close/>
                <a:moveTo>
                  <a:pt x="243886" y="452541"/>
                </a:moveTo>
                <a:cubicBezTo>
                  <a:pt x="255160" y="452541"/>
                  <a:pt x="264299" y="461680"/>
                  <a:pt x="264299" y="472954"/>
                </a:cubicBezTo>
                <a:cubicBezTo>
                  <a:pt x="264299" y="484228"/>
                  <a:pt x="255160" y="493367"/>
                  <a:pt x="243886" y="493367"/>
                </a:cubicBezTo>
                <a:cubicBezTo>
                  <a:pt x="232612" y="493367"/>
                  <a:pt x="223473" y="484228"/>
                  <a:pt x="223473" y="472954"/>
                </a:cubicBezTo>
                <a:cubicBezTo>
                  <a:pt x="223473" y="461680"/>
                  <a:pt x="232612" y="452541"/>
                  <a:pt x="243886" y="452541"/>
                </a:cubicBezTo>
                <a:close/>
                <a:moveTo>
                  <a:pt x="195109" y="452541"/>
                </a:moveTo>
                <a:cubicBezTo>
                  <a:pt x="206383" y="452541"/>
                  <a:pt x="215522" y="461680"/>
                  <a:pt x="215522" y="472954"/>
                </a:cubicBezTo>
                <a:cubicBezTo>
                  <a:pt x="215522" y="484228"/>
                  <a:pt x="206383" y="493367"/>
                  <a:pt x="195109" y="493367"/>
                </a:cubicBezTo>
                <a:cubicBezTo>
                  <a:pt x="183835" y="493367"/>
                  <a:pt x="174696" y="484228"/>
                  <a:pt x="174696" y="472954"/>
                </a:cubicBezTo>
                <a:cubicBezTo>
                  <a:pt x="174696" y="461680"/>
                  <a:pt x="183835" y="452541"/>
                  <a:pt x="195109" y="452541"/>
                </a:cubicBezTo>
                <a:close/>
                <a:moveTo>
                  <a:pt x="146332" y="452541"/>
                </a:moveTo>
                <a:cubicBezTo>
                  <a:pt x="157606" y="452541"/>
                  <a:pt x="166745" y="461680"/>
                  <a:pt x="166745" y="472954"/>
                </a:cubicBezTo>
                <a:cubicBezTo>
                  <a:pt x="166745" y="484228"/>
                  <a:pt x="157606" y="493367"/>
                  <a:pt x="146332" y="493367"/>
                </a:cubicBezTo>
                <a:cubicBezTo>
                  <a:pt x="135058" y="493367"/>
                  <a:pt x="125919" y="484228"/>
                  <a:pt x="125919" y="472954"/>
                </a:cubicBezTo>
                <a:cubicBezTo>
                  <a:pt x="125919" y="461680"/>
                  <a:pt x="135058" y="452541"/>
                  <a:pt x="146332" y="452541"/>
                </a:cubicBezTo>
                <a:close/>
                <a:moveTo>
                  <a:pt x="97555" y="452541"/>
                </a:moveTo>
                <a:cubicBezTo>
                  <a:pt x="108829" y="452541"/>
                  <a:pt x="117968" y="461680"/>
                  <a:pt x="117968" y="472954"/>
                </a:cubicBezTo>
                <a:cubicBezTo>
                  <a:pt x="117968" y="484228"/>
                  <a:pt x="108829" y="493367"/>
                  <a:pt x="97555" y="493367"/>
                </a:cubicBezTo>
                <a:cubicBezTo>
                  <a:pt x="86281" y="493367"/>
                  <a:pt x="77142" y="484228"/>
                  <a:pt x="77142" y="472954"/>
                </a:cubicBezTo>
                <a:cubicBezTo>
                  <a:pt x="77142" y="461680"/>
                  <a:pt x="86281" y="452541"/>
                  <a:pt x="97555" y="452541"/>
                </a:cubicBezTo>
                <a:close/>
                <a:moveTo>
                  <a:pt x="48778" y="452541"/>
                </a:moveTo>
                <a:cubicBezTo>
                  <a:pt x="60052" y="452541"/>
                  <a:pt x="69191" y="461680"/>
                  <a:pt x="69191" y="472954"/>
                </a:cubicBezTo>
                <a:cubicBezTo>
                  <a:pt x="69191" y="484228"/>
                  <a:pt x="60052" y="493367"/>
                  <a:pt x="48778" y="493367"/>
                </a:cubicBezTo>
                <a:cubicBezTo>
                  <a:pt x="37504" y="493367"/>
                  <a:pt x="28365" y="484228"/>
                  <a:pt x="28365" y="472954"/>
                </a:cubicBezTo>
                <a:cubicBezTo>
                  <a:pt x="28365" y="461680"/>
                  <a:pt x="37504" y="452541"/>
                  <a:pt x="48778" y="452541"/>
                </a:cubicBezTo>
                <a:close/>
                <a:moveTo>
                  <a:pt x="2" y="452541"/>
                </a:moveTo>
                <a:cubicBezTo>
                  <a:pt x="11275" y="452541"/>
                  <a:pt x="20414" y="461680"/>
                  <a:pt x="20414" y="472954"/>
                </a:cubicBezTo>
                <a:cubicBezTo>
                  <a:pt x="20414" y="484228"/>
                  <a:pt x="11275" y="493367"/>
                  <a:pt x="2" y="493367"/>
                </a:cubicBezTo>
                <a:lnTo>
                  <a:pt x="0" y="493366"/>
                </a:lnTo>
                <a:lnTo>
                  <a:pt x="0" y="452542"/>
                </a:lnTo>
                <a:close/>
                <a:moveTo>
                  <a:pt x="926765" y="398455"/>
                </a:moveTo>
                <a:lnTo>
                  <a:pt x="930582" y="399226"/>
                </a:lnTo>
                <a:lnTo>
                  <a:pt x="913716" y="434236"/>
                </a:lnTo>
                <a:lnTo>
                  <a:pt x="912331" y="433302"/>
                </a:lnTo>
                <a:cubicBezTo>
                  <a:pt x="908637" y="429608"/>
                  <a:pt x="906352" y="424505"/>
                  <a:pt x="906352" y="418868"/>
                </a:cubicBezTo>
                <a:cubicBezTo>
                  <a:pt x="906352" y="407594"/>
                  <a:pt x="915491" y="398455"/>
                  <a:pt x="926765" y="398455"/>
                </a:cubicBezTo>
                <a:close/>
                <a:moveTo>
                  <a:pt x="877988" y="398455"/>
                </a:moveTo>
                <a:cubicBezTo>
                  <a:pt x="889262" y="398455"/>
                  <a:pt x="898401" y="407594"/>
                  <a:pt x="898401" y="418868"/>
                </a:cubicBezTo>
                <a:cubicBezTo>
                  <a:pt x="898401" y="430142"/>
                  <a:pt x="889262" y="439281"/>
                  <a:pt x="877988" y="439281"/>
                </a:cubicBezTo>
                <a:cubicBezTo>
                  <a:pt x="866714" y="439281"/>
                  <a:pt x="857575" y="430142"/>
                  <a:pt x="857575" y="418868"/>
                </a:cubicBezTo>
                <a:cubicBezTo>
                  <a:pt x="857575" y="407594"/>
                  <a:pt x="866714" y="398455"/>
                  <a:pt x="877988" y="398455"/>
                </a:cubicBezTo>
                <a:close/>
                <a:moveTo>
                  <a:pt x="829211" y="398455"/>
                </a:moveTo>
                <a:cubicBezTo>
                  <a:pt x="840485" y="398455"/>
                  <a:pt x="849624" y="407594"/>
                  <a:pt x="849624" y="418868"/>
                </a:cubicBezTo>
                <a:cubicBezTo>
                  <a:pt x="849624" y="430142"/>
                  <a:pt x="840485" y="439281"/>
                  <a:pt x="829211" y="439281"/>
                </a:cubicBezTo>
                <a:cubicBezTo>
                  <a:pt x="817937" y="439281"/>
                  <a:pt x="808798" y="430142"/>
                  <a:pt x="808798" y="418868"/>
                </a:cubicBezTo>
                <a:cubicBezTo>
                  <a:pt x="808798" y="407594"/>
                  <a:pt x="817937" y="398455"/>
                  <a:pt x="829211" y="398455"/>
                </a:cubicBezTo>
                <a:close/>
                <a:moveTo>
                  <a:pt x="780434" y="398455"/>
                </a:moveTo>
                <a:cubicBezTo>
                  <a:pt x="791708" y="398455"/>
                  <a:pt x="800847" y="407594"/>
                  <a:pt x="800847" y="418868"/>
                </a:cubicBezTo>
                <a:cubicBezTo>
                  <a:pt x="800847" y="430142"/>
                  <a:pt x="791708" y="439281"/>
                  <a:pt x="780434" y="439281"/>
                </a:cubicBezTo>
                <a:cubicBezTo>
                  <a:pt x="769160" y="439281"/>
                  <a:pt x="760021" y="430142"/>
                  <a:pt x="760021" y="418868"/>
                </a:cubicBezTo>
                <a:cubicBezTo>
                  <a:pt x="760021" y="407594"/>
                  <a:pt x="769160" y="398455"/>
                  <a:pt x="780434" y="398455"/>
                </a:cubicBezTo>
                <a:close/>
                <a:moveTo>
                  <a:pt x="731657" y="398455"/>
                </a:moveTo>
                <a:cubicBezTo>
                  <a:pt x="742931" y="398455"/>
                  <a:pt x="752070" y="407594"/>
                  <a:pt x="752070" y="418868"/>
                </a:cubicBezTo>
                <a:cubicBezTo>
                  <a:pt x="752070" y="430142"/>
                  <a:pt x="742931" y="439281"/>
                  <a:pt x="731657" y="439281"/>
                </a:cubicBezTo>
                <a:cubicBezTo>
                  <a:pt x="720383" y="439281"/>
                  <a:pt x="711244" y="430142"/>
                  <a:pt x="711244" y="418868"/>
                </a:cubicBezTo>
                <a:cubicBezTo>
                  <a:pt x="711244" y="407594"/>
                  <a:pt x="720383" y="398455"/>
                  <a:pt x="731657" y="398455"/>
                </a:cubicBezTo>
                <a:close/>
                <a:moveTo>
                  <a:pt x="682880" y="398455"/>
                </a:moveTo>
                <a:cubicBezTo>
                  <a:pt x="694153" y="398455"/>
                  <a:pt x="703293" y="407594"/>
                  <a:pt x="703293" y="418868"/>
                </a:cubicBezTo>
                <a:cubicBezTo>
                  <a:pt x="703293" y="430142"/>
                  <a:pt x="694153" y="439281"/>
                  <a:pt x="682880" y="439281"/>
                </a:cubicBezTo>
                <a:cubicBezTo>
                  <a:pt x="671606" y="439281"/>
                  <a:pt x="662467" y="430142"/>
                  <a:pt x="662467" y="418868"/>
                </a:cubicBezTo>
                <a:cubicBezTo>
                  <a:pt x="662467" y="407594"/>
                  <a:pt x="671606" y="398455"/>
                  <a:pt x="682880" y="398455"/>
                </a:cubicBezTo>
                <a:close/>
                <a:moveTo>
                  <a:pt x="634103" y="398455"/>
                </a:moveTo>
                <a:cubicBezTo>
                  <a:pt x="645377" y="398455"/>
                  <a:pt x="654516" y="407594"/>
                  <a:pt x="654516" y="418868"/>
                </a:cubicBezTo>
                <a:cubicBezTo>
                  <a:pt x="654516" y="430142"/>
                  <a:pt x="645377" y="439281"/>
                  <a:pt x="634103" y="439281"/>
                </a:cubicBezTo>
                <a:cubicBezTo>
                  <a:pt x="622829" y="439281"/>
                  <a:pt x="613690" y="430142"/>
                  <a:pt x="613690" y="418868"/>
                </a:cubicBezTo>
                <a:cubicBezTo>
                  <a:pt x="613690" y="407594"/>
                  <a:pt x="622829" y="398455"/>
                  <a:pt x="634103" y="398455"/>
                </a:cubicBezTo>
                <a:close/>
                <a:moveTo>
                  <a:pt x="585326" y="398455"/>
                </a:moveTo>
                <a:cubicBezTo>
                  <a:pt x="596599" y="398455"/>
                  <a:pt x="605738" y="407594"/>
                  <a:pt x="605738" y="418868"/>
                </a:cubicBezTo>
                <a:cubicBezTo>
                  <a:pt x="605738" y="430142"/>
                  <a:pt x="596599" y="439281"/>
                  <a:pt x="585326" y="439281"/>
                </a:cubicBezTo>
                <a:cubicBezTo>
                  <a:pt x="574052" y="439281"/>
                  <a:pt x="564913" y="430142"/>
                  <a:pt x="564913" y="418868"/>
                </a:cubicBezTo>
                <a:cubicBezTo>
                  <a:pt x="564913" y="407594"/>
                  <a:pt x="574052" y="398455"/>
                  <a:pt x="585326" y="398455"/>
                </a:cubicBezTo>
                <a:close/>
                <a:moveTo>
                  <a:pt x="536549" y="398455"/>
                </a:moveTo>
                <a:cubicBezTo>
                  <a:pt x="547822" y="398455"/>
                  <a:pt x="556961" y="407594"/>
                  <a:pt x="556961" y="418868"/>
                </a:cubicBezTo>
                <a:cubicBezTo>
                  <a:pt x="556961" y="430142"/>
                  <a:pt x="547822" y="439281"/>
                  <a:pt x="536549" y="439281"/>
                </a:cubicBezTo>
                <a:cubicBezTo>
                  <a:pt x="525275" y="439281"/>
                  <a:pt x="516136" y="430142"/>
                  <a:pt x="516136" y="418868"/>
                </a:cubicBezTo>
                <a:cubicBezTo>
                  <a:pt x="516136" y="407594"/>
                  <a:pt x="525275" y="398455"/>
                  <a:pt x="536549" y="398455"/>
                </a:cubicBezTo>
                <a:close/>
                <a:moveTo>
                  <a:pt x="487772" y="398455"/>
                </a:moveTo>
                <a:cubicBezTo>
                  <a:pt x="499045" y="398455"/>
                  <a:pt x="508184" y="407594"/>
                  <a:pt x="508184" y="418868"/>
                </a:cubicBezTo>
                <a:cubicBezTo>
                  <a:pt x="508184" y="430142"/>
                  <a:pt x="499045" y="439281"/>
                  <a:pt x="487772" y="439281"/>
                </a:cubicBezTo>
                <a:cubicBezTo>
                  <a:pt x="476498" y="439281"/>
                  <a:pt x="467359" y="430142"/>
                  <a:pt x="467359" y="418868"/>
                </a:cubicBezTo>
                <a:cubicBezTo>
                  <a:pt x="467359" y="407594"/>
                  <a:pt x="476498" y="398455"/>
                  <a:pt x="487772" y="398455"/>
                </a:cubicBezTo>
                <a:close/>
                <a:moveTo>
                  <a:pt x="438994" y="398455"/>
                </a:moveTo>
                <a:cubicBezTo>
                  <a:pt x="450268" y="398455"/>
                  <a:pt x="459407" y="407594"/>
                  <a:pt x="459407" y="418868"/>
                </a:cubicBezTo>
                <a:cubicBezTo>
                  <a:pt x="459407" y="430142"/>
                  <a:pt x="450268" y="439281"/>
                  <a:pt x="438994" y="439281"/>
                </a:cubicBezTo>
                <a:cubicBezTo>
                  <a:pt x="427721" y="439281"/>
                  <a:pt x="418582" y="430142"/>
                  <a:pt x="418582" y="418868"/>
                </a:cubicBezTo>
                <a:cubicBezTo>
                  <a:pt x="418582" y="407594"/>
                  <a:pt x="427721" y="398455"/>
                  <a:pt x="438994" y="398455"/>
                </a:cubicBezTo>
                <a:close/>
                <a:moveTo>
                  <a:pt x="390217" y="398455"/>
                </a:moveTo>
                <a:cubicBezTo>
                  <a:pt x="401491" y="398455"/>
                  <a:pt x="410630" y="407594"/>
                  <a:pt x="410630" y="418868"/>
                </a:cubicBezTo>
                <a:cubicBezTo>
                  <a:pt x="410630" y="430142"/>
                  <a:pt x="401491" y="439281"/>
                  <a:pt x="390217" y="439281"/>
                </a:cubicBezTo>
                <a:cubicBezTo>
                  <a:pt x="378944" y="439281"/>
                  <a:pt x="369805" y="430142"/>
                  <a:pt x="369805" y="418868"/>
                </a:cubicBezTo>
                <a:cubicBezTo>
                  <a:pt x="369805" y="407594"/>
                  <a:pt x="378944" y="398455"/>
                  <a:pt x="390217" y="398455"/>
                </a:cubicBezTo>
                <a:close/>
                <a:moveTo>
                  <a:pt x="341440" y="398455"/>
                </a:moveTo>
                <a:cubicBezTo>
                  <a:pt x="352714" y="398455"/>
                  <a:pt x="361853" y="407594"/>
                  <a:pt x="361853" y="418868"/>
                </a:cubicBezTo>
                <a:cubicBezTo>
                  <a:pt x="361853" y="430142"/>
                  <a:pt x="352714" y="439281"/>
                  <a:pt x="341440" y="439281"/>
                </a:cubicBezTo>
                <a:cubicBezTo>
                  <a:pt x="330166" y="439281"/>
                  <a:pt x="321028" y="430142"/>
                  <a:pt x="321028" y="418868"/>
                </a:cubicBezTo>
                <a:cubicBezTo>
                  <a:pt x="321028" y="407594"/>
                  <a:pt x="330166" y="398455"/>
                  <a:pt x="341440" y="398455"/>
                </a:cubicBezTo>
                <a:close/>
                <a:moveTo>
                  <a:pt x="292663" y="398455"/>
                </a:moveTo>
                <a:cubicBezTo>
                  <a:pt x="303937" y="398455"/>
                  <a:pt x="313076" y="407594"/>
                  <a:pt x="313076" y="418868"/>
                </a:cubicBezTo>
                <a:cubicBezTo>
                  <a:pt x="313076" y="430142"/>
                  <a:pt x="303937" y="439281"/>
                  <a:pt x="292663" y="439281"/>
                </a:cubicBezTo>
                <a:cubicBezTo>
                  <a:pt x="281389" y="439281"/>
                  <a:pt x="272251" y="430142"/>
                  <a:pt x="272251" y="418868"/>
                </a:cubicBezTo>
                <a:cubicBezTo>
                  <a:pt x="272251" y="407594"/>
                  <a:pt x="281389" y="398455"/>
                  <a:pt x="292663" y="398455"/>
                </a:cubicBezTo>
                <a:close/>
                <a:moveTo>
                  <a:pt x="243886" y="398455"/>
                </a:moveTo>
                <a:cubicBezTo>
                  <a:pt x="255160" y="398455"/>
                  <a:pt x="264299" y="407594"/>
                  <a:pt x="264299" y="418868"/>
                </a:cubicBezTo>
                <a:cubicBezTo>
                  <a:pt x="264299" y="430142"/>
                  <a:pt x="255160" y="439281"/>
                  <a:pt x="243886" y="439281"/>
                </a:cubicBezTo>
                <a:cubicBezTo>
                  <a:pt x="232612" y="439281"/>
                  <a:pt x="223473" y="430142"/>
                  <a:pt x="223473" y="418868"/>
                </a:cubicBezTo>
                <a:cubicBezTo>
                  <a:pt x="223473" y="407594"/>
                  <a:pt x="232612" y="398455"/>
                  <a:pt x="243886" y="398455"/>
                </a:cubicBezTo>
                <a:close/>
                <a:moveTo>
                  <a:pt x="195109" y="398455"/>
                </a:moveTo>
                <a:cubicBezTo>
                  <a:pt x="206383" y="398455"/>
                  <a:pt x="215522" y="407594"/>
                  <a:pt x="215522" y="418868"/>
                </a:cubicBezTo>
                <a:cubicBezTo>
                  <a:pt x="215522" y="430142"/>
                  <a:pt x="206383" y="439281"/>
                  <a:pt x="195109" y="439281"/>
                </a:cubicBezTo>
                <a:cubicBezTo>
                  <a:pt x="183835" y="439281"/>
                  <a:pt x="174696" y="430142"/>
                  <a:pt x="174696" y="418868"/>
                </a:cubicBezTo>
                <a:cubicBezTo>
                  <a:pt x="174696" y="407594"/>
                  <a:pt x="183835" y="398455"/>
                  <a:pt x="195109" y="398455"/>
                </a:cubicBezTo>
                <a:close/>
                <a:moveTo>
                  <a:pt x="146332" y="398455"/>
                </a:moveTo>
                <a:cubicBezTo>
                  <a:pt x="157606" y="398455"/>
                  <a:pt x="166745" y="407594"/>
                  <a:pt x="166745" y="418868"/>
                </a:cubicBezTo>
                <a:cubicBezTo>
                  <a:pt x="166745" y="430142"/>
                  <a:pt x="157606" y="439281"/>
                  <a:pt x="146332" y="439281"/>
                </a:cubicBezTo>
                <a:cubicBezTo>
                  <a:pt x="135058" y="439281"/>
                  <a:pt x="125919" y="430142"/>
                  <a:pt x="125919" y="418868"/>
                </a:cubicBezTo>
                <a:cubicBezTo>
                  <a:pt x="125919" y="407594"/>
                  <a:pt x="135058" y="398455"/>
                  <a:pt x="146332" y="398455"/>
                </a:cubicBezTo>
                <a:close/>
                <a:moveTo>
                  <a:pt x="97555" y="398455"/>
                </a:moveTo>
                <a:cubicBezTo>
                  <a:pt x="108829" y="398455"/>
                  <a:pt x="117968" y="407594"/>
                  <a:pt x="117968" y="418868"/>
                </a:cubicBezTo>
                <a:cubicBezTo>
                  <a:pt x="117968" y="430142"/>
                  <a:pt x="108829" y="439281"/>
                  <a:pt x="97555" y="439281"/>
                </a:cubicBezTo>
                <a:cubicBezTo>
                  <a:pt x="86281" y="439281"/>
                  <a:pt x="77142" y="430142"/>
                  <a:pt x="77142" y="418868"/>
                </a:cubicBezTo>
                <a:cubicBezTo>
                  <a:pt x="77142" y="407594"/>
                  <a:pt x="86281" y="398455"/>
                  <a:pt x="97555" y="398455"/>
                </a:cubicBezTo>
                <a:close/>
                <a:moveTo>
                  <a:pt x="48778" y="398455"/>
                </a:moveTo>
                <a:cubicBezTo>
                  <a:pt x="60052" y="398455"/>
                  <a:pt x="69191" y="407594"/>
                  <a:pt x="69191" y="418868"/>
                </a:cubicBezTo>
                <a:cubicBezTo>
                  <a:pt x="69191" y="430142"/>
                  <a:pt x="60052" y="439281"/>
                  <a:pt x="48778" y="439281"/>
                </a:cubicBezTo>
                <a:cubicBezTo>
                  <a:pt x="37504" y="439281"/>
                  <a:pt x="28365" y="430142"/>
                  <a:pt x="28365" y="418868"/>
                </a:cubicBezTo>
                <a:cubicBezTo>
                  <a:pt x="28365" y="407594"/>
                  <a:pt x="37504" y="398455"/>
                  <a:pt x="48778" y="398455"/>
                </a:cubicBezTo>
                <a:close/>
                <a:moveTo>
                  <a:pt x="2" y="398455"/>
                </a:moveTo>
                <a:cubicBezTo>
                  <a:pt x="11275" y="398455"/>
                  <a:pt x="20414" y="407594"/>
                  <a:pt x="20414" y="418868"/>
                </a:cubicBezTo>
                <a:cubicBezTo>
                  <a:pt x="20414" y="430142"/>
                  <a:pt x="11275" y="439281"/>
                  <a:pt x="2" y="439281"/>
                </a:cubicBezTo>
                <a:lnTo>
                  <a:pt x="0" y="439280"/>
                </a:lnTo>
                <a:lnTo>
                  <a:pt x="0" y="398456"/>
                </a:lnTo>
                <a:close/>
                <a:moveTo>
                  <a:pt x="926765" y="344369"/>
                </a:moveTo>
                <a:cubicBezTo>
                  <a:pt x="932402" y="344369"/>
                  <a:pt x="937505" y="346654"/>
                  <a:pt x="941199" y="350348"/>
                </a:cubicBezTo>
                <a:lnTo>
                  <a:pt x="945200" y="360008"/>
                </a:lnTo>
                <a:lnTo>
                  <a:pt x="937178" y="381927"/>
                </a:lnTo>
                <a:lnTo>
                  <a:pt x="934711" y="383591"/>
                </a:lnTo>
                <a:cubicBezTo>
                  <a:pt x="932268" y="384624"/>
                  <a:pt x="929583" y="385195"/>
                  <a:pt x="926765" y="385195"/>
                </a:cubicBezTo>
                <a:cubicBezTo>
                  <a:pt x="915491" y="385195"/>
                  <a:pt x="906352" y="376056"/>
                  <a:pt x="906352" y="364782"/>
                </a:cubicBezTo>
                <a:cubicBezTo>
                  <a:pt x="906352" y="353508"/>
                  <a:pt x="915491" y="344369"/>
                  <a:pt x="926765" y="344369"/>
                </a:cubicBezTo>
                <a:close/>
                <a:moveTo>
                  <a:pt x="877988" y="344369"/>
                </a:moveTo>
                <a:cubicBezTo>
                  <a:pt x="889262" y="344369"/>
                  <a:pt x="898401" y="353508"/>
                  <a:pt x="898401" y="364782"/>
                </a:cubicBezTo>
                <a:cubicBezTo>
                  <a:pt x="898401" y="376056"/>
                  <a:pt x="889262" y="385195"/>
                  <a:pt x="877988" y="385195"/>
                </a:cubicBezTo>
                <a:cubicBezTo>
                  <a:pt x="866714" y="385195"/>
                  <a:pt x="857575" y="376056"/>
                  <a:pt x="857575" y="364782"/>
                </a:cubicBezTo>
                <a:cubicBezTo>
                  <a:pt x="857575" y="353508"/>
                  <a:pt x="866714" y="344369"/>
                  <a:pt x="877988" y="344369"/>
                </a:cubicBezTo>
                <a:close/>
                <a:moveTo>
                  <a:pt x="829211" y="344369"/>
                </a:moveTo>
                <a:cubicBezTo>
                  <a:pt x="840485" y="344369"/>
                  <a:pt x="849624" y="353508"/>
                  <a:pt x="849624" y="364782"/>
                </a:cubicBezTo>
                <a:cubicBezTo>
                  <a:pt x="849624" y="376056"/>
                  <a:pt x="840485" y="385195"/>
                  <a:pt x="829211" y="385195"/>
                </a:cubicBezTo>
                <a:cubicBezTo>
                  <a:pt x="817937" y="385195"/>
                  <a:pt x="808798" y="376056"/>
                  <a:pt x="808798" y="364782"/>
                </a:cubicBezTo>
                <a:cubicBezTo>
                  <a:pt x="808798" y="353508"/>
                  <a:pt x="817937" y="344369"/>
                  <a:pt x="829211" y="344369"/>
                </a:cubicBezTo>
                <a:close/>
                <a:moveTo>
                  <a:pt x="780434" y="344369"/>
                </a:moveTo>
                <a:cubicBezTo>
                  <a:pt x="791708" y="344369"/>
                  <a:pt x="800847" y="353508"/>
                  <a:pt x="800847" y="364782"/>
                </a:cubicBezTo>
                <a:cubicBezTo>
                  <a:pt x="800847" y="376056"/>
                  <a:pt x="791708" y="385195"/>
                  <a:pt x="780434" y="385195"/>
                </a:cubicBezTo>
                <a:cubicBezTo>
                  <a:pt x="769160" y="385195"/>
                  <a:pt x="760021" y="376056"/>
                  <a:pt x="760021" y="364782"/>
                </a:cubicBezTo>
                <a:cubicBezTo>
                  <a:pt x="760021" y="353508"/>
                  <a:pt x="769160" y="344369"/>
                  <a:pt x="780434" y="344369"/>
                </a:cubicBezTo>
                <a:close/>
                <a:moveTo>
                  <a:pt x="731657" y="344369"/>
                </a:moveTo>
                <a:cubicBezTo>
                  <a:pt x="742931" y="344369"/>
                  <a:pt x="752070" y="353508"/>
                  <a:pt x="752070" y="364782"/>
                </a:cubicBezTo>
                <a:cubicBezTo>
                  <a:pt x="752070" y="376056"/>
                  <a:pt x="742931" y="385195"/>
                  <a:pt x="731657" y="385195"/>
                </a:cubicBezTo>
                <a:cubicBezTo>
                  <a:pt x="720383" y="385195"/>
                  <a:pt x="711244" y="376056"/>
                  <a:pt x="711244" y="364782"/>
                </a:cubicBezTo>
                <a:cubicBezTo>
                  <a:pt x="711244" y="353508"/>
                  <a:pt x="720383" y="344369"/>
                  <a:pt x="731657" y="344369"/>
                </a:cubicBezTo>
                <a:close/>
                <a:moveTo>
                  <a:pt x="682880" y="344369"/>
                </a:moveTo>
                <a:cubicBezTo>
                  <a:pt x="694153" y="344369"/>
                  <a:pt x="703293" y="353508"/>
                  <a:pt x="703293" y="364782"/>
                </a:cubicBezTo>
                <a:cubicBezTo>
                  <a:pt x="703293" y="376056"/>
                  <a:pt x="694153" y="385195"/>
                  <a:pt x="682880" y="385195"/>
                </a:cubicBezTo>
                <a:cubicBezTo>
                  <a:pt x="671606" y="385195"/>
                  <a:pt x="662467" y="376056"/>
                  <a:pt x="662467" y="364782"/>
                </a:cubicBezTo>
                <a:cubicBezTo>
                  <a:pt x="662467" y="353508"/>
                  <a:pt x="671606" y="344369"/>
                  <a:pt x="682880" y="344369"/>
                </a:cubicBezTo>
                <a:close/>
                <a:moveTo>
                  <a:pt x="634103" y="344369"/>
                </a:moveTo>
                <a:cubicBezTo>
                  <a:pt x="645377" y="344369"/>
                  <a:pt x="654516" y="353508"/>
                  <a:pt x="654516" y="364782"/>
                </a:cubicBezTo>
                <a:cubicBezTo>
                  <a:pt x="654516" y="376056"/>
                  <a:pt x="645377" y="385195"/>
                  <a:pt x="634103" y="385195"/>
                </a:cubicBezTo>
                <a:cubicBezTo>
                  <a:pt x="622829" y="385195"/>
                  <a:pt x="613690" y="376056"/>
                  <a:pt x="613690" y="364782"/>
                </a:cubicBezTo>
                <a:cubicBezTo>
                  <a:pt x="613690" y="353508"/>
                  <a:pt x="622829" y="344369"/>
                  <a:pt x="634103" y="344369"/>
                </a:cubicBezTo>
                <a:close/>
                <a:moveTo>
                  <a:pt x="585326" y="344369"/>
                </a:moveTo>
                <a:cubicBezTo>
                  <a:pt x="596599" y="344369"/>
                  <a:pt x="605738" y="353508"/>
                  <a:pt x="605738" y="364782"/>
                </a:cubicBezTo>
                <a:cubicBezTo>
                  <a:pt x="605738" y="376056"/>
                  <a:pt x="596599" y="385195"/>
                  <a:pt x="585326" y="385195"/>
                </a:cubicBezTo>
                <a:cubicBezTo>
                  <a:pt x="574052" y="385195"/>
                  <a:pt x="564913" y="376056"/>
                  <a:pt x="564913" y="364782"/>
                </a:cubicBezTo>
                <a:cubicBezTo>
                  <a:pt x="564913" y="353508"/>
                  <a:pt x="574052" y="344369"/>
                  <a:pt x="585326" y="344369"/>
                </a:cubicBezTo>
                <a:close/>
                <a:moveTo>
                  <a:pt x="536549" y="344369"/>
                </a:moveTo>
                <a:cubicBezTo>
                  <a:pt x="547822" y="344369"/>
                  <a:pt x="556961" y="353508"/>
                  <a:pt x="556961" y="364782"/>
                </a:cubicBezTo>
                <a:cubicBezTo>
                  <a:pt x="556961" y="376056"/>
                  <a:pt x="547822" y="385195"/>
                  <a:pt x="536549" y="385195"/>
                </a:cubicBezTo>
                <a:cubicBezTo>
                  <a:pt x="525275" y="385195"/>
                  <a:pt x="516136" y="376056"/>
                  <a:pt x="516136" y="364782"/>
                </a:cubicBezTo>
                <a:cubicBezTo>
                  <a:pt x="516136" y="353508"/>
                  <a:pt x="525275" y="344369"/>
                  <a:pt x="536549" y="344369"/>
                </a:cubicBezTo>
                <a:close/>
                <a:moveTo>
                  <a:pt x="487772" y="344369"/>
                </a:moveTo>
                <a:cubicBezTo>
                  <a:pt x="499045" y="344369"/>
                  <a:pt x="508184" y="353508"/>
                  <a:pt x="508184" y="364782"/>
                </a:cubicBezTo>
                <a:cubicBezTo>
                  <a:pt x="508184" y="376056"/>
                  <a:pt x="499045" y="385195"/>
                  <a:pt x="487772" y="385195"/>
                </a:cubicBezTo>
                <a:cubicBezTo>
                  <a:pt x="476498" y="385195"/>
                  <a:pt x="467359" y="376056"/>
                  <a:pt x="467359" y="364782"/>
                </a:cubicBezTo>
                <a:cubicBezTo>
                  <a:pt x="467359" y="353508"/>
                  <a:pt x="476498" y="344369"/>
                  <a:pt x="487772" y="344369"/>
                </a:cubicBezTo>
                <a:close/>
                <a:moveTo>
                  <a:pt x="438994" y="344369"/>
                </a:moveTo>
                <a:cubicBezTo>
                  <a:pt x="450268" y="344369"/>
                  <a:pt x="459407" y="353508"/>
                  <a:pt x="459407" y="364782"/>
                </a:cubicBezTo>
                <a:cubicBezTo>
                  <a:pt x="459407" y="376056"/>
                  <a:pt x="450268" y="385195"/>
                  <a:pt x="438994" y="385195"/>
                </a:cubicBezTo>
                <a:cubicBezTo>
                  <a:pt x="427721" y="385195"/>
                  <a:pt x="418582" y="376056"/>
                  <a:pt x="418582" y="364782"/>
                </a:cubicBezTo>
                <a:cubicBezTo>
                  <a:pt x="418582" y="353508"/>
                  <a:pt x="427721" y="344369"/>
                  <a:pt x="438994" y="344369"/>
                </a:cubicBezTo>
                <a:close/>
                <a:moveTo>
                  <a:pt x="390217" y="344369"/>
                </a:moveTo>
                <a:cubicBezTo>
                  <a:pt x="401491" y="344369"/>
                  <a:pt x="410630" y="353508"/>
                  <a:pt x="410630" y="364782"/>
                </a:cubicBezTo>
                <a:cubicBezTo>
                  <a:pt x="410630" y="376056"/>
                  <a:pt x="401491" y="385195"/>
                  <a:pt x="390217" y="385195"/>
                </a:cubicBezTo>
                <a:cubicBezTo>
                  <a:pt x="378944" y="385195"/>
                  <a:pt x="369805" y="376056"/>
                  <a:pt x="369805" y="364782"/>
                </a:cubicBezTo>
                <a:cubicBezTo>
                  <a:pt x="369805" y="353508"/>
                  <a:pt x="378944" y="344369"/>
                  <a:pt x="390217" y="344369"/>
                </a:cubicBezTo>
                <a:close/>
                <a:moveTo>
                  <a:pt x="341440" y="344369"/>
                </a:moveTo>
                <a:cubicBezTo>
                  <a:pt x="352714" y="344369"/>
                  <a:pt x="361853" y="353508"/>
                  <a:pt x="361853" y="364782"/>
                </a:cubicBezTo>
                <a:cubicBezTo>
                  <a:pt x="361853" y="376056"/>
                  <a:pt x="352714" y="385195"/>
                  <a:pt x="341440" y="385195"/>
                </a:cubicBezTo>
                <a:cubicBezTo>
                  <a:pt x="330166" y="385195"/>
                  <a:pt x="321028" y="376056"/>
                  <a:pt x="321028" y="364782"/>
                </a:cubicBezTo>
                <a:cubicBezTo>
                  <a:pt x="321028" y="353508"/>
                  <a:pt x="330166" y="344369"/>
                  <a:pt x="341440" y="344369"/>
                </a:cubicBezTo>
                <a:close/>
                <a:moveTo>
                  <a:pt x="292663" y="344369"/>
                </a:moveTo>
                <a:cubicBezTo>
                  <a:pt x="303937" y="344369"/>
                  <a:pt x="313076" y="353508"/>
                  <a:pt x="313076" y="364782"/>
                </a:cubicBezTo>
                <a:cubicBezTo>
                  <a:pt x="313076" y="376056"/>
                  <a:pt x="303937" y="385195"/>
                  <a:pt x="292663" y="385195"/>
                </a:cubicBezTo>
                <a:cubicBezTo>
                  <a:pt x="281389" y="385195"/>
                  <a:pt x="272251" y="376056"/>
                  <a:pt x="272251" y="364782"/>
                </a:cubicBezTo>
                <a:cubicBezTo>
                  <a:pt x="272251" y="353508"/>
                  <a:pt x="281389" y="344369"/>
                  <a:pt x="292663" y="344369"/>
                </a:cubicBezTo>
                <a:close/>
                <a:moveTo>
                  <a:pt x="243886" y="344369"/>
                </a:moveTo>
                <a:cubicBezTo>
                  <a:pt x="255160" y="344369"/>
                  <a:pt x="264299" y="353508"/>
                  <a:pt x="264299" y="364782"/>
                </a:cubicBezTo>
                <a:cubicBezTo>
                  <a:pt x="264299" y="376056"/>
                  <a:pt x="255160" y="385195"/>
                  <a:pt x="243886" y="385195"/>
                </a:cubicBezTo>
                <a:cubicBezTo>
                  <a:pt x="232612" y="385195"/>
                  <a:pt x="223473" y="376056"/>
                  <a:pt x="223473" y="364782"/>
                </a:cubicBezTo>
                <a:cubicBezTo>
                  <a:pt x="223473" y="353508"/>
                  <a:pt x="232612" y="344369"/>
                  <a:pt x="243886" y="344369"/>
                </a:cubicBezTo>
                <a:close/>
                <a:moveTo>
                  <a:pt x="195109" y="344369"/>
                </a:moveTo>
                <a:cubicBezTo>
                  <a:pt x="206383" y="344369"/>
                  <a:pt x="215522" y="353508"/>
                  <a:pt x="215522" y="364782"/>
                </a:cubicBezTo>
                <a:cubicBezTo>
                  <a:pt x="215522" y="376056"/>
                  <a:pt x="206383" y="385195"/>
                  <a:pt x="195109" y="385195"/>
                </a:cubicBezTo>
                <a:cubicBezTo>
                  <a:pt x="183835" y="385195"/>
                  <a:pt x="174696" y="376056"/>
                  <a:pt x="174696" y="364782"/>
                </a:cubicBezTo>
                <a:cubicBezTo>
                  <a:pt x="174696" y="353508"/>
                  <a:pt x="183835" y="344369"/>
                  <a:pt x="195109" y="344369"/>
                </a:cubicBezTo>
                <a:close/>
                <a:moveTo>
                  <a:pt x="146332" y="344369"/>
                </a:moveTo>
                <a:cubicBezTo>
                  <a:pt x="157606" y="344369"/>
                  <a:pt x="166745" y="353508"/>
                  <a:pt x="166745" y="364782"/>
                </a:cubicBezTo>
                <a:cubicBezTo>
                  <a:pt x="166745" y="376056"/>
                  <a:pt x="157606" y="385195"/>
                  <a:pt x="146332" y="385195"/>
                </a:cubicBezTo>
                <a:cubicBezTo>
                  <a:pt x="135058" y="385195"/>
                  <a:pt x="125919" y="376056"/>
                  <a:pt x="125919" y="364782"/>
                </a:cubicBezTo>
                <a:cubicBezTo>
                  <a:pt x="125919" y="353508"/>
                  <a:pt x="135058" y="344369"/>
                  <a:pt x="146332" y="344369"/>
                </a:cubicBezTo>
                <a:close/>
                <a:moveTo>
                  <a:pt x="97555" y="344369"/>
                </a:moveTo>
                <a:cubicBezTo>
                  <a:pt x="108829" y="344369"/>
                  <a:pt x="117968" y="353508"/>
                  <a:pt x="117968" y="364782"/>
                </a:cubicBezTo>
                <a:cubicBezTo>
                  <a:pt x="117968" y="376056"/>
                  <a:pt x="108829" y="385195"/>
                  <a:pt x="97555" y="385195"/>
                </a:cubicBezTo>
                <a:cubicBezTo>
                  <a:pt x="86281" y="385195"/>
                  <a:pt x="77142" y="376056"/>
                  <a:pt x="77142" y="364782"/>
                </a:cubicBezTo>
                <a:cubicBezTo>
                  <a:pt x="77142" y="353508"/>
                  <a:pt x="86281" y="344369"/>
                  <a:pt x="97555" y="344369"/>
                </a:cubicBezTo>
                <a:close/>
                <a:moveTo>
                  <a:pt x="48778" y="344369"/>
                </a:moveTo>
                <a:cubicBezTo>
                  <a:pt x="60052" y="344369"/>
                  <a:pt x="69191" y="353508"/>
                  <a:pt x="69191" y="364782"/>
                </a:cubicBezTo>
                <a:cubicBezTo>
                  <a:pt x="69191" y="376056"/>
                  <a:pt x="60052" y="385195"/>
                  <a:pt x="48778" y="385195"/>
                </a:cubicBezTo>
                <a:cubicBezTo>
                  <a:pt x="37504" y="385195"/>
                  <a:pt x="28365" y="376056"/>
                  <a:pt x="28365" y="364782"/>
                </a:cubicBezTo>
                <a:cubicBezTo>
                  <a:pt x="28365" y="353508"/>
                  <a:pt x="37504" y="344369"/>
                  <a:pt x="48778" y="344369"/>
                </a:cubicBezTo>
                <a:close/>
                <a:moveTo>
                  <a:pt x="2" y="344369"/>
                </a:moveTo>
                <a:cubicBezTo>
                  <a:pt x="11275" y="344369"/>
                  <a:pt x="20414" y="353508"/>
                  <a:pt x="20414" y="364782"/>
                </a:cubicBezTo>
                <a:cubicBezTo>
                  <a:pt x="20414" y="376056"/>
                  <a:pt x="11275" y="385195"/>
                  <a:pt x="2" y="385195"/>
                </a:cubicBezTo>
                <a:lnTo>
                  <a:pt x="0" y="385194"/>
                </a:lnTo>
                <a:lnTo>
                  <a:pt x="0" y="344370"/>
                </a:lnTo>
                <a:close/>
                <a:moveTo>
                  <a:pt x="968876" y="291629"/>
                </a:moveTo>
                <a:lnTo>
                  <a:pt x="965684" y="304041"/>
                </a:lnTo>
                <a:lnTo>
                  <a:pt x="959440" y="321103"/>
                </a:lnTo>
                <a:lnTo>
                  <a:pt x="955129" y="310696"/>
                </a:lnTo>
                <a:cubicBezTo>
                  <a:pt x="955129" y="302240"/>
                  <a:pt x="960270" y="294986"/>
                  <a:pt x="967596" y="291887"/>
                </a:cubicBezTo>
                <a:close/>
                <a:moveTo>
                  <a:pt x="926765" y="290283"/>
                </a:moveTo>
                <a:cubicBezTo>
                  <a:pt x="938039" y="290283"/>
                  <a:pt x="947178" y="299422"/>
                  <a:pt x="947178" y="310696"/>
                </a:cubicBezTo>
                <a:cubicBezTo>
                  <a:pt x="947178" y="321970"/>
                  <a:pt x="938039" y="331108"/>
                  <a:pt x="926765" y="331108"/>
                </a:cubicBezTo>
                <a:cubicBezTo>
                  <a:pt x="915491" y="331108"/>
                  <a:pt x="906352" y="321970"/>
                  <a:pt x="906352" y="310696"/>
                </a:cubicBezTo>
                <a:cubicBezTo>
                  <a:pt x="906352" y="299422"/>
                  <a:pt x="915491" y="290283"/>
                  <a:pt x="926765" y="290283"/>
                </a:cubicBezTo>
                <a:close/>
                <a:moveTo>
                  <a:pt x="877988" y="290283"/>
                </a:moveTo>
                <a:cubicBezTo>
                  <a:pt x="889262" y="290283"/>
                  <a:pt x="898401" y="299422"/>
                  <a:pt x="898401" y="310696"/>
                </a:cubicBezTo>
                <a:cubicBezTo>
                  <a:pt x="898401" y="321970"/>
                  <a:pt x="889262" y="331108"/>
                  <a:pt x="877988" y="331108"/>
                </a:cubicBezTo>
                <a:cubicBezTo>
                  <a:pt x="866714" y="331108"/>
                  <a:pt x="857575" y="321970"/>
                  <a:pt x="857575" y="310696"/>
                </a:cubicBezTo>
                <a:cubicBezTo>
                  <a:pt x="857575" y="299422"/>
                  <a:pt x="866714" y="290283"/>
                  <a:pt x="877988" y="290283"/>
                </a:cubicBezTo>
                <a:close/>
                <a:moveTo>
                  <a:pt x="829211" y="290283"/>
                </a:moveTo>
                <a:cubicBezTo>
                  <a:pt x="840485" y="290283"/>
                  <a:pt x="849624" y="299422"/>
                  <a:pt x="849624" y="310696"/>
                </a:cubicBezTo>
                <a:cubicBezTo>
                  <a:pt x="849624" y="321970"/>
                  <a:pt x="840485" y="331108"/>
                  <a:pt x="829211" y="331108"/>
                </a:cubicBezTo>
                <a:cubicBezTo>
                  <a:pt x="817937" y="331108"/>
                  <a:pt x="808798" y="321970"/>
                  <a:pt x="808798" y="310696"/>
                </a:cubicBezTo>
                <a:cubicBezTo>
                  <a:pt x="808798" y="299422"/>
                  <a:pt x="817937" y="290283"/>
                  <a:pt x="829211" y="290283"/>
                </a:cubicBezTo>
                <a:close/>
                <a:moveTo>
                  <a:pt x="780434" y="290283"/>
                </a:moveTo>
                <a:cubicBezTo>
                  <a:pt x="791708" y="290283"/>
                  <a:pt x="800847" y="299422"/>
                  <a:pt x="800847" y="310696"/>
                </a:cubicBezTo>
                <a:cubicBezTo>
                  <a:pt x="800847" y="321970"/>
                  <a:pt x="791708" y="331108"/>
                  <a:pt x="780434" y="331108"/>
                </a:cubicBezTo>
                <a:cubicBezTo>
                  <a:pt x="769160" y="331108"/>
                  <a:pt x="760021" y="321970"/>
                  <a:pt x="760021" y="310696"/>
                </a:cubicBezTo>
                <a:cubicBezTo>
                  <a:pt x="760021" y="299422"/>
                  <a:pt x="769160" y="290283"/>
                  <a:pt x="780434" y="290283"/>
                </a:cubicBezTo>
                <a:close/>
                <a:moveTo>
                  <a:pt x="731657" y="290283"/>
                </a:moveTo>
                <a:cubicBezTo>
                  <a:pt x="742931" y="290283"/>
                  <a:pt x="752070" y="299422"/>
                  <a:pt x="752070" y="310696"/>
                </a:cubicBezTo>
                <a:cubicBezTo>
                  <a:pt x="752070" y="321970"/>
                  <a:pt x="742931" y="331108"/>
                  <a:pt x="731657" y="331108"/>
                </a:cubicBezTo>
                <a:cubicBezTo>
                  <a:pt x="720383" y="331108"/>
                  <a:pt x="711244" y="321970"/>
                  <a:pt x="711244" y="310696"/>
                </a:cubicBezTo>
                <a:cubicBezTo>
                  <a:pt x="711244" y="299422"/>
                  <a:pt x="720383" y="290283"/>
                  <a:pt x="731657" y="290283"/>
                </a:cubicBezTo>
                <a:close/>
                <a:moveTo>
                  <a:pt x="682880" y="290283"/>
                </a:moveTo>
                <a:cubicBezTo>
                  <a:pt x="694153" y="290283"/>
                  <a:pt x="703293" y="299422"/>
                  <a:pt x="703293" y="310696"/>
                </a:cubicBezTo>
                <a:cubicBezTo>
                  <a:pt x="703293" y="321970"/>
                  <a:pt x="694153" y="331108"/>
                  <a:pt x="682880" y="331108"/>
                </a:cubicBezTo>
                <a:cubicBezTo>
                  <a:pt x="671606" y="331108"/>
                  <a:pt x="662467" y="321970"/>
                  <a:pt x="662467" y="310696"/>
                </a:cubicBezTo>
                <a:cubicBezTo>
                  <a:pt x="662467" y="299422"/>
                  <a:pt x="671606" y="290283"/>
                  <a:pt x="682880" y="290283"/>
                </a:cubicBezTo>
                <a:close/>
                <a:moveTo>
                  <a:pt x="634103" y="290283"/>
                </a:moveTo>
                <a:cubicBezTo>
                  <a:pt x="645377" y="290283"/>
                  <a:pt x="654516" y="299422"/>
                  <a:pt x="654516" y="310696"/>
                </a:cubicBezTo>
                <a:cubicBezTo>
                  <a:pt x="654516" y="321970"/>
                  <a:pt x="645377" y="331108"/>
                  <a:pt x="634103" y="331108"/>
                </a:cubicBezTo>
                <a:cubicBezTo>
                  <a:pt x="622829" y="331108"/>
                  <a:pt x="613690" y="321970"/>
                  <a:pt x="613690" y="310696"/>
                </a:cubicBezTo>
                <a:cubicBezTo>
                  <a:pt x="613690" y="299422"/>
                  <a:pt x="622829" y="290283"/>
                  <a:pt x="634103" y="290283"/>
                </a:cubicBezTo>
                <a:close/>
                <a:moveTo>
                  <a:pt x="585326" y="290283"/>
                </a:moveTo>
                <a:cubicBezTo>
                  <a:pt x="596599" y="290283"/>
                  <a:pt x="605738" y="299422"/>
                  <a:pt x="605738" y="310696"/>
                </a:cubicBezTo>
                <a:cubicBezTo>
                  <a:pt x="605738" y="321970"/>
                  <a:pt x="596599" y="331108"/>
                  <a:pt x="585326" y="331108"/>
                </a:cubicBezTo>
                <a:cubicBezTo>
                  <a:pt x="574052" y="331108"/>
                  <a:pt x="564913" y="321970"/>
                  <a:pt x="564913" y="310696"/>
                </a:cubicBezTo>
                <a:cubicBezTo>
                  <a:pt x="564913" y="299422"/>
                  <a:pt x="574052" y="290283"/>
                  <a:pt x="585326" y="290283"/>
                </a:cubicBezTo>
                <a:close/>
                <a:moveTo>
                  <a:pt x="536549" y="290283"/>
                </a:moveTo>
                <a:cubicBezTo>
                  <a:pt x="547822" y="290283"/>
                  <a:pt x="556961" y="299422"/>
                  <a:pt x="556961" y="310696"/>
                </a:cubicBezTo>
                <a:cubicBezTo>
                  <a:pt x="556961" y="321970"/>
                  <a:pt x="547822" y="331108"/>
                  <a:pt x="536549" y="331108"/>
                </a:cubicBezTo>
                <a:cubicBezTo>
                  <a:pt x="525275" y="331108"/>
                  <a:pt x="516136" y="321970"/>
                  <a:pt x="516136" y="310696"/>
                </a:cubicBezTo>
                <a:cubicBezTo>
                  <a:pt x="516136" y="299422"/>
                  <a:pt x="525275" y="290283"/>
                  <a:pt x="536549" y="290283"/>
                </a:cubicBezTo>
                <a:close/>
                <a:moveTo>
                  <a:pt x="487772" y="290283"/>
                </a:moveTo>
                <a:cubicBezTo>
                  <a:pt x="499045" y="290283"/>
                  <a:pt x="508184" y="299422"/>
                  <a:pt x="508184" y="310696"/>
                </a:cubicBezTo>
                <a:cubicBezTo>
                  <a:pt x="508184" y="321970"/>
                  <a:pt x="499045" y="331108"/>
                  <a:pt x="487772" y="331108"/>
                </a:cubicBezTo>
                <a:cubicBezTo>
                  <a:pt x="476498" y="331108"/>
                  <a:pt x="467359" y="321970"/>
                  <a:pt x="467359" y="310696"/>
                </a:cubicBezTo>
                <a:cubicBezTo>
                  <a:pt x="467359" y="299422"/>
                  <a:pt x="476498" y="290283"/>
                  <a:pt x="487772" y="290283"/>
                </a:cubicBezTo>
                <a:close/>
                <a:moveTo>
                  <a:pt x="438994" y="290283"/>
                </a:moveTo>
                <a:cubicBezTo>
                  <a:pt x="450268" y="290283"/>
                  <a:pt x="459407" y="299422"/>
                  <a:pt x="459407" y="310696"/>
                </a:cubicBezTo>
                <a:cubicBezTo>
                  <a:pt x="459407" y="321970"/>
                  <a:pt x="450268" y="331108"/>
                  <a:pt x="438994" y="331108"/>
                </a:cubicBezTo>
                <a:cubicBezTo>
                  <a:pt x="427721" y="331108"/>
                  <a:pt x="418582" y="321970"/>
                  <a:pt x="418582" y="310696"/>
                </a:cubicBezTo>
                <a:cubicBezTo>
                  <a:pt x="418582" y="299422"/>
                  <a:pt x="427721" y="290283"/>
                  <a:pt x="438994" y="290283"/>
                </a:cubicBezTo>
                <a:close/>
                <a:moveTo>
                  <a:pt x="390217" y="290283"/>
                </a:moveTo>
                <a:cubicBezTo>
                  <a:pt x="401491" y="290283"/>
                  <a:pt x="410630" y="299422"/>
                  <a:pt x="410630" y="310696"/>
                </a:cubicBezTo>
                <a:cubicBezTo>
                  <a:pt x="410630" y="321970"/>
                  <a:pt x="401491" y="331108"/>
                  <a:pt x="390217" y="331108"/>
                </a:cubicBezTo>
                <a:cubicBezTo>
                  <a:pt x="378944" y="331108"/>
                  <a:pt x="369805" y="321970"/>
                  <a:pt x="369805" y="310696"/>
                </a:cubicBezTo>
                <a:cubicBezTo>
                  <a:pt x="369805" y="299422"/>
                  <a:pt x="378944" y="290283"/>
                  <a:pt x="390217" y="290283"/>
                </a:cubicBezTo>
                <a:close/>
                <a:moveTo>
                  <a:pt x="341440" y="290283"/>
                </a:moveTo>
                <a:cubicBezTo>
                  <a:pt x="352714" y="290283"/>
                  <a:pt x="361853" y="299422"/>
                  <a:pt x="361853" y="310696"/>
                </a:cubicBezTo>
                <a:cubicBezTo>
                  <a:pt x="361853" y="321970"/>
                  <a:pt x="352714" y="331108"/>
                  <a:pt x="341440" y="331108"/>
                </a:cubicBezTo>
                <a:cubicBezTo>
                  <a:pt x="330166" y="331108"/>
                  <a:pt x="321028" y="321970"/>
                  <a:pt x="321028" y="310696"/>
                </a:cubicBezTo>
                <a:cubicBezTo>
                  <a:pt x="321028" y="299422"/>
                  <a:pt x="330166" y="290283"/>
                  <a:pt x="341440" y="290283"/>
                </a:cubicBezTo>
                <a:close/>
                <a:moveTo>
                  <a:pt x="292663" y="290283"/>
                </a:moveTo>
                <a:cubicBezTo>
                  <a:pt x="303937" y="290283"/>
                  <a:pt x="313076" y="299422"/>
                  <a:pt x="313076" y="310696"/>
                </a:cubicBezTo>
                <a:cubicBezTo>
                  <a:pt x="313076" y="321970"/>
                  <a:pt x="303937" y="331108"/>
                  <a:pt x="292663" y="331108"/>
                </a:cubicBezTo>
                <a:cubicBezTo>
                  <a:pt x="281389" y="331108"/>
                  <a:pt x="272251" y="321970"/>
                  <a:pt x="272251" y="310696"/>
                </a:cubicBezTo>
                <a:cubicBezTo>
                  <a:pt x="272251" y="299422"/>
                  <a:pt x="281389" y="290283"/>
                  <a:pt x="292663" y="290283"/>
                </a:cubicBezTo>
                <a:close/>
                <a:moveTo>
                  <a:pt x="243886" y="290283"/>
                </a:moveTo>
                <a:cubicBezTo>
                  <a:pt x="255160" y="290283"/>
                  <a:pt x="264299" y="299422"/>
                  <a:pt x="264299" y="310696"/>
                </a:cubicBezTo>
                <a:cubicBezTo>
                  <a:pt x="264299" y="321970"/>
                  <a:pt x="255160" y="331108"/>
                  <a:pt x="243886" y="331108"/>
                </a:cubicBezTo>
                <a:cubicBezTo>
                  <a:pt x="232612" y="331108"/>
                  <a:pt x="223473" y="321970"/>
                  <a:pt x="223473" y="310696"/>
                </a:cubicBezTo>
                <a:cubicBezTo>
                  <a:pt x="223473" y="299422"/>
                  <a:pt x="232612" y="290283"/>
                  <a:pt x="243886" y="290283"/>
                </a:cubicBezTo>
                <a:close/>
                <a:moveTo>
                  <a:pt x="195109" y="290283"/>
                </a:moveTo>
                <a:cubicBezTo>
                  <a:pt x="206383" y="290283"/>
                  <a:pt x="215522" y="299422"/>
                  <a:pt x="215522" y="310696"/>
                </a:cubicBezTo>
                <a:cubicBezTo>
                  <a:pt x="215522" y="321970"/>
                  <a:pt x="206383" y="331108"/>
                  <a:pt x="195109" y="331108"/>
                </a:cubicBezTo>
                <a:cubicBezTo>
                  <a:pt x="183835" y="331108"/>
                  <a:pt x="174696" y="321970"/>
                  <a:pt x="174696" y="310696"/>
                </a:cubicBezTo>
                <a:cubicBezTo>
                  <a:pt x="174696" y="299422"/>
                  <a:pt x="183835" y="290283"/>
                  <a:pt x="195109" y="290283"/>
                </a:cubicBezTo>
                <a:close/>
                <a:moveTo>
                  <a:pt x="146332" y="290283"/>
                </a:moveTo>
                <a:cubicBezTo>
                  <a:pt x="157606" y="290283"/>
                  <a:pt x="166745" y="299422"/>
                  <a:pt x="166745" y="310696"/>
                </a:cubicBezTo>
                <a:cubicBezTo>
                  <a:pt x="166745" y="321970"/>
                  <a:pt x="157606" y="331108"/>
                  <a:pt x="146332" y="331108"/>
                </a:cubicBezTo>
                <a:cubicBezTo>
                  <a:pt x="135058" y="331108"/>
                  <a:pt x="125919" y="321970"/>
                  <a:pt x="125919" y="310696"/>
                </a:cubicBezTo>
                <a:cubicBezTo>
                  <a:pt x="125919" y="299422"/>
                  <a:pt x="135058" y="290283"/>
                  <a:pt x="146332" y="290283"/>
                </a:cubicBezTo>
                <a:close/>
                <a:moveTo>
                  <a:pt x="97555" y="290283"/>
                </a:moveTo>
                <a:cubicBezTo>
                  <a:pt x="108829" y="290283"/>
                  <a:pt x="117968" y="299422"/>
                  <a:pt x="117968" y="310696"/>
                </a:cubicBezTo>
                <a:cubicBezTo>
                  <a:pt x="117968" y="321970"/>
                  <a:pt x="108829" y="331108"/>
                  <a:pt x="97555" y="331108"/>
                </a:cubicBezTo>
                <a:cubicBezTo>
                  <a:pt x="86281" y="331108"/>
                  <a:pt x="77142" y="321970"/>
                  <a:pt x="77142" y="310696"/>
                </a:cubicBezTo>
                <a:cubicBezTo>
                  <a:pt x="77142" y="299422"/>
                  <a:pt x="86281" y="290283"/>
                  <a:pt x="97555" y="290283"/>
                </a:cubicBezTo>
                <a:close/>
                <a:moveTo>
                  <a:pt x="48778" y="290283"/>
                </a:moveTo>
                <a:cubicBezTo>
                  <a:pt x="60052" y="290283"/>
                  <a:pt x="69191" y="299422"/>
                  <a:pt x="69191" y="310696"/>
                </a:cubicBezTo>
                <a:cubicBezTo>
                  <a:pt x="69191" y="321970"/>
                  <a:pt x="60052" y="331108"/>
                  <a:pt x="48778" y="331108"/>
                </a:cubicBezTo>
                <a:cubicBezTo>
                  <a:pt x="37504" y="331108"/>
                  <a:pt x="28365" y="321970"/>
                  <a:pt x="28365" y="310696"/>
                </a:cubicBezTo>
                <a:cubicBezTo>
                  <a:pt x="28365" y="299422"/>
                  <a:pt x="37504" y="290283"/>
                  <a:pt x="48778" y="290283"/>
                </a:cubicBezTo>
                <a:close/>
                <a:moveTo>
                  <a:pt x="2" y="290283"/>
                </a:moveTo>
                <a:cubicBezTo>
                  <a:pt x="11275" y="290283"/>
                  <a:pt x="20414" y="299422"/>
                  <a:pt x="20414" y="310696"/>
                </a:cubicBezTo>
                <a:cubicBezTo>
                  <a:pt x="20414" y="321970"/>
                  <a:pt x="11275" y="331108"/>
                  <a:pt x="2" y="331108"/>
                </a:cubicBezTo>
                <a:lnTo>
                  <a:pt x="0" y="331107"/>
                </a:lnTo>
                <a:lnTo>
                  <a:pt x="0" y="290284"/>
                </a:lnTo>
                <a:close/>
                <a:moveTo>
                  <a:pt x="975542" y="236197"/>
                </a:moveTo>
                <a:lnTo>
                  <a:pt x="982755" y="237653"/>
                </a:lnTo>
                <a:lnTo>
                  <a:pt x="972775" y="276464"/>
                </a:lnTo>
                <a:lnTo>
                  <a:pt x="967596" y="275418"/>
                </a:lnTo>
                <a:cubicBezTo>
                  <a:pt x="960270" y="272320"/>
                  <a:pt x="955129" y="265065"/>
                  <a:pt x="955129" y="256609"/>
                </a:cubicBezTo>
                <a:cubicBezTo>
                  <a:pt x="955129" y="245336"/>
                  <a:pt x="964268" y="236197"/>
                  <a:pt x="975542" y="236197"/>
                </a:cubicBezTo>
                <a:close/>
                <a:moveTo>
                  <a:pt x="926765" y="236197"/>
                </a:moveTo>
                <a:cubicBezTo>
                  <a:pt x="938039" y="236197"/>
                  <a:pt x="947178" y="245336"/>
                  <a:pt x="947178" y="256609"/>
                </a:cubicBezTo>
                <a:cubicBezTo>
                  <a:pt x="947178" y="267883"/>
                  <a:pt x="938039" y="277022"/>
                  <a:pt x="926765" y="277022"/>
                </a:cubicBezTo>
                <a:cubicBezTo>
                  <a:pt x="915491" y="277022"/>
                  <a:pt x="906352" y="267883"/>
                  <a:pt x="906352" y="256609"/>
                </a:cubicBezTo>
                <a:cubicBezTo>
                  <a:pt x="906352" y="245336"/>
                  <a:pt x="915491" y="236197"/>
                  <a:pt x="926765" y="236197"/>
                </a:cubicBezTo>
                <a:close/>
                <a:moveTo>
                  <a:pt x="877988" y="236197"/>
                </a:moveTo>
                <a:cubicBezTo>
                  <a:pt x="889262" y="236197"/>
                  <a:pt x="898401" y="245336"/>
                  <a:pt x="898401" y="256609"/>
                </a:cubicBezTo>
                <a:cubicBezTo>
                  <a:pt x="898401" y="267883"/>
                  <a:pt x="889262" y="277022"/>
                  <a:pt x="877988" y="277022"/>
                </a:cubicBezTo>
                <a:cubicBezTo>
                  <a:pt x="866714" y="277022"/>
                  <a:pt x="857575" y="267883"/>
                  <a:pt x="857575" y="256609"/>
                </a:cubicBezTo>
                <a:cubicBezTo>
                  <a:pt x="857575" y="245336"/>
                  <a:pt x="866714" y="236197"/>
                  <a:pt x="877988" y="236197"/>
                </a:cubicBezTo>
                <a:close/>
                <a:moveTo>
                  <a:pt x="829211" y="236197"/>
                </a:moveTo>
                <a:cubicBezTo>
                  <a:pt x="840485" y="236197"/>
                  <a:pt x="849624" y="245336"/>
                  <a:pt x="849624" y="256609"/>
                </a:cubicBezTo>
                <a:cubicBezTo>
                  <a:pt x="849624" y="267883"/>
                  <a:pt x="840485" y="277022"/>
                  <a:pt x="829211" y="277022"/>
                </a:cubicBezTo>
                <a:cubicBezTo>
                  <a:pt x="817937" y="277022"/>
                  <a:pt x="808798" y="267883"/>
                  <a:pt x="808798" y="256609"/>
                </a:cubicBezTo>
                <a:cubicBezTo>
                  <a:pt x="808798" y="245336"/>
                  <a:pt x="817937" y="236197"/>
                  <a:pt x="829211" y="236197"/>
                </a:cubicBezTo>
                <a:close/>
                <a:moveTo>
                  <a:pt x="780434" y="236197"/>
                </a:moveTo>
                <a:cubicBezTo>
                  <a:pt x="791708" y="236197"/>
                  <a:pt x="800847" y="245336"/>
                  <a:pt x="800847" y="256609"/>
                </a:cubicBezTo>
                <a:cubicBezTo>
                  <a:pt x="800847" y="267883"/>
                  <a:pt x="791708" y="277022"/>
                  <a:pt x="780434" y="277022"/>
                </a:cubicBezTo>
                <a:cubicBezTo>
                  <a:pt x="769160" y="277022"/>
                  <a:pt x="760021" y="267883"/>
                  <a:pt x="760021" y="256609"/>
                </a:cubicBezTo>
                <a:cubicBezTo>
                  <a:pt x="760021" y="245336"/>
                  <a:pt x="769160" y="236197"/>
                  <a:pt x="780434" y="236197"/>
                </a:cubicBezTo>
                <a:close/>
                <a:moveTo>
                  <a:pt x="731657" y="236197"/>
                </a:moveTo>
                <a:cubicBezTo>
                  <a:pt x="742931" y="236197"/>
                  <a:pt x="752070" y="245336"/>
                  <a:pt x="752070" y="256609"/>
                </a:cubicBezTo>
                <a:cubicBezTo>
                  <a:pt x="752070" y="267883"/>
                  <a:pt x="742931" y="277022"/>
                  <a:pt x="731657" y="277022"/>
                </a:cubicBezTo>
                <a:cubicBezTo>
                  <a:pt x="720383" y="277022"/>
                  <a:pt x="711244" y="267883"/>
                  <a:pt x="711244" y="256609"/>
                </a:cubicBezTo>
                <a:cubicBezTo>
                  <a:pt x="711244" y="245336"/>
                  <a:pt x="720383" y="236197"/>
                  <a:pt x="731657" y="236197"/>
                </a:cubicBezTo>
                <a:close/>
                <a:moveTo>
                  <a:pt x="682880" y="236197"/>
                </a:moveTo>
                <a:cubicBezTo>
                  <a:pt x="694153" y="236197"/>
                  <a:pt x="703293" y="245336"/>
                  <a:pt x="703293" y="256609"/>
                </a:cubicBezTo>
                <a:cubicBezTo>
                  <a:pt x="703293" y="267883"/>
                  <a:pt x="694153" y="277022"/>
                  <a:pt x="682880" y="277022"/>
                </a:cubicBezTo>
                <a:cubicBezTo>
                  <a:pt x="671606" y="277022"/>
                  <a:pt x="662467" y="267883"/>
                  <a:pt x="662467" y="256609"/>
                </a:cubicBezTo>
                <a:cubicBezTo>
                  <a:pt x="662467" y="245336"/>
                  <a:pt x="671606" y="236197"/>
                  <a:pt x="682880" y="236197"/>
                </a:cubicBezTo>
                <a:close/>
                <a:moveTo>
                  <a:pt x="634103" y="236197"/>
                </a:moveTo>
                <a:cubicBezTo>
                  <a:pt x="645377" y="236197"/>
                  <a:pt x="654516" y="245336"/>
                  <a:pt x="654516" y="256609"/>
                </a:cubicBezTo>
                <a:cubicBezTo>
                  <a:pt x="654516" y="267883"/>
                  <a:pt x="645377" y="277022"/>
                  <a:pt x="634103" y="277022"/>
                </a:cubicBezTo>
                <a:cubicBezTo>
                  <a:pt x="622829" y="277022"/>
                  <a:pt x="613690" y="267883"/>
                  <a:pt x="613690" y="256609"/>
                </a:cubicBezTo>
                <a:cubicBezTo>
                  <a:pt x="613690" y="245336"/>
                  <a:pt x="622829" y="236197"/>
                  <a:pt x="634103" y="236197"/>
                </a:cubicBezTo>
                <a:close/>
                <a:moveTo>
                  <a:pt x="585326" y="236197"/>
                </a:moveTo>
                <a:cubicBezTo>
                  <a:pt x="596599" y="236197"/>
                  <a:pt x="605738" y="245336"/>
                  <a:pt x="605738" y="256609"/>
                </a:cubicBezTo>
                <a:cubicBezTo>
                  <a:pt x="605738" y="267883"/>
                  <a:pt x="596599" y="277022"/>
                  <a:pt x="585326" y="277022"/>
                </a:cubicBezTo>
                <a:cubicBezTo>
                  <a:pt x="574052" y="277022"/>
                  <a:pt x="564913" y="267883"/>
                  <a:pt x="564913" y="256609"/>
                </a:cubicBezTo>
                <a:cubicBezTo>
                  <a:pt x="564913" y="245336"/>
                  <a:pt x="574052" y="236197"/>
                  <a:pt x="585326" y="236197"/>
                </a:cubicBezTo>
                <a:close/>
                <a:moveTo>
                  <a:pt x="536549" y="236197"/>
                </a:moveTo>
                <a:cubicBezTo>
                  <a:pt x="547822" y="236197"/>
                  <a:pt x="556961" y="245336"/>
                  <a:pt x="556961" y="256609"/>
                </a:cubicBezTo>
                <a:cubicBezTo>
                  <a:pt x="556961" y="267883"/>
                  <a:pt x="547822" y="277022"/>
                  <a:pt x="536549" y="277022"/>
                </a:cubicBezTo>
                <a:cubicBezTo>
                  <a:pt x="525275" y="277022"/>
                  <a:pt x="516136" y="267883"/>
                  <a:pt x="516136" y="256609"/>
                </a:cubicBezTo>
                <a:cubicBezTo>
                  <a:pt x="516136" y="245336"/>
                  <a:pt x="525275" y="236197"/>
                  <a:pt x="536549" y="236197"/>
                </a:cubicBezTo>
                <a:close/>
                <a:moveTo>
                  <a:pt x="487772" y="236197"/>
                </a:moveTo>
                <a:cubicBezTo>
                  <a:pt x="499045" y="236197"/>
                  <a:pt x="508184" y="245336"/>
                  <a:pt x="508184" y="256609"/>
                </a:cubicBezTo>
                <a:cubicBezTo>
                  <a:pt x="508184" y="267883"/>
                  <a:pt x="499045" y="277022"/>
                  <a:pt x="487772" y="277022"/>
                </a:cubicBezTo>
                <a:cubicBezTo>
                  <a:pt x="476498" y="277022"/>
                  <a:pt x="467359" y="267883"/>
                  <a:pt x="467359" y="256609"/>
                </a:cubicBezTo>
                <a:cubicBezTo>
                  <a:pt x="467359" y="245336"/>
                  <a:pt x="476498" y="236197"/>
                  <a:pt x="487772" y="236197"/>
                </a:cubicBezTo>
                <a:close/>
                <a:moveTo>
                  <a:pt x="438994" y="236197"/>
                </a:moveTo>
                <a:cubicBezTo>
                  <a:pt x="450268" y="236197"/>
                  <a:pt x="459407" y="245336"/>
                  <a:pt x="459407" y="256609"/>
                </a:cubicBezTo>
                <a:cubicBezTo>
                  <a:pt x="459407" y="267883"/>
                  <a:pt x="450268" y="277022"/>
                  <a:pt x="438994" y="277022"/>
                </a:cubicBezTo>
                <a:cubicBezTo>
                  <a:pt x="427721" y="277022"/>
                  <a:pt x="418582" y="267883"/>
                  <a:pt x="418582" y="256609"/>
                </a:cubicBezTo>
                <a:cubicBezTo>
                  <a:pt x="418582" y="245336"/>
                  <a:pt x="427721" y="236197"/>
                  <a:pt x="438994" y="236197"/>
                </a:cubicBezTo>
                <a:close/>
                <a:moveTo>
                  <a:pt x="390217" y="236197"/>
                </a:moveTo>
                <a:cubicBezTo>
                  <a:pt x="401491" y="236197"/>
                  <a:pt x="410630" y="245336"/>
                  <a:pt x="410630" y="256609"/>
                </a:cubicBezTo>
                <a:cubicBezTo>
                  <a:pt x="410630" y="267883"/>
                  <a:pt x="401491" y="277022"/>
                  <a:pt x="390217" y="277022"/>
                </a:cubicBezTo>
                <a:cubicBezTo>
                  <a:pt x="378944" y="277022"/>
                  <a:pt x="369805" y="267883"/>
                  <a:pt x="369805" y="256609"/>
                </a:cubicBezTo>
                <a:cubicBezTo>
                  <a:pt x="369805" y="245336"/>
                  <a:pt x="378944" y="236197"/>
                  <a:pt x="390217" y="236197"/>
                </a:cubicBezTo>
                <a:close/>
                <a:moveTo>
                  <a:pt x="341440" y="236197"/>
                </a:moveTo>
                <a:cubicBezTo>
                  <a:pt x="352714" y="236197"/>
                  <a:pt x="361853" y="245336"/>
                  <a:pt x="361853" y="256609"/>
                </a:cubicBezTo>
                <a:cubicBezTo>
                  <a:pt x="361853" y="267883"/>
                  <a:pt x="352714" y="277022"/>
                  <a:pt x="341440" y="277022"/>
                </a:cubicBezTo>
                <a:cubicBezTo>
                  <a:pt x="330166" y="277022"/>
                  <a:pt x="321028" y="267883"/>
                  <a:pt x="321028" y="256609"/>
                </a:cubicBezTo>
                <a:cubicBezTo>
                  <a:pt x="321028" y="245336"/>
                  <a:pt x="330166" y="236197"/>
                  <a:pt x="341440" y="236197"/>
                </a:cubicBezTo>
                <a:close/>
                <a:moveTo>
                  <a:pt x="292663" y="236197"/>
                </a:moveTo>
                <a:cubicBezTo>
                  <a:pt x="303937" y="236197"/>
                  <a:pt x="313076" y="245336"/>
                  <a:pt x="313076" y="256609"/>
                </a:cubicBezTo>
                <a:cubicBezTo>
                  <a:pt x="313076" y="267883"/>
                  <a:pt x="303937" y="277022"/>
                  <a:pt x="292663" y="277022"/>
                </a:cubicBezTo>
                <a:cubicBezTo>
                  <a:pt x="281389" y="277022"/>
                  <a:pt x="272251" y="267883"/>
                  <a:pt x="272251" y="256609"/>
                </a:cubicBezTo>
                <a:cubicBezTo>
                  <a:pt x="272251" y="245336"/>
                  <a:pt x="281389" y="236197"/>
                  <a:pt x="292663" y="236197"/>
                </a:cubicBezTo>
                <a:close/>
                <a:moveTo>
                  <a:pt x="243886" y="236197"/>
                </a:moveTo>
                <a:cubicBezTo>
                  <a:pt x="255160" y="236197"/>
                  <a:pt x="264299" y="245336"/>
                  <a:pt x="264299" y="256609"/>
                </a:cubicBezTo>
                <a:cubicBezTo>
                  <a:pt x="264299" y="267883"/>
                  <a:pt x="255160" y="277022"/>
                  <a:pt x="243886" y="277022"/>
                </a:cubicBezTo>
                <a:cubicBezTo>
                  <a:pt x="232612" y="277022"/>
                  <a:pt x="223473" y="267883"/>
                  <a:pt x="223473" y="256609"/>
                </a:cubicBezTo>
                <a:cubicBezTo>
                  <a:pt x="223473" y="245336"/>
                  <a:pt x="232612" y="236197"/>
                  <a:pt x="243886" y="236197"/>
                </a:cubicBezTo>
                <a:close/>
                <a:moveTo>
                  <a:pt x="195109" y="236197"/>
                </a:moveTo>
                <a:cubicBezTo>
                  <a:pt x="206383" y="236197"/>
                  <a:pt x="215522" y="245336"/>
                  <a:pt x="215522" y="256609"/>
                </a:cubicBezTo>
                <a:cubicBezTo>
                  <a:pt x="215522" y="267883"/>
                  <a:pt x="206383" y="277022"/>
                  <a:pt x="195109" y="277022"/>
                </a:cubicBezTo>
                <a:cubicBezTo>
                  <a:pt x="183835" y="277022"/>
                  <a:pt x="174696" y="267883"/>
                  <a:pt x="174696" y="256609"/>
                </a:cubicBezTo>
                <a:cubicBezTo>
                  <a:pt x="174696" y="245336"/>
                  <a:pt x="183835" y="236197"/>
                  <a:pt x="195109" y="236197"/>
                </a:cubicBezTo>
                <a:close/>
                <a:moveTo>
                  <a:pt x="146332" y="236197"/>
                </a:moveTo>
                <a:cubicBezTo>
                  <a:pt x="157606" y="236197"/>
                  <a:pt x="166745" y="245336"/>
                  <a:pt x="166745" y="256609"/>
                </a:cubicBezTo>
                <a:cubicBezTo>
                  <a:pt x="166745" y="267883"/>
                  <a:pt x="157606" y="277022"/>
                  <a:pt x="146332" y="277022"/>
                </a:cubicBezTo>
                <a:cubicBezTo>
                  <a:pt x="135058" y="277022"/>
                  <a:pt x="125919" y="267883"/>
                  <a:pt x="125919" y="256609"/>
                </a:cubicBezTo>
                <a:cubicBezTo>
                  <a:pt x="125919" y="245336"/>
                  <a:pt x="135058" y="236197"/>
                  <a:pt x="146332" y="236197"/>
                </a:cubicBezTo>
                <a:close/>
                <a:moveTo>
                  <a:pt x="97555" y="236197"/>
                </a:moveTo>
                <a:cubicBezTo>
                  <a:pt x="108829" y="236197"/>
                  <a:pt x="117968" y="245336"/>
                  <a:pt x="117968" y="256609"/>
                </a:cubicBezTo>
                <a:cubicBezTo>
                  <a:pt x="117968" y="267883"/>
                  <a:pt x="108829" y="277022"/>
                  <a:pt x="97555" y="277022"/>
                </a:cubicBezTo>
                <a:cubicBezTo>
                  <a:pt x="86281" y="277022"/>
                  <a:pt x="77142" y="267883"/>
                  <a:pt x="77142" y="256609"/>
                </a:cubicBezTo>
                <a:cubicBezTo>
                  <a:pt x="77142" y="245336"/>
                  <a:pt x="86281" y="236197"/>
                  <a:pt x="97555" y="236197"/>
                </a:cubicBezTo>
                <a:close/>
                <a:moveTo>
                  <a:pt x="48778" y="236197"/>
                </a:moveTo>
                <a:cubicBezTo>
                  <a:pt x="60052" y="236197"/>
                  <a:pt x="69191" y="245336"/>
                  <a:pt x="69191" y="256609"/>
                </a:cubicBezTo>
                <a:cubicBezTo>
                  <a:pt x="69191" y="267883"/>
                  <a:pt x="60052" y="277022"/>
                  <a:pt x="48778" y="277022"/>
                </a:cubicBezTo>
                <a:cubicBezTo>
                  <a:pt x="37504" y="277022"/>
                  <a:pt x="28365" y="267883"/>
                  <a:pt x="28365" y="256609"/>
                </a:cubicBezTo>
                <a:cubicBezTo>
                  <a:pt x="28365" y="245336"/>
                  <a:pt x="37504" y="236197"/>
                  <a:pt x="48778" y="236197"/>
                </a:cubicBezTo>
                <a:close/>
                <a:moveTo>
                  <a:pt x="2" y="236197"/>
                </a:moveTo>
                <a:cubicBezTo>
                  <a:pt x="11275" y="236197"/>
                  <a:pt x="20414" y="245336"/>
                  <a:pt x="20414" y="256609"/>
                </a:cubicBezTo>
                <a:cubicBezTo>
                  <a:pt x="20414" y="267883"/>
                  <a:pt x="11275" y="277022"/>
                  <a:pt x="2" y="277022"/>
                </a:cubicBezTo>
                <a:lnTo>
                  <a:pt x="0" y="277021"/>
                </a:lnTo>
                <a:lnTo>
                  <a:pt x="0" y="236198"/>
                </a:lnTo>
                <a:close/>
                <a:moveTo>
                  <a:pt x="975542" y="182110"/>
                </a:moveTo>
                <a:cubicBezTo>
                  <a:pt x="981179" y="182110"/>
                  <a:pt x="986282" y="184395"/>
                  <a:pt x="989976" y="188089"/>
                </a:cubicBezTo>
                <a:lnTo>
                  <a:pt x="992557" y="194320"/>
                </a:lnTo>
                <a:lnTo>
                  <a:pt x="990601" y="207139"/>
                </a:lnTo>
                <a:lnTo>
                  <a:pt x="987678" y="218507"/>
                </a:lnTo>
                <a:lnTo>
                  <a:pt x="983488" y="221332"/>
                </a:lnTo>
                <a:cubicBezTo>
                  <a:pt x="981046" y="222365"/>
                  <a:pt x="978360" y="222936"/>
                  <a:pt x="975542" y="222936"/>
                </a:cubicBezTo>
                <a:cubicBezTo>
                  <a:pt x="964268" y="222936"/>
                  <a:pt x="955129" y="213797"/>
                  <a:pt x="955129" y="202523"/>
                </a:cubicBezTo>
                <a:cubicBezTo>
                  <a:pt x="955129" y="191250"/>
                  <a:pt x="964268" y="182110"/>
                  <a:pt x="975542" y="182110"/>
                </a:cubicBezTo>
                <a:close/>
                <a:moveTo>
                  <a:pt x="926765" y="182110"/>
                </a:moveTo>
                <a:cubicBezTo>
                  <a:pt x="938039" y="182110"/>
                  <a:pt x="947178" y="191250"/>
                  <a:pt x="947178" y="202523"/>
                </a:cubicBezTo>
                <a:cubicBezTo>
                  <a:pt x="947178" y="213797"/>
                  <a:pt x="938039" y="222936"/>
                  <a:pt x="926765" y="222936"/>
                </a:cubicBezTo>
                <a:cubicBezTo>
                  <a:pt x="915491" y="222936"/>
                  <a:pt x="906352" y="213797"/>
                  <a:pt x="906352" y="202523"/>
                </a:cubicBezTo>
                <a:cubicBezTo>
                  <a:pt x="906352" y="191250"/>
                  <a:pt x="915491" y="182110"/>
                  <a:pt x="926765" y="182110"/>
                </a:cubicBezTo>
                <a:close/>
                <a:moveTo>
                  <a:pt x="877988" y="182110"/>
                </a:moveTo>
                <a:cubicBezTo>
                  <a:pt x="889262" y="182110"/>
                  <a:pt x="898401" y="191250"/>
                  <a:pt x="898401" y="202523"/>
                </a:cubicBezTo>
                <a:cubicBezTo>
                  <a:pt x="898401" y="213797"/>
                  <a:pt x="889262" y="222936"/>
                  <a:pt x="877988" y="222936"/>
                </a:cubicBezTo>
                <a:cubicBezTo>
                  <a:pt x="866714" y="222936"/>
                  <a:pt x="857575" y="213797"/>
                  <a:pt x="857575" y="202523"/>
                </a:cubicBezTo>
                <a:cubicBezTo>
                  <a:pt x="857575" y="191250"/>
                  <a:pt x="866714" y="182110"/>
                  <a:pt x="877988" y="182110"/>
                </a:cubicBezTo>
                <a:close/>
                <a:moveTo>
                  <a:pt x="829211" y="182110"/>
                </a:moveTo>
                <a:cubicBezTo>
                  <a:pt x="840485" y="182110"/>
                  <a:pt x="849624" y="191250"/>
                  <a:pt x="849624" y="202523"/>
                </a:cubicBezTo>
                <a:cubicBezTo>
                  <a:pt x="849624" y="213797"/>
                  <a:pt x="840485" y="222936"/>
                  <a:pt x="829211" y="222936"/>
                </a:cubicBezTo>
                <a:cubicBezTo>
                  <a:pt x="817937" y="222936"/>
                  <a:pt x="808798" y="213797"/>
                  <a:pt x="808798" y="202523"/>
                </a:cubicBezTo>
                <a:cubicBezTo>
                  <a:pt x="808798" y="191250"/>
                  <a:pt x="817937" y="182110"/>
                  <a:pt x="829211" y="182110"/>
                </a:cubicBezTo>
                <a:close/>
                <a:moveTo>
                  <a:pt x="780434" y="182110"/>
                </a:moveTo>
                <a:cubicBezTo>
                  <a:pt x="791708" y="182110"/>
                  <a:pt x="800847" y="191250"/>
                  <a:pt x="800847" y="202523"/>
                </a:cubicBezTo>
                <a:cubicBezTo>
                  <a:pt x="800847" y="213797"/>
                  <a:pt x="791708" y="222936"/>
                  <a:pt x="780434" y="222936"/>
                </a:cubicBezTo>
                <a:cubicBezTo>
                  <a:pt x="769160" y="222936"/>
                  <a:pt x="760021" y="213797"/>
                  <a:pt x="760021" y="202523"/>
                </a:cubicBezTo>
                <a:cubicBezTo>
                  <a:pt x="760021" y="191250"/>
                  <a:pt x="769160" y="182110"/>
                  <a:pt x="780434" y="182110"/>
                </a:cubicBezTo>
                <a:close/>
                <a:moveTo>
                  <a:pt x="731657" y="182110"/>
                </a:moveTo>
                <a:cubicBezTo>
                  <a:pt x="742931" y="182110"/>
                  <a:pt x="752070" y="191250"/>
                  <a:pt x="752070" y="202523"/>
                </a:cubicBezTo>
                <a:cubicBezTo>
                  <a:pt x="752070" y="213797"/>
                  <a:pt x="742931" y="222936"/>
                  <a:pt x="731657" y="222936"/>
                </a:cubicBezTo>
                <a:cubicBezTo>
                  <a:pt x="720383" y="222936"/>
                  <a:pt x="711244" y="213797"/>
                  <a:pt x="711244" y="202523"/>
                </a:cubicBezTo>
                <a:cubicBezTo>
                  <a:pt x="711244" y="191250"/>
                  <a:pt x="720383" y="182110"/>
                  <a:pt x="731657" y="182110"/>
                </a:cubicBezTo>
                <a:close/>
                <a:moveTo>
                  <a:pt x="682880" y="182110"/>
                </a:moveTo>
                <a:cubicBezTo>
                  <a:pt x="694153" y="182110"/>
                  <a:pt x="703293" y="191250"/>
                  <a:pt x="703293" y="202523"/>
                </a:cubicBezTo>
                <a:cubicBezTo>
                  <a:pt x="703293" y="213797"/>
                  <a:pt x="694153" y="222936"/>
                  <a:pt x="682880" y="222936"/>
                </a:cubicBezTo>
                <a:cubicBezTo>
                  <a:pt x="671606" y="222936"/>
                  <a:pt x="662467" y="213797"/>
                  <a:pt x="662467" y="202523"/>
                </a:cubicBezTo>
                <a:cubicBezTo>
                  <a:pt x="662467" y="191250"/>
                  <a:pt x="671606" y="182110"/>
                  <a:pt x="682880" y="182110"/>
                </a:cubicBezTo>
                <a:close/>
                <a:moveTo>
                  <a:pt x="634103" y="182110"/>
                </a:moveTo>
                <a:cubicBezTo>
                  <a:pt x="645377" y="182110"/>
                  <a:pt x="654516" y="191250"/>
                  <a:pt x="654516" y="202523"/>
                </a:cubicBezTo>
                <a:cubicBezTo>
                  <a:pt x="654516" y="213797"/>
                  <a:pt x="645377" y="222936"/>
                  <a:pt x="634103" y="222936"/>
                </a:cubicBezTo>
                <a:cubicBezTo>
                  <a:pt x="622829" y="222936"/>
                  <a:pt x="613690" y="213797"/>
                  <a:pt x="613690" y="202523"/>
                </a:cubicBezTo>
                <a:cubicBezTo>
                  <a:pt x="613690" y="191250"/>
                  <a:pt x="622829" y="182110"/>
                  <a:pt x="634103" y="182110"/>
                </a:cubicBezTo>
                <a:close/>
                <a:moveTo>
                  <a:pt x="585326" y="182110"/>
                </a:moveTo>
                <a:cubicBezTo>
                  <a:pt x="596599" y="182110"/>
                  <a:pt x="605738" y="191250"/>
                  <a:pt x="605738" y="202523"/>
                </a:cubicBezTo>
                <a:cubicBezTo>
                  <a:pt x="605738" y="213797"/>
                  <a:pt x="596599" y="222936"/>
                  <a:pt x="585326" y="222936"/>
                </a:cubicBezTo>
                <a:cubicBezTo>
                  <a:pt x="574052" y="222936"/>
                  <a:pt x="564913" y="213797"/>
                  <a:pt x="564913" y="202523"/>
                </a:cubicBezTo>
                <a:cubicBezTo>
                  <a:pt x="564913" y="191250"/>
                  <a:pt x="574052" y="182110"/>
                  <a:pt x="585326" y="182110"/>
                </a:cubicBezTo>
                <a:close/>
                <a:moveTo>
                  <a:pt x="536549" y="182110"/>
                </a:moveTo>
                <a:cubicBezTo>
                  <a:pt x="547822" y="182110"/>
                  <a:pt x="556961" y="191250"/>
                  <a:pt x="556961" y="202523"/>
                </a:cubicBezTo>
                <a:cubicBezTo>
                  <a:pt x="556961" y="213797"/>
                  <a:pt x="547822" y="222936"/>
                  <a:pt x="536549" y="222936"/>
                </a:cubicBezTo>
                <a:cubicBezTo>
                  <a:pt x="525275" y="222936"/>
                  <a:pt x="516136" y="213797"/>
                  <a:pt x="516136" y="202523"/>
                </a:cubicBezTo>
                <a:cubicBezTo>
                  <a:pt x="516136" y="191250"/>
                  <a:pt x="525275" y="182110"/>
                  <a:pt x="536549" y="182110"/>
                </a:cubicBezTo>
                <a:close/>
                <a:moveTo>
                  <a:pt x="487772" y="182110"/>
                </a:moveTo>
                <a:cubicBezTo>
                  <a:pt x="499045" y="182110"/>
                  <a:pt x="508184" y="191250"/>
                  <a:pt x="508184" y="202523"/>
                </a:cubicBezTo>
                <a:cubicBezTo>
                  <a:pt x="508184" y="213797"/>
                  <a:pt x="499045" y="222936"/>
                  <a:pt x="487772" y="222936"/>
                </a:cubicBezTo>
                <a:cubicBezTo>
                  <a:pt x="476498" y="222936"/>
                  <a:pt x="467359" y="213797"/>
                  <a:pt x="467359" y="202523"/>
                </a:cubicBezTo>
                <a:cubicBezTo>
                  <a:pt x="467359" y="191250"/>
                  <a:pt x="476498" y="182110"/>
                  <a:pt x="487772" y="182110"/>
                </a:cubicBezTo>
                <a:close/>
                <a:moveTo>
                  <a:pt x="438994" y="182110"/>
                </a:moveTo>
                <a:cubicBezTo>
                  <a:pt x="450268" y="182110"/>
                  <a:pt x="459407" y="191250"/>
                  <a:pt x="459407" y="202523"/>
                </a:cubicBezTo>
                <a:cubicBezTo>
                  <a:pt x="459407" y="213797"/>
                  <a:pt x="450268" y="222936"/>
                  <a:pt x="438994" y="222936"/>
                </a:cubicBezTo>
                <a:cubicBezTo>
                  <a:pt x="427721" y="222936"/>
                  <a:pt x="418582" y="213797"/>
                  <a:pt x="418582" y="202523"/>
                </a:cubicBezTo>
                <a:cubicBezTo>
                  <a:pt x="418582" y="191250"/>
                  <a:pt x="427721" y="182110"/>
                  <a:pt x="438994" y="182110"/>
                </a:cubicBezTo>
                <a:close/>
                <a:moveTo>
                  <a:pt x="390217" y="182110"/>
                </a:moveTo>
                <a:cubicBezTo>
                  <a:pt x="401491" y="182110"/>
                  <a:pt x="410630" y="191250"/>
                  <a:pt x="410630" y="202523"/>
                </a:cubicBezTo>
                <a:cubicBezTo>
                  <a:pt x="410630" y="213797"/>
                  <a:pt x="401491" y="222936"/>
                  <a:pt x="390217" y="222936"/>
                </a:cubicBezTo>
                <a:cubicBezTo>
                  <a:pt x="378944" y="222936"/>
                  <a:pt x="369805" y="213797"/>
                  <a:pt x="369805" y="202523"/>
                </a:cubicBezTo>
                <a:cubicBezTo>
                  <a:pt x="369805" y="191250"/>
                  <a:pt x="378944" y="182110"/>
                  <a:pt x="390217" y="182110"/>
                </a:cubicBezTo>
                <a:close/>
                <a:moveTo>
                  <a:pt x="341440" y="182110"/>
                </a:moveTo>
                <a:cubicBezTo>
                  <a:pt x="352714" y="182110"/>
                  <a:pt x="361853" y="191250"/>
                  <a:pt x="361853" y="202523"/>
                </a:cubicBezTo>
                <a:cubicBezTo>
                  <a:pt x="361853" y="213797"/>
                  <a:pt x="352714" y="222936"/>
                  <a:pt x="341440" y="222936"/>
                </a:cubicBezTo>
                <a:cubicBezTo>
                  <a:pt x="330166" y="222936"/>
                  <a:pt x="321028" y="213797"/>
                  <a:pt x="321028" y="202523"/>
                </a:cubicBezTo>
                <a:cubicBezTo>
                  <a:pt x="321028" y="191250"/>
                  <a:pt x="330166" y="182110"/>
                  <a:pt x="341440" y="182110"/>
                </a:cubicBezTo>
                <a:close/>
                <a:moveTo>
                  <a:pt x="292663" y="182110"/>
                </a:moveTo>
                <a:cubicBezTo>
                  <a:pt x="303937" y="182110"/>
                  <a:pt x="313076" y="191250"/>
                  <a:pt x="313076" y="202523"/>
                </a:cubicBezTo>
                <a:cubicBezTo>
                  <a:pt x="313076" y="213797"/>
                  <a:pt x="303937" y="222936"/>
                  <a:pt x="292663" y="222936"/>
                </a:cubicBezTo>
                <a:cubicBezTo>
                  <a:pt x="281389" y="222936"/>
                  <a:pt x="272251" y="213797"/>
                  <a:pt x="272251" y="202523"/>
                </a:cubicBezTo>
                <a:cubicBezTo>
                  <a:pt x="272251" y="191250"/>
                  <a:pt x="281389" y="182110"/>
                  <a:pt x="292663" y="182110"/>
                </a:cubicBezTo>
                <a:close/>
                <a:moveTo>
                  <a:pt x="243886" y="182110"/>
                </a:moveTo>
                <a:cubicBezTo>
                  <a:pt x="255160" y="182110"/>
                  <a:pt x="264299" y="191250"/>
                  <a:pt x="264299" y="202523"/>
                </a:cubicBezTo>
                <a:cubicBezTo>
                  <a:pt x="264299" y="213797"/>
                  <a:pt x="255160" y="222936"/>
                  <a:pt x="243886" y="222936"/>
                </a:cubicBezTo>
                <a:cubicBezTo>
                  <a:pt x="232612" y="222936"/>
                  <a:pt x="223473" y="213797"/>
                  <a:pt x="223473" y="202523"/>
                </a:cubicBezTo>
                <a:cubicBezTo>
                  <a:pt x="223473" y="191250"/>
                  <a:pt x="232612" y="182110"/>
                  <a:pt x="243886" y="182110"/>
                </a:cubicBezTo>
                <a:close/>
                <a:moveTo>
                  <a:pt x="195109" y="182110"/>
                </a:moveTo>
                <a:cubicBezTo>
                  <a:pt x="206383" y="182110"/>
                  <a:pt x="215522" y="191250"/>
                  <a:pt x="215522" y="202523"/>
                </a:cubicBezTo>
                <a:cubicBezTo>
                  <a:pt x="215522" y="213797"/>
                  <a:pt x="206383" y="222936"/>
                  <a:pt x="195109" y="222936"/>
                </a:cubicBezTo>
                <a:cubicBezTo>
                  <a:pt x="183835" y="222936"/>
                  <a:pt x="174696" y="213797"/>
                  <a:pt x="174696" y="202523"/>
                </a:cubicBezTo>
                <a:cubicBezTo>
                  <a:pt x="174696" y="191250"/>
                  <a:pt x="183835" y="182110"/>
                  <a:pt x="195109" y="182110"/>
                </a:cubicBezTo>
                <a:close/>
                <a:moveTo>
                  <a:pt x="146332" y="182110"/>
                </a:moveTo>
                <a:cubicBezTo>
                  <a:pt x="157606" y="182110"/>
                  <a:pt x="166745" y="191250"/>
                  <a:pt x="166745" y="202523"/>
                </a:cubicBezTo>
                <a:cubicBezTo>
                  <a:pt x="166745" y="213797"/>
                  <a:pt x="157606" y="222936"/>
                  <a:pt x="146332" y="222936"/>
                </a:cubicBezTo>
                <a:cubicBezTo>
                  <a:pt x="135058" y="222936"/>
                  <a:pt x="125919" y="213797"/>
                  <a:pt x="125919" y="202523"/>
                </a:cubicBezTo>
                <a:cubicBezTo>
                  <a:pt x="125919" y="191250"/>
                  <a:pt x="135058" y="182110"/>
                  <a:pt x="146332" y="182110"/>
                </a:cubicBezTo>
                <a:close/>
                <a:moveTo>
                  <a:pt x="97555" y="182110"/>
                </a:moveTo>
                <a:cubicBezTo>
                  <a:pt x="108829" y="182110"/>
                  <a:pt x="117968" y="191250"/>
                  <a:pt x="117968" y="202523"/>
                </a:cubicBezTo>
                <a:cubicBezTo>
                  <a:pt x="117968" y="213797"/>
                  <a:pt x="108829" y="222936"/>
                  <a:pt x="97555" y="222936"/>
                </a:cubicBezTo>
                <a:cubicBezTo>
                  <a:pt x="86281" y="222936"/>
                  <a:pt x="77142" y="213797"/>
                  <a:pt x="77142" y="202523"/>
                </a:cubicBezTo>
                <a:cubicBezTo>
                  <a:pt x="77142" y="191250"/>
                  <a:pt x="86281" y="182110"/>
                  <a:pt x="97555" y="182110"/>
                </a:cubicBezTo>
                <a:close/>
                <a:moveTo>
                  <a:pt x="48778" y="182110"/>
                </a:moveTo>
                <a:cubicBezTo>
                  <a:pt x="60052" y="182110"/>
                  <a:pt x="69191" y="191250"/>
                  <a:pt x="69191" y="202523"/>
                </a:cubicBezTo>
                <a:cubicBezTo>
                  <a:pt x="69191" y="213797"/>
                  <a:pt x="60052" y="222936"/>
                  <a:pt x="48778" y="222936"/>
                </a:cubicBezTo>
                <a:cubicBezTo>
                  <a:pt x="37504" y="222936"/>
                  <a:pt x="28365" y="213797"/>
                  <a:pt x="28365" y="202523"/>
                </a:cubicBezTo>
                <a:cubicBezTo>
                  <a:pt x="28365" y="191250"/>
                  <a:pt x="37504" y="182110"/>
                  <a:pt x="48778" y="182110"/>
                </a:cubicBezTo>
                <a:close/>
                <a:moveTo>
                  <a:pt x="2" y="182110"/>
                </a:moveTo>
                <a:cubicBezTo>
                  <a:pt x="11275" y="182110"/>
                  <a:pt x="20414" y="191250"/>
                  <a:pt x="20414" y="202523"/>
                </a:cubicBezTo>
                <a:cubicBezTo>
                  <a:pt x="20414" y="213797"/>
                  <a:pt x="11275" y="222936"/>
                  <a:pt x="2" y="222936"/>
                </a:cubicBezTo>
                <a:lnTo>
                  <a:pt x="0" y="222935"/>
                </a:lnTo>
                <a:lnTo>
                  <a:pt x="0" y="182111"/>
                </a:lnTo>
                <a:close/>
                <a:moveTo>
                  <a:pt x="975542" y="128024"/>
                </a:moveTo>
                <a:cubicBezTo>
                  <a:pt x="986816" y="128024"/>
                  <a:pt x="995955" y="137163"/>
                  <a:pt x="995955" y="148437"/>
                </a:cubicBezTo>
                <a:cubicBezTo>
                  <a:pt x="995955" y="159711"/>
                  <a:pt x="986816" y="168850"/>
                  <a:pt x="975542" y="168850"/>
                </a:cubicBezTo>
                <a:cubicBezTo>
                  <a:pt x="964268" y="168850"/>
                  <a:pt x="955129" y="159711"/>
                  <a:pt x="955129" y="148437"/>
                </a:cubicBezTo>
                <a:cubicBezTo>
                  <a:pt x="955129" y="137163"/>
                  <a:pt x="964268" y="128024"/>
                  <a:pt x="975542" y="128024"/>
                </a:cubicBezTo>
                <a:close/>
                <a:moveTo>
                  <a:pt x="926765" y="128024"/>
                </a:moveTo>
                <a:cubicBezTo>
                  <a:pt x="938039" y="128024"/>
                  <a:pt x="947178" y="137163"/>
                  <a:pt x="947178" y="148437"/>
                </a:cubicBezTo>
                <a:cubicBezTo>
                  <a:pt x="947178" y="159711"/>
                  <a:pt x="938039" y="168850"/>
                  <a:pt x="926765" y="168850"/>
                </a:cubicBezTo>
                <a:cubicBezTo>
                  <a:pt x="915491" y="168850"/>
                  <a:pt x="906352" y="159711"/>
                  <a:pt x="906352" y="148437"/>
                </a:cubicBezTo>
                <a:cubicBezTo>
                  <a:pt x="906352" y="137163"/>
                  <a:pt x="915491" y="128024"/>
                  <a:pt x="926765" y="128024"/>
                </a:cubicBezTo>
                <a:close/>
                <a:moveTo>
                  <a:pt x="877988" y="128024"/>
                </a:moveTo>
                <a:cubicBezTo>
                  <a:pt x="889262" y="128024"/>
                  <a:pt x="898401" y="137163"/>
                  <a:pt x="898401" y="148437"/>
                </a:cubicBezTo>
                <a:cubicBezTo>
                  <a:pt x="898401" y="159711"/>
                  <a:pt x="889262" y="168850"/>
                  <a:pt x="877988" y="168850"/>
                </a:cubicBezTo>
                <a:cubicBezTo>
                  <a:pt x="866714" y="168850"/>
                  <a:pt x="857575" y="159711"/>
                  <a:pt x="857575" y="148437"/>
                </a:cubicBezTo>
                <a:cubicBezTo>
                  <a:pt x="857575" y="137163"/>
                  <a:pt x="866714" y="128024"/>
                  <a:pt x="877988" y="128024"/>
                </a:cubicBezTo>
                <a:close/>
                <a:moveTo>
                  <a:pt x="829211" y="128024"/>
                </a:moveTo>
                <a:cubicBezTo>
                  <a:pt x="840485" y="128024"/>
                  <a:pt x="849624" y="137163"/>
                  <a:pt x="849624" y="148437"/>
                </a:cubicBezTo>
                <a:cubicBezTo>
                  <a:pt x="849624" y="159711"/>
                  <a:pt x="840485" y="168850"/>
                  <a:pt x="829211" y="168850"/>
                </a:cubicBezTo>
                <a:cubicBezTo>
                  <a:pt x="817937" y="168850"/>
                  <a:pt x="808798" y="159711"/>
                  <a:pt x="808798" y="148437"/>
                </a:cubicBezTo>
                <a:cubicBezTo>
                  <a:pt x="808798" y="137163"/>
                  <a:pt x="817937" y="128024"/>
                  <a:pt x="829211" y="128024"/>
                </a:cubicBezTo>
                <a:close/>
                <a:moveTo>
                  <a:pt x="780434" y="128024"/>
                </a:moveTo>
                <a:cubicBezTo>
                  <a:pt x="791708" y="128024"/>
                  <a:pt x="800847" y="137163"/>
                  <a:pt x="800847" y="148437"/>
                </a:cubicBezTo>
                <a:cubicBezTo>
                  <a:pt x="800847" y="159711"/>
                  <a:pt x="791708" y="168850"/>
                  <a:pt x="780434" y="168850"/>
                </a:cubicBezTo>
                <a:cubicBezTo>
                  <a:pt x="769160" y="168850"/>
                  <a:pt x="760021" y="159711"/>
                  <a:pt x="760021" y="148437"/>
                </a:cubicBezTo>
                <a:cubicBezTo>
                  <a:pt x="760021" y="137163"/>
                  <a:pt x="769160" y="128024"/>
                  <a:pt x="780434" y="128024"/>
                </a:cubicBezTo>
                <a:close/>
                <a:moveTo>
                  <a:pt x="731657" y="128024"/>
                </a:moveTo>
                <a:cubicBezTo>
                  <a:pt x="742931" y="128024"/>
                  <a:pt x="752070" y="137163"/>
                  <a:pt x="752070" y="148437"/>
                </a:cubicBezTo>
                <a:cubicBezTo>
                  <a:pt x="752070" y="159711"/>
                  <a:pt x="742931" y="168850"/>
                  <a:pt x="731657" y="168850"/>
                </a:cubicBezTo>
                <a:cubicBezTo>
                  <a:pt x="720383" y="168850"/>
                  <a:pt x="711244" y="159711"/>
                  <a:pt x="711244" y="148437"/>
                </a:cubicBezTo>
                <a:cubicBezTo>
                  <a:pt x="711244" y="137163"/>
                  <a:pt x="720383" y="128024"/>
                  <a:pt x="731657" y="128024"/>
                </a:cubicBezTo>
                <a:close/>
                <a:moveTo>
                  <a:pt x="682880" y="128024"/>
                </a:moveTo>
                <a:cubicBezTo>
                  <a:pt x="694153" y="128024"/>
                  <a:pt x="703293" y="137163"/>
                  <a:pt x="703293" y="148437"/>
                </a:cubicBezTo>
                <a:cubicBezTo>
                  <a:pt x="703293" y="159711"/>
                  <a:pt x="694153" y="168850"/>
                  <a:pt x="682880" y="168850"/>
                </a:cubicBezTo>
                <a:cubicBezTo>
                  <a:pt x="671606" y="168850"/>
                  <a:pt x="662467" y="159711"/>
                  <a:pt x="662467" y="148437"/>
                </a:cubicBezTo>
                <a:cubicBezTo>
                  <a:pt x="662467" y="137163"/>
                  <a:pt x="671606" y="128024"/>
                  <a:pt x="682880" y="128024"/>
                </a:cubicBezTo>
                <a:close/>
                <a:moveTo>
                  <a:pt x="634103" y="128024"/>
                </a:moveTo>
                <a:cubicBezTo>
                  <a:pt x="645377" y="128024"/>
                  <a:pt x="654516" y="137163"/>
                  <a:pt x="654516" y="148437"/>
                </a:cubicBezTo>
                <a:cubicBezTo>
                  <a:pt x="654516" y="159711"/>
                  <a:pt x="645377" y="168850"/>
                  <a:pt x="634103" y="168850"/>
                </a:cubicBezTo>
                <a:cubicBezTo>
                  <a:pt x="622829" y="168850"/>
                  <a:pt x="613690" y="159711"/>
                  <a:pt x="613690" y="148437"/>
                </a:cubicBezTo>
                <a:cubicBezTo>
                  <a:pt x="613690" y="137163"/>
                  <a:pt x="622829" y="128024"/>
                  <a:pt x="634103" y="128024"/>
                </a:cubicBezTo>
                <a:close/>
                <a:moveTo>
                  <a:pt x="585326" y="128024"/>
                </a:moveTo>
                <a:cubicBezTo>
                  <a:pt x="596599" y="128024"/>
                  <a:pt x="605738" y="137163"/>
                  <a:pt x="605738" y="148437"/>
                </a:cubicBezTo>
                <a:cubicBezTo>
                  <a:pt x="605738" y="159711"/>
                  <a:pt x="596599" y="168850"/>
                  <a:pt x="585326" y="168850"/>
                </a:cubicBezTo>
                <a:cubicBezTo>
                  <a:pt x="574052" y="168850"/>
                  <a:pt x="564913" y="159711"/>
                  <a:pt x="564913" y="148437"/>
                </a:cubicBezTo>
                <a:cubicBezTo>
                  <a:pt x="564913" y="137163"/>
                  <a:pt x="574052" y="128024"/>
                  <a:pt x="585326" y="128024"/>
                </a:cubicBezTo>
                <a:close/>
                <a:moveTo>
                  <a:pt x="536549" y="128024"/>
                </a:moveTo>
                <a:cubicBezTo>
                  <a:pt x="547822" y="128024"/>
                  <a:pt x="556961" y="137163"/>
                  <a:pt x="556961" y="148437"/>
                </a:cubicBezTo>
                <a:cubicBezTo>
                  <a:pt x="556961" y="159711"/>
                  <a:pt x="547822" y="168850"/>
                  <a:pt x="536549" y="168850"/>
                </a:cubicBezTo>
                <a:cubicBezTo>
                  <a:pt x="525275" y="168850"/>
                  <a:pt x="516136" y="159711"/>
                  <a:pt x="516136" y="148437"/>
                </a:cubicBezTo>
                <a:cubicBezTo>
                  <a:pt x="516136" y="137163"/>
                  <a:pt x="525275" y="128024"/>
                  <a:pt x="536549" y="128024"/>
                </a:cubicBezTo>
                <a:close/>
                <a:moveTo>
                  <a:pt x="487772" y="128024"/>
                </a:moveTo>
                <a:cubicBezTo>
                  <a:pt x="499045" y="128024"/>
                  <a:pt x="508184" y="137163"/>
                  <a:pt x="508184" y="148437"/>
                </a:cubicBezTo>
                <a:cubicBezTo>
                  <a:pt x="508184" y="159711"/>
                  <a:pt x="499045" y="168850"/>
                  <a:pt x="487772" y="168850"/>
                </a:cubicBezTo>
                <a:cubicBezTo>
                  <a:pt x="476498" y="168850"/>
                  <a:pt x="467359" y="159711"/>
                  <a:pt x="467359" y="148437"/>
                </a:cubicBezTo>
                <a:cubicBezTo>
                  <a:pt x="467359" y="137163"/>
                  <a:pt x="476498" y="128024"/>
                  <a:pt x="487772" y="128024"/>
                </a:cubicBezTo>
                <a:close/>
                <a:moveTo>
                  <a:pt x="438994" y="128024"/>
                </a:moveTo>
                <a:cubicBezTo>
                  <a:pt x="450268" y="128024"/>
                  <a:pt x="459407" y="137163"/>
                  <a:pt x="459407" y="148437"/>
                </a:cubicBezTo>
                <a:cubicBezTo>
                  <a:pt x="459407" y="159711"/>
                  <a:pt x="450268" y="168850"/>
                  <a:pt x="438994" y="168850"/>
                </a:cubicBezTo>
                <a:cubicBezTo>
                  <a:pt x="427721" y="168850"/>
                  <a:pt x="418582" y="159711"/>
                  <a:pt x="418582" y="148437"/>
                </a:cubicBezTo>
                <a:cubicBezTo>
                  <a:pt x="418582" y="137163"/>
                  <a:pt x="427721" y="128024"/>
                  <a:pt x="438994" y="128024"/>
                </a:cubicBezTo>
                <a:close/>
                <a:moveTo>
                  <a:pt x="390217" y="128024"/>
                </a:moveTo>
                <a:cubicBezTo>
                  <a:pt x="401491" y="128024"/>
                  <a:pt x="410630" y="137163"/>
                  <a:pt x="410630" y="148437"/>
                </a:cubicBezTo>
                <a:cubicBezTo>
                  <a:pt x="410630" y="159711"/>
                  <a:pt x="401491" y="168850"/>
                  <a:pt x="390217" y="168850"/>
                </a:cubicBezTo>
                <a:cubicBezTo>
                  <a:pt x="378944" y="168850"/>
                  <a:pt x="369805" y="159711"/>
                  <a:pt x="369805" y="148437"/>
                </a:cubicBezTo>
                <a:cubicBezTo>
                  <a:pt x="369805" y="137163"/>
                  <a:pt x="378944" y="128024"/>
                  <a:pt x="390217" y="128024"/>
                </a:cubicBezTo>
                <a:close/>
                <a:moveTo>
                  <a:pt x="341440" y="128024"/>
                </a:moveTo>
                <a:cubicBezTo>
                  <a:pt x="352714" y="128024"/>
                  <a:pt x="361853" y="137163"/>
                  <a:pt x="361853" y="148437"/>
                </a:cubicBezTo>
                <a:cubicBezTo>
                  <a:pt x="361853" y="159711"/>
                  <a:pt x="352714" y="168850"/>
                  <a:pt x="341440" y="168850"/>
                </a:cubicBezTo>
                <a:cubicBezTo>
                  <a:pt x="330166" y="168850"/>
                  <a:pt x="321028" y="159711"/>
                  <a:pt x="321028" y="148437"/>
                </a:cubicBezTo>
                <a:cubicBezTo>
                  <a:pt x="321028" y="137163"/>
                  <a:pt x="330166" y="128024"/>
                  <a:pt x="341440" y="128024"/>
                </a:cubicBezTo>
                <a:close/>
                <a:moveTo>
                  <a:pt x="292663" y="128024"/>
                </a:moveTo>
                <a:cubicBezTo>
                  <a:pt x="303937" y="128024"/>
                  <a:pt x="313076" y="137163"/>
                  <a:pt x="313076" y="148437"/>
                </a:cubicBezTo>
                <a:cubicBezTo>
                  <a:pt x="313076" y="159711"/>
                  <a:pt x="303937" y="168850"/>
                  <a:pt x="292663" y="168850"/>
                </a:cubicBezTo>
                <a:cubicBezTo>
                  <a:pt x="281389" y="168850"/>
                  <a:pt x="272251" y="159711"/>
                  <a:pt x="272251" y="148437"/>
                </a:cubicBezTo>
                <a:cubicBezTo>
                  <a:pt x="272251" y="137163"/>
                  <a:pt x="281389" y="128024"/>
                  <a:pt x="292663" y="128024"/>
                </a:cubicBezTo>
                <a:close/>
                <a:moveTo>
                  <a:pt x="243886" y="128024"/>
                </a:moveTo>
                <a:cubicBezTo>
                  <a:pt x="255160" y="128024"/>
                  <a:pt x="264299" y="137163"/>
                  <a:pt x="264299" y="148437"/>
                </a:cubicBezTo>
                <a:cubicBezTo>
                  <a:pt x="264299" y="159711"/>
                  <a:pt x="255160" y="168850"/>
                  <a:pt x="243886" y="168850"/>
                </a:cubicBezTo>
                <a:cubicBezTo>
                  <a:pt x="232612" y="168850"/>
                  <a:pt x="223473" y="159711"/>
                  <a:pt x="223473" y="148437"/>
                </a:cubicBezTo>
                <a:cubicBezTo>
                  <a:pt x="223473" y="137163"/>
                  <a:pt x="232612" y="128024"/>
                  <a:pt x="243886" y="128024"/>
                </a:cubicBezTo>
                <a:close/>
                <a:moveTo>
                  <a:pt x="195109" y="128024"/>
                </a:moveTo>
                <a:cubicBezTo>
                  <a:pt x="206383" y="128024"/>
                  <a:pt x="215522" y="137163"/>
                  <a:pt x="215522" y="148437"/>
                </a:cubicBezTo>
                <a:cubicBezTo>
                  <a:pt x="215522" y="159711"/>
                  <a:pt x="206383" y="168850"/>
                  <a:pt x="195109" y="168850"/>
                </a:cubicBezTo>
                <a:cubicBezTo>
                  <a:pt x="183835" y="168850"/>
                  <a:pt x="174696" y="159711"/>
                  <a:pt x="174696" y="148437"/>
                </a:cubicBezTo>
                <a:cubicBezTo>
                  <a:pt x="174696" y="137163"/>
                  <a:pt x="183835" y="128024"/>
                  <a:pt x="195109" y="128024"/>
                </a:cubicBezTo>
                <a:close/>
                <a:moveTo>
                  <a:pt x="146332" y="128024"/>
                </a:moveTo>
                <a:cubicBezTo>
                  <a:pt x="157606" y="128024"/>
                  <a:pt x="166745" y="137163"/>
                  <a:pt x="166745" y="148437"/>
                </a:cubicBezTo>
                <a:cubicBezTo>
                  <a:pt x="166745" y="159711"/>
                  <a:pt x="157606" y="168850"/>
                  <a:pt x="146332" y="168850"/>
                </a:cubicBezTo>
                <a:cubicBezTo>
                  <a:pt x="135058" y="168850"/>
                  <a:pt x="125919" y="159711"/>
                  <a:pt x="125919" y="148437"/>
                </a:cubicBezTo>
                <a:cubicBezTo>
                  <a:pt x="125919" y="137163"/>
                  <a:pt x="135058" y="128024"/>
                  <a:pt x="146332" y="128024"/>
                </a:cubicBezTo>
                <a:close/>
                <a:moveTo>
                  <a:pt x="97555" y="128024"/>
                </a:moveTo>
                <a:cubicBezTo>
                  <a:pt x="108829" y="128024"/>
                  <a:pt x="117968" y="137163"/>
                  <a:pt x="117968" y="148437"/>
                </a:cubicBezTo>
                <a:cubicBezTo>
                  <a:pt x="117968" y="159711"/>
                  <a:pt x="108829" y="168850"/>
                  <a:pt x="97555" y="168850"/>
                </a:cubicBezTo>
                <a:cubicBezTo>
                  <a:pt x="86281" y="168850"/>
                  <a:pt x="77142" y="159711"/>
                  <a:pt x="77142" y="148437"/>
                </a:cubicBezTo>
                <a:cubicBezTo>
                  <a:pt x="77142" y="137163"/>
                  <a:pt x="86281" y="128024"/>
                  <a:pt x="97555" y="128024"/>
                </a:cubicBezTo>
                <a:close/>
                <a:moveTo>
                  <a:pt x="48778" y="128024"/>
                </a:moveTo>
                <a:cubicBezTo>
                  <a:pt x="60052" y="128024"/>
                  <a:pt x="69191" y="137163"/>
                  <a:pt x="69191" y="148437"/>
                </a:cubicBezTo>
                <a:cubicBezTo>
                  <a:pt x="69191" y="159711"/>
                  <a:pt x="60052" y="168850"/>
                  <a:pt x="48778" y="168850"/>
                </a:cubicBezTo>
                <a:cubicBezTo>
                  <a:pt x="37504" y="168850"/>
                  <a:pt x="28365" y="159711"/>
                  <a:pt x="28365" y="148437"/>
                </a:cubicBezTo>
                <a:cubicBezTo>
                  <a:pt x="28365" y="137163"/>
                  <a:pt x="37504" y="128024"/>
                  <a:pt x="48778" y="128024"/>
                </a:cubicBezTo>
                <a:close/>
                <a:moveTo>
                  <a:pt x="2" y="128024"/>
                </a:moveTo>
                <a:cubicBezTo>
                  <a:pt x="11275" y="128024"/>
                  <a:pt x="20414" y="137163"/>
                  <a:pt x="20414" y="148437"/>
                </a:cubicBezTo>
                <a:cubicBezTo>
                  <a:pt x="20414" y="159711"/>
                  <a:pt x="11275" y="168850"/>
                  <a:pt x="2" y="168850"/>
                </a:cubicBezTo>
                <a:lnTo>
                  <a:pt x="0" y="168849"/>
                </a:lnTo>
                <a:lnTo>
                  <a:pt x="0" y="128025"/>
                </a:lnTo>
                <a:close/>
                <a:moveTo>
                  <a:pt x="1006915" y="87087"/>
                </a:moveTo>
                <a:lnTo>
                  <a:pt x="1006262" y="100037"/>
                </a:lnTo>
                <a:lnTo>
                  <a:pt x="1003906" y="94351"/>
                </a:lnTo>
                <a:close/>
                <a:moveTo>
                  <a:pt x="975542" y="73938"/>
                </a:moveTo>
                <a:cubicBezTo>
                  <a:pt x="986816" y="73938"/>
                  <a:pt x="995955" y="83077"/>
                  <a:pt x="995955" y="94351"/>
                </a:cubicBezTo>
                <a:cubicBezTo>
                  <a:pt x="995955" y="105625"/>
                  <a:pt x="986816" y="114764"/>
                  <a:pt x="975542" y="114764"/>
                </a:cubicBezTo>
                <a:cubicBezTo>
                  <a:pt x="964268" y="114764"/>
                  <a:pt x="955129" y="105625"/>
                  <a:pt x="955129" y="94351"/>
                </a:cubicBezTo>
                <a:cubicBezTo>
                  <a:pt x="955129" y="83077"/>
                  <a:pt x="964268" y="73938"/>
                  <a:pt x="975542" y="73938"/>
                </a:cubicBezTo>
                <a:close/>
                <a:moveTo>
                  <a:pt x="926765" y="73938"/>
                </a:moveTo>
                <a:cubicBezTo>
                  <a:pt x="938039" y="73938"/>
                  <a:pt x="947178" y="83077"/>
                  <a:pt x="947178" y="94351"/>
                </a:cubicBezTo>
                <a:cubicBezTo>
                  <a:pt x="947178" y="105625"/>
                  <a:pt x="938039" y="114764"/>
                  <a:pt x="926765" y="114764"/>
                </a:cubicBezTo>
                <a:cubicBezTo>
                  <a:pt x="915491" y="114764"/>
                  <a:pt x="906352" y="105625"/>
                  <a:pt x="906352" y="94351"/>
                </a:cubicBezTo>
                <a:cubicBezTo>
                  <a:pt x="906352" y="83077"/>
                  <a:pt x="915491" y="73938"/>
                  <a:pt x="926765" y="73938"/>
                </a:cubicBezTo>
                <a:close/>
                <a:moveTo>
                  <a:pt x="877988" y="73938"/>
                </a:moveTo>
                <a:cubicBezTo>
                  <a:pt x="889262" y="73938"/>
                  <a:pt x="898401" y="83077"/>
                  <a:pt x="898401" y="94351"/>
                </a:cubicBezTo>
                <a:cubicBezTo>
                  <a:pt x="898401" y="105625"/>
                  <a:pt x="889262" y="114764"/>
                  <a:pt x="877988" y="114764"/>
                </a:cubicBezTo>
                <a:cubicBezTo>
                  <a:pt x="866714" y="114764"/>
                  <a:pt x="857575" y="105625"/>
                  <a:pt x="857575" y="94351"/>
                </a:cubicBezTo>
                <a:cubicBezTo>
                  <a:pt x="857575" y="83077"/>
                  <a:pt x="866714" y="73938"/>
                  <a:pt x="877988" y="73938"/>
                </a:cubicBezTo>
                <a:close/>
                <a:moveTo>
                  <a:pt x="829211" y="73938"/>
                </a:moveTo>
                <a:cubicBezTo>
                  <a:pt x="840485" y="73938"/>
                  <a:pt x="849624" y="83077"/>
                  <a:pt x="849624" y="94351"/>
                </a:cubicBezTo>
                <a:cubicBezTo>
                  <a:pt x="849624" y="105625"/>
                  <a:pt x="840485" y="114764"/>
                  <a:pt x="829211" y="114764"/>
                </a:cubicBezTo>
                <a:cubicBezTo>
                  <a:pt x="817937" y="114764"/>
                  <a:pt x="808798" y="105625"/>
                  <a:pt x="808798" y="94351"/>
                </a:cubicBezTo>
                <a:cubicBezTo>
                  <a:pt x="808798" y="83077"/>
                  <a:pt x="817937" y="73938"/>
                  <a:pt x="829211" y="73938"/>
                </a:cubicBezTo>
                <a:close/>
                <a:moveTo>
                  <a:pt x="780434" y="73938"/>
                </a:moveTo>
                <a:cubicBezTo>
                  <a:pt x="791708" y="73938"/>
                  <a:pt x="800847" y="83077"/>
                  <a:pt x="800847" y="94351"/>
                </a:cubicBezTo>
                <a:cubicBezTo>
                  <a:pt x="800847" y="105625"/>
                  <a:pt x="791708" y="114764"/>
                  <a:pt x="780434" y="114764"/>
                </a:cubicBezTo>
                <a:cubicBezTo>
                  <a:pt x="769160" y="114764"/>
                  <a:pt x="760021" y="105625"/>
                  <a:pt x="760021" y="94351"/>
                </a:cubicBezTo>
                <a:cubicBezTo>
                  <a:pt x="760021" y="83077"/>
                  <a:pt x="769160" y="73938"/>
                  <a:pt x="780434" y="73938"/>
                </a:cubicBezTo>
                <a:close/>
                <a:moveTo>
                  <a:pt x="731657" y="73938"/>
                </a:moveTo>
                <a:cubicBezTo>
                  <a:pt x="742931" y="73938"/>
                  <a:pt x="752070" y="83077"/>
                  <a:pt x="752070" y="94351"/>
                </a:cubicBezTo>
                <a:cubicBezTo>
                  <a:pt x="752070" y="105625"/>
                  <a:pt x="742931" y="114764"/>
                  <a:pt x="731657" y="114764"/>
                </a:cubicBezTo>
                <a:cubicBezTo>
                  <a:pt x="720383" y="114764"/>
                  <a:pt x="711244" y="105625"/>
                  <a:pt x="711244" y="94351"/>
                </a:cubicBezTo>
                <a:cubicBezTo>
                  <a:pt x="711244" y="83077"/>
                  <a:pt x="720383" y="73938"/>
                  <a:pt x="731657" y="73938"/>
                </a:cubicBezTo>
                <a:close/>
                <a:moveTo>
                  <a:pt x="682880" y="73938"/>
                </a:moveTo>
                <a:cubicBezTo>
                  <a:pt x="694153" y="73938"/>
                  <a:pt x="703293" y="83077"/>
                  <a:pt x="703293" y="94351"/>
                </a:cubicBezTo>
                <a:cubicBezTo>
                  <a:pt x="703293" y="105625"/>
                  <a:pt x="694153" y="114764"/>
                  <a:pt x="682880" y="114764"/>
                </a:cubicBezTo>
                <a:cubicBezTo>
                  <a:pt x="671606" y="114764"/>
                  <a:pt x="662467" y="105625"/>
                  <a:pt x="662467" y="94351"/>
                </a:cubicBezTo>
                <a:cubicBezTo>
                  <a:pt x="662467" y="83077"/>
                  <a:pt x="671606" y="73938"/>
                  <a:pt x="682880" y="73938"/>
                </a:cubicBezTo>
                <a:close/>
                <a:moveTo>
                  <a:pt x="634103" y="73938"/>
                </a:moveTo>
                <a:cubicBezTo>
                  <a:pt x="645377" y="73938"/>
                  <a:pt x="654516" y="83077"/>
                  <a:pt x="654516" y="94351"/>
                </a:cubicBezTo>
                <a:cubicBezTo>
                  <a:pt x="654516" y="105625"/>
                  <a:pt x="645377" y="114764"/>
                  <a:pt x="634103" y="114764"/>
                </a:cubicBezTo>
                <a:cubicBezTo>
                  <a:pt x="622829" y="114764"/>
                  <a:pt x="613690" y="105625"/>
                  <a:pt x="613690" y="94351"/>
                </a:cubicBezTo>
                <a:cubicBezTo>
                  <a:pt x="613690" y="83077"/>
                  <a:pt x="622829" y="73938"/>
                  <a:pt x="634103" y="73938"/>
                </a:cubicBezTo>
                <a:close/>
                <a:moveTo>
                  <a:pt x="585326" y="73938"/>
                </a:moveTo>
                <a:cubicBezTo>
                  <a:pt x="596599" y="73938"/>
                  <a:pt x="605738" y="83077"/>
                  <a:pt x="605738" y="94351"/>
                </a:cubicBezTo>
                <a:cubicBezTo>
                  <a:pt x="605738" y="105625"/>
                  <a:pt x="596599" y="114764"/>
                  <a:pt x="585326" y="114764"/>
                </a:cubicBezTo>
                <a:cubicBezTo>
                  <a:pt x="574052" y="114764"/>
                  <a:pt x="564913" y="105625"/>
                  <a:pt x="564913" y="94351"/>
                </a:cubicBezTo>
                <a:cubicBezTo>
                  <a:pt x="564913" y="83077"/>
                  <a:pt x="574052" y="73938"/>
                  <a:pt x="585326" y="73938"/>
                </a:cubicBezTo>
                <a:close/>
                <a:moveTo>
                  <a:pt x="536549" y="73938"/>
                </a:moveTo>
                <a:cubicBezTo>
                  <a:pt x="547822" y="73938"/>
                  <a:pt x="556961" y="83077"/>
                  <a:pt x="556961" y="94351"/>
                </a:cubicBezTo>
                <a:cubicBezTo>
                  <a:pt x="556961" y="105625"/>
                  <a:pt x="547822" y="114764"/>
                  <a:pt x="536549" y="114764"/>
                </a:cubicBezTo>
                <a:cubicBezTo>
                  <a:pt x="525275" y="114764"/>
                  <a:pt x="516136" y="105625"/>
                  <a:pt x="516136" y="94351"/>
                </a:cubicBezTo>
                <a:cubicBezTo>
                  <a:pt x="516136" y="83077"/>
                  <a:pt x="525275" y="73938"/>
                  <a:pt x="536549" y="73938"/>
                </a:cubicBezTo>
                <a:close/>
                <a:moveTo>
                  <a:pt x="487772" y="73938"/>
                </a:moveTo>
                <a:cubicBezTo>
                  <a:pt x="499045" y="73938"/>
                  <a:pt x="508184" y="83077"/>
                  <a:pt x="508184" y="94351"/>
                </a:cubicBezTo>
                <a:cubicBezTo>
                  <a:pt x="508184" y="105625"/>
                  <a:pt x="499045" y="114764"/>
                  <a:pt x="487772" y="114764"/>
                </a:cubicBezTo>
                <a:cubicBezTo>
                  <a:pt x="476498" y="114764"/>
                  <a:pt x="467359" y="105625"/>
                  <a:pt x="467359" y="94351"/>
                </a:cubicBezTo>
                <a:cubicBezTo>
                  <a:pt x="467359" y="83077"/>
                  <a:pt x="476498" y="73938"/>
                  <a:pt x="487772" y="73938"/>
                </a:cubicBezTo>
                <a:close/>
                <a:moveTo>
                  <a:pt x="438994" y="73938"/>
                </a:moveTo>
                <a:cubicBezTo>
                  <a:pt x="450268" y="73938"/>
                  <a:pt x="459407" y="83077"/>
                  <a:pt x="459407" y="94351"/>
                </a:cubicBezTo>
                <a:cubicBezTo>
                  <a:pt x="459407" y="105625"/>
                  <a:pt x="450268" y="114764"/>
                  <a:pt x="438994" y="114764"/>
                </a:cubicBezTo>
                <a:cubicBezTo>
                  <a:pt x="427721" y="114764"/>
                  <a:pt x="418582" y="105625"/>
                  <a:pt x="418582" y="94351"/>
                </a:cubicBezTo>
                <a:cubicBezTo>
                  <a:pt x="418582" y="83077"/>
                  <a:pt x="427721" y="73938"/>
                  <a:pt x="438994" y="73938"/>
                </a:cubicBezTo>
                <a:close/>
                <a:moveTo>
                  <a:pt x="390217" y="73938"/>
                </a:moveTo>
                <a:cubicBezTo>
                  <a:pt x="401491" y="73938"/>
                  <a:pt x="410630" y="83077"/>
                  <a:pt x="410630" y="94351"/>
                </a:cubicBezTo>
                <a:cubicBezTo>
                  <a:pt x="410630" y="105625"/>
                  <a:pt x="401491" y="114764"/>
                  <a:pt x="390217" y="114764"/>
                </a:cubicBezTo>
                <a:cubicBezTo>
                  <a:pt x="378944" y="114764"/>
                  <a:pt x="369805" y="105625"/>
                  <a:pt x="369805" y="94351"/>
                </a:cubicBezTo>
                <a:cubicBezTo>
                  <a:pt x="369805" y="83077"/>
                  <a:pt x="378944" y="73938"/>
                  <a:pt x="390217" y="73938"/>
                </a:cubicBezTo>
                <a:close/>
                <a:moveTo>
                  <a:pt x="341440" y="73938"/>
                </a:moveTo>
                <a:cubicBezTo>
                  <a:pt x="352714" y="73938"/>
                  <a:pt x="361853" y="83077"/>
                  <a:pt x="361853" y="94351"/>
                </a:cubicBezTo>
                <a:cubicBezTo>
                  <a:pt x="361853" y="105625"/>
                  <a:pt x="352714" y="114764"/>
                  <a:pt x="341440" y="114764"/>
                </a:cubicBezTo>
                <a:cubicBezTo>
                  <a:pt x="330166" y="114764"/>
                  <a:pt x="321028" y="105625"/>
                  <a:pt x="321028" y="94351"/>
                </a:cubicBezTo>
                <a:cubicBezTo>
                  <a:pt x="321028" y="83077"/>
                  <a:pt x="330166" y="73938"/>
                  <a:pt x="341440" y="73938"/>
                </a:cubicBezTo>
                <a:close/>
                <a:moveTo>
                  <a:pt x="292663" y="73938"/>
                </a:moveTo>
                <a:cubicBezTo>
                  <a:pt x="303937" y="73938"/>
                  <a:pt x="313076" y="83077"/>
                  <a:pt x="313076" y="94351"/>
                </a:cubicBezTo>
                <a:cubicBezTo>
                  <a:pt x="313076" y="105625"/>
                  <a:pt x="303937" y="114764"/>
                  <a:pt x="292663" y="114764"/>
                </a:cubicBezTo>
                <a:cubicBezTo>
                  <a:pt x="281389" y="114764"/>
                  <a:pt x="272251" y="105625"/>
                  <a:pt x="272251" y="94351"/>
                </a:cubicBezTo>
                <a:cubicBezTo>
                  <a:pt x="272251" y="83077"/>
                  <a:pt x="281389" y="73938"/>
                  <a:pt x="292663" y="73938"/>
                </a:cubicBezTo>
                <a:close/>
                <a:moveTo>
                  <a:pt x="243886" y="73938"/>
                </a:moveTo>
                <a:cubicBezTo>
                  <a:pt x="255160" y="73938"/>
                  <a:pt x="264299" y="83077"/>
                  <a:pt x="264299" y="94351"/>
                </a:cubicBezTo>
                <a:cubicBezTo>
                  <a:pt x="264299" y="105625"/>
                  <a:pt x="255160" y="114764"/>
                  <a:pt x="243886" y="114764"/>
                </a:cubicBezTo>
                <a:cubicBezTo>
                  <a:pt x="232612" y="114764"/>
                  <a:pt x="223473" y="105625"/>
                  <a:pt x="223473" y="94351"/>
                </a:cubicBezTo>
                <a:cubicBezTo>
                  <a:pt x="223473" y="83077"/>
                  <a:pt x="232612" y="73938"/>
                  <a:pt x="243886" y="73938"/>
                </a:cubicBezTo>
                <a:close/>
                <a:moveTo>
                  <a:pt x="195109" y="73938"/>
                </a:moveTo>
                <a:cubicBezTo>
                  <a:pt x="206383" y="73938"/>
                  <a:pt x="215522" y="83077"/>
                  <a:pt x="215522" y="94351"/>
                </a:cubicBezTo>
                <a:cubicBezTo>
                  <a:pt x="215522" y="105625"/>
                  <a:pt x="206383" y="114764"/>
                  <a:pt x="195109" y="114764"/>
                </a:cubicBezTo>
                <a:cubicBezTo>
                  <a:pt x="183835" y="114764"/>
                  <a:pt x="174696" y="105625"/>
                  <a:pt x="174696" y="94351"/>
                </a:cubicBezTo>
                <a:cubicBezTo>
                  <a:pt x="174696" y="83077"/>
                  <a:pt x="183835" y="73938"/>
                  <a:pt x="195109" y="73938"/>
                </a:cubicBezTo>
                <a:close/>
                <a:moveTo>
                  <a:pt x="146332" y="73938"/>
                </a:moveTo>
                <a:cubicBezTo>
                  <a:pt x="157606" y="73938"/>
                  <a:pt x="166745" y="83077"/>
                  <a:pt x="166745" y="94351"/>
                </a:cubicBezTo>
                <a:cubicBezTo>
                  <a:pt x="166745" y="105625"/>
                  <a:pt x="157606" y="114764"/>
                  <a:pt x="146332" y="114764"/>
                </a:cubicBezTo>
                <a:cubicBezTo>
                  <a:pt x="135058" y="114764"/>
                  <a:pt x="125919" y="105625"/>
                  <a:pt x="125919" y="94351"/>
                </a:cubicBezTo>
                <a:cubicBezTo>
                  <a:pt x="125919" y="83077"/>
                  <a:pt x="135058" y="73938"/>
                  <a:pt x="146332" y="73938"/>
                </a:cubicBezTo>
                <a:close/>
                <a:moveTo>
                  <a:pt x="97555" y="73938"/>
                </a:moveTo>
                <a:cubicBezTo>
                  <a:pt x="108829" y="73938"/>
                  <a:pt x="117968" y="83077"/>
                  <a:pt x="117968" y="94351"/>
                </a:cubicBezTo>
                <a:cubicBezTo>
                  <a:pt x="117968" y="105625"/>
                  <a:pt x="108829" y="114764"/>
                  <a:pt x="97555" y="114764"/>
                </a:cubicBezTo>
                <a:cubicBezTo>
                  <a:pt x="86281" y="114764"/>
                  <a:pt x="77142" y="105625"/>
                  <a:pt x="77142" y="94351"/>
                </a:cubicBezTo>
                <a:cubicBezTo>
                  <a:pt x="77142" y="83077"/>
                  <a:pt x="86281" y="73938"/>
                  <a:pt x="97555" y="73938"/>
                </a:cubicBezTo>
                <a:close/>
                <a:moveTo>
                  <a:pt x="48778" y="73938"/>
                </a:moveTo>
                <a:cubicBezTo>
                  <a:pt x="60052" y="73938"/>
                  <a:pt x="69191" y="83077"/>
                  <a:pt x="69191" y="94351"/>
                </a:cubicBezTo>
                <a:cubicBezTo>
                  <a:pt x="69191" y="105625"/>
                  <a:pt x="60052" y="114764"/>
                  <a:pt x="48778" y="114764"/>
                </a:cubicBezTo>
                <a:cubicBezTo>
                  <a:pt x="37504" y="114764"/>
                  <a:pt x="28365" y="105625"/>
                  <a:pt x="28365" y="94351"/>
                </a:cubicBezTo>
                <a:cubicBezTo>
                  <a:pt x="28365" y="83077"/>
                  <a:pt x="37504" y="73938"/>
                  <a:pt x="48778" y="73938"/>
                </a:cubicBezTo>
                <a:close/>
                <a:moveTo>
                  <a:pt x="2" y="73938"/>
                </a:moveTo>
                <a:cubicBezTo>
                  <a:pt x="11275" y="73938"/>
                  <a:pt x="20414" y="83077"/>
                  <a:pt x="20414" y="94351"/>
                </a:cubicBezTo>
                <a:cubicBezTo>
                  <a:pt x="20414" y="105625"/>
                  <a:pt x="11275" y="114764"/>
                  <a:pt x="2" y="114764"/>
                </a:cubicBezTo>
                <a:lnTo>
                  <a:pt x="0" y="114763"/>
                </a:lnTo>
                <a:lnTo>
                  <a:pt x="0" y="73939"/>
                </a:lnTo>
                <a:close/>
                <a:moveTo>
                  <a:pt x="1010013" y="25745"/>
                </a:moveTo>
                <a:lnTo>
                  <a:pt x="1008696" y="51828"/>
                </a:lnTo>
                <a:lnTo>
                  <a:pt x="1003906" y="40265"/>
                </a:lnTo>
                <a:cubicBezTo>
                  <a:pt x="1003906" y="34628"/>
                  <a:pt x="1006192" y="29525"/>
                  <a:pt x="1009885" y="25831"/>
                </a:cubicBezTo>
                <a:close/>
                <a:moveTo>
                  <a:pt x="975542" y="19852"/>
                </a:moveTo>
                <a:cubicBezTo>
                  <a:pt x="986816" y="19852"/>
                  <a:pt x="995955" y="28991"/>
                  <a:pt x="995955" y="40265"/>
                </a:cubicBezTo>
                <a:cubicBezTo>
                  <a:pt x="995955" y="51539"/>
                  <a:pt x="986816" y="60678"/>
                  <a:pt x="975542" y="60678"/>
                </a:cubicBezTo>
                <a:cubicBezTo>
                  <a:pt x="964268" y="60678"/>
                  <a:pt x="955129" y="51539"/>
                  <a:pt x="955129" y="40265"/>
                </a:cubicBezTo>
                <a:cubicBezTo>
                  <a:pt x="955129" y="28991"/>
                  <a:pt x="964268" y="19852"/>
                  <a:pt x="975542" y="19852"/>
                </a:cubicBezTo>
                <a:close/>
                <a:moveTo>
                  <a:pt x="926765" y="19852"/>
                </a:moveTo>
                <a:cubicBezTo>
                  <a:pt x="938039" y="19852"/>
                  <a:pt x="947178" y="28991"/>
                  <a:pt x="947178" y="40265"/>
                </a:cubicBezTo>
                <a:cubicBezTo>
                  <a:pt x="947178" y="51539"/>
                  <a:pt x="938039" y="60678"/>
                  <a:pt x="926765" y="60678"/>
                </a:cubicBezTo>
                <a:cubicBezTo>
                  <a:pt x="915491" y="60678"/>
                  <a:pt x="906352" y="51539"/>
                  <a:pt x="906352" y="40265"/>
                </a:cubicBezTo>
                <a:cubicBezTo>
                  <a:pt x="906352" y="28991"/>
                  <a:pt x="915491" y="19852"/>
                  <a:pt x="926765" y="19852"/>
                </a:cubicBezTo>
                <a:close/>
                <a:moveTo>
                  <a:pt x="877988" y="19852"/>
                </a:moveTo>
                <a:cubicBezTo>
                  <a:pt x="889262" y="19852"/>
                  <a:pt x="898401" y="28991"/>
                  <a:pt x="898401" y="40265"/>
                </a:cubicBezTo>
                <a:cubicBezTo>
                  <a:pt x="898401" y="51539"/>
                  <a:pt x="889262" y="60678"/>
                  <a:pt x="877988" y="60678"/>
                </a:cubicBezTo>
                <a:cubicBezTo>
                  <a:pt x="866714" y="60678"/>
                  <a:pt x="857575" y="51539"/>
                  <a:pt x="857575" y="40265"/>
                </a:cubicBezTo>
                <a:cubicBezTo>
                  <a:pt x="857575" y="28991"/>
                  <a:pt x="866714" y="19852"/>
                  <a:pt x="877988" y="19852"/>
                </a:cubicBezTo>
                <a:close/>
                <a:moveTo>
                  <a:pt x="829211" y="19852"/>
                </a:moveTo>
                <a:cubicBezTo>
                  <a:pt x="840485" y="19852"/>
                  <a:pt x="849624" y="28991"/>
                  <a:pt x="849624" y="40265"/>
                </a:cubicBezTo>
                <a:cubicBezTo>
                  <a:pt x="849624" y="51539"/>
                  <a:pt x="840485" y="60678"/>
                  <a:pt x="829211" y="60678"/>
                </a:cubicBezTo>
                <a:cubicBezTo>
                  <a:pt x="817937" y="60678"/>
                  <a:pt x="808798" y="51539"/>
                  <a:pt x="808798" y="40265"/>
                </a:cubicBezTo>
                <a:cubicBezTo>
                  <a:pt x="808798" y="28991"/>
                  <a:pt x="817937" y="19852"/>
                  <a:pt x="829211" y="19852"/>
                </a:cubicBezTo>
                <a:close/>
                <a:moveTo>
                  <a:pt x="780434" y="19852"/>
                </a:moveTo>
                <a:cubicBezTo>
                  <a:pt x="791708" y="19852"/>
                  <a:pt x="800847" y="28991"/>
                  <a:pt x="800847" y="40265"/>
                </a:cubicBezTo>
                <a:cubicBezTo>
                  <a:pt x="800847" y="51539"/>
                  <a:pt x="791708" y="60678"/>
                  <a:pt x="780434" y="60678"/>
                </a:cubicBezTo>
                <a:cubicBezTo>
                  <a:pt x="769160" y="60678"/>
                  <a:pt x="760021" y="51539"/>
                  <a:pt x="760021" y="40265"/>
                </a:cubicBezTo>
                <a:cubicBezTo>
                  <a:pt x="760021" y="28991"/>
                  <a:pt x="769160" y="19852"/>
                  <a:pt x="780434" y="19852"/>
                </a:cubicBezTo>
                <a:close/>
                <a:moveTo>
                  <a:pt x="731657" y="19852"/>
                </a:moveTo>
                <a:cubicBezTo>
                  <a:pt x="742931" y="19852"/>
                  <a:pt x="752070" y="28991"/>
                  <a:pt x="752070" y="40265"/>
                </a:cubicBezTo>
                <a:cubicBezTo>
                  <a:pt x="752070" y="51539"/>
                  <a:pt x="742931" y="60678"/>
                  <a:pt x="731657" y="60678"/>
                </a:cubicBezTo>
                <a:cubicBezTo>
                  <a:pt x="720383" y="60678"/>
                  <a:pt x="711244" y="51539"/>
                  <a:pt x="711244" y="40265"/>
                </a:cubicBezTo>
                <a:cubicBezTo>
                  <a:pt x="711244" y="28991"/>
                  <a:pt x="720383" y="19852"/>
                  <a:pt x="731657" y="19852"/>
                </a:cubicBezTo>
                <a:close/>
                <a:moveTo>
                  <a:pt x="682880" y="19852"/>
                </a:moveTo>
                <a:cubicBezTo>
                  <a:pt x="694153" y="19852"/>
                  <a:pt x="703293" y="28991"/>
                  <a:pt x="703293" y="40265"/>
                </a:cubicBezTo>
                <a:cubicBezTo>
                  <a:pt x="703293" y="51539"/>
                  <a:pt x="694153" y="60678"/>
                  <a:pt x="682880" y="60678"/>
                </a:cubicBezTo>
                <a:cubicBezTo>
                  <a:pt x="671606" y="60678"/>
                  <a:pt x="662467" y="51539"/>
                  <a:pt x="662467" y="40265"/>
                </a:cubicBezTo>
                <a:cubicBezTo>
                  <a:pt x="662467" y="28991"/>
                  <a:pt x="671606" y="19852"/>
                  <a:pt x="682880" y="19852"/>
                </a:cubicBezTo>
                <a:close/>
                <a:moveTo>
                  <a:pt x="634103" y="19852"/>
                </a:moveTo>
                <a:cubicBezTo>
                  <a:pt x="645377" y="19852"/>
                  <a:pt x="654516" y="28991"/>
                  <a:pt x="654516" y="40265"/>
                </a:cubicBezTo>
                <a:cubicBezTo>
                  <a:pt x="654516" y="51539"/>
                  <a:pt x="645377" y="60678"/>
                  <a:pt x="634103" y="60678"/>
                </a:cubicBezTo>
                <a:cubicBezTo>
                  <a:pt x="622829" y="60678"/>
                  <a:pt x="613690" y="51539"/>
                  <a:pt x="613690" y="40265"/>
                </a:cubicBezTo>
                <a:cubicBezTo>
                  <a:pt x="613690" y="28991"/>
                  <a:pt x="622829" y="19852"/>
                  <a:pt x="634103" y="19852"/>
                </a:cubicBezTo>
                <a:close/>
                <a:moveTo>
                  <a:pt x="585326" y="19852"/>
                </a:moveTo>
                <a:cubicBezTo>
                  <a:pt x="596599" y="19852"/>
                  <a:pt x="605738" y="28991"/>
                  <a:pt x="605738" y="40265"/>
                </a:cubicBezTo>
                <a:cubicBezTo>
                  <a:pt x="605738" y="51539"/>
                  <a:pt x="596599" y="60678"/>
                  <a:pt x="585326" y="60678"/>
                </a:cubicBezTo>
                <a:cubicBezTo>
                  <a:pt x="574052" y="60678"/>
                  <a:pt x="564913" y="51539"/>
                  <a:pt x="564913" y="40265"/>
                </a:cubicBezTo>
                <a:cubicBezTo>
                  <a:pt x="564913" y="28991"/>
                  <a:pt x="574052" y="19852"/>
                  <a:pt x="585326" y="19852"/>
                </a:cubicBezTo>
                <a:close/>
                <a:moveTo>
                  <a:pt x="536549" y="19852"/>
                </a:moveTo>
                <a:cubicBezTo>
                  <a:pt x="547822" y="19852"/>
                  <a:pt x="556961" y="28991"/>
                  <a:pt x="556961" y="40265"/>
                </a:cubicBezTo>
                <a:cubicBezTo>
                  <a:pt x="556961" y="51539"/>
                  <a:pt x="547822" y="60678"/>
                  <a:pt x="536549" y="60678"/>
                </a:cubicBezTo>
                <a:cubicBezTo>
                  <a:pt x="525275" y="60678"/>
                  <a:pt x="516136" y="51539"/>
                  <a:pt x="516136" y="40265"/>
                </a:cubicBezTo>
                <a:cubicBezTo>
                  <a:pt x="516136" y="28991"/>
                  <a:pt x="525275" y="19852"/>
                  <a:pt x="536549" y="19852"/>
                </a:cubicBezTo>
                <a:close/>
                <a:moveTo>
                  <a:pt x="487772" y="19852"/>
                </a:moveTo>
                <a:cubicBezTo>
                  <a:pt x="499045" y="19852"/>
                  <a:pt x="508184" y="28991"/>
                  <a:pt x="508184" y="40265"/>
                </a:cubicBezTo>
                <a:cubicBezTo>
                  <a:pt x="508184" y="51539"/>
                  <a:pt x="499045" y="60678"/>
                  <a:pt x="487772" y="60678"/>
                </a:cubicBezTo>
                <a:cubicBezTo>
                  <a:pt x="476498" y="60678"/>
                  <a:pt x="467359" y="51539"/>
                  <a:pt x="467359" y="40265"/>
                </a:cubicBezTo>
                <a:cubicBezTo>
                  <a:pt x="467359" y="28991"/>
                  <a:pt x="476498" y="19852"/>
                  <a:pt x="487772" y="19852"/>
                </a:cubicBezTo>
                <a:close/>
                <a:moveTo>
                  <a:pt x="438994" y="19852"/>
                </a:moveTo>
                <a:cubicBezTo>
                  <a:pt x="450268" y="19852"/>
                  <a:pt x="459407" y="28991"/>
                  <a:pt x="459407" y="40265"/>
                </a:cubicBezTo>
                <a:cubicBezTo>
                  <a:pt x="459407" y="51539"/>
                  <a:pt x="450268" y="60678"/>
                  <a:pt x="438994" y="60678"/>
                </a:cubicBezTo>
                <a:cubicBezTo>
                  <a:pt x="427721" y="60678"/>
                  <a:pt x="418582" y="51539"/>
                  <a:pt x="418582" y="40265"/>
                </a:cubicBezTo>
                <a:cubicBezTo>
                  <a:pt x="418582" y="28991"/>
                  <a:pt x="427721" y="19852"/>
                  <a:pt x="438994" y="19852"/>
                </a:cubicBezTo>
                <a:close/>
                <a:moveTo>
                  <a:pt x="390217" y="19852"/>
                </a:moveTo>
                <a:cubicBezTo>
                  <a:pt x="401491" y="19852"/>
                  <a:pt x="410630" y="28991"/>
                  <a:pt x="410630" y="40265"/>
                </a:cubicBezTo>
                <a:cubicBezTo>
                  <a:pt x="410630" y="51539"/>
                  <a:pt x="401491" y="60678"/>
                  <a:pt x="390217" y="60678"/>
                </a:cubicBezTo>
                <a:cubicBezTo>
                  <a:pt x="378944" y="60678"/>
                  <a:pt x="369805" y="51539"/>
                  <a:pt x="369805" y="40265"/>
                </a:cubicBezTo>
                <a:cubicBezTo>
                  <a:pt x="369805" y="28991"/>
                  <a:pt x="378944" y="19852"/>
                  <a:pt x="390217" y="19852"/>
                </a:cubicBezTo>
                <a:close/>
                <a:moveTo>
                  <a:pt x="341440" y="19852"/>
                </a:moveTo>
                <a:cubicBezTo>
                  <a:pt x="352714" y="19852"/>
                  <a:pt x="361853" y="28991"/>
                  <a:pt x="361853" y="40265"/>
                </a:cubicBezTo>
                <a:cubicBezTo>
                  <a:pt x="361853" y="51539"/>
                  <a:pt x="352714" y="60678"/>
                  <a:pt x="341440" y="60678"/>
                </a:cubicBezTo>
                <a:cubicBezTo>
                  <a:pt x="330166" y="60678"/>
                  <a:pt x="321028" y="51539"/>
                  <a:pt x="321028" y="40265"/>
                </a:cubicBezTo>
                <a:cubicBezTo>
                  <a:pt x="321028" y="28991"/>
                  <a:pt x="330166" y="19852"/>
                  <a:pt x="341440" y="19852"/>
                </a:cubicBezTo>
                <a:close/>
                <a:moveTo>
                  <a:pt x="292663" y="19852"/>
                </a:moveTo>
                <a:cubicBezTo>
                  <a:pt x="303937" y="19852"/>
                  <a:pt x="313076" y="28991"/>
                  <a:pt x="313076" y="40265"/>
                </a:cubicBezTo>
                <a:cubicBezTo>
                  <a:pt x="313076" y="51539"/>
                  <a:pt x="303937" y="60678"/>
                  <a:pt x="292663" y="60678"/>
                </a:cubicBezTo>
                <a:cubicBezTo>
                  <a:pt x="281389" y="60678"/>
                  <a:pt x="272251" y="51539"/>
                  <a:pt x="272251" y="40265"/>
                </a:cubicBezTo>
                <a:cubicBezTo>
                  <a:pt x="272251" y="28991"/>
                  <a:pt x="281389" y="19852"/>
                  <a:pt x="292663" y="19852"/>
                </a:cubicBezTo>
                <a:close/>
                <a:moveTo>
                  <a:pt x="243886" y="19852"/>
                </a:moveTo>
                <a:cubicBezTo>
                  <a:pt x="255160" y="19852"/>
                  <a:pt x="264299" y="28991"/>
                  <a:pt x="264299" y="40265"/>
                </a:cubicBezTo>
                <a:cubicBezTo>
                  <a:pt x="264299" y="51539"/>
                  <a:pt x="255160" y="60678"/>
                  <a:pt x="243886" y="60678"/>
                </a:cubicBezTo>
                <a:cubicBezTo>
                  <a:pt x="232612" y="60678"/>
                  <a:pt x="223473" y="51539"/>
                  <a:pt x="223473" y="40265"/>
                </a:cubicBezTo>
                <a:cubicBezTo>
                  <a:pt x="223473" y="28991"/>
                  <a:pt x="232612" y="19852"/>
                  <a:pt x="243886" y="19852"/>
                </a:cubicBezTo>
                <a:close/>
                <a:moveTo>
                  <a:pt x="195109" y="19852"/>
                </a:moveTo>
                <a:cubicBezTo>
                  <a:pt x="206383" y="19852"/>
                  <a:pt x="215522" y="28991"/>
                  <a:pt x="215522" y="40265"/>
                </a:cubicBezTo>
                <a:cubicBezTo>
                  <a:pt x="215522" y="51539"/>
                  <a:pt x="206383" y="60678"/>
                  <a:pt x="195109" y="60678"/>
                </a:cubicBezTo>
                <a:cubicBezTo>
                  <a:pt x="183835" y="60678"/>
                  <a:pt x="174696" y="51539"/>
                  <a:pt x="174696" y="40265"/>
                </a:cubicBezTo>
                <a:cubicBezTo>
                  <a:pt x="174696" y="28991"/>
                  <a:pt x="183835" y="19852"/>
                  <a:pt x="195109" y="19852"/>
                </a:cubicBezTo>
                <a:close/>
                <a:moveTo>
                  <a:pt x="146332" y="19852"/>
                </a:moveTo>
                <a:cubicBezTo>
                  <a:pt x="157606" y="19852"/>
                  <a:pt x="166745" y="28991"/>
                  <a:pt x="166745" y="40265"/>
                </a:cubicBezTo>
                <a:cubicBezTo>
                  <a:pt x="166745" y="51539"/>
                  <a:pt x="157606" y="60678"/>
                  <a:pt x="146332" y="60678"/>
                </a:cubicBezTo>
                <a:cubicBezTo>
                  <a:pt x="135058" y="60678"/>
                  <a:pt x="125919" y="51539"/>
                  <a:pt x="125919" y="40265"/>
                </a:cubicBezTo>
                <a:cubicBezTo>
                  <a:pt x="125919" y="28991"/>
                  <a:pt x="135058" y="19852"/>
                  <a:pt x="146332" y="19852"/>
                </a:cubicBezTo>
                <a:close/>
                <a:moveTo>
                  <a:pt x="97555" y="19852"/>
                </a:moveTo>
                <a:cubicBezTo>
                  <a:pt x="108829" y="19852"/>
                  <a:pt x="117968" y="28991"/>
                  <a:pt x="117968" y="40265"/>
                </a:cubicBezTo>
                <a:cubicBezTo>
                  <a:pt x="117968" y="51539"/>
                  <a:pt x="108829" y="60678"/>
                  <a:pt x="97555" y="60678"/>
                </a:cubicBezTo>
                <a:cubicBezTo>
                  <a:pt x="86281" y="60678"/>
                  <a:pt x="77142" y="51539"/>
                  <a:pt x="77142" y="40265"/>
                </a:cubicBezTo>
                <a:cubicBezTo>
                  <a:pt x="77142" y="28991"/>
                  <a:pt x="86281" y="19852"/>
                  <a:pt x="97555" y="19852"/>
                </a:cubicBezTo>
                <a:close/>
                <a:moveTo>
                  <a:pt x="48778" y="19852"/>
                </a:moveTo>
                <a:cubicBezTo>
                  <a:pt x="60052" y="19852"/>
                  <a:pt x="69191" y="28991"/>
                  <a:pt x="69191" y="40265"/>
                </a:cubicBezTo>
                <a:cubicBezTo>
                  <a:pt x="69191" y="51539"/>
                  <a:pt x="60052" y="60678"/>
                  <a:pt x="48778" y="60678"/>
                </a:cubicBezTo>
                <a:cubicBezTo>
                  <a:pt x="37504" y="60678"/>
                  <a:pt x="28365" y="51539"/>
                  <a:pt x="28365" y="40265"/>
                </a:cubicBezTo>
                <a:cubicBezTo>
                  <a:pt x="28365" y="28991"/>
                  <a:pt x="37504" y="19852"/>
                  <a:pt x="48778" y="19852"/>
                </a:cubicBezTo>
                <a:close/>
                <a:moveTo>
                  <a:pt x="2" y="19852"/>
                </a:moveTo>
                <a:cubicBezTo>
                  <a:pt x="11275" y="19852"/>
                  <a:pt x="20414" y="28991"/>
                  <a:pt x="20414" y="40265"/>
                </a:cubicBezTo>
                <a:cubicBezTo>
                  <a:pt x="20414" y="51539"/>
                  <a:pt x="11275" y="60678"/>
                  <a:pt x="2" y="60678"/>
                </a:cubicBezTo>
                <a:lnTo>
                  <a:pt x="0" y="60677"/>
                </a:lnTo>
                <a:lnTo>
                  <a:pt x="0" y="19853"/>
                </a:lnTo>
                <a:close/>
                <a:moveTo>
                  <a:pt x="1009631" y="0"/>
                </a:moveTo>
                <a:lnTo>
                  <a:pt x="1010974" y="0"/>
                </a:lnTo>
                <a:lnTo>
                  <a:pt x="1011044" y="1394"/>
                </a:lnTo>
                <a:lnTo>
                  <a:pt x="1009885" y="613"/>
                </a:lnTo>
                <a:close/>
                <a:moveTo>
                  <a:pt x="960854" y="0"/>
                </a:moveTo>
                <a:lnTo>
                  <a:pt x="990230" y="0"/>
                </a:lnTo>
                <a:lnTo>
                  <a:pt x="989976" y="613"/>
                </a:lnTo>
                <a:cubicBezTo>
                  <a:pt x="986282" y="4307"/>
                  <a:pt x="981179" y="6592"/>
                  <a:pt x="975542" y="6592"/>
                </a:cubicBezTo>
                <a:cubicBezTo>
                  <a:pt x="969905" y="6592"/>
                  <a:pt x="964802" y="4307"/>
                  <a:pt x="961108" y="613"/>
                </a:cubicBezTo>
                <a:close/>
                <a:moveTo>
                  <a:pt x="912077" y="0"/>
                </a:moveTo>
                <a:lnTo>
                  <a:pt x="941453" y="0"/>
                </a:lnTo>
                <a:lnTo>
                  <a:pt x="941199" y="613"/>
                </a:lnTo>
                <a:cubicBezTo>
                  <a:pt x="937505" y="4307"/>
                  <a:pt x="932402" y="6592"/>
                  <a:pt x="926765" y="6592"/>
                </a:cubicBezTo>
                <a:cubicBezTo>
                  <a:pt x="921128" y="6592"/>
                  <a:pt x="916025" y="4307"/>
                  <a:pt x="912331" y="613"/>
                </a:cubicBezTo>
                <a:close/>
                <a:moveTo>
                  <a:pt x="863300" y="0"/>
                </a:moveTo>
                <a:lnTo>
                  <a:pt x="892676" y="0"/>
                </a:lnTo>
                <a:lnTo>
                  <a:pt x="892422" y="613"/>
                </a:lnTo>
                <a:cubicBezTo>
                  <a:pt x="888728" y="4307"/>
                  <a:pt x="883625" y="6592"/>
                  <a:pt x="877988" y="6592"/>
                </a:cubicBezTo>
                <a:cubicBezTo>
                  <a:pt x="872351" y="6592"/>
                  <a:pt x="867248" y="4307"/>
                  <a:pt x="863554" y="613"/>
                </a:cubicBezTo>
                <a:close/>
                <a:moveTo>
                  <a:pt x="814523" y="0"/>
                </a:moveTo>
                <a:lnTo>
                  <a:pt x="843899" y="0"/>
                </a:lnTo>
                <a:lnTo>
                  <a:pt x="843645" y="613"/>
                </a:lnTo>
                <a:cubicBezTo>
                  <a:pt x="839951" y="4307"/>
                  <a:pt x="834848" y="6592"/>
                  <a:pt x="829211" y="6592"/>
                </a:cubicBezTo>
                <a:cubicBezTo>
                  <a:pt x="823574" y="6592"/>
                  <a:pt x="818471" y="4307"/>
                  <a:pt x="814777" y="613"/>
                </a:cubicBezTo>
                <a:close/>
                <a:moveTo>
                  <a:pt x="765746" y="0"/>
                </a:moveTo>
                <a:lnTo>
                  <a:pt x="795122" y="0"/>
                </a:lnTo>
                <a:lnTo>
                  <a:pt x="794868" y="613"/>
                </a:lnTo>
                <a:cubicBezTo>
                  <a:pt x="791174" y="4307"/>
                  <a:pt x="786071" y="6592"/>
                  <a:pt x="780434" y="6592"/>
                </a:cubicBezTo>
                <a:cubicBezTo>
                  <a:pt x="774797" y="6592"/>
                  <a:pt x="769694" y="4307"/>
                  <a:pt x="766000" y="613"/>
                </a:cubicBezTo>
                <a:close/>
                <a:moveTo>
                  <a:pt x="716969" y="0"/>
                </a:moveTo>
                <a:lnTo>
                  <a:pt x="746345" y="0"/>
                </a:lnTo>
                <a:lnTo>
                  <a:pt x="746091" y="613"/>
                </a:lnTo>
                <a:cubicBezTo>
                  <a:pt x="742397" y="4307"/>
                  <a:pt x="737294" y="6592"/>
                  <a:pt x="731657" y="6592"/>
                </a:cubicBezTo>
                <a:cubicBezTo>
                  <a:pt x="726020" y="6592"/>
                  <a:pt x="720917" y="4307"/>
                  <a:pt x="717223" y="613"/>
                </a:cubicBezTo>
                <a:close/>
                <a:moveTo>
                  <a:pt x="668192" y="0"/>
                </a:moveTo>
                <a:lnTo>
                  <a:pt x="697568" y="0"/>
                </a:lnTo>
                <a:lnTo>
                  <a:pt x="697314" y="613"/>
                </a:lnTo>
                <a:cubicBezTo>
                  <a:pt x="693620" y="4307"/>
                  <a:pt x="688517" y="6592"/>
                  <a:pt x="682880" y="6592"/>
                </a:cubicBezTo>
                <a:cubicBezTo>
                  <a:pt x="677243" y="6592"/>
                  <a:pt x="672140" y="4307"/>
                  <a:pt x="668446" y="613"/>
                </a:cubicBezTo>
                <a:close/>
                <a:moveTo>
                  <a:pt x="619415" y="0"/>
                </a:moveTo>
                <a:lnTo>
                  <a:pt x="648791" y="0"/>
                </a:lnTo>
                <a:lnTo>
                  <a:pt x="648537" y="613"/>
                </a:lnTo>
                <a:cubicBezTo>
                  <a:pt x="644843" y="4307"/>
                  <a:pt x="639740" y="6592"/>
                  <a:pt x="634103" y="6592"/>
                </a:cubicBezTo>
                <a:cubicBezTo>
                  <a:pt x="628466" y="6592"/>
                  <a:pt x="623363" y="4307"/>
                  <a:pt x="619669" y="613"/>
                </a:cubicBezTo>
                <a:close/>
                <a:moveTo>
                  <a:pt x="570638" y="0"/>
                </a:moveTo>
                <a:lnTo>
                  <a:pt x="600013" y="0"/>
                </a:lnTo>
                <a:lnTo>
                  <a:pt x="599760" y="613"/>
                </a:lnTo>
                <a:cubicBezTo>
                  <a:pt x="596066" y="4307"/>
                  <a:pt x="590963" y="6592"/>
                  <a:pt x="585326" y="6592"/>
                </a:cubicBezTo>
                <a:cubicBezTo>
                  <a:pt x="579689" y="6592"/>
                  <a:pt x="574586" y="4307"/>
                  <a:pt x="570892" y="613"/>
                </a:cubicBezTo>
                <a:close/>
                <a:moveTo>
                  <a:pt x="521861" y="0"/>
                </a:moveTo>
                <a:lnTo>
                  <a:pt x="551237" y="0"/>
                </a:lnTo>
                <a:lnTo>
                  <a:pt x="550983" y="613"/>
                </a:lnTo>
                <a:cubicBezTo>
                  <a:pt x="547289" y="4307"/>
                  <a:pt x="542185" y="6592"/>
                  <a:pt x="536549" y="6592"/>
                </a:cubicBezTo>
                <a:cubicBezTo>
                  <a:pt x="530912" y="6592"/>
                  <a:pt x="525808" y="4307"/>
                  <a:pt x="522114" y="613"/>
                </a:cubicBezTo>
                <a:close/>
                <a:moveTo>
                  <a:pt x="473084" y="0"/>
                </a:moveTo>
                <a:lnTo>
                  <a:pt x="502459" y="0"/>
                </a:lnTo>
                <a:lnTo>
                  <a:pt x="502206" y="613"/>
                </a:lnTo>
                <a:cubicBezTo>
                  <a:pt x="498512" y="4307"/>
                  <a:pt x="493408" y="6592"/>
                  <a:pt x="487772" y="6592"/>
                </a:cubicBezTo>
                <a:cubicBezTo>
                  <a:pt x="482135" y="6592"/>
                  <a:pt x="477031" y="4307"/>
                  <a:pt x="473337" y="613"/>
                </a:cubicBezTo>
                <a:close/>
                <a:moveTo>
                  <a:pt x="424307" y="0"/>
                </a:moveTo>
                <a:lnTo>
                  <a:pt x="453682" y="0"/>
                </a:lnTo>
                <a:lnTo>
                  <a:pt x="453429" y="613"/>
                </a:lnTo>
                <a:cubicBezTo>
                  <a:pt x="449735" y="4307"/>
                  <a:pt x="444631" y="6592"/>
                  <a:pt x="438994" y="6592"/>
                </a:cubicBezTo>
                <a:cubicBezTo>
                  <a:pt x="433358" y="6592"/>
                  <a:pt x="428254" y="4307"/>
                  <a:pt x="424560" y="613"/>
                </a:cubicBezTo>
                <a:close/>
                <a:moveTo>
                  <a:pt x="375529" y="0"/>
                </a:moveTo>
                <a:lnTo>
                  <a:pt x="404905" y="0"/>
                </a:lnTo>
                <a:lnTo>
                  <a:pt x="404651" y="613"/>
                </a:lnTo>
                <a:cubicBezTo>
                  <a:pt x="400957" y="4307"/>
                  <a:pt x="395854" y="6592"/>
                  <a:pt x="390217" y="6592"/>
                </a:cubicBezTo>
                <a:cubicBezTo>
                  <a:pt x="384580" y="6592"/>
                  <a:pt x="379477" y="4307"/>
                  <a:pt x="375783" y="613"/>
                </a:cubicBezTo>
                <a:close/>
                <a:moveTo>
                  <a:pt x="326752" y="0"/>
                </a:moveTo>
                <a:lnTo>
                  <a:pt x="356128" y="0"/>
                </a:lnTo>
                <a:lnTo>
                  <a:pt x="355874" y="613"/>
                </a:lnTo>
                <a:cubicBezTo>
                  <a:pt x="352180" y="4307"/>
                  <a:pt x="347077" y="6592"/>
                  <a:pt x="341440" y="6592"/>
                </a:cubicBezTo>
                <a:cubicBezTo>
                  <a:pt x="335803" y="6592"/>
                  <a:pt x="330700" y="4307"/>
                  <a:pt x="327006" y="613"/>
                </a:cubicBezTo>
                <a:close/>
                <a:moveTo>
                  <a:pt x="277975" y="0"/>
                </a:moveTo>
                <a:lnTo>
                  <a:pt x="307351" y="0"/>
                </a:lnTo>
                <a:lnTo>
                  <a:pt x="307097" y="613"/>
                </a:lnTo>
                <a:cubicBezTo>
                  <a:pt x="303403" y="4307"/>
                  <a:pt x="298300" y="6592"/>
                  <a:pt x="292663" y="6592"/>
                </a:cubicBezTo>
                <a:cubicBezTo>
                  <a:pt x="287026" y="6592"/>
                  <a:pt x="281923" y="4307"/>
                  <a:pt x="278229" y="613"/>
                </a:cubicBezTo>
                <a:close/>
                <a:moveTo>
                  <a:pt x="229198" y="0"/>
                </a:moveTo>
                <a:lnTo>
                  <a:pt x="258574" y="0"/>
                </a:lnTo>
                <a:lnTo>
                  <a:pt x="258320" y="613"/>
                </a:lnTo>
                <a:cubicBezTo>
                  <a:pt x="254626" y="4307"/>
                  <a:pt x="249523" y="6592"/>
                  <a:pt x="243886" y="6592"/>
                </a:cubicBezTo>
                <a:cubicBezTo>
                  <a:pt x="238249" y="6592"/>
                  <a:pt x="233146" y="4307"/>
                  <a:pt x="229452" y="613"/>
                </a:cubicBezTo>
                <a:close/>
                <a:moveTo>
                  <a:pt x="180421" y="0"/>
                </a:moveTo>
                <a:lnTo>
                  <a:pt x="209797" y="0"/>
                </a:lnTo>
                <a:lnTo>
                  <a:pt x="209543" y="613"/>
                </a:lnTo>
                <a:cubicBezTo>
                  <a:pt x="205849" y="4307"/>
                  <a:pt x="200746" y="6592"/>
                  <a:pt x="195109" y="6592"/>
                </a:cubicBezTo>
                <a:cubicBezTo>
                  <a:pt x="189472" y="6592"/>
                  <a:pt x="184369" y="4307"/>
                  <a:pt x="180675" y="613"/>
                </a:cubicBezTo>
                <a:close/>
                <a:moveTo>
                  <a:pt x="131644" y="0"/>
                </a:moveTo>
                <a:lnTo>
                  <a:pt x="161020" y="0"/>
                </a:lnTo>
                <a:lnTo>
                  <a:pt x="160766" y="613"/>
                </a:lnTo>
                <a:cubicBezTo>
                  <a:pt x="157072" y="4307"/>
                  <a:pt x="151969" y="6592"/>
                  <a:pt x="146332" y="6592"/>
                </a:cubicBezTo>
                <a:cubicBezTo>
                  <a:pt x="140695" y="6592"/>
                  <a:pt x="135592" y="4307"/>
                  <a:pt x="131898" y="613"/>
                </a:cubicBezTo>
                <a:close/>
                <a:moveTo>
                  <a:pt x="82867" y="0"/>
                </a:moveTo>
                <a:lnTo>
                  <a:pt x="112243" y="0"/>
                </a:lnTo>
                <a:lnTo>
                  <a:pt x="111989" y="613"/>
                </a:lnTo>
                <a:cubicBezTo>
                  <a:pt x="108295" y="4307"/>
                  <a:pt x="103192" y="6592"/>
                  <a:pt x="97555" y="6592"/>
                </a:cubicBezTo>
                <a:cubicBezTo>
                  <a:pt x="91918" y="6592"/>
                  <a:pt x="86815" y="4307"/>
                  <a:pt x="83121" y="613"/>
                </a:cubicBezTo>
                <a:close/>
                <a:moveTo>
                  <a:pt x="34090" y="0"/>
                </a:moveTo>
                <a:lnTo>
                  <a:pt x="63466" y="0"/>
                </a:lnTo>
                <a:lnTo>
                  <a:pt x="63212" y="613"/>
                </a:lnTo>
                <a:cubicBezTo>
                  <a:pt x="59518" y="4307"/>
                  <a:pt x="54415" y="6592"/>
                  <a:pt x="48778" y="6592"/>
                </a:cubicBezTo>
                <a:cubicBezTo>
                  <a:pt x="43141" y="6592"/>
                  <a:pt x="38038" y="4307"/>
                  <a:pt x="34344" y="613"/>
                </a:cubicBezTo>
                <a:close/>
                <a:moveTo>
                  <a:pt x="0" y="0"/>
                </a:moveTo>
                <a:lnTo>
                  <a:pt x="14689" y="0"/>
                </a:lnTo>
                <a:lnTo>
                  <a:pt x="14435" y="613"/>
                </a:lnTo>
                <a:cubicBezTo>
                  <a:pt x="10741" y="4307"/>
                  <a:pt x="5638" y="6592"/>
                  <a:pt x="2" y="6592"/>
                </a:cubicBezTo>
                <a:lnTo>
                  <a:pt x="0" y="6591"/>
                </a:lnTo>
                <a:close/>
              </a:path>
            </a:pathLst>
          </a:custGeom>
          <a:solidFill>
            <a:schemeClr val="accent1"/>
          </a:soli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11" name="Google Shape;11;p15"/>
          <p:cNvSpPr/>
          <p:nvPr/>
        </p:nvSpPr>
        <p:spPr>
          <a:xfrm>
            <a:off x="2" y="2"/>
            <a:ext cx="403373" cy="496797"/>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12" name="Google Shape;12;p15"/>
          <p:cNvSpPr txBox="1">
            <a:spLocks noGrp="1"/>
          </p:cNvSpPr>
          <p:nvPr>
            <p:ph type="title"/>
          </p:nvPr>
        </p:nvSpPr>
        <p:spPr>
          <a:xfrm>
            <a:off x="554200" y="2076467"/>
            <a:ext cx="5544800" cy="13528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1"/>
              </a:buClr>
              <a:buSzPts val="3000"/>
              <a:buFont typeface="Poppins Medium"/>
              <a:buNone/>
              <a:defRPr sz="4000">
                <a:solidFill>
                  <a:schemeClr val="accent1"/>
                </a:solidFill>
                <a:latin typeface="Poppins Medium"/>
                <a:ea typeface="Poppins Medium"/>
                <a:cs typeface="Poppins Medium"/>
                <a:sym typeface="Poppins Medium"/>
              </a:defRPr>
            </a:lvl1pPr>
            <a:lvl2pPr lvl="1" algn="l">
              <a:lnSpc>
                <a:spcPct val="100000"/>
              </a:lnSpc>
              <a:spcBef>
                <a:spcPts val="0"/>
              </a:spcBef>
              <a:spcAft>
                <a:spcPts val="0"/>
              </a:spcAft>
              <a:buClr>
                <a:schemeClr val="accent1"/>
              </a:buClr>
              <a:buSzPts val="3000"/>
              <a:buFont typeface="Poppins Medium"/>
              <a:buNone/>
              <a:defRPr sz="4000">
                <a:solidFill>
                  <a:schemeClr val="accent1"/>
                </a:solidFill>
                <a:latin typeface="Poppins Medium"/>
                <a:ea typeface="Poppins Medium"/>
                <a:cs typeface="Poppins Medium"/>
                <a:sym typeface="Poppins Medium"/>
              </a:defRPr>
            </a:lvl2pPr>
            <a:lvl3pPr lvl="2" algn="l">
              <a:lnSpc>
                <a:spcPct val="100000"/>
              </a:lnSpc>
              <a:spcBef>
                <a:spcPts val="0"/>
              </a:spcBef>
              <a:spcAft>
                <a:spcPts val="0"/>
              </a:spcAft>
              <a:buClr>
                <a:schemeClr val="accent1"/>
              </a:buClr>
              <a:buSzPts val="3000"/>
              <a:buFont typeface="Poppins Medium"/>
              <a:buNone/>
              <a:defRPr sz="4000">
                <a:solidFill>
                  <a:schemeClr val="accent1"/>
                </a:solidFill>
                <a:latin typeface="Poppins Medium"/>
                <a:ea typeface="Poppins Medium"/>
                <a:cs typeface="Poppins Medium"/>
                <a:sym typeface="Poppins Medium"/>
              </a:defRPr>
            </a:lvl3pPr>
            <a:lvl4pPr lvl="3" algn="l">
              <a:lnSpc>
                <a:spcPct val="100000"/>
              </a:lnSpc>
              <a:spcBef>
                <a:spcPts val="0"/>
              </a:spcBef>
              <a:spcAft>
                <a:spcPts val="0"/>
              </a:spcAft>
              <a:buClr>
                <a:schemeClr val="accent1"/>
              </a:buClr>
              <a:buSzPts val="3000"/>
              <a:buFont typeface="Poppins Medium"/>
              <a:buNone/>
              <a:defRPr sz="4000">
                <a:solidFill>
                  <a:schemeClr val="accent1"/>
                </a:solidFill>
                <a:latin typeface="Poppins Medium"/>
                <a:ea typeface="Poppins Medium"/>
                <a:cs typeface="Poppins Medium"/>
                <a:sym typeface="Poppins Medium"/>
              </a:defRPr>
            </a:lvl4pPr>
            <a:lvl5pPr lvl="4" algn="l">
              <a:lnSpc>
                <a:spcPct val="100000"/>
              </a:lnSpc>
              <a:spcBef>
                <a:spcPts val="0"/>
              </a:spcBef>
              <a:spcAft>
                <a:spcPts val="0"/>
              </a:spcAft>
              <a:buClr>
                <a:schemeClr val="accent1"/>
              </a:buClr>
              <a:buSzPts val="3000"/>
              <a:buFont typeface="Poppins Medium"/>
              <a:buNone/>
              <a:defRPr sz="4000">
                <a:solidFill>
                  <a:schemeClr val="accent1"/>
                </a:solidFill>
                <a:latin typeface="Poppins Medium"/>
                <a:ea typeface="Poppins Medium"/>
                <a:cs typeface="Poppins Medium"/>
                <a:sym typeface="Poppins Medium"/>
              </a:defRPr>
            </a:lvl5pPr>
            <a:lvl6pPr lvl="5" algn="l">
              <a:lnSpc>
                <a:spcPct val="100000"/>
              </a:lnSpc>
              <a:spcBef>
                <a:spcPts val="0"/>
              </a:spcBef>
              <a:spcAft>
                <a:spcPts val="0"/>
              </a:spcAft>
              <a:buClr>
                <a:schemeClr val="accent1"/>
              </a:buClr>
              <a:buSzPts val="3000"/>
              <a:buFont typeface="Poppins Medium"/>
              <a:buNone/>
              <a:defRPr sz="4000">
                <a:solidFill>
                  <a:schemeClr val="accent1"/>
                </a:solidFill>
                <a:latin typeface="Poppins Medium"/>
                <a:ea typeface="Poppins Medium"/>
                <a:cs typeface="Poppins Medium"/>
                <a:sym typeface="Poppins Medium"/>
              </a:defRPr>
            </a:lvl6pPr>
            <a:lvl7pPr lvl="6" algn="l">
              <a:lnSpc>
                <a:spcPct val="100000"/>
              </a:lnSpc>
              <a:spcBef>
                <a:spcPts val="0"/>
              </a:spcBef>
              <a:spcAft>
                <a:spcPts val="0"/>
              </a:spcAft>
              <a:buClr>
                <a:schemeClr val="accent1"/>
              </a:buClr>
              <a:buSzPts val="3000"/>
              <a:buFont typeface="Poppins Medium"/>
              <a:buNone/>
              <a:defRPr sz="4000">
                <a:solidFill>
                  <a:schemeClr val="accent1"/>
                </a:solidFill>
                <a:latin typeface="Poppins Medium"/>
                <a:ea typeface="Poppins Medium"/>
                <a:cs typeface="Poppins Medium"/>
                <a:sym typeface="Poppins Medium"/>
              </a:defRPr>
            </a:lvl7pPr>
            <a:lvl8pPr lvl="7" algn="l">
              <a:lnSpc>
                <a:spcPct val="100000"/>
              </a:lnSpc>
              <a:spcBef>
                <a:spcPts val="0"/>
              </a:spcBef>
              <a:spcAft>
                <a:spcPts val="0"/>
              </a:spcAft>
              <a:buClr>
                <a:schemeClr val="accent1"/>
              </a:buClr>
              <a:buSzPts val="3000"/>
              <a:buFont typeface="Poppins Medium"/>
              <a:buNone/>
              <a:defRPr sz="4000">
                <a:solidFill>
                  <a:schemeClr val="accent1"/>
                </a:solidFill>
                <a:latin typeface="Poppins Medium"/>
                <a:ea typeface="Poppins Medium"/>
                <a:cs typeface="Poppins Medium"/>
                <a:sym typeface="Poppins Medium"/>
              </a:defRPr>
            </a:lvl8pPr>
            <a:lvl9pPr lvl="8" algn="l">
              <a:lnSpc>
                <a:spcPct val="100000"/>
              </a:lnSpc>
              <a:spcBef>
                <a:spcPts val="0"/>
              </a:spcBef>
              <a:spcAft>
                <a:spcPts val="0"/>
              </a:spcAft>
              <a:buClr>
                <a:schemeClr val="accent1"/>
              </a:buClr>
              <a:buSzPts val="3000"/>
              <a:buFont typeface="Poppins Medium"/>
              <a:buNone/>
              <a:defRPr sz="4000">
                <a:solidFill>
                  <a:schemeClr val="accent1"/>
                </a:solidFill>
                <a:latin typeface="Poppins Medium"/>
                <a:ea typeface="Poppins Medium"/>
                <a:cs typeface="Poppins Medium"/>
                <a:sym typeface="Poppins Medium"/>
              </a:defRPr>
            </a:lvl9pPr>
          </a:lstStyle>
          <a:p>
            <a:endParaRPr/>
          </a:p>
        </p:txBody>
      </p:sp>
      <p:sp>
        <p:nvSpPr>
          <p:cNvPr id="13" name="Google Shape;13;p15"/>
          <p:cNvSpPr txBox="1">
            <a:spLocks noGrp="1"/>
          </p:cNvSpPr>
          <p:nvPr>
            <p:ph type="subTitle" idx="1"/>
          </p:nvPr>
        </p:nvSpPr>
        <p:spPr>
          <a:xfrm>
            <a:off x="554200" y="3593767"/>
            <a:ext cx="5544800" cy="386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Font typeface="Poppins"/>
              <a:buNone/>
              <a:defRPr>
                <a:latin typeface="Poppins"/>
                <a:ea typeface="Poppins"/>
                <a:cs typeface="Poppins"/>
                <a:sym typeface="Poppins"/>
              </a:defRPr>
            </a:lvl1pPr>
            <a:lvl2pPr lvl="1" algn="l">
              <a:lnSpc>
                <a:spcPct val="100000"/>
              </a:lnSpc>
              <a:spcBef>
                <a:spcPts val="267"/>
              </a:spcBef>
              <a:spcAft>
                <a:spcPts val="0"/>
              </a:spcAft>
              <a:buSzPts val="1400"/>
              <a:buFont typeface="Poppins"/>
              <a:buNone/>
              <a:defRPr>
                <a:latin typeface="Poppins"/>
                <a:ea typeface="Poppins"/>
                <a:cs typeface="Poppins"/>
                <a:sym typeface="Poppins"/>
              </a:defRPr>
            </a:lvl2pPr>
            <a:lvl3pPr lvl="2" algn="l">
              <a:lnSpc>
                <a:spcPct val="100000"/>
              </a:lnSpc>
              <a:spcBef>
                <a:spcPts val="267"/>
              </a:spcBef>
              <a:spcAft>
                <a:spcPts val="0"/>
              </a:spcAft>
              <a:buSzPts val="1400"/>
              <a:buFont typeface="Poppins"/>
              <a:buNone/>
              <a:defRPr>
                <a:latin typeface="Poppins"/>
                <a:ea typeface="Poppins"/>
                <a:cs typeface="Poppins"/>
                <a:sym typeface="Poppins"/>
              </a:defRPr>
            </a:lvl3pPr>
            <a:lvl4pPr lvl="3" algn="l">
              <a:lnSpc>
                <a:spcPct val="100000"/>
              </a:lnSpc>
              <a:spcBef>
                <a:spcPts val="267"/>
              </a:spcBef>
              <a:spcAft>
                <a:spcPts val="0"/>
              </a:spcAft>
              <a:buSzPts val="1400"/>
              <a:buFont typeface="Poppins"/>
              <a:buNone/>
              <a:defRPr>
                <a:latin typeface="Poppins"/>
                <a:ea typeface="Poppins"/>
                <a:cs typeface="Poppins"/>
                <a:sym typeface="Poppins"/>
              </a:defRPr>
            </a:lvl4pPr>
            <a:lvl5pPr lvl="4" algn="l">
              <a:lnSpc>
                <a:spcPct val="100000"/>
              </a:lnSpc>
              <a:spcBef>
                <a:spcPts val="267"/>
              </a:spcBef>
              <a:spcAft>
                <a:spcPts val="0"/>
              </a:spcAft>
              <a:buSzPts val="1400"/>
              <a:buFont typeface="Poppins"/>
              <a:buNone/>
              <a:defRPr>
                <a:latin typeface="Poppins"/>
                <a:ea typeface="Poppins"/>
                <a:cs typeface="Poppins"/>
                <a:sym typeface="Poppins"/>
              </a:defRPr>
            </a:lvl5pPr>
            <a:lvl6pPr lvl="5" algn="l">
              <a:lnSpc>
                <a:spcPct val="100000"/>
              </a:lnSpc>
              <a:spcBef>
                <a:spcPts val="267"/>
              </a:spcBef>
              <a:spcAft>
                <a:spcPts val="0"/>
              </a:spcAft>
              <a:buSzPts val="1400"/>
              <a:buFont typeface="Poppins"/>
              <a:buNone/>
              <a:defRPr>
                <a:latin typeface="Poppins"/>
                <a:ea typeface="Poppins"/>
                <a:cs typeface="Poppins"/>
                <a:sym typeface="Poppins"/>
              </a:defRPr>
            </a:lvl6pPr>
            <a:lvl7pPr lvl="6" algn="l">
              <a:lnSpc>
                <a:spcPct val="100000"/>
              </a:lnSpc>
              <a:spcBef>
                <a:spcPts val="267"/>
              </a:spcBef>
              <a:spcAft>
                <a:spcPts val="0"/>
              </a:spcAft>
              <a:buSzPts val="1400"/>
              <a:buFont typeface="Poppins"/>
              <a:buNone/>
              <a:defRPr>
                <a:latin typeface="Poppins"/>
                <a:ea typeface="Poppins"/>
                <a:cs typeface="Poppins"/>
                <a:sym typeface="Poppins"/>
              </a:defRPr>
            </a:lvl7pPr>
            <a:lvl8pPr lvl="7" algn="l">
              <a:lnSpc>
                <a:spcPct val="100000"/>
              </a:lnSpc>
              <a:spcBef>
                <a:spcPts val="267"/>
              </a:spcBef>
              <a:spcAft>
                <a:spcPts val="0"/>
              </a:spcAft>
              <a:buSzPts val="1400"/>
              <a:buFont typeface="Poppins"/>
              <a:buNone/>
              <a:defRPr>
                <a:latin typeface="Poppins"/>
                <a:ea typeface="Poppins"/>
                <a:cs typeface="Poppins"/>
                <a:sym typeface="Poppins"/>
              </a:defRPr>
            </a:lvl8pPr>
            <a:lvl9pPr lvl="8" algn="l">
              <a:lnSpc>
                <a:spcPct val="100000"/>
              </a:lnSpc>
              <a:spcBef>
                <a:spcPts val="267"/>
              </a:spcBef>
              <a:spcAft>
                <a:spcPts val="267"/>
              </a:spcAft>
              <a:buSzPts val="1400"/>
              <a:buFont typeface="Poppins"/>
              <a:buNone/>
              <a:defRPr>
                <a:latin typeface="Poppins"/>
                <a:ea typeface="Poppins"/>
                <a:cs typeface="Poppins"/>
                <a:sym typeface="Poppins"/>
              </a:defRPr>
            </a:lvl9pPr>
          </a:lstStyle>
          <a:p>
            <a:endParaRPr/>
          </a:p>
        </p:txBody>
      </p:sp>
      <p:sp>
        <p:nvSpPr>
          <p:cNvPr id="14" name="Google Shape;14;p15"/>
          <p:cNvSpPr txBox="1">
            <a:spLocks noGrp="1"/>
          </p:cNvSpPr>
          <p:nvPr>
            <p:ph type="subTitle" idx="2"/>
          </p:nvPr>
        </p:nvSpPr>
        <p:spPr>
          <a:xfrm>
            <a:off x="554200" y="4144267"/>
            <a:ext cx="2328800" cy="298000"/>
          </a:xfrm>
          <a:prstGeom prst="rect">
            <a:avLst/>
          </a:prstGeom>
          <a:solidFill>
            <a:schemeClr val="dk2"/>
          </a:solidFill>
          <a:ln>
            <a:noFill/>
          </a:ln>
        </p:spPr>
        <p:txBody>
          <a:bodyPr spcFirstLastPara="1" wrap="square" lIns="91425" tIns="45700" rIns="91425" bIns="45700" anchor="ctr" anchorCtr="0">
            <a:spAutoFit/>
          </a:bodyPr>
          <a:lstStyle>
            <a:lvl1pPr lvl="0" algn="l">
              <a:lnSpc>
                <a:spcPct val="100000"/>
              </a:lnSpc>
              <a:spcBef>
                <a:spcPts val="0"/>
              </a:spcBef>
              <a:spcAft>
                <a:spcPts val="0"/>
              </a:spcAft>
              <a:buSzPts val="1000"/>
              <a:buFont typeface="Poppins"/>
              <a:buNone/>
              <a:defRPr sz="1333">
                <a:latin typeface="Poppins"/>
                <a:ea typeface="Poppins"/>
                <a:cs typeface="Poppins"/>
                <a:sym typeface="Poppins"/>
              </a:defRPr>
            </a:lvl1pPr>
            <a:lvl2pPr lvl="1" algn="l">
              <a:lnSpc>
                <a:spcPct val="100000"/>
              </a:lnSpc>
              <a:spcBef>
                <a:spcPts val="267"/>
              </a:spcBef>
              <a:spcAft>
                <a:spcPts val="0"/>
              </a:spcAft>
              <a:buSzPts val="1200"/>
              <a:buFont typeface="Poppins"/>
              <a:buNone/>
              <a:defRPr sz="1600">
                <a:latin typeface="Poppins"/>
                <a:ea typeface="Poppins"/>
                <a:cs typeface="Poppins"/>
                <a:sym typeface="Poppins"/>
              </a:defRPr>
            </a:lvl2pPr>
            <a:lvl3pPr lvl="2" algn="l">
              <a:lnSpc>
                <a:spcPct val="100000"/>
              </a:lnSpc>
              <a:spcBef>
                <a:spcPts val="267"/>
              </a:spcBef>
              <a:spcAft>
                <a:spcPts val="0"/>
              </a:spcAft>
              <a:buSzPts val="1200"/>
              <a:buFont typeface="Poppins"/>
              <a:buNone/>
              <a:defRPr sz="1600">
                <a:latin typeface="Poppins"/>
                <a:ea typeface="Poppins"/>
                <a:cs typeface="Poppins"/>
                <a:sym typeface="Poppins"/>
              </a:defRPr>
            </a:lvl3pPr>
            <a:lvl4pPr lvl="3" algn="l">
              <a:lnSpc>
                <a:spcPct val="100000"/>
              </a:lnSpc>
              <a:spcBef>
                <a:spcPts val="267"/>
              </a:spcBef>
              <a:spcAft>
                <a:spcPts val="0"/>
              </a:spcAft>
              <a:buSzPts val="1200"/>
              <a:buFont typeface="Poppins"/>
              <a:buNone/>
              <a:defRPr sz="1600">
                <a:latin typeface="Poppins"/>
                <a:ea typeface="Poppins"/>
                <a:cs typeface="Poppins"/>
                <a:sym typeface="Poppins"/>
              </a:defRPr>
            </a:lvl4pPr>
            <a:lvl5pPr lvl="4" algn="l">
              <a:lnSpc>
                <a:spcPct val="100000"/>
              </a:lnSpc>
              <a:spcBef>
                <a:spcPts val="267"/>
              </a:spcBef>
              <a:spcAft>
                <a:spcPts val="0"/>
              </a:spcAft>
              <a:buSzPts val="1200"/>
              <a:buFont typeface="Poppins"/>
              <a:buNone/>
              <a:defRPr sz="1600">
                <a:latin typeface="Poppins"/>
                <a:ea typeface="Poppins"/>
                <a:cs typeface="Poppins"/>
                <a:sym typeface="Poppins"/>
              </a:defRPr>
            </a:lvl5pPr>
            <a:lvl6pPr lvl="5" algn="l">
              <a:lnSpc>
                <a:spcPct val="100000"/>
              </a:lnSpc>
              <a:spcBef>
                <a:spcPts val="267"/>
              </a:spcBef>
              <a:spcAft>
                <a:spcPts val="0"/>
              </a:spcAft>
              <a:buSzPts val="1200"/>
              <a:buFont typeface="Poppins"/>
              <a:buNone/>
              <a:defRPr sz="1600">
                <a:latin typeface="Poppins"/>
                <a:ea typeface="Poppins"/>
                <a:cs typeface="Poppins"/>
                <a:sym typeface="Poppins"/>
              </a:defRPr>
            </a:lvl6pPr>
            <a:lvl7pPr lvl="6" algn="l">
              <a:lnSpc>
                <a:spcPct val="100000"/>
              </a:lnSpc>
              <a:spcBef>
                <a:spcPts val="267"/>
              </a:spcBef>
              <a:spcAft>
                <a:spcPts val="0"/>
              </a:spcAft>
              <a:buSzPts val="1200"/>
              <a:buFont typeface="Poppins"/>
              <a:buNone/>
              <a:defRPr sz="1600">
                <a:latin typeface="Poppins"/>
                <a:ea typeface="Poppins"/>
                <a:cs typeface="Poppins"/>
                <a:sym typeface="Poppins"/>
              </a:defRPr>
            </a:lvl7pPr>
            <a:lvl8pPr lvl="7" algn="l">
              <a:lnSpc>
                <a:spcPct val="100000"/>
              </a:lnSpc>
              <a:spcBef>
                <a:spcPts val="267"/>
              </a:spcBef>
              <a:spcAft>
                <a:spcPts val="0"/>
              </a:spcAft>
              <a:buSzPts val="1200"/>
              <a:buFont typeface="Poppins"/>
              <a:buNone/>
              <a:defRPr sz="1600">
                <a:latin typeface="Poppins"/>
                <a:ea typeface="Poppins"/>
                <a:cs typeface="Poppins"/>
                <a:sym typeface="Poppins"/>
              </a:defRPr>
            </a:lvl8pPr>
            <a:lvl9pPr lvl="8" algn="l">
              <a:lnSpc>
                <a:spcPct val="100000"/>
              </a:lnSpc>
              <a:spcBef>
                <a:spcPts val="267"/>
              </a:spcBef>
              <a:spcAft>
                <a:spcPts val="267"/>
              </a:spcAft>
              <a:buSzPts val="1200"/>
              <a:buFont typeface="Poppins"/>
              <a:buNone/>
              <a:defRPr sz="1600">
                <a:latin typeface="Poppins"/>
                <a:ea typeface="Poppins"/>
                <a:cs typeface="Poppins"/>
                <a:sym typeface="Poppins"/>
              </a:defRPr>
            </a:lvl9pPr>
          </a:lstStyle>
          <a:p>
            <a:endParaRPr/>
          </a:p>
        </p:txBody>
      </p:sp>
      <p:sp>
        <p:nvSpPr>
          <p:cNvPr id="15" name="Google Shape;15;p15"/>
          <p:cNvSpPr/>
          <p:nvPr/>
        </p:nvSpPr>
        <p:spPr>
          <a:xfrm>
            <a:off x="8340399" y="3006656"/>
            <a:ext cx="3851608" cy="3851345"/>
          </a:xfrm>
          <a:custGeom>
            <a:avLst/>
            <a:gdLst/>
            <a:ahLst/>
            <a:cxnLst/>
            <a:rect l="l" t="t" r="r" b="b"/>
            <a:pathLst>
              <a:path w="3826101" h="3851345" extrusionOk="0">
                <a:moveTo>
                  <a:pt x="3826101" y="0"/>
                </a:moveTo>
                <a:lnTo>
                  <a:pt x="3826101" y="584257"/>
                </a:lnTo>
                <a:lnTo>
                  <a:pt x="3672624" y="588138"/>
                </a:lnTo>
                <a:cubicBezTo>
                  <a:pt x="1952295" y="675341"/>
                  <a:pt x="584255" y="2097818"/>
                  <a:pt x="584255" y="3839818"/>
                </a:cubicBezTo>
                <a:lnTo>
                  <a:pt x="584819" y="3851345"/>
                </a:lnTo>
                <a:lnTo>
                  <a:pt x="564" y="3851345"/>
                </a:lnTo>
                <a:lnTo>
                  <a:pt x="0" y="3839817"/>
                </a:lnTo>
                <a:cubicBezTo>
                  <a:pt x="0" y="1785226"/>
                  <a:pt x="1613526" y="107493"/>
                  <a:pt x="3642558" y="4641"/>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16" name="Google Shape;16;p15"/>
          <p:cNvSpPr txBox="1">
            <a:spLocks noGrp="1"/>
          </p:cNvSpPr>
          <p:nvPr>
            <p:ph type="subTitle" idx="3"/>
          </p:nvPr>
        </p:nvSpPr>
        <p:spPr>
          <a:xfrm>
            <a:off x="3078592" y="6499667"/>
            <a:ext cx="1376800" cy="1232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600"/>
              <a:buNone/>
              <a:defRPr sz="800"/>
            </a:lvl1pPr>
            <a:lvl2pPr lvl="1" algn="ctr">
              <a:lnSpc>
                <a:spcPct val="100000"/>
              </a:lnSpc>
              <a:spcBef>
                <a:spcPts val="267"/>
              </a:spcBef>
              <a:spcAft>
                <a:spcPts val="0"/>
              </a:spcAft>
              <a:buSzPts val="1400"/>
              <a:buNone/>
              <a:defRPr/>
            </a:lvl2pPr>
            <a:lvl3pPr lvl="2" algn="ctr">
              <a:lnSpc>
                <a:spcPct val="100000"/>
              </a:lnSpc>
              <a:spcBef>
                <a:spcPts val="267"/>
              </a:spcBef>
              <a:spcAft>
                <a:spcPts val="0"/>
              </a:spcAft>
              <a:buSzPts val="1400"/>
              <a:buNone/>
              <a:defRPr/>
            </a:lvl3pPr>
            <a:lvl4pPr lvl="3" algn="ctr">
              <a:lnSpc>
                <a:spcPct val="100000"/>
              </a:lnSpc>
              <a:spcBef>
                <a:spcPts val="267"/>
              </a:spcBef>
              <a:spcAft>
                <a:spcPts val="0"/>
              </a:spcAft>
              <a:buSzPts val="1400"/>
              <a:buNone/>
              <a:defRPr/>
            </a:lvl4pPr>
            <a:lvl5pPr lvl="4" algn="ctr">
              <a:lnSpc>
                <a:spcPct val="100000"/>
              </a:lnSpc>
              <a:spcBef>
                <a:spcPts val="267"/>
              </a:spcBef>
              <a:spcAft>
                <a:spcPts val="0"/>
              </a:spcAft>
              <a:buSzPts val="1400"/>
              <a:buNone/>
              <a:defRPr/>
            </a:lvl5pPr>
            <a:lvl6pPr lvl="5" algn="ctr">
              <a:lnSpc>
                <a:spcPct val="100000"/>
              </a:lnSpc>
              <a:spcBef>
                <a:spcPts val="267"/>
              </a:spcBef>
              <a:spcAft>
                <a:spcPts val="0"/>
              </a:spcAft>
              <a:buSzPts val="1400"/>
              <a:buNone/>
              <a:defRPr/>
            </a:lvl6pPr>
            <a:lvl7pPr lvl="6" algn="ctr">
              <a:lnSpc>
                <a:spcPct val="100000"/>
              </a:lnSpc>
              <a:spcBef>
                <a:spcPts val="267"/>
              </a:spcBef>
              <a:spcAft>
                <a:spcPts val="0"/>
              </a:spcAft>
              <a:buSzPts val="1400"/>
              <a:buNone/>
              <a:defRPr/>
            </a:lvl7pPr>
            <a:lvl8pPr lvl="7" algn="ctr">
              <a:lnSpc>
                <a:spcPct val="100000"/>
              </a:lnSpc>
              <a:spcBef>
                <a:spcPts val="267"/>
              </a:spcBef>
              <a:spcAft>
                <a:spcPts val="0"/>
              </a:spcAft>
              <a:buSzPts val="1400"/>
              <a:buNone/>
              <a:defRPr/>
            </a:lvl8pPr>
            <a:lvl9pPr lvl="8" algn="ctr">
              <a:lnSpc>
                <a:spcPct val="100000"/>
              </a:lnSpc>
              <a:spcBef>
                <a:spcPts val="267"/>
              </a:spcBef>
              <a:spcAft>
                <a:spcPts val="267"/>
              </a:spcAft>
              <a:buSzPts val="1400"/>
              <a:buNone/>
              <a:defRPr/>
            </a:lvl9pPr>
          </a:lstStyle>
          <a:p>
            <a:endParaRPr/>
          </a:p>
        </p:txBody>
      </p:sp>
      <p:sp>
        <p:nvSpPr>
          <p:cNvPr id="17" name="Google Shape;17;p15"/>
          <p:cNvSpPr txBox="1">
            <a:spLocks noGrp="1"/>
          </p:cNvSpPr>
          <p:nvPr>
            <p:ph type="subTitle" idx="4"/>
          </p:nvPr>
        </p:nvSpPr>
        <p:spPr>
          <a:xfrm>
            <a:off x="5236821" y="6499667"/>
            <a:ext cx="856000" cy="1232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600"/>
              <a:buNone/>
              <a:defRPr sz="800"/>
            </a:lvl1pPr>
            <a:lvl2pPr lvl="1" algn="l">
              <a:lnSpc>
                <a:spcPct val="100000"/>
              </a:lnSpc>
              <a:spcBef>
                <a:spcPts val="267"/>
              </a:spcBef>
              <a:spcAft>
                <a:spcPts val="0"/>
              </a:spcAft>
              <a:buSzPts val="1400"/>
              <a:buNone/>
              <a:defRPr/>
            </a:lvl2pPr>
            <a:lvl3pPr lvl="2" algn="l">
              <a:lnSpc>
                <a:spcPct val="100000"/>
              </a:lnSpc>
              <a:spcBef>
                <a:spcPts val="267"/>
              </a:spcBef>
              <a:spcAft>
                <a:spcPts val="0"/>
              </a:spcAft>
              <a:buSzPts val="1400"/>
              <a:buNone/>
              <a:defRPr/>
            </a:lvl3pPr>
            <a:lvl4pPr lvl="3" algn="l">
              <a:lnSpc>
                <a:spcPct val="100000"/>
              </a:lnSpc>
              <a:spcBef>
                <a:spcPts val="267"/>
              </a:spcBef>
              <a:spcAft>
                <a:spcPts val="0"/>
              </a:spcAft>
              <a:buSzPts val="1400"/>
              <a:buNone/>
              <a:defRPr/>
            </a:lvl4pPr>
            <a:lvl5pPr lvl="4" algn="l">
              <a:lnSpc>
                <a:spcPct val="100000"/>
              </a:lnSpc>
              <a:spcBef>
                <a:spcPts val="267"/>
              </a:spcBef>
              <a:spcAft>
                <a:spcPts val="0"/>
              </a:spcAft>
              <a:buSzPts val="1400"/>
              <a:buNone/>
              <a:defRPr/>
            </a:lvl5pPr>
            <a:lvl6pPr lvl="5" algn="l">
              <a:lnSpc>
                <a:spcPct val="100000"/>
              </a:lnSpc>
              <a:spcBef>
                <a:spcPts val="267"/>
              </a:spcBef>
              <a:spcAft>
                <a:spcPts val="0"/>
              </a:spcAft>
              <a:buSzPts val="1400"/>
              <a:buNone/>
              <a:defRPr/>
            </a:lvl6pPr>
            <a:lvl7pPr lvl="6" algn="l">
              <a:lnSpc>
                <a:spcPct val="100000"/>
              </a:lnSpc>
              <a:spcBef>
                <a:spcPts val="267"/>
              </a:spcBef>
              <a:spcAft>
                <a:spcPts val="0"/>
              </a:spcAft>
              <a:buSzPts val="1400"/>
              <a:buNone/>
              <a:defRPr/>
            </a:lvl7pPr>
            <a:lvl8pPr lvl="7" algn="l">
              <a:lnSpc>
                <a:spcPct val="100000"/>
              </a:lnSpc>
              <a:spcBef>
                <a:spcPts val="267"/>
              </a:spcBef>
              <a:spcAft>
                <a:spcPts val="0"/>
              </a:spcAft>
              <a:buSzPts val="1400"/>
              <a:buNone/>
              <a:defRPr/>
            </a:lvl8pPr>
            <a:lvl9pPr lvl="8" algn="l">
              <a:lnSpc>
                <a:spcPct val="100000"/>
              </a:lnSpc>
              <a:spcBef>
                <a:spcPts val="267"/>
              </a:spcBef>
              <a:spcAft>
                <a:spcPts val="267"/>
              </a:spcAft>
              <a:buSzPts val="1400"/>
              <a:buNone/>
              <a:defRPr/>
            </a:lvl9pPr>
          </a:lstStyle>
          <a:p>
            <a:endParaRPr/>
          </a:p>
        </p:txBody>
      </p:sp>
      <p:sp>
        <p:nvSpPr>
          <p:cNvPr id="18" name="Google Shape;18;p15"/>
          <p:cNvSpPr txBox="1">
            <a:spLocks noGrp="1"/>
          </p:cNvSpPr>
          <p:nvPr>
            <p:ph type="subTitle" idx="5"/>
          </p:nvPr>
        </p:nvSpPr>
        <p:spPr>
          <a:xfrm>
            <a:off x="6983589" y="6499667"/>
            <a:ext cx="745200" cy="1232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600"/>
              <a:buNone/>
              <a:defRPr sz="800"/>
            </a:lvl1pPr>
            <a:lvl2pPr lvl="1" algn="l">
              <a:lnSpc>
                <a:spcPct val="100000"/>
              </a:lnSpc>
              <a:spcBef>
                <a:spcPts val="267"/>
              </a:spcBef>
              <a:spcAft>
                <a:spcPts val="0"/>
              </a:spcAft>
              <a:buSzPts val="1400"/>
              <a:buNone/>
              <a:defRPr/>
            </a:lvl2pPr>
            <a:lvl3pPr lvl="2" algn="l">
              <a:lnSpc>
                <a:spcPct val="100000"/>
              </a:lnSpc>
              <a:spcBef>
                <a:spcPts val="267"/>
              </a:spcBef>
              <a:spcAft>
                <a:spcPts val="0"/>
              </a:spcAft>
              <a:buSzPts val="1400"/>
              <a:buNone/>
              <a:defRPr/>
            </a:lvl3pPr>
            <a:lvl4pPr lvl="3" algn="l">
              <a:lnSpc>
                <a:spcPct val="100000"/>
              </a:lnSpc>
              <a:spcBef>
                <a:spcPts val="267"/>
              </a:spcBef>
              <a:spcAft>
                <a:spcPts val="0"/>
              </a:spcAft>
              <a:buSzPts val="1400"/>
              <a:buNone/>
              <a:defRPr/>
            </a:lvl4pPr>
            <a:lvl5pPr lvl="4" algn="l">
              <a:lnSpc>
                <a:spcPct val="100000"/>
              </a:lnSpc>
              <a:spcBef>
                <a:spcPts val="267"/>
              </a:spcBef>
              <a:spcAft>
                <a:spcPts val="0"/>
              </a:spcAft>
              <a:buSzPts val="1400"/>
              <a:buNone/>
              <a:defRPr/>
            </a:lvl5pPr>
            <a:lvl6pPr lvl="5" algn="l">
              <a:lnSpc>
                <a:spcPct val="100000"/>
              </a:lnSpc>
              <a:spcBef>
                <a:spcPts val="267"/>
              </a:spcBef>
              <a:spcAft>
                <a:spcPts val="0"/>
              </a:spcAft>
              <a:buSzPts val="1400"/>
              <a:buNone/>
              <a:defRPr/>
            </a:lvl6pPr>
            <a:lvl7pPr lvl="6" algn="l">
              <a:lnSpc>
                <a:spcPct val="100000"/>
              </a:lnSpc>
              <a:spcBef>
                <a:spcPts val="267"/>
              </a:spcBef>
              <a:spcAft>
                <a:spcPts val="0"/>
              </a:spcAft>
              <a:buSzPts val="1400"/>
              <a:buNone/>
              <a:defRPr/>
            </a:lvl7pPr>
            <a:lvl8pPr lvl="7" algn="l">
              <a:lnSpc>
                <a:spcPct val="100000"/>
              </a:lnSpc>
              <a:spcBef>
                <a:spcPts val="267"/>
              </a:spcBef>
              <a:spcAft>
                <a:spcPts val="0"/>
              </a:spcAft>
              <a:buSzPts val="1400"/>
              <a:buNone/>
              <a:defRPr/>
            </a:lvl8pPr>
            <a:lvl9pPr lvl="8" algn="l">
              <a:lnSpc>
                <a:spcPct val="100000"/>
              </a:lnSpc>
              <a:spcBef>
                <a:spcPts val="267"/>
              </a:spcBef>
              <a:spcAft>
                <a:spcPts val="267"/>
              </a:spcAft>
              <a:buSzPts val="1400"/>
              <a:buNone/>
              <a:defRPr/>
            </a:lvl9pPr>
          </a:lstStyle>
          <a:p>
            <a:endParaRPr/>
          </a:p>
        </p:txBody>
      </p:sp>
      <p:sp>
        <p:nvSpPr>
          <p:cNvPr id="19" name="Google Shape;19;p15"/>
          <p:cNvSpPr txBox="1"/>
          <p:nvPr/>
        </p:nvSpPr>
        <p:spPr>
          <a:xfrm>
            <a:off x="4968296" y="6499667"/>
            <a:ext cx="234400" cy="1232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000000"/>
              </a:buClr>
              <a:buSzPts val="600"/>
              <a:buFont typeface="Arial"/>
              <a:buNone/>
            </a:pPr>
            <a:r>
              <a:rPr lang="en-US" sz="800" b="0" i="0" u="none" strike="noStrike" cap="none" dirty="0">
                <a:solidFill>
                  <a:schemeClr val="lt1"/>
                </a:solidFill>
                <a:latin typeface="Calibri"/>
                <a:ea typeface="Calibri"/>
                <a:cs typeface="Calibri"/>
                <a:sym typeface="Calibri"/>
              </a:rPr>
              <a:t>Date:</a:t>
            </a:r>
            <a:endParaRPr sz="800" b="0" i="0" u="none" strike="noStrike" cap="none" dirty="0">
              <a:solidFill>
                <a:schemeClr val="lt1"/>
              </a:solidFill>
              <a:latin typeface="Calibri"/>
              <a:ea typeface="Calibri"/>
              <a:cs typeface="Calibri"/>
              <a:sym typeface="Calibri"/>
            </a:endParaRPr>
          </a:p>
        </p:txBody>
      </p:sp>
      <p:sp>
        <p:nvSpPr>
          <p:cNvPr id="20" name="Google Shape;20;p15"/>
          <p:cNvSpPr txBox="1"/>
          <p:nvPr/>
        </p:nvSpPr>
        <p:spPr>
          <a:xfrm>
            <a:off x="6598040" y="6499667"/>
            <a:ext cx="350000" cy="1232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000000"/>
              </a:buClr>
              <a:buSzPts val="600"/>
              <a:buFont typeface="Arial"/>
              <a:buNone/>
            </a:pPr>
            <a:r>
              <a:rPr lang="en-US" sz="800" b="0" i="0" u="none" strike="noStrike" cap="none" dirty="0">
                <a:solidFill>
                  <a:schemeClr val="lt1"/>
                </a:solidFill>
                <a:latin typeface="Calibri"/>
                <a:ea typeface="Calibri"/>
                <a:cs typeface="Calibri"/>
                <a:sym typeface="Calibri"/>
              </a:rPr>
              <a:t>Author:</a:t>
            </a:r>
            <a:endParaRPr sz="800" b="0" i="0" u="none" strike="noStrike" cap="none" dirty="0">
              <a:solidFill>
                <a:schemeClr val="lt1"/>
              </a:solidFill>
              <a:latin typeface="Calibri"/>
              <a:ea typeface="Calibri"/>
              <a:cs typeface="Calibri"/>
              <a:sym typeface="Calibri"/>
            </a:endParaRPr>
          </a:p>
        </p:txBody>
      </p:sp>
      <p:pic>
        <p:nvPicPr>
          <p:cNvPr id="21" name="Google Shape;21;p15"/>
          <p:cNvPicPr preferRelativeResize="0"/>
          <p:nvPr/>
        </p:nvPicPr>
        <p:blipFill rotWithShape="1">
          <a:blip r:embed="rId2">
            <a:alphaModFix/>
          </a:blip>
          <a:srcRect/>
          <a:stretch/>
        </p:blipFill>
        <p:spPr>
          <a:xfrm>
            <a:off x="10509125" y="631115"/>
            <a:ext cx="1166937" cy="483749"/>
          </a:xfrm>
          <a:prstGeom prst="rect">
            <a:avLst/>
          </a:prstGeom>
          <a:noFill/>
          <a:ln>
            <a:noFill/>
          </a:ln>
        </p:spPr>
      </p:pic>
    </p:spTree>
    <p:extLst>
      <p:ext uri="{BB962C8B-B14F-4D97-AF65-F5344CB8AC3E}">
        <p14:creationId xmlns:p14="http://schemas.microsoft.com/office/powerpoint/2010/main" val="1960451820"/>
      </p:ext>
    </p:extLst>
  </p:cSld>
  <p:clrMapOvr>
    <a:masterClrMapping/>
  </p:clrMapOvr>
  <p:extLst>
    <p:ext uri="{DCECCB84-F9BA-43D5-87BE-67443E8EF086}">
      <p15:sldGuideLst xmlns:p15="http://schemas.microsoft.com/office/powerpoint/2012/main">
        <p15:guide id="1" orient="horz" pos="518">
          <p15:clr>
            <a:srgbClr val="FA7B17"/>
          </p15:clr>
        </p15:guide>
        <p15:guide id="2" orient="horz" pos="3006">
          <p15:clr>
            <a:srgbClr val="FA7B17"/>
          </p15:clr>
        </p15:guide>
        <p15:guide id="3" pos="260">
          <p15:clr>
            <a:srgbClr val="FA7B17"/>
          </p15:clr>
        </p15:guide>
        <p15:guide id="4" pos="5498">
          <p15:clr>
            <a:srgbClr val="FA7B17"/>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Cover - Client Logo">
  <p:cSld name="Title/Cover - Client Logo">
    <p:spTree>
      <p:nvGrpSpPr>
        <p:cNvPr id="1" name="Shape 44"/>
        <p:cNvGrpSpPr/>
        <p:nvPr/>
      </p:nvGrpSpPr>
      <p:grpSpPr>
        <a:xfrm>
          <a:off x="0" y="0"/>
          <a:ext cx="0" cy="0"/>
          <a:chOff x="0" y="0"/>
          <a:chExt cx="0" cy="0"/>
        </a:xfrm>
      </p:grpSpPr>
      <p:sp>
        <p:nvSpPr>
          <p:cNvPr id="45" name="Google Shape;45;p24"/>
          <p:cNvSpPr>
            <a:spLocks noGrp="1"/>
          </p:cNvSpPr>
          <p:nvPr>
            <p:ph type="pic" idx="2"/>
          </p:nvPr>
        </p:nvSpPr>
        <p:spPr>
          <a:xfrm>
            <a:off x="8559551" y="631115"/>
            <a:ext cx="1526000" cy="496800"/>
          </a:xfrm>
          <a:prstGeom prst="rect">
            <a:avLst/>
          </a:prstGeom>
          <a:noFill/>
          <a:ln>
            <a:noFill/>
          </a:ln>
        </p:spPr>
        <p:txBody>
          <a:bodyPr/>
          <a:lstStyle/>
          <a:p>
            <a:endParaRPr lang="en-IN"/>
          </a:p>
        </p:txBody>
      </p:sp>
      <p:sp>
        <p:nvSpPr>
          <p:cNvPr id="46" name="Google Shape;46;p24"/>
          <p:cNvSpPr/>
          <p:nvPr/>
        </p:nvSpPr>
        <p:spPr>
          <a:xfrm>
            <a:off x="2" y="2"/>
            <a:ext cx="1011044" cy="1014501"/>
          </a:xfrm>
          <a:custGeom>
            <a:avLst/>
            <a:gdLst/>
            <a:ahLst/>
            <a:cxnLst/>
            <a:rect l="l" t="t" r="r" b="b"/>
            <a:pathLst>
              <a:path w="1011044" h="1014501" extrusionOk="0">
                <a:moveTo>
                  <a:pt x="195109" y="993405"/>
                </a:moveTo>
                <a:lnTo>
                  <a:pt x="200634" y="994520"/>
                </a:lnTo>
                <a:lnTo>
                  <a:pt x="183296" y="997616"/>
                </a:lnTo>
                <a:lnTo>
                  <a:pt x="187163" y="995009"/>
                </a:lnTo>
                <a:cubicBezTo>
                  <a:pt x="189606" y="993976"/>
                  <a:pt x="192291" y="993405"/>
                  <a:pt x="195109" y="993405"/>
                </a:cubicBezTo>
                <a:close/>
                <a:moveTo>
                  <a:pt x="146332" y="993405"/>
                </a:moveTo>
                <a:cubicBezTo>
                  <a:pt x="151969" y="993405"/>
                  <a:pt x="157072" y="995690"/>
                  <a:pt x="160766" y="999383"/>
                </a:cubicBezTo>
                <a:lnTo>
                  <a:pt x="161636" y="1001484"/>
                </a:lnTo>
                <a:lnTo>
                  <a:pt x="153987" y="1002850"/>
                </a:lnTo>
                <a:lnTo>
                  <a:pt x="129155" y="1006006"/>
                </a:lnTo>
                <a:lnTo>
                  <a:pt x="131898" y="999383"/>
                </a:lnTo>
                <a:cubicBezTo>
                  <a:pt x="135592" y="995690"/>
                  <a:pt x="140695" y="993405"/>
                  <a:pt x="146332" y="993405"/>
                </a:cubicBezTo>
                <a:close/>
                <a:moveTo>
                  <a:pt x="97555" y="993405"/>
                </a:moveTo>
                <a:cubicBezTo>
                  <a:pt x="103192" y="993405"/>
                  <a:pt x="108295" y="995690"/>
                  <a:pt x="111989" y="999383"/>
                </a:cubicBezTo>
                <a:lnTo>
                  <a:pt x="115453" y="1007747"/>
                </a:lnTo>
                <a:lnTo>
                  <a:pt x="103384" y="1009281"/>
                </a:lnTo>
                <a:lnTo>
                  <a:pt x="78229" y="1011193"/>
                </a:lnTo>
                <a:lnTo>
                  <a:pt x="83121" y="999383"/>
                </a:lnTo>
                <a:cubicBezTo>
                  <a:pt x="86815" y="995690"/>
                  <a:pt x="91918" y="993405"/>
                  <a:pt x="97555" y="993405"/>
                </a:cubicBezTo>
                <a:close/>
                <a:moveTo>
                  <a:pt x="48778" y="993405"/>
                </a:moveTo>
                <a:cubicBezTo>
                  <a:pt x="54415" y="993405"/>
                  <a:pt x="59518" y="995690"/>
                  <a:pt x="63212" y="999383"/>
                </a:cubicBezTo>
                <a:lnTo>
                  <a:pt x="68413" y="1011940"/>
                </a:lnTo>
                <a:lnTo>
                  <a:pt x="52033" y="1013185"/>
                </a:lnTo>
                <a:lnTo>
                  <a:pt x="28379" y="1013783"/>
                </a:lnTo>
                <a:lnTo>
                  <a:pt x="34344" y="999383"/>
                </a:lnTo>
                <a:cubicBezTo>
                  <a:pt x="38038" y="995690"/>
                  <a:pt x="43141" y="993405"/>
                  <a:pt x="48778" y="993405"/>
                </a:cubicBezTo>
                <a:close/>
                <a:moveTo>
                  <a:pt x="2" y="993405"/>
                </a:moveTo>
                <a:cubicBezTo>
                  <a:pt x="11275" y="993405"/>
                  <a:pt x="20414" y="1002544"/>
                  <a:pt x="20414" y="1013818"/>
                </a:cubicBezTo>
                <a:lnTo>
                  <a:pt x="20344" y="1013987"/>
                </a:lnTo>
                <a:lnTo>
                  <a:pt x="0" y="1014501"/>
                </a:lnTo>
                <a:lnTo>
                  <a:pt x="0" y="993406"/>
                </a:lnTo>
                <a:close/>
                <a:moveTo>
                  <a:pt x="341440" y="939317"/>
                </a:moveTo>
                <a:cubicBezTo>
                  <a:pt x="347077" y="939317"/>
                  <a:pt x="352180" y="941602"/>
                  <a:pt x="355875" y="945296"/>
                </a:cubicBezTo>
                <a:lnTo>
                  <a:pt x="357150" y="948375"/>
                </a:lnTo>
                <a:lnTo>
                  <a:pt x="321699" y="961350"/>
                </a:lnTo>
                <a:lnTo>
                  <a:pt x="321028" y="959730"/>
                </a:lnTo>
                <a:cubicBezTo>
                  <a:pt x="321028" y="948456"/>
                  <a:pt x="330166" y="939317"/>
                  <a:pt x="341440" y="939317"/>
                </a:cubicBezTo>
                <a:close/>
                <a:moveTo>
                  <a:pt x="292663" y="939317"/>
                </a:moveTo>
                <a:cubicBezTo>
                  <a:pt x="303937" y="939317"/>
                  <a:pt x="313076" y="948456"/>
                  <a:pt x="313076" y="959730"/>
                </a:cubicBezTo>
                <a:lnTo>
                  <a:pt x="310744" y="965360"/>
                </a:lnTo>
                <a:lnTo>
                  <a:pt x="300683" y="969042"/>
                </a:lnTo>
                <a:lnTo>
                  <a:pt x="279538" y="975046"/>
                </a:lnTo>
                <a:lnTo>
                  <a:pt x="278229" y="974164"/>
                </a:lnTo>
                <a:cubicBezTo>
                  <a:pt x="274535" y="970470"/>
                  <a:pt x="272251" y="965367"/>
                  <a:pt x="272251" y="959730"/>
                </a:cubicBezTo>
                <a:cubicBezTo>
                  <a:pt x="272251" y="948456"/>
                  <a:pt x="281389" y="939317"/>
                  <a:pt x="292663" y="939317"/>
                </a:cubicBezTo>
                <a:close/>
                <a:moveTo>
                  <a:pt x="243886" y="939317"/>
                </a:moveTo>
                <a:cubicBezTo>
                  <a:pt x="255160" y="939317"/>
                  <a:pt x="264299" y="948456"/>
                  <a:pt x="264299" y="959730"/>
                </a:cubicBezTo>
                <a:cubicBezTo>
                  <a:pt x="264299" y="971004"/>
                  <a:pt x="255160" y="980143"/>
                  <a:pt x="243886" y="980143"/>
                </a:cubicBezTo>
                <a:cubicBezTo>
                  <a:pt x="232612" y="980143"/>
                  <a:pt x="223473" y="971004"/>
                  <a:pt x="223473" y="959730"/>
                </a:cubicBezTo>
                <a:cubicBezTo>
                  <a:pt x="223473" y="948456"/>
                  <a:pt x="232612" y="939317"/>
                  <a:pt x="243886" y="939317"/>
                </a:cubicBezTo>
                <a:close/>
                <a:moveTo>
                  <a:pt x="195109" y="939317"/>
                </a:moveTo>
                <a:cubicBezTo>
                  <a:pt x="206383" y="939317"/>
                  <a:pt x="215522" y="948456"/>
                  <a:pt x="215522" y="959730"/>
                </a:cubicBezTo>
                <a:cubicBezTo>
                  <a:pt x="215522" y="971004"/>
                  <a:pt x="206383" y="980143"/>
                  <a:pt x="195109" y="980143"/>
                </a:cubicBezTo>
                <a:cubicBezTo>
                  <a:pt x="183835" y="980143"/>
                  <a:pt x="174696" y="971004"/>
                  <a:pt x="174696" y="959730"/>
                </a:cubicBezTo>
                <a:cubicBezTo>
                  <a:pt x="174696" y="948456"/>
                  <a:pt x="183835" y="939317"/>
                  <a:pt x="195109" y="939317"/>
                </a:cubicBezTo>
                <a:close/>
                <a:moveTo>
                  <a:pt x="146332" y="939317"/>
                </a:moveTo>
                <a:cubicBezTo>
                  <a:pt x="157606" y="939317"/>
                  <a:pt x="166745" y="948456"/>
                  <a:pt x="166745" y="959730"/>
                </a:cubicBezTo>
                <a:cubicBezTo>
                  <a:pt x="166745" y="971004"/>
                  <a:pt x="157606" y="980143"/>
                  <a:pt x="146332" y="980143"/>
                </a:cubicBezTo>
                <a:cubicBezTo>
                  <a:pt x="135058" y="980143"/>
                  <a:pt x="125919" y="971004"/>
                  <a:pt x="125919" y="959730"/>
                </a:cubicBezTo>
                <a:cubicBezTo>
                  <a:pt x="125919" y="948456"/>
                  <a:pt x="135058" y="939317"/>
                  <a:pt x="146332" y="939317"/>
                </a:cubicBezTo>
                <a:close/>
                <a:moveTo>
                  <a:pt x="97555" y="939317"/>
                </a:moveTo>
                <a:cubicBezTo>
                  <a:pt x="108829" y="939317"/>
                  <a:pt x="117968" y="948456"/>
                  <a:pt x="117968" y="959730"/>
                </a:cubicBezTo>
                <a:cubicBezTo>
                  <a:pt x="117968" y="971004"/>
                  <a:pt x="108829" y="980143"/>
                  <a:pt x="97555" y="980143"/>
                </a:cubicBezTo>
                <a:cubicBezTo>
                  <a:pt x="86281" y="980143"/>
                  <a:pt x="77142" y="971004"/>
                  <a:pt x="77142" y="959730"/>
                </a:cubicBezTo>
                <a:cubicBezTo>
                  <a:pt x="77142" y="948456"/>
                  <a:pt x="86281" y="939317"/>
                  <a:pt x="97555" y="939317"/>
                </a:cubicBezTo>
                <a:close/>
                <a:moveTo>
                  <a:pt x="48778" y="939317"/>
                </a:moveTo>
                <a:cubicBezTo>
                  <a:pt x="60052" y="939317"/>
                  <a:pt x="69191" y="948456"/>
                  <a:pt x="69191" y="959730"/>
                </a:cubicBezTo>
                <a:cubicBezTo>
                  <a:pt x="69191" y="971004"/>
                  <a:pt x="60052" y="980143"/>
                  <a:pt x="48778" y="980143"/>
                </a:cubicBezTo>
                <a:cubicBezTo>
                  <a:pt x="37504" y="980143"/>
                  <a:pt x="28365" y="971004"/>
                  <a:pt x="28365" y="959730"/>
                </a:cubicBezTo>
                <a:cubicBezTo>
                  <a:pt x="28365" y="948456"/>
                  <a:pt x="37504" y="939317"/>
                  <a:pt x="48778" y="939317"/>
                </a:cubicBezTo>
                <a:close/>
                <a:moveTo>
                  <a:pt x="2" y="939317"/>
                </a:moveTo>
                <a:cubicBezTo>
                  <a:pt x="11275" y="939317"/>
                  <a:pt x="20414" y="948456"/>
                  <a:pt x="20414" y="959730"/>
                </a:cubicBezTo>
                <a:cubicBezTo>
                  <a:pt x="20414" y="971004"/>
                  <a:pt x="11275" y="980143"/>
                  <a:pt x="2" y="980143"/>
                </a:cubicBezTo>
                <a:lnTo>
                  <a:pt x="0" y="980142"/>
                </a:lnTo>
                <a:lnTo>
                  <a:pt x="0" y="939318"/>
                </a:lnTo>
                <a:close/>
                <a:moveTo>
                  <a:pt x="487772" y="885231"/>
                </a:moveTo>
                <a:lnTo>
                  <a:pt x="492351" y="886155"/>
                </a:lnTo>
                <a:lnTo>
                  <a:pt x="481971" y="892462"/>
                </a:lnTo>
                <a:lnTo>
                  <a:pt x="470537" y="897969"/>
                </a:lnTo>
                <a:lnTo>
                  <a:pt x="473337" y="891210"/>
                </a:lnTo>
                <a:cubicBezTo>
                  <a:pt x="477032" y="887516"/>
                  <a:pt x="482135" y="885231"/>
                  <a:pt x="487772" y="885231"/>
                </a:cubicBezTo>
                <a:close/>
                <a:moveTo>
                  <a:pt x="438994" y="885231"/>
                </a:moveTo>
                <a:cubicBezTo>
                  <a:pt x="444631" y="885231"/>
                  <a:pt x="449734" y="887516"/>
                  <a:pt x="453429" y="891210"/>
                </a:cubicBezTo>
                <a:lnTo>
                  <a:pt x="458609" y="903716"/>
                </a:lnTo>
                <a:lnTo>
                  <a:pt x="424595" y="920101"/>
                </a:lnTo>
                <a:lnTo>
                  <a:pt x="424560" y="920078"/>
                </a:lnTo>
                <a:cubicBezTo>
                  <a:pt x="420867" y="916384"/>
                  <a:pt x="418582" y="911281"/>
                  <a:pt x="418582" y="905644"/>
                </a:cubicBezTo>
                <a:cubicBezTo>
                  <a:pt x="418582" y="894370"/>
                  <a:pt x="427721" y="885231"/>
                  <a:pt x="438994" y="885231"/>
                </a:cubicBezTo>
                <a:close/>
                <a:moveTo>
                  <a:pt x="390217" y="885231"/>
                </a:moveTo>
                <a:cubicBezTo>
                  <a:pt x="401491" y="885231"/>
                  <a:pt x="410630" y="894370"/>
                  <a:pt x="410630" y="905644"/>
                </a:cubicBezTo>
                <a:cubicBezTo>
                  <a:pt x="410630" y="916917"/>
                  <a:pt x="401491" y="926056"/>
                  <a:pt x="390217" y="926056"/>
                </a:cubicBezTo>
                <a:cubicBezTo>
                  <a:pt x="378944" y="926056"/>
                  <a:pt x="369805" y="916917"/>
                  <a:pt x="369805" y="905644"/>
                </a:cubicBezTo>
                <a:cubicBezTo>
                  <a:pt x="369805" y="894370"/>
                  <a:pt x="378944" y="885231"/>
                  <a:pt x="390217" y="885231"/>
                </a:cubicBezTo>
                <a:close/>
                <a:moveTo>
                  <a:pt x="341440" y="885231"/>
                </a:moveTo>
                <a:cubicBezTo>
                  <a:pt x="352714" y="885231"/>
                  <a:pt x="361853" y="894370"/>
                  <a:pt x="361853" y="905644"/>
                </a:cubicBezTo>
                <a:cubicBezTo>
                  <a:pt x="361853" y="916917"/>
                  <a:pt x="352714" y="926056"/>
                  <a:pt x="341440" y="926056"/>
                </a:cubicBezTo>
                <a:cubicBezTo>
                  <a:pt x="330166" y="926056"/>
                  <a:pt x="321028" y="916917"/>
                  <a:pt x="321028" y="905644"/>
                </a:cubicBezTo>
                <a:cubicBezTo>
                  <a:pt x="321028" y="894370"/>
                  <a:pt x="330166" y="885231"/>
                  <a:pt x="341440" y="885231"/>
                </a:cubicBezTo>
                <a:close/>
                <a:moveTo>
                  <a:pt x="292663" y="885231"/>
                </a:moveTo>
                <a:cubicBezTo>
                  <a:pt x="303937" y="885231"/>
                  <a:pt x="313076" y="894370"/>
                  <a:pt x="313076" y="905644"/>
                </a:cubicBezTo>
                <a:cubicBezTo>
                  <a:pt x="313076" y="916917"/>
                  <a:pt x="303937" y="926056"/>
                  <a:pt x="292663" y="926056"/>
                </a:cubicBezTo>
                <a:cubicBezTo>
                  <a:pt x="281389" y="926056"/>
                  <a:pt x="272251" y="916917"/>
                  <a:pt x="272251" y="905644"/>
                </a:cubicBezTo>
                <a:cubicBezTo>
                  <a:pt x="272251" y="894370"/>
                  <a:pt x="281389" y="885231"/>
                  <a:pt x="292663" y="885231"/>
                </a:cubicBezTo>
                <a:close/>
                <a:moveTo>
                  <a:pt x="243886" y="885231"/>
                </a:moveTo>
                <a:cubicBezTo>
                  <a:pt x="255160" y="885231"/>
                  <a:pt x="264299" y="894370"/>
                  <a:pt x="264299" y="905644"/>
                </a:cubicBezTo>
                <a:cubicBezTo>
                  <a:pt x="264299" y="916917"/>
                  <a:pt x="255160" y="926056"/>
                  <a:pt x="243886" y="926056"/>
                </a:cubicBezTo>
                <a:cubicBezTo>
                  <a:pt x="232612" y="926056"/>
                  <a:pt x="223473" y="916917"/>
                  <a:pt x="223473" y="905644"/>
                </a:cubicBezTo>
                <a:cubicBezTo>
                  <a:pt x="223473" y="894370"/>
                  <a:pt x="232612" y="885231"/>
                  <a:pt x="243886" y="885231"/>
                </a:cubicBezTo>
                <a:close/>
                <a:moveTo>
                  <a:pt x="195109" y="885231"/>
                </a:moveTo>
                <a:cubicBezTo>
                  <a:pt x="206383" y="885231"/>
                  <a:pt x="215522" y="894370"/>
                  <a:pt x="215522" y="905644"/>
                </a:cubicBezTo>
                <a:cubicBezTo>
                  <a:pt x="215522" y="916917"/>
                  <a:pt x="206383" y="926056"/>
                  <a:pt x="195109" y="926056"/>
                </a:cubicBezTo>
                <a:cubicBezTo>
                  <a:pt x="183835" y="926056"/>
                  <a:pt x="174696" y="916917"/>
                  <a:pt x="174696" y="905644"/>
                </a:cubicBezTo>
                <a:cubicBezTo>
                  <a:pt x="174696" y="894370"/>
                  <a:pt x="183835" y="885231"/>
                  <a:pt x="195109" y="885231"/>
                </a:cubicBezTo>
                <a:close/>
                <a:moveTo>
                  <a:pt x="146332" y="885231"/>
                </a:moveTo>
                <a:cubicBezTo>
                  <a:pt x="157606" y="885231"/>
                  <a:pt x="166745" y="894370"/>
                  <a:pt x="166745" y="905644"/>
                </a:cubicBezTo>
                <a:cubicBezTo>
                  <a:pt x="166745" y="916917"/>
                  <a:pt x="157606" y="926056"/>
                  <a:pt x="146332" y="926056"/>
                </a:cubicBezTo>
                <a:cubicBezTo>
                  <a:pt x="135058" y="926056"/>
                  <a:pt x="125919" y="916917"/>
                  <a:pt x="125919" y="905644"/>
                </a:cubicBezTo>
                <a:cubicBezTo>
                  <a:pt x="125919" y="894370"/>
                  <a:pt x="135058" y="885231"/>
                  <a:pt x="146332" y="885231"/>
                </a:cubicBezTo>
                <a:close/>
                <a:moveTo>
                  <a:pt x="97555" y="885231"/>
                </a:moveTo>
                <a:cubicBezTo>
                  <a:pt x="108829" y="885231"/>
                  <a:pt x="117968" y="894370"/>
                  <a:pt x="117968" y="905644"/>
                </a:cubicBezTo>
                <a:cubicBezTo>
                  <a:pt x="117968" y="916917"/>
                  <a:pt x="108829" y="926056"/>
                  <a:pt x="97555" y="926056"/>
                </a:cubicBezTo>
                <a:cubicBezTo>
                  <a:pt x="86281" y="926056"/>
                  <a:pt x="77142" y="916917"/>
                  <a:pt x="77142" y="905644"/>
                </a:cubicBezTo>
                <a:cubicBezTo>
                  <a:pt x="77142" y="894370"/>
                  <a:pt x="86281" y="885231"/>
                  <a:pt x="97555" y="885231"/>
                </a:cubicBezTo>
                <a:close/>
                <a:moveTo>
                  <a:pt x="48778" y="885231"/>
                </a:moveTo>
                <a:cubicBezTo>
                  <a:pt x="60052" y="885231"/>
                  <a:pt x="69191" y="894370"/>
                  <a:pt x="69191" y="905644"/>
                </a:cubicBezTo>
                <a:cubicBezTo>
                  <a:pt x="69191" y="916917"/>
                  <a:pt x="60052" y="926056"/>
                  <a:pt x="48778" y="926056"/>
                </a:cubicBezTo>
                <a:cubicBezTo>
                  <a:pt x="37504" y="926056"/>
                  <a:pt x="28365" y="916917"/>
                  <a:pt x="28365" y="905644"/>
                </a:cubicBezTo>
                <a:cubicBezTo>
                  <a:pt x="28365" y="894370"/>
                  <a:pt x="37504" y="885231"/>
                  <a:pt x="48778" y="885231"/>
                </a:cubicBezTo>
                <a:close/>
                <a:moveTo>
                  <a:pt x="2" y="885231"/>
                </a:moveTo>
                <a:cubicBezTo>
                  <a:pt x="11275" y="885231"/>
                  <a:pt x="20414" y="894370"/>
                  <a:pt x="20414" y="905644"/>
                </a:cubicBezTo>
                <a:cubicBezTo>
                  <a:pt x="20414" y="916917"/>
                  <a:pt x="11275" y="926056"/>
                  <a:pt x="2" y="926056"/>
                </a:cubicBezTo>
                <a:lnTo>
                  <a:pt x="0" y="926055"/>
                </a:lnTo>
                <a:lnTo>
                  <a:pt x="0" y="885232"/>
                </a:lnTo>
                <a:close/>
                <a:moveTo>
                  <a:pt x="577493" y="832726"/>
                </a:moveTo>
                <a:lnTo>
                  <a:pt x="570568" y="837904"/>
                </a:lnTo>
                <a:lnTo>
                  <a:pt x="570892" y="837123"/>
                </a:lnTo>
                <a:cubicBezTo>
                  <a:pt x="572738" y="835276"/>
                  <a:pt x="574938" y="833782"/>
                  <a:pt x="577380" y="832749"/>
                </a:cubicBezTo>
                <a:close/>
                <a:moveTo>
                  <a:pt x="536549" y="831145"/>
                </a:moveTo>
                <a:cubicBezTo>
                  <a:pt x="542186" y="831145"/>
                  <a:pt x="547289" y="833430"/>
                  <a:pt x="550983" y="837123"/>
                </a:cubicBezTo>
                <a:lnTo>
                  <a:pt x="555421" y="847839"/>
                </a:lnTo>
                <a:lnTo>
                  <a:pt x="523739" y="867087"/>
                </a:lnTo>
                <a:lnTo>
                  <a:pt x="522114" y="865992"/>
                </a:lnTo>
                <a:cubicBezTo>
                  <a:pt x="518421" y="862298"/>
                  <a:pt x="516136" y="857194"/>
                  <a:pt x="516136" y="851558"/>
                </a:cubicBezTo>
                <a:cubicBezTo>
                  <a:pt x="516136" y="840284"/>
                  <a:pt x="525275" y="831145"/>
                  <a:pt x="536549" y="831145"/>
                </a:cubicBezTo>
                <a:close/>
                <a:moveTo>
                  <a:pt x="487772" y="831145"/>
                </a:moveTo>
                <a:cubicBezTo>
                  <a:pt x="499045" y="831145"/>
                  <a:pt x="508184" y="840284"/>
                  <a:pt x="508184" y="851558"/>
                </a:cubicBezTo>
                <a:cubicBezTo>
                  <a:pt x="508184" y="862831"/>
                  <a:pt x="499045" y="871970"/>
                  <a:pt x="487772" y="871970"/>
                </a:cubicBezTo>
                <a:cubicBezTo>
                  <a:pt x="476498" y="871970"/>
                  <a:pt x="467359" y="862831"/>
                  <a:pt x="467359" y="851558"/>
                </a:cubicBezTo>
                <a:cubicBezTo>
                  <a:pt x="467359" y="840284"/>
                  <a:pt x="476498" y="831145"/>
                  <a:pt x="487772" y="831145"/>
                </a:cubicBezTo>
                <a:close/>
                <a:moveTo>
                  <a:pt x="438994" y="831145"/>
                </a:moveTo>
                <a:cubicBezTo>
                  <a:pt x="450268" y="831145"/>
                  <a:pt x="459407" y="840284"/>
                  <a:pt x="459407" y="851558"/>
                </a:cubicBezTo>
                <a:cubicBezTo>
                  <a:pt x="459407" y="862831"/>
                  <a:pt x="450268" y="871970"/>
                  <a:pt x="438994" y="871970"/>
                </a:cubicBezTo>
                <a:cubicBezTo>
                  <a:pt x="427721" y="871970"/>
                  <a:pt x="418582" y="862831"/>
                  <a:pt x="418582" y="851558"/>
                </a:cubicBezTo>
                <a:cubicBezTo>
                  <a:pt x="418582" y="840284"/>
                  <a:pt x="427721" y="831145"/>
                  <a:pt x="438994" y="831145"/>
                </a:cubicBezTo>
                <a:close/>
                <a:moveTo>
                  <a:pt x="390217" y="831145"/>
                </a:moveTo>
                <a:cubicBezTo>
                  <a:pt x="401491" y="831145"/>
                  <a:pt x="410630" y="840284"/>
                  <a:pt x="410630" y="851558"/>
                </a:cubicBezTo>
                <a:cubicBezTo>
                  <a:pt x="410630" y="862831"/>
                  <a:pt x="401491" y="871970"/>
                  <a:pt x="390217" y="871970"/>
                </a:cubicBezTo>
                <a:cubicBezTo>
                  <a:pt x="378944" y="871970"/>
                  <a:pt x="369805" y="862831"/>
                  <a:pt x="369805" y="851558"/>
                </a:cubicBezTo>
                <a:cubicBezTo>
                  <a:pt x="369805" y="840284"/>
                  <a:pt x="378944" y="831145"/>
                  <a:pt x="390217" y="831145"/>
                </a:cubicBezTo>
                <a:close/>
                <a:moveTo>
                  <a:pt x="341440" y="831145"/>
                </a:moveTo>
                <a:cubicBezTo>
                  <a:pt x="352714" y="831145"/>
                  <a:pt x="361853" y="840284"/>
                  <a:pt x="361853" y="851558"/>
                </a:cubicBezTo>
                <a:cubicBezTo>
                  <a:pt x="361853" y="862831"/>
                  <a:pt x="352714" y="871970"/>
                  <a:pt x="341440" y="871970"/>
                </a:cubicBezTo>
                <a:cubicBezTo>
                  <a:pt x="330166" y="871970"/>
                  <a:pt x="321028" y="862831"/>
                  <a:pt x="321028" y="851558"/>
                </a:cubicBezTo>
                <a:cubicBezTo>
                  <a:pt x="321028" y="840284"/>
                  <a:pt x="330166" y="831145"/>
                  <a:pt x="341440" y="831145"/>
                </a:cubicBezTo>
                <a:close/>
                <a:moveTo>
                  <a:pt x="292663" y="831145"/>
                </a:moveTo>
                <a:cubicBezTo>
                  <a:pt x="303937" y="831145"/>
                  <a:pt x="313076" y="840284"/>
                  <a:pt x="313076" y="851558"/>
                </a:cubicBezTo>
                <a:cubicBezTo>
                  <a:pt x="313076" y="862831"/>
                  <a:pt x="303937" y="871970"/>
                  <a:pt x="292663" y="871970"/>
                </a:cubicBezTo>
                <a:cubicBezTo>
                  <a:pt x="281389" y="871970"/>
                  <a:pt x="272251" y="862831"/>
                  <a:pt x="272251" y="851558"/>
                </a:cubicBezTo>
                <a:cubicBezTo>
                  <a:pt x="272251" y="840284"/>
                  <a:pt x="281389" y="831145"/>
                  <a:pt x="292663" y="831145"/>
                </a:cubicBezTo>
                <a:close/>
                <a:moveTo>
                  <a:pt x="243886" y="831145"/>
                </a:moveTo>
                <a:cubicBezTo>
                  <a:pt x="255160" y="831145"/>
                  <a:pt x="264299" y="840284"/>
                  <a:pt x="264299" y="851558"/>
                </a:cubicBezTo>
                <a:cubicBezTo>
                  <a:pt x="264299" y="862831"/>
                  <a:pt x="255160" y="871970"/>
                  <a:pt x="243886" y="871970"/>
                </a:cubicBezTo>
                <a:cubicBezTo>
                  <a:pt x="232612" y="871970"/>
                  <a:pt x="223473" y="862831"/>
                  <a:pt x="223473" y="851558"/>
                </a:cubicBezTo>
                <a:cubicBezTo>
                  <a:pt x="223473" y="840284"/>
                  <a:pt x="232612" y="831145"/>
                  <a:pt x="243886" y="831145"/>
                </a:cubicBezTo>
                <a:close/>
                <a:moveTo>
                  <a:pt x="195109" y="831145"/>
                </a:moveTo>
                <a:cubicBezTo>
                  <a:pt x="206383" y="831145"/>
                  <a:pt x="215522" y="840284"/>
                  <a:pt x="215522" y="851558"/>
                </a:cubicBezTo>
                <a:cubicBezTo>
                  <a:pt x="215522" y="862831"/>
                  <a:pt x="206383" y="871970"/>
                  <a:pt x="195109" y="871970"/>
                </a:cubicBezTo>
                <a:cubicBezTo>
                  <a:pt x="183835" y="871970"/>
                  <a:pt x="174696" y="862831"/>
                  <a:pt x="174696" y="851558"/>
                </a:cubicBezTo>
                <a:cubicBezTo>
                  <a:pt x="174696" y="840284"/>
                  <a:pt x="183835" y="831145"/>
                  <a:pt x="195109" y="831145"/>
                </a:cubicBezTo>
                <a:close/>
                <a:moveTo>
                  <a:pt x="146332" y="831145"/>
                </a:moveTo>
                <a:cubicBezTo>
                  <a:pt x="157606" y="831145"/>
                  <a:pt x="166745" y="840284"/>
                  <a:pt x="166745" y="851558"/>
                </a:cubicBezTo>
                <a:cubicBezTo>
                  <a:pt x="166745" y="862831"/>
                  <a:pt x="157606" y="871970"/>
                  <a:pt x="146332" y="871970"/>
                </a:cubicBezTo>
                <a:cubicBezTo>
                  <a:pt x="135058" y="871970"/>
                  <a:pt x="125919" y="862831"/>
                  <a:pt x="125919" y="851558"/>
                </a:cubicBezTo>
                <a:cubicBezTo>
                  <a:pt x="125919" y="840284"/>
                  <a:pt x="135058" y="831145"/>
                  <a:pt x="146332" y="831145"/>
                </a:cubicBezTo>
                <a:close/>
                <a:moveTo>
                  <a:pt x="97555" y="831145"/>
                </a:moveTo>
                <a:cubicBezTo>
                  <a:pt x="108829" y="831145"/>
                  <a:pt x="117968" y="840284"/>
                  <a:pt x="117968" y="851558"/>
                </a:cubicBezTo>
                <a:cubicBezTo>
                  <a:pt x="117968" y="862831"/>
                  <a:pt x="108829" y="871970"/>
                  <a:pt x="97555" y="871970"/>
                </a:cubicBezTo>
                <a:cubicBezTo>
                  <a:pt x="86281" y="871970"/>
                  <a:pt x="77142" y="862831"/>
                  <a:pt x="77142" y="851558"/>
                </a:cubicBezTo>
                <a:cubicBezTo>
                  <a:pt x="77142" y="840284"/>
                  <a:pt x="86281" y="831145"/>
                  <a:pt x="97555" y="831145"/>
                </a:cubicBezTo>
                <a:close/>
                <a:moveTo>
                  <a:pt x="48778" y="831145"/>
                </a:moveTo>
                <a:cubicBezTo>
                  <a:pt x="60052" y="831145"/>
                  <a:pt x="69191" y="840284"/>
                  <a:pt x="69191" y="851558"/>
                </a:cubicBezTo>
                <a:cubicBezTo>
                  <a:pt x="69191" y="862831"/>
                  <a:pt x="60052" y="871970"/>
                  <a:pt x="48778" y="871970"/>
                </a:cubicBezTo>
                <a:cubicBezTo>
                  <a:pt x="37504" y="871970"/>
                  <a:pt x="28365" y="862831"/>
                  <a:pt x="28365" y="851558"/>
                </a:cubicBezTo>
                <a:cubicBezTo>
                  <a:pt x="28365" y="840284"/>
                  <a:pt x="37504" y="831145"/>
                  <a:pt x="48778" y="831145"/>
                </a:cubicBezTo>
                <a:close/>
                <a:moveTo>
                  <a:pt x="2" y="831145"/>
                </a:moveTo>
                <a:cubicBezTo>
                  <a:pt x="11275" y="831145"/>
                  <a:pt x="20414" y="840284"/>
                  <a:pt x="20414" y="851558"/>
                </a:cubicBezTo>
                <a:cubicBezTo>
                  <a:pt x="20414" y="862831"/>
                  <a:pt x="11275" y="871970"/>
                  <a:pt x="2" y="871970"/>
                </a:cubicBezTo>
                <a:lnTo>
                  <a:pt x="0" y="871969"/>
                </a:lnTo>
                <a:lnTo>
                  <a:pt x="0" y="831146"/>
                </a:lnTo>
                <a:close/>
                <a:moveTo>
                  <a:pt x="634103" y="777059"/>
                </a:moveTo>
                <a:cubicBezTo>
                  <a:pt x="636921" y="777059"/>
                  <a:pt x="639606" y="777630"/>
                  <a:pt x="642049" y="778663"/>
                </a:cubicBezTo>
                <a:lnTo>
                  <a:pt x="645821" y="781206"/>
                </a:lnTo>
                <a:lnTo>
                  <a:pt x="643181" y="783605"/>
                </a:lnTo>
                <a:lnTo>
                  <a:pt x="616279" y="803722"/>
                </a:lnTo>
                <a:lnTo>
                  <a:pt x="613690" y="797471"/>
                </a:lnTo>
                <a:cubicBezTo>
                  <a:pt x="613690" y="786198"/>
                  <a:pt x="622829" y="777059"/>
                  <a:pt x="634103" y="777059"/>
                </a:cubicBezTo>
                <a:close/>
                <a:moveTo>
                  <a:pt x="585326" y="777059"/>
                </a:moveTo>
                <a:cubicBezTo>
                  <a:pt x="596599" y="777059"/>
                  <a:pt x="605738" y="786198"/>
                  <a:pt x="605738" y="797471"/>
                </a:cubicBezTo>
                <a:cubicBezTo>
                  <a:pt x="605738" y="808745"/>
                  <a:pt x="596599" y="817884"/>
                  <a:pt x="585326" y="817884"/>
                </a:cubicBezTo>
                <a:cubicBezTo>
                  <a:pt x="574052" y="817884"/>
                  <a:pt x="564913" y="808745"/>
                  <a:pt x="564913" y="797471"/>
                </a:cubicBezTo>
                <a:cubicBezTo>
                  <a:pt x="564913" y="786198"/>
                  <a:pt x="574052" y="777059"/>
                  <a:pt x="585326" y="777059"/>
                </a:cubicBezTo>
                <a:close/>
                <a:moveTo>
                  <a:pt x="536549" y="777059"/>
                </a:moveTo>
                <a:cubicBezTo>
                  <a:pt x="547822" y="777059"/>
                  <a:pt x="556961" y="786198"/>
                  <a:pt x="556961" y="797471"/>
                </a:cubicBezTo>
                <a:cubicBezTo>
                  <a:pt x="556961" y="808745"/>
                  <a:pt x="547822" y="817884"/>
                  <a:pt x="536549" y="817884"/>
                </a:cubicBezTo>
                <a:cubicBezTo>
                  <a:pt x="525275" y="817884"/>
                  <a:pt x="516136" y="808745"/>
                  <a:pt x="516136" y="797471"/>
                </a:cubicBezTo>
                <a:cubicBezTo>
                  <a:pt x="516136" y="786198"/>
                  <a:pt x="525275" y="777059"/>
                  <a:pt x="536549" y="777059"/>
                </a:cubicBezTo>
                <a:close/>
                <a:moveTo>
                  <a:pt x="487772" y="777059"/>
                </a:moveTo>
                <a:cubicBezTo>
                  <a:pt x="499045" y="777059"/>
                  <a:pt x="508184" y="786198"/>
                  <a:pt x="508184" y="797471"/>
                </a:cubicBezTo>
                <a:cubicBezTo>
                  <a:pt x="508184" y="808745"/>
                  <a:pt x="499045" y="817884"/>
                  <a:pt x="487772" y="817884"/>
                </a:cubicBezTo>
                <a:cubicBezTo>
                  <a:pt x="476498" y="817884"/>
                  <a:pt x="467359" y="808745"/>
                  <a:pt x="467359" y="797471"/>
                </a:cubicBezTo>
                <a:cubicBezTo>
                  <a:pt x="467359" y="786198"/>
                  <a:pt x="476498" y="777059"/>
                  <a:pt x="487772" y="777059"/>
                </a:cubicBezTo>
                <a:close/>
                <a:moveTo>
                  <a:pt x="438994" y="777059"/>
                </a:moveTo>
                <a:cubicBezTo>
                  <a:pt x="450268" y="777059"/>
                  <a:pt x="459407" y="786198"/>
                  <a:pt x="459407" y="797471"/>
                </a:cubicBezTo>
                <a:cubicBezTo>
                  <a:pt x="459407" y="808745"/>
                  <a:pt x="450268" y="817884"/>
                  <a:pt x="438994" y="817884"/>
                </a:cubicBezTo>
                <a:cubicBezTo>
                  <a:pt x="427721" y="817884"/>
                  <a:pt x="418582" y="808745"/>
                  <a:pt x="418582" y="797471"/>
                </a:cubicBezTo>
                <a:cubicBezTo>
                  <a:pt x="418582" y="786198"/>
                  <a:pt x="427721" y="777059"/>
                  <a:pt x="438994" y="777059"/>
                </a:cubicBezTo>
                <a:close/>
                <a:moveTo>
                  <a:pt x="390217" y="777059"/>
                </a:moveTo>
                <a:cubicBezTo>
                  <a:pt x="401491" y="777059"/>
                  <a:pt x="410630" y="786198"/>
                  <a:pt x="410630" y="797471"/>
                </a:cubicBezTo>
                <a:cubicBezTo>
                  <a:pt x="410630" y="808745"/>
                  <a:pt x="401491" y="817884"/>
                  <a:pt x="390217" y="817884"/>
                </a:cubicBezTo>
                <a:cubicBezTo>
                  <a:pt x="378944" y="817884"/>
                  <a:pt x="369805" y="808745"/>
                  <a:pt x="369805" y="797471"/>
                </a:cubicBezTo>
                <a:cubicBezTo>
                  <a:pt x="369805" y="786198"/>
                  <a:pt x="378944" y="777059"/>
                  <a:pt x="390217" y="777059"/>
                </a:cubicBezTo>
                <a:close/>
                <a:moveTo>
                  <a:pt x="341440" y="777059"/>
                </a:moveTo>
                <a:cubicBezTo>
                  <a:pt x="352714" y="777059"/>
                  <a:pt x="361853" y="786198"/>
                  <a:pt x="361853" y="797471"/>
                </a:cubicBezTo>
                <a:cubicBezTo>
                  <a:pt x="361853" y="808745"/>
                  <a:pt x="352714" y="817884"/>
                  <a:pt x="341440" y="817884"/>
                </a:cubicBezTo>
                <a:cubicBezTo>
                  <a:pt x="330166" y="817884"/>
                  <a:pt x="321028" y="808745"/>
                  <a:pt x="321028" y="797471"/>
                </a:cubicBezTo>
                <a:cubicBezTo>
                  <a:pt x="321028" y="786198"/>
                  <a:pt x="330166" y="777059"/>
                  <a:pt x="341440" y="777059"/>
                </a:cubicBezTo>
                <a:close/>
                <a:moveTo>
                  <a:pt x="292663" y="777059"/>
                </a:moveTo>
                <a:cubicBezTo>
                  <a:pt x="303937" y="777059"/>
                  <a:pt x="313076" y="786198"/>
                  <a:pt x="313076" y="797471"/>
                </a:cubicBezTo>
                <a:cubicBezTo>
                  <a:pt x="313076" y="808745"/>
                  <a:pt x="303937" y="817884"/>
                  <a:pt x="292663" y="817884"/>
                </a:cubicBezTo>
                <a:cubicBezTo>
                  <a:pt x="281389" y="817884"/>
                  <a:pt x="272251" y="808745"/>
                  <a:pt x="272251" y="797471"/>
                </a:cubicBezTo>
                <a:cubicBezTo>
                  <a:pt x="272251" y="786198"/>
                  <a:pt x="281389" y="777059"/>
                  <a:pt x="292663" y="777059"/>
                </a:cubicBezTo>
                <a:close/>
                <a:moveTo>
                  <a:pt x="243886" y="777059"/>
                </a:moveTo>
                <a:cubicBezTo>
                  <a:pt x="255160" y="777059"/>
                  <a:pt x="264299" y="786198"/>
                  <a:pt x="264299" y="797471"/>
                </a:cubicBezTo>
                <a:cubicBezTo>
                  <a:pt x="264299" y="808745"/>
                  <a:pt x="255160" y="817884"/>
                  <a:pt x="243886" y="817884"/>
                </a:cubicBezTo>
                <a:cubicBezTo>
                  <a:pt x="232612" y="817884"/>
                  <a:pt x="223473" y="808745"/>
                  <a:pt x="223473" y="797471"/>
                </a:cubicBezTo>
                <a:cubicBezTo>
                  <a:pt x="223473" y="786198"/>
                  <a:pt x="232612" y="777059"/>
                  <a:pt x="243886" y="777059"/>
                </a:cubicBezTo>
                <a:close/>
                <a:moveTo>
                  <a:pt x="195109" y="777059"/>
                </a:moveTo>
                <a:cubicBezTo>
                  <a:pt x="206383" y="777059"/>
                  <a:pt x="215522" y="786198"/>
                  <a:pt x="215522" y="797471"/>
                </a:cubicBezTo>
                <a:cubicBezTo>
                  <a:pt x="215522" y="808745"/>
                  <a:pt x="206383" y="817884"/>
                  <a:pt x="195109" y="817884"/>
                </a:cubicBezTo>
                <a:cubicBezTo>
                  <a:pt x="183835" y="817884"/>
                  <a:pt x="174696" y="808745"/>
                  <a:pt x="174696" y="797471"/>
                </a:cubicBezTo>
                <a:cubicBezTo>
                  <a:pt x="174696" y="786198"/>
                  <a:pt x="183835" y="777059"/>
                  <a:pt x="195109" y="777059"/>
                </a:cubicBezTo>
                <a:close/>
                <a:moveTo>
                  <a:pt x="146332" y="777059"/>
                </a:moveTo>
                <a:cubicBezTo>
                  <a:pt x="157606" y="777059"/>
                  <a:pt x="166745" y="786198"/>
                  <a:pt x="166745" y="797471"/>
                </a:cubicBezTo>
                <a:cubicBezTo>
                  <a:pt x="166745" y="808745"/>
                  <a:pt x="157606" y="817884"/>
                  <a:pt x="146332" y="817884"/>
                </a:cubicBezTo>
                <a:cubicBezTo>
                  <a:pt x="135058" y="817884"/>
                  <a:pt x="125919" y="808745"/>
                  <a:pt x="125919" y="797471"/>
                </a:cubicBezTo>
                <a:cubicBezTo>
                  <a:pt x="125919" y="786198"/>
                  <a:pt x="135058" y="777059"/>
                  <a:pt x="146332" y="777059"/>
                </a:cubicBezTo>
                <a:close/>
                <a:moveTo>
                  <a:pt x="97555" y="777059"/>
                </a:moveTo>
                <a:cubicBezTo>
                  <a:pt x="108829" y="777059"/>
                  <a:pt x="117968" y="786198"/>
                  <a:pt x="117968" y="797471"/>
                </a:cubicBezTo>
                <a:cubicBezTo>
                  <a:pt x="117968" y="808745"/>
                  <a:pt x="108829" y="817884"/>
                  <a:pt x="97555" y="817884"/>
                </a:cubicBezTo>
                <a:cubicBezTo>
                  <a:pt x="86281" y="817884"/>
                  <a:pt x="77142" y="808745"/>
                  <a:pt x="77142" y="797471"/>
                </a:cubicBezTo>
                <a:cubicBezTo>
                  <a:pt x="77142" y="786198"/>
                  <a:pt x="86281" y="777059"/>
                  <a:pt x="97555" y="777059"/>
                </a:cubicBezTo>
                <a:close/>
                <a:moveTo>
                  <a:pt x="48778" y="777059"/>
                </a:moveTo>
                <a:cubicBezTo>
                  <a:pt x="60052" y="777059"/>
                  <a:pt x="69191" y="786198"/>
                  <a:pt x="69191" y="797471"/>
                </a:cubicBezTo>
                <a:cubicBezTo>
                  <a:pt x="69191" y="808745"/>
                  <a:pt x="60052" y="817884"/>
                  <a:pt x="48778" y="817884"/>
                </a:cubicBezTo>
                <a:cubicBezTo>
                  <a:pt x="37504" y="817884"/>
                  <a:pt x="28365" y="808745"/>
                  <a:pt x="28365" y="797471"/>
                </a:cubicBezTo>
                <a:cubicBezTo>
                  <a:pt x="28365" y="786198"/>
                  <a:pt x="37504" y="777059"/>
                  <a:pt x="48778" y="777059"/>
                </a:cubicBezTo>
                <a:close/>
                <a:moveTo>
                  <a:pt x="2" y="777059"/>
                </a:moveTo>
                <a:cubicBezTo>
                  <a:pt x="11275" y="777059"/>
                  <a:pt x="20414" y="786198"/>
                  <a:pt x="20414" y="797471"/>
                </a:cubicBezTo>
                <a:cubicBezTo>
                  <a:pt x="20414" y="808745"/>
                  <a:pt x="11275" y="817884"/>
                  <a:pt x="2" y="817884"/>
                </a:cubicBezTo>
                <a:lnTo>
                  <a:pt x="0" y="817883"/>
                </a:lnTo>
                <a:lnTo>
                  <a:pt x="0" y="777060"/>
                </a:lnTo>
                <a:close/>
                <a:moveTo>
                  <a:pt x="682880" y="722972"/>
                </a:moveTo>
                <a:cubicBezTo>
                  <a:pt x="688517" y="722972"/>
                  <a:pt x="693620" y="725257"/>
                  <a:pt x="697314" y="728951"/>
                </a:cubicBezTo>
                <a:lnTo>
                  <a:pt x="698955" y="732914"/>
                </a:lnTo>
                <a:lnTo>
                  <a:pt x="670229" y="759022"/>
                </a:lnTo>
                <a:lnTo>
                  <a:pt x="668446" y="757819"/>
                </a:lnTo>
                <a:cubicBezTo>
                  <a:pt x="664752" y="754125"/>
                  <a:pt x="662467" y="749022"/>
                  <a:pt x="662467" y="743385"/>
                </a:cubicBezTo>
                <a:cubicBezTo>
                  <a:pt x="662467" y="732111"/>
                  <a:pt x="671606" y="722972"/>
                  <a:pt x="682880" y="722972"/>
                </a:cubicBezTo>
                <a:close/>
                <a:moveTo>
                  <a:pt x="634103" y="722972"/>
                </a:moveTo>
                <a:cubicBezTo>
                  <a:pt x="645377" y="722972"/>
                  <a:pt x="654516" y="732111"/>
                  <a:pt x="654516" y="743385"/>
                </a:cubicBezTo>
                <a:cubicBezTo>
                  <a:pt x="654516" y="754659"/>
                  <a:pt x="645377" y="763798"/>
                  <a:pt x="634103" y="763798"/>
                </a:cubicBezTo>
                <a:cubicBezTo>
                  <a:pt x="622829" y="763798"/>
                  <a:pt x="613690" y="754659"/>
                  <a:pt x="613690" y="743385"/>
                </a:cubicBezTo>
                <a:cubicBezTo>
                  <a:pt x="613690" y="732111"/>
                  <a:pt x="622829" y="722972"/>
                  <a:pt x="634103" y="722972"/>
                </a:cubicBezTo>
                <a:close/>
                <a:moveTo>
                  <a:pt x="585326" y="722972"/>
                </a:moveTo>
                <a:cubicBezTo>
                  <a:pt x="596599" y="722972"/>
                  <a:pt x="605738" y="732111"/>
                  <a:pt x="605738" y="743385"/>
                </a:cubicBezTo>
                <a:cubicBezTo>
                  <a:pt x="605738" y="754659"/>
                  <a:pt x="596599" y="763798"/>
                  <a:pt x="585326" y="763798"/>
                </a:cubicBezTo>
                <a:cubicBezTo>
                  <a:pt x="574052" y="763798"/>
                  <a:pt x="564913" y="754659"/>
                  <a:pt x="564913" y="743385"/>
                </a:cubicBezTo>
                <a:cubicBezTo>
                  <a:pt x="564913" y="732111"/>
                  <a:pt x="574052" y="722972"/>
                  <a:pt x="585326" y="722972"/>
                </a:cubicBezTo>
                <a:close/>
                <a:moveTo>
                  <a:pt x="536549" y="722972"/>
                </a:moveTo>
                <a:cubicBezTo>
                  <a:pt x="547822" y="722972"/>
                  <a:pt x="556961" y="732111"/>
                  <a:pt x="556961" y="743385"/>
                </a:cubicBezTo>
                <a:cubicBezTo>
                  <a:pt x="556961" y="754659"/>
                  <a:pt x="547822" y="763798"/>
                  <a:pt x="536549" y="763798"/>
                </a:cubicBezTo>
                <a:cubicBezTo>
                  <a:pt x="525275" y="763798"/>
                  <a:pt x="516136" y="754659"/>
                  <a:pt x="516136" y="743385"/>
                </a:cubicBezTo>
                <a:cubicBezTo>
                  <a:pt x="516136" y="732111"/>
                  <a:pt x="525275" y="722972"/>
                  <a:pt x="536549" y="722972"/>
                </a:cubicBezTo>
                <a:close/>
                <a:moveTo>
                  <a:pt x="487772" y="722972"/>
                </a:moveTo>
                <a:cubicBezTo>
                  <a:pt x="499045" y="722972"/>
                  <a:pt x="508184" y="732111"/>
                  <a:pt x="508184" y="743385"/>
                </a:cubicBezTo>
                <a:cubicBezTo>
                  <a:pt x="508184" y="754659"/>
                  <a:pt x="499045" y="763798"/>
                  <a:pt x="487772" y="763798"/>
                </a:cubicBezTo>
                <a:cubicBezTo>
                  <a:pt x="476498" y="763798"/>
                  <a:pt x="467359" y="754659"/>
                  <a:pt x="467359" y="743385"/>
                </a:cubicBezTo>
                <a:cubicBezTo>
                  <a:pt x="467359" y="732111"/>
                  <a:pt x="476498" y="722972"/>
                  <a:pt x="487772" y="722972"/>
                </a:cubicBezTo>
                <a:close/>
                <a:moveTo>
                  <a:pt x="438994" y="722972"/>
                </a:moveTo>
                <a:cubicBezTo>
                  <a:pt x="450268" y="722972"/>
                  <a:pt x="459407" y="732111"/>
                  <a:pt x="459407" y="743385"/>
                </a:cubicBezTo>
                <a:cubicBezTo>
                  <a:pt x="459407" y="754659"/>
                  <a:pt x="450268" y="763798"/>
                  <a:pt x="438994" y="763798"/>
                </a:cubicBezTo>
                <a:cubicBezTo>
                  <a:pt x="427721" y="763798"/>
                  <a:pt x="418582" y="754659"/>
                  <a:pt x="418582" y="743385"/>
                </a:cubicBezTo>
                <a:cubicBezTo>
                  <a:pt x="418582" y="732111"/>
                  <a:pt x="427721" y="722972"/>
                  <a:pt x="438994" y="722972"/>
                </a:cubicBezTo>
                <a:close/>
                <a:moveTo>
                  <a:pt x="390217" y="722972"/>
                </a:moveTo>
                <a:cubicBezTo>
                  <a:pt x="401491" y="722972"/>
                  <a:pt x="410630" y="732111"/>
                  <a:pt x="410630" y="743385"/>
                </a:cubicBezTo>
                <a:cubicBezTo>
                  <a:pt x="410630" y="754659"/>
                  <a:pt x="401491" y="763798"/>
                  <a:pt x="390217" y="763798"/>
                </a:cubicBezTo>
                <a:cubicBezTo>
                  <a:pt x="378944" y="763798"/>
                  <a:pt x="369805" y="754659"/>
                  <a:pt x="369805" y="743385"/>
                </a:cubicBezTo>
                <a:cubicBezTo>
                  <a:pt x="369805" y="732111"/>
                  <a:pt x="378944" y="722972"/>
                  <a:pt x="390217" y="722972"/>
                </a:cubicBezTo>
                <a:close/>
                <a:moveTo>
                  <a:pt x="341440" y="722972"/>
                </a:moveTo>
                <a:cubicBezTo>
                  <a:pt x="352714" y="722972"/>
                  <a:pt x="361853" y="732111"/>
                  <a:pt x="361853" y="743385"/>
                </a:cubicBezTo>
                <a:cubicBezTo>
                  <a:pt x="361853" y="754659"/>
                  <a:pt x="352714" y="763798"/>
                  <a:pt x="341440" y="763798"/>
                </a:cubicBezTo>
                <a:cubicBezTo>
                  <a:pt x="330166" y="763798"/>
                  <a:pt x="321028" y="754659"/>
                  <a:pt x="321028" y="743385"/>
                </a:cubicBezTo>
                <a:cubicBezTo>
                  <a:pt x="321028" y="732111"/>
                  <a:pt x="330166" y="722972"/>
                  <a:pt x="341440" y="722972"/>
                </a:cubicBezTo>
                <a:close/>
                <a:moveTo>
                  <a:pt x="292663" y="722972"/>
                </a:moveTo>
                <a:cubicBezTo>
                  <a:pt x="303937" y="722972"/>
                  <a:pt x="313076" y="732111"/>
                  <a:pt x="313076" y="743385"/>
                </a:cubicBezTo>
                <a:cubicBezTo>
                  <a:pt x="313076" y="754659"/>
                  <a:pt x="303937" y="763798"/>
                  <a:pt x="292663" y="763798"/>
                </a:cubicBezTo>
                <a:cubicBezTo>
                  <a:pt x="281389" y="763798"/>
                  <a:pt x="272251" y="754659"/>
                  <a:pt x="272251" y="743385"/>
                </a:cubicBezTo>
                <a:cubicBezTo>
                  <a:pt x="272251" y="732111"/>
                  <a:pt x="281389" y="722972"/>
                  <a:pt x="292663" y="722972"/>
                </a:cubicBezTo>
                <a:close/>
                <a:moveTo>
                  <a:pt x="243886" y="722972"/>
                </a:moveTo>
                <a:cubicBezTo>
                  <a:pt x="255160" y="722972"/>
                  <a:pt x="264299" y="732111"/>
                  <a:pt x="264299" y="743385"/>
                </a:cubicBezTo>
                <a:cubicBezTo>
                  <a:pt x="264299" y="754659"/>
                  <a:pt x="255160" y="763798"/>
                  <a:pt x="243886" y="763798"/>
                </a:cubicBezTo>
                <a:cubicBezTo>
                  <a:pt x="232612" y="763798"/>
                  <a:pt x="223473" y="754659"/>
                  <a:pt x="223473" y="743385"/>
                </a:cubicBezTo>
                <a:cubicBezTo>
                  <a:pt x="223473" y="732111"/>
                  <a:pt x="232612" y="722972"/>
                  <a:pt x="243886" y="722972"/>
                </a:cubicBezTo>
                <a:close/>
                <a:moveTo>
                  <a:pt x="195109" y="722972"/>
                </a:moveTo>
                <a:cubicBezTo>
                  <a:pt x="206383" y="722972"/>
                  <a:pt x="215522" y="732111"/>
                  <a:pt x="215522" y="743385"/>
                </a:cubicBezTo>
                <a:cubicBezTo>
                  <a:pt x="215522" y="754659"/>
                  <a:pt x="206383" y="763798"/>
                  <a:pt x="195109" y="763798"/>
                </a:cubicBezTo>
                <a:cubicBezTo>
                  <a:pt x="183835" y="763798"/>
                  <a:pt x="174696" y="754659"/>
                  <a:pt x="174696" y="743385"/>
                </a:cubicBezTo>
                <a:cubicBezTo>
                  <a:pt x="174696" y="732111"/>
                  <a:pt x="183835" y="722972"/>
                  <a:pt x="195109" y="722972"/>
                </a:cubicBezTo>
                <a:close/>
                <a:moveTo>
                  <a:pt x="146332" y="722972"/>
                </a:moveTo>
                <a:cubicBezTo>
                  <a:pt x="157606" y="722972"/>
                  <a:pt x="166745" y="732111"/>
                  <a:pt x="166745" y="743385"/>
                </a:cubicBezTo>
                <a:cubicBezTo>
                  <a:pt x="166745" y="754659"/>
                  <a:pt x="157606" y="763798"/>
                  <a:pt x="146332" y="763798"/>
                </a:cubicBezTo>
                <a:cubicBezTo>
                  <a:pt x="135058" y="763798"/>
                  <a:pt x="125919" y="754659"/>
                  <a:pt x="125919" y="743385"/>
                </a:cubicBezTo>
                <a:cubicBezTo>
                  <a:pt x="125919" y="732111"/>
                  <a:pt x="135058" y="722972"/>
                  <a:pt x="146332" y="722972"/>
                </a:cubicBezTo>
                <a:close/>
                <a:moveTo>
                  <a:pt x="97555" y="722972"/>
                </a:moveTo>
                <a:cubicBezTo>
                  <a:pt x="108829" y="722972"/>
                  <a:pt x="117968" y="732111"/>
                  <a:pt x="117968" y="743385"/>
                </a:cubicBezTo>
                <a:cubicBezTo>
                  <a:pt x="117968" y="754659"/>
                  <a:pt x="108829" y="763798"/>
                  <a:pt x="97555" y="763798"/>
                </a:cubicBezTo>
                <a:cubicBezTo>
                  <a:pt x="86281" y="763798"/>
                  <a:pt x="77142" y="754659"/>
                  <a:pt x="77142" y="743385"/>
                </a:cubicBezTo>
                <a:cubicBezTo>
                  <a:pt x="77142" y="732111"/>
                  <a:pt x="86281" y="722972"/>
                  <a:pt x="97555" y="722972"/>
                </a:cubicBezTo>
                <a:close/>
                <a:moveTo>
                  <a:pt x="48778" y="722972"/>
                </a:moveTo>
                <a:cubicBezTo>
                  <a:pt x="60052" y="722972"/>
                  <a:pt x="69191" y="732111"/>
                  <a:pt x="69191" y="743385"/>
                </a:cubicBezTo>
                <a:cubicBezTo>
                  <a:pt x="69191" y="754659"/>
                  <a:pt x="60052" y="763798"/>
                  <a:pt x="48778" y="763798"/>
                </a:cubicBezTo>
                <a:cubicBezTo>
                  <a:pt x="37504" y="763798"/>
                  <a:pt x="28365" y="754659"/>
                  <a:pt x="28365" y="743385"/>
                </a:cubicBezTo>
                <a:cubicBezTo>
                  <a:pt x="28365" y="732111"/>
                  <a:pt x="37504" y="722972"/>
                  <a:pt x="48778" y="722972"/>
                </a:cubicBezTo>
                <a:close/>
                <a:moveTo>
                  <a:pt x="2" y="722972"/>
                </a:moveTo>
                <a:cubicBezTo>
                  <a:pt x="11275" y="722972"/>
                  <a:pt x="20414" y="732111"/>
                  <a:pt x="20414" y="743385"/>
                </a:cubicBezTo>
                <a:cubicBezTo>
                  <a:pt x="20414" y="754659"/>
                  <a:pt x="11275" y="763798"/>
                  <a:pt x="2" y="763798"/>
                </a:cubicBezTo>
                <a:lnTo>
                  <a:pt x="0" y="763797"/>
                </a:lnTo>
                <a:lnTo>
                  <a:pt x="0" y="722973"/>
                </a:lnTo>
                <a:close/>
                <a:moveTo>
                  <a:pt x="731657" y="668886"/>
                </a:moveTo>
                <a:cubicBezTo>
                  <a:pt x="737294" y="668886"/>
                  <a:pt x="742397" y="671171"/>
                  <a:pt x="746091" y="674865"/>
                </a:cubicBezTo>
                <a:lnTo>
                  <a:pt x="748725" y="681223"/>
                </a:lnTo>
                <a:lnTo>
                  <a:pt x="724200" y="708206"/>
                </a:lnTo>
                <a:lnTo>
                  <a:pt x="723711" y="708108"/>
                </a:lnTo>
                <a:cubicBezTo>
                  <a:pt x="716385" y="705009"/>
                  <a:pt x="711244" y="697754"/>
                  <a:pt x="711244" y="689299"/>
                </a:cubicBezTo>
                <a:cubicBezTo>
                  <a:pt x="711244" y="678025"/>
                  <a:pt x="720383" y="668886"/>
                  <a:pt x="731657" y="668886"/>
                </a:cubicBezTo>
                <a:close/>
                <a:moveTo>
                  <a:pt x="682880" y="668886"/>
                </a:moveTo>
                <a:cubicBezTo>
                  <a:pt x="694153" y="668886"/>
                  <a:pt x="703293" y="678025"/>
                  <a:pt x="703293" y="689299"/>
                </a:cubicBezTo>
                <a:cubicBezTo>
                  <a:pt x="703293" y="700573"/>
                  <a:pt x="694153" y="709712"/>
                  <a:pt x="682880" y="709712"/>
                </a:cubicBezTo>
                <a:cubicBezTo>
                  <a:pt x="671606" y="709712"/>
                  <a:pt x="662467" y="700573"/>
                  <a:pt x="662467" y="689299"/>
                </a:cubicBezTo>
                <a:cubicBezTo>
                  <a:pt x="662467" y="678025"/>
                  <a:pt x="671606" y="668886"/>
                  <a:pt x="682880" y="668886"/>
                </a:cubicBezTo>
                <a:close/>
                <a:moveTo>
                  <a:pt x="634103" y="668886"/>
                </a:moveTo>
                <a:cubicBezTo>
                  <a:pt x="645377" y="668886"/>
                  <a:pt x="654516" y="678025"/>
                  <a:pt x="654516" y="689299"/>
                </a:cubicBezTo>
                <a:cubicBezTo>
                  <a:pt x="654516" y="700573"/>
                  <a:pt x="645377" y="709712"/>
                  <a:pt x="634103" y="709712"/>
                </a:cubicBezTo>
                <a:cubicBezTo>
                  <a:pt x="622829" y="709712"/>
                  <a:pt x="613690" y="700573"/>
                  <a:pt x="613690" y="689299"/>
                </a:cubicBezTo>
                <a:cubicBezTo>
                  <a:pt x="613690" y="678025"/>
                  <a:pt x="622829" y="668886"/>
                  <a:pt x="634103" y="668886"/>
                </a:cubicBezTo>
                <a:close/>
                <a:moveTo>
                  <a:pt x="585326" y="668886"/>
                </a:moveTo>
                <a:cubicBezTo>
                  <a:pt x="596599" y="668886"/>
                  <a:pt x="605738" y="678025"/>
                  <a:pt x="605738" y="689299"/>
                </a:cubicBezTo>
                <a:cubicBezTo>
                  <a:pt x="605738" y="700573"/>
                  <a:pt x="596599" y="709712"/>
                  <a:pt x="585326" y="709712"/>
                </a:cubicBezTo>
                <a:cubicBezTo>
                  <a:pt x="574052" y="709712"/>
                  <a:pt x="564913" y="700573"/>
                  <a:pt x="564913" y="689299"/>
                </a:cubicBezTo>
                <a:cubicBezTo>
                  <a:pt x="564913" y="678025"/>
                  <a:pt x="574052" y="668886"/>
                  <a:pt x="585326" y="668886"/>
                </a:cubicBezTo>
                <a:close/>
                <a:moveTo>
                  <a:pt x="536549" y="668886"/>
                </a:moveTo>
                <a:cubicBezTo>
                  <a:pt x="547822" y="668886"/>
                  <a:pt x="556961" y="678025"/>
                  <a:pt x="556961" y="689299"/>
                </a:cubicBezTo>
                <a:cubicBezTo>
                  <a:pt x="556961" y="700573"/>
                  <a:pt x="547822" y="709712"/>
                  <a:pt x="536549" y="709712"/>
                </a:cubicBezTo>
                <a:cubicBezTo>
                  <a:pt x="525275" y="709712"/>
                  <a:pt x="516136" y="700573"/>
                  <a:pt x="516136" y="689299"/>
                </a:cubicBezTo>
                <a:cubicBezTo>
                  <a:pt x="516136" y="678025"/>
                  <a:pt x="525275" y="668886"/>
                  <a:pt x="536549" y="668886"/>
                </a:cubicBezTo>
                <a:close/>
                <a:moveTo>
                  <a:pt x="487772" y="668886"/>
                </a:moveTo>
                <a:cubicBezTo>
                  <a:pt x="499045" y="668886"/>
                  <a:pt x="508184" y="678025"/>
                  <a:pt x="508184" y="689299"/>
                </a:cubicBezTo>
                <a:cubicBezTo>
                  <a:pt x="508184" y="700573"/>
                  <a:pt x="499045" y="709712"/>
                  <a:pt x="487772" y="709712"/>
                </a:cubicBezTo>
                <a:cubicBezTo>
                  <a:pt x="476498" y="709712"/>
                  <a:pt x="467359" y="700573"/>
                  <a:pt x="467359" y="689299"/>
                </a:cubicBezTo>
                <a:cubicBezTo>
                  <a:pt x="467359" y="678025"/>
                  <a:pt x="476498" y="668886"/>
                  <a:pt x="487772" y="668886"/>
                </a:cubicBezTo>
                <a:close/>
                <a:moveTo>
                  <a:pt x="438994" y="668886"/>
                </a:moveTo>
                <a:cubicBezTo>
                  <a:pt x="450268" y="668886"/>
                  <a:pt x="459407" y="678025"/>
                  <a:pt x="459407" y="689299"/>
                </a:cubicBezTo>
                <a:cubicBezTo>
                  <a:pt x="459407" y="700573"/>
                  <a:pt x="450268" y="709712"/>
                  <a:pt x="438994" y="709712"/>
                </a:cubicBezTo>
                <a:cubicBezTo>
                  <a:pt x="427721" y="709712"/>
                  <a:pt x="418582" y="700573"/>
                  <a:pt x="418582" y="689299"/>
                </a:cubicBezTo>
                <a:cubicBezTo>
                  <a:pt x="418582" y="678025"/>
                  <a:pt x="427721" y="668886"/>
                  <a:pt x="438994" y="668886"/>
                </a:cubicBezTo>
                <a:close/>
                <a:moveTo>
                  <a:pt x="390217" y="668886"/>
                </a:moveTo>
                <a:cubicBezTo>
                  <a:pt x="401491" y="668886"/>
                  <a:pt x="410630" y="678025"/>
                  <a:pt x="410630" y="689299"/>
                </a:cubicBezTo>
                <a:cubicBezTo>
                  <a:pt x="410630" y="700573"/>
                  <a:pt x="401491" y="709712"/>
                  <a:pt x="390217" y="709712"/>
                </a:cubicBezTo>
                <a:cubicBezTo>
                  <a:pt x="378944" y="709712"/>
                  <a:pt x="369805" y="700573"/>
                  <a:pt x="369805" y="689299"/>
                </a:cubicBezTo>
                <a:cubicBezTo>
                  <a:pt x="369805" y="678025"/>
                  <a:pt x="378944" y="668886"/>
                  <a:pt x="390217" y="668886"/>
                </a:cubicBezTo>
                <a:close/>
                <a:moveTo>
                  <a:pt x="341440" y="668886"/>
                </a:moveTo>
                <a:cubicBezTo>
                  <a:pt x="352714" y="668886"/>
                  <a:pt x="361853" y="678025"/>
                  <a:pt x="361853" y="689299"/>
                </a:cubicBezTo>
                <a:cubicBezTo>
                  <a:pt x="361853" y="700573"/>
                  <a:pt x="352714" y="709712"/>
                  <a:pt x="341440" y="709712"/>
                </a:cubicBezTo>
                <a:cubicBezTo>
                  <a:pt x="330166" y="709712"/>
                  <a:pt x="321028" y="700573"/>
                  <a:pt x="321028" y="689299"/>
                </a:cubicBezTo>
                <a:cubicBezTo>
                  <a:pt x="321028" y="678025"/>
                  <a:pt x="330166" y="668886"/>
                  <a:pt x="341440" y="668886"/>
                </a:cubicBezTo>
                <a:close/>
                <a:moveTo>
                  <a:pt x="292663" y="668886"/>
                </a:moveTo>
                <a:cubicBezTo>
                  <a:pt x="303937" y="668886"/>
                  <a:pt x="313076" y="678025"/>
                  <a:pt x="313076" y="689299"/>
                </a:cubicBezTo>
                <a:cubicBezTo>
                  <a:pt x="313076" y="700573"/>
                  <a:pt x="303937" y="709712"/>
                  <a:pt x="292663" y="709712"/>
                </a:cubicBezTo>
                <a:cubicBezTo>
                  <a:pt x="281389" y="709712"/>
                  <a:pt x="272251" y="700573"/>
                  <a:pt x="272251" y="689299"/>
                </a:cubicBezTo>
                <a:cubicBezTo>
                  <a:pt x="272251" y="678025"/>
                  <a:pt x="281389" y="668886"/>
                  <a:pt x="292663" y="668886"/>
                </a:cubicBezTo>
                <a:close/>
                <a:moveTo>
                  <a:pt x="243886" y="668886"/>
                </a:moveTo>
                <a:cubicBezTo>
                  <a:pt x="255160" y="668886"/>
                  <a:pt x="264299" y="678025"/>
                  <a:pt x="264299" y="689299"/>
                </a:cubicBezTo>
                <a:cubicBezTo>
                  <a:pt x="264299" y="700573"/>
                  <a:pt x="255160" y="709712"/>
                  <a:pt x="243886" y="709712"/>
                </a:cubicBezTo>
                <a:cubicBezTo>
                  <a:pt x="232612" y="709712"/>
                  <a:pt x="223473" y="700573"/>
                  <a:pt x="223473" y="689299"/>
                </a:cubicBezTo>
                <a:cubicBezTo>
                  <a:pt x="223473" y="678025"/>
                  <a:pt x="232612" y="668886"/>
                  <a:pt x="243886" y="668886"/>
                </a:cubicBezTo>
                <a:close/>
                <a:moveTo>
                  <a:pt x="195109" y="668886"/>
                </a:moveTo>
                <a:cubicBezTo>
                  <a:pt x="206383" y="668886"/>
                  <a:pt x="215522" y="678025"/>
                  <a:pt x="215522" y="689299"/>
                </a:cubicBezTo>
                <a:cubicBezTo>
                  <a:pt x="215522" y="700573"/>
                  <a:pt x="206383" y="709712"/>
                  <a:pt x="195109" y="709712"/>
                </a:cubicBezTo>
                <a:cubicBezTo>
                  <a:pt x="183835" y="709712"/>
                  <a:pt x="174696" y="700573"/>
                  <a:pt x="174696" y="689299"/>
                </a:cubicBezTo>
                <a:cubicBezTo>
                  <a:pt x="174696" y="678025"/>
                  <a:pt x="183835" y="668886"/>
                  <a:pt x="195109" y="668886"/>
                </a:cubicBezTo>
                <a:close/>
                <a:moveTo>
                  <a:pt x="146332" y="668886"/>
                </a:moveTo>
                <a:cubicBezTo>
                  <a:pt x="157606" y="668886"/>
                  <a:pt x="166745" y="678025"/>
                  <a:pt x="166745" y="689299"/>
                </a:cubicBezTo>
                <a:cubicBezTo>
                  <a:pt x="166745" y="700573"/>
                  <a:pt x="157606" y="709712"/>
                  <a:pt x="146332" y="709712"/>
                </a:cubicBezTo>
                <a:cubicBezTo>
                  <a:pt x="135058" y="709712"/>
                  <a:pt x="125919" y="700573"/>
                  <a:pt x="125919" y="689299"/>
                </a:cubicBezTo>
                <a:cubicBezTo>
                  <a:pt x="125919" y="678025"/>
                  <a:pt x="135058" y="668886"/>
                  <a:pt x="146332" y="668886"/>
                </a:cubicBezTo>
                <a:close/>
                <a:moveTo>
                  <a:pt x="97555" y="668886"/>
                </a:moveTo>
                <a:cubicBezTo>
                  <a:pt x="108829" y="668886"/>
                  <a:pt x="117968" y="678025"/>
                  <a:pt x="117968" y="689299"/>
                </a:cubicBezTo>
                <a:cubicBezTo>
                  <a:pt x="117968" y="700573"/>
                  <a:pt x="108829" y="709712"/>
                  <a:pt x="97555" y="709712"/>
                </a:cubicBezTo>
                <a:cubicBezTo>
                  <a:pt x="86281" y="709712"/>
                  <a:pt x="77142" y="700573"/>
                  <a:pt x="77142" y="689299"/>
                </a:cubicBezTo>
                <a:cubicBezTo>
                  <a:pt x="77142" y="678025"/>
                  <a:pt x="86281" y="668886"/>
                  <a:pt x="97555" y="668886"/>
                </a:cubicBezTo>
                <a:close/>
                <a:moveTo>
                  <a:pt x="48778" y="668886"/>
                </a:moveTo>
                <a:cubicBezTo>
                  <a:pt x="60052" y="668886"/>
                  <a:pt x="69191" y="678025"/>
                  <a:pt x="69191" y="689299"/>
                </a:cubicBezTo>
                <a:cubicBezTo>
                  <a:pt x="69191" y="700573"/>
                  <a:pt x="60052" y="709712"/>
                  <a:pt x="48778" y="709712"/>
                </a:cubicBezTo>
                <a:cubicBezTo>
                  <a:pt x="37504" y="709712"/>
                  <a:pt x="28365" y="700573"/>
                  <a:pt x="28365" y="689299"/>
                </a:cubicBezTo>
                <a:cubicBezTo>
                  <a:pt x="28365" y="678025"/>
                  <a:pt x="37504" y="668886"/>
                  <a:pt x="48778" y="668886"/>
                </a:cubicBezTo>
                <a:close/>
                <a:moveTo>
                  <a:pt x="2" y="668886"/>
                </a:moveTo>
                <a:cubicBezTo>
                  <a:pt x="11275" y="668886"/>
                  <a:pt x="20414" y="678025"/>
                  <a:pt x="20414" y="689299"/>
                </a:cubicBezTo>
                <a:cubicBezTo>
                  <a:pt x="20414" y="700573"/>
                  <a:pt x="11275" y="709712"/>
                  <a:pt x="2" y="709712"/>
                </a:cubicBezTo>
                <a:lnTo>
                  <a:pt x="0" y="709711"/>
                </a:lnTo>
                <a:lnTo>
                  <a:pt x="0" y="668887"/>
                </a:lnTo>
                <a:close/>
                <a:moveTo>
                  <a:pt x="780434" y="614800"/>
                </a:moveTo>
                <a:cubicBezTo>
                  <a:pt x="786071" y="614800"/>
                  <a:pt x="791174" y="617085"/>
                  <a:pt x="794868" y="620779"/>
                </a:cubicBezTo>
                <a:lnTo>
                  <a:pt x="796523" y="624774"/>
                </a:lnTo>
                <a:lnTo>
                  <a:pt x="780248" y="646539"/>
                </a:lnTo>
                <a:lnTo>
                  <a:pt x="773298" y="654185"/>
                </a:lnTo>
                <a:lnTo>
                  <a:pt x="772488" y="654021"/>
                </a:lnTo>
                <a:cubicBezTo>
                  <a:pt x="765162" y="650923"/>
                  <a:pt x="760021" y="643668"/>
                  <a:pt x="760021" y="635213"/>
                </a:cubicBezTo>
                <a:cubicBezTo>
                  <a:pt x="760021" y="623939"/>
                  <a:pt x="769160" y="614800"/>
                  <a:pt x="780434" y="614800"/>
                </a:cubicBezTo>
                <a:close/>
                <a:moveTo>
                  <a:pt x="731657" y="614800"/>
                </a:moveTo>
                <a:cubicBezTo>
                  <a:pt x="742931" y="614800"/>
                  <a:pt x="752070" y="623939"/>
                  <a:pt x="752070" y="635213"/>
                </a:cubicBezTo>
                <a:cubicBezTo>
                  <a:pt x="752070" y="646487"/>
                  <a:pt x="742931" y="655626"/>
                  <a:pt x="731657" y="655626"/>
                </a:cubicBezTo>
                <a:cubicBezTo>
                  <a:pt x="720383" y="655626"/>
                  <a:pt x="711244" y="646487"/>
                  <a:pt x="711244" y="635213"/>
                </a:cubicBezTo>
                <a:cubicBezTo>
                  <a:pt x="711244" y="623939"/>
                  <a:pt x="720383" y="614800"/>
                  <a:pt x="731657" y="614800"/>
                </a:cubicBezTo>
                <a:close/>
                <a:moveTo>
                  <a:pt x="682880" y="614800"/>
                </a:moveTo>
                <a:cubicBezTo>
                  <a:pt x="694153" y="614800"/>
                  <a:pt x="703293" y="623939"/>
                  <a:pt x="703293" y="635213"/>
                </a:cubicBezTo>
                <a:cubicBezTo>
                  <a:pt x="703293" y="646487"/>
                  <a:pt x="694153" y="655626"/>
                  <a:pt x="682880" y="655626"/>
                </a:cubicBezTo>
                <a:cubicBezTo>
                  <a:pt x="671606" y="655626"/>
                  <a:pt x="662467" y="646487"/>
                  <a:pt x="662467" y="635213"/>
                </a:cubicBezTo>
                <a:cubicBezTo>
                  <a:pt x="662467" y="623939"/>
                  <a:pt x="671606" y="614800"/>
                  <a:pt x="682880" y="614800"/>
                </a:cubicBezTo>
                <a:close/>
                <a:moveTo>
                  <a:pt x="634103" y="614800"/>
                </a:moveTo>
                <a:cubicBezTo>
                  <a:pt x="645377" y="614800"/>
                  <a:pt x="654516" y="623939"/>
                  <a:pt x="654516" y="635213"/>
                </a:cubicBezTo>
                <a:cubicBezTo>
                  <a:pt x="654516" y="646487"/>
                  <a:pt x="645377" y="655626"/>
                  <a:pt x="634103" y="655626"/>
                </a:cubicBezTo>
                <a:cubicBezTo>
                  <a:pt x="622829" y="655626"/>
                  <a:pt x="613690" y="646487"/>
                  <a:pt x="613690" y="635213"/>
                </a:cubicBezTo>
                <a:cubicBezTo>
                  <a:pt x="613690" y="623939"/>
                  <a:pt x="622829" y="614800"/>
                  <a:pt x="634103" y="614800"/>
                </a:cubicBezTo>
                <a:close/>
                <a:moveTo>
                  <a:pt x="585326" y="614800"/>
                </a:moveTo>
                <a:cubicBezTo>
                  <a:pt x="596599" y="614800"/>
                  <a:pt x="605738" y="623939"/>
                  <a:pt x="605738" y="635213"/>
                </a:cubicBezTo>
                <a:cubicBezTo>
                  <a:pt x="605738" y="646487"/>
                  <a:pt x="596599" y="655626"/>
                  <a:pt x="585326" y="655626"/>
                </a:cubicBezTo>
                <a:cubicBezTo>
                  <a:pt x="574052" y="655626"/>
                  <a:pt x="564913" y="646487"/>
                  <a:pt x="564913" y="635213"/>
                </a:cubicBezTo>
                <a:cubicBezTo>
                  <a:pt x="564913" y="623939"/>
                  <a:pt x="574052" y="614800"/>
                  <a:pt x="585326" y="614800"/>
                </a:cubicBezTo>
                <a:close/>
                <a:moveTo>
                  <a:pt x="536549" y="614800"/>
                </a:moveTo>
                <a:cubicBezTo>
                  <a:pt x="547822" y="614800"/>
                  <a:pt x="556961" y="623939"/>
                  <a:pt x="556961" y="635213"/>
                </a:cubicBezTo>
                <a:cubicBezTo>
                  <a:pt x="556961" y="646487"/>
                  <a:pt x="547822" y="655626"/>
                  <a:pt x="536549" y="655626"/>
                </a:cubicBezTo>
                <a:cubicBezTo>
                  <a:pt x="525275" y="655626"/>
                  <a:pt x="516136" y="646487"/>
                  <a:pt x="516136" y="635213"/>
                </a:cubicBezTo>
                <a:cubicBezTo>
                  <a:pt x="516136" y="623939"/>
                  <a:pt x="525275" y="614800"/>
                  <a:pt x="536549" y="614800"/>
                </a:cubicBezTo>
                <a:close/>
                <a:moveTo>
                  <a:pt x="487772" y="614800"/>
                </a:moveTo>
                <a:cubicBezTo>
                  <a:pt x="499045" y="614800"/>
                  <a:pt x="508184" y="623939"/>
                  <a:pt x="508184" y="635213"/>
                </a:cubicBezTo>
                <a:cubicBezTo>
                  <a:pt x="508184" y="646487"/>
                  <a:pt x="499045" y="655626"/>
                  <a:pt x="487772" y="655626"/>
                </a:cubicBezTo>
                <a:cubicBezTo>
                  <a:pt x="476498" y="655626"/>
                  <a:pt x="467359" y="646487"/>
                  <a:pt x="467359" y="635213"/>
                </a:cubicBezTo>
                <a:cubicBezTo>
                  <a:pt x="467359" y="623939"/>
                  <a:pt x="476498" y="614800"/>
                  <a:pt x="487772" y="614800"/>
                </a:cubicBezTo>
                <a:close/>
                <a:moveTo>
                  <a:pt x="438994" y="614800"/>
                </a:moveTo>
                <a:cubicBezTo>
                  <a:pt x="450268" y="614800"/>
                  <a:pt x="459407" y="623939"/>
                  <a:pt x="459407" y="635213"/>
                </a:cubicBezTo>
                <a:cubicBezTo>
                  <a:pt x="459407" y="646487"/>
                  <a:pt x="450268" y="655626"/>
                  <a:pt x="438994" y="655626"/>
                </a:cubicBezTo>
                <a:cubicBezTo>
                  <a:pt x="427721" y="655626"/>
                  <a:pt x="418582" y="646487"/>
                  <a:pt x="418582" y="635213"/>
                </a:cubicBezTo>
                <a:cubicBezTo>
                  <a:pt x="418582" y="623939"/>
                  <a:pt x="427721" y="614800"/>
                  <a:pt x="438994" y="614800"/>
                </a:cubicBezTo>
                <a:close/>
                <a:moveTo>
                  <a:pt x="390217" y="614800"/>
                </a:moveTo>
                <a:cubicBezTo>
                  <a:pt x="401491" y="614800"/>
                  <a:pt x="410630" y="623939"/>
                  <a:pt x="410630" y="635213"/>
                </a:cubicBezTo>
                <a:cubicBezTo>
                  <a:pt x="410630" y="646487"/>
                  <a:pt x="401491" y="655626"/>
                  <a:pt x="390217" y="655626"/>
                </a:cubicBezTo>
                <a:cubicBezTo>
                  <a:pt x="378944" y="655626"/>
                  <a:pt x="369805" y="646487"/>
                  <a:pt x="369805" y="635213"/>
                </a:cubicBezTo>
                <a:cubicBezTo>
                  <a:pt x="369805" y="623939"/>
                  <a:pt x="378944" y="614800"/>
                  <a:pt x="390217" y="614800"/>
                </a:cubicBezTo>
                <a:close/>
                <a:moveTo>
                  <a:pt x="341440" y="614800"/>
                </a:moveTo>
                <a:cubicBezTo>
                  <a:pt x="352714" y="614800"/>
                  <a:pt x="361853" y="623939"/>
                  <a:pt x="361853" y="635213"/>
                </a:cubicBezTo>
                <a:cubicBezTo>
                  <a:pt x="361853" y="646487"/>
                  <a:pt x="352714" y="655626"/>
                  <a:pt x="341440" y="655626"/>
                </a:cubicBezTo>
                <a:cubicBezTo>
                  <a:pt x="330166" y="655626"/>
                  <a:pt x="321028" y="646487"/>
                  <a:pt x="321028" y="635213"/>
                </a:cubicBezTo>
                <a:cubicBezTo>
                  <a:pt x="321028" y="623939"/>
                  <a:pt x="330166" y="614800"/>
                  <a:pt x="341440" y="614800"/>
                </a:cubicBezTo>
                <a:close/>
                <a:moveTo>
                  <a:pt x="292663" y="614800"/>
                </a:moveTo>
                <a:cubicBezTo>
                  <a:pt x="303937" y="614800"/>
                  <a:pt x="313076" y="623939"/>
                  <a:pt x="313076" y="635213"/>
                </a:cubicBezTo>
                <a:cubicBezTo>
                  <a:pt x="313076" y="646487"/>
                  <a:pt x="303937" y="655626"/>
                  <a:pt x="292663" y="655626"/>
                </a:cubicBezTo>
                <a:cubicBezTo>
                  <a:pt x="281389" y="655626"/>
                  <a:pt x="272251" y="646487"/>
                  <a:pt x="272251" y="635213"/>
                </a:cubicBezTo>
                <a:cubicBezTo>
                  <a:pt x="272251" y="623939"/>
                  <a:pt x="281389" y="614800"/>
                  <a:pt x="292663" y="614800"/>
                </a:cubicBezTo>
                <a:close/>
                <a:moveTo>
                  <a:pt x="243886" y="614800"/>
                </a:moveTo>
                <a:cubicBezTo>
                  <a:pt x="255160" y="614800"/>
                  <a:pt x="264299" y="623939"/>
                  <a:pt x="264299" y="635213"/>
                </a:cubicBezTo>
                <a:cubicBezTo>
                  <a:pt x="264299" y="646487"/>
                  <a:pt x="255160" y="655626"/>
                  <a:pt x="243886" y="655626"/>
                </a:cubicBezTo>
                <a:cubicBezTo>
                  <a:pt x="232612" y="655626"/>
                  <a:pt x="223473" y="646487"/>
                  <a:pt x="223473" y="635213"/>
                </a:cubicBezTo>
                <a:cubicBezTo>
                  <a:pt x="223473" y="623939"/>
                  <a:pt x="232612" y="614800"/>
                  <a:pt x="243886" y="614800"/>
                </a:cubicBezTo>
                <a:close/>
                <a:moveTo>
                  <a:pt x="195109" y="614800"/>
                </a:moveTo>
                <a:cubicBezTo>
                  <a:pt x="206383" y="614800"/>
                  <a:pt x="215522" y="623939"/>
                  <a:pt x="215522" y="635213"/>
                </a:cubicBezTo>
                <a:cubicBezTo>
                  <a:pt x="215522" y="646487"/>
                  <a:pt x="206383" y="655626"/>
                  <a:pt x="195109" y="655626"/>
                </a:cubicBezTo>
                <a:cubicBezTo>
                  <a:pt x="183835" y="655626"/>
                  <a:pt x="174696" y="646487"/>
                  <a:pt x="174696" y="635213"/>
                </a:cubicBezTo>
                <a:cubicBezTo>
                  <a:pt x="174696" y="623939"/>
                  <a:pt x="183835" y="614800"/>
                  <a:pt x="195109" y="614800"/>
                </a:cubicBezTo>
                <a:close/>
                <a:moveTo>
                  <a:pt x="146332" y="614800"/>
                </a:moveTo>
                <a:cubicBezTo>
                  <a:pt x="157606" y="614800"/>
                  <a:pt x="166745" y="623939"/>
                  <a:pt x="166745" y="635213"/>
                </a:cubicBezTo>
                <a:cubicBezTo>
                  <a:pt x="166745" y="646487"/>
                  <a:pt x="157606" y="655626"/>
                  <a:pt x="146332" y="655626"/>
                </a:cubicBezTo>
                <a:cubicBezTo>
                  <a:pt x="135058" y="655626"/>
                  <a:pt x="125919" y="646487"/>
                  <a:pt x="125919" y="635213"/>
                </a:cubicBezTo>
                <a:cubicBezTo>
                  <a:pt x="125919" y="623939"/>
                  <a:pt x="135058" y="614800"/>
                  <a:pt x="146332" y="614800"/>
                </a:cubicBezTo>
                <a:close/>
                <a:moveTo>
                  <a:pt x="97555" y="614800"/>
                </a:moveTo>
                <a:cubicBezTo>
                  <a:pt x="108829" y="614800"/>
                  <a:pt x="117968" y="623939"/>
                  <a:pt x="117968" y="635213"/>
                </a:cubicBezTo>
                <a:cubicBezTo>
                  <a:pt x="117968" y="646487"/>
                  <a:pt x="108829" y="655626"/>
                  <a:pt x="97555" y="655626"/>
                </a:cubicBezTo>
                <a:cubicBezTo>
                  <a:pt x="86281" y="655626"/>
                  <a:pt x="77142" y="646487"/>
                  <a:pt x="77142" y="635213"/>
                </a:cubicBezTo>
                <a:cubicBezTo>
                  <a:pt x="77142" y="623939"/>
                  <a:pt x="86281" y="614800"/>
                  <a:pt x="97555" y="614800"/>
                </a:cubicBezTo>
                <a:close/>
                <a:moveTo>
                  <a:pt x="48778" y="614800"/>
                </a:moveTo>
                <a:cubicBezTo>
                  <a:pt x="60052" y="614800"/>
                  <a:pt x="69191" y="623939"/>
                  <a:pt x="69191" y="635213"/>
                </a:cubicBezTo>
                <a:cubicBezTo>
                  <a:pt x="69191" y="646487"/>
                  <a:pt x="60052" y="655626"/>
                  <a:pt x="48778" y="655626"/>
                </a:cubicBezTo>
                <a:cubicBezTo>
                  <a:pt x="37504" y="655626"/>
                  <a:pt x="28365" y="646487"/>
                  <a:pt x="28365" y="635213"/>
                </a:cubicBezTo>
                <a:cubicBezTo>
                  <a:pt x="28365" y="623939"/>
                  <a:pt x="37504" y="614800"/>
                  <a:pt x="48778" y="614800"/>
                </a:cubicBezTo>
                <a:close/>
                <a:moveTo>
                  <a:pt x="2" y="614800"/>
                </a:moveTo>
                <a:cubicBezTo>
                  <a:pt x="11275" y="614800"/>
                  <a:pt x="20414" y="623939"/>
                  <a:pt x="20414" y="635213"/>
                </a:cubicBezTo>
                <a:cubicBezTo>
                  <a:pt x="20414" y="646487"/>
                  <a:pt x="11275" y="655626"/>
                  <a:pt x="2" y="655626"/>
                </a:cubicBezTo>
                <a:lnTo>
                  <a:pt x="0" y="655625"/>
                </a:lnTo>
                <a:lnTo>
                  <a:pt x="0" y="614801"/>
                </a:lnTo>
                <a:close/>
                <a:moveTo>
                  <a:pt x="829211" y="560714"/>
                </a:moveTo>
                <a:cubicBezTo>
                  <a:pt x="832029" y="560714"/>
                  <a:pt x="834714" y="561285"/>
                  <a:pt x="837157" y="562318"/>
                </a:cubicBezTo>
                <a:lnTo>
                  <a:pt x="840828" y="564793"/>
                </a:lnTo>
                <a:lnTo>
                  <a:pt x="838456" y="568698"/>
                </a:lnTo>
                <a:lnTo>
                  <a:pt x="817164" y="597170"/>
                </a:lnTo>
                <a:lnTo>
                  <a:pt x="814777" y="595561"/>
                </a:lnTo>
                <a:cubicBezTo>
                  <a:pt x="811083" y="591867"/>
                  <a:pt x="808798" y="586764"/>
                  <a:pt x="808798" y="581127"/>
                </a:cubicBezTo>
                <a:cubicBezTo>
                  <a:pt x="808798" y="569853"/>
                  <a:pt x="817937" y="560714"/>
                  <a:pt x="829211" y="560714"/>
                </a:cubicBezTo>
                <a:close/>
                <a:moveTo>
                  <a:pt x="780434" y="560714"/>
                </a:moveTo>
                <a:cubicBezTo>
                  <a:pt x="791708" y="560714"/>
                  <a:pt x="800847" y="569853"/>
                  <a:pt x="800847" y="581127"/>
                </a:cubicBezTo>
                <a:cubicBezTo>
                  <a:pt x="800847" y="592400"/>
                  <a:pt x="791708" y="601539"/>
                  <a:pt x="780434" y="601539"/>
                </a:cubicBezTo>
                <a:cubicBezTo>
                  <a:pt x="769160" y="601539"/>
                  <a:pt x="760021" y="592400"/>
                  <a:pt x="760021" y="581127"/>
                </a:cubicBezTo>
                <a:cubicBezTo>
                  <a:pt x="760021" y="569853"/>
                  <a:pt x="769160" y="560714"/>
                  <a:pt x="780434" y="560714"/>
                </a:cubicBezTo>
                <a:close/>
                <a:moveTo>
                  <a:pt x="731657" y="560714"/>
                </a:moveTo>
                <a:cubicBezTo>
                  <a:pt x="742931" y="560714"/>
                  <a:pt x="752070" y="569853"/>
                  <a:pt x="752070" y="581127"/>
                </a:cubicBezTo>
                <a:cubicBezTo>
                  <a:pt x="752070" y="592400"/>
                  <a:pt x="742931" y="601539"/>
                  <a:pt x="731657" y="601539"/>
                </a:cubicBezTo>
                <a:cubicBezTo>
                  <a:pt x="720383" y="601539"/>
                  <a:pt x="711244" y="592400"/>
                  <a:pt x="711244" y="581127"/>
                </a:cubicBezTo>
                <a:cubicBezTo>
                  <a:pt x="711244" y="569853"/>
                  <a:pt x="720383" y="560714"/>
                  <a:pt x="731657" y="560714"/>
                </a:cubicBezTo>
                <a:close/>
                <a:moveTo>
                  <a:pt x="682880" y="560714"/>
                </a:moveTo>
                <a:cubicBezTo>
                  <a:pt x="694153" y="560714"/>
                  <a:pt x="703293" y="569853"/>
                  <a:pt x="703293" y="581127"/>
                </a:cubicBezTo>
                <a:cubicBezTo>
                  <a:pt x="703293" y="592400"/>
                  <a:pt x="694153" y="601539"/>
                  <a:pt x="682880" y="601539"/>
                </a:cubicBezTo>
                <a:cubicBezTo>
                  <a:pt x="671606" y="601539"/>
                  <a:pt x="662467" y="592400"/>
                  <a:pt x="662467" y="581127"/>
                </a:cubicBezTo>
                <a:cubicBezTo>
                  <a:pt x="662467" y="569853"/>
                  <a:pt x="671606" y="560714"/>
                  <a:pt x="682880" y="560714"/>
                </a:cubicBezTo>
                <a:close/>
                <a:moveTo>
                  <a:pt x="634103" y="560714"/>
                </a:moveTo>
                <a:cubicBezTo>
                  <a:pt x="645377" y="560714"/>
                  <a:pt x="654516" y="569853"/>
                  <a:pt x="654516" y="581127"/>
                </a:cubicBezTo>
                <a:cubicBezTo>
                  <a:pt x="654516" y="592400"/>
                  <a:pt x="645377" y="601539"/>
                  <a:pt x="634103" y="601539"/>
                </a:cubicBezTo>
                <a:cubicBezTo>
                  <a:pt x="622829" y="601539"/>
                  <a:pt x="613690" y="592400"/>
                  <a:pt x="613690" y="581127"/>
                </a:cubicBezTo>
                <a:cubicBezTo>
                  <a:pt x="613690" y="569853"/>
                  <a:pt x="622829" y="560714"/>
                  <a:pt x="634103" y="560714"/>
                </a:cubicBezTo>
                <a:close/>
                <a:moveTo>
                  <a:pt x="585326" y="560714"/>
                </a:moveTo>
                <a:cubicBezTo>
                  <a:pt x="596599" y="560714"/>
                  <a:pt x="605738" y="569853"/>
                  <a:pt x="605738" y="581127"/>
                </a:cubicBezTo>
                <a:cubicBezTo>
                  <a:pt x="605738" y="592400"/>
                  <a:pt x="596599" y="601539"/>
                  <a:pt x="585326" y="601539"/>
                </a:cubicBezTo>
                <a:cubicBezTo>
                  <a:pt x="574052" y="601539"/>
                  <a:pt x="564913" y="592400"/>
                  <a:pt x="564913" y="581127"/>
                </a:cubicBezTo>
                <a:cubicBezTo>
                  <a:pt x="564913" y="569853"/>
                  <a:pt x="574052" y="560714"/>
                  <a:pt x="585326" y="560714"/>
                </a:cubicBezTo>
                <a:close/>
                <a:moveTo>
                  <a:pt x="536549" y="560714"/>
                </a:moveTo>
                <a:cubicBezTo>
                  <a:pt x="547822" y="560714"/>
                  <a:pt x="556961" y="569853"/>
                  <a:pt x="556961" y="581127"/>
                </a:cubicBezTo>
                <a:cubicBezTo>
                  <a:pt x="556961" y="592400"/>
                  <a:pt x="547822" y="601539"/>
                  <a:pt x="536549" y="601539"/>
                </a:cubicBezTo>
                <a:cubicBezTo>
                  <a:pt x="525275" y="601539"/>
                  <a:pt x="516136" y="592400"/>
                  <a:pt x="516136" y="581127"/>
                </a:cubicBezTo>
                <a:cubicBezTo>
                  <a:pt x="516136" y="569853"/>
                  <a:pt x="525275" y="560714"/>
                  <a:pt x="536549" y="560714"/>
                </a:cubicBezTo>
                <a:close/>
                <a:moveTo>
                  <a:pt x="487772" y="560714"/>
                </a:moveTo>
                <a:cubicBezTo>
                  <a:pt x="499045" y="560714"/>
                  <a:pt x="508184" y="569853"/>
                  <a:pt x="508184" y="581127"/>
                </a:cubicBezTo>
                <a:cubicBezTo>
                  <a:pt x="508184" y="592400"/>
                  <a:pt x="499045" y="601539"/>
                  <a:pt x="487772" y="601539"/>
                </a:cubicBezTo>
                <a:cubicBezTo>
                  <a:pt x="476498" y="601539"/>
                  <a:pt x="467359" y="592400"/>
                  <a:pt x="467359" y="581127"/>
                </a:cubicBezTo>
                <a:cubicBezTo>
                  <a:pt x="467359" y="569853"/>
                  <a:pt x="476498" y="560714"/>
                  <a:pt x="487772" y="560714"/>
                </a:cubicBezTo>
                <a:close/>
                <a:moveTo>
                  <a:pt x="438994" y="560714"/>
                </a:moveTo>
                <a:cubicBezTo>
                  <a:pt x="450268" y="560714"/>
                  <a:pt x="459407" y="569853"/>
                  <a:pt x="459407" y="581127"/>
                </a:cubicBezTo>
                <a:cubicBezTo>
                  <a:pt x="459407" y="592400"/>
                  <a:pt x="450268" y="601539"/>
                  <a:pt x="438994" y="601539"/>
                </a:cubicBezTo>
                <a:cubicBezTo>
                  <a:pt x="427721" y="601539"/>
                  <a:pt x="418582" y="592400"/>
                  <a:pt x="418582" y="581127"/>
                </a:cubicBezTo>
                <a:cubicBezTo>
                  <a:pt x="418582" y="569853"/>
                  <a:pt x="427721" y="560714"/>
                  <a:pt x="438994" y="560714"/>
                </a:cubicBezTo>
                <a:close/>
                <a:moveTo>
                  <a:pt x="390217" y="560714"/>
                </a:moveTo>
                <a:cubicBezTo>
                  <a:pt x="401491" y="560714"/>
                  <a:pt x="410630" y="569853"/>
                  <a:pt x="410630" y="581127"/>
                </a:cubicBezTo>
                <a:cubicBezTo>
                  <a:pt x="410630" y="592400"/>
                  <a:pt x="401491" y="601539"/>
                  <a:pt x="390217" y="601539"/>
                </a:cubicBezTo>
                <a:cubicBezTo>
                  <a:pt x="378944" y="601539"/>
                  <a:pt x="369805" y="592400"/>
                  <a:pt x="369805" y="581127"/>
                </a:cubicBezTo>
                <a:cubicBezTo>
                  <a:pt x="369805" y="569853"/>
                  <a:pt x="378944" y="560714"/>
                  <a:pt x="390217" y="560714"/>
                </a:cubicBezTo>
                <a:close/>
                <a:moveTo>
                  <a:pt x="341440" y="560714"/>
                </a:moveTo>
                <a:cubicBezTo>
                  <a:pt x="352714" y="560714"/>
                  <a:pt x="361853" y="569853"/>
                  <a:pt x="361853" y="581127"/>
                </a:cubicBezTo>
                <a:cubicBezTo>
                  <a:pt x="361853" y="592400"/>
                  <a:pt x="352714" y="601539"/>
                  <a:pt x="341440" y="601539"/>
                </a:cubicBezTo>
                <a:cubicBezTo>
                  <a:pt x="330166" y="601539"/>
                  <a:pt x="321028" y="592400"/>
                  <a:pt x="321028" y="581127"/>
                </a:cubicBezTo>
                <a:cubicBezTo>
                  <a:pt x="321028" y="569853"/>
                  <a:pt x="330166" y="560714"/>
                  <a:pt x="341440" y="560714"/>
                </a:cubicBezTo>
                <a:close/>
                <a:moveTo>
                  <a:pt x="292663" y="560714"/>
                </a:moveTo>
                <a:cubicBezTo>
                  <a:pt x="303937" y="560714"/>
                  <a:pt x="313076" y="569853"/>
                  <a:pt x="313076" y="581127"/>
                </a:cubicBezTo>
                <a:cubicBezTo>
                  <a:pt x="313076" y="592400"/>
                  <a:pt x="303937" y="601539"/>
                  <a:pt x="292663" y="601539"/>
                </a:cubicBezTo>
                <a:cubicBezTo>
                  <a:pt x="281389" y="601539"/>
                  <a:pt x="272251" y="592400"/>
                  <a:pt x="272251" y="581127"/>
                </a:cubicBezTo>
                <a:cubicBezTo>
                  <a:pt x="272251" y="569853"/>
                  <a:pt x="281389" y="560714"/>
                  <a:pt x="292663" y="560714"/>
                </a:cubicBezTo>
                <a:close/>
                <a:moveTo>
                  <a:pt x="243886" y="560714"/>
                </a:moveTo>
                <a:cubicBezTo>
                  <a:pt x="255160" y="560714"/>
                  <a:pt x="264299" y="569853"/>
                  <a:pt x="264299" y="581127"/>
                </a:cubicBezTo>
                <a:cubicBezTo>
                  <a:pt x="264299" y="592400"/>
                  <a:pt x="255160" y="601539"/>
                  <a:pt x="243886" y="601539"/>
                </a:cubicBezTo>
                <a:cubicBezTo>
                  <a:pt x="232612" y="601539"/>
                  <a:pt x="223473" y="592400"/>
                  <a:pt x="223473" y="581127"/>
                </a:cubicBezTo>
                <a:cubicBezTo>
                  <a:pt x="223473" y="569853"/>
                  <a:pt x="232612" y="560714"/>
                  <a:pt x="243886" y="560714"/>
                </a:cubicBezTo>
                <a:close/>
                <a:moveTo>
                  <a:pt x="195109" y="560714"/>
                </a:moveTo>
                <a:cubicBezTo>
                  <a:pt x="206383" y="560714"/>
                  <a:pt x="215522" y="569853"/>
                  <a:pt x="215522" y="581127"/>
                </a:cubicBezTo>
                <a:cubicBezTo>
                  <a:pt x="215522" y="592400"/>
                  <a:pt x="206383" y="601539"/>
                  <a:pt x="195109" y="601539"/>
                </a:cubicBezTo>
                <a:cubicBezTo>
                  <a:pt x="183835" y="601539"/>
                  <a:pt x="174696" y="592400"/>
                  <a:pt x="174696" y="581127"/>
                </a:cubicBezTo>
                <a:cubicBezTo>
                  <a:pt x="174696" y="569853"/>
                  <a:pt x="183835" y="560714"/>
                  <a:pt x="195109" y="560714"/>
                </a:cubicBezTo>
                <a:close/>
                <a:moveTo>
                  <a:pt x="146332" y="560714"/>
                </a:moveTo>
                <a:cubicBezTo>
                  <a:pt x="157606" y="560714"/>
                  <a:pt x="166745" y="569853"/>
                  <a:pt x="166745" y="581127"/>
                </a:cubicBezTo>
                <a:cubicBezTo>
                  <a:pt x="166745" y="592400"/>
                  <a:pt x="157606" y="601539"/>
                  <a:pt x="146332" y="601539"/>
                </a:cubicBezTo>
                <a:cubicBezTo>
                  <a:pt x="135058" y="601539"/>
                  <a:pt x="125919" y="592400"/>
                  <a:pt x="125919" y="581127"/>
                </a:cubicBezTo>
                <a:cubicBezTo>
                  <a:pt x="125919" y="569853"/>
                  <a:pt x="135058" y="560714"/>
                  <a:pt x="146332" y="560714"/>
                </a:cubicBezTo>
                <a:close/>
                <a:moveTo>
                  <a:pt x="97555" y="560714"/>
                </a:moveTo>
                <a:cubicBezTo>
                  <a:pt x="108829" y="560714"/>
                  <a:pt x="117968" y="569853"/>
                  <a:pt x="117968" y="581127"/>
                </a:cubicBezTo>
                <a:cubicBezTo>
                  <a:pt x="117968" y="592400"/>
                  <a:pt x="108829" y="601539"/>
                  <a:pt x="97555" y="601539"/>
                </a:cubicBezTo>
                <a:cubicBezTo>
                  <a:pt x="86281" y="601539"/>
                  <a:pt x="77142" y="592400"/>
                  <a:pt x="77142" y="581127"/>
                </a:cubicBezTo>
                <a:cubicBezTo>
                  <a:pt x="77142" y="569853"/>
                  <a:pt x="86281" y="560714"/>
                  <a:pt x="97555" y="560714"/>
                </a:cubicBezTo>
                <a:close/>
                <a:moveTo>
                  <a:pt x="48778" y="560714"/>
                </a:moveTo>
                <a:cubicBezTo>
                  <a:pt x="60052" y="560714"/>
                  <a:pt x="69191" y="569853"/>
                  <a:pt x="69191" y="581127"/>
                </a:cubicBezTo>
                <a:cubicBezTo>
                  <a:pt x="69191" y="592400"/>
                  <a:pt x="60052" y="601539"/>
                  <a:pt x="48778" y="601539"/>
                </a:cubicBezTo>
                <a:cubicBezTo>
                  <a:pt x="37504" y="601539"/>
                  <a:pt x="28365" y="592400"/>
                  <a:pt x="28365" y="581127"/>
                </a:cubicBezTo>
                <a:cubicBezTo>
                  <a:pt x="28365" y="569853"/>
                  <a:pt x="37504" y="560714"/>
                  <a:pt x="48778" y="560714"/>
                </a:cubicBezTo>
                <a:close/>
                <a:moveTo>
                  <a:pt x="2" y="560714"/>
                </a:moveTo>
                <a:cubicBezTo>
                  <a:pt x="11275" y="560714"/>
                  <a:pt x="20414" y="569853"/>
                  <a:pt x="20414" y="581127"/>
                </a:cubicBezTo>
                <a:cubicBezTo>
                  <a:pt x="20414" y="592400"/>
                  <a:pt x="11275" y="601539"/>
                  <a:pt x="2" y="601539"/>
                </a:cubicBezTo>
                <a:lnTo>
                  <a:pt x="0" y="601538"/>
                </a:lnTo>
                <a:lnTo>
                  <a:pt x="0" y="560715"/>
                </a:lnTo>
                <a:close/>
                <a:moveTo>
                  <a:pt x="875909" y="507047"/>
                </a:moveTo>
                <a:lnTo>
                  <a:pt x="860084" y="533097"/>
                </a:lnTo>
                <a:lnTo>
                  <a:pt x="857575" y="527040"/>
                </a:lnTo>
                <a:cubicBezTo>
                  <a:pt x="857575" y="518585"/>
                  <a:pt x="862716" y="511331"/>
                  <a:pt x="870042" y="508232"/>
                </a:cubicBezTo>
                <a:close/>
                <a:moveTo>
                  <a:pt x="829211" y="506628"/>
                </a:moveTo>
                <a:cubicBezTo>
                  <a:pt x="840485" y="506628"/>
                  <a:pt x="849624" y="515767"/>
                  <a:pt x="849624" y="527040"/>
                </a:cubicBezTo>
                <a:cubicBezTo>
                  <a:pt x="849624" y="538314"/>
                  <a:pt x="840485" y="547453"/>
                  <a:pt x="829211" y="547453"/>
                </a:cubicBezTo>
                <a:cubicBezTo>
                  <a:pt x="817937" y="547453"/>
                  <a:pt x="808798" y="538314"/>
                  <a:pt x="808798" y="527040"/>
                </a:cubicBezTo>
                <a:cubicBezTo>
                  <a:pt x="808798" y="515767"/>
                  <a:pt x="817937" y="506628"/>
                  <a:pt x="829211" y="506628"/>
                </a:cubicBezTo>
                <a:close/>
                <a:moveTo>
                  <a:pt x="780434" y="506628"/>
                </a:moveTo>
                <a:cubicBezTo>
                  <a:pt x="791708" y="506628"/>
                  <a:pt x="800847" y="515767"/>
                  <a:pt x="800847" y="527040"/>
                </a:cubicBezTo>
                <a:cubicBezTo>
                  <a:pt x="800847" y="538314"/>
                  <a:pt x="791708" y="547453"/>
                  <a:pt x="780434" y="547453"/>
                </a:cubicBezTo>
                <a:cubicBezTo>
                  <a:pt x="769160" y="547453"/>
                  <a:pt x="760021" y="538314"/>
                  <a:pt x="760021" y="527040"/>
                </a:cubicBezTo>
                <a:cubicBezTo>
                  <a:pt x="760021" y="515767"/>
                  <a:pt x="769160" y="506628"/>
                  <a:pt x="780434" y="506628"/>
                </a:cubicBezTo>
                <a:close/>
                <a:moveTo>
                  <a:pt x="731657" y="506628"/>
                </a:moveTo>
                <a:cubicBezTo>
                  <a:pt x="742931" y="506628"/>
                  <a:pt x="752070" y="515767"/>
                  <a:pt x="752070" y="527040"/>
                </a:cubicBezTo>
                <a:cubicBezTo>
                  <a:pt x="752070" y="538314"/>
                  <a:pt x="742931" y="547453"/>
                  <a:pt x="731657" y="547453"/>
                </a:cubicBezTo>
                <a:cubicBezTo>
                  <a:pt x="720383" y="547453"/>
                  <a:pt x="711244" y="538314"/>
                  <a:pt x="711244" y="527040"/>
                </a:cubicBezTo>
                <a:cubicBezTo>
                  <a:pt x="711244" y="515767"/>
                  <a:pt x="720383" y="506628"/>
                  <a:pt x="731657" y="506628"/>
                </a:cubicBezTo>
                <a:close/>
                <a:moveTo>
                  <a:pt x="682880" y="506628"/>
                </a:moveTo>
                <a:cubicBezTo>
                  <a:pt x="694153" y="506628"/>
                  <a:pt x="703293" y="515767"/>
                  <a:pt x="703293" y="527040"/>
                </a:cubicBezTo>
                <a:cubicBezTo>
                  <a:pt x="703293" y="538314"/>
                  <a:pt x="694153" y="547453"/>
                  <a:pt x="682880" y="547453"/>
                </a:cubicBezTo>
                <a:cubicBezTo>
                  <a:pt x="671606" y="547453"/>
                  <a:pt x="662467" y="538314"/>
                  <a:pt x="662467" y="527040"/>
                </a:cubicBezTo>
                <a:cubicBezTo>
                  <a:pt x="662467" y="515767"/>
                  <a:pt x="671606" y="506628"/>
                  <a:pt x="682880" y="506628"/>
                </a:cubicBezTo>
                <a:close/>
                <a:moveTo>
                  <a:pt x="634103" y="506628"/>
                </a:moveTo>
                <a:cubicBezTo>
                  <a:pt x="645377" y="506628"/>
                  <a:pt x="654516" y="515767"/>
                  <a:pt x="654516" y="527040"/>
                </a:cubicBezTo>
                <a:cubicBezTo>
                  <a:pt x="654516" y="538314"/>
                  <a:pt x="645377" y="547453"/>
                  <a:pt x="634103" y="547453"/>
                </a:cubicBezTo>
                <a:cubicBezTo>
                  <a:pt x="622829" y="547453"/>
                  <a:pt x="613690" y="538314"/>
                  <a:pt x="613690" y="527040"/>
                </a:cubicBezTo>
                <a:cubicBezTo>
                  <a:pt x="613690" y="515767"/>
                  <a:pt x="622829" y="506628"/>
                  <a:pt x="634103" y="506628"/>
                </a:cubicBezTo>
                <a:close/>
                <a:moveTo>
                  <a:pt x="585326" y="506628"/>
                </a:moveTo>
                <a:cubicBezTo>
                  <a:pt x="596599" y="506628"/>
                  <a:pt x="605738" y="515767"/>
                  <a:pt x="605738" y="527040"/>
                </a:cubicBezTo>
                <a:cubicBezTo>
                  <a:pt x="605738" y="538314"/>
                  <a:pt x="596599" y="547453"/>
                  <a:pt x="585326" y="547453"/>
                </a:cubicBezTo>
                <a:cubicBezTo>
                  <a:pt x="574052" y="547453"/>
                  <a:pt x="564913" y="538314"/>
                  <a:pt x="564913" y="527040"/>
                </a:cubicBezTo>
                <a:cubicBezTo>
                  <a:pt x="564913" y="515767"/>
                  <a:pt x="574052" y="506628"/>
                  <a:pt x="585326" y="506628"/>
                </a:cubicBezTo>
                <a:close/>
                <a:moveTo>
                  <a:pt x="536549" y="506628"/>
                </a:moveTo>
                <a:cubicBezTo>
                  <a:pt x="547822" y="506628"/>
                  <a:pt x="556961" y="515767"/>
                  <a:pt x="556961" y="527040"/>
                </a:cubicBezTo>
                <a:cubicBezTo>
                  <a:pt x="556961" y="538314"/>
                  <a:pt x="547822" y="547453"/>
                  <a:pt x="536549" y="547453"/>
                </a:cubicBezTo>
                <a:cubicBezTo>
                  <a:pt x="525275" y="547453"/>
                  <a:pt x="516136" y="538314"/>
                  <a:pt x="516136" y="527040"/>
                </a:cubicBezTo>
                <a:cubicBezTo>
                  <a:pt x="516136" y="515767"/>
                  <a:pt x="525275" y="506628"/>
                  <a:pt x="536549" y="506628"/>
                </a:cubicBezTo>
                <a:close/>
                <a:moveTo>
                  <a:pt x="487772" y="506628"/>
                </a:moveTo>
                <a:cubicBezTo>
                  <a:pt x="499045" y="506628"/>
                  <a:pt x="508184" y="515767"/>
                  <a:pt x="508184" y="527040"/>
                </a:cubicBezTo>
                <a:cubicBezTo>
                  <a:pt x="508184" y="538314"/>
                  <a:pt x="499045" y="547453"/>
                  <a:pt x="487772" y="547453"/>
                </a:cubicBezTo>
                <a:cubicBezTo>
                  <a:pt x="476498" y="547453"/>
                  <a:pt x="467359" y="538314"/>
                  <a:pt x="467359" y="527040"/>
                </a:cubicBezTo>
                <a:cubicBezTo>
                  <a:pt x="467359" y="515767"/>
                  <a:pt x="476498" y="506628"/>
                  <a:pt x="487772" y="506628"/>
                </a:cubicBezTo>
                <a:close/>
                <a:moveTo>
                  <a:pt x="438994" y="506628"/>
                </a:moveTo>
                <a:cubicBezTo>
                  <a:pt x="450268" y="506628"/>
                  <a:pt x="459407" y="515767"/>
                  <a:pt x="459407" y="527040"/>
                </a:cubicBezTo>
                <a:cubicBezTo>
                  <a:pt x="459407" y="538314"/>
                  <a:pt x="450268" y="547453"/>
                  <a:pt x="438994" y="547453"/>
                </a:cubicBezTo>
                <a:cubicBezTo>
                  <a:pt x="427721" y="547453"/>
                  <a:pt x="418582" y="538314"/>
                  <a:pt x="418582" y="527040"/>
                </a:cubicBezTo>
                <a:cubicBezTo>
                  <a:pt x="418582" y="515767"/>
                  <a:pt x="427721" y="506628"/>
                  <a:pt x="438994" y="506628"/>
                </a:cubicBezTo>
                <a:close/>
                <a:moveTo>
                  <a:pt x="390217" y="506628"/>
                </a:moveTo>
                <a:cubicBezTo>
                  <a:pt x="401491" y="506628"/>
                  <a:pt x="410630" y="515767"/>
                  <a:pt x="410630" y="527040"/>
                </a:cubicBezTo>
                <a:cubicBezTo>
                  <a:pt x="410630" y="538314"/>
                  <a:pt x="401491" y="547453"/>
                  <a:pt x="390217" y="547453"/>
                </a:cubicBezTo>
                <a:cubicBezTo>
                  <a:pt x="378944" y="547453"/>
                  <a:pt x="369805" y="538314"/>
                  <a:pt x="369805" y="527040"/>
                </a:cubicBezTo>
                <a:cubicBezTo>
                  <a:pt x="369805" y="515767"/>
                  <a:pt x="378944" y="506628"/>
                  <a:pt x="390217" y="506628"/>
                </a:cubicBezTo>
                <a:close/>
                <a:moveTo>
                  <a:pt x="341440" y="506628"/>
                </a:moveTo>
                <a:cubicBezTo>
                  <a:pt x="352714" y="506628"/>
                  <a:pt x="361853" y="515767"/>
                  <a:pt x="361853" y="527040"/>
                </a:cubicBezTo>
                <a:cubicBezTo>
                  <a:pt x="361853" y="538314"/>
                  <a:pt x="352714" y="547453"/>
                  <a:pt x="341440" y="547453"/>
                </a:cubicBezTo>
                <a:cubicBezTo>
                  <a:pt x="330166" y="547453"/>
                  <a:pt x="321028" y="538314"/>
                  <a:pt x="321028" y="527040"/>
                </a:cubicBezTo>
                <a:cubicBezTo>
                  <a:pt x="321028" y="515767"/>
                  <a:pt x="330166" y="506628"/>
                  <a:pt x="341440" y="506628"/>
                </a:cubicBezTo>
                <a:close/>
                <a:moveTo>
                  <a:pt x="292663" y="506628"/>
                </a:moveTo>
                <a:cubicBezTo>
                  <a:pt x="303937" y="506628"/>
                  <a:pt x="313076" y="515767"/>
                  <a:pt x="313076" y="527040"/>
                </a:cubicBezTo>
                <a:cubicBezTo>
                  <a:pt x="313076" y="538314"/>
                  <a:pt x="303937" y="547453"/>
                  <a:pt x="292663" y="547453"/>
                </a:cubicBezTo>
                <a:cubicBezTo>
                  <a:pt x="281389" y="547453"/>
                  <a:pt x="272251" y="538314"/>
                  <a:pt x="272251" y="527040"/>
                </a:cubicBezTo>
                <a:cubicBezTo>
                  <a:pt x="272251" y="515767"/>
                  <a:pt x="281389" y="506628"/>
                  <a:pt x="292663" y="506628"/>
                </a:cubicBezTo>
                <a:close/>
                <a:moveTo>
                  <a:pt x="243886" y="506628"/>
                </a:moveTo>
                <a:cubicBezTo>
                  <a:pt x="255160" y="506628"/>
                  <a:pt x="264299" y="515767"/>
                  <a:pt x="264299" y="527040"/>
                </a:cubicBezTo>
                <a:cubicBezTo>
                  <a:pt x="264299" y="538314"/>
                  <a:pt x="255160" y="547453"/>
                  <a:pt x="243886" y="547453"/>
                </a:cubicBezTo>
                <a:cubicBezTo>
                  <a:pt x="232612" y="547453"/>
                  <a:pt x="223473" y="538314"/>
                  <a:pt x="223473" y="527040"/>
                </a:cubicBezTo>
                <a:cubicBezTo>
                  <a:pt x="223473" y="515767"/>
                  <a:pt x="232612" y="506628"/>
                  <a:pt x="243886" y="506628"/>
                </a:cubicBezTo>
                <a:close/>
                <a:moveTo>
                  <a:pt x="195109" y="506628"/>
                </a:moveTo>
                <a:cubicBezTo>
                  <a:pt x="206383" y="506628"/>
                  <a:pt x="215522" y="515767"/>
                  <a:pt x="215522" y="527040"/>
                </a:cubicBezTo>
                <a:cubicBezTo>
                  <a:pt x="215522" y="538314"/>
                  <a:pt x="206383" y="547453"/>
                  <a:pt x="195109" y="547453"/>
                </a:cubicBezTo>
                <a:cubicBezTo>
                  <a:pt x="183835" y="547453"/>
                  <a:pt x="174696" y="538314"/>
                  <a:pt x="174696" y="527040"/>
                </a:cubicBezTo>
                <a:cubicBezTo>
                  <a:pt x="174696" y="515767"/>
                  <a:pt x="183835" y="506628"/>
                  <a:pt x="195109" y="506628"/>
                </a:cubicBezTo>
                <a:close/>
                <a:moveTo>
                  <a:pt x="146332" y="506628"/>
                </a:moveTo>
                <a:cubicBezTo>
                  <a:pt x="157606" y="506628"/>
                  <a:pt x="166745" y="515767"/>
                  <a:pt x="166745" y="527040"/>
                </a:cubicBezTo>
                <a:cubicBezTo>
                  <a:pt x="166745" y="538314"/>
                  <a:pt x="157606" y="547453"/>
                  <a:pt x="146332" y="547453"/>
                </a:cubicBezTo>
                <a:cubicBezTo>
                  <a:pt x="135058" y="547453"/>
                  <a:pt x="125919" y="538314"/>
                  <a:pt x="125919" y="527040"/>
                </a:cubicBezTo>
                <a:cubicBezTo>
                  <a:pt x="125919" y="515767"/>
                  <a:pt x="135058" y="506628"/>
                  <a:pt x="146332" y="506628"/>
                </a:cubicBezTo>
                <a:close/>
                <a:moveTo>
                  <a:pt x="97555" y="506628"/>
                </a:moveTo>
                <a:cubicBezTo>
                  <a:pt x="108829" y="506628"/>
                  <a:pt x="117968" y="515767"/>
                  <a:pt x="117968" y="527040"/>
                </a:cubicBezTo>
                <a:cubicBezTo>
                  <a:pt x="117968" y="538314"/>
                  <a:pt x="108829" y="547453"/>
                  <a:pt x="97555" y="547453"/>
                </a:cubicBezTo>
                <a:cubicBezTo>
                  <a:pt x="86281" y="547453"/>
                  <a:pt x="77142" y="538314"/>
                  <a:pt x="77142" y="527040"/>
                </a:cubicBezTo>
                <a:cubicBezTo>
                  <a:pt x="77142" y="515767"/>
                  <a:pt x="86281" y="506628"/>
                  <a:pt x="97555" y="506628"/>
                </a:cubicBezTo>
                <a:close/>
                <a:moveTo>
                  <a:pt x="48778" y="506628"/>
                </a:moveTo>
                <a:cubicBezTo>
                  <a:pt x="60052" y="506628"/>
                  <a:pt x="69191" y="515767"/>
                  <a:pt x="69191" y="527040"/>
                </a:cubicBezTo>
                <a:cubicBezTo>
                  <a:pt x="69191" y="538314"/>
                  <a:pt x="60052" y="547453"/>
                  <a:pt x="48778" y="547453"/>
                </a:cubicBezTo>
                <a:cubicBezTo>
                  <a:pt x="37504" y="547453"/>
                  <a:pt x="28365" y="538314"/>
                  <a:pt x="28365" y="527040"/>
                </a:cubicBezTo>
                <a:cubicBezTo>
                  <a:pt x="28365" y="515767"/>
                  <a:pt x="37504" y="506628"/>
                  <a:pt x="48778" y="506628"/>
                </a:cubicBezTo>
                <a:close/>
                <a:moveTo>
                  <a:pt x="2" y="506628"/>
                </a:moveTo>
                <a:cubicBezTo>
                  <a:pt x="11275" y="506628"/>
                  <a:pt x="20414" y="515767"/>
                  <a:pt x="20414" y="527040"/>
                </a:cubicBezTo>
                <a:cubicBezTo>
                  <a:pt x="20414" y="538314"/>
                  <a:pt x="11275" y="547453"/>
                  <a:pt x="2" y="547453"/>
                </a:cubicBezTo>
                <a:lnTo>
                  <a:pt x="0" y="547452"/>
                </a:lnTo>
                <a:lnTo>
                  <a:pt x="0" y="506629"/>
                </a:lnTo>
                <a:close/>
                <a:moveTo>
                  <a:pt x="877988" y="452541"/>
                </a:moveTo>
                <a:cubicBezTo>
                  <a:pt x="883625" y="452541"/>
                  <a:pt x="888728" y="454826"/>
                  <a:pt x="892422" y="458520"/>
                </a:cubicBezTo>
                <a:lnTo>
                  <a:pt x="896859" y="469231"/>
                </a:lnTo>
                <a:lnTo>
                  <a:pt x="889104" y="485329"/>
                </a:lnTo>
                <a:lnTo>
                  <a:pt x="885092" y="491933"/>
                </a:lnTo>
                <a:lnTo>
                  <a:pt x="877988" y="493367"/>
                </a:lnTo>
                <a:cubicBezTo>
                  <a:pt x="866714" y="493367"/>
                  <a:pt x="857575" y="484228"/>
                  <a:pt x="857575" y="472954"/>
                </a:cubicBezTo>
                <a:cubicBezTo>
                  <a:pt x="857575" y="461680"/>
                  <a:pt x="866714" y="452541"/>
                  <a:pt x="877988" y="452541"/>
                </a:cubicBezTo>
                <a:close/>
                <a:moveTo>
                  <a:pt x="829211" y="452541"/>
                </a:moveTo>
                <a:cubicBezTo>
                  <a:pt x="840485" y="452541"/>
                  <a:pt x="849624" y="461680"/>
                  <a:pt x="849624" y="472954"/>
                </a:cubicBezTo>
                <a:cubicBezTo>
                  <a:pt x="849624" y="484228"/>
                  <a:pt x="840485" y="493367"/>
                  <a:pt x="829211" y="493367"/>
                </a:cubicBezTo>
                <a:cubicBezTo>
                  <a:pt x="817937" y="493367"/>
                  <a:pt x="808798" y="484228"/>
                  <a:pt x="808798" y="472954"/>
                </a:cubicBezTo>
                <a:cubicBezTo>
                  <a:pt x="808798" y="461680"/>
                  <a:pt x="817937" y="452541"/>
                  <a:pt x="829211" y="452541"/>
                </a:cubicBezTo>
                <a:close/>
                <a:moveTo>
                  <a:pt x="780434" y="452541"/>
                </a:moveTo>
                <a:cubicBezTo>
                  <a:pt x="791708" y="452541"/>
                  <a:pt x="800847" y="461680"/>
                  <a:pt x="800847" y="472954"/>
                </a:cubicBezTo>
                <a:cubicBezTo>
                  <a:pt x="800847" y="484228"/>
                  <a:pt x="791708" y="493367"/>
                  <a:pt x="780434" y="493367"/>
                </a:cubicBezTo>
                <a:cubicBezTo>
                  <a:pt x="769160" y="493367"/>
                  <a:pt x="760021" y="484228"/>
                  <a:pt x="760021" y="472954"/>
                </a:cubicBezTo>
                <a:cubicBezTo>
                  <a:pt x="760021" y="461680"/>
                  <a:pt x="769160" y="452541"/>
                  <a:pt x="780434" y="452541"/>
                </a:cubicBezTo>
                <a:close/>
                <a:moveTo>
                  <a:pt x="731657" y="452541"/>
                </a:moveTo>
                <a:cubicBezTo>
                  <a:pt x="742931" y="452541"/>
                  <a:pt x="752070" y="461680"/>
                  <a:pt x="752070" y="472954"/>
                </a:cubicBezTo>
                <a:cubicBezTo>
                  <a:pt x="752070" y="484228"/>
                  <a:pt x="742931" y="493367"/>
                  <a:pt x="731657" y="493367"/>
                </a:cubicBezTo>
                <a:cubicBezTo>
                  <a:pt x="720383" y="493367"/>
                  <a:pt x="711244" y="484228"/>
                  <a:pt x="711244" y="472954"/>
                </a:cubicBezTo>
                <a:cubicBezTo>
                  <a:pt x="711244" y="461680"/>
                  <a:pt x="720383" y="452541"/>
                  <a:pt x="731657" y="452541"/>
                </a:cubicBezTo>
                <a:close/>
                <a:moveTo>
                  <a:pt x="682880" y="452541"/>
                </a:moveTo>
                <a:cubicBezTo>
                  <a:pt x="694153" y="452541"/>
                  <a:pt x="703293" y="461680"/>
                  <a:pt x="703293" y="472954"/>
                </a:cubicBezTo>
                <a:cubicBezTo>
                  <a:pt x="703293" y="484228"/>
                  <a:pt x="694153" y="493367"/>
                  <a:pt x="682880" y="493367"/>
                </a:cubicBezTo>
                <a:cubicBezTo>
                  <a:pt x="671606" y="493367"/>
                  <a:pt x="662467" y="484228"/>
                  <a:pt x="662467" y="472954"/>
                </a:cubicBezTo>
                <a:cubicBezTo>
                  <a:pt x="662467" y="461680"/>
                  <a:pt x="671606" y="452541"/>
                  <a:pt x="682880" y="452541"/>
                </a:cubicBezTo>
                <a:close/>
                <a:moveTo>
                  <a:pt x="634103" y="452541"/>
                </a:moveTo>
                <a:cubicBezTo>
                  <a:pt x="645377" y="452541"/>
                  <a:pt x="654516" y="461680"/>
                  <a:pt x="654516" y="472954"/>
                </a:cubicBezTo>
                <a:cubicBezTo>
                  <a:pt x="654516" y="484228"/>
                  <a:pt x="645377" y="493367"/>
                  <a:pt x="634103" y="493367"/>
                </a:cubicBezTo>
                <a:cubicBezTo>
                  <a:pt x="622829" y="493367"/>
                  <a:pt x="613690" y="484228"/>
                  <a:pt x="613690" y="472954"/>
                </a:cubicBezTo>
                <a:cubicBezTo>
                  <a:pt x="613690" y="461680"/>
                  <a:pt x="622829" y="452541"/>
                  <a:pt x="634103" y="452541"/>
                </a:cubicBezTo>
                <a:close/>
                <a:moveTo>
                  <a:pt x="585326" y="452541"/>
                </a:moveTo>
                <a:cubicBezTo>
                  <a:pt x="596599" y="452541"/>
                  <a:pt x="605738" y="461680"/>
                  <a:pt x="605738" y="472954"/>
                </a:cubicBezTo>
                <a:cubicBezTo>
                  <a:pt x="605738" y="484228"/>
                  <a:pt x="596599" y="493367"/>
                  <a:pt x="585326" y="493367"/>
                </a:cubicBezTo>
                <a:cubicBezTo>
                  <a:pt x="574052" y="493367"/>
                  <a:pt x="564913" y="484228"/>
                  <a:pt x="564913" y="472954"/>
                </a:cubicBezTo>
                <a:cubicBezTo>
                  <a:pt x="564913" y="461680"/>
                  <a:pt x="574052" y="452541"/>
                  <a:pt x="585326" y="452541"/>
                </a:cubicBezTo>
                <a:close/>
                <a:moveTo>
                  <a:pt x="536549" y="452541"/>
                </a:moveTo>
                <a:cubicBezTo>
                  <a:pt x="547822" y="452541"/>
                  <a:pt x="556961" y="461680"/>
                  <a:pt x="556961" y="472954"/>
                </a:cubicBezTo>
                <a:cubicBezTo>
                  <a:pt x="556961" y="484228"/>
                  <a:pt x="547822" y="493367"/>
                  <a:pt x="536549" y="493367"/>
                </a:cubicBezTo>
                <a:cubicBezTo>
                  <a:pt x="525275" y="493367"/>
                  <a:pt x="516136" y="484228"/>
                  <a:pt x="516136" y="472954"/>
                </a:cubicBezTo>
                <a:cubicBezTo>
                  <a:pt x="516136" y="461680"/>
                  <a:pt x="525275" y="452541"/>
                  <a:pt x="536549" y="452541"/>
                </a:cubicBezTo>
                <a:close/>
                <a:moveTo>
                  <a:pt x="487772" y="452541"/>
                </a:moveTo>
                <a:cubicBezTo>
                  <a:pt x="499045" y="452541"/>
                  <a:pt x="508184" y="461680"/>
                  <a:pt x="508184" y="472954"/>
                </a:cubicBezTo>
                <a:cubicBezTo>
                  <a:pt x="508184" y="484228"/>
                  <a:pt x="499045" y="493367"/>
                  <a:pt x="487772" y="493367"/>
                </a:cubicBezTo>
                <a:cubicBezTo>
                  <a:pt x="476498" y="493367"/>
                  <a:pt x="467359" y="484228"/>
                  <a:pt x="467359" y="472954"/>
                </a:cubicBezTo>
                <a:cubicBezTo>
                  <a:pt x="467359" y="461680"/>
                  <a:pt x="476498" y="452541"/>
                  <a:pt x="487772" y="452541"/>
                </a:cubicBezTo>
                <a:close/>
                <a:moveTo>
                  <a:pt x="438994" y="452541"/>
                </a:moveTo>
                <a:cubicBezTo>
                  <a:pt x="450268" y="452541"/>
                  <a:pt x="459407" y="461680"/>
                  <a:pt x="459407" y="472954"/>
                </a:cubicBezTo>
                <a:cubicBezTo>
                  <a:pt x="459407" y="484228"/>
                  <a:pt x="450268" y="493367"/>
                  <a:pt x="438994" y="493367"/>
                </a:cubicBezTo>
                <a:cubicBezTo>
                  <a:pt x="427721" y="493367"/>
                  <a:pt x="418582" y="484228"/>
                  <a:pt x="418582" y="472954"/>
                </a:cubicBezTo>
                <a:cubicBezTo>
                  <a:pt x="418582" y="461680"/>
                  <a:pt x="427721" y="452541"/>
                  <a:pt x="438994" y="452541"/>
                </a:cubicBezTo>
                <a:close/>
                <a:moveTo>
                  <a:pt x="390217" y="452541"/>
                </a:moveTo>
                <a:cubicBezTo>
                  <a:pt x="401491" y="452541"/>
                  <a:pt x="410630" y="461680"/>
                  <a:pt x="410630" y="472954"/>
                </a:cubicBezTo>
                <a:cubicBezTo>
                  <a:pt x="410630" y="484228"/>
                  <a:pt x="401491" y="493367"/>
                  <a:pt x="390217" y="493367"/>
                </a:cubicBezTo>
                <a:cubicBezTo>
                  <a:pt x="378944" y="493367"/>
                  <a:pt x="369805" y="484228"/>
                  <a:pt x="369805" y="472954"/>
                </a:cubicBezTo>
                <a:cubicBezTo>
                  <a:pt x="369805" y="461680"/>
                  <a:pt x="378944" y="452541"/>
                  <a:pt x="390217" y="452541"/>
                </a:cubicBezTo>
                <a:close/>
                <a:moveTo>
                  <a:pt x="341440" y="452541"/>
                </a:moveTo>
                <a:cubicBezTo>
                  <a:pt x="352714" y="452541"/>
                  <a:pt x="361853" y="461680"/>
                  <a:pt x="361853" y="472954"/>
                </a:cubicBezTo>
                <a:cubicBezTo>
                  <a:pt x="361853" y="484228"/>
                  <a:pt x="352714" y="493367"/>
                  <a:pt x="341440" y="493367"/>
                </a:cubicBezTo>
                <a:cubicBezTo>
                  <a:pt x="330166" y="493367"/>
                  <a:pt x="321028" y="484228"/>
                  <a:pt x="321028" y="472954"/>
                </a:cubicBezTo>
                <a:cubicBezTo>
                  <a:pt x="321028" y="461680"/>
                  <a:pt x="330166" y="452541"/>
                  <a:pt x="341440" y="452541"/>
                </a:cubicBezTo>
                <a:close/>
                <a:moveTo>
                  <a:pt x="292663" y="452541"/>
                </a:moveTo>
                <a:cubicBezTo>
                  <a:pt x="303937" y="452541"/>
                  <a:pt x="313076" y="461680"/>
                  <a:pt x="313076" y="472954"/>
                </a:cubicBezTo>
                <a:cubicBezTo>
                  <a:pt x="313076" y="484228"/>
                  <a:pt x="303937" y="493367"/>
                  <a:pt x="292663" y="493367"/>
                </a:cubicBezTo>
                <a:cubicBezTo>
                  <a:pt x="281389" y="493367"/>
                  <a:pt x="272251" y="484228"/>
                  <a:pt x="272251" y="472954"/>
                </a:cubicBezTo>
                <a:cubicBezTo>
                  <a:pt x="272251" y="461680"/>
                  <a:pt x="281389" y="452541"/>
                  <a:pt x="292663" y="452541"/>
                </a:cubicBezTo>
                <a:close/>
                <a:moveTo>
                  <a:pt x="243886" y="452541"/>
                </a:moveTo>
                <a:cubicBezTo>
                  <a:pt x="255160" y="452541"/>
                  <a:pt x="264299" y="461680"/>
                  <a:pt x="264299" y="472954"/>
                </a:cubicBezTo>
                <a:cubicBezTo>
                  <a:pt x="264299" y="484228"/>
                  <a:pt x="255160" y="493367"/>
                  <a:pt x="243886" y="493367"/>
                </a:cubicBezTo>
                <a:cubicBezTo>
                  <a:pt x="232612" y="493367"/>
                  <a:pt x="223473" y="484228"/>
                  <a:pt x="223473" y="472954"/>
                </a:cubicBezTo>
                <a:cubicBezTo>
                  <a:pt x="223473" y="461680"/>
                  <a:pt x="232612" y="452541"/>
                  <a:pt x="243886" y="452541"/>
                </a:cubicBezTo>
                <a:close/>
                <a:moveTo>
                  <a:pt x="195109" y="452541"/>
                </a:moveTo>
                <a:cubicBezTo>
                  <a:pt x="206383" y="452541"/>
                  <a:pt x="215522" y="461680"/>
                  <a:pt x="215522" y="472954"/>
                </a:cubicBezTo>
                <a:cubicBezTo>
                  <a:pt x="215522" y="484228"/>
                  <a:pt x="206383" y="493367"/>
                  <a:pt x="195109" y="493367"/>
                </a:cubicBezTo>
                <a:cubicBezTo>
                  <a:pt x="183835" y="493367"/>
                  <a:pt x="174696" y="484228"/>
                  <a:pt x="174696" y="472954"/>
                </a:cubicBezTo>
                <a:cubicBezTo>
                  <a:pt x="174696" y="461680"/>
                  <a:pt x="183835" y="452541"/>
                  <a:pt x="195109" y="452541"/>
                </a:cubicBezTo>
                <a:close/>
                <a:moveTo>
                  <a:pt x="146332" y="452541"/>
                </a:moveTo>
                <a:cubicBezTo>
                  <a:pt x="157606" y="452541"/>
                  <a:pt x="166745" y="461680"/>
                  <a:pt x="166745" y="472954"/>
                </a:cubicBezTo>
                <a:cubicBezTo>
                  <a:pt x="166745" y="484228"/>
                  <a:pt x="157606" y="493367"/>
                  <a:pt x="146332" y="493367"/>
                </a:cubicBezTo>
                <a:cubicBezTo>
                  <a:pt x="135058" y="493367"/>
                  <a:pt x="125919" y="484228"/>
                  <a:pt x="125919" y="472954"/>
                </a:cubicBezTo>
                <a:cubicBezTo>
                  <a:pt x="125919" y="461680"/>
                  <a:pt x="135058" y="452541"/>
                  <a:pt x="146332" y="452541"/>
                </a:cubicBezTo>
                <a:close/>
                <a:moveTo>
                  <a:pt x="97555" y="452541"/>
                </a:moveTo>
                <a:cubicBezTo>
                  <a:pt x="108829" y="452541"/>
                  <a:pt x="117968" y="461680"/>
                  <a:pt x="117968" y="472954"/>
                </a:cubicBezTo>
                <a:cubicBezTo>
                  <a:pt x="117968" y="484228"/>
                  <a:pt x="108829" y="493367"/>
                  <a:pt x="97555" y="493367"/>
                </a:cubicBezTo>
                <a:cubicBezTo>
                  <a:pt x="86281" y="493367"/>
                  <a:pt x="77142" y="484228"/>
                  <a:pt x="77142" y="472954"/>
                </a:cubicBezTo>
                <a:cubicBezTo>
                  <a:pt x="77142" y="461680"/>
                  <a:pt x="86281" y="452541"/>
                  <a:pt x="97555" y="452541"/>
                </a:cubicBezTo>
                <a:close/>
                <a:moveTo>
                  <a:pt x="48778" y="452541"/>
                </a:moveTo>
                <a:cubicBezTo>
                  <a:pt x="60052" y="452541"/>
                  <a:pt x="69191" y="461680"/>
                  <a:pt x="69191" y="472954"/>
                </a:cubicBezTo>
                <a:cubicBezTo>
                  <a:pt x="69191" y="484228"/>
                  <a:pt x="60052" y="493367"/>
                  <a:pt x="48778" y="493367"/>
                </a:cubicBezTo>
                <a:cubicBezTo>
                  <a:pt x="37504" y="493367"/>
                  <a:pt x="28365" y="484228"/>
                  <a:pt x="28365" y="472954"/>
                </a:cubicBezTo>
                <a:cubicBezTo>
                  <a:pt x="28365" y="461680"/>
                  <a:pt x="37504" y="452541"/>
                  <a:pt x="48778" y="452541"/>
                </a:cubicBezTo>
                <a:close/>
                <a:moveTo>
                  <a:pt x="2" y="452541"/>
                </a:moveTo>
                <a:cubicBezTo>
                  <a:pt x="11275" y="452541"/>
                  <a:pt x="20414" y="461680"/>
                  <a:pt x="20414" y="472954"/>
                </a:cubicBezTo>
                <a:cubicBezTo>
                  <a:pt x="20414" y="484228"/>
                  <a:pt x="11275" y="493367"/>
                  <a:pt x="2" y="493367"/>
                </a:cubicBezTo>
                <a:lnTo>
                  <a:pt x="0" y="493366"/>
                </a:lnTo>
                <a:lnTo>
                  <a:pt x="0" y="452542"/>
                </a:lnTo>
                <a:close/>
                <a:moveTo>
                  <a:pt x="926765" y="398455"/>
                </a:moveTo>
                <a:lnTo>
                  <a:pt x="930582" y="399226"/>
                </a:lnTo>
                <a:lnTo>
                  <a:pt x="913716" y="434236"/>
                </a:lnTo>
                <a:lnTo>
                  <a:pt x="912331" y="433302"/>
                </a:lnTo>
                <a:cubicBezTo>
                  <a:pt x="908637" y="429608"/>
                  <a:pt x="906352" y="424505"/>
                  <a:pt x="906352" y="418868"/>
                </a:cubicBezTo>
                <a:cubicBezTo>
                  <a:pt x="906352" y="407594"/>
                  <a:pt x="915491" y="398455"/>
                  <a:pt x="926765" y="398455"/>
                </a:cubicBezTo>
                <a:close/>
                <a:moveTo>
                  <a:pt x="877988" y="398455"/>
                </a:moveTo>
                <a:cubicBezTo>
                  <a:pt x="889262" y="398455"/>
                  <a:pt x="898401" y="407594"/>
                  <a:pt x="898401" y="418868"/>
                </a:cubicBezTo>
                <a:cubicBezTo>
                  <a:pt x="898401" y="430142"/>
                  <a:pt x="889262" y="439281"/>
                  <a:pt x="877988" y="439281"/>
                </a:cubicBezTo>
                <a:cubicBezTo>
                  <a:pt x="866714" y="439281"/>
                  <a:pt x="857575" y="430142"/>
                  <a:pt x="857575" y="418868"/>
                </a:cubicBezTo>
                <a:cubicBezTo>
                  <a:pt x="857575" y="407594"/>
                  <a:pt x="866714" y="398455"/>
                  <a:pt x="877988" y="398455"/>
                </a:cubicBezTo>
                <a:close/>
                <a:moveTo>
                  <a:pt x="829211" y="398455"/>
                </a:moveTo>
                <a:cubicBezTo>
                  <a:pt x="840485" y="398455"/>
                  <a:pt x="849624" y="407594"/>
                  <a:pt x="849624" y="418868"/>
                </a:cubicBezTo>
                <a:cubicBezTo>
                  <a:pt x="849624" y="430142"/>
                  <a:pt x="840485" y="439281"/>
                  <a:pt x="829211" y="439281"/>
                </a:cubicBezTo>
                <a:cubicBezTo>
                  <a:pt x="817937" y="439281"/>
                  <a:pt x="808798" y="430142"/>
                  <a:pt x="808798" y="418868"/>
                </a:cubicBezTo>
                <a:cubicBezTo>
                  <a:pt x="808798" y="407594"/>
                  <a:pt x="817937" y="398455"/>
                  <a:pt x="829211" y="398455"/>
                </a:cubicBezTo>
                <a:close/>
                <a:moveTo>
                  <a:pt x="780434" y="398455"/>
                </a:moveTo>
                <a:cubicBezTo>
                  <a:pt x="791708" y="398455"/>
                  <a:pt x="800847" y="407594"/>
                  <a:pt x="800847" y="418868"/>
                </a:cubicBezTo>
                <a:cubicBezTo>
                  <a:pt x="800847" y="430142"/>
                  <a:pt x="791708" y="439281"/>
                  <a:pt x="780434" y="439281"/>
                </a:cubicBezTo>
                <a:cubicBezTo>
                  <a:pt x="769160" y="439281"/>
                  <a:pt x="760021" y="430142"/>
                  <a:pt x="760021" y="418868"/>
                </a:cubicBezTo>
                <a:cubicBezTo>
                  <a:pt x="760021" y="407594"/>
                  <a:pt x="769160" y="398455"/>
                  <a:pt x="780434" y="398455"/>
                </a:cubicBezTo>
                <a:close/>
                <a:moveTo>
                  <a:pt x="731657" y="398455"/>
                </a:moveTo>
                <a:cubicBezTo>
                  <a:pt x="742931" y="398455"/>
                  <a:pt x="752070" y="407594"/>
                  <a:pt x="752070" y="418868"/>
                </a:cubicBezTo>
                <a:cubicBezTo>
                  <a:pt x="752070" y="430142"/>
                  <a:pt x="742931" y="439281"/>
                  <a:pt x="731657" y="439281"/>
                </a:cubicBezTo>
                <a:cubicBezTo>
                  <a:pt x="720383" y="439281"/>
                  <a:pt x="711244" y="430142"/>
                  <a:pt x="711244" y="418868"/>
                </a:cubicBezTo>
                <a:cubicBezTo>
                  <a:pt x="711244" y="407594"/>
                  <a:pt x="720383" y="398455"/>
                  <a:pt x="731657" y="398455"/>
                </a:cubicBezTo>
                <a:close/>
                <a:moveTo>
                  <a:pt x="682880" y="398455"/>
                </a:moveTo>
                <a:cubicBezTo>
                  <a:pt x="694153" y="398455"/>
                  <a:pt x="703293" y="407594"/>
                  <a:pt x="703293" y="418868"/>
                </a:cubicBezTo>
                <a:cubicBezTo>
                  <a:pt x="703293" y="430142"/>
                  <a:pt x="694153" y="439281"/>
                  <a:pt x="682880" y="439281"/>
                </a:cubicBezTo>
                <a:cubicBezTo>
                  <a:pt x="671606" y="439281"/>
                  <a:pt x="662467" y="430142"/>
                  <a:pt x="662467" y="418868"/>
                </a:cubicBezTo>
                <a:cubicBezTo>
                  <a:pt x="662467" y="407594"/>
                  <a:pt x="671606" y="398455"/>
                  <a:pt x="682880" y="398455"/>
                </a:cubicBezTo>
                <a:close/>
                <a:moveTo>
                  <a:pt x="634103" y="398455"/>
                </a:moveTo>
                <a:cubicBezTo>
                  <a:pt x="645377" y="398455"/>
                  <a:pt x="654516" y="407594"/>
                  <a:pt x="654516" y="418868"/>
                </a:cubicBezTo>
                <a:cubicBezTo>
                  <a:pt x="654516" y="430142"/>
                  <a:pt x="645377" y="439281"/>
                  <a:pt x="634103" y="439281"/>
                </a:cubicBezTo>
                <a:cubicBezTo>
                  <a:pt x="622829" y="439281"/>
                  <a:pt x="613690" y="430142"/>
                  <a:pt x="613690" y="418868"/>
                </a:cubicBezTo>
                <a:cubicBezTo>
                  <a:pt x="613690" y="407594"/>
                  <a:pt x="622829" y="398455"/>
                  <a:pt x="634103" y="398455"/>
                </a:cubicBezTo>
                <a:close/>
                <a:moveTo>
                  <a:pt x="585326" y="398455"/>
                </a:moveTo>
                <a:cubicBezTo>
                  <a:pt x="596599" y="398455"/>
                  <a:pt x="605738" y="407594"/>
                  <a:pt x="605738" y="418868"/>
                </a:cubicBezTo>
                <a:cubicBezTo>
                  <a:pt x="605738" y="430142"/>
                  <a:pt x="596599" y="439281"/>
                  <a:pt x="585326" y="439281"/>
                </a:cubicBezTo>
                <a:cubicBezTo>
                  <a:pt x="574052" y="439281"/>
                  <a:pt x="564913" y="430142"/>
                  <a:pt x="564913" y="418868"/>
                </a:cubicBezTo>
                <a:cubicBezTo>
                  <a:pt x="564913" y="407594"/>
                  <a:pt x="574052" y="398455"/>
                  <a:pt x="585326" y="398455"/>
                </a:cubicBezTo>
                <a:close/>
                <a:moveTo>
                  <a:pt x="536549" y="398455"/>
                </a:moveTo>
                <a:cubicBezTo>
                  <a:pt x="547822" y="398455"/>
                  <a:pt x="556961" y="407594"/>
                  <a:pt x="556961" y="418868"/>
                </a:cubicBezTo>
                <a:cubicBezTo>
                  <a:pt x="556961" y="430142"/>
                  <a:pt x="547822" y="439281"/>
                  <a:pt x="536549" y="439281"/>
                </a:cubicBezTo>
                <a:cubicBezTo>
                  <a:pt x="525275" y="439281"/>
                  <a:pt x="516136" y="430142"/>
                  <a:pt x="516136" y="418868"/>
                </a:cubicBezTo>
                <a:cubicBezTo>
                  <a:pt x="516136" y="407594"/>
                  <a:pt x="525275" y="398455"/>
                  <a:pt x="536549" y="398455"/>
                </a:cubicBezTo>
                <a:close/>
                <a:moveTo>
                  <a:pt x="487772" y="398455"/>
                </a:moveTo>
                <a:cubicBezTo>
                  <a:pt x="499045" y="398455"/>
                  <a:pt x="508184" y="407594"/>
                  <a:pt x="508184" y="418868"/>
                </a:cubicBezTo>
                <a:cubicBezTo>
                  <a:pt x="508184" y="430142"/>
                  <a:pt x="499045" y="439281"/>
                  <a:pt x="487772" y="439281"/>
                </a:cubicBezTo>
                <a:cubicBezTo>
                  <a:pt x="476498" y="439281"/>
                  <a:pt x="467359" y="430142"/>
                  <a:pt x="467359" y="418868"/>
                </a:cubicBezTo>
                <a:cubicBezTo>
                  <a:pt x="467359" y="407594"/>
                  <a:pt x="476498" y="398455"/>
                  <a:pt x="487772" y="398455"/>
                </a:cubicBezTo>
                <a:close/>
                <a:moveTo>
                  <a:pt x="438994" y="398455"/>
                </a:moveTo>
                <a:cubicBezTo>
                  <a:pt x="450268" y="398455"/>
                  <a:pt x="459407" y="407594"/>
                  <a:pt x="459407" y="418868"/>
                </a:cubicBezTo>
                <a:cubicBezTo>
                  <a:pt x="459407" y="430142"/>
                  <a:pt x="450268" y="439281"/>
                  <a:pt x="438994" y="439281"/>
                </a:cubicBezTo>
                <a:cubicBezTo>
                  <a:pt x="427721" y="439281"/>
                  <a:pt x="418582" y="430142"/>
                  <a:pt x="418582" y="418868"/>
                </a:cubicBezTo>
                <a:cubicBezTo>
                  <a:pt x="418582" y="407594"/>
                  <a:pt x="427721" y="398455"/>
                  <a:pt x="438994" y="398455"/>
                </a:cubicBezTo>
                <a:close/>
                <a:moveTo>
                  <a:pt x="390217" y="398455"/>
                </a:moveTo>
                <a:cubicBezTo>
                  <a:pt x="401491" y="398455"/>
                  <a:pt x="410630" y="407594"/>
                  <a:pt x="410630" y="418868"/>
                </a:cubicBezTo>
                <a:cubicBezTo>
                  <a:pt x="410630" y="430142"/>
                  <a:pt x="401491" y="439281"/>
                  <a:pt x="390217" y="439281"/>
                </a:cubicBezTo>
                <a:cubicBezTo>
                  <a:pt x="378944" y="439281"/>
                  <a:pt x="369805" y="430142"/>
                  <a:pt x="369805" y="418868"/>
                </a:cubicBezTo>
                <a:cubicBezTo>
                  <a:pt x="369805" y="407594"/>
                  <a:pt x="378944" y="398455"/>
                  <a:pt x="390217" y="398455"/>
                </a:cubicBezTo>
                <a:close/>
                <a:moveTo>
                  <a:pt x="341440" y="398455"/>
                </a:moveTo>
                <a:cubicBezTo>
                  <a:pt x="352714" y="398455"/>
                  <a:pt x="361853" y="407594"/>
                  <a:pt x="361853" y="418868"/>
                </a:cubicBezTo>
                <a:cubicBezTo>
                  <a:pt x="361853" y="430142"/>
                  <a:pt x="352714" y="439281"/>
                  <a:pt x="341440" y="439281"/>
                </a:cubicBezTo>
                <a:cubicBezTo>
                  <a:pt x="330166" y="439281"/>
                  <a:pt x="321028" y="430142"/>
                  <a:pt x="321028" y="418868"/>
                </a:cubicBezTo>
                <a:cubicBezTo>
                  <a:pt x="321028" y="407594"/>
                  <a:pt x="330166" y="398455"/>
                  <a:pt x="341440" y="398455"/>
                </a:cubicBezTo>
                <a:close/>
                <a:moveTo>
                  <a:pt x="292663" y="398455"/>
                </a:moveTo>
                <a:cubicBezTo>
                  <a:pt x="303937" y="398455"/>
                  <a:pt x="313076" y="407594"/>
                  <a:pt x="313076" y="418868"/>
                </a:cubicBezTo>
                <a:cubicBezTo>
                  <a:pt x="313076" y="430142"/>
                  <a:pt x="303937" y="439281"/>
                  <a:pt x="292663" y="439281"/>
                </a:cubicBezTo>
                <a:cubicBezTo>
                  <a:pt x="281389" y="439281"/>
                  <a:pt x="272251" y="430142"/>
                  <a:pt x="272251" y="418868"/>
                </a:cubicBezTo>
                <a:cubicBezTo>
                  <a:pt x="272251" y="407594"/>
                  <a:pt x="281389" y="398455"/>
                  <a:pt x="292663" y="398455"/>
                </a:cubicBezTo>
                <a:close/>
                <a:moveTo>
                  <a:pt x="243886" y="398455"/>
                </a:moveTo>
                <a:cubicBezTo>
                  <a:pt x="255160" y="398455"/>
                  <a:pt x="264299" y="407594"/>
                  <a:pt x="264299" y="418868"/>
                </a:cubicBezTo>
                <a:cubicBezTo>
                  <a:pt x="264299" y="430142"/>
                  <a:pt x="255160" y="439281"/>
                  <a:pt x="243886" y="439281"/>
                </a:cubicBezTo>
                <a:cubicBezTo>
                  <a:pt x="232612" y="439281"/>
                  <a:pt x="223473" y="430142"/>
                  <a:pt x="223473" y="418868"/>
                </a:cubicBezTo>
                <a:cubicBezTo>
                  <a:pt x="223473" y="407594"/>
                  <a:pt x="232612" y="398455"/>
                  <a:pt x="243886" y="398455"/>
                </a:cubicBezTo>
                <a:close/>
                <a:moveTo>
                  <a:pt x="195109" y="398455"/>
                </a:moveTo>
                <a:cubicBezTo>
                  <a:pt x="206383" y="398455"/>
                  <a:pt x="215522" y="407594"/>
                  <a:pt x="215522" y="418868"/>
                </a:cubicBezTo>
                <a:cubicBezTo>
                  <a:pt x="215522" y="430142"/>
                  <a:pt x="206383" y="439281"/>
                  <a:pt x="195109" y="439281"/>
                </a:cubicBezTo>
                <a:cubicBezTo>
                  <a:pt x="183835" y="439281"/>
                  <a:pt x="174696" y="430142"/>
                  <a:pt x="174696" y="418868"/>
                </a:cubicBezTo>
                <a:cubicBezTo>
                  <a:pt x="174696" y="407594"/>
                  <a:pt x="183835" y="398455"/>
                  <a:pt x="195109" y="398455"/>
                </a:cubicBezTo>
                <a:close/>
                <a:moveTo>
                  <a:pt x="146332" y="398455"/>
                </a:moveTo>
                <a:cubicBezTo>
                  <a:pt x="157606" y="398455"/>
                  <a:pt x="166745" y="407594"/>
                  <a:pt x="166745" y="418868"/>
                </a:cubicBezTo>
                <a:cubicBezTo>
                  <a:pt x="166745" y="430142"/>
                  <a:pt x="157606" y="439281"/>
                  <a:pt x="146332" y="439281"/>
                </a:cubicBezTo>
                <a:cubicBezTo>
                  <a:pt x="135058" y="439281"/>
                  <a:pt x="125919" y="430142"/>
                  <a:pt x="125919" y="418868"/>
                </a:cubicBezTo>
                <a:cubicBezTo>
                  <a:pt x="125919" y="407594"/>
                  <a:pt x="135058" y="398455"/>
                  <a:pt x="146332" y="398455"/>
                </a:cubicBezTo>
                <a:close/>
                <a:moveTo>
                  <a:pt x="97555" y="398455"/>
                </a:moveTo>
                <a:cubicBezTo>
                  <a:pt x="108829" y="398455"/>
                  <a:pt x="117968" y="407594"/>
                  <a:pt x="117968" y="418868"/>
                </a:cubicBezTo>
                <a:cubicBezTo>
                  <a:pt x="117968" y="430142"/>
                  <a:pt x="108829" y="439281"/>
                  <a:pt x="97555" y="439281"/>
                </a:cubicBezTo>
                <a:cubicBezTo>
                  <a:pt x="86281" y="439281"/>
                  <a:pt x="77142" y="430142"/>
                  <a:pt x="77142" y="418868"/>
                </a:cubicBezTo>
                <a:cubicBezTo>
                  <a:pt x="77142" y="407594"/>
                  <a:pt x="86281" y="398455"/>
                  <a:pt x="97555" y="398455"/>
                </a:cubicBezTo>
                <a:close/>
                <a:moveTo>
                  <a:pt x="48778" y="398455"/>
                </a:moveTo>
                <a:cubicBezTo>
                  <a:pt x="60052" y="398455"/>
                  <a:pt x="69191" y="407594"/>
                  <a:pt x="69191" y="418868"/>
                </a:cubicBezTo>
                <a:cubicBezTo>
                  <a:pt x="69191" y="430142"/>
                  <a:pt x="60052" y="439281"/>
                  <a:pt x="48778" y="439281"/>
                </a:cubicBezTo>
                <a:cubicBezTo>
                  <a:pt x="37504" y="439281"/>
                  <a:pt x="28365" y="430142"/>
                  <a:pt x="28365" y="418868"/>
                </a:cubicBezTo>
                <a:cubicBezTo>
                  <a:pt x="28365" y="407594"/>
                  <a:pt x="37504" y="398455"/>
                  <a:pt x="48778" y="398455"/>
                </a:cubicBezTo>
                <a:close/>
                <a:moveTo>
                  <a:pt x="2" y="398455"/>
                </a:moveTo>
                <a:cubicBezTo>
                  <a:pt x="11275" y="398455"/>
                  <a:pt x="20414" y="407594"/>
                  <a:pt x="20414" y="418868"/>
                </a:cubicBezTo>
                <a:cubicBezTo>
                  <a:pt x="20414" y="430142"/>
                  <a:pt x="11275" y="439281"/>
                  <a:pt x="2" y="439281"/>
                </a:cubicBezTo>
                <a:lnTo>
                  <a:pt x="0" y="439280"/>
                </a:lnTo>
                <a:lnTo>
                  <a:pt x="0" y="398456"/>
                </a:lnTo>
                <a:close/>
                <a:moveTo>
                  <a:pt x="926765" y="344369"/>
                </a:moveTo>
                <a:cubicBezTo>
                  <a:pt x="932402" y="344369"/>
                  <a:pt x="937505" y="346654"/>
                  <a:pt x="941199" y="350348"/>
                </a:cubicBezTo>
                <a:lnTo>
                  <a:pt x="945200" y="360008"/>
                </a:lnTo>
                <a:lnTo>
                  <a:pt x="937178" y="381927"/>
                </a:lnTo>
                <a:lnTo>
                  <a:pt x="934711" y="383591"/>
                </a:lnTo>
                <a:cubicBezTo>
                  <a:pt x="932268" y="384624"/>
                  <a:pt x="929583" y="385195"/>
                  <a:pt x="926765" y="385195"/>
                </a:cubicBezTo>
                <a:cubicBezTo>
                  <a:pt x="915491" y="385195"/>
                  <a:pt x="906352" y="376056"/>
                  <a:pt x="906352" y="364782"/>
                </a:cubicBezTo>
                <a:cubicBezTo>
                  <a:pt x="906352" y="353508"/>
                  <a:pt x="915491" y="344369"/>
                  <a:pt x="926765" y="344369"/>
                </a:cubicBezTo>
                <a:close/>
                <a:moveTo>
                  <a:pt x="877988" y="344369"/>
                </a:moveTo>
                <a:cubicBezTo>
                  <a:pt x="889262" y="344369"/>
                  <a:pt x="898401" y="353508"/>
                  <a:pt x="898401" y="364782"/>
                </a:cubicBezTo>
                <a:cubicBezTo>
                  <a:pt x="898401" y="376056"/>
                  <a:pt x="889262" y="385195"/>
                  <a:pt x="877988" y="385195"/>
                </a:cubicBezTo>
                <a:cubicBezTo>
                  <a:pt x="866714" y="385195"/>
                  <a:pt x="857575" y="376056"/>
                  <a:pt x="857575" y="364782"/>
                </a:cubicBezTo>
                <a:cubicBezTo>
                  <a:pt x="857575" y="353508"/>
                  <a:pt x="866714" y="344369"/>
                  <a:pt x="877988" y="344369"/>
                </a:cubicBezTo>
                <a:close/>
                <a:moveTo>
                  <a:pt x="829211" y="344369"/>
                </a:moveTo>
                <a:cubicBezTo>
                  <a:pt x="840485" y="344369"/>
                  <a:pt x="849624" y="353508"/>
                  <a:pt x="849624" y="364782"/>
                </a:cubicBezTo>
                <a:cubicBezTo>
                  <a:pt x="849624" y="376056"/>
                  <a:pt x="840485" y="385195"/>
                  <a:pt x="829211" y="385195"/>
                </a:cubicBezTo>
                <a:cubicBezTo>
                  <a:pt x="817937" y="385195"/>
                  <a:pt x="808798" y="376056"/>
                  <a:pt x="808798" y="364782"/>
                </a:cubicBezTo>
                <a:cubicBezTo>
                  <a:pt x="808798" y="353508"/>
                  <a:pt x="817937" y="344369"/>
                  <a:pt x="829211" y="344369"/>
                </a:cubicBezTo>
                <a:close/>
                <a:moveTo>
                  <a:pt x="780434" y="344369"/>
                </a:moveTo>
                <a:cubicBezTo>
                  <a:pt x="791708" y="344369"/>
                  <a:pt x="800847" y="353508"/>
                  <a:pt x="800847" y="364782"/>
                </a:cubicBezTo>
                <a:cubicBezTo>
                  <a:pt x="800847" y="376056"/>
                  <a:pt x="791708" y="385195"/>
                  <a:pt x="780434" y="385195"/>
                </a:cubicBezTo>
                <a:cubicBezTo>
                  <a:pt x="769160" y="385195"/>
                  <a:pt x="760021" y="376056"/>
                  <a:pt x="760021" y="364782"/>
                </a:cubicBezTo>
                <a:cubicBezTo>
                  <a:pt x="760021" y="353508"/>
                  <a:pt x="769160" y="344369"/>
                  <a:pt x="780434" y="344369"/>
                </a:cubicBezTo>
                <a:close/>
                <a:moveTo>
                  <a:pt x="731657" y="344369"/>
                </a:moveTo>
                <a:cubicBezTo>
                  <a:pt x="742931" y="344369"/>
                  <a:pt x="752070" y="353508"/>
                  <a:pt x="752070" y="364782"/>
                </a:cubicBezTo>
                <a:cubicBezTo>
                  <a:pt x="752070" y="376056"/>
                  <a:pt x="742931" y="385195"/>
                  <a:pt x="731657" y="385195"/>
                </a:cubicBezTo>
                <a:cubicBezTo>
                  <a:pt x="720383" y="385195"/>
                  <a:pt x="711244" y="376056"/>
                  <a:pt x="711244" y="364782"/>
                </a:cubicBezTo>
                <a:cubicBezTo>
                  <a:pt x="711244" y="353508"/>
                  <a:pt x="720383" y="344369"/>
                  <a:pt x="731657" y="344369"/>
                </a:cubicBezTo>
                <a:close/>
                <a:moveTo>
                  <a:pt x="682880" y="344369"/>
                </a:moveTo>
                <a:cubicBezTo>
                  <a:pt x="694153" y="344369"/>
                  <a:pt x="703293" y="353508"/>
                  <a:pt x="703293" y="364782"/>
                </a:cubicBezTo>
                <a:cubicBezTo>
                  <a:pt x="703293" y="376056"/>
                  <a:pt x="694153" y="385195"/>
                  <a:pt x="682880" y="385195"/>
                </a:cubicBezTo>
                <a:cubicBezTo>
                  <a:pt x="671606" y="385195"/>
                  <a:pt x="662467" y="376056"/>
                  <a:pt x="662467" y="364782"/>
                </a:cubicBezTo>
                <a:cubicBezTo>
                  <a:pt x="662467" y="353508"/>
                  <a:pt x="671606" y="344369"/>
                  <a:pt x="682880" y="344369"/>
                </a:cubicBezTo>
                <a:close/>
                <a:moveTo>
                  <a:pt x="634103" y="344369"/>
                </a:moveTo>
                <a:cubicBezTo>
                  <a:pt x="645377" y="344369"/>
                  <a:pt x="654516" y="353508"/>
                  <a:pt x="654516" y="364782"/>
                </a:cubicBezTo>
                <a:cubicBezTo>
                  <a:pt x="654516" y="376056"/>
                  <a:pt x="645377" y="385195"/>
                  <a:pt x="634103" y="385195"/>
                </a:cubicBezTo>
                <a:cubicBezTo>
                  <a:pt x="622829" y="385195"/>
                  <a:pt x="613690" y="376056"/>
                  <a:pt x="613690" y="364782"/>
                </a:cubicBezTo>
                <a:cubicBezTo>
                  <a:pt x="613690" y="353508"/>
                  <a:pt x="622829" y="344369"/>
                  <a:pt x="634103" y="344369"/>
                </a:cubicBezTo>
                <a:close/>
                <a:moveTo>
                  <a:pt x="585326" y="344369"/>
                </a:moveTo>
                <a:cubicBezTo>
                  <a:pt x="596599" y="344369"/>
                  <a:pt x="605738" y="353508"/>
                  <a:pt x="605738" y="364782"/>
                </a:cubicBezTo>
                <a:cubicBezTo>
                  <a:pt x="605738" y="376056"/>
                  <a:pt x="596599" y="385195"/>
                  <a:pt x="585326" y="385195"/>
                </a:cubicBezTo>
                <a:cubicBezTo>
                  <a:pt x="574052" y="385195"/>
                  <a:pt x="564913" y="376056"/>
                  <a:pt x="564913" y="364782"/>
                </a:cubicBezTo>
                <a:cubicBezTo>
                  <a:pt x="564913" y="353508"/>
                  <a:pt x="574052" y="344369"/>
                  <a:pt x="585326" y="344369"/>
                </a:cubicBezTo>
                <a:close/>
                <a:moveTo>
                  <a:pt x="536549" y="344369"/>
                </a:moveTo>
                <a:cubicBezTo>
                  <a:pt x="547822" y="344369"/>
                  <a:pt x="556961" y="353508"/>
                  <a:pt x="556961" y="364782"/>
                </a:cubicBezTo>
                <a:cubicBezTo>
                  <a:pt x="556961" y="376056"/>
                  <a:pt x="547822" y="385195"/>
                  <a:pt x="536549" y="385195"/>
                </a:cubicBezTo>
                <a:cubicBezTo>
                  <a:pt x="525275" y="385195"/>
                  <a:pt x="516136" y="376056"/>
                  <a:pt x="516136" y="364782"/>
                </a:cubicBezTo>
                <a:cubicBezTo>
                  <a:pt x="516136" y="353508"/>
                  <a:pt x="525275" y="344369"/>
                  <a:pt x="536549" y="344369"/>
                </a:cubicBezTo>
                <a:close/>
                <a:moveTo>
                  <a:pt x="487772" y="344369"/>
                </a:moveTo>
                <a:cubicBezTo>
                  <a:pt x="499045" y="344369"/>
                  <a:pt x="508184" y="353508"/>
                  <a:pt x="508184" y="364782"/>
                </a:cubicBezTo>
                <a:cubicBezTo>
                  <a:pt x="508184" y="376056"/>
                  <a:pt x="499045" y="385195"/>
                  <a:pt x="487772" y="385195"/>
                </a:cubicBezTo>
                <a:cubicBezTo>
                  <a:pt x="476498" y="385195"/>
                  <a:pt x="467359" y="376056"/>
                  <a:pt x="467359" y="364782"/>
                </a:cubicBezTo>
                <a:cubicBezTo>
                  <a:pt x="467359" y="353508"/>
                  <a:pt x="476498" y="344369"/>
                  <a:pt x="487772" y="344369"/>
                </a:cubicBezTo>
                <a:close/>
                <a:moveTo>
                  <a:pt x="438994" y="344369"/>
                </a:moveTo>
                <a:cubicBezTo>
                  <a:pt x="450268" y="344369"/>
                  <a:pt x="459407" y="353508"/>
                  <a:pt x="459407" y="364782"/>
                </a:cubicBezTo>
                <a:cubicBezTo>
                  <a:pt x="459407" y="376056"/>
                  <a:pt x="450268" y="385195"/>
                  <a:pt x="438994" y="385195"/>
                </a:cubicBezTo>
                <a:cubicBezTo>
                  <a:pt x="427721" y="385195"/>
                  <a:pt x="418582" y="376056"/>
                  <a:pt x="418582" y="364782"/>
                </a:cubicBezTo>
                <a:cubicBezTo>
                  <a:pt x="418582" y="353508"/>
                  <a:pt x="427721" y="344369"/>
                  <a:pt x="438994" y="344369"/>
                </a:cubicBezTo>
                <a:close/>
                <a:moveTo>
                  <a:pt x="390217" y="344369"/>
                </a:moveTo>
                <a:cubicBezTo>
                  <a:pt x="401491" y="344369"/>
                  <a:pt x="410630" y="353508"/>
                  <a:pt x="410630" y="364782"/>
                </a:cubicBezTo>
                <a:cubicBezTo>
                  <a:pt x="410630" y="376056"/>
                  <a:pt x="401491" y="385195"/>
                  <a:pt x="390217" y="385195"/>
                </a:cubicBezTo>
                <a:cubicBezTo>
                  <a:pt x="378944" y="385195"/>
                  <a:pt x="369805" y="376056"/>
                  <a:pt x="369805" y="364782"/>
                </a:cubicBezTo>
                <a:cubicBezTo>
                  <a:pt x="369805" y="353508"/>
                  <a:pt x="378944" y="344369"/>
                  <a:pt x="390217" y="344369"/>
                </a:cubicBezTo>
                <a:close/>
                <a:moveTo>
                  <a:pt x="341440" y="344369"/>
                </a:moveTo>
                <a:cubicBezTo>
                  <a:pt x="352714" y="344369"/>
                  <a:pt x="361853" y="353508"/>
                  <a:pt x="361853" y="364782"/>
                </a:cubicBezTo>
                <a:cubicBezTo>
                  <a:pt x="361853" y="376056"/>
                  <a:pt x="352714" y="385195"/>
                  <a:pt x="341440" y="385195"/>
                </a:cubicBezTo>
                <a:cubicBezTo>
                  <a:pt x="330166" y="385195"/>
                  <a:pt x="321028" y="376056"/>
                  <a:pt x="321028" y="364782"/>
                </a:cubicBezTo>
                <a:cubicBezTo>
                  <a:pt x="321028" y="353508"/>
                  <a:pt x="330166" y="344369"/>
                  <a:pt x="341440" y="344369"/>
                </a:cubicBezTo>
                <a:close/>
                <a:moveTo>
                  <a:pt x="292663" y="344369"/>
                </a:moveTo>
                <a:cubicBezTo>
                  <a:pt x="303937" y="344369"/>
                  <a:pt x="313076" y="353508"/>
                  <a:pt x="313076" y="364782"/>
                </a:cubicBezTo>
                <a:cubicBezTo>
                  <a:pt x="313076" y="376056"/>
                  <a:pt x="303937" y="385195"/>
                  <a:pt x="292663" y="385195"/>
                </a:cubicBezTo>
                <a:cubicBezTo>
                  <a:pt x="281389" y="385195"/>
                  <a:pt x="272251" y="376056"/>
                  <a:pt x="272251" y="364782"/>
                </a:cubicBezTo>
                <a:cubicBezTo>
                  <a:pt x="272251" y="353508"/>
                  <a:pt x="281389" y="344369"/>
                  <a:pt x="292663" y="344369"/>
                </a:cubicBezTo>
                <a:close/>
                <a:moveTo>
                  <a:pt x="243886" y="344369"/>
                </a:moveTo>
                <a:cubicBezTo>
                  <a:pt x="255160" y="344369"/>
                  <a:pt x="264299" y="353508"/>
                  <a:pt x="264299" y="364782"/>
                </a:cubicBezTo>
                <a:cubicBezTo>
                  <a:pt x="264299" y="376056"/>
                  <a:pt x="255160" y="385195"/>
                  <a:pt x="243886" y="385195"/>
                </a:cubicBezTo>
                <a:cubicBezTo>
                  <a:pt x="232612" y="385195"/>
                  <a:pt x="223473" y="376056"/>
                  <a:pt x="223473" y="364782"/>
                </a:cubicBezTo>
                <a:cubicBezTo>
                  <a:pt x="223473" y="353508"/>
                  <a:pt x="232612" y="344369"/>
                  <a:pt x="243886" y="344369"/>
                </a:cubicBezTo>
                <a:close/>
                <a:moveTo>
                  <a:pt x="195109" y="344369"/>
                </a:moveTo>
                <a:cubicBezTo>
                  <a:pt x="206383" y="344369"/>
                  <a:pt x="215522" y="353508"/>
                  <a:pt x="215522" y="364782"/>
                </a:cubicBezTo>
                <a:cubicBezTo>
                  <a:pt x="215522" y="376056"/>
                  <a:pt x="206383" y="385195"/>
                  <a:pt x="195109" y="385195"/>
                </a:cubicBezTo>
                <a:cubicBezTo>
                  <a:pt x="183835" y="385195"/>
                  <a:pt x="174696" y="376056"/>
                  <a:pt x="174696" y="364782"/>
                </a:cubicBezTo>
                <a:cubicBezTo>
                  <a:pt x="174696" y="353508"/>
                  <a:pt x="183835" y="344369"/>
                  <a:pt x="195109" y="344369"/>
                </a:cubicBezTo>
                <a:close/>
                <a:moveTo>
                  <a:pt x="146332" y="344369"/>
                </a:moveTo>
                <a:cubicBezTo>
                  <a:pt x="157606" y="344369"/>
                  <a:pt x="166745" y="353508"/>
                  <a:pt x="166745" y="364782"/>
                </a:cubicBezTo>
                <a:cubicBezTo>
                  <a:pt x="166745" y="376056"/>
                  <a:pt x="157606" y="385195"/>
                  <a:pt x="146332" y="385195"/>
                </a:cubicBezTo>
                <a:cubicBezTo>
                  <a:pt x="135058" y="385195"/>
                  <a:pt x="125919" y="376056"/>
                  <a:pt x="125919" y="364782"/>
                </a:cubicBezTo>
                <a:cubicBezTo>
                  <a:pt x="125919" y="353508"/>
                  <a:pt x="135058" y="344369"/>
                  <a:pt x="146332" y="344369"/>
                </a:cubicBezTo>
                <a:close/>
                <a:moveTo>
                  <a:pt x="97555" y="344369"/>
                </a:moveTo>
                <a:cubicBezTo>
                  <a:pt x="108829" y="344369"/>
                  <a:pt x="117968" y="353508"/>
                  <a:pt x="117968" y="364782"/>
                </a:cubicBezTo>
                <a:cubicBezTo>
                  <a:pt x="117968" y="376056"/>
                  <a:pt x="108829" y="385195"/>
                  <a:pt x="97555" y="385195"/>
                </a:cubicBezTo>
                <a:cubicBezTo>
                  <a:pt x="86281" y="385195"/>
                  <a:pt x="77142" y="376056"/>
                  <a:pt x="77142" y="364782"/>
                </a:cubicBezTo>
                <a:cubicBezTo>
                  <a:pt x="77142" y="353508"/>
                  <a:pt x="86281" y="344369"/>
                  <a:pt x="97555" y="344369"/>
                </a:cubicBezTo>
                <a:close/>
                <a:moveTo>
                  <a:pt x="48778" y="344369"/>
                </a:moveTo>
                <a:cubicBezTo>
                  <a:pt x="60052" y="344369"/>
                  <a:pt x="69191" y="353508"/>
                  <a:pt x="69191" y="364782"/>
                </a:cubicBezTo>
                <a:cubicBezTo>
                  <a:pt x="69191" y="376056"/>
                  <a:pt x="60052" y="385195"/>
                  <a:pt x="48778" y="385195"/>
                </a:cubicBezTo>
                <a:cubicBezTo>
                  <a:pt x="37504" y="385195"/>
                  <a:pt x="28365" y="376056"/>
                  <a:pt x="28365" y="364782"/>
                </a:cubicBezTo>
                <a:cubicBezTo>
                  <a:pt x="28365" y="353508"/>
                  <a:pt x="37504" y="344369"/>
                  <a:pt x="48778" y="344369"/>
                </a:cubicBezTo>
                <a:close/>
                <a:moveTo>
                  <a:pt x="2" y="344369"/>
                </a:moveTo>
                <a:cubicBezTo>
                  <a:pt x="11275" y="344369"/>
                  <a:pt x="20414" y="353508"/>
                  <a:pt x="20414" y="364782"/>
                </a:cubicBezTo>
                <a:cubicBezTo>
                  <a:pt x="20414" y="376056"/>
                  <a:pt x="11275" y="385195"/>
                  <a:pt x="2" y="385195"/>
                </a:cubicBezTo>
                <a:lnTo>
                  <a:pt x="0" y="385194"/>
                </a:lnTo>
                <a:lnTo>
                  <a:pt x="0" y="344370"/>
                </a:lnTo>
                <a:close/>
                <a:moveTo>
                  <a:pt x="968876" y="291629"/>
                </a:moveTo>
                <a:lnTo>
                  <a:pt x="965684" y="304041"/>
                </a:lnTo>
                <a:lnTo>
                  <a:pt x="959440" y="321103"/>
                </a:lnTo>
                <a:lnTo>
                  <a:pt x="955129" y="310696"/>
                </a:lnTo>
                <a:cubicBezTo>
                  <a:pt x="955129" y="302240"/>
                  <a:pt x="960270" y="294986"/>
                  <a:pt x="967596" y="291887"/>
                </a:cubicBezTo>
                <a:close/>
                <a:moveTo>
                  <a:pt x="926765" y="290283"/>
                </a:moveTo>
                <a:cubicBezTo>
                  <a:pt x="938039" y="290283"/>
                  <a:pt x="947178" y="299422"/>
                  <a:pt x="947178" y="310696"/>
                </a:cubicBezTo>
                <a:cubicBezTo>
                  <a:pt x="947178" y="321970"/>
                  <a:pt x="938039" y="331108"/>
                  <a:pt x="926765" y="331108"/>
                </a:cubicBezTo>
                <a:cubicBezTo>
                  <a:pt x="915491" y="331108"/>
                  <a:pt x="906352" y="321970"/>
                  <a:pt x="906352" y="310696"/>
                </a:cubicBezTo>
                <a:cubicBezTo>
                  <a:pt x="906352" y="299422"/>
                  <a:pt x="915491" y="290283"/>
                  <a:pt x="926765" y="290283"/>
                </a:cubicBezTo>
                <a:close/>
                <a:moveTo>
                  <a:pt x="877988" y="290283"/>
                </a:moveTo>
                <a:cubicBezTo>
                  <a:pt x="889262" y="290283"/>
                  <a:pt x="898401" y="299422"/>
                  <a:pt x="898401" y="310696"/>
                </a:cubicBezTo>
                <a:cubicBezTo>
                  <a:pt x="898401" y="321970"/>
                  <a:pt x="889262" y="331108"/>
                  <a:pt x="877988" y="331108"/>
                </a:cubicBezTo>
                <a:cubicBezTo>
                  <a:pt x="866714" y="331108"/>
                  <a:pt x="857575" y="321970"/>
                  <a:pt x="857575" y="310696"/>
                </a:cubicBezTo>
                <a:cubicBezTo>
                  <a:pt x="857575" y="299422"/>
                  <a:pt x="866714" y="290283"/>
                  <a:pt x="877988" y="290283"/>
                </a:cubicBezTo>
                <a:close/>
                <a:moveTo>
                  <a:pt x="829211" y="290283"/>
                </a:moveTo>
                <a:cubicBezTo>
                  <a:pt x="840485" y="290283"/>
                  <a:pt x="849624" y="299422"/>
                  <a:pt x="849624" y="310696"/>
                </a:cubicBezTo>
                <a:cubicBezTo>
                  <a:pt x="849624" y="321970"/>
                  <a:pt x="840485" y="331108"/>
                  <a:pt x="829211" y="331108"/>
                </a:cubicBezTo>
                <a:cubicBezTo>
                  <a:pt x="817937" y="331108"/>
                  <a:pt x="808798" y="321970"/>
                  <a:pt x="808798" y="310696"/>
                </a:cubicBezTo>
                <a:cubicBezTo>
                  <a:pt x="808798" y="299422"/>
                  <a:pt x="817937" y="290283"/>
                  <a:pt x="829211" y="290283"/>
                </a:cubicBezTo>
                <a:close/>
                <a:moveTo>
                  <a:pt x="780434" y="290283"/>
                </a:moveTo>
                <a:cubicBezTo>
                  <a:pt x="791708" y="290283"/>
                  <a:pt x="800847" y="299422"/>
                  <a:pt x="800847" y="310696"/>
                </a:cubicBezTo>
                <a:cubicBezTo>
                  <a:pt x="800847" y="321970"/>
                  <a:pt x="791708" y="331108"/>
                  <a:pt x="780434" y="331108"/>
                </a:cubicBezTo>
                <a:cubicBezTo>
                  <a:pt x="769160" y="331108"/>
                  <a:pt x="760021" y="321970"/>
                  <a:pt x="760021" y="310696"/>
                </a:cubicBezTo>
                <a:cubicBezTo>
                  <a:pt x="760021" y="299422"/>
                  <a:pt x="769160" y="290283"/>
                  <a:pt x="780434" y="290283"/>
                </a:cubicBezTo>
                <a:close/>
                <a:moveTo>
                  <a:pt x="731657" y="290283"/>
                </a:moveTo>
                <a:cubicBezTo>
                  <a:pt x="742931" y="290283"/>
                  <a:pt x="752070" y="299422"/>
                  <a:pt x="752070" y="310696"/>
                </a:cubicBezTo>
                <a:cubicBezTo>
                  <a:pt x="752070" y="321970"/>
                  <a:pt x="742931" y="331108"/>
                  <a:pt x="731657" y="331108"/>
                </a:cubicBezTo>
                <a:cubicBezTo>
                  <a:pt x="720383" y="331108"/>
                  <a:pt x="711244" y="321970"/>
                  <a:pt x="711244" y="310696"/>
                </a:cubicBezTo>
                <a:cubicBezTo>
                  <a:pt x="711244" y="299422"/>
                  <a:pt x="720383" y="290283"/>
                  <a:pt x="731657" y="290283"/>
                </a:cubicBezTo>
                <a:close/>
                <a:moveTo>
                  <a:pt x="682880" y="290283"/>
                </a:moveTo>
                <a:cubicBezTo>
                  <a:pt x="694153" y="290283"/>
                  <a:pt x="703293" y="299422"/>
                  <a:pt x="703293" y="310696"/>
                </a:cubicBezTo>
                <a:cubicBezTo>
                  <a:pt x="703293" y="321970"/>
                  <a:pt x="694153" y="331108"/>
                  <a:pt x="682880" y="331108"/>
                </a:cubicBezTo>
                <a:cubicBezTo>
                  <a:pt x="671606" y="331108"/>
                  <a:pt x="662467" y="321970"/>
                  <a:pt x="662467" y="310696"/>
                </a:cubicBezTo>
                <a:cubicBezTo>
                  <a:pt x="662467" y="299422"/>
                  <a:pt x="671606" y="290283"/>
                  <a:pt x="682880" y="290283"/>
                </a:cubicBezTo>
                <a:close/>
                <a:moveTo>
                  <a:pt x="634103" y="290283"/>
                </a:moveTo>
                <a:cubicBezTo>
                  <a:pt x="645377" y="290283"/>
                  <a:pt x="654516" y="299422"/>
                  <a:pt x="654516" y="310696"/>
                </a:cubicBezTo>
                <a:cubicBezTo>
                  <a:pt x="654516" y="321970"/>
                  <a:pt x="645377" y="331108"/>
                  <a:pt x="634103" y="331108"/>
                </a:cubicBezTo>
                <a:cubicBezTo>
                  <a:pt x="622829" y="331108"/>
                  <a:pt x="613690" y="321970"/>
                  <a:pt x="613690" y="310696"/>
                </a:cubicBezTo>
                <a:cubicBezTo>
                  <a:pt x="613690" y="299422"/>
                  <a:pt x="622829" y="290283"/>
                  <a:pt x="634103" y="290283"/>
                </a:cubicBezTo>
                <a:close/>
                <a:moveTo>
                  <a:pt x="585326" y="290283"/>
                </a:moveTo>
                <a:cubicBezTo>
                  <a:pt x="596599" y="290283"/>
                  <a:pt x="605738" y="299422"/>
                  <a:pt x="605738" y="310696"/>
                </a:cubicBezTo>
                <a:cubicBezTo>
                  <a:pt x="605738" y="321970"/>
                  <a:pt x="596599" y="331108"/>
                  <a:pt x="585326" y="331108"/>
                </a:cubicBezTo>
                <a:cubicBezTo>
                  <a:pt x="574052" y="331108"/>
                  <a:pt x="564913" y="321970"/>
                  <a:pt x="564913" y="310696"/>
                </a:cubicBezTo>
                <a:cubicBezTo>
                  <a:pt x="564913" y="299422"/>
                  <a:pt x="574052" y="290283"/>
                  <a:pt x="585326" y="290283"/>
                </a:cubicBezTo>
                <a:close/>
                <a:moveTo>
                  <a:pt x="536549" y="290283"/>
                </a:moveTo>
                <a:cubicBezTo>
                  <a:pt x="547822" y="290283"/>
                  <a:pt x="556961" y="299422"/>
                  <a:pt x="556961" y="310696"/>
                </a:cubicBezTo>
                <a:cubicBezTo>
                  <a:pt x="556961" y="321970"/>
                  <a:pt x="547822" y="331108"/>
                  <a:pt x="536549" y="331108"/>
                </a:cubicBezTo>
                <a:cubicBezTo>
                  <a:pt x="525275" y="331108"/>
                  <a:pt x="516136" y="321970"/>
                  <a:pt x="516136" y="310696"/>
                </a:cubicBezTo>
                <a:cubicBezTo>
                  <a:pt x="516136" y="299422"/>
                  <a:pt x="525275" y="290283"/>
                  <a:pt x="536549" y="290283"/>
                </a:cubicBezTo>
                <a:close/>
                <a:moveTo>
                  <a:pt x="487772" y="290283"/>
                </a:moveTo>
                <a:cubicBezTo>
                  <a:pt x="499045" y="290283"/>
                  <a:pt x="508184" y="299422"/>
                  <a:pt x="508184" y="310696"/>
                </a:cubicBezTo>
                <a:cubicBezTo>
                  <a:pt x="508184" y="321970"/>
                  <a:pt x="499045" y="331108"/>
                  <a:pt x="487772" y="331108"/>
                </a:cubicBezTo>
                <a:cubicBezTo>
                  <a:pt x="476498" y="331108"/>
                  <a:pt x="467359" y="321970"/>
                  <a:pt x="467359" y="310696"/>
                </a:cubicBezTo>
                <a:cubicBezTo>
                  <a:pt x="467359" y="299422"/>
                  <a:pt x="476498" y="290283"/>
                  <a:pt x="487772" y="290283"/>
                </a:cubicBezTo>
                <a:close/>
                <a:moveTo>
                  <a:pt x="438994" y="290283"/>
                </a:moveTo>
                <a:cubicBezTo>
                  <a:pt x="450268" y="290283"/>
                  <a:pt x="459407" y="299422"/>
                  <a:pt x="459407" y="310696"/>
                </a:cubicBezTo>
                <a:cubicBezTo>
                  <a:pt x="459407" y="321970"/>
                  <a:pt x="450268" y="331108"/>
                  <a:pt x="438994" y="331108"/>
                </a:cubicBezTo>
                <a:cubicBezTo>
                  <a:pt x="427721" y="331108"/>
                  <a:pt x="418582" y="321970"/>
                  <a:pt x="418582" y="310696"/>
                </a:cubicBezTo>
                <a:cubicBezTo>
                  <a:pt x="418582" y="299422"/>
                  <a:pt x="427721" y="290283"/>
                  <a:pt x="438994" y="290283"/>
                </a:cubicBezTo>
                <a:close/>
                <a:moveTo>
                  <a:pt x="390217" y="290283"/>
                </a:moveTo>
                <a:cubicBezTo>
                  <a:pt x="401491" y="290283"/>
                  <a:pt x="410630" y="299422"/>
                  <a:pt x="410630" y="310696"/>
                </a:cubicBezTo>
                <a:cubicBezTo>
                  <a:pt x="410630" y="321970"/>
                  <a:pt x="401491" y="331108"/>
                  <a:pt x="390217" y="331108"/>
                </a:cubicBezTo>
                <a:cubicBezTo>
                  <a:pt x="378944" y="331108"/>
                  <a:pt x="369805" y="321970"/>
                  <a:pt x="369805" y="310696"/>
                </a:cubicBezTo>
                <a:cubicBezTo>
                  <a:pt x="369805" y="299422"/>
                  <a:pt x="378944" y="290283"/>
                  <a:pt x="390217" y="290283"/>
                </a:cubicBezTo>
                <a:close/>
                <a:moveTo>
                  <a:pt x="341440" y="290283"/>
                </a:moveTo>
                <a:cubicBezTo>
                  <a:pt x="352714" y="290283"/>
                  <a:pt x="361853" y="299422"/>
                  <a:pt x="361853" y="310696"/>
                </a:cubicBezTo>
                <a:cubicBezTo>
                  <a:pt x="361853" y="321970"/>
                  <a:pt x="352714" y="331108"/>
                  <a:pt x="341440" y="331108"/>
                </a:cubicBezTo>
                <a:cubicBezTo>
                  <a:pt x="330166" y="331108"/>
                  <a:pt x="321028" y="321970"/>
                  <a:pt x="321028" y="310696"/>
                </a:cubicBezTo>
                <a:cubicBezTo>
                  <a:pt x="321028" y="299422"/>
                  <a:pt x="330166" y="290283"/>
                  <a:pt x="341440" y="290283"/>
                </a:cubicBezTo>
                <a:close/>
                <a:moveTo>
                  <a:pt x="292663" y="290283"/>
                </a:moveTo>
                <a:cubicBezTo>
                  <a:pt x="303937" y="290283"/>
                  <a:pt x="313076" y="299422"/>
                  <a:pt x="313076" y="310696"/>
                </a:cubicBezTo>
                <a:cubicBezTo>
                  <a:pt x="313076" y="321970"/>
                  <a:pt x="303937" y="331108"/>
                  <a:pt x="292663" y="331108"/>
                </a:cubicBezTo>
                <a:cubicBezTo>
                  <a:pt x="281389" y="331108"/>
                  <a:pt x="272251" y="321970"/>
                  <a:pt x="272251" y="310696"/>
                </a:cubicBezTo>
                <a:cubicBezTo>
                  <a:pt x="272251" y="299422"/>
                  <a:pt x="281389" y="290283"/>
                  <a:pt x="292663" y="290283"/>
                </a:cubicBezTo>
                <a:close/>
                <a:moveTo>
                  <a:pt x="243886" y="290283"/>
                </a:moveTo>
                <a:cubicBezTo>
                  <a:pt x="255160" y="290283"/>
                  <a:pt x="264299" y="299422"/>
                  <a:pt x="264299" y="310696"/>
                </a:cubicBezTo>
                <a:cubicBezTo>
                  <a:pt x="264299" y="321970"/>
                  <a:pt x="255160" y="331108"/>
                  <a:pt x="243886" y="331108"/>
                </a:cubicBezTo>
                <a:cubicBezTo>
                  <a:pt x="232612" y="331108"/>
                  <a:pt x="223473" y="321970"/>
                  <a:pt x="223473" y="310696"/>
                </a:cubicBezTo>
                <a:cubicBezTo>
                  <a:pt x="223473" y="299422"/>
                  <a:pt x="232612" y="290283"/>
                  <a:pt x="243886" y="290283"/>
                </a:cubicBezTo>
                <a:close/>
                <a:moveTo>
                  <a:pt x="195109" y="290283"/>
                </a:moveTo>
                <a:cubicBezTo>
                  <a:pt x="206383" y="290283"/>
                  <a:pt x="215522" y="299422"/>
                  <a:pt x="215522" y="310696"/>
                </a:cubicBezTo>
                <a:cubicBezTo>
                  <a:pt x="215522" y="321970"/>
                  <a:pt x="206383" y="331108"/>
                  <a:pt x="195109" y="331108"/>
                </a:cubicBezTo>
                <a:cubicBezTo>
                  <a:pt x="183835" y="331108"/>
                  <a:pt x="174696" y="321970"/>
                  <a:pt x="174696" y="310696"/>
                </a:cubicBezTo>
                <a:cubicBezTo>
                  <a:pt x="174696" y="299422"/>
                  <a:pt x="183835" y="290283"/>
                  <a:pt x="195109" y="290283"/>
                </a:cubicBezTo>
                <a:close/>
                <a:moveTo>
                  <a:pt x="146332" y="290283"/>
                </a:moveTo>
                <a:cubicBezTo>
                  <a:pt x="157606" y="290283"/>
                  <a:pt x="166745" y="299422"/>
                  <a:pt x="166745" y="310696"/>
                </a:cubicBezTo>
                <a:cubicBezTo>
                  <a:pt x="166745" y="321970"/>
                  <a:pt x="157606" y="331108"/>
                  <a:pt x="146332" y="331108"/>
                </a:cubicBezTo>
                <a:cubicBezTo>
                  <a:pt x="135058" y="331108"/>
                  <a:pt x="125919" y="321970"/>
                  <a:pt x="125919" y="310696"/>
                </a:cubicBezTo>
                <a:cubicBezTo>
                  <a:pt x="125919" y="299422"/>
                  <a:pt x="135058" y="290283"/>
                  <a:pt x="146332" y="290283"/>
                </a:cubicBezTo>
                <a:close/>
                <a:moveTo>
                  <a:pt x="97555" y="290283"/>
                </a:moveTo>
                <a:cubicBezTo>
                  <a:pt x="108829" y="290283"/>
                  <a:pt x="117968" y="299422"/>
                  <a:pt x="117968" y="310696"/>
                </a:cubicBezTo>
                <a:cubicBezTo>
                  <a:pt x="117968" y="321970"/>
                  <a:pt x="108829" y="331108"/>
                  <a:pt x="97555" y="331108"/>
                </a:cubicBezTo>
                <a:cubicBezTo>
                  <a:pt x="86281" y="331108"/>
                  <a:pt x="77142" y="321970"/>
                  <a:pt x="77142" y="310696"/>
                </a:cubicBezTo>
                <a:cubicBezTo>
                  <a:pt x="77142" y="299422"/>
                  <a:pt x="86281" y="290283"/>
                  <a:pt x="97555" y="290283"/>
                </a:cubicBezTo>
                <a:close/>
                <a:moveTo>
                  <a:pt x="48778" y="290283"/>
                </a:moveTo>
                <a:cubicBezTo>
                  <a:pt x="60052" y="290283"/>
                  <a:pt x="69191" y="299422"/>
                  <a:pt x="69191" y="310696"/>
                </a:cubicBezTo>
                <a:cubicBezTo>
                  <a:pt x="69191" y="321970"/>
                  <a:pt x="60052" y="331108"/>
                  <a:pt x="48778" y="331108"/>
                </a:cubicBezTo>
                <a:cubicBezTo>
                  <a:pt x="37504" y="331108"/>
                  <a:pt x="28365" y="321970"/>
                  <a:pt x="28365" y="310696"/>
                </a:cubicBezTo>
                <a:cubicBezTo>
                  <a:pt x="28365" y="299422"/>
                  <a:pt x="37504" y="290283"/>
                  <a:pt x="48778" y="290283"/>
                </a:cubicBezTo>
                <a:close/>
                <a:moveTo>
                  <a:pt x="2" y="290283"/>
                </a:moveTo>
                <a:cubicBezTo>
                  <a:pt x="11275" y="290283"/>
                  <a:pt x="20414" y="299422"/>
                  <a:pt x="20414" y="310696"/>
                </a:cubicBezTo>
                <a:cubicBezTo>
                  <a:pt x="20414" y="321970"/>
                  <a:pt x="11275" y="331108"/>
                  <a:pt x="2" y="331108"/>
                </a:cubicBezTo>
                <a:lnTo>
                  <a:pt x="0" y="331107"/>
                </a:lnTo>
                <a:lnTo>
                  <a:pt x="0" y="290284"/>
                </a:lnTo>
                <a:close/>
                <a:moveTo>
                  <a:pt x="975542" y="236197"/>
                </a:moveTo>
                <a:lnTo>
                  <a:pt x="982755" y="237653"/>
                </a:lnTo>
                <a:lnTo>
                  <a:pt x="972775" y="276464"/>
                </a:lnTo>
                <a:lnTo>
                  <a:pt x="967596" y="275418"/>
                </a:lnTo>
                <a:cubicBezTo>
                  <a:pt x="960270" y="272320"/>
                  <a:pt x="955129" y="265065"/>
                  <a:pt x="955129" y="256609"/>
                </a:cubicBezTo>
                <a:cubicBezTo>
                  <a:pt x="955129" y="245336"/>
                  <a:pt x="964268" y="236197"/>
                  <a:pt x="975542" y="236197"/>
                </a:cubicBezTo>
                <a:close/>
                <a:moveTo>
                  <a:pt x="926765" y="236197"/>
                </a:moveTo>
                <a:cubicBezTo>
                  <a:pt x="938039" y="236197"/>
                  <a:pt x="947178" y="245336"/>
                  <a:pt x="947178" y="256609"/>
                </a:cubicBezTo>
                <a:cubicBezTo>
                  <a:pt x="947178" y="267883"/>
                  <a:pt x="938039" y="277022"/>
                  <a:pt x="926765" y="277022"/>
                </a:cubicBezTo>
                <a:cubicBezTo>
                  <a:pt x="915491" y="277022"/>
                  <a:pt x="906352" y="267883"/>
                  <a:pt x="906352" y="256609"/>
                </a:cubicBezTo>
                <a:cubicBezTo>
                  <a:pt x="906352" y="245336"/>
                  <a:pt x="915491" y="236197"/>
                  <a:pt x="926765" y="236197"/>
                </a:cubicBezTo>
                <a:close/>
                <a:moveTo>
                  <a:pt x="877988" y="236197"/>
                </a:moveTo>
                <a:cubicBezTo>
                  <a:pt x="889262" y="236197"/>
                  <a:pt x="898401" y="245336"/>
                  <a:pt x="898401" y="256609"/>
                </a:cubicBezTo>
                <a:cubicBezTo>
                  <a:pt x="898401" y="267883"/>
                  <a:pt x="889262" y="277022"/>
                  <a:pt x="877988" y="277022"/>
                </a:cubicBezTo>
                <a:cubicBezTo>
                  <a:pt x="866714" y="277022"/>
                  <a:pt x="857575" y="267883"/>
                  <a:pt x="857575" y="256609"/>
                </a:cubicBezTo>
                <a:cubicBezTo>
                  <a:pt x="857575" y="245336"/>
                  <a:pt x="866714" y="236197"/>
                  <a:pt x="877988" y="236197"/>
                </a:cubicBezTo>
                <a:close/>
                <a:moveTo>
                  <a:pt x="829211" y="236197"/>
                </a:moveTo>
                <a:cubicBezTo>
                  <a:pt x="840485" y="236197"/>
                  <a:pt x="849624" y="245336"/>
                  <a:pt x="849624" y="256609"/>
                </a:cubicBezTo>
                <a:cubicBezTo>
                  <a:pt x="849624" y="267883"/>
                  <a:pt x="840485" y="277022"/>
                  <a:pt x="829211" y="277022"/>
                </a:cubicBezTo>
                <a:cubicBezTo>
                  <a:pt x="817937" y="277022"/>
                  <a:pt x="808798" y="267883"/>
                  <a:pt x="808798" y="256609"/>
                </a:cubicBezTo>
                <a:cubicBezTo>
                  <a:pt x="808798" y="245336"/>
                  <a:pt x="817937" y="236197"/>
                  <a:pt x="829211" y="236197"/>
                </a:cubicBezTo>
                <a:close/>
                <a:moveTo>
                  <a:pt x="780434" y="236197"/>
                </a:moveTo>
                <a:cubicBezTo>
                  <a:pt x="791708" y="236197"/>
                  <a:pt x="800847" y="245336"/>
                  <a:pt x="800847" y="256609"/>
                </a:cubicBezTo>
                <a:cubicBezTo>
                  <a:pt x="800847" y="267883"/>
                  <a:pt x="791708" y="277022"/>
                  <a:pt x="780434" y="277022"/>
                </a:cubicBezTo>
                <a:cubicBezTo>
                  <a:pt x="769160" y="277022"/>
                  <a:pt x="760021" y="267883"/>
                  <a:pt x="760021" y="256609"/>
                </a:cubicBezTo>
                <a:cubicBezTo>
                  <a:pt x="760021" y="245336"/>
                  <a:pt x="769160" y="236197"/>
                  <a:pt x="780434" y="236197"/>
                </a:cubicBezTo>
                <a:close/>
                <a:moveTo>
                  <a:pt x="731657" y="236197"/>
                </a:moveTo>
                <a:cubicBezTo>
                  <a:pt x="742931" y="236197"/>
                  <a:pt x="752070" y="245336"/>
                  <a:pt x="752070" y="256609"/>
                </a:cubicBezTo>
                <a:cubicBezTo>
                  <a:pt x="752070" y="267883"/>
                  <a:pt x="742931" y="277022"/>
                  <a:pt x="731657" y="277022"/>
                </a:cubicBezTo>
                <a:cubicBezTo>
                  <a:pt x="720383" y="277022"/>
                  <a:pt x="711244" y="267883"/>
                  <a:pt x="711244" y="256609"/>
                </a:cubicBezTo>
                <a:cubicBezTo>
                  <a:pt x="711244" y="245336"/>
                  <a:pt x="720383" y="236197"/>
                  <a:pt x="731657" y="236197"/>
                </a:cubicBezTo>
                <a:close/>
                <a:moveTo>
                  <a:pt x="682880" y="236197"/>
                </a:moveTo>
                <a:cubicBezTo>
                  <a:pt x="694153" y="236197"/>
                  <a:pt x="703293" y="245336"/>
                  <a:pt x="703293" y="256609"/>
                </a:cubicBezTo>
                <a:cubicBezTo>
                  <a:pt x="703293" y="267883"/>
                  <a:pt x="694153" y="277022"/>
                  <a:pt x="682880" y="277022"/>
                </a:cubicBezTo>
                <a:cubicBezTo>
                  <a:pt x="671606" y="277022"/>
                  <a:pt x="662467" y="267883"/>
                  <a:pt x="662467" y="256609"/>
                </a:cubicBezTo>
                <a:cubicBezTo>
                  <a:pt x="662467" y="245336"/>
                  <a:pt x="671606" y="236197"/>
                  <a:pt x="682880" y="236197"/>
                </a:cubicBezTo>
                <a:close/>
                <a:moveTo>
                  <a:pt x="634103" y="236197"/>
                </a:moveTo>
                <a:cubicBezTo>
                  <a:pt x="645377" y="236197"/>
                  <a:pt x="654516" y="245336"/>
                  <a:pt x="654516" y="256609"/>
                </a:cubicBezTo>
                <a:cubicBezTo>
                  <a:pt x="654516" y="267883"/>
                  <a:pt x="645377" y="277022"/>
                  <a:pt x="634103" y="277022"/>
                </a:cubicBezTo>
                <a:cubicBezTo>
                  <a:pt x="622829" y="277022"/>
                  <a:pt x="613690" y="267883"/>
                  <a:pt x="613690" y="256609"/>
                </a:cubicBezTo>
                <a:cubicBezTo>
                  <a:pt x="613690" y="245336"/>
                  <a:pt x="622829" y="236197"/>
                  <a:pt x="634103" y="236197"/>
                </a:cubicBezTo>
                <a:close/>
                <a:moveTo>
                  <a:pt x="585326" y="236197"/>
                </a:moveTo>
                <a:cubicBezTo>
                  <a:pt x="596599" y="236197"/>
                  <a:pt x="605738" y="245336"/>
                  <a:pt x="605738" y="256609"/>
                </a:cubicBezTo>
                <a:cubicBezTo>
                  <a:pt x="605738" y="267883"/>
                  <a:pt x="596599" y="277022"/>
                  <a:pt x="585326" y="277022"/>
                </a:cubicBezTo>
                <a:cubicBezTo>
                  <a:pt x="574052" y="277022"/>
                  <a:pt x="564913" y="267883"/>
                  <a:pt x="564913" y="256609"/>
                </a:cubicBezTo>
                <a:cubicBezTo>
                  <a:pt x="564913" y="245336"/>
                  <a:pt x="574052" y="236197"/>
                  <a:pt x="585326" y="236197"/>
                </a:cubicBezTo>
                <a:close/>
                <a:moveTo>
                  <a:pt x="536549" y="236197"/>
                </a:moveTo>
                <a:cubicBezTo>
                  <a:pt x="547822" y="236197"/>
                  <a:pt x="556961" y="245336"/>
                  <a:pt x="556961" y="256609"/>
                </a:cubicBezTo>
                <a:cubicBezTo>
                  <a:pt x="556961" y="267883"/>
                  <a:pt x="547822" y="277022"/>
                  <a:pt x="536549" y="277022"/>
                </a:cubicBezTo>
                <a:cubicBezTo>
                  <a:pt x="525275" y="277022"/>
                  <a:pt x="516136" y="267883"/>
                  <a:pt x="516136" y="256609"/>
                </a:cubicBezTo>
                <a:cubicBezTo>
                  <a:pt x="516136" y="245336"/>
                  <a:pt x="525275" y="236197"/>
                  <a:pt x="536549" y="236197"/>
                </a:cubicBezTo>
                <a:close/>
                <a:moveTo>
                  <a:pt x="487772" y="236197"/>
                </a:moveTo>
                <a:cubicBezTo>
                  <a:pt x="499045" y="236197"/>
                  <a:pt x="508184" y="245336"/>
                  <a:pt x="508184" y="256609"/>
                </a:cubicBezTo>
                <a:cubicBezTo>
                  <a:pt x="508184" y="267883"/>
                  <a:pt x="499045" y="277022"/>
                  <a:pt x="487772" y="277022"/>
                </a:cubicBezTo>
                <a:cubicBezTo>
                  <a:pt x="476498" y="277022"/>
                  <a:pt x="467359" y="267883"/>
                  <a:pt x="467359" y="256609"/>
                </a:cubicBezTo>
                <a:cubicBezTo>
                  <a:pt x="467359" y="245336"/>
                  <a:pt x="476498" y="236197"/>
                  <a:pt x="487772" y="236197"/>
                </a:cubicBezTo>
                <a:close/>
                <a:moveTo>
                  <a:pt x="438994" y="236197"/>
                </a:moveTo>
                <a:cubicBezTo>
                  <a:pt x="450268" y="236197"/>
                  <a:pt x="459407" y="245336"/>
                  <a:pt x="459407" y="256609"/>
                </a:cubicBezTo>
                <a:cubicBezTo>
                  <a:pt x="459407" y="267883"/>
                  <a:pt x="450268" y="277022"/>
                  <a:pt x="438994" y="277022"/>
                </a:cubicBezTo>
                <a:cubicBezTo>
                  <a:pt x="427721" y="277022"/>
                  <a:pt x="418582" y="267883"/>
                  <a:pt x="418582" y="256609"/>
                </a:cubicBezTo>
                <a:cubicBezTo>
                  <a:pt x="418582" y="245336"/>
                  <a:pt x="427721" y="236197"/>
                  <a:pt x="438994" y="236197"/>
                </a:cubicBezTo>
                <a:close/>
                <a:moveTo>
                  <a:pt x="390217" y="236197"/>
                </a:moveTo>
                <a:cubicBezTo>
                  <a:pt x="401491" y="236197"/>
                  <a:pt x="410630" y="245336"/>
                  <a:pt x="410630" y="256609"/>
                </a:cubicBezTo>
                <a:cubicBezTo>
                  <a:pt x="410630" y="267883"/>
                  <a:pt x="401491" y="277022"/>
                  <a:pt x="390217" y="277022"/>
                </a:cubicBezTo>
                <a:cubicBezTo>
                  <a:pt x="378944" y="277022"/>
                  <a:pt x="369805" y="267883"/>
                  <a:pt x="369805" y="256609"/>
                </a:cubicBezTo>
                <a:cubicBezTo>
                  <a:pt x="369805" y="245336"/>
                  <a:pt x="378944" y="236197"/>
                  <a:pt x="390217" y="236197"/>
                </a:cubicBezTo>
                <a:close/>
                <a:moveTo>
                  <a:pt x="341440" y="236197"/>
                </a:moveTo>
                <a:cubicBezTo>
                  <a:pt x="352714" y="236197"/>
                  <a:pt x="361853" y="245336"/>
                  <a:pt x="361853" y="256609"/>
                </a:cubicBezTo>
                <a:cubicBezTo>
                  <a:pt x="361853" y="267883"/>
                  <a:pt x="352714" y="277022"/>
                  <a:pt x="341440" y="277022"/>
                </a:cubicBezTo>
                <a:cubicBezTo>
                  <a:pt x="330166" y="277022"/>
                  <a:pt x="321028" y="267883"/>
                  <a:pt x="321028" y="256609"/>
                </a:cubicBezTo>
                <a:cubicBezTo>
                  <a:pt x="321028" y="245336"/>
                  <a:pt x="330166" y="236197"/>
                  <a:pt x="341440" y="236197"/>
                </a:cubicBezTo>
                <a:close/>
                <a:moveTo>
                  <a:pt x="292663" y="236197"/>
                </a:moveTo>
                <a:cubicBezTo>
                  <a:pt x="303937" y="236197"/>
                  <a:pt x="313076" y="245336"/>
                  <a:pt x="313076" y="256609"/>
                </a:cubicBezTo>
                <a:cubicBezTo>
                  <a:pt x="313076" y="267883"/>
                  <a:pt x="303937" y="277022"/>
                  <a:pt x="292663" y="277022"/>
                </a:cubicBezTo>
                <a:cubicBezTo>
                  <a:pt x="281389" y="277022"/>
                  <a:pt x="272251" y="267883"/>
                  <a:pt x="272251" y="256609"/>
                </a:cubicBezTo>
                <a:cubicBezTo>
                  <a:pt x="272251" y="245336"/>
                  <a:pt x="281389" y="236197"/>
                  <a:pt x="292663" y="236197"/>
                </a:cubicBezTo>
                <a:close/>
                <a:moveTo>
                  <a:pt x="243886" y="236197"/>
                </a:moveTo>
                <a:cubicBezTo>
                  <a:pt x="255160" y="236197"/>
                  <a:pt x="264299" y="245336"/>
                  <a:pt x="264299" y="256609"/>
                </a:cubicBezTo>
                <a:cubicBezTo>
                  <a:pt x="264299" y="267883"/>
                  <a:pt x="255160" y="277022"/>
                  <a:pt x="243886" y="277022"/>
                </a:cubicBezTo>
                <a:cubicBezTo>
                  <a:pt x="232612" y="277022"/>
                  <a:pt x="223473" y="267883"/>
                  <a:pt x="223473" y="256609"/>
                </a:cubicBezTo>
                <a:cubicBezTo>
                  <a:pt x="223473" y="245336"/>
                  <a:pt x="232612" y="236197"/>
                  <a:pt x="243886" y="236197"/>
                </a:cubicBezTo>
                <a:close/>
                <a:moveTo>
                  <a:pt x="195109" y="236197"/>
                </a:moveTo>
                <a:cubicBezTo>
                  <a:pt x="206383" y="236197"/>
                  <a:pt x="215522" y="245336"/>
                  <a:pt x="215522" y="256609"/>
                </a:cubicBezTo>
                <a:cubicBezTo>
                  <a:pt x="215522" y="267883"/>
                  <a:pt x="206383" y="277022"/>
                  <a:pt x="195109" y="277022"/>
                </a:cubicBezTo>
                <a:cubicBezTo>
                  <a:pt x="183835" y="277022"/>
                  <a:pt x="174696" y="267883"/>
                  <a:pt x="174696" y="256609"/>
                </a:cubicBezTo>
                <a:cubicBezTo>
                  <a:pt x="174696" y="245336"/>
                  <a:pt x="183835" y="236197"/>
                  <a:pt x="195109" y="236197"/>
                </a:cubicBezTo>
                <a:close/>
                <a:moveTo>
                  <a:pt x="146332" y="236197"/>
                </a:moveTo>
                <a:cubicBezTo>
                  <a:pt x="157606" y="236197"/>
                  <a:pt x="166745" y="245336"/>
                  <a:pt x="166745" y="256609"/>
                </a:cubicBezTo>
                <a:cubicBezTo>
                  <a:pt x="166745" y="267883"/>
                  <a:pt x="157606" y="277022"/>
                  <a:pt x="146332" y="277022"/>
                </a:cubicBezTo>
                <a:cubicBezTo>
                  <a:pt x="135058" y="277022"/>
                  <a:pt x="125919" y="267883"/>
                  <a:pt x="125919" y="256609"/>
                </a:cubicBezTo>
                <a:cubicBezTo>
                  <a:pt x="125919" y="245336"/>
                  <a:pt x="135058" y="236197"/>
                  <a:pt x="146332" y="236197"/>
                </a:cubicBezTo>
                <a:close/>
                <a:moveTo>
                  <a:pt x="97555" y="236197"/>
                </a:moveTo>
                <a:cubicBezTo>
                  <a:pt x="108829" y="236197"/>
                  <a:pt x="117968" y="245336"/>
                  <a:pt x="117968" y="256609"/>
                </a:cubicBezTo>
                <a:cubicBezTo>
                  <a:pt x="117968" y="267883"/>
                  <a:pt x="108829" y="277022"/>
                  <a:pt x="97555" y="277022"/>
                </a:cubicBezTo>
                <a:cubicBezTo>
                  <a:pt x="86281" y="277022"/>
                  <a:pt x="77142" y="267883"/>
                  <a:pt x="77142" y="256609"/>
                </a:cubicBezTo>
                <a:cubicBezTo>
                  <a:pt x="77142" y="245336"/>
                  <a:pt x="86281" y="236197"/>
                  <a:pt x="97555" y="236197"/>
                </a:cubicBezTo>
                <a:close/>
                <a:moveTo>
                  <a:pt x="48778" y="236197"/>
                </a:moveTo>
                <a:cubicBezTo>
                  <a:pt x="60052" y="236197"/>
                  <a:pt x="69191" y="245336"/>
                  <a:pt x="69191" y="256609"/>
                </a:cubicBezTo>
                <a:cubicBezTo>
                  <a:pt x="69191" y="267883"/>
                  <a:pt x="60052" y="277022"/>
                  <a:pt x="48778" y="277022"/>
                </a:cubicBezTo>
                <a:cubicBezTo>
                  <a:pt x="37504" y="277022"/>
                  <a:pt x="28365" y="267883"/>
                  <a:pt x="28365" y="256609"/>
                </a:cubicBezTo>
                <a:cubicBezTo>
                  <a:pt x="28365" y="245336"/>
                  <a:pt x="37504" y="236197"/>
                  <a:pt x="48778" y="236197"/>
                </a:cubicBezTo>
                <a:close/>
                <a:moveTo>
                  <a:pt x="2" y="236197"/>
                </a:moveTo>
                <a:cubicBezTo>
                  <a:pt x="11275" y="236197"/>
                  <a:pt x="20414" y="245336"/>
                  <a:pt x="20414" y="256609"/>
                </a:cubicBezTo>
                <a:cubicBezTo>
                  <a:pt x="20414" y="267883"/>
                  <a:pt x="11275" y="277022"/>
                  <a:pt x="2" y="277022"/>
                </a:cubicBezTo>
                <a:lnTo>
                  <a:pt x="0" y="277021"/>
                </a:lnTo>
                <a:lnTo>
                  <a:pt x="0" y="236198"/>
                </a:lnTo>
                <a:close/>
                <a:moveTo>
                  <a:pt x="975542" y="182110"/>
                </a:moveTo>
                <a:cubicBezTo>
                  <a:pt x="981179" y="182110"/>
                  <a:pt x="986282" y="184395"/>
                  <a:pt x="989976" y="188089"/>
                </a:cubicBezTo>
                <a:lnTo>
                  <a:pt x="992557" y="194320"/>
                </a:lnTo>
                <a:lnTo>
                  <a:pt x="990601" y="207139"/>
                </a:lnTo>
                <a:lnTo>
                  <a:pt x="987678" y="218507"/>
                </a:lnTo>
                <a:lnTo>
                  <a:pt x="983488" y="221332"/>
                </a:lnTo>
                <a:cubicBezTo>
                  <a:pt x="981046" y="222365"/>
                  <a:pt x="978360" y="222936"/>
                  <a:pt x="975542" y="222936"/>
                </a:cubicBezTo>
                <a:cubicBezTo>
                  <a:pt x="964268" y="222936"/>
                  <a:pt x="955129" y="213797"/>
                  <a:pt x="955129" y="202523"/>
                </a:cubicBezTo>
                <a:cubicBezTo>
                  <a:pt x="955129" y="191250"/>
                  <a:pt x="964268" y="182110"/>
                  <a:pt x="975542" y="182110"/>
                </a:cubicBezTo>
                <a:close/>
                <a:moveTo>
                  <a:pt x="926765" y="182110"/>
                </a:moveTo>
                <a:cubicBezTo>
                  <a:pt x="938039" y="182110"/>
                  <a:pt x="947178" y="191250"/>
                  <a:pt x="947178" y="202523"/>
                </a:cubicBezTo>
                <a:cubicBezTo>
                  <a:pt x="947178" y="213797"/>
                  <a:pt x="938039" y="222936"/>
                  <a:pt x="926765" y="222936"/>
                </a:cubicBezTo>
                <a:cubicBezTo>
                  <a:pt x="915491" y="222936"/>
                  <a:pt x="906352" y="213797"/>
                  <a:pt x="906352" y="202523"/>
                </a:cubicBezTo>
                <a:cubicBezTo>
                  <a:pt x="906352" y="191250"/>
                  <a:pt x="915491" y="182110"/>
                  <a:pt x="926765" y="182110"/>
                </a:cubicBezTo>
                <a:close/>
                <a:moveTo>
                  <a:pt x="877988" y="182110"/>
                </a:moveTo>
                <a:cubicBezTo>
                  <a:pt x="889262" y="182110"/>
                  <a:pt x="898401" y="191250"/>
                  <a:pt x="898401" y="202523"/>
                </a:cubicBezTo>
                <a:cubicBezTo>
                  <a:pt x="898401" y="213797"/>
                  <a:pt x="889262" y="222936"/>
                  <a:pt x="877988" y="222936"/>
                </a:cubicBezTo>
                <a:cubicBezTo>
                  <a:pt x="866714" y="222936"/>
                  <a:pt x="857575" y="213797"/>
                  <a:pt x="857575" y="202523"/>
                </a:cubicBezTo>
                <a:cubicBezTo>
                  <a:pt x="857575" y="191250"/>
                  <a:pt x="866714" y="182110"/>
                  <a:pt x="877988" y="182110"/>
                </a:cubicBezTo>
                <a:close/>
                <a:moveTo>
                  <a:pt x="829211" y="182110"/>
                </a:moveTo>
                <a:cubicBezTo>
                  <a:pt x="840485" y="182110"/>
                  <a:pt x="849624" y="191250"/>
                  <a:pt x="849624" y="202523"/>
                </a:cubicBezTo>
                <a:cubicBezTo>
                  <a:pt x="849624" y="213797"/>
                  <a:pt x="840485" y="222936"/>
                  <a:pt x="829211" y="222936"/>
                </a:cubicBezTo>
                <a:cubicBezTo>
                  <a:pt x="817937" y="222936"/>
                  <a:pt x="808798" y="213797"/>
                  <a:pt x="808798" y="202523"/>
                </a:cubicBezTo>
                <a:cubicBezTo>
                  <a:pt x="808798" y="191250"/>
                  <a:pt x="817937" y="182110"/>
                  <a:pt x="829211" y="182110"/>
                </a:cubicBezTo>
                <a:close/>
                <a:moveTo>
                  <a:pt x="780434" y="182110"/>
                </a:moveTo>
                <a:cubicBezTo>
                  <a:pt x="791708" y="182110"/>
                  <a:pt x="800847" y="191250"/>
                  <a:pt x="800847" y="202523"/>
                </a:cubicBezTo>
                <a:cubicBezTo>
                  <a:pt x="800847" y="213797"/>
                  <a:pt x="791708" y="222936"/>
                  <a:pt x="780434" y="222936"/>
                </a:cubicBezTo>
                <a:cubicBezTo>
                  <a:pt x="769160" y="222936"/>
                  <a:pt x="760021" y="213797"/>
                  <a:pt x="760021" y="202523"/>
                </a:cubicBezTo>
                <a:cubicBezTo>
                  <a:pt x="760021" y="191250"/>
                  <a:pt x="769160" y="182110"/>
                  <a:pt x="780434" y="182110"/>
                </a:cubicBezTo>
                <a:close/>
                <a:moveTo>
                  <a:pt x="731657" y="182110"/>
                </a:moveTo>
                <a:cubicBezTo>
                  <a:pt x="742931" y="182110"/>
                  <a:pt x="752070" y="191250"/>
                  <a:pt x="752070" y="202523"/>
                </a:cubicBezTo>
                <a:cubicBezTo>
                  <a:pt x="752070" y="213797"/>
                  <a:pt x="742931" y="222936"/>
                  <a:pt x="731657" y="222936"/>
                </a:cubicBezTo>
                <a:cubicBezTo>
                  <a:pt x="720383" y="222936"/>
                  <a:pt x="711244" y="213797"/>
                  <a:pt x="711244" y="202523"/>
                </a:cubicBezTo>
                <a:cubicBezTo>
                  <a:pt x="711244" y="191250"/>
                  <a:pt x="720383" y="182110"/>
                  <a:pt x="731657" y="182110"/>
                </a:cubicBezTo>
                <a:close/>
                <a:moveTo>
                  <a:pt x="682880" y="182110"/>
                </a:moveTo>
                <a:cubicBezTo>
                  <a:pt x="694153" y="182110"/>
                  <a:pt x="703293" y="191250"/>
                  <a:pt x="703293" y="202523"/>
                </a:cubicBezTo>
                <a:cubicBezTo>
                  <a:pt x="703293" y="213797"/>
                  <a:pt x="694153" y="222936"/>
                  <a:pt x="682880" y="222936"/>
                </a:cubicBezTo>
                <a:cubicBezTo>
                  <a:pt x="671606" y="222936"/>
                  <a:pt x="662467" y="213797"/>
                  <a:pt x="662467" y="202523"/>
                </a:cubicBezTo>
                <a:cubicBezTo>
                  <a:pt x="662467" y="191250"/>
                  <a:pt x="671606" y="182110"/>
                  <a:pt x="682880" y="182110"/>
                </a:cubicBezTo>
                <a:close/>
                <a:moveTo>
                  <a:pt x="634103" y="182110"/>
                </a:moveTo>
                <a:cubicBezTo>
                  <a:pt x="645377" y="182110"/>
                  <a:pt x="654516" y="191250"/>
                  <a:pt x="654516" y="202523"/>
                </a:cubicBezTo>
                <a:cubicBezTo>
                  <a:pt x="654516" y="213797"/>
                  <a:pt x="645377" y="222936"/>
                  <a:pt x="634103" y="222936"/>
                </a:cubicBezTo>
                <a:cubicBezTo>
                  <a:pt x="622829" y="222936"/>
                  <a:pt x="613690" y="213797"/>
                  <a:pt x="613690" y="202523"/>
                </a:cubicBezTo>
                <a:cubicBezTo>
                  <a:pt x="613690" y="191250"/>
                  <a:pt x="622829" y="182110"/>
                  <a:pt x="634103" y="182110"/>
                </a:cubicBezTo>
                <a:close/>
                <a:moveTo>
                  <a:pt x="585326" y="182110"/>
                </a:moveTo>
                <a:cubicBezTo>
                  <a:pt x="596599" y="182110"/>
                  <a:pt x="605738" y="191250"/>
                  <a:pt x="605738" y="202523"/>
                </a:cubicBezTo>
                <a:cubicBezTo>
                  <a:pt x="605738" y="213797"/>
                  <a:pt x="596599" y="222936"/>
                  <a:pt x="585326" y="222936"/>
                </a:cubicBezTo>
                <a:cubicBezTo>
                  <a:pt x="574052" y="222936"/>
                  <a:pt x="564913" y="213797"/>
                  <a:pt x="564913" y="202523"/>
                </a:cubicBezTo>
                <a:cubicBezTo>
                  <a:pt x="564913" y="191250"/>
                  <a:pt x="574052" y="182110"/>
                  <a:pt x="585326" y="182110"/>
                </a:cubicBezTo>
                <a:close/>
                <a:moveTo>
                  <a:pt x="536549" y="182110"/>
                </a:moveTo>
                <a:cubicBezTo>
                  <a:pt x="547822" y="182110"/>
                  <a:pt x="556961" y="191250"/>
                  <a:pt x="556961" y="202523"/>
                </a:cubicBezTo>
                <a:cubicBezTo>
                  <a:pt x="556961" y="213797"/>
                  <a:pt x="547822" y="222936"/>
                  <a:pt x="536549" y="222936"/>
                </a:cubicBezTo>
                <a:cubicBezTo>
                  <a:pt x="525275" y="222936"/>
                  <a:pt x="516136" y="213797"/>
                  <a:pt x="516136" y="202523"/>
                </a:cubicBezTo>
                <a:cubicBezTo>
                  <a:pt x="516136" y="191250"/>
                  <a:pt x="525275" y="182110"/>
                  <a:pt x="536549" y="182110"/>
                </a:cubicBezTo>
                <a:close/>
                <a:moveTo>
                  <a:pt x="487772" y="182110"/>
                </a:moveTo>
                <a:cubicBezTo>
                  <a:pt x="499045" y="182110"/>
                  <a:pt x="508184" y="191250"/>
                  <a:pt x="508184" y="202523"/>
                </a:cubicBezTo>
                <a:cubicBezTo>
                  <a:pt x="508184" y="213797"/>
                  <a:pt x="499045" y="222936"/>
                  <a:pt x="487772" y="222936"/>
                </a:cubicBezTo>
                <a:cubicBezTo>
                  <a:pt x="476498" y="222936"/>
                  <a:pt x="467359" y="213797"/>
                  <a:pt x="467359" y="202523"/>
                </a:cubicBezTo>
                <a:cubicBezTo>
                  <a:pt x="467359" y="191250"/>
                  <a:pt x="476498" y="182110"/>
                  <a:pt x="487772" y="182110"/>
                </a:cubicBezTo>
                <a:close/>
                <a:moveTo>
                  <a:pt x="438994" y="182110"/>
                </a:moveTo>
                <a:cubicBezTo>
                  <a:pt x="450268" y="182110"/>
                  <a:pt x="459407" y="191250"/>
                  <a:pt x="459407" y="202523"/>
                </a:cubicBezTo>
                <a:cubicBezTo>
                  <a:pt x="459407" y="213797"/>
                  <a:pt x="450268" y="222936"/>
                  <a:pt x="438994" y="222936"/>
                </a:cubicBezTo>
                <a:cubicBezTo>
                  <a:pt x="427721" y="222936"/>
                  <a:pt x="418582" y="213797"/>
                  <a:pt x="418582" y="202523"/>
                </a:cubicBezTo>
                <a:cubicBezTo>
                  <a:pt x="418582" y="191250"/>
                  <a:pt x="427721" y="182110"/>
                  <a:pt x="438994" y="182110"/>
                </a:cubicBezTo>
                <a:close/>
                <a:moveTo>
                  <a:pt x="390217" y="182110"/>
                </a:moveTo>
                <a:cubicBezTo>
                  <a:pt x="401491" y="182110"/>
                  <a:pt x="410630" y="191250"/>
                  <a:pt x="410630" y="202523"/>
                </a:cubicBezTo>
                <a:cubicBezTo>
                  <a:pt x="410630" y="213797"/>
                  <a:pt x="401491" y="222936"/>
                  <a:pt x="390217" y="222936"/>
                </a:cubicBezTo>
                <a:cubicBezTo>
                  <a:pt x="378944" y="222936"/>
                  <a:pt x="369805" y="213797"/>
                  <a:pt x="369805" y="202523"/>
                </a:cubicBezTo>
                <a:cubicBezTo>
                  <a:pt x="369805" y="191250"/>
                  <a:pt x="378944" y="182110"/>
                  <a:pt x="390217" y="182110"/>
                </a:cubicBezTo>
                <a:close/>
                <a:moveTo>
                  <a:pt x="341440" y="182110"/>
                </a:moveTo>
                <a:cubicBezTo>
                  <a:pt x="352714" y="182110"/>
                  <a:pt x="361853" y="191250"/>
                  <a:pt x="361853" y="202523"/>
                </a:cubicBezTo>
                <a:cubicBezTo>
                  <a:pt x="361853" y="213797"/>
                  <a:pt x="352714" y="222936"/>
                  <a:pt x="341440" y="222936"/>
                </a:cubicBezTo>
                <a:cubicBezTo>
                  <a:pt x="330166" y="222936"/>
                  <a:pt x="321028" y="213797"/>
                  <a:pt x="321028" y="202523"/>
                </a:cubicBezTo>
                <a:cubicBezTo>
                  <a:pt x="321028" y="191250"/>
                  <a:pt x="330166" y="182110"/>
                  <a:pt x="341440" y="182110"/>
                </a:cubicBezTo>
                <a:close/>
                <a:moveTo>
                  <a:pt x="292663" y="182110"/>
                </a:moveTo>
                <a:cubicBezTo>
                  <a:pt x="303937" y="182110"/>
                  <a:pt x="313076" y="191250"/>
                  <a:pt x="313076" y="202523"/>
                </a:cubicBezTo>
                <a:cubicBezTo>
                  <a:pt x="313076" y="213797"/>
                  <a:pt x="303937" y="222936"/>
                  <a:pt x="292663" y="222936"/>
                </a:cubicBezTo>
                <a:cubicBezTo>
                  <a:pt x="281389" y="222936"/>
                  <a:pt x="272251" y="213797"/>
                  <a:pt x="272251" y="202523"/>
                </a:cubicBezTo>
                <a:cubicBezTo>
                  <a:pt x="272251" y="191250"/>
                  <a:pt x="281389" y="182110"/>
                  <a:pt x="292663" y="182110"/>
                </a:cubicBezTo>
                <a:close/>
                <a:moveTo>
                  <a:pt x="243886" y="182110"/>
                </a:moveTo>
                <a:cubicBezTo>
                  <a:pt x="255160" y="182110"/>
                  <a:pt x="264299" y="191250"/>
                  <a:pt x="264299" y="202523"/>
                </a:cubicBezTo>
                <a:cubicBezTo>
                  <a:pt x="264299" y="213797"/>
                  <a:pt x="255160" y="222936"/>
                  <a:pt x="243886" y="222936"/>
                </a:cubicBezTo>
                <a:cubicBezTo>
                  <a:pt x="232612" y="222936"/>
                  <a:pt x="223473" y="213797"/>
                  <a:pt x="223473" y="202523"/>
                </a:cubicBezTo>
                <a:cubicBezTo>
                  <a:pt x="223473" y="191250"/>
                  <a:pt x="232612" y="182110"/>
                  <a:pt x="243886" y="182110"/>
                </a:cubicBezTo>
                <a:close/>
                <a:moveTo>
                  <a:pt x="195109" y="182110"/>
                </a:moveTo>
                <a:cubicBezTo>
                  <a:pt x="206383" y="182110"/>
                  <a:pt x="215522" y="191250"/>
                  <a:pt x="215522" y="202523"/>
                </a:cubicBezTo>
                <a:cubicBezTo>
                  <a:pt x="215522" y="213797"/>
                  <a:pt x="206383" y="222936"/>
                  <a:pt x="195109" y="222936"/>
                </a:cubicBezTo>
                <a:cubicBezTo>
                  <a:pt x="183835" y="222936"/>
                  <a:pt x="174696" y="213797"/>
                  <a:pt x="174696" y="202523"/>
                </a:cubicBezTo>
                <a:cubicBezTo>
                  <a:pt x="174696" y="191250"/>
                  <a:pt x="183835" y="182110"/>
                  <a:pt x="195109" y="182110"/>
                </a:cubicBezTo>
                <a:close/>
                <a:moveTo>
                  <a:pt x="146332" y="182110"/>
                </a:moveTo>
                <a:cubicBezTo>
                  <a:pt x="157606" y="182110"/>
                  <a:pt x="166745" y="191250"/>
                  <a:pt x="166745" y="202523"/>
                </a:cubicBezTo>
                <a:cubicBezTo>
                  <a:pt x="166745" y="213797"/>
                  <a:pt x="157606" y="222936"/>
                  <a:pt x="146332" y="222936"/>
                </a:cubicBezTo>
                <a:cubicBezTo>
                  <a:pt x="135058" y="222936"/>
                  <a:pt x="125919" y="213797"/>
                  <a:pt x="125919" y="202523"/>
                </a:cubicBezTo>
                <a:cubicBezTo>
                  <a:pt x="125919" y="191250"/>
                  <a:pt x="135058" y="182110"/>
                  <a:pt x="146332" y="182110"/>
                </a:cubicBezTo>
                <a:close/>
                <a:moveTo>
                  <a:pt x="97555" y="182110"/>
                </a:moveTo>
                <a:cubicBezTo>
                  <a:pt x="108829" y="182110"/>
                  <a:pt x="117968" y="191250"/>
                  <a:pt x="117968" y="202523"/>
                </a:cubicBezTo>
                <a:cubicBezTo>
                  <a:pt x="117968" y="213797"/>
                  <a:pt x="108829" y="222936"/>
                  <a:pt x="97555" y="222936"/>
                </a:cubicBezTo>
                <a:cubicBezTo>
                  <a:pt x="86281" y="222936"/>
                  <a:pt x="77142" y="213797"/>
                  <a:pt x="77142" y="202523"/>
                </a:cubicBezTo>
                <a:cubicBezTo>
                  <a:pt x="77142" y="191250"/>
                  <a:pt x="86281" y="182110"/>
                  <a:pt x="97555" y="182110"/>
                </a:cubicBezTo>
                <a:close/>
                <a:moveTo>
                  <a:pt x="48778" y="182110"/>
                </a:moveTo>
                <a:cubicBezTo>
                  <a:pt x="60052" y="182110"/>
                  <a:pt x="69191" y="191250"/>
                  <a:pt x="69191" y="202523"/>
                </a:cubicBezTo>
                <a:cubicBezTo>
                  <a:pt x="69191" y="213797"/>
                  <a:pt x="60052" y="222936"/>
                  <a:pt x="48778" y="222936"/>
                </a:cubicBezTo>
                <a:cubicBezTo>
                  <a:pt x="37504" y="222936"/>
                  <a:pt x="28365" y="213797"/>
                  <a:pt x="28365" y="202523"/>
                </a:cubicBezTo>
                <a:cubicBezTo>
                  <a:pt x="28365" y="191250"/>
                  <a:pt x="37504" y="182110"/>
                  <a:pt x="48778" y="182110"/>
                </a:cubicBezTo>
                <a:close/>
                <a:moveTo>
                  <a:pt x="2" y="182110"/>
                </a:moveTo>
                <a:cubicBezTo>
                  <a:pt x="11275" y="182110"/>
                  <a:pt x="20414" y="191250"/>
                  <a:pt x="20414" y="202523"/>
                </a:cubicBezTo>
                <a:cubicBezTo>
                  <a:pt x="20414" y="213797"/>
                  <a:pt x="11275" y="222936"/>
                  <a:pt x="2" y="222936"/>
                </a:cubicBezTo>
                <a:lnTo>
                  <a:pt x="0" y="222935"/>
                </a:lnTo>
                <a:lnTo>
                  <a:pt x="0" y="182111"/>
                </a:lnTo>
                <a:close/>
                <a:moveTo>
                  <a:pt x="975542" y="128024"/>
                </a:moveTo>
                <a:cubicBezTo>
                  <a:pt x="986816" y="128024"/>
                  <a:pt x="995955" y="137163"/>
                  <a:pt x="995955" y="148437"/>
                </a:cubicBezTo>
                <a:cubicBezTo>
                  <a:pt x="995955" y="159711"/>
                  <a:pt x="986816" y="168850"/>
                  <a:pt x="975542" y="168850"/>
                </a:cubicBezTo>
                <a:cubicBezTo>
                  <a:pt x="964268" y="168850"/>
                  <a:pt x="955129" y="159711"/>
                  <a:pt x="955129" y="148437"/>
                </a:cubicBezTo>
                <a:cubicBezTo>
                  <a:pt x="955129" y="137163"/>
                  <a:pt x="964268" y="128024"/>
                  <a:pt x="975542" y="128024"/>
                </a:cubicBezTo>
                <a:close/>
                <a:moveTo>
                  <a:pt x="926765" y="128024"/>
                </a:moveTo>
                <a:cubicBezTo>
                  <a:pt x="938039" y="128024"/>
                  <a:pt x="947178" y="137163"/>
                  <a:pt x="947178" y="148437"/>
                </a:cubicBezTo>
                <a:cubicBezTo>
                  <a:pt x="947178" y="159711"/>
                  <a:pt x="938039" y="168850"/>
                  <a:pt x="926765" y="168850"/>
                </a:cubicBezTo>
                <a:cubicBezTo>
                  <a:pt x="915491" y="168850"/>
                  <a:pt x="906352" y="159711"/>
                  <a:pt x="906352" y="148437"/>
                </a:cubicBezTo>
                <a:cubicBezTo>
                  <a:pt x="906352" y="137163"/>
                  <a:pt x="915491" y="128024"/>
                  <a:pt x="926765" y="128024"/>
                </a:cubicBezTo>
                <a:close/>
                <a:moveTo>
                  <a:pt x="877988" y="128024"/>
                </a:moveTo>
                <a:cubicBezTo>
                  <a:pt x="889262" y="128024"/>
                  <a:pt x="898401" y="137163"/>
                  <a:pt x="898401" y="148437"/>
                </a:cubicBezTo>
                <a:cubicBezTo>
                  <a:pt x="898401" y="159711"/>
                  <a:pt x="889262" y="168850"/>
                  <a:pt x="877988" y="168850"/>
                </a:cubicBezTo>
                <a:cubicBezTo>
                  <a:pt x="866714" y="168850"/>
                  <a:pt x="857575" y="159711"/>
                  <a:pt x="857575" y="148437"/>
                </a:cubicBezTo>
                <a:cubicBezTo>
                  <a:pt x="857575" y="137163"/>
                  <a:pt x="866714" y="128024"/>
                  <a:pt x="877988" y="128024"/>
                </a:cubicBezTo>
                <a:close/>
                <a:moveTo>
                  <a:pt x="829211" y="128024"/>
                </a:moveTo>
                <a:cubicBezTo>
                  <a:pt x="840485" y="128024"/>
                  <a:pt x="849624" y="137163"/>
                  <a:pt x="849624" y="148437"/>
                </a:cubicBezTo>
                <a:cubicBezTo>
                  <a:pt x="849624" y="159711"/>
                  <a:pt x="840485" y="168850"/>
                  <a:pt x="829211" y="168850"/>
                </a:cubicBezTo>
                <a:cubicBezTo>
                  <a:pt x="817937" y="168850"/>
                  <a:pt x="808798" y="159711"/>
                  <a:pt x="808798" y="148437"/>
                </a:cubicBezTo>
                <a:cubicBezTo>
                  <a:pt x="808798" y="137163"/>
                  <a:pt x="817937" y="128024"/>
                  <a:pt x="829211" y="128024"/>
                </a:cubicBezTo>
                <a:close/>
                <a:moveTo>
                  <a:pt x="780434" y="128024"/>
                </a:moveTo>
                <a:cubicBezTo>
                  <a:pt x="791708" y="128024"/>
                  <a:pt x="800847" y="137163"/>
                  <a:pt x="800847" y="148437"/>
                </a:cubicBezTo>
                <a:cubicBezTo>
                  <a:pt x="800847" y="159711"/>
                  <a:pt x="791708" y="168850"/>
                  <a:pt x="780434" y="168850"/>
                </a:cubicBezTo>
                <a:cubicBezTo>
                  <a:pt x="769160" y="168850"/>
                  <a:pt x="760021" y="159711"/>
                  <a:pt x="760021" y="148437"/>
                </a:cubicBezTo>
                <a:cubicBezTo>
                  <a:pt x="760021" y="137163"/>
                  <a:pt x="769160" y="128024"/>
                  <a:pt x="780434" y="128024"/>
                </a:cubicBezTo>
                <a:close/>
                <a:moveTo>
                  <a:pt x="731657" y="128024"/>
                </a:moveTo>
                <a:cubicBezTo>
                  <a:pt x="742931" y="128024"/>
                  <a:pt x="752070" y="137163"/>
                  <a:pt x="752070" y="148437"/>
                </a:cubicBezTo>
                <a:cubicBezTo>
                  <a:pt x="752070" y="159711"/>
                  <a:pt x="742931" y="168850"/>
                  <a:pt x="731657" y="168850"/>
                </a:cubicBezTo>
                <a:cubicBezTo>
                  <a:pt x="720383" y="168850"/>
                  <a:pt x="711244" y="159711"/>
                  <a:pt x="711244" y="148437"/>
                </a:cubicBezTo>
                <a:cubicBezTo>
                  <a:pt x="711244" y="137163"/>
                  <a:pt x="720383" y="128024"/>
                  <a:pt x="731657" y="128024"/>
                </a:cubicBezTo>
                <a:close/>
                <a:moveTo>
                  <a:pt x="682880" y="128024"/>
                </a:moveTo>
                <a:cubicBezTo>
                  <a:pt x="694153" y="128024"/>
                  <a:pt x="703293" y="137163"/>
                  <a:pt x="703293" y="148437"/>
                </a:cubicBezTo>
                <a:cubicBezTo>
                  <a:pt x="703293" y="159711"/>
                  <a:pt x="694153" y="168850"/>
                  <a:pt x="682880" y="168850"/>
                </a:cubicBezTo>
                <a:cubicBezTo>
                  <a:pt x="671606" y="168850"/>
                  <a:pt x="662467" y="159711"/>
                  <a:pt x="662467" y="148437"/>
                </a:cubicBezTo>
                <a:cubicBezTo>
                  <a:pt x="662467" y="137163"/>
                  <a:pt x="671606" y="128024"/>
                  <a:pt x="682880" y="128024"/>
                </a:cubicBezTo>
                <a:close/>
                <a:moveTo>
                  <a:pt x="634103" y="128024"/>
                </a:moveTo>
                <a:cubicBezTo>
                  <a:pt x="645377" y="128024"/>
                  <a:pt x="654516" y="137163"/>
                  <a:pt x="654516" y="148437"/>
                </a:cubicBezTo>
                <a:cubicBezTo>
                  <a:pt x="654516" y="159711"/>
                  <a:pt x="645377" y="168850"/>
                  <a:pt x="634103" y="168850"/>
                </a:cubicBezTo>
                <a:cubicBezTo>
                  <a:pt x="622829" y="168850"/>
                  <a:pt x="613690" y="159711"/>
                  <a:pt x="613690" y="148437"/>
                </a:cubicBezTo>
                <a:cubicBezTo>
                  <a:pt x="613690" y="137163"/>
                  <a:pt x="622829" y="128024"/>
                  <a:pt x="634103" y="128024"/>
                </a:cubicBezTo>
                <a:close/>
                <a:moveTo>
                  <a:pt x="585326" y="128024"/>
                </a:moveTo>
                <a:cubicBezTo>
                  <a:pt x="596599" y="128024"/>
                  <a:pt x="605738" y="137163"/>
                  <a:pt x="605738" y="148437"/>
                </a:cubicBezTo>
                <a:cubicBezTo>
                  <a:pt x="605738" y="159711"/>
                  <a:pt x="596599" y="168850"/>
                  <a:pt x="585326" y="168850"/>
                </a:cubicBezTo>
                <a:cubicBezTo>
                  <a:pt x="574052" y="168850"/>
                  <a:pt x="564913" y="159711"/>
                  <a:pt x="564913" y="148437"/>
                </a:cubicBezTo>
                <a:cubicBezTo>
                  <a:pt x="564913" y="137163"/>
                  <a:pt x="574052" y="128024"/>
                  <a:pt x="585326" y="128024"/>
                </a:cubicBezTo>
                <a:close/>
                <a:moveTo>
                  <a:pt x="536549" y="128024"/>
                </a:moveTo>
                <a:cubicBezTo>
                  <a:pt x="547822" y="128024"/>
                  <a:pt x="556961" y="137163"/>
                  <a:pt x="556961" y="148437"/>
                </a:cubicBezTo>
                <a:cubicBezTo>
                  <a:pt x="556961" y="159711"/>
                  <a:pt x="547822" y="168850"/>
                  <a:pt x="536549" y="168850"/>
                </a:cubicBezTo>
                <a:cubicBezTo>
                  <a:pt x="525275" y="168850"/>
                  <a:pt x="516136" y="159711"/>
                  <a:pt x="516136" y="148437"/>
                </a:cubicBezTo>
                <a:cubicBezTo>
                  <a:pt x="516136" y="137163"/>
                  <a:pt x="525275" y="128024"/>
                  <a:pt x="536549" y="128024"/>
                </a:cubicBezTo>
                <a:close/>
                <a:moveTo>
                  <a:pt x="487772" y="128024"/>
                </a:moveTo>
                <a:cubicBezTo>
                  <a:pt x="499045" y="128024"/>
                  <a:pt x="508184" y="137163"/>
                  <a:pt x="508184" y="148437"/>
                </a:cubicBezTo>
                <a:cubicBezTo>
                  <a:pt x="508184" y="159711"/>
                  <a:pt x="499045" y="168850"/>
                  <a:pt x="487772" y="168850"/>
                </a:cubicBezTo>
                <a:cubicBezTo>
                  <a:pt x="476498" y="168850"/>
                  <a:pt x="467359" y="159711"/>
                  <a:pt x="467359" y="148437"/>
                </a:cubicBezTo>
                <a:cubicBezTo>
                  <a:pt x="467359" y="137163"/>
                  <a:pt x="476498" y="128024"/>
                  <a:pt x="487772" y="128024"/>
                </a:cubicBezTo>
                <a:close/>
                <a:moveTo>
                  <a:pt x="438994" y="128024"/>
                </a:moveTo>
                <a:cubicBezTo>
                  <a:pt x="450268" y="128024"/>
                  <a:pt x="459407" y="137163"/>
                  <a:pt x="459407" y="148437"/>
                </a:cubicBezTo>
                <a:cubicBezTo>
                  <a:pt x="459407" y="159711"/>
                  <a:pt x="450268" y="168850"/>
                  <a:pt x="438994" y="168850"/>
                </a:cubicBezTo>
                <a:cubicBezTo>
                  <a:pt x="427721" y="168850"/>
                  <a:pt x="418582" y="159711"/>
                  <a:pt x="418582" y="148437"/>
                </a:cubicBezTo>
                <a:cubicBezTo>
                  <a:pt x="418582" y="137163"/>
                  <a:pt x="427721" y="128024"/>
                  <a:pt x="438994" y="128024"/>
                </a:cubicBezTo>
                <a:close/>
                <a:moveTo>
                  <a:pt x="390217" y="128024"/>
                </a:moveTo>
                <a:cubicBezTo>
                  <a:pt x="401491" y="128024"/>
                  <a:pt x="410630" y="137163"/>
                  <a:pt x="410630" y="148437"/>
                </a:cubicBezTo>
                <a:cubicBezTo>
                  <a:pt x="410630" y="159711"/>
                  <a:pt x="401491" y="168850"/>
                  <a:pt x="390217" y="168850"/>
                </a:cubicBezTo>
                <a:cubicBezTo>
                  <a:pt x="378944" y="168850"/>
                  <a:pt x="369805" y="159711"/>
                  <a:pt x="369805" y="148437"/>
                </a:cubicBezTo>
                <a:cubicBezTo>
                  <a:pt x="369805" y="137163"/>
                  <a:pt x="378944" y="128024"/>
                  <a:pt x="390217" y="128024"/>
                </a:cubicBezTo>
                <a:close/>
                <a:moveTo>
                  <a:pt x="341440" y="128024"/>
                </a:moveTo>
                <a:cubicBezTo>
                  <a:pt x="352714" y="128024"/>
                  <a:pt x="361853" y="137163"/>
                  <a:pt x="361853" y="148437"/>
                </a:cubicBezTo>
                <a:cubicBezTo>
                  <a:pt x="361853" y="159711"/>
                  <a:pt x="352714" y="168850"/>
                  <a:pt x="341440" y="168850"/>
                </a:cubicBezTo>
                <a:cubicBezTo>
                  <a:pt x="330166" y="168850"/>
                  <a:pt x="321028" y="159711"/>
                  <a:pt x="321028" y="148437"/>
                </a:cubicBezTo>
                <a:cubicBezTo>
                  <a:pt x="321028" y="137163"/>
                  <a:pt x="330166" y="128024"/>
                  <a:pt x="341440" y="128024"/>
                </a:cubicBezTo>
                <a:close/>
                <a:moveTo>
                  <a:pt x="292663" y="128024"/>
                </a:moveTo>
                <a:cubicBezTo>
                  <a:pt x="303937" y="128024"/>
                  <a:pt x="313076" y="137163"/>
                  <a:pt x="313076" y="148437"/>
                </a:cubicBezTo>
                <a:cubicBezTo>
                  <a:pt x="313076" y="159711"/>
                  <a:pt x="303937" y="168850"/>
                  <a:pt x="292663" y="168850"/>
                </a:cubicBezTo>
                <a:cubicBezTo>
                  <a:pt x="281389" y="168850"/>
                  <a:pt x="272251" y="159711"/>
                  <a:pt x="272251" y="148437"/>
                </a:cubicBezTo>
                <a:cubicBezTo>
                  <a:pt x="272251" y="137163"/>
                  <a:pt x="281389" y="128024"/>
                  <a:pt x="292663" y="128024"/>
                </a:cubicBezTo>
                <a:close/>
                <a:moveTo>
                  <a:pt x="243886" y="128024"/>
                </a:moveTo>
                <a:cubicBezTo>
                  <a:pt x="255160" y="128024"/>
                  <a:pt x="264299" y="137163"/>
                  <a:pt x="264299" y="148437"/>
                </a:cubicBezTo>
                <a:cubicBezTo>
                  <a:pt x="264299" y="159711"/>
                  <a:pt x="255160" y="168850"/>
                  <a:pt x="243886" y="168850"/>
                </a:cubicBezTo>
                <a:cubicBezTo>
                  <a:pt x="232612" y="168850"/>
                  <a:pt x="223473" y="159711"/>
                  <a:pt x="223473" y="148437"/>
                </a:cubicBezTo>
                <a:cubicBezTo>
                  <a:pt x="223473" y="137163"/>
                  <a:pt x="232612" y="128024"/>
                  <a:pt x="243886" y="128024"/>
                </a:cubicBezTo>
                <a:close/>
                <a:moveTo>
                  <a:pt x="195109" y="128024"/>
                </a:moveTo>
                <a:cubicBezTo>
                  <a:pt x="206383" y="128024"/>
                  <a:pt x="215522" y="137163"/>
                  <a:pt x="215522" y="148437"/>
                </a:cubicBezTo>
                <a:cubicBezTo>
                  <a:pt x="215522" y="159711"/>
                  <a:pt x="206383" y="168850"/>
                  <a:pt x="195109" y="168850"/>
                </a:cubicBezTo>
                <a:cubicBezTo>
                  <a:pt x="183835" y="168850"/>
                  <a:pt x="174696" y="159711"/>
                  <a:pt x="174696" y="148437"/>
                </a:cubicBezTo>
                <a:cubicBezTo>
                  <a:pt x="174696" y="137163"/>
                  <a:pt x="183835" y="128024"/>
                  <a:pt x="195109" y="128024"/>
                </a:cubicBezTo>
                <a:close/>
                <a:moveTo>
                  <a:pt x="146332" y="128024"/>
                </a:moveTo>
                <a:cubicBezTo>
                  <a:pt x="157606" y="128024"/>
                  <a:pt x="166745" y="137163"/>
                  <a:pt x="166745" y="148437"/>
                </a:cubicBezTo>
                <a:cubicBezTo>
                  <a:pt x="166745" y="159711"/>
                  <a:pt x="157606" y="168850"/>
                  <a:pt x="146332" y="168850"/>
                </a:cubicBezTo>
                <a:cubicBezTo>
                  <a:pt x="135058" y="168850"/>
                  <a:pt x="125919" y="159711"/>
                  <a:pt x="125919" y="148437"/>
                </a:cubicBezTo>
                <a:cubicBezTo>
                  <a:pt x="125919" y="137163"/>
                  <a:pt x="135058" y="128024"/>
                  <a:pt x="146332" y="128024"/>
                </a:cubicBezTo>
                <a:close/>
                <a:moveTo>
                  <a:pt x="97555" y="128024"/>
                </a:moveTo>
                <a:cubicBezTo>
                  <a:pt x="108829" y="128024"/>
                  <a:pt x="117968" y="137163"/>
                  <a:pt x="117968" y="148437"/>
                </a:cubicBezTo>
                <a:cubicBezTo>
                  <a:pt x="117968" y="159711"/>
                  <a:pt x="108829" y="168850"/>
                  <a:pt x="97555" y="168850"/>
                </a:cubicBezTo>
                <a:cubicBezTo>
                  <a:pt x="86281" y="168850"/>
                  <a:pt x="77142" y="159711"/>
                  <a:pt x="77142" y="148437"/>
                </a:cubicBezTo>
                <a:cubicBezTo>
                  <a:pt x="77142" y="137163"/>
                  <a:pt x="86281" y="128024"/>
                  <a:pt x="97555" y="128024"/>
                </a:cubicBezTo>
                <a:close/>
                <a:moveTo>
                  <a:pt x="48778" y="128024"/>
                </a:moveTo>
                <a:cubicBezTo>
                  <a:pt x="60052" y="128024"/>
                  <a:pt x="69191" y="137163"/>
                  <a:pt x="69191" y="148437"/>
                </a:cubicBezTo>
                <a:cubicBezTo>
                  <a:pt x="69191" y="159711"/>
                  <a:pt x="60052" y="168850"/>
                  <a:pt x="48778" y="168850"/>
                </a:cubicBezTo>
                <a:cubicBezTo>
                  <a:pt x="37504" y="168850"/>
                  <a:pt x="28365" y="159711"/>
                  <a:pt x="28365" y="148437"/>
                </a:cubicBezTo>
                <a:cubicBezTo>
                  <a:pt x="28365" y="137163"/>
                  <a:pt x="37504" y="128024"/>
                  <a:pt x="48778" y="128024"/>
                </a:cubicBezTo>
                <a:close/>
                <a:moveTo>
                  <a:pt x="2" y="128024"/>
                </a:moveTo>
                <a:cubicBezTo>
                  <a:pt x="11275" y="128024"/>
                  <a:pt x="20414" y="137163"/>
                  <a:pt x="20414" y="148437"/>
                </a:cubicBezTo>
                <a:cubicBezTo>
                  <a:pt x="20414" y="159711"/>
                  <a:pt x="11275" y="168850"/>
                  <a:pt x="2" y="168850"/>
                </a:cubicBezTo>
                <a:lnTo>
                  <a:pt x="0" y="168849"/>
                </a:lnTo>
                <a:lnTo>
                  <a:pt x="0" y="128025"/>
                </a:lnTo>
                <a:close/>
                <a:moveTo>
                  <a:pt x="1006915" y="87087"/>
                </a:moveTo>
                <a:lnTo>
                  <a:pt x="1006262" y="100037"/>
                </a:lnTo>
                <a:lnTo>
                  <a:pt x="1003906" y="94351"/>
                </a:lnTo>
                <a:close/>
                <a:moveTo>
                  <a:pt x="975542" y="73938"/>
                </a:moveTo>
                <a:cubicBezTo>
                  <a:pt x="986816" y="73938"/>
                  <a:pt x="995955" y="83077"/>
                  <a:pt x="995955" y="94351"/>
                </a:cubicBezTo>
                <a:cubicBezTo>
                  <a:pt x="995955" y="105625"/>
                  <a:pt x="986816" y="114764"/>
                  <a:pt x="975542" y="114764"/>
                </a:cubicBezTo>
                <a:cubicBezTo>
                  <a:pt x="964268" y="114764"/>
                  <a:pt x="955129" y="105625"/>
                  <a:pt x="955129" y="94351"/>
                </a:cubicBezTo>
                <a:cubicBezTo>
                  <a:pt x="955129" y="83077"/>
                  <a:pt x="964268" y="73938"/>
                  <a:pt x="975542" y="73938"/>
                </a:cubicBezTo>
                <a:close/>
                <a:moveTo>
                  <a:pt x="926765" y="73938"/>
                </a:moveTo>
                <a:cubicBezTo>
                  <a:pt x="938039" y="73938"/>
                  <a:pt x="947178" y="83077"/>
                  <a:pt x="947178" y="94351"/>
                </a:cubicBezTo>
                <a:cubicBezTo>
                  <a:pt x="947178" y="105625"/>
                  <a:pt x="938039" y="114764"/>
                  <a:pt x="926765" y="114764"/>
                </a:cubicBezTo>
                <a:cubicBezTo>
                  <a:pt x="915491" y="114764"/>
                  <a:pt x="906352" y="105625"/>
                  <a:pt x="906352" y="94351"/>
                </a:cubicBezTo>
                <a:cubicBezTo>
                  <a:pt x="906352" y="83077"/>
                  <a:pt x="915491" y="73938"/>
                  <a:pt x="926765" y="73938"/>
                </a:cubicBezTo>
                <a:close/>
                <a:moveTo>
                  <a:pt x="877988" y="73938"/>
                </a:moveTo>
                <a:cubicBezTo>
                  <a:pt x="889262" y="73938"/>
                  <a:pt x="898401" y="83077"/>
                  <a:pt x="898401" y="94351"/>
                </a:cubicBezTo>
                <a:cubicBezTo>
                  <a:pt x="898401" y="105625"/>
                  <a:pt x="889262" y="114764"/>
                  <a:pt x="877988" y="114764"/>
                </a:cubicBezTo>
                <a:cubicBezTo>
                  <a:pt x="866714" y="114764"/>
                  <a:pt x="857575" y="105625"/>
                  <a:pt x="857575" y="94351"/>
                </a:cubicBezTo>
                <a:cubicBezTo>
                  <a:pt x="857575" y="83077"/>
                  <a:pt x="866714" y="73938"/>
                  <a:pt x="877988" y="73938"/>
                </a:cubicBezTo>
                <a:close/>
                <a:moveTo>
                  <a:pt x="829211" y="73938"/>
                </a:moveTo>
                <a:cubicBezTo>
                  <a:pt x="840485" y="73938"/>
                  <a:pt x="849624" y="83077"/>
                  <a:pt x="849624" y="94351"/>
                </a:cubicBezTo>
                <a:cubicBezTo>
                  <a:pt x="849624" y="105625"/>
                  <a:pt x="840485" y="114764"/>
                  <a:pt x="829211" y="114764"/>
                </a:cubicBezTo>
                <a:cubicBezTo>
                  <a:pt x="817937" y="114764"/>
                  <a:pt x="808798" y="105625"/>
                  <a:pt x="808798" y="94351"/>
                </a:cubicBezTo>
                <a:cubicBezTo>
                  <a:pt x="808798" y="83077"/>
                  <a:pt x="817937" y="73938"/>
                  <a:pt x="829211" y="73938"/>
                </a:cubicBezTo>
                <a:close/>
                <a:moveTo>
                  <a:pt x="780434" y="73938"/>
                </a:moveTo>
                <a:cubicBezTo>
                  <a:pt x="791708" y="73938"/>
                  <a:pt x="800847" y="83077"/>
                  <a:pt x="800847" y="94351"/>
                </a:cubicBezTo>
                <a:cubicBezTo>
                  <a:pt x="800847" y="105625"/>
                  <a:pt x="791708" y="114764"/>
                  <a:pt x="780434" y="114764"/>
                </a:cubicBezTo>
                <a:cubicBezTo>
                  <a:pt x="769160" y="114764"/>
                  <a:pt x="760021" y="105625"/>
                  <a:pt x="760021" y="94351"/>
                </a:cubicBezTo>
                <a:cubicBezTo>
                  <a:pt x="760021" y="83077"/>
                  <a:pt x="769160" y="73938"/>
                  <a:pt x="780434" y="73938"/>
                </a:cubicBezTo>
                <a:close/>
                <a:moveTo>
                  <a:pt x="731657" y="73938"/>
                </a:moveTo>
                <a:cubicBezTo>
                  <a:pt x="742931" y="73938"/>
                  <a:pt x="752070" y="83077"/>
                  <a:pt x="752070" y="94351"/>
                </a:cubicBezTo>
                <a:cubicBezTo>
                  <a:pt x="752070" y="105625"/>
                  <a:pt x="742931" y="114764"/>
                  <a:pt x="731657" y="114764"/>
                </a:cubicBezTo>
                <a:cubicBezTo>
                  <a:pt x="720383" y="114764"/>
                  <a:pt x="711244" y="105625"/>
                  <a:pt x="711244" y="94351"/>
                </a:cubicBezTo>
                <a:cubicBezTo>
                  <a:pt x="711244" y="83077"/>
                  <a:pt x="720383" y="73938"/>
                  <a:pt x="731657" y="73938"/>
                </a:cubicBezTo>
                <a:close/>
                <a:moveTo>
                  <a:pt x="682880" y="73938"/>
                </a:moveTo>
                <a:cubicBezTo>
                  <a:pt x="694153" y="73938"/>
                  <a:pt x="703293" y="83077"/>
                  <a:pt x="703293" y="94351"/>
                </a:cubicBezTo>
                <a:cubicBezTo>
                  <a:pt x="703293" y="105625"/>
                  <a:pt x="694153" y="114764"/>
                  <a:pt x="682880" y="114764"/>
                </a:cubicBezTo>
                <a:cubicBezTo>
                  <a:pt x="671606" y="114764"/>
                  <a:pt x="662467" y="105625"/>
                  <a:pt x="662467" y="94351"/>
                </a:cubicBezTo>
                <a:cubicBezTo>
                  <a:pt x="662467" y="83077"/>
                  <a:pt x="671606" y="73938"/>
                  <a:pt x="682880" y="73938"/>
                </a:cubicBezTo>
                <a:close/>
                <a:moveTo>
                  <a:pt x="634103" y="73938"/>
                </a:moveTo>
                <a:cubicBezTo>
                  <a:pt x="645377" y="73938"/>
                  <a:pt x="654516" y="83077"/>
                  <a:pt x="654516" y="94351"/>
                </a:cubicBezTo>
                <a:cubicBezTo>
                  <a:pt x="654516" y="105625"/>
                  <a:pt x="645377" y="114764"/>
                  <a:pt x="634103" y="114764"/>
                </a:cubicBezTo>
                <a:cubicBezTo>
                  <a:pt x="622829" y="114764"/>
                  <a:pt x="613690" y="105625"/>
                  <a:pt x="613690" y="94351"/>
                </a:cubicBezTo>
                <a:cubicBezTo>
                  <a:pt x="613690" y="83077"/>
                  <a:pt x="622829" y="73938"/>
                  <a:pt x="634103" y="73938"/>
                </a:cubicBezTo>
                <a:close/>
                <a:moveTo>
                  <a:pt x="585326" y="73938"/>
                </a:moveTo>
                <a:cubicBezTo>
                  <a:pt x="596599" y="73938"/>
                  <a:pt x="605738" y="83077"/>
                  <a:pt x="605738" y="94351"/>
                </a:cubicBezTo>
                <a:cubicBezTo>
                  <a:pt x="605738" y="105625"/>
                  <a:pt x="596599" y="114764"/>
                  <a:pt x="585326" y="114764"/>
                </a:cubicBezTo>
                <a:cubicBezTo>
                  <a:pt x="574052" y="114764"/>
                  <a:pt x="564913" y="105625"/>
                  <a:pt x="564913" y="94351"/>
                </a:cubicBezTo>
                <a:cubicBezTo>
                  <a:pt x="564913" y="83077"/>
                  <a:pt x="574052" y="73938"/>
                  <a:pt x="585326" y="73938"/>
                </a:cubicBezTo>
                <a:close/>
                <a:moveTo>
                  <a:pt x="536549" y="73938"/>
                </a:moveTo>
                <a:cubicBezTo>
                  <a:pt x="547822" y="73938"/>
                  <a:pt x="556961" y="83077"/>
                  <a:pt x="556961" y="94351"/>
                </a:cubicBezTo>
                <a:cubicBezTo>
                  <a:pt x="556961" y="105625"/>
                  <a:pt x="547822" y="114764"/>
                  <a:pt x="536549" y="114764"/>
                </a:cubicBezTo>
                <a:cubicBezTo>
                  <a:pt x="525275" y="114764"/>
                  <a:pt x="516136" y="105625"/>
                  <a:pt x="516136" y="94351"/>
                </a:cubicBezTo>
                <a:cubicBezTo>
                  <a:pt x="516136" y="83077"/>
                  <a:pt x="525275" y="73938"/>
                  <a:pt x="536549" y="73938"/>
                </a:cubicBezTo>
                <a:close/>
                <a:moveTo>
                  <a:pt x="487772" y="73938"/>
                </a:moveTo>
                <a:cubicBezTo>
                  <a:pt x="499045" y="73938"/>
                  <a:pt x="508184" y="83077"/>
                  <a:pt x="508184" y="94351"/>
                </a:cubicBezTo>
                <a:cubicBezTo>
                  <a:pt x="508184" y="105625"/>
                  <a:pt x="499045" y="114764"/>
                  <a:pt x="487772" y="114764"/>
                </a:cubicBezTo>
                <a:cubicBezTo>
                  <a:pt x="476498" y="114764"/>
                  <a:pt x="467359" y="105625"/>
                  <a:pt x="467359" y="94351"/>
                </a:cubicBezTo>
                <a:cubicBezTo>
                  <a:pt x="467359" y="83077"/>
                  <a:pt x="476498" y="73938"/>
                  <a:pt x="487772" y="73938"/>
                </a:cubicBezTo>
                <a:close/>
                <a:moveTo>
                  <a:pt x="438994" y="73938"/>
                </a:moveTo>
                <a:cubicBezTo>
                  <a:pt x="450268" y="73938"/>
                  <a:pt x="459407" y="83077"/>
                  <a:pt x="459407" y="94351"/>
                </a:cubicBezTo>
                <a:cubicBezTo>
                  <a:pt x="459407" y="105625"/>
                  <a:pt x="450268" y="114764"/>
                  <a:pt x="438994" y="114764"/>
                </a:cubicBezTo>
                <a:cubicBezTo>
                  <a:pt x="427721" y="114764"/>
                  <a:pt x="418582" y="105625"/>
                  <a:pt x="418582" y="94351"/>
                </a:cubicBezTo>
                <a:cubicBezTo>
                  <a:pt x="418582" y="83077"/>
                  <a:pt x="427721" y="73938"/>
                  <a:pt x="438994" y="73938"/>
                </a:cubicBezTo>
                <a:close/>
                <a:moveTo>
                  <a:pt x="390217" y="73938"/>
                </a:moveTo>
                <a:cubicBezTo>
                  <a:pt x="401491" y="73938"/>
                  <a:pt x="410630" y="83077"/>
                  <a:pt x="410630" y="94351"/>
                </a:cubicBezTo>
                <a:cubicBezTo>
                  <a:pt x="410630" y="105625"/>
                  <a:pt x="401491" y="114764"/>
                  <a:pt x="390217" y="114764"/>
                </a:cubicBezTo>
                <a:cubicBezTo>
                  <a:pt x="378944" y="114764"/>
                  <a:pt x="369805" y="105625"/>
                  <a:pt x="369805" y="94351"/>
                </a:cubicBezTo>
                <a:cubicBezTo>
                  <a:pt x="369805" y="83077"/>
                  <a:pt x="378944" y="73938"/>
                  <a:pt x="390217" y="73938"/>
                </a:cubicBezTo>
                <a:close/>
                <a:moveTo>
                  <a:pt x="341440" y="73938"/>
                </a:moveTo>
                <a:cubicBezTo>
                  <a:pt x="352714" y="73938"/>
                  <a:pt x="361853" y="83077"/>
                  <a:pt x="361853" y="94351"/>
                </a:cubicBezTo>
                <a:cubicBezTo>
                  <a:pt x="361853" y="105625"/>
                  <a:pt x="352714" y="114764"/>
                  <a:pt x="341440" y="114764"/>
                </a:cubicBezTo>
                <a:cubicBezTo>
                  <a:pt x="330166" y="114764"/>
                  <a:pt x="321028" y="105625"/>
                  <a:pt x="321028" y="94351"/>
                </a:cubicBezTo>
                <a:cubicBezTo>
                  <a:pt x="321028" y="83077"/>
                  <a:pt x="330166" y="73938"/>
                  <a:pt x="341440" y="73938"/>
                </a:cubicBezTo>
                <a:close/>
                <a:moveTo>
                  <a:pt x="292663" y="73938"/>
                </a:moveTo>
                <a:cubicBezTo>
                  <a:pt x="303937" y="73938"/>
                  <a:pt x="313076" y="83077"/>
                  <a:pt x="313076" y="94351"/>
                </a:cubicBezTo>
                <a:cubicBezTo>
                  <a:pt x="313076" y="105625"/>
                  <a:pt x="303937" y="114764"/>
                  <a:pt x="292663" y="114764"/>
                </a:cubicBezTo>
                <a:cubicBezTo>
                  <a:pt x="281389" y="114764"/>
                  <a:pt x="272251" y="105625"/>
                  <a:pt x="272251" y="94351"/>
                </a:cubicBezTo>
                <a:cubicBezTo>
                  <a:pt x="272251" y="83077"/>
                  <a:pt x="281389" y="73938"/>
                  <a:pt x="292663" y="73938"/>
                </a:cubicBezTo>
                <a:close/>
                <a:moveTo>
                  <a:pt x="243886" y="73938"/>
                </a:moveTo>
                <a:cubicBezTo>
                  <a:pt x="255160" y="73938"/>
                  <a:pt x="264299" y="83077"/>
                  <a:pt x="264299" y="94351"/>
                </a:cubicBezTo>
                <a:cubicBezTo>
                  <a:pt x="264299" y="105625"/>
                  <a:pt x="255160" y="114764"/>
                  <a:pt x="243886" y="114764"/>
                </a:cubicBezTo>
                <a:cubicBezTo>
                  <a:pt x="232612" y="114764"/>
                  <a:pt x="223473" y="105625"/>
                  <a:pt x="223473" y="94351"/>
                </a:cubicBezTo>
                <a:cubicBezTo>
                  <a:pt x="223473" y="83077"/>
                  <a:pt x="232612" y="73938"/>
                  <a:pt x="243886" y="73938"/>
                </a:cubicBezTo>
                <a:close/>
                <a:moveTo>
                  <a:pt x="195109" y="73938"/>
                </a:moveTo>
                <a:cubicBezTo>
                  <a:pt x="206383" y="73938"/>
                  <a:pt x="215522" y="83077"/>
                  <a:pt x="215522" y="94351"/>
                </a:cubicBezTo>
                <a:cubicBezTo>
                  <a:pt x="215522" y="105625"/>
                  <a:pt x="206383" y="114764"/>
                  <a:pt x="195109" y="114764"/>
                </a:cubicBezTo>
                <a:cubicBezTo>
                  <a:pt x="183835" y="114764"/>
                  <a:pt x="174696" y="105625"/>
                  <a:pt x="174696" y="94351"/>
                </a:cubicBezTo>
                <a:cubicBezTo>
                  <a:pt x="174696" y="83077"/>
                  <a:pt x="183835" y="73938"/>
                  <a:pt x="195109" y="73938"/>
                </a:cubicBezTo>
                <a:close/>
                <a:moveTo>
                  <a:pt x="146332" y="73938"/>
                </a:moveTo>
                <a:cubicBezTo>
                  <a:pt x="157606" y="73938"/>
                  <a:pt x="166745" y="83077"/>
                  <a:pt x="166745" y="94351"/>
                </a:cubicBezTo>
                <a:cubicBezTo>
                  <a:pt x="166745" y="105625"/>
                  <a:pt x="157606" y="114764"/>
                  <a:pt x="146332" y="114764"/>
                </a:cubicBezTo>
                <a:cubicBezTo>
                  <a:pt x="135058" y="114764"/>
                  <a:pt x="125919" y="105625"/>
                  <a:pt x="125919" y="94351"/>
                </a:cubicBezTo>
                <a:cubicBezTo>
                  <a:pt x="125919" y="83077"/>
                  <a:pt x="135058" y="73938"/>
                  <a:pt x="146332" y="73938"/>
                </a:cubicBezTo>
                <a:close/>
                <a:moveTo>
                  <a:pt x="97555" y="73938"/>
                </a:moveTo>
                <a:cubicBezTo>
                  <a:pt x="108829" y="73938"/>
                  <a:pt x="117968" y="83077"/>
                  <a:pt x="117968" y="94351"/>
                </a:cubicBezTo>
                <a:cubicBezTo>
                  <a:pt x="117968" y="105625"/>
                  <a:pt x="108829" y="114764"/>
                  <a:pt x="97555" y="114764"/>
                </a:cubicBezTo>
                <a:cubicBezTo>
                  <a:pt x="86281" y="114764"/>
                  <a:pt x="77142" y="105625"/>
                  <a:pt x="77142" y="94351"/>
                </a:cubicBezTo>
                <a:cubicBezTo>
                  <a:pt x="77142" y="83077"/>
                  <a:pt x="86281" y="73938"/>
                  <a:pt x="97555" y="73938"/>
                </a:cubicBezTo>
                <a:close/>
                <a:moveTo>
                  <a:pt x="48778" y="73938"/>
                </a:moveTo>
                <a:cubicBezTo>
                  <a:pt x="60052" y="73938"/>
                  <a:pt x="69191" y="83077"/>
                  <a:pt x="69191" y="94351"/>
                </a:cubicBezTo>
                <a:cubicBezTo>
                  <a:pt x="69191" y="105625"/>
                  <a:pt x="60052" y="114764"/>
                  <a:pt x="48778" y="114764"/>
                </a:cubicBezTo>
                <a:cubicBezTo>
                  <a:pt x="37504" y="114764"/>
                  <a:pt x="28365" y="105625"/>
                  <a:pt x="28365" y="94351"/>
                </a:cubicBezTo>
                <a:cubicBezTo>
                  <a:pt x="28365" y="83077"/>
                  <a:pt x="37504" y="73938"/>
                  <a:pt x="48778" y="73938"/>
                </a:cubicBezTo>
                <a:close/>
                <a:moveTo>
                  <a:pt x="2" y="73938"/>
                </a:moveTo>
                <a:cubicBezTo>
                  <a:pt x="11275" y="73938"/>
                  <a:pt x="20414" y="83077"/>
                  <a:pt x="20414" y="94351"/>
                </a:cubicBezTo>
                <a:cubicBezTo>
                  <a:pt x="20414" y="105625"/>
                  <a:pt x="11275" y="114764"/>
                  <a:pt x="2" y="114764"/>
                </a:cubicBezTo>
                <a:lnTo>
                  <a:pt x="0" y="114763"/>
                </a:lnTo>
                <a:lnTo>
                  <a:pt x="0" y="73939"/>
                </a:lnTo>
                <a:close/>
                <a:moveTo>
                  <a:pt x="1010013" y="25745"/>
                </a:moveTo>
                <a:lnTo>
                  <a:pt x="1008696" y="51828"/>
                </a:lnTo>
                <a:lnTo>
                  <a:pt x="1003906" y="40265"/>
                </a:lnTo>
                <a:cubicBezTo>
                  <a:pt x="1003906" y="34628"/>
                  <a:pt x="1006192" y="29525"/>
                  <a:pt x="1009885" y="25831"/>
                </a:cubicBezTo>
                <a:close/>
                <a:moveTo>
                  <a:pt x="975542" y="19852"/>
                </a:moveTo>
                <a:cubicBezTo>
                  <a:pt x="986816" y="19852"/>
                  <a:pt x="995955" y="28991"/>
                  <a:pt x="995955" y="40265"/>
                </a:cubicBezTo>
                <a:cubicBezTo>
                  <a:pt x="995955" y="51539"/>
                  <a:pt x="986816" y="60678"/>
                  <a:pt x="975542" y="60678"/>
                </a:cubicBezTo>
                <a:cubicBezTo>
                  <a:pt x="964268" y="60678"/>
                  <a:pt x="955129" y="51539"/>
                  <a:pt x="955129" y="40265"/>
                </a:cubicBezTo>
                <a:cubicBezTo>
                  <a:pt x="955129" y="28991"/>
                  <a:pt x="964268" y="19852"/>
                  <a:pt x="975542" y="19852"/>
                </a:cubicBezTo>
                <a:close/>
                <a:moveTo>
                  <a:pt x="926765" y="19852"/>
                </a:moveTo>
                <a:cubicBezTo>
                  <a:pt x="938039" y="19852"/>
                  <a:pt x="947178" y="28991"/>
                  <a:pt x="947178" y="40265"/>
                </a:cubicBezTo>
                <a:cubicBezTo>
                  <a:pt x="947178" y="51539"/>
                  <a:pt x="938039" y="60678"/>
                  <a:pt x="926765" y="60678"/>
                </a:cubicBezTo>
                <a:cubicBezTo>
                  <a:pt x="915491" y="60678"/>
                  <a:pt x="906352" y="51539"/>
                  <a:pt x="906352" y="40265"/>
                </a:cubicBezTo>
                <a:cubicBezTo>
                  <a:pt x="906352" y="28991"/>
                  <a:pt x="915491" y="19852"/>
                  <a:pt x="926765" y="19852"/>
                </a:cubicBezTo>
                <a:close/>
                <a:moveTo>
                  <a:pt x="877988" y="19852"/>
                </a:moveTo>
                <a:cubicBezTo>
                  <a:pt x="889262" y="19852"/>
                  <a:pt x="898401" y="28991"/>
                  <a:pt x="898401" y="40265"/>
                </a:cubicBezTo>
                <a:cubicBezTo>
                  <a:pt x="898401" y="51539"/>
                  <a:pt x="889262" y="60678"/>
                  <a:pt x="877988" y="60678"/>
                </a:cubicBezTo>
                <a:cubicBezTo>
                  <a:pt x="866714" y="60678"/>
                  <a:pt x="857575" y="51539"/>
                  <a:pt x="857575" y="40265"/>
                </a:cubicBezTo>
                <a:cubicBezTo>
                  <a:pt x="857575" y="28991"/>
                  <a:pt x="866714" y="19852"/>
                  <a:pt x="877988" y="19852"/>
                </a:cubicBezTo>
                <a:close/>
                <a:moveTo>
                  <a:pt x="829211" y="19852"/>
                </a:moveTo>
                <a:cubicBezTo>
                  <a:pt x="840485" y="19852"/>
                  <a:pt x="849624" y="28991"/>
                  <a:pt x="849624" y="40265"/>
                </a:cubicBezTo>
                <a:cubicBezTo>
                  <a:pt x="849624" y="51539"/>
                  <a:pt x="840485" y="60678"/>
                  <a:pt x="829211" y="60678"/>
                </a:cubicBezTo>
                <a:cubicBezTo>
                  <a:pt x="817937" y="60678"/>
                  <a:pt x="808798" y="51539"/>
                  <a:pt x="808798" y="40265"/>
                </a:cubicBezTo>
                <a:cubicBezTo>
                  <a:pt x="808798" y="28991"/>
                  <a:pt x="817937" y="19852"/>
                  <a:pt x="829211" y="19852"/>
                </a:cubicBezTo>
                <a:close/>
                <a:moveTo>
                  <a:pt x="780434" y="19852"/>
                </a:moveTo>
                <a:cubicBezTo>
                  <a:pt x="791708" y="19852"/>
                  <a:pt x="800847" y="28991"/>
                  <a:pt x="800847" y="40265"/>
                </a:cubicBezTo>
                <a:cubicBezTo>
                  <a:pt x="800847" y="51539"/>
                  <a:pt x="791708" y="60678"/>
                  <a:pt x="780434" y="60678"/>
                </a:cubicBezTo>
                <a:cubicBezTo>
                  <a:pt x="769160" y="60678"/>
                  <a:pt x="760021" y="51539"/>
                  <a:pt x="760021" y="40265"/>
                </a:cubicBezTo>
                <a:cubicBezTo>
                  <a:pt x="760021" y="28991"/>
                  <a:pt x="769160" y="19852"/>
                  <a:pt x="780434" y="19852"/>
                </a:cubicBezTo>
                <a:close/>
                <a:moveTo>
                  <a:pt x="731657" y="19852"/>
                </a:moveTo>
                <a:cubicBezTo>
                  <a:pt x="742931" y="19852"/>
                  <a:pt x="752070" y="28991"/>
                  <a:pt x="752070" y="40265"/>
                </a:cubicBezTo>
                <a:cubicBezTo>
                  <a:pt x="752070" y="51539"/>
                  <a:pt x="742931" y="60678"/>
                  <a:pt x="731657" y="60678"/>
                </a:cubicBezTo>
                <a:cubicBezTo>
                  <a:pt x="720383" y="60678"/>
                  <a:pt x="711244" y="51539"/>
                  <a:pt x="711244" y="40265"/>
                </a:cubicBezTo>
                <a:cubicBezTo>
                  <a:pt x="711244" y="28991"/>
                  <a:pt x="720383" y="19852"/>
                  <a:pt x="731657" y="19852"/>
                </a:cubicBezTo>
                <a:close/>
                <a:moveTo>
                  <a:pt x="682880" y="19852"/>
                </a:moveTo>
                <a:cubicBezTo>
                  <a:pt x="694153" y="19852"/>
                  <a:pt x="703293" y="28991"/>
                  <a:pt x="703293" y="40265"/>
                </a:cubicBezTo>
                <a:cubicBezTo>
                  <a:pt x="703293" y="51539"/>
                  <a:pt x="694153" y="60678"/>
                  <a:pt x="682880" y="60678"/>
                </a:cubicBezTo>
                <a:cubicBezTo>
                  <a:pt x="671606" y="60678"/>
                  <a:pt x="662467" y="51539"/>
                  <a:pt x="662467" y="40265"/>
                </a:cubicBezTo>
                <a:cubicBezTo>
                  <a:pt x="662467" y="28991"/>
                  <a:pt x="671606" y="19852"/>
                  <a:pt x="682880" y="19852"/>
                </a:cubicBezTo>
                <a:close/>
                <a:moveTo>
                  <a:pt x="634103" y="19852"/>
                </a:moveTo>
                <a:cubicBezTo>
                  <a:pt x="645377" y="19852"/>
                  <a:pt x="654516" y="28991"/>
                  <a:pt x="654516" y="40265"/>
                </a:cubicBezTo>
                <a:cubicBezTo>
                  <a:pt x="654516" y="51539"/>
                  <a:pt x="645377" y="60678"/>
                  <a:pt x="634103" y="60678"/>
                </a:cubicBezTo>
                <a:cubicBezTo>
                  <a:pt x="622829" y="60678"/>
                  <a:pt x="613690" y="51539"/>
                  <a:pt x="613690" y="40265"/>
                </a:cubicBezTo>
                <a:cubicBezTo>
                  <a:pt x="613690" y="28991"/>
                  <a:pt x="622829" y="19852"/>
                  <a:pt x="634103" y="19852"/>
                </a:cubicBezTo>
                <a:close/>
                <a:moveTo>
                  <a:pt x="585326" y="19852"/>
                </a:moveTo>
                <a:cubicBezTo>
                  <a:pt x="596599" y="19852"/>
                  <a:pt x="605738" y="28991"/>
                  <a:pt x="605738" y="40265"/>
                </a:cubicBezTo>
                <a:cubicBezTo>
                  <a:pt x="605738" y="51539"/>
                  <a:pt x="596599" y="60678"/>
                  <a:pt x="585326" y="60678"/>
                </a:cubicBezTo>
                <a:cubicBezTo>
                  <a:pt x="574052" y="60678"/>
                  <a:pt x="564913" y="51539"/>
                  <a:pt x="564913" y="40265"/>
                </a:cubicBezTo>
                <a:cubicBezTo>
                  <a:pt x="564913" y="28991"/>
                  <a:pt x="574052" y="19852"/>
                  <a:pt x="585326" y="19852"/>
                </a:cubicBezTo>
                <a:close/>
                <a:moveTo>
                  <a:pt x="536549" y="19852"/>
                </a:moveTo>
                <a:cubicBezTo>
                  <a:pt x="547822" y="19852"/>
                  <a:pt x="556961" y="28991"/>
                  <a:pt x="556961" y="40265"/>
                </a:cubicBezTo>
                <a:cubicBezTo>
                  <a:pt x="556961" y="51539"/>
                  <a:pt x="547822" y="60678"/>
                  <a:pt x="536549" y="60678"/>
                </a:cubicBezTo>
                <a:cubicBezTo>
                  <a:pt x="525275" y="60678"/>
                  <a:pt x="516136" y="51539"/>
                  <a:pt x="516136" y="40265"/>
                </a:cubicBezTo>
                <a:cubicBezTo>
                  <a:pt x="516136" y="28991"/>
                  <a:pt x="525275" y="19852"/>
                  <a:pt x="536549" y="19852"/>
                </a:cubicBezTo>
                <a:close/>
                <a:moveTo>
                  <a:pt x="487772" y="19852"/>
                </a:moveTo>
                <a:cubicBezTo>
                  <a:pt x="499045" y="19852"/>
                  <a:pt x="508184" y="28991"/>
                  <a:pt x="508184" y="40265"/>
                </a:cubicBezTo>
                <a:cubicBezTo>
                  <a:pt x="508184" y="51539"/>
                  <a:pt x="499045" y="60678"/>
                  <a:pt x="487772" y="60678"/>
                </a:cubicBezTo>
                <a:cubicBezTo>
                  <a:pt x="476498" y="60678"/>
                  <a:pt x="467359" y="51539"/>
                  <a:pt x="467359" y="40265"/>
                </a:cubicBezTo>
                <a:cubicBezTo>
                  <a:pt x="467359" y="28991"/>
                  <a:pt x="476498" y="19852"/>
                  <a:pt x="487772" y="19852"/>
                </a:cubicBezTo>
                <a:close/>
                <a:moveTo>
                  <a:pt x="438994" y="19852"/>
                </a:moveTo>
                <a:cubicBezTo>
                  <a:pt x="450268" y="19852"/>
                  <a:pt x="459407" y="28991"/>
                  <a:pt x="459407" y="40265"/>
                </a:cubicBezTo>
                <a:cubicBezTo>
                  <a:pt x="459407" y="51539"/>
                  <a:pt x="450268" y="60678"/>
                  <a:pt x="438994" y="60678"/>
                </a:cubicBezTo>
                <a:cubicBezTo>
                  <a:pt x="427721" y="60678"/>
                  <a:pt x="418582" y="51539"/>
                  <a:pt x="418582" y="40265"/>
                </a:cubicBezTo>
                <a:cubicBezTo>
                  <a:pt x="418582" y="28991"/>
                  <a:pt x="427721" y="19852"/>
                  <a:pt x="438994" y="19852"/>
                </a:cubicBezTo>
                <a:close/>
                <a:moveTo>
                  <a:pt x="390217" y="19852"/>
                </a:moveTo>
                <a:cubicBezTo>
                  <a:pt x="401491" y="19852"/>
                  <a:pt x="410630" y="28991"/>
                  <a:pt x="410630" y="40265"/>
                </a:cubicBezTo>
                <a:cubicBezTo>
                  <a:pt x="410630" y="51539"/>
                  <a:pt x="401491" y="60678"/>
                  <a:pt x="390217" y="60678"/>
                </a:cubicBezTo>
                <a:cubicBezTo>
                  <a:pt x="378944" y="60678"/>
                  <a:pt x="369805" y="51539"/>
                  <a:pt x="369805" y="40265"/>
                </a:cubicBezTo>
                <a:cubicBezTo>
                  <a:pt x="369805" y="28991"/>
                  <a:pt x="378944" y="19852"/>
                  <a:pt x="390217" y="19852"/>
                </a:cubicBezTo>
                <a:close/>
                <a:moveTo>
                  <a:pt x="341440" y="19852"/>
                </a:moveTo>
                <a:cubicBezTo>
                  <a:pt x="352714" y="19852"/>
                  <a:pt x="361853" y="28991"/>
                  <a:pt x="361853" y="40265"/>
                </a:cubicBezTo>
                <a:cubicBezTo>
                  <a:pt x="361853" y="51539"/>
                  <a:pt x="352714" y="60678"/>
                  <a:pt x="341440" y="60678"/>
                </a:cubicBezTo>
                <a:cubicBezTo>
                  <a:pt x="330166" y="60678"/>
                  <a:pt x="321028" y="51539"/>
                  <a:pt x="321028" y="40265"/>
                </a:cubicBezTo>
                <a:cubicBezTo>
                  <a:pt x="321028" y="28991"/>
                  <a:pt x="330166" y="19852"/>
                  <a:pt x="341440" y="19852"/>
                </a:cubicBezTo>
                <a:close/>
                <a:moveTo>
                  <a:pt x="292663" y="19852"/>
                </a:moveTo>
                <a:cubicBezTo>
                  <a:pt x="303937" y="19852"/>
                  <a:pt x="313076" y="28991"/>
                  <a:pt x="313076" y="40265"/>
                </a:cubicBezTo>
                <a:cubicBezTo>
                  <a:pt x="313076" y="51539"/>
                  <a:pt x="303937" y="60678"/>
                  <a:pt x="292663" y="60678"/>
                </a:cubicBezTo>
                <a:cubicBezTo>
                  <a:pt x="281389" y="60678"/>
                  <a:pt x="272251" y="51539"/>
                  <a:pt x="272251" y="40265"/>
                </a:cubicBezTo>
                <a:cubicBezTo>
                  <a:pt x="272251" y="28991"/>
                  <a:pt x="281389" y="19852"/>
                  <a:pt x="292663" y="19852"/>
                </a:cubicBezTo>
                <a:close/>
                <a:moveTo>
                  <a:pt x="243886" y="19852"/>
                </a:moveTo>
                <a:cubicBezTo>
                  <a:pt x="255160" y="19852"/>
                  <a:pt x="264299" y="28991"/>
                  <a:pt x="264299" y="40265"/>
                </a:cubicBezTo>
                <a:cubicBezTo>
                  <a:pt x="264299" y="51539"/>
                  <a:pt x="255160" y="60678"/>
                  <a:pt x="243886" y="60678"/>
                </a:cubicBezTo>
                <a:cubicBezTo>
                  <a:pt x="232612" y="60678"/>
                  <a:pt x="223473" y="51539"/>
                  <a:pt x="223473" y="40265"/>
                </a:cubicBezTo>
                <a:cubicBezTo>
                  <a:pt x="223473" y="28991"/>
                  <a:pt x="232612" y="19852"/>
                  <a:pt x="243886" y="19852"/>
                </a:cubicBezTo>
                <a:close/>
                <a:moveTo>
                  <a:pt x="195109" y="19852"/>
                </a:moveTo>
                <a:cubicBezTo>
                  <a:pt x="206383" y="19852"/>
                  <a:pt x="215522" y="28991"/>
                  <a:pt x="215522" y="40265"/>
                </a:cubicBezTo>
                <a:cubicBezTo>
                  <a:pt x="215522" y="51539"/>
                  <a:pt x="206383" y="60678"/>
                  <a:pt x="195109" y="60678"/>
                </a:cubicBezTo>
                <a:cubicBezTo>
                  <a:pt x="183835" y="60678"/>
                  <a:pt x="174696" y="51539"/>
                  <a:pt x="174696" y="40265"/>
                </a:cubicBezTo>
                <a:cubicBezTo>
                  <a:pt x="174696" y="28991"/>
                  <a:pt x="183835" y="19852"/>
                  <a:pt x="195109" y="19852"/>
                </a:cubicBezTo>
                <a:close/>
                <a:moveTo>
                  <a:pt x="146332" y="19852"/>
                </a:moveTo>
                <a:cubicBezTo>
                  <a:pt x="157606" y="19852"/>
                  <a:pt x="166745" y="28991"/>
                  <a:pt x="166745" y="40265"/>
                </a:cubicBezTo>
                <a:cubicBezTo>
                  <a:pt x="166745" y="51539"/>
                  <a:pt x="157606" y="60678"/>
                  <a:pt x="146332" y="60678"/>
                </a:cubicBezTo>
                <a:cubicBezTo>
                  <a:pt x="135058" y="60678"/>
                  <a:pt x="125919" y="51539"/>
                  <a:pt x="125919" y="40265"/>
                </a:cubicBezTo>
                <a:cubicBezTo>
                  <a:pt x="125919" y="28991"/>
                  <a:pt x="135058" y="19852"/>
                  <a:pt x="146332" y="19852"/>
                </a:cubicBezTo>
                <a:close/>
                <a:moveTo>
                  <a:pt x="97555" y="19852"/>
                </a:moveTo>
                <a:cubicBezTo>
                  <a:pt x="108829" y="19852"/>
                  <a:pt x="117968" y="28991"/>
                  <a:pt x="117968" y="40265"/>
                </a:cubicBezTo>
                <a:cubicBezTo>
                  <a:pt x="117968" y="51539"/>
                  <a:pt x="108829" y="60678"/>
                  <a:pt x="97555" y="60678"/>
                </a:cubicBezTo>
                <a:cubicBezTo>
                  <a:pt x="86281" y="60678"/>
                  <a:pt x="77142" y="51539"/>
                  <a:pt x="77142" y="40265"/>
                </a:cubicBezTo>
                <a:cubicBezTo>
                  <a:pt x="77142" y="28991"/>
                  <a:pt x="86281" y="19852"/>
                  <a:pt x="97555" y="19852"/>
                </a:cubicBezTo>
                <a:close/>
                <a:moveTo>
                  <a:pt x="48778" y="19852"/>
                </a:moveTo>
                <a:cubicBezTo>
                  <a:pt x="60052" y="19852"/>
                  <a:pt x="69191" y="28991"/>
                  <a:pt x="69191" y="40265"/>
                </a:cubicBezTo>
                <a:cubicBezTo>
                  <a:pt x="69191" y="51539"/>
                  <a:pt x="60052" y="60678"/>
                  <a:pt x="48778" y="60678"/>
                </a:cubicBezTo>
                <a:cubicBezTo>
                  <a:pt x="37504" y="60678"/>
                  <a:pt x="28365" y="51539"/>
                  <a:pt x="28365" y="40265"/>
                </a:cubicBezTo>
                <a:cubicBezTo>
                  <a:pt x="28365" y="28991"/>
                  <a:pt x="37504" y="19852"/>
                  <a:pt x="48778" y="19852"/>
                </a:cubicBezTo>
                <a:close/>
                <a:moveTo>
                  <a:pt x="2" y="19852"/>
                </a:moveTo>
                <a:cubicBezTo>
                  <a:pt x="11275" y="19852"/>
                  <a:pt x="20414" y="28991"/>
                  <a:pt x="20414" y="40265"/>
                </a:cubicBezTo>
                <a:cubicBezTo>
                  <a:pt x="20414" y="51539"/>
                  <a:pt x="11275" y="60678"/>
                  <a:pt x="2" y="60678"/>
                </a:cubicBezTo>
                <a:lnTo>
                  <a:pt x="0" y="60677"/>
                </a:lnTo>
                <a:lnTo>
                  <a:pt x="0" y="19853"/>
                </a:lnTo>
                <a:close/>
                <a:moveTo>
                  <a:pt x="1009631" y="0"/>
                </a:moveTo>
                <a:lnTo>
                  <a:pt x="1010974" y="0"/>
                </a:lnTo>
                <a:lnTo>
                  <a:pt x="1011044" y="1394"/>
                </a:lnTo>
                <a:lnTo>
                  <a:pt x="1009885" y="613"/>
                </a:lnTo>
                <a:close/>
                <a:moveTo>
                  <a:pt x="960854" y="0"/>
                </a:moveTo>
                <a:lnTo>
                  <a:pt x="990230" y="0"/>
                </a:lnTo>
                <a:lnTo>
                  <a:pt x="989976" y="613"/>
                </a:lnTo>
                <a:cubicBezTo>
                  <a:pt x="986282" y="4307"/>
                  <a:pt x="981179" y="6592"/>
                  <a:pt x="975542" y="6592"/>
                </a:cubicBezTo>
                <a:cubicBezTo>
                  <a:pt x="969905" y="6592"/>
                  <a:pt x="964802" y="4307"/>
                  <a:pt x="961108" y="613"/>
                </a:cubicBezTo>
                <a:close/>
                <a:moveTo>
                  <a:pt x="912077" y="0"/>
                </a:moveTo>
                <a:lnTo>
                  <a:pt x="941453" y="0"/>
                </a:lnTo>
                <a:lnTo>
                  <a:pt x="941199" y="613"/>
                </a:lnTo>
                <a:cubicBezTo>
                  <a:pt x="937505" y="4307"/>
                  <a:pt x="932402" y="6592"/>
                  <a:pt x="926765" y="6592"/>
                </a:cubicBezTo>
                <a:cubicBezTo>
                  <a:pt x="921128" y="6592"/>
                  <a:pt x="916025" y="4307"/>
                  <a:pt x="912331" y="613"/>
                </a:cubicBezTo>
                <a:close/>
                <a:moveTo>
                  <a:pt x="863300" y="0"/>
                </a:moveTo>
                <a:lnTo>
                  <a:pt x="892676" y="0"/>
                </a:lnTo>
                <a:lnTo>
                  <a:pt x="892422" y="613"/>
                </a:lnTo>
                <a:cubicBezTo>
                  <a:pt x="888728" y="4307"/>
                  <a:pt x="883625" y="6592"/>
                  <a:pt x="877988" y="6592"/>
                </a:cubicBezTo>
                <a:cubicBezTo>
                  <a:pt x="872351" y="6592"/>
                  <a:pt x="867248" y="4307"/>
                  <a:pt x="863554" y="613"/>
                </a:cubicBezTo>
                <a:close/>
                <a:moveTo>
                  <a:pt x="814523" y="0"/>
                </a:moveTo>
                <a:lnTo>
                  <a:pt x="843899" y="0"/>
                </a:lnTo>
                <a:lnTo>
                  <a:pt x="843645" y="613"/>
                </a:lnTo>
                <a:cubicBezTo>
                  <a:pt x="839951" y="4307"/>
                  <a:pt x="834848" y="6592"/>
                  <a:pt x="829211" y="6592"/>
                </a:cubicBezTo>
                <a:cubicBezTo>
                  <a:pt x="823574" y="6592"/>
                  <a:pt x="818471" y="4307"/>
                  <a:pt x="814777" y="613"/>
                </a:cubicBezTo>
                <a:close/>
                <a:moveTo>
                  <a:pt x="765746" y="0"/>
                </a:moveTo>
                <a:lnTo>
                  <a:pt x="795122" y="0"/>
                </a:lnTo>
                <a:lnTo>
                  <a:pt x="794868" y="613"/>
                </a:lnTo>
                <a:cubicBezTo>
                  <a:pt x="791174" y="4307"/>
                  <a:pt x="786071" y="6592"/>
                  <a:pt x="780434" y="6592"/>
                </a:cubicBezTo>
                <a:cubicBezTo>
                  <a:pt x="774797" y="6592"/>
                  <a:pt x="769694" y="4307"/>
                  <a:pt x="766000" y="613"/>
                </a:cubicBezTo>
                <a:close/>
                <a:moveTo>
                  <a:pt x="716969" y="0"/>
                </a:moveTo>
                <a:lnTo>
                  <a:pt x="746345" y="0"/>
                </a:lnTo>
                <a:lnTo>
                  <a:pt x="746091" y="613"/>
                </a:lnTo>
                <a:cubicBezTo>
                  <a:pt x="742397" y="4307"/>
                  <a:pt x="737294" y="6592"/>
                  <a:pt x="731657" y="6592"/>
                </a:cubicBezTo>
                <a:cubicBezTo>
                  <a:pt x="726020" y="6592"/>
                  <a:pt x="720917" y="4307"/>
                  <a:pt x="717223" y="613"/>
                </a:cubicBezTo>
                <a:close/>
                <a:moveTo>
                  <a:pt x="668192" y="0"/>
                </a:moveTo>
                <a:lnTo>
                  <a:pt x="697568" y="0"/>
                </a:lnTo>
                <a:lnTo>
                  <a:pt x="697314" y="613"/>
                </a:lnTo>
                <a:cubicBezTo>
                  <a:pt x="693620" y="4307"/>
                  <a:pt x="688517" y="6592"/>
                  <a:pt x="682880" y="6592"/>
                </a:cubicBezTo>
                <a:cubicBezTo>
                  <a:pt x="677243" y="6592"/>
                  <a:pt x="672140" y="4307"/>
                  <a:pt x="668446" y="613"/>
                </a:cubicBezTo>
                <a:close/>
                <a:moveTo>
                  <a:pt x="619415" y="0"/>
                </a:moveTo>
                <a:lnTo>
                  <a:pt x="648791" y="0"/>
                </a:lnTo>
                <a:lnTo>
                  <a:pt x="648537" y="613"/>
                </a:lnTo>
                <a:cubicBezTo>
                  <a:pt x="644843" y="4307"/>
                  <a:pt x="639740" y="6592"/>
                  <a:pt x="634103" y="6592"/>
                </a:cubicBezTo>
                <a:cubicBezTo>
                  <a:pt x="628466" y="6592"/>
                  <a:pt x="623363" y="4307"/>
                  <a:pt x="619669" y="613"/>
                </a:cubicBezTo>
                <a:close/>
                <a:moveTo>
                  <a:pt x="570638" y="0"/>
                </a:moveTo>
                <a:lnTo>
                  <a:pt x="600013" y="0"/>
                </a:lnTo>
                <a:lnTo>
                  <a:pt x="599760" y="613"/>
                </a:lnTo>
                <a:cubicBezTo>
                  <a:pt x="596066" y="4307"/>
                  <a:pt x="590963" y="6592"/>
                  <a:pt x="585326" y="6592"/>
                </a:cubicBezTo>
                <a:cubicBezTo>
                  <a:pt x="579689" y="6592"/>
                  <a:pt x="574586" y="4307"/>
                  <a:pt x="570892" y="613"/>
                </a:cubicBezTo>
                <a:close/>
                <a:moveTo>
                  <a:pt x="521861" y="0"/>
                </a:moveTo>
                <a:lnTo>
                  <a:pt x="551237" y="0"/>
                </a:lnTo>
                <a:lnTo>
                  <a:pt x="550983" y="613"/>
                </a:lnTo>
                <a:cubicBezTo>
                  <a:pt x="547289" y="4307"/>
                  <a:pt x="542185" y="6592"/>
                  <a:pt x="536549" y="6592"/>
                </a:cubicBezTo>
                <a:cubicBezTo>
                  <a:pt x="530912" y="6592"/>
                  <a:pt x="525808" y="4307"/>
                  <a:pt x="522114" y="613"/>
                </a:cubicBezTo>
                <a:close/>
                <a:moveTo>
                  <a:pt x="473084" y="0"/>
                </a:moveTo>
                <a:lnTo>
                  <a:pt x="502459" y="0"/>
                </a:lnTo>
                <a:lnTo>
                  <a:pt x="502206" y="613"/>
                </a:lnTo>
                <a:cubicBezTo>
                  <a:pt x="498512" y="4307"/>
                  <a:pt x="493408" y="6592"/>
                  <a:pt x="487772" y="6592"/>
                </a:cubicBezTo>
                <a:cubicBezTo>
                  <a:pt x="482135" y="6592"/>
                  <a:pt x="477031" y="4307"/>
                  <a:pt x="473337" y="613"/>
                </a:cubicBezTo>
                <a:close/>
                <a:moveTo>
                  <a:pt x="424307" y="0"/>
                </a:moveTo>
                <a:lnTo>
                  <a:pt x="453682" y="0"/>
                </a:lnTo>
                <a:lnTo>
                  <a:pt x="453429" y="613"/>
                </a:lnTo>
                <a:cubicBezTo>
                  <a:pt x="449735" y="4307"/>
                  <a:pt x="444631" y="6592"/>
                  <a:pt x="438994" y="6592"/>
                </a:cubicBezTo>
                <a:cubicBezTo>
                  <a:pt x="433358" y="6592"/>
                  <a:pt x="428254" y="4307"/>
                  <a:pt x="424560" y="613"/>
                </a:cubicBezTo>
                <a:close/>
                <a:moveTo>
                  <a:pt x="375529" y="0"/>
                </a:moveTo>
                <a:lnTo>
                  <a:pt x="404905" y="0"/>
                </a:lnTo>
                <a:lnTo>
                  <a:pt x="404651" y="613"/>
                </a:lnTo>
                <a:cubicBezTo>
                  <a:pt x="400957" y="4307"/>
                  <a:pt x="395854" y="6592"/>
                  <a:pt x="390217" y="6592"/>
                </a:cubicBezTo>
                <a:cubicBezTo>
                  <a:pt x="384580" y="6592"/>
                  <a:pt x="379477" y="4307"/>
                  <a:pt x="375783" y="613"/>
                </a:cubicBezTo>
                <a:close/>
                <a:moveTo>
                  <a:pt x="326752" y="0"/>
                </a:moveTo>
                <a:lnTo>
                  <a:pt x="356128" y="0"/>
                </a:lnTo>
                <a:lnTo>
                  <a:pt x="355874" y="613"/>
                </a:lnTo>
                <a:cubicBezTo>
                  <a:pt x="352180" y="4307"/>
                  <a:pt x="347077" y="6592"/>
                  <a:pt x="341440" y="6592"/>
                </a:cubicBezTo>
                <a:cubicBezTo>
                  <a:pt x="335803" y="6592"/>
                  <a:pt x="330700" y="4307"/>
                  <a:pt x="327006" y="613"/>
                </a:cubicBezTo>
                <a:close/>
                <a:moveTo>
                  <a:pt x="277975" y="0"/>
                </a:moveTo>
                <a:lnTo>
                  <a:pt x="307351" y="0"/>
                </a:lnTo>
                <a:lnTo>
                  <a:pt x="307097" y="613"/>
                </a:lnTo>
                <a:cubicBezTo>
                  <a:pt x="303403" y="4307"/>
                  <a:pt x="298300" y="6592"/>
                  <a:pt x="292663" y="6592"/>
                </a:cubicBezTo>
                <a:cubicBezTo>
                  <a:pt x="287026" y="6592"/>
                  <a:pt x="281923" y="4307"/>
                  <a:pt x="278229" y="613"/>
                </a:cubicBezTo>
                <a:close/>
                <a:moveTo>
                  <a:pt x="229198" y="0"/>
                </a:moveTo>
                <a:lnTo>
                  <a:pt x="258574" y="0"/>
                </a:lnTo>
                <a:lnTo>
                  <a:pt x="258320" y="613"/>
                </a:lnTo>
                <a:cubicBezTo>
                  <a:pt x="254626" y="4307"/>
                  <a:pt x="249523" y="6592"/>
                  <a:pt x="243886" y="6592"/>
                </a:cubicBezTo>
                <a:cubicBezTo>
                  <a:pt x="238249" y="6592"/>
                  <a:pt x="233146" y="4307"/>
                  <a:pt x="229452" y="613"/>
                </a:cubicBezTo>
                <a:close/>
                <a:moveTo>
                  <a:pt x="180421" y="0"/>
                </a:moveTo>
                <a:lnTo>
                  <a:pt x="209797" y="0"/>
                </a:lnTo>
                <a:lnTo>
                  <a:pt x="209543" y="613"/>
                </a:lnTo>
                <a:cubicBezTo>
                  <a:pt x="205849" y="4307"/>
                  <a:pt x="200746" y="6592"/>
                  <a:pt x="195109" y="6592"/>
                </a:cubicBezTo>
                <a:cubicBezTo>
                  <a:pt x="189472" y="6592"/>
                  <a:pt x="184369" y="4307"/>
                  <a:pt x="180675" y="613"/>
                </a:cubicBezTo>
                <a:close/>
                <a:moveTo>
                  <a:pt x="131644" y="0"/>
                </a:moveTo>
                <a:lnTo>
                  <a:pt x="161020" y="0"/>
                </a:lnTo>
                <a:lnTo>
                  <a:pt x="160766" y="613"/>
                </a:lnTo>
                <a:cubicBezTo>
                  <a:pt x="157072" y="4307"/>
                  <a:pt x="151969" y="6592"/>
                  <a:pt x="146332" y="6592"/>
                </a:cubicBezTo>
                <a:cubicBezTo>
                  <a:pt x="140695" y="6592"/>
                  <a:pt x="135592" y="4307"/>
                  <a:pt x="131898" y="613"/>
                </a:cubicBezTo>
                <a:close/>
                <a:moveTo>
                  <a:pt x="82867" y="0"/>
                </a:moveTo>
                <a:lnTo>
                  <a:pt x="112243" y="0"/>
                </a:lnTo>
                <a:lnTo>
                  <a:pt x="111989" y="613"/>
                </a:lnTo>
                <a:cubicBezTo>
                  <a:pt x="108295" y="4307"/>
                  <a:pt x="103192" y="6592"/>
                  <a:pt x="97555" y="6592"/>
                </a:cubicBezTo>
                <a:cubicBezTo>
                  <a:pt x="91918" y="6592"/>
                  <a:pt x="86815" y="4307"/>
                  <a:pt x="83121" y="613"/>
                </a:cubicBezTo>
                <a:close/>
                <a:moveTo>
                  <a:pt x="34090" y="0"/>
                </a:moveTo>
                <a:lnTo>
                  <a:pt x="63466" y="0"/>
                </a:lnTo>
                <a:lnTo>
                  <a:pt x="63212" y="613"/>
                </a:lnTo>
                <a:cubicBezTo>
                  <a:pt x="59518" y="4307"/>
                  <a:pt x="54415" y="6592"/>
                  <a:pt x="48778" y="6592"/>
                </a:cubicBezTo>
                <a:cubicBezTo>
                  <a:pt x="43141" y="6592"/>
                  <a:pt x="38038" y="4307"/>
                  <a:pt x="34344" y="613"/>
                </a:cubicBezTo>
                <a:close/>
                <a:moveTo>
                  <a:pt x="0" y="0"/>
                </a:moveTo>
                <a:lnTo>
                  <a:pt x="14689" y="0"/>
                </a:lnTo>
                <a:lnTo>
                  <a:pt x="14435" y="613"/>
                </a:lnTo>
                <a:cubicBezTo>
                  <a:pt x="10741" y="4307"/>
                  <a:pt x="5638" y="6592"/>
                  <a:pt x="2" y="6592"/>
                </a:cubicBezTo>
                <a:lnTo>
                  <a:pt x="0" y="6591"/>
                </a:lnTo>
                <a:close/>
              </a:path>
            </a:pathLst>
          </a:custGeom>
          <a:solidFill>
            <a:schemeClr val="accent1"/>
          </a:soli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47" name="Google Shape;47;p24"/>
          <p:cNvSpPr/>
          <p:nvPr/>
        </p:nvSpPr>
        <p:spPr>
          <a:xfrm>
            <a:off x="2" y="2"/>
            <a:ext cx="403373" cy="496797"/>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48" name="Google Shape;48;p24"/>
          <p:cNvSpPr txBox="1">
            <a:spLocks noGrp="1"/>
          </p:cNvSpPr>
          <p:nvPr>
            <p:ph type="title"/>
          </p:nvPr>
        </p:nvSpPr>
        <p:spPr>
          <a:xfrm>
            <a:off x="554200" y="2076467"/>
            <a:ext cx="5544800" cy="13528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1"/>
              </a:buClr>
              <a:buSzPts val="3000"/>
              <a:buFont typeface="Poppins Medium"/>
              <a:buNone/>
              <a:defRPr sz="4000">
                <a:solidFill>
                  <a:schemeClr val="accent1"/>
                </a:solidFill>
                <a:latin typeface="Poppins Medium"/>
                <a:ea typeface="Poppins Medium"/>
                <a:cs typeface="Poppins Medium"/>
                <a:sym typeface="Poppins Medium"/>
              </a:defRPr>
            </a:lvl1pPr>
            <a:lvl2pPr lvl="1" algn="l">
              <a:lnSpc>
                <a:spcPct val="100000"/>
              </a:lnSpc>
              <a:spcBef>
                <a:spcPts val="0"/>
              </a:spcBef>
              <a:spcAft>
                <a:spcPts val="0"/>
              </a:spcAft>
              <a:buClr>
                <a:schemeClr val="accent1"/>
              </a:buClr>
              <a:buSzPts val="3000"/>
              <a:buFont typeface="Poppins Medium"/>
              <a:buNone/>
              <a:defRPr sz="4000">
                <a:solidFill>
                  <a:schemeClr val="accent1"/>
                </a:solidFill>
                <a:latin typeface="Poppins Medium"/>
                <a:ea typeface="Poppins Medium"/>
                <a:cs typeface="Poppins Medium"/>
                <a:sym typeface="Poppins Medium"/>
              </a:defRPr>
            </a:lvl2pPr>
            <a:lvl3pPr lvl="2" algn="l">
              <a:lnSpc>
                <a:spcPct val="100000"/>
              </a:lnSpc>
              <a:spcBef>
                <a:spcPts val="0"/>
              </a:spcBef>
              <a:spcAft>
                <a:spcPts val="0"/>
              </a:spcAft>
              <a:buClr>
                <a:schemeClr val="accent1"/>
              </a:buClr>
              <a:buSzPts val="3000"/>
              <a:buFont typeface="Poppins Medium"/>
              <a:buNone/>
              <a:defRPr sz="4000">
                <a:solidFill>
                  <a:schemeClr val="accent1"/>
                </a:solidFill>
                <a:latin typeface="Poppins Medium"/>
                <a:ea typeface="Poppins Medium"/>
                <a:cs typeface="Poppins Medium"/>
                <a:sym typeface="Poppins Medium"/>
              </a:defRPr>
            </a:lvl3pPr>
            <a:lvl4pPr lvl="3" algn="l">
              <a:lnSpc>
                <a:spcPct val="100000"/>
              </a:lnSpc>
              <a:spcBef>
                <a:spcPts val="0"/>
              </a:spcBef>
              <a:spcAft>
                <a:spcPts val="0"/>
              </a:spcAft>
              <a:buClr>
                <a:schemeClr val="accent1"/>
              </a:buClr>
              <a:buSzPts val="3000"/>
              <a:buFont typeface="Poppins Medium"/>
              <a:buNone/>
              <a:defRPr sz="4000">
                <a:solidFill>
                  <a:schemeClr val="accent1"/>
                </a:solidFill>
                <a:latin typeface="Poppins Medium"/>
                <a:ea typeface="Poppins Medium"/>
                <a:cs typeface="Poppins Medium"/>
                <a:sym typeface="Poppins Medium"/>
              </a:defRPr>
            </a:lvl4pPr>
            <a:lvl5pPr lvl="4" algn="l">
              <a:lnSpc>
                <a:spcPct val="100000"/>
              </a:lnSpc>
              <a:spcBef>
                <a:spcPts val="0"/>
              </a:spcBef>
              <a:spcAft>
                <a:spcPts val="0"/>
              </a:spcAft>
              <a:buClr>
                <a:schemeClr val="accent1"/>
              </a:buClr>
              <a:buSzPts val="3000"/>
              <a:buFont typeface="Poppins Medium"/>
              <a:buNone/>
              <a:defRPr sz="4000">
                <a:solidFill>
                  <a:schemeClr val="accent1"/>
                </a:solidFill>
                <a:latin typeface="Poppins Medium"/>
                <a:ea typeface="Poppins Medium"/>
                <a:cs typeface="Poppins Medium"/>
                <a:sym typeface="Poppins Medium"/>
              </a:defRPr>
            </a:lvl5pPr>
            <a:lvl6pPr lvl="5" algn="l">
              <a:lnSpc>
                <a:spcPct val="100000"/>
              </a:lnSpc>
              <a:spcBef>
                <a:spcPts val="0"/>
              </a:spcBef>
              <a:spcAft>
                <a:spcPts val="0"/>
              </a:spcAft>
              <a:buClr>
                <a:schemeClr val="accent1"/>
              </a:buClr>
              <a:buSzPts val="3000"/>
              <a:buFont typeface="Poppins Medium"/>
              <a:buNone/>
              <a:defRPr sz="4000">
                <a:solidFill>
                  <a:schemeClr val="accent1"/>
                </a:solidFill>
                <a:latin typeface="Poppins Medium"/>
                <a:ea typeface="Poppins Medium"/>
                <a:cs typeface="Poppins Medium"/>
                <a:sym typeface="Poppins Medium"/>
              </a:defRPr>
            </a:lvl6pPr>
            <a:lvl7pPr lvl="6" algn="l">
              <a:lnSpc>
                <a:spcPct val="100000"/>
              </a:lnSpc>
              <a:spcBef>
                <a:spcPts val="0"/>
              </a:spcBef>
              <a:spcAft>
                <a:spcPts val="0"/>
              </a:spcAft>
              <a:buClr>
                <a:schemeClr val="accent1"/>
              </a:buClr>
              <a:buSzPts val="3000"/>
              <a:buFont typeface="Poppins Medium"/>
              <a:buNone/>
              <a:defRPr sz="4000">
                <a:solidFill>
                  <a:schemeClr val="accent1"/>
                </a:solidFill>
                <a:latin typeface="Poppins Medium"/>
                <a:ea typeface="Poppins Medium"/>
                <a:cs typeface="Poppins Medium"/>
                <a:sym typeface="Poppins Medium"/>
              </a:defRPr>
            </a:lvl7pPr>
            <a:lvl8pPr lvl="7" algn="l">
              <a:lnSpc>
                <a:spcPct val="100000"/>
              </a:lnSpc>
              <a:spcBef>
                <a:spcPts val="0"/>
              </a:spcBef>
              <a:spcAft>
                <a:spcPts val="0"/>
              </a:spcAft>
              <a:buClr>
                <a:schemeClr val="accent1"/>
              </a:buClr>
              <a:buSzPts val="3000"/>
              <a:buFont typeface="Poppins Medium"/>
              <a:buNone/>
              <a:defRPr sz="4000">
                <a:solidFill>
                  <a:schemeClr val="accent1"/>
                </a:solidFill>
                <a:latin typeface="Poppins Medium"/>
                <a:ea typeface="Poppins Medium"/>
                <a:cs typeface="Poppins Medium"/>
                <a:sym typeface="Poppins Medium"/>
              </a:defRPr>
            </a:lvl8pPr>
            <a:lvl9pPr lvl="8" algn="l">
              <a:lnSpc>
                <a:spcPct val="100000"/>
              </a:lnSpc>
              <a:spcBef>
                <a:spcPts val="0"/>
              </a:spcBef>
              <a:spcAft>
                <a:spcPts val="0"/>
              </a:spcAft>
              <a:buClr>
                <a:schemeClr val="accent1"/>
              </a:buClr>
              <a:buSzPts val="3000"/>
              <a:buFont typeface="Poppins Medium"/>
              <a:buNone/>
              <a:defRPr sz="4000">
                <a:solidFill>
                  <a:schemeClr val="accent1"/>
                </a:solidFill>
                <a:latin typeface="Poppins Medium"/>
                <a:ea typeface="Poppins Medium"/>
                <a:cs typeface="Poppins Medium"/>
                <a:sym typeface="Poppins Medium"/>
              </a:defRPr>
            </a:lvl9pPr>
          </a:lstStyle>
          <a:p>
            <a:endParaRPr/>
          </a:p>
        </p:txBody>
      </p:sp>
      <p:sp>
        <p:nvSpPr>
          <p:cNvPr id="49" name="Google Shape;49;p24"/>
          <p:cNvSpPr txBox="1">
            <a:spLocks noGrp="1"/>
          </p:cNvSpPr>
          <p:nvPr>
            <p:ph type="subTitle" idx="1"/>
          </p:nvPr>
        </p:nvSpPr>
        <p:spPr>
          <a:xfrm>
            <a:off x="554200" y="3593767"/>
            <a:ext cx="5544800" cy="386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Font typeface="Poppins"/>
              <a:buNone/>
              <a:defRPr>
                <a:latin typeface="Poppins"/>
                <a:ea typeface="Poppins"/>
                <a:cs typeface="Poppins"/>
                <a:sym typeface="Poppins"/>
              </a:defRPr>
            </a:lvl1pPr>
            <a:lvl2pPr lvl="1" algn="l">
              <a:lnSpc>
                <a:spcPct val="100000"/>
              </a:lnSpc>
              <a:spcBef>
                <a:spcPts val="267"/>
              </a:spcBef>
              <a:spcAft>
                <a:spcPts val="0"/>
              </a:spcAft>
              <a:buSzPts val="1400"/>
              <a:buFont typeface="Poppins"/>
              <a:buNone/>
              <a:defRPr>
                <a:latin typeface="Poppins"/>
                <a:ea typeface="Poppins"/>
                <a:cs typeface="Poppins"/>
                <a:sym typeface="Poppins"/>
              </a:defRPr>
            </a:lvl2pPr>
            <a:lvl3pPr lvl="2" algn="l">
              <a:lnSpc>
                <a:spcPct val="100000"/>
              </a:lnSpc>
              <a:spcBef>
                <a:spcPts val="267"/>
              </a:spcBef>
              <a:spcAft>
                <a:spcPts val="0"/>
              </a:spcAft>
              <a:buSzPts val="1400"/>
              <a:buFont typeface="Poppins"/>
              <a:buNone/>
              <a:defRPr>
                <a:latin typeface="Poppins"/>
                <a:ea typeface="Poppins"/>
                <a:cs typeface="Poppins"/>
                <a:sym typeface="Poppins"/>
              </a:defRPr>
            </a:lvl3pPr>
            <a:lvl4pPr lvl="3" algn="l">
              <a:lnSpc>
                <a:spcPct val="100000"/>
              </a:lnSpc>
              <a:spcBef>
                <a:spcPts val="267"/>
              </a:spcBef>
              <a:spcAft>
                <a:spcPts val="0"/>
              </a:spcAft>
              <a:buSzPts val="1400"/>
              <a:buFont typeface="Poppins"/>
              <a:buNone/>
              <a:defRPr>
                <a:latin typeface="Poppins"/>
                <a:ea typeface="Poppins"/>
                <a:cs typeface="Poppins"/>
                <a:sym typeface="Poppins"/>
              </a:defRPr>
            </a:lvl4pPr>
            <a:lvl5pPr lvl="4" algn="l">
              <a:lnSpc>
                <a:spcPct val="100000"/>
              </a:lnSpc>
              <a:spcBef>
                <a:spcPts val="267"/>
              </a:spcBef>
              <a:spcAft>
                <a:spcPts val="0"/>
              </a:spcAft>
              <a:buSzPts val="1400"/>
              <a:buFont typeface="Poppins"/>
              <a:buNone/>
              <a:defRPr>
                <a:latin typeface="Poppins"/>
                <a:ea typeface="Poppins"/>
                <a:cs typeface="Poppins"/>
                <a:sym typeface="Poppins"/>
              </a:defRPr>
            </a:lvl5pPr>
            <a:lvl6pPr lvl="5" algn="l">
              <a:lnSpc>
                <a:spcPct val="100000"/>
              </a:lnSpc>
              <a:spcBef>
                <a:spcPts val="267"/>
              </a:spcBef>
              <a:spcAft>
                <a:spcPts val="0"/>
              </a:spcAft>
              <a:buSzPts val="1400"/>
              <a:buFont typeface="Poppins"/>
              <a:buNone/>
              <a:defRPr>
                <a:latin typeface="Poppins"/>
                <a:ea typeface="Poppins"/>
                <a:cs typeface="Poppins"/>
                <a:sym typeface="Poppins"/>
              </a:defRPr>
            </a:lvl6pPr>
            <a:lvl7pPr lvl="6" algn="l">
              <a:lnSpc>
                <a:spcPct val="100000"/>
              </a:lnSpc>
              <a:spcBef>
                <a:spcPts val="267"/>
              </a:spcBef>
              <a:spcAft>
                <a:spcPts val="0"/>
              </a:spcAft>
              <a:buSzPts val="1400"/>
              <a:buFont typeface="Poppins"/>
              <a:buNone/>
              <a:defRPr>
                <a:latin typeface="Poppins"/>
                <a:ea typeface="Poppins"/>
                <a:cs typeface="Poppins"/>
                <a:sym typeface="Poppins"/>
              </a:defRPr>
            </a:lvl7pPr>
            <a:lvl8pPr lvl="7" algn="l">
              <a:lnSpc>
                <a:spcPct val="100000"/>
              </a:lnSpc>
              <a:spcBef>
                <a:spcPts val="267"/>
              </a:spcBef>
              <a:spcAft>
                <a:spcPts val="0"/>
              </a:spcAft>
              <a:buSzPts val="1400"/>
              <a:buFont typeface="Poppins"/>
              <a:buNone/>
              <a:defRPr>
                <a:latin typeface="Poppins"/>
                <a:ea typeface="Poppins"/>
                <a:cs typeface="Poppins"/>
                <a:sym typeface="Poppins"/>
              </a:defRPr>
            </a:lvl8pPr>
            <a:lvl9pPr lvl="8" algn="l">
              <a:lnSpc>
                <a:spcPct val="100000"/>
              </a:lnSpc>
              <a:spcBef>
                <a:spcPts val="267"/>
              </a:spcBef>
              <a:spcAft>
                <a:spcPts val="267"/>
              </a:spcAft>
              <a:buSzPts val="1400"/>
              <a:buFont typeface="Poppins"/>
              <a:buNone/>
              <a:defRPr>
                <a:latin typeface="Poppins"/>
                <a:ea typeface="Poppins"/>
                <a:cs typeface="Poppins"/>
                <a:sym typeface="Poppins"/>
              </a:defRPr>
            </a:lvl9pPr>
          </a:lstStyle>
          <a:p>
            <a:endParaRPr/>
          </a:p>
        </p:txBody>
      </p:sp>
      <p:sp>
        <p:nvSpPr>
          <p:cNvPr id="50" name="Google Shape;50;p24"/>
          <p:cNvSpPr txBox="1">
            <a:spLocks noGrp="1"/>
          </p:cNvSpPr>
          <p:nvPr>
            <p:ph type="subTitle" idx="3"/>
          </p:nvPr>
        </p:nvSpPr>
        <p:spPr>
          <a:xfrm>
            <a:off x="554200" y="4144267"/>
            <a:ext cx="2328800" cy="298000"/>
          </a:xfrm>
          <a:prstGeom prst="rect">
            <a:avLst/>
          </a:prstGeom>
          <a:solidFill>
            <a:schemeClr val="dk2"/>
          </a:solidFill>
          <a:ln>
            <a:noFill/>
          </a:ln>
        </p:spPr>
        <p:txBody>
          <a:bodyPr spcFirstLastPara="1" wrap="square" lIns="91425" tIns="45700" rIns="91425" bIns="45700" anchor="ctr" anchorCtr="0">
            <a:spAutoFit/>
          </a:bodyPr>
          <a:lstStyle>
            <a:lvl1pPr lvl="0" algn="l">
              <a:lnSpc>
                <a:spcPct val="100000"/>
              </a:lnSpc>
              <a:spcBef>
                <a:spcPts val="0"/>
              </a:spcBef>
              <a:spcAft>
                <a:spcPts val="0"/>
              </a:spcAft>
              <a:buSzPts val="1000"/>
              <a:buFont typeface="Poppins"/>
              <a:buNone/>
              <a:defRPr sz="1333">
                <a:latin typeface="Poppins"/>
                <a:ea typeface="Poppins"/>
                <a:cs typeface="Poppins"/>
                <a:sym typeface="Poppins"/>
              </a:defRPr>
            </a:lvl1pPr>
            <a:lvl2pPr lvl="1" algn="l">
              <a:lnSpc>
                <a:spcPct val="100000"/>
              </a:lnSpc>
              <a:spcBef>
                <a:spcPts val="267"/>
              </a:spcBef>
              <a:spcAft>
                <a:spcPts val="0"/>
              </a:spcAft>
              <a:buSzPts val="1200"/>
              <a:buFont typeface="Poppins"/>
              <a:buNone/>
              <a:defRPr sz="1600">
                <a:latin typeface="Poppins"/>
                <a:ea typeface="Poppins"/>
                <a:cs typeface="Poppins"/>
                <a:sym typeface="Poppins"/>
              </a:defRPr>
            </a:lvl2pPr>
            <a:lvl3pPr lvl="2" algn="l">
              <a:lnSpc>
                <a:spcPct val="100000"/>
              </a:lnSpc>
              <a:spcBef>
                <a:spcPts val="267"/>
              </a:spcBef>
              <a:spcAft>
                <a:spcPts val="0"/>
              </a:spcAft>
              <a:buSzPts val="1200"/>
              <a:buFont typeface="Poppins"/>
              <a:buNone/>
              <a:defRPr sz="1600">
                <a:latin typeface="Poppins"/>
                <a:ea typeface="Poppins"/>
                <a:cs typeface="Poppins"/>
                <a:sym typeface="Poppins"/>
              </a:defRPr>
            </a:lvl3pPr>
            <a:lvl4pPr lvl="3" algn="l">
              <a:lnSpc>
                <a:spcPct val="100000"/>
              </a:lnSpc>
              <a:spcBef>
                <a:spcPts val="267"/>
              </a:spcBef>
              <a:spcAft>
                <a:spcPts val="0"/>
              </a:spcAft>
              <a:buSzPts val="1200"/>
              <a:buFont typeface="Poppins"/>
              <a:buNone/>
              <a:defRPr sz="1600">
                <a:latin typeface="Poppins"/>
                <a:ea typeface="Poppins"/>
                <a:cs typeface="Poppins"/>
                <a:sym typeface="Poppins"/>
              </a:defRPr>
            </a:lvl4pPr>
            <a:lvl5pPr lvl="4" algn="l">
              <a:lnSpc>
                <a:spcPct val="100000"/>
              </a:lnSpc>
              <a:spcBef>
                <a:spcPts val="267"/>
              </a:spcBef>
              <a:spcAft>
                <a:spcPts val="0"/>
              </a:spcAft>
              <a:buSzPts val="1200"/>
              <a:buFont typeface="Poppins"/>
              <a:buNone/>
              <a:defRPr sz="1600">
                <a:latin typeface="Poppins"/>
                <a:ea typeface="Poppins"/>
                <a:cs typeface="Poppins"/>
                <a:sym typeface="Poppins"/>
              </a:defRPr>
            </a:lvl5pPr>
            <a:lvl6pPr lvl="5" algn="l">
              <a:lnSpc>
                <a:spcPct val="100000"/>
              </a:lnSpc>
              <a:spcBef>
                <a:spcPts val="267"/>
              </a:spcBef>
              <a:spcAft>
                <a:spcPts val="0"/>
              </a:spcAft>
              <a:buSzPts val="1200"/>
              <a:buFont typeface="Poppins"/>
              <a:buNone/>
              <a:defRPr sz="1600">
                <a:latin typeface="Poppins"/>
                <a:ea typeface="Poppins"/>
                <a:cs typeface="Poppins"/>
                <a:sym typeface="Poppins"/>
              </a:defRPr>
            </a:lvl6pPr>
            <a:lvl7pPr lvl="6" algn="l">
              <a:lnSpc>
                <a:spcPct val="100000"/>
              </a:lnSpc>
              <a:spcBef>
                <a:spcPts val="267"/>
              </a:spcBef>
              <a:spcAft>
                <a:spcPts val="0"/>
              </a:spcAft>
              <a:buSzPts val="1200"/>
              <a:buFont typeface="Poppins"/>
              <a:buNone/>
              <a:defRPr sz="1600">
                <a:latin typeface="Poppins"/>
                <a:ea typeface="Poppins"/>
                <a:cs typeface="Poppins"/>
                <a:sym typeface="Poppins"/>
              </a:defRPr>
            </a:lvl7pPr>
            <a:lvl8pPr lvl="7" algn="l">
              <a:lnSpc>
                <a:spcPct val="100000"/>
              </a:lnSpc>
              <a:spcBef>
                <a:spcPts val="267"/>
              </a:spcBef>
              <a:spcAft>
                <a:spcPts val="0"/>
              </a:spcAft>
              <a:buSzPts val="1200"/>
              <a:buFont typeface="Poppins"/>
              <a:buNone/>
              <a:defRPr sz="1600">
                <a:latin typeface="Poppins"/>
                <a:ea typeface="Poppins"/>
                <a:cs typeface="Poppins"/>
                <a:sym typeface="Poppins"/>
              </a:defRPr>
            </a:lvl8pPr>
            <a:lvl9pPr lvl="8" algn="l">
              <a:lnSpc>
                <a:spcPct val="100000"/>
              </a:lnSpc>
              <a:spcBef>
                <a:spcPts val="267"/>
              </a:spcBef>
              <a:spcAft>
                <a:spcPts val="267"/>
              </a:spcAft>
              <a:buSzPts val="1200"/>
              <a:buFont typeface="Poppins"/>
              <a:buNone/>
              <a:defRPr sz="1600">
                <a:latin typeface="Poppins"/>
                <a:ea typeface="Poppins"/>
                <a:cs typeface="Poppins"/>
                <a:sym typeface="Poppins"/>
              </a:defRPr>
            </a:lvl9pPr>
          </a:lstStyle>
          <a:p>
            <a:endParaRPr/>
          </a:p>
        </p:txBody>
      </p:sp>
      <p:sp>
        <p:nvSpPr>
          <p:cNvPr id="51" name="Google Shape;51;p24"/>
          <p:cNvSpPr/>
          <p:nvPr/>
        </p:nvSpPr>
        <p:spPr>
          <a:xfrm>
            <a:off x="8340399" y="3006656"/>
            <a:ext cx="3851608" cy="3851345"/>
          </a:xfrm>
          <a:custGeom>
            <a:avLst/>
            <a:gdLst/>
            <a:ahLst/>
            <a:cxnLst/>
            <a:rect l="l" t="t" r="r" b="b"/>
            <a:pathLst>
              <a:path w="3826101" h="3851345" extrusionOk="0">
                <a:moveTo>
                  <a:pt x="3826101" y="0"/>
                </a:moveTo>
                <a:lnTo>
                  <a:pt x="3826101" y="584257"/>
                </a:lnTo>
                <a:lnTo>
                  <a:pt x="3672624" y="588138"/>
                </a:lnTo>
                <a:cubicBezTo>
                  <a:pt x="1952295" y="675341"/>
                  <a:pt x="584255" y="2097818"/>
                  <a:pt x="584255" y="3839818"/>
                </a:cubicBezTo>
                <a:lnTo>
                  <a:pt x="584819" y="3851345"/>
                </a:lnTo>
                <a:lnTo>
                  <a:pt x="564" y="3851345"/>
                </a:lnTo>
                <a:lnTo>
                  <a:pt x="0" y="3839817"/>
                </a:lnTo>
                <a:cubicBezTo>
                  <a:pt x="0" y="1785226"/>
                  <a:pt x="1613526" y="107493"/>
                  <a:pt x="3642558" y="4641"/>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cxnSp>
        <p:nvCxnSpPr>
          <p:cNvPr id="52" name="Google Shape;52;p24"/>
          <p:cNvCxnSpPr/>
          <p:nvPr/>
        </p:nvCxnSpPr>
        <p:spPr>
          <a:xfrm>
            <a:off x="10297332" y="653939"/>
            <a:ext cx="0" cy="437600"/>
          </a:xfrm>
          <a:prstGeom prst="straightConnector1">
            <a:avLst/>
          </a:prstGeom>
          <a:noFill/>
          <a:ln w="9525" cap="flat" cmpd="sng">
            <a:solidFill>
              <a:srgbClr val="DEDEDE"/>
            </a:solidFill>
            <a:prstDash val="solid"/>
            <a:round/>
            <a:headEnd type="none" w="sm" len="sm"/>
            <a:tailEnd type="none" w="sm" len="sm"/>
          </a:ln>
        </p:spPr>
      </p:cxnSp>
      <p:sp>
        <p:nvSpPr>
          <p:cNvPr id="53" name="Google Shape;53;p24"/>
          <p:cNvSpPr txBox="1"/>
          <p:nvPr/>
        </p:nvSpPr>
        <p:spPr>
          <a:xfrm>
            <a:off x="550867" y="6499667"/>
            <a:ext cx="2014800" cy="123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US" sz="800" b="0" i="0" u="none" strike="noStrike" cap="none" dirty="0">
                <a:solidFill>
                  <a:schemeClr val="lt1"/>
                </a:solidFill>
                <a:latin typeface="Calibri"/>
                <a:ea typeface="Calibri"/>
                <a:cs typeface="Calibri"/>
                <a:sym typeface="Calibri"/>
              </a:rPr>
              <a:t>Tiger Analytics Inc. © 2023. All Rights Reserved.</a:t>
            </a:r>
            <a:endParaRPr sz="800" b="0" i="0" u="none" strike="noStrike" cap="none" dirty="0">
              <a:solidFill>
                <a:schemeClr val="lt1"/>
              </a:solidFill>
              <a:latin typeface="Calibri"/>
              <a:ea typeface="Calibri"/>
              <a:cs typeface="Calibri"/>
              <a:sym typeface="Calibri"/>
            </a:endParaRPr>
          </a:p>
        </p:txBody>
      </p:sp>
      <p:sp>
        <p:nvSpPr>
          <p:cNvPr id="54" name="Google Shape;54;p24"/>
          <p:cNvSpPr txBox="1">
            <a:spLocks noGrp="1"/>
          </p:cNvSpPr>
          <p:nvPr>
            <p:ph type="subTitle" idx="4"/>
          </p:nvPr>
        </p:nvSpPr>
        <p:spPr>
          <a:xfrm>
            <a:off x="3078592" y="6499667"/>
            <a:ext cx="1376800" cy="1232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600"/>
              <a:buNone/>
              <a:defRPr sz="800"/>
            </a:lvl1pPr>
            <a:lvl2pPr lvl="1" algn="ctr">
              <a:lnSpc>
                <a:spcPct val="100000"/>
              </a:lnSpc>
              <a:spcBef>
                <a:spcPts val="267"/>
              </a:spcBef>
              <a:spcAft>
                <a:spcPts val="0"/>
              </a:spcAft>
              <a:buSzPts val="1400"/>
              <a:buNone/>
              <a:defRPr/>
            </a:lvl2pPr>
            <a:lvl3pPr lvl="2" algn="ctr">
              <a:lnSpc>
                <a:spcPct val="100000"/>
              </a:lnSpc>
              <a:spcBef>
                <a:spcPts val="267"/>
              </a:spcBef>
              <a:spcAft>
                <a:spcPts val="0"/>
              </a:spcAft>
              <a:buSzPts val="1400"/>
              <a:buNone/>
              <a:defRPr/>
            </a:lvl3pPr>
            <a:lvl4pPr lvl="3" algn="ctr">
              <a:lnSpc>
                <a:spcPct val="100000"/>
              </a:lnSpc>
              <a:spcBef>
                <a:spcPts val="267"/>
              </a:spcBef>
              <a:spcAft>
                <a:spcPts val="0"/>
              </a:spcAft>
              <a:buSzPts val="1400"/>
              <a:buNone/>
              <a:defRPr/>
            </a:lvl4pPr>
            <a:lvl5pPr lvl="4" algn="ctr">
              <a:lnSpc>
                <a:spcPct val="100000"/>
              </a:lnSpc>
              <a:spcBef>
                <a:spcPts val="267"/>
              </a:spcBef>
              <a:spcAft>
                <a:spcPts val="0"/>
              </a:spcAft>
              <a:buSzPts val="1400"/>
              <a:buNone/>
              <a:defRPr/>
            </a:lvl5pPr>
            <a:lvl6pPr lvl="5" algn="ctr">
              <a:lnSpc>
                <a:spcPct val="100000"/>
              </a:lnSpc>
              <a:spcBef>
                <a:spcPts val="267"/>
              </a:spcBef>
              <a:spcAft>
                <a:spcPts val="0"/>
              </a:spcAft>
              <a:buSzPts val="1400"/>
              <a:buNone/>
              <a:defRPr/>
            </a:lvl6pPr>
            <a:lvl7pPr lvl="6" algn="ctr">
              <a:lnSpc>
                <a:spcPct val="100000"/>
              </a:lnSpc>
              <a:spcBef>
                <a:spcPts val="267"/>
              </a:spcBef>
              <a:spcAft>
                <a:spcPts val="0"/>
              </a:spcAft>
              <a:buSzPts val="1400"/>
              <a:buNone/>
              <a:defRPr/>
            </a:lvl7pPr>
            <a:lvl8pPr lvl="7" algn="ctr">
              <a:lnSpc>
                <a:spcPct val="100000"/>
              </a:lnSpc>
              <a:spcBef>
                <a:spcPts val="267"/>
              </a:spcBef>
              <a:spcAft>
                <a:spcPts val="0"/>
              </a:spcAft>
              <a:buSzPts val="1400"/>
              <a:buNone/>
              <a:defRPr/>
            </a:lvl8pPr>
            <a:lvl9pPr lvl="8" algn="ctr">
              <a:lnSpc>
                <a:spcPct val="100000"/>
              </a:lnSpc>
              <a:spcBef>
                <a:spcPts val="267"/>
              </a:spcBef>
              <a:spcAft>
                <a:spcPts val="267"/>
              </a:spcAft>
              <a:buSzPts val="1400"/>
              <a:buNone/>
              <a:defRPr/>
            </a:lvl9pPr>
          </a:lstStyle>
          <a:p>
            <a:endParaRPr/>
          </a:p>
        </p:txBody>
      </p:sp>
      <p:sp>
        <p:nvSpPr>
          <p:cNvPr id="55" name="Google Shape;55;p24"/>
          <p:cNvSpPr txBox="1">
            <a:spLocks noGrp="1"/>
          </p:cNvSpPr>
          <p:nvPr>
            <p:ph type="subTitle" idx="5"/>
          </p:nvPr>
        </p:nvSpPr>
        <p:spPr>
          <a:xfrm>
            <a:off x="5236821" y="6499667"/>
            <a:ext cx="856000" cy="1232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600"/>
              <a:buNone/>
              <a:defRPr sz="800"/>
            </a:lvl1pPr>
            <a:lvl2pPr lvl="1" algn="l">
              <a:lnSpc>
                <a:spcPct val="100000"/>
              </a:lnSpc>
              <a:spcBef>
                <a:spcPts val="267"/>
              </a:spcBef>
              <a:spcAft>
                <a:spcPts val="0"/>
              </a:spcAft>
              <a:buSzPts val="1400"/>
              <a:buNone/>
              <a:defRPr/>
            </a:lvl2pPr>
            <a:lvl3pPr lvl="2" algn="l">
              <a:lnSpc>
                <a:spcPct val="100000"/>
              </a:lnSpc>
              <a:spcBef>
                <a:spcPts val="267"/>
              </a:spcBef>
              <a:spcAft>
                <a:spcPts val="0"/>
              </a:spcAft>
              <a:buSzPts val="1400"/>
              <a:buNone/>
              <a:defRPr/>
            </a:lvl3pPr>
            <a:lvl4pPr lvl="3" algn="l">
              <a:lnSpc>
                <a:spcPct val="100000"/>
              </a:lnSpc>
              <a:spcBef>
                <a:spcPts val="267"/>
              </a:spcBef>
              <a:spcAft>
                <a:spcPts val="0"/>
              </a:spcAft>
              <a:buSzPts val="1400"/>
              <a:buNone/>
              <a:defRPr/>
            </a:lvl4pPr>
            <a:lvl5pPr lvl="4" algn="l">
              <a:lnSpc>
                <a:spcPct val="100000"/>
              </a:lnSpc>
              <a:spcBef>
                <a:spcPts val="267"/>
              </a:spcBef>
              <a:spcAft>
                <a:spcPts val="0"/>
              </a:spcAft>
              <a:buSzPts val="1400"/>
              <a:buNone/>
              <a:defRPr/>
            </a:lvl5pPr>
            <a:lvl6pPr lvl="5" algn="l">
              <a:lnSpc>
                <a:spcPct val="100000"/>
              </a:lnSpc>
              <a:spcBef>
                <a:spcPts val="267"/>
              </a:spcBef>
              <a:spcAft>
                <a:spcPts val="0"/>
              </a:spcAft>
              <a:buSzPts val="1400"/>
              <a:buNone/>
              <a:defRPr/>
            </a:lvl6pPr>
            <a:lvl7pPr lvl="6" algn="l">
              <a:lnSpc>
                <a:spcPct val="100000"/>
              </a:lnSpc>
              <a:spcBef>
                <a:spcPts val="267"/>
              </a:spcBef>
              <a:spcAft>
                <a:spcPts val="0"/>
              </a:spcAft>
              <a:buSzPts val="1400"/>
              <a:buNone/>
              <a:defRPr/>
            </a:lvl7pPr>
            <a:lvl8pPr lvl="7" algn="l">
              <a:lnSpc>
                <a:spcPct val="100000"/>
              </a:lnSpc>
              <a:spcBef>
                <a:spcPts val="267"/>
              </a:spcBef>
              <a:spcAft>
                <a:spcPts val="0"/>
              </a:spcAft>
              <a:buSzPts val="1400"/>
              <a:buNone/>
              <a:defRPr/>
            </a:lvl8pPr>
            <a:lvl9pPr lvl="8" algn="l">
              <a:lnSpc>
                <a:spcPct val="100000"/>
              </a:lnSpc>
              <a:spcBef>
                <a:spcPts val="267"/>
              </a:spcBef>
              <a:spcAft>
                <a:spcPts val="267"/>
              </a:spcAft>
              <a:buSzPts val="1400"/>
              <a:buNone/>
              <a:defRPr/>
            </a:lvl9pPr>
          </a:lstStyle>
          <a:p>
            <a:endParaRPr/>
          </a:p>
        </p:txBody>
      </p:sp>
      <p:sp>
        <p:nvSpPr>
          <p:cNvPr id="56" name="Google Shape;56;p24"/>
          <p:cNvSpPr txBox="1">
            <a:spLocks noGrp="1"/>
          </p:cNvSpPr>
          <p:nvPr>
            <p:ph type="subTitle" idx="6"/>
          </p:nvPr>
        </p:nvSpPr>
        <p:spPr>
          <a:xfrm>
            <a:off x="6983589" y="6499667"/>
            <a:ext cx="745200" cy="1232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600"/>
              <a:buNone/>
              <a:defRPr sz="800"/>
            </a:lvl1pPr>
            <a:lvl2pPr lvl="1" algn="l">
              <a:lnSpc>
                <a:spcPct val="100000"/>
              </a:lnSpc>
              <a:spcBef>
                <a:spcPts val="267"/>
              </a:spcBef>
              <a:spcAft>
                <a:spcPts val="0"/>
              </a:spcAft>
              <a:buSzPts val="1400"/>
              <a:buNone/>
              <a:defRPr/>
            </a:lvl2pPr>
            <a:lvl3pPr lvl="2" algn="l">
              <a:lnSpc>
                <a:spcPct val="100000"/>
              </a:lnSpc>
              <a:spcBef>
                <a:spcPts val="267"/>
              </a:spcBef>
              <a:spcAft>
                <a:spcPts val="0"/>
              </a:spcAft>
              <a:buSzPts val="1400"/>
              <a:buNone/>
              <a:defRPr/>
            </a:lvl3pPr>
            <a:lvl4pPr lvl="3" algn="l">
              <a:lnSpc>
                <a:spcPct val="100000"/>
              </a:lnSpc>
              <a:spcBef>
                <a:spcPts val="267"/>
              </a:spcBef>
              <a:spcAft>
                <a:spcPts val="0"/>
              </a:spcAft>
              <a:buSzPts val="1400"/>
              <a:buNone/>
              <a:defRPr/>
            </a:lvl4pPr>
            <a:lvl5pPr lvl="4" algn="l">
              <a:lnSpc>
                <a:spcPct val="100000"/>
              </a:lnSpc>
              <a:spcBef>
                <a:spcPts val="267"/>
              </a:spcBef>
              <a:spcAft>
                <a:spcPts val="0"/>
              </a:spcAft>
              <a:buSzPts val="1400"/>
              <a:buNone/>
              <a:defRPr/>
            </a:lvl5pPr>
            <a:lvl6pPr lvl="5" algn="l">
              <a:lnSpc>
                <a:spcPct val="100000"/>
              </a:lnSpc>
              <a:spcBef>
                <a:spcPts val="267"/>
              </a:spcBef>
              <a:spcAft>
                <a:spcPts val="0"/>
              </a:spcAft>
              <a:buSzPts val="1400"/>
              <a:buNone/>
              <a:defRPr/>
            </a:lvl6pPr>
            <a:lvl7pPr lvl="6" algn="l">
              <a:lnSpc>
                <a:spcPct val="100000"/>
              </a:lnSpc>
              <a:spcBef>
                <a:spcPts val="267"/>
              </a:spcBef>
              <a:spcAft>
                <a:spcPts val="0"/>
              </a:spcAft>
              <a:buSzPts val="1400"/>
              <a:buNone/>
              <a:defRPr/>
            </a:lvl7pPr>
            <a:lvl8pPr lvl="7" algn="l">
              <a:lnSpc>
                <a:spcPct val="100000"/>
              </a:lnSpc>
              <a:spcBef>
                <a:spcPts val="267"/>
              </a:spcBef>
              <a:spcAft>
                <a:spcPts val="0"/>
              </a:spcAft>
              <a:buSzPts val="1400"/>
              <a:buNone/>
              <a:defRPr/>
            </a:lvl8pPr>
            <a:lvl9pPr lvl="8" algn="l">
              <a:lnSpc>
                <a:spcPct val="100000"/>
              </a:lnSpc>
              <a:spcBef>
                <a:spcPts val="267"/>
              </a:spcBef>
              <a:spcAft>
                <a:spcPts val="267"/>
              </a:spcAft>
              <a:buSzPts val="1400"/>
              <a:buNone/>
              <a:defRPr/>
            </a:lvl9pPr>
          </a:lstStyle>
          <a:p>
            <a:endParaRPr/>
          </a:p>
        </p:txBody>
      </p:sp>
      <p:sp>
        <p:nvSpPr>
          <p:cNvPr id="57" name="Google Shape;57;p24"/>
          <p:cNvSpPr txBox="1"/>
          <p:nvPr/>
        </p:nvSpPr>
        <p:spPr>
          <a:xfrm>
            <a:off x="4968296" y="6499667"/>
            <a:ext cx="234400" cy="1232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000000"/>
              </a:buClr>
              <a:buSzPts val="600"/>
              <a:buFont typeface="Arial"/>
              <a:buNone/>
            </a:pPr>
            <a:r>
              <a:rPr lang="en-US" sz="800" b="0" i="0" u="none" strike="noStrike" cap="none" dirty="0">
                <a:solidFill>
                  <a:schemeClr val="lt1"/>
                </a:solidFill>
                <a:latin typeface="Calibri"/>
                <a:ea typeface="Calibri"/>
                <a:cs typeface="Calibri"/>
                <a:sym typeface="Calibri"/>
              </a:rPr>
              <a:t>Date:</a:t>
            </a:r>
            <a:endParaRPr sz="800" b="0" i="0" u="none" strike="noStrike" cap="none" dirty="0">
              <a:solidFill>
                <a:schemeClr val="lt1"/>
              </a:solidFill>
              <a:latin typeface="Calibri"/>
              <a:ea typeface="Calibri"/>
              <a:cs typeface="Calibri"/>
              <a:sym typeface="Calibri"/>
            </a:endParaRPr>
          </a:p>
        </p:txBody>
      </p:sp>
      <p:sp>
        <p:nvSpPr>
          <p:cNvPr id="58" name="Google Shape;58;p24"/>
          <p:cNvSpPr txBox="1"/>
          <p:nvPr/>
        </p:nvSpPr>
        <p:spPr>
          <a:xfrm>
            <a:off x="6598040" y="6499667"/>
            <a:ext cx="350000" cy="1232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000000"/>
              </a:buClr>
              <a:buSzPts val="600"/>
              <a:buFont typeface="Arial"/>
              <a:buNone/>
            </a:pPr>
            <a:r>
              <a:rPr lang="en-US" sz="800" b="0" i="0" u="none" strike="noStrike" cap="none" dirty="0">
                <a:solidFill>
                  <a:schemeClr val="lt1"/>
                </a:solidFill>
                <a:latin typeface="Calibri"/>
                <a:ea typeface="Calibri"/>
                <a:cs typeface="Calibri"/>
                <a:sym typeface="Calibri"/>
              </a:rPr>
              <a:t>Author:</a:t>
            </a:r>
            <a:endParaRPr sz="800" b="0" i="0" u="none" strike="noStrike" cap="none" dirty="0">
              <a:solidFill>
                <a:schemeClr val="lt1"/>
              </a:solidFill>
              <a:latin typeface="Calibri"/>
              <a:ea typeface="Calibri"/>
              <a:cs typeface="Calibri"/>
              <a:sym typeface="Calibri"/>
            </a:endParaRPr>
          </a:p>
        </p:txBody>
      </p:sp>
      <p:pic>
        <p:nvPicPr>
          <p:cNvPr id="59" name="Google Shape;59;p24"/>
          <p:cNvPicPr preferRelativeResize="0"/>
          <p:nvPr/>
        </p:nvPicPr>
        <p:blipFill rotWithShape="1">
          <a:blip r:embed="rId2">
            <a:alphaModFix/>
          </a:blip>
          <a:srcRect/>
          <a:stretch/>
        </p:blipFill>
        <p:spPr>
          <a:xfrm>
            <a:off x="10509125" y="631115"/>
            <a:ext cx="1166937" cy="483749"/>
          </a:xfrm>
          <a:prstGeom prst="rect">
            <a:avLst/>
          </a:prstGeom>
          <a:noFill/>
          <a:ln>
            <a:noFill/>
          </a:ln>
        </p:spPr>
      </p:pic>
    </p:spTree>
    <p:extLst>
      <p:ext uri="{BB962C8B-B14F-4D97-AF65-F5344CB8AC3E}">
        <p14:creationId xmlns:p14="http://schemas.microsoft.com/office/powerpoint/2010/main" val="2531463318"/>
      </p:ext>
    </p:extLst>
  </p:cSld>
  <p:clrMapOvr>
    <a:masterClrMapping/>
  </p:clrMapOvr>
  <p:extLst>
    <p:ext uri="{DCECCB84-F9BA-43D5-87BE-67443E8EF086}">
      <p15:sldGuideLst xmlns:p15="http://schemas.microsoft.com/office/powerpoint/2012/main">
        <p15:guide id="1" orient="horz" pos="518">
          <p15:clr>
            <a:srgbClr val="FA7B17"/>
          </p15:clr>
        </p15:guide>
        <p15:guide id="2" orient="horz" pos="3006">
          <p15:clr>
            <a:srgbClr val="FA7B17"/>
          </p15:clr>
        </p15:guide>
        <p15:guide id="3" pos="260">
          <p15:clr>
            <a:srgbClr val="FA7B17"/>
          </p15:clr>
        </p15:guide>
        <p15:guide id="4" pos="5498">
          <p15:clr>
            <a:srgbClr val="FA7B17"/>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Title/Cover - Imagery">
  <p:cSld name="Title/Cover - Imagery">
    <p:spTree>
      <p:nvGrpSpPr>
        <p:cNvPr id="1" name="Shape 60"/>
        <p:cNvGrpSpPr/>
        <p:nvPr/>
      </p:nvGrpSpPr>
      <p:grpSpPr>
        <a:xfrm>
          <a:off x="0" y="0"/>
          <a:ext cx="0" cy="0"/>
          <a:chOff x="0" y="0"/>
          <a:chExt cx="0" cy="0"/>
        </a:xfrm>
      </p:grpSpPr>
      <p:sp>
        <p:nvSpPr>
          <p:cNvPr id="61" name="Google Shape;61;p25"/>
          <p:cNvSpPr>
            <a:spLocks noGrp="1"/>
          </p:cNvSpPr>
          <p:nvPr>
            <p:ph type="pic" idx="2"/>
          </p:nvPr>
        </p:nvSpPr>
        <p:spPr>
          <a:xfrm>
            <a:off x="8915100" y="3581067"/>
            <a:ext cx="6579200" cy="6579200"/>
          </a:xfrm>
          <a:prstGeom prst="pie">
            <a:avLst>
              <a:gd name="adj1" fmla="val 10793211"/>
              <a:gd name="adj2" fmla="val 16206727"/>
            </a:avLst>
          </a:prstGeom>
          <a:noFill/>
          <a:ln>
            <a:noFill/>
          </a:ln>
        </p:spPr>
        <p:txBody>
          <a:bodyPr/>
          <a:lstStyle/>
          <a:p>
            <a:endParaRPr lang="en-IN"/>
          </a:p>
        </p:txBody>
      </p:sp>
      <p:sp>
        <p:nvSpPr>
          <p:cNvPr id="62" name="Google Shape;62;p25"/>
          <p:cNvSpPr/>
          <p:nvPr/>
        </p:nvSpPr>
        <p:spPr>
          <a:xfrm>
            <a:off x="2" y="2"/>
            <a:ext cx="1011044" cy="1014501"/>
          </a:xfrm>
          <a:custGeom>
            <a:avLst/>
            <a:gdLst/>
            <a:ahLst/>
            <a:cxnLst/>
            <a:rect l="l" t="t" r="r" b="b"/>
            <a:pathLst>
              <a:path w="1011044" h="1014501" extrusionOk="0">
                <a:moveTo>
                  <a:pt x="195109" y="993405"/>
                </a:moveTo>
                <a:lnTo>
                  <a:pt x="200634" y="994520"/>
                </a:lnTo>
                <a:lnTo>
                  <a:pt x="183296" y="997616"/>
                </a:lnTo>
                <a:lnTo>
                  <a:pt x="187163" y="995009"/>
                </a:lnTo>
                <a:cubicBezTo>
                  <a:pt x="189606" y="993976"/>
                  <a:pt x="192291" y="993405"/>
                  <a:pt x="195109" y="993405"/>
                </a:cubicBezTo>
                <a:close/>
                <a:moveTo>
                  <a:pt x="146332" y="993405"/>
                </a:moveTo>
                <a:cubicBezTo>
                  <a:pt x="151969" y="993405"/>
                  <a:pt x="157072" y="995690"/>
                  <a:pt x="160766" y="999383"/>
                </a:cubicBezTo>
                <a:lnTo>
                  <a:pt x="161636" y="1001484"/>
                </a:lnTo>
                <a:lnTo>
                  <a:pt x="153987" y="1002850"/>
                </a:lnTo>
                <a:lnTo>
                  <a:pt x="129155" y="1006006"/>
                </a:lnTo>
                <a:lnTo>
                  <a:pt x="131898" y="999383"/>
                </a:lnTo>
                <a:cubicBezTo>
                  <a:pt x="135592" y="995690"/>
                  <a:pt x="140695" y="993405"/>
                  <a:pt x="146332" y="993405"/>
                </a:cubicBezTo>
                <a:close/>
                <a:moveTo>
                  <a:pt x="97555" y="993405"/>
                </a:moveTo>
                <a:cubicBezTo>
                  <a:pt x="103192" y="993405"/>
                  <a:pt x="108295" y="995690"/>
                  <a:pt x="111989" y="999383"/>
                </a:cubicBezTo>
                <a:lnTo>
                  <a:pt x="115453" y="1007747"/>
                </a:lnTo>
                <a:lnTo>
                  <a:pt x="103384" y="1009281"/>
                </a:lnTo>
                <a:lnTo>
                  <a:pt x="78229" y="1011193"/>
                </a:lnTo>
                <a:lnTo>
                  <a:pt x="83121" y="999383"/>
                </a:lnTo>
                <a:cubicBezTo>
                  <a:pt x="86815" y="995690"/>
                  <a:pt x="91918" y="993405"/>
                  <a:pt x="97555" y="993405"/>
                </a:cubicBezTo>
                <a:close/>
                <a:moveTo>
                  <a:pt x="48778" y="993405"/>
                </a:moveTo>
                <a:cubicBezTo>
                  <a:pt x="54415" y="993405"/>
                  <a:pt x="59518" y="995690"/>
                  <a:pt x="63212" y="999383"/>
                </a:cubicBezTo>
                <a:lnTo>
                  <a:pt x="68413" y="1011940"/>
                </a:lnTo>
                <a:lnTo>
                  <a:pt x="52033" y="1013185"/>
                </a:lnTo>
                <a:lnTo>
                  <a:pt x="28379" y="1013783"/>
                </a:lnTo>
                <a:lnTo>
                  <a:pt x="34344" y="999383"/>
                </a:lnTo>
                <a:cubicBezTo>
                  <a:pt x="38038" y="995690"/>
                  <a:pt x="43141" y="993405"/>
                  <a:pt x="48778" y="993405"/>
                </a:cubicBezTo>
                <a:close/>
                <a:moveTo>
                  <a:pt x="2" y="993405"/>
                </a:moveTo>
                <a:cubicBezTo>
                  <a:pt x="11275" y="993405"/>
                  <a:pt x="20414" y="1002544"/>
                  <a:pt x="20414" y="1013818"/>
                </a:cubicBezTo>
                <a:lnTo>
                  <a:pt x="20344" y="1013987"/>
                </a:lnTo>
                <a:lnTo>
                  <a:pt x="0" y="1014501"/>
                </a:lnTo>
                <a:lnTo>
                  <a:pt x="0" y="993406"/>
                </a:lnTo>
                <a:close/>
                <a:moveTo>
                  <a:pt x="341440" y="939317"/>
                </a:moveTo>
                <a:cubicBezTo>
                  <a:pt x="347077" y="939317"/>
                  <a:pt x="352180" y="941602"/>
                  <a:pt x="355875" y="945296"/>
                </a:cubicBezTo>
                <a:lnTo>
                  <a:pt x="357150" y="948375"/>
                </a:lnTo>
                <a:lnTo>
                  <a:pt x="321699" y="961350"/>
                </a:lnTo>
                <a:lnTo>
                  <a:pt x="321028" y="959730"/>
                </a:lnTo>
                <a:cubicBezTo>
                  <a:pt x="321028" y="948456"/>
                  <a:pt x="330166" y="939317"/>
                  <a:pt x="341440" y="939317"/>
                </a:cubicBezTo>
                <a:close/>
                <a:moveTo>
                  <a:pt x="292663" y="939317"/>
                </a:moveTo>
                <a:cubicBezTo>
                  <a:pt x="303937" y="939317"/>
                  <a:pt x="313076" y="948456"/>
                  <a:pt x="313076" y="959730"/>
                </a:cubicBezTo>
                <a:lnTo>
                  <a:pt x="310744" y="965360"/>
                </a:lnTo>
                <a:lnTo>
                  <a:pt x="300683" y="969042"/>
                </a:lnTo>
                <a:lnTo>
                  <a:pt x="279538" y="975046"/>
                </a:lnTo>
                <a:lnTo>
                  <a:pt x="278229" y="974164"/>
                </a:lnTo>
                <a:cubicBezTo>
                  <a:pt x="274535" y="970470"/>
                  <a:pt x="272251" y="965367"/>
                  <a:pt x="272251" y="959730"/>
                </a:cubicBezTo>
                <a:cubicBezTo>
                  <a:pt x="272251" y="948456"/>
                  <a:pt x="281389" y="939317"/>
                  <a:pt x="292663" y="939317"/>
                </a:cubicBezTo>
                <a:close/>
                <a:moveTo>
                  <a:pt x="243886" y="939317"/>
                </a:moveTo>
                <a:cubicBezTo>
                  <a:pt x="255160" y="939317"/>
                  <a:pt x="264299" y="948456"/>
                  <a:pt x="264299" y="959730"/>
                </a:cubicBezTo>
                <a:cubicBezTo>
                  <a:pt x="264299" y="971004"/>
                  <a:pt x="255160" y="980143"/>
                  <a:pt x="243886" y="980143"/>
                </a:cubicBezTo>
                <a:cubicBezTo>
                  <a:pt x="232612" y="980143"/>
                  <a:pt x="223473" y="971004"/>
                  <a:pt x="223473" y="959730"/>
                </a:cubicBezTo>
                <a:cubicBezTo>
                  <a:pt x="223473" y="948456"/>
                  <a:pt x="232612" y="939317"/>
                  <a:pt x="243886" y="939317"/>
                </a:cubicBezTo>
                <a:close/>
                <a:moveTo>
                  <a:pt x="195109" y="939317"/>
                </a:moveTo>
                <a:cubicBezTo>
                  <a:pt x="206383" y="939317"/>
                  <a:pt x="215522" y="948456"/>
                  <a:pt x="215522" y="959730"/>
                </a:cubicBezTo>
                <a:cubicBezTo>
                  <a:pt x="215522" y="971004"/>
                  <a:pt x="206383" y="980143"/>
                  <a:pt x="195109" y="980143"/>
                </a:cubicBezTo>
                <a:cubicBezTo>
                  <a:pt x="183835" y="980143"/>
                  <a:pt x="174696" y="971004"/>
                  <a:pt x="174696" y="959730"/>
                </a:cubicBezTo>
                <a:cubicBezTo>
                  <a:pt x="174696" y="948456"/>
                  <a:pt x="183835" y="939317"/>
                  <a:pt x="195109" y="939317"/>
                </a:cubicBezTo>
                <a:close/>
                <a:moveTo>
                  <a:pt x="146332" y="939317"/>
                </a:moveTo>
                <a:cubicBezTo>
                  <a:pt x="157606" y="939317"/>
                  <a:pt x="166745" y="948456"/>
                  <a:pt x="166745" y="959730"/>
                </a:cubicBezTo>
                <a:cubicBezTo>
                  <a:pt x="166745" y="971004"/>
                  <a:pt x="157606" y="980143"/>
                  <a:pt x="146332" y="980143"/>
                </a:cubicBezTo>
                <a:cubicBezTo>
                  <a:pt x="135058" y="980143"/>
                  <a:pt x="125919" y="971004"/>
                  <a:pt x="125919" y="959730"/>
                </a:cubicBezTo>
                <a:cubicBezTo>
                  <a:pt x="125919" y="948456"/>
                  <a:pt x="135058" y="939317"/>
                  <a:pt x="146332" y="939317"/>
                </a:cubicBezTo>
                <a:close/>
                <a:moveTo>
                  <a:pt x="97555" y="939317"/>
                </a:moveTo>
                <a:cubicBezTo>
                  <a:pt x="108829" y="939317"/>
                  <a:pt x="117968" y="948456"/>
                  <a:pt x="117968" y="959730"/>
                </a:cubicBezTo>
                <a:cubicBezTo>
                  <a:pt x="117968" y="971004"/>
                  <a:pt x="108829" y="980143"/>
                  <a:pt x="97555" y="980143"/>
                </a:cubicBezTo>
                <a:cubicBezTo>
                  <a:pt x="86281" y="980143"/>
                  <a:pt x="77142" y="971004"/>
                  <a:pt x="77142" y="959730"/>
                </a:cubicBezTo>
                <a:cubicBezTo>
                  <a:pt x="77142" y="948456"/>
                  <a:pt x="86281" y="939317"/>
                  <a:pt x="97555" y="939317"/>
                </a:cubicBezTo>
                <a:close/>
                <a:moveTo>
                  <a:pt x="48778" y="939317"/>
                </a:moveTo>
                <a:cubicBezTo>
                  <a:pt x="60052" y="939317"/>
                  <a:pt x="69191" y="948456"/>
                  <a:pt x="69191" y="959730"/>
                </a:cubicBezTo>
                <a:cubicBezTo>
                  <a:pt x="69191" y="971004"/>
                  <a:pt x="60052" y="980143"/>
                  <a:pt x="48778" y="980143"/>
                </a:cubicBezTo>
                <a:cubicBezTo>
                  <a:pt x="37504" y="980143"/>
                  <a:pt x="28365" y="971004"/>
                  <a:pt x="28365" y="959730"/>
                </a:cubicBezTo>
                <a:cubicBezTo>
                  <a:pt x="28365" y="948456"/>
                  <a:pt x="37504" y="939317"/>
                  <a:pt x="48778" y="939317"/>
                </a:cubicBezTo>
                <a:close/>
                <a:moveTo>
                  <a:pt x="2" y="939317"/>
                </a:moveTo>
                <a:cubicBezTo>
                  <a:pt x="11275" y="939317"/>
                  <a:pt x="20414" y="948456"/>
                  <a:pt x="20414" y="959730"/>
                </a:cubicBezTo>
                <a:cubicBezTo>
                  <a:pt x="20414" y="971004"/>
                  <a:pt x="11275" y="980143"/>
                  <a:pt x="2" y="980143"/>
                </a:cubicBezTo>
                <a:lnTo>
                  <a:pt x="0" y="980142"/>
                </a:lnTo>
                <a:lnTo>
                  <a:pt x="0" y="939318"/>
                </a:lnTo>
                <a:close/>
                <a:moveTo>
                  <a:pt x="487772" y="885231"/>
                </a:moveTo>
                <a:lnTo>
                  <a:pt x="492351" y="886155"/>
                </a:lnTo>
                <a:lnTo>
                  <a:pt x="481971" y="892462"/>
                </a:lnTo>
                <a:lnTo>
                  <a:pt x="470537" y="897969"/>
                </a:lnTo>
                <a:lnTo>
                  <a:pt x="473337" y="891210"/>
                </a:lnTo>
                <a:cubicBezTo>
                  <a:pt x="477032" y="887516"/>
                  <a:pt x="482135" y="885231"/>
                  <a:pt x="487772" y="885231"/>
                </a:cubicBezTo>
                <a:close/>
                <a:moveTo>
                  <a:pt x="438994" y="885231"/>
                </a:moveTo>
                <a:cubicBezTo>
                  <a:pt x="444631" y="885231"/>
                  <a:pt x="449734" y="887516"/>
                  <a:pt x="453429" y="891210"/>
                </a:cubicBezTo>
                <a:lnTo>
                  <a:pt x="458609" y="903716"/>
                </a:lnTo>
                <a:lnTo>
                  <a:pt x="424595" y="920101"/>
                </a:lnTo>
                <a:lnTo>
                  <a:pt x="424560" y="920078"/>
                </a:lnTo>
                <a:cubicBezTo>
                  <a:pt x="420867" y="916384"/>
                  <a:pt x="418582" y="911281"/>
                  <a:pt x="418582" y="905644"/>
                </a:cubicBezTo>
                <a:cubicBezTo>
                  <a:pt x="418582" y="894370"/>
                  <a:pt x="427721" y="885231"/>
                  <a:pt x="438994" y="885231"/>
                </a:cubicBezTo>
                <a:close/>
                <a:moveTo>
                  <a:pt x="390217" y="885231"/>
                </a:moveTo>
                <a:cubicBezTo>
                  <a:pt x="401491" y="885231"/>
                  <a:pt x="410630" y="894370"/>
                  <a:pt x="410630" y="905644"/>
                </a:cubicBezTo>
                <a:cubicBezTo>
                  <a:pt x="410630" y="916917"/>
                  <a:pt x="401491" y="926056"/>
                  <a:pt x="390217" y="926056"/>
                </a:cubicBezTo>
                <a:cubicBezTo>
                  <a:pt x="378944" y="926056"/>
                  <a:pt x="369805" y="916917"/>
                  <a:pt x="369805" y="905644"/>
                </a:cubicBezTo>
                <a:cubicBezTo>
                  <a:pt x="369805" y="894370"/>
                  <a:pt x="378944" y="885231"/>
                  <a:pt x="390217" y="885231"/>
                </a:cubicBezTo>
                <a:close/>
                <a:moveTo>
                  <a:pt x="341440" y="885231"/>
                </a:moveTo>
                <a:cubicBezTo>
                  <a:pt x="352714" y="885231"/>
                  <a:pt x="361853" y="894370"/>
                  <a:pt x="361853" y="905644"/>
                </a:cubicBezTo>
                <a:cubicBezTo>
                  <a:pt x="361853" y="916917"/>
                  <a:pt x="352714" y="926056"/>
                  <a:pt x="341440" y="926056"/>
                </a:cubicBezTo>
                <a:cubicBezTo>
                  <a:pt x="330166" y="926056"/>
                  <a:pt x="321028" y="916917"/>
                  <a:pt x="321028" y="905644"/>
                </a:cubicBezTo>
                <a:cubicBezTo>
                  <a:pt x="321028" y="894370"/>
                  <a:pt x="330166" y="885231"/>
                  <a:pt x="341440" y="885231"/>
                </a:cubicBezTo>
                <a:close/>
                <a:moveTo>
                  <a:pt x="292663" y="885231"/>
                </a:moveTo>
                <a:cubicBezTo>
                  <a:pt x="303937" y="885231"/>
                  <a:pt x="313076" y="894370"/>
                  <a:pt x="313076" y="905644"/>
                </a:cubicBezTo>
                <a:cubicBezTo>
                  <a:pt x="313076" y="916917"/>
                  <a:pt x="303937" y="926056"/>
                  <a:pt x="292663" y="926056"/>
                </a:cubicBezTo>
                <a:cubicBezTo>
                  <a:pt x="281389" y="926056"/>
                  <a:pt x="272251" y="916917"/>
                  <a:pt x="272251" y="905644"/>
                </a:cubicBezTo>
                <a:cubicBezTo>
                  <a:pt x="272251" y="894370"/>
                  <a:pt x="281389" y="885231"/>
                  <a:pt x="292663" y="885231"/>
                </a:cubicBezTo>
                <a:close/>
                <a:moveTo>
                  <a:pt x="243886" y="885231"/>
                </a:moveTo>
                <a:cubicBezTo>
                  <a:pt x="255160" y="885231"/>
                  <a:pt x="264299" y="894370"/>
                  <a:pt x="264299" y="905644"/>
                </a:cubicBezTo>
                <a:cubicBezTo>
                  <a:pt x="264299" y="916917"/>
                  <a:pt x="255160" y="926056"/>
                  <a:pt x="243886" y="926056"/>
                </a:cubicBezTo>
                <a:cubicBezTo>
                  <a:pt x="232612" y="926056"/>
                  <a:pt x="223473" y="916917"/>
                  <a:pt x="223473" y="905644"/>
                </a:cubicBezTo>
                <a:cubicBezTo>
                  <a:pt x="223473" y="894370"/>
                  <a:pt x="232612" y="885231"/>
                  <a:pt x="243886" y="885231"/>
                </a:cubicBezTo>
                <a:close/>
                <a:moveTo>
                  <a:pt x="195109" y="885231"/>
                </a:moveTo>
                <a:cubicBezTo>
                  <a:pt x="206383" y="885231"/>
                  <a:pt x="215522" y="894370"/>
                  <a:pt x="215522" y="905644"/>
                </a:cubicBezTo>
                <a:cubicBezTo>
                  <a:pt x="215522" y="916917"/>
                  <a:pt x="206383" y="926056"/>
                  <a:pt x="195109" y="926056"/>
                </a:cubicBezTo>
                <a:cubicBezTo>
                  <a:pt x="183835" y="926056"/>
                  <a:pt x="174696" y="916917"/>
                  <a:pt x="174696" y="905644"/>
                </a:cubicBezTo>
                <a:cubicBezTo>
                  <a:pt x="174696" y="894370"/>
                  <a:pt x="183835" y="885231"/>
                  <a:pt x="195109" y="885231"/>
                </a:cubicBezTo>
                <a:close/>
                <a:moveTo>
                  <a:pt x="146332" y="885231"/>
                </a:moveTo>
                <a:cubicBezTo>
                  <a:pt x="157606" y="885231"/>
                  <a:pt x="166745" y="894370"/>
                  <a:pt x="166745" y="905644"/>
                </a:cubicBezTo>
                <a:cubicBezTo>
                  <a:pt x="166745" y="916917"/>
                  <a:pt x="157606" y="926056"/>
                  <a:pt x="146332" y="926056"/>
                </a:cubicBezTo>
                <a:cubicBezTo>
                  <a:pt x="135058" y="926056"/>
                  <a:pt x="125919" y="916917"/>
                  <a:pt x="125919" y="905644"/>
                </a:cubicBezTo>
                <a:cubicBezTo>
                  <a:pt x="125919" y="894370"/>
                  <a:pt x="135058" y="885231"/>
                  <a:pt x="146332" y="885231"/>
                </a:cubicBezTo>
                <a:close/>
                <a:moveTo>
                  <a:pt x="97555" y="885231"/>
                </a:moveTo>
                <a:cubicBezTo>
                  <a:pt x="108829" y="885231"/>
                  <a:pt x="117968" y="894370"/>
                  <a:pt x="117968" y="905644"/>
                </a:cubicBezTo>
                <a:cubicBezTo>
                  <a:pt x="117968" y="916917"/>
                  <a:pt x="108829" y="926056"/>
                  <a:pt x="97555" y="926056"/>
                </a:cubicBezTo>
                <a:cubicBezTo>
                  <a:pt x="86281" y="926056"/>
                  <a:pt x="77142" y="916917"/>
                  <a:pt x="77142" y="905644"/>
                </a:cubicBezTo>
                <a:cubicBezTo>
                  <a:pt x="77142" y="894370"/>
                  <a:pt x="86281" y="885231"/>
                  <a:pt x="97555" y="885231"/>
                </a:cubicBezTo>
                <a:close/>
                <a:moveTo>
                  <a:pt x="48778" y="885231"/>
                </a:moveTo>
                <a:cubicBezTo>
                  <a:pt x="60052" y="885231"/>
                  <a:pt x="69191" y="894370"/>
                  <a:pt x="69191" y="905644"/>
                </a:cubicBezTo>
                <a:cubicBezTo>
                  <a:pt x="69191" y="916917"/>
                  <a:pt x="60052" y="926056"/>
                  <a:pt x="48778" y="926056"/>
                </a:cubicBezTo>
                <a:cubicBezTo>
                  <a:pt x="37504" y="926056"/>
                  <a:pt x="28365" y="916917"/>
                  <a:pt x="28365" y="905644"/>
                </a:cubicBezTo>
                <a:cubicBezTo>
                  <a:pt x="28365" y="894370"/>
                  <a:pt x="37504" y="885231"/>
                  <a:pt x="48778" y="885231"/>
                </a:cubicBezTo>
                <a:close/>
                <a:moveTo>
                  <a:pt x="2" y="885231"/>
                </a:moveTo>
                <a:cubicBezTo>
                  <a:pt x="11275" y="885231"/>
                  <a:pt x="20414" y="894370"/>
                  <a:pt x="20414" y="905644"/>
                </a:cubicBezTo>
                <a:cubicBezTo>
                  <a:pt x="20414" y="916917"/>
                  <a:pt x="11275" y="926056"/>
                  <a:pt x="2" y="926056"/>
                </a:cubicBezTo>
                <a:lnTo>
                  <a:pt x="0" y="926055"/>
                </a:lnTo>
                <a:lnTo>
                  <a:pt x="0" y="885232"/>
                </a:lnTo>
                <a:close/>
                <a:moveTo>
                  <a:pt x="577493" y="832726"/>
                </a:moveTo>
                <a:lnTo>
                  <a:pt x="570568" y="837904"/>
                </a:lnTo>
                <a:lnTo>
                  <a:pt x="570892" y="837123"/>
                </a:lnTo>
                <a:cubicBezTo>
                  <a:pt x="572738" y="835276"/>
                  <a:pt x="574938" y="833782"/>
                  <a:pt x="577380" y="832749"/>
                </a:cubicBezTo>
                <a:close/>
                <a:moveTo>
                  <a:pt x="536549" y="831145"/>
                </a:moveTo>
                <a:cubicBezTo>
                  <a:pt x="542186" y="831145"/>
                  <a:pt x="547289" y="833430"/>
                  <a:pt x="550983" y="837123"/>
                </a:cubicBezTo>
                <a:lnTo>
                  <a:pt x="555421" y="847839"/>
                </a:lnTo>
                <a:lnTo>
                  <a:pt x="523739" y="867087"/>
                </a:lnTo>
                <a:lnTo>
                  <a:pt x="522114" y="865992"/>
                </a:lnTo>
                <a:cubicBezTo>
                  <a:pt x="518421" y="862298"/>
                  <a:pt x="516136" y="857194"/>
                  <a:pt x="516136" y="851558"/>
                </a:cubicBezTo>
                <a:cubicBezTo>
                  <a:pt x="516136" y="840284"/>
                  <a:pt x="525275" y="831145"/>
                  <a:pt x="536549" y="831145"/>
                </a:cubicBezTo>
                <a:close/>
                <a:moveTo>
                  <a:pt x="487772" y="831145"/>
                </a:moveTo>
                <a:cubicBezTo>
                  <a:pt x="499045" y="831145"/>
                  <a:pt x="508184" y="840284"/>
                  <a:pt x="508184" y="851558"/>
                </a:cubicBezTo>
                <a:cubicBezTo>
                  <a:pt x="508184" y="862831"/>
                  <a:pt x="499045" y="871970"/>
                  <a:pt x="487772" y="871970"/>
                </a:cubicBezTo>
                <a:cubicBezTo>
                  <a:pt x="476498" y="871970"/>
                  <a:pt x="467359" y="862831"/>
                  <a:pt x="467359" y="851558"/>
                </a:cubicBezTo>
                <a:cubicBezTo>
                  <a:pt x="467359" y="840284"/>
                  <a:pt x="476498" y="831145"/>
                  <a:pt x="487772" y="831145"/>
                </a:cubicBezTo>
                <a:close/>
                <a:moveTo>
                  <a:pt x="438994" y="831145"/>
                </a:moveTo>
                <a:cubicBezTo>
                  <a:pt x="450268" y="831145"/>
                  <a:pt x="459407" y="840284"/>
                  <a:pt x="459407" y="851558"/>
                </a:cubicBezTo>
                <a:cubicBezTo>
                  <a:pt x="459407" y="862831"/>
                  <a:pt x="450268" y="871970"/>
                  <a:pt x="438994" y="871970"/>
                </a:cubicBezTo>
                <a:cubicBezTo>
                  <a:pt x="427721" y="871970"/>
                  <a:pt x="418582" y="862831"/>
                  <a:pt x="418582" y="851558"/>
                </a:cubicBezTo>
                <a:cubicBezTo>
                  <a:pt x="418582" y="840284"/>
                  <a:pt x="427721" y="831145"/>
                  <a:pt x="438994" y="831145"/>
                </a:cubicBezTo>
                <a:close/>
                <a:moveTo>
                  <a:pt x="390217" y="831145"/>
                </a:moveTo>
                <a:cubicBezTo>
                  <a:pt x="401491" y="831145"/>
                  <a:pt x="410630" y="840284"/>
                  <a:pt x="410630" y="851558"/>
                </a:cubicBezTo>
                <a:cubicBezTo>
                  <a:pt x="410630" y="862831"/>
                  <a:pt x="401491" y="871970"/>
                  <a:pt x="390217" y="871970"/>
                </a:cubicBezTo>
                <a:cubicBezTo>
                  <a:pt x="378944" y="871970"/>
                  <a:pt x="369805" y="862831"/>
                  <a:pt x="369805" y="851558"/>
                </a:cubicBezTo>
                <a:cubicBezTo>
                  <a:pt x="369805" y="840284"/>
                  <a:pt x="378944" y="831145"/>
                  <a:pt x="390217" y="831145"/>
                </a:cubicBezTo>
                <a:close/>
                <a:moveTo>
                  <a:pt x="341440" y="831145"/>
                </a:moveTo>
                <a:cubicBezTo>
                  <a:pt x="352714" y="831145"/>
                  <a:pt x="361853" y="840284"/>
                  <a:pt x="361853" y="851558"/>
                </a:cubicBezTo>
                <a:cubicBezTo>
                  <a:pt x="361853" y="862831"/>
                  <a:pt x="352714" y="871970"/>
                  <a:pt x="341440" y="871970"/>
                </a:cubicBezTo>
                <a:cubicBezTo>
                  <a:pt x="330166" y="871970"/>
                  <a:pt x="321028" y="862831"/>
                  <a:pt x="321028" y="851558"/>
                </a:cubicBezTo>
                <a:cubicBezTo>
                  <a:pt x="321028" y="840284"/>
                  <a:pt x="330166" y="831145"/>
                  <a:pt x="341440" y="831145"/>
                </a:cubicBezTo>
                <a:close/>
                <a:moveTo>
                  <a:pt x="292663" y="831145"/>
                </a:moveTo>
                <a:cubicBezTo>
                  <a:pt x="303937" y="831145"/>
                  <a:pt x="313076" y="840284"/>
                  <a:pt x="313076" y="851558"/>
                </a:cubicBezTo>
                <a:cubicBezTo>
                  <a:pt x="313076" y="862831"/>
                  <a:pt x="303937" y="871970"/>
                  <a:pt x="292663" y="871970"/>
                </a:cubicBezTo>
                <a:cubicBezTo>
                  <a:pt x="281389" y="871970"/>
                  <a:pt x="272251" y="862831"/>
                  <a:pt x="272251" y="851558"/>
                </a:cubicBezTo>
                <a:cubicBezTo>
                  <a:pt x="272251" y="840284"/>
                  <a:pt x="281389" y="831145"/>
                  <a:pt x="292663" y="831145"/>
                </a:cubicBezTo>
                <a:close/>
                <a:moveTo>
                  <a:pt x="243886" y="831145"/>
                </a:moveTo>
                <a:cubicBezTo>
                  <a:pt x="255160" y="831145"/>
                  <a:pt x="264299" y="840284"/>
                  <a:pt x="264299" y="851558"/>
                </a:cubicBezTo>
                <a:cubicBezTo>
                  <a:pt x="264299" y="862831"/>
                  <a:pt x="255160" y="871970"/>
                  <a:pt x="243886" y="871970"/>
                </a:cubicBezTo>
                <a:cubicBezTo>
                  <a:pt x="232612" y="871970"/>
                  <a:pt x="223473" y="862831"/>
                  <a:pt x="223473" y="851558"/>
                </a:cubicBezTo>
                <a:cubicBezTo>
                  <a:pt x="223473" y="840284"/>
                  <a:pt x="232612" y="831145"/>
                  <a:pt x="243886" y="831145"/>
                </a:cubicBezTo>
                <a:close/>
                <a:moveTo>
                  <a:pt x="195109" y="831145"/>
                </a:moveTo>
                <a:cubicBezTo>
                  <a:pt x="206383" y="831145"/>
                  <a:pt x="215522" y="840284"/>
                  <a:pt x="215522" y="851558"/>
                </a:cubicBezTo>
                <a:cubicBezTo>
                  <a:pt x="215522" y="862831"/>
                  <a:pt x="206383" y="871970"/>
                  <a:pt x="195109" y="871970"/>
                </a:cubicBezTo>
                <a:cubicBezTo>
                  <a:pt x="183835" y="871970"/>
                  <a:pt x="174696" y="862831"/>
                  <a:pt x="174696" y="851558"/>
                </a:cubicBezTo>
                <a:cubicBezTo>
                  <a:pt x="174696" y="840284"/>
                  <a:pt x="183835" y="831145"/>
                  <a:pt x="195109" y="831145"/>
                </a:cubicBezTo>
                <a:close/>
                <a:moveTo>
                  <a:pt x="146332" y="831145"/>
                </a:moveTo>
                <a:cubicBezTo>
                  <a:pt x="157606" y="831145"/>
                  <a:pt x="166745" y="840284"/>
                  <a:pt x="166745" y="851558"/>
                </a:cubicBezTo>
                <a:cubicBezTo>
                  <a:pt x="166745" y="862831"/>
                  <a:pt x="157606" y="871970"/>
                  <a:pt x="146332" y="871970"/>
                </a:cubicBezTo>
                <a:cubicBezTo>
                  <a:pt x="135058" y="871970"/>
                  <a:pt x="125919" y="862831"/>
                  <a:pt x="125919" y="851558"/>
                </a:cubicBezTo>
                <a:cubicBezTo>
                  <a:pt x="125919" y="840284"/>
                  <a:pt x="135058" y="831145"/>
                  <a:pt x="146332" y="831145"/>
                </a:cubicBezTo>
                <a:close/>
                <a:moveTo>
                  <a:pt x="97555" y="831145"/>
                </a:moveTo>
                <a:cubicBezTo>
                  <a:pt x="108829" y="831145"/>
                  <a:pt x="117968" y="840284"/>
                  <a:pt x="117968" y="851558"/>
                </a:cubicBezTo>
                <a:cubicBezTo>
                  <a:pt x="117968" y="862831"/>
                  <a:pt x="108829" y="871970"/>
                  <a:pt x="97555" y="871970"/>
                </a:cubicBezTo>
                <a:cubicBezTo>
                  <a:pt x="86281" y="871970"/>
                  <a:pt x="77142" y="862831"/>
                  <a:pt x="77142" y="851558"/>
                </a:cubicBezTo>
                <a:cubicBezTo>
                  <a:pt x="77142" y="840284"/>
                  <a:pt x="86281" y="831145"/>
                  <a:pt x="97555" y="831145"/>
                </a:cubicBezTo>
                <a:close/>
                <a:moveTo>
                  <a:pt x="48778" y="831145"/>
                </a:moveTo>
                <a:cubicBezTo>
                  <a:pt x="60052" y="831145"/>
                  <a:pt x="69191" y="840284"/>
                  <a:pt x="69191" y="851558"/>
                </a:cubicBezTo>
                <a:cubicBezTo>
                  <a:pt x="69191" y="862831"/>
                  <a:pt x="60052" y="871970"/>
                  <a:pt x="48778" y="871970"/>
                </a:cubicBezTo>
                <a:cubicBezTo>
                  <a:pt x="37504" y="871970"/>
                  <a:pt x="28365" y="862831"/>
                  <a:pt x="28365" y="851558"/>
                </a:cubicBezTo>
                <a:cubicBezTo>
                  <a:pt x="28365" y="840284"/>
                  <a:pt x="37504" y="831145"/>
                  <a:pt x="48778" y="831145"/>
                </a:cubicBezTo>
                <a:close/>
                <a:moveTo>
                  <a:pt x="2" y="831145"/>
                </a:moveTo>
                <a:cubicBezTo>
                  <a:pt x="11275" y="831145"/>
                  <a:pt x="20414" y="840284"/>
                  <a:pt x="20414" y="851558"/>
                </a:cubicBezTo>
                <a:cubicBezTo>
                  <a:pt x="20414" y="862831"/>
                  <a:pt x="11275" y="871970"/>
                  <a:pt x="2" y="871970"/>
                </a:cubicBezTo>
                <a:lnTo>
                  <a:pt x="0" y="871969"/>
                </a:lnTo>
                <a:lnTo>
                  <a:pt x="0" y="831146"/>
                </a:lnTo>
                <a:close/>
                <a:moveTo>
                  <a:pt x="634103" y="777059"/>
                </a:moveTo>
                <a:cubicBezTo>
                  <a:pt x="636921" y="777059"/>
                  <a:pt x="639606" y="777630"/>
                  <a:pt x="642049" y="778663"/>
                </a:cubicBezTo>
                <a:lnTo>
                  <a:pt x="645821" y="781206"/>
                </a:lnTo>
                <a:lnTo>
                  <a:pt x="643181" y="783605"/>
                </a:lnTo>
                <a:lnTo>
                  <a:pt x="616279" y="803722"/>
                </a:lnTo>
                <a:lnTo>
                  <a:pt x="613690" y="797471"/>
                </a:lnTo>
                <a:cubicBezTo>
                  <a:pt x="613690" y="786198"/>
                  <a:pt x="622829" y="777059"/>
                  <a:pt x="634103" y="777059"/>
                </a:cubicBezTo>
                <a:close/>
                <a:moveTo>
                  <a:pt x="585326" y="777059"/>
                </a:moveTo>
                <a:cubicBezTo>
                  <a:pt x="596599" y="777059"/>
                  <a:pt x="605738" y="786198"/>
                  <a:pt x="605738" y="797471"/>
                </a:cubicBezTo>
                <a:cubicBezTo>
                  <a:pt x="605738" y="808745"/>
                  <a:pt x="596599" y="817884"/>
                  <a:pt x="585326" y="817884"/>
                </a:cubicBezTo>
                <a:cubicBezTo>
                  <a:pt x="574052" y="817884"/>
                  <a:pt x="564913" y="808745"/>
                  <a:pt x="564913" y="797471"/>
                </a:cubicBezTo>
                <a:cubicBezTo>
                  <a:pt x="564913" y="786198"/>
                  <a:pt x="574052" y="777059"/>
                  <a:pt x="585326" y="777059"/>
                </a:cubicBezTo>
                <a:close/>
                <a:moveTo>
                  <a:pt x="536549" y="777059"/>
                </a:moveTo>
                <a:cubicBezTo>
                  <a:pt x="547822" y="777059"/>
                  <a:pt x="556961" y="786198"/>
                  <a:pt x="556961" y="797471"/>
                </a:cubicBezTo>
                <a:cubicBezTo>
                  <a:pt x="556961" y="808745"/>
                  <a:pt x="547822" y="817884"/>
                  <a:pt x="536549" y="817884"/>
                </a:cubicBezTo>
                <a:cubicBezTo>
                  <a:pt x="525275" y="817884"/>
                  <a:pt x="516136" y="808745"/>
                  <a:pt x="516136" y="797471"/>
                </a:cubicBezTo>
                <a:cubicBezTo>
                  <a:pt x="516136" y="786198"/>
                  <a:pt x="525275" y="777059"/>
                  <a:pt x="536549" y="777059"/>
                </a:cubicBezTo>
                <a:close/>
                <a:moveTo>
                  <a:pt x="487772" y="777059"/>
                </a:moveTo>
                <a:cubicBezTo>
                  <a:pt x="499045" y="777059"/>
                  <a:pt x="508184" y="786198"/>
                  <a:pt x="508184" y="797471"/>
                </a:cubicBezTo>
                <a:cubicBezTo>
                  <a:pt x="508184" y="808745"/>
                  <a:pt x="499045" y="817884"/>
                  <a:pt x="487772" y="817884"/>
                </a:cubicBezTo>
                <a:cubicBezTo>
                  <a:pt x="476498" y="817884"/>
                  <a:pt x="467359" y="808745"/>
                  <a:pt x="467359" y="797471"/>
                </a:cubicBezTo>
                <a:cubicBezTo>
                  <a:pt x="467359" y="786198"/>
                  <a:pt x="476498" y="777059"/>
                  <a:pt x="487772" y="777059"/>
                </a:cubicBezTo>
                <a:close/>
                <a:moveTo>
                  <a:pt x="438994" y="777059"/>
                </a:moveTo>
                <a:cubicBezTo>
                  <a:pt x="450268" y="777059"/>
                  <a:pt x="459407" y="786198"/>
                  <a:pt x="459407" y="797471"/>
                </a:cubicBezTo>
                <a:cubicBezTo>
                  <a:pt x="459407" y="808745"/>
                  <a:pt x="450268" y="817884"/>
                  <a:pt x="438994" y="817884"/>
                </a:cubicBezTo>
                <a:cubicBezTo>
                  <a:pt x="427721" y="817884"/>
                  <a:pt x="418582" y="808745"/>
                  <a:pt x="418582" y="797471"/>
                </a:cubicBezTo>
                <a:cubicBezTo>
                  <a:pt x="418582" y="786198"/>
                  <a:pt x="427721" y="777059"/>
                  <a:pt x="438994" y="777059"/>
                </a:cubicBezTo>
                <a:close/>
                <a:moveTo>
                  <a:pt x="390217" y="777059"/>
                </a:moveTo>
                <a:cubicBezTo>
                  <a:pt x="401491" y="777059"/>
                  <a:pt x="410630" y="786198"/>
                  <a:pt x="410630" y="797471"/>
                </a:cubicBezTo>
                <a:cubicBezTo>
                  <a:pt x="410630" y="808745"/>
                  <a:pt x="401491" y="817884"/>
                  <a:pt x="390217" y="817884"/>
                </a:cubicBezTo>
                <a:cubicBezTo>
                  <a:pt x="378944" y="817884"/>
                  <a:pt x="369805" y="808745"/>
                  <a:pt x="369805" y="797471"/>
                </a:cubicBezTo>
                <a:cubicBezTo>
                  <a:pt x="369805" y="786198"/>
                  <a:pt x="378944" y="777059"/>
                  <a:pt x="390217" y="777059"/>
                </a:cubicBezTo>
                <a:close/>
                <a:moveTo>
                  <a:pt x="341440" y="777059"/>
                </a:moveTo>
                <a:cubicBezTo>
                  <a:pt x="352714" y="777059"/>
                  <a:pt x="361853" y="786198"/>
                  <a:pt x="361853" y="797471"/>
                </a:cubicBezTo>
                <a:cubicBezTo>
                  <a:pt x="361853" y="808745"/>
                  <a:pt x="352714" y="817884"/>
                  <a:pt x="341440" y="817884"/>
                </a:cubicBezTo>
                <a:cubicBezTo>
                  <a:pt x="330166" y="817884"/>
                  <a:pt x="321028" y="808745"/>
                  <a:pt x="321028" y="797471"/>
                </a:cubicBezTo>
                <a:cubicBezTo>
                  <a:pt x="321028" y="786198"/>
                  <a:pt x="330166" y="777059"/>
                  <a:pt x="341440" y="777059"/>
                </a:cubicBezTo>
                <a:close/>
                <a:moveTo>
                  <a:pt x="292663" y="777059"/>
                </a:moveTo>
                <a:cubicBezTo>
                  <a:pt x="303937" y="777059"/>
                  <a:pt x="313076" y="786198"/>
                  <a:pt x="313076" y="797471"/>
                </a:cubicBezTo>
                <a:cubicBezTo>
                  <a:pt x="313076" y="808745"/>
                  <a:pt x="303937" y="817884"/>
                  <a:pt x="292663" y="817884"/>
                </a:cubicBezTo>
                <a:cubicBezTo>
                  <a:pt x="281389" y="817884"/>
                  <a:pt x="272251" y="808745"/>
                  <a:pt x="272251" y="797471"/>
                </a:cubicBezTo>
                <a:cubicBezTo>
                  <a:pt x="272251" y="786198"/>
                  <a:pt x="281389" y="777059"/>
                  <a:pt x="292663" y="777059"/>
                </a:cubicBezTo>
                <a:close/>
                <a:moveTo>
                  <a:pt x="243886" y="777059"/>
                </a:moveTo>
                <a:cubicBezTo>
                  <a:pt x="255160" y="777059"/>
                  <a:pt x="264299" y="786198"/>
                  <a:pt x="264299" y="797471"/>
                </a:cubicBezTo>
                <a:cubicBezTo>
                  <a:pt x="264299" y="808745"/>
                  <a:pt x="255160" y="817884"/>
                  <a:pt x="243886" y="817884"/>
                </a:cubicBezTo>
                <a:cubicBezTo>
                  <a:pt x="232612" y="817884"/>
                  <a:pt x="223473" y="808745"/>
                  <a:pt x="223473" y="797471"/>
                </a:cubicBezTo>
                <a:cubicBezTo>
                  <a:pt x="223473" y="786198"/>
                  <a:pt x="232612" y="777059"/>
                  <a:pt x="243886" y="777059"/>
                </a:cubicBezTo>
                <a:close/>
                <a:moveTo>
                  <a:pt x="195109" y="777059"/>
                </a:moveTo>
                <a:cubicBezTo>
                  <a:pt x="206383" y="777059"/>
                  <a:pt x="215522" y="786198"/>
                  <a:pt x="215522" y="797471"/>
                </a:cubicBezTo>
                <a:cubicBezTo>
                  <a:pt x="215522" y="808745"/>
                  <a:pt x="206383" y="817884"/>
                  <a:pt x="195109" y="817884"/>
                </a:cubicBezTo>
                <a:cubicBezTo>
                  <a:pt x="183835" y="817884"/>
                  <a:pt x="174696" y="808745"/>
                  <a:pt x="174696" y="797471"/>
                </a:cubicBezTo>
                <a:cubicBezTo>
                  <a:pt x="174696" y="786198"/>
                  <a:pt x="183835" y="777059"/>
                  <a:pt x="195109" y="777059"/>
                </a:cubicBezTo>
                <a:close/>
                <a:moveTo>
                  <a:pt x="146332" y="777059"/>
                </a:moveTo>
                <a:cubicBezTo>
                  <a:pt x="157606" y="777059"/>
                  <a:pt x="166745" y="786198"/>
                  <a:pt x="166745" y="797471"/>
                </a:cubicBezTo>
                <a:cubicBezTo>
                  <a:pt x="166745" y="808745"/>
                  <a:pt x="157606" y="817884"/>
                  <a:pt x="146332" y="817884"/>
                </a:cubicBezTo>
                <a:cubicBezTo>
                  <a:pt x="135058" y="817884"/>
                  <a:pt x="125919" y="808745"/>
                  <a:pt x="125919" y="797471"/>
                </a:cubicBezTo>
                <a:cubicBezTo>
                  <a:pt x="125919" y="786198"/>
                  <a:pt x="135058" y="777059"/>
                  <a:pt x="146332" y="777059"/>
                </a:cubicBezTo>
                <a:close/>
                <a:moveTo>
                  <a:pt x="97555" y="777059"/>
                </a:moveTo>
                <a:cubicBezTo>
                  <a:pt x="108829" y="777059"/>
                  <a:pt x="117968" y="786198"/>
                  <a:pt x="117968" y="797471"/>
                </a:cubicBezTo>
                <a:cubicBezTo>
                  <a:pt x="117968" y="808745"/>
                  <a:pt x="108829" y="817884"/>
                  <a:pt x="97555" y="817884"/>
                </a:cubicBezTo>
                <a:cubicBezTo>
                  <a:pt x="86281" y="817884"/>
                  <a:pt x="77142" y="808745"/>
                  <a:pt x="77142" y="797471"/>
                </a:cubicBezTo>
                <a:cubicBezTo>
                  <a:pt x="77142" y="786198"/>
                  <a:pt x="86281" y="777059"/>
                  <a:pt x="97555" y="777059"/>
                </a:cubicBezTo>
                <a:close/>
                <a:moveTo>
                  <a:pt x="48778" y="777059"/>
                </a:moveTo>
                <a:cubicBezTo>
                  <a:pt x="60052" y="777059"/>
                  <a:pt x="69191" y="786198"/>
                  <a:pt x="69191" y="797471"/>
                </a:cubicBezTo>
                <a:cubicBezTo>
                  <a:pt x="69191" y="808745"/>
                  <a:pt x="60052" y="817884"/>
                  <a:pt x="48778" y="817884"/>
                </a:cubicBezTo>
                <a:cubicBezTo>
                  <a:pt x="37504" y="817884"/>
                  <a:pt x="28365" y="808745"/>
                  <a:pt x="28365" y="797471"/>
                </a:cubicBezTo>
                <a:cubicBezTo>
                  <a:pt x="28365" y="786198"/>
                  <a:pt x="37504" y="777059"/>
                  <a:pt x="48778" y="777059"/>
                </a:cubicBezTo>
                <a:close/>
                <a:moveTo>
                  <a:pt x="2" y="777059"/>
                </a:moveTo>
                <a:cubicBezTo>
                  <a:pt x="11275" y="777059"/>
                  <a:pt x="20414" y="786198"/>
                  <a:pt x="20414" y="797471"/>
                </a:cubicBezTo>
                <a:cubicBezTo>
                  <a:pt x="20414" y="808745"/>
                  <a:pt x="11275" y="817884"/>
                  <a:pt x="2" y="817884"/>
                </a:cubicBezTo>
                <a:lnTo>
                  <a:pt x="0" y="817883"/>
                </a:lnTo>
                <a:lnTo>
                  <a:pt x="0" y="777060"/>
                </a:lnTo>
                <a:close/>
                <a:moveTo>
                  <a:pt x="682880" y="722972"/>
                </a:moveTo>
                <a:cubicBezTo>
                  <a:pt x="688517" y="722972"/>
                  <a:pt x="693620" y="725257"/>
                  <a:pt x="697314" y="728951"/>
                </a:cubicBezTo>
                <a:lnTo>
                  <a:pt x="698955" y="732914"/>
                </a:lnTo>
                <a:lnTo>
                  <a:pt x="670229" y="759022"/>
                </a:lnTo>
                <a:lnTo>
                  <a:pt x="668446" y="757819"/>
                </a:lnTo>
                <a:cubicBezTo>
                  <a:pt x="664752" y="754125"/>
                  <a:pt x="662467" y="749022"/>
                  <a:pt x="662467" y="743385"/>
                </a:cubicBezTo>
                <a:cubicBezTo>
                  <a:pt x="662467" y="732111"/>
                  <a:pt x="671606" y="722972"/>
                  <a:pt x="682880" y="722972"/>
                </a:cubicBezTo>
                <a:close/>
                <a:moveTo>
                  <a:pt x="634103" y="722972"/>
                </a:moveTo>
                <a:cubicBezTo>
                  <a:pt x="645377" y="722972"/>
                  <a:pt x="654516" y="732111"/>
                  <a:pt x="654516" y="743385"/>
                </a:cubicBezTo>
                <a:cubicBezTo>
                  <a:pt x="654516" y="754659"/>
                  <a:pt x="645377" y="763798"/>
                  <a:pt x="634103" y="763798"/>
                </a:cubicBezTo>
                <a:cubicBezTo>
                  <a:pt x="622829" y="763798"/>
                  <a:pt x="613690" y="754659"/>
                  <a:pt x="613690" y="743385"/>
                </a:cubicBezTo>
                <a:cubicBezTo>
                  <a:pt x="613690" y="732111"/>
                  <a:pt x="622829" y="722972"/>
                  <a:pt x="634103" y="722972"/>
                </a:cubicBezTo>
                <a:close/>
                <a:moveTo>
                  <a:pt x="585326" y="722972"/>
                </a:moveTo>
                <a:cubicBezTo>
                  <a:pt x="596599" y="722972"/>
                  <a:pt x="605738" y="732111"/>
                  <a:pt x="605738" y="743385"/>
                </a:cubicBezTo>
                <a:cubicBezTo>
                  <a:pt x="605738" y="754659"/>
                  <a:pt x="596599" y="763798"/>
                  <a:pt x="585326" y="763798"/>
                </a:cubicBezTo>
                <a:cubicBezTo>
                  <a:pt x="574052" y="763798"/>
                  <a:pt x="564913" y="754659"/>
                  <a:pt x="564913" y="743385"/>
                </a:cubicBezTo>
                <a:cubicBezTo>
                  <a:pt x="564913" y="732111"/>
                  <a:pt x="574052" y="722972"/>
                  <a:pt x="585326" y="722972"/>
                </a:cubicBezTo>
                <a:close/>
                <a:moveTo>
                  <a:pt x="536549" y="722972"/>
                </a:moveTo>
                <a:cubicBezTo>
                  <a:pt x="547822" y="722972"/>
                  <a:pt x="556961" y="732111"/>
                  <a:pt x="556961" y="743385"/>
                </a:cubicBezTo>
                <a:cubicBezTo>
                  <a:pt x="556961" y="754659"/>
                  <a:pt x="547822" y="763798"/>
                  <a:pt x="536549" y="763798"/>
                </a:cubicBezTo>
                <a:cubicBezTo>
                  <a:pt x="525275" y="763798"/>
                  <a:pt x="516136" y="754659"/>
                  <a:pt x="516136" y="743385"/>
                </a:cubicBezTo>
                <a:cubicBezTo>
                  <a:pt x="516136" y="732111"/>
                  <a:pt x="525275" y="722972"/>
                  <a:pt x="536549" y="722972"/>
                </a:cubicBezTo>
                <a:close/>
                <a:moveTo>
                  <a:pt x="487772" y="722972"/>
                </a:moveTo>
                <a:cubicBezTo>
                  <a:pt x="499045" y="722972"/>
                  <a:pt x="508184" y="732111"/>
                  <a:pt x="508184" y="743385"/>
                </a:cubicBezTo>
                <a:cubicBezTo>
                  <a:pt x="508184" y="754659"/>
                  <a:pt x="499045" y="763798"/>
                  <a:pt x="487772" y="763798"/>
                </a:cubicBezTo>
                <a:cubicBezTo>
                  <a:pt x="476498" y="763798"/>
                  <a:pt x="467359" y="754659"/>
                  <a:pt x="467359" y="743385"/>
                </a:cubicBezTo>
                <a:cubicBezTo>
                  <a:pt x="467359" y="732111"/>
                  <a:pt x="476498" y="722972"/>
                  <a:pt x="487772" y="722972"/>
                </a:cubicBezTo>
                <a:close/>
                <a:moveTo>
                  <a:pt x="438994" y="722972"/>
                </a:moveTo>
                <a:cubicBezTo>
                  <a:pt x="450268" y="722972"/>
                  <a:pt x="459407" y="732111"/>
                  <a:pt x="459407" y="743385"/>
                </a:cubicBezTo>
                <a:cubicBezTo>
                  <a:pt x="459407" y="754659"/>
                  <a:pt x="450268" y="763798"/>
                  <a:pt x="438994" y="763798"/>
                </a:cubicBezTo>
                <a:cubicBezTo>
                  <a:pt x="427721" y="763798"/>
                  <a:pt x="418582" y="754659"/>
                  <a:pt x="418582" y="743385"/>
                </a:cubicBezTo>
                <a:cubicBezTo>
                  <a:pt x="418582" y="732111"/>
                  <a:pt x="427721" y="722972"/>
                  <a:pt x="438994" y="722972"/>
                </a:cubicBezTo>
                <a:close/>
                <a:moveTo>
                  <a:pt x="390217" y="722972"/>
                </a:moveTo>
                <a:cubicBezTo>
                  <a:pt x="401491" y="722972"/>
                  <a:pt x="410630" y="732111"/>
                  <a:pt x="410630" y="743385"/>
                </a:cubicBezTo>
                <a:cubicBezTo>
                  <a:pt x="410630" y="754659"/>
                  <a:pt x="401491" y="763798"/>
                  <a:pt x="390217" y="763798"/>
                </a:cubicBezTo>
                <a:cubicBezTo>
                  <a:pt x="378944" y="763798"/>
                  <a:pt x="369805" y="754659"/>
                  <a:pt x="369805" y="743385"/>
                </a:cubicBezTo>
                <a:cubicBezTo>
                  <a:pt x="369805" y="732111"/>
                  <a:pt x="378944" y="722972"/>
                  <a:pt x="390217" y="722972"/>
                </a:cubicBezTo>
                <a:close/>
                <a:moveTo>
                  <a:pt x="341440" y="722972"/>
                </a:moveTo>
                <a:cubicBezTo>
                  <a:pt x="352714" y="722972"/>
                  <a:pt x="361853" y="732111"/>
                  <a:pt x="361853" y="743385"/>
                </a:cubicBezTo>
                <a:cubicBezTo>
                  <a:pt x="361853" y="754659"/>
                  <a:pt x="352714" y="763798"/>
                  <a:pt x="341440" y="763798"/>
                </a:cubicBezTo>
                <a:cubicBezTo>
                  <a:pt x="330166" y="763798"/>
                  <a:pt x="321028" y="754659"/>
                  <a:pt x="321028" y="743385"/>
                </a:cubicBezTo>
                <a:cubicBezTo>
                  <a:pt x="321028" y="732111"/>
                  <a:pt x="330166" y="722972"/>
                  <a:pt x="341440" y="722972"/>
                </a:cubicBezTo>
                <a:close/>
                <a:moveTo>
                  <a:pt x="292663" y="722972"/>
                </a:moveTo>
                <a:cubicBezTo>
                  <a:pt x="303937" y="722972"/>
                  <a:pt x="313076" y="732111"/>
                  <a:pt x="313076" y="743385"/>
                </a:cubicBezTo>
                <a:cubicBezTo>
                  <a:pt x="313076" y="754659"/>
                  <a:pt x="303937" y="763798"/>
                  <a:pt x="292663" y="763798"/>
                </a:cubicBezTo>
                <a:cubicBezTo>
                  <a:pt x="281389" y="763798"/>
                  <a:pt x="272251" y="754659"/>
                  <a:pt x="272251" y="743385"/>
                </a:cubicBezTo>
                <a:cubicBezTo>
                  <a:pt x="272251" y="732111"/>
                  <a:pt x="281389" y="722972"/>
                  <a:pt x="292663" y="722972"/>
                </a:cubicBezTo>
                <a:close/>
                <a:moveTo>
                  <a:pt x="243886" y="722972"/>
                </a:moveTo>
                <a:cubicBezTo>
                  <a:pt x="255160" y="722972"/>
                  <a:pt x="264299" y="732111"/>
                  <a:pt x="264299" y="743385"/>
                </a:cubicBezTo>
                <a:cubicBezTo>
                  <a:pt x="264299" y="754659"/>
                  <a:pt x="255160" y="763798"/>
                  <a:pt x="243886" y="763798"/>
                </a:cubicBezTo>
                <a:cubicBezTo>
                  <a:pt x="232612" y="763798"/>
                  <a:pt x="223473" y="754659"/>
                  <a:pt x="223473" y="743385"/>
                </a:cubicBezTo>
                <a:cubicBezTo>
                  <a:pt x="223473" y="732111"/>
                  <a:pt x="232612" y="722972"/>
                  <a:pt x="243886" y="722972"/>
                </a:cubicBezTo>
                <a:close/>
                <a:moveTo>
                  <a:pt x="195109" y="722972"/>
                </a:moveTo>
                <a:cubicBezTo>
                  <a:pt x="206383" y="722972"/>
                  <a:pt x="215522" y="732111"/>
                  <a:pt x="215522" y="743385"/>
                </a:cubicBezTo>
                <a:cubicBezTo>
                  <a:pt x="215522" y="754659"/>
                  <a:pt x="206383" y="763798"/>
                  <a:pt x="195109" y="763798"/>
                </a:cubicBezTo>
                <a:cubicBezTo>
                  <a:pt x="183835" y="763798"/>
                  <a:pt x="174696" y="754659"/>
                  <a:pt x="174696" y="743385"/>
                </a:cubicBezTo>
                <a:cubicBezTo>
                  <a:pt x="174696" y="732111"/>
                  <a:pt x="183835" y="722972"/>
                  <a:pt x="195109" y="722972"/>
                </a:cubicBezTo>
                <a:close/>
                <a:moveTo>
                  <a:pt x="146332" y="722972"/>
                </a:moveTo>
                <a:cubicBezTo>
                  <a:pt x="157606" y="722972"/>
                  <a:pt x="166745" y="732111"/>
                  <a:pt x="166745" y="743385"/>
                </a:cubicBezTo>
                <a:cubicBezTo>
                  <a:pt x="166745" y="754659"/>
                  <a:pt x="157606" y="763798"/>
                  <a:pt x="146332" y="763798"/>
                </a:cubicBezTo>
                <a:cubicBezTo>
                  <a:pt x="135058" y="763798"/>
                  <a:pt x="125919" y="754659"/>
                  <a:pt x="125919" y="743385"/>
                </a:cubicBezTo>
                <a:cubicBezTo>
                  <a:pt x="125919" y="732111"/>
                  <a:pt x="135058" y="722972"/>
                  <a:pt x="146332" y="722972"/>
                </a:cubicBezTo>
                <a:close/>
                <a:moveTo>
                  <a:pt x="97555" y="722972"/>
                </a:moveTo>
                <a:cubicBezTo>
                  <a:pt x="108829" y="722972"/>
                  <a:pt x="117968" y="732111"/>
                  <a:pt x="117968" y="743385"/>
                </a:cubicBezTo>
                <a:cubicBezTo>
                  <a:pt x="117968" y="754659"/>
                  <a:pt x="108829" y="763798"/>
                  <a:pt x="97555" y="763798"/>
                </a:cubicBezTo>
                <a:cubicBezTo>
                  <a:pt x="86281" y="763798"/>
                  <a:pt x="77142" y="754659"/>
                  <a:pt x="77142" y="743385"/>
                </a:cubicBezTo>
                <a:cubicBezTo>
                  <a:pt x="77142" y="732111"/>
                  <a:pt x="86281" y="722972"/>
                  <a:pt x="97555" y="722972"/>
                </a:cubicBezTo>
                <a:close/>
                <a:moveTo>
                  <a:pt x="48778" y="722972"/>
                </a:moveTo>
                <a:cubicBezTo>
                  <a:pt x="60052" y="722972"/>
                  <a:pt x="69191" y="732111"/>
                  <a:pt x="69191" y="743385"/>
                </a:cubicBezTo>
                <a:cubicBezTo>
                  <a:pt x="69191" y="754659"/>
                  <a:pt x="60052" y="763798"/>
                  <a:pt x="48778" y="763798"/>
                </a:cubicBezTo>
                <a:cubicBezTo>
                  <a:pt x="37504" y="763798"/>
                  <a:pt x="28365" y="754659"/>
                  <a:pt x="28365" y="743385"/>
                </a:cubicBezTo>
                <a:cubicBezTo>
                  <a:pt x="28365" y="732111"/>
                  <a:pt x="37504" y="722972"/>
                  <a:pt x="48778" y="722972"/>
                </a:cubicBezTo>
                <a:close/>
                <a:moveTo>
                  <a:pt x="2" y="722972"/>
                </a:moveTo>
                <a:cubicBezTo>
                  <a:pt x="11275" y="722972"/>
                  <a:pt x="20414" y="732111"/>
                  <a:pt x="20414" y="743385"/>
                </a:cubicBezTo>
                <a:cubicBezTo>
                  <a:pt x="20414" y="754659"/>
                  <a:pt x="11275" y="763798"/>
                  <a:pt x="2" y="763798"/>
                </a:cubicBezTo>
                <a:lnTo>
                  <a:pt x="0" y="763797"/>
                </a:lnTo>
                <a:lnTo>
                  <a:pt x="0" y="722973"/>
                </a:lnTo>
                <a:close/>
                <a:moveTo>
                  <a:pt x="731657" y="668886"/>
                </a:moveTo>
                <a:cubicBezTo>
                  <a:pt x="737294" y="668886"/>
                  <a:pt x="742397" y="671171"/>
                  <a:pt x="746091" y="674865"/>
                </a:cubicBezTo>
                <a:lnTo>
                  <a:pt x="748725" y="681223"/>
                </a:lnTo>
                <a:lnTo>
                  <a:pt x="724200" y="708206"/>
                </a:lnTo>
                <a:lnTo>
                  <a:pt x="723711" y="708108"/>
                </a:lnTo>
                <a:cubicBezTo>
                  <a:pt x="716385" y="705009"/>
                  <a:pt x="711244" y="697754"/>
                  <a:pt x="711244" y="689299"/>
                </a:cubicBezTo>
                <a:cubicBezTo>
                  <a:pt x="711244" y="678025"/>
                  <a:pt x="720383" y="668886"/>
                  <a:pt x="731657" y="668886"/>
                </a:cubicBezTo>
                <a:close/>
                <a:moveTo>
                  <a:pt x="682880" y="668886"/>
                </a:moveTo>
                <a:cubicBezTo>
                  <a:pt x="694153" y="668886"/>
                  <a:pt x="703293" y="678025"/>
                  <a:pt x="703293" y="689299"/>
                </a:cubicBezTo>
                <a:cubicBezTo>
                  <a:pt x="703293" y="700573"/>
                  <a:pt x="694153" y="709712"/>
                  <a:pt x="682880" y="709712"/>
                </a:cubicBezTo>
                <a:cubicBezTo>
                  <a:pt x="671606" y="709712"/>
                  <a:pt x="662467" y="700573"/>
                  <a:pt x="662467" y="689299"/>
                </a:cubicBezTo>
                <a:cubicBezTo>
                  <a:pt x="662467" y="678025"/>
                  <a:pt x="671606" y="668886"/>
                  <a:pt x="682880" y="668886"/>
                </a:cubicBezTo>
                <a:close/>
                <a:moveTo>
                  <a:pt x="634103" y="668886"/>
                </a:moveTo>
                <a:cubicBezTo>
                  <a:pt x="645377" y="668886"/>
                  <a:pt x="654516" y="678025"/>
                  <a:pt x="654516" y="689299"/>
                </a:cubicBezTo>
                <a:cubicBezTo>
                  <a:pt x="654516" y="700573"/>
                  <a:pt x="645377" y="709712"/>
                  <a:pt x="634103" y="709712"/>
                </a:cubicBezTo>
                <a:cubicBezTo>
                  <a:pt x="622829" y="709712"/>
                  <a:pt x="613690" y="700573"/>
                  <a:pt x="613690" y="689299"/>
                </a:cubicBezTo>
                <a:cubicBezTo>
                  <a:pt x="613690" y="678025"/>
                  <a:pt x="622829" y="668886"/>
                  <a:pt x="634103" y="668886"/>
                </a:cubicBezTo>
                <a:close/>
                <a:moveTo>
                  <a:pt x="585326" y="668886"/>
                </a:moveTo>
                <a:cubicBezTo>
                  <a:pt x="596599" y="668886"/>
                  <a:pt x="605738" y="678025"/>
                  <a:pt x="605738" y="689299"/>
                </a:cubicBezTo>
                <a:cubicBezTo>
                  <a:pt x="605738" y="700573"/>
                  <a:pt x="596599" y="709712"/>
                  <a:pt x="585326" y="709712"/>
                </a:cubicBezTo>
                <a:cubicBezTo>
                  <a:pt x="574052" y="709712"/>
                  <a:pt x="564913" y="700573"/>
                  <a:pt x="564913" y="689299"/>
                </a:cubicBezTo>
                <a:cubicBezTo>
                  <a:pt x="564913" y="678025"/>
                  <a:pt x="574052" y="668886"/>
                  <a:pt x="585326" y="668886"/>
                </a:cubicBezTo>
                <a:close/>
                <a:moveTo>
                  <a:pt x="536549" y="668886"/>
                </a:moveTo>
                <a:cubicBezTo>
                  <a:pt x="547822" y="668886"/>
                  <a:pt x="556961" y="678025"/>
                  <a:pt x="556961" y="689299"/>
                </a:cubicBezTo>
                <a:cubicBezTo>
                  <a:pt x="556961" y="700573"/>
                  <a:pt x="547822" y="709712"/>
                  <a:pt x="536549" y="709712"/>
                </a:cubicBezTo>
                <a:cubicBezTo>
                  <a:pt x="525275" y="709712"/>
                  <a:pt x="516136" y="700573"/>
                  <a:pt x="516136" y="689299"/>
                </a:cubicBezTo>
                <a:cubicBezTo>
                  <a:pt x="516136" y="678025"/>
                  <a:pt x="525275" y="668886"/>
                  <a:pt x="536549" y="668886"/>
                </a:cubicBezTo>
                <a:close/>
                <a:moveTo>
                  <a:pt x="487772" y="668886"/>
                </a:moveTo>
                <a:cubicBezTo>
                  <a:pt x="499045" y="668886"/>
                  <a:pt x="508184" y="678025"/>
                  <a:pt x="508184" y="689299"/>
                </a:cubicBezTo>
                <a:cubicBezTo>
                  <a:pt x="508184" y="700573"/>
                  <a:pt x="499045" y="709712"/>
                  <a:pt x="487772" y="709712"/>
                </a:cubicBezTo>
                <a:cubicBezTo>
                  <a:pt x="476498" y="709712"/>
                  <a:pt x="467359" y="700573"/>
                  <a:pt x="467359" y="689299"/>
                </a:cubicBezTo>
                <a:cubicBezTo>
                  <a:pt x="467359" y="678025"/>
                  <a:pt x="476498" y="668886"/>
                  <a:pt x="487772" y="668886"/>
                </a:cubicBezTo>
                <a:close/>
                <a:moveTo>
                  <a:pt x="438994" y="668886"/>
                </a:moveTo>
                <a:cubicBezTo>
                  <a:pt x="450268" y="668886"/>
                  <a:pt x="459407" y="678025"/>
                  <a:pt x="459407" y="689299"/>
                </a:cubicBezTo>
                <a:cubicBezTo>
                  <a:pt x="459407" y="700573"/>
                  <a:pt x="450268" y="709712"/>
                  <a:pt x="438994" y="709712"/>
                </a:cubicBezTo>
                <a:cubicBezTo>
                  <a:pt x="427721" y="709712"/>
                  <a:pt x="418582" y="700573"/>
                  <a:pt x="418582" y="689299"/>
                </a:cubicBezTo>
                <a:cubicBezTo>
                  <a:pt x="418582" y="678025"/>
                  <a:pt x="427721" y="668886"/>
                  <a:pt x="438994" y="668886"/>
                </a:cubicBezTo>
                <a:close/>
                <a:moveTo>
                  <a:pt x="390217" y="668886"/>
                </a:moveTo>
                <a:cubicBezTo>
                  <a:pt x="401491" y="668886"/>
                  <a:pt x="410630" y="678025"/>
                  <a:pt x="410630" y="689299"/>
                </a:cubicBezTo>
                <a:cubicBezTo>
                  <a:pt x="410630" y="700573"/>
                  <a:pt x="401491" y="709712"/>
                  <a:pt x="390217" y="709712"/>
                </a:cubicBezTo>
                <a:cubicBezTo>
                  <a:pt x="378944" y="709712"/>
                  <a:pt x="369805" y="700573"/>
                  <a:pt x="369805" y="689299"/>
                </a:cubicBezTo>
                <a:cubicBezTo>
                  <a:pt x="369805" y="678025"/>
                  <a:pt x="378944" y="668886"/>
                  <a:pt x="390217" y="668886"/>
                </a:cubicBezTo>
                <a:close/>
                <a:moveTo>
                  <a:pt x="341440" y="668886"/>
                </a:moveTo>
                <a:cubicBezTo>
                  <a:pt x="352714" y="668886"/>
                  <a:pt x="361853" y="678025"/>
                  <a:pt x="361853" y="689299"/>
                </a:cubicBezTo>
                <a:cubicBezTo>
                  <a:pt x="361853" y="700573"/>
                  <a:pt x="352714" y="709712"/>
                  <a:pt x="341440" y="709712"/>
                </a:cubicBezTo>
                <a:cubicBezTo>
                  <a:pt x="330166" y="709712"/>
                  <a:pt x="321028" y="700573"/>
                  <a:pt x="321028" y="689299"/>
                </a:cubicBezTo>
                <a:cubicBezTo>
                  <a:pt x="321028" y="678025"/>
                  <a:pt x="330166" y="668886"/>
                  <a:pt x="341440" y="668886"/>
                </a:cubicBezTo>
                <a:close/>
                <a:moveTo>
                  <a:pt x="292663" y="668886"/>
                </a:moveTo>
                <a:cubicBezTo>
                  <a:pt x="303937" y="668886"/>
                  <a:pt x="313076" y="678025"/>
                  <a:pt x="313076" y="689299"/>
                </a:cubicBezTo>
                <a:cubicBezTo>
                  <a:pt x="313076" y="700573"/>
                  <a:pt x="303937" y="709712"/>
                  <a:pt x="292663" y="709712"/>
                </a:cubicBezTo>
                <a:cubicBezTo>
                  <a:pt x="281389" y="709712"/>
                  <a:pt x="272251" y="700573"/>
                  <a:pt x="272251" y="689299"/>
                </a:cubicBezTo>
                <a:cubicBezTo>
                  <a:pt x="272251" y="678025"/>
                  <a:pt x="281389" y="668886"/>
                  <a:pt x="292663" y="668886"/>
                </a:cubicBezTo>
                <a:close/>
                <a:moveTo>
                  <a:pt x="243886" y="668886"/>
                </a:moveTo>
                <a:cubicBezTo>
                  <a:pt x="255160" y="668886"/>
                  <a:pt x="264299" y="678025"/>
                  <a:pt x="264299" y="689299"/>
                </a:cubicBezTo>
                <a:cubicBezTo>
                  <a:pt x="264299" y="700573"/>
                  <a:pt x="255160" y="709712"/>
                  <a:pt x="243886" y="709712"/>
                </a:cubicBezTo>
                <a:cubicBezTo>
                  <a:pt x="232612" y="709712"/>
                  <a:pt x="223473" y="700573"/>
                  <a:pt x="223473" y="689299"/>
                </a:cubicBezTo>
                <a:cubicBezTo>
                  <a:pt x="223473" y="678025"/>
                  <a:pt x="232612" y="668886"/>
                  <a:pt x="243886" y="668886"/>
                </a:cubicBezTo>
                <a:close/>
                <a:moveTo>
                  <a:pt x="195109" y="668886"/>
                </a:moveTo>
                <a:cubicBezTo>
                  <a:pt x="206383" y="668886"/>
                  <a:pt x="215522" y="678025"/>
                  <a:pt x="215522" y="689299"/>
                </a:cubicBezTo>
                <a:cubicBezTo>
                  <a:pt x="215522" y="700573"/>
                  <a:pt x="206383" y="709712"/>
                  <a:pt x="195109" y="709712"/>
                </a:cubicBezTo>
                <a:cubicBezTo>
                  <a:pt x="183835" y="709712"/>
                  <a:pt x="174696" y="700573"/>
                  <a:pt x="174696" y="689299"/>
                </a:cubicBezTo>
                <a:cubicBezTo>
                  <a:pt x="174696" y="678025"/>
                  <a:pt x="183835" y="668886"/>
                  <a:pt x="195109" y="668886"/>
                </a:cubicBezTo>
                <a:close/>
                <a:moveTo>
                  <a:pt x="146332" y="668886"/>
                </a:moveTo>
                <a:cubicBezTo>
                  <a:pt x="157606" y="668886"/>
                  <a:pt x="166745" y="678025"/>
                  <a:pt x="166745" y="689299"/>
                </a:cubicBezTo>
                <a:cubicBezTo>
                  <a:pt x="166745" y="700573"/>
                  <a:pt x="157606" y="709712"/>
                  <a:pt x="146332" y="709712"/>
                </a:cubicBezTo>
                <a:cubicBezTo>
                  <a:pt x="135058" y="709712"/>
                  <a:pt x="125919" y="700573"/>
                  <a:pt x="125919" y="689299"/>
                </a:cubicBezTo>
                <a:cubicBezTo>
                  <a:pt x="125919" y="678025"/>
                  <a:pt x="135058" y="668886"/>
                  <a:pt x="146332" y="668886"/>
                </a:cubicBezTo>
                <a:close/>
                <a:moveTo>
                  <a:pt x="97555" y="668886"/>
                </a:moveTo>
                <a:cubicBezTo>
                  <a:pt x="108829" y="668886"/>
                  <a:pt x="117968" y="678025"/>
                  <a:pt x="117968" y="689299"/>
                </a:cubicBezTo>
                <a:cubicBezTo>
                  <a:pt x="117968" y="700573"/>
                  <a:pt x="108829" y="709712"/>
                  <a:pt x="97555" y="709712"/>
                </a:cubicBezTo>
                <a:cubicBezTo>
                  <a:pt x="86281" y="709712"/>
                  <a:pt x="77142" y="700573"/>
                  <a:pt x="77142" y="689299"/>
                </a:cubicBezTo>
                <a:cubicBezTo>
                  <a:pt x="77142" y="678025"/>
                  <a:pt x="86281" y="668886"/>
                  <a:pt x="97555" y="668886"/>
                </a:cubicBezTo>
                <a:close/>
                <a:moveTo>
                  <a:pt x="48778" y="668886"/>
                </a:moveTo>
                <a:cubicBezTo>
                  <a:pt x="60052" y="668886"/>
                  <a:pt x="69191" y="678025"/>
                  <a:pt x="69191" y="689299"/>
                </a:cubicBezTo>
                <a:cubicBezTo>
                  <a:pt x="69191" y="700573"/>
                  <a:pt x="60052" y="709712"/>
                  <a:pt x="48778" y="709712"/>
                </a:cubicBezTo>
                <a:cubicBezTo>
                  <a:pt x="37504" y="709712"/>
                  <a:pt x="28365" y="700573"/>
                  <a:pt x="28365" y="689299"/>
                </a:cubicBezTo>
                <a:cubicBezTo>
                  <a:pt x="28365" y="678025"/>
                  <a:pt x="37504" y="668886"/>
                  <a:pt x="48778" y="668886"/>
                </a:cubicBezTo>
                <a:close/>
                <a:moveTo>
                  <a:pt x="2" y="668886"/>
                </a:moveTo>
                <a:cubicBezTo>
                  <a:pt x="11275" y="668886"/>
                  <a:pt x="20414" y="678025"/>
                  <a:pt x="20414" y="689299"/>
                </a:cubicBezTo>
                <a:cubicBezTo>
                  <a:pt x="20414" y="700573"/>
                  <a:pt x="11275" y="709712"/>
                  <a:pt x="2" y="709712"/>
                </a:cubicBezTo>
                <a:lnTo>
                  <a:pt x="0" y="709711"/>
                </a:lnTo>
                <a:lnTo>
                  <a:pt x="0" y="668887"/>
                </a:lnTo>
                <a:close/>
                <a:moveTo>
                  <a:pt x="780434" y="614800"/>
                </a:moveTo>
                <a:cubicBezTo>
                  <a:pt x="786071" y="614800"/>
                  <a:pt x="791174" y="617085"/>
                  <a:pt x="794868" y="620779"/>
                </a:cubicBezTo>
                <a:lnTo>
                  <a:pt x="796523" y="624774"/>
                </a:lnTo>
                <a:lnTo>
                  <a:pt x="780248" y="646539"/>
                </a:lnTo>
                <a:lnTo>
                  <a:pt x="773298" y="654185"/>
                </a:lnTo>
                <a:lnTo>
                  <a:pt x="772488" y="654021"/>
                </a:lnTo>
                <a:cubicBezTo>
                  <a:pt x="765162" y="650923"/>
                  <a:pt x="760021" y="643668"/>
                  <a:pt x="760021" y="635213"/>
                </a:cubicBezTo>
                <a:cubicBezTo>
                  <a:pt x="760021" y="623939"/>
                  <a:pt x="769160" y="614800"/>
                  <a:pt x="780434" y="614800"/>
                </a:cubicBezTo>
                <a:close/>
                <a:moveTo>
                  <a:pt x="731657" y="614800"/>
                </a:moveTo>
                <a:cubicBezTo>
                  <a:pt x="742931" y="614800"/>
                  <a:pt x="752070" y="623939"/>
                  <a:pt x="752070" y="635213"/>
                </a:cubicBezTo>
                <a:cubicBezTo>
                  <a:pt x="752070" y="646487"/>
                  <a:pt x="742931" y="655626"/>
                  <a:pt x="731657" y="655626"/>
                </a:cubicBezTo>
                <a:cubicBezTo>
                  <a:pt x="720383" y="655626"/>
                  <a:pt x="711244" y="646487"/>
                  <a:pt x="711244" y="635213"/>
                </a:cubicBezTo>
                <a:cubicBezTo>
                  <a:pt x="711244" y="623939"/>
                  <a:pt x="720383" y="614800"/>
                  <a:pt x="731657" y="614800"/>
                </a:cubicBezTo>
                <a:close/>
                <a:moveTo>
                  <a:pt x="682880" y="614800"/>
                </a:moveTo>
                <a:cubicBezTo>
                  <a:pt x="694153" y="614800"/>
                  <a:pt x="703293" y="623939"/>
                  <a:pt x="703293" y="635213"/>
                </a:cubicBezTo>
                <a:cubicBezTo>
                  <a:pt x="703293" y="646487"/>
                  <a:pt x="694153" y="655626"/>
                  <a:pt x="682880" y="655626"/>
                </a:cubicBezTo>
                <a:cubicBezTo>
                  <a:pt x="671606" y="655626"/>
                  <a:pt x="662467" y="646487"/>
                  <a:pt x="662467" y="635213"/>
                </a:cubicBezTo>
                <a:cubicBezTo>
                  <a:pt x="662467" y="623939"/>
                  <a:pt x="671606" y="614800"/>
                  <a:pt x="682880" y="614800"/>
                </a:cubicBezTo>
                <a:close/>
                <a:moveTo>
                  <a:pt x="634103" y="614800"/>
                </a:moveTo>
                <a:cubicBezTo>
                  <a:pt x="645377" y="614800"/>
                  <a:pt x="654516" y="623939"/>
                  <a:pt x="654516" y="635213"/>
                </a:cubicBezTo>
                <a:cubicBezTo>
                  <a:pt x="654516" y="646487"/>
                  <a:pt x="645377" y="655626"/>
                  <a:pt x="634103" y="655626"/>
                </a:cubicBezTo>
                <a:cubicBezTo>
                  <a:pt x="622829" y="655626"/>
                  <a:pt x="613690" y="646487"/>
                  <a:pt x="613690" y="635213"/>
                </a:cubicBezTo>
                <a:cubicBezTo>
                  <a:pt x="613690" y="623939"/>
                  <a:pt x="622829" y="614800"/>
                  <a:pt x="634103" y="614800"/>
                </a:cubicBezTo>
                <a:close/>
                <a:moveTo>
                  <a:pt x="585326" y="614800"/>
                </a:moveTo>
                <a:cubicBezTo>
                  <a:pt x="596599" y="614800"/>
                  <a:pt x="605738" y="623939"/>
                  <a:pt x="605738" y="635213"/>
                </a:cubicBezTo>
                <a:cubicBezTo>
                  <a:pt x="605738" y="646487"/>
                  <a:pt x="596599" y="655626"/>
                  <a:pt x="585326" y="655626"/>
                </a:cubicBezTo>
                <a:cubicBezTo>
                  <a:pt x="574052" y="655626"/>
                  <a:pt x="564913" y="646487"/>
                  <a:pt x="564913" y="635213"/>
                </a:cubicBezTo>
                <a:cubicBezTo>
                  <a:pt x="564913" y="623939"/>
                  <a:pt x="574052" y="614800"/>
                  <a:pt x="585326" y="614800"/>
                </a:cubicBezTo>
                <a:close/>
                <a:moveTo>
                  <a:pt x="536549" y="614800"/>
                </a:moveTo>
                <a:cubicBezTo>
                  <a:pt x="547822" y="614800"/>
                  <a:pt x="556961" y="623939"/>
                  <a:pt x="556961" y="635213"/>
                </a:cubicBezTo>
                <a:cubicBezTo>
                  <a:pt x="556961" y="646487"/>
                  <a:pt x="547822" y="655626"/>
                  <a:pt x="536549" y="655626"/>
                </a:cubicBezTo>
                <a:cubicBezTo>
                  <a:pt x="525275" y="655626"/>
                  <a:pt x="516136" y="646487"/>
                  <a:pt x="516136" y="635213"/>
                </a:cubicBezTo>
                <a:cubicBezTo>
                  <a:pt x="516136" y="623939"/>
                  <a:pt x="525275" y="614800"/>
                  <a:pt x="536549" y="614800"/>
                </a:cubicBezTo>
                <a:close/>
                <a:moveTo>
                  <a:pt x="487772" y="614800"/>
                </a:moveTo>
                <a:cubicBezTo>
                  <a:pt x="499045" y="614800"/>
                  <a:pt x="508184" y="623939"/>
                  <a:pt x="508184" y="635213"/>
                </a:cubicBezTo>
                <a:cubicBezTo>
                  <a:pt x="508184" y="646487"/>
                  <a:pt x="499045" y="655626"/>
                  <a:pt x="487772" y="655626"/>
                </a:cubicBezTo>
                <a:cubicBezTo>
                  <a:pt x="476498" y="655626"/>
                  <a:pt x="467359" y="646487"/>
                  <a:pt x="467359" y="635213"/>
                </a:cubicBezTo>
                <a:cubicBezTo>
                  <a:pt x="467359" y="623939"/>
                  <a:pt x="476498" y="614800"/>
                  <a:pt x="487772" y="614800"/>
                </a:cubicBezTo>
                <a:close/>
                <a:moveTo>
                  <a:pt x="438994" y="614800"/>
                </a:moveTo>
                <a:cubicBezTo>
                  <a:pt x="450268" y="614800"/>
                  <a:pt x="459407" y="623939"/>
                  <a:pt x="459407" y="635213"/>
                </a:cubicBezTo>
                <a:cubicBezTo>
                  <a:pt x="459407" y="646487"/>
                  <a:pt x="450268" y="655626"/>
                  <a:pt x="438994" y="655626"/>
                </a:cubicBezTo>
                <a:cubicBezTo>
                  <a:pt x="427721" y="655626"/>
                  <a:pt x="418582" y="646487"/>
                  <a:pt x="418582" y="635213"/>
                </a:cubicBezTo>
                <a:cubicBezTo>
                  <a:pt x="418582" y="623939"/>
                  <a:pt x="427721" y="614800"/>
                  <a:pt x="438994" y="614800"/>
                </a:cubicBezTo>
                <a:close/>
                <a:moveTo>
                  <a:pt x="390217" y="614800"/>
                </a:moveTo>
                <a:cubicBezTo>
                  <a:pt x="401491" y="614800"/>
                  <a:pt x="410630" y="623939"/>
                  <a:pt x="410630" y="635213"/>
                </a:cubicBezTo>
                <a:cubicBezTo>
                  <a:pt x="410630" y="646487"/>
                  <a:pt x="401491" y="655626"/>
                  <a:pt x="390217" y="655626"/>
                </a:cubicBezTo>
                <a:cubicBezTo>
                  <a:pt x="378944" y="655626"/>
                  <a:pt x="369805" y="646487"/>
                  <a:pt x="369805" y="635213"/>
                </a:cubicBezTo>
                <a:cubicBezTo>
                  <a:pt x="369805" y="623939"/>
                  <a:pt x="378944" y="614800"/>
                  <a:pt x="390217" y="614800"/>
                </a:cubicBezTo>
                <a:close/>
                <a:moveTo>
                  <a:pt x="341440" y="614800"/>
                </a:moveTo>
                <a:cubicBezTo>
                  <a:pt x="352714" y="614800"/>
                  <a:pt x="361853" y="623939"/>
                  <a:pt x="361853" y="635213"/>
                </a:cubicBezTo>
                <a:cubicBezTo>
                  <a:pt x="361853" y="646487"/>
                  <a:pt x="352714" y="655626"/>
                  <a:pt x="341440" y="655626"/>
                </a:cubicBezTo>
                <a:cubicBezTo>
                  <a:pt x="330166" y="655626"/>
                  <a:pt x="321028" y="646487"/>
                  <a:pt x="321028" y="635213"/>
                </a:cubicBezTo>
                <a:cubicBezTo>
                  <a:pt x="321028" y="623939"/>
                  <a:pt x="330166" y="614800"/>
                  <a:pt x="341440" y="614800"/>
                </a:cubicBezTo>
                <a:close/>
                <a:moveTo>
                  <a:pt x="292663" y="614800"/>
                </a:moveTo>
                <a:cubicBezTo>
                  <a:pt x="303937" y="614800"/>
                  <a:pt x="313076" y="623939"/>
                  <a:pt x="313076" y="635213"/>
                </a:cubicBezTo>
                <a:cubicBezTo>
                  <a:pt x="313076" y="646487"/>
                  <a:pt x="303937" y="655626"/>
                  <a:pt x="292663" y="655626"/>
                </a:cubicBezTo>
                <a:cubicBezTo>
                  <a:pt x="281389" y="655626"/>
                  <a:pt x="272251" y="646487"/>
                  <a:pt x="272251" y="635213"/>
                </a:cubicBezTo>
                <a:cubicBezTo>
                  <a:pt x="272251" y="623939"/>
                  <a:pt x="281389" y="614800"/>
                  <a:pt x="292663" y="614800"/>
                </a:cubicBezTo>
                <a:close/>
                <a:moveTo>
                  <a:pt x="243886" y="614800"/>
                </a:moveTo>
                <a:cubicBezTo>
                  <a:pt x="255160" y="614800"/>
                  <a:pt x="264299" y="623939"/>
                  <a:pt x="264299" y="635213"/>
                </a:cubicBezTo>
                <a:cubicBezTo>
                  <a:pt x="264299" y="646487"/>
                  <a:pt x="255160" y="655626"/>
                  <a:pt x="243886" y="655626"/>
                </a:cubicBezTo>
                <a:cubicBezTo>
                  <a:pt x="232612" y="655626"/>
                  <a:pt x="223473" y="646487"/>
                  <a:pt x="223473" y="635213"/>
                </a:cubicBezTo>
                <a:cubicBezTo>
                  <a:pt x="223473" y="623939"/>
                  <a:pt x="232612" y="614800"/>
                  <a:pt x="243886" y="614800"/>
                </a:cubicBezTo>
                <a:close/>
                <a:moveTo>
                  <a:pt x="195109" y="614800"/>
                </a:moveTo>
                <a:cubicBezTo>
                  <a:pt x="206383" y="614800"/>
                  <a:pt x="215522" y="623939"/>
                  <a:pt x="215522" y="635213"/>
                </a:cubicBezTo>
                <a:cubicBezTo>
                  <a:pt x="215522" y="646487"/>
                  <a:pt x="206383" y="655626"/>
                  <a:pt x="195109" y="655626"/>
                </a:cubicBezTo>
                <a:cubicBezTo>
                  <a:pt x="183835" y="655626"/>
                  <a:pt x="174696" y="646487"/>
                  <a:pt x="174696" y="635213"/>
                </a:cubicBezTo>
                <a:cubicBezTo>
                  <a:pt x="174696" y="623939"/>
                  <a:pt x="183835" y="614800"/>
                  <a:pt x="195109" y="614800"/>
                </a:cubicBezTo>
                <a:close/>
                <a:moveTo>
                  <a:pt x="146332" y="614800"/>
                </a:moveTo>
                <a:cubicBezTo>
                  <a:pt x="157606" y="614800"/>
                  <a:pt x="166745" y="623939"/>
                  <a:pt x="166745" y="635213"/>
                </a:cubicBezTo>
                <a:cubicBezTo>
                  <a:pt x="166745" y="646487"/>
                  <a:pt x="157606" y="655626"/>
                  <a:pt x="146332" y="655626"/>
                </a:cubicBezTo>
                <a:cubicBezTo>
                  <a:pt x="135058" y="655626"/>
                  <a:pt x="125919" y="646487"/>
                  <a:pt x="125919" y="635213"/>
                </a:cubicBezTo>
                <a:cubicBezTo>
                  <a:pt x="125919" y="623939"/>
                  <a:pt x="135058" y="614800"/>
                  <a:pt x="146332" y="614800"/>
                </a:cubicBezTo>
                <a:close/>
                <a:moveTo>
                  <a:pt x="97555" y="614800"/>
                </a:moveTo>
                <a:cubicBezTo>
                  <a:pt x="108829" y="614800"/>
                  <a:pt x="117968" y="623939"/>
                  <a:pt x="117968" y="635213"/>
                </a:cubicBezTo>
                <a:cubicBezTo>
                  <a:pt x="117968" y="646487"/>
                  <a:pt x="108829" y="655626"/>
                  <a:pt x="97555" y="655626"/>
                </a:cubicBezTo>
                <a:cubicBezTo>
                  <a:pt x="86281" y="655626"/>
                  <a:pt x="77142" y="646487"/>
                  <a:pt x="77142" y="635213"/>
                </a:cubicBezTo>
                <a:cubicBezTo>
                  <a:pt x="77142" y="623939"/>
                  <a:pt x="86281" y="614800"/>
                  <a:pt x="97555" y="614800"/>
                </a:cubicBezTo>
                <a:close/>
                <a:moveTo>
                  <a:pt x="48778" y="614800"/>
                </a:moveTo>
                <a:cubicBezTo>
                  <a:pt x="60052" y="614800"/>
                  <a:pt x="69191" y="623939"/>
                  <a:pt x="69191" y="635213"/>
                </a:cubicBezTo>
                <a:cubicBezTo>
                  <a:pt x="69191" y="646487"/>
                  <a:pt x="60052" y="655626"/>
                  <a:pt x="48778" y="655626"/>
                </a:cubicBezTo>
                <a:cubicBezTo>
                  <a:pt x="37504" y="655626"/>
                  <a:pt x="28365" y="646487"/>
                  <a:pt x="28365" y="635213"/>
                </a:cubicBezTo>
                <a:cubicBezTo>
                  <a:pt x="28365" y="623939"/>
                  <a:pt x="37504" y="614800"/>
                  <a:pt x="48778" y="614800"/>
                </a:cubicBezTo>
                <a:close/>
                <a:moveTo>
                  <a:pt x="2" y="614800"/>
                </a:moveTo>
                <a:cubicBezTo>
                  <a:pt x="11275" y="614800"/>
                  <a:pt x="20414" y="623939"/>
                  <a:pt x="20414" y="635213"/>
                </a:cubicBezTo>
                <a:cubicBezTo>
                  <a:pt x="20414" y="646487"/>
                  <a:pt x="11275" y="655626"/>
                  <a:pt x="2" y="655626"/>
                </a:cubicBezTo>
                <a:lnTo>
                  <a:pt x="0" y="655625"/>
                </a:lnTo>
                <a:lnTo>
                  <a:pt x="0" y="614801"/>
                </a:lnTo>
                <a:close/>
                <a:moveTo>
                  <a:pt x="829211" y="560714"/>
                </a:moveTo>
                <a:cubicBezTo>
                  <a:pt x="832029" y="560714"/>
                  <a:pt x="834714" y="561285"/>
                  <a:pt x="837157" y="562318"/>
                </a:cubicBezTo>
                <a:lnTo>
                  <a:pt x="840828" y="564793"/>
                </a:lnTo>
                <a:lnTo>
                  <a:pt x="838456" y="568698"/>
                </a:lnTo>
                <a:lnTo>
                  <a:pt x="817164" y="597170"/>
                </a:lnTo>
                <a:lnTo>
                  <a:pt x="814777" y="595561"/>
                </a:lnTo>
                <a:cubicBezTo>
                  <a:pt x="811083" y="591867"/>
                  <a:pt x="808798" y="586764"/>
                  <a:pt x="808798" y="581127"/>
                </a:cubicBezTo>
                <a:cubicBezTo>
                  <a:pt x="808798" y="569853"/>
                  <a:pt x="817937" y="560714"/>
                  <a:pt x="829211" y="560714"/>
                </a:cubicBezTo>
                <a:close/>
                <a:moveTo>
                  <a:pt x="780434" y="560714"/>
                </a:moveTo>
                <a:cubicBezTo>
                  <a:pt x="791708" y="560714"/>
                  <a:pt x="800847" y="569853"/>
                  <a:pt x="800847" y="581127"/>
                </a:cubicBezTo>
                <a:cubicBezTo>
                  <a:pt x="800847" y="592400"/>
                  <a:pt x="791708" y="601539"/>
                  <a:pt x="780434" y="601539"/>
                </a:cubicBezTo>
                <a:cubicBezTo>
                  <a:pt x="769160" y="601539"/>
                  <a:pt x="760021" y="592400"/>
                  <a:pt x="760021" y="581127"/>
                </a:cubicBezTo>
                <a:cubicBezTo>
                  <a:pt x="760021" y="569853"/>
                  <a:pt x="769160" y="560714"/>
                  <a:pt x="780434" y="560714"/>
                </a:cubicBezTo>
                <a:close/>
                <a:moveTo>
                  <a:pt x="731657" y="560714"/>
                </a:moveTo>
                <a:cubicBezTo>
                  <a:pt x="742931" y="560714"/>
                  <a:pt x="752070" y="569853"/>
                  <a:pt x="752070" y="581127"/>
                </a:cubicBezTo>
                <a:cubicBezTo>
                  <a:pt x="752070" y="592400"/>
                  <a:pt x="742931" y="601539"/>
                  <a:pt x="731657" y="601539"/>
                </a:cubicBezTo>
                <a:cubicBezTo>
                  <a:pt x="720383" y="601539"/>
                  <a:pt x="711244" y="592400"/>
                  <a:pt x="711244" y="581127"/>
                </a:cubicBezTo>
                <a:cubicBezTo>
                  <a:pt x="711244" y="569853"/>
                  <a:pt x="720383" y="560714"/>
                  <a:pt x="731657" y="560714"/>
                </a:cubicBezTo>
                <a:close/>
                <a:moveTo>
                  <a:pt x="682880" y="560714"/>
                </a:moveTo>
                <a:cubicBezTo>
                  <a:pt x="694153" y="560714"/>
                  <a:pt x="703293" y="569853"/>
                  <a:pt x="703293" y="581127"/>
                </a:cubicBezTo>
                <a:cubicBezTo>
                  <a:pt x="703293" y="592400"/>
                  <a:pt x="694153" y="601539"/>
                  <a:pt x="682880" y="601539"/>
                </a:cubicBezTo>
                <a:cubicBezTo>
                  <a:pt x="671606" y="601539"/>
                  <a:pt x="662467" y="592400"/>
                  <a:pt x="662467" y="581127"/>
                </a:cubicBezTo>
                <a:cubicBezTo>
                  <a:pt x="662467" y="569853"/>
                  <a:pt x="671606" y="560714"/>
                  <a:pt x="682880" y="560714"/>
                </a:cubicBezTo>
                <a:close/>
                <a:moveTo>
                  <a:pt x="634103" y="560714"/>
                </a:moveTo>
                <a:cubicBezTo>
                  <a:pt x="645377" y="560714"/>
                  <a:pt x="654516" y="569853"/>
                  <a:pt x="654516" y="581127"/>
                </a:cubicBezTo>
                <a:cubicBezTo>
                  <a:pt x="654516" y="592400"/>
                  <a:pt x="645377" y="601539"/>
                  <a:pt x="634103" y="601539"/>
                </a:cubicBezTo>
                <a:cubicBezTo>
                  <a:pt x="622829" y="601539"/>
                  <a:pt x="613690" y="592400"/>
                  <a:pt x="613690" y="581127"/>
                </a:cubicBezTo>
                <a:cubicBezTo>
                  <a:pt x="613690" y="569853"/>
                  <a:pt x="622829" y="560714"/>
                  <a:pt x="634103" y="560714"/>
                </a:cubicBezTo>
                <a:close/>
                <a:moveTo>
                  <a:pt x="585326" y="560714"/>
                </a:moveTo>
                <a:cubicBezTo>
                  <a:pt x="596599" y="560714"/>
                  <a:pt x="605738" y="569853"/>
                  <a:pt x="605738" y="581127"/>
                </a:cubicBezTo>
                <a:cubicBezTo>
                  <a:pt x="605738" y="592400"/>
                  <a:pt x="596599" y="601539"/>
                  <a:pt x="585326" y="601539"/>
                </a:cubicBezTo>
                <a:cubicBezTo>
                  <a:pt x="574052" y="601539"/>
                  <a:pt x="564913" y="592400"/>
                  <a:pt x="564913" y="581127"/>
                </a:cubicBezTo>
                <a:cubicBezTo>
                  <a:pt x="564913" y="569853"/>
                  <a:pt x="574052" y="560714"/>
                  <a:pt x="585326" y="560714"/>
                </a:cubicBezTo>
                <a:close/>
                <a:moveTo>
                  <a:pt x="536549" y="560714"/>
                </a:moveTo>
                <a:cubicBezTo>
                  <a:pt x="547822" y="560714"/>
                  <a:pt x="556961" y="569853"/>
                  <a:pt x="556961" y="581127"/>
                </a:cubicBezTo>
                <a:cubicBezTo>
                  <a:pt x="556961" y="592400"/>
                  <a:pt x="547822" y="601539"/>
                  <a:pt x="536549" y="601539"/>
                </a:cubicBezTo>
                <a:cubicBezTo>
                  <a:pt x="525275" y="601539"/>
                  <a:pt x="516136" y="592400"/>
                  <a:pt x="516136" y="581127"/>
                </a:cubicBezTo>
                <a:cubicBezTo>
                  <a:pt x="516136" y="569853"/>
                  <a:pt x="525275" y="560714"/>
                  <a:pt x="536549" y="560714"/>
                </a:cubicBezTo>
                <a:close/>
                <a:moveTo>
                  <a:pt x="487772" y="560714"/>
                </a:moveTo>
                <a:cubicBezTo>
                  <a:pt x="499045" y="560714"/>
                  <a:pt x="508184" y="569853"/>
                  <a:pt x="508184" y="581127"/>
                </a:cubicBezTo>
                <a:cubicBezTo>
                  <a:pt x="508184" y="592400"/>
                  <a:pt x="499045" y="601539"/>
                  <a:pt x="487772" y="601539"/>
                </a:cubicBezTo>
                <a:cubicBezTo>
                  <a:pt x="476498" y="601539"/>
                  <a:pt x="467359" y="592400"/>
                  <a:pt x="467359" y="581127"/>
                </a:cubicBezTo>
                <a:cubicBezTo>
                  <a:pt x="467359" y="569853"/>
                  <a:pt x="476498" y="560714"/>
                  <a:pt x="487772" y="560714"/>
                </a:cubicBezTo>
                <a:close/>
                <a:moveTo>
                  <a:pt x="438994" y="560714"/>
                </a:moveTo>
                <a:cubicBezTo>
                  <a:pt x="450268" y="560714"/>
                  <a:pt x="459407" y="569853"/>
                  <a:pt x="459407" y="581127"/>
                </a:cubicBezTo>
                <a:cubicBezTo>
                  <a:pt x="459407" y="592400"/>
                  <a:pt x="450268" y="601539"/>
                  <a:pt x="438994" y="601539"/>
                </a:cubicBezTo>
                <a:cubicBezTo>
                  <a:pt x="427721" y="601539"/>
                  <a:pt x="418582" y="592400"/>
                  <a:pt x="418582" y="581127"/>
                </a:cubicBezTo>
                <a:cubicBezTo>
                  <a:pt x="418582" y="569853"/>
                  <a:pt x="427721" y="560714"/>
                  <a:pt x="438994" y="560714"/>
                </a:cubicBezTo>
                <a:close/>
                <a:moveTo>
                  <a:pt x="390217" y="560714"/>
                </a:moveTo>
                <a:cubicBezTo>
                  <a:pt x="401491" y="560714"/>
                  <a:pt x="410630" y="569853"/>
                  <a:pt x="410630" y="581127"/>
                </a:cubicBezTo>
                <a:cubicBezTo>
                  <a:pt x="410630" y="592400"/>
                  <a:pt x="401491" y="601539"/>
                  <a:pt x="390217" y="601539"/>
                </a:cubicBezTo>
                <a:cubicBezTo>
                  <a:pt x="378944" y="601539"/>
                  <a:pt x="369805" y="592400"/>
                  <a:pt x="369805" y="581127"/>
                </a:cubicBezTo>
                <a:cubicBezTo>
                  <a:pt x="369805" y="569853"/>
                  <a:pt x="378944" y="560714"/>
                  <a:pt x="390217" y="560714"/>
                </a:cubicBezTo>
                <a:close/>
                <a:moveTo>
                  <a:pt x="341440" y="560714"/>
                </a:moveTo>
                <a:cubicBezTo>
                  <a:pt x="352714" y="560714"/>
                  <a:pt x="361853" y="569853"/>
                  <a:pt x="361853" y="581127"/>
                </a:cubicBezTo>
                <a:cubicBezTo>
                  <a:pt x="361853" y="592400"/>
                  <a:pt x="352714" y="601539"/>
                  <a:pt x="341440" y="601539"/>
                </a:cubicBezTo>
                <a:cubicBezTo>
                  <a:pt x="330166" y="601539"/>
                  <a:pt x="321028" y="592400"/>
                  <a:pt x="321028" y="581127"/>
                </a:cubicBezTo>
                <a:cubicBezTo>
                  <a:pt x="321028" y="569853"/>
                  <a:pt x="330166" y="560714"/>
                  <a:pt x="341440" y="560714"/>
                </a:cubicBezTo>
                <a:close/>
                <a:moveTo>
                  <a:pt x="292663" y="560714"/>
                </a:moveTo>
                <a:cubicBezTo>
                  <a:pt x="303937" y="560714"/>
                  <a:pt x="313076" y="569853"/>
                  <a:pt x="313076" y="581127"/>
                </a:cubicBezTo>
                <a:cubicBezTo>
                  <a:pt x="313076" y="592400"/>
                  <a:pt x="303937" y="601539"/>
                  <a:pt x="292663" y="601539"/>
                </a:cubicBezTo>
                <a:cubicBezTo>
                  <a:pt x="281389" y="601539"/>
                  <a:pt x="272251" y="592400"/>
                  <a:pt x="272251" y="581127"/>
                </a:cubicBezTo>
                <a:cubicBezTo>
                  <a:pt x="272251" y="569853"/>
                  <a:pt x="281389" y="560714"/>
                  <a:pt x="292663" y="560714"/>
                </a:cubicBezTo>
                <a:close/>
                <a:moveTo>
                  <a:pt x="243886" y="560714"/>
                </a:moveTo>
                <a:cubicBezTo>
                  <a:pt x="255160" y="560714"/>
                  <a:pt x="264299" y="569853"/>
                  <a:pt x="264299" y="581127"/>
                </a:cubicBezTo>
                <a:cubicBezTo>
                  <a:pt x="264299" y="592400"/>
                  <a:pt x="255160" y="601539"/>
                  <a:pt x="243886" y="601539"/>
                </a:cubicBezTo>
                <a:cubicBezTo>
                  <a:pt x="232612" y="601539"/>
                  <a:pt x="223473" y="592400"/>
                  <a:pt x="223473" y="581127"/>
                </a:cubicBezTo>
                <a:cubicBezTo>
                  <a:pt x="223473" y="569853"/>
                  <a:pt x="232612" y="560714"/>
                  <a:pt x="243886" y="560714"/>
                </a:cubicBezTo>
                <a:close/>
                <a:moveTo>
                  <a:pt x="195109" y="560714"/>
                </a:moveTo>
                <a:cubicBezTo>
                  <a:pt x="206383" y="560714"/>
                  <a:pt x="215522" y="569853"/>
                  <a:pt x="215522" y="581127"/>
                </a:cubicBezTo>
                <a:cubicBezTo>
                  <a:pt x="215522" y="592400"/>
                  <a:pt x="206383" y="601539"/>
                  <a:pt x="195109" y="601539"/>
                </a:cubicBezTo>
                <a:cubicBezTo>
                  <a:pt x="183835" y="601539"/>
                  <a:pt x="174696" y="592400"/>
                  <a:pt x="174696" y="581127"/>
                </a:cubicBezTo>
                <a:cubicBezTo>
                  <a:pt x="174696" y="569853"/>
                  <a:pt x="183835" y="560714"/>
                  <a:pt x="195109" y="560714"/>
                </a:cubicBezTo>
                <a:close/>
                <a:moveTo>
                  <a:pt x="146332" y="560714"/>
                </a:moveTo>
                <a:cubicBezTo>
                  <a:pt x="157606" y="560714"/>
                  <a:pt x="166745" y="569853"/>
                  <a:pt x="166745" y="581127"/>
                </a:cubicBezTo>
                <a:cubicBezTo>
                  <a:pt x="166745" y="592400"/>
                  <a:pt x="157606" y="601539"/>
                  <a:pt x="146332" y="601539"/>
                </a:cubicBezTo>
                <a:cubicBezTo>
                  <a:pt x="135058" y="601539"/>
                  <a:pt x="125919" y="592400"/>
                  <a:pt x="125919" y="581127"/>
                </a:cubicBezTo>
                <a:cubicBezTo>
                  <a:pt x="125919" y="569853"/>
                  <a:pt x="135058" y="560714"/>
                  <a:pt x="146332" y="560714"/>
                </a:cubicBezTo>
                <a:close/>
                <a:moveTo>
                  <a:pt x="97555" y="560714"/>
                </a:moveTo>
                <a:cubicBezTo>
                  <a:pt x="108829" y="560714"/>
                  <a:pt x="117968" y="569853"/>
                  <a:pt x="117968" y="581127"/>
                </a:cubicBezTo>
                <a:cubicBezTo>
                  <a:pt x="117968" y="592400"/>
                  <a:pt x="108829" y="601539"/>
                  <a:pt x="97555" y="601539"/>
                </a:cubicBezTo>
                <a:cubicBezTo>
                  <a:pt x="86281" y="601539"/>
                  <a:pt x="77142" y="592400"/>
                  <a:pt x="77142" y="581127"/>
                </a:cubicBezTo>
                <a:cubicBezTo>
                  <a:pt x="77142" y="569853"/>
                  <a:pt x="86281" y="560714"/>
                  <a:pt x="97555" y="560714"/>
                </a:cubicBezTo>
                <a:close/>
                <a:moveTo>
                  <a:pt x="48778" y="560714"/>
                </a:moveTo>
                <a:cubicBezTo>
                  <a:pt x="60052" y="560714"/>
                  <a:pt x="69191" y="569853"/>
                  <a:pt x="69191" y="581127"/>
                </a:cubicBezTo>
                <a:cubicBezTo>
                  <a:pt x="69191" y="592400"/>
                  <a:pt x="60052" y="601539"/>
                  <a:pt x="48778" y="601539"/>
                </a:cubicBezTo>
                <a:cubicBezTo>
                  <a:pt x="37504" y="601539"/>
                  <a:pt x="28365" y="592400"/>
                  <a:pt x="28365" y="581127"/>
                </a:cubicBezTo>
                <a:cubicBezTo>
                  <a:pt x="28365" y="569853"/>
                  <a:pt x="37504" y="560714"/>
                  <a:pt x="48778" y="560714"/>
                </a:cubicBezTo>
                <a:close/>
                <a:moveTo>
                  <a:pt x="2" y="560714"/>
                </a:moveTo>
                <a:cubicBezTo>
                  <a:pt x="11275" y="560714"/>
                  <a:pt x="20414" y="569853"/>
                  <a:pt x="20414" y="581127"/>
                </a:cubicBezTo>
                <a:cubicBezTo>
                  <a:pt x="20414" y="592400"/>
                  <a:pt x="11275" y="601539"/>
                  <a:pt x="2" y="601539"/>
                </a:cubicBezTo>
                <a:lnTo>
                  <a:pt x="0" y="601538"/>
                </a:lnTo>
                <a:lnTo>
                  <a:pt x="0" y="560715"/>
                </a:lnTo>
                <a:close/>
                <a:moveTo>
                  <a:pt x="875909" y="507047"/>
                </a:moveTo>
                <a:lnTo>
                  <a:pt x="860084" y="533097"/>
                </a:lnTo>
                <a:lnTo>
                  <a:pt x="857575" y="527040"/>
                </a:lnTo>
                <a:cubicBezTo>
                  <a:pt x="857575" y="518585"/>
                  <a:pt x="862716" y="511331"/>
                  <a:pt x="870042" y="508232"/>
                </a:cubicBezTo>
                <a:close/>
                <a:moveTo>
                  <a:pt x="829211" y="506628"/>
                </a:moveTo>
                <a:cubicBezTo>
                  <a:pt x="840485" y="506628"/>
                  <a:pt x="849624" y="515767"/>
                  <a:pt x="849624" y="527040"/>
                </a:cubicBezTo>
                <a:cubicBezTo>
                  <a:pt x="849624" y="538314"/>
                  <a:pt x="840485" y="547453"/>
                  <a:pt x="829211" y="547453"/>
                </a:cubicBezTo>
                <a:cubicBezTo>
                  <a:pt x="817937" y="547453"/>
                  <a:pt x="808798" y="538314"/>
                  <a:pt x="808798" y="527040"/>
                </a:cubicBezTo>
                <a:cubicBezTo>
                  <a:pt x="808798" y="515767"/>
                  <a:pt x="817937" y="506628"/>
                  <a:pt x="829211" y="506628"/>
                </a:cubicBezTo>
                <a:close/>
                <a:moveTo>
                  <a:pt x="780434" y="506628"/>
                </a:moveTo>
                <a:cubicBezTo>
                  <a:pt x="791708" y="506628"/>
                  <a:pt x="800847" y="515767"/>
                  <a:pt x="800847" y="527040"/>
                </a:cubicBezTo>
                <a:cubicBezTo>
                  <a:pt x="800847" y="538314"/>
                  <a:pt x="791708" y="547453"/>
                  <a:pt x="780434" y="547453"/>
                </a:cubicBezTo>
                <a:cubicBezTo>
                  <a:pt x="769160" y="547453"/>
                  <a:pt x="760021" y="538314"/>
                  <a:pt x="760021" y="527040"/>
                </a:cubicBezTo>
                <a:cubicBezTo>
                  <a:pt x="760021" y="515767"/>
                  <a:pt x="769160" y="506628"/>
                  <a:pt x="780434" y="506628"/>
                </a:cubicBezTo>
                <a:close/>
                <a:moveTo>
                  <a:pt x="731657" y="506628"/>
                </a:moveTo>
                <a:cubicBezTo>
                  <a:pt x="742931" y="506628"/>
                  <a:pt x="752070" y="515767"/>
                  <a:pt x="752070" y="527040"/>
                </a:cubicBezTo>
                <a:cubicBezTo>
                  <a:pt x="752070" y="538314"/>
                  <a:pt x="742931" y="547453"/>
                  <a:pt x="731657" y="547453"/>
                </a:cubicBezTo>
                <a:cubicBezTo>
                  <a:pt x="720383" y="547453"/>
                  <a:pt x="711244" y="538314"/>
                  <a:pt x="711244" y="527040"/>
                </a:cubicBezTo>
                <a:cubicBezTo>
                  <a:pt x="711244" y="515767"/>
                  <a:pt x="720383" y="506628"/>
                  <a:pt x="731657" y="506628"/>
                </a:cubicBezTo>
                <a:close/>
                <a:moveTo>
                  <a:pt x="682880" y="506628"/>
                </a:moveTo>
                <a:cubicBezTo>
                  <a:pt x="694153" y="506628"/>
                  <a:pt x="703293" y="515767"/>
                  <a:pt x="703293" y="527040"/>
                </a:cubicBezTo>
                <a:cubicBezTo>
                  <a:pt x="703293" y="538314"/>
                  <a:pt x="694153" y="547453"/>
                  <a:pt x="682880" y="547453"/>
                </a:cubicBezTo>
                <a:cubicBezTo>
                  <a:pt x="671606" y="547453"/>
                  <a:pt x="662467" y="538314"/>
                  <a:pt x="662467" y="527040"/>
                </a:cubicBezTo>
                <a:cubicBezTo>
                  <a:pt x="662467" y="515767"/>
                  <a:pt x="671606" y="506628"/>
                  <a:pt x="682880" y="506628"/>
                </a:cubicBezTo>
                <a:close/>
                <a:moveTo>
                  <a:pt x="634103" y="506628"/>
                </a:moveTo>
                <a:cubicBezTo>
                  <a:pt x="645377" y="506628"/>
                  <a:pt x="654516" y="515767"/>
                  <a:pt x="654516" y="527040"/>
                </a:cubicBezTo>
                <a:cubicBezTo>
                  <a:pt x="654516" y="538314"/>
                  <a:pt x="645377" y="547453"/>
                  <a:pt x="634103" y="547453"/>
                </a:cubicBezTo>
                <a:cubicBezTo>
                  <a:pt x="622829" y="547453"/>
                  <a:pt x="613690" y="538314"/>
                  <a:pt x="613690" y="527040"/>
                </a:cubicBezTo>
                <a:cubicBezTo>
                  <a:pt x="613690" y="515767"/>
                  <a:pt x="622829" y="506628"/>
                  <a:pt x="634103" y="506628"/>
                </a:cubicBezTo>
                <a:close/>
                <a:moveTo>
                  <a:pt x="585326" y="506628"/>
                </a:moveTo>
                <a:cubicBezTo>
                  <a:pt x="596599" y="506628"/>
                  <a:pt x="605738" y="515767"/>
                  <a:pt x="605738" y="527040"/>
                </a:cubicBezTo>
                <a:cubicBezTo>
                  <a:pt x="605738" y="538314"/>
                  <a:pt x="596599" y="547453"/>
                  <a:pt x="585326" y="547453"/>
                </a:cubicBezTo>
                <a:cubicBezTo>
                  <a:pt x="574052" y="547453"/>
                  <a:pt x="564913" y="538314"/>
                  <a:pt x="564913" y="527040"/>
                </a:cubicBezTo>
                <a:cubicBezTo>
                  <a:pt x="564913" y="515767"/>
                  <a:pt x="574052" y="506628"/>
                  <a:pt x="585326" y="506628"/>
                </a:cubicBezTo>
                <a:close/>
                <a:moveTo>
                  <a:pt x="536549" y="506628"/>
                </a:moveTo>
                <a:cubicBezTo>
                  <a:pt x="547822" y="506628"/>
                  <a:pt x="556961" y="515767"/>
                  <a:pt x="556961" y="527040"/>
                </a:cubicBezTo>
                <a:cubicBezTo>
                  <a:pt x="556961" y="538314"/>
                  <a:pt x="547822" y="547453"/>
                  <a:pt x="536549" y="547453"/>
                </a:cubicBezTo>
                <a:cubicBezTo>
                  <a:pt x="525275" y="547453"/>
                  <a:pt x="516136" y="538314"/>
                  <a:pt x="516136" y="527040"/>
                </a:cubicBezTo>
                <a:cubicBezTo>
                  <a:pt x="516136" y="515767"/>
                  <a:pt x="525275" y="506628"/>
                  <a:pt x="536549" y="506628"/>
                </a:cubicBezTo>
                <a:close/>
                <a:moveTo>
                  <a:pt x="487772" y="506628"/>
                </a:moveTo>
                <a:cubicBezTo>
                  <a:pt x="499045" y="506628"/>
                  <a:pt x="508184" y="515767"/>
                  <a:pt x="508184" y="527040"/>
                </a:cubicBezTo>
                <a:cubicBezTo>
                  <a:pt x="508184" y="538314"/>
                  <a:pt x="499045" y="547453"/>
                  <a:pt x="487772" y="547453"/>
                </a:cubicBezTo>
                <a:cubicBezTo>
                  <a:pt x="476498" y="547453"/>
                  <a:pt x="467359" y="538314"/>
                  <a:pt x="467359" y="527040"/>
                </a:cubicBezTo>
                <a:cubicBezTo>
                  <a:pt x="467359" y="515767"/>
                  <a:pt x="476498" y="506628"/>
                  <a:pt x="487772" y="506628"/>
                </a:cubicBezTo>
                <a:close/>
                <a:moveTo>
                  <a:pt x="438994" y="506628"/>
                </a:moveTo>
                <a:cubicBezTo>
                  <a:pt x="450268" y="506628"/>
                  <a:pt x="459407" y="515767"/>
                  <a:pt x="459407" y="527040"/>
                </a:cubicBezTo>
                <a:cubicBezTo>
                  <a:pt x="459407" y="538314"/>
                  <a:pt x="450268" y="547453"/>
                  <a:pt x="438994" y="547453"/>
                </a:cubicBezTo>
                <a:cubicBezTo>
                  <a:pt x="427721" y="547453"/>
                  <a:pt x="418582" y="538314"/>
                  <a:pt x="418582" y="527040"/>
                </a:cubicBezTo>
                <a:cubicBezTo>
                  <a:pt x="418582" y="515767"/>
                  <a:pt x="427721" y="506628"/>
                  <a:pt x="438994" y="506628"/>
                </a:cubicBezTo>
                <a:close/>
                <a:moveTo>
                  <a:pt x="390217" y="506628"/>
                </a:moveTo>
                <a:cubicBezTo>
                  <a:pt x="401491" y="506628"/>
                  <a:pt x="410630" y="515767"/>
                  <a:pt x="410630" y="527040"/>
                </a:cubicBezTo>
                <a:cubicBezTo>
                  <a:pt x="410630" y="538314"/>
                  <a:pt x="401491" y="547453"/>
                  <a:pt x="390217" y="547453"/>
                </a:cubicBezTo>
                <a:cubicBezTo>
                  <a:pt x="378944" y="547453"/>
                  <a:pt x="369805" y="538314"/>
                  <a:pt x="369805" y="527040"/>
                </a:cubicBezTo>
                <a:cubicBezTo>
                  <a:pt x="369805" y="515767"/>
                  <a:pt x="378944" y="506628"/>
                  <a:pt x="390217" y="506628"/>
                </a:cubicBezTo>
                <a:close/>
                <a:moveTo>
                  <a:pt x="341440" y="506628"/>
                </a:moveTo>
                <a:cubicBezTo>
                  <a:pt x="352714" y="506628"/>
                  <a:pt x="361853" y="515767"/>
                  <a:pt x="361853" y="527040"/>
                </a:cubicBezTo>
                <a:cubicBezTo>
                  <a:pt x="361853" y="538314"/>
                  <a:pt x="352714" y="547453"/>
                  <a:pt x="341440" y="547453"/>
                </a:cubicBezTo>
                <a:cubicBezTo>
                  <a:pt x="330166" y="547453"/>
                  <a:pt x="321028" y="538314"/>
                  <a:pt x="321028" y="527040"/>
                </a:cubicBezTo>
                <a:cubicBezTo>
                  <a:pt x="321028" y="515767"/>
                  <a:pt x="330166" y="506628"/>
                  <a:pt x="341440" y="506628"/>
                </a:cubicBezTo>
                <a:close/>
                <a:moveTo>
                  <a:pt x="292663" y="506628"/>
                </a:moveTo>
                <a:cubicBezTo>
                  <a:pt x="303937" y="506628"/>
                  <a:pt x="313076" y="515767"/>
                  <a:pt x="313076" y="527040"/>
                </a:cubicBezTo>
                <a:cubicBezTo>
                  <a:pt x="313076" y="538314"/>
                  <a:pt x="303937" y="547453"/>
                  <a:pt x="292663" y="547453"/>
                </a:cubicBezTo>
                <a:cubicBezTo>
                  <a:pt x="281389" y="547453"/>
                  <a:pt x="272251" y="538314"/>
                  <a:pt x="272251" y="527040"/>
                </a:cubicBezTo>
                <a:cubicBezTo>
                  <a:pt x="272251" y="515767"/>
                  <a:pt x="281389" y="506628"/>
                  <a:pt x="292663" y="506628"/>
                </a:cubicBezTo>
                <a:close/>
                <a:moveTo>
                  <a:pt x="243886" y="506628"/>
                </a:moveTo>
                <a:cubicBezTo>
                  <a:pt x="255160" y="506628"/>
                  <a:pt x="264299" y="515767"/>
                  <a:pt x="264299" y="527040"/>
                </a:cubicBezTo>
                <a:cubicBezTo>
                  <a:pt x="264299" y="538314"/>
                  <a:pt x="255160" y="547453"/>
                  <a:pt x="243886" y="547453"/>
                </a:cubicBezTo>
                <a:cubicBezTo>
                  <a:pt x="232612" y="547453"/>
                  <a:pt x="223473" y="538314"/>
                  <a:pt x="223473" y="527040"/>
                </a:cubicBezTo>
                <a:cubicBezTo>
                  <a:pt x="223473" y="515767"/>
                  <a:pt x="232612" y="506628"/>
                  <a:pt x="243886" y="506628"/>
                </a:cubicBezTo>
                <a:close/>
                <a:moveTo>
                  <a:pt x="195109" y="506628"/>
                </a:moveTo>
                <a:cubicBezTo>
                  <a:pt x="206383" y="506628"/>
                  <a:pt x="215522" y="515767"/>
                  <a:pt x="215522" y="527040"/>
                </a:cubicBezTo>
                <a:cubicBezTo>
                  <a:pt x="215522" y="538314"/>
                  <a:pt x="206383" y="547453"/>
                  <a:pt x="195109" y="547453"/>
                </a:cubicBezTo>
                <a:cubicBezTo>
                  <a:pt x="183835" y="547453"/>
                  <a:pt x="174696" y="538314"/>
                  <a:pt x="174696" y="527040"/>
                </a:cubicBezTo>
                <a:cubicBezTo>
                  <a:pt x="174696" y="515767"/>
                  <a:pt x="183835" y="506628"/>
                  <a:pt x="195109" y="506628"/>
                </a:cubicBezTo>
                <a:close/>
                <a:moveTo>
                  <a:pt x="146332" y="506628"/>
                </a:moveTo>
                <a:cubicBezTo>
                  <a:pt x="157606" y="506628"/>
                  <a:pt x="166745" y="515767"/>
                  <a:pt x="166745" y="527040"/>
                </a:cubicBezTo>
                <a:cubicBezTo>
                  <a:pt x="166745" y="538314"/>
                  <a:pt x="157606" y="547453"/>
                  <a:pt x="146332" y="547453"/>
                </a:cubicBezTo>
                <a:cubicBezTo>
                  <a:pt x="135058" y="547453"/>
                  <a:pt x="125919" y="538314"/>
                  <a:pt x="125919" y="527040"/>
                </a:cubicBezTo>
                <a:cubicBezTo>
                  <a:pt x="125919" y="515767"/>
                  <a:pt x="135058" y="506628"/>
                  <a:pt x="146332" y="506628"/>
                </a:cubicBezTo>
                <a:close/>
                <a:moveTo>
                  <a:pt x="97555" y="506628"/>
                </a:moveTo>
                <a:cubicBezTo>
                  <a:pt x="108829" y="506628"/>
                  <a:pt x="117968" y="515767"/>
                  <a:pt x="117968" y="527040"/>
                </a:cubicBezTo>
                <a:cubicBezTo>
                  <a:pt x="117968" y="538314"/>
                  <a:pt x="108829" y="547453"/>
                  <a:pt x="97555" y="547453"/>
                </a:cubicBezTo>
                <a:cubicBezTo>
                  <a:pt x="86281" y="547453"/>
                  <a:pt x="77142" y="538314"/>
                  <a:pt x="77142" y="527040"/>
                </a:cubicBezTo>
                <a:cubicBezTo>
                  <a:pt x="77142" y="515767"/>
                  <a:pt x="86281" y="506628"/>
                  <a:pt x="97555" y="506628"/>
                </a:cubicBezTo>
                <a:close/>
                <a:moveTo>
                  <a:pt x="48778" y="506628"/>
                </a:moveTo>
                <a:cubicBezTo>
                  <a:pt x="60052" y="506628"/>
                  <a:pt x="69191" y="515767"/>
                  <a:pt x="69191" y="527040"/>
                </a:cubicBezTo>
                <a:cubicBezTo>
                  <a:pt x="69191" y="538314"/>
                  <a:pt x="60052" y="547453"/>
                  <a:pt x="48778" y="547453"/>
                </a:cubicBezTo>
                <a:cubicBezTo>
                  <a:pt x="37504" y="547453"/>
                  <a:pt x="28365" y="538314"/>
                  <a:pt x="28365" y="527040"/>
                </a:cubicBezTo>
                <a:cubicBezTo>
                  <a:pt x="28365" y="515767"/>
                  <a:pt x="37504" y="506628"/>
                  <a:pt x="48778" y="506628"/>
                </a:cubicBezTo>
                <a:close/>
                <a:moveTo>
                  <a:pt x="2" y="506628"/>
                </a:moveTo>
                <a:cubicBezTo>
                  <a:pt x="11275" y="506628"/>
                  <a:pt x="20414" y="515767"/>
                  <a:pt x="20414" y="527040"/>
                </a:cubicBezTo>
                <a:cubicBezTo>
                  <a:pt x="20414" y="538314"/>
                  <a:pt x="11275" y="547453"/>
                  <a:pt x="2" y="547453"/>
                </a:cubicBezTo>
                <a:lnTo>
                  <a:pt x="0" y="547452"/>
                </a:lnTo>
                <a:lnTo>
                  <a:pt x="0" y="506629"/>
                </a:lnTo>
                <a:close/>
                <a:moveTo>
                  <a:pt x="877988" y="452541"/>
                </a:moveTo>
                <a:cubicBezTo>
                  <a:pt x="883625" y="452541"/>
                  <a:pt x="888728" y="454826"/>
                  <a:pt x="892422" y="458520"/>
                </a:cubicBezTo>
                <a:lnTo>
                  <a:pt x="896859" y="469231"/>
                </a:lnTo>
                <a:lnTo>
                  <a:pt x="889104" y="485329"/>
                </a:lnTo>
                <a:lnTo>
                  <a:pt x="885092" y="491933"/>
                </a:lnTo>
                <a:lnTo>
                  <a:pt x="877988" y="493367"/>
                </a:lnTo>
                <a:cubicBezTo>
                  <a:pt x="866714" y="493367"/>
                  <a:pt x="857575" y="484228"/>
                  <a:pt x="857575" y="472954"/>
                </a:cubicBezTo>
                <a:cubicBezTo>
                  <a:pt x="857575" y="461680"/>
                  <a:pt x="866714" y="452541"/>
                  <a:pt x="877988" y="452541"/>
                </a:cubicBezTo>
                <a:close/>
                <a:moveTo>
                  <a:pt x="829211" y="452541"/>
                </a:moveTo>
                <a:cubicBezTo>
                  <a:pt x="840485" y="452541"/>
                  <a:pt x="849624" y="461680"/>
                  <a:pt x="849624" y="472954"/>
                </a:cubicBezTo>
                <a:cubicBezTo>
                  <a:pt x="849624" y="484228"/>
                  <a:pt x="840485" y="493367"/>
                  <a:pt x="829211" y="493367"/>
                </a:cubicBezTo>
                <a:cubicBezTo>
                  <a:pt x="817937" y="493367"/>
                  <a:pt x="808798" y="484228"/>
                  <a:pt x="808798" y="472954"/>
                </a:cubicBezTo>
                <a:cubicBezTo>
                  <a:pt x="808798" y="461680"/>
                  <a:pt x="817937" y="452541"/>
                  <a:pt x="829211" y="452541"/>
                </a:cubicBezTo>
                <a:close/>
                <a:moveTo>
                  <a:pt x="780434" y="452541"/>
                </a:moveTo>
                <a:cubicBezTo>
                  <a:pt x="791708" y="452541"/>
                  <a:pt x="800847" y="461680"/>
                  <a:pt x="800847" y="472954"/>
                </a:cubicBezTo>
                <a:cubicBezTo>
                  <a:pt x="800847" y="484228"/>
                  <a:pt x="791708" y="493367"/>
                  <a:pt x="780434" y="493367"/>
                </a:cubicBezTo>
                <a:cubicBezTo>
                  <a:pt x="769160" y="493367"/>
                  <a:pt x="760021" y="484228"/>
                  <a:pt x="760021" y="472954"/>
                </a:cubicBezTo>
                <a:cubicBezTo>
                  <a:pt x="760021" y="461680"/>
                  <a:pt x="769160" y="452541"/>
                  <a:pt x="780434" y="452541"/>
                </a:cubicBezTo>
                <a:close/>
                <a:moveTo>
                  <a:pt x="731657" y="452541"/>
                </a:moveTo>
                <a:cubicBezTo>
                  <a:pt x="742931" y="452541"/>
                  <a:pt x="752070" y="461680"/>
                  <a:pt x="752070" y="472954"/>
                </a:cubicBezTo>
                <a:cubicBezTo>
                  <a:pt x="752070" y="484228"/>
                  <a:pt x="742931" y="493367"/>
                  <a:pt x="731657" y="493367"/>
                </a:cubicBezTo>
                <a:cubicBezTo>
                  <a:pt x="720383" y="493367"/>
                  <a:pt x="711244" y="484228"/>
                  <a:pt x="711244" y="472954"/>
                </a:cubicBezTo>
                <a:cubicBezTo>
                  <a:pt x="711244" y="461680"/>
                  <a:pt x="720383" y="452541"/>
                  <a:pt x="731657" y="452541"/>
                </a:cubicBezTo>
                <a:close/>
                <a:moveTo>
                  <a:pt x="682880" y="452541"/>
                </a:moveTo>
                <a:cubicBezTo>
                  <a:pt x="694153" y="452541"/>
                  <a:pt x="703293" y="461680"/>
                  <a:pt x="703293" y="472954"/>
                </a:cubicBezTo>
                <a:cubicBezTo>
                  <a:pt x="703293" y="484228"/>
                  <a:pt x="694153" y="493367"/>
                  <a:pt x="682880" y="493367"/>
                </a:cubicBezTo>
                <a:cubicBezTo>
                  <a:pt x="671606" y="493367"/>
                  <a:pt x="662467" y="484228"/>
                  <a:pt x="662467" y="472954"/>
                </a:cubicBezTo>
                <a:cubicBezTo>
                  <a:pt x="662467" y="461680"/>
                  <a:pt x="671606" y="452541"/>
                  <a:pt x="682880" y="452541"/>
                </a:cubicBezTo>
                <a:close/>
                <a:moveTo>
                  <a:pt x="634103" y="452541"/>
                </a:moveTo>
                <a:cubicBezTo>
                  <a:pt x="645377" y="452541"/>
                  <a:pt x="654516" y="461680"/>
                  <a:pt x="654516" y="472954"/>
                </a:cubicBezTo>
                <a:cubicBezTo>
                  <a:pt x="654516" y="484228"/>
                  <a:pt x="645377" y="493367"/>
                  <a:pt x="634103" y="493367"/>
                </a:cubicBezTo>
                <a:cubicBezTo>
                  <a:pt x="622829" y="493367"/>
                  <a:pt x="613690" y="484228"/>
                  <a:pt x="613690" y="472954"/>
                </a:cubicBezTo>
                <a:cubicBezTo>
                  <a:pt x="613690" y="461680"/>
                  <a:pt x="622829" y="452541"/>
                  <a:pt x="634103" y="452541"/>
                </a:cubicBezTo>
                <a:close/>
                <a:moveTo>
                  <a:pt x="585326" y="452541"/>
                </a:moveTo>
                <a:cubicBezTo>
                  <a:pt x="596599" y="452541"/>
                  <a:pt x="605738" y="461680"/>
                  <a:pt x="605738" y="472954"/>
                </a:cubicBezTo>
                <a:cubicBezTo>
                  <a:pt x="605738" y="484228"/>
                  <a:pt x="596599" y="493367"/>
                  <a:pt x="585326" y="493367"/>
                </a:cubicBezTo>
                <a:cubicBezTo>
                  <a:pt x="574052" y="493367"/>
                  <a:pt x="564913" y="484228"/>
                  <a:pt x="564913" y="472954"/>
                </a:cubicBezTo>
                <a:cubicBezTo>
                  <a:pt x="564913" y="461680"/>
                  <a:pt x="574052" y="452541"/>
                  <a:pt x="585326" y="452541"/>
                </a:cubicBezTo>
                <a:close/>
                <a:moveTo>
                  <a:pt x="536549" y="452541"/>
                </a:moveTo>
                <a:cubicBezTo>
                  <a:pt x="547822" y="452541"/>
                  <a:pt x="556961" y="461680"/>
                  <a:pt x="556961" y="472954"/>
                </a:cubicBezTo>
                <a:cubicBezTo>
                  <a:pt x="556961" y="484228"/>
                  <a:pt x="547822" y="493367"/>
                  <a:pt x="536549" y="493367"/>
                </a:cubicBezTo>
                <a:cubicBezTo>
                  <a:pt x="525275" y="493367"/>
                  <a:pt x="516136" y="484228"/>
                  <a:pt x="516136" y="472954"/>
                </a:cubicBezTo>
                <a:cubicBezTo>
                  <a:pt x="516136" y="461680"/>
                  <a:pt x="525275" y="452541"/>
                  <a:pt x="536549" y="452541"/>
                </a:cubicBezTo>
                <a:close/>
                <a:moveTo>
                  <a:pt x="487772" y="452541"/>
                </a:moveTo>
                <a:cubicBezTo>
                  <a:pt x="499045" y="452541"/>
                  <a:pt x="508184" y="461680"/>
                  <a:pt x="508184" y="472954"/>
                </a:cubicBezTo>
                <a:cubicBezTo>
                  <a:pt x="508184" y="484228"/>
                  <a:pt x="499045" y="493367"/>
                  <a:pt x="487772" y="493367"/>
                </a:cubicBezTo>
                <a:cubicBezTo>
                  <a:pt x="476498" y="493367"/>
                  <a:pt x="467359" y="484228"/>
                  <a:pt x="467359" y="472954"/>
                </a:cubicBezTo>
                <a:cubicBezTo>
                  <a:pt x="467359" y="461680"/>
                  <a:pt x="476498" y="452541"/>
                  <a:pt x="487772" y="452541"/>
                </a:cubicBezTo>
                <a:close/>
                <a:moveTo>
                  <a:pt x="438994" y="452541"/>
                </a:moveTo>
                <a:cubicBezTo>
                  <a:pt x="450268" y="452541"/>
                  <a:pt x="459407" y="461680"/>
                  <a:pt x="459407" y="472954"/>
                </a:cubicBezTo>
                <a:cubicBezTo>
                  <a:pt x="459407" y="484228"/>
                  <a:pt x="450268" y="493367"/>
                  <a:pt x="438994" y="493367"/>
                </a:cubicBezTo>
                <a:cubicBezTo>
                  <a:pt x="427721" y="493367"/>
                  <a:pt x="418582" y="484228"/>
                  <a:pt x="418582" y="472954"/>
                </a:cubicBezTo>
                <a:cubicBezTo>
                  <a:pt x="418582" y="461680"/>
                  <a:pt x="427721" y="452541"/>
                  <a:pt x="438994" y="452541"/>
                </a:cubicBezTo>
                <a:close/>
                <a:moveTo>
                  <a:pt x="390217" y="452541"/>
                </a:moveTo>
                <a:cubicBezTo>
                  <a:pt x="401491" y="452541"/>
                  <a:pt x="410630" y="461680"/>
                  <a:pt x="410630" y="472954"/>
                </a:cubicBezTo>
                <a:cubicBezTo>
                  <a:pt x="410630" y="484228"/>
                  <a:pt x="401491" y="493367"/>
                  <a:pt x="390217" y="493367"/>
                </a:cubicBezTo>
                <a:cubicBezTo>
                  <a:pt x="378944" y="493367"/>
                  <a:pt x="369805" y="484228"/>
                  <a:pt x="369805" y="472954"/>
                </a:cubicBezTo>
                <a:cubicBezTo>
                  <a:pt x="369805" y="461680"/>
                  <a:pt x="378944" y="452541"/>
                  <a:pt x="390217" y="452541"/>
                </a:cubicBezTo>
                <a:close/>
                <a:moveTo>
                  <a:pt x="341440" y="452541"/>
                </a:moveTo>
                <a:cubicBezTo>
                  <a:pt x="352714" y="452541"/>
                  <a:pt x="361853" y="461680"/>
                  <a:pt x="361853" y="472954"/>
                </a:cubicBezTo>
                <a:cubicBezTo>
                  <a:pt x="361853" y="484228"/>
                  <a:pt x="352714" y="493367"/>
                  <a:pt x="341440" y="493367"/>
                </a:cubicBezTo>
                <a:cubicBezTo>
                  <a:pt x="330166" y="493367"/>
                  <a:pt x="321028" y="484228"/>
                  <a:pt x="321028" y="472954"/>
                </a:cubicBezTo>
                <a:cubicBezTo>
                  <a:pt x="321028" y="461680"/>
                  <a:pt x="330166" y="452541"/>
                  <a:pt x="341440" y="452541"/>
                </a:cubicBezTo>
                <a:close/>
                <a:moveTo>
                  <a:pt x="292663" y="452541"/>
                </a:moveTo>
                <a:cubicBezTo>
                  <a:pt x="303937" y="452541"/>
                  <a:pt x="313076" y="461680"/>
                  <a:pt x="313076" y="472954"/>
                </a:cubicBezTo>
                <a:cubicBezTo>
                  <a:pt x="313076" y="484228"/>
                  <a:pt x="303937" y="493367"/>
                  <a:pt x="292663" y="493367"/>
                </a:cubicBezTo>
                <a:cubicBezTo>
                  <a:pt x="281389" y="493367"/>
                  <a:pt x="272251" y="484228"/>
                  <a:pt x="272251" y="472954"/>
                </a:cubicBezTo>
                <a:cubicBezTo>
                  <a:pt x="272251" y="461680"/>
                  <a:pt x="281389" y="452541"/>
                  <a:pt x="292663" y="452541"/>
                </a:cubicBezTo>
                <a:close/>
                <a:moveTo>
                  <a:pt x="243886" y="452541"/>
                </a:moveTo>
                <a:cubicBezTo>
                  <a:pt x="255160" y="452541"/>
                  <a:pt x="264299" y="461680"/>
                  <a:pt x="264299" y="472954"/>
                </a:cubicBezTo>
                <a:cubicBezTo>
                  <a:pt x="264299" y="484228"/>
                  <a:pt x="255160" y="493367"/>
                  <a:pt x="243886" y="493367"/>
                </a:cubicBezTo>
                <a:cubicBezTo>
                  <a:pt x="232612" y="493367"/>
                  <a:pt x="223473" y="484228"/>
                  <a:pt x="223473" y="472954"/>
                </a:cubicBezTo>
                <a:cubicBezTo>
                  <a:pt x="223473" y="461680"/>
                  <a:pt x="232612" y="452541"/>
                  <a:pt x="243886" y="452541"/>
                </a:cubicBezTo>
                <a:close/>
                <a:moveTo>
                  <a:pt x="195109" y="452541"/>
                </a:moveTo>
                <a:cubicBezTo>
                  <a:pt x="206383" y="452541"/>
                  <a:pt x="215522" y="461680"/>
                  <a:pt x="215522" y="472954"/>
                </a:cubicBezTo>
                <a:cubicBezTo>
                  <a:pt x="215522" y="484228"/>
                  <a:pt x="206383" y="493367"/>
                  <a:pt x="195109" y="493367"/>
                </a:cubicBezTo>
                <a:cubicBezTo>
                  <a:pt x="183835" y="493367"/>
                  <a:pt x="174696" y="484228"/>
                  <a:pt x="174696" y="472954"/>
                </a:cubicBezTo>
                <a:cubicBezTo>
                  <a:pt x="174696" y="461680"/>
                  <a:pt x="183835" y="452541"/>
                  <a:pt x="195109" y="452541"/>
                </a:cubicBezTo>
                <a:close/>
                <a:moveTo>
                  <a:pt x="146332" y="452541"/>
                </a:moveTo>
                <a:cubicBezTo>
                  <a:pt x="157606" y="452541"/>
                  <a:pt x="166745" y="461680"/>
                  <a:pt x="166745" y="472954"/>
                </a:cubicBezTo>
                <a:cubicBezTo>
                  <a:pt x="166745" y="484228"/>
                  <a:pt x="157606" y="493367"/>
                  <a:pt x="146332" y="493367"/>
                </a:cubicBezTo>
                <a:cubicBezTo>
                  <a:pt x="135058" y="493367"/>
                  <a:pt x="125919" y="484228"/>
                  <a:pt x="125919" y="472954"/>
                </a:cubicBezTo>
                <a:cubicBezTo>
                  <a:pt x="125919" y="461680"/>
                  <a:pt x="135058" y="452541"/>
                  <a:pt x="146332" y="452541"/>
                </a:cubicBezTo>
                <a:close/>
                <a:moveTo>
                  <a:pt x="97555" y="452541"/>
                </a:moveTo>
                <a:cubicBezTo>
                  <a:pt x="108829" y="452541"/>
                  <a:pt x="117968" y="461680"/>
                  <a:pt x="117968" y="472954"/>
                </a:cubicBezTo>
                <a:cubicBezTo>
                  <a:pt x="117968" y="484228"/>
                  <a:pt x="108829" y="493367"/>
                  <a:pt x="97555" y="493367"/>
                </a:cubicBezTo>
                <a:cubicBezTo>
                  <a:pt x="86281" y="493367"/>
                  <a:pt x="77142" y="484228"/>
                  <a:pt x="77142" y="472954"/>
                </a:cubicBezTo>
                <a:cubicBezTo>
                  <a:pt x="77142" y="461680"/>
                  <a:pt x="86281" y="452541"/>
                  <a:pt x="97555" y="452541"/>
                </a:cubicBezTo>
                <a:close/>
                <a:moveTo>
                  <a:pt x="48778" y="452541"/>
                </a:moveTo>
                <a:cubicBezTo>
                  <a:pt x="60052" y="452541"/>
                  <a:pt x="69191" y="461680"/>
                  <a:pt x="69191" y="472954"/>
                </a:cubicBezTo>
                <a:cubicBezTo>
                  <a:pt x="69191" y="484228"/>
                  <a:pt x="60052" y="493367"/>
                  <a:pt x="48778" y="493367"/>
                </a:cubicBezTo>
                <a:cubicBezTo>
                  <a:pt x="37504" y="493367"/>
                  <a:pt x="28365" y="484228"/>
                  <a:pt x="28365" y="472954"/>
                </a:cubicBezTo>
                <a:cubicBezTo>
                  <a:pt x="28365" y="461680"/>
                  <a:pt x="37504" y="452541"/>
                  <a:pt x="48778" y="452541"/>
                </a:cubicBezTo>
                <a:close/>
                <a:moveTo>
                  <a:pt x="2" y="452541"/>
                </a:moveTo>
                <a:cubicBezTo>
                  <a:pt x="11275" y="452541"/>
                  <a:pt x="20414" y="461680"/>
                  <a:pt x="20414" y="472954"/>
                </a:cubicBezTo>
                <a:cubicBezTo>
                  <a:pt x="20414" y="484228"/>
                  <a:pt x="11275" y="493367"/>
                  <a:pt x="2" y="493367"/>
                </a:cubicBezTo>
                <a:lnTo>
                  <a:pt x="0" y="493366"/>
                </a:lnTo>
                <a:lnTo>
                  <a:pt x="0" y="452542"/>
                </a:lnTo>
                <a:close/>
                <a:moveTo>
                  <a:pt x="926765" y="398455"/>
                </a:moveTo>
                <a:lnTo>
                  <a:pt x="930582" y="399226"/>
                </a:lnTo>
                <a:lnTo>
                  <a:pt x="913716" y="434236"/>
                </a:lnTo>
                <a:lnTo>
                  <a:pt x="912331" y="433302"/>
                </a:lnTo>
                <a:cubicBezTo>
                  <a:pt x="908637" y="429608"/>
                  <a:pt x="906352" y="424505"/>
                  <a:pt x="906352" y="418868"/>
                </a:cubicBezTo>
                <a:cubicBezTo>
                  <a:pt x="906352" y="407594"/>
                  <a:pt x="915491" y="398455"/>
                  <a:pt x="926765" y="398455"/>
                </a:cubicBezTo>
                <a:close/>
                <a:moveTo>
                  <a:pt x="877988" y="398455"/>
                </a:moveTo>
                <a:cubicBezTo>
                  <a:pt x="889262" y="398455"/>
                  <a:pt x="898401" y="407594"/>
                  <a:pt x="898401" y="418868"/>
                </a:cubicBezTo>
                <a:cubicBezTo>
                  <a:pt x="898401" y="430142"/>
                  <a:pt x="889262" y="439281"/>
                  <a:pt x="877988" y="439281"/>
                </a:cubicBezTo>
                <a:cubicBezTo>
                  <a:pt x="866714" y="439281"/>
                  <a:pt x="857575" y="430142"/>
                  <a:pt x="857575" y="418868"/>
                </a:cubicBezTo>
                <a:cubicBezTo>
                  <a:pt x="857575" y="407594"/>
                  <a:pt x="866714" y="398455"/>
                  <a:pt x="877988" y="398455"/>
                </a:cubicBezTo>
                <a:close/>
                <a:moveTo>
                  <a:pt x="829211" y="398455"/>
                </a:moveTo>
                <a:cubicBezTo>
                  <a:pt x="840485" y="398455"/>
                  <a:pt x="849624" y="407594"/>
                  <a:pt x="849624" y="418868"/>
                </a:cubicBezTo>
                <a:cubicBezTo>
                  <a:pt x="849624" y="430142"/>
                  <a:pt x="840485" y="439281"/>
                  <a:pt x="829211" y="439281"/>
                </a:cubicBezTo>
                <a:cubicBezTo>
                  <a:pt x="817937" y="439281"/>
                  <a:pt x="808798" y="430142"/>
                  <a:pt x="808798" y="418868"/>
                </a:cubicBezTo>
                <a:cubicBezTo>
                  <a:pt x="808798" y="407594"/>
                  <a:pt x="817937" y="398455"/>
                  <a:pt x="829211" y="398455"/>
                </a:cubicBezTo>
                <a:close/>
                <a:moveTo>
                  <a:pt x="780434" y="398455"/>
                </a:moveTo>
                <a:cubicBezTo>
                  <a:pt x="791708" y="398455"/>
                  <a:pt x="800847" y="407594"/>
                  <a:pt x="800847" y="418868"/>
                </a:cubicBezTo>
                <a:cubicBezTo>
                  <a:pt x="800847" y="430142"/>
                  <a:pt x="791708" y="439281"/>
                  <a:pt x="780434" y="439281"/>
                </a:cubicBezTo>
                <a:cubicBezTo>
                  <a:pt x="769160" y="439281"/>
                  <a:pt x="760021" y="430142"/>
                  <a:pt x="760021" y="418868"/>
                </a:cubicBezTo>
                <a:cubicBezTo>
                  <a:pt x="760021" y="407594"/>
                  <a:pt x="769160" y="398455"/>
                  <a:pt x="780434" y="398455"/>
                </a:cubicBezTo>
                <a:close/>
                <a:moveTo>
                  <a:pt x="731657" y="398455"/>
                </a:moveTo>
                <a:cubicBezTo>
                  <a:pt x="742931" y="398455"/>
                  <a:pt x="752070" y="407594"/>
                  <a:pt x="752070" y="418868"/>
                </a:cubicBezTo>
                <a:cubicBezTo>
                  <a:pt x="752070" y="430142"/>
                  <a:pt x="742931" y="439281"/>
                  <a:pt x="731657" y="439281"/>
                </a:cubicBezTo>
                <a:cubicBezTo>
                  <a:pt x="720383" y="439281"/>
                  <a:pt x="711244" y="430142"/>
                  <a:pt x="711244" y="418868"/>
                </a:cubicBezTo>
                <a:cubicBezTo>
                  <a:pt x="711244" y="407594"/>
                  <a:pt x="720383" y="398455"/>
                  <a:pt x="731657" y="398455"/>
                </a:cubicBezTo>
                <a:close/>
                <a:moveTo>
                  <a:pt x="682880" y="398455"/>
                </a:moveTo>
                <a:cubicBezTo>
                  <a:pt x="694153" y="398455"/>
                  <a:pt x="703293" y="407594"/>
                  <a:pt x="703293" y="418868"/>
                </a:cubicBezTo>
                <a:cubicBezTo>
                  <a:pt x="703293" y="430142"/>
                  <a:pt x="694153" y="439281"/>
                  <a:pt x="682880" y="439281"/>
                </a:cubicBezTo>
                <a:cubicBezTo>
                  <a:pt x="671606" y="439281"/>
                  <a:pt x="662467" y="430142"/>
                  <a:pt x="662467" y="418868"/>
                </a:cubicBezTo>
                <a:cubicBezTo>
                  <a:pt x="662467" y="407594"/>
                  <a:pt x="671606" y="398455"/>
                  <a:pt x="682880" y="398455"/>
                </a:cubicBezTo>
                <a:close/>
                <a:moveTo>
                  <a:pt x="634103" y="398455"/>
                </a:moveTo>
                <a:cubicBezTo>
                  <a:pt x="645377" y="398455"/>
                  <a:pt x="654516" y="407594"/>
                  <a:pt x="654516" y="418868"/>
                </a:cubicBezTo>
                <a:cubicBezTo>
                  <a:pt x="654516" y="430142"/>
                  <a:pt x="645377" y="439281"/>
                  <a:pt x="634103" y="439281"/>
                </a:cubicBezTo>
                <a:cubicBezTo>
                  <a:pt x="622829" y="439281"/>
                  <a:pt x="613690" y="430142"/>
                  <a:pt x="613690" y="418868"/>
                </a:cubicBezTo>
                <a:cubicBezTo>
                  <a:pt x="613690" y="407594"/>
                  <a:pt x="622829" y="398455"/>
                  <a:pt x="634103" y="398455"/>
                </a:cubicBezTo>
                <a:close/>
                <a:moveTo>
                  <a:pt x="585326" y="398455"/>
                </a:moveTo>
                <a:cubicBezTo>
                  <a:pt x="596599" y="398455"/>
                  <a:pt x="605738" y="407594"/>
                  <a:pt x="605738" y="418868"/>
                </a:cubicBezTo>
                <a:cubicBezTo>
                  <a:pt x="605738" y="430142"/>
                  <a:pt x="596599" y="439281"/>
                  <a:pt x="585326" y="439281"/>
                </a:cubicBezTo>
                <a:cubicBezTo>
                  <a:pt x="574052" y="439281"/>
                  <a:pt x="564913" y="430142"/>
                  <a:pt x="564913" y="418868"/>
                </a:cubicBezTo>
                <a:cubicBezTo>
                  <a:pt x="564913" y="407594"/>
                  <a:pt x="574052" y="398455"/>
                  <a:pt x="585326" y="398455"/>
                </a:cubicBezTo>
                <a:close/>
                <a:moveTo>
                  <a:pt x="536549" y="398455"/>
                </a:moveTo>
                <a:cubicBezTo>
                  <a:pt x="547822" y="398455"/>
                  <a:pt x="556961" y="407594"/>
                  <a:pt x="556961" y="418868"/>
                </a:cubicBezTo>
                <a:cubicBezTo>
                  <a:pt x="556961" y="430142"/>
                  <a:pt x="547822" y="439281"/>
                  <a:pt x="536549" y="439281"/>
                </a:cubicBezTo>
                <a:cubicBezTo>
                  <a:pt x="525275" y="439281"/>
                  <a:pt x="516136" y="430142"/>
                  <a:pt x="516136" y="418868"/>
                </a:cubicBezTo>
                <a:cubicBezTo>
                  <a:pt x="516136" y="407594"/>
                  <a:pt x="525275" y="398455"/>
                  <a:pt x="536549" y="398455"/>
                </a:cubicBezTo>
                <a:close/>
                <a:moveTo>
                  <a:pt x="487772" y="398455"/>
                </a:moveTo>
                <a:cubicBezTo>
                  <a:pt x="499045" y="398455"/>
                  <a:pt x="508184" y="407594"/>
                  <a:pt x="508184" y="418868"/>
                </a:cubicBezTo>
                <a:cubicBezTo>
                  <a:pt x="508184" y="430142"/>
                  <a:pt x="499045" y="439281"/>
                  <a:pt x="487772" y="439281"/>
                </a:cubicBezTo>
                <a:cubicBezTo>
                  <a:pt x="476498" y="439281"/>
                  <a:pt x="467359" y="430142"/>
                  <a:pt x="467359" y="418868"/>
                </a:cubicBezTo>
                <a:cubicBezTo>
                  <a:pt x="467359" y="407594"/>
                  <a:pt x="476498" y="398455"/>
                  <a:pt x="487772" y="398455"/>
                </a:cubicBezTo>
                <a:close/>
                <a:moveTo>
                  <a:pt x="438994" y="398455"/>
                </a:moveTo>
                <a:cubicBezTo>
                  <a:pt x="450268" y="398455"/>
                  <a:pt x="459407" y="407594"/>
                  <a:pt x="459407" y="418868"/>
                </a:cubicBezTo>
                <a:cubicBezTo>
                  <a:pt x="459407" y="430142"/>
                  <a:pt x="450268" y="439281"/>
                  <a:pt x="438994" y="439281"/>
                </a:cubicBezTo>
                <a:cubicBezTo>
                  <a:pt x="427721" y="439281"/>
                  <a:pt x="418582" y="430142"/>
                  <a:pt x="418582" y="418868"/>
                </a:cubicBezTo>
                <a:cubicBezTo>
                  <a:pt x="418582" y="407594"/>
                  <a:pt x="427721" y="398455"/>
                  <a:pt x="438994" y="398455"/>
                </a:cubicBezTo>
                <a:close/>
                <a:moveTo>
                  <a:pt x="390217" y="398455"/>
                </a:moveTo>
                <a:cubicBezTo>
                  <a:pt x="401491" y="398455"/>
                  <a:pt x="410630" y="407594"/>
                  <a:pt x="410630" y="418868"/>
                </a:cubicBezTo>
                <a:cubicBezTo>
                  <a:pt x="410630" y="430142"/>
                  <a:pt x="401491" y="439281"/>
                  <a:pt x="390217" y="439281"/>
                </a:cubicBezTo>
                <a:cubicBezTo>
                  <a:pt x="378944" y="439281"/>
                  <a:pt x="369805" y="430142"/>
                  <a:pt x="369805" y="418868"/>
                </a:cubicBezTo>
                <a:cubicBezTo>
                  <a:pt x="369805" y="407594"/>
                  <a:pt x="378944" y="398455"/>
                  <a:pt x="390217" y="398455"/>
                </a:cubicBezTo>
                <a:close/>
                <a:moveTo>
                  <a:pt x="341440" y="398455"/>
                </a:moveTo>
                <a:cubicBezTo>
                  <a:pt x="352714" y="398455"/>
                  <a:pt x="361853" y="407594"/>
                  <a:pt x="361853" y="418868"/>
                </a:cubicBezTo>
                <a:cubicBezTo>
                  <a:pt x="361853" y="430142"/>
                  <a:pt x="352714" y="439281"/>
                  <a:pt x="341440" y="439281"/>
                </a:cubicBezTo>
                <a:cubicBezTo>
                  <a:pt x="330166" y="439281"/>
                  <a:pt x="321028" y="430142"/>
                  <a:pt x="321028" y="418868"/>
                </a:cubicBezTo>
                <a:cubicBezTo>
                  <a:pt x="321028" y="407594"/>
                  <a:pt x="330166" y="398455"/>
                  <a:pt x="341440" y="398455"/>
                </a:cubicBezTo>
                <a:close/>
                <a:moveTo>
                  <a:pt x="292663" y="398455"/>
                </a:moveTo>
                <a:cubicBezTo>
                  <a:pt x="303937" y="398455"/>
                  <a:pt x="313076" y="407594"/>
                  <a:pt x="313076" y="418868"/>
                </a:cubicBezTo>
                <a:cubicBezTo>
                  <a:pt x="313076" y="430142"/>
                  <a:pt x="303937" y="439281"/>
                  <a:pt x="292663" y="439281"/>
                </a:cubicBezTo>
                <a:cubicBezTo>
                  <a:pt x="281389" y="439281"/>
                  <a:pt x="272251" y="430142"/>
                  <a:pt x="272251" y="418868"/>
                </a:cubicBezTo>
                <a:cubicBezTo>
                  <a:pt x="272251" y="407594"/>
                  <a:pt x="281389" y="398455"/>
                  <a:pt x="292663" y="398455"/>
                </a:cubicBezTo>
                <a:close/>
                <a:moveTo>
                  <a:pt x="243886" y="398455"/>
                </a:moveTo>
                <a:cubicBezTo>
                  <a:pt x="255160" y="398455"/>
                  <a:pt x="264299" y="407594"/>
                  <a:pt x="264299" y="418868"/>
                </a:cubicBezTo>
                <a:cubicBezTo>
                  <a:pt x="264299" y="430142"/>
                  <a:pt x="255160" y="439281"/>
                  <a:pt x="243886" y="439281"/>
                </a:cubicBezTo>
                <a:cubicBezTo>
                  <a:pt x="232612" y="439281"/>
                  <a:pt x="223473" y="430142"/>
                  <a:pt x="223473" y="418868"/>
                </a:cubicBezTo>
                <a:cubicBezTo>
                  <a:pt x="223473" y="407594"/>
                  <a:pt x="232612" y="398455"/>
                  <a:pt x="243886" y="398455"/>
                </a:cubicBezTo>
                <a:close/>
                <a:moveTo>
                  <a:pt x="195109" y="398455"/>
                </a:moveTo>
                <a:cubicBezTo>
                  <a:pt x="206383" y="398455"/>
                  <a:pt x="215522" y="407594"/>
                  <a:pt x="215522" y="418868"/>
                </a:cubicBezTo>
                <a:cubicBezTo>
                  <a:pt x="215522" y="430142"/>
                  <a:pt x="206383" y="439281"/>
                  <a:pt x="195109" y="439281"/>
                </a:cubicBezTo>
                <a:cubicBezTo>
                  <a:pt x="183835" y="439281"/>
                  <a:pt x="174696" y="430142"/>
                  <a:pt x="174696" y="418868"/>
                </a:cubicBezTo>
                <a:cubicBezTo>
                  <a:pt x="174696" y="407594"/>
                  <a:pt x="183835" y="398455"/>
                  <a:pt x="195109" y="398455"/>
                </a:cubicBezTo>
                <a:close/>
                <a:moveTo>
                  <a:pt x="146332" y="398455"/>
                </a:moveTo>
                <a:cubicBezTo>
                  <a:pt x="157606" y="398455"/>
                  <a:pt x="166745" y="407594"/>
                  <a:pt x="166745" y="418868"/>
                </a:cubicBezTo>
                <a:cubicBezTo>
                  <a:pt x="166745" y="430142"/>
                  <a:pt x="157606" y="439281"/>
                  <a:pt x="146332" y="439281"/>
                </a:cubicBezTo>
                <a:cubicBezTo>
                  <a:pt x="135058" y="439281"/>
                  <a:pt x="125919" y="430142"/>
                  <a:pt x="125919" y="418868"/>
                </a:cubicBezTo>
                <a:cubicBezTo>
                  <a:pt x="125919" y="407594"/>
                  <a:pt x="135058" y="398455"/>
                  <a:pt x="146332" y="398455"/>
                </a:cubicBezTo>
                <a:close/>
                <a:moveTo>
                  <a:pt x="97555" y="398455"/>
                </a:moveTo>
                <a:cubicBezTo>
                  <a:pt x="108829" y="398455"/>
                  <a:pt x="117968" y="407594"/>
                  <a:pt x="117968" y="418868"/>
                </a:cubicBezTo>
                <a:cubicBezTo>
                  <a:pt x="117968" y="430142"/>
                  <a:pt x="108829" y="439281"/>
                  <a:pt x="97555" y="439281"/>
                </a:cubicBezTo>
                <a:cubicBezTo>
                  <a:pt x="86281" y="439281"/>
                  <a:pt x="77142" y="430142"/>
                  <a:pt x="77142" y="418868"/>
                </a:cubicBezTo>
                <a:cubicBezTo>
                  <a:pt x="77142" y="407594"/>
                  <a:pt x="86281" y="398455"/>
                  <a:pt x="97555" y="398455"/>
                </a:cubicBezTo>
                <a:close/>
                <a:moveTo>
                  <a:pt x="48778" y="398455"/>
                </a:moveTo>
                <a:cubicBezTo>
                  <a:pt x="60052" y="398455"/>
                  <a:pt x="69191" y="407594"/>
                  <a:pt x="69191" y="418868"/>
                </a:cubicBezTo>
                <a:cubicBezTo>
                  <a:pt x="69191" y="430142"/>
                  <a:pt x="60052" y="439281"/>
                  <a:pt x="48778" y="439281"/>
                </a:cubicBezTo>
                <a:cubicBezTo>
                  <a:pt x="37504" y="439281"/>
                  <a:pt x="28365" y="430142"/>
                  <a:pt x="28365" y="418868"/>
                </a:cubicBezTo>
                <a:cubicBezTo>
                  <a:pt x="28365" y="407594"/>
                  <a:pt x="37504" y="398455"/>
                  <a:pt x="48778" y="398455"/>
                </a:cubicBezTo>
                <a:close/>
                <a:moveTo>
                  <a:pt x="2" y="398455"/>
                </a:moveTo>
                <a:cubicBezTo>
                  <a:pt x="11275" y="398455"/>
                  <a:pt x="20414" y="407594"/>
                  <a:pt x="20414" y="418868"/>
                </a:cubicBezTo>
                <a:cubicBezTo>
                  <a:pt x="20414" y="430142"/>
                  <a:pt x="11275" y="439281"/>
                  <a:pt x="2" y="439281"/>
                </a:cubicBezTo>
                <a:lnTo>
                  <a:pt x="0" y="439280"/>
                </a:lnTo>
                <a:lnTo>
                  <a:pt x="0" y="398456"/>
                </a:lnTo>
                <a:close/>
                <a:moveTo>
                  <a:pt x="926765" y="344369"/>
                </a:moveTo>
                <a:cubicBezTo>
                  <a:pt x="932402" y="344369"/>
                  <a:pt x="937505" y="346654"/>
                  <a:pt x="941199" y="350348"/>
                </a:cubicBezTo>
                <a:lnTo>
                  <a:pt x="945200" y="360008"/>
                </a:lnTo>
                <a:lnTo>
                  <a:pt x="937178" y="381927"/>
                </a:lnTo>
                <a:lnTo>
                  <a:pt x="934711" y="383591"/>
                </a:lnTo>
                <a:cubicBezTo>
                  <a:pt x="932268" y="384624"/>
                  <a:pt x="929583" y="385195"/>
                  <a:pt x="926765" y="385195"/>
                </a:cubicBezTo>
                <a:cubicBezTo>
                  <a:pt x="915491" y="385195"/>
                  <a:pt x="906352" y="376056"/>
                  <a:pt x="906352" y="364782"/>
                </a:cubicBezTo>
                <a:cubicBezTo>
                  <a:pt x="906352" y="353508"/>
                  <a:pt x="915491" y="344369"/>
                  <a:pt x="926765" y="344369"/>
                </a:cubicBezTo>
                <a:close/>
                <a:moveTo>
                  <a:pt x="877988" y="344369"/>
                </a:moveTo>
                <a:cubicBezTo>
                  <a:pt x="889262" y="344369"/>
                  <a:pt x="898401" y="353508"/>
                  <a:pt x="898401" y="364782"/>
                </a:cubicBezTo>
                <a:cubicBezTo>
                  <a:pt x="898401" y="376056"/>
                  <a:pt x="889262" y="385195"/>
                  <a:pt x="877988" y="385195"/>
                </a:cubicBezTo>
                <a:cubicBezTo>
                  <a:pt x="866714" y="385195"/>
                  <a:pt x="857575" y="376056"/>
                  <a:pt x="857575" y="364782"/>
                </a:cubicBezTo>
                <a:cubicBezTo>
                  <a:pt x="857575" y="353508"/>
                  <a:pt x="866714" y="344369"/>
                  <a:pt x="877988" y="344369"/>
                </a:cubicBezTo>
                <a:close/>
                <a:moveTo>
                  <a:pt x="829211" y="344369"/>
                </a:moveTo>
                <a:cubicBezTo>
                  <a:pt x="840485" y="344369"/>
                  <a:pt x="849624" y="353508"/>
                  <a:pt x="849624" y="364782"/>
                </a:cubicBezTo>
                <a:cubicBezTo>
                  <a:pt x="849624" y="376056"/>
                  <a:pt x="840485" y="385195"/>
                  <a:pt x="829211" y="385195"/>
                </a:cubicBezTo>
                <a:cubicBezTo>
                  <a:pt x="817937" y="385195"/>
                  <a:pt x="808798" y="376056"/>
                  <a:pt x="808798" y="364782"/>
                </a:cubicBezTo>
                <a:cubicBezTo>
                  <a:pt x="808798" y="353508"/>
                  <a:pt x="817937" y="344369"/>
                  <a:pt x="829211" y="344369"/>
                </a:cubicBezTo>
                <a:close/>
                <a:moveTo>
                  <a:pt x="780434" y="344369"/>
                </a:moveTo>
                <a:cubicBezTo>
                  <a:pt x="791708" y="344369"/>
                  <a:pt x="800847" y="353508"/>
                  <a:pt x="800847" y="364782"/>
                </a:cubicBezTo>
                <a:cubicBezTo>
                  <a:pt x="800847" y="376056"/>
                  <a:pt x="791708" y="385195"/>
                  <a:pt x="780434" y="385195"/>
                </a:cubicBezTo>
                <a:cubicBezTo>
                  <a:pt x="769160" y="385195"/>
                  <a:pt x="760021" y="376056"/>
                  <a:pt x="760021" y="364782"/>
                </a:cubicBezTo>
                <a:cubicBezTo>
                  <a:pt x="760021" y="353508"/>
                  <a:pt x="769160" y="344369"/>
                  <a:pt x="780434" y="344369"/>
                </a:cubicBezTo>
                <a:close/>
                <a:moveTo>
                  <a:pt x="731657" y="344369"/>
                </a:moveTo>
                <a:cubicBezTo>
                  <a:pt x="742931" y="344369"/>
                  <a:pt x="752070" y="353508"/>
                  <a:pt x="752070" y="364782"/>
                </a:cubicBezTo>
                <a:cubicBezTo>
                  <a:pt x="752070" y="376056"/>
                  <a:pt x="742931" y="385195"/>
                  <a:pt x="731657" y="385195"/>
                </a:cubicBezTo>
                <a:cubicBezTo>
                  <a:pt x="720383" y="385195"/>
                  <a:pt x="711244" y="376056"/>
                  <a:pt x="711244" y="364782"/>
                </a:cubicBezTo>
                <a:cubicBezTo>
                  <a:pt x="711244" y="353508"/>
                  <a:pt x="720383" y="344369"/>
                  <a:pt x="731657" y="344369"/>
                </a:cubicBezTo>
                <a:close/>
                <a:moveTo>
                  <a:pt x="682880" y="344369"/>
                </a:moveTo>
                <a:cubicBezTo>
                  <a:pt x="694153" y="344369"/>
                  <a:pt x="703293" y="353508"/>
                  <a:pt x="703293" y="364782"/>
                </a:cubicBezTo>
                <a:cubicBezTo>
                  <a:pt x="703293" y="376056"/>
                  <a:pt x="694153" y="385195"/>
                  <a:pt x="682880" y="385195"/>
                </a:cubicBezTo>
                <a:cubicBezTo>
                  <a:pt x="671606" y="385195"/>
                  <a:pt x="662467" y="376056"/>
                  <a:pt x="662467" y="364782"/>
                </a:cubicBezTo>
                <a:cubicBezTo>
                  <a:pt x="662467" y="353508"/>
                  <a:pt x="671606" y="344369"/>
                  <a:pt x="682880" y="344369"/>
                </a:cubicBezTo>
                <a:close/>
                <a:moveTo>
                  <a:pt x="634103" y="344369"/>
                </a:moveTo>
                <a:cubicBezTo>
                  <a:pt x="645377" y="344369"/>
                  <a:pt x="654516" y="353508"/>
                  <a:pt x="654516" y="364782"/>
                </a:cubicBezTo>
                <a:cubicBezTo>
                  <a:pt x="654516" y="376056"/>
                  <a:pt x="645377" y="385195"/>
                  <a:pt x="634103" y="385195"/>
                </a:cubicBezTo>
                <a:cubicBezTo>
                  <a:pt x="622829" y="385195"/>
                  <a:pt x="613690" y="376056"/>
                  <a:pt x="613690" y="364782"/>
                </a:cubicBezTo>
                <a:cubicBezTo>
                  <a:pt x="613690" y="353508"/>
                  <a:pt x="622829" y="344369"/>
                  <a:pt x="634103" y="344369"/>
                </a:cubicBezTo>
                <a:close/>
                <a:moveTo>
                  <a:pt x="585326" y="344369"/>
                </a:moveTo>
                <a:cubicBezTo>
                  <a:pt x="596599" y="344369"/>
                  <a:pt x="605738" y="353508"/>
                  <a:pt x="605738" y="364782"/>
                </a:cubicBezTo>
                <a:cubicBezTo>
                  <a:pt x="605738" y="376056"/>
                  <a:pt x="596599" y="385195"/>
                  <a:pt x="585326" y="385195"/>
                </a:cubicBezTo>
                <a:cubicBezTo>
                  <a:pt x="574052" y="385195"/>
                  <a:pt x="564913" y="376056"/>
                  <a:pt x="564913" y="364782"/>
                </a:cubicBezTo>
                <a:cubicBezTo>
                  <a:pt x="564913" y="353508"/>
                  <a:pt x="574052" y="344369"/>
                  <a:pt x="585326" y="344369"/>
                </a:cubicBezTo>
                <a:close/>
                <a:moveTo>
                  <a:pt x="536549" y="344369"/>
                </a:moveTo>
                <a:cubicBezTo>
                  <a:pt x="547822" y="344369"/>
                  <a:pt x="556961" y="353508"/>
                  <a:pt x="556961" y="364782"/>
                </a:cubicBezTo>
                <a:cubicBezTo>
                  <a:pt x="556961" y="376056"/>
                  <a:pt x="547822" y="385195"/>
                  <a:pt x="536549" y="385195"/>
                </a:cubicBezTo>
                <a:cubicBezTo>
                  <a:pt x="525275" y="385195"/>
                  <a:pt x="516136" y="376056"/>
                  <a:pt x="516136" y="364782"/>
                </a:cubicBezTo>
                <a:cubicBezTo>
                  <a:pt x="516136" y="353508"/>
                  <a:pt x="525275" y="344369"/>
                  <a:pt x="536549" y="344369"/>
                </a:cubicBezTo>
                <a:close/>
                <a:moveTo>
                  <a:pt x="487772" y="344369"/>
                </a:moveTo>
                <a:cubicBezTo>
                  <a:pt x="499045" y="344369"/>
                  <a:pt x="508184" y="353508"/>
                  <a:pt x="508184" y="364782"/>
                </a:cubicBezTo>
                <a:cubicBezTo>
                  <a:pt x="508184" y="376056"/>
                  <a:pt x="499045" y="385195"/>
                  <a:pt x="487772" y="385195"/>
                </a:cubicBezTo>
                <a:cubicBezTo>
                  <a:pt x="476498" y="385195"/>
                  <a:pt x="467359" y="376056"/>
                  <a:pt x="467359" y="364782"/>
                </a:cubicBezTo>
                <a:cubicBezTo>
                  <a:pt x="467359" y="353508"/>
                  <a:pt x="476498" y="344369"/>
                  <a:pt x="487772" y="344369"/>
                </a:cubicBezTo>
                <a:close/>
                <a:moveTo>
                  <a:pt x="438994" y="344369"/>
                </a:moveTo>
                <a:cubicBezTo>
                  <a:pt x="450268" y="344369"/>
                  <a:pt x="459407" y="353508"/>
                  <a:pt x="459407" y="364782"/>
                </a:cubicBezTo>
                <a:cubicBezTo>
                  <a:pt x="459407" y="376056"/>
                  <a:pt x="450268" y="385195"/>
                  <a:pt x="438994" y="385195"/>
                </a:cubicBezTo>
                <a:cubicBezTo>
                  <a:pt x="427721" y="385195"/>
                  <a:pt x="418582" y="376056"/>
                  <a:pt x="418582" y="364782"/>
                </a:cubicBezTo>
                <a:cubicBezTo>
                  <a:pt x="418582" y="353508"/>
                  <a:pt x="427721" y="344369"/>
                  <a:pt x="438994" y="344369"/>
                </a:cubicBezTo>
                <a:close/>
                <a:moveTo>
                  <a:pt x="390217" y="344369"/>
                </a:moveTo>
                <a:cubicBezTo>
                  <a:pt x="401491" y="344369"/>
                  <a:pt x="410630" y="353508"/>
                  <a:pt x="410630" y="364782"/>
                </a:cubicBezTo>
                <a:cubicBezTo>
                  <a:pt x="410630" y="376056"/>
                  <a:pt x="401491" y="385195"/>
                  <a:pt x="390217" y="385195"/>
                </a:cubicBezTo>
                <a:cubicBezTo>
                  <a:pt x="378944" y="385195"/>
                  <a:pt x="369805" y="376056"/>
                  <a:pt x="369805" y="364782"/>
                </a:cubicBezTo>
                <a:cubicBezTo>
                  <a:pt x="369805" y="353508"/>
                  <a:pt x="378944" y="344369"/>
                  <a:pt x="390217" y="344369"/>
                </a:cubicBezTo>
                <a:close/>
                <a:moveTo>
                  <a:pt x="341440" y="344369"/>
                </a:moveTo>
                <a:cubicBezTo>
                  <a:pt x="352714" y="344369"/>
                  <a:pt x="361853" y="353508"/>
                  <a:pt x="361853" y="364782"/>
                </a:cubicBezTo>
                <a:cubicBezTo>
                  <a:pt x="361853" y="376056"/>
                  <a:pt x="352714" y="385195"/>
                  <a:pt x="341440" y="385195"/>
                </a:cubicBezTo>
                <a:cubicBezTo>
                  <a:pt x="330166" y="385195"/>
                  <a:pt x="321028" y="376056"/>
                  <a:pt x="321028" y="364782"/>
                </a:cubicBezTo>
                <a:cubicBezTo>
                  <a:pt x="321028" y="353508"/>
                  <a:pt x="330166" y="344369"/>
                  <a:pt x="341440" y="344369"/>
                </a:cubicBezTo>
                <a:close/>
                <a:moveTo>
                  <a:pt x="292663" y="344369"/>
                </a:moveTo>
                <a:cubicBezTo>
                  <a:pt x="303937" y="344369"/>
                  <a:pt x="313076" y="353508"/>
                  <a:pt x="313076" y="364782"/>
                </a:cubicBezTo>
                <a:cubicBezTo>
                  <a:pt x="313076" y="376056"/>
                  <a:pt x="303937" y="385195"/>
                  <a:pt x="292663" y="385195"/>
                </a:cubicBezTo>
                <a:cubicBezTo>
                  <a:pt x="281389" y="385195"/>
                  <a:pt x="272251" y="376056"/>
                  <a:pt x="272251" y="364782"/>
                </a:cubicBezTo>
                <a:cubicBezTo>
                  <a:pt x="272251" y="353508"/>
                  <a:pt x="281389" y="344369"/>
                  <a:pt x="292663" y="344369"/>
                </a:cubicBezTo>
                <a:close/>
                <a:moveTo>
                  <a:pt x="243886" y="344369"/>
                </a:moveTo>
                <a:cubicBezTo>
                  <a:pt x="255160" y="344369"/>
                  <a:pt x="264299" y="353508"/>
                  <a:pt x="264299" y="364782"/>
                </a:cubicBezTo>
                <a:cubicBezTo>
                  <a:pt x="264299" y="376056"/>
                  <a:pt x="255160" y="385195"/>
                  <a:pt x="243886" y="385195"/>
                </a:cubicBezTo>
                <a:cubicBezTo>
                  <a:pt x="232612" y="385195"/>
                  <a:pt x="223473" y="376056"/>
                  <a:pt x="223473" y="364782"/>
                </a:cubicBezTo>
                <a:cubicBezTo>
                  <a:pt x="223473" y="353508"/>
                  <a:pt x="232612" y="344369"/>
                  <a:pt x="243886" y="344369"/>
                </a:cubicBezTo>
                <a:close/>
                <a:moveTo>
                  <a:pt x="195109" y="344369"/>
                </a:moveTo>
                <a:cubicBezTo>
                  <a:pt x="206383" y="344369"/>
                  <a:pt x="215522" y="353508"/>
                  <a:pt x="215522" y="364782"/>
                </a:cubicBezTo>
                <a:cubicBezTo>
                  <a:pt x="215522" y="376056"/>
                  <a:pt x="206383" y="385195"/>
                  <a:pt x="195109" y="385195"/>
                </a:cubicBezTo>
                <a:cubicBezTo>
                  <a:pt x="183835" y="385195"/>
                  <a:pt x="174696" y="376056"/>
                  <a:pt x="174696" y="364782"/>
                </a:cubicBezTo>
                <a:cubicBezTo>
                  <a:pt x="174696" y="353508"/>
                  <a:pt x="183835" y="344369"/>
                  <a:pt x="195109" y="344369"/>
                </a:cubicBezTo>
                <a:close/>
                <a:moveTo>
                  <a:pt x="146332" y="344369"/>
                </a:moveTo>
                <a:cubicBezTo>
                  <a:pt x="157606" y="344369"/>
                  <a:pt x="166745" y="353508"/>
                  <a:pt x="166745" y="364782"/>
                </a:cubicBezTo>
                <a:cubicBezTo>
                  <a:pt x="166745" y="376056"/>
                  <a:pt x="157606" y="385195"/>
                  <a:pt x="146332" y="385195"/>
                </a:cubicBezTo>
                <a:cubicBezTo>
                  <a:pt x="135058" y="385195"/>
                  <a:pt x="125919" y="376056"/>
                  <a:pt x="125919" y="364782"/>
                </a:cubicBezTo>
                <a:cubicBezTo>
                  <a:pt x="125919" y="353508"/>
                  <a:pt x="135058" y="344369"/>
                  <a:pt x="146332" y="344369"/>
                </a:cubicBezTo>
                <a:close/>
                <a:moveTo>
                  <a:pt x="97555" y="344369"/>
                </a:moveTo>
                <a:cubicBezTo>
                  <a:pt x="108829" y="344369"/>
                  <a:pt x="117968" y="353508"/>
                  <a:pt x="117968" y="364782"/>
                </a:cubicBezTo>
                <a:cubicBezTo>
                  <a:pt x="117968" y="376056"/>
                  <a:pt x="108829" y="385195"/>
                  <a:pt x="97555" y="385195"/>
                </a:cubicBezTo>
                <a:cubicBezTo>
                  <a:pt x="86281" y="385195"/>
                  <a:pt x="77142" y="376056"/>
                  <a:pt x="77142" y="364782"/>
                </a:cubicBezTo>
                <a:cubicBezTo>
                  <a:pt x="77142" y="353508"/>
                  <a:pt x="86281" y="344369"/>
                  <a:pt x="97555" y="344369"/>
                </a:cubicBezTo>
                <a:close/>
                <a:moveTo>
                  <a:pt x="48778" y="344369"/>
                </a:moveTo>
                <a:cubicBezTo>
                  <a:pt x="60052" y="344369"/>
                  <a:pt x="69191" y="353508"/>
                  <a:pt x="69191" y="364782"/>
                </a:cubicBezTo>
                <a:cubicBezTo>
                  <a:pt x="69191" y="376056"/>
                  <a:pt x="60052" y="385195"/>
                  <a:pt x="48778" y="385195"/>
                </a:cubicBezTo>
                <a:cubicBezTo>
                  <a:pt x="37504" y="385195"/>
                  <a:pt x="28365" y="376056"/>
                  <a:pt x="28365" y="364782"/>
                </a:cubicBezTo>
                <a:cubicBezTo>
                  <a:pt x="28365" y="353508"/>
                  <a:pt x="37504" y="344369"/>
                  <a:pt x="48778" y="344369"/>
                </a:cubicBezTo>
                <a:close/>
                <a:moveTo>
                  <a:pt x="2" y="344369"/>
                </a:moveTo>
                <a:cubicBezTo>
                  <a:pt x="11275" y="344369"/>
                  <a:pt x="20414" y="353508"/>
                  <a:pt x="20414" y="364782"/>
                </a:cubicBezTo>
                <a:cubicBezTo>
                  <a:pt x="20414" y="376056"/>
                  <a:pt x="11275" y="385195"/>
                  <a:pt x="2" y="385195"/>
                </a:cubicBezTo>
                <a:lnTo>
                  <a:pt x="0" y="385194"/>
                </a:lnTo>
                <a:lnTo>
                  <a:pt x="0" y="344370"/>
                </a:lnTo>
                <a:close/>
                <a:moveTo>
                  <a:pt x="968876" y="291629"/>
                </a:moveTo>
                <a:lnTo>
                  <a:pt x="965684" y="304041"/>
                </a:lnTo>
                <a:lnTo>
                  <a:pt x="959440" y="321103"/>
                </a:lnTo>
                <a:lnTo>
                  <a:pt x="955129" y="310696"/>
                </a:lnTo>
                <a:cubicBezTo>
                  <a:pt x="955129" y="302240"/>
                  <a:pt x="960270" y="294986"/>
                  <a:pt x="967596" y="291887"/>
                </a:cubicBezTo>
                <a:close/>
                <a:moveTo>
                  <a:pt x="926765" y="290283"/>
                </a:moveTo>
                <a:cubicBezTo>
                  <a:pt x="938039" y="290283"/>
                  <a:pt x="947178" y="299422"/>
                  <a:pt x="947178" y="310696"/>
                </a:cubicBezTo>
                <a:cubicBezTo>
                  <a:pt x="947178" y="321970"/>
                  <a:pt x="938039" y="331108"/>
                  <a:pt x="926765" y="331108"/>
                </a:cubicBezTo>
                <a:cubicBezTo>
                  <a:pt x="915491" y="331108"/>
                  <a:pt x="906352" y="321970"/>
                  <a:pt x="906352" y="310696"/>
                </a:cubicBezTo>
                <a:cubicBezTo>
                  <a:pt x="906352" y="299422"/>
                  <a:pt x="915491" y="290283"/>
                  <a:pt x="926765" y="290283"/>
                </a:cubicBezTo>
                <a:close/>
                <a:moveTo>
                  <a:pt x="877988" y="290283"/>
                </a:moveTo>
                <a:cubicBezTo>
                  <a:pt x="889262" y="290283"/>
                  <a:pt x="898401" y="299422"/>
                  <a:pt x="898401" y="310696"/>
                </a:cubicBezTo>
                <a:cubicBezTo>
                  <a:pt x="898401" y="321970"/>
                  <a:pt x="889262" y="331108"/>
                  <a:pt x="877988" y="331108"/>
                </a:cubicBezTo>
                <a:cubicBezTo>
                  <a:pt x="866714" y="331108"/>
                  <a:pt x="857575" y="321970"/>
                  <a:pt x="857575" y="310696"/>
                </a:cubicBezTo>
                <a:cubicBezTo>
                  <a:pt x="857575" y="299422"/>
                  <a:pt x="866714" y="290283"/>
                  <a:pt x="877988" y="290283"/>
                </a:cubicBezTo>
                <a:close/>
                <a:moveTo>
                  <a:pt x="829211" y="290283"/>
                </a:moveTo>
                <a:cubicBezTo>
                  <a:pt x="840485" y="290283"/>
                  <a:pt x="849624" y="299422"/>
                  <a:pt x="849624" y="310696"/>
                </a:cubicBezTo>
                <a:cubicBezTo>
                  <a:pt x="849624" y="321970"/>
                  <a:pt x="840485" y="331108"/>
                  <a:pt x="829211" y="331108"/>
                </a:cubicBezTo>
                <a:cubicBezTo>
                  <a:pt x="817937" y="331108"/>
                  <a:pt x="808798" y="321970"/>
                  <a:pt x="808798" y="310696"/>
                </a:cubicBezTo>
                <a:cubicBezTo>
                  <a:pt x="808798" y="299422"/>
                  <a:pt x="817937" y="290283"/>
                  <a:pt x="829211" y="290283"/>
                </a:cubicBezTo>
                <a:close/>
                <a:moveTo>
                  <a:pt x="780434" y="290283"/>
                </a:moveTo>
                <a:cubicBezTo>
                  <a:pt x="791708" y="290283"/>
                  <a:pt x="800847" y="299422"/>
                  <a:pt x="800847" y="310696"/>
                </a:cubicBezTo>
                <a:cubicBezTo>
                  <a:pt x="800847" y="321970"/>
                  <a:pt x="791708" y="331108"/>
                  <a:pt x="780434" y="331108"/>
                </a:cubicBezTo>
                <a:cubicBezTo>
                  <a:pt x="769160" y="331108"/>
                  <a:pt x="760021" y="321970"/>
                  <a:pt x="760021" y="310696"/>
                </a:cubicBezTo>
                <a:cubicBezTo>
                  <a:pt x="760021" y="299422"/>
                  <a:pt x="769160" y="290283"/>
                  <a:pt x="780434" y="290283"/>
                </a:cubicBezTo>
                <a:close/>
                <a:moveTo>
                  <a:pt x="731657" y="290283"/>
                </a:moveTo>
                <a:cubicBezTo>
                  <a:pt x="742931" y="290283"/>
                  <a:pt x="752070" y="299422"/>
                  <a:pt x="752070" y="310696"/>
                </a:cubicBezTo>
                <a:cubicBezTo>
                  <a:pt x="752070" y="321970"/>
                  <a:pt x="742931" y="331108"/>
                  <a:pt x="731657" y="331108"/>
                </a:cubicBezTo>
                <a:cubicBezTo>
                  <a:pt x="720383" y="331108"/>
                  <a:pt x="711244" y="321970"/>
                  <a:pt x="711244" y="310696"/>
                </a:cubicBezTo>
                <a:cubicBezTo>
                  <a:pt x="711244" y="299422"/>
                  <a:pt x="720383" y="290283"/>
                  <a:pt x="731657" y="290283"/>
                </a:cubicBezTo>
                <a:close/>
                <a:moveTo>
                  <a:pt x="682880" y="290283"/>
                </a:moveTo>
                <a:cubicBezTo>
                  <a:pt x="694153" y="290283"/>
                  <a:pt x="703293" y="299422"/>
                  <a:pt x="703293" y="310696"/>
                </a:cubicBezTo>
                <a:cubicBezTo>
                  <a:pt x="703293" y="321970"/>
                  <a:pt x="694153" y="331108"/>
                  <a:pt x="682880" y="331108"/>
                </a:cubicBezTo>
                <a:cubicBezTo>
                  <a:pt x="671606" y="331108"/>
                  <a:pt x="662467" y="321970"/>
                  <a:pt x="662467" y="310696"/>
                </a:cubicBezTo>
                <a:cubicBezTo>
                  <a:pt x="662467" y="299422"/>
                  <a:pt x="671606" y="290283"/>
                  <a:pt x="682880" y="290283"/>
                </a:cubicBezTo>
                <a:close/>
                <a:moveTo>
                  <a:pt x="634103" y="290283"/>
                </a:moveTo>
                <a:cubicBezTo>
                  <a:pt x="645377" y="290283"/>
                  <a:pt x="654516" y="299422"/>
                  <a:pt x="654516" y="310696"/>
                </a:cubicBezTo>
                <a:cubicBezTo>
                  <a:pt x="654516" y="321970"/>
                  <a:pt x="645377" y="331108"/>
                  <a:pt x="634103" y="331108"/>
                </a:cubicBezTo>
                <a:cubicBezTo>
                  <a:pt x="622829" y="331108"/>
                  <a:pt x="613690" y="321970"/>
                  <a:pt x="613690" y="310696"/>
                </a:cubicBezTo>
                <a:cubicBezTo>
                  <a:pt x="613690" y="299422"/>
                  <a:pt x="622829" y="290283"/>
                  <a:pt x="634103" y="290283"/>
                </a:cubicBezTo>
                <a:close/>
                <a:moveTo>
                  <a:pt x="585326" y="290283"/>
                </a:moveTo>
                <a:cubicBezTo>
                  <a:pt x="596599" y="290283"/>
                  <a:pt x="605738" y="299422"/>
                  <a:pt x="605738" y="310696"/>
                </a:cubicBezTo>
                <a:cubicBezTo>
                  <a:pt x="605738" y="321970"/>
                  <a:pt x="596599" y="331108"/>
                  <a:pt x="585326" y="331108"/>
                </a:cubicBezTo>
                <a:cubicBezTo>
                  <a:pt x="574052" y="331108"/>
                  <a:pt x="564913" y="321970"/>
                  <a:pt x="564913" y="310696"/>
                </a:cubicBezTo>
                <a:cubicBezTo>
                  <a:pt x="564913" y="299422"/>
                  <a:pt x="574052" y="290283"/>
                  <a:pt x="585326" y="290283"/>
                </a:cubicBezTo>
                <a:close/>
                <a:moveTo>
                  <a:pt x="536549" y="290283"/>
                </a:moveTo>
                <a:cubicBezTo>
                  <a:pt x="547822" y="290283"/>
                  <a:pt x="556961" y="299422"/>
                  <a:pt x="556961" y="310696"/>
                </a:cubicBezTo>
                <a:cubicBezTo>
                  <a:pt x="556961" y="321970"/>
                  <a:pt x="547822" y="331108"/>
                  <a:pt x="536549" y="331108"/>
                </a:cubicBezTo>
                <a:cubicBezTo>
                  <a:pt x="525275" y="331108"/>
                  <a:pt x="516136" y="321970"/>
                  <a:pt x="516136" y="310696"/>
                </a:cubicBezTo>
                <a:cubicBezTo>
                  <a:pt x="516136" y="299422"/>
                  <a:pt x="525275" y="290283"/>
                  <a:pt x="536549" y="290283"/>
                </a:cubicBezTo>
                <a:close/>
                <a:moveTo>
                  <a:pt x="487772" y="290283"/>
                </a:moveTo>
                <a:cubicBezTo>
                  <a:pt x="499045" y="290283"/>
                  <a:pt x="508184" y="299422"/>
                  <a:pt x="508184" y="310696"/>
                </a:cubicBezTo>
                <a:cubicBezTo>
                  <a:pt x="508184" y="321970"/>
                  <a:pt x="499045" y="331108"/>
                  <a:pt x="487772" y="331108"/>
                </a:cubicBezTo>
                <a:cubicBezTo>
                  <a:pt x="476498" y="331108"/>
                  <a:pt x="467359" y="321970"/>
                  <a:pt x="467359" y="310696"/>
                </a:cubicBezTo>
                <a:cubicBezTo>
                  <a:pt x="467359" y="299422"/>
                  <a:pt x="476498" y="290283"/>
                  <a:pt x="487772" y="290283"/>
                </a:cubicBezTo>
                <a:close/>
                <a:moveTo>
                  <a:pt x="438994" y="290283"/>
                </a:moveTo>
                <a:cubicBezTo>
                  <a:pt x="450268" y="290283"/>
                  <a:pt x="459407" y="299422"/>
                  <a:pt x="459407" y="310696"/>
                </a:cubicBezTo>
                <a:cubicBezTo>
                  <a:pt x="459407" y="321970"/>
                  <a:pt x="450268" y="331108"/>
                  <a:pt x="438994" y="331108"/>
                </a:cubicBezTo>
                <a:cubicBezTo>
                  <a:pt x="427721" y="331108"/>
                  <a:pt x="418582" y="321970"/>
                  <a:pt x="418582" y="310696"/>
                </a:cubicBezTo>
                <a:cubicBezTo>
                  <a:pt x="418582" y="299422"/>
                  <a:pt x="427721" y="290283"/>
                  <a:pt x="438994" y="290283"/>
                </a:cubicBezTo>
                <a:close/>
                <a:moveTo>
                  <a:pt x="390217" y="290283"/>
                </a:moveTo>
                <a:cubicBezTo>
                  <a:pt x="401491" y="290283"/>
                  <a:pt x="410630" y="299422"/>
                  <a:pt x="410630" y="310696"/>
                </a:cubicBezTo>
                <a:cubicBezTo>
                  <a:pt x="410630" y="321970"/>
                  <a:pt x="401491" y="331108"/>
                  <a:pt x="390217" y="331108"/>
                </a:cubicBezTo>
                <a:cubicBezTo>
                  <a:pt x="378944" y="331108"/>
                  <a:pt x="369805" y="321970"/>
                  <a:pt x="369805" y="310696"/>
                </a:cubicBezTo>
                <a:cubicBezTo>
                  <a:pt x="369805" y="299422"/>
                  <a:pt x="378944" y="290283"/>
                  <a:pt x="390217" y="290283"/>
                </a:cubicBezTo>
                <a:close/>
                <a:moveTo>
                  <a:pt x="341440" y="290283"/>
                </a:moveTo>
                <a:cubicBezTo>
                  <a:pt x="352714" y="290283"/>
                  <a:pt x="361853" y="299422"/>
                  <a:pt x="361853" y="310696"/>
                </a:cubicBezTo>
                <a:cubicBezTo>
                  <a:pt x="361853" y="321970"/>
                  <a:pt x="352714" y="331108"/>
                  <a:pt x="341440" y="331108"/>
                </a:cubicBezTo>
                <a:cubicBezTo>
                  <a:pt x="330166" y="331108"/>
                  <a:pt x="321028" y="321970"/>
                  <a:pt x="321028" y="310696"/>
                </a:cubicBezTo>
                <a:cubicBezTo>
                  <a:pt x="321028" y="299422"/>
                  <a:pt x="330166" y="290283"/>
                  <a:pt x="341440" y="290283"/>
                </a:cubicBezTo>
                <a:close/>
                <a:moveTo>
                  <a:pt x="292663" y="290283"/>
                </a:moveTo>
                <a:cubicBezTo>
                  <a:pt x="303937" y="290283"/>
                  <a:pt x="313076" y="299422"/>
                  <a:pt x="313076" y="310696"/>
                </a:cubicBezTo>
                <a:cubicBezTo>
                  <a:pt x="313076" y="321970"/>
                  <a:pt x="303937" y="331108"/>
                  <a:pt x="292663" y="331108"/>
                </a:cubicBezTo>
                <a:cubicBezTo>
                  <a:pt x="281389" y="331108"/>
                  <a:pt x="272251" y="321970"/>
                  <a:pt x="272251" y="310696"/>
                </a:cubicBezTo>
                <a:cubicBezTo>
                  <a:pt x="272251" y="299422"/>
                  <a:pt x="281389" y="290283"/>
                  <a:pt x="292663" y="290283"/>
                </a:cubicBezTo>
                <a:close/>
                <a:moveTo>
                  <a:pt x="243886" y="290283"/>
                </a:moveTo>
                <a:cubicBezTo>
                  <a:pt x="255160" y="290283"/>
                  <a:pt x="264299" y="299422"/>
                  <a:pt x="264299" y="310696"/>
                </a:cubicBezTo>
                <a:cubicBezTo>
                  <a:pt x="264299" y="321970"/>
                  <a:pt x="255160" y="331108"/>
                  <a:pt x="243886" y="331108"/>
                </a:cubicBezTo>
                <a:cubicBezTo>
                  <a:pt x="232612" y="331108"/>
                  <a:pt x="223473" y="321970"/>
                  <a:pt x="223473" y="310696"/>
                </a:cubicBezTo>
                <a:cubicBezTo>
                  <a:pt x="223473" y="299422"/>
                  <a:pt x="232612" y="290283"/>
                  <a:pt x="243886" y="290283"/>
                </a:cubicBezTo>
                <a:close/>
                <a:moveTo>
                  <a:pt x="195109" y="290283"/>
                </a:moveTo>
                <a:cubicBezTo>
                  <a:pt x="206383" y="290283"/>
                  <a:pt x="215522" y="299422"/>
                  <a:pt x="215522" y="310696"/>
                </a:cubicBezTo>
                <a:cubicBezTo>
                  <a:pt x="215522" y="321970"/>
                  <a:pt x="206383" y="331108"/>
                  <a:pt x="195109" y="331108"/>
                </a:cubicBezTo>
                <a:cubicBezTo>
                  <a:pt x="183835" y="331108"/>
                  <a:pt x="174696" y="321970"/>
                  <a:pt x="174696" y="310696"/>
                </a:cubicBezTo>
                <a:cubicBezTo>
                  <a:pt x="174696" y="299422"/>
                  <a:pt x="183835" y="290283"/>
                  <a:pt x="195109" y="290283"/>
                </a:cubicBezTo>
                <a:close/>
                <a:moveTo>
                  <a:pt x="146332" y="290283"/>
                </a:moveTo>
                <a:cubicBezTo>
                  <a:pt x="157606" y="290283"/>
                  <a:pt x="166745" y="299422"/>
                  <a:pt x="166745" y="310696"/>
                </a:cubicBezTo>
                <a:cubicBezTo>
                  <a:pt x="166745" y="321970"/>
                  <a:pt x="157606" y="331108"/>
                  <a:pt x="146332" y="331108"/>
                </a:cubicBezTo>
                <a:cubicBezTo>
                  <a:pt x="135058" y="331108"/>
                  <a:pt x="125919" y="321970"/>
                  <a:pt x="125919" y="310696"/>
                </a:cubicBezTo>
                <a:cubicBezTo>
                  <a:pt x="125919" y="299422"/>
                  <a:pt x="135058" y="290283"/>
                  <a:pt x="146332" y="290283"/>
                </a:cubicBezTo>
                <a:close/>
                <a:moveTo>
                  <a:pt x="97555" y="290283"/>
                </a:moveTo>
                <a:cubicBezTo>
                  <a:pt x="108829" y="290283"/>
                  <a:pt x="117968" y="299422"/>
                  <a:pt x="117968" y="310696"/>
                </a:cubicBezTo>
                <a:cubicBezTo>
                  <a:pt x="117968" y="321970"/>
                  <a:pt x="108829" y="331108"/>
                  <a:pt x="97555" y="331108"/>
                </a:cubicBezTo>
                <a:cubicBezTo>
                  <a:pt x="86281" y="331108"/>
                  <a:pt x="77142" y="321970"/>
                  <a:pt x="77142" y="310696"/>
                </a:cubicBezTo>
                <a:cubicBezTo>
                  <a:pt x="77142" y="299422"/>
                  <a:pt x="86281" y="290283"/>
                  <a:pt x="97555" y="290283"/>
                </a:cubicBezTo>
                <a:close/>
                <a:moveTo>
                  <a:pt x="48778" y="290283"/>
                </a:moveTo>
                <a:cubicBezTo>
                  <a:pt x="60052" y="290283"/>
                  <a:pt x="69191" y="299422"/>
                  <a:pt x="69191" y="310696"/>
                </a:cubicBezTo>
                <a:cubicBezTo>
                  <a:pt x="69191" y="321970"/>
                  <a:pt x="60052" y="331108"/>
                  <a:pt x="48778" y="331108"/>
                </a:cubicBezTo>
                <a:cubicBezTo>
                  <a:pt x="37504" y="331108"/>
                  <a:pt x="28365" y="321970"/>
                  <a:pt x="28365" y="310696"/>
                </a:cubicBezTo>
                <a:cubicBezTo>
                  <a:pt x="28365" y="299422"/>
                  <a:pt x="37504" y="290283"/>
                  <a:pt x="48778" y="290283"/>
                </a:cubicBezTo>
                <a:close/>
                <a:moveTo>
                  <a:pt x="2" y="290283"/>
                </a:moveTo>
                <a:cubicBezTo>
                  <a:pt x="11275" y="290283"/>
                  <a:pt x="20414" y="299422"/>
                  <a:pt x="20414" y="310696"/>
                </a:cubicBezTo>
                <a:cubicBezTo>
                  <a:pt x="20414" y="321970"/>
                  <a:pt x="11275" y="331108"/>
                  <a:pt x="2" y="331108"/>
                </a:cubicBezTo>
                <a:lnTo>
                  <a:pt x="0" y="331107"/>
                </a:lnTo>
                <a:lnTo>
                  <a:pt x="0" y="290284"/>
                </a:lnTo>
                <a:close/>
                <a:moveTo>
                  <a:pt x="975542" y="236197"/>
                </a:moveTo>
                <a:lnTo>
                  <a:pt x="982755" y="237653"/>
                </a:lnTo>
                <a:lnTo>
                  <a:pt x="972775" y="276464"/>
                </a:lnTo>
                <a:lnTo>
                  <a:pt x="967596" y="275418"/>
                </a:lnTo>
                <a:cubicBezTo>
                  <a:pt x="960270" y="272320"/>
                  <a:pt x="955129" y="265065"/>
                  <a:pt x="955129" y="256609"/>
                </a:cubicBezTo>
                <a:cubicBezTo>
                  <a:pt x="955129" y="245336"/>
                  <a:pt x="964268" y="236197"/>
                  <a:pt x="975542" y="236197"/>
                </a:cubicBezTo>
                <a:close/>
                <a:moveTo>
                  <a:pt x="926765" y="236197"/>
                </a:moveTo>
                <a:cubicBezTo>
                  <a:pt x="938039" y="236197"/>
                  <a:pt x="947178" y="245336"/>
                  <a:pt x="947178" y="256609"/>
                </a:cubicBezTo>
                <a:cubicBezTo>
                  <a:pt x="947178" y="267883"/>
                  <a:pt x="938039" y="277022"/>
                  <a:pt x="926765" y="277022"/>
                </a:cubicBezTo>
                <a:cubicBezTo>
                  <a:pt x="915491" y="277022"/>
                  <a:pt x="906352" y="267883"/>
                  <a:pt x="906352" y="256609"/>
                </a:cubicBezTo>
                <a:cubicBezTo>
                  <a:pt x="906352" y="245336"/>
                  <a:pt x="915491" y="236197"/>
                  <a:pt x="926765" y="236197"/>
                </a:cubicBezTo>
                <a:close/>
                <a:moveTo>
                  <a:pt x="877988" y="236197"/>
                </a:moveTo>
                <a:cubicBezTo>
                  <a:pt x="889262" y="236197"/>
                  <a:pt x="898401" y="245336"/>
                  <a:pt x="898401" y="256609"/>
                </a:cubicBezTo>
                <a:cubicBezTo>
                  <a:pt x="898401" y="267883"/>
                  <a:pt x="889262" y="277022"/>
                  <a:pt x="877988" y="277022"/>
                </a:cubicBezTo>
                <a:cubicBezTo>
                  <a:pt x="866714" y="277022"/>
                  <a:pt x="857575" y="267883"/>
                  <a:pt x="857575" y="256609"/>
                </a:cubicBezTo>
                <a:cubicBezTo>
                  <a:pt x="857575" y="245336"/>
                  <a:pt x="866714" y="236197"/>
                  <a:pt x="877988" y="236197"/>
                </a:cubicBezTo>
                <a:close/>
                <a:moveTo>
                  <a:pt x="829211" y="236197"/>
                </a:moveTo>
                <a:cubicBezTo>
                  <a:pt x="840485" y="236197"/>
                  <a:pt x="849624" y="245336"/>
                  <a:pt x="849624" y="256609"/>
                </a:cubicBezTo>
                <a:cubicBezTo>
                  <a:pt x="849624" y="267883"/>
                  <a:pt x="840485" y="277022"/>
                  <a:pt x="829211" y="277022"/>
                </a:cubicBezTo>
                <a:cubicBezTo>
                  <a:pt x="817937" y="277022"/>
                  <a:pt x="808798" y="267883"/>
                  <a:pt x="808798" y="256609"/>
                </a:cubicBezTo>
                <a:cubicBezTo>
                  <a:pt x="808798" y="245336"/>
                  <a:pt x="817937" y="236197"/>
                  <a:pt x="829211" y="236197"/>
                </a:cubicBezTo>
                <a:close/>
                <a:moveTo>
                  <a:pt x="780434" y="236197"/>
                </a:moveTo>
                <a:cubicBezTo>
                  <a:pt x="791708" y="236197"/>
                  <a:pt x="800847" y="245336"/>
                  <a:pt x="800847" y="256609"/>
                </a:cubicBezTo>
                <a:cubicBezTo>
                  <a:pt x="800847" y="267883"/>
                  <a:pt x="791708" y="277022"/>
                  <a:pt x="780434" y="277022"/>
                </a:cubicBezTo>
                <a:cubicBezTo>
                  <a:pt x="769160" y="277022"/>
                  <a:pt x="760021" y="267883"/>
                  <a:pt x="760021" y="256609"/>
                </a:cubicBezTo>
                <a:cubicBezTo>
                  <a:pt x="760021" y="245336"/>
                  <a:pt x="769160" y="236197"/>
                  <a:pt x="780434" y="236197"/>
                </a:cubicBezTo>
                <a:close/>
                <a:moveTo>
                  <a:pt x="731657" y="236197"/>
                </a:moveTo>
                <a:cubicBezTo>
                  <a:pt x="742931" y="236197"/>
                  <a:pt x="752070" y="245336"/>
                  <a:pt x="752070" y="256609"/>
                </a:cubicBezTo>
                <a:cubicBezTo>
                  <a:pt x="752070" y="267883"/>
                  <a:pt x="742931" y="277022"/>
                  <a:pt x="731657" y="277022"/>
                </a:cubicBezTo>
                <a:cubicBezTo>
                  <a:pt x="720383" y="277022"/>
                  <a:pt x="711244" y="267883"/>
                  <a:pt x="711244" y="256609"/>
                </a:cubicBezTo>
                <a:cubicBezTo>
                  <a:pt x="711244" y="245336"/>
                  <a:pt x="720383" y="236197"/>
                  <a:pt x="731657" y="236197"/>
                </a:cubicBezTo>
                <a:close/>
                <a:moveTo>
                  <a:pt x="682880" y="236197"/>
                </a:moveTo>
                <a:cubicBezTo>
                  <a:pt x="694153" y="236197"/>
                  <a:pt x="703293" y="245336"/>
                  <a:pt x="703293" y="256609"/>
                </a:cubicBezTo>
                <a:cubicBezTo>
                  <a:pt x="703293" y="267883"/>
                  <a:pt x="694153" y="277022"/>
                  <a:pt x="682880" y="277022"/>
                </a:cubicBezTo>
                <a:cubicBezTo>
                  <a:pt x="671606" y="277022"/>
                  <a:pt x="662467" y="267883"/>
                  <a:pt x="662467" y="256609"/>
                </a:cubicBezTo>
                <a:cubicBezTo>
                  <a:pt x="662467" y="245336"/>
                  <a:pt x="671606" y="236197"/>
                  <a:pt x="682880" y="236197"/>
                </a:cubicBezTo>
                <a:close/>
                <a:moveTo>
                  <a:pt x="634103" y="236197"/>
                </a:moveTo>
                <a:cubicBezTo>
                  <a:pt x="645377" y="236197"/>
                  <a:pt x="654516" y="245336"/>
                  <a:pt x="654516" y="256609"/>
                </a:cubicBezTo>
                <a:cubicBezTo>
                  <a:pt x="654516" y="267883"/>
                  <a:pt x="645377" y="277022"/>
                  <a:pt x="634103" y="277022"/>
                </a:cubicBezTo>
                <a:cubicBezTo>
                  <a:pt x="622829" y="277022"/>
                  <a:pt x="613690" y="267883"/>
                  <a:pt x="613690" y="256609"/>
                </a:cubicBezTo>
                <a:cubicBezTo>
                  <a:pt x="613690" y="245336"/>
                  <a:pt x="622829" y="236197"/>
                  <a:pt x="634103" y="236197"/>
                </a:cubicBezTo>
                <a:close/>
                <a:moveTo>
                  <a:pt x="585326" y="236197"/>
                </a:moveTo>
                <a:cubicBezTo>
                  <a:pt x="596599" y="236197"/>
                  <a:pt x="605738" y="245336"/>
                  <a:pt x="605738" y="256609"/>
                </a:cubicBezTo>
                <a:cubicBezTo>
                  <a:pt x="605738" y="267883"/>
                  <a:pt x="596599" y="277022"/>
                  <a:pt x="585326" y="277022"/>
                </a:cubicBezTo>
                <a:cubicBezTo>
                  <a:pt x="574052" y="277022"/>
                  <a:pt x="564913" y="267883"/>
                  <a:pt x="564913" y="256609"/>
                </a:cubicBezTo>
                <a:cubicBezTo>
                  <a:pt x="564913" y="245336"/>
                  <a:pt x="574052" y="236197"/>
                  <a:pt x="585326" y="236197"/>
                </a:cubicBezTo>
                <a:close/>
                <a:moveTo>
                  <a:pt x="536549" y="236197"/>
                </a:moveTo>
                <a:cubicBezTo>
                  <a:pt x="547822" y="236197"/>
                  <a:pt x="556961" y="245336"/>
                  <a:pt x="556961" y="256609"/>
                </a:cubicBezTo>
                <a:cubicBezTo>
                  <a:pt x="556961" y="267883"/>
                  <a:pt x="547822" y="277022"/>
                  <a:pt x="536549" y="277022"/>
                </a:cubicBezTo>
                <a:cubicBezTo>
                  <a:pt x="525275" y="277022"/>
                  <a:pt x="516136" y="267883"/>
                  <a:pt x="516136" y="256609"/>
                </a:cubicBezTo>
                <a:cubicBezTo>
                  <a:pt x="516136" y="245336"/>
                  <a:pt x="525275" y="236197"/>
                  <a:pt x="536549" y="236197"/>
                </a:cubicBezTo>
                <a:close/>
                <a:moveTo>
                  <a:pt x="487772" y="236197"/>
                </a:moveTo>
                <a:cubicBezTo>
                  <a:pt x="499045" y="236197"/>
                  <a:pt x="508184" y="245336"/>
                  <a:pt x="508184" y="256609"/>
                </a:cubicBezTo>
                <a:cubicBezTo>
                  <a:pt x="508184" y="267883"/>
                  <a:pt x="499045" y="277022"/>
                  <a:pt x="487772" y="277022"/>
                </a:cubicBezTo>
                <a:cubicBezTo>
                  <a:pt x="476498" y="277022"/>
                  <a:pt x="467359" y="267883"/>
                  <a:pt x="467359" y="256609"/>
                </a:cubicBezTo>
                <a:cubicBezTo>
                  <a:pt x="467359" y="245336"/>
                  <a:pt x="476498" y="236197"/>
                  <a:pt x="487772" y="236197"/>
                </a:cubicBezTo>
                <a:close/>
                <a:moveTo>
                  <a:pt x="438994" y="236197"/>
                </a:moveTo>
                <a:cubicBezTo>
                  <a:pt x="450268" y="236197"/>
                  <a:pt x="459407" y="245336"/>
                  <a:pt x="459407" y="256609"/>
                </a:cubicBezTo>
                <a:cubicBezTo>
                  <a:pt x="459407" y="267883"/>
                  <a:pt x="450268" y="277022"/>
                  <a:pt x="438994" y="277022"/>
                </a:cubicBezTo>
                <a:cubicBezTo>
                  <a:pt x="427721" y="277022"/>
                  <a:pt x="418582" y="267883"/>
                  <a:pt x="418582" y="256609"/>
                </a:cubicBezTo>
                <a:cubicBezTo>
                  <a:pt x="418582" y="245336"/>
                  <a:pt x="427721" y="236197"/>
                  <a:pt x="438994" y="236197"/>
                </a:cubicBezTo>
                <a:close/>
                <a:moveTo>
                  <a:pt x="390217" y="236197"/>
                </a:moveTo>
                <a:cubicBezTo>
                  <a:pt x="401491" y="236197"/>
                  <a:pt x="410630" y="245336"/>
                  <a:pt x="410630" y="256609"/>
                </a:cubicBezTo>
                <a:cubicBezTo>
                  <a:pt x="410630" y="267883"/>
                  <a:pt x="401491" y="277022"/>
                  <a:pt x="390217" y="277022"/>
                </a:cubicBezTo>
                <a:cubicBezTo>
                  <a:pt x="378944" y="277022"/>
                  <a:pt x="369805" y="267883"/>
                  <a:pt x="369805" y="256609"/>
                </a:cubicBezTo>
                <a:cubicBezTo>
                  <a:pt x="369805" y="245336"/>
                  <a:pt x="378944" y="236197"/>
                  <a:pt x="390217" y="236197"/>
                </a:cubicBezTo>
                <a:close/>
                <a:moveTo>
                  <a:pt x="341440" y="236197"/>
                </a:moveTo>
                <a:cubicBezTo>
                  <a:pt x="352714" y="236197"/>
                  <a:pt x="361853" y="245336"/>
                  <a:pt x="361853" y="256609"/>
                </a:cubicBezTo>
                <a:cubicBezTo>
                  <a:pt x="361853" y="267883"/>
                  <a:pt x="352714" y="277022"/>
                  <a:pt x="341440" y="277022"/>
                </a:cubicBezTo>
                <a:cubicBezTo>
                  <a:pt x="330166" y="277022"/>
                  <a:pt x="321028" y="267883"/>
                  <a:pt x="321028" y="256609"/>
                </a:cubicBezTo>
                <a:cubicBezTo>
                  <a:pt x="321028" y="245336"/>
                  <a:pt x="330166" y="236197"/>
                  <a:pt x="341440" y="236197"/>
                </a:cubicBezTo>
                <a:close/>
                <a:moveTo>
                  <a:pt x="292663" y="236197"/>
                </a:moveTo>
                <a:cubicBezTo>
                  <a:pt x="303937" y="236197"/>
                  <a:pt x="313076" y="245336"/>
                  <a:pt x="313076" y="256609"/>
                </a:cubicBezTo>
                <a:cubicBezTo>
                  <a:pt x="313076" y="267883"/>
                  <a:pt x="303937" y="277022"/>
                  <a:pt x="292663" y="277022"/>
                </a:cubicBezTo>
                <a:cubicBezTo>
                  <a:pt x="281389" y="277022"/>
                  <a:pt x="272251" y="267883"/>
                  <a:pt x="272251" y="256609"/>
                </a:cubicBezTo>
                <a:cubicBezTo>
                  <a:pt x="272251" y="245336"/>
                  <a:pt x="281389" y="236197"/>
                  <a:pt x="292663" y="236197"/>
                </a:cubicBezTo>
                <a:close/>
                <a:moveTo>
                  <a:pt x="243886" y="236197"/>
                </a:moveTo>
                <a:cubicBezTo>
                  <a:pt x="255160" y="236197"/>
                  <a:pt x="264299" y="245336"/>
                  <a:pt x="264299" y="256609"/>
                </a:cubicBezTo>
                <a:cubicBezTo>
                  <a:pt x="264299" y="267883"/>
                  <a:pt x="255160" y="277022"/>
                  <a:pt x="243886" y="277022"/>
                </a:cubicBezTo>
                <a:cubicBezTo>
                  <a:pt x="232612" y="277022"/>
                  <a:pt x="223473" y="267883"/>
                  <a:pt x="223473" y="256609"/>
                </a:cubicBezTo>
                <a:cubicBezTo>
                  <a:pt x="223473" y="245336"/>
                  <a:pt x="232612" y="236197"/>
                  <a:pt x="243886" y="236197"/>
                </a:cubicBezTo>
                <a:close/>
                <a:moveTo>
                  <a:pt x="195109" y="236197"/>
                </a:moveTo>
                <a:cubicBezTo>
                  <a:pt x="206383" y="236197"/>
                  <a:pt x="215522" y="245336"/>
                  <a:pt x="215522" y="256609"/>
                </a:cubicBezTo>
                <a:cubicBezTo>
                  <a:pt x="215522" y="267883"/>
                  <a:pt x="206383" y="277022"/>
                  <a:pt x="195109" y="277022"/>
                </a:cubicBezTo>
                <a:cubicBezTo>
                  <a:pt x="183835" y="277022"/>
                  <a:pt x="174696" y="267883"/>
                  <a:pt x="174696" y="256609"/>
                </a:cubicBezTo>
                <a:cubicBezTo>
                  <a:pt x="174696" y="245336"/>
                  <a:pt x="183835" y="236197"/>
                  <a:pt x="195109" y="236197"/>
                </a:cubicBezTo>
                <a:close/>
                <a:moveTo>
                  <a:pt x="146332" y="236197"/>
                </a:moveTo>
                <a:cubicBezTo>
                  <a:pt x="157606" y="236197"/>
                  <a:pt x="166745" y="245336"/>
                  <a:pt x="166745" y="256609"/>
                </a:cubicBezTo>
                <a:cubicBezTo>
                  <a:pt x="166745" y="267883"/>
                  <a:pt x="157606" y="277022"/>
                  <a:pt x="146332" y="277022"/>
                </a:cubicBezTo>
                <a:cubicBezTo>
                  <a:pt x="135058" y="277022"/>
                  <a:pt x="125919" y="267883"/>
                  <a:pt x="125919" y="256609"/>
                </a:cubicBezTo>
                <a:cubicBezTo>
                  <a:pt x="125919" y="245336"/>
                  <a:pt x="135058" y="236197"/>
                  <a:pt x="146332" y="236197"/>
                </a:cubicBezTo>
                <a:close/>
                <a:moveTo>
                  <a:pt x="97555" y="236197"/>
                </a:moveTo>
                <a:cubicBezTo>
                  <a:pt x="108829" y="236197"/>
                  <a:pt x="117968" y="245336"/>
                  <a:pt x="117968" y="256609"/>
                </a:cubicBezTo>
                <a:cubicBezTo>
                  <a:pt x="117968" y="267883"/>
                  <a:pt x="108829" y="277022"/>
                  <a:pt x="97555" y="277022"/>
                </a:cubicBezTo>
                <a:cubicBezTo>
                  <a:pt x="86281" y="277022"/>
                  <a:pt x="77142" y="267883"/>
                  <a:pt x="77142" y="256609"/>
                </a:cubicBezTo>
                <a:cubicBezTo>
                  <a:pt x="77142" y="245336"/>
                  <a:pt x="86281" y="236197"/>
                  <a:pt x="97555" y="236197"/>
                </a:cubicBezTo>
                <a:close/>
                <a:moveTo>
                  <a:pt x="48778" y="236197"/>
                </a:moveTo>
                <a:cubicBezTo>
                  <a:pt x="60052" y="236197"/>
                  <a:pt x="69191" y="245336"/>
                  <a:pt x="69191" y="256609"/>
                </a:cubicBezTo>
                <a:cubicBezTo>
                  <a:pt x="69191" y="267883"/>
                  <a:pt x="60052" y="277022"/>
                  <a:pt x="48778" y="277022"/>
                </a:cubicBezTo>
                <a:cubicBezTo>
                  <a:pt x="37504" y="277022"/>
                  <a:pt x="28365" y="267883"/>
                  <a:pt x="28365" y="256609"/>
                </a:cubicBezTo>
                <a:cubicBezTo>
                  <a:pt x="28365" y="245336"/>
                  <a:pt x="37504" y="236197"/>
                  <a:pt x="48778" y="236197"/>
                </a:cubicBezTo>
                <a:close/>
                <a:moveTo>
                  <a:pt x="2" y="236197"/>
                </a:moveTo>
                <a:cubicBezTo>
                  <a:pt x="11275" y="236197"/>
                  <a:pt x="20414" y="245336"/>
                  <a:pt x="20414" y="256609"/>
                </a:cubicBezTo>
                <a:cubicBezTo>
                  <a:pt x="20414" y="267883"/>
                  <a:pt x="11275" y="277022"/>
                  <a:pt x="2" y="277022"/>
                </a:cubicBezTo>
                <a:lnTo>
                  <a:pt x="0" y="277021"/>
                </a:lnTo>
                <a:lnTo>
                  <a:pt x="0" y="236198"/>
                </a:lnTo>
                <a:close/>
                <a:moveTo>
                  <a:pt x="975542" y="182110"/>
                </a:moveTo>
                <a:cubicBezTo>
                  <a:pt x="981179" y="182110"/>
                  <a:pt x="986282" y="184395"/>
                  <a:pt x="989976" y="188089"/>
                </a:cubicBezTo>
                <a:lnTo>
                  <a:pt x="992557" y="194320"/>
                </a:lnTo>
                <a:lnTo>
                  <a:pt x="990601" y="207139"/>
                </a:lnTo>
                <a:lnTo>
                  <a:pt x="987678" y="218507"/>
                </a:lnTo>
                <a:lnTo>
                  <a:pt x="983488" y="221332"/>
                </a:lnTo>
                <a:cubicBezTo>
                  <a:pt x="981046" y="222365"/>
                  <a:pt x="978360" y="222936"/>
                  <a:pt x="975542" y="222936"/>
                </a:cubicBezTo>
                <a:cubicBezTo>
                  <a:pt x="964268" y="222936"/>
                  <a:pt x="955129" y="213797"/>
                  <a:pt x="955129" y="202523"/>
                </a:cubicBezTo>
                <a:cubicBezTo>
                  <a:pt x="955129" y="191250"/>
                  <a:pt x="964268" y="182110"/>
                  <a:pt x="975542" y="182110"/>
                </a:cubicBezTo>
                <a:close/>
                <a:moveTo>
                  <a:pt x="926765" y="182110"/>
                </a:moveTo>
                <a:cubicBezTo>
                  <a:pt x="938039" y="182110"/>
                  <a:pt x="947178" y="191250"/>
                  <a:pt x="947178" y="202523"/>
                </a:cubicBezTo>
                <a:cubicBezTo>
                  <a:pt x="947178" y="213797"/>
                  <a:pt x="938039" y="222936"/>
                  <a:pt x="926765" y="222936"/>
                </a:cubicBezTo>
                <a:cubicBezTo>
                  <a:pt x="915491" y="222936"/>
                  <a:pt x="906352" y="213797"/>
                  <a:pt x="906352" y="202523"/>
                </a:cubicBezTo>
                <a:cubicBezTo>
                  <a:pt x="906352" y="191250"/>
                  <a:pt x="915491" y="182110"/>
                  <a:pt x="926765" y="182110"/>
                </a:cubicBezTo>
                <a:close/>
                <a:moveTo>
                  <a:pt x="877988" y="182110"/>
                </a:moveTo>
                <a:cubicBezTo>
                  <a:pt x="889262" y="182110"/>
                  <a:pt x="898401" y="191250"/>
                  <a:pt x="898401" y="202523"/>
                </a:cubicBezTo>
                <a:cubicBezTo>
                  <a:pt x="898401" y="213797"/>
                  <a:pt x="889262" y="222936"/>
                  <a:pt x="877988" y="222936"/>
                </a:cubicBezTo>
                <a:cubicBezTo>
                  <a:pt x="866714" y="222936"/>
                  <a:pt x="857575" y="213797"/>
                  <a:pt x="857575" y="202523"/>
                </a:cubicBezTo>
                <a:cubicBezTo>
                  <a:pt x="857575" y="191250"/>
                  <a:pt x="866714" y="182110"/>
                  <a:pt x="877988" y="182110"/>
                </a:cubicBezTo>
                <a:close/>
                <a:moveTo>
                  <a:pt x="829211" y="182110"/>
                </a:moveTo>
                <a:cubicBezTo>
                  <a:pt x="840485" y="182110"/>
                  <a:pt x="849624" y="191250"/>
                  <a:pt x="849624" y="202523"/>
                </a:cubicBezTo>
                <a:cubicBezTo>
                  <a:pt x="849624" y="213797"/>
                  <a:pt x="840485" y="222936"/>
                  <a:pt x="829211" y="222936"/>
                </a:cubicBezTo>
                <a:cubicBezTo>
                  <a:pt x="817937" y="222936"/>
                  <a:pt x="808798" y="213797"/>
                  <a:pt x="808798" y="202523"/>
                </a:cubicBezTo>
                <a:cubicBezTo>
                  <a:pt x="808798" y="191250"/>
                  <a:pt x="817937" y="182110"/>
                  <a:pt x="829211" y="182110"/>
                </a:cubicBezTo>
                <a:close/>
                <a:moveTo>
                  <a:pt x="780434" y="182110"/>
                </a:moveTo>
                <a:cubicBezTo>
                  <a:pt x="791708" y="182110"/>
                  <a:pt x="800847" y="191250"/>
                  <a:pt x="800847" y="202523"/>
                </a:cubicBezTo>
                <a:cubicBezTo>
                  <a:pt x="800847" y="213797"/>
                  <a:pt x="791708" y="222936"/>
                  <a:pt x="780434" y="222936"/>
                </a:cubicBezTo>
                <a:cubicBezTo>
                  <a:pt x="769160" y="222936"/>
                  <a:pt x="760021" y="213797"/>
                  <a:pt x="760021" y="202523"/>
                </a:cubicBezTo>
                <a:cubicBezTo>
                  <a:pt x="760021" y="191250"/>
                  <a:pt x="769160" y="182110"/>
                  <a:pt x="780434" y="182110"/>
                </a:cubicBezTo>
                <a:close/>
                <a:moveTo>
                  <a:pt x="731657" y="182110"/>
                </a:moveTo>
                <a:cubicBezTo>
                  <a:pt x="742931" y="182110"/>
                  <a:pt x="752070" y="191250"/>
                  <a:pt x="752070" y="202523"/>
                </a:cubicBezTo>
                <a:cubicBezTo>
                  <a:pt x="752070" y="213797"/>
                  <a:pt x="742931" y="222936"/>
                  <a:pt x="731657" y="222936"/>
                </a:cubicBezTo>
                <a:cubicBezTo>
                  <a:pt x="720383" y="222936"/>
                  <a:pt x="711244" y="213797"/>
                  <a:pt x="711244" y="202523"/>
                </a:cubicBezTo>
                <a:cubicBezTo>
                  <a:pt x="711244" y="191250"/>
                  <a:pt x="720383" y="182110"/>
                  <a:pt x="731657" y="182110"/>
                </a:cubicBezTo>
                <a:close/>
                <a:moveTo>
                  <a:pt x="682880" y="182110"/>
                </a:moveTo>
                <a:cubicBezTo>
                  <a:pt x="694153" y="182110"/>
                  <a:pt x="703293" y="191250"/>
                  <a:pt x="703293" y="202523"/>
                </a:cubicBezTo>
                <a:cubicBezTo>
                  <a:pt x="703293" y="213797"/>
                  <a:pt x="694153" y="222936"/>
                  <a:pt x="682880" y="222936"/>
                </a:cubicBezTo>
                <a:cubicBezTo>
                  <a:pt x="671606" y="222936"/>
                  <a:pt x="662467" y="213797"/>
                  <a:pt x="662467" y="202523"/>
                </a:cubicBezTo>
                <a:cubicBezTo>
                  <a:pt x="662467" y="191250"/>
                  <a:pt x="671606" y="182110"/>
                  <a:pt x="682880" y="182110"/>
                </a:cubicBezTo>
                <a:close/>
                <a:moveTo>
                  <a:pt x="634103" y="182110"/>
                </a:moveTo>
                <a:cubicBezTo>
                  <a:pt x="645377" y="182110"/>
                  <a:pt x="654516" y="191250"/>
                  <a:pt x="654516" y="202523"/>
                </a:cubicBezTo>
                <a:cubicBezTo>
                  <a:pt x="654516" y="213797"/>
                  <a:pt x="645377" y="222936"/>
                  <a:pt x="634103" y="222936"/>
                </a:cubicBezTo>
                <a:cubicBezTo>
                  <a:pt x="622829" y="222936"/>
                  <a:pt x="613690" y="213797"/>
                  <a:pt x="613690" y="202523"/>
                </a:cubicBezTo>
                <a:cubicBezTo>
                  <a:pt x="613690" y="191250"/>
                  <a:pt x="622829" y="182110"/>
                  <a:pt x="634103" y="182110"/>
                </a:cubicBezTo>
                <a:close/>
                <a:moveTo>
                  <a:pt x="585326" y="182110"/>
                </a:moveTo>
                <a:cubicBezTo>
                  <a:pt x="596599" y="182110"/>
                  <a:pt x="605738" y="191250"/>
                  <a:pt x="605738" y="202523"/>
                </a:cubicBezTo>
                <a:cubicBezTo>
                  <a:pt x="605738" y="213797"/>
                  <a:pt x="596599" y="222936"/>
                  <a:pt x="585326" y="222936"/>
                </a:cubicBezTo>
                <a:cubicBezTo>
                  <a:pt x="574052" y="222936"/>
                  <a:pt x="564913" y="213797"/>
                  <a:pt x="564913" y="202523"/>
                </a:cubicBezTo>
                <a:cubicBezTo>
                  <a:pt x="564913" y="191250"/>
                  <a:pt x="574052" y="182110"/>
                  <a:pt x="585326" y="182110"/>
                </a:cubicBezTo>
                <a:close/>
                <a:moveTo>
                  <a:pt x="536549" y="182110"/>
                </a:moveTo>
                <a:cubicBezTo>
                  <a:pt x="547822" y="182110"/>
                  <a:pt x="556961" y="191250"/>
                  <a:pt x="556961" y="202523"/>
                </a:cubicBezTo>
                <a:cubicBezTo>
                  <a:pt x="556961" y="213797"/>
                  <a:pt x="547822" y="222936"/>
                  <a:pt x="536549" y="222936"/>
                </a:cubicBezTo>
                <a:cubicBezTo>
                  <a:pt x="525275" y="222936"/>
                  <a:pt x="516136" y="213797"/>
                  <a:pt x="516136" y="202523"/>
                </a:cubicBezTo>
                <a:cubicBezTo>
                  <a:pt x="516136" y="191250"/>
                  <a:pt x="525275" y="182110"/>
                  <a:pt x="536549" y="182110"/>
                </a:cubicBezTo>
                <a:close/>
                <a:moveTo>
                  <a:pt x="487772" y="182110"/>
                </a:moveTo>
                <a:cubicBezTo>
                  <a:pt x="499045" y="182110"/>
                  <a:pt x="508184" y="191250"/>
                  <a:pt x="508184" y="202523"/>
                </a:cubicBezTo>
                <a:cubicBezTo>
                  <a:pt x="508184" y="213797"/>
                  <a:pt x="499045" y="222936"/>
                  <a:pt x="487772" y="222936"/>
                </a:cubicBezTo>
                <a:cubicBezTo>
                  <a:pt x="476498" y="222936"/>
                  <a:pt x="467359" y="213797"/>
                  <a:pt x="467359" y="202523"/>
                </a:cubicBezTo>
                <a:cubicBezTo>
                  <a:pt x="467359" y="191250"/>
                  <a:pt x="476498" y="182110"/>
                  <a:pt x="487772" y="182110"/>
                </a:cubicBezTo>
                <a:close/>
                <a:moveTo>
                  <a:pt x="438994" y="182110"/>
                </a:moveTo>
                <a:cubicBezTo>
                  <a:pt x="450268" y="182110"/>
                  <a:pt x="459407" y="191250"/>
                  <a:pt x="459407" y="202523"/>
                </a:cubicBezTo>
                <a:cubicBezTo>
                  <a:pt x="459407" y="213797"/>
                  <a:pt x="450268" y="222936"/>
                  <a:pt x="438994" y="222936"/>
                </a:cubicBezTo>
                <a:cubicBezTo>
                  <a:pt x="427721" y="222936"/>
                  <a:pt x="418582" y="213797"/>
                  <a:pt x="418582" y="202523"/>
                </a:cubicBezTo>
                <a:cubicBezTo>
                  <a:pt x="418582" y="191250"/>
                  <a:pt x="427721" y="182110"/>
                  <a:pt x="438994" y="182110"/>
                </a:cubicBezTo>
                <a:close/>
                <a:moveTo>
                  <a:pt x="390217" y="182110"/>
                </a:moveTo>
                <a:cubicBezTo>
                  <a:pt x="401491" y="182110"/>
                  <a:pt x="410630" y="191250"/>
                  <a:pt x="410630" y="202523"/>
                </a:cubicBezTo>
                <a:cubicBezTo>
                  <a:pt x="410630" y="213797"/>
                  <a:pt x="401491" y="222936"/>
                  <a:pt x="390217" y="222936"/>
                </a:cubicBezTo>
                <a:cubicBezTo>
                  <a:pt x="378944" y="222936"/>
                  <a:pt x="369805" y="213797"/>
                  <a:pt x="369805" y="202523"/>
                </a:cubicBezTo>
                <a:cubicBezTo>
                  <a:pt x="369805" y="191250"/>
                  <a:pt x="378944" y="182110"/>
                  <a:pt x="390217" y="182110"/>
                </a:cubicBezTo>
                <a:close/>
                <a:moveTo>
                  <a:pt x="341440" y="182110"/>
                </a:moveTo>
                <a:cubicBezTo>
                  <a:pt x="352714" y="182110"/>
                  <a:pt x="361853" y="191250"/>
                  <a:pt x="361853" y="202523"/>
                </a:cubicBezTo>
                <a:cubicBezTo>
                  <a:pt x="361853" y="213797"/>
                  <a:pt x="352714" y="222936"/>
                  <a:pt x="341440" y="222936"/>
                </a:cubicBezTo>
                <a:cubicBezTo>
                  <a:pt x="330166" y="222936"/>
                  <a:pt x="321028" y="213797"/>
                  <a:pt x="321028" y="202523"/>
                </a:cubicBezTo>
                <a:cubicBezTo>
                  <a:pt x="321028" y="191250"/>
                  <a:pt x="330166" y="182110"/>
                  <a:pt x="341440" y="182110"/>
                </a:cubicBezTo>
                <a:close/>
                <a:moveTo>
                  <a:pt x="292663" y="182110"/>
                </a:moveTo>
                <a:cubicBezTo>
                  <a:pt x="303937" y="182110"/>
                  <a:pt x="313076" y="191250"/>
                  <a:pt x="313076" y="202523"/>
                </a:cubicBezTo>
                <a:cubicBezTo>
                  <a:pt x="313076" y="213797"/>
                  <a:pt x="303937" y="222936"/>
                  <a:pt x="292663" y="222936"/>
                </a:cubicBezTo>
                <a:cubicBezTo>
                  <a:pt x="281389" y="222936"/>
                  <a:pt x="272251" y="213797"/>
                  <a:pt x="272251" y="202523"/>
                </a:cubicBezTo>
                <a:cubicBezTo>
                  <a:pt x="272251" y="191250"/>
                  <a:pt x="281389" y="182110"/>
                  <a:pt x="292663" y="182110"/>
                </a:cubicBezTo>
                <a:close/>
                <a:moveTo>
                  <a:pt x="243886" y="182110"/>
                </a:moveTo>
                <a:cubicBezTo>
                  <a:pt x="255160" y="182110"/>
                  <a:pt x="264299" y="191250"/>
                  <a:pt x="264299" y="202523"/>
                </a:cubicBezTo>
                <a:cubicBezTo>
                  <a:pt x="264299" y="213797"/>
                  <a:pt x="255160" y="222936"/>
                  <a:pt x="243886" y="222936"/>
                </a:cubicBezTo>
                <a:cubicBezTo>
                  <a:pt x="232612" y="222936"/>
                  <a:pt x="223473" y="213797"/>
                  <a:pt x="223473" y="202523"/>
                </a:cubicBezTo>
                <a:cubicBezTo>
                  <a:pt x="223473" y="191250"/>
                  <a:pt x="232612" y="182110"/>
                  <a:pt x="243886" y="182110"/>
                </a:cubicBezTo>
                <a:close/>
                <a:moveTo>
                  <a:pt x="195109" y="182110"/>
                </a:moveTo>
                <a:cubicBezTo>
                  <a:pt x="206383" y="182110"/>
                  <a:pt x="215522" y="191250"/>
                  <a:pt x="215522" y="202523"/>
                </a:cubicBezTo>
                <a:cubicBezTo>
                  <a:pt x="215522" y="213797"/>
                  <a:pt x="206383" y="222936"/>
                  <a:pt x="195109" y="222936"/>
                </a:cubicBezTo>
                <a:cubicBezTo>
                  <a:pt x="183835" y="222936"/>
                  <a:pt x="174696" y="213797"/>
                  <a:pt x="174696" y="202523"/>
                </a:cubicBezTo>
                <a:cubicBezTo>
                  <a:pt x="174696" y="191250"/>
                  <a:pt x="183835" y="182110"/>
                  <a:pt x="195109" y="182110"/>
                </a:cubicBezTo>
                <a:close/>
                <a:moveTo>
                  <a:pt x="146332" y="182110"/>
                </a:moveTo>
                <a:cubicBezTo>
                  <a:pt x="157606" y="182110"/>
                  <a:pt x="166745" y="191250"/>
                  <a:pt x="166745" y="202523"/>
                </a:cubicBezTo>
                <a:cubicBezTo>
                  <a:pt x="166745" y="213797"/>
                  <a:pt x="157606" y="222936"/>
                  <a:pt x="146332" y="222936"/>
                </a:cubicBezTo>
                <a:cubicBezTo>
                  <a:pt x="135058" y="222936"/>
                  <a:pt x="125919" y="213797"/>
                  <a:pt x="125919" y="202523"/>
                </a:cubicBezTo>
                <a:cubicBezTo>
                  <a:pt x="125919" y="191250"/>
                  <a:pt x="135058" y="182110"/>
                  <a:pt x="146332" y="182110"/>
                </a:cubicBezTo>
                <a:close/>
                <a:moveTo>
                  <a:pt x="97555" y="182110"/>
                </a:moveTo>
                <a:cubicBezTo>
                  <a:pt x="108829" y="182110"/>
                  <a:pt x="117968" y="191250"/>
                  <a:pt x="117968" y="202523"/>
                </a:cubicBezTo>
                <a:cubicBezTo>
                  <a:pt x="117968" y="213797"/>
                  <a:pt x="108829" y="222936"/>
                  <a:pt x="97555" y="222936"/>
                </a:cubicBezTo>
                <a:cubicBezTo>
                  <a:pt x="86281" y="222936"/>
                  <a:pt x="77142" y="213797"/>
                  <a:pt x="77142" y="202523"/>
                </a:cubicBezTo>
                <a:cubicBezTo>
                  <a:pt x="77142" y="191250"/>
                  <a:pt x="86281" y="182110"/>
                  <a:pt x="97555" y="182110"/>
                </a:cubicBezTo>
                <a:close/>
                <a:moveTo>
                  <a:pt x="48778" y="182110"/>
                </a:moveTo>
                <a:cubicBezTo>
                  <a:pt x="60052" y="182110"/>
                  <a:pt x="69191" y="191250"/>
                  <a:pt x="69191" y="202523"/>
                </a:cubicBezTo>
                <a:cubicBezTo>
                  <a:pt x="69191" y="213797"/>
                  <a:pt x="60052" y="222936"/>
                  <a:pt x="48778" y="222936"/>
                </a:cubicBezTo>
                <a:cubicBezTo>
                  <a:pt x="37504" y="222936"/>
                  <a:pt x="28365" y="213797"/>
                  <a:pt x="28365" y="202523"/>
                </a:cubicBezTo>
                <a:cubicBezTo>
                  <a:pt x="28365" y="191250"/>
                  <a:pt x="37504" y="182110"/>
                  <a:pt x="48778" y="182110"/>
                </a:cubicBezTo>
                <a:close/>
                <a:moveTo>
                  <a:pt x="2" y="182110"/>
                </a:moveTo>
                <a:cubicBezTo>
                  <a:pt x="11275" y="182110"/>
                  <a:pt x="20414" y="191250"/>
                  <a:pt x="20414" y="202523"/>
                </a:cubicBezTo>
                <a:cubicBezTo>
                  <a:pt x="20414" y="213797"/>
                  <a:pt x="11275" y="222936"/>
                  <a:pt x="2" y="222936"/>
                </a:cubicBezTo>
                <a:lnTo>
                  <a:pt x="0" y="222935"/>
                </a:lnTo>
                <a:lnTo>
                  <a:pt x="0" y="182111"/>
                </a:lnTo>
                <a:close/>
                <a:moveTo>
                  <a:pt x="975542" y="128024"/>
                </a:moveTo>
                <a:cubicBezTo>
                  <a:pt x="986816" y="128024"/>
                  <a:pt x="995955" y="137163"/>
                  <a:pt x="995955" y="148437"/>
                </a:cubicBezTo>
                <a:cubicBezTo>
                  <a:pt x="995955" y="159711"/>
                  <a:pt x="986816" y="168850"/>
                  <a:pt x="975542" y="168850"/>
                </a:cubicBezTo>
                <a:cubicBezTo>
                  <a:pt x="964268" y="168850"/>
                  <a:pt x="955129" y="159711"/>
                  <a:pt x="955129" y="148437"/>
                </a:cubicBezTo>
                <a:cubicBezTo>
                  <a:pt x="955129" y="137163"/>
                  <a:pt x="964268" y="128024"/>
                  <a:pt x="975542" y="128024"/>
                </a:cubicBezTo>
                <a:close/>
                <a:moveTo>
                  <a:pt x="926765" y="128024"/>
                </a:moveTo>
                <a:cubicBezTo>
                  <a:pt x="938039" y="128024"/>
                  <a:pt x="947178" y="137163"/>
                  <a:pt x="947178" y="148437"/>
                </a:cubicBezTo>
                <a:cubicBezTo>
                  <a:pt x="947178" y="159711"/>
                  <a:pt x="938039" y="168850"/>
                  <a:pt x="926765" y="168850"/>
                </a:cubicBezTo>
                <a:cubicBezTo>
                  <a:pt x="915491" y="168850"/>
                  <a:pt x="906352" y="159711"/>
                  <a:pt x="906352" y="148437"/>
                </a:cubicBezTo>
                <a:cubicBezTo>
                  <a:pt x="906352" y="137163"/>
                  <a:pt x="915491" y="128024"/>
                  <a:pt x="926765" y="128024"/>
                </a:cubicBezTo>
                <a:close/>
                <a:moveTo>
                  <a:pt x="877988" y="128024"/>
                </a:moveTo>
                <a:cubicBezTo>
                  <a:pt x="889262" y="128024"/>
                  <a:pt x="898401" y="137163"/>
                  <a:pt x="898401" y="148437"/>
                </a:cubicBezTo>
                <a:cubicBezTo>
                  <a:pt x="898401" y="159711"/>
                  <a:pt x="889262" y="168850"/>
                  <a:pt x="877988" y="168850"/>
                </a:cubicBezTo>
                <a:cubicBezTo>
                  <a:pt x="866714" y="168850"/>
                  <a:pt x="857575" y="159711"/>
                  <a:pt x="857575" y="148437"/>
                </a:cubicBezTo>
                <a:cubicBezTo>
                  <a:pt x="857575" y="137163"/>
                  <a:pt x="866714" y="128024"/>
                  <a:pt x="877988" y="128024"/>
                </a:cubicBezTo>
                <a:close/>
                <a:moveTo>
                  <a:pt x="829211" y="128024"/>
                </a:moveTo>
                <a:cubicBezTo>
                  <a:pt x="840485" y="128024"/>
                  <a:pt x="849624" y="137163"/>
                  <a:pt x="849624" y="148437"/>
                </a:cubicBezTo>
                <a:cubicBezTo>
                  <a:pt x="849624" y="159711"/>
                  <a:pt x="840485" y="168850"/>
                  <a:pt x="829211" y="168850"/>
                </a:cubicBezTo>
                <a:cubicBezTo>
                  <a:pt x="817937" y="168850"/>
                  <a:pt x="808798" y="159711"/>
                  <a:pt x="808798" y="148437"/>
                </a:cubicBezTo>
                <a:cubicBezTo>
                  <a:pt x="808798" y="137163"/>
                  <a:pt x="817937" y="128024"/>
                  <a:pt x="829211" y="128024"/>
                </a:cubicBezTo>
                <a:close/>
                <a:moveTo>
                  <a:pt x="780434" y="128024"/>
                </a:moveTo>
                <a:cubicBezTo>
                  <a:pt x="791708" y="128024"/>
                  <a:pt x="800847" y="137163"/>
                  <a:pt x="800847" y="148437"/>
                </a:cubicBezTo>
                <a:cubicBezTo>
                  <a:pt x="800847" y="159711"/>
                  <a:pt x="791708" y="168850"/>
                  <a:pt x="780434" y="168850"/>
                </a:cubicBezTo>
                <a:cubicBezTo>
                  <a:pt x="769160" y="168850"/>
                  <a:pt x="760021" y="159711"/>
                  <a:pt x="760021" y="148437"/>
                </a:cubicBezTo>
                <a:cubicBezTo>
                  <a:pt x="760021" y="137163"/>
                  <a:pt x="769160" y="128024"/>
                  <a:pt x="780434" y="128024"/>
                </a:cubicBezTo>
                <a:close/>
                <a:moveTo>
                  <a:pt x="731657" y="128024"/>
                </a:moveTo>
                <a:cubicBezTo>
                  <a:pt x="742931" y="128024"/>
                  <a:pt x="752070" y="137163"/>
                  <a:pt x="752070" y="148437"/>
                </a:cubicBezTo>
                <a:cubicBezTo>
                  <a:pt x="752070" y="159711"/>
                  <a:pt x="742931" y="168850"/>
                  <a:pt x="731657" y="168850"/>
                </a:cubicBezTo>
                <a:cubicBezTo>
                  <a:pt x="720383" y="168850"/>
                  <a:pt x="711244" y="159711"/>
                  <a:pt x="711244" y="148437"/>
                </a:cubicBezTo>
                <a:cubicBezTo>
                  <a:pt x="711244" y="137163"/>
                  <a:pt x="720383" y="128024"/>
                  <a:pt x="731657" y="128024"/>
                </a:cubicBezTo>
                <a:close/>
                <a:moveTo>
                  <a:pt x="682880" y="128024"/>
                </a:moveTo>
                <a:cubicBezTo>
                  <a:pt x="694153" y="128024"/>
                  <a:pt x="703293" y="137163"/>
                  <a:pt x="703293" y="148437"/>
                </a:cubicBezTo>
                <a:cubicBezTo>
                  <a:pt x="703293" y="159711"/>
                  <a:pt x="694153" y="168850"/>
                  <a:pt x="682880" y="168850"/>
                </a:cubicBezTo>
                <a:cubicBezTo>
                  <a:pt x="671606" y="168850"/>
                  <a:pt x="662467" y="159711"/>
                  <a:pt x="662467" y="148437"/>
                </a:cubicBezTo>
                <a:cubicBezTo>
                  <a:pt x="662467" y="137163"/>
                  <a:pt x="671606" y="128024"/>
                  <a:pt x="682880" y="128024"/>
                </a:cubicBezTo>
                <a:close/>
                <a:moveTo>
                  <a:pt x="634103" y="128024"/>
                </a:moveTo>
                <a:cubicBezTo>
                  <a:pt x="645377" y="128024"/>
                  <a:pt x="654516" y="137163"/>
                  <a:pt x="654516" y="148437"/>
                </a:cubicBezTo>
                <a:cubicBezTo>
                  <a:pt x="654516" y="159711"/>
                  <a:pt x="645377" y="168850"/>
                  <a:pt x="634103" y="168850"/>
                </a:cubicBezTo>
                <a:cubicBezTo>
                  <a:pt x="622829" y="168850"/>
                  <a:pt x="613690" y="159711"/>
                  <a:pt x="613690" y="148437"/>
                </a:cubicBezTo>
                <a:cubicBezTo>
                  <a:pt x="613690" y="137163"/>
                  <a:pt x="622829" y="128024"/>
                  <a:pt x="634103" y="128024"/>
                </a:cubicBezTo>
                <a:close/>
                <a:moveTo>
                  <a:pt x="585326" y="128024"/>
                </a:moveTo>
                <a:cubicBezTo>
                  <a:pt x="596599" y="128024"/>
                  <a:pt x="605738" y="137163"/>
                  <a:pt x="605738" y="148437"/>
                </a:cubicBezTo>
                <a:cubicBezTo>
                  <a:pt x="605738" y="159711"/>
                  <a:pt x="596599" y="168850"/>
                  <a:pt x="585326" y="168850"/>
                </a:cubicBezTo>
                <a:cubicBezTo>
                  <a:pt x="574052" y="168850"/>
                  <a:pt x="564913" y="159711"/>
                  <a:pt x="564913" y="148437"/>
                </a:cubicBezTo>
                <a:cubicBezTo>
                  <a:pt x="564913" y="137163"/>
                  <a:pt x="574052" y="128024"/>
                  <a:pt x="585326" y="128024"/>
                </a:cubicBezTo>
                <a:close/>
                <a:moveTo>
                  <a:pt x="536549" y="128024"/>
                </a:moveTo>
                <a:cubicBezTo>
                  <a:pt x="547822" y="128024"/>
                  <a:pt x="556961" y="137163"/>
                  <a:pt x="556961" y="148437"/>
                </a:cubicBezTo>
                <a:cubicBezTo>
                  <a:pt x="556961" y="159711"/>
                  <a:pt x="547822" y="168850"/>
                  <a:pt x="536549" y="168850"/>
                </a:cubicBezTo>
                <a:cubicBezTo>
                  <a:pt x="525275" y="168850"/>
                  <a:pt x="516136" y="159711"/>
                  <a:pt x="516136" y="148437"/>
                </a:cubicBezTo>
                <a:cubicBezTo>
                  <a:pt x="516136" y="137163"/>
                  <a:pt x="525275" y="128024"/>
                  <a:pt x="536549" y="128024"/>
                </a:cubicBezTo>
                <a:close/>
                <a:moveTo>
                  <a:pt x="487772" y="128024"/>
                </a:moveTo>
                <a:cubicBezTo>
                  <a:pt x="499045" y="128024"/>
                  <a:pt x="508184" y="137163"/>
                  <a:pt x="508184" y="148437"/>
                </a:cubicBezTo>
                <a:cubicBezTo>
                  <a:pt x="508184" y="159711"/>
                  <a:pt x="499045" y="168850"/>
                  <a:pt x="487772" y="168850"/>
                </a:cubicBezTo>
                <a:cubicBezTo>
                  <a:pt x="476498" y="168850"/>
                  <a:pt x="467359" y="159711"/>
                  <a:pt x="467359" y="148437"/>
                </a:cubicBezTo>
                <a:cubicBezTo>
                  <a:pt x="467359" y="137163"/>
                  <a:pt x="476498" y="128024"/>
                  <a:pt x="487772" y="128024"/>
                </a:cubicBezTo>
                <a:close/>
                <a:moveTo>
                  <a:pt x="438994" y="128024"/>
                </a:moveTo>
                <a:cubicBezTo>
                  <a:pt x="450268" y="128024"/>
                  <a:pt x="459407" y="137163"/>
                  <a:pt x="459407" y="148437"/>
                </a:cubicBezTo>
                <a:cubicBezTo>
                  <a:pt x="459407" y="159711"/>
                  <a:pt x="450268" y="168850"/>
                  <a:pt x="438994" y="168850"/>
                </a:cubicBezTo>
                <a:cubicBezTo>
                  <a:pt x="427721" y="168850"/>
                  <a:pt x="418582" y="159711"/>
                  <a:pt x="418582" y="148437"/>
                </a:cubicBezTo>
                <a:cubicBezTo>
                  <a:pt x="418582" y="137163"/>
                  <a:pt x="427721" y="128024"/>
                  <a:pt x="438994" y="128024"/>
                </a:cubicBezTo>
                <a:close/>
                <a:moveTo>
                  <a:pt x="390217" y="128024"/>
                </a:moveTo>
                <a:cubicBezTo>
                  <a:pt x="401491" y="128024"/>
                  <a:pt x="410630" y="137163"/>
                  <a:pt x="410630" y="148437"/>
                </a:cubicBezTo>
                <a:cubicBezTo>
                  <a:pt x="410630" y="159711"/>
                  <a:pt x="401491" y="168850"/>
                  <a:pt x="390217" y="168850"/>
                </a:cubicBezTo>
                <a:cubicBezTo>
                  <a:pt x="378944" y="168850"/>
                  <a:pt x="369805" y="159711"/>
                  <a:pt x="369805" y="148437"/>
                </a:cubicBezTo>
                <a:cubicBezTo>
                  <a:pt x="369805" y="137163"/>
                  <a:pt x="378944" y="128024"/>
                  <a:pt x="390217" y="128024"/>
                </a:cubicBezTo>
                <a:close/>
                <a:moveTo>
                  <a:pt x="341440" y="128024"/>
                </a:moveTo>
                <a:cubicBezTo>
                  <a:pt x="352714" y="128024"/>
                  <a:pt x="361853" y="137163"/>
                  <a:pt x="361853" y="148437"/>
                </a:cubicBezTo>
                <a:cubicBezTo>
                  <a:pt x="361853" y="159711"/>
                  <a:pt x="352714" y="168850"/>
                  <a:pt x="341440" y="168850"/>
                </a:cubicBezTo>
                <a:cubicBezTo>
                  <a:pt x="330166" y="168850"/>
                  <a:pt x="321028" y="159711"/>
                  <a:pt x="321028" y="148437"/>
                </a:cubicBezTo>
                <a:cubicBezTo>
                  <a:pt x="321028" y="137163"/>
                  <a:pt x="330166" y="128024"/>
                  <a:pt x="341440" y="128024"/>
                </a:cubicBezTo>
                <a:close/>
                <a:moveTo>
                  <a:pt x="292663" y="128024"/>
                </a:moveTo>
                <a:cubicBezTo>
                  <a:pt x="303937" y="128024"/>
                  <a:pt x="313076" y="137163"/>
                  <a:pt x="313076" y="148437"/>
                </a:cubicBezTo>
                <a:cubicBezTo>
                  <a:pt x="313076" y="159711"/>
                  <a:pt x="303937" y="168850"/>
                  <a:pt x="292663" y="168850"/>
                </a:cubicBezTo>
                <a:cubicBezTo>
                  <a:pt x="281389" y="168850"/>
                  <a:pt x="272251" y="159711"/>
                  <a:pt x="272251" y="148437"/>
                </a:cubicBezTo>
                <a:cubicBezTo>
                  <a:pt x="272251" y="137163"/>
                  <a:pt x="281389" y="128024"/>
                  <a:pt x="292663" y="128024"/>
                </a:cubicBezTo>
                <a:close/>
                <a:moveTo>
                  <a:pt x="243886" y="128024"/>
                </a:moveTo>
                <a:cubicBezTo>
                  <a:pt x="255160" y="128024"/>
                  <a:pt x="264299" y="137163"/>
                  <a:pt x="264299" y="148437"/>
                </a:cubicBezTo>
                <a:cubicBezTo>
                  <a:pt x="264299" y="159711"/>
                  <a:pt x="255160" y="168850"/>
                  <a:pt x="243886" y="168850"/>
                </a:cubicBezTo>
                <a:cubicBezTo>
                  <a:pt x="232612" y="168850"/>
                  <a:pt x="223473" y="159711"/>
                  <a:pt x="223473" y="148437"/>
                </a:cubicBezTo>
                <a:cubicBezTo>
                  <a:pt x="223473" y="137163"/>
                  <a:pt x="232612" y="128024"/>
                  <a:pt x="243886" y="128024"/>
                </a:cubicBezTo>
                <a:close/>
                <a:moveTo>
                  <a:pt x="195109" y="128024"/>
                </a:moveTo>
                <a:cubicBezTo>
                  <a:pt x="206383" y="128024"/>
                  <a:pt x="215522" y="137163"/>
                  <a:pt x="215522" y="148437"/>
                </a:cubicBezTo>
                <a:cubicBezTo>
                  <a:pt x="215522" y="159711"/>
                  <a:pt x="206383" y="168850"/>
                  <a:pt x="195109" y="168850"/>
                </a:cubicBezTo>
                <a:cubicBezTo>
                  <a:pt x="183835" y="168850"/>
                  <a:pt x="174696" y="159711"/>
                  <a:pt x="174696" y="148437"/>
                </a:cubicBezTo>
                <a:cubicBezTo>
                  <a:pt x="174696" y="137163"/>
                  <a:pt x="183835" y="128024"/>
                  <a:pt x="195109" y="128024"/>
                </a:cubicBezTo>
                <a:close/>
                <a:moveTo>
                  <a:pt x="146332" y="128024"/>
                </a:moveTo>
                <a:cubicBezTo>
                  <a:pt x="157606" y="128024"/>
                  <a:pt x="166745" y="137163"/>
                  <a:pt x="166745" y="148437"/>
                </a:cubicBezTo>
                <a:cubicBezTo>
                  <a:pt x="166745" y="159711"/>
                  <a:pt x="157606" y="168850"/>
                  <a:pt x="146332" y="168850"/>
                </a:cubicBezTo>
                <a:cubicBezTo>
                  <a:pt x="135058" y="168850"/>
                  <a:pt x="125919" y="159711"/>
                  <a:pt x="125919" y="148437"/>
                </a:cubicBezTo>
                <a:cubicBezTo>
                  <a:pt x="125919" y="137163"/>
                  <a:pt x="135058" y="128024"/>
                  <a:pt x="146332" y="128024"/>
                </a:cubicBezTo>
                <a:close/>
                <a:moveTo>
                  <a:pt x="97555" y="128024"/>
                </a:moveTo>
                <a:cubicBezTo>
                  <a:pt x="108829" y="128024"/>
                  <a:pt x="117968" y="137163"/>
                  <a:pt x="117968" y="148437"/>
                </a:cubicBezTo>
                <a:cubicBezTo>
                  <a:pt x="117968" y="159711"/>
                  <a:pt x="108829" y="168850"/>
                  <a:pt x="97555" y="168850"/>
                </a:cubicBezTo>
                <a:cubicBezTo>
                  <a:pt x="86281" y="168850"/>
                  <a:pt x="77142" y="159711"/>
                  <a:pt x="77142" y="148437"/>
                </a:cubicBezTo>
                <a:cubicBezTo>
                  <a:pt x="77142" y="137163"/>
                  <a:pt x="86281" y="128024"/>
                  <a:pt x="97555" y="128024"/>
                </a:cubicBezTo>
                <a:close/>
                <a:moveTo>
                  <a:pt x="48778" y="128024"/>
                </a:moveTo>
                <a:cubicBezTo>
                  <a:pt x="60052" y="128024"/>
                  <a:pt x="69191" y="137163"/>
                  <a:pt x="69191" y="148437"/>
                </a:cubicBezTo>
                <a:cubicBezTo>
                  <a:pt x="69191" y="159711"/>
                  <a:pt x="60052" y="168850"/>
                  <a:pt x="48778" y="168850"/>
                </a:cubicBezTo>
                <a:cubicBezTo>
                  <a:pt x="37504" y="168850"/>
                  <a:pt x="28365" y="159711"/>
                  <a:pt x="28365" y="148437"/>
                </a:cubicBezTo>
                <a:cubicBezTo>
                  <a:pt x="28365" y="137163"/>
                  <a:pt x="37504" y="128024"/>
                  <a:pt x="48778" y="128024"/>
                </a:cubicBezTo>
                <a:close/>
                <a:moveTo>
                  <a:pt x="2" y="128024"/>
                </a:moveTo>
                <a:cubicBezTo>
                  <a:pt x="11275" y="128024"/>
                  <a:pt x="20414" y="137163"/>
                  <a:pt x="20414" y="148437"/>
                </a:cubicBezTo>
                <a:cubicBezTo>
                  <a:pt x="20414" y="159711"/>
                  <a:pt x="11275" y="168850"/>
                  <a:pt x="2" y="168850"/>
                </a:cubicBezTo>
                <a:lnTo>
                  <a:pt x="0" y="168849"/>
                </a:lnTo>
                <a:lnTo>
                  <a:pt x="0" y="128025"/>
                </a:lnTo>
                <a:close/>
                <a:moveTo>
                  <a:pt x="1006915" y="87087"/>
                </a:moveTo>
                <a:lnTo>
                  <a:pt x="1006262" y="100037"/>
                </a:lnTo>
                <a:lnTo>
                  <a:pt x="1003906" y="94351"/>
                </a:lnTo>
                <a:close/>
                <a:moveTo>
                  <a:pt x="975542" y="73938"/>
                </a:moveTo>
                <a:cubicBezTo>
                  <a:pt x="986816" y="73938"/>
                  <a:pt x="995955" y="83077"/>
                  <a:pt x="995955" y="94351"/>
                </a:cubicBezTo>
                <a:cubicBezTo>
                  <a:pt x="995955" y="105625"/>
                  <a:pt x="986816" y="114764"/>
                  <a:pt x="975542" y="114764"/>
                </a:cubicBezTo>
                <a:cubicBezTo>
                  <a:pt x="964268" y="114764"/>
                  <a:pt x="955129" y="105625"/>
                  <a:pt x="955129" y="94351"/>
                </a:cubicBezTo>
                <a:cubicBezTo>
                  <a:pt x="955129" y="83077"/>
                  <a:pt x="964268" y="73938"/>
                  <a:pt x="975542" y="73938"/>
                </a:cubicBezTo>
                <a:close/>
                <a:moveTo>
                  <a:pt x="926765" y="73938"/>
                </a:moveTo>
                <a:cubicBezTo>
                  <a:pt x="938039" y="73938"/>
                  <a:pt x="947178" y="83077"/>
                  <a:pt x="947178" y="94351"/>
                </a:cubicBezTo>
                <a:cubicBezTo>
                  <a:pt x="947178" y="105625"/>
                  <a:pt x="938039" y="114764"/>
                  <a:pt x="926765" y="114764"/>
                </a:cubicBezTo>
                <a:cubicBezTo>
                  <a:pt x="915491" y="114764"/>
                  <a:pt x="906352" y="105625"/>
                  <a:pt x="906352" y="94351"/>
                </a:cubicBezTo>
                <a:cubicBezTo>
                  <a:pt x="906352" y="83077"/>
                  <a:pt x="915491" y="73938"/>
                  <a:pt x="926765" y="73938"/>
                </a:cubicBezTo>
                <a:close/>
                <a:moveTo>
                  <a:pt x="877988" y="73938"/>
                </a:moveTo>
                <a:cubicBezTo>
                  <a:pt x="889262" y="73938"/>
                  <a:pt x="898401" y="83077"/>
                  <a:pt x="898401" y="94351"/>
                </a:cubicBezTo>
                <a:cubicBezTo>
                  <a:pt x="898401" y="105625"/>
                  <a:pt x="889262" y="114764"/>
                  <a:pt x="877988" y="114764"/>
                </a:cubicBezTo>
                <a:cubicBezTo>
                  <a:pt x="866714" y="114764"/>
                  <a:pt x="857575" y="105625"/>
                  <a:pt x="857575" y="94351"/>
                </a:cubicBezTo>
                <a:cubicBezTo>
                  <a:pt x="857575" y="83077"/>
                  <a:pt x="866714" y="73938"/>
                  <a:pt x="877988" y="73938"/>
                </a:cubicBezTo>
                <a:close/>
                <a:moveTo>
                  <a:pt x="829211" y="73938"/>
                </a:moveTo>
                <a:cubicBezTo>
                  <a:pt x="840485" y="73938"/>
                  <a:pt x="849624" y="83077"/>
                  <a:pt x="849624" y="94351"/>
                </a:cubicBezTo>
                <a:cubicBezTo>
                  <a:pt x="849624" y="105625"/>
                  <a:pt x="840485" y="114764"/>
                  <a:pt x="829211" y="114764"/>
                </a:cubicBezTo>
                <a:cubicBezTo>
                  <a:pt x="817937" y="114764"/>
                  <a:pt x="808798" y="105625"/>
                  <a:pt x="808798" y="94351"/>
                </a:cubicBezTo>
                <a:cubicBezTo>
                  <a:pt x="808798" y="83077"/>
                  <a:pt x="817937" y="73938"/>
                  <a:pt x="829211" y="73938"/>
                </a:cubicBezTo>
                <a:close/>
                <a:moveTo>
                  <a:pt x="780434" y="73938"/>
                </a:moveTo>
                <a:cubicBezTo>
                  <a:pt x="791708" y="73938"/>
                  <a:pt x="800847" y="83077"/>
                  <a:pt x="800847" y="94351"/>
                </a:cubicBezTo>
                <a:cubicBezTo>
                  <a:pt x="800847" y="105625"/>
                  <a:pt x="791708" y="114764"/>
                  <a:pt x="780434" y="114764"/>
                </a:cubicBezTo>
                <a:cubicBezTo>
                  <a:pt x="769160" y="114764"/>
                  <a:pt x="760021" y="105625"/>
                  <a:pt x="760021" y="94351"/>
                </a:cubicBezTo>
                <a:cubicBezTo>
                  <a:pt x="760021" y="83077"/>
                  <a:pt x="769160" y="73938"/>
                  <a:pt x="780434" y="73938"/>
                </a:cubicBezTo>
                <a:close/>
                <a:moveTo>
                  <a:pt x="731657" y="73938"/>
                </a:moveTo>
                <a:cubicBezTo>
                  <a:pt x="742931" y="73938"/>
                  <a:pt x="752070" y="83077"/>
                  <a:pt x="752070" y="94351"/>
                </a:cubicBezTo>
                <a:cubicBezTo>
                  <a:pt x="752070" y="105625"/>
                  <a:pt x="742931" y="114764"/>
                  <a:pt x="731657" y="114764"/>
                </a:cubicBezTo>
                <a:cubicBezTo>
                  <a:pt x="720383" y="114764"/>
                  <a:pt x="711244" y="105625"/>
                  <a:pt x="711244" y="94351"/>
                </a:cubicBezTo>
                <a:cubicBezTo>
                  <a:pt x="711244" y="83077"/>
                  <a:pt x="720383" y="73938"/>
                  <a:pt x="731657" y="73938"/>
                </a:cubicBezTo>
                <a:close/>
                <a:moveTo>
                  <a:pt x="682880" y="73938"/>
                </a:moveTo>
                <a:cubicBezTo>
                  <a:pt x="694153" y="73938"/>
                  <a:pt x="703293" y="83077"/>
                  <a:pt x="703293" y="94351"/>
                </a:cubicBezTo>
                <a:cubicBezTo>
                  <a:pt x="703293" y="105625"/>
                  <a:pt x="694153" y="114764"/>
                  <a:pt x="682880" y="114764"/>
                </a:cubicBezTo>
                <a:cubicBezTo>
                  <a:pt x="671606" y="114764"/>
                  <a:pt x="662467" y="105625"/>
                  <a:pt x="662467" y="94351"/>
                </a:cubicBezTo>
                <a:cubicBezTo>
                  <a:pt x="662467" y="83077"/>
                  <a:pt x="671606" y="73938"/>
                  <a:pt x="682880" y="73938"/>
                </a:cubicBezTo>
                <a:close/>
                <a:moveTo>
                  <a:pt x="634103" y="73938"/>
                </a:moveTo>
                <a:cubicBezTo>
                  <a:pt x="645377" y="73938"/>
                  <a:pt x="654516" y="83077"/>
                  <a:pt x="654516" y="94351"/>
                </a:cubicBezTo>
                <a:cubicBezTo>
                  <a:pt x="654516" y="105625"/>
                  <a:pt x="645377" y="114764"/>
                  <a:pt x="634103" y="114764"/>
                </a:cubicBezTo>
                <a:cubicBezTo>
                  <a:pt x="622829" y="114764"/>
                  <a:pt x="613690" y="105625"/>
                  <a:pt x="613690" y="94351"/>
                </a:cubicBezTo>
                <a:cubicBezTo>
                  <a:pt x="613690" y="83077"/>
                  <a:pt x="622829" y="73938"/>
                  <a:pt x="634103" y="73938"/>
                </a:cubicBezTo>
                <a:close/>
                <a:moveTo>
                  <a:pt x="585326" y="73938"/>
                </a:moveTo>
                <a:cubicBezTo>
                  <a:pt x="596599" y="73938"/>
                  <a:pt x="605738" y="83077"/>
                  <a:pt x="605738" y="94351"/>
                </a:cubicBezTo>
                <a:cubicBezTo>
                  <a:pt x="605738" y="105625"/>
                  <a:pt x="596599" y="114764"/>
                  <a:pt x="585326" y="114764"/>
                </a:cubicBezTo>
                <a:cubicBezTo>
                  <a:pt x="574052" y="114764"/>
                  <a:pt x="564913" y="105625"/>
                  <a:pt x="564913" y="94351"/>
                </a:cubicBezTo>
                <a:cubicBezTo>
                  <a:pt x="564913" y="83077"/>
                  <a:pt x="574052" y="73938"/>
                  <a:pt x="585326" y="73938"/>
                </a:cubicBezTo>
                <a:close/>
                <a:moveTo>
                  <a:pt x="536549" y="73938"/>
                </a:moveTo>
                <a:cubicBezTo>
                  <a:pt x="547822" y="73938"/>
                  <a:pt x="556961" y="83077"/>
                  <a:pt x="556961" y="94351"/>
                </a:cubicBezTo>
                <a:cubicBezTo>
                  <a:pt x="556961" y="105625"/>
                  <a:pt x="547822" y="114764"/>
                  <a:pt x="536549" y="114764"/>
                </a:cubicBezTo>
                <a:cubicBezTo>
                  <a:pt x="525275" y="114764"/>
                  <a:pt x="516136" y="105625"/>
                  <a:pt x="516136" y="94351"/>
                </a:cubicBezTo>
                <a:cubicBezTo>
                  <a:pt x="516136" y="83077"/>
                  <a:pt x="525275" y="73938"/>
                  <a:pt x="536549" y="73938"/>
                </a:cubicBezTo>
                <a:close/>
                <a:moveTo>
                  <a:pt x="487772" y="73938"/>
                </a:moveTo>
                <a:cubicBezTo>
                  <a:pt x="499045" y="73938"/>
                  <a:pt x="508184" y="83077"/>
                  <a:pt x="508184" y="94351"/>
                </a:cubicBezTo>
                <a:cubicBezTo>
                  <a:pt x="508184" y="105625"/>
                  <a:pt x="499045" y="114764"/>
                  <a:pt x="487772" y="114764"/>
                </a:cubicBezTo>
                <a:cubicBezTo>
                  <a:pt x="476498" y="114764"/>
                  <a:pt x="467359" y="105625"/>
                  <a:pt x="467359" y="94351"/>
                </a:cubicBezTo>
                <a:cubicBezTo>
                  <a:pt x="467359" y="83077"/>
                  <a:pt x="476498" y="73938"/>
                  <a:pt x="487772" y="73938"/>
                </a:cubicBezTo>
                <a:close/>
                <a:moveTo>
                  <a:pt x="438994" y="73938"/>
                </a:moveTo>
                <a:cubicBezTo>
                  <a:pt x="450268" y="73938"/>
                  <a:pt x="459407" y="83077"/>
                  <a:pt x="459407" y="94351"/>
                </a:cubicBezTo>
                <a:cubicBezTo>
                  <a:pt x="459407" y="105625"/>
                  <a:pt x="450268" y="114764"/>
                  <a:pt x="438994" y="114764"/>
                </a:cubicBezTo>
                <a:cubicBezTo>
                  <a:pt x="427721" y="114764"/>
                  <a:pt x="418582" y="105625"/>
                  <a:pt x="418582" y="94351"/>
                </a:cubicBezTo>
                <a:cubicBezTo>
                  <a:pt x="418582" y="83077"/>
                  <a:pt x="427721" y="73938"/>
                  <a:pt x="438994" y="73938"/>
                </a:cubicBezTo>
                <a:close/>
                <a:moveTo>
                  <a:pt x="390217" y="73938"/>
                </a:moveTo>
                <a:cubicBezTo>
                  <a:pt x="401491" y="73938"/>
                  <a:pt x="410630" y="83077"/>
                  <a:pt x="410630" y="94351"/>
                </a:cubicBezTo>
                <a:cubicBezTo>
                  <a:pt x="410630" y="105625"/>
                  <a:pt x="401491" y="114764"/>
                  <a:pt x="390217" y="114764"/>
                </a:cubicBezTo>
                <a:cubicBezTo>
                  <a:pt x="378944" y="114764"/>
                  <a:pt x="369805" y="105625"/>
                  <a:pt x="369805" y="94351"/>
                </a:cubicBezTo>
                <a:cubicBezTo>
                  <a:pt x="369805" y="83077"/>
                  <a:pt x="378944" y="73938"/>
                  <a:pt x="390217" y="73938"/>
                </a:cubicBezTo>
                <a:close/>
                <a:moveTo>
                  <a:pt x="341440" y="73938"/>
                </a:moveTo>
                <a:cubicBezTo>
                  <a:pt x="352714" y="73938"/>
                  <a:pt x="361853" y="83077"/>
                  <a:pt x="361853" y="94351"/>
                </a:cubicBezTo>
                <a:cubicBezTo>
                  <a:pt x="361853" y="105625"/>
                  <a:pt x="352714" y="114764"/>
                  <a:pt x="341440" y="114764"/>
                </a:cubicBezTo>
                <a:cubicBezTo>
                  <a:pt x="330166" y="114764"/>
                  <a:pt x="321028" y="105625"/>
                  <a:pt x="321028" y="94351"/>
                </a:cubicBezTo>
                <a:cubicBezTo>
                  <a:pt x="321028" y="83077"/>
                  <a:pt x="330166" y="73938"/>
                  <a:pt x="341440" y="73938"/>
                </a:cubicBezTo>
                <a:close/>
                <a:moveTo>
                  <a:pt x="292663" y="73938"/>
                </a:moveTo>
                <a:cubicBezTo>
                  <a:pt x="303937" y="73938"/>
                  <a:pt x="313076" y="83077"/>
                  <a:pt x="313076" y="94351"/>
                </a:cubicBezTo>
                <a:cubicBezTo>
                  <a:pt x="313076" y="105625"/>
                  <a:pt x="303937" y="114764"/>
                  <a:pt x="292663" y="114764"/>
                </a:cubicBezTo>
                <a:cubicBezTo>
                  <a:pt x="281389" y="114764"/>
                  <a:pt x="272251" y="105625"/>
                  <a:pt x="272251" y="94351"/>
                </a:cubicBezTo>
                <a:cubicBezTo>
                  <a:pt x="272251" y="83077"/>
                  <a:pt x="281389" y="73938"/>
                  <a:pt x="292663" y="73938"/>
                </a:cubicBezTo>
                <a:close/>
                <a:moveTo>
                  <a:pt x="243886" y="73938"/>
                </a:moveTo>
                <a:cubicBezTo>
                  <a:pt x="255160" y="73938"/>
                  <a:pt x="264299" y="83077"/>
                  <a:pt x="264299" y="94351"/>
                </a:cubicBezTo>
                <a:cubicBezTo>
                  <a:pt x="264299" y="105625"/>
                  <a:pt x="255160" y="114764"/>
                  <a:pt x="243886" y="114764"/>
                </a:cubicBezTo>
                <a:cubicBezTo>
                  <a:pt x="232612" y="114764"/>
                  <a:pt x="223473" y="105625"/>
                  <a:pt x="223473" y="94351"/>
                </a:cubicBezTo>
                <a:cubicBezTo>
                  <a:pt x="223473" y="83077"/>
                  <a:pt x="232612" y="73938"/>
                  <a:pt x="243886" y="73938"/>
                </a:cubicBezTo>
                <a:close/>
                <a:moveTo>
                  <a:pt x="195109" y="73938"/>
                </a:moveTo>
                <a:cubicBezTo>
                  <a:pt x="206383" y="73938"/>
                  <a:pt x="215522" y="83077"/>
                  <a:pt x="215522" y="94351"/>
                </a:cubicBezTo>
                <a:cubicBezTo>
                  <a:pt x="215522" y="105625"/>
                  <a:pt x="206383" y="114764"/>
                  <a:pt x="195109" y="114764"/>
                </a:cubicBezTo>
                <a:cubicBezTo>
                  <a:pt x="183835" y="114764"/>
                  <a:pt x="174696" y="105625"/>
                  <a:pt x="174696" y="94351"/>
                </a:cubicBezTo>
                <a:cubicBezTo>
                  <a:pt x="174696" y="83077"/>
                  <a:pt x="183835" y="73938"/>
                  <a:pt x="195109" y="73938"/>
                </a:cubicBezTo>
                <a:close/>
                <a:moveTo>
                  <a:pt x="146332" y="73938"/>
                </a:moveTo>
                <a:cubicBezTo>
                  <a:pt x="157606" y="73938"/>
                  <a:pt x="166745" y="83077"/>
                  <a:pt x="166745" y="94351"/>
                </a:cubicBezTo>
                <a:cubicBezTo>
                  <a:pt x="166745" y="105625"/>
                  <a:pt x="157606" y="114764"/>
                  <a:pt x="146332" y="114764"/>
                </a:cubicBezTo>
                <a:cubicBezTo>
                  <a:pt x="135058" y="114764"/>
                  <a:pt x="125919" y="105625"/>
                  <a:pt x="125919" y="94351"/>
                </a:cubicBezTo>
                <a:cubicBezTo>
                  <a:pt x="125919" y="83077"/>
                  <a:pt x="135058" y="73938"/>
                  <a:pt x="146332" y="73938"/>
                </a:cubicBezTo>
                <a:close/>
                <a:moveTo>
                  <a:pt x="97555" y="73938"/>
                </a:moveTo>
                <a:cubicBezTo>
                  <a:pt x="108829" y="73938"/>
                  <a:pt x="117968" y="83077"/>
                  <a:pt x="117968" y="94351"/>
                </a:cubicBezTo>
                <a:cubicBezTo>
                  <a:pt x="117968" y="105625"/>
                  <a:pt x="108829" y="114764"/>
                  <a:pt x="97555" y="114764"/>
                </a:cubicBezTo>
                <a:cubicBezTo>
                  <a:pt x="86281" y="114764"/>
                  <a:pt x="77142" y="105625"/>
                  <a:pt x="77142" y="94351"/>
                </a:cubicBezTo>
                <a:cubicBezTo>
                  <a:pt x="77142" y="83077"/>
                  <a:pt x="86281" y="73938"/>
                  <a:pt x="97555" y="73938"/>
                </a:cubicBezTo>
                <a:close/>
                <a:moveTo>
                  <a:pt x="48778" y="73938"/>
                </a:moveTo>
                <a:cubicBezTo>
                  <a:pt x="60052" y="73938"/>
                  <a:pt x="69191" y="83077"/>
                  <a:pt x="69191" y="94351"/>
                </a:cubicBezTo>
                <a:cubicBezTo>
                  <a:pt x="69191" y="105625"/>
                  <a:pt x="60052" y="114764"/>
                  <a:pt x="48778" y="114764"/>
                </a:cubicBezTo>
                <a:cubicBezTo>
                  <a:pt x="37504" y="114764"/>
                  <a:pt x="28365" y="105625"/>
                  <a:pt x="28365" y="94351"/>
                </a:cubicBezTo>
                <a:cubicBezTo>
                  <a:pt x="28365" y="83077"/>
                  <a:pt x="37504" y="73938"/>
                  <a:pt x="48778" y="73938"/>
                </a:cubicBezTo>
                <a:close/>
                <a:moveTo>
                  <a:pt x="2" y="73938"/>
                </a:moveTo>
                <a:cubicBezTo>
                  <a:pt x="11275" y="73938"/>
                  <a:pt x="20414" y="83077"/>
                  <a:pt x="20414" y="94351"/>
                </a:cubicBezTo>
                <a:cubicBezTo>
                  <a:pt x="20414" y="105625"/>
                  <a:pt x="11275" y="114764"/>
                  <a:pt x="2" y="114764"/>
                </a:cubicBezTo>
                <a:lnTo>
                  <a:pt x="0" y="114763"/>
                </a:lnTo>
                <a:lnTo>
                  <a:pt x="0" y="73939"/>
                </a:lnTo>
                <a:close/>
                <a:moveTo>
                  <a:pt x="1010013" y="25745"/>
                </a:moveTo>
                <a:lnTo>
                  <a:pt x="1008696" y="51828"/>
                </a:lnTo>
                <a:lnTo>
                  <a:pt x="1003906" y="40265"/>
                </a:lnTo>
                <a:cubicBezTo>
                  <a:pt x="1003906" y="34628"/>
                  <a:pt x="1006192" y="29525"/>
                  <a:pt x="1009885" y="25831"/>
                </a:cubicBezTo>
                <a:close/>
                <a:moveTo>
                  <a:pt x="975542" y="19852"/>
                </a:moveTo>
                <a:cubicBezTo>
                  <a:pt x="986816" y="19852"/>
                  <a:pt x="995955" y="28991"/>
                  <a:pt x="995955" y="40265"/>
                </a:cubicBezTo>
                <a:cubicBezTo>
                  <a:pt x="995955" y="51539"/>
                  <a:pt x="986816" y="60678"/>
                  <a:pt x="975542" y="60678"/>
                </a:cubicBezTo>
                <a:cubicBezTo>
                  <a:pt x="964268" y="60678"/>
                  <a:pt x="955129" y="51539"/>
                  <a:pt x="955129" y="40265"/>
                </a:cubicBezTo>
                <a:cubicBezTo>
                  <a:pt x="955129" y="28991"/>
                  <a:pt x="964268" y="19852"/>
                  <a:pt x="975542" y="19852"/>
                </a:cubicBezTo>
                <a:close/>
                <a:moveTo>
                  <a:pt x="926765" y="19852"/>
                </a:moveTo>
                <a:cubicBezTo>
                  <a:pt x="938039" y="19852"/>
                  <a:pt x="947178" y="28991"/>
                  <a:pt x="947178" y="40265"/>
                </a:cubicBezTo>
                <a:cubicBezTo>
                  <a:pt x="947178" y="51539"/>
                  <a:pt x="938039" y="60678"/>
                  <a:pt x="926765" y="60678"/>
                </a:cubicBezTo>
                <a:cubicBezTo>
                  <a:pt x="915491" y="60678"/>
                  <a:pt x="906352" y="51539"/>
                  <a:pt x="906352" y="40265"/>
                </a:cubicBezTo>
                <a:cubicBezTo>
                  <a:pt x="906352" y="28991"/>
                  <a:pt x="915491" y="19852"/>
                  <a:pt x="926765" y="19852"/>
                </a:cubicBezTo>
                <a:close/>
                <a:moveTo>
                  <a:pt x="877988" y="19852"/>
                </a:moveTo>
                <a:cubicBezTo>
                  <a:pt x="889262" y="19852"/>
                  <a:pt x="898401" y="28991"/>
                  <a:pt x="898401" y="40265"/>
                </a:cubicBezTo>
                <a:cubicBezTo>
                  <a:pt x="898401" y="51539"/>
                  <a:pt x="889262" y="60678"/>
                  <a:pt x="877988" y="60678"/>
                </a:cubicBezTo>
                <a:cubicBezTo>
                  <a:pt x="866714" y="60678"/>
                  <a:pt x="857575" y="51539"/>
                  <a:pt x="857575" y="40265"/>
                </a:cubicBezTo>
                <a:cubicBezTo>
                  <a:pt x="857575" y="28991"/>
                  <a:pt x="866714" y="19852"/>
                  <a:pt x="877988" y="19852"/>
                </a:cubicBezTo>
                <a:close/>
                <a:moveTo>
                  <a:pt x="829211" y="19852"/>
                </a:moveTo>
                <a:cubicBezTo>
                  <a:pt x="840485" y="19852"/>
                  <a:pt x="849624" y="28991"/>
                  <a:pt x="849624" y="40265"/>
                </a:cubicBezTo>
                <a:cubicBezTo>
                  <a:pt x="849624" y="51539"/>
                  <a:pt x="840485" y="60678"/>
                  <a:pt x="829211" y="60678"/>
                </a:cubicBezTo>
                <a:cubicBezTo>
                  <a:pt x="817937" y="60678"/>
                  <a:pt x="808798" y="51539"/>
                  <a:pt x="808798" y="40265"/>
                </a:cubicBezTo>
                <a:cubicBezTo>
                  <a:pt x="808798" y="28991"/>
                  <a:pt x="817937" y="19852"/>
                  <a:pt x="829211" y="19852"/>
                </a:cubicBezTo>
                <a:close/>
                <a:moveTo>
                  <a:pt x="780434" y="19852"/>
                </a:moveTo>
                <a:cubicBezTo>
                  <a:pt x="791708" y="19852"/>
                  <a:pt x="800847" y="28991"/>
                  <a:pt x="800847" y="40265"/>
                </a:cubicBezTo>
                <a:cubicBezTo>
                  <a:pt x="800847" y="51539"/>
                  <a:pt x="791708" y="60678"/>
                  <a:pt x="780434" y="60678"/>
                </a:cubicBezTo>
                <a:cubicBezTo>
                  <a:pt x="769160" y="60678"/>
                  <a:pt x="760021" y="51539"/>
                  <a:pt x="760021" y="40265"/>
                </a:cubicBezTo>
                <a:cubicBezTo>
                  <a:pt x="760021" y="28991"/>
                  <a:pt x="769160" y="19852"/>
                  <a:pt x="780434" y="19852"/>
                </a:cubicBezTo>
                <a:close/>
                <a:moveTo>
                  <a:pt x="731657" y="19852"/>
                </a:moveTo>
                <a:cubicBezTo>
                  <a:pt x="742931" y="19852"/>
                  <a:pt x="752070" y="28991"/>
                  <a:pt x="752070" y="40265"/>
                </a:cubicBezTo>
                <a:cubicBezTo>
                  <a:pt x="752070" y="51539"/>
                  <a:pt x="742931" y="60678"/>
                  <a:pt x="731657" y="60678"/>
                </a:cubicBezTo>
                <a:cubicBezTo>
                  <a:pt x="720383" y="60678"/>
                  <a:pt x="711244" y="51539"/>
                  <a:pt x="711244" y="40265"/>
                </a:cubicBezTo>
                <a:cubicBezTo>
                  <a:pt x="711244" y="28991"/>
                  <a:pt x="720383" y="19852"/>
                  <a:pt x="731657" y="19852"/>
                </a:cubicBezTo>
                <a:close/>
                <a:moveTo>
                  <a:pt x="682880" y="19852"/>
                </a:moveTo>
                <a:cubicBezTo>
                  <a:pt x="694153" y="19852"/>
                  <a:pt x="703293" y="28991"/>
                  <a:pt x="703293" y="40265"/>
                </a:cubicBezTo>
                <a:cubicBezTo>
                  <a:pt x="703293" y="51539"/>
                  <a:pt x="694153" y="60678"/>
                  <a:pt x="682880" y="60678"/>
                </a:cubicBezTo>
                <a:cubicBezTo>
                  <a:pt x="671606" y="60678"/>
                  <a:pt x="662467" y="51539"/>
                  <a:pt x="662467" y="40265"/>
                </a:cubicBezTo>
                <a:cubicBezTo>
                  <a:pt x="662467" y="28991"/>
                  <a:pt x="671606" y="19852"/>
                  <a:pt x="682880" y="19852"/>
                </a:cubicBezTo>
                <a:close/>
                <a:moveTo>
                  <a:pt x="634103" y="19852"/>
                </a:moveTo>
                <a:cubicBezTo>
                  <a:pt x="645377" y="19852"/>
                  <a:pt x="654516" y="28991"/>
                  <a:pt x="654516" y="40265"/>
                </a:cubicBezTo>
                <a:cubicBezTo>
                  <a:pt x="654516" y="51539"/>
                  <a:pt x="645377" y="60678"/>
                  <a:pt x="634103" y="60678"/>
                </a:cubicBezTo>
                <a:cubicBezTo>
                  <a:pt x="622829" y="60678"/>
                  <a:pt x="613690" y="51539"/>
                  <a:pt x="613690" y="40265"/>
                </a:cubicBezTo>
                <a:cubicBezTo>
                  <a:pt x="613690" y="28991"/>
                  <a:pt x="622829" y="19852"/>
                  <a:pt x="634103" y="19852"/>
                </a:cubicBezTo>
                <a:close/>
                <a:moveTo>
                  <a:pt x="585326" y="19852"/>
                </a:moveTo>
                <a:cubicBezTo>
                  <a:pt x="596599" y="19852"/>
                  <a:pt x="605738" y="28991"/>
                  <a:pt x="605738" y="40265"/>
                </a:cubicBezTo>
                <a:cubicBezTo>
                  <a:pt x="605738" y="51539"/>
                  <a:pt x="596599" y="60678"/>
                  <a:pt x="585326" y="60678"/>
                </a:cubicBezTo>
                <a:cubicBezTo>
                  <a:pt x="574052" y="60678"/>
                  <a:pt x="564913" y="51539"/>
                  <a:pt x="564913" y="40265"/>
                </a:cubicBezTo>
                <a:cubicBezTo>
                  <a:pt x="564913" y="28991"/>
                  <a:pt x="574052" y="19852"/>
                  <a:pt x="585326" y="19852"/>
                </a:cubicBezTo>
                <a:close/>
                <a:moveTo>
                  <a:pt x="536549" y="19852"/>
                </a:moveTo>
                <a:cubicBezTo>
                  <a:pt x="547822" y="19852"/>
                  <a:pt x="556961" y="28991"/>
                  <a:pt x="556961" y="40265"/>
                </a:cubicBezTo>
                <a:cubicBezTo>
                  <a:pt x="556961" y="51539"/>
                  <a:pt x="547822" y="60678"/>
                  <a:pt x="536549" y="60678"/>
                </a:cubicBezTo>
                <a:cubicBezTo>
                  <a:pt x="525275" y="60678"/>
                  <a:pt x="516136" y="51539"/>
                  <a:pt x="516136" y="40265"/>
                </a:cubicBezTo>
                <a:cubicBezTo>
                  <a:pt x="516136" y="28991"/>
                  <a:pt x="525275" y="19852"/>
                  <a:pt x="536549" y="19852"/>
                </a:cubicBezTo>
                <a:close/>
                <a:moveTo>
                  <a:pt x="487772" y="19852"/>
                </a:moveTo>
                <a:cubicBezTo>
                  <a:pt x="499045" y="19852"/>
                  <a:pt x="508184" y="28991"/>
                  <a:pt x="508184" y="40265"/>
                </a:cubicBezTo>
                <a:cubicBezTo>
                  <a:pt x="508184" y="51539"/>
                  <a:pt x="499045" y="60678"/>
                  <a:pt x="487772" y="60678"/>
                </a:cubicBezTo>
                <a:cubicBezTo>
                  <a:pt x="476498" y="60678"/>
                  <a:pt x="467359" y="51539"/>
                  <a:pt x="467359" y="40265"/>
                </a:cubicBezTo>
                <a:cubicBezTo>
                  <a:pt x="467359" y="28991"/>
                  <a:pt x="476498" y="19852"/>
                  <a:pt x="487772" y="19852"/>
                </a:cubicBezTo>
                <a:close/>
                <a:moveTo>
                  <a:pt x="438994" y="19852"/>
                </a:moveTo>
                <a:cubicBezTo>
                  <a:pt x="450268" y="19852"/>
                  <a:pt x="459407" y="28991"/>
                  <a:pt x="459407" y="40265"/>
                </a:cubicBezTo>
                <a:cubicBezTo>
                  <a:pt x="459407" y="51539"/>
                  <a:pt x="450268" y="60678"/>
                  <a:pt x="438994" y="60678"/>
                </a:cubicBezTo>
                <a:cubicBezTo>
                  <a:pt x="427721" y="60678"/>
                  <a:pt x="418582" y="51539"/>
                  <a:pt x="418582" y="40265"/>
                </a:cubicBezTo>
                <a:cubicBezTo>
                  <a:pt x="418582" y="28991"/>
                  <a:pt x="427721" y="19852"/>
                  <a:pt x="438994" y="19852"/>
                </a:cubicBezTo>
                <a:close/>
                <a:moveTo>
                  <a:pt x="390217" y="19852"/>
                </a:moveTo>
                <a:cubicBezTo>
                  <a:pt x="401491" y="19852"/>
                  <a:pt x="410630" y="28991"/>
                  <a:pt x="410630" y="40265"/>
                </a:cubicBezTo>
                <a:cubicBezTo>
                  <a:pt x="410630" y="51539"/>
                  <a:pt x="401491" y="60678"/>
                  <a:pt x="390217" y="60678"/>
                </a:cubicBezTo>
                <a:cubicBezTo>
                  <a:pt x="378944" y="60678"/>
                  <a:pt x="369805" y="51539"/>
                  <a:pt x="369805" y="40265"/>
                </a:cubicBezTo>
                <a:cubicBezTo>
                  <a:pt x="369805" y="28991"/>
                  <a:pt x="378944" y="19852"/>
                  <a:pt x="390217" y="19852"/>
                </a:cubicBezTo>
                <a:close/>
                <a:moveTo>
                  <a:pt x="341440" y="19852"/>
                </a:moveTo>
                <a:cubicBezTo>
                  <a:pt x="352714" y="19852"/>
                  <a:pt x="361853" y="28991"/>
                  <a:pt x="361853" y="40265"/>
                </a:cubicBezTo>
                <a:cubicBezTo>
                  <a:pt x="361853" y="51539"/>
                  <a:pt x="352714" y="60678"/>
                  <a:pt x="341440" y="60678"/>
                </a:cubicBezTo>
                <a:cubicBezTo>
                  <a:pt x="330166" y="60678"/>
                  <a:pt x="321028" y="51539"/>
                  <a:pt x="321028" y="40265"/>
                </a:cubicBezTo>
                <a:cubicBezTo>
                  <a:pt x="321028" y="28991"/>
                  <a:pt x="330166" y="19852"/>
                  <a:pt x="341440" y="19852"/>
                </a:cubicBezTo>
                <a:close/>
                <a:moveTo>
                  <a:pt x="292663" y="19852"/>
                </a:moveTo>
                <a:cubicBezTo>
                  <a:pt x="303937" y="19852"/>
                  <a:pt x="313076" y="28991"/>
                  <a:pt x="313076" y="40265"/>
                </a:cubicBezTo>
                <a:cubicBezTo>
                  <a:pt x="313076" y="51539"/>
                  <a:pt x="303937" y="60678"/>
                  <a:pt x="292663" y="60678"/>
                </a:cubicBezTo>
                <a:cubicBezTo>
                  <a:pt x="281389" y="60678"/>
                  <a:pt x="272251" y="51539"/>
                  <a:pt x="272251" y="40265"/>
                </a:cubicBezTo>
                <a:cubicBezTo>
                  <a:pt x="272251" y="28991"/>
                  <a:pt x="281389" y="19852"/>
                  <a:pt x="292663" y="19852"/>
                </a:cubicBezTo>
                <a:close/>
                <a:moveTo>
                  <a:pt x="243886" y="19852"/>
                </a:moveTo>
                <a:cubicBezTo>
                  <a:pt x="255160" y="19852"/>
                  <a:pt x="264299" y="28991"/>
                  <a:pt x="264299" y="40265"/>
                </a:cubicBezTo>
                <a:cubicBezTo>
                  <a:pt x="264299" y="51539"/>
                  <a:pt x="255160" y="60678"/>
                  <a:pt x="243886" y="60678"/>
                </a:cubicBezTo>
                <a:cubicBezTo>
                  <a:pt x="232612" y="60678"/>
                  <a:pt x="223473" y="51539"/>
                  <a:pt x="223473" y="40265"/>
                </a:cubicBezTo>
                <a:cubicBezTo>
                  <a:pt x="223473" y="28991"/>
                  <a:pt x="232612" y="19852"/>
                  <a:pt x="243886" y="19852"/>
                </a:cubicBezTo>
                <a:close/>
                <a:moveTo>
                  <a:pt x="195109" y="19852"/>
                </a:moveTo>
                <a:cubicBezTo>
                  <a:pt x="206383" y="19852"/>
                  <a:pt x="215522" y="28991"/>
                  <a:pt x="215522" y="40265"/>
                </a:cubicBezTo>
                <a:cubicBezTo>
                  <a:pt x="215522" y="51539"/>
                  <a:pt x="206383" y="60678"/>
                  <a:pt x="195109" y="60678"/>
                </a:cubicBezTo>
                <a:cubicBezTo>
                  <a:pt x="183835" y="60678"/>
                  <a:pt x="174696" y="51539"/>
                  <a:pt x="174696" y="40265"/>
                </a:cubicBezTo>
                <a:cubicBezTo>
                  <a:pt x="174696" y="28991"/>
                  <a:pt x="183835" y="19852"/>
                  <a:pt x="195109" y="19852"/>
                </a:cubicBezTo>
                <a:close/>
                <a:moveTo>
                  <a:pt x="146332" y="19852"/>
                </a:moveTo>
                <a:cubicBezTo>
                  <a:pt x="157606" y="19852"/>
                  <a:pt x="166745" y="28991"/>
                  <a:pt x="166745" y="40265"/>
                </a:cubicBezTo>
                <a:cubicBezTo>
                  <a:pt x="166745" y="51539"/>
                  <a:pt x="157606" y="60678"/>
                  <a:pt x="146332" y="60678"/>
                </a:cubicBezTo>
                <a:cubicBezTo>
                  <a:pt x="135058" y="60678"/>
                  <a:pt x="125919" y="51539"/>
                  <a:pt x="125919" y="40265"/>
                </a:cubicBezTo>
                <a:cubicBezTo>
                  <a:pt x="125919" y="28991"/>
                  <a:pt x="135058" y="19852"/>
                  <a:pt x="146332" y="19852"/>
                </a:cubicBezTo>
                <a:close/>
                <a:moveTo>
                  <a:pt x="97555" y="19852"/>
                </a:moveTo>
                <a:cubicBezTo>
                  <a:pt x="108829" y="19852"/>
                  <a:pt x="117968" y="28991"/>
                  <a:pt x="117968" y="40265"/>
                </a:cubicBezTo>
                <a:cubicBezTo>
                  <a:pt x="117968" y="51539"/>
                  <a:pt x="108829" y="60678"/>
                  <a:pt x="97555" y="60678"/>
                </a:cubicBezTo>
                <a:cubicBezTo>
                  <a:pt x="86281" y="60678"/>
                  <a:pt x="77142" y="51539"/>
                  <a:pt x="77142" y="40265"/>
                </a:cubicBezTo>
                <a:cubicBezTo>
                  <a:pt x="77142" y="28991"/>
                  <a:pt x="86281" y="19852"/>
                  <a:pt x="97555" y="19852"/>
                </a:cubicBezTo>
                <a:close/>
                <a:moveTo>
                  <a:pt x="48778" y="19852"/>
                </a:moveTo>
                <a:cubicBezTo>
                  <a:pt x="60052" y="19852"/>
                  <a:pt x="69191" y="28991"/>
                  <a:pt x="69191" y="40265"/>
                </a:cubicBezTo>
                <a:cubicBezTo>
                  <a:pt x="69191" y="51539"/>
                  <a:pt x="60052" y="60678"/>
                  <a:pt x="48778" y="60678"/>
                </a:cubicBezTo>
                <a:cubicBezTo>
                  <a:pt x="37504" y="60678"/>
                  <a:pt x="28365" y="51539"/>
                  <a:pt x="28365" y="40265"/>
                </a:cubicBezTo>
                <a:cubicBezTo>
                  <a:pt x="28365" y="28991"/>
                  <a:pt x="37504" y="19852"/>
                  <a:pt x="48778" y="19852"/>
                </a:cubicBezTo>
                <a:close/>
                <a:moveTo>
                  <a:pt x="2" y="19852"/>
                </a:moveTo>
                <a:cubicBezTo>
                  <a:pt x="11275" y="19852"/>
                  <a:pt x="20414" y="28991"/>
                  <a:pt x="20414" y="40265"/>
                </a:cubicBezTo>
                <a:cubicBezTo>
                  <a:pt x="20414" y="51539"/>
                  <a:pt x="11275" y="60678"/>
                  <a:pt x="2" y="60678"/>
                </a:cubicBezTo>
                <a:lnTo>
                  <a:pt x="0" y="60677"/>
                </a:lnTo>
                <a:lnTo>
                  <a:pt x="0" y="19853"/>
                </a:lnTo>
                <a:close/>
                <a:moveTo>
                  <a:pt x="1009631" y="0"/>
                </a:moveTo>
                <a:lnTo>
                  <a:pt x="1010974" y="0"/>
                </a:lnTo>
                <a:lnTo>
                  <a:pt x="1011044" y="1394"/>
                </a:lnTo>
                <a:lnTo>
                  <a:pt x="1009885" y="613"/>
                </a:lnTo>
                <a:close/>
                <a:moveTo>
                  <a:pt x="960854" y="0"/>
                </a:moveTo>
                <a:lnTo>
                  <a:pt x="990230" y="0"/>
                </a:lnTo>
                <a:lnTo>
                  <a:pt x="989976" y="613"/>
                </a:lnTo>
                <a:cubicBezTo>
                  <a:pt x="986282" y="4307"/>
                  <a:pt x="981179" y="6592"/>
                  <a:pt x="975542" y="6592"/>
                </a:cubicBezTo>
                <a:cubicBezTo>
                  <a:pt x="969905" y="6592"/>
                  <a:pt x="964802" y="4307"/>
                  <a:pt x="961108" y="613"/>
                </a:cubicBezTo>
                <a:close/>
                <a:moveTo>
                  <a:pt x="912077" y="0"/>
                </a:moveTo>
                <a:lnTo>
                  <a:pt x="941453" y="0"/>
                </a:lnTo>
                <a:lnTo>
                  <a:pt x="941199" y="613"/>
                </a:lnTo>
                <a:cubicBezTo>
                  <a:pt x="937505" y="4307"/>
                  <a:pt x="932402" y="6592"/>
                  <a:pt x="926765" y="6592"/>
                </a:cubicBezTo>
                <a:cubicBezTo>
                  <a:pt x="921128" y="6592"/>
                  <a:pt x="916025" y="4307"/>
                  <a:pt x="912331" y="613"/>
                </a:cubicBezTo>
                <a:close/>
                <a:moveTo>
                  <a:pt x="863300" y="0"/>
                </a:moveTo>
                <a:lnTo>
                  <a:pt x="892676" y="0"/>
                </a:lnTo>
                <a:lnTo>
                  <a:pt x="892422" y="613"/>
                </a:lnTo>
                <a:cubicBezTo>
                  <a:pt x="888728" y="4307"/>
                  <a:pt x="883625" y="6592"/>
                  <a:pt x="877988" y="6592"/>
                </a:cubicBezTo>
                <a:cubicBezTo>
                  <a:pt x="872351" y="6592"/>
                  <a:pt x="867248" y="4307"/>
                  <a:pt x="863554" y="613"/>
                </a:cubicBezTo>
                <a:close/>
                <a:moveTo>
                  <a:pt x="814523" y="0"/>
                </a:moveTo>
                <a:lnTo>
                  <a:pt x="843899" y="0"/>
                </a:lnTo>
                <a:lnTo>
                  <a:pt x="843645" y="613"/>
                </a:lnTo>
                <a:cubicBezTo>
                  <a:pt x="839951" y="4307"/>
                  <a:pt x="834848" y="6592"/>
                  <a:pt x="829211" y="6592"/>
                </a:cubicBezTo>
                <a:cubicBezTo>
                  <a:pt x="823574" y="6592"/>
                  <a:pt x="818471" y="4307"/>
                  <a:pt x="814777" y="613"/>
                </a:cubicBezTo>
                <a:close/>
                <a:moveTo>
                  <a:pt x="765746" y="0"/>
                </a:moveTo>
                <a:lnTo>
                  <a:pt x="795122" y="0"/>
                </a:lnTo>
                <a:lnTo>
                  <a:pt x="794868" y="613"/>
                </a:lnTo>
                <a:cubicBezTo>
                  <a:pt x="791174" y="4307"/>
                  <a:pt x="786071" y="6592"/>
                  <a:pt x="780434" y="6592"/>
                </a:cubicBezTo>
                <a:cubicBezTo>
                  <a:pt x="774797" y="6592"/>
                  <a:pt x="769694" y="4307"/>
                  <a:pt x="766000" y="613"/>
                </a:cubicBezTo>
                <a:close/>
                <a:moveTo>
                  <a:pt x="716969" y="0"/>
                </a:moveTo>
                <a:lnTo>
                  <a:pt x="746345" y="0"/>
                </a:lnTo>
                <a:lnTo>
                  <a:pt x="746091" y="613"/>
                </a:lnTo>
                <a:cubicBezTo>
                  <a:pt x="742397" y="4307"/>
                  <a:pt x="737294" y="6592"/>
                  <a:pt x="731657" y="6592"/>
                </a:cubicBezTo>
                <a:cubicBezTo>
                  <a:pt x="726020" y="6592"/>
                  <a:pt x="720917" y="4307"/>
                  <a:pt x="717223" y="613"/>
                </a:cubicBezTo>
                <a:close/>
                <a:moveTo>
                  <a:pt x="668192" y="0"/>
                </a:moveTo>
                <a:lnTo>
                  <a:pt x="697568" y="0"/>
                </a:lnTo>
                <a:lnTo>
                  <a:pt x="697314" y="613"/>
                </a:lnTo>
                <a:cubicBezTo>
                  <a:pt x="693620" y="4307"/>
                  <a:pt x="688517" y="6592"/>
                  <a:pt x="682880" y="6592"/>
                </a:cubicBezTo>
                <a:cubicBezTo>
                  <a:pt x="677243" y="6592"/>
                  <a:pt x="672140" y="4307"/>
                  <a:pt x="668446" y="613"/>
                </a:cubicBezTo>
                <a:close/>
                <a:moveTo>
                  <a:pt x="619415" y="0"/>
                </a:moveTo>
                <a:lnTo>
                  <a:pt x="648791" y="0"/>
                </a:lnTo>
                <a:lnTo>
                  <a:pt x="648537" y="613"/>
                </a:lnTo>
                <a:cubicBezTo>
                  <a:pt x="644843" y="4307"/>
                  <a:pt x="639740" y="6592"/>
                  <a:pt x="634103" y="6592"/>
                </a:cubicBezTo>
                <a:cubicBezTo>
                  <a:pt x="628466" y="6592"/>
                  <a:pt x="623363" y="4307"/>
                  <a:pt x="619669" y="613"/>
                </a:cubicBezTo>
                <a:close/>
                <a:moveTo>
                  <a:pt x="570638" y="0"/>
                </a:moveTo>
                <a:lnTo>
                  <a:pt x="600013" y="0"/>
                </a:lnTo>
                <a:lnTo>
                  <a:pt x="599760" y="613"/>
                </a:lnTo>
                <a:cubicBezTo>
                  <a:pt x="596066" y="4307"/>
                  <a:pt x="590963" y="6592"/>
                  <a:pt x="585326" y="6592"/>
                </a:cubicBezTo>
                <a:cubicBezTo>
                  <a:pt x="579689" y="6592"/>
                  <a:pt x="574586" y="4307"/>
                  <a:pt x="570892" y="613"/>
                </a:cubicBezTo>
                <a:close/>
                <a:moveTo>
                  <a:pt x="521861" y="0"/>
                </a:moveTo>
                <a:lnTo>
                  <a:pt x="551237" y="0"/>
                </a:lnTo>
                <a:lnTo>
                  <a:pt x="550983" y="613"/>
                </a:lnTo>
                <a:cubicBezTo>
                  <a:pt x="547289" y="4307"/>
                  <a:pt x="542185" y="6592"/>
                  <a:pt x="536549" y="6592"/>
                </a:cubicBezTo>
                <a:cubicBezTo>
                  <a:pt x="530912" y="6592"/>
                  <a:pt x="525808" y="4307"/>
                  <a:pt x="522114" y="613"/>
                </a:cubicBezTo>
                <a:close/>
                <a:moveTo>
                  <a:pt x="473084" y="0"/>
                </a:moveTo>
                <a:lnTo>
                  <a:pt x="502459" y="0"/>
                </a:lnTo>
                <a:lnTo>
                  <a:pt x="502206" y="613"/>
                </a:lnTo>
                <a:cubicBezTo>
                  <a:pt x="498512" y="4307"/>
                  <a:pt x="493408" y="6592"/>
                  <a:pt x="487772" y="6592"/>
                </a:cubicBezTo>
                <a:cubicBezTo>
                  <a:pt x="482135" y="6592"/>
                  <a:pt x="477031" y="4307"/>
                  <a:pt x="473337" y="613"/>
                </a:cubicBezTo>
                <a:close/>
                <a:moveTo>
                  <a:pt x="424307" y="0"/>
                </a:moveTo>
                <a:lnTo>
                  <a:pt x="453682" y="0"/>
                </a:lnTo>
                <a:lnTo>
                  <a:pt x="453429" y="613"/>
                </a:lnTo>
                <a:cubicBezTo>
                  <a:pt x="449735" y="4307"/>
                  <a:pt x="444631" y="6592"/>
                  <a:pt x="438994" y="6592"/>
                </a:cubicBezTo>
                <a:cubicBezTo>
                  <a:pt x="433358" y="6592"/>
                  <a:pt x="428254" y="4307"/>
                  <a:pt x="424560" y="613"/>
                </a:cubicBezTo>
                <a:close/>
                <a:moveTo>
                  <a:pt x="375529" y="0"/>
                </a:moveTo>
                <a:lnTo>
                  <a:pt x="404905" y="0"/>
                </a:lnTo>
                <a:lnTo>
                  <a:pt x="404651" y="613"/>
                </a:lnTo>
                <a:cubicBezTo>
                  <a:pt x="400957" y="4307"/>
                  <a:pt x="395854" y="6592"/>
                  <a:pt x="390217" y="6592"/>
                </a:cubicBezTo>
                <a:cubicBezTo>
                  <a:pt x="384580" y="6592"/>
                  <a:pt x="379477" y="4307"/>
                  <a:pt x="375783" y="613"/>
                </a:cubicBezTo>
                <a:close/>
                <a:moveTo>
                  <a:pt x="326752" y="0"/>
                </a:moveTo>
                <a:lnTo>
                  <a:pt x="356128" y="0"/>
                </a:lnTo>
                <a:lnTo>
                  <a:pt x="355874" y="613"/>
                </a:lnTo>
                <a:cubicBezTo>
                  <a:pt x="352180" y="4307"/>
                  <a:pt x="347077" y="6592"/>
                  <a:pt x="341440" y="6592"/>
                </a:cubicBezTo>
                <a:cubicBezTo>
                  <a:pt x="335803" y="6592"/>
                  <a:pt x="330700" y="4307"/>
                  <a:pt x="327006" y="613"/>
                </a:cubicBezTo>
                <a:close/>
                <a:moveTo>
                  <a:pt x="277975" y="0"/>
                </a:moveTo>
                <a:lnTo>
                  <a:pt x="307351" y="0"/>
                </a:lnTo>
                <a:lnTo>
                  <a:pt x="307097" y="613"/>
                </a:lnTo>
                <a:cubicBezTo>
                  <a:pt x="303403" y="4307"/>
                  <a:pt x="298300" y="6592"/>
                  <a:pt x="292663" y="6592"/>
                </a:cubicBezTo>
                <a:cubicBezTo>
                  <a:pt x="287026" y="6592"/>
                  <a:pt x="281923" y="4307"/>
                  <a:pt x="278229" y="613"/>
                </a:cubicBezTo>
                <a:close/>
                <a:moveTo>
                  <a:pt x="229198" y="0"/>
                </a:moveTo>
                <a:lnTo>
                  <a:pt x="258574" y="0"/>
                </a:lnTo>
                <a:lnTo>
                  <a:pt x="258320" y="613"/>
                </a:lnTo>
                <a:cubicBezTo>
                  <a:pt x="254626" y="4307"/>
                  <a:pt x="249523" y="6592"/>
                  <a:pt x="243886" y="6592"/>
                </a:cubicBezTo>
                <a:cubicBezTo>
                  <a:pt x="238249" y="6592"/>
                  <a:pt x="233146" y="4307"/>
                  <a:pt x="229452" y="613"/>
                </a:cubicBezTo>
                <a:close/>
                <a:moveTo>
                  <a:pt x="180421" y="0"/>
                </a:moveTo>
                <a:lnTo>
                  <a:pt x="209797" y="0"/>
                </a:lnTo>
                <a:lnTo>
                  <a:pt x="209543" y="613"/>
                </a:lnTo>
                <a:cubicBezTo>
                  <a:pt x="205849" y="4307"/>
                  <a:pt x="200746" y="6592"/>
                  <a:pt x="195109" y="6592"/>
                </a:cubicBezTo>
                <a:cubicBezTo>
                  <a:pt x="189472" y="6592"/>
                  <a:pt x="184369" y="4307"/>
                  <a:pt x="180675" y="613"/>
                </a:cubicBezTo>
                <a:close/>
                <a:moveTo>
                  <a:pt x="131644" y="0"/>
                </a:moveTo>
                <a:lnTo>
                  <a:pt x="161020" y="0"/>
                </a:lnTo>
                <a:lnTo>
                  <a:pt x="160766" y="613"/>
                </a:lnTo>
                <a:cubicBezTo>
                  <a:pt x="157072" y="4307"/>
                  <a:pt x="151969" y="6592"/>
                  <a:pt x="146332" y="6592"/>
                </a:cubicBezTo>
                <a:cubicBezTo>
                  <a:pt x="140695" y="6592"/>
                  <a:pt x="135592" y="4307"/>
                  <a:pt x="131898" y="613"/>
                </a:cubicBezTo>
                <a:close/>
                <a:moveTo>
                  <a:pt x="82867" y="0"/>
                </a:moveTo>
                <a:lnTo>
                  <a:pt x="112243" y="0"/>
                </a:lnTo>
                <a:lnTo>
                  <a:pt x="111989" y="613"/>
                </a:lnTo>
                <a:cubicBezTo>
                  <a:pt x="108295" y="4307"/>
                  <a:pt x="103192" y="6592"/>
                  <a:pt x="97555" y="6592"/>
                </a:cubicBezTo>
                <a:cubicBezTo>
                  <a:pt x="91918" y="6592"/>
                  <a:pt x="86815" y="4307"/>
                  <a:pt x="83121" y="613"/>
                </a:cubicBezTo>
                <a:close/>
                <a:moveTo>
                  <a:pt x="34090" y="0"/>
                </a:moveTo>
                <a:lnTo>
                  <a:pt x="63466" y="0"/>
                </a:lnTo>
                <a:lnTo>
                  <a:pt x="63212" y="613"/>
                </a:lnTo>
                <a:cubicBezTo>
                  <a:pt x="59518" y="4307"/>
                  <a:pt x="54415" y="6592"/>
                  <a:pt x="48778" y="6592"/>
                </a:cubicBezTo>
                <a:cubicBezTo>
                  <a:pt x="43141" y="6592"/>
                  <a:pt x="38038" y="4307"/>
                  <a:pt x="34344" y="613"/>
                </a:cubicBezTo>
                <a:close/>
                <a:moveTo>
                  <a:pt x="0" y="0"/>
                </a:moveTo>
                <a:lnTo>
                  <a:pt x="14689" y="0"/>
                </a:lnTo>
                <a:lnTo>
                  <a:pt x="14435" y="613"/>
                </a:lnTo>
                <a:cubicBezTo>
                  <a:pt x="10741" y="4307"/>
                  <a:pt x="5638" y="6592"/>
                  <a:pt x="2" y="6592"/>
                </a:cubicBezTo>
                <a:lnTo>
                  <a:pt x="0" y="6591"/>
                </a:lnTo>
                <a:close/>
              </a:path>
            </a:pathLst>
          </a:custGeom>
          <a:solidFill>
            <a:schemeClr val="accent1"/>
          </a:soli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63" name="Google Shape;63;p25"/>
          <p:cNvSpPr/>
          <p:nvPr/>
        </p:nvSpPr>
        <p:spPr>
          <a:xfrm>
            <a:off x="2" y="2"/>
            <a:ext cx="403373" cy="496797"/>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64" name="Google Shape;64;p25"/>
          <p:cNvSpPr txBox="1">
            <a:spLocks noGrp="1"/>
          </p:cNvSpPr>
          <p:nvPr>
            <p:ph type="title"/>
          </p:nvPr>
        </p:nvSpPr>
        <p:spPr>
          <a:xfrm>
            <a:off x="554200" y="2076467"/>
            <a:ext cx="5544800" cy="13528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1"/>
              </a:buClr>
              <a:buSzPts val="3000"/>
              <a:buFont typeface="Poppins Medium"/>
              <a:buNone/>
              <a:defRPr sz="4000">
                <a:solidFill>
                  <a:schemeClr val="accent1"/>
                </a:solidFill>
                <a:latin typeface="Poppins Medium"/>
                <a:ea typeface="Poppins Medium"/>
                <a:cs typeface="Poppins Medium"/>
                <a:sym typeface="Poppins Medium"/>
              </a:defRPr>
            </a:lvl1pPr>
            <a:lvl2pPr lvl="1" algn="l">
              <a:lnSpc>
                <a:spcPct val="100000"/>
              </a:lnSpc>
              <a:spcBef>
                <a:spcPts val="0"/>
              </a:spcBef>
              <a:spcAft>
                <a:spcPts val="0"/>
              </a:spcAft>
              <a:buClr>
                <a:schemeClr val="accent1"/>
              </a:buClr>
              <a:buSzPts val="3000"/>
              <a:buFont typeface="Poppins Medium"/>
              <a:buNone/>
              <a:defRPr sz="4000">
                <a:solidFill>
                  <a:schemeClr val="accent1"/>
                </a:solidFill>
                <a:latin typeface="Poppins Medium"/>
                <a:ea typeface="Poppins Medium"/>
                <a:cs typeface="Poppins Medium"/>
                <a:sym typeface="Poppins Medium"/>
              </a:defRPr>
            </a:lvl2pPr>
            <a:lvl3pPr lvl="2" algn="l">
              <a:lnSpc>
                <a:spcPct val="100000"/>
              </a:lnSpc>
              <a:spcBef>
                <a:spcPts val="0"/>
              </a:spcBef>
              <a:spcAft>
                <a:spcPts val="0"/>
              </a:spcAft>
              <a:buClr>
                <a:schemeClr val="accent1"/>
              </a:buClr>
              <a:buSzPts val="3000"/>
              <a:buFont typeface="Poppins Medium"/>
              <a:buNone/>
              <a:defRPr sz="4000">
                <a:solidFill>
                  <a:schemeClr val="accent1"/>
                </a:solidFill>
                <a:latin typeface="Poppins Medium"/>
                <a:ea typeface="Poppins Medium"/>
                <a:cs typeface="Poppins Medium"/>
                <a:sym typeface="Poppins Medium"/>
              </a:defRPr>
            </a:lvl3pPr>
            <a:lvl4pPr lvl="3" algn="l">
              <a:lnSpc>
                <a:spcPct val="100000"/>
              </a:lnSpc>
              <a:spcBef>
                <a:spcPts val="0"/>
              </a:spcBef>
              <a:spcAft>
                <a:spcPts val="0"/>
              </a:spcAft>
              <a:buClr>
                <a:schemeClr val="accent1"/>
              </a:buClr>
              <a:buSzPts val="3000"/>
              <a:buFont typeface="Poppins Medium"/>
              <a:buNone/>
              <a:defRPr sz="4000">
                <a:solidFill>
                  <a:schemeClr val="accent1"/>
                </a:solidFill>
                <a:latin typeface="Poppins Medium"/>
                <a:ea typeface="Poppins Medium"/>
                <a:cs typeface="Poppins Medium"/>
                <a:sym typeface="Poppins Medium"/>
              </a:defRPr>
            </a:lvl4pPr>
            <a:lvl5pPr lvl="4" algn="l">
              <a:lnSpc>
                <a:spcPct val="100000"/>
              </a:lnSpc>
              <a:spcBef>
                <a:spcPts val="0"/>
              </a:spcBef>
              <a:spcAft>
                <a:spcPts val="0"/>
              </a:spcAft>
              <a:buClr>
                <a:schemeClr val="accent1"/>
              </a:buClr>
              <a:buSzPts val="3000"/>
              <a:buFont typeface="Poppins Medium"/>
              <a:buNone/>
              <a:defRPr sz="4000">
                <a:solidFill>
                  <a:schemeClr val="accent1"/>
                </a:solidFill>
                <a:latin typeface="Poppins Medium"/>
                <a:ea typeface="Poppins Medium"/>
                <a:cs typeface="Poppins Medium"/>
                <a:sym typeface="Poppins Medium"/>
              </a:defRPr>
            </a:lvl5pPr>
            <a:lvl6pPr lvl="5" algn="l">
              <a:lnSpc>
                <a:spcPct val="100000"/>
              </a:lnSpc>
              <a:spcBef>
                <a:spcPts val="0"/>
              </a:spcBef>
              <a:spcAft>
                <a:spcPts val="0"/>
              </a:spcAft>
              <a:buClr>
                <a:schemeClr val="accent1"/>
              </a:buClr>
              <a:buSzPts val="3000"/>
              <a:buFont typeface="Poppins Medium"/>
              <a:buNone/>
              <a:defRPr sz="4000">
                <a:solidFill>
                  <a:schemeClr val="accent1"/>
                </a:solidFill>
                <a:latin typeface="Poppins Medium"/>
                <a:ea typeface="Poppins Medium"/>
                <a:cs typeface="Poppins Medium"/>
                <a:sym typeface="Poppins Medium"/>
              </a:defRPr>
            </a:lvl6pPr>
            <a:lvl7pPr lvl="6" algn="l">
              <a:lnSpc>
                <a:spcPct val="100000"/>
              </a:lnSpc>
              <a:spcBef>
                <a:spcPts val="0"/>
              </a:spcBef>
              <a:spcAft>
                <a:spcPts val="0"/>
              </a:spcAft>
              <a:buClr>
                <a:schemeClr val="accent1"/>
              </a:buClr>
              <a:buSzPts val="3000"/>
              <a:buFont typeface="Poppins Medium"/>
              <a:buNone/>
              <a:defRPr sz="4000">
                <a:solidFill>
                  <a:schemeClr val="accent1"/>
                </a:solidFill>
                <a:latin typeface="Poppins Medium"/>
                <a:ea typeface="Poppins Medium"/>
                <a:cs typeface="Poppins Medium"/>
                <a:sym typeface="Poppins Medium"/>
              </a:defRPr>
            </a:lvl7pPr>
            <a:lvl8pPr lvl="7" algn="l">
              <a:lnSpc>
                <a:spcPct val="100000"/>
              </a:lnSpc>
              <a:spcBef>
                <a:spcPts val="0"/>
              </a:spcBef>
              <a:spcAft>
                <a:spcPts val="0"/>
              </a:spcAft>
              <a:buClr>
                <a:schemeClr val="accent1"/>
              </a:buClr>
              <a:buSzPts val="3000"/>
              <a:buFont typeface="Poppins Medium"/>
              <a:buNone/>
              <a:defRPr sz="4000">
                <a:solidFill>
                  <a:schemeClr val="accent1"/>
                </a:solidFill>
                <a:latin typeface="Poppins Medium"/>
                <a:ea typeface="Poppins Medium"/>
                <a:cs typeface="Poppins Medium"/>
                <a:sym typeface="Poppins Medium"/>
              </a:defRPr>
            </a:lvl8pPr>
            <a:lvl9pPr lvl="8" algn="l">
              <a:lnSpc>
                <a:spcPct val="100000"/>
              </a:lnSpc>
              <a:spcBef>
                <a:spcPts val="0"/>
              </a:spcBef>
              <a:spcAft>
                <a:spcPts val="0"/>
              </a:spcAft>
              <a:buClr>
                <a:schemeClr val="accent1"/>
              </a:buClr>
              <a:buSzPts val="3000"/>
              <a:buFont typeface="Poppins Medium"/>
              <a:buNone/>
              <a:defRPr sz="4000">
                <a:solidFill>
                  <a:schemeClr val="accent1"/>
                </a:solidFill>
                <a:latin typeface="Poppins Medium"/>
                <a:ea typeface="Poppins Medium"/>
                <a:cs typeface="Poppins Medium"/>
                <a:sym typeface="Poppins Medium"/>
              </a:defRPr>
            </a:lvl9pPr>
          </a:lstStyle>
          <a:p>
            <a:endParaRPr/>
          </a:p>
        </p:txBody>
      </p:sp>
      <p:sp>
        <p:nvSpPr>
          <p:cNvPr id="65" name="Google Shape;65;p25"/>
          <p:cNvSpPr txBox="1">
            <a:spLocks noGrp="1"/>
          </p:cNvSpPr>
          <p:nvPr>
            <p:ph type="subTitle" idx="1"/>
          </p:nvPr>
        </p:nvSpPr>
        <p:spPr>
          <a:xfrm>
            <a:off x="554200" y="3593767"/>
            <a:ext cx="5544800" cy="386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Font typeface="Poppins"/>
              <a:buNone/>
              <a:defRPr>
                <a:latin typeface="Poppins"/>
                <a:ea typeface="Poppins"/>
                <a:cs typeface="Poppins"/>
                <a:sym typeface="Poppins"/>
              </a:defRPr>
            </a:lvl1pPr>
            <a:lvl2pPr lvl="1" algn="l">
              <a:lnSpc>
                <a:spcPct val="100000"/>
              </a:lnSpc>
              <a:spcBef>
                <a:spcPts val="267"/>
              </a:spcBef>
              <a:spcAft>
                <a:spcPts val="0"/>
              </a:spcAft>
              <a:buSzPts val="1400"/>
              <a:buFont typeface="Poppins"/>
              <a:buNone/>
              <a:defRPr>
                <a:latin typeface="Poppins"/>
                <a:ea typeface="Poppins"/>
                <a:cs typeface="Poppins"/>
                <a:sym typeface="Poppins"/>
              </a:defRPr>
            </a:lvl2pPr>
            <a:lvl3pPr lvl="2" algn="l">
              <a:lnSpc>
                <a:spcPct val="100000"/>
              </a:lnSpc>
              <a:spcBef>
                <a:spcPts val="267"/>
              </a:spcBef>
              <a:spcAft>
                <a:spcPts val="0"/>
              </a:spcAft>
              <a:buSzPts val="1400"/>
              <a:buFont typeface="Poppins"/>
              <a:buNone/>
              <a:defRPr>
                <a:latin typeface="Poppins"/>
                <a:ea typeface="Poppins"/>
                <a:cs typeface="Poppins"/>
                <a:sym typeface="Poppins"/>
              </a:defRPr>
            </a:lvl3pPr>
            <a:lvl4pPr lvl="3" algn="l">
              <a:lnSpc>
                <a:spcPct val="100000"/>
              </a:lnSpc>
              <a:spcBef>
                <a:spcPts val="267"/>
              </a:spcBef>
              <a:spcAft>
                <a:spcPts val="0"/>
              </a:spcAft>
              <a:buSzPts val="1400"/>
              <a:buFont typeface="Poppins"/>
              <a:buNone/>
              <a:defRPr>
                <a:latin typeface="Poppins"/>
                <a:ea typeface="Poppins"/>
                <a:cs typeface="Poppins"/>
                <a:sym typeface="Poppins"/>
              </a:defRPr>
            </a:lvl4pPr>
            <a:lvl5pPr lvl="4" algn="l">
              <a:lnSpc>
                <a:spcPct val="100000"/>
              </a:lnSpc>
              <a:spcBef>
                <a:spcPts val="267"/>
              </a:spcBef>
              <a:spcAft>
                <a:spcPts val="0"/>
              </a:spcAft>
              <a:buSzPts val="1400"/>
              <a:buFont typeface="Poppins"/>
              <a:buNone/>
              <a:defRPr>
                <a:latin typeface="Poppins"/>
                <a:ea typeface="Poppins"/>
                <a:cs typeface="Poppins"/>
                <a:sym typeface="Poppins"/>
              </a:defRPr>
            </a:lvl5pPr>
            <a:lvl6pPr lvl="5" algn="l">
              <a:lnSpc>
                <a:spcPct val="100000"/>
              </a:lnSpc>
              <a:spcBef>
                <a:spcPts val="267"/>
              </a:spcBef>
              <a:spcAft>
                <a:spcPts val="0"/>
              </a:spcAft>
              <a:buSzPts val="1400"/>
              <a:buFont typeface="Poppins"/>
              <a:buNone/>
              <a:defRPr>
                <a:latin typeface="Poppins"/>
                <a:ea typeface="Poppins"/>
                <a:cs typeface="Poppins"/>
                <a:sym typeface="Poppins"/>
              </a:defRPr>
            </a:lvl6pPr>
            <a:lvl7pPr lvl="6" algn="l">
              <a:lnSpc>
                <a:spcPct val="100000"/>
              </a:lnSpc>
              <a:spcBef>
                <a:spcPts val="267"/>
              </a:spcBef>
              <a:spcAft>
                <a:spcPts val="0"/>
              </a:spcAft>
              <a:buSzPts val="1400"/>
              <a:buFont typeface="Poppins"/>
              <a:buNone/>
              <a:defRPr>
                <a:latin typeface="Poppins"/>
                <a:ea typeface="Poppins"/>
                <a:cs typeface="Poppins"/>
                <a:sym typeface="Poppins"/>
              </a:defRPr>
            </a:lvl7pPr>
            <a:lvl8pPr lvl="7" algn="l">
              <a:lnSpc>
                <a:spcPct val="100000"/>
              </a:lnSpc>
              <a:spcBef>
                <a:spcPts val="267"/>
              </a:spcBef>
              <a:spcAft>
                <a:spcPts val="0"/>
              </a:spcAft>
              <a:buSzPts val="1400"/>
              <a:buFont typeface="Poppins"/>
              <a:buNone/>
              <a:defRPr>
                <a:latin typeface="Poppins"/>
                <a:ea typeface="Poppins"/>
                <a:cs typeface="Poppins"/>
                <a:sym typeface="Poppins"/>
              </a:defRPr>
            </a:lvl8pPr>
            <a:lvl9pPr lvl="8" algn="l">
              <a:lnSpc>
                <a:spcPct val="100000"/>
              </a:lnSpc>
              <a:spcBef>
                <a:spcPts val="267"/>
              </a:spcBef>
              <a:spcAft>
                <a:spcPts val="267"/>
              </a:spcAft>
              <a:buSzPts val="1400"/>
              <a:buFont typeface="Poppins"/>
              <a:buNone/>
              <a:defRPr>
                <a:latin typeface="Poppins"/>
                <a:ea typeface="Poppins"/>
                <a:cs typeface="Poppins"/>
                <a:sym typeface="Poppins"/>
              </a:defRPr>
            </a:lvl9pPr>
          </a:lstStyle>
          <a:p>
            <a:endParaRPr/>
          </a:p>
        </p:txBody>
      </p:sp>
      <p:sp>
        <p:nvSpPr>
          <p:cNvPr id="66" name="Google Shape;66;p25"/>
          <p:cNvSpPr txBox="1">
            <a:spLocks noGrp="1"/>
          </p:cNvSpPr>
          <p:nvPr>
            <p:ph type="subTitle" idx="3"/>
          </p:nvPr>
        </p:nvSpPr>
        <p:spPr>
          <a:xfrm>
            <a:off x="554200" y="4144267"/>
            <a:ext cx="2328800" cy="298000"/>
          </a:xfrm>
          <a:prstGeom prst="rect">
            <a:avLst/>
          </a:prstGeom>
          <a:solidFill>
            <a:schemeClr val="dk2"/>
          </a:solidFill>
          <a:ln>
            <a:noFill/>
          </a:ln>
        </p:spPr>
        <p:txBody>
          <a:bodyPr spcFirstLastPara="1" wrap="square" lIns="91425" tIns="45700" rIns="91425" bIns="45700" anchor="ctr" anchorCtr="0">
            <a:spAutoFit/>
          </a:bodyPr>
          <a:lstStyle>
            <a:lvl1pPr lvl="0" algn="l">
              <a:lnSpc>
                <a:spcPct val="100000"/>
              </a:lnSpc>
              <a:spcBef>
                <a:spcPts val="0"/>
              </a:spcBef>
              <a:spcAft>
                <a:spcPts val="0"/>
              </a:spcAft>
              <a:buSzPts val="1000"/>
              <a:buFont typeface="Poppins"/>
              <a:buNone/>
              <a:defRPr sz="1333">
                <a:latin typeface="Poppins"/>
                <a:ea typeface="Poppins"/>
                <a:cs typeface="Poppins"/>
                <a:sym typeface="Poppins"/>
              </a:defRPr>
            </a:lvl1pPr>
            <a:lvl2pPr lvl="1" algn="l">
              <a:lnSpc>
                <a:spcPct val="100000"/>
              </a:lnSpc>
              <a:spcBef>
                <a:spcPts val="267"/>
              </a:spcBef>
              <a:spcAft>
                <a:spcPts val="0"/>
              </a:spcAft>
              <a:buSzPts val="1200"/>
              <a:buFont typeface="Poppins"/>
              <a:buNone/>
              <a:defRPr sz="1600">
                <a:latin typeface="Poppins"/>
                <a:ea typeface="Poppins"/>
                <a:cs typeface="Poppins"/>
                <a:sym typeface="Poppins"/>
              </a:defRPr>
            </a:lvl2pPr>
            <a:lvl3pPr lvl="2" algn="l">
              <a:lnSpc>
                <a:spcPct val="100000"/>
              </a:lnSpc>
              <a:spcBef>
                <a:spcPts val="267"/>
              </a:spcBef>
              <a:spcAft>
                <a:spcPts val="0"/>
              </a:spcAft>
              <a:buSzPts val="1200"/>
              <a:buFont typeface="Poppins"/>
              <a:buNone/>
              <a:defRPr sz="1600">
                <a:latin typeface="Poppins"/>
                <a:ea typeface="Poppins"/>
                <a:cs typeface="Poppins"/>
                <a:sym typeface="Poppins"/>
              </a:defRPr>
            </a:lvl3pPr>
            <a:lvl4pPr lvl="3" algn="l">
              <a:lnSpc>
                <a:spcPct val="100000"/>
              </a:lnSpc>
              <a:spcBef>
                <a:spcPts val="267"/>
              </a:spcBef>
              <a:spcAft>
                <a:spcPts val="0"/>
              </a:spcAft>
              <a:buSzPts val="1200"/>
              <a:buFont typeface="Poppins"/>
              <a:buNone/>
              <a:defRPr sz="1600">
                <a:latin typeface="Poppins"/>
                <a:ea typeface="Poppins"/>
                <a:cs typeface="Poppins"/>
                <a:sym typeface="Poppins"/>
              </a:defRPr>
            </a:lvl4pPr>
            <a:lvl5pPr lvl="4" algn="l">
              <a:lnSpc>
                <a:spcPct val="100000"/>
              </a:lnSpc>
              <a:spcBef>
                <a:spcPts val="267"/>
              </a:spcBef>
              <a:spcAft>
                <a:spcPts val="0"/>
              </a:spcAft>
              <a:buSzPts val="1200"/>
              <a:buFont typeface="Poppins"/>
              <a:buNone/>
              <a:defRPr sz="1600">
                <a:latin typeface="Poppins"/>
                <a:ea typeface="Poppins"/>
                <a:cs typeface="Poppins"/>
                <a:sym typeface="Poppins"/>
              </a:defRPr>
            </a:lvl5pPr>
            <a:lvl6pPr lvl="5" algn="l">
              <a:lnSpc>
                <a:spcPct val="100000"/>
              </a:lnSpc>
              <a:spcBef>
                <a:spcPts val="267"/>
              </a:spcBef>
              <a:spcAft>
                <a:spcPts val="0"/>
              </a:spcAft>
              <a:buSzPts val="1200"/>
              <a:buFont typeface="Poppins"/>
              <a:buNone/>
              <a:defRPr sz="1600">
                <a:latin typeface="Poppins"/>
                <a:ea typeface="Poppins"/>
                <a:cs typeface="Poppins"/>
                <a:sym typeface="Poppins"/>
              </a:defRPr>
            </a:lvl6pPr>
            <a:lvl7pPr lvl="6" algn="l">
              <a:lnSpc>
                <a:spcPct val="100000"/>
              </a:lnSpc>
              <a:spcBef>
                <a:spcPts val="267"/>
              </a:spcBef>
              <a:spcAft>
                <a:spcPts val="0"/>
              </a:spcAft>
              <a:buSzPts val="1200"/>
              <a:buFont typeface="Poppins"/>
              <a:buNone/>
              <a:defRPr sz="1600">
                <a:latin typeface="Poppins"/>
                <a:ea typeface="Poppins"/>
                <a:cs typeface="Poppins"/>
                <a:sym typeface="Poppins"/>
              </a:defRPr>
            </a:lvl7pPr>
            <a:lvl8pPr lvl="7" algn="l">
              <a:lnSpc>
                <a:spcPct val="100000"/>
              </a:lnSpc>
              <a:spcBef>
                <a:spcPts val="267"/>
              </a:spcBef>
              <a:spcAft>
                <a:spcPts val="0"/>
              </a:spcAft>
              <a:buSzPts val="1200"/>
              <a:buFont typeface="Poppins"/>
              <a:buNone/>
              <a:defRPr sz="1600">
                <a:latin typeface="Poppins"/>
                <a:ea typeface="Poppins"/>
                <a:cs typeface="Poppins"/>
                <a:sym typeface="Poppins"/>
              </a:defRPr>
            </a:lvl8pPr>
            <a:lvl9pPr lvl="8" algn="l">
              <a:lnSpc>
                <a:spcPct val="100000"/>
              </a:lnSpc>
              <a:spcBef>
                <a:spcPts val="267"/>
              </a:spcBef>
              <a:spcAft>
                <a:spcPts val="267"/>
              </a:spcAft>
              <a:buSzPts val="1200"/>
              <a:buFont typeface="Poppins"/>
              <a:buNone/>
              <a:defRPr sz="1600">
                <a:latin typeface="Poppins"/>
                <a:ea typeface="Poppins"/>
                <a:cs typeface="Poppins"/>
                <a:sym typeface="Poppins"/>
              </a:defRPr>
            </a:lvl9pPr>
          </a:lstStyle>
          <a:p>
            <a:endParaRPr/>
          </a:p>
        </p:txBody>
      </p:sp>
      <p:sp>
        <p:nvSpPr>
          <p:cNvPr id="67" name="Google Shape;67;p25"/>
          <p:cNvSpPr/>
          <p:nvPr/>
        </p:nvSpPr>
        <p:spPr>
          <a:xfrm>
            <a:off x="8340399" y="3006656"/>
            <a:ext cx="3851608" cy="3851345"/>
          </a:xfrm>
          <a:custGeom>
            <a:avLst/>
            <a:gdLst/>
            <a:ahLst/>
            <a:cxnLst/>
            <a:rect l="l" t="t" r="r" b="b"/>
            <a:pathLst>
              <a:path w="3826101" h="3851345" extrusionOk="0">
                <a:moveTo>
                  <a:pt x="3826101" y="0"/>
                </a:moveTo>
                <a:lnTo>
                  <a:pt x="3826101" y="584257"/>
                </a:lnTo>
                <a:lnTo>
                  <a:pt x="3672624" y="588138"/>
                </a:lnTo>
                <a:cubicBezTo>
                  <a:pt x="1952295" y="675341"/>
                  <a:pt x="584255" y="2097818"/>
                  <a:pt x="584255" y="3839818"/>
                </a:cubicBezTo>
                <a:lnTo>
                  <a:pt x="584819" y="3851345"/>
                </a:lnTo>
                <a:lnTo>
                  <a:pt x="564" y="3851345"/>
                </a:lnTo>
                <a:lnTo>
                  <a:pt x="0" y="3839817"/>
                </a:lnTo>
                <a:cubicBezTo>
                  <a:pt x="0" y="1785226"/>
                  <a:pt x="1613526" y="107493"/>
                  <a:pt x="3642558" y="4641"/>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68" name="Google Shape;68;p25"/>
          <p:cNvSpPr txBox="1"/>
          <p:nvPr/>
        </p:nvSpPr>
        <p:spPr>
          <a:xfrm>
            <a:off x="550867" y="6499667"/>
            <a:ext cx="2014800" cy="123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US" sz="800" b="0" i="0" u="none" strike="noStrike" cap="none" dirty="0">
                <a:solidFill>
                  <a:schemeClr val="lt1"/>
                </a:solidFill>
                <a:latin typeface="Calibri"/>
                <a:ea typeface="Calibri"/>
                <a:cs typeface="Calibri"/>
                <a:sym typeface="Calibri"/>
              </a:rPr>
              <a:t>Tiger Analytics Inc. © 2023. All Rights Reserved.</a:t>
            </a:r>
            <a:endParaRPr sz="800" b="0" i="0" u="none" strike="noStrike" cap="none" dirty="0">
              <a:solidFill>
                <a:schemeClr val="lt1"/>
              </a:solidFill>
              <a:latin typeface="Calibri"/>
              <a:ea typeface="Calibri"/>
              <a:cs typeface="Calibri"/>
              <a:sym typeface="Calibri"/>
            </a:endParaRPr>
          </a:p>
        </p:txBody>
      </p:sp>
      <p:sp>
        <p:nvSpPr>
          <p:cNvPr id="69" name="Google Shape;69;p25"/>
          <p:cNvSpPr txBox="1">
            <a:spLocks noGrp="1"/>
          </p:cNvSpPr>
          <p:nvPr>
            <p:ph type="subTitle" idx="4"/>
          </p:nvPr>
        </p:nvSpPr>
        <p:spPr>
          <a:xfrm>
            <a:off x="3078592" y="6499667"/>
            <a:ext cx="1376800" cy="1232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600"/>
              <a:buNone/>
              <a:defRPr sz="800"/>
            </a:lvl1pPr>
            <a:lvl2pPr lvl="1" algn="ctr">
              <a:lnSpc>
                <a:spcPct val="100000"/>
              </a:lnSpc>
              <a:spcBef>
                <a:spcPts val="267"/>
              </a:spcBef>
              <a:spcAft>
                <a:spcPts val="0"/>
              </a:spcAft>
              <a:buSzPts val="1400"/>
              <a:buNone/>
              <a:defRPr/>
            </a:lvl2pPr>
            <a:lvl3pPr lvl="2" algn="ctr">
              <a:lnSpc>
                <a:spcPct val="100000"/>
              </a:lnSpc>
              <a:spcBef>
                <a:spcPts val="267"/>
              </a:spcBef>
              <a:spcAft>
                <a:spcPts val="0"/>
              </a:spcAft>
              <a:buSzPts val="1400"/>
              <a:buNone/>
              <a:defRPr/>
            </a:lvl3pPr>
            <a:lvl4pPr lvl="3" algn="ctr">
              <a:lnSpc>
                <a:spcPct val="100000"/>
              </a:lnSpc>
              <a:spcBef>
                <a:spcPts val="267"/>
              </a:spcBef>
              <a:spcAft>
                <a:spcPts val="0"/>
              </a:spcAft>
              <a:buSzPts val="1400"/>
              <a:buNone/>
              <a:defRPr/>
            </a:lvl4pPr>
            <a:lvl5pPr lvl="4" algn="ctr">
              <a:lnSpc>
                <a:spcPct val="100000"/>
              </a:lnSpc>
              <a:spcBef>
                <a:spcPts val="267"/>
              </a:spcBef>
              <a:spcAft>
                <a:spcPts val="0"/>
              </a:spcAft>
              <a:buSzPts val="1400"/>
              <a:buNone/>
              <a:defRPr/>
            </a:lvl5pPr>
            <a:lvl6pPr lvl="5" algn="ctr">
              <a:lnSpc>
                <a:spcPct val="100000"/>
              </a:lnSpc>
              <a:spcBef>
                <a:spcPts val="267"/>
              </a:spcBef>
              <a:spcAft>
                <a:spcPts val="0"/>
              </a:spcAft>
              <a:buSzPts val="1400"/>
              <a:buNone/>
              <a:defRPr/>
            </a:lvl6pPr>
            <a:lvl7pPr lvl="6" algn="ctr">
              <a:lnSpc>
                <a:spcPct val="100000"/>
              </a:lnSpc>
              <a:spcBef>
                <a:spcPts val="267"/>
              </a:spcBef>
              <a:spcAft>
                <a:spcPts val="0"/>
              </a:spcAft>
              <a:buSzPts val="1400"/>
              <a:buNone/>
              <a:defRPr/>
            </a:lvl7pPr>
            <a:lvl8pPr lvl="7" algn="ctr">
              <a:lnSpc>
                <a:spcPct val="100000"/>
              </a:lnSpc>
              <a:spcBef>
                <a:spcPts val="267"/>
              </a:spcBef>
              <a:spcAft>
                <a:spcPts val="0"/>
              </a:spcAft>
              <a:buSzPts val="1400"/>
              <a:buNone/>
              <a:defRPr/>
            </a:lvl8pPr>
            <a:lvl9pPr lvl="8" algn="ctr">
              <a:lnSpc>
                <a:spcPct val="100000"/>
              </a:lnSpc>
              <a:spcBef>
                <a:spcPts val="267"/>
              </a:spcBef>
              <a:spcAft>
                <a:spcPts val="267"/>
              </a:spcAft>
              <a:buSzPts val="1400"/>
              <a:buNone/>
              <a:defRPr/>
            </a:lvl9pPr>
          </a:lstStyle>
          <a:p>
            <a:endParaRPr/>
          </a:p>
        </p:txBody>
      </p:sp>
      <p:sp>
        <p:nvSpPr>
          <p:cNvPr id="70" name="Google Shape;70;p25"/>
          <p:cNvSpPr txBox="1">
            <a:spLocks noGrp="1"/>
          </p:cNvSpPr>
          <p:nvPr>
            <p:ph type="subTitle" idx="5"/>
          </p:nvPr>
        </p:nvSpPr>
        <p:spPr>
          <a:xfrm>
            <a:off x="5236821" y="6499667"/>
            <a:ext cx="856000" cy="1232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600"/>
              <a:buNone/>
              <a:defRPr sz="800"/>
            </a:lvl1pPr>
            <a:lvl2pPr lvl="1" algn="l">
              <a:lnSpc>
                <a:spcPct val="100000"/>
              </a:lnSpc>
              <a:spcBef>
                <a:spcPts val="267"/>
              </a:spcBef>
              <a:spcAft>
                <a:spcPts val="0"/>
              </a:spcAft>
              <a:buSzPts val="1400"/>
              <a:buNone/>
              <a:defRPr/>
            </a:lvl2pPr>
            <a:lvl3pPr lvl="2" algn="l">
              <a:lnSpc>
                <a:spcPct val="100000"/>
              </a:lnSpc>
              <a:spcBef>
                <a:spcPts val="267"/>
              </a:spcBef>
              <a:spcAft>
                <a:spcPts val="0"/>
              </a:spcAft>
              <a:buSzPts val="1400"/>
              <a:buNone/>
              <a:defRPr/>
            </a:lvl3pPr>
            <a:lvl4pPr lvl="3" algn="l">
              <a:lnSpc>
                <a:spcPct val="100000"/>
              </a:lnSpc>
              <a:spcBef>
                <a:spcPts val="267"/>
              </a:spcBef>
              <a:spcAft>
                <a:spcPts val="0"/>
              </a:spcAft>
              <a:buSzPts val="1400"/>
              <a:buNone/>
              <a:defRPr/>
            </a:lvl4pPr>
            <a:lvl5pPr lvl="4" algn="l">
              <a:lnSpc>
                <a:spcPct val="100000"/>
              </a:lnSpc>
              <a:spcBef>
                <a:spcPts val="267"/>
              </a:spcBef>
              <a:spcAft>
                <a:spcPts val="0"/>
              </a:spcAft>
              <a:buSzPts val="1400"/>
              <a:buNone/>
              <a:defRPr/>
            </a:lvl5pPr>
            <a:lvl6pPr lvl="5" algn="l">
              <a:lnSpc>
                <a:spcPct val="100000"/>
              </a:lnSpc>
              <a:spcBef>
                <a:spcPts val="267"/>
              </a:spcBef>
              <a:spcAft>
                <a:spcPts val="0"/>
              </a:spcAft>
              <a:buSzPts val="1400"/>
              <a:buNone/>
              <a:defRPr/>
            </a:lvl6pPr>
            <a:lvl7pPr lvl="6" algn="l">
              <a:lnSpc>
                <a:spcPct val="100000"/>
              </a:lnSpc>
              <a:spcBef>
                <a:spcPts val="267"/>
              </a:spcBef>
              <a:spcAft>
                <a:spcPts val="0"/>
              </a:spcAft>
              <a:buSzPts val="1400"/>
              <a:buNone/>
              <a:defRPr/>
            </a:lvl7pPr>
            <a:lvl8pPr lvl="7" algn="l">
              <a:lnSpc>
                <a:spcPct val="100000"/>
              </a:lnSpc>
              <a:spcBef>
                <a:spcPts val="267"/>
              </a:spcBef>
              <a:spcAft>
                <a:spcPts val="0"/>
              </a:spcAft>
              <a:buSzPts val="1400"/>
              <a:buNone/>
              <a:defRPr/>
            </a:lvl8pPr>
            <a:lvl9pPr lvl="8" algn="l">
              <a:lnSpc>
                <a:spcPct val="100000"/>
              </a:lnSpc>
              <a:spcBef>
                <a:spcPts val="267"/>
              </a:spcBef>
              <a:spcAft>
                <a:spcPts val="267"/>
              </a:spcAft>
              <a:buSzPts val="1400"/>
              <a:buNone/>
              <a:defRPr/>
            </a:lvl9pPr>
          </a:lstStyle>
          <a:p>
            <a:endParaRPr/>
          </a:p>
        </p:txBody>
      </p:sp>
      <p:sp>
        <p:nvSpPr>
          <p:cNvPr id="71" name="Google Shape;71;p25"/>
          <p:cNvSpPr txBox="1">
            <a:spLocks noGrp="1"/>
          </p:cNvSpPr>
          <p:nvPr>
            <p:ph type="subTitle" idx="6"/>
          </p:nvPr>
        </p:nvSpPr>
        <p:spPr>
          <a:xfrm>
            <a:off x="6983589" y="6499667"/>
            <a:ext cx="745200" cy="1232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600"/>
              <a:buNone/>
              <a:defRPr sz="800"/>
            </a:lvl1pPr>
            <a:lvl2pPr lvl="1" algn="l">
              <a:lnSpc>
                <a:spcPct val="100000"/>
              </a:lnSpc>
              <a:spcBef>
                <a:spcPts val="267"/>
              </a:spcBef>
              <a:spcAft>
                <a:spcPts val="0"/>
              </a:spcAft>
              <a:buSzPts val="1400"/>
              <a:buNone/>
              <a:defRPr/>
            </a:lvl2pPr>
            <a:lvl3pPr lvl="2" algn="l">
              <a:lnSpc>
                <a:spcPct val="100000"/>
              </a:lnSpc>
              <a:spcBef>
                <a:spcPts val="267"/>
              </a:spcBef>
              <a:spcAft>
                <a:spcPts val="0"/>
              </a:spcAft>
              <a:buSzPts val="1400"/>
              <a:buNone/>
              <a:defRPr/>
            </a:lvl3pPr>
            <a:lvl4pPr lvl="3" algn="l">
              <a:lnSpc>
                <a:spcPct val="100000"/>
              </a:lnSpc>
              <a:spcBef>
                <a:spcPts val="267"/>
              </a:spcBef>
              <a:spcAft>
                <a:spcPts val="0"/>
              </a:spcAft>
              <a:buSzPts val="1400"/>
              <a:buNone/>
              <a:defRPr/>
            </a:lvl4pPr>
            <a:lvl5pPr lvl="4" algn="l">
              <a:lnSpc>
                <a:spcPct val="100000"/>
              </a:lnSpc>
              <a:spcBef>
                <a:spcPts val="267"/>
              </a:spcBef>
              <a:spcAft>
                <a:spcPts val="0"/>
              </a:spcAft>
              <a:buSzPts val="1400"/>
              <a:buNone/>
              <a:defRPr/>
            </a:lvl5pPr>
            <a:lvl6pPr lvl="5" algn="l">
              <a:lnSpc>
                <a:spcPct val="100000"/>
              </a:lnSpc>
              <a:spcBef>
                <a:spcPts val="267"/>
              </a:spcBef>
              <a:spcAft>
                <a:spcPts val="0"/>
              </a:spcAft>
              <a:buSzPts val="1400"/>
              <a:buNone/>
              <a:defRPr/>
            </a:lvl6pPr>
            <a:lvl7pPr lvl="6" algn="l">
              <a:lnSpc>
                <a:spcPct val="100000"/>
              </a:lnSpc>
              <a:spcBef>
                <a:spcPts val="267"/>
              </a:spcBef>
              <a:spcAft>
                <a:spcPts val="0"/>
              </a:spcAft>
              <a:buSzPts val="1400"/>
              <a:buNone/>
              <a:defRPr/>
            </a:lvl7pPr>
            <a:lvl8pPr lvl="7" algn="l">
              <a:lnSpc>
                <a:spcPct val="100000"/>
              </a:lnSpc>
              <a:spcBef>
                <a:spcPts val="267"/>
              </a:spcBef>
              <a:spcAft>
                <a:spcPts val="0"/>
              </a:spcAft>
              <a:buSzPts val="1400"/>
              <a:buNone/>
              <a:defRPr/>
            </a:lvl8pPr>
            <a:lvl9pPr lvl="8" algn="l">
              <a:lnSpc>
                <a:spcPct val="100000"/>
              </a:lnSpc>
              <a:spcBef>
                <a:spcPts val="267"/>
              </a:spcBef>
              <a:spcAft>
                <a:spcPts val="267"/>
              </a:spcAft>
              <a:buSzPts val="1400"/>
              <a:buNone/>
              <a:defRPr/>
            </a:lvl9pPr>
          </a:lstStyle>
          <a:p>
            <a:endParaRPr/>
          </a:p>
        </p:txBody>
      </p:sp>
      <p:sp>
        <p:nvSpPr>
          <p:cNvPr id="72" name="Google Shape;72;p25"/>
          <p:cNvSpPr txBox="1"/>
          <p:nvPr/>
        </p:nvSpPr>
        <p:spPr>
          <a:xfrm>
            <a:off x="4968296" y="6499667"/>
            <a:ext cx="234400" cy="1232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000000"/>
              </a:buClr>
              <a:buSzPts val="600"/>
              <a:buFont typeface="Arial"/>
              <a:buNone/>
            </a:pPr>
            <a:r>
              <a:rPr lang="en-US" sz="800" b="0" i="0" u="none" strike="noStrike" cap="none" dirty="0">
                <a:solidFill>
                  <a:schemeClr val="lt1"/>
                </a:solidFill>
                <a:latin typeface="Calibri"/>
                <a:ea typeface="Calibri"/>
                <a:cs typeface="Calibri"/>
                <a:sym typeface="Calibri"/>
              </a:rPr>
              <a:t>Date:</a:t>
            </a:r>
            <a:endParaRPr sz="800" b="0" i="0" u="none" strike="noStrike" cap="none" dirty="0">
              <a:solidFill>
                <a:schemeClr val="lt1"/>
              </a:solidFill>
              <a:latin typeface="Calibri"/>
              <a:ea typeface="Calibri"/>
              <a:cs typeface="Calibri"/>
              <a:sym typeface="Calibri"/>
            </a:endParaRPr>
          </a:p>
        </p:txBody>
      </p:sp>
      <p:sp>
        <p:nvSpPr>
          <p:cNvPr id="73" name="Google Shape;73;p25"/>
          <p:cNvSpPr txBox="1"/>
          <p:nvPr/>
        </p:nvSpPr>
        <p:spPr>
          <a:xfrm>
            <a:off x="6598040" y="6499667"/>
            <a:ext cx="350000" cy="1232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000000"/>
              </a:buClr>
              <a:buSzPts val="600"/>
              <a:buFont typeface="Arial"/>
              <a:buNone/>
            </a:pPr>
            <a:r>
              <a:rPr lang="en-US" sz="800" b="0" i="0" u="none" strike="noStrike" cap="none" dirty="0">
                <a:solidFill>
                  <a:schemeClr val="lt1"/>
                </a:solidFill>
                <a:latin typeface="Calibri"/>
                <a:ea typeface="Calibri"/>
                <a:cs typeface="Calibri"/>
                <a:sym typeface="Calibri"/>
              </a:rPr>
              <a:t>Author:</a:t>
            </a:r>
            <a:endParaRPr sz="800" b="0" i="0" u="none" strike="noStrike" cap="none" dirty="0">
              <a:solidFill>
                <a:schemeClr val="lt1"/>
              </a:solidFill>
              <a:latin typeface="Calibri"/>
              <a:ea typeface="Calibri"/>
              <a:cs typeface="Calibri"/>
              <a:sym typeface="Calibri"/>
            </a:endParaRPr>
          </a:p>
        </p:txBody>
      </p:sp>
      <p:pic>
        <p:nvPicPr>
          <p:cNvPr id="74" name="Google Shape;74;p25"/>
          <p:cNvPicPr preferRelativeResize="0"/>
          <p:nvPr/>
        </p:nvPicPr>
        <p:blipFill rotWithShape="1">
          <a:blip r:embed="rId2">
            <a:alphaModFix/>
          </a:blip>
          <a:srcRect/>
          <a:stretch/>
        </p:blipFill>
        <p:spPr>
          <a:xfrm>
            <a:off x="10509125" y="631115"/>
            <a:ext cx="1166937" cy="483749"/>
          </a:xfrm>
          <a:prstGeom prst="rect">
            <a:avLst/>
          </a:prstGeom>
          <a:noFill/>
          <a:ln>
            <a:noFill/>
          </a:ln>
        </p:spPr>
      </p:pic>
    </p:spTree>
    <p:extLst>
      <p:ext uri="{BB962C8B-B14F-4D97-AF65-F5344CB8AC3E}">
        <p14:creationId xmlns:p14="http://schemas.microsoft.com/office/powerpoint/2010/main" val="1274666803"/>
      </p:ext>
    </p:extLst>
  </p:cSld>
  <p:clrMapOvr>
    <a:masterClrMapping/>
  </p:clrMapOvr>
  <p:extLst>
    <p:ext uri="{DCECCB84-F9BA-43D5-87BE-67443E8EF086}">
      <p15:sldGuideLst xmlns:p15="http://schemas.microsoft.com/office/powerpoint/2012/main">
        <p15:guide id="1" orient="horz" pos="518">
          <p15:clr>
            <a:srgbClr val="FA7B17"/>
          </p15:clr>
        </p15:guide>
        <p15:guide id="2" orient="horz" pos="3006">
          <p15:clr>
            <a:srgbClr val="FA7B17"/>
          </p15:clr>
        </p15:guide>
        <p15:guide id="3" pos="260">
          <p15:clr>
            <a:srgbClr val="FA7B17"/>
          </p15:clr>
        </p15:guide>
        <p15:guide id="4" pos="5498">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About Us">
  <p:cSld name="About Us">
    <p:spTree>
      <p:nvGrpSpPr>
        <p:cNvPr id="1" name="Shape 75"/>
        <p:cNvGrpSpPr/>
        <p:nvPr/>
      </p:nvGrpSpPr>
      <p:grpSpPr>
        <a:xfrm>
          <a:off x="0" y="0"/>
          <a:ext cx="0" cy="0"/>
          <a:chOff x="0" y="0"/>
          <a:chExt cx="0" cy="0"/>
        </a:xfrm>
      </p:grpSpPr>
      <p:grpSp>
        <p:nvGrpSpPr>
          <p:cNvPr id="76" name="Google Shape;76;p26"/>
          <p:cNvGrpSpPr/>
          <p:nvPr/>
        </p:nvGrpSpPr>
        <p:grpSpPr>
          <a:xfrm>
            <a:off x="4528067" y="4611733"/>
            <a:ext cx="2317600" cy="639163"/>
            <a:chOff x="5219700" y="3382600"/>
            <a:chExt cx="1738200" cy="479372"/>
          </a:xfrm>
        </p:grpSpPr>
        <p:sp>
          <p:nvSpPr>
            <p:cNvPr id="77" name="Google Shape;77;p26">
              <a:hlinkClick r:id="rId2"/>
            </p:cNvPr>
            <p:cNvSpPr/>
            <p:nvPr/>
          </p:nvSpPr>
          <p:spPr>
            <a:xfrm>
              <a:off x="5219700" y="3382600"/>
              <a:ext cx="1738200" cy="124500"/>
            </a:xfrm>
            <a:prstGeom prst="rect">
              <a:avLst/>
            </a:prstGeom>
            <a:noFill/>
            <a:ln>
              <a:noFill/>
            </a:ln>
          </p:spPr>
          <p:txBody>
            <a:bodyPr spcFirstLastPara="1" wrap="square" lIns="0" tIns="0" rIns="0" bIns="0" anchor="b" anchorCtr="0">
              <a:noAutofit/>
            </a:bodyPr>
            <a:lstStyle/>
            <a:p>
              <a:pPr marL="0" marR="0" lvl="0" indent="0" algn="l" rtl="0">
                <a:lnSpc>
                  <a:spcPct val="150000"/>
                </a:lnSpc>
                <a:spcBef>
                  <a:spcPts val="0"/>
                </a:spcBef>
                <a:spcAft>
                  <a:spcPts val="0"/>
                </a:spcAft>
                <a:buClr>
                  <a:schemeClr val="accent6"/>
                </a:buClr>
                <a:buSzPts val="1200"/>
                <a:buFont typeface="Trebuchet MS"/>
                <a:buNone/>
              </a:pPr>
              <a:r>
                <a:rPr lang="en-US" sz="1600" b="1" i="0" u="none" strike="noStrike" cap="none" dirty="0">
                  <a:solidFill>
                    <a:schemeClr val="lt2"/>
                  </a:solidFill>
                  <a:latin typeface="Calibri"/>
                  <a:ea typeface="Calibri"/>
                  <a:cs typeface="Calibri"/>
                  <a:sym typeface="Calibri"/>
                </a:rPr>
                <a:t>www.tigeranalytics.com</a:t>
              </a:r>
              <a:endParaRPr sz="1467" b="0" i="0" u="none" strike="noStrike" cap="none" dirty="0">
                <a:solidFill>
                  <a:schemeClr val="lt2"/>
                </a:solidFill>
                <a:latin typeface="Calibri"/>
                <a:ea typeface="Calibri"/>
                <a:cs typeface="Calibri"/>
                <a:sym typeface="Calibri"/>
              </a:endParaRPr>
            </a:p>
          </p:txBody>
        </p:sp>
        <p:sp>
          <p:nvSpPr>
            <p:cNvPr id="78" name="Google Shape;78;p26">
              <a:hlinkClick r:id="rId3"/>
            </p:cNvPr>
            <p:cNvSpPr/>
            <p:nvPr/>
          </p:nvSpPr>
          <p:spPr>
            <a:xfrm>
              <a:off x="5854340" y="3618972"/>
              <a:ext cx="243000" cy="243000"/>
            </a:xfrm>
            <a:prstGeom prst="ellipse">
              <a:avLst/>
            </a:prstGeom>
            <a:solidFill>
              <a:schemeClr val="l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867" b="0" i="0" u="none" strike="noStrike" cap="none" dirty="0">
                <a:solidFill>
                  <a:schemeClr val="lt1"/>
                </a:solidFill>
                <a:latin typeface="Calibri"/>
                <a:ea typeface="Calibri"/>
                <a:cs typeface="Calibri"/>
                <a:sym typeface="Calibri"/>
              </a:endParaRPr>
            </a:p>
          </p:txBody>
        </p:sp>
        <p:sp>
          <p:nvSpPr>
            <p:cNvPr id="79" name="Google Shape;79;p26">
              <a:hlinkClick r:id="rId3"/>
            </p:cNvPr>
            <p:cNvSpPr/>
            <p:nvPr/>
          </p:nvSpPr>
          <p:spPr>
            <a:xfrm>
              <a:off x="5912378" y="3677018"/>
              <a:ext cx="126016" cy="126000"/>
            </a:xfrm>
            <a:custGeom>
              <a:avLst/>
              <a:gdLst/>
              <a:ahLst/>
              <a:cxnLst/>
              <a:rect l="l" t="t" r="r" b="b"/>
              <a:pathLst>
                <a:path w="3600450" h="3600000" extrusionOk="0">
                  <a:moveTo>
                    <a:pt x="2443351" y="598336"/>
                  </a:moveTo>
                  <a:cubicBezTo>
                    <a:pt x="2344604" y="591283"/>
                    <a:pt x="2247735" y="605917"/>
                    <a:pt x="2175442" y="640945"/>
                  </a:cubicBezTo>
                  <a:cubicBezTo>
                    <a:pt x="1896180" y="785483"/>
                    <a:pt x="1772372" y="991259"/>
                    <a:pt x="1822862" y="1347778"/>
                  </a:cubicBezTo>
                  <a:cubicBezTo>
                    <a:pt x="1368677" y="1358195"/>
                    <a:pt x="773170" y="1076549"/>
                    <a:pt x="573365" y="710108"/>
                  </a:cubicBezTo>
                  <a:cubicBezTo>
                    <a:pt x="385362" y="875792"/>
                    <a:pt x="470466" y="1411198"/>
                    <a:pt x="774927" y="1531630"/>
                  </a:cubicBezTo>
                  <a:cubicBezTo>
                    <a:pt x="636580" y="1529584"/>
                    <a:pt x="591043" y="1502544"/>
                    <a:pt x="454598" y="1456258"/>
                  </a:cubicBezTo>
                  <a:cubicBezTo>
                    <a:pt x="501872" y="1904597"/>
                    <a:pt x="763983" y="1980208"/>
                    <a:pt x="973777" y="2064155"/>
                  </a:cubicBezTo>
                  <a:cubicBezTo>
                    <a:pt x="852534" y="2142597"/>
                    <a:pt x="745426" y="2079715"/>
                    <a:pt x="666580" y="2073364"/>
                  </a:cubicBezTo>
                  <a:cubicBezTo>
                    <a:pt x="760010" y="2372399"/>
                    <a:pt x="1073128" y="2490107"/>
                    <a:pt x="1270553" y="2449863"/>
                  </a:cubicBezTo>
                  <a:cubicBezTo>
                    <a:pt x="1134133" y="2645905"/>
                    <a:pt x="923075" y="2722647"/>
                    <a:pt x="376665" y="2759915"/>
                  </a:cubicBezTo>
                  <a:cubicBezTo>
                    <a:pt x="684120" y="2913251"/>
                    <a:pt x="911493" y="3028902"/>
                    <a:pt x="1355560" y="2998518"/>
                  </a:cubicBezTo>
                  <a:cubicBezTo>
                    <a:pt x="1849783" y="2992786"/>
                    <a:pt x="2282768" y="2746806"/>
                    <a:pt x="2447240" y="2585619"/>
                  </a:cubicBezTo>
                  <a:cubicBezTo>
                    <a:pt x="2693768" y="2358293"/>
                    <a:pt x="3006247" y="1801218"/>
                    <a:pt x="3003106" y="1197035"/>
                  </a:cubicBezTo>
                  <a:lnTo>
                    <a:pt x="3317867" y="907530"/>
                  </a:lnTo>
                  <a:lnTo>
                    <a:pt x="2965917" y="984828"/>
                  </a:lnTo>
                  <a:lnTo>
                    <a:pt x="3242424" y="653580"/>
                  </a:lnTo>
                  <a:cubicBezTo>
                    <a:pt x="3178746" y="675623"/>
                    <a:pt x="3001926" y="754111"/>
                    <a:pt x="2847650" y="820309"/>
                  </a:cubicBezTo>
                  <a:cubicBezTo>
                    <a:pt x="2777725" y="682087"/>
                    <a:pt x="2607930" y="610091"/>
                    <a:pt x="2443351" y="598336"/>
                  </a:cubicBezTo>
                  <a:close/>
                  <a:moveTo>
                    <a:pt x="353268" y="0"/>
                  </a:moveTo>
                  <a:lnTo>
                    <a:pt x="3247182" y="0"/>
                  </a:lnTo>
                  <a:cubicBezTo>
                    <a:pt x="3442287" y="0"/>
                    <a:pt x="3600450" y="158163"/>
                    <a:pt x="3600450" y="353268"/>
                  </a:cubicBezTo>
                  <a:lnTo>
                    <a:pt x="3600450" y="3246732"/>
                  </a:lnTo>
                  <a:cubicBezTo>
                    <a:pt x="3600450" y="3441837"/>
                    <a:pt x="3442287" y="3600000"/>
                    <a:pt x="3247182" y="3600000"/>
                  </a:cubicBezTo>
                  <a:lnTo>
                    <a:pt x="353268" y="3600000"/>
                  </a:lnTo>
                  <a:cubicBezTo>
                    <a:pt x="158163" y="3600000"/>
                    <a:pt x="0" y="3441837"/>
                    <a:pt x="0" y="3246732"/>
                  </a:cubicBezTo>
                  <a:lnTo>
                    <a:pt x="0" y="353268"/>
                  </a:lnTo>
                  <a:cubicBezTo>
                    <a:pt x="0" y="158163"/>
                    <a:pt x="158163" y="0"/>
                    <a:pt x="353268" y="0"/>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dirty="0">
                <a:solidFill>
                  <a:schemeClr val="lt1"/>
                </a:solidFill>
                <a:latin typeface="Calibri"/>
                <a:ea typeface="Calibri"/>
                <a:cs typeface="Calibri"/>
                <a:sym typeface="Calibri"/>
              </a:endParaRPr>
            </a:p>
          </p:txBody>
        </p:sp>
        <p:sp>
          <p:nvSpPr>
            <p:cNvPr id="80" name="Google Shape;80;p26">
              <a:hlinkClick r:id="rId4"/>
            </p:cNvPr>
            <p:cNvSpPr/>
            <p:nvPr/>
          </p:nvSpPr>
          <p:spPr>
            <a:xfrm>
              <a:off x="5537020" y="3618972"/>
              <a:ext cx="243000" cy="243000"/>
            </a:xfrm>
            <a:prstGeom prst="ellipse">
              <a:avLst/>
            </a:prstGeom>
            <a:solidFill>
              <a:schemeClr val="l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867" b="0" i="0" u="none" strike="noStrike" cap="none" dirty="0">
                <a:solidFill>
                  <a:schemeClr val="lt1"/>
                </a:solidFill>
                <a:latin typeface="Calibri"/>
                <a:ea typeface="Calibri"/>
                <a:cs typeface="Calibri"/>
                <a:sym typeface="Calibri"/>
              </a:endParaRPr>
            </a:p>
          </p:txBody>
        </p:sp>
        <p:sp>
          <p:nvSpPr>
            <p:cNvPr id="81" name="Google Shape;81;p26">
              <a:hlinkClick r:id="rId4"/>
            </p:cNvPr>
            <p:cNvSpPr/>
            <p:nvPr/>
          </p:nvSpPr>
          <p:spPr>
            <a:xfrm>
              <a:off x="5596498" y="3678451"/>
              <a:ext cx="119175" cy="119175"/>
            </a:xfrm>
            <a:custGeom>
              <a:avLst/>
              <a:gdLst/>
              <a:ahLst/>
              <a:cxnLst/>
              <a:rect l="l" t="t" r="r" b="b"/>
              <a:pathLst>
                <a:path w="4333647" h="4333647" extrusionOk="0">
                  <a:moveTo>
                    <a:pt x="937082" y="1651039"/>
                  </a:moveTo>
                  <a:lnTo>
                    <a:pt x="937082" y="3354087"/>
                  </a:lnTo>
                  <a:lnTo>
                    <a:pt x="1469284" y="3354087"/>
                  </a:lnTo>
                  <a:lnTo>
                    <a:pt x="1469284" y="1651039"/>
                  </a:lnTo>
                  <a:lnTo>
                    <a:pt x="937082" y="1651039"/>
                  </a:lnTo>
                  <a:close/>
                  <a:moveTo>
                    <a:pt x="2832769" y="1616621"/>
                  </a:moveTo>
                  <a:cubicBezTo>
                    <a:pt x="2664206" y="1616621"/>
                    <a:pt x="2516100" y="1654237"/>
                    <a:pt x="2405635" y="1758689"/>
                  </a:cubicBezTo>
                  <a:lnTo>
                    <a:pt x="2304094" y="1865710"/>
                  </a:lnTo>
                  <a:cubicBezTo>
                    <a:pt x="2300124" y="1749259"/>
                    <a:pt x="2300919" y="1715091"/>
                    <a:pt x="2299331" y="1651027"/>
                  </a:cubicBezTo>
                  <a:lnTo>
                    <a:pt x="1795366" y="1651027"/>
                  </a:lnTo>
                  <a:lnTo>
                    <a:pt x="1795366" y="3353420"/>
                  </a:lnTo>
                  <a:lnTo>
                    <a:pt x="2318381" y="3353150"/>
                  </a:lnTo>
                  <a:cubicBezTo>
                    <a:pt x="2319884" y="3034704"/>
                    <a:pt x="2319075" y="2716239"/>
                    <a:pt x="2322890" y="2397812"/>
                  </a:cubicBezTo>
                  <a:cubicBezTo>
                    <a:pt x="2327866" y="1982497"/>
                    <a:pt x="2877210" y="1989236"/>
                    <a:pt x="2899974" y="2349718"/>
                  </a:cubicBezTo>
                  <a:lnTo>
                    <a:pt x="2911179" y="3350999"/>
                  </a:lnTo>
                  <a:lnTo>
                    <a:pt x="3434195" y="3348350"/>
                  </a:lnTo>
                  <a:cubicBezTo>
                    <a:pt x="3431814" y="2937575"/>
                    <a:pt x="3427581" y="2508785"/>
                    <a:pt x="3418056" y="2102772"/>
                  </a:cubicBezTo>
                  <a:cubicBezTo>
                    <a:pt x="3334312" y="1659711"/>
                    <a:pt x="3010503" y="1642480"/>
                    <a:pt x="2832769" y="1616621"/>
                  </a:cubicBezTo>
                  <a:close/>
                  <a:moveTo>
                    <a:pt x="1203183" y="812039"/>
                  </a:moveTo>
                  <a:cubicBezTo>
                    <a:pt x="1035222" y="812039"/>
                    <a:pt x="899067" y="948195"/>
                    <a:pt x="899067" y="1116155"/>
                  </a:cubicBezTo>
                  <a:cubicBezTo>
                    <a:pt x="899067" y="1284116"/>
                    <a:pt x="1035222" y="1420271"/>
                    <a:pt x="1203183" y="1420271"/>
                  </a:cubicBezTo>
                  <a:cubicBezTo>
                    <a:pt x="1371143" y="1420271"/>
                    <a:pt x="1507298" y="1284116"/>
                    <a:pt x="1507298" y="1116155"/>
                  </a:cubicBezTo>
                  <a:cubicBezTo>
                    <a:pt x="1507298" y="948195"/>
                    <a:pt x="1371143" y="812039"/>
                    <a:pt x="1203183" y="812039"/>
                  </a:cubicBezTo>
                  <a:close/>
                  <a:moveTo>
                    <a:pt x="446104" y="0"/>
                  </a:moveTo>
                  <a:lnTo>
                    <a:pt x="3887543" y="0"/>
                  </a:lnTo>
                  <a:cubicBezTo>
                    <a:pt x="4133919" y="0"/>
                    <a:pt x="4333647" y="199728"/>
                    <a:pt x="4333647" y="446104"/>
                  </a:cubicBezTo>
                  <a:lnTo>
                    <a:pt x="4333647" y="3887543"/>
                  </a:lnTo>
                  <a:cubicBezTo>
                    <a:pt x="4333647" y="4133919"/>
                    <a:pt x="4133919" y="4333647"/>
                    <a:pt x="3887543" y="4333647"/>
                  </a:cubicBezTo>
                  <a:lnTo>
                    <a:pt x="446104" y="4333647"/>
                  </a:lnTo>
                  <a:cubicBezTo>
                    <a:pt x="199728" y="4333647"/>
                    <a:pt x="0" y="4133919"/>
                    <a:pt x="0" y="3887543"/>
                  </a:cubicBezTo>
                  <a:lnTo>
                    <a:pt x="0" y="446104"/>
                  </a:lnTo>
                  <a:cubicBezTo>
                    <a:pt x="0" y="199728"/>
                    <a:pt x="199728" y="0"/>
                    <a:pt x="446104" y="0"/>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dirty="0">
                <a:solidFill>
                  <a:schemeClr val="lt1"/>
                </a:solidFill>
                <a:latin typeface="Calibri"/>
                <a:ea typeface="Calibri"/>
                <a:cs typeface="Calibri"/>
                <a:sym typeface="Calibri"/>
              </a:endParaRPr>
            </a:p>
          </p:txBody>
        </p:sp>
        <p:sp>
          <p:nvSpPr>
            <p:cNvPr id="82" name="Google Shape;82;p26">
              <a:hlinkClick r:id="rId5"/>
            </p:cNvPr>
            <p:cNvSpPr/>
            <p:nvPr/>
          </p:nvSpPr>
          <p:spPr>
            <a:xfrm>
              <a:off x="5219700" y="3618972"/>
              <a:ext cx="243000" cy="243000"/>
            </a:xfrm>
            <a:prstGeom prst="ellipse">
              <a:avLst/>
            </a:prstGeom>
            <a:solidFill>
              <a:schemeClr val="l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867" b="0" i="0" u="none" strike="noStrike" cap="none" dirty="0">
                <a:solidFill>
                  <a:schemeClr val="lt1"/>
                </a:solidFill>
                <a:latin typeface="Calibri"/>
                <a:ea typeface="Calibri"/>
                <a:cs typeface="Calibri"/>
                <a:sym typeface="Calibri"/>
              </a:endParaRPr>
            </a:p>
          </p:txBody>
        </p:sp>
        <p:sp>
          <p:nvSpPr>
            <p:cNvPr id="83" name="Google Shape;83;p26">
              <a:hlinkClick r:id="rId5"/>
            </p:cNvPr>
            <p:cNvSpPr/>
            <p:nvPr/>
          </p:nvSpPr>
          <p:spPr>
            <a:xfrm>
              <a:off x="5305437" y="3664422"/>
              <a:ext cx="70755" cy="150465"/>
            </a:xfrm>
            <a:custGeom>
              <a:avLst/>
              <a:gdLst/>
              <a:ahLst/>
              <a:cxnLst/>
              <a:rect l="l" t="t" r="r" b="b"/>
              <a:pathLst>
                <a:path w="1415106" h="3009296" extrusionOk="0">
                  <a:moveTo>
                    <a:pt x="1125580" y="0"/>
                  </a:moveTo>
                  <a:cubicBezTo>
                    <a:pt x="1374672" y="0"/>
                    <a:pt x="1406457" y="1262"/>
                    <a:pt x="1410322" y="11311"/>
                  </a:cubicBezTo>
                  <a:cubicBezTo>
                    <a:pt x="1412700" y="17533"/>
                    <a:pt x="1414646" y="134349"/>
                    <a:pt x="1414646" y="270901"/>
                  </a:cubicBezTo>
                  <a:cubicBezTo>
                    <a:pt x="1414646" y="454470"/>
                    <a:pt x="1412430" y="521414"/>
                    <a:pt x="1406078" y="527757"/>
                  </a:cubicBezTo>
                  <a:cubicBezTo>
                    <a:pt x="1399862" y="533982"/>
                    <a:pt x="1347779" y="536341"/>
                    <a:pt x="1216719" y="536341"/>
                  </a:cubicBezTo>
                  <a:cubicBezTo>
                    <a:pt x="1010440" y="536341"/>
                    <a:pt x="990574" y="540169"/>
                    <a:pt x="962492" y="585333"/>
                  </a:cubicBezTo>
                  <a:cubicBezTo>
                    <a:pt x="947275" y="609761"/>
                    <a:pt x="946113" y="620445"/>
                    <a:pt x="943924" y="752664"/>
                  </a:cubicBezTo>
                  <a:lnTo>
                    <a:pt x="941599" y="893900"/>
                  </a:lnTo>
                  <a:lnTo>
                    <a:pt x="1173690" y="893900"/>
                  </a:lnTo>
                  <a:cubicBezTo>
                    <a:pt x="1350860" y="893900"/>
                    <a:pt x="1407403" y="896016"/>
                    <a:pt x="1412727" y="902838"/>
                  </a:cubicBezTo>
                  <a:cubicBezTo>
                    <a:pt x="1417295" y="908709"/>
                    <a:pt x="1415268" y="958419"/>
                    <a:pt x="1406808" y="1047652"/>
                  </a:cubicBezTo>
                  <a:cubicBezTo>
                    <a:pt x="1399727" y="1122383"/>
                    <a:pt x="1387537" y="1252761"/>
                    <a:pt x="1379699" y="1337386"/>
                  </a:cubicBezTo>
                  <a:cubicBezTo>
                    <a:pt x="1371861" y="1422011"/>
                    <a:pt x="1363293" y="1496831"/>
                    <a:pt x="1360671" y="1503653"/>
                  </a:cubicBezTo>
                  <a:cubicBezTo>
                    <a:pt x="1356293" y="1515045"/>
                    <a:pt x="1338238" y="1516056"/>
                    <a:pt x="1138608" y="1516056"/>
                  </a:cubicBezTo>
                  <a:lnTo>
                    <a:pt x="921301" y="1516056"/>
                  </a:lnTo>
                  <a:lnTo>
                    <a:pt x="919463" y="2261569"/>
                  </a:lnTo>
                  <a:lnTo>
                    <a:pt x="917652" y="3007087"/>
                  </a:lnTo>
                  <a:lnTo>
                    <a:pt x="613202" y="3008952"/>
                  </a:lnTo>
                  <a:cubicBezTo>
                    <a:pt x="445757" y="3009979"/>
                    <a:pt x="306575" y="3008627"/>
                    <a:pt x="303910" y="3005979"/>
                  </a:cubicBezTo>
                  <a:cubicBezTo>
                    <a:pt x="301248" y="3003303"/>
                    <a:pt x="299069" y="2667045"/>
                    <a:pt x="299069" y="2258731"/>
                  </a:cubicBezTo>
                  <a:lnTo>
                    <a:pt x="299069" y="1516345"/>
                  </a:lnTo>
                  <a:lnTo>
                    <a:pt x="150682" y="1514413"/>
                  </a:lnTo>
                  <a:lnTo>
                    <a:pt x="2292" y="1512480"/>
                  </a:lnTo>
                  <a:lnTo>
                    <a:pt x="427" y="1212957"/>
                  </a:lnTo>
                  <a:cubicBezTo>
                    <a:pt x="-916" y="997785"/>
                    <a:pt x="843" y="910684"/>
                    <a:pt x="6665" y="903668"/>
                  </a:cubicBezTo>
                  <a:cubicBezTo>
                    <a:pt x="13019" y="896011"/>
                    <a:pt x="45497" y="893900"/>
                    <a:pt x="156920" y="893900"/>
                  </a:cubicBezTo>
                  <a:lnTo>
                    <a:pt x="299069" y="893900"/>
                  </a:lnTo>
                  <a:lnTo>
                    <a:pt x="299069" y="725433"/>
                  </a:lnTo>
                  <a:cubicBezTo>
                    <a:pt x="299069" y="542193"/>
                    <a:pt x="309354" y="464187"/>
                    <a:pt x="346631" y="364710"/>
                  </a:cubicBezTo>
                  <a:cubicBezTo>
                    <a:pt x="392425" y="242510"/>
                    <a:pt x="487918" y="132443"/>
                    <a:pt x="595844" y="77468"/>
                  </a:cubicBezTo>
                  <a:cubicBezTo>
                    <a:pt x="734266" y="6960"/>
                    <a:pt x="781863" y="0"/>
                    <a:pt x="1125580" y="0"/>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dirty="0">
                <a:solidFill>
                  <a:schemeClr val="lt1"/>
                </a:solidFill>
                <a:latin typeface="Calibri"/>
                <a:ea typeface="Calibri"/>
                <a:cs typeface="Calibri"/>
                <a:sym typeface="Calibri"/>
              </a:endParaRPr>
            </a:p>
          </p:txBody>
        </p:sp>
      </p:grpSp>
      <p:sp>
        <p:nvSpPr>
          <p:cNvPr id="84" name="Google Shape;84;p26"/>
          <p:cNvSpPr/>
          <p:nvPr/>
        </p:nvSpPr>
        <p:spPr>
          <a:xfrm>
            <a:off x="4528067" y="1949533"/>
            <a:ext cx="6446800" cy="2355600"/>
          </a:xfrm>
          <a:prstGeom prst="rect">
            <a:avLst/>
          </a:prstGeom>
          <a:noFill/>
          <a:ln>
            <a:noFill/>
          </a:ln>
        </p:spPr>
        <p:txBody>
          <a:bodyPr spcFirstLastPara="1" wrap="square" lIns="0" tIns="0" rIns="0" bIns="0" anchor="t" anchorCtr="0">
            <a:noAutofit/>
          </a:bodyPr>
          <a:lstStyle/>
          <a:p>
            <a:pPr marL="0" marR="0" lvl="0" indent="0" algn="l" rtl="0">
              <a:lnSpc>
                <a:spcPct val="200000"/>
              </a:lnSpc>
              <a:spcBef>
                <a:spcPts val="0"/>
              </a:spcBef>
              <a:spcAft>
                <a:spcPts val="0"/>
              </a:spcAft>
              <a:buClr>
                <a:schemeClr val="accent6"/>
              </a:buClr>
              <a:buSzPts val="1100"/>
              <a:buFont typeface="Trebuchet MS"/>
              <a:buNone/>
            </a:pPr>
            <a:r>
              <a:rPr lang="en-US" sz="1600" b="1" i="0" u="none" strike="noStrike" cap="none" dirty="0">
                <a:solidFill>
                  <a:schemeClr val="accent1"/>
                </a:solidFill>
                <a:latin typeface="Poppins"/>
                <a:ea typeface="Poppins"/>
                <a:cs typeface="Poppins"/>
                <a:sym typeface="Poppins"/>
              </a:rPr>
              <a:t>About Us</a:t>
            </a:r>
            <a:endParaRPr sz="1600" b="1" i="0" u="none" strike="noStrike" cap="none" dirty="0">
              <a:solidFill>
                <a:schemeClr val="accent1"/>
              </a:solidFill>
              <a:latin typeface="Poppins"/>
              <a:ea typeface="Poppins"/>
              <a:cs typeface="Poppins"/>
              <a:sym typeface="Poppins"/>
            </a:endParaRPr>
          </a:p>
          <a:p>
            <a:pPr marL="0" marR="0" lvl="0" indent="0" algn="l" rtl="0">
              <a:lnSpc>
                <a:spcPct val="115000"/>
              </a:lnSpc>
              <a:spcBef>
                <a:spcPts val="0"/>
              </a:spcBef>
              <a:spcAft>
                <a:spcPts val="0"/>
              </a:spcAft>
              <a:buClr>
                <a:schemeClr val="accent6"/>
              </a:buClr>
              <a:buSzPts val="900"/>
              <a:buFont typeface="Calibri"/>
              <a:buNone/>
            </a:pPr>
            <a:r>
              <a:rPr lang="en-US" sz="1333" b="0" i="0" u="none" strike="noStrike" cap="none" dirty="0">
                <a:solidFill>
                  <a:schemeClr val="lt1"/>
                </a:solidFill>
                <a:latin typeface="Calibri"/>
                <a:ea typeface="Calibri"/>
                <a:cs typeface="Calibri"/>
                <a:sym typeface="Calibri"/>
              </a:rPr>
              <a:t>Tiger Analytics is pioneering what AI and analytics can do to solve some of the toughest problems faced by organizations globally. We develop bespoke solutions powered by data and technology for several Fortune 500 companies. We have offices in multiple cities across the US, UK, India, and Singapore, and a substantial remote global workforce. </a:t>
            </a:r>
            <a:endParaRPr sz="1333" b="0" i="0" u="none" strike="noStrike" cap="none" dirty="0">
              <a:solidFill>
                <a:schemeClr val="lt1"/>
              </a:solidFill>
              <a:latin typeface="Calibri"/>
              <a:ea typeface="Calibri"/>
              <a:cs typeface="Calibri"/>
              <a:sym typeface="Calibri"/>
            </a:endParaRPr>
          </a:p>
          <a:p>
            <a:pPr marL="0" marR="0" lvl="0" indent="0" algn="l" rtl="0">
              <a:lnSpc>
                <a:spcPct val="115000"/>
              </a:lnSpc>
              <a:spcBef>
                <a:spcPts val="1333"/>
              </a:spcBef>
              <a:spcAft>
                <a:spcPts val="0"/>
              </a:spcAft>
              <a:buClr>
                <a:schemeClr val="accent6"/>
              </a:buClr>
              <a:buSzPts val="900"/>
              <a:buFont typeface="Calibri"/>
              <a:buNone/>
            </a:pPr>
            <a:r>
              <a:rPr lang="en-US" sz="1333" b="0" i="0" u="none" strike="noStrike" cap="none" dirty="0">
                <a:solidFill>
                  <a:schemeClr val="lt1"/>
                </a:solidFill>
                <a:latin typeface="Calibri"/>
                <a:ea typeface="Calibri"/>
                <a:cs typeface="Calibri"/>
                <a:sym typeface="Calibri"/>
              </a:rPr>
              <a:t>We have received multiple awards ranging from being recognized as a Leader by Forrester Research to being ranked among the fastest-growing tech companies by Inc. and Financial Times. We consistently feature in prestigious ‘Best Analytics Firms’ lists. </a:t>
            </a:r>
            <a:endParaRPr sz="1333" b="0" i="0" u="none" strike="noStrike" cap="none" dirty="0">
              <a:solidFill>
                <a:schemeClr val="lt1"/>
              </a:solidFill>
              <a:latin typeface="Calibri"/>
              <a:ea typeface="Calibri"/>
              <a:cs typeface="Calibri"/>
              <a:sym typeface="Calibri"/>
            </a:endParaRPr>
          </a:p>
        </p:txBody>
      </p:sp>
      <p:grpSp>
        <p:nvGrpSpPr>
          <p:cNvPr id="85" name="Google Shape;85;p26"/>
          <p:cNvGrpSpPr/>
          <p:nvPr/>
        </p:nvGrpSpPr>
        <p:grpSpPr>
          <a:xfrm rot="10800000">
            <a:off x="11180969" y="5860502"/>
            <a:ext cx="1011044" cy="1014501"/>
            <a:chOff x="1" y="1"/>
            <a:chExt cx="758283" cy="760876"/>
          </a:xfrm>
        </p:grpSpPr>
        <p:sp>
          <p:nvSpPr>
            <p:cNvPr id="86" name="Google Shape;86;p26"/>
            <p:cNvSpPr/>
            <p:nvPr/>
          </p:nvSpPr>
          <p:spPr>
            <a:xfrm>
              <a:off x="1" y="1"/>
              <a:ext cx="758283" cy="760876"/>
            </a:xfrm>
            <a:custGeom>
              <a:avLst/>
              <a:gdLst/>
              <a:ahLst/>
              <a:cxnLst/>
              <a:rect l="l" t="t" r="r" b="b"/>
              <a:pathLst>
                <a:path w="1011044" h="1014501" extrusionOk="0">
                  <a:moveTo>
                    <a:pt x="195109" y="993405"/>
                  </a:moveTo>
                  <a:lnTo>
                    <a:pt x="200634" y="994520"/>
                  </a:lnTo>
                  <a:lnTo>
                    <a:pt x="183296" y="997616"/>
                  </a:lnTo>
                  <a:lnTo>
                    <a:pt x="187163" y="995009"/>
                  </a:lnTo>
                  <a:cubicBezTo>
                    <a:pt x="189606" y="993976"/>
                    <a:pt x="192291" y="993405"/>
                    <a:pt x="195109" y="993405"/>
                  </a:cubicBezTo>
                  <a:close/>
                  <a:moveTo>
                    <a:pt x="146332" y="993405"/>
                  </a:moveTo>
                  <a:cubicBezTo>
                    <a:pt x="151969" y="993405"/>
                    <a:pt x="157072" y="995690"/>
                    <a:pt x="160766" y="999383"/>
                  </a:cubicBezTo>
                  <a:lnTo>
                    <a:pt x="161636" y="1001484"/>
                  </a:lnTo>
                  <a:lnTo>
                    <a:pt x="153987" y="1002850"/>
                  </a:lnTo>
                  <a:lnTo>
                    <a:pt x="129155" y="1006006"/>
                  </a:lnTo>
                  <a:lnTo>
                    <a:pt x="131898" y="999383"/>
                  </a:lnTo>
                  <a:cubicBezTo>
                    <a:pt x="135592" y="995690"/>
                    <a:pt x="140695" y="993405"/>
                    <a:pt x="146332" y="993405"/>
                  </a:cubicBezTo>
                  <a:close/>
                  <a:moveTo>
                    <a:pt x="97555" y="993405"/>
                  </a:moveTo>
                  <a:cubicBezTo>
                    <a:pt x="103192" y="993405"/>
                    <a:pt x="108295" y="995690"/>
                    <a:pt x="111989" y="999383"/>
                  </a:cubicBezTo>
                  <a:lnTo>
                    <a:pt x="115453" y="1007747"/>
                  </a:lnTo>
                  <a:lnTo>
                    <a:pt x="103384" y="1009281"/>
                  </a:lnTo>
                  <a:lnTo>
                    <a:pt x="78229" y="1011193"/>
                  </a:lnTo>
                  <a:lnTo>
                    <a:pt x="83121" y="999383"/>
                  </a:lnTo>
                  <a:cubicBezTo>
                    <a:pt x="86815" y="995690"/>
                    <a:pt x="91918" y="993405"/>
                    <a:pt x="97555" y="993405"/>
                  </a:cubicBezTo>
                  <a:close/>
                  <a:moveTo>
                    <a:pt x="48778" y="993405"/>
                  </a:moveTo>
                  <a:cubicBezTo>
                    <a:pt x="54415" y="993405"/>
                    <a:pt x="59518" y="995690"/>
                    <a:pt x="63212" y="999383"/>
                  </a:cubicBezTo>
                  <a:lnTo>
                    <a:pt x="68413" y="1011940"/>
                  </a:lnTo>
                  <a:lnTo>
                    <a:pt x="52033" y="1013185"/>
                  </a:lnTo>
                  <a:lnTo>
                    <a:pt x="28379" y="1013783"/>
                  </a:lnTo>
                  <a:lnTo>
                    <a:pt x="34344" y="999383"/>
                  </a:lnTo>
                  <a:cubicBezTo>
                    <a:pt x="38038" y="995690"/>
                    <a:pt x="43141" y="993405"/>
                    <a:pt x="48778" y="993405"/>
                  </a:cubicBezTo>
                  <a:close/>
                  <a:moveTo>
                    <a:pt x="2" y="993405"/>
                  </a:moveTo>
                  <a:cubicBezTo>
                    <a:pt x="11275" y="993405"/>
                    <a:pt x="20414" y="1002544"/>
                    <a:pt x="20414" y="1013818"/>
                  </a:cubicBezTo>
                  <a:lnTo>
                    <a:pt x="20344" y="1013987"/>
                  </a:lnTo>
                  <a:lnTo>
                    <a:pt x="0" y="1014501"/>
                  </a:lnTo>
                  <a:lnTo>
                    <a:pt x="0" y="993406"/>
                  </a:lnTo>
                  <a:close/>
                  <a:moveTo>
                    <a:pt x="341440" y="939317"/>
                  </a:moveTo>
                  <a:cubicBezTo>
                    <a:pt x="347077" y="939317"/>
                    <a:pt x="352180" y="941602"/>
                    <a:pt x="355875" y="945296"/>
                  </a:cubicBezTo>
                  <a:lnTo>
                    <a:pt x="357150" y="948375"/>
                  </a:lnTo>
                  <a:lnTo>
                    <a:pt x="321699" y="961350"/>
                  </a:lnTo>
                  <a:lnTo>
                    <a:pt x="321028" y="959730"/>
                  </a:lnTo>
                  <a:cubicBezTo>
                    <a:pt x="321028" y="948456"/>
                    <a:pt x="330166" y="939317"/>
                    <a:pt x="341440" y="939317"/>
                  </a:cubicBezTo>
                  <a:close/>
                  <a:moveTo>
                    <a:pt x="292663" y="939317"/>
                  </a:moveTo>
                  <a:cubicBezTo>
                    <a:pt x="303937" y="939317"/>
                    <a:pt x="313076" y="948456"/>
                    <a:pt x="313076" y="959730"/>
                  </a:cubicBezTo>
                  <a:lnTo>
                    <a:pt x="310744" y="965360"/>
                  </a:lnTo>
                  <a:lnTo>
                    <a:pt x="300683" y="969042"/>
                  </a:lnTo>
                  <a:lnTo>
                    <a:pt x="279538" y="975046"/>
                  </a:lnTo>
                  <a:lnTo>
                    <a:pt x="278229" y="974164"/>
                  </a:lnTo>
                  <a:cubicBezTo>
                    <a:pt x="274535" y="970470"/>
                    <a:pt x="272251" y="965367"/>
                    <a:pt x="272251" y="959730"/>
                  </a:cubicBezTo>
                  <a:cubicBezTo>
                    <a:pt x="272251" y="948456"/>
                    <a:pt x="281389" y="939317"/>
                    <a:pt x="292663" y="939317"/>
                  </a:cubicBezTo>
                  <a:close/>
                  <a:moveTo>
                    <a:pt x="243886" y="939317"/>
                  </a:moveTo>
                  <a:cubicBezTo>
                    <a:pt x="255160" y="939317"/>
                    <a:pt x="264299" y="948456"/>
                    <a:pt x="264299" y="959730"/>
                  </a:cubicBezTo>
                  <a:cubicBezTo>
                    <a:pt x="264299" y="971004"/>
                    <a:pt x="255160" y="980143"/>
                    <a:pt x="243886" y="980143"/>
                  </a:cubicBezTo>
                  <a:cubicBezTo>
                    <a:pt x="232612" y="980143"/>
                    <a:pt x="223473" y="971004"/>
                    <a:pt x="223473" y="959730"/>
                  </a:cubicBezTo>
                  <a:cubicBezTo>
                    <a:pt x="223473" y="948456"/>
                    <a:pt x="232612" y="939317"/>
                    <a:pt x="243886" y="939317"/>
                  </a:cubicBezTo>
                  <a:close/>
                  <a:moveTo>
                    <a:pt x="195109" y="939317"/>
                  </a:moveTo>
                  <a:cubicBezTo>
                    <a:pt x="206383" y="939317"/>
                    <a:pt x="215522" y="948456"/>
                    <a:pt x="215522" y="959730"/>
                  </a:cubicBezTo>
                  <a:cubicBezTo>
                    <a:pt x="215522" y="971004"/>
                    <a:pt x="206383" y="980143"/>
                    <a:pt x="195109" y="980143"/>
                  </a:cubicBezTo>
                  <a:cubicBezTo>
                    <a:pt x="183835" y="980143"/>
                    <a:pt x="174696" y="971004"/>
                    <a:pt x="174696" y="959730"/>
                  </a:cubicBezTo>
                  <a:cubicBezTo>
                    <a:pt x="174696" y="948456"/>
                    <a:pt x="183835" y="939317"/>
                    <a:pt x="195109" y="939317"/>
                  </a:cubicBezTo>
                  <a:close/>
                  <a:moveTo>
                    <a:pt x="146332" y="939317"/>
                  </a:moveTo>
                  <a:cubicBezTo>
                    <a:pt x="157606" y="939317"/>
                    <a:pt x="166745" y="948456"/>
                    <a:pt x="166745" y="959730"/>
                  </a:cubicBezTo>
                  <a:cubicBezTo>
                    <a:pt x="166745" y="971004"/>
                    <a:pt x="157606" y="980143"/>
                    <a:pt x="146332" y="980143"/>
                  </a:cubicBezTo>
                  <a:cubicBezTo>
                    <a:pt x="135058" y="980143"/>
                    <a:pt x="125919" y="971004"/>
                    <a:pt x="125919" y="959730"/>
                  </a:cubicBezTo>
                  <a:cubicBezTo>
                    <a:pt x="125919" y="948456"/>
                    <a:pt x="135058" y="939317"/>
                    <a:pt x="146332" y="939317"/>
                  </a:cubicBezTo>
                  <a:close/>
                  <a:moveTo>
                    <a:pt x="97555" y="939317"/>
                  </a:moveTo>
                  <a:cubicBezTo>
                    <a:pt x="108829" y="939317"/>
                    <a:pt x="117968" y="948456"/>
                    <a:pt x="117968" y="959730"/>
                  </a:cubicBezTo>
                  <a:cubicBezTo>
                    <a:pt x="117968" y="971004"/>
                    <a:pt x="108829" y="980143"/>
                    <a:pt x="97555" y="980143"/>
                  </a:cubicBezTo>
                  <a:cubicBezTo>
                    <a:pt x="86281" y="980143"/>
                    <a:pt x="77142" y="971004"/>
                    <a:pt x="77142" y="959730"/>
                  </a:cubicBezTo>
                  <a:cubicBezTo>
                    <a:pt x="77142" y="948456"/>
                    <a:pt x="86281" y="939317"/>
                    <a:pt x="97555" y="939317"/>
                  </a:cubicBezTo>
                  <a:close/>
                  <a:moveTo>
                    <a:pt x="48778" y="939317"/>
                  </a:moveTo>
                  <a:cubicBezTo>
                    <a:pt x="60052" y="939317"/>
                    <a:pt x="69191" y="948456"/>
                    <a:pt x="69191" y="959730"/>
                  </a:cubicBezTo>
                  <a:cubicBezTo>
                    <a:pt x="69191" y="971004"/>
                    <a:pt x="60052" y="980143"/>
                    <a:pt x="48778" y="980143"/>
                  </a:cubicBezTo>
                  <a:cubicBezTo>
                    <a:pt x="37504" y="980143"/>
                    <a:pt x="28365" y="971004"/>
                    <a:pt x="28365" y="959730"/>
                  </a:cubicBezTo>
                  <a:cubicBezTo>
                    <a:pt x="28365" y="948456"/>
                    <a:pt x="37504" y="939317"/>
                    <a:pt x="48778" y="939317"/>
                  </a:cubicBezTo>
                  <a:close/>
                  <a:moveTo>
                    <a:pt x="2" y="939317"/>
                  </a:moveTo>
                  <a:cubicBezTo>
                    <a:pt x="11275" y="939317"/>
                    <a:pt x="20414" y="948456"/>
                    <a:pt x="20414" y="959730"/>
                  </a:cubicBezTo>
                  <a:cubicBezTo>
                    <a:pt x="20414" y="971004"/>
                    <a:pt x="11275" y="980143"/>
                    <a:pt x="2" y="980143"/>
                  </a:cubicBezTo>
                  <a:lnTo>
                    <a:pt x="0" y="980142"/>
                  </a:lnTo>
                  <a:lnTo>
                    <a:pt x="0" y="939318"/>
                  </a:lnTo>
                  <a:close/>
                  <a:moveTo>
                    <a:pt x="487772" y="885231"/>
                  </a:moveTo>
                  <a:lnTo>
                    <a:pt x="492351" y="886155"/>
                  </a:lnTo>
                  <a:lnTo>
                    <a:pt x="481971" y="892462"/>
                  </a:lnTo>
                  <a:lnTo>
                    <a:pt x="470537" y="897969"/>
                  </a:lnTo>
                  <a:lnTo>
                    <a:pt x="473337" y="891210"/>
                  </a:lnTo>
                  <a:cubicBezTo>
                    <a:pt x="477032" y="887516"/>
                    <a:pt x="482135" y="885231"/>
                    <a:pt x="487772" y="885231"/>
                  </a:cubicBezTo>
                  <a:close/>
                  <a:moveTo>
                    <a:pt x="438994" y="885231"/>
                  </a:moveTo>
                  <a:cubicBezTo>
                    <a:pt x="444631" y="885231"/>
                    <a:pt x="449734" y="887516"/>
                    <a:pt x="453429" y="891210"/>
                  </a:cubicBezTo>
                  <a:lnTo>
                    <a:pt x="458609" y="903716"/>
                  </a:lnTo>
                  <a:lnTo>
                    <a:pt x="424595" y="920101"/>
                  </a:lnTo>
                  <a:lnTo>
                    <a:pt x="424560" y="920078"/>
                  </a:lnTo>
                  <a:cubicBezTo>
                    <a:pt x="420867" y="916384"/>
                    <a:pt x="418582" y="911281"/>
                    <a:pt x="418582" y="905644"/>
                  </a:cubicBezTo>
                  <a:cubicBezTo>
                    <a:pt x="418582" y="894370"/>
                    <a:pt x="427721" y="885231"/>
                    <a:pt x="438994" y="885231"/>
                  </a:cubicBezTo>
                  <a:close/>
                  <a:moveTo>
                    <a:pt x="390217" y="885231"/>
                  </a:moveTo>
                  <a:cubicBezTo>
                    <a:pt x="401491" y="885231"/>
                    <a:pt x="410630" y="894370"/>
                    <a:pt x="410630" y="905644"/>
                  </a:cubicBezTo>
                  <a:cubicBezTo>
                    <a:pt x="410630" y="916917"/>
                    <a:pt x="401491" y="926056"/>
                    <a:pt x="390217" y="926056"/>
                  </a:cubicBezTo>
                  <a:cubicBezTo>
                    <a:pt x="378944" y="926056"/>
                    <a:pt x="369805" y="916917"/>
                    <a:pt x="369805" y="905644"/>
                  </a:cubicBezTo>
                  <a:cubicBezTo>
                    <a:pt x="369805" y="894370"/>
                    <a:pt x="378944" y="885231"/>
                    <a:pt x="390217" y="885231"/>
                  </a:cubicBezTo>
                  <a:close/>
                  <a:moveTo>
                    <a:pt x="341440" y="885231"/>
                  </a:moveTo>
                  <a:cubicBezTo>
                    <a:pt x="352714" y="885231"/>
                    <a:pt x="361853" y="894370"/>
                    <a:pt x="361853" y="905644"/>
                  </a:cubicBezTo>
                  <a:cubicBezTo>
                    <a:pt x="361853" y="916917"/>
                    <a:pt x="352714" y="926056"/>
                    <a:pt x="341440" y="926056"/>
                  </a:cubicBezTo>
                  <a:cubicBezTo>
                    <a:pt x="330166" y="926056"/>
                    <a:pt x="321028" y="916917"/>
                    <a:pt x="321028" y="905644"/>
                  </a:cubicBezTo>
                  <a:cubicBezTo>
                    <a:pt x="321028" y="894370"/>
                    <a:pt x="330166" y="885231"/>
                    <a:pt x="341440" y="885231"/>
                  </a:cubicBezTo>
                  <a:close/>
                  <a:moveTo>
                    <a:pt x="292663" y="885231"/>
                  </a:moveTo>
                  <a:cubicBezTo>
                    <a:pt x="303937" y="885231"/>
                    <a:pt x="313076" y="894370"/>
                    <a:pt x="313076" y="905644"/>
                  </a:cubicBezTo>
                  <a:cubicBezTo>
                    <a:pt x="313076" y="916917"/>
                    <a:pt x="303937" y="926056"/>
                    <a:pt x="292663" y="926056"/>
                  </a:cubicBezTo>
                  <a:cubicBezTo>
                    <a:pt x="281389" y="926056"/>
                    <a:pt x="272251" y="916917"/>
                    <a:pt x="272251" y="905644"/>
                  </a:cubicBezTo>
                  <a:cubicBezTo>
                    <a:pt x="272251" y="894370"/>
                    <a:pt x="281389" y="885231"/>
                    <a:pt x="292663" y="885231"/>
                  </a:cubicBezTo>
                  <a:close/>
                  <a:moveTo>
                    <a:pt x="243886" y="885231"/>
                  </a:moveTo>
                  <a:cubicBezTo>
                    <a:pt x="255160" y="885231"/>
                    <a:pt x="264299" y="894370"/>
                    <a:pt x="264299" y="905644"/>
                  </a:cubicBezTo>
                  <a:cubicBezTo>
                    <a:pt x="264299" y="916917"/>
                    <a:pt x="255160" y="926056"/>
                    <a:pt x="243886" y="926056"/>
                  </a:cubicBezTo>
                  <a:cubicBezTo>
                    <a:pt x="232612" y="926056"/>
                    <a:pt x="223473" y="916917"/>
                    <a:pt x="223473" y="905644"/>
                  </a:cubicBezTo>
                  <a:cubicBezTo>
                    <a:pt x="223473" y="894370"/>
                    <a:pt x="232612" y="885231"/>
                    <a:pt x="243886" y="885231"/>
                  </a:cubicBezTo>
                  <a:close/>
                  <a:moveTo>
                    <a:pt x="195109" y="885231"/>
                  </a:moveTo>
                  <a:cubicBezTo>
                    <a:pt x="206383" y="885231"/>
                    <a:pt x="215522" y="894370"/>
                    <a:pt x="215522" y="905644"/>
                  </a:cubicBezTo>
                  <a:cubicBezTo>
                    <a:pt x="215522" y="916917"/>
                    <a:pt x="206383" y="926056"/>
                    <a:pt x="195109" y="926056"/>
                  </a:cubicBezTo>
                  <a:cubicBezTo>
                    <a:pt x="183835" y="926056"/>
                    <a:pt x="174696" y="916917"/>
                    <a:pt x="174696" y="905644"/>
                  </a:cubicBezTo>
                  <a:cubicBezTo>
                    <a:pt x="174696" y="894370"/>
                    <a:pt x="183835" y="885231"/>
                    <a:pt x="195109" y="885231"/>
                  </a:cubicBezTo>
                  <a:close/>
                  <a:moveTo>
                    <a:pt x="146332" y="885231"/>
                  </a:moveTo>
                  <a:cubicBezTo>
                    <a:pt x="157606" y="885231"/>
                    <a:pt x="166745" y="894370"/>
                    <a:pt x="166745" y="905644"/>
                  </a:cubicBezTo>
                  <a:cubicBezTo>
                    <a:pt x="166745" y="916917"/>
                    <a:pt x="157606" y="926056"/>
                    <a:pt x="146332" y="926056"/>
                  </a:cubicBezTo>
                  <a:cubicBezTo>
                    <a:pt x="135058" y="926056"/>
                    <a:pt x="125919" y="916917"/>
                    <a:pt x="125919" y="905644"/>
                  </a:cubicBezTo>
                  <a:cubicBezTo>
                    <a:pt x="125919" y="894370"/>
                    <a:pt x="135058" y="885231"/>
                    <a:pt x="146332" y="885231"/>
                  </a:cubicBezTo>
                  <a:close/>
                  <a:moveTo>
                    <a:pt x="97555" y="885231"/>
                  </a:moveTo>
                  <a:cubicBezTo>
                    <a:pt x="108829" y="885231"/>
                    <a:pt x="117968" y="894370"/>
                    <a:pt x="117968" y="905644"/>
                  </a:cubicBezTo>
                  <a:cubicBezTo>
                    <a:pt x="117968" y="916917"/>
                    <a:pt x="108829" y="926056"/>
                    <a:pt x="97555" y="926056"/>
                  </a:cubicBezTo>
                  <a:cubicBezTo>
                    <a:pt x="86281" y="926056"/>
                    <a:pt x="77142" y="916917"/>
                    <a:pt x="77142" y="905644"/>
                  </a:cubicBezTo>
                  <a:cubicBezTo>
                    <a:pt x="77142" y="894370"/>
                    <a:pt x="86281" y="885231"/>
                    <a:pt x="97555" y="885231"/>
                  </a:cubicBezTo>
                  <a:close/>
                  <a:moveTo>
                    <a:pt x="48778" y="885231"/>
                  </a:moveTo>
                  <a:cubicBezTo>
                    <a:pt x="60052" y="885231"/>
                    <a:pt x="69191" y="894370"/>
                    <a:pt x="69191" y="905644"/>
                  </a:cubicBezTo>
                  <a:cubicBezTo>
                    <a:pt x="69191" y="916917"/>
                    <a:pt x="60052" y="926056"/>
                    <a:pt x="48778" y="926056"/>
                  </a:cubicBezTo>
                  <a:cubicBezTo>
                    <a:pt x="37504" y="926056"/>
                    <a:pt x="28365" y="916917"/>
                    <a:pt x="28365" y="905644"/>
                  </a:cubicBezTo>
                  <a:cubicBezTo>
                    <a:pt x="28365" y="894370"/>
                    <a:pt x="37504" y="885231"/>
                    <a:pt x="48778" y="885231"/>
                  </a:cubicBezTo>
                  <a:close/>
                  <a:moveTo>
                    <a:pt x="2" y="885231"/>
                  </a:moveTo>
                  <a:cubicBezTo>
                    <a:pt x="11275" y="885231"/>
                    <a:pt x="20414" y="894370"/>
                    <a:pt x="20414" y="905644"/>
                  </a:cubicBezTo>
                  <a:cubicBezTo>
                    <a:pt x="20414" y="916917"/>
                    <a:pt x="11275" y="926056"/>
                    <a:pt x="2" y="926056"/>
                  </a:cubicBezTo>
                  <a:lnTo>
                    <a:pt x="0" y="926055"/>
                  </a:lnTo>
                  <a:lnTo>
                    <a:pt x="0" y="885232"/>
                  </a:lnTo>
                  <a:close/>
                  <a:moveTo>
                    <a:pt x="577493" y="832726"/>
                  </a:moveTo>
                  <a:lnTo>
                    <a:pt x="570568" y="837904"/>
                  </a:lnTo>
                  <a:lnTo>
                    <a:pt x="570892" y="837123"/>
                  </a:lnTo>
                  <a:cubicBezTo>
                    <a:pt x="572738" y="835276"/>
                    <a:pt x="574938" y="833782"/>
                    <a:pt x="577380" y="832749"/>
                  </a:cubicBezTo>
                  <a:close/>
                  <a:moveTo>
                    <a:pt x="536549" y="831145"/>
                  </a:moveTo>
                  <a:cubicBezTo>
                    <a:pt x="542186" y="831145"/>
                    <a:pt x="547289" y="833430"/>
                    <a:pt x="550983" y="837123"/>
                  </a:cubicBezTo>
                  <a:lnTo>
                    <a:pt x="555421" y="847839"/>
                  </a:lnTo>
                  <a:lnTo>
                    <a:pt x="523739" y="867087"/>
                  </a:lnTo>
                  <a:lnTo>
                    <a:pt x="522114" y="865992"/>
                  </a:lnTo>
                  <a:cubicBezTo>
                    <a:pt x="518421" y="862298"/>
                    <a:pt x="516136" y="857194"/>
                    <a:pt x="516136" y="851558"/>
                  </a:cubicBezTo>
                  <a:cubicBezTo>
                    <a:pt x="516136" y="840284"/>
                    <a:pt x="525275" y="831145"/>
                    <a:pt x="536549" y="831145"/>
                  </a:cubicBezTo>
                  <a:close/>
                  <a:moveTo>
                    <a:pt x="487772" y="831145"/>
                  </a:moveTo>
                  <a:cubicBezTo>
                    <a:pt x="499045" y="831145"/>
                    <a:pt x="508184" y="840284"/>
                    <a:pt x="508184" y="851558"/>
                  </a:cubicBezTo>
                  <a:cubicBezTo>
                    <a:pt x="508184" y="862831"/>
                    <a:pt x="499045" y="871970"/>
                    <a:pt x="487772" y="871970"/>
                  </a:cubicBezTo>
                  <a:cubicBezTo>
                    <a:pt x="476498" y="871970"/>
                    <a:pt x="467359" y="862831"/>
                    <a:pt x="467359" y="851558"/>
                  </a:cubicBezTo>
                  <a:cubicBezTo>
                    <a:pt x="467359" y="840284"/>
                    <a:pt x="476498" y="831145"/>
                    <a:pt x="487772" y="831145"/>
                  </a:cubicBezTo>
                  <a:close/>
                  <a:moveTo>
                    <a:pt x="438994" y="831145"/>
                  </a:moveTo>
                  <a:cubicBezTo>
                    <a:pt x="450268" y="831145"/>
                    <a:pt x="459407" y="840284"/>
                    <a:pt x="459407" y="851558"/>
                  </a:cubicBezTo>
                  <a:cubicBezTo>
                    <a:pt x="459407" y="862831"/>
                    <a:pt x="450268" y="871970"/>
                    <a:pt x="438994" y="871970"/>
                  </a:cubicBezTo>
                  <a:cubicBezTo>
                    <a:pt x="427721" y="871970"/>
                    <a:pt x="418582" y="862831"/>
                    <a:pt x="418582" y="851558"/>
                  </a:cubicBezTo>
                  <a:cubicBezTo>
                    <a:pt x="418582" y="840284"/>
                    <a:pt x="427721" y="831145"/>
                    <a:pt x="438994" y="831145"/>
                  </a:cubicBezTo>
                  <a:close/>
                  <a:moveTo>
                    <a:pt x="390217" y="831145"/>
                  </a:moveTo>
                  <a:cubicBezTo>
                    <a:pt x="401491" y="831145"/>
                    <a:pt x="410630" y="840284"/>
                    <a:pt x="410630" y="851558"/>
                  </a:cubicBezTo>
                  <a:cubicBezTo>
                    <a:pt x="410630" y="862831"/>
                    <a:pt x="401491" y="871970"/>
                    <a:pt x="390217" y="871970"/>
                  </a:cubicBezTo>
                  <a:cubicBezTo>
                    <a:pt x="378944" y="871970"/>
                    <a:pt x="369805" y="862831"/>
                    <a:pt x="369805" y="851558"/>
                  </a:cubicBezTo>
                  <a:cubicBezTo>
                    <a:pt x="369805" y="840284"/>
                    <a:pt x="378944" y="831145"/>
                    <a:pt x="390217" y="831145"/>
                  </a:cubicBezTo>
                  <a:close/>
                  <a:moveTo>
                    <a:pt x="341440" y="831145"/>
                  </a:moveTo>
                  <a:cubicBezTo>
                    <a:pt x="352714" y="831145"/>
                    <a:pt x="361853" y="840284"/>
                    <a:pt x="361853" y="851558"/>
                  </a:cubicBezTo>
                  <a:cubicBezTo>
                    <a:pt x="361853" y="862831"/>
                    <a:pt x="352714" y="871970"/>
                    <a:pt x="341440" y="871970"/>
                  </a:cubicBezTo>
                  <a:cubicBezTo>
                    <a:pt x="330166" y="871970"/>
                    <a:pt x="321028" y="862831"/>
                    <a:pt x="321028" y="851558"/>
                  </a:cubicBezTo>
                  <a:cubicBezTo>
                    <a:pt x="321028" y="840284"/>
                    <a:pt x="330166" y="831145"/>
                    <a:pt x="341440" y="831145"/>
                  </a:cubicBezTo>
                  <a:close/>
                  <a:moveTo>
                    <a:pt x="292663" y="831145"/>
                  </a:moveTo>
                  <a:cubicBezTo>
                    <a:pt x="303937" y="831145"/>
                    <a:pt x="313076" y="840284"/>
                    <a:pt x="313076" y="851558"/>
                  </a:cubicBezTo>
                  <a:cubicBezTo>
                    <a:pt x="313076" y="862831"/>
                    <a:pt x="303937" y="871970"/>
                    <a:pt x="292663" y="871970"/>
                  </a:cubicBezTo>
                  <a:cubicBezTo>
                    <a:pt x="281389" y="871970"/>
                    <a:pt x="272251" y="862831"/>
                    <a:pt x="272251" y="851558"/>
                  </a:cubicBezTo>
                  <a:cubicBezTo>
                    <a:pt x="272251" y="840284"/>
                    <a:pt x="281389" y="831145"/>
                    <a:pt x="292663" y="831145"/>
                  </a:cubicBezTo>
                  <a:close/>
                  <a:moveTo>
                    <a:pt x="243886" y="831145"/>
                  </a:moveTo>
                  <a:cubicBezTo>
                    <a:pt x="255160" y="831145"/>
                    <a:pt x="264299" y="840284"/>
                    <a:pt x="264299" y="851558"/>
                  </a:cubicBezTo>
                  <a:cubicBezTo>
                    <a:pt x="264299" y="862831"/>
                    <a:pt x="255160" y="871970"/>
                    <a:pt x="243886" y="871970"/>
                  </a:cubicBezTo>
                  <a:cubicBezTo>
                    <a:pt x="232612" y="871970"/>
                    <a:pt x="223473" y="862831"/>
                    <a:pt x="223473" y="851558"/>
                  </a:cubicBezTo>
                  <a:cubicBezTo>
                    <a:pt x="223473" y="840284"/>
                    <a:pt x="232612" y="831145"/>
                    <a:pt x="243886" y="831145"/>
                  </a:cubicBezTo>
                  <a:close/>
                  <a:moveTo>
                    <a:pt x="195109" y="831145"/>
                  </a:moveTo>
                  <a:cubicBezTo>
                    <a:pt x="206383" y="831145"/>
                    <a:pt x="215522" y="840284"/>
                    <a:pt x="215522" y="851558"/>
                  </a:cubicBezTo>
                  <a:cubicBezTo>
                    <a:pt x="215522" y="862831"/>
                    <a:pt x="206383" y="871970"/>
                    <a:pt x="195109" y="871970"/>
                  </a:cubicBezTo>
                  <a:cubicBezTo>
                    <a:pt x="183835" y="871970"/>
                    <a:pt x="174696" y="862831"/>
                    <a:pt x="174696" y="851558"/>
                  </a:cubicBezTo>
                  <a:cubicBezTo>
                    <a:pt x="174696" y="840284"/>
                    <a:pt x="183835" y="831145"/>
                    <a:pt x="195109" y="831145"/>
                  </a:cubicBezTo>
                  <a:close/>
                  <a:moveTo>
                    <a:pt x="146332" y="831145"/>
                  </a:moveTo>
                  <a:cubicBezTo>
                    <a:pt x="157606" y="831145"/>
                    <a:pt x="166745" y="840284"/>
                    <a:pt x="166745" y="851558"/>
                  </a:cubicBezTo>
                  <a:cubicBezTo>
                    <a:pt x="166745" y="862831"/>
                    <a:pt x="157606" y="871970"/>
                    <a:pt x="146332" y="871970"/>
                  </a:cubicBezTo>
                  <a:cubicBezTo>
                    <a:pt x="135058" y="871970"/>
                    <a:pt x="125919" y="862831"/>
                    <a:pt x="125919" y="851558"/>
                  </a:cubicBezTo>
                  <a:cubicBezTo>
                    <a:pt x="125919" y="840284"/>
                    <a:pt x="135058" y="831145"/>
                    <a:pt x="146332" y="831145"/>
                  </a:cubicBezTo>
                  <a:close/>
                  <a:moveTo>
                    <a:pt x="97555" y="831145"/>
                  </a:moveTo>
                  <a:cubicBezTo>
                    <a:pt x="108829" y="831145"/>
                    <a:pt x="117968" y="840284"/>
                    <a:pt x="117968" y="851558"/>
                  </a:cubicBezTo>
                  <a:cubicBezTo>
                    <a:pt x="117968" y="862831"/>
                    <a:pt x="108829" y="871970"/>
                    <a:pt x="97555" y="871970"/>
                  </a:cubicBezTo>
                  <a:cubicBezTo>
                    <a:pt x="86281" y="871970"/>
                    <a:pt x="77142" y="862831"/>
                    <a:pt x="77142" y="851558"/>
                  </a:cubicBezTo>
                  <a:cubicBezTo>
                    <a:pt x="77142" y="840284"/>
                    <a:pt x="86281" y="831145"/>
                    <a:pt x="97555" y="831145"/>
                  </a:cubicBezTo>
                  <a:close/>
                  <a:moveTo>
                    <a:pt x="48778" y="831145"/>
                  </a:moveTo>
                  <a:cubicBezTo>
                    <a:pt x="60052" y="831145"/>
                    <a:pt x="69191" y="840284"/>
                    <a:pt x="69191" y="851558"/>
                  </a:cubicBezTo>
                  <a:cubicBezTo>
                    <a:pt x="69191" y="862831"/>
                    <a:pt x="60052" y="871970"/>
                    <a:pt x="48778" y="871970"/>
                  </a:cubicBezTo>
                  <a:cubicBezTo>
                    <a:pt x="37504" y="871970"/>
                    <a:pt x="28365" y="862831"/>
                    <a:pt x="28365" y="851558"/>
                  </a:cubicBezTo>
                  <a:cubicBezTo>
                    <a:pt x="28365" y="840284"/>
                    <a:pt x="37504" y="831145"/>
                    <a:pt x="48778" y="831145"/>
                  </a:cubicBezTo>
                  <a:close/>
                  <a:moveTo>
                    <a:pt x="2" y="831145"/>
                  </a:moveTo>
                  <a:cubicBezTo>
                    <a:pt x="11275" y="831145"/>
                    <a:pt x="20414" y="840284"/>
                    <a:pt x="20414" y="851558"/>
                  </a:cubicBezTo>
                  <a:cubicBezTo>
                    <a:pt x="20414" y="862831"/>
                    <a:pt x="11275" y="871970"/>
                    <a:pt x="2" y="871970"/>
                  </a:cubicBezTo>
                  <a:lnTo>
                    <a:pt x="0" y="871969"/>
                  </a:lnTo>
                  <a:lnTo>
                    <a:pt x="0" y="831146"/>
                  </a:lnTo>
                  <a:close/>
                  <a:moveTo>
                    <a:pt x="634103" y="777059"/>
                  </a:moveTo>
                  <a:cubicBezTo>
                    <a:pt x="636921" y="777059"/>
                    <a:pt x="639606" y="777630"/>
                    <a:pt x="642049" y="778663"/>
                  </a:cubicBezTo>
                  <a:lnTo>
                    <a:pt x="645821" y="781206"/>
                  </a:lnTo>
                  <a:lnTo>
                    <a:pt x="643181" y="783605"/>
                  </a:lnTo>
                  <a:lnTo>
                    <a:pt x="616279" y="803722"/>
                  </a:lnTo>
                  <a:lnTo>
                    <a:pt x="613690" y="797471"/>
                  </a:lnTo>
                  <a:cubicBezTo>
                    <a:pt x="613690" y="786198"/>
                    <a:pt x="622829" y="777059"/>
                    <a:pt x="634103" y="777059"/>
                  </a:cubicBezTo>
                  <a:close/>
                  <a:moveTo>
                    <a:pt x="585326" y="777059"/>
                  </a:moveTo>
                  <a:cubicBezTo>
                    <a:pt x="596599" y="777059"/>
                    <a:pt x="605738" y="786198"/>
                    <a:pt x="605738" y="797471"/>
                  </a:cubicBezTo>
                  <a:cubicBezTo>
                    <a:pt x="605738" y="808745"/>
                    <a:pt x="596599" y="817884"/>
                    <a:pt x="585326" y="817884"/>
                  </a:cubicBezTo>
                  <a:cubicBezTo>
                    <a:pt x="574052" y="817884"/>
                    <a:pt x="564913" y="808745"/>
                    <a:pt x="564913" y="797471"/>
                  </a:cubicBezTo>
                  <a:cubicBezTo>
                    <a:pt x="564913" y="786198"/>
                    <a:pt x="574052" y="777059"/>
                    <a:pt x="585326" y="777059"/>
                  </a:cubicBezTo>
                  <a:close/>
                  <a:moveTo>
                    <a:pt x="536549" y="777059"/>
                  </a:moveTo>
                  <a:cubicBezTo>
                    <a:pt x="547822" y="777059"/>
                    <a:pt x="556961" y="786198"/>
                    <a:pt x="556961" y="797471"/>
                  </a:cubicBezTo>
                  <a:cubicBezTo>
                    <a:pt x="556961" y="808745"/>
                    <a:pt x="547822" y="817884"/>
                    <a:pt x="536549" y="817884"/>
                  </a:cubicBezTo>
                  <a:cubicBezTo>
                    <a:pt x="525275" y="817884"/>
                    <a:pt x="516136" y="808745"/>
                    <a:pt x="516136" y="797471"/>
                  </a:cubicBezTo>
                  <a:cubicBezTo>
                    <a:pt x="516136" y="786198"/>
                    <a:pt x="525275" y="777059"/>
                    <a:pt x="536549" y="777059"/>
                  </a:cubicBezTo>
                  <a:close/>
                  <a:moveTo>
                    <a:pt x="487772" y="777059"/>
                  </a:moveTo>
                  <a:cubicBezTo>
                    <a:pt x="499045" y="777059"/>
                    <a:pt x="508184" y="786198"/>
                    <a:pt x="508184" y="797471"/>
                  </a:cubicBezTo>
                  <a:cubicBezTo>
                    <a:pt x="508184" y="808745"/>
                    <a:pt x="499045" y="817884"/>
                    <a:pt x="487772" y="817884"/>
                  </a:cubicBezTo>
                  <a:cubicBezTo>
                    <a:pt x="476498" y="817884"/>
                    <a:pt x="467359" y="808745"/>
                    <a:pt x="467359" y="797471"/>
                  </a:cubicBezTo>
                  <a:cubicBezTo>
                    <a:pt x="467359" y="786198"/>
                    <a:pt x="476498" y="777059"/>
                    <a:pt x="487772" y="777059"/>
                  </a:cubicBezTo>
                  <a:close/>
                  <a:moveTo>
                    <a:pt x="438994" y="777059"/>
                  </a:moveTo>
                  <a:cubicBezTo>
                    <a:pt x="450268" y="777059"/>
                    <a:pt x="459407" y="786198"/>
                    <a:pt x="459407" y="797471"/>
                  </a:cubicBezTo>
                  <a:cubicBezTo>
                    <a:pt x="459407" y="808745"/>
                    <a:pt x="450268" y="817884"/>
                    <a:pt x="438994" y="817884"/>
                  </a:cubicBezTo>
                  <a:cubicBezTo>
                    <a:pt x="427721" y="817884"/>
                    <a:pt x="418582" y="808745"/>
                    <a:pt x="418582" y="797471"/>
                  </a:cubicBezTo>
                  <a:cubicBezTo>
                    <a:pt x="418582" y="786198"/>
                    <a:pt x="427721" y="777059"/>
                    <a:pt x="438994" y="777059"/>
                  </a:cubicBezTo>
                  <a:close/>
                  <a:moveTo>
                    <a:pt x="390217" y="777059"/>
                  </a:moveTo>
                  <a:cubicBezTo>
                    <a:pt x="401491" y="777059"/>
                    <a:pt x="410630" y="786198"/>
                    <a:pt x="410630" y="797471"/>
                  </a:cubicBezTo>
                  <a:cubicBezTo>
                    <a:pt x="410630" y="808745"/>
                    <a:pt x="401491" y="817884"/>
                    <a:pt x="390217" y="817884"/>
                  </a:cubicBezTo>
                  <a:cubicBezTo>
                    <a:pt x="378944" y="817884"/>
                    <a:pt x="369805" y="808745"/>
                    <a:pt x="369805" y="797471"/>
                  </a:cubicBezTo>
                  <a:cubicBezTo>
                    <a:pt x="369805" y="786198"/>
                    <a:pt x="378944" y="777059"/>
                    <a:pt x="390217" y="777059"/>
                  </a:cubicBezTo>
                  <a:close/>
                  <a:moveTo>
                    <a:pt x="341440" y="777059"/>
                  </a:moveTo>
                  <a:cubicBezTo>
                    <a:pt x="352714" y="777059"/>
                    <a:pt x="361853" y="786198"/>
                    <a:pt x="361853" y="797471"/>
                  </a:cubicBezTo>
                  <a:cubicBezTo>
                    <a:pt x="361853" y="808745"/>
                    <a:pt x="352714" y="817884"/>
                    <a:pt x="341440" y="817884"/>
                  </a:cubicBezTo>
                  <a:cubicBezTo>
                    <a:pt x="330166" y="817884"/>
                    <a:pt x="321028" y="808745"/>
                    <a:pt x="321028" y="797471"/>
                  </a:cubicBezTo>
                  <a:cubicBezTo>
                    <a:pt x="321028" y="786198"/>
                    <a:pt x="330166" y="777059"/>
                    <a:pt x="341440" y="777059"/>
                  </a:cubicBezTo>
                  <a:close/>
                  <a:moveTo>
                    <a:pt x="292663" y="777059"/>
                  </a:moveTo>
                  <a:cubicBezTo>
                    <a:pt x="303937" y="777059"/>
                    <a:pt x="313076" y="786198"/>
                    <a:pt x="313076" y="797471"/>
                  </a:cubicBezTo>
                  <a:cubicBezTo>
                    <a:pt x="313076" y="808745"/>
                    <a:pt x="303937" y="817884"/>
                    <a:pt x="292663" y="817884"/>
                  </a:cubicBezTo>
                  <a:cubicBezTo>
                    <a:pt x="281389" y="817884"/>
                    <a:pt x="272251" y="808745"/>
                    <a:pt x="272251" y="797471"/>
                  </a:cubicBezTo>
                  <a:cubicBezTo>
                    <a:pt x="272251" y="786198"/>
                    <a:pt x="281389" y="777059"/>
                    <a:pt x="292663" y="777059"/>
                  </a:cubicBezTo>
                  <a:close/>
                  <a:moveTo>
                    <a:pt x="243886" y="777059"/>
                  </a:moveTo>
                  <a:cubicBezTo>
                    <a:pt x="255160" y="777059"/>
                    <a:pt x="264299" y="786198"/>
                    <a:pt x="264299" y="797471"/>
                  </a:cubicBezTo>
                  <a:cubicBezTo>
                    <a:pt x="264299" y="808745"/>
                    <a:pt x="255160" y="817884"/>
                    <a:pt x="243886" y="817884"/>
                  </a:cubicBezTo>
                  <a:cubicBezTo>
                    <a:pt x="232612" y="817884"/>
                    <a:pt x="223473" y="808745"/>
                    <a:pt x="223473" y="797471"/>
                  </a:cubicBezTo>
                  <a:cubicBezTo>
                    <a:pt x="223473" y="786198"/>
                    <a:pt x="232612" y="777059"/>
                    <a:pt x="243886" y="777059"/>
                  </a:cubicBezTo>
                  <a:close/>
                  <a:moveTo>
                    <a:pt x="195109" y="777059"/>
                  </a:moveTo>
                  <a:cubicBezTo>
                    <a:pt x="206383" y="777059"/>
                    <a:pt x="215522" y="786198"/>
                    <a:pt x="215522" y="797471"/>
                  </a:cubicBezTo>
                  <a:cubicBezTo>
                    <a:pt x="215522" y="808745"/>
                    <a:pt x="206383" y="817884"/>
                    <a:pt x="195109" y="817884"/>
                  </a:cubicBezTo>
                  <a:cubicBezTo>
                    <a:pt x="183835" y="817884"/>
                    <a:pt x="174696" y="808745"/>
                    <a:pt x="174696" y="797471"/>
                  </a:cubicBezTo>
                  <a:cubicBezTo>
                    <a:pt x="174696" y="786198"/>
                    <a:pt x="183835" y="777059"/>
                    <a:pt x="195109" y="777059"/>
                  </a:cubicBezTo>
                  <a:close/>
                  <a:moveTo>
                    <a:pt x="146332" y="777059"/>
                  </a:moveTo>
                  <a:cubicBezTo>
                    <a:pt x="157606" y="777059"/>
                    <a:pt x="166745" y="786198"/>
                    <a:pt x="166745" y="797471"/>
                  </a:cubicBezTo>
                  <a:cubicBezTo>
                    <a:pt x="166745" y="808745"/>
                    <a:pt x="157606" y="817884"/>
                    <a:pt x="146332" y="817884"/>
                  </a:cubicBezTo>
                  <a:cubicBezTo>
                    <a:pt x="135058" y="817884"/>
                    <a:pt x="125919" y="808745"/>
                    <a:pt x="125919" y="797471"/>
                  </a:cubicBezTo>
                  <a:cubicBezTo>
                    <a:pt x="125919" y="786198"/>
                    <a:pt x="135058" y="777059"/>
                    <a:pt x="146332" y="777059"/>
                  </a:cubicBezTo>
                  <a:close/>
                  <a:moveTo>
                    <a:pt x="97555" y="777059"/>
                  </a:moveTo>
                  <a:cubicBezTo>
                    <a:pt x="108829" y="777059"/>
                    <a:pt x="117968" y="786198"/>
                    <a:pt x="117968" y="797471"/>
                  </a:cubicBezTo>
                  <a:cubicBezTo>
                    <a:pt x="117968" y="808745"/>
                    <a:pt x="108829" y="817884"/>
                    <a:pt x="97555" y="817884"/>
                  </a:cubicBezTo>
                  <a:cubicBezTo>
                    <a:pt x="86281" y="817884"/>
                    <a:pt x="77142" y="808745"/>
                    <a:pt x="77142" y="797471"/>
                  </a:cubicBezTo>
                  <a:cubicBezTo>
                    <a:pt x="77142" y="786198"/>
                    <a:pt x="86281" y="777059"/>
                    <a:pt x="97555" y="777059"/>
                  </a:cubicBezTo>
                  <a:close/>
                  <a:moveTo>
                    <a:pt x="48778" y="777059"/>
                  </a:moveTo>
                  <a:cubicBezTo>
                    <a:pt x="60052" y="777059"/>
                    <a:pt x="69191" y="786198"/>
                    <a:pt x="69191" y="797471"/>
                  </a:cubicBezTo>
                  <a:cubicBezTo>
                    <a:pt x="69191" y="808745"/>
                    <a:pt x="60052" y="817884"/>
                    <a:pt x="48778" y="817884"/>
                  </a:cubicBezTo>
                  <a:cubicBezTo>
                    <a:pt x="37504" y="817884"/>
                    <a:pt x="28365" y="808745"/>
                    <a:pt x="28365" y="797471"/>
                  </a:cubicBezTo>
                  <a:cubicBezTo>
                    <a:pt x="28365" y="786198"/>
                    <a:pt x="37504" y="777059"/>
                    <a:pt x="48778" y="777059"/>
                  </a:cubicBezTo>
                  <a:close/>
                  <a:moveTo>
                    <a:pt x="2" y="777059"/>
                  </a:moveTo>
                  <a:cubicBezTo>
                    <a:pt x="11275" y="777059"/>
                    <a:pt x="20414" y="786198"/>
                    <a:pt x="20414" y="797471"/>
                  </a:cubicBezTo>
                  <a:cubicBezTo>
                    <a:pt x="20414" y="808745"/>
                    <a:pt x="11275" y="817884"/>
                    <a:pt x="2" y="817884"/>
                  </a:cubicBezTo>
                  <a:lnTo>
                    <a:pt x="0" y="817883"/>
                  </a:lnTo>
                  <a:lnTo>
                    <a:pt x="0" y="777060"/>
                  </a:lnTo>
                  <a:close/>
                  <a:moveTo>
                    <a:pt x="682880" y="722972"/>
                  </a:moveTo>
                  <a:cubicBezTo>
                    <a:pt x="688517" y="722972"/>
                    <a:pt x="693620" y="725257"/>
                    <a:pt x="697314" y="728951"/>
                  </a:cubicBezTo>
                  <a:lnTo>
                    <a:pt x="698955" y="732914"/>
                  </a:lnTo>
                  <a:lnTo>
                    <a:pt x="670229" y="759022"/>
                  </a:lnTo>
                  <a:lnTo>
                    <a:pt x="668446" y="757819"/>
                  </a:lnTo>
                  <a:cubicBezTo>
                    <a:pt x="664752" y="754125"/>
                    <a:pt x="662467" y="749022"/>
                    <a:pt x="662467" y="743385"/>
                  </a:cubicBezTo>
                  <a:cubicBezTo>
                    <a:pt x="662467" y="732111"/>
                    <a:pt x="671606" y="722972"/>
                    <a:pt x="682880" y="722972"/>
                  </a:cubicBezTo>
                  <a:close/>
                  <a:moveTo>
                    <a:pt x="634103" y="722972"/>
                  </a:moveTo>
                  <a:cubicBezTo>
                    <a:pt x="645377" y="722972"/>
                    <a:pt x="654516" y="732111"/>
                    <a:pt x="654516" y="743385"/>
                  </a:cubicBezTo>
                  <a:cubicBezTo>
                    <a:pt x="654516" y="754659"/>
                    <a:pt x="645377" y="763798"/>
                    <a:pt x="634103" y="763798"/>
                  </a:cubicBezTo>
                  <a:cubicBezTo>
                    <a:pt x="622829" y="763798"/>
                    <a:pt x="613690" y="754659"/>
                    <a:pt x="613690" y="743385"/>
                  </a:cubicBezTo>
                  <a:cubicBezTo>
                    <a:pt x="613690" y="732111"/>
                    <a:pt x="622829" y="722972"/>
                    <a:pt x="634103" y="722972"/>
                  </a:cubicBezTo>
                  <a:close/>
                  <a:moveTo>
                    <a:pt x="585326" y="722972"/>
                  </a:moveTo>
                  <a:cubicBezTo>
                    <a:pt x="596599" y="722972"/>
                    <a:pt x="605738" y="732111"/>
                    <a:pt x="605738" y="743385"/>
                  </a:cubicBezTo>
                  <a:cubicBezTo>
                    <a:pt x="605738" y="754659"/>
                    <a:pt x="596599" y="763798"/>
                    <a:pt x="585326" y="763798"/>
                  </a:cubicBezTo>
                  <a:cubicBezTo>
                    <a:pt x="574052" y="763798"/>
                    <a:pt x="564913" y="754659"/>
                    <a:pt x="564913" y="743385"/>
                  </a:cubicBezTo>
                  <a:cubicBezTo>
                    <a:pt x="564913" y="732111"/>
                    <a:pt x="574052" y="722972"/>
                    <a:pt x="585326" y="722972"/>
                  </a:cubicBezTo>
                  <a:close/>
                  <a:moveTo>
                    <a:pt x="536549" y="722972"/>
                  </a:moveTo>
                  <a:cubicBezTo>
                    <a:pt x="547822" y="722972"/>
                    <a:pt x="556961" y="732111"/>
                    <a:pt x="556961" y="743385"/>
                  </a:cubicBezTo>
                  <a:cubicBezTo>
                    <a:pt x="556961" y="754659"/>
                    <a:pt x="547822" y="763798"/>
                    <a:pt x="536549" y="763798"/>
                  </a:cubicBezTo>
                  <a:cubicBezTo>
                    <a:pt x="525275" y="763798"/>
                    <a:pt x="516136" y="754659"/>
                    <a:pt x="516136" y="743385"/>
                  </a:cubicBezTo>
                  <a:cubicBezTo>
                    <a:pt x="516136" y="732111"/>
                    <a:pt x="525275" y="722972"/>
                    <a:pt x="536549" y="722972"/>
                  </a:cubicBezTo>
                  <a:close/>
                  <a:moveTo>
                    <a:pt x="487772" y="722972"/>
                  </a:moveTo>
                  <a:cubicBezTo>
                    <a:pt x="499045" y="722972"/>
                    <a:pt x="508184" y="732111"/>
                    <a:pt x="508184" y="743385"/>
                  </a:cubicBezTo>
                  <a:cubicBezTo>
                    <a:pt x="508184" y="754659"/>
                    <a:pt x="499045" y="763798"/>
                    <a:pt x="487772" y="763798"/>
                  </a:cubicBezTo>
                  <a:cubicBezTo>
                    <a:pt x="476498" y="763798"/>
                    <a:pt x="467359" y="754659"/>
                    <a:pt x="467359" y="743385"/>
                  </a:cubicBezTo>
                  <a:cubicBezTo>
                    <a:pt x="467359" y="732111"/>
                    <a:pt x="476498" y="722972"/>
                    <a:pt x="487772" y="722972"/>
                  </a:cubicBezTo>
                  <a:close/>
                  <a:moveTo>
                    <a:pt x="438994" y="722972"/>
                  </a:moveTo>
                  <a:cubicBezTo>
                    <a:pt x="450268" y="722972"/>
                    <a:pt x="459407" y="732111"/>
                    <a:pt x="459407" y="743385"/>
                  </a:cubicBezTo>
                  <a:cubicBezTo>
                    <a:pt x="459407" y="754659"/>
                    <a:pt x="450268" y="763798"/>
                    <a:pt x="438994" y="763798"/>
                  </a:cubicBezTo>
                  <a:cubicBezTo>
                    <a:pt x="427721" y="763798"/>
                    <a:pt x="418582" y="754659"/>
                    <a:pt x="418582" y="743385"/>
                  </a:cubicBezTo>
                  <a:cubicBezTo>
                    <a:pt x="418582" y="732111"/>
                    <a:pt x="427721" y="722972"/>
                    <a:pt x="438994" y="722972"/>
                  </a:cubicBezTo>
                  <a:close/>
                  <a:moveTo>
                    <a:pt x="390217" y="722972"/>
                  </a:moveTo>
                  <a:cubicBezTo>
                    <a:pt x="401491" y="722972"/>
                    <a:pt x="410630" y="732111"/>
                    <a:pt x="410630" y="743385"/>
                  </a:cubicBezTo>
                  <a:cubicBezTo>
                    <a:pt x="410630" y="754659"/>
                    <a:pt x="401491" y="763798"/>
                    <a:pt x="390217" y="763798"/>
                  </a:cubicBezTo>
                  <a:cubicBezTo>
                    <a:pt x="378944" y="763798"/>
                    <a:pt x="369805" y="754659"/>
                    <a:pt x="369805" y="743385"/>
                  </a:cubicBezTo>
                  <a:cubicBezTo>
                    <a:pt x="369805" y="732111"/>
                    <a:pt x="378944" y="722972"/>
                    <a:pt x="390217" y="722972"/>
                  </a:cubicBezTo>
                  <a:close/>
                  <a:moveTo>
                    <a:pt x="341440" y="722972"/>
                  </a:moveTo>
                  <a:cubicBezTo>
                    <a:pt x="352714" y="722972"/>
                    <a:pt x="361853" y="732111"/>
                    <a:pt x="361853" y="743385"/>
                  </a:cubicBezTo>
                  <a:cubicBezTo>
                    <a:pt x="361853" y="754659"/>
                    <a:pt x="352714" y="763798"/>
                    <a:pt x="341440" y="763798"/>
                  </a:cubicBezTo>
                  <a:cubicBezTo>
                    <a:pt x="330166" y="763798"/>
                    <a:pt x="321028" y="754659"/>
                    <a:pt x="321028" y="743385"/>
                  </a:cubicBezTo>
                  <a:cubicBezTo>
                    <a:pt x="321028" y="732111"/>
                    <a:pt x="330166" y="722972"/>
                    <a:pt x="341440" y="722972"/>
                  </a:cubicBezTo>
                  <a:close/>
                  <a:moveTo>
                    <a:pt x="292663" y="722972"/>
                  </a:moveTo>
                  <a:cubicBezTo>
                    <a:pt x="303937" y="722972"/>
                    <a:pt x="313076" y="732111"/>
                    <a:pt x="313076" y="743385"/>
                  </a:cubicBezTo>
                  <a:cubicBezTo>
                    <a:pt x="313076" y="754659"/>
                    <a:pt x="303937" y="763798"/>
                    <a:pt x="292663" y="763798"/>
                  </a:cubicBezTo>
                  <a:cubicBezTo>
                    <a:pt x="281389" y="763798"/>
                    <a:pt x="272251" y="754659"/>
                    <a:pt x="272251" y="743385"/>
                  </a:cubicBezTo>
                  <a:cubicBezTo>
                    <a:pt x="272251" y="732111"/>
                    <a:pt x="281389" y="722972"/>
                    <a:pt x="292663" y="722972"/>
                  </a:cubicBezTo>
                  <a:close/>
                  <a:moveTo>
                    <a:pt x="243886" y="722972"/>
                  </a:moveTo>
                  <a:cubicBezTo>
                    <a:pt x="255160" y="722972"/>
                    <a:pt x="264299" y="732111"/>
                    <a:pt x="264299" y="743385"/>
                  </a:cubicBezTo>
                  <a:cubicBezTo>
                    <a:pt x="264299" y="754659"/>
                    <a:pt x="255160" y="763798"/>
                    <a:pt x="243886" y="763798"/>
                  </a:cubicBezTo>
                  <a:cubicBezTo>
                    <a:pt x="232612" y="763798"/>
                    <a:pt x="223473" y="754659"/>
                    <a:pt x="223473" y="743385"/>
                  </a:cubicBezTo>
                  <a:cubicBezTo>
                    <a:pt x="223473" y="732111"/>
                    <a:pt x="232612" y="722972"/>
                    <a:pt x="243886" y="722972"/>
                  </a:cubicBezTo>
                  <a:close/>
                  <a:moveTo>
                    <a:pt x="195109" y="722972"/>
                  </a:moveTo>
                  <a:cubicBezTo>
                    <a:pt x="206383" y="722972"/>
                    <a:pt x="215522" y="732111"/>
                    <a:pt x="215522" y="743385"/>
                  </a:cubicBezTo>
                  <a:cubicBezTo>
                    <a:pt x="215522" y="754659"/>
                    <a:pt x="206383" y="763798"/>
                    <a:pt x="195109" y="763798"/>
                  </a:cubicBezTo>
                  <a:cubicBezTo>
                    <a:pt x="183835" y="763798"/>
                    <a:pt x="174696" y="754659"/>
                    <a:pt x="174696" y="743385"/>
                  </a:cubicBezTo>
                  <a:cubicBezTo>
                    <a:pt x="174696" y="732111"/>
                    <a:pt x="183835" y="722972"/>
                    <a:pt x="195109" y="722972"/>
                  </a:cubicBezTo>
                  <a:close/>
                  <a:moveTo>
                    <a:pt x="146332" y="722972"/>
                  </a:moveTo>
                  <a:cubicBezTo>
                    <a:pt x="157606" y="722972"/>
                    <a:pt x="166745" y="732111"/>
                    <a:pt x="166745" y="743385"/>
                  </a:cubicBezTo>
                  <a:cubicBezTo>
                    <a:pt x="166745" y="754659"/>
                    <a:pt x="157606" y="763798"/>
                    <a:pt x="146332" y="763798"/>
                  </a:cubicBezTo>
                  <a:cubicBezTo>
                    <a:pt x="135058" y="763798"/>
                    <a:pt x="125919" y="754659"/>
                    <a:pt x="125919" y="743385"/>
                  </a:cubicBezTo>
                  <a:cubicBezTo>
                    <a:pt x="125919" y="732111"/>
                    <a:pt x="135058" y="722972"/>
                    <a:pt x="146332" y="722972"/>
                  </a:cubicBezTo>
                  <a:close/>
                  <a:moveTo>
                    <a:pt x="97555" y="722972"/>
                  </a:moveTo>
                  <a:cubicBezTo>
                    <a:pt x="108829" y="722972"/>
                    <a:pt x="117968" y="732111"/>
                    <a:pt x="117968" y="743385"/>
                  </a:cubicBezTo>
                  <a:cubicBezTo>
                    <a:pt x="117968" y="754659"/>
                    <a:pt x="108829" y="763798"/>
                    <a:pt x="97555" y="763798"/>
                  </a:cubicBezTo>
                  <a:cubicBezTo>
                    <a:pt x="86281" y="763798"/>
                    <a:pt x="77142" y="754659"/>
                    <a:pt x="77142" y="743385"/>
                  </a:cubicBezTo>
                  <a:cubicBezTo>
                    <a:pt x="77142" y="732111"/>
                    <a:pt x="86281" y="722972"/>
                    <a:pt x="97555" y="722972"/>
                  </a:cubicBezTo>
                  <a:close/>
                  <a:moveTo>
                    <a:pt x="48778" y="722972"/>
                  </a:moveTo>
                  <a:cubicBezTo>
                    <a:pt x="60052" y="722972"/>
                    <a:pt x="69191" y="732111"/>
                    <a:pt x="69191" y="743385"/>
                  </a:cubicBezTo>
                  <a:cubicBezTo>
                    <a:pt x="69191" y="754659"/>
                    <a:pt x="60052" y="763798"/>
                    <a:pt x="48778" y="763798"/>
                  </a:cubicBezTo>
                  <a:cubicBezTo>
                    <a:pt x="37504" y="763798"/>
                    <a:pt x="28365" y="754659"/>
                    <a:pt x="28365" y="743385"/>
                  </a:cubicBezTo>
                  <a:cubicBezTo>
                    <a:pt x="28365" y="732111"/>
                    <a:pt x="37504" y="722972"/>
                    <a:pt x="48778" y="722972"/>
                  </a:cubicBezTo>
                  <a:close/>
                  <a:moveTo>
                    <a:pt x="2" y="722972"/>
                  </a:moveTo>
                  <a:cubicBezTo>
                    <a:pt x="11275" y="722972"/>
                    <a:pt x="20414" y="732111"/>
                    <a:pt x="20414" y="743385"/>
                  </a:cubicBezTo>
                  <a:cubicBezTo>
                    <a:pt x="20414" y="754659"/>
                    <a:pt x="11275" y="763798"/>
                    <a:pt x="2" y="763798"/>
                  </a:cubicBezTo>
                  <a:lnTo>
                    <a:pt x="0" y="763797"/>
                  </a:lnTo>
                  <a:lnTo>
                    <a:pt x="0" y="722973"/>
                  </a:lnTo>
                  <a:close/>
                  <a:moveTo>
                    <a:pt x="731657" y="668886"/>
                  </a:moveTo>
                  <a:cubicBezTo>
                    <a:pt x="737294" y="668886"/>
                    <a:pt x="742397" y="671171"/>
                    <a:pt x="746091" y="674865"/>
                  </a:cubicBezTo>
                  <a:lnTo>
                    <a:pt x="748725" y="681223"/>
                  </a:lnTo>
                  <a:lnTo>
                    <a:pt x="724200" y="708206"/>
                  </a:lnTo>
                  <a:lnTo>
                    <a:pt x="723711" y="708108"/>
                  </a:lnTo>
                  <a:cubicBezTo>
                    <a:pt x="716385" y="705009"/>
                    <a:pt x="711244" y="697754"/>
                    <a:pt x="711244" y="689299"/>
                  </a:cubicBezTo>
                  <a:cubicBezTo>
                    <a:pt x="711244" y="678025"/>
                    <a:pt x="720383" y="668886"/>
                    <a:pt x="731657" y="668886"/>
                  </a:cubicBezTo>
                  <a:close/>
                  <a:moveTo>
                    <a:pt x="682880" y="668886"/>
                  </a:moveTo>
                  <a:cubicBezTo>
                    <a:pt x="694153" y="668886"/>
                    <a:pt x="703293" y="678025"/>
                    <a:pt x="703293" y="689299"/>
                  </a:cubicBezTo>
                  <a:cubicBezTo>
                    <a:pt x="703293" y="700573"/>
                    <a:pt x="694153" y="709712"/>
                    <a:pt x="682880" y="709712"/>
                  </a:cubicBezTo>
                  <a:cubicBezTo>
                    <a:pt x="671606" y="709712"/>
                    <a:pt x="662467" y="700573"/>
                    <a:pt x="662467" y="689299"/>
                  </a:cubicBezTo>
                  <a:cubicBezTo>
                    <a:pt x="662467" y="678025"/>
                    <a:pt x="671606" y="668886"/>
                    <a:pt x="682880" y="668886"/>
                  </a:cubicBezTo>
                  <a:close/>
                  <a:moveTo>
                    <a:pt x="634103" y="668886"/>
                  </a:moveTo>
                  <a:cubicBezTo>
                    <a:pt x="645377" y="668886"/>
                    <a:pt x="654516" y="678025"/>
                    <a:pt x="654516" y="689299"/>
                  </a:cubicBezTo>
                  <a:cubicBezTo>
                    <a:pt x="654516" y="700573"/>
                    <a:pt x="645377" y="709712"/>
                    <a:pt x="634103" y="709712"/>
                  </a:cubicBezTo>
                  <a:cubicBezTo>
                    <a:pt x="622829" y="709712"/>
                    <a:pt x="613690" y="700573"/>
                    <a:pt x="613690" y="689299"/>
                  </a:cubicBezTo>
                  <a:cubicBezTo>
                    <a:pt x="613690" y="678025"/>
                    <a:pt x="622829" y="668886"/>
                    <a:pt x="634103" y="668886"/>
                  </a:cubicBezTo>
                  <a:close/>
                  <a:moveTo>
                    <a:pt x="585326" y="668886"/>
                  </a:moveTo>
                  <a:cubicBezTo>
                    <a:pt x="596599" y="668886"/>
                    <a:pt x="605738" y="678025"/>
                    <a:pt x="605738" y="689299"/>
                  </a:cubicBezTo>
                  <a:cubicBezTo>
                    <a:pt x="605738" y="700573"/>
                    <a:pt x="596599" y="709712"/>
                    <a:pt x="585326" y="709712"/>
                  </a:cubicBezTo>
                  <a:cubicBezTo>
                    <a:pt x="574052" y="709712"/>
                    <a:pt x="564913" y="700573"/>
                    <a:pt x="564913" y="689299"/>
                  </a:cubicBezTo>
                  <a:cubicBezTo>
                    <a:pt x="564913" y="678025"/>
                    <a:pt x="574052" y="668886"/>
                    <a:pt x="585326" y="668886"/>
                  </a:cubicBezTo>
                  <a:close/>
                  <a:moveTo>
                    <a:pt x="536549" y="668886"/>
                  </a:moveTo>
                  <a:cubicBezTo>
                    <a:pt x="547822" y="668886"/>
                    <a:pt x="556961" y="678025"/>
                    <a:pt x="556961" y="689299"/>
                  </a:cubicBezTo>
                  <a:cubicBezTo>
                    <a:pt x="556961" y="700573"/>
                    <a:pt x="547822" y="709712"/>
                    <a:pt x="536549" y="709712"/>
                  </a:cubicBezTo>
                  <a:cubicBezTo>
                    <a:pt x="525275" y="709712"/>
                    <a:pt x="516136" y="700573"/>
                    <a:pt x="516136" y="689299"/>
                  </a:cubicBezTo>
                  <a:cubicBezTo>
                    <a:pt x="516136" y="678025"/>
                    <a:pt x="525275" y="668886"/>
                    <a:pt x="536549" y="668886"/>
                  </a:cubicBezTo>
                  <a:close/>
                  <a:moveTo>
                    <a:pt x="487772" y="668886"/>
                  </a:moveTo>
                  <a:cubicBezTo>
                    <a:pt x="499045" y="668886"/>
                    <a:pt x="508184" y="678025"/>
                    <a:pt x="508184" y="689299"/>
                  </a:cubicBezTo>
                  <a:cubicBezTo>
                    <a:pt x="508184" y="700573"/>
                    <a:pt x="499045" y="709712"/>
                    <a:pt x="487772" y="709712"/>
                  </a:cubicBezTo>
                  <a:cubicBezTo>
                    <a:pt x="476498" y="709712"/>
                    <a:pt x="467359" y="700573"/>
                    <a:pt x="467359" y="689299"/>
                  </a:cubicBezTo>
                  <a:cubicBezTo>
                    <a:pt x="467359" y="678025"/>
                    <a:pt x="476498" y="668886"/>
                    <a:pt x="487772" y="668886"/>
                  </a:cubicBezTo>
                  <a:close/>
                  <a:moveTo>
                    <a:pt x="438994" y="668886"/>
                  </a:moveTo>
                  <a:cubicBezTo>
                    <a:pt x="450268" y="668886"/>
                    <a:pt x="459407" y="678025"/>
                    <a:pt x="459407" y="689299"/>
                  </a:cubicBezTo>
                  <a:cubicBezTo>
                    <a:pt x="459407" y="700573"/>
                    <a:pt x="450268" y="709712"/>
                    <a:pt x="438994" y="709712"/>
                  </a:cubicBezTo>
                  <a:cubicBezTo>
                    <a:pt x="427721" y="709712"/>
                    <a:pt x="418582" y="700573"/>
                    <a:pt x="418582" y="689299"/>
                  </a:cubicBezTo>
                  <a:cubicBezTo>
                    <a:pt x="418582" y="678025"/>
                    <a:pt x="427721" y="668886"/>
                    <a:pt x="438994" y="668886"/>
                  </a:cubicBezTo>
                  <a:close/>
                  <a:moveTo>
                    <a:pt x="390217" y="668886"/>
                  </a:moveTo>
                  <a:cubicBezTo>
                    <a:pt x="401491" y="668886"/>
                    <a:pt x="410630" y="678025"/>
                    <a:pt x="410630" y="689299"/>
                  </a:cubicBezTo>
                  <a:cubicBezTo>
                    <a:pt x="410630" y="700573"/>
                    <a:pt x="401491" y="709712"/>
                    <a:pt x="390217" y="709712"/>
                  </a:cubicBezTo>
                  <a:cubicBezTo>
                    <a:pt x="378944" y="709712"/>
                    <a:pt x="369805" y="700573"/>
                    <a:pt x="369805" y="689299"/>
                  </a:cubicBezTo>
                  <a:cubicBezTo>
                    <a:pt x="369805" y="678025"/>
                    <a:pt x="378944" y="668886"/>
                    <a:pt x="390217" y="668886"/>
                  </a:cubicBezTo>
                  <a:close/>
                  <a:moveTo>
                    <a:pt x="341440" y="668886"/>
                  </a:moveTo>
                  <a:cubicBezTo>
                    <a:pt x="352714" y="668886"/>
                    <a:pt x="361853" y="678025"/>
                    <a:pt x="361853" y="689299"/>
                  </a:cubicBezTo>
                  <a:cubicBezTo>
                    <a:pt x="361853" y="700573"/>
                    <a:pt x="352714" y="709712"/>
                    <a:pt x="341440" y="709712"/>
                  </a:cubicBezTo>
                  <a:cubicBezTo>
                    <a:pt x="330166" y="709712"/>
                    <a:pt x="321028" y="700573"/>
                    <a:pt x="321028" y="689299"/>
                  </a:cubicBezTo>
                  <a:cubicBezTo>
                    <a:pt x="321028" y="678025"/>
                    <a:pt x="330166" y="668886"/>
                    <a:pt x="341440" y="668886"/>
                  </a:cubicBezTo>
                  <a:close/>
                  <a:moveTo>
                    <a:pt x="292663" y="668886"/>
                  </a:moveTo>
                  <a:cubicBezTo>
                    <a:pt x="303937" y="668886"/>
                    <a:pt x="313076" y="678025"/>
                    <a:pt x="313076" y="689299"/>
                  </a:cubicBezTo>
                  <a:cubicBezTo>
                    <a:pt x="313076" y="700573"/>
                    <a:pt x="303937" y="709712"/>
                    <a:pt x="292663" y="709712"/>
                  </a:cubicBezTo>
                  <a:cubicBezTo>
                    <a:pt x="281389" y="709712"/>
                    <a:pt x="272251" y="700573"/>
                    <a:pt x="272251" y="689299"/>
                  </a:cubicBezTo>
                  <a:cubicBezTo>
                    <a:pt x="272251" y="678025"/>
                    <a:pt x="281389" y="668886"/>
                    <a:pt x="292663" y="668886"/>
                  </a:cubicBezTo>
                  <a:close/>
                  <a:moveTo>
                    <a:pt x="243886" y="668886"/>
                  </a:moveTo>
                  <a:cubicBezTo>
                    <a:pt x="255160" y="668886"/>
                    <a:pt x="264299" y="678025"/>
                    <a:pt x="264299" y="689299"/>
                  </a:cubicBezTo>
                  <a:cubicBezTo>
                    <a:pt x="264299" y="700573"/>
                    <a:pt x="255160" y="709712"/>
                    <a:pt x="243886" y="709712"/>
                  </a:cubicBezTo>
                  <a:cubicBezTo>
                    <a:pt x="232612" y="709712"/>
                    <a:pt x="223473" y="700573"/>
                    <a:pt x="223473" y="689299"/>
                  </a:cubicBezTo>
                  <a:cubicBezTo>
                    <a:pt x="223473" y="678025"/>
                    <a:pt x="232612" y="668886"/>
                    <a:pt x="243886" y="668886"/>
                  </a:cubicBezTo>
                  <a:close/>
                  <a:moveTo>
                    <a:pt x="195109" y="668886"/>
                  </a:moveTo>
                  <a:cubicBezTo>
                    <a:pt x="206383" y="668886"/>
                    <a:pt x="215522" y="678025"/>
                    <a:pt x="215522" y="689299"/>
                  </a:cubicBezTo>
                  <a:cubicBezTo>
                    <a:pt x="215522" y="700573"/>
                    <a:pt x="206383" y="709712"/>
                    <a:pt x="195109" y="709712"/>
                  </a:cubicBezTo>
                  <a:cubicBezTo>
                    <a:pt x="183835" y="709712"/>
                    <a:pt x="174696" y="700573"/>
                    <a:pt x="174696" y="689299"/>
                  </a:cubicBezTo>
                  <a:cubicBezTo>
                    <a:pt x="174696" y="678025"/>
                    <a:pt x="183835" y="668886"/>
                    <a:pt x="195109" y="668886"/>
                  </a:cubicBezTo>
                  <a:close/>
                  <a:moveTo>
                    <a:pt x="146332" y="668886"/>
                  </a:moveTo>
                  <a:cubicBezTo>
                    <a:pt x="157606" y="668886"/>
                    <a:pt x="166745" y="678025"/>
                    <a:pt x="166745" y="689299"/>
                  </a:cubicBezTo>
                  <a:cubicBezTo>
                    <a:pt x="166745" y="700573"/>
                    <a:pt x="157606" y="709712"/>
                    <a:pt x="146332" y="709712"/>
                  </a:cubicBezTo>
                  <a:cubicBezTo>
                    <a:pt x="135058" y="709712"/>
                    <a:pt x="125919" y="700573"/>
                    <a:pt x="125919" y="689299"/>
                  </a:cubicBezTo>
                  <a:cubicBezTo>
                    <a:pt x="125919" y="678025"/>
                    <a:pt x="135058" y="668886"/>
                    <a:pt x="146332" y="668886"/>
                  </a:cubicBezTo>
                  <a:close/>
                  <a:moveTo>
                    <a:pt x="97555" y="668886"/>
                  </a:moveTo>
                  <a:cubicBezTo>
                    <a:pt x="108829" y="668886"/>
                    <a:pt x="117968" y="678025"/>
                    <a:pt x="117968" y="689299"/>
                  </a:cubicBezTo>
                  <a:cubicBezTo>
                    <a:pt x="117968" y="700573"/>
                    <a:pt x="108829" y="709712"/>
                    <a:pt x="97555" y="709712"/>
                  </a:cubicBezTo>
                  <a:cubicBezTo>
                    <a:pt x="86281" y="709712"/>
                    <a:pt x="77142" y="700573"/>
                    <a:pt x="77142" y="689299"/>
                  </a:cubicBezTo>
                  <a:cubicBezTo>
                    <a:pt x="77142" y="678025"/>
                    <a:pt x="86281" y="668886"/>
                    <a:pt x="97555" y="668886"/>
                  </a:cubicBezTo>
                  <a:close/>
                  <a:moveTo>
                    <a:pt x="48778" y="668886"/>
                  </a:moveTo>
                  <a:cubicBezTo>
                    <a:pt x="60052" y="668886"/>
                    <a:pt x="69191" y="678025"/>
                    <a:pt x="69191" y="689299"/>
                  </a:cubicBezTo>
                  <a:cubicBezTo>
                    <a:pt x="69191" y="700573"/>
                    <a:pt x="60052" y="709712"/>
                    <a:pt x="48778" y="709712"/>
                  </a:cubicBezTo>
                  <a:cubicBezTo>
                    <a:pt x="37504" y="709712"/>
                    <a:pt x="28365" y="700573"/>
                    <a:pt x="28365" y="689299"/>
                  </a:cubicBezTo>
                  <a:cubicBezTo>
                    <a:pt x="28365" y="678025"/>
                    <a:pt x="37504" y="668886"/>
                    <a:pt x="48778" y="668886"/>
                  </a:cubicBezTo>
                  <a:close/>
                  <a:moveTo>
                    <a:pt x="2" y="668886"/>
                  </a:moveTo>
                  <a:cubicBezTo>
                    <a:pt x="11275" y="668886"/>
                    <a:pt x="20414" y="678025"/>
                    <a:pt x="20414" y="689299"/>
                  </a:cubicBezTo>
                  <a:cubicBezTo>
                    <a:pt x="20414" y="700573"/>
                    <a:pt x="11275" y="709712"/>
                    <a:pt x="2" y="709712"/>
                  </a:cubicBezTo>
                  <a:lnTo>
                    <a:pt x="0" y="709711"/>
                  </a:lnTo>
                  <a:lnTo>
                    <a:pt x="0" y="668887"/>
                  </a:lnTo>
                  <a:close/>
                  <a:moveTo>
                    <a:pt x="780434" y="614800"/>
                  </a:moveTo>
                  <a:cubicBezTo>
                    <a:pt x="786071" y="614800"/>
                    <a:pt x="791174" y="617085"/>
                    <a:pt x="794868" y="620779"/>
                  </a:cubicBezTo>
                  <a:lnTo>
                    <a:pt x="796523" y="624774"/>
                  </a:lnTo>
                  <a:lnTo>
                    <a:pt x="780248" y="646539"/>
                  </a:lnTo>
                  <a:lnTo>
                    <a:pt x="773298" y="654185"/>
                  </a:lnTo>
                  <a:lnTo>
                    <a:pt x="772488" y="654021"/>
                  </a:lnTo>
                  <a:cubicBezTo>
                    <a:pt x="765162" y="650923"/>
                    <a:pt x="760021" y="643668"/>
                    <a:pt x="760021" y="635213"/>
                  </a:cubicBezTo>
                  <a:cubicBezTo>
                    <a:pt x="760021" y="623939"/>
                    <a:pt x="769160" y="614800"/>
                    <a:pt x="780434" y="614800"/>
                  </a:cubicBezTo>
                  <a:close/>
                  <a:moveTo>
                    <a:pt x="731657" y="614800"/>
                  </a:moveTo>
                  <a:cubicBezTo>
                    <a:pt x="742931" y="614800"/>
                    <a:pt x="752070" y="623939"/>
                    <a:pt x="752070" y="635213"/>
                  </a:cubicBezTo>
                  <a:cubicBezTo>
                    <a:pt x="752070" y="646487"/>
                    <a:pt x="742931" y="655626"/>
                    <a:pt x="731657" y="655626"/>
                  </a:cubicBezTo>
                  <a:cubicBezTo>
                    <a:pt x="720383" y="655626"/>
                    <a:pt x="711244" y="646487"/>
                    <a:pt x="711244" y="635213"/>
                  </a:cubicBezTo>
                  <a:cubicBezTo>
                    <a:pt x="711244" y="623939"/>
                    <a:pt x="720383" y="614800"/>
                    <a:pt x="731657" y="614800"/>
                  </a:cubicBezTo>
                  <a:close/>
                  <a:moveTo>
                    <a:pt x="682880" y="614800"/>
                  </a:moveTo>
                  <a:cubicBezTo>
                    <a:pt x="694153" y="614800"/>
                    <a:pt x="703293" y="623939"/>
                    <a:pt x="703293" y="635213"/>
                  </a:cubicBezTo>
                  <a:cubicBezTo>
                    <a:pt x="703293" y="646487"/>
                    <a:pt x="694153" y="655626"/>
                    <a:pt x="682880" y="655626"/>
                  </a:cubicBezTo>
                  <a:cubicBezTo>
                    <a:pt x="671606" y="655626"/>
                    <a:pt x="662467" y="646487"/>
                    <a:pt x="662467" y="635213"/>
                  </a:cubicBezTo>
                  <a:cubicBezTo>
                    <a:pt x="662467" y="623939"/>
                    <a:pt x="671606" y="614800"/>
                    <a:pt x="682880" y="614800"/>
                  </a:cubicBezTo>
                  <a:close/>
                  <a:moveTo>
                    <a:pt x="634103" y="614800"/>
                  </a:moveTo>
                  <a:cubicBezTo>
                    <a:pt x="645377" y="614800"/>
                    <a:pt x="654516" y="623939"/>
                    <a:pt x="654516" y="635213"/>
                  </a:cubicBezTo>
                  <a:cubicBezTo>
                    <a:pt x="654516" y="646487"/>
                    <a:pt x="645377" y="655626"/>
                    <a:pt x="634103" y="655626"/>
                  </a:cubicBezTo>
                  <a:cubicBezTo>
                    <a:pt x="622829" y="655626"/>
                    <a:pt x="613690" y="646487"/>
                    <a:pt x="613690" y="635213"/>
                  </a:cubicBezTo>
                  <a:cubicBezTo>
                    <a:pt x="613690" y="623939"/>
                    <a:pt x="622829" y="614800"/>
                    <a:pt x="634103" y="614800"/>
                  </a:cubicBezTo>
                  <a:close/>
                  <a:moveTo>
                    <a:pt x="585326" y="614800"/>
                  </a:moveTo>
                  <a:cubicBezTo>
                    <a:pt x="596599" y="614800"/>
                    <a:pt x="605738" y="623939"/>
                    <a:pt x="605738" y="635213"/>
                  </a:cubicBezTo>
                  <a:cubicBezTo>
                    <a:pt x="605738" y="646487"/>
                    <a:pt x="596599" y="655626"/>
                    <a:pt x="585326" y="655626"/>
                  </a:cubicBezTo>
                  <a:cubicBezTo>
                    <a:pt x="574052" y="655626"/>
                    <a:pt x="564913" y="646487"/>
                    <a:pt x="564913" y="635213"/>
                  </a:cubicBezTo>
                  <a:cubicBezTo>
                    <a:pt x="564913" y="623939"/>
                    <a:pt x="574052" y="614800"/>
                    <a:pt x="585326" y="614800"/>
                  </a:cubicBezTo>
                  <a:close/>
                  <a:moveTo>
                    <a:pt x="536549" y="614800"/>
                  </a:moveTo>
                  <a:cubicBezTo>
                    <a:pt x="547822" y="614800"/>
                    <a:pt x="556961" y="623939"/>
                    <a:pt x="556961" y="635213"/>
                  </a:cubicBezTo>
                  <a:cubicBezTo>
                    <a:pt x="556961" y="646487"/>
                    <a:pt x="547822" y="655626"/>
                    <a:pt x="536549" y="655626"/>
                  </a:cubicBezTo>
                  <a:cubicBezTo>
                    <a:pt x="525275" y="655626"/>
                    <a:pt x="516136" y="646487"/>
                    <a:pt x="516136" y="635213"/>
                  </a:cubicBezTo>
                  <a:cubicBezTo>
                    <a:pt x="516136" y="623939"/>
                    <a:pt x="525275" y="614800"/>
                    <a:pt x="536549" y="614800"/>
                  </a:cubicBezTo>
                  <a:close/>
                  <a:moveTo>
                    <a:pt x="487772" y="614800"/>
                  </a:moveTo>
                  <a:cubicBezTo>
                    <a:pt x="499045" y="614800"/>
                    <a:pt x="508184" y="623939"/>
                    <a:pt x="508184" y="635213"/>
                  </a:cubicBezTo>
                  <a:cubicBezTo>
                    <a:pt x="508184" y="646487"/>
                    <a:pt x="499045" y="655626"/>
                    <a:pt x="487772" y="655626"/>
                  </a:cubicBezTo>
                  <a:cubicBezTo>
                    <a:pt x="476498" y="655626"/>
                    <a:pt x="467359" y="646487"/>
                    <a:pt x="467359" y="635213"/>
                  </a:cubicBezTo>
                  <a:cubicBezTo>
                    <a:pt x="467359" y="623939"/>
                    <a:pt x="476498" y="614800"/>
                    <a:pt x="487772" y="614800"/>
                  </a:cubicBezTo>
                  <a:close/>
                  <a:moveTo>
                    <a:pt x="438994" y="614800"/>
                  </a:moveTo>
                  <a:cubicBezTo>
                    <a:pt x="450268" y="614800"/>
                    <a:pt x="459407" y="623939"/>
                    <a:pt x="459407" y="635213"/>
                  </a:cubicBezTo>
                  <a:cubicBezTo>
                    <a:pt x="459407" y="646487"/>
                    <a:pt x="450268" y="655626"/>
                    <a:pt x="438994" y="655626"/>
                  </a:cubicBezTo>
                  <a:cubicBezTo>
                    <a:pt x="427721" y="655626"/>
                    <a:pt x="418582" y="646487"/>
                    <a:pt x="418582" y="635213"/>
                  </a:cubicBezTo>
                  <a:cubicBezTo>
                    <a:pt x="418582" y="623939"/>
                    <a:pt x="427721" y="614800"/>
                    <a:pt x="438994" y="614800"/>
                  </a:cubicBezTo>
                  <a:close/>
                  <a:moveTo>
                    <a:pt x="390217" y="614800"/>
                  </a:moveTo>
                  <a:cubicBezTo>
                    <a:pt x="401491" y="614800"/>
                    <a:pt x="410630" y="623939"/>
                    <a:pt x="410630" y="635213"/>
                  </a:cubicBezTo>
                  <a:cubicBezTo>
                    <a:pt x="410630" y="646487"/>
                    <a:pt x="401491" y="655626"/>
                    <a:pt x="390217" y="655626"/>
                  </a:cubicBezTo>
                  <a:cubicBezTo>
                    <a:pt x="378944" y="655626"/>
                    <a:pt x="369805" y="646487"/>
                    <a:pt x="369805" y="635213"/>
                  </a:cubicBezTo>
                  <a:cubicBezTo>
                    <a:pt x="369805" y="623939"/>
                    <a:pt x="378944" y="614800"/>
                    <a:pt x="390217" y="614800"/>
                  </a:cubicBezTo>
                  <a:close/>
                  <a:moveTo>
                    <a:pt x="341440" y="614800"/>
                  </a:moveTo>
                  <a:cubicBezTo>
                    <a:pt x="352714" y="614800"/>
                    <a:pt x="361853" y="623939"/>
                    <a:pt x="361853" y="635213"/>
                  </a:cubicBezTo>
                  <a:cubicBezTo>
                    <a:pt x="361853" y="646487"/>
                    <a:pt x="352714" y="655626"/>
                    <a:pt x="341440" y="655626"/>
                  </a:cubicBezTo>
                  <a:cubicBezTo>
                    <a:pt x="330166" y="655626"/>
                    <a:pt x="321028" y="646487"/>
                    <a:pt x="321028" y="635213"/>
                  </a:cubicBezTo>
                  <a:cubicBezTo>
                    <a:pt x="321028" y="623939"/>
                    <a:pt x="330166" y="614800"/>
                    <a:pt x="341440" y="614800"/>
                  </a:cubicBezTo>
                  <a:close/>
                  <a:moveTo>
                    <a:pt x="292663" y="614800"/>
                  </a:moveTo>
                  <a:cubicBezTo>
                    <a:pt x="303937" y="614800"/>
                    <a:pt x="313076" y="623939"/>
                    <a:pt x="313076" y="635213"/>
                  </a:cubicBezTo>
                  <a:cubicBezTo>
                    <a:pt x="313076" y="646487"/>
                    <a:pt x="303937" y="655626"/>
                    <a:pt x="292663" y="655626"/>
                  </a:cubicBezTo>
                  <a:cubicBezTo>
                    <a:pt x="281389" y="655626"/>
                    <a:pt x="272251" y="646487"/>
                    <a:pt x="272251" y="635213"/>
                  </a:cubicBezTo>
                  <a:cubicBezTo>
                    <a:pt x="272251" y="623939"/>
                    <a:pt x="281389" y="614800"/>
                    <a:pt x="292663" y="614800"/>
                  </a:cubicBezTo>
                  <a:close/>
                  <a:moveTo>
                    <a:pt x="243886" y="614800"/>
                  </a:moveTo>
                  <a:cubicBezTo>
                    <a:pt x="255160" y="614800"/>
                    <a:pt x="264299" y="623939"/>
                    <a:pt x="264299" y="635213"/>
                  </a:cubicBezTo>
                  <a:cubicBezTo>
                    <a:pt x="264299" y="646487"/>
                    <a:pt x="255160" y="655626"/>
                    <a:pt x="243886" y="655626"/>
                  </a:cubicBezTo>
                  <a:cubicBezTo>
                    <a:pt x="232612" y="655626"/>
                    <a:pt x="223473" y="646487"/>
                    <a:pt x="223473" y="635213"/>
                  </a:cubicBezTo>
                  <a:cubicBezTo>
                    <a:pt x="223473" y="623939"/>
                    <a:pt x="232612" y="614800"/>
                    <a:pt x="243886" y="614800"/>
                  </a:cubicBezTo>
                  <a:close/>
                  <a:moveTo>
                    <a:pt x="195109" y="614800"/>
                  </a:moveTo>
                  <a:cubicBezTo>
                    <a:pt x="206383" y="614800"/>
                    <a:pt x="215522" y="623939"/>
                    <a:pt x="215522" y="635213"/>
                  </a:cubicBezTo>
                  <a:cubicBezTo>
                    <a:pt x="215522" y="646487"/>
                    <a:pt x="206383" y="655626"/>
                    <a:pt x="195109" y="655626"/>
                  </a:cubicBezTo>
                  <a:cubicBezTo>
                    <a:pt x="183835" y="655626"/>
                    <a:pt x="174696" y="646487"/>
                    <a:pt x="174696" y="635213"/>
                  </a:cubicBezTo>
                  <a:cubicBezTo>
                    <a:pt x="174696" y="623939"/>
                    <a:pt x="183835" y="614800"/>
                    <a:pt x="195109" y="614800"/>
                  </a:cubicBezTo>
                  <a:close/>
                  <a:moveTo>
                    <a:pt x="146332" y="614800"/>
                  </a:moveTo>
                  <a:cubicBezTo>
                    <a:pt x="157606" y="614800"/>
                    <a:pt x="166745" y="623939"/>
                    <a:pt x="166745" y="635213"/>
                  </a:cubicBezTo>
                  <a:cubicBezTo>
                    <a:pt x="166745" y="646487"/>
                    <a:pt x="157606" y="655626"/>
                    <a:pt x="146332" y="655626"/>
                  </a:cubicBezTo>
                  <a:cubicBezTo>
                    <a:pt x="135058" y="655626"/>
                    <a:pt x="125919" y="646487"/>
                    <a:pt x="125919" y="635213"/>
                  </a:cubicBezTo>
                  <a:cubicBezTo>
                    <a:pt x="125919" y="623939"/>
                    <a:pt x="135058" y="614800"/>
                    <a:pt x="146332" y="614800"/>
                  </a:cubicBezTo>
                  <a:close/>
                  <a:moveTo>
                    <a:pt x="97555" y="614800"/>
                  </a:moveTo>
                  <a:cubicBezTo>
                    <a:pt x="108829" y="614800"/>
                    <a:pt x="117968" y="623939"/>
                    <a:pt x="117968" y="635213"/>
                  </a:cubicBezTo>
                  <a:cubicBezTo>
                    <a:pt x="117968" y="646487"/>
                    <a:pt x="108829" y="655626"/>
                    <a:pt x="97555" y="655626"/>
                  </a:cubicBezTo>
                  <a:cubicBezTo>
                    <a:pt x="86281" y="655626"/>
                    <a:pt x="77142" y="646487"/>
                    <a:pt x="77142" y="635213"/>
                  </a:cubicBezTo>
                  <a:cubicBezTo>
                    <a:pt x="77142" y="623939"/>
                    <a:pt x="86281" y="614800"/>
                    <a:pt x="97555" y="614800"/>
                  </a:cubicBezTo>
                  <a:close/>
                  <a:moveTo>
                    <a:pt x="48778" y="614800"/>
                  </a:moveTo>
                  <a:cubicBezTo>
                    <a:pt x="60052" y="614800"/>
                    <a:pt x="69191" y="623939"/>
                    <a:pt x="69191" y="635213"/>
                  </a:cubicBezTo>
                  <a:cubicBezTo>
                    <a:pt x="69191" y="646487"/>
                    <a:pt x="60052" y="655626"/>
                    <a:pt x="48778" y="655626"/>
                  </a:cubicBezTo>
                  <a:cubicBezTo>
                    <a:pt x="37504" y="655626"/>
                    <a:pt x="28365" y="646487"/>
                    <a:pt x="28365" y="635213"/>
                  </a:cubicBezTo>
                  <a:cubicBezTo>
                    <a:pt x="28365" y="623939"/>
                    <a:pt x="37504" y="614800"/>
                    <a:pt x="48778" y="614800"/>
                  </a:cubicBezTo>
                  <a:close/>
                  <a:moveTo>
                    <a:pt x="2" y="614800"/>
                  </a:moveTo>
                  <a:cubicBezTo>
                    <a:pt x="11275" y="614800"/>
                    <a:pt x="20414" y="623939"/>
                    <a:pt x="20414" y="635213"/>
                  </a:cubicBezTo>
                  <a:cubicBezTo>
                    <a:pt x="20414" y="646487"/>
                    <a:pt x="11275" y="655626"/>
                    <a:pt x="2" y="655626"/>
                  </a:cubicBezTo>
                  <a:lnTo>
                    <a:pt x="0" y="655625"/>
                  </a:lnTo>
                  <a:lnTo>
                    <a:pt x="0" y="614801"/>
                  </a:lnTo>
                  <a:close/>
                  <a:moveTo>
                    <a:pt x="829211" y="560714"/>
                  </a:moveTo>
                  <a:cubicBezTo>
                    <a:pt x="832029" y="560714"/>
                    <a:pt x="834714" y="561285"/>
                    <a:pt x="837157" y="562318"/>
                  </a:cubicBezTo>
                  <a:lnTo>
                    <a:pt x="840828" y="564793"/>
                  </a:lnTo>
                  <a:lnTo>
                    <a:pt x="838456" y="568698"/>
                  </a:lnTo>
                  <a:lnTo>
                    <a:pt x="817164" y="597170"/>
                  </a:lnTo>
                  <a:lnTo>
                    <a:pt x="814777" y="595561"/>
                  </a:lnTo>
                  <a:cubicBezTo>
                    <a:pt x="811083" y="591867"/>
                    <a:pt x="808798" y="586764"/>
                    <a:pt x="808798" y="581127"/>
                  </a:cubicBezTo>
                  <a:cubicBezTo>
                    <a:pt x="808798" y="569853"/>
                    <a:pt x="817937" y="560714"/>
                    <a:pt x="829211" y="560714"/>
                  </a:cubicBezTo>
                  <a:close/>
                  <a:moveTo>
                    <a:pt x="780434" y="560714"/>
                  </a:moveTo>
                  <a:cubicBezTo>
                    <a:pt x="791708" y="560714"/>
                    <a:pt x="800847" y="569853"/>
                    <a:pt x="800847" y="581127"/>
                  </a:cubicBezTo>
                  <a:cubicBezTo>
                    <a:pt x="800847" y="592400"/>
                    <a:pt x="791708" y="601539"/>
                    <a:pt x="780434" y="601539"/>
                  </a:cubicBezTo>
                  <a:cubicBezTo>
                    <a:pt x="769160" y="601539"/>
                    <a:pt x="760021" y="592400"/>
                    <a:pt x="760021" y="581127"/>
                  </a:cubicBezTo>
                  <a:cubicBezTo>
                    <a:pt x="760021" y="569853"/>
                    <a:pt x="769160" y="560714"/>
                    <a:pt x="780434" y="560714"/>
                  </a:cubicBezTo>
                  <a:close/>
                  <a:moveTo>
                    <a:pt x="731657" y="560714"/>
                  </a:moveTo>
                  <a:cubicBezTo>
                    <a:pt x="742931" y="560714"/>
                    <a:pt x="752070" y="569853"/>
                    <a:pt x="752070" y="581127"/>
                  </a:cubicBezTo>
                  <a:cubicBezTo>
                    <a:pt x="752070" y="592400"/>
                    <a:pt x="742931" y="601539"/>
                    <a:pt x="731657" y="601539"/>
                  </a:cubicBezTo>
                  <a:cubicBezTo>
                    <a:pt x="720383" y="601539"/>
                    <a:pt x="711244" y="592400"/>
                    <a:pt x="711244" y="581127"/>
                  </a:cubicBezTo>
                  <a:cubicBezTo>
                    <a:pt x="711244" y="569853"/>
                    <a:pt x="720383" y="560714"/>
                    <a:pt x="731657" y="560714"/>
                  </a:cubicBezTo>
                  <a:close/>
                  <a:moveTo>
                    <a:pt x="682880" y="560714"/>
                  </a:moveTo>
                  <a:cubicBezTo>
                    <a:pt x="694153" y="560714"/>
                    <a:pt x="703293" y="569853"/>
                    <a:pt x="703293" y="581127"/>
                  </a:cubicBezTo>
                  <a:cubicBezTo>
                    <a:pt x="703293" y="592400"/>
                    <a:pt x="694153" y="601539"/>
                    <a:pt x="682880" y="601539"/>
                  </a:cubicBezTo>
                  <a:cubicBezTo>
                    <a:pt x="671606" y="601539"/>
                    <a:pt x="662467" y="592400"/>
                    <a:pt x="662467" y="581127"/>
                  </a:cubicBezTo>
                  <a:cubicBezTo>
                    <a:pt x="662467" y="569853"/>
                    <a:pt x="671606" y="560714"/>
                    <a:pt x="682880" y="560714"/>
                  </a:cubicBezTo>
                  <a:close/>
                  <a:moveTo>
                    <a:pt x="634103" y="560714"/>
                  </a:moveTo>
                  <a:cubicBezTo>
                    <a:pt x="645377" y="560714"/>
                    <a:pt x="654516" y="569853"/>
                    <a:pt x="654516" y="581127"/>
                  </a:cubicBezTo>
                  <a:cubicBezTo>
                    <a:pt x="654516" y="592400"/>
                    <a:pt x="645377" y="601539"/>
                    <a:pt x="634103" y="601539"/>
                  </a:cubicBezTo>
                  <a:cubicBezTo>
                    <a:pt x="622829" y="601539"/>
                    <a:pt x="613690" y="592400"/>
                    <a:pt x="613690" y="581127"/>
                  </a:cubicBezTo>
                  <a:cubicBezTo>
                    <a:pt x="613690" y="569853"/>
                    <a:pt x="622829" y="560714"/>
                    <a:pt x="634103" y="560714"/>
                  </a:cubicBezTo>
                  <a:close/>
                  <a:moveTo>
                    <a:pt x="585326" y="560714"/>
                  </a:moveTo>
                  <a:cubicBezTo>
                    <a:pt x="596599" y="560714"/>
                    <a:pt x="605738" y="569853"/>
                    <a:pt x="605738" y="581127"/>
                  </a:cubicBezTo>
                  <a:cubicBezTo>
                    <a:pt x="605738" y="592400"/>
                    <a:pt x="596599" y="601539"/>
                    <a:pt x="585326" y="601539"/>
                  </a:cubicBezTo>
                  <a:cubicBezTo>
                    <a:pt x="574052" y="601539"/>
                    <a:pt x="564913" y="592400"/>
                    <a:pt x="564913" y="581127"/>
                  </a:cubicBezTo>
                  <a:cubicBezTo>
                    <a:pt x="564913" y="569853"/>
                    <a:pt x="574052" y="560714"/>
                    <a:pt x="585326" y="560714"/>
                  </a:cubicBezTo>
                  <a:close/>
                  <a:moveTo>
                    <a:pt x="536549" y="560714"/>
                  </a:moveTo>
                  <a:cubicBezTo>
                    <a:pt x="547822" y="560714"/>
                    <a:pt x="556961" y="569853"/>
                    <a:pt x="556961" y="581127"/>
                  </a:cubicBezTo>
                  <a:cubicBezTo>
                    <a:pt x="556961" y="592400"/>
                    <a:pt x="547822" y="601539"/>
                    <a:pt x="536549" y="601539"/>
                  </a:cubicBezTo>
                  <a:cubicBezTo>
                    <a:pt x="525275" y="601539"/>
                    <a:pt x="516136" y="592400"/>
                    <a:pt x="516136" y="581127"/>
                  </a:cubicBezTo>
                  <a:cubicBezTo>
                    <a:pt x="516136" y="569853"/>
                    <a:pt x="525275" y="560714"/>
                    <a:pt x="536549" y="560714"/>
                  </a:cubicBezTo>
                  <a:close/>
                  <a:moveTo>
                    <a:pt x="487772" y="560714"/>
                  </a:moveTo>
                  <a:cubicBezTo>
                    <a:pt x="499045" y="560714"/>
                    <a:pt x="508184" y="569853"/>
                    <a:pt x="508184" y="581127"/>
                  </a:cubicBezTo>
                  <a:cubicBezTo>
                    <a:pt x="508184" y="592400"/>
                    <a:pt x="499045" y="601539"/>
                    <a:pt x="487772" y="601539"/>
                  </a:cubicBezTo>
                  <a:cubicBezTo>
                    <a:pt x="476498" y="601539"/>
                    <a:pt x="467359" y="592400"/>
                    <a:pt x="467359" y="581127"/>
                  </a:cubicBezTo>
                  <a:cubicBezTo>
                    <a:pt x="467359" y="569853"/>
                    <a:pt x="476498" y="560714"/>
                    <a:pt x="487772" y="560714"/>
                  </a:cubicBezTo>
                  <a:close/>
                  <a:moveTo>
                    <a:pt x="438994" y="560714"/>
                  </a:moveTo>
                  <a:cubicBezTo>
                    <a:pt x="450268" y="560714"/>
                    <a:pt x="459407" y="569853"/>
                    <a:pt x="459407" y="581127"/>
                  </a:cubicBezTo>
                  <a:cubicBezTo>
                    <a:pt x="459407" y="592400"/>
                    <a:pt x="450268" y="601539"/>
                    <a:pt x="438994" y="601539"/>
                  </a:cubicBezTo>
                  <a:cubicBezTo>
                    <a:pt x="427721" y="601539"/>
                    <a:pt x="418582" y="592400"/>
                    <a:pt x="418582" y="581127"/>
                  </a:cubicBezTo>
                  <a:cubicBezTo>
                    <a:pt x="418582" y="569853"/>
                    <a:pt x="427721" y="560714"/>
                    <a:pt x="438994" y="560714"/>
                  </a:cubicBezTo>
                  <a:close/>
                  <a:moveTo>
                    <a:pt x="390217" y="560714"/>
                  </a:moveTo>
                  <a:cubicBezTo>
                    <a:pt x="401491" y="560714"/>
                    <a:pt x="410630" y="569853"/>
                    <a:pt x="410630" y="581127"/>
                  </a:cubicBezTo>
                  <a:cubicBezTo>
                    <a:pt x="410630" y="592400"/>
                    <a:pt x="401491" y="601539"/>
                    <a:pt x="390217" y="601539"/>
                  </a:cubicBezTo>
                  <a:cubicBezTo>
                    <a:pt x="378944" y="601539"/>
                    <a:pt x="369805" y="592400"/>
                    <a:pt x="369805" y="581127"/>
                  </a:cubicBezTo>
                  <a:cubicBezTo>
                    <a:pt x="369805" y="569853"/>
                    <a:pt x="378944" y="560714"/>
                    <a:pt x="390217" y="560714"/>
                  </a:cubicBezTo>
                  <a:close/>
                  <a:moveTo>
                    <a:pt x="341440" y="560714"/>
                  </a:moveTo>
                  <a:cubicBezTo>
                    <a:pt x="352714" y="560714"/>
                    <a:pt x="361853" y="569853"/>
                    <a:pt x="361853" y="581127"/>
                  </a:cubicBezTo>
                  <a:cubicBezTo>
                    <a:pt x="361853" y="592400"/>
                    <a:pt x="352714" y="601539"/>
                    <a:pt x="341440" y="601539"/>
                  </a:cubicBezTo>
                  <a:cubicBezTo>
                    <a:pt x="330166" y="601539"/>
                    <a:pt x="321028" y="592400"/>
                    <a:pt x="321028" y="581127"/>
                  </a:cubicBezTo>
                  <a:cubicBezTo>
                    <a:pt x="321028" y="569853"/>
                    <a:pt x="330166" y="560714"/>
                    <a:pt x="341440" y="560714"/>
                  </a:cubicBezTo>
                  <a:close/>
                  <a:moveTo>
                    <a:pt x="292663" y="560714"/>
                  </a:moveTo>
                  <a:cubicBezTo>
                    <a:pt x="303937" y="560714"/>
                    <a:pt x="313076" y="569853"/>
                    <a:pt x="313076" y="581127"/>
                  </a:cubicBezTo>
                  <a:cubicBezTo>
                    <a:pt x="313076" y="592400"/>
                    <a:pt x="303937" y="601539"/>
                    <a:pt x="292663" y="601539"/>
                  </a:cubicBezTo>
                  <a:cubicBezTo>
                    <a:pt x="281389" y="601539"/>
                    <a:pt x="272251" y="592400"/>
                    <a:pt x="272251" y="581127"/>
                  </a:cubicBezTo>
                  <a:cubicBezTo>
                    <a:pt x="272251" y="569853"/>
                    <a:pt x="281389" y="560714"/>
                    <a:pt x="292663" y="560714"/>
                  </a:cubicBezTo>
                  <a:close/>
                  <a:moveTo>
                    <a:pt x="243886" y="560714"/>
                  </a:moveTo>
                  <a:cubicBezTo>
                    <a:pt x="255160" y="560714"/>
                    <a:pt x="264299" y="569853"/>
                    <a:pt x="264299" y="581127"/>
                  </a:cubicBezTo>
                  <a:cubicBezTo>
                    <a:pt x="264299" y="592400"/>
                    <a:pt x="255160" y="601539"/>
                    <a:pt x="243886" y="601539"/>
                  </a:cubicBezTo>
                  <a:cubicBezTo>
                    <a:pt x="232612" y="601539"/>
                    <a:pt x="223473" y="592400"/>
                    <a:pt x="223473" y="581127"/>
                  </a:cubicBezTo>
                  <a:cubicBezTo>
                    <a:pt x="223473" y="569853"/>
                    <a:pt x="232612" y="560714"/>
                    <a:pt x="243886" y="560714"/>
                  </a:cubicBezTo>
                  <a:close/>
                  <a:moveTo>
                    <a:pt x="195109" y="560714"/>
                  </a:moveTo>
                  <a:cubicBezTo>
                    <a:pt x="206383" y="560714"/>
                    <a:pt x="215522" y="569853"/>
                    <a:pt x="215522" y="581127"/>
                  </a:cubicBezTo>
                  <a:cubicBezTo>
                    <a:pt x="215522" y="592400"/>
                    <a:pt x="206383" y="601539"/>
                    <a:pt x="195109" y="601539"/>
                  </a:cubicBezTo>
                  <a:cubicBezTo>
                    <a:pt x="183835" y="601539"/>
                    <a:pt x="174696" y="592400"/>
                    <a:pt x="174696" y="581127"/>
                  </a:cubicBezTo>
                  <a:cubicBezTo>
                    <a:pt x="174696" y="569853"/>
                    <a:pt x="183835" y="560714"/>
                    <a:pt x="195109" y="560714"/>
                  </a:cubicBezTo>
                  <a:close/>
                  <a:moveTo>
                    <a:pt x="146332" y="560714"/>
                  </a:moveTo>
                  <a:cubicBezTo>
                    <a:pt x="157606" y="560714"/>
                    <a:pt x="166745" y="569853"/>
                    <a:pt x="166745" y="581127"/>
                  </a:cubicBezTo>
                  <a:cubicBezTo>
                    <a:pt x="166745" y="592400"/>
                    <a:pt x="157606" y="601539"/>
                    <a:pt x="146332" y="601539"/>
                  </a:cubicBezTo>
                  <a:cubicBezTo>
                    <a:pt x="135058" y="601539"/>
                    <a:pt x="125919" y="592400"/>
                    <a:pt x="125919" y="581127"/>
                  </a:cubicBezTo>
                  <a:cubicBezTo>
                    <a:pt x="125919" y="569853"/>
                    <a:pt x="135058" y="560714"/>
                    <a:pt x="146332" y="560714"/>
                  </a:cubicBezTo>
                  <a:close/>
                  <a:moveTo>
                    <a:pt x="97555" y="560714"/>
                  </a:moveTo>
                  <a:cubicBezTo>
                    <a:pt x="108829" y="560714"/>
                    <a:pt x="117968" y="569853"/>
                    <a:pt x="117968" y="581127"/>
                  </a:cubicBezTo>
                  <a:cubicBezTo>
                    <a:pt x="117968" y="592400"/>
                    <a:pt x="108829" y="601539"/>
                    <a:pt x="97555" y="601539"/>
                  </a:cubicBezTo>
                  <a:cubicBezTo>
                    <a:pt x="86281" y="601539"/>
                    <a:pt x="77142" y="592400"/>
                    <a:pt x="77142" y="581127"/>
                  </a:cubicBezTo>
                  <a:cubicBezTo>
                    <a:pt x="77142" y="569853"/>
                    <a:pt x="86281" y="560714"/>
                    <a:pt x="97555" y="560714"/>
                  </a:cubicBezTo>
                  <a:close/>
                  <a:moveTo>
                    <a:pt x="48778" y="560714"/>
                  </a:moveTo>
                  <a:cubicBezTo>
                    <a:pt x="60052" y="560714"/>
                    <a:pt x="69191" y="569853"/>
                    <a:pt x="69191" y="581127"/>
                  </a:cubicBezTo>
                  <a:cubicBezTo>
                    <a:pt x="69191" y="592400"/>
                    <a:pt x="60052" y="601539"/>
                    <a:pt x="48778" y="601539"/>
                  </a:cubicBezTo>
                  <a:cubicBezTo>
                    <a:pt x="37504" y="601539"/>
                    <a:pt x="28365" y="592400"/>
                    <a:pt x="28365" y="581127"/>
                  </a:cubicBezTo>
                  <a:cubicBezTo>
                    <a:pt x="28365" y="569853"/>
                    <a:pt x="37504" y="560714"/>
                    <a:pt x="48778" y="560714"/>
                  </a:cubicBezTo>
                  <a:close/>
                  <a:moveTo>
                    <a:pt x="2" y="560714"/>
                  </a:moveTo>
                  <a:cubicBezTo>
                    <a:pt x="11275" y="560714"/>
                    <a:pt x="20414" y="569853"/>
                    <a:pt x="20414" y="581127"/>
                  </a:cubicBezTo>
                  <a:cubicBezTo>
                    <a:pt x="20414" y="592400"/>
                    <a:pt x="11275" y="601539"/>
                    <a:pt x="2" y="601539"/>
                  </a:cubicBezTo>
                  <a:lnTo>
                    <a:pt x="0" y="601538"/>
                  </a:lnTo>
                  <a:lnTo>
                    <a:pt x="0" y="560715"/>
                  </a:lnTo>
                  <a:close/>
                  <a:moveTo>
                    <a:pt x="875909" y="507047"/>
                  </a:moveTo>
                  <a:lnTo>
                    <a:pt x="860084" y="533097"/>
                  </a:lnTo>
                  <a:lnTo>
                    <a:pt x="857575" y="527040"/>
                  </a:lnTo>
                  <a:cubicBezTo>
                    <a:pt x="857575" y="518585"/>
                    <a:pt x="862716" y="511331"/>
                    <a:pt x="870042" y="508232"/>
                  </a:cubicBezTo>
                  <a:close/>
                  <a:moveTo>
                    <a:pt x="829211" y="506628"/>
                  </a:moveTo>
                  <a:cubicBezTo>
                    <a:pt x="840485" y="506628"/>
                    <a:pt x="849624" y="515767"/>
                    <a:pt x="849624" y="527040"/>
                  </a:cubicBezTo>
                  <a:cubicBezTo>
                    <a:pt x="849624" y="538314"/>
                    <a:pt x="840485" y="547453"/>
                    <a:pt x="829211" y="547453"/>
                  </a:cubicBezTo>
                  <a:cubicBezTo>
                    <a:pt x="817937" y="547453"/>
                    <a:pt x="808798" y="538314"/>
                    <a:pt x="808798" y="527040"/>
                  </a:cubicBezTo>
                  <a:cubicBezTo>
                    <a:pt x="808798" y="515767"/>
                    <a:pt x="817937" y="506628"/>
                    <a:pt x="829211" y="506628"/>
                  </a:cubicBezTo>
                  <a:close/>
                  <a:moveTo>
                    <a:pt x="780434" y="506628"/>
                  </a:moveTo>
                  <a:cubicBezTo>
                    <a:pt x="791708" y="506628"/>
                    <a:pt x="800847" y="515767"/>
                    <a:pt x="800847" y="527040"/>
                  </a:cubicBezTo>
                  <a:cubicBezTo>
                    <a:pt x="800847" y="538314"/>
                    <a:pt x="791708" y="547453"/>
                    <a:pt x="780434" y="547453"/>
                  </a:cubicBezTo>
                  <a:cubicBezTo>
                    <a:pt x="769160" y="547453"/>
                    <a:pt x="760021" y="538314"/>
                    <a:pt x="760021" y="527040"/>
                  </a:cubicBezTo>
                  <a:cubicBezTo>
                    <a:pt x="760021" y="515767"/>
                    <a:pt x="769160" y="506628"/>
                    <a:pt x="780434" y="506628"/>
                  </a:cubicBezTo>
                  <a:close/>
                  <a:moveTo>
                    <a:pt x="731657" y="506628"/>
                  </a:moveTo>
                  <a:cubicBezTo>
                    <a:pt x="742931" y="506628"/>
                    <a:pt x="752070" y="515767"/>
                    <a:pt x="752070" y="527040"/>
                  </a:cubicBezTo>
                  <a:cubicBezTo>
                    <a:pt x="752070" y="538314"/>
                    <a:pt x="742931" y="547453"/>
                    <a:pt x="731657" y="547453"/>
                  </a:cubicBezTo>
                  <a:cubicBezTo>
                    <a:pt x="720383" y="547453"/>
                    <a:pt x="711244" y="538314"/>
                    <a:pt x="711244" y="527040"/>
                  </a:cubicBezTo>
                  <a:cubicBezTo>
                    <a:pt x="711244" y="515767"/>
                    <a:pt x="720383" y="506628"/>
                    <a:pt x="731657" y="506628"/>
                  </a:cubicBezTo>
                  <a:close/>
                  <a:moveTo>
                    <a:pt x="682880" y="506628"/>
                  </a:moveTo>
                  <a:cubicBezTo>
                    <a:pt x="694153" y="506628"/>
                    <a:pt x="703293" y="515767"/>
                    <a:pt x="703293" y="527040"/>
                  </a:cubicBezTo>
                  <a:cubicBezTo>
                    <a:pt x="703293" y="538314"/>
                    <a:pt x="694153" y="547453"/>
                    <a:pt x="682880" y="547453"/>
                  </a:cubicBezTo>
                  <a:cubicBezTo>
                    <a:pt x="671606" y="547453"/>
                    <a:pt x="662467" y="538314"/>
                    <a:pt x="662467" y="527040"/>
                  </a:cubicBezTo>
                  <a:cubicBezTo>
                    <a:pt x="662467" y="515767"/>
                    <a:pt x="671606" y="506628"/>
                    <a:pt x="682880" y="506628"/>
                  </a:cubicBezTo>
                  <a:close/>
                  <a:moveTo>
                    <a:pt x="634103" y="506628"/>
                  </a:moveTo>
                  <a:cubicBezTo>
                    <a:pt x="645377" y="506628"/>
                    <a:pt x="654516" y="515767"/>
                    <a:pt x="654516" y="527040"/>
                  </a:cubicBezTo>
                  <a:cubicBezTo>
                    <a:pt x="654516" y="538314"/>
                    <a:pt x="645377" y="547453"/>
                    <a:pt x="634103" y="547453"/>
                  </a:cubicBezTo>
                  <a:cubicBezTo>
                    <a:pt x="622829" y="547453"/>
                    <a:pt x="613690" y="538314"/>
                    <a:pt x="613690" y="527040"/>
                  </a:cubicBezTo>
                  <a:cubicBezTo>
                    <a:pt x="613690" y="515767"/>
                    <a:pt x="622829" y="506628"/>
                    <a:pt x="634103" y="506628"/>
                  </a:cubicBezTo>
                  <a:close/>
                  <a:moveTo>
                    <a:pt x="585326" y="506628"/>
                  </a:moveTo>
                  <a:cubicBezTo>
                    <a:pt x="596599" y="506628"/>
                    <a:pt x="605738" y="515767"/>
                    <a:pt x="605738" y="527040"/>
                  </a:cubicBezTo>
                  <a:cubicBezTo>
                    <a:pt x="605738" y="538314"/>
                    <a:pt x="596599" y="547453"/>
                    <a:pt x="585326" y="547453"/>
                  </a:cubicBezTo>
                  <a:cubicBezTo>
                    <a:pt x="574052" y="547453"/>
                    <a:pt x="564913" y="538314"/>
                    <a:pt x="564913" y="527040"/>
                  </a:cubicBezTo>
                  <a:cubicBezTo>
                    <a:pt x="564913" y="515767"/>
                    <a:pt x="574052" y="506628"/>
                    <a:pt x="585326" y="506628"/>
                  </a:cubicBezTo>
                  <a:close/>
                  <a:moveTo>
                    <a:pt x="536549" y="506628"/>
                  </a:moveTo>
                  <a:cubicBezTo>
                    <a:pt x="547822" y="506628"/>
                    <a:pt x="556961" y="515767"/>
                    <a:pt x="556961" y="527040"/>
                  </a:cubicBezTo>
                  <a:cubicBezTo>
                    <a:pt x="556961" y="538314"/>
                    <a:pt x="547822" y="547453"/>
                    <a:pt x="536549" y="547453"/>
                  </a:cubicBezTo>
                  <a:cubicBezTo>
                    <a:pt x="525275" y="547453"/>
                    <a:pt x="516136" y="538314"/>
                    <a:pt x="516136" y="527040"/>
                  </a:cubicBezTo>
                  <a:cubicBezTo>
                    <a:pt x="516136" y="515767"/>
                    <a:pt x="525275" y="506628"/>
                    <a:pt x="536549" y="506628"/>
                  </a:cubicBezTo>
                  <a:close/>
                  <a:moveTo>
                    <a:pt x="487772" y="506628"/>
                  </a:moveTo>
                  <a:cubicBezTo>
                    <a:pt x="499045" y="506628"/>
                    <a:pt x="508184" y="515767"/>
                    <a:pt x="508184" y="527040"/>
                  </a:cubicBezTo>
                  <a:cubicBezTo>
                    <a:pt x="508184" y="538314"/>
                    <a:pt x="499045" y="547453"/>
                    <a:pt x="487772" y="547453"/>
                  </a:cubicBezTo>
                  <a:cubicBezTo>
                    <a:pt x="476498" y="547453"/>
                    <a:pt x="467359" y="538314"/>
                    <a:pt x="467359" y="527040"/>
                  </a:cubicBezTo>
                  <a:cubicBezTo>
                    <a:pt x="467359" y="515767"/>
                    <a:pt x="476498" y="506628"/>
                    <a:pt x="487772" y="506628"/>
                  </a:cubicBezTo>
                  <a:close/>
                  <a:moveTo>
                    <a:pt x="438994" y="506628"/>
                  </a:moveTo>
                  <a:cubicBezTo>
                    <a:pt x="450268" y="506628"/>
                    <a:pt x="459407" y="515767"/>
                    <a:pt x="459407" y="527040"/>
                  </a:cubicBezTo>
                  <a:cubicBezTo>
                    <a:pt x="459407" y="538314"/>
                    <a:pt x="450268" y="547453"/>
                    <a:pt x="438994" y="547453"/>
                  </a:cubicBezTo>
                  <a:cubicBezTo>
                    <a:pt x="427721" y="547453"/>
                    <a:pt x="418582" y="538314"/>
                    <a:pt x="418582" y="527040"/>
                  </a:cubicBezTo>
                  <a:cubicBezTo>
                    <a:pt x="418582" y="515767"/>
                    <a:pt x="427721" y="506628"/>
                    <a:pt x="438994" y="506628"/>
                  </a:cubicBezTo>
                  <a:close/>
                  <a:moveTo>
                    <a:pt x="390217" y="506628"/>
                  </a:moveTo>
                  <a:cubicBezTo>
                    <a:pt x="401491" y="506628"/>
                    <a:pt x="410630" y="515767"/>
                    <a:pt x="410630" y="527040"/>
                  </a:cubicBezTo>
                  <a:cubicBezTo>
                    <a:pt x="410630" y="538314"/>
                    <a:pt x="401491" y="547453"/>
                    <a:pt x="390217" y="547453"/>
                  </a:cubicBezTo>
                  <a:cubicBezTo>
                    <a:pt x="378944" y="547453"/>
                    <a:pt x="369805" y="538314"/>
                    <a:pt x="369805" y="527040"/>
                  </a:cubicBezTo>
                  <a:cubicBezTo>
                    <a:pt x="369805" y="515767"/>
                    <a:pt x="378944" y="506628"/>
                    <a:pt x="390217" y="506628"/>
                  </a:cubicBezTo>
                  <a:close/>
                  <a:moveTo>
                    <a:pt x="341440" y="506628"/>
                  </a:moveTo>
                  <a:cubicBezTo>
                    <a:pt x="352714" y="506628"/>
                    <a:pt x="361853" y="515767"/>
                    <a:pt x="361853" y="527040"/>
                  </a:cubicBezTo>
                  <a:cubicBezTo>
                    <a:pt x="361853" y="538314"/>
                    <a:pt x="352714" y="547453"/>
                    <a:pt x="341440" y="547453"/>
                  </a:cubicBezTo>
                  <a:cubicBezTo>
                    <a:pt x="330166" y="547453"/>
                    <a:pt x="321028" y="538314"/>
                    <a:pt x="321028" y="527040"/>
                  </a:cubicBezTo>
                  <a:cubicBezTo>
                    <a:pt x="321028" y="515767"/>
                    <a:pt x="330166" y="506628"/>
                    <a:pt x="341440" y="506628"/>
                  </a:cubicBezTo>
                  <a:close/>
                  <a:moveTo>
                    <a:pt x="292663" y="506628"/>
                  </a:moveTo>
                  <a:cubicBezTo>
                    <a:pt x="303937" y="506628"/>
                    <a:pt x="313076" y="515767"/>
                    <a:pt x="313076" y="527040"/>
                  </a:cubicBezTo>
                  <a:cubicBezTo>
                    <a:pt x="313076" y="538314"/>
                    <a:pt x="303937" y="547453"/>
                    <a:pt x="292663" y="547453"/>
                  </a:cubicBezTo>
                  <a:cubicBezTo>
                    <a:pt x="281389" y="547453"/>
                    <a:pt x="272251" y="538314"/>
                    <a:pt x="272251" y="527040"/>
                  </a:cubicBezTo>
                  <a:cubicBezTo>
                    <a:pt x="272251" y="515767"/>
                    <a:pt x="281389" y="506628"/>
                    <a:pt x="292663" y="506628"/>
                  </a:cubicBezTo>
                  <a:close/>
                  <a:moveTo>
                    <a:pt x="243886" y="506628"/>
                  </a:moveTo>
                  <a:cubicBezTo>
                    <a:pt x="255160" y="506628"/>
                    <a:pt x="264299" y="515767"/>
                    <a:pt x="264299" y="527040"/>
                  </a:cubicBezTo>
                  <a:cubicBezTo>
                    <a:pt x="264299" y="538314"/>
                    <a:pt x="255160" y="547453"/>
                    <a:pt x="243886" y="547453"/>
                  </a:cubicBezTo>
                  <a:cubicBezTo>
                    <a:pt x="232612" y="547453"/>
                    <a:pt x="223473" y="538314"/>
                    <a:pt x="223473" y="527040"/>
                  </a:cubicBezTo>
                  <a:cubicBezTo>
                    <a:pt x="223473" y="515767"/>
                    <a:pt x="232612" y="506628"/>
                    <a:pt x="243886" y="506628"/>
                  </a:cubicBezTo>
                  <a:close/>
                  <a:moveTo>
                    <a:pt x="195109" y="506628"/>
                  </a:moveTo>
                  <a:cubicBezTo>
                    <a:pt x="206383" y="506628"/>
                    <a:pt x="215522" y="515767"/>
                    <a:pt x="215522" y="527040"/>
                  </a:cubicBezTo>
                  <a:cubicBezTo>
                    <a:pt x="215522" y="538314"/>
                    <a:pt x="206383" y="547453"/>
                    <a:pt x="195109" y="547453"/>
                  </a:cubicBezTo>
                  <a:cubicBezTo>
                    <a:pt x="183835" y="547453"/>
                    <a:pt x="174696" y="538314"/>
                    <a:pt x="174696" y="527040"/>
                  </a:cubicBezTo>
                  <a:cubicBezTo>
                    <a:pt x="174696" y="515767"/>
                    <a:pt x="183835" y="506628"/>
                    <a:pt x="195109" y="506628"/>
                  </a:cubicBezTo>
                  <a:close/>
                  <a:moveTo>
                    <a:pt x="146332" y="506628"/>
                  </a:moveTo>
                  <a:cubicBezTo>
                    <a:pt x="157606" y="506628"/>
                    <a:pt x="166745" y="515767"/>
                    <a:pt x="166745" y="527040"/>
                  </a:cubicBezTo>
                  <a:cubicBezTo>
                    <a:pt x="166745" y="538314"/>
                    <a:pt x="157606" y="547453"/>
                    <a:pt x="146332" y="547453"/>
                  </a:cubicBezTo>
                  <a:cubicBezTo>
                    <a:pt x="135058" y="547453"/>
                    <a:pt x="125919" y="538314"/>
                    <a:pt x="125919" y="527040"/>
                  </a:cubicBezTo>
                  <a:cubicBezTo>
                    <a:pt x="125919" y="515767"/>
                    <a:pt x="135058" y="506628"/>
                    <a:pt x="146332" y="506628"/>
                  </a:cubicBezTo>
                  <a:close/>
                  <a:moveTo>
                    <a:pt x="97555" y="506628"/>
                  </a:moveTo>
                  <a:cubicBezTo>
                    <a:pt x="108829" y="506628"/>
                    <a:pt x="117968" y="515767"/>
                    <a:pt x="117968" y="527040"/>
                  </a:cubicBezTo>
                  <a:cubicBezTo>
                    <a:pt x="117968" y="538314"/>
                    <a:pt x="108829" y="547453"/>
                    <a:pt x="97555" y="547453"/>
                  </a:cubicBezTo>
                  <a:cubicBezTo>
                    <a:pt x="86281" y="547453"/>
                    <a:pt x="77142" y="538314"/>
                    <a:pt x="77142" y="527040"/>
                  </a:cubicBezTo>
                  <a:cubicBezTo>
                    <a:pt x="77142" y="515767"/>
                    <a:pt x="86281" y="506628"/>
                    <a:pt x="97555" y="506628"/>
                  </a:cubicBezTo>
                  <a:close/>
                  <a:moveTo>
                    <a:pt x="48778" y="506628"/>
                  </a:moveTo>
                  <a:cubicBezTo>
                    <a:pt x="60052" y="506628"/>
                    <a:pt x="69191" y="515767"/>
                    <a:pt x="69191" y="527040"/>
                  </a:cubicBezTo>
                  <a:cubicBezTo>
                    <a:pt x="69191" y="538314"/>
                    <a:pt x="60052" y="547453"/>
                    <a:pt x="48778" y="547453"/>
                  </a:cubicBezTo>
                  <a:cubicBezTo>
                    <a:pt x="37504" y="547453"/>
                    <a:pt x="28365" y="538314"/>
                    <a:pt x="28365" y="527040"/>
                  </a:cubicBezTo>
                  <a:cubicBezTo>
                    <a:pt x="28365" y="515767"/>
                    <a:pt x="37504" y="506628"/>
                    <a:pt x="48778" y="506628"/>
                  </a:cubicBezTo>
                  <a:close/>
                  <a:moveTo>
                    <a:pt x="2" y="506628"/>
                  </a:moveTo>
                  <a:cubicBezTo>
                    <a:pt x="11275" y="506628"/>
                    <a:pt x="20414" y="515767"/>
                    <a:pt x="20414" y="527040"/>
                  </a:cubicBezTo>
                  <a:cubicBezTo>
                    <a:pt x="20414" y="538314"/>
                    <a:pt x="11275" y="547453"/>
                    <a:pt x="2" y="547453"/>
                  </a:cubicBezTo>
                  <a:lnTo>
                    <a:pt x="0" y="547452"/>
                  </a:lnTo>
                  <a:lnTo>
                    <a:pt x="0" y="506629"/>
                  </a:lnTo>
                  <a:close/>
                  <a:moveTo>
                    <a:pt x="877988" y="452541"/>
                  </a:moveTo>
                  <a:cubicBezTo>
                    <a:pt x="883625" y="452541"/>
                    <a:pt x="888728" y="454826"/>
                    <a:pt x="892422" y="458520"/>
                  </a:cubicBezTo>
                  <a:lnTo>
                    <a:pt x="896859" y="469231"/>
                  </a:lnTo>
                  <a:lnTo>
                    <a:pt x="889104" y="485329"/>
                  </a:lnTo>
                  <a:lnTo>
                    <a:pt x="885092" y="491933"/>
                  </a:lnTo>
                  <a:lnTo>
                    <a:pt x="877988" y="493367"/>
                  </a:lnTo>
                  <a:cubicBezTo>
                    <a:pt x="866714" y="493367"/>
                    <a:pt x="857575" y="484228"/>
                    <a:pt x="857575" y="472954"/>
                  </a:cubicBezTo>
                  <a:cubicBezTo>
                    <a:pt x="857575" y="461680"/>
                    <a:pt x="866714" y="452541"/>
                    <a:pt x="877988" y="452541"/>
                  </a:cubicBezTo>
                  <a:close/>
                  <a:moveTo>
                    <a:pt x="829211" y="452541"/>
                  </a:moveTo>
                  <a:cubicBezTo>
                    <a:pt x="840485" y="452541"/>
                    <a:pt x="849624" y="461680"/>
                    <a:pt x="849624" y="472954"/>
                  </a:cubicBezTo>
                  <a:cubicBezTo>
                    <a:pt x="849624" y="484228"/>
                    <a:pt x="840485" y="493367"/>
                    <a:pt x="829211" y="493367"/>
                  </a:cubicBezTo>
                  <a:cubicBezTo>
                    <a:pt x="817937" y="493367"/>
                    <a:pt x="808798" y="484228"/>
                    <a:pt x="808798" y="472954"/>
                  </a:cubicBezTo>
                  <a:cubicBezTo>
                    <a:pt x="808798" y="461680"/>
                    <a:pt x="817937" y="452541"/>
                    <a:pt x="829211" y="452541"/>
                  </a:cubicBezTo>
                  <a:close/>
                  <a:moveTo>
                    <a:pt x="780434" y="452541"/>
                  </a:moveTo>
                  <a:cubicBezTo>
                    <a:pt x="791708" y="452541"/>
                    <a:pt x="800847" y="461680"/>
                    <a:pt x="800847" y="472954"/>
                  </a:cubicBezTo>
                  <a:cubicBezTo>
                    <a:pt x="800847" y="484228"/>
                    <a:pt x="791708" y="493367"/>
                    <a:pt x="780434" y="493367"/>
                  </a:cubicBezTo>
                  <a:cubicBezTo>
                    <a:pt x="769160" y="493367"/>
                    <a:pt x="760021" y="484228"/>
                    <a:pt x="760021" y="472954"/>
                  </a:cubicBezTo>
                  <a:cubicBezTo>
                    <a:pt x="760021" y="461680"/>
                    <a:pt x="769160" y="452541"/>
                    <a:pt x="780434" y="452541"/>
                  </a:cubicBezTo>
                  <a:close/>
                  <a:moveTo>
                    <a:pt x="731657" y="452541"/>
                  </a:moveTo>
                  <a:cubicBezTo>
                    <a:pt x="742931" y="452541"/>
                    <a:pt x="752070" y="461680"/>
                    <a:pt x="752070" y="472954"/>
                  </a:cubicBezTo>
                  <a:cubicBezTo>
                    <a:pt x="752070" y="484228"/>
                    <a:pt x="742931" y="493367"/>
                    <a:pt x="731657" y="493367"/>
                  </a:cubicBezTo>
                  <a:cubicBezTo>
                    <a:pt x="720383" y="493367"/>
                    <a:pt x="711244" y="484228"/>
                    <a:pt x="711244" y="472954"/>
                  </a:cubicBezTo>
                  <a:cubicBezTo>
                    <a:pt x="711244" y="461680"/>
                    <a:pt x="720383" y="452541"/>
                    <a:pt x="731657" y="452541"/>
                  </a:cubicBezTo>
                  <a:close/>
                  <a:moveTo>
                    <a:pt x="682880" y="452541"/>
                  </a:moveTo>
                  <a:cubicBezTo>
                    <a:pt x="694153" y="452541"/>
                    <a:pt x="703293" y="461680"/>
                    <a:pt x="703293" y="472954"/>
                  </a:cubicBezTo>
                  <a:cubicBezTo>
                    <a:pt x="703293" y="484228"/>
                    <a:pt x="694153" y="493367"/>
                    <a:pt x="682880" y="493367"/>
                  </a:cubicBezTo>
                  <a:cubicBezTo>
                    <a:pt x="671606" y="493367"/>
                    <a:pt x="662467" y="484228"/>
                    <a:pt x="662467" y="472954"/>
                  </a:cubicBezTo>
                  <a:cubicBezTo>
                    <a:pt x="662467" y="461680"/>
                    <a:pt x="671606" y="452541"/>
                    <a:pt x="682880" y="452541"/>
                  </a:cubicBezTo>
                  <a:close/>
                  <a:moveTo>
                    <a:pt x="634103" y="452541"/>
                  </a:moveTo>
                  <a:cubicBezTo>
                    <a:pt x="645377" y="452541"/>
                    <a:pt x="654516" y="461680"/>
                    <a:pt x="654516" y="472954"/>
                  </a:cubicBezTo>
                  <a:cubicBezTo>
                    <a:pt x="654516" y="484228"/>
                    <a:pt x="645377" y="493367"/>
                    <a:pt x="634103" y="493367"/>
                  </a:cubicBezTo>
                  <a:cubicBezTo>
                    <a:pt x="622829" y="493367"/>
                    <a:pt x="613690" y="484228"/>
                    <a:pt x="613690" y="472954"/>
                  </a:cubicBezTo>
                  <a:cubicBezTo>
                    <a:pt x="613690" y="461680"/>
                    <a:pt x="622829" y="452541"/>
                    <a:pt x="634103" y="452541"/>
                  </a:cubicBezTo>
                  <a:close/>
                  <a:moveTo>
                    <a:pt x="585326" y="452541"/>
                  </a:moveTo>
                  <a:cubicBezTo>
                    <a:pt x="596599" y="452541"/>
                    <a:pt x="605738" y="461680"/>
                    <a:pt x="605738" y="472954"/>
                  </a:cubicBezTo>
                  <a:cubicBezTo>
                    <a:pt x="605738" y="484228"/>
                    <a:pt x="596599" y="493367"/>
                    <a:pt x="585326" y="493367"/>
                  </a:cubicBezTo>
                  <a:cubicBezTo>
                    <a:pt x="574052" y="493367"/>
                    <a:pt x="564913" y="484228"/>
                    <a:pt x="564913" y="472954"/>
                  </a:cubicBezTo>
                  <a:cubicBezTo>
                    <a:pt x="564913" y="461680"/>
                    <a:pt x="574052" y="452541"/>
                    <a:pt x="585326" y="452541"/>
                  </a:cubicBezTo>
                  <a:close/>
                  <a:moveTo>
                    <a:pt x="536549" y="452541"/>
                  </a:moveTo>
                  <a:cubicBezTo>
                    <a:pt x="547822" y="452541"/>
                    <a:pt x="556961" y="461680"/>
                    <a:pt x="556961" y="472954"/>
                  </a:cubicBezTo>
                  <a:cubicBezTo>
                    <a:pt x="556961" y="484228"/>
                    <a:pt x="547822" y="493367"/>
                    <a:pt x="536549" y="493367"/>
                  </a:cubicBezTo>
                  <a:cubicBezTo>
                    <a:pt x="525275" y="493367"/>
                    <a:pt x="516136" y="484228"/>
                    <a:pt x="516136" y="472954"/>
                  </a:cubicBezTo>
                  <a:cubicBezTo>
                    <a:pt x="516136" y="461680"/>
                    <a:pt x="525275" y="452541"/>
                    <a:pt x="536549" y="452541"/>
                  </a:cubicBezTo>
                  <a:close/>
                  <a:moveTo>
                    <a:pt x="487772" y="452541"/>
                  </a:moveTo>
                  <a:cubicBezTo>
                    <a:pt x="499045" y="452541"/>
                    <a:pt x="508184" y="461680"/>
                    <a:pt x="508184" y="472954"/>
                  </a:cubicBezTo>
                  <a:cubicBezTo>
                    <a:pt x="508184" y="484228"/>
                    <a:pt x="499045" y="493367"/>
                    <a:pt x="487772" y="493367"/>
                  </a:cubicBezTo>
                  <a:cubicBezTo>
                    <a:pt x="476498" y="493367"/>
                    <a:pt x="467359" y="484228"/>
                    <a:pt x="467359" y="472954"/>
                  </a:cubicBezTo>
                  <a:cubicBezTo>
                    <a:pt x="467359" y="461680"/>
                    <a:pt x="476498" y="452541"/>
                    <a:pt x="487772" y="452541"/>
                  </a:cubicBezTo>
                  <a:close/>
                  <a:moveTo>
                    <a:pt x="438994" y="452541"/>
                  </a:moveTo>
                  <a:cubicBezTo>
                    <a:pt x="450268" y="452541"/>
                    <a:pt x="459407" y="461680"/>
                    <a:pt x="459407" y="472954"/>
                  </a:cubicBezTo>
                  <a:cubicBezTo>
                    <a:pt x="459407" y="484228"/>
                    <a:pt x="450268" y="493367"/>
                    <a:pt x="438994" y="493367"/>
                  </a:cubicBezTo>
                  <a:cubicBezTo>
                    <a:pt x="427721" y="493367"/>
                    <a:pt x="418582" y="484228"/>
                    <a:pt x="418582" y="472954"/>
                  </a:cubicBezTo>
                  <a:cubicBezTo>
                    <a:pt x="418582" y="461680"/>
                    <a:pt x="427721" y="452541"/>
                    <a:pt x="438994" y="452541"/>
                  </a:cubicBezTo>
                  <a:close/>
                  <a:moveTo>
                    <a:pt x="390217" y="452541"/>
                  </a:moveTo>
                  <a:cubicBezTo>
                    <a:pt x="401491" y="452541"/>
                    <a:pt x="410630" y="461680"/>
                    <a:pt x="410630" y="472954"/>
                  </a:cubicBezTo>
                  <a:cubicBezTo>
                    <a:pt x="410630" y="484228"/>
                    <a:pt x="401491" y="493367"/>
                    <a:pt x="390217" y="493367"/>
                  </a:cubicBezTo>
                  <a:cubicBezTo>
                    <a:pt x="378944" y="493367"/>
                    <a:pt x="369805" y="484228"/>
                    <a:pt x="369805" y="472954"/>
                  </a:cubicBezTo>
                  <a:cubicBezTo>
                    <a:pt x="369805" y="461680"/>
                    <a:pt x="378944" y="452541"/>
                    <a:pt x="390217" y="452541"/>
                  </a:cubicBezTo>
                  <a:close/>
                  <a:moveTo>
                    <a:pt x="341440" y="452541"/>
                  </a:moveTo>
                  <a:cubicBezTo>
                    <a:pt x="352714" y="452541"/>
                    <a:pt x="361853" y="461680"/>
                    <a:pt x="361853" y="472954"/>
                  </a:cubicBezTo>
                  <a:cubicBezTo>
                    <a:pt x="361853" y="484228"/>
                    <a:pt x="352714" y="493367"/>
                    <a:pt x="341440" y="493367"/>
                  </a:cubicBezTo>
                  <a:cubicBezTo>
                    <a:pt x="330166" y="493367"/>
                    <a:pt x="321028" y="484228"/>
                    <a:pt x="321028" y="472954"/>
                  </a:cubicBezTo>
                  <a:cubicBezTo>
                    <a:pt x="321028" y="461680"/>
                    <a:pt x="330166" y="452541"/>
                    <a:pt x="341440" y="452541"/>
                  </a:cubicBezTo>
                  <a:close/>
                  <a:moveTo>
                    <a:pt x="292663" y="452541"/>
                  </a:moveTo>
                  <a:cubicBezTo>
                    <a:pt x="303937" y="452541"/>
                    <a:pt x="313076" y="461680"/>
                    <a:pt x="313076" y="472954"/>
                  </a:cubicBezTo>
                  <a:cubicBezTo>
                    <a:pt x="313076" y="484228"/>
                    <a:pt x="303937" y="493367"/>
                    <a:pt x="292663" y="493367"/>
                  </a:cubicBezTo>
                  <a:cubicBezTo>
                    <a:pt x="281389" y="493367"/>
                    <a:pt x="272251" y="484228"/>
                    <a:pt x="272251" y="472954"/>
                  </a:cubicBezTo>
                  <a:cubicBezTo>
                    <a:pt x="272251" y="461680"/>
                    <a:pt x="281389" y="452541"/>
                    <a:pt x="292663" y="452541"/>
                  </a:cubicBezTo>
                  <a:close/>
                  <a:moveTo>
                    <a:pt x="243886" y="452541"/>
                  </a:moveTo>
                  <a:cubicBezTo>
                    <a:pt x="255160" y="452541"/>
                    <a:pt x="264299" y="461680"/>
                    <a:pt x="264299" y="472954"/>
                  </a:cubicBezTo>
                  <a:cubicBezTo>
                    <a:pt x="264299" y="484228"/>
                    <a:pt x="255160" y="493367"/>
                    <a:pt x="243886" y="493367"/>
                  </a:cubicBezTo>
                  <a:cubicBezTo>
                    <a:pt x="232612" y="493367"/>
                    <a:pt x="223473" y="484228"/>
                    <a:pt x="223473" y="472954"/>
                  </a:cubicBezTo>
                  <a:cubicBezTo>
                    <a:pt x="223473" y="461680"/>
                    <a:pt x="232612" y="452541"/>
                    <a:pt x="243886" y="452541"/>
                  </a:cubicBezTo>
                  <a:close/>
                  <a:moveTo>
                    <a:pt x="195109" y="452541"/>
                  </a:moveTo>
                  <a:cubicBezTo>
                    <a:pt x="206383" y="452541"/>
                    <a:pt x="215522" y="461680"/>
                    <a:pt x="215522" y="472954"/>
                  </a:cubicBezTo>
                  <a:cubicBezTo>
                    <a:pt x="215522" y="484228"/>
                    <a:pt x="206383" y="493367"/>
                    <a:pt x="195109" y="493367"/>
                  </a:cubicBezTo>
                  <a:cubicBezTo>
                    <a:pt x="183835" y="493367"/>
                    <a:pt x="174696" y="484228"/>
                    <a:pt x="174696" y="472954"/>
                  </a:cubicBezTo>
                  <a:cubicBezTo>
                    <a:pt x="174696" y="461680"/>
                    <a:pt x="183835" y="452541"/>
                    <a:pt x="195109" y="452541"/>
                  </a:cubicBezTo>
                  <a:close/>
                  <a:moveTo>
                    <a:pt x="146332" y="452541"/>
                  </a:moveTo>
                  <a:cubicBezTo>
                    <a:pt x="157606" y="452541"/>
                    <a:pt x="166745" y="461680"/>
                    <a:pt x="166745" y="472954"/>
                  </a:cubicBezTo>
                  <a:cubicBezTo>
                    <a:pt x="166745" y="484228"/>
                    <a:pt x="157606" y="493367"/>
                    <a:pt x="146332" y="493367"/>
                  </a:cubicBezTo>
                  <a:cubicBezTo>
                    <a:pt x="135058" y="493367"/>
                    <a:pt x="125919" y="484228"/>
                    <a:pt x="125919" y="472954"/>
                  </a:cubicBezTo>
                  <a:cubicBezTo>
                    <a:pt x="125919" y="461680"/>
                    <a:pt x="135058" y="452541"/>
                    <a:pt x="146332" y="452541"/>
                  </a:cubicBezTo>
                  <a:close/>
                  <a:moveTo>
                    <a:pt x="97555" y="452541"/>
                  </a:moveTo>
                  <a:cubicBezTo>
                    <a:pt x="108829" y="452541"/>
                    <a:pt x="117968" y="461680"/>
                    <a:pt x="117968" y="472954"/>
                  </a:cubicBezTo>
                  <a:cubicBezTo>
                    <a:pt x="117968" y="484228"/>
                    <a:pt x="108829" y="493367"/>
                    <a:pt x="97555" y="493367"/>
                  </a:cubicBezTo>
                  <a:cubicBezTo>
                    <a:pt x="86281" y="493367"/>
                    <a:pt x="77142" y="484228"/>
                    <a:pt x="77142" y="472954"/>
                  </a:cubicBezTo>
                  <a:cubicBezTo>
                    <a:pt x="77142" y="461680"/>
                    <a:pt x="86281" y="452541"/>
                    <a:pt x="97555" y="452541"/>
                  </a:cubicBezTo>
                  <a:close/>
                  <a:moveTo>
                    <a:pt x="48778" y="452541"/>
                  </a:moveTo>
                  <a:cubicBezTo>
                    <a:pt x="60052" y="452541"/>
                    <a:pt x="69191" y="461680"/>
                    <a:pt x="69191" y="472954"/>
                  </a:cubicBezTo>
                  <a:cubicBezTo>
                    <a:pt x="69191" y="484228"/>
                    <a:pt x="60052" y="493367"/>
                    <a:pt x="48778" y="493367"/>
                  </a:cubicBezTo>
                  <a:cubicBezTo>
                    <a:pt x="37504" y="493367"/>
                    <a:pt x="28365" y="484228"/>
                    <a:pt x="28365" y="472954"/>
                  </a:cubicBezTo>
                  <a:cubicBezTo>
                    <a:pt x="28365" y="461680"/>
                    <a:pt x="37504" y="452541"/>
                    <a:pt x="48778" y="452541"/>
                  </a:cubicBezTo>
                  <a:close/>
                  <a:moveTo>
                    <a:pt x="2" y="452541"/>
                  </a:moveTo>
                  <a:cubicBezTo>
                    <a:pt x="11275" y="452541"/>
                    <a:pt x="20414" y="461680"/>
                    <a:pt x="20414" y="472954"/>
                  </a:cubicBezTo>
                  <a:cubicBezTo>
                    <a:pt x="20414" y="484228"/>
                    <a:pt x="11275" y="493367"/>
                    <a:pt x="2" y="493367"/>
                  </a:cubicBezTo>
                  <a:lnTo>
                    <a:pt x="0" y="493366"/>
                  </a:lnTo>
                  <a:lnTo>
                    <a:pt x="0" y="452542"/>
                  </a:lnTo>
                  <a:close/>
                  <a:moveTo>
                    <a:pt x="926765" y="398455"/>
                  </a:moveTo>
                  <a:lnTo>
                    <a:pt x="930582" y="399226"/>
                  </a:lnTo>
                  <a:lnTo>
                    <a:pt x="913716" y="434236"/>
                  </a:lnTo>
                  <a:lnTo>
                    <a:pt x="912331" y="433302"/>
                  </a:lnTo>
                  <a:cubicBezTo>
                    <a:pt x="908637" y="429608"/>
                    <a:pt x="906352" y="424505"/>
                    <a:pt x="906352" y="418868"/>
                  </a:cubicBezTo>
                  <a:cubicBezTo>
                    <a:pt x="906352" y="407594"/>
                    <a:pt x="915491" y="398455"/>
                    <a:pt x="926765" y="398455"/>
                  </a:cubicBezTo>
                  <a:close/>
                  <a:moveTo>
                    <a:pt x="877988" y="398455"/>
                  </a:moveTo>
                  <a:cubicBezTo>
                    <a:pt x="889262" y="398455"/>
                    <a:pt x="898401" y="407594"/>
                    <a:pt x="898401" y="418868"/>
                  </a:cubicBezTo>
                  <a:cubicBezTo>
                    <a:pt x="898401" y="430142"/>
                    <a:pt x="889262" y="439281"/>
                    <a:pt x="877988" y="439281"/>
                  </a:cubicBezTo>
                  <a:cubicBezTo>
                    <a:pt x="866714" y="439281"/>
                    <a:pt x="857575" y="430142"/>
                    <a:pt x="857575" y="418868"/>
                  </a:cubicBezTo>
                  <a:cubicBezTo>
                    <a:pt x="857575" y="407594"/>
                    <a:pt x="866714" y="398455"/>
                    <a:pt x="877988" y="398455"/>
                  </a:cubicBezTo>
                  <a:close/>
                  <a:moveTo>
                    <a:pt x="829211" y="398455"/>
                  </a:moveTo>
                  <a:cubicBezTo>
                    <a:pt x="840485" y="398455"/>
                    <a:pt x="849624" y="407594"/>
                    <a:pt x="849624" y="418868"/>
                  </a:cubicBezTo>
                  <a:cubicBezTo>
                    <a:pt x="849624" y="430142"/>
                    <a:pt x="840485" y="439281"/>
                    <a:pt x="829211" y="439281"/>
                  </a:cubicBezTo>
                  <a:cubicBezTo>
                    <a:pt x="817937" y="439281"/>
                    <a:pt x="808798" y="430142"/>
                    <a:pt x="808798" y="418868"/>
                  </a:cubicBezTo>
                  <a:cubicBezTo>
                    <a:pt x="808798" y="407594"/>
                    <a:pt x="817937" y="398455"/>
                    <a:pt x="829211" y="398455"/>
                  </a:cubicBezTo>
                  <a:close/>
                  <a:moveTo>
                    <a:pt x="780434" y="398455"/>
                  </a:moveTo>
                  <a:cubicBezTo>
                    <a:pt x="791708" y="398455"/>
                    <a:pt x="800847" y="407594"/>
                    <a:pt x="800847" y="418868"/>
                  </a:cubicBezTo>
                  <a:cubicBezTo>
                    <a:pt x="800847" y="430142"/>
                    <a:pt x="791708" y="439281"/>
                    <a:pt x="780434" y="439281"/>
                  </a:cubicBezTo>
                  <a:cubicBezTo>
                    <a:pt x="769160" y="439281"/>
                    <a:pt x="760021" y="430142"/>
                    <a:pt x="760021" y="418868"/>
                  </a:cubicBezTo>
                  <a:cubicBezTo>
                    <a:pt x="760021" y="407594"/>
                    <a:pt x="769160" y="398455"/>
                    <a:pt x="780434" y="398455"/>
                  </a:cubicBezTo>
                  <a:close/>
                  <a:moveTo>
                    <a:pt x="731657" y="398455"/>
                  </a:moveTo>
                  <a:cubicBezTo>
                    <a:pt x="742931" y="398455"/>
                    <a:pt x="752070" y="407594"/>
                    <a:pt x="752070" y="418868"/>
                  </a:cubicBezTo>
                  <a:cubicBezTo>
                    <a:pt x="752070" y="430142"/>
                    <a:pt x="742931" y="439281"/>
                    <a:pt x="731657" y="439281"/>
                  </a:cubicBezTo>
                  <a:cubicBezTo>
                    <a:pt x="720383" y="439281"/>
                    <a:pt x="711244" y="430142"/>
                    <a:pt x="711244" y="418868"/>
                  </a:cubicBezTo>
                  <a:cubicBezTo>
                    <a:pt x="711244" y="407594"/>
                    <a:pt x="720383" y="398455"/>
                    <a:pt x="731657" y="398455"/>
                  </a:cubicBezTo>
                  <a:close/>
                  <a:moveTo>
                    <a:pt x="682880" y="398455"/>
                  </a:moveTo>
                  <a:cubicBezTo>
                    <a:pt x="694153" y="398455"/>
                    <a:pt x="703293" y="407594"/>
                    <a:pt x="703293" y="418868"/>
                  </a:cubicBezTo>
                  <a:cubicBezTo>
                    <a:pt x="703293" y="430142"/>
                    <a:pt x="694153" y="439281"/>
                    <a:pt x="682880" y="439281"/>
                  </a:cubicBezTo>
                  <a:cubicBezTo>
                    <a:pt x="671606" y="439281"/>
                    <a:pt x="662467" y="430142"/>
                    <a:pt x="662467" y="418868"/>
                  </a:cubicBezTo>
                  <a:cubicBezTo>
                    <a:pt x="662467" y="407594"/>
                    <a:pt x="671606" y="398455"/>
                    <a:pt x="682880" y="398455"/>
                  </a:cubicBezTo>
                  <a:close/>
                  <a:moveTo>
                    <a:pt x="634103" y="398455"/>
                  </a:moveTo>
                  <a:cubicBezTo>
                    <a:pt x="645377" y="398455"/>
                    <a:pt x="654516" y="407594"/>
                    <a:pt x="654516" y="418868"/>
                  </a:cubicBezTo>
                  <a:cubicBezTo>
                    <a:pt x="654516" y="430142"/>
                    <a:pt x="645377" y="439281"/>
                    <a:pt x="634103" y="439281"/>
                  </a:cubicBezTo>
                  <a:cubicBezTo>
                    <a:pt x="622829" y="439281"/>
                    <a:pt x="613690" y="430142"/>
                    <a:pt x="613690" y="418868"/>
                  </a:cubicBezTo>
                  <a:cubicBezTo>
                    <a:pt x="613690" y="407594"/>
                    <a:pt x="622829" y="398455"/>
                    <a:pt x="634103" y="398455"/>
                  </a:cubicBezTo>
                  <a:close/>
                  <a:moveTo>
                    <a:pt x="585326" y="398455"/>
                  </a:moveTo>
                  <a:cubicBezTo>
                    <a:pt x="596599" y="398455"/>
                    <a:pt x="605738" y="407594"/>
                    <a:pt x="605738" y="418868"/>
                  </a:cubicBezTo>
                  <a:cubicBezTo>
                    <a:pt x="605738" y="430142"/>
                    <a:pt x="596599" y="439281"/>
                    <a:pt x="585326" y="439281"/>
                  </a:cubicBezTo>
                  <a:cubicBezTo>
                    <a:pt x="574052" y="439281"/>
                    <a:pt x="564913" y="430142"/>
                    <a:pt x="564913" y="418868"/>
                  </a:cubicBezTo>
                  <a:cubicBezTo>
                    <a:pt x="564913" y="407594"/>
                    <a:pt x="574052" y="398455"/>
                    <a:pt x="585326" y="398455"/>
                  </a:cubicBezTo>
                  <a:close/>
                  <a:moveTo>
                    <a:pt x="536549" y="398455"/>
                  </a:moveTo>
                  <a:cubicBezTo>
                    <a:pt x="547822" y="398455"/>
                    <a:pt x="556961" y="407594"/>
                    <a:pt x="556961" y="418868"/>
                  </a:cubicBezTo>
                  <a:cubicBezTo>
                    <a:pt x="556961" y="430142"/>
                    <a:pt x="547822" y="439281"/>
                    <a:pt x="536549" y="439281"/>
                  </a:cubicBezTo>
                  <a:cubicBezTo>
                    <a:pt x="525275" y="439281"/>
                    <a:pt x="516136" y="430142"/>
                    <a:pt x="516136" y="418868"/>
                  </a:cubicBezTo>
                  <a:cubicBezTo>
                    <a:pt x="516136" y="407594"/>
                    <a:pt x="525275" y="398455"/>
                    <a:pt x="536549" y="398455"/>
                  </a:cubicBezTo>
                  <a:close/>
                  <a:moveTo>
                    <a:pt x="487772" y="398455"/>
                  </a:moveTo>
                  <a:cubicBezTo>
                    <a:pt x="499045" y="398455"/>
                    <a:pt x="508184" y="407594"/>
                    <a:pt x="508184" y="418868"/>
                  </a:cubicBezTo>
                  <a:cubicBezTo>
                    <a:pt x="508184" y="430142"/>
                    <a:pt x="499045" y="439281"/>
                    <a:pt x="487772" y="439281"/>
                  </a:cubicBezTo>
                  <a:cubicBezTo>
                    <a:pt x="476498" y="439281"/>
                    <a:pt x="467359" y="430142"/>
                    <a:pt x="467359" y="418868"/>
                  </a:cubicBezTo>
                  <a:cubicBezTo>
                    <a:pt x="467359" y="407594"/>
                    <a:pt x="476498" y="398455"/>
                    <a:pt x="487772" y="398455"/>
                  </a:cubicBezTo>
                  <a:close/>
                  <a:moveTo>
                    <a:pt x="438994" y="398455"/>
                  </a:moveTo>
                  <a:cubicBezTo>
                    <a:pt x="450268" y="398455"/>
                    <a:pt x="459407" y="407594"/>
                    <a:pt x="459407" y="418868"/>
                  </a:cubicBezTo>
                  <a:cubicBezTo>
                    <a:pt x="459407" y="430142"/>
                    <a:pt x="450268" y="439281"/>
                    <a:pt x="438994" y="439281"/>
                  </a:cubicBezTo>
                  <a:cubicBezTo>
                    <a:pt x="427721" y="439281"/>
                    <a:pt x="418582" y="430142"/>
                    <a:pt x="418582" y="418868"/>
                  </a:cubicBezTo>
                  <a:cubicBezTo>
                    <a:pt x="418582" y="407594"/>
                    <a:pt x="427721" y="398455"/>
                    <a:pt x="438994" y="398455"/>
                  </a:cubicBezTo>
                  <a:close/>
                  <a:moveTo>
                    <a:pt x="390217" y="398455"/>
                  </a:moveTo>
                  <a:cubicBezTo>
                    <a:pt x="401491" y="398455"/>
                    <a:pt x="410630" y="407594"/>
                    <a:pt x="410630" y="418868"/>
                  </a:cubicBezTo>
                  <a:cubicBezTo>
                    <a:pt x="410630" y="430142"/>
                    <a:pt x="401491" y="439281"/>
                    <a:pt x="390217" y="439281"/>
                  </a:cubicBezTo>
                  <a:cubicBezTo>
                    <a:pt x="378944" y="439281"/>
                    <a:pt x="369805" y="430142"/>
                    <a:pt x="369805" y="418868"/>
                  </a:cubicBezTo>
                  <a:cubicBezTo>
                    <a:pt x="369805" y="407594"/>
                    <a:pt x="378944" y="398455"/>
                    <a:pt x="390217" y="398455"/>
                  </a:cubicBezTo>
                  <a:close/>
                  <a:moveTo>
                    <a:pt x="341440" y="398455"/>
                  </a:moveTo>
                  <a:cubicBezTo>
                    <a:pt x="352714" y="398455"/>
                    <a:pt x="361853" y="407594"/>
                    <a:pt x="361853" y="418868"/>
                  </a:cubicBezTo>
                  <a:cubicBezTo>
                    <a:pt x="361853" y="430142"/>
                    <a:pt x="352714" y="439281"/>
                    <a:pt x="341440" y="439281"/>
                  </a:cubicBezTo>
                  <a:cubicBezTo>
                    <a:pt x="330166" y="439281"/>
                    <a:pt x="321028" y="430142"/>
                    <a:pt x="321028" y="418868"/>
                  </a:cubicBezTo>
                  <a:cubicBezTo>
                    <a:pt x="321028" y="407594"/>
                    <a:pt x="330166" y="398455"/>
                    <a:pt x="341440" y="398455"/>
                  </a:cubicBezTo>
                  <a:close/>
                  <a:moveTo>
                    <a:pt x="292663" y="398455"/>
                  </a:moveTo>
                  <a:cubicBezTo>
                    <a:pt x="303937" y="398455"/>
                    <a:pt x="313076" y="407594"/>
                    <a:pt x="313076" y="418868"/>
                  </a:cubicBezTo>
                  <a:cubicBezTo>
                    <a:pt x="313076" y="430142"/>
                    <a:pt x="303937" y="439281"/>
                    <a:pt x="292663" y="439281"/>
                  </a:cubicBezTo>
                  <a:cubicBezTo>
                    <a:pt x="281389" y="439281"/>
                    <a:pt x="272251" y="430142"/>
                    <a:pt x="272251" y="418868"/>
                  </a:cubicBezTo>
                  <a:cubicBezTo>
                    <a:pt x="272251" y="407594"/>
                    <a:pt x="281389" y="398455"/>
                    <a:pt x="292663" y="398455"/>
                  </a:cubicBezTo>
                  <a:close/>
                  <a:moveTo>
                    <a:pt x="243886" y="398455"/>
                  </a:moveTo>
                  <a:cubicBezTo>
                    <a:pt x="255160" y="398455"/>
                    <a:pt x="264299" y="407594"/>
                    <a:pt x="264299" y="418868"/>
                  </a:cubicBezTo>
                  <a:cubicBezTo>
                    <a:pt x="264299" y="430142"/>
                    <a:pt x="255160" y="439281"/>
                    <a:pt x="243886" y="439281"/>
                  </a:cubicBezTo>
                  <a:cubicBezTo>
                    <a:pt x="232612" y="439281"/>
                    <a:pt x="223473" y="430142"/>
                    <a:pt x="223473" y="418868"/>
                  </a:cubicBezTo>
                  <a:cubicBezTo>
                    <a:pt x="223473" y="407594"/>
                    <a:pt x="232612" y="398455"/>
                    <a:pt x="243886" y="398455"/>
                  </a:cubicBezTo>
                  <a:close/>
                  <a:moveTo>
                    <a:pt x="195109" y="398455"/>
                  </a:moveTo>
                  <a:cubicBezTo>
                    <a:pt x="206383" y="398455"/>
                    <a:pt x="215522" y="407594"/>
                    <a:pt x="215522" y="418868"/>
                  </a:cubicBezTo>
                  <a:cubicBezTo>
                    <a:pt x="215522" y="430142"/>
                    <a:pt x="206383" y="439281"/>
                    <a:pt x="195109" y="439281"/>
                  </a:cubicBezTo>
                  <a:cubicBezTo>
                    <a:pt x="183835" y="439281"/>
                    <a:pt x="174696" y="430142"/>
                    <a:pt x="174696" y="418868"/>
                  </a:cubicBezTo>
                  <a:cubicBezTo>
                    <a:pt x="174696" y="407594"/>
                    <a:pt x="183835" y="398455"/>
                    <a:pt x="195109" y="398455"/>
                  </a:cubicBezTo>
                  <a:close/>
                  <a:moveTo>
                    <a:pt x="146332" y="398455"/>
                  </a:moveTo>
                  <a:cubicBezTo>
                    <a:pt x="157606" y="398455"/>
                    <a:pt x="166745" y="407594"/>
                    <a:pt x="166745" y="418868"/>
                  </a:cubicBezTo>
                  <a:cubicBezTo>
                    <a:pt x="166745" y="430142"/>
                    <a:pt x="157606" y="439281"/>
                    <a:pt x="146332" y="439281"/>
                  </a:cubicBezTo>
                  <a:cubicBezTo>
                    <a:pt x="135058" y="439281"/>
                    <a:pt x="125919" y="430142"/>
                    <a:pt x="125919" y="418868"/>
                  </a:cubicBezTo>
                  <a:cubicBezTo>
                    <a:pt x="125919" y="407594"/>
                    <a:pt x="135058" y="398455"/>
                    <a:pt x="146332" y="398455"/>
                  </a:cubicBezTo>
                  <a:close/>
                  <a:moveTo>
                    <a:pt x="97555" y="398455"/>
                  </a:moveTo>
                  <a:cubicBezTo>
                    <a:pt x="108829" y="398455"/>
                    <a:pt x="117968" y="407594"/>
                    <a:pt x="117968" y="418868"/>
                  </a:cubicBezTo>
                  <a:cubicBezTo>
                    <a:pt x="117968" y="430142"/>
                    <a:pt x="108829" y="439281"/>
                    <a:pt x="97555" y="439281"/>
                  </a:cubicBezTo>
                  <a:cubicBezTo>
                    <a:pt x="86281" y="439281"/>
                    <a:pt x="77142" y="430142"/>
                    <a:pt x="77142" y="418868"/>
                  </a:cubicBezTo>
                  <a:cubicBezTo>
                    <a:pt x="77142" y="407594"/>
                    <a:pt x="86281" y="398455"/>
                    <a:pt x="97555" y="398455"/>
                  </a:cubicBezTo>
                  <a:close/>
                  <a:moveTo>
                    <a:pt x="48778" y="398455"/>
                  </a:moveTo>
                  <a:cubicBezTo>
                    <a:pt x="60052" y="398455"/>
                    <a:pt x="69191" y="407594"/>
                    <a:pt x="69191" y="418868"/>
                  </a:cubicBezTo>
                  <a:cubicBezTo>
                    <a:pt x="69191" y="430142"/>
                    <a:pt x="60052" y="439281"/>
                    <a:pt x="48778" y="439281"/>
                  </a:cubicBezTo>
                  <a:cubicBezTo>
                    <a:pt x="37504" y="439281"/>
                    <a:pt x="28365" y="430142"/>
                    <a:pt x="28365" y="418868"/>
                  </a:cubicBezTo>
                  <a:cubicBezTo>
                    <a:pt x="28365" y="407594"/>
                    <a:pt x="37504" y="398455"/>
                    <a:pt x="48778" y="398455"/>
                  </a:cubicBezTo>
                  <a:close/>
                  <a:moveTo>
                    <a:pt x="2" y="398455"/>
                  </a:moveTo>
                  <a:cubicBezTo>
                    <a:pt x="11275" y="398455"/>
                    <a:pt x="20414" y="407594"/>
                    <a:pt x="20414" y="418868"/>
                  </a:cubicBezTo>
                  <a:cubicBezTo>
                    <a:pt x="20414" y="430142"/>
                    <a:pt x="11275" y="439281"/>
                    <a:pt x="2" y="439281"/>
                  </a:cubicBezTo>
                  <a:lnTo>
                    <a:pt x="0" y="439280"/>
                  </a:lnTo>
                  <a:lnTo>
                    <a:pt x="0" y="398456"/>
                  </a:lnTo>
                  <a:close/>
                  <a:moveTo>
                    <a:pt x="926765" y="344369"/>
                  </a:moveTo>
                  <a:cubicBezTo>
                    <a:pt x="932402" y="344369"/>
                    <a:pt x="937505" y="346654"/>
                    <a:pt x="941199" y="350348"/>
                  </a:cubicBezTo>
                  <a:lnTo>
                    <a:pt x="945200" y="360008"/>
                  </a:lnTo>
                  <a:lnTo>
                    <a:pt x="937178" y="381927"/>
                  </a:lnTo>
                  <a:lnTo>
                    <a:pt x="934711" y="383591"/>
                  </a:lnTo>
                  <a:cubicBezTo>
                    <a:pt x="932268" y="384624"/>
                    <a:pt x="929583" y="385195"/>
                    <a:pt x="926765" y="385195"/>
                  </a:cubicBezTo>
                  <a:cubicBezTo>
                    <a:pt x="915491" y="385195"/>
                    <a:pt x="906352" y="376056"/>
                    <a:pt x="906352" y="364782"/>
                  </a:cubicBezTo>
                  <a:cubicBezTo>
                    <a:pt x="906352" y="353508"/>
                    <a:pt x="915491" y="344369"/>
                    <a:pt x="926765" y="344369"/>
                  </a:cubicBezTo>
                  <a:close/>
                  <a:moveTo>
                    <a:pt x="877988" y="344369"/>
                  </a:moveTo>
                  <a:cubicBezTo>
                    <a:pt x="889262" y="344369"/>
                    <a:pt x="898401" y="353508"/>
                    <a:pt x="898401" y="364782"/>
                  </a:cubicBezTo>
                  <a:cubicBezTo>
                    <a:pt x="898401" y="376056"/>
                    <a:pt x="889262" y="385195"/>
                    <a:pt x="877988" y="385195"/>
                  </a:cubicBezTo>
                  <a:cubicBezTo>
                    <a:pt x="866714" y="385195"/>
                    <a:pt x="857575" y="376056"/>
                    <a:pt x="857575" y="364782"/>
                  </a:cubicBezTo>
                  <a:cubicBezTo>
                    <a:pt x="857575" y="353508"/>
                    <a:pt x="866714" y="344369"/>
                    <a:pt x="877988" y="344369"/>
                  </a:cubicBezTo>
                  <a:close/>
                  <a:moveTo>
                    <a:pt x="829211" y="344369"/>
                  </a:moveTo>
                  <a:cubicBezTo>
                    <a:pt x="840485" y="344369"/>
                    <a:pt x="849624" y="353508"/>
                    <a:pt x="849624" y="364782"/>
                  </a:cubicBezTo>
                  <a:cubicBezTo>
                    <a:pt x="849624" y="376056"/>
                    <a:pt x="840485" y="385195"/>
                    <a:pt x="829211" y="385195"/>
                  </a:cubicBezTo>
                  <a:cubicBezTo>
                    <a:pt x="817937" y="385195"/>
                    <a:pt x="808798" y="376056"/>
                    <a:pt x="808798" y="364782"/>
                  </a:cubicBezTo>
                  <a:cubicBezTo>
                    <a:pt x="808798" y="353508"/>
                    <a:pt x="817937" y="344369"/>
                    <a:pt x="829211" y="344369"/>
                  </a:cubicBezTo>
                  <a:close/>
                  <a:moveTo>
                    <a:pt x="780434" y="344369"/>
                  </a:moveTo>
                  <a:cubicBezTo>
                    <a:pt x="791708" y="344369"/>
                    <a:pt x="800847" y="353508"/>
                    <a:pt x="800847" y="364782"/>
                  </a:cubicBezTo>
                  <a:cubicBezTo>
                    <a:pt x="800847" y="376056"/>
                    <a:pt x="791708" y="385195"/>
                    <a:pt x="780434" y="385195"/>
                  </a:cubicBezTo>
                  <a:cubicBezTo>
                    <a:pt x="769160" y="385195"/>
                    <a:pt x="760021" y="376056"/>
                    <a:pt x="760021" y="364782"/>
                  </a:cubicBezTo>
                  <a:cubicBezTo>
                    <a:pt x="760021" y="353508"/>
                    <a:pt x="769160" y="344369"/>
                    <a:pt x="780434" y="344369"/>
                  </a:cubicBezTo>
                  <a:close/>
                  <a:moveTo>
                    <a:pt x="731657" y="344369"/>
                  </a:moveTo>
                  <a:cubicBezTo>
                    <a:pt x="742931" y="344369"/>
                    <a:pt x="752070" y="353508"/>
                    <a:pt x="752070" y="364782"/>
                  </a:cubicBezTo>
                  <a:cubicBezTo>
                    <a:pt x="752070" y="376056"/>
                    <a:pt x="742931" y="385195"/>
                    <a:pt x="731657" y="385195"/>
                  </a:cubicBezTo>
                  <a:cubicBezTo>
                    <a:pt x="720383" y="385195"/>
                    <a:pt x="711244" y="376056"/>
                    <a:pt x="711244" y="364782"/>
                  </a:cubicBezTo>
                  <a:cubicBezTo>
                    <a:pt x="711244" y="353508"/>
                    <a:pt x="720383" y="344369"/>
                    <a:pt x="731657" y="344369"/>
                  </a:cubicBezTo>
                  <a:close/>
                  <a:moveTo>
                    <a:pt x="682880" y="344369"/>
                  </a:moveTo>
                  <a:cubicBezTo>
                    <a:pt x="694153" y="344369"/>
                    <a:pt x="703293" y="353508"/>
                    <a:pt x="703293" y="364782"/>
                  </a:cubicBezTo>
                  <a:cubicBezTo>
                    <a:pt x="703293" y="376056"/>
                    <a:pt x="694153" y="385195"/>
                    <a:pt x="682880" y="385195"/>
                  </a:cubicBezTo>
                  <a:cubicBezTo>
                    <a:pt x="671606" y="385195"/>
                    <a:pt x="662467" y="376056"/>
                    <a:pt x="662467" y="364782"/>
                  </a:cubicBezTo>
                  <a:cubicBezTo>
                    <a:pt x="662467" y="353508"/>
                    <a:pt x="671606" y="344369"/>
                    <a:pt x="682880" y="344369"/>
                  </a:cubicBezTo>
                  <a:close/>
                  <a:moveTo>
                    <a:pt x="634103" y="344369"/>
                  </a:moveTo>
                  <a:cubicBezTo>
                    <a:pt x="645377" y="344369"/>
                    <a:pt x="654516" y="353508"/>
                    <a:pt x="654516" y="364782"/>
                  </a:cubicBezTo>
                  <a:cubicBezTo>
                    <a:pt x="654516" y="376056"/>
                    <a:pt x="645377" y="385195"/>
                    <a:pt x="634103" y="385195"/>
                  </a:cubicBezTo>
                  <a:cubicBezTo>
                    <a:pt x="622829" y="385195"/>
                    <a:pt x="613690" y="376056"/>
                    <a:pt x="613690" y="364782"/>
                  </a:cubicBezTo>
                  <a:cubicBezTo>
                    <a:pt x="613690" y="353508"/>
                    <a:pt x="622829" y="344369"/>
                    <a:pt x="634103" y="344369"/>
                  </a:cubicBezTo>
                  <a:close/>
                  <a:moveTo>
                    <a:pt x="585326" y="344369"/>
                  </a:moveTo>
                  <a:cubicBezTo>
                    <a:pt x="596599" y="344369"/>
                    <a:pt x="605738" y="353508"/>
                    <a:pt x="605738" y="364782"/>
                  </a:cubicBezTo>
                  <a:cubicBezTo>
                    <a:pt x="605738" y="376056"/>
                    <a:pt x="596599" y="385195"/>
                    <a:pt x="585326" y="385195"/>
                  </a:cubicBezTo>
                  <a:cubicBezTo>
                    <a:pt x="574052" y="385195"/>
                    <a:pt x="564913" y="376056"/>
                    <a:pt x="564913" y="364782"/>
                  </a:cubicBezTo>
                  <a:cubicBezTo>
                    <a:pt x="564913" y="353508"/>
                    <a:pt x="574052" y="344369"/>
                    <a:pt x="585326" y="344369"/>
                  </a:cubicBezTo>
                  <a:close/>
                  <a:moveTo>
                    <a:pt x="536549" y="344369"/>
                  </a:moveTo>
                  <a:cubicBezTo>
                    <a:pt x="547822" y="344369"/>
                    <a:pt x="556961" y="353508"/>
                    <a:pt x="556961" y="364782"/>
                  </a:cubicBezTo>
                  <a:cubicBezTo>
                    <a:pt x="556961" y="376056"/>
                    <a:pt x="547822" y="385195"/>
                    <a:pt x="536549" y="385195"/>
                  </a:cubicBezTo>
                  <a:cubicBezTo>
                    <a:pt x="525275" y="385195"/>
                    <a:pt x="516136" y="376056"/>
                    <a:pt x="516136" y="364782"/>
                  </a:cubicBezTo>
                  <a:cubicBezTo>
                    <a:pt x="516136" y="353508"/>
                    <a:pt x="525275" y="344369"/>
                    <a:pt x="536549" y="344369"/>
                  </a:cubicBezTo>
                  <a:close/>
                  <a:moveTo>
                    <a:pt x="487772" y="344369"/>
                  </a:moveTo>
                  <a:cubicBezTo>
                    <a:pt x="499045" y="344369"/>
                    <a:pt x="508184" y="353508"/>
                    <a:pt x="508184" y="364782"/>
                  </a:cubicBezTo>
                  <a:cubicBezTo>
                    <a:pt x="508184" y="376056"/>
                    <a:pt x="499045" y="385195"/>
                    <a:pt x="487772" y="385195"/>
                  </a:cubicBezTo>
                  <a:cubicBezTo>
                    <a:pt x="476498" y="385195"/>
                    <a:pt x="467359" y="376056"/>
                    <a:pt x="467359" y="364782"/>
                  </a:cubicBezTo>
                  <a:cubicBezTo>
                    <a:pt x="467359" y="353508"/>
                    <a:pt x="476498" y="344369"/>
                    <a:pt x="487772" y="344369"/>
                  </a:cubicBezTo>
                  <a:close/>
                  <a:moveTo>
                    <a:pt x="438994" y="344369"/>
                  </a:moveTo>
                  <a:cubicBezTo>
                    <a:pt x="450268" y="344369"/>
                    <a:pt x="459407" y="353508"/>
                    <a:pt x="459407" y="364782"/>
                  </a:cubicBezTo>
                  <a:cubicBezTo>
                    <a:pt x="459407" y="376056"/>
                    <a:pt x="450268" y="385195"/>
                    <a:pt x="438994" y="385195"/>
                  </a:cubicBezTo>
                  <a:cubicBezTo>
                    <a:pt x="427721" y="385195"/>
                    <a:pt x="418582" y="376056"/>
                    <a:pt x="418582" y="364782"/>
                  </a:cubicBezTo>
                  <a:cubicBezTo>
                    <a:pt x="418582" y="353508"/>
                    <a:pt x="427721" y="344369"/>
                    <a:pt x="438994" y="344369"/>
                  </a:cubicBezTo>
                  <a:close/>
                  <a:moveTo>
                    <a:pt x="390217" y="344369"/>
                  </a:moveTo>
                  <a:cubicBezTo>
                    <a:pt x="401491" y="344369"/>
                    <a:pt x="410630" y="353508"/>
                    <a:pt x="410630" y="364782"/>
                  </a:cubicBezTo>
                  <a:cubicBezTo>
                    <a:pt x="410630" y="376056"/>
                    <a:pt x="401491" y="385195"/>
                    <a:pt x="390217" y="385195"/>
                  </a:cubicBezTo>
                  <a:cubicBezTo>
                    <a:pt x="378944" y="385195"/>
                    <a:pt x="369805" y="376056"/>
                    <a:pt x="369805" y="364782"/>
                  </a:cubicBezTo>
                  <a:cubicBezTo>
                    <a:pt x="369805" y="353508"/>
                    <a:pt x="378944" y="344369"/>
                    <a:pt x="390217" y="344369"/>
                  </a:cubicBezTo>
                  <a:close/>
                  <a:moveTo>
                    <a:pt x="341440" y="344369"/>
                  </a:moveTo>
                  <a:cubicBezTo>
                    <a:pt x="352714" y="344369"/>
                    <a:pt x="361853" y="353508"/>
                    <a:pt x="361853" y="364782"/>
                  </a:cubicBezTo>
                  <a:cubicBezTo>
                    <a:pt x="361853" y="376056"/>
                    <a:pt x="352714" y="385195"/>
                    <a:pt x="341440" y="385195"/>
                  </a:cubicBezTo>
                  <a:cubicBezTo>
                    <a:pt x="330166" y="385195"/>
                    <a:pt x="321028" y="376056"/>
                    <a:pt x="321028" y="364782"/>
                  </a:cubicBezTo>
                  <a:cubicBezTo>
                    <a:pt x="321028" y="353508"/>
                    <a:pt x="330166" y="344369"/>
                    <a:pt x="341440" y="344369"/>
                  </a:cubicBezTo>
                  <a:close/>
                  <a:moveTo>
                    <a:pt x="292663" y="344369"/>
                  </a:moveTo>
                  <a:cubicBezTo>
                    <a:pt x="303937" y="344369"/>
                    <a:pt x="313076" y="353508"/>
                    <a:pt x="313076" y="364782"/>
                  </a:cubicBezTo>
                  <a:cubicBezTo>
                    <a:pt x="313076" y="376056"/>
                    <a:pt x="303937" y="385195"/>
                    <a:pt x="292663" y="385195"/>
                  </a:cubicBezTo>
                  <a:cubicBezTo>
                    <a:pt x="281389" y="385195"/>
                    <a:pt x="272251" y="376056"/>
                    <a:pt x="272251" y="364782"/>
                  </a:cubicBezTo>
                  <a:cubicBezTo>
                    <a:pt x="272251" y="353508"/>
                    <a:pt x="281389" y="344369"/>
                    <a:pt x="292663" y="344369"/>
                  </a:cubicBezTo>
                  <a:close/>
                  <a:moveTo>
                    <a:pt x="243886" y="344369"/>
                  </a:moveTo>
                  <a:cubicBezTo>
                    <a:pt x="255160" y="344369"/>
                    <a:pt x="264299" y="353508"/>
                    <a:pt x="264299" y="364782"/>
                  </a:cubicBezTo>
                  <a:cubicBezTo>
                    <a:pt x="264299" y="376056"/>
                    <a:pt x="255160" y="385195"/>
                    <a:pt x="243886" y="385195"/>
                  </a:cubicBezTo>
                  <a:cubicBezTo>
                    <a:pt x="232612" y="385195"/>
                    <a:pt x="223473" y="376056"/>
                    <a:pt x="223473" y="364782"/>
                  </a:cubicBezTo>
                  <a:cubicBezTo>
                    <a:pt x="223473" y="353508"/>
                    <a:pt x="232612" y="344369"/>
                    <a:pt x="243886" y="344369"/>
                  </a:cubicBezTo>
                  <a:close/>
                  <a:moveTo>
                    <a:pt x="195109" y="344369"/>
                  </a:moveTo>
                  <a:cubicBezTo>
                    <a:pt x="206383" y="344369"/>
                    <a:pt x="215522" y="353508"/>
                    <a:pt x="215522" y="364782"/>
                  </a:cubicBezTo>
                  <a:cubicBezTo>
                    <a:pt x="215522" y="376056"/>
                    <a:pt x="206383" y="385195"/>
                    <a:pt x="195109" y="385195"/>
                  </a:cubicBezTo>
                  <a:cubicBezTo>
                    <a:pt x="183835" y="385195"/>
                    <a:pt x="174696" y="376056"/>
                    <a:pt x="174696" y="364782"/>
                  </a:cubicBezTo>
                  <a:cubicBezTo>
                    <a:pt x="174696" y="353508"/>
                    <a:pt x="183835" y="344369"/>
                    <a:pt x="195109" y="344369"/>
                  </a:cubicBezTo>
                  <a:close/>
                  <a:moveTo>
                    <a:pt x="146332" y="344369"/>
                  </a:moveTo>
                  <a:cubicBezTo>
                    <a:pt x="157606" y="344369"/>
                    <a:pt x="166745" y="353508"/>
                    <a:pt x="166745" y="364782"/>
                  </a:cubicBezTo>
                  <a:cubicBezTo>
                    <a:pt x="166745" y="376056"/>
                    <a:pt x="157606" y="385195"/>
                    <a:pt x="146332" y="385195"/>
                  </a:cubicBezTo>
                  <a:cubicBezTo>
                    <a:pt x="135058" y="385195"/>
                    <a:pt x="125919" y="376056"/>
                    <a:pt x="125919" y="364782"/>
                  </a:cubicBezTo>
                  <a:cubicBezTo>
                    <a:pt x="125919" y="353508"/>
                    <a:pt x="135058" y="344369"/>
                    <a:pt x="146332" y="344369"/>
                  </a:cubicBezTo>
                  <a:close/>
                  <a:moveTo>
                    <a:pt x="97555" y="344369"/>
                  </a:moveTo>
                  <a:cubicBezTo>
                    <a:pt x="108829" y="344369"/>
                    <a:pt x="117968" y="353508"/>
                    <a:pt x="117968" y="364782"/>
                  </a:cubicBezTo>
                  <a:cubicBezTo>
                    <a:pt x="117968" y="376056"/>
                    <a:pt x="108829" y="385195"/>
                    <a:pt x="97555" y="385195"/>
                  </a:cubicBezTo>
                  <a:cubicBezTo>
                    <a:pt x="86281" y="385195"/>
                    <a:pt x="77142" y="376056"/>
                    <a:pt x="77142" y="364782"/>
                  </a:cubicBezTo>
                  <a:cubicBezTo>
                    <a:pt x="77142" y="353508"/>
                    <a:pt x="86281" y="344369"/>
                    <a:pt x="97555" y="344369"/>
                  </a:cubicBezTo>
                  <a:close/>
                  <a:moveTo>
                    <a:pt x="48778" y="344369"/>
                  </a:moveTo>
                  <a:cubicBezTo>
                    <a:pt x="60052" y="344369"/>
                    <a:pt x="69191" y="353508"/>
                    <a:pt x="69191" y="364782"/>
                  </a:cubicBezTo>
                  <a:cubicBezTo>
                    <a:pt x="69191" y="376056"/>
                    <a:pt x="60052" y="385195"/>
                    <a:pt x="48778" y="385195"/>
                  </a:cubicBezTo>
                  <a:cubicBezTo>
                    <a:pt x="37504" y="385195"/>
                    <a:pt x="28365" y="376056"/>
                    <a:pt x="28365" y="364782"/>
                  </a:cubicBezTo>
                  <a:cubicBezTo>
                    <a:pt x="28365" y="353508"/>
                    <a:pt x="37504" y="344369"/>
                    <a:pt x="48778" y="344369"/>
                  </a:cubicBezTo>
                  <a:close/>
                  <a:moveTo>
                    <a:pt x="2" y="344369"/>
                  </a:moveTo>
                  <a:cubicBezTo>
                    <a:pt x="11275" y="344369"/>
                    <a:pt x="20414" y="353508"/>
                    <a:pt x="20414" y="364782"/>
                  </a:cubicBezTo>
                  <a:cubicBezTo>
                    <a:pt x="20414" y="376056"/>
                    <a:pt x="11275" y="385195"/>
                    <a:pt x="2" y="385195"/>
                  </a:cubicBezTo>
                  <a:lnTo>
                    <a:pt x="0" y="385194"/>
                  </a:lnTo>
                  <a:lnTo>
                    <a:pt x="0" y="344370"/>
                  </a:lnTo>
                  <a:close/>
                  <a:moveTo>
                    <a:pt x="968876" y="291629"/>
                  </a:moveTo>
                  <a:lnTo>
                    <a:pt x="965684" y="304041"/>
                  </a:lnTo>
                  <a:lnTo>
                    <a:pt x="959440" y="321103"/>
                  </a:lnTo>
                  <a:lnTo>
                    <a:pt x="955129" y="310696"/>
                  </a:lnTo>
                  <a:cubicBezTo>
                    <a:pt x="955129" y="302240"/>
                    <a:pt x="960270" y="294986"/>
                    <a:pt x="967596" y="291887"/>
                  </a:cubicBezTo>
                  <a:close/>
                  <a:moveTo>
                    <a:pt x="926765" y="290283"/>
                  </a:moveTo>
                  <a:cubicBezTo>
                    <a:pt x="938039" y="290283"/>
                    <a:pt x="947178" y="299422"/>
                    <a:pt x="947178" y="310696"/>
                  </a:cubicBezTo>
                  <a:cubicBezTo>
                    <a:pt x="947178" y="321970"/>
                    <a:pt x="938039" y="331108"/>
                    <a:pt x="926765" y="331108"/>
                  </a:cubicBezTo>
                  <a:cubicBezTo>
                    <a:pt x="915491" y="331108"/>
                    <a:pt x="906352" y="321970"/>
                    <a:pt x="906352" y="310696"/>
                  </a:cubicBezTo>
                  <a:cubicBezTo>
                    <a:pt x="906352" y="299422"/>
                    <a:pt x="915491" y="290283"/>
                    <a:pt x="926765" y="290283"/>
                  </a:cubicBezTo>
                  <a:close/>
                  <a:moveTo>
                    <a:pt x="877988" y="290283"/>
                  </a:moveTo>
                  <a:cubicBezTo>
                    <a:pt x="889262" y="290283"/>
                    <a:pt x="898401" y="299422"/>
                    <a:pt x="898401" y="310696"/>
                  </a:cubicBezTo>
                  <a:cubicBezTo>
                    <a:pt x="898401" y="321970"/>
                    <a:pt x="889262" y="331108"/>
                    <a:pt x="877988" y="331108"/>
                  </a:cubicBezTo>
                  <a:cubicBezTo>
                    <a:pt x="866714" y="331108"/>
                    <a:pt x="857575" y="321970"/>
                    <a:pt x="857575" y="310696"/>
                  </a:cubicBezTo>
                  <a:cubicBezTo>
                    <a:pt x="857575" y="299422"/>
                    <a:pt x="866714" y="290283"/>
                    <a:pt x="877988" y="290283"/>
                  </a:cubicBezTo>
                  <a:close/>
                  <a:moveTo>
                    <a:pt x="829211" y="290283"/>
                  </a:moveTo>
                  <a:cubicBezTo>
                    <a:pt x="840485" y="290283"/>
                    <a:pt x="849624" y="299422"/>
                    <a:pt x="849624" y="310696"/>
                  </a:cubicBezTo>
                  <a:cubicBezTo>
                    <a:pt x="849624" y="321970"/>
                    <a:pt x="840485" y="331108"/>
                    <a:pt x="829211" y="331108"/>
                  </a:cubicBezTo>
                  <a:cubicBezTo>
                    <a:pt x="817937" y="331108"/>
                    <a:pt x="808798" y="321970"/>
                    <a:pt x="808798" y="310696"/>
                  </a:cubicBezTo>
                  <a:cubicBezTo>
                    <a:pt x="808798" y="299422"/>
                    <a:pt x="817937" y="290283"/>
                    <a:pt x="829211" y="290283"/>
                  </a:cubicBezTo>
                  <a:close/>
                  <a:moveTo>
                    <a:pt x="780434" y="290283"/>
                  </a:moveTo>
                  <a:cubicBezTo>
                    <a:pt x="791708" y="290283"/>
                    <a:pt x="800847" y="299422"/>
                    <a:pt x="800847" y="310696"/>
                  </a:cubicBezTo>
                  <a:cubicBezTo>
                    <a:pt x="800847" y="321970"/>
                    <a:pt x="791708" y="331108"/>
                    <a:pt x="780434" y="331108"/>
                  </a:cubicBezTo>
                  <a:cubicBezTo>
                    <a:pt x="769160" y="331108"/>
                    <a:pt x="760021" y="321970"/>
                    <a:pt x="760021" y="310696"/>
                  </a:cubicBezTo>
                  <a:cubicBezTo>
                    <a:pt x="760021" y="299422"/>
                    <a:pt x="769160" y="290283"/>
                    <a:pt x="780434" y="290283"/>
                  </a:cubicBezTo>
                  <a:close/>
                  <a:moveTo>
                    <a:pt x="731657" y="290283"/>
                  </a:moveTo>
                  <a:cubicBezTo>
                    <a:pt x="742931" y="290283"/>
                    <a:pt x="752070" y="299422"/>
                    <a:pt x="752070" y="310696"/>
                  </a:cubicBezTo>
                  <a:cubicBezTo>
                    <a:pt x="752070" y="321970"/>
                    <a:pt x="742931" y="331108"/>
                    <a:pt x="731657" y="331108"/>
                  </a:cubicBezTo>
                  <a:cubicBezTo>
                    <a:pt x="720383" y="331108"/>
                    <a:pt x="711244" y="321970"/>
                    <a:pt x="711244" y="310696"/>
                  </a:cubicBezTo>
                  <a:cubicBezTo>
                    <a:pt x="711244" y="299422"/>
                    <a:pt x="720383" y="290283"/>
                    <a:pt x="731657" y="290283"/>
                  </a:cubicBezTo>
                  <a:close/>
                  <a:moveTo>
                    <a:pt x="682880" y="290283"/>
                  </a:moveTo>
                  <a:cubicBezTo>
                    <a:pt x="694153" y="290283"/>
                    <a:pt x="703293" y="299422"/>
                    <a:pt x="703293" y="310696"/>
                  </a:cubicBezTo>
                  <a:cubicBezTo>
                    <a:pt x="703293" y="321970"/>
                    <a:pt x="694153" y="331108"/>
                    <a:pt x="682880" y="331108"/>
                  </a:cubicBezTo>
                  <a:cubicBezTo>
                    <a:pt x="671606" y="331108"/>
                    <a:pt x="662467" y="321970"/>
                    <a:pt x="662467" y="310696"/>
                  </a:cubicBezTo>
                  <a:cubicBezTo>
                    <a:pt x="662467" y="299422"/>
                    <a:pt x="671606" y="290283"/>
                    <a:pt x="682880" y="290283"/>
                  </a:cubicBezTo>
                  <a:close/>
                  <a:moveTo>
                    <a:pt x="634103" y="290283"/>
                  </a:moveTo>
                  <a:cubicBezTo>
                    <a:pt x="645377" y="290283"/>
                    <a:pt x="654516" y="299422"/>
                    <a:pt x="654516" y="310696"/>
                  </a:cubicBezTo>
                  <a:cubicBezTo>
                    <a:pt x="654516" y="321970"/>
                    <a:pt x="645377" y="331108"/>
                    <a:pt x="634103" y="331108"/>
                  </a:cubicBezTo>
                  <a:cubicBezTo>
                    <a:pt x="622829" y="331108"/>
                    <a:pt x="613690" y="321970"/>
                    <a:pt x="613690" y="310696"/>
                  </a:cubicBezTo>
                  <a:cubicBezTo>
                    <a:pt x="613690" y="299422"/>
                    <a:pt x="622829" y="290283"/>
                    <a:pt x="634103" y="290283"/>
                  </a:cubicBezTo>
                  <a:close/>
                  <a:moveTo>
                    <a:pt x="585326" y="290283"/>
                  </a:moveTo>
                  <a:cubicBezTo>
                    <a:pt x="596599" y="290283"/>
                    <a:pt x="605738" y="299422"/>
                    <a:pt x="605738" y="310696"/>
                  </a:cubicBezTo>
                  <a:cubicBezTo>
                    <a:pt x="605738" y="321970"/>
                    <a:pt x="596599" y="331108"/>
                    <a:pt x="585326" y="331108"/>
                  </a:cubicBezTo>
                  <a:cubicBezTo>
                    <a:pt x="574052" y="331108"/>
                    <a:pt x="564913" y="321970"/>
                    <a:pt x="564913" y="310696"/>
                  </a:cubicBezTo>
                  <a:cubicBezTo>
                    <a:pt x="564913" y="299422"/>
                    <a:pt x="574052" y="290283"/>
                    <a:pt x="585326" y="290283"/>
                  </a:cubicBezTo>
                  <a:close/>
                  <a:moveTo>
                    <a:pt x="536549" y="290283"/>
                  </a:moveTo>
                  <a:cubicBezTo>
                    <a:pt x="547822" y="290283"/>
                    <a:pt x="556961" y="299422"/>
                    <a:pt x="556961" y="310696"/>
                  </a:cubicBezTo>
                  <a:cubicBezTo>
                    <a:pt x="556961" y="321970"/>
                    <a:pt x="547822" y="331108"/>
                    <a:pt x="536549" y="331108"/>
                  </a:cubicBezTo>
                  <a:cubicBezTo>
                    <a:pt x="525275" y="331108"/>
                    <a:pt x="516136" y="321970"/>
                    <a:pt x="516136" y="310696"/>
                  </a:cubicBezTo>
                  <a:cubicBezTo>
                    <a:pt x="516136" y="299422"/>
                    <a:pt x="525275" y="290283"/>
                    <a:pt x="536549" y="290283"/>
                  </a:cubicBezTo>
                  <a:close/>
                  <a:moveTo>
                    <a:pt x="487772" y="290283"/>
                  </a:moveTo>
                  <a:cubicBezTo>
                    <a:pt x="499045" y="290283"/>
                    <a:pt x="508184" y="299422"/>
                    <a:pt x="508184" y="310696"/>
                  </a:cubicBezTo>
                  <a:cubicBezTo>
                    <a:pt x="508184" y="321970"/>
                    <a:pt x="499045" y="331108"/>
                    <a:pt x="487772" y="331108"/>
                  </a:cubicBezTo>
                  <a:cubicBezTo>
                    <a:pt x="476498" y="331108"/>
                    <a:pt x="467359" y="321970"/>
                    <a:pt x="467359" y="310696"/>
                  </a:cubicBezTo>
                  <a:cubicBezTo>
                    <a:pt x="467359" y="299422"/>
                    <a:pt x="476498" y="290283"/>
                    <a:pt x="487772" y="290283"/>
                  </a:cubicBezTo>
                  <a:close/>
                  <a:moveTo>
                    <a:pt x="438994" y="290283"/>
                  </a:moveTo>
                  <a:cubicBezTo>
                    <a:pt x="450268" y="290283"/>
                    <a:pt x="459407" y="299422"/>
                    <a:pt x="459407" y="310696"/>
                  </a:cubicBezTo>
                  <a:cubicBezTo>
                    <a:pt x="459407" y="321970"/>
                    <a:pt x="450268" y="331108"/>
                    <a:pt x="438994" y="331108"/>
                  </a:cubicBezTo>
                  <a:cubicBezTo>
                    <a:pt x="427721" y="331108"/>
                    <a:pt x="418582" y="321970"/>
                    <a:pt x="418582" y="310696"/>
                  </a:cubicBezTo>
                  <a:cubicBezTo>
                    <a:pt x="418582" y="299422"/>
                    <a:pt x="427721" y="290283"/>
                    <a:pt x="438994" y="290283"/>
                  </a:cubicBezTo>
                  <a:close/>
                  <a:moveTo>
                    <a:pt x="390217" y="290283"/>
                  </a:moveTo>
                  <a:cubicBezTo>
                    <a:pt x="401491" y="290283"/>
                    <a:pt x="410630" y="299422"/>
                    <a:pt x="410630" y="310696"/>
                  </a:cubicBezTo>
                  <a:cubicBezTo>
                    <a:pt x="410630" y="321970"/>
                    <a:pt x="401491" y="331108"/>
                    <a:pt x="390217" y="331108"/>
                  </a:cubicBezTo>
                  <a:cubicBezTo>
                    <a:pt x="378944" y="331108"/>
                    <a:pt x="369805" y="321970"/>
                    <a:pt x="369805" y="310696"/>
                  </a:cubicBezTo>
                  <a:cubicBezTo>
                    <a:pt x="369805" y="299422"/>
                    <a:pt x="378944" y="290283"/>
                    <a:pt x="390217" y="290283"/>
                  </a:cubicBezTo>
                  <a:close/>
                  <a:moveTo>
                    <a:pt x="341440" y="290283"/>
                  </a:moveTo>
                  <a:cubicBezTo>
                    <a:pt x="352714" y="290283"/>
                    <a:pt x="361853" y="299422"/>
                    <a:pt x="361853" y="310696"/>
                  </a:cubicBezTo>
                  <a:cubicBezTo>
                    <a:pt x="361853" y="321970"/>
                    <a:pt x="352714" y="331108"/>
                    <a:pt x="341440" y="331108"/>
                  </a:cubicBezTo>
                  <a:cubicBezTo>
                    <a:pt x="330166" y="331108"/>
                    <a:pt x="321028" y="321970"/>
                    <a:pt x="321028" y="310696"/>
                  </a:cubicBezTo>
                  <a:cubicBezTo>
                    <a:pt x="321028" y="299422"/>
                    <a:pt x="330166" y="290283"/>
                    <a:pt x="341440" y="290283"/>
                  </a:cubicBezTo>
                  <a:close/>
                  <a:moveTo>
                    <a:pt x="292663" y="290283"/>
                  </a:moveTo>
                  <a:cubicBezTo>
                    <a:pt x="303937" y="290283"/>
                    <a:pt x="313076" y="299422"/>
                    <a:pt x="313076" y="310696"/>
                  </a:cubicBezTo>
                  <a:cubicBezTo>
                    <a:pt x="313076" y="321970"/>
                    <a:pt x="303937" y="331108"/>
                    <a:pt x="292663" y="331108"/>
                  </a:cubicBezTo>
                  <a:cubicBezTo>
                    <a:pt x="281389" y="331108"/>
                    <a:pt x="272251" y="321970"/>
                    <a:pt x="272251" y="310696"/>
                  </a:cubicBezTo>
                  <a:cubicBezTo>
                    <a:pt x="272251" y="299422"/>
                    <a:pt x="281389" y="290283"/>
                    <a:pt x="292663" y="290283"/>
                  </a:cubicBezTo>
                  <a:close/>
                  <a:moveTo>
                    <a:pt x="243886" y="290283"/>
                  </a:moveTo>
                  <a:cubicBezTo>
                    <a:pt x="255160" y="290283"/>
                    <a:pt x="264299" y="299422"/>
                    <a:pt x="264299" y="310696"/>
                  </a:cubicBezTo>
                  <a:cubicBezTo>
                    <a:pt x="264299" y="321970"/>
                    <a:pt x="255160" y="331108"/>
                    <a:pt x="243886" y="331108"/>
                  </a:cubicBezTo>
                  <a:cubicBezTo>
                    <a:pt x="232612" y="331108"/>
                    <a:pt x="223473" y="321970"/>
                    <a:pt x="223473" y="310696"/>
                  </a:cubicBezTo>
                  <a:cubicBezTo>
                    <a:pt x="223473" y="299422"/>
                    <a:pt x="232612" y="290283"/>
                    <a:pt x="243886" y="290283"/>
                  </a:cubicBezTo>
                  <a:close/>
                  <a:moveTo>
                    <a:pt x="195109" y="290283"/>
                  </a:moveTo>
                  <a:cubicBezTo>
                    <a:pt x="206383" y="290283"/>
                    <a:pt x="215522" y="299422"/>
                    <a:pt x="215522" y="310696"/>
                  </a:cubicBezTo>
                  <a:cubicBezTo>
                    <a:pt x="215522" y="321970"/>
                    <a:pt x="206383" y="331108"/>
                    <a:pt x="195109" y="331108"/>
                  </a:cubicBezTo>
                  <a:cubicBezTo>
                    <a:pt x="183835" y="331108"/>
                    <a:pt x="174696" y="321970"/>
                    <a:pt x="174696" y="310696"/>
                  </a:cubicBezTo>
                  <a:cubicBezTo>
                    <a:pt x="174696" y="299422"/>
                    <a:pt x="183835" y="290283"/>
                    <a:pt x="195109" y="290283"/>
                  </a:cubicBezTo>
                  <a:close/>
                  <a:moveTo>
                    <a:pt x="146332" y="290283"/>
                  </a:moveTo>
                  <a:cubicBezTo>
                    <a:pt x="157606" y="290283"/>
                    <a:pt x="166745" y="299422"/>
                    <a:pt x="166745" y="310696"/>
                  </a:cubicBezTo>
                  <a:cubicBezTo>
                    <a:pt x="166745" y="321970"/>
                    <a:pt x="157606" y="331108"/>
                    <a:pt x="146332" y="331108"/>
                  </a:cubicBezTo>
                  <a:cubicBezTo>
                    <a:pt x="135058" y="331108"/>
                    <a:pt x="125919" y="321970"/>
                    <a:pt x="125919" y="310696"/>
                  </a:cubicBezTo>
                  <a:cubicBezTo>
                    <a:pt x="125919" y="299422"/>
                    <a:pt x="135058" y="290283"/>
                    <a:pt x="146332" y="290283"/>
                  </a:cubicBezTo>
                  <a:close/>
                  <a:moveTo>
                    <a:pt x="97555" y="290283"/>
                  </a:moveTo>
                  <a:cubicBezTo>
                    <a:pt x="108829" y="290283"/>
                    <a:pt x="117968" y="299422"/>
                    <a:pt x="117968" y="310696"/>
                  </a:cubicBezTo>
                  <a:cubicBezTo>
                    <a:pt x="117968" y="321970"/>
                    <a:pt x="108829" y="331108"/>
                    <a:pt x="97555" y="331108"/>
                  </a:cubicBezTo>
                  <a:cubicBezTo>
                    <a:pt x="86281" y="331108"/>
                    <a:pt x="77142" y="321970"/>
                    <a:pt x="77142" y="310696"/>
                  </a:cubicBezTo>
                  <a:cubicBezTo>
                    <a:pt x="77142" y="299422"/>
                    <a:pt x="86281" y="290283"/>
                    <a:pt x="97555" y="290283"/>
                  </a:cubicBezTo>
                  <a:close/>
                  <a:moveTo>
                    <a:pt x="48778" y="290283"/>
                  </a:moveTo>
                  <a:cubicBezTo>
                    <a:pt x="60052" y="290283"/>
                    <a:pt x="69191" y="299422"/>
                    <a:pt x="69191" y="310696"/>
                  </a:cubicBezTo>
                  <a:cubicBezTo>
                    <a:pt x="69191" y="321970"/>
                    <a:pt x="60052" y="331108"/>
                    <a:pt x="48778" y="331108"/>
                  </a:cubicBezTo>
                  <a:cubicBezTo>
                    <a:pt x="37504" y="331108"/>
                    <a:pt x="28365" y="321970"/>
                    <a:pt x="28365" y="310696"/>
                  </a:cubicBezTo>
                  <a:cubicBezTo>
                    <a:pt x="28365" y="299422"/>
                    <a:pt x="37504" y="290283"/>
                    <a:pt x="48778" y="290283"/>
                  </a:cubicBezTo>
                  <a:close/>
                  <a:moveTo>
                    <a:pt x="2" y="290283"/>
                  </a:moveTo>
                  <a:cubicBezTo>
                    <a:pt x="11275" y="290283"/>
                    <a:pt x="20414" y="299422"/>
                    <a:pt x="20414" y="310696"/>
                  </a:cubicBezTo>
                  <a:cubicBezTo>
                    <a:pt x="20414" y="321970"/>
                    <a:pt x="11275" y="331108"/>
                    <a:pt x="2" y="331108"/>
                  </a:cubicBezTo>
                  <a:lnTo>
                    <a:pt x="0" y="331107"/>
                  </a:lnTo>
                  <a:lnTo>
                    <a:pt x="0" y="290284"/>
                  </a:lnTo>
                  <a:close/>
                  <a:moveTo>
                    <a:pt x="975542" y="236197"/>
                  </a:moveTo>
                  <a:lnTo>
                    <a:pt x="982755" y="237653"/>
                  </a:lnTo>
                  <a:lnTo>
                    <a:pt x="972775" y="276464"/>
                  </a:lnTo>
                  <a:lnTo>
                    <a:pt x="967596" y="275418"/>
                  </a:lnTo>
                  <a:cubicBezTo>
                    <a:pt x="960270" y="272320"/>
                    <a:pt x="955129" y="265065"/>
                    <a:pt x="955129" y="256609"/>
                  </a:cubicBezTo>
                  <a:cubicBezTo>
                    <a:pt x="955129" y="245336"/>
                    <a:pt x="964268" y="236197"/>
                    <a:pt x="975542" y="236197"/>
                  </a:cubicBezTo>
                  <a:close/>
                  <a:moveTo>
                    <a:pt x="926765" y="236197"/>
                  </a:moveTo>
                  <a:cubicBezTo>
                    <a:pt x="938039" y="236197"/>
                    <a:pt x="947178" y="245336"/>
                    <a:pt x="947178" y="256609"/>
                  </a:cubicBezTo>
                  <a:cubicBezTo>
                    <a:pt x="947178" y="267883"/>
                    <a:pt x="938039" y="277022"/>
                    <a:pt x="926765" y="277022"/>
                  </a:cubicBezTo>
                  <a:cubicBezTo>
                    <a:pt x="915491" y="277022"/>
                    <a:pt x="906352" y="267883"/>
                    <a:pt x="906352" y="256609"/>
                  </a:cubicBezTo>
                  <a:cubicBezTo>
                    <a:pt x="906352" y="245336"/>
                    <a:pt x="915491" y="236197"/>
                    <a:pt x="926765" y="236197"/>
                  </a:cubicBezTo>
                  <a:close/>
                  <a:moveTo>
                    <a:pt x="877988" y="236197"/>
                  </a:moveTo>
                  <a:cubicBezTo>
                    <a:pt x="889262" y="236197"/>
                    <a:pt x="898401" y="245336"/>
                    <a:pt x="898401" y="256609"/>
                  </a:cubicBezTo>
                  <a:cubicBezTo>
                    <a:pt x="898401" y="267883"/>
                    <a:pt x="889262" y="277022"/>
                    <a:pt x="877988" y="277022"/>
                  </a:cubicBezTo>
                  <a:cubicBezTo>
                    <a:pt x="866714" y="277022"/>
                    <a:pt x="857575" y="267883"/>
                    <a:pt x="857575" y="256609"/>
                  </a:cubicBezTo>
                  <a:cubicBezTo>
                    <a:pt x="857575" y="245336"/>
                    <a:pt x="866714" y="236197"/>
                    <a:pt x="877988" y="236197"/>
                  </a:cubicBezTo>
                  <a:close/>
                  <a:moveTo>
                    <a:pt x="829211" y="236197"/>
                  </a:moveTo>
                  <a:cubicBezTo>
                    <a:pt x="840485" y="236197"/>
                    <a:pt x="849624" y="245336"/>
                    <a:pt x="849624" y="256609"/>
                  </a:cubicBezTo>
                  <a:cubicBezTo>
                    <a:pt x="849624" y="267883"/>
                    <a:pt x="840485" y="277022"/>
                    <a:pt x="829211" y="277022"/>
                  </a:cubicBezTo>
                  <a:cubicBezTo>
                    <a:pt x="817937" y="277022"/>
                    <a:pt x="808798" y="267883"/>
                    <a:pt x="808798" y="256609"/>
                  </a:cubicBezTo>
                  <a:cubicBezTo>
                    <a:pt x="808798" y="245336"/>
                    <a:pt x="817937" y="236197"/>
                    <a:pt x="829211" y="236197"/>
                  </a:cubicBezTo>
                  <a:close/>
                  <a:moveTo>
                    <a:pt x="780434" y="236197"/>
                  </a:moveTo>
                  <a:cubicBezTo>
                    <a:pt x="791708" y="236197"/>
                    <a:pt x="800847" y="245336"/>
                    <a:pt x="800847" y="256609"/>
                  </a:cubicBezTo>
                  <a:cubicBezTo>
                    <a:pt x="800847" y="267883"/>
                    <a:pt x="791708" y="277022"/>
                    <a:pt x="780434" y="277022"/>
                  </a:cubicBezTo>
                  <a:cubicBezTo>
                    <a:pt x="769160" y="277022"/>
                    <a:pt x="760021" y="267883"/>
                    <a:pt x="760021" y="256609"/>
                  </a:cubicBezTo>
                  <a:cubicBezTo>
                    <a:pt x="760021" y="245336"/>
                    <a:pt x="769160" y="236197"/>
                    <a:pt x="780434" y="236197"/>
                  </a:cubicBezTo>
                  <a:close/>
                  <a:moveTo>
                    <a:pt x="731657" y="236197"/>
                  </a:moveTo>
                  <a:cubicBezTo>
                    <a:pt x="742931" y="236197"/>
                    <a:pt x="752070" y="245336"/>
                    <a:pt x="752070" y="256609"/>
                  </a:cubicBezTo>
                  <a:cubicBezTo>
                    <a:pt x="752070" y="267883"/>
                    <a:pt x="742931" y="277022"/>
                    <a:pt x="731657" y="277022"/>
                  </a:cubicBezTo>
                  <a:cubicBezTo>
                    <a:pt x="720383" y="277022"/>
                    <a:pt x="711244" y="267883"/>
                    <a:pt x="711244" y="256609"/>
                  </a:cubicBezTo>
                  <a:cubicBezTo>
                    <a:pt x="711244" y="245336"/>
                    <a:pt x="720383" y="236197"/>
                    <a:pt x="731657" y="236197"/>
                  </a:cubicBezTo>
                  <a:close/>
                  <a:moveTo>
                    <a:pt x="682880" y="236197"/>
                  </a:moveTo>
                  <a:cubicBezTo>
                    <a:pt x="694153" y="236197"/>
                    <a:pt x="703293" y="245336"/>
                    <a:pt x="703293" y="256609"/>
                  </a:cubicBezTo>
                  <a:cubicBezTo>
                    <a:pt x="703293" y="267883"/>
                    <a:pt x="694153" y="277022"/>
                    <a:pt x="682880" y="277022"/>
                  </a:cubicBezTo>
                  <a:cubicBezTo>
                    <a:pt x="671606" y="277022"/>
                    <a:pt x="662467" y="267883"/>
                    <a:pt x="662467" y="256609"/>
                  </a:cubicBezTo>
                  <a:cubicBezTo>
                    <a:pt x="662467" y="245336"/>
                    <a:pt x="671606" y="236197"/>
                    <a:pt x="682880" y="236197"/>
                  </a:cubicBezTo>
                  <a:close/>
                  <a:moveTo>
                    <a:pt x="634103" y="236197"/>
                  </a:moveTo>
                  <a:cubicBezTo>
                    <a:pt x="645377" y="236197"/>
                    <a:pt x="654516" y="245336"/>
                    <a:pt x="654516" y="256609"/>
                  </a:cubicBezTo>
                  <a:cubicBezTo>
                    <a:pt x="654516" y="267883"/>
                    <a:pt x="645377" y="277022"/>
                    <a:pt x="634103" y="277022"/>
                  </a:cubicBezTo>
                  <a:cubicBezTo>
                    <a:pt x="622829" y="277022"/>
                    <a:pt x="613690" y="267883"/>
                    <a:pt x="613690" y="256609"/>
                  </a:cubicBezTo>
                  <a:cubicBezTo>
                    <a:pt x="613690" y="245336"/>
                    <a:pt x="622829" y="236197"/>
                    <a:pt x="634103" y="236197"/>
                  </a:cubicBezTo>
                  <a:close/>
                  <a:moveTo>
                    <a:pt x="585326" y="236197"/>
                  </a:moveTo>
                  <a:cubicBezTo>
                    <a:pt x="596599" y="236197"/>
                    <a:pt x="605738" y="245336"/>
                    <a:pt x="605738" y="256609"/>
                  </a:cubicBezTo>
                  <a:cubicBezTo>
                    <a:pt x="605738" y="267883"/>
                    <a:pt x="596599" y="277022"/>
                    <a:pt x="585326" y="277022"/>
                  </a:cubicBezTo>
                  <a:cubicBezTo>
                    <a:pt x="574052" y="277022"/>
                    <a:pt x="564913" y="267883"/>
                    <a:pt x="564913" y="256609"/>
                  </a:cubicBezTo>
                  <a:cubicBezTo>
                    <a:pt x="564913" y="245336"/>
                    <a:pt x="574052" y="236197"/>
                    <a:pt x="585326" y="236197"/>
                  </a:cubicBezTo>
                  <a:close/>
                  <a:moveTo>
                    <a:pt x="536549" y="236197"/>
                  </a:moveTo>
                  <a:cubicBezTo>
                    <a:pt x="547822" y="236197"/>
                    <a:pt x="556961" y="245336"/>
                    <a:pt x="556961" y="256609"/>
                  </a:cubicBezTo>
                  <a:cubicBezTo>
                    <a:pt x="556961" y="267883"/>
                    <a:pt x="547822" y="277022"/>
                    <a:pt x="536549" y="277022"/>
                  </a:cubicBezTo>
                  <a:cubicBezTo>
                    <a:pt x="525275" y="277022"/>
                    <a:pt x="516136" y="267883"/>
                    <a:pt x="516136" y="256609"/>
                  </a:cubicBezTo>
                  <a:cubicBezTo>
                    <a:pt x="516136" y="245336"/>
                    <a:pt x="525275" y="236197"/>
                    <a:pt x="536549" y="236197"/>
                  </a:cubicBezTo>
                  <a:close/>
                  <a:moveTo>
                    <a:pt x="487772" y="236197"/>
                  </a:moveTo>
                  <a:cubicBezTo>
                    <a:pt x="499045" y="236197"/>
                    <a:pt x="508184" y="245336"/>
                    <a:pt x="508184" y="256609"/>
                  </a:cubicBezTo>
                  <a:cubicBezTo>
                    <a:pt x="508184" y="267883"/>
                    <a:pt x="499045" y="277022"/>
                    <a:pt x="487772" y="277022"/>
                  </a:cubicBezTo>
                  <a:cubicBezTo>
                    <a:pt x="476498" y="277022"/>
                    <a:pt x="467359" y="267883"/>
                    <a:pt x="467359" y="256609"/>
                  </a:cubicBezTo>
                  <a:cubicBezTo>
                    <a:pt x="467359" y="245336"/>
                    <a:pt x="476498" y="236197"/>
                    <a:pt x="487772" y="236197"/>
                  </a:cubicBezTo>
                  <a:close/>
                  <a:moveTo>
                    <a:pt x="438994" y="236197"/>
                  </a:moveTo>
                  <a:cubicBezTo>
                    <a:pt x="450268" y="236197"/>
                    <a:pt x="459407" y="245336"/>
                    <a:pt x="459407" y="256609"/>
                  </a:cubicBezTo>
                  <a:cubicBezTo>
                    <a:pt x="459407" y="267883"/>
                    <a:pt x="450268" y="277022"/>
                    <a:pt x="438994" y="277022"/>
                  </a:cubicBezTo>
                  <a:cubicBezTo>
                    <a:pt x="427721" y="277022"/>
                    <a:pt x="418582" y="267883"/>
                    <a:pt x="418582" y="256609"/>
                  </a:cubicBezTo>
                  <a:cubicBezTo>
                    <a:pt x="418582" y="245336"/>
                    <a:pt x="427721" y="236197"/>
                    <a:pt x="438994" y="236197"/>
                  </a:cubicBezTo>
                  <a:close/>
                  <a:moveTo>
                    <a:pt x="390217" y="236197"/>
                  </a:moveTo>
                  <a:cubicBezTo>
                    <a:pt x="401491" y="236197"/>
                    <a:pt x="410630" y="245336"/>
                    <a:pt x="410630" y="256609"/>
                  </a:cubicBezTo>
                  <a:cubicBezTo>
                    <a:pt x="410630" y="267883"/>
                    <a:pt x="401491" y="277022"/>
                    <a:pt x="390217" y="277022"/>
                  </a:cubicBezTo>
                  <a:cubicBezTo>
                    <a:pt x="378944" y="277022"/>
                    <a:pt x="369805" y="267883"/>
                    <a:pt x="369805" y="256609"/>
                  </a:cubicBezTo>
                  <a:cubicBezTo>
                    <a:pt x="369805" y="245336"/>
                    <a:pt x="378944" y="236197"/>
                    <a:pt x="390217" y="236197"/>
                  </a:cubicBezTo>
                  <a:close/>
                  <a:moveTo>
                    <a:pt x="341440" y="236197"/>
                  </a:moveTo>
                  <a:cubicBezTo>
                    <a:pt x="352714" y="236197"/>
                    <a:pt x="361853" y="245336"/>
                    <a:pt x="361853" y="256609"/>
                  </a:cubicBezTo>
                  <a:cubicBezTo>
                    <a:pt x="361853" y="267883"/>
                    <a:pt x="352714" y="277022"/>
                    <a:pt x="341440" y="277022"/>
                  </a:cubicBezTo>
                  <a:cubicBezTo>
                    <a:pt x="330166" y="277022"/>
                    <a:pt x="321028" y="267883"/>
                    <a:pt x="321028" y="256609"/>
                  </a:cubicBezTo>
                  <a:cubicBezTo>
                    <a:pt x="321028" y="245336"/>
                    <a:pt x="330166" y="236197"/>
                    <a:pt x="341440" y="236197"/>
                  </a:cubicBezTo>
                  <a:close/>
                  <a:moveTo>
                    <a:pt x="292663" y="236197"/>
                  </a:moveTo>
                  <a:cubicBezTo>
                    <a:pt x="303937" y="236197"/>
                    <a:pt x="313076" y="245336"/>
                    <a:pt x="313076" y="256609"/>
                  </a:cubicBezTo>
                  <a:cubicBezTo>
                    <a:pt x="313076" y="267883"/>
                    <a:pt x="303937" y="277022"/>
                    <a:pt x="292663" y="277022"/>
                  </a:cubicBezTo>
                  <a:cubicBezTo>
                    <a:pt x="281389" y="277022"/>
                    <a:pt x="272251" y="267883"/>
                    <a:pt x="272251" y="256609"/>
                  </a:cubicBezTo>
                  <a:cubicBezTo>
                    <a:pt x="272251" y="245336"/>
                    <a:pt x="281389" y="236197"/>
                    <a:pt x="292663" y="236197"/>
                  </a:cubicBezTo>
                  <a:close/>
                  <a:moveTo>
                    <a:pt x="243886" y="236197"/>
                  </a:moveTo>
                  <a:cubicBezTo>
                    <a:pt x="255160" y="236197"/>
                    <a:pt x="264299" y="245336"/>
                    <a:pt x="264299" y="256609"/>
                  </a:cubicBezTo>
                  <a:cubicBezTo>
                    <a:pt x="264299" y="267883"/>
                    <a:pt x="255160" y="277022"/>
                    <a:pt x="243886" y="277022"/>
                  </a:cubicBezTo>
                  <a:cubicBezTo>
                    <a:pt x="232612" y="277022"/>
                    <a:pt x="223473" y="267883"/>
                    <a:pt x="223473" y="256609"/>
                  </a:cubicBezTo>
                  <a:cubicBezTo>
                    <a:pt x="223473" y="245336"/>
                    <a:pt x="232612" y="236197"/>
                    <a:pt x="243886" y="236197"/>
                  </a:cubicBezTo>
                  <a:close/>
                  <a:moveTo>
                    <a:pt x="195109" y="236197"/>
                  </a:moveTo>
                  <a:cubicBezTo>
                    <a:pt x="206383" y="236197"/>
                    <a:pt x="215522" y="245336"/>
                    <a:pt x="215522" y="256609"/>
                  </a:cubicBezTo>
                  <a:cubicBezTo>
                    <a:pt x="215522" y="267883"/>
                    <a:pt x="206383" y="277022"/>
                    <a:pt x="195109" y="277022"/>
                  </a:cubicBezTo>
                  <a:cubicBezTo>
                    <a:pt x="183835" y="277022"/>
                    <a:pt x="174696" y="267883"/>
                    <a:pt x="174696" y="256609"/>
                  </a:cubicBezTo>
                  <a:cubicBezTo>
                    <a:pt x="174696" y="245336"/>
                    <a:pt x="183835" y="236197"/>
                    <a:pt x="195109" y="236197"/>
                  </a:cubicBezTo>
                  <a:close/>
                  <a:moveTo>
                    <a:pt x="146332" y="236197"/>
                  </a:moveTo>
                  <a:cubicBezTo>
                    <a:pt x="157606" y="236197"/>
                    <a:pt x="166745" y="245336"/>
                    <a:pt x="166745" y="256609"/>
                  </a:cubicBezTo>
                  <a:cubicBezTo>
                    <a:pt x="166745" y="267883"/>
                    <a:pt x="157606" y="277022"/>
                    <a:pt x="146332" y="277022"/>
                  </a:cubicBezTo>
                  <a:cubicBezTo>
                    <a:pt x="135058" y="277022"/>
                    <a:pt x="125919" y="267883"/>
                    <a:pt x="125919" y="256609"/>
                  </a:cubicBezTo>
                  <a:cubicBezTo>
                    <a:pt x="125919" y="245336"/>
                    <a:pt x="135058" y="236197"/>
                    <a:pt x="146332" y="236197"/>
                  </a:cubicBezTo>
                  <a:close/>
                  <a:moveTo>
                    <a:pt x="97555" y="236197"/>
                  </a:moveTo>
                  <a:cubicBezTo>
                    <a:pt x="108829" y="236197"/>
                    <a:pt x="117968" y="245336"/>
                    <a:pt x="117968" y="256609"/>
                  </a:cubicBezTo>
                  <a:cubicBezTo>
                    <a:pt x="117968" y="267883"/>
                    <a:pt x="108829" y="277022"/>
                    <a:pt x="97555" y="277022"/>
                  </a:cubicBezTo>
                  <a:cubicBezTo>
                    <a:pt x="86281" y="277022"/>
                    <a:pt x="77142" y="267883"/>
                    <a:pt x="77142" y="256609"/>
                  </a:cubicBezTo>
                  <a:cubicBezTo>
                    <a:pt x="77142" y="245336"/>
                    <a:pt x="86281" y="236197"/>
                    <a:pt x="97555" y="236197"/>
                  </a:cubicBezTo>
                  <a:close/>
                  <a:moveTo>
                    <a:pt x="48778" y="236197"/>
                  </a:moveTo>
                  <a:cubicBezTo>
                    <a:pt x="60052" y="236197"/>
                    <a:pt x="69191" y="245336"/>
                    <a:pt x="69191" y="256609"/>
                  </a:cubicBezTo>
                  <a:cubicBezTo>
                    <a:pt x="69191" y="267883"/>
                    <a:pt x="60052" y="277022"/>
                    <a:pt x="48778" y="277022"/>
                  </a:cubicBezTo>
                  <a:cubicBezTo>
                    <a:pt x="37504" y="277022"/>
                    <a:pt x="28365" y="267883"/>
                    <a:pt x="28365" y="256609"/>
                  </a:cubicBezTo>
                  <a:cubicBezTo>
                    <a:pt x="28365" y="245336"/>
                    <a:pt x="37504" y="236197"/>
                    <a:pt x="48778" y="236197"/>
                  </a:cubicBezTo>
                  <a:close/>
                  <a:moveTo>
                    <a:pt x="2" y="236197"/>
                  </a:moveTo>
                  <a:cubicBezTo>
                    <a:pt x="11275" y="236197"/>
                    <a:pt x="20414" y="245336"/>
                    <a:pt x="20414" y="256609"/>
                  </a:cubicBezTo>
                  <a:cubicBezTo>
                    <a:pt x="20414" y="267883"/>
                    <a:pt x="11275" y="277022"/>
                    <a:pt x="2" y="277022"/>
                  </a:cubicBezTo>
                  <a:lnTo>
                    <a:pt x="0" y="277021"/>
                  </a:lnTo>
                  <a:lnTo>
                    <a:pt x="0" y="236198"/>
                  </a:lnTo>
                  <a:close/>
                  <a:moveTo>
                    <a:pt x="975542" y="182110"/>
                  </a:moveTo>
                  <a:cubicBezTo>
                    <a:pt x="981179" y="182110"/>
                    <a:pt x="986282" y="184395"/>
                    <a:pt x="989976" y="188089"/>
                  </a:cubicBezTo>
                  <a:lnTo>
                    <a:pt x="992557" y="194320"/>
                  </a:lnTo>
                  <a:lnTo>
                    <a:pt x="990601" y="207139"/>
                  </a:lnTo>
                  <a:lnTo>
                    <a:pt x="987678" y="218507"/>
                  </a:lnTo>
                  <a:lnTo>
                    <a:pt x="983488" y="221332"/>
                  </a:lnTo>
                  <a:cubicBezTo>
                    <a:pt x="981046" y="222365"/>
                    <a:pt x="978360" y="222936"/>
                    <a:pt x="975542" y="222936"/>
                  </a:cubicBezTo>
                  <a:cubicBezTo>
                    <a:pt x="964268" y="222936"/>
                    <a:pt x="955129" y="213797"/>
                    <a:pt x="955129" y="202523"/>
                  </a:cubicBezTo>
                  <a:cubicBezTo>
                    <a:pt x="955129" y="191250"/>
                    <a:pt x="964268" y="182110"/>
                    <a:pt x="975542" y="182110"/>
                  </a:cubicBezTo>
                  <a:close/>
                  <a:moveTo>
                    <a:pt x="926765" y="182110"/>
                  </a:moveTo>
                  <a:cubicBezTo>
                    <a:pt x="938039" y="182110"/>
                    <a:pt x="947178" y="191250"/>
                    <a:pt x="947178" y="202523"/>
                  </a:cubicBezTo>
                  <a:cubicBezTo>
                    <a:pt x="947178" y="213797"/>
                    <a:pt x="938039" y="222936"/>
                    <a:pt x="926765" y="222936"/>
                  </a:cubicBezTo>
                  <a:cubicBezTo>
                    <a:pt x="915491" y="222936"/>
                    <a:pt x="906352" y="213797"/>
                    <a:pt x="906352" y="202523"/>
                  </a:cubicBezTo>
                  <a:cubicBezTo>
                    <a:pt x="906352" y="191250"/>
                    <a:pt x="915491" y="182110"/>
                    <a:pt x="926765" y="182110"/>
                  </a:cubicBezTo>
                  <a:close/>
                  <a:moveTo>
                    <a:pt x="877988" y="182110"/>
                  </a:moveTo>
                  <a:cubicBezTo>
                    <a:pt x="889262" y="182110"/>
                    <a:pt x="898401" y="191250"/>
                    <a:pt x="898401" y="202523"/>
                  </a:cubicBezTo>
                  <a:cubicBezTo>
                    <a:pt x="898401" y="213797"/>
                    <a:pt x="889262" y="222936"/>
                    <a:pt x="877988" y="222936"/>
                  </a:cubicBezTo>
                  <a:cubicBezTo>
                    <a:pt x="866714" y="222936"/>
                    <a:pt x="857575" y="213797"/>
                    <a:pt x="857575" y="202523"/>
                  </a:cubicBezTo>
                  <a:cubicBezTo>
                    <a:pt x="857575" y="191250"/>
                    <a:pt x="866714" y="182110"/>
                    <a:pt x="877988" y="182110"/>
                  </a:cubicBezTo>
                  <a:close/>
                  <a:moveTo>
                    <a:pt x="829211" y="182110"/>
                  </a:moveTo>
                  <a:cubicBezTo>
                    <a:pt x="840485" y="182110"/>
                    <a:pt x="849624" y="191250"/>
                    <a:pt x="849624" y="202523"/>
                  </a:cubicBezTo>
                  <a:cubicBezTo>
                    <a:pt x="849624" y="213797"/>
                    <a:pt x="840485" y="222936"/>
                    <a:pt x="829211" y="222936"/>
                  </a:cubicBezTo>
                  <a:cubicBezTo>
                    <a:pt x="817937" y="222936"/>
                    <a:pt x="808798" y="213797"/>
                    <a:pt x="808798" y="202523"/>
                  </a:cubicBezTo>
                  <a:cubicBezTo>
                    <a:pt x="808798" y="191250"/>
                    <a:pt x="817937" y="182110"/>
                    <a:pt x="829211" y="182110"/>
                  </a:cubicBezTo>
                  <a:close/>
                  <a:moveTo>
                    <a:pt x="780434" y="182110"/>
                  </a:moveTo>
                  <a:cubicBezTo>
                    <a:pt x="791708" y="182110"/>
                    <a:pt x="800847" y="191250"/>
                    <a:pt x="800847" y="202523"/>
                  </a:cubicBezTo>
                  <a:cubicBezTo>
                    <a:pt x="800847" y="213797"/>
                    <a:pt x="791708" y="222936"/>
                    <a:pt x="780434" y="222936"/>
                  </a:cubicBezTo>
                  <a:cubicBezTo>
                    <a:pt x="769160" y="222936"/>
                    <a:pt x="760021" y="213797"/>
                    <a:pt x="760021" y="202523"/>
                  </a:cubicBezTo>
                  <a:cubicBezTo>
                    <a:pt x="760021" y="191250"/>
                    <a:pt x="769160" y="182110"/>
                    <a:pt x="780434" y="182110"/>
                  </a:cubicBezTo>
                  <a:close/>
                  <a:moveTo>
                    <a:pt x="731657" y="182110"/>
                  </a:moveTo>
                  <a:cubicBezTo>
                    <a:pt x="742931" y="182110"/>
                    <a:pt x="752070" y="191250"/>
                    <a:pt x="752070" y="202523"/>
                  </a:cubicBezTo>
                  <a:cubicBezTo>
                    <a:pt x="752070" y="213797"/>
                    <a:pt x="742931" y="222936"/>
                    <a:pt x="731657" y="222936"/>
                  </a:cubicBezTo>
                  <a:cubicBezTo>
                    <a:pt x="720383" y="222936"/>
                    <a:pt x="711244" y="213797"/>
                    <a:pt x="711244" y="202523"/>
                  </a:cubicBezTo>
                  <a:cubicBezTo>
                    <a:pt x="711244" y="191250"/>
                    <a:pt x="720383" y="182110"/>
                    <a:pt x="731657" y="182110"/>
                  </a:cubicBezTo>
                  <a:close/>
                  <a:moveTo>
                    <a:pt x="682880" y="182110"/>
                  </a:moveTo>
                  <a:cubicBezTo>
                    <a:pt x="694153" y="182110"/>
                    <a:pt x="703293" y="191250"/>
                    <a:pt x="703293" y="202523"/>
                  </a:cubicBezTo>
                  <a:cubicBezTo>
                    <a:pt x="703293" y="213797"/>
                    <a:pt x="694153" y="222936"/>
                    <a:pt x="682880" y="222936"/>
                  </a:cubicBezTo>
                  <a:cubicBezTo>
                    <a:pt x="671606" y="222936"/>
                    <a:pt x="662467" y="213797"/>
                    <a:pt x="662467" y="202523"/>
                  </a:cubicBezTo>
                  <a:cubicBezTo>
                    <a:pt x="662467" y="191250"/>
                    <a:pt x="671606" y="182110"/>
                    <a:pt x="682880" y="182110"/>
                  </a:cubicBezTo>
                  <a:close/>
                  <a:moveTo>
                    <a:pt x="634103" y="182110"/>
                  </a:moveTo>
                  <a:cubicBezTo>
                    <a:pt x="645377" y="182110"/>
                    <a:pt x="654516" y="191250"/>
                    <a:pt x="654516" y="202523"/>
                  </a:cubicBezTo>
                  <a:cubicBezTo>
                    <a:pt x="654516" y="213797"/>
                    <a:pt x="645377" y="222936"/>
                    <a:pt x="634103" y="222936"/>
                  </a:cubicBezTo>
                  <a:cubicBezTo>
                    <a:pt x="622829" y="222936"/>
                    <a:pt x="613690" y="213797"/>
                    <a:pt x="613690" y="202523"/>
                  </a:cubicBezTo>
                  <a:cubicBezTo>
                    <a:pt x="613690" y="191250"/>
                    <a:pt x="622829" y="182110"/>
                    <a:pt x="634103" y="182110"/>
                  </a:cubicBezTo>
                  <a:close/>
                  <a:moveTo>
                    <a:pt x="585326" y="182110"/>
                  </a:moveTo>
                  <a:cubicBezTo>
                    <a:pt x="596599" y="182110"/>
                    <a:pt x="605738" y="191250"/>
                    <a:pt x="605738" y="202523"/>
                  </a:cubicBezTo>
                  <a:cubicBezTo>
                    <a:pt x="605738" y="213797"/>
                    <a:pt x="596599" y="222936"/>
                    <a:pt x="585326" y="222936"/>
                  </a:cubicBezTo>
                  <a:cubicBezTo>
                    <a:pt x="574052" y="222936"/>
                    <a:pt x="564913" y="213797"/>
                    <a:pt x="564913" y="202523"/>
                  </a:cubicBezTo>
                  <a:cubicBezTo>
                    <a:pt x="564913" y="191250"/>
                    <a:pt x="574052" y="182110"/>
                    <a:pt x="585326" y="182110"/>
                  </a:cubicBezTo>
                  <a:close/>
                  <a:moveTo>
                    <a:pt x="536549" y="182110"/>
                  </a:moveTo>
                  <a:cubicBezTo>
                    <a:pt x="547822" y="182110"/>
                    <a:pt x="556961" y="191250"/>
                    <a:pt x="556961" y="202523"/>
                  </a:cubicBezTo>
                  <a:cubicBezTo>
                    <a:pt x="556961" y="213797"/>
                    <a:pt x="547822" y="222936"/>
                    <a:pt x="536549" y="222936"/>
                  </a:cubicBezTo>
                  <a:cubicBezTo>
                    <a:pt x="525275" y="222936"/>
                    <a:pt x="516136" y="213797"/>
                    <a:pt x="516136" y="202523"/>
                  </a:cubicBezTo>
                  <a:cubicBezTo>
                    <a:pt x="516136" y="191250"/>
                    <a:pt x="525275" y="182110"/>
                    <a:pt x="536549" y="182110"/>
                  </a:cubicBezTo>
                  <a:close/>
                  <a:moveTo>
                    <a:pt x="487772" y="182110"/>
                  </a:moveTo>
                  <a:cubicBezTo>
                    <a:pt x="499045" y="182110"/>
                    <a:pt x="508184" y="191250"/>
                    <a:pt x="508184" y="202523"/>
                  </a:cubicBezTo>
                  <a:cubicBezTo>
                    <a:pt x="508184" y="213797"/>
                    <a:pt x="499045" y="222936"/>
                    <a:pt x="487772" y="222936"/>
                  </a:cubicBezTo>
                  <a:cubicBezTo>
                    <a:pt x="476498" y="222936"/>
                    <a:pt x="467359" y="213797"/>
                    <a:pt x="467359" y="202523"/>
                  </a:cubicBezTo>
                  <a:cubicBezTo>
                    <a:pt x="467359" y="191250"/>
                    <a:pt x="476498" y="182110"/>
                    <a:pt x="487772" y="182110"/>
                  </a:cubicBezTo>
                  <a:close/>
                  <a:moveTo>
                    <a:pt x="438994" y="182110"/>
                  </a:moveTo>
                  <a:cubicBezTo>
                    <a:pt x="450268" y="182110"/>
                    <a:pt x="459407" y="191250"/>
                    <a:pt x="459407" y="202523"/>
                  </a:cubicBezTo>
                  <a:cubicBezTo>
                    <a:pt x="459407" y="213797"/>
                    <a:pt x="450268" y="222936"/>
                    <a:pt x="438994" y="222936"/>
                  </a:cubicBezTo>
                  <a:cubicBezTo>
                    <a:pt x="427721" y="222936"/>
                    <a:pt x="418582" y="213797"/>
                    <a:pt x="418582" y="202523"/>
                  </a:cubicBezTo>
                  <a:cubicBezTo>
                    <a:pt x="418582" y="191250"/>
                    <a:pt x="427721" y="182110"/>
                    <a:pt x="438994" y="182110"/>
                  </a:cubicBezTo>
                  <a:close/>
                  <a:moveTo>
                    <a:pt x="390217" y="182110"/>
                  </a:moveTo>
                  <a:cubicBezTo>
                    <a:pt x="401491" y="182110"/>
                    <a:pt x="410630" y="191250"/>
                    <a:pt x="410630" y="202523"/>
                  </a:cubicBezTo>
                  <a:cubicBezTo>
                    <a:pt x="410630" y="213797"/>
                    <a:pt x="401491" y="222936"/>
                    <a:pt x="390217" y="222936"/>
                  </a:cubicBezTo>
                  <a:cubicBezTo>
                    <a:pt x="378944" y="222936"/>
                    <a:pt x="369805" y="213797"/>
                    <a:pt x="369805" y="202523"/>
                  </a:cubicBezTo>
                  <a:cubicBezTo>
                    <a:pt x="369805" y="191250"/>
                    <a:pt x="378944" y="182110"/>
                    <a:pt x="390217" y="182110"/>
                  </a:cubicBezTo>
                  <a:close/>
                  <a:moveTo>
                    <a:pt x="341440" y="182110"/>
                  </a:moveTo>
                  <a:cubicBezTo>
                    <a:pt x="352714" y="182110"/>
                    <a:pt x="361853" y="191250"/>
                    <a:pt x="361853" y="202523"/>
                  </a:cubicBezTo>
                  <a:cubicBezTo>
                    <a:pt x="361853" y="213797"/>
                    <a:pt x="352714" y="222936"/>
                    <a:pt x="341440" y="222936"/>
                  </a:cubicBezTo>
                  <a:cubicBezTo>
                    <a:pt x="330166" y="222936"/>
                    <a:pt x="321028" y="213797"/>
                    <a:pt x="321028" y="202523"/>
                  </a:cubicBezTo>
                  <a:cubicBezTo>
                    <a:pt x="321028" y="191250"/>
                    <a:pt x="330166" y="182110"/>
                    <a:pt x="341440" y="182110"/>
                  </a:cubicBezTo>
                  <a:close/>
                  <a:moveTo>
                    <a:pt x="292663" y="182110"/>
                  </a:moveTo>
                  <a:cubicBezTo>
                    <a:pt x="303937" y="182110"/>
                    <a:pt x="313076" y="191250"/>
                    <a:pt x="313076" y="202523"/>
                  </a:cubicBezTo>
                  <a:cubicBezTo>
                    <a:pt x="313076" y="213797"/>
                    <a:pt x="303937" y="222936"/>
                    <a:pt x="292663" y="222936"/>
                  </a:cubicBezTo>
                  <a:cubicBezTo>
                    <a:pt x="281389" y="222936"/>
                    <a:pt x="272251" y="213797"/>
                    <a:pt x="272251" y="202523"/>
                  </a:cubicBezTo>
                  <a:cubicBezTo>
                    <a:pt x="272251" y="191250"/>
                    <a:pt x="281389" y="182110"/>
                    <a:pt x="292663" y="182110"/>
                  </a:cubicBezTo>
                  <a:close/>
                  <a:moveTo>
                    <a:pt x="243886" y="182110"/>
                  </a:moveTo>
                  <a:cubicBezTo>
                    <a:pt x="255160" y="182110"/>
                    <a:pt x="264299" y="191250"/>
                    <a:pt x="264299" y="202523"/>
                  </a:cubicBezTo>
                  <a:cubicBezTo>
                    <a:pt x="264299" y="213797"/>
                    <a:pt x="255160" y="222936"/>
                    <a:pt x="243886" y="222936"/>
                  </a:cubicBezTo>
                  <a:cubicBezTo>
                    <a:pt x="232612" y="222936"/>
                    <a:pt x="223473" y="213797"/>
                    <a:pt x="223473" y="202523"/>
                  </a:cubicBezTo>
                  <a:cubicBezTo>
                    <a:pt x="223473" y="191250"/>
                    <a:pt x="232612" y="182110"/>
                    <a:pt x="243886" y="182110"/>
                  </a:cubicBezTo>
                  <a:close/>
                  <a:moveTo>
                    <a:pt x="195109" y="182110"/>
                  </a:moveTo>
                  <a:cubicBezTo>
                    <a:pt x="206383" y="182110"/>
                    <a:pt x="215522" y="191250"/>
                    <a:pt x="215522" y="202523"/>
                  </a:cubicBezTo>
                  <a:cubicBezTo>
                    <a:pt x="215522" y="213797"/>
                    <a:pt x="206383" y="222936"/>
                    <a:pt x="195109" y="222936"/>
                  </a:cubicBezTo>
                  <a:cubicBezTo>
                    <a:pt x="183835" y="222936"/>
                    <a:pt x="174696" y="213797"/>
                    <a:pt x="174696" y="202523"/>
                  </a:cubicBezTo>
                  <a:cubicBezTo>
                    <a:pt x="174696" y="191250"/>
                    <a:pt x="183835" y="182110"/>
                    <a:pt x="195109" y="182110"/>
                  </a:cubicBezTo>
                  <a:close/>
                  <a:moveTo>
                    <a:pt x="146332" y="182110"/>
                  </a:moveTo>
                  <a:cubicBezTo>
                    <a:pt x="157606" y="182110"/>
                    <a:pt x="166745" y="191250"/>
                    <a:pt x="166745" y="202523"/>
                  </a:cubicBezTo>
                  <a:cubicBezTo>
                    <a:pt x="166745" y="213797"/>
                    <a:pt x="157606" y="222936"/>
                    <a:pt x="146332" y="222936"/>
                  </a:cubicBezTo>
                  <a:cubicBezTo>
                    <a:pt x="135058" y="222936"/>
                    <a:pt x="125919" y="213797"/>
                    <a:pt x="125919" y="202523"/>
                  </a:cubicBezTo>
                  <a:cubicBezTo>
                    <a:pt x="125919" y="191250"/>
                    <a:pt x="135058" y="182110"/>
                    <a:pt x="146332" y="182110"/>
                  </a:cubicBezTo>
                  <a:close/>
                  <a:moveTo>
                    <a:pt x="97555" y="182110"/>
                  </a:moveTo>
                  <a:cubicBezTo>
                    <a:pt x="108829" y="182110"/>
                    <a:pt x="117968" y="191250"/>
                    <a:pt x="117968" y="202523"/>
                  </a:cubicBezTo>
                  <a:cubicBezTo>
                    <a:pt x="117968" y="213797"/>
                    <a:pt x="108829" y="222936"/>
                    <a:pt x="97555" y="222936"/>
                  </a:cubicBezTo>
                  <a:cubicBezTo>
                    <a:pt x="86281" y="222936"/>
                    <a:pt x="77142" y="213797"/>
                    <a:pt x="77142" y="202523"/>
                  </a:cubicBezTo>
                  <a:cubicBezTo>
                    <a:pt x="77142" y="191250"/>
                    <a:pt x="86281" y="182110"/>
                    <a:pt x="97555" y="182110"/>
                  </a:cubicBezTo>
                  <a:close/>
                  <a:moveTo>
                    <a:pt x="48778" y="182110"/>
                  </a:moveTo>
                  <a:cubicBezTo>
                    <a:pt x="60052" y="182110"/>
                    <a:pt x="69191" y="191250"/>
                    <a:pt x="69191" y="202523"/>
                  </a:cubicBezTo>
                  <a:cubicBezTo>
                    <a:pt x="69191" y="213797"/>
                    <a:pt x="60052" y="222936"/>
                    <a:pt x="48778" y="222936"/>
                  </a:cubicBezTo>
                  <a:cubicBezTo>
                    <a:pt x="37504" y="222936"/>
                    <a:pt x="28365" y="213797"/>
                    <a:pt x="28365" y="202523"/>
                  </a:cubicBezTo>
                  <a:cubicBezTo>
                    <a:pt x="28365" y="191250"/>
                    <a:pt x="37504" y="182110"/>
                    <a:pt x="48778" y="182110"/>
                  </a:cubicBezTo>
                  <a:close/>
                  <a:moveTo>
                    <a:pt x="2" y="182110"/>
                  </a:moveTo>
                  <a:cubicBezTo>
                    <a:pt x="11275" y="182110"/>
                    <a:pt x="20414" y="191250"/>
                    <a:pt x="20414" y="202523"/>
                  </a:cubicBezTo>
                  <a:cubicBezTo>
                    <a:pt x="20414" y="213797"/>
                    <a:pt x="11275" y="222936"/>
                    <a:pt x="2" y="222936"/>
                  </a:cubicBezTo>
                  <a:lnTo>
                    <a:pt x="0" y="222935"/>
                  </a:lnTo>
                  <a:lnTo>
                    <a:pt x="0" y="182111"/>
                  </a:lnTo>
                  <a:close/>
                  <a:moveTo>
                    <a:pt x="975542" y="128024"/>
                  </a:moveTo>
                  <a:cubicBezTo>
                    <a:pt x="986816" y="128024"/>
                    <a:pt x="995955" y="137163"/>
                    <a:pt x="995955" y="148437"/>
                  </a:cubicBezTo>
                  <a:cubicBezTo>
                    <a:pt x="995955" y="159711"/>
                    <a:pt x="986816" y="168850"/>
                    <a:pt x="975542" y="168850"/>
                  </a:cubicBezTo>
                  <a:cubicBezTo>
                    <a:pt x="964268" y="168850"/>
                    <a:pt x="955129" y="159711"/>
                    <a:pt x="955129" y="148437"/>
                  </a:cubicBezTo>
                  <a:cubicBezTo>
                    <a:pt x="955129" y="137163"/>
                    <a:pt x="964268" y="128024"/>
                    <a:pt x="975542" y="128024"/>
                  </a:cubicBezTo>
                  <a:close/>
                  <a:moveTo>
                    <a:pt x="926765" y="128024"/>
                  </a:moveTo>
                  <a:cubicBezTo>
                    <a:pt x="938039" y="128024"/>
                    <a:pt x="947178" y="137163"/>
                    <a:pt x="947178" y="148437"/>
                  </a:cubicBezTo>
                  <a:cubicBezTo>
                    <a:pt x="947178" y="159711"/>
                    <a:pt x="938039" y="168850"/>
                    <a:pt x="926765" y="168850"/>
                  </a:cubicBezTo>
                  <a:cubicBezTo>
                    <a:pt x="915491" y="168850"/>
                    <a:pt x="906352" y="159711"/>
                    <a:pt x="906352" y="148437"/>
                  </a:cubicBezTo>
                  <a:cubicBezTo>
                    <a:pt x="906352" y="137163"/>
                    <a:pt x="915491" y="128024"/>
                    <a:pt x="926765" y="128024"/>
                  </a:cubicBezTo>
                  <a:close/>
                  <a:moveTo>
                    <a:pt x="877988" y="128024"/>
                  </a:moveTo>
                  <a:cubicBezTo>
                    <a:pt x="889262" y="128024"/>
                    <a:pt x="898401" y="137163"/>
                    <a:pt x="898401" y="148437"/>
                  </a:cubicBezTo>
                  <a:cubicBezTo>
                    <a:pt x="898401" y="159711"/>
                    <a:pt x="889262" y="168850"/>
                    <a:pt x="877988" y="168850"/>
                  </a:cubicBezTo>
                  <a:cubicBezTo>
                    <a:pt x="866714" y="168850"/>
                    <a:pt x="857575" y="159711"/>
                    <a:pt x="857575" y="148437"/>
                  </a:cubicBezTo>
                  <a:cubicBezTo>
                    <a:pt x="857575" y="137163"/>
                    <a:pt x="866714" y="128024"/>
                    <a:pt x="877988" y="128024"/>
                  </a:cubicBezTo>
                  <a:close/>
                  <a:moveTo>
                    <a:pt x="829211" y="128024"/>
                  </a:moveTo>
                  <a:cubicBezTo>
                    <a:pt x="840485" y="128024"/>
                    <a:pt x="849624" y="137163"/>
                    <a:pt x="849624" y="148437"/>
                  </a:cubicBezTo>
                  <a:cubicBezTo>
                    <a:pt x="849624" y="159711"/>
                    <a:pt x="840485" y="168850"/>
                    <a:pt x="829211" y="168850"/>
                  </a:cubicBezTo>
                  <a:cubicBezTo>
                    <a:pt x="817937" y="168850"/>
                    <a:pt x="808798" y="159711"/>
                    <a:pt x="808798" y="148437"/>
                  </a:cubicBezTo>
                  <a:cubicBezTo>
                    <a:pt x="808798" y="137163"/>
                    <a:pt x="817937" y="128024"/>
                    <a:pt x="829211" y="128024"/>
                  </a:cubicBezTo>
                  <a:close/>
                  <a:moveTo>
                    <a:pt x="780434" y="128024"/>
                  </a:moveTo>
                  <a:cubicBezTo>
                    <a:pt x="791708" y="128024"/>
                    <a:pt x="800847" y="137163"/>
                    <a:pt x="800847" y="148437"/>
                  </a:cubicBezTo>
                  <a:cubicBezTo>
                    <a:pt x="800847" y="159711"/>
                    <a:pt x="791708" y="168850"/>
                    <a:pt x="780434" y="168850"/>
                  </a:cubicBezTo>
                  <a:cubicBezTo>
                    <a:pt x="769160" y="168850"/>
                    <a:pt x="760021" y="159711"/>
                    <a:pt x="760021" y="148437"/>
                  </a:cubicBezTo>
                  <a:cubicBezTo>
                    <a:pt x="760021" y="137163"/>
                    <a:pt x="769160" y="128024"/>
                    <a:pt x="780434" y="128024"/>
                  </a:cubicBezTo>
                  <a:close/>
                  <a:moveTo>
                    <a:pt x="731657" y="128024"/>
                  </a:moveTo>
                  <a:cubicBezTo>
                    <a:pt x="742931" y="128024"/>
                    <a:pt x="752070" y="137163"/>
                    <a:pt x="752070" y="148437"/>
                  </a:cubicBezTo>
                  <a:cubicBezTo>
                    <a:pt x="752070" y="159711"/>
                    <a:pt x="742931" y="168850"/>
                    <a:pt x="731657" y="168850"/>
                  </a:cubicBezTo>
                  <a:cubicBezTo>
                    <a:pt x="720383" y="168850"/>
                    <a:pt x="711244" y="159711"/>
                    <a:pt x="711244" y="148437"/>
                  </a:cubicBezTo>
                  <a:cubicBezTo>
                    <a:pt x="711244" y="137163"/>
                    <a:pt x="720383" y="128024"/>
                    <a:pt x="731657" y="128024"/>
                  </a:cubicBezTo>
                  <a:close/>
                  <a:moveTo>
                    <a:pt x="682880" y="128024"/>
                  </a:moveTo>
                  <a:cubicBezTo>
                    <a:pt x="694153" y="128024"/>
                    <a:pt x="703293" y="137163"/>
                    <a:pt x="703293" y="148437"/>
                  </a:cubicBezTo>
                  <a:cubicBezTo>
                    <a:pt x="703293" y="159711"/>
                    <a:pt x="694153" y="168850"/>
                    <a:pt x="682880" y="168850"/>
                  </a:cubicBezTo>
                  <a:cubicBezTo>
                    <a:pt x="671606" y="168850"/>
                    <a:pt x="662467" y="159711"/>
                    <a:pt x="662467" y="148437"/>
                  </a:cubicBezTo>
                  <a:cubicBezTo>
                    <a:pt x="662467" y="137163"/>
                    <a:pt x="671606" y="128024"/>
                    <a:pt x="682880" y="128024"/>
                  </a:cubicBezTo>
                  <a:close/>
                  <a:moveTo>
                    <a:pt x="634103" y="128024"/>
                  </a:moveTo>
                  <a:cubicBezTo>
                    <a:pt x="645377" y="128024"/>
                    <a:pt x="654516" y="137163"/>
                    <a:pt x="654516" y="148437"/>
                  </a:cubicBezTo>
                  <a:cubicBezTo>
                    <a:pt x="654516" y="159711"/>
                    <a:pt x="645377" y="168850"/>
                    <a:pt x="634103" y="168850"/>
                  </a:cubicBezTo>
                  <a:cubicBezTo>
                    <a:pt x="622829" y="168850"/>
                    <a:pt x="613690" y="159711"/>
                    <a:pt x="613690" y="148437"/>
                  </a:cubicBezTo>
                  <a:cubicBezTo>
                    <a:pt x="613690" y="137163"/>
                    <a:pt x="622829" y="128024"/>
                    <a:pt x="634103" y="128024"/>
                  </a:cubicBezTo>
                  <a:close/>
                  <a:moveTo>
                    <a:pt x="585326" y="128024"/>
                  </a:moveTo>
                  <a:cubicBezTo>
                    <a:pt x="596599" y="128024"/>
                    <a:pt x="605738" y="137163"/>
                    <a:pt x="605738" y="148437"/>
                  </a:cubicBezTo>
                  <a:cubicBezTo>
                    <a:pt x="605738" y="159711"/>
                    <a:pt x="596599" y="168850"/>
                    <a:pt x="585326" y="168850"/>
                  </a:cubicBezTo>
                  <a:cubicBezTo>
                    <a:pt x="574052" y="168850"/>
                    <a:pt x="564913" y="159711"/>
                    <a:pt x="564913" y="148437"/>
                  </a:cubicBezTo>
                  <a:cubicBezTo>
                    <a:pt x="564913" y="137163"/>
                    <a:pt x="574052" y="128024"/>
                    <a:pt x="585326" y="128024"/>
                  </a:cubicBezTo>
                  <a:close/>
                  <a:moveTo>
                    <a:pt x="536549" y="128024"/>
                  </a:moveTo>
                  <a:cubicBezTo>
                    <a:pt x="547822" y="128024"/>
                    <a:pt x="556961" y="137163"/>
                    <a:pt x="556961" y="148437"/>
                  </a:cubicBezTo>
                  <a:cubicBezTo>
                    <a:pt x="556961" y="159711"/>
                    <a:pt x="547822" y="168850"/>
                    <a:pt x="536549" y="168850"/>
                  </a:cubicBezTo>
                  <a:cubicBezTo>
                    <a:pt x="525275" y="168850"/>
                    <a:pt x="516136" y="159711"/>
                    <a:pt x="516136" y="148437"/>
                  </a:cubicBezTo>
                  <a:cubicBezTo>
                    <a:pt x="516136" y="137163"/>
                    <a:pt x="525275" y="128024"/>
                    <a:pt x="536549" y="128024"/>
                  </a:cubicBezTo>
                  <a:close/>
                  <a:moveTo>
                    <a:pt x="487772" y="128024"/>
                  </a:moveTo>
                  <a:cubicBezTo>
                    <a:pt x="499045" y="128024"/>
                    <a:pt x="508184" y="137163"/>
                    <a:pt x="508184" y="148437"/>
                  </a:cubicBezTo>
                  <a:cubicBezTo>
                    <a:pt x="508184" y="159711"/>
                    <a:pt x="499045" y="168850"/>
                    <a:pt x="487772" y="168850"/>
                  </a:cubicBezTo>
                  <a:cubicBezTo>
                    <a:pt x="476498" y="168850"/>
                    <a:pt x="467359" y="159711"/>
                    <a:pt x="467359" y="148437"/>
                  </a:cubicBezTo>
                  <a:cubicBezTo>
                    <a:pt x="467359" y="137163"/>
                    <a:pt x="476498" y="128024"/>
                    <a:pt x="487772" y="128024"/>
                  </a:cubicBezTo>
                  <a:close/>
                  <a:moveTo>
                    <a:pt x="438994" y="128024"/>
                  </a:moveTo>
                  <a:cubicBezTo>
                    <a:pt x="450268" y="128024"/>
                    <a:pt x="459407" y="137163"/>
                    <a:pt x="459407" y="148437"/>
                  </a:cubicBezTo>
                  <a:cubicBezTo>
                    <a:pt x="459407" y="159711"/>
                    <a:pt x="450268" y="168850"/>
                    <a:pt x="438994" y="168850"/>
                  </a:cubicBezTo>
                  <a:cubicBezTo>
                    <a:pt x="427721" y="168850"/>
                    <a:pt x="418582" y="159711"/>
                    <a:pt x="418582" y="148437"/>
                  </a:cubicBezTo>
                  <a:cubicBezTo>
                    <a:pt x="418582" y="137163"/>
                    <a:pt x="427721" y="128024"/>
                    <a:pt x="438994" y="128024"/>
                  </a:cubicBezTo>
                  <a:close/>
                  <a:moveTo>
                    <a:pt x="390217" y="128024"/>
                  </a:moveTo>
                  <a:cubicBezTo>
                    <a:pt x="401491" y="128024"/>
                    <a:pt x="410630" y="137163"/>
                    <a:pt x="410630" y="148437"/>
                  </a:cubicBezTo>
                  <a:cubicBezTo>
                    <a:pt x="410630" y="159711"/>
                    <a:pt x="401491" y="168850"/>
                    <a:pt x="390217" y="168850"/>
                  </a:cubicBezTo>
                  <a:cubicBezTo>
                    <a:pt x="378944" y="168850"/>
                    <a:pt x="369805" y="159711"/>
                    <a:pt x="369805" y="148437"/>
                  </a:cubicBezTo>
                  <a:cubicBezTo>
                    <a:pt x="369805" y="137163"/>
                    <a:pt x="378944" y="128024"/>
                    <a:pt x="390217" y="128024"/>
                  </a:cubicBezTo>
                  <a:close/>
                  <a:moveTo>
                    <a:pt x="341440" y="128024"/>
                  </a:moveTo>
                  <a:cubicBezTo>
                    <a:pt x="352714" y="128024"/>
                    <a:pt x="361853" y="137163"/>
                    <a:pt x="361853" y="148437"/>
                  </a:cubicBezTo>
                  <a:cubicBezTo>
                    <a:pt x="361853" y="159711"/>
                    <a:pt x="352714" y="168850"/>
                    <a:pt x="341440" y="168850"/>
                  </a:cubicBezTo>
                  <a:cubicBezTo>
                    <a:pt x="330166" y="168850"/>
                    <a:pt x="321028" y="159711"/>
                    <a:pt x="321028" y="148437"/>
                  </a:cubicBezTo>
                  <a:cubicBezTo>
                    <a:pt x="321028" y="137163"/>
                    <a:pt x="330166" y="128024"/>
                    <a:pt x="341440" y="128024"/>
                  </a:cubicBezTo>
                  <a:close/>
                  <a:moveTo>
                    <a:pt x="292663" y="128024"/>
                  </a:moveTo>
                  <a:cubicBezTo>
                    <a:pt x="303937" y="128024"/>
                    <a:pt x="313076" y="137163"/>
                    <a:pt x="313076" y="148437"/>
                  </a:cubicBezTo>
                  <a:cubicBezTo>
                    <a:pt x="313076" y="159711"/>
                    <a:pt x="303937" y="168850"/>
                    <a:pt x="292663" y="168850"/>
                  </a:cubicBezTo>
                  <a:cubicBezTo>
                    <a:pt x="281389" y="168850"/>
                    <a:pt x="272251" y="159711"/>
                    <a:pt x="272251" y="148437"/>
                  </a:cubicBezTo>
                  <a:cubicBezTo>
                    <a:pt x="272251" y="137163"/>
                    <a:pt x="281389" y="128024"/>
                    <a:pt x="292663" y="128024"/>
                  </a:cubicBezTo>
                  <a:close/>
                  <a:moveTo>
                    <a:pt x="243886" y="128024"/>
                  </a:moveTo>
                  <a:cubicBezTo>
                    <a:pt x="255160" y="128024"/>
                    <a:pt x="264299" y="137163"/>
                    <a:pt x="264299" y="148437"/>
                  </a:cubicBezTo>
                  <a:cubicBezTo>
                    <a:pt x="264299" y="159711"/>
                    <a:pt x="255160" y="168850"/>
                    <a:pt x="243886" y="168850"/>
                  </a:cubicBezTo>
                  <a:cubicBezTo>
                    <a:pt x="232612" y="168850"/>
                    <a:pt x="223473" y="159711"/>
                    <a:pt x="223473" y="148437"/>
                  </a:cubicBezTo>
                  <a:cubicBezTo>
                    <a:pt x="223473" y="137163"/>
                    <a:pt x="232612" y="128024"/>
                    <a:pt x="243886" y="128024"/>
                  </a:cubicBezTo>
                  <a:close/>
                  <a:moveTo>
                    <a:pt x="195109" y="128024"/>
                  </a:moveTo>
                  <a:cubicBezTo>
                    <a:pt x="206383" y="128024"/>
                    <a:pt x="215522" y="137163"/>
                    <a:pt x="215522" y="148437"/>
                  </a:cubicBezTo>
                  <a:cubicBezTo>
                    <a:pt x="215522" y="159711"/>
                    <a:pt x="206383" y="168850"/>
                    <a:pt x="195109" y="168850"/>
                  </a:cubicBezTo>
                  <a:cubicBezTo>
                    <a:pt x="183835" y="168850"/>
                    <a:pt x="174696" y="159711"/>
                    <a:pt x="174696" y="148437"/>
                  </a:cubicBezTo>
                  <a:cubicBezTo>
                    <a:pt x="174696" y="137163"/>
                    <a:pt x="183835" y="128024"/>
                    <a:pt x="195109" y="128024"/>
                  </a:cubicBezTo>
                  <a:close/>
                  <a:moveTo>
                    <a:pt x="146332" y="128024"/>
                  </a:moveTo>
                  <a:cubicBezTo>
                    <a:pt x="157606" y="128024"/>
                    <a:pt x="166745" y="137163"/>
                    <a:pt x="166745" y="148437"/>
                  </a:cubicBezTo>
                  <a:cubicBezTo>
                    <a:pt x="166745" y="159711"/>
                    <a:pt x="157606" y="168850"/>
                    <a:pt x="146332" y="168850"/>
                  </a:cubicBezTo>
                  <a:cubicBezTo>
                    <a:pt x="135058" y="168850"/>
                    <a:pt x="125919" y="159711"/>
                    <a:pt x="125919" y="148437"/>
                  </a:cubicBezTo>
                  <a:cubicBezTo>
                    <a:pt x="125919" y="137163"/>
                    <a:pt x="135058" y="128024"/>
                    <a:pt x="146332" y="128024"/>
                  </a:cubicBezTo>
                  <a:close/>
                  <a:moveTo>
                    <a:pt x="97555" y="128024"/>
                  </a:moveTo>
                  <a:cubicBezTo>
                    <a:pt x="108829" y="128024"/>
                    <a:pt x="117968" y="137163"/>
                    <a:pt x="117968" y="148437"/>
                  </a:cubicBezTo>
                  <a:cubicBezTo>
                    <a:pt x="117968" y="159711"/>
                    <a:pt x="108829" y="168850"/>
                    <a:pt x="97555" y="168850"/>
                  </a:cubicBezTo>
                  <a:cubicBezTo>
                    <a:pt x="86281" y="168850"/>
                    <a:pt x="77142" y="159711"/>
                    <a:pt x="77142" y="148437"/>
                  </a:cubicBezTo>
                  <a:cubicBezTo>
                    <a:pt x="77142" y="137163"/>
                    <a:pt x="86281" y="128024"/>
                    <a:pt x="97555" y="128024"/>
                  </a:cubicBezTo>
                  <a:close/>
                  <a:moveTo>
                    <a:pt x="48778" y="128024"/>
                  </a:moveTo>
                  <a:cubicBezTo>
                    <a:pt x="60052" y="128024"/>
                    <a:pt x="69191" y="137163"/>
                    <a:pt x="69191" y="148437"/>
                  </a:cubicBezTo>
                  <a:cubicBezTo>
                    <a:pt x="69191" y="159711"/>
                    <a:pt x="60052" y="168850"/>
                    <a:pt x="48778" y="168850"/>
                  </a:cubicBezTo>
                  <a:cubicBezTo>
                    <a:pt x="37504" y="168850"/>
                    <a:pt x="28365" y="159711"/>
                    <a:pt x="28365" y="148437"/>
                  </a:cubicBezTo>
                  <a:cubicBezTo>
                    <a:pt x="28365" y="137163"/>
                    <a:pt x="37504" y="128024"/>
                    <a:pt x="48778" y="128024"/>
                  </a:cubicBezTo>
                  <a:close/>
                  <a:moveTo>
                    <a:pt x="2" y="128024"/>
                  </a:moveTo>
                  <a:cubicBezTo>
                    <a:pt x="11275" y="128024"/>
                    <a:pt x="20414" y="137163"/>
                    <a:pt x="20414" y="148437"/>
                  </a:cubicBezTo>
                  <a:cubicBezTo>
                    <a:pt x="20414" y="159711"/>
                    <a:pt x="11275" y="168850"/>
                    <a:pt x="2" y="168850"/>
                  </a:cubicBezTo>
                  <a:lnTo>
                    <a:pt x="0" y="168849"/>
                  </a:lnTo>
                  <a:lnTo>
                    <a:pt x="0" y="128025"/>
                  </a:lnTo>
                  <a:close/>
                  <a:moveTo>
                    <a:pt x="1006915" y="87087"/>
                  </a:moveTo>
                  <a:lnTo>
                    <a:pt x="1006262" y="100037"/>
                  </a:lnTo>
                  <a:lnTo>
                    <a:pt x="1003906" y="94351"/>
                  </a:lnTo>
                  <a:close/>
                  <a:moveTo>
                    <a:pt x="975542" y="73938"/>
                  </a:moveTo>
                  <a:cubicBezTo>
                    <a:pt x="986816" y="73938"/>
                    <a:pt x="995955" y="83077"/>
                    <a:pt x="995955" y="94351"/>
                  </a:cubicBezTo>
                  <a:cubicBezTo>
                    <a:pt x="995955" y="105625"/>
                    <a:pt x="986816" y="114764"/>
                    <a:pt x="975542" y="114764"/>
                  </a:cubicBezTo>
                  <a:cubicBezTo>
                    <a:pt x="964268" y="114764"/>
                    <a:pt x="955129" y="105625"/>
                    <a:pt x="955129" y="94351"/>
                  </a:cubicBezTo>
                  <a:cubicBezTo>
                    <a:pt x="955129" y="83077"/>
                    <a:pt x="964268" y="73938"/>
                    <a:pt x="975542" y="73938"/>
                  </a:cubicBezTo>
                  <a:close/>
                  <a:moveTo>
                    <a:pt x="926765" y="73938"/>
                  </a:moveTo>
                  <a:cubicBezTo>
                    <a:pt x="938039" y="73938"/>
                    <a:pt x="947178" y="83077"/>
                    <a:pt x="947178" y="94351"/>
                  </a:cubicBezTo>
                  <a:cubicBezTo>
                    <a:pt x="947178" y="105625"/>
                    <a:pt x="938039" y="114764"/>
                    <a:pt x="926765" y="114764"/>
                  </a:cubicBezTo>
                  <a:cubicBezTo>
                    <a:pt x="915491" y="114764"/>
                    <a:pt x="906352" y="105625"/>
                    <a:pt x="906352" y="94351"/>
                  </a:cubicBezTo>
                  <a:cubicBezTo>
                    <a:pt x="906352" y="83077"/>
                    <a:pt x="915491" y="73938"/>
                    <a:pt x="926765" y="73938"/>
                  </a:cubicBezTo>
                  <a:close/>
                  <a:moveTo>
                    <a:pt x="877988" y="73938"/>
                  </a:moveTo>
                  <a:cubicBezTo>
                    <a:pt x="889262" y="73938"/>
                    <a:pt x="898401" y="83077"/>
                    <a:pt x="898401" y="94351"/>
                  </a:cubicBezTo>
                  <a:cubicBezTo>
                    <a:pt x="898401" y="105625"/>
                    <a:pt x="889262" y="114764"/>
                    <a:pt x="877988" y="114764"/>
                  </a:cubicBezTo>
                  <a:cubicBezTo>
                    <a:pt x="866714" y="114764"/>
                    <a:pt x="857575" y="105625"/>
                    <a:pt x="857575" y="94351"/>
                  </a:cubicBezTo>
                  <a:cubicBezTo>
                    <a:pt x="857575" y="83077"/>
                    <a:pt x="866714" y="73938"/>
                    <a:pt x="877988" y="73938"/>
                  </a:cubicBezTo>
                  <a:close/>
                  <a:moveTo>
                    <a:pt x="829211" y="73938"/>
                  </a:moveTo>
                  <a:cubicBezTo>
                    <a:pt x="840485" y="73938"/>
                    <a:pt x="849624" y="83077"/>
                    <a:pt x="849624" y="94351"/>
                  </a:cubicBezTo>
                  <a:cubicBezTo>
                    <a:pt x="849624" y="105625"/>
                    <a:pt x="840485" y="114764"/>
                    <a:pt x="829211" y="114764"/>
                  </a:cubicBezTo>
                  <a:cubicBezTo>
                    <a:pt x="817937" y="114764"/>
                    <a:pt x="808798" y="105625"/>
                    <a:pt x="808798" y="94351"/>
                  </a:cubicBezTo>
                  <a:cubicBezTo>
                    <a:pt x="808798" y="83077"/>
                    <a:pt x="817937" y="73938"/>
                    <a:pt x="829211" y="73938"/>
                  </a:cubicBezTo>
                  <a:close/>
                  <a:moveTo>
                    <a:pt x="780434" y="73938"/>
                  </a:moveTo>
                  <a:cubicBezTo>
                    <a:pt x="791708" y="73938"/>
                    <a:pt x="800847" y="83077"/>
                    <a:pt x="800847" y="94351"/>
                  </a:cubicBezTo>
                  <a:cubicBezTo>
                    <a:pt x="800847" y="105625"/>
                    <a:pt x="791708" y="114764"/>
                    <a:pt x="780434" y="114764"/>
                  </a:cubicBezTo>
                  <a:cubicBezTo>
                    <a:pt x="769160" y="114764"/>
                    <a:pt x="760021" y="105625"/>
                    <a:pt x="760021" y="94351"/>
                  </a:cubicBezTo>
                  <a:cubicBezTo>
                    <a:pt x="760021" y="83077"/>
                    <a:pt x="769160" y="73938"/>
                    <a:pt x="780434" y="73938"/>
                  </a:cubicBezTo>
                  <a:close/>
                  <a:moveTo>
                    <a:pt x="731657" y="73938"/>
                  </a:moveTo>
                  <a:cubicBezTo>
                    <a:pt x="742931" y="73938"/>
                    <a:pt x="752070" y="83077"/>
                    <a:pt x="752070" y="94351"/>
                  </a:cubicBezTo>
                  <a:cubicBezTo>
                    <a:pt x="752070" y="105625"/>
                    <a:pt x="742931" y="114764"/>
                    <a:pt x="731657" y="114764"/>
                  </a:cubicBezTo>
                  <a:cubicBezTo>
                    <a:pt x="720383" y="114764"/>
                    <a:pt x="711244" y="105625"/>
                    <a:pt x="711244" y="94351"/>
                  </a:cubicBezTo>
                  <a:cubicBezTo>
                    <a:pt x="711244" y="83077"/>
                    <a:pt x="720383" y="73938"/>
                    <a:pt x="731657" y="73938"/>
                  </a:cubicBezTo>
                  <a:close/>
                  <a:moveTo>
                    <a:pt x="682880" y="73938"/>
                  </a:moveTo>
                  <a:cubicBezTo>
                    <a:pt x="694153" y="73938"/>
                    <a:pt x="703293" y="83077"/>
                    <a:pt x="703293" y="94351"/>
                  </a:cubicBezTo>
                  <a:cubicBezTo>
                    <a:pt x="703293" y="105625"/>
                    <a:pt x="694153" y="114764"/>
                    <a:pt x="682880" y="114764"/>
                  </a:cubicBezTo>
                  <a:cubicBezTo>
                    <a:pt x="671606" y="114764"/>
                    <a:pt x="662467" y="105625"/>
                    <a:pt x="662467" y="94351"/>
                  </a:cubicBezTo>
                  <a:cubicBezTo>
                    <a:pt x="662467" y="83077"/>
                    <a:pt x="671606" y="73938"/>
                    <a:pt x="682880" y="73938"/>
                  </a:cubicBezTo>
                  <a:close/>
                  <a:moveTo>
                    <a:pt x="634103" y="73938"/>
                  </a:moveTo>
                  <a:cubicBezTo>
                    <a:pt x="645377" y="73938"/>
                    <a:pt x="654516" y="83077"/>
                    <a:pt x="654516" y="94351"/>
                  </a:cubicBezTo>
                  <a:cubicBezTo>
                    <a:pt x="654516" y="105625"/>
                    <a:pt x="645377" y="114764"/>
                    <a:pt x="634103" y="114764"/>
                  </a:cubicBezTo>
                  <a:cubicBezTo>
                    <a:pt x="622829" y="114764"/>
                    <a:pt x="613690" y="105625"/>
                    <a:pt x="613690" y="94351"/>
                  </a:cubicBezTo>
                  <a:cubicBezTo>
                    <a:pt x="613690" y="83077"/>
                    <a:pt x="622829" y="73938"/>
                    <a:pt x="634103" y="73938"/>
                  </a:cubicBezTo>
                  <a:close/>
                  <a:moveTo>
                    <a:pt x="585326" y="73938"/>
                  </a:moveTo>
                  <a:cubicBezTo>
                    <a:pt x="596599" y="73938"/>
                    <a:pt x="605738" y="83077"/>
                    <a:pt x="605738" y="94351"/>
                  </a:cubicBezTo>
                  <a:cubicBezTo>
                    <a:pt x="605738" y="105625"/>
                    <a:pt x="596599" y="114764"/>
                    <a:pt x="585326" y="114764"/>
                  </a:cubicBezTo>
                  <a:cubicBezTo>
                    <a:pt x="574052" y="114764"/>
                    <a:pt x="564913" y="105625"/>
                    <a:pt x="564913" y="94351"/>
                  </a:cubicBezTo>
                  <a:cubicBezTo>
                    <a:pt x="564913" y="83077"/>
                    <a:pt x="574052" y="73938"/>
                    <a:pt x="585326" y="73938"/>
                  </a:cubicBezTo>
                  <a:close/>
                  <a:moveTo>
                    <a:pt x="536549" y="73938"/>
                  </a:moveTo>
                  <a:cubicBezTo>
                    <a:pt x="547822" y="73938"/>
                    <a:pt x="556961" y="83077"/>
                    <a:pt x="556961" y="94351"/>
                  </a:cubicBezTo>
                  <a:cubicBezTo>
                    <a:pt x="556961" y="105625"/>
                    <a:pt x="547822" y="114764"/>
                    <a:pt x="536549" y="114764"/>
                  </a:cubicBezTo>
                  <a:cubicBezTo>
                    <a:pt x="525275" y="114764"/>
                    <a:pt x="516136" y="105625"/>
                    <a:pt x="516136" y="94351"/>
                  </a:cubicBezTo>
                  <a:cubicBezTo>
                    <a:pt x="516136" y="83077"/>
                    <a:pt x="525275" y="73938"/>
                    <a:pt x="536549" y="73938"/>
                  </a:cubicBezTo>
                  <a:close/>
                  <a:moveTo>
                    <a:pt x="487772" y="73938"/>
                  </a:moveTo>
                  <a:cubicBezTo>
                    <a:pt x="499045" y="73938"/>
                    <a:pt x="508184" y="83077"/>
                    <a:pt x="508184" y="94351"/>
                  </a:cubicBezTo>
                  <a:cubicBezTo>
                    <a:pt x="508184" y="105625"/>
                    <a:pt x="499045" y="114764"/>
                    <a:pt x="487772" y="114764"/>
                  </a:cubicBezTo>
                  <a:cubicBezTo>
                    <a:pt x="476498" y="114764"/>
                    <a:pt x="467359" y="105625"/>
                    <a:pt x="467359" y="94351"/>
                  </a:cubicBezTo>
                  <a:cubicBezTo>
                    <a:pt x="467359" y="83077"/>
                    <a:pt x="476498" y="73938"/>
                    <a:pt x="487772" y="73938"/>
                  </a:cubicBezTo>
                  <a:close/>
                  <a:moveTo>
                    <a:pt x="438994" y="73938"/>
                  </a:moveTo>
                  <a:cubicBezTo>
                    <a:pt x="450268" y="73938"/>
                    <a:pt x="459407" y="83077"/>
                    <a:pt x="459407" y="94351"/>
                  </a:cubicBezTo>
                  <a:cubicBezTo>
                    <a:pt x="459407" y="105625"/>
                    <a:pt x="450268" y="114764"/>
                    <a:pt x="438994" y="114764"/>
                  </a:cubicBezTo>
                  <a:cubicBezTo>
                    <a:pt x="427721" y="114764"/>
                    <a:pt x="418582" y="105625"/>
                    <a:pt x="418582" y="94351"/>
                  </a:cubicBezTo>
                  <a:cubicBezTo>
                    <a:pt x="418582" y="83077"/>
                    <a:pt x="427721" y="73938"/>
                    <a:pt x="438994" y="73938"/>
                  </a:cubicBezTo>
                  <a:close/>
                  <a:moveTo>
                    <a:pt x="390217" y="73938"/>
                  </a:moveTo>
                  <a:cubicBezTo>
                    <a:pt x="401491" y="73938"/>
                    <a:pt x="410630" y="83077"/>
                    <a:pt x="410630" y="94351"/>
                  </a:cubicBezTo>
                  <a:cubicBezTo>
                    <a:pt x="410630" y="105625"/>
                    <a:pt x="401491" y="114764"/>
                    <a:pt x="390217" y="114764"/>
                  </a:cubicBezTo>
                  <a:cubicBezTo>
                    <a:pt x="378944" y="114764"/>
                    <a:pt x="369805" y="105625"/>
                    <a:pt x="369805" y="94351"/>
                  </a:cubicBezTo>
                  <a:cubicBezTo>
                    <a:pt x="369805" y="83077"/>
                    <a:pt x="378944" y="73938"/>
                    <a:pt x="390217" y="73938"/>
                  </a:cubicBezTo>
                  <a:close/>
                  <a:moveTo>
                    <a:pt x="341440" y="73938"/>
                  </a:moveTo>
                  <a:cubicBezTo>
                    <a:pt x="352714" y="73938"/>
                    <a:pt x="361853" y="83077"/>
                    <a:pt x="361853" y="94351"/>
                  </a:cubicBezTo>
                  <a:cubicBezTo>
                    <a:pt x="361853" y="105625"/>
                    <a:pt x="352714" y="114764"/>
                    <a:pt x="341440" y="114764"/>
                  </a:cubicBezTo>
                  <a:cubicBezTo>
                    <a:pt x="330166" y="114764"/>
                    <a:pt x="321028" y="105625"/>
                    <a:pt x="321028" y="94351"/>
                  </a:cubicBezTo>
                  <a:cubicBezTo>
                    <a:pt x="321028" y="83077"/>
                    <a:pt x="330166" y="73938"/>
                    <a:pt x="341440" y="73938"/>
                  </a:cubicBezTo>
                  <a:close/>
                  <a:moveTo>
                    <a:pt x="292663" y="73938"/>
                  </a:moveTo>
                  <a:cubicBezTo>
                    <a:pt x="303937" y="73938"/>
                    <a:pt x="313076" y="83077"/>
                    <a:pt x="313076" y="94351"/>
                  </a:cubicBezTo>
                  <a:cubicBezTo>
                    <a:pt x="313076" y="105625"/>
                    <a:pt x="303937" y="114764"/>
                    <a:pt x="292663" y="114764"/>
                  </a:cubicBezTo>
                  <a:cubicBezTo>
                    <a:pt x="281389" y="114764"/>
                    <a:pt x="272251" y="105625"/>
                    <a:pt x="272251" y="94351"/>
                  </a:cubicBezTo>
                  <a:cubicBezTo>
                    <a:pt x="272251" y="83077"/>
                    <a:pt x="281389" y="73938"/>
                    <a:pt x="292663" y="73938"/>
                  </a:cubicBezTo>
                  <a:close/>
                  <a:moveTo>
                    <a:pt x="243886" y="73938"/>
                  </a:moveTo>
                  <a:cubicBezTo>
                    <a:pt x="255160" y="73938"/>
                    <a:pt x="264299" y="83077"/>
                    <a:pt x="264299" y="94351"/>
                  </a:cubicBezTo>
                  <a:cubicBezTo>
                    <a:pt x="264299" y="105625"/>
                    <a:pt x="255160" y="114764"/>
                    <a:pt x="243886" y="114764"/>
                  </a:cubicBezTo>
                  <a:cubicBezTo>
                    <a:pt x="232612" y="114764"/>
                    <a:pt x="223473" y="105625"/>
                    <a:pt x="223473" y="94351"/>
                  </a:cubicBezTo>
                  <a:cubicBezTo>
                    <a:pt x="223473" y="83077"/>
                    <a:pt x="232612" y="73938"/>
                    <a:pt x="243886" y="73938"/>
                  </a:cubicBezTo>
                  <a:close/>
                  <a:moveTo>
                    <a:pt x="195109" y="73938"/>
                  </a:moveTo>
                  <a:cubicBezTo>
                    <a:pt x="206383" y="73938"/>
                    <a:pt x="215522" y="83077"/>
                    <a:pt x="215522" y="94351"/>
                  </a:cubicBezTo>
                  <a:cubicBezTo>
                    <a:pt x="215522" y="105625"/>
                    <a:pt x="206383" y="114764"/>
                    <a:pt x="195109" y="114764"/>
                  </a:cubicBezTo>
                  <a:cubicBezTo>
                    <a:pt x="183835" y="114764"/>
                    <a:pt x="174696" y="105625"/>
                    <a:pt x="174696" y="94351"/>
                  </a:cubicBezTo>
                  <a:cubicBezTo>
                    <a:pt x="174696" y="83077"/>
                    <a:pt x="183835" y="73938"/>
                    <a:pt x="195109" y="73938"/>
                  </a:cubicBezTo>
                  <a:close/>
                  <a:moveTo>
                    <a:pt x="146332" y="73938"/>
                  </a:moveTo>
                  <a:cubicBezTo>
                    <a:pt x="157606" y="73938"/>
                    <a:pt x="166745" y="83077"/>
                    <a:pt x="166745" y="94351"/>
                  </a:cubicBezTo>
                  <a:cubicBezTo>
                    <a:pt x="166745" y="105625"/>
                    <a:pt x="157606" y="114764"/>
                    <a:pt x="146332" y="114764"/>
                  </a:cubicBezTo>
                  <a:cubicBezTo>
                    <a:pt x="135058" y="114764"/>
                    <a:pt x="125919" y="105625"/>
                    <a:pt x="125919" y="94351"/>
                  </a:cubicBezTo>
                  <a:cubicBezTo>
                    <a:pt x="125919" y="83077"/>
                    <a:pt x="135058" y="73938"/>
                    <a:pt x="146332" y="73938"/>
                  </a:cubicBezTo>
                  <a:close/>
                  <a:moveTo>
                    <a:pt x="97555" y="73938"/>
                  </a:moveTo>
                  <a:cubicBezTo>
                    <a:pt x="108829" y="73938"/>
                    <a:pt x="117968" y="83077"/>
                    <a:pt x="117968" y="94351"/>
                  </a:cubicBezTo>
                  <a:cubicBezTo>
                    <a:pt x="117968" y="105625"/>
                    <a:pt x="108829" y="114764"/>
                    <a:pt x="97555" y="114764"/>
                  </a:cubicBezTo>
                  <a:cubicBezTo>
                    <a:pt x="86281" y="114764"/>
                    <a:pt x="77142" y="105625"/>
                    <a:pt x="77142" y="94351"/>
                  </a:cubicBezTo>
                  <a:cubicBezTo>
                    <a:pt x="77142" y="83077"/>
                    <a:pt x="86281" y="73938"/>
                    <a:pt x="97555" y="73938"/>
                  </a:cubicBezTo>
                  <a:close/>
                  <a:moveTo>
                    <a:pt x="48778" y="73938"/>
                  </a:moveTo>
                  <a:cubicBezTo>
                    <a:pt x="60052" y="73938"/>
                    <a:pt x="69191" y="83077"/>
                    <a:pt x="69191" y="94351"/>
                  </a:cubicBezTo>
                  <a:cubicBezTo>
                    <a:pt x="69191" y="105625"/>
                    <a:pt x="60052" y="114764"/>
                    <a:pt x="48778" y="114764"/>
                  </a:cubicBezTo>
                  <a:cubicBezTo>
                    <a:pt x="37504" y="114764"/>
                    <a:pt x="28365" y="105625"/>
                    <a:pt x="28365" y="94351"/>
                  </a:cubicBezTo>
                  <a:cubicBezTo>
                    <a:pt x="28365" y="83077"/>
                    <a:pt x="37504" y="73938"/>
                    <a:pt x="48778" y="73938"/>
                  </a:cubicBezTo>
                  <a:close/>
                  <a:moveTo>
                    <a:pt x="2" y="73938"/>
                  </a:moveTo>
                  <a:cubicBezTo>
                    <a:pt x="11275" y="73938"/>
                    <a:pt x="20414" y="83077"/>
                    <a:pt x="20414" y="94351"/>
                  </a:cubicBezTo>
                  <a:cubicBezTo>
                    <a:pt x="20414" y="105625"/>
                    <a:pt x="11275" y="114764"/>
                    <a:pt x="2" y="114764"/>
                  </a:cubicBezTo>
                  <a:lnTo>
                    <a:pt x="0" y="114763"/>
                  </a:lnTo>
                  <a:lnTo>
                    <a:pt x="0" y="73939"/>
                  </a:lnTo>
                  <a:close/>
                  <a:moveTo>
                    <a:pt x="1010013" y="25745"/>
                  </a:moveTo>
                  <a:lnTo>
                    <a:pt x="1008696" y="51828"/>
                  </a:lnTo>
                  <a:lnTo>
                    <a:pt x="1003906" y="40265"/>
                  </a:lnTo>
                  <a:cubicBezTo>
                    <a:pt x="1003906" y="34628"/>
                    <a:pt x="1006192" y="29525"/>
                    <a:pt x="1009885" y="25831"/>
                  </a:cubicBezTo>
                  <a:close/>
                  <a:moveTo>
                    <a:pt x="975542" y="19852"/>
                  </a:moveTo>
                  <a:cubicBezTo>
                    <a:pt x="986816" y="19852"/>
                    <a:pt x="995955" y="28991"/>
                    <a:pt x="995955" y="40265"/>
                  </a:cubicBezTo>
                  <a:cubicBezTo>
                    <a:pt x="995955" y="51539"/>
                    <a:pt x="986816" y="60678"/>
                    <a:pt x="975542" y="60678"/>
                  </a:cubicBezTo>
                  <a:cubicBezTo>
                    <a:pt x="964268" y="60678"/>
                    <a:pt x="955129" y="51539"/>
                    <a:pt x="955129" y="40265"/>
                  </a:cubicBezTo>
                  <a:cubicBezTo>
                    <a:pt x="955129" y="28991"/>
                    <a:pt x="964268" y="19852"/>
                    <a:pt x="975542" y="19852"/>
                  </a:cubicBezTo>
                  <a:close/>
                  <a:moveTo>
                    <a:pt x="926765" y="19852"/>
                  </a:moveTo>
                  <a:cubicBezTo>
                    <a:pt x="938039" y="19852"/>
                    <a:pt x="947178" y="28991"/>
                    <a:pt x="947178" y="40265"/>
                  </a:cubicBezTo>
                  <a:cubicBezTo>
                    <a:pt x="947178" y="51539"/>
                    <a:pt x="938039" y="60678"/>
                    <a:pt x="926765" y="60678"/>
                  </a:cubicBezTo>
                  <a:cubicBezTo>
                    <a:pt x="915491" y="60678"/>
                    <a:pt x="906352" y="51539"/>
                    <a:pt x="906352" y="40265"/>
                  </a:cubicBezTo>
                  <a:cubicBezTo>
                    <a:pt x="906352" y="28991"/>
                    <a:pt x="915491" y="19852"/>
                    <a:pt x="926765" y="19852"/>
                  </a:cubicBezTo>
                  <a:close/>
                  <a:moveTo>
                    <a:pt x="877988" y="19852"/>
                  </a:moveTo>
                  <a:cubicBezTo>
                    <a:pt x="889262" y="19852"/>
                    <a:pt x="898401" y="28991"/>
                    <a:pt x="898401" y="40265"/>
                  </a:cubicBezTo>
                  <a:cubicBezTo>
                    <a:pt x="898401" y="51539"/>
                    <a:pt x="889262" y="60678"/>
                    <a:pt x="877988" y="60678"/>
                  </a:cubicBezTo>
                  <a:cubicBezTo>
                    <a:pt x="866714" y="60678"/>
                    <a:pt x="857575" y="51539"/>
                    <a:pt x="857575" y="40265"/>
                  </a:cubicBezTo>
                  <a:cubicBezTo>
                    <a:pt x="857575" y="28991"/>
                    <a:pt x="866714" y="19852"/>
                    <a:pt x="877988" y="19852"/>
                  </a:cubicBezTo>
                  <a:close/>
                  <a:moveTo>
                    <a:pt x="829211" y="19852"/>
                  </a:moveTo>
                  <a:cubicBezTo>
                    <a:pt x="840485" y="19852"/>
                    <a:pt x="849624" y="28991"/>
                    <a:pt x="849624" y="40265"/>
                  </a:cubicBezTo>
                  <a:cubicBezTo>
                    <a:pt x="849624" y="51539"/>
                    <a:pt x="840485" y="60678"/>
                    <a:pt x="829211" y="60678"/>
                  </a:cubicBezTo>
                  <a:cubicBezTo>
                    <a:pt x="817937" y="60678"/>
                    <a:pt x="808798" y="51539"/>
                    <a:pt x="808798" y="40265"/>
                  </a:cubicBezTo>
                  <a:cubicBezTo>
                    <a:pt x="808798" y="28991"/>
                    <a:pt x="817937" y="19852"/>
                    <a:pt x="829211" y="19852"/>
                  </a:cubicBezTo>
                  <a:close/>
                  <a:moveTo>
                    <a:pt x="780434" y="19852"/>
                  </a:moveTo>
                  <a:cubicBezTo>
                    <a:pt x="791708" y="19852"/>
                    <a:pt x="800847" y="28991"/>
                    <a:pt x="800847" y="40265"/>
                  </a:cubicBezTo>
                  <a:cubicBezTo>
                    <a:pt x="800847" y="51539"/>
                    <a:pt x="791708" y="60678"/>
                    <a:pt x="780434" y="60678"/>
                  </a:cubicBezTo>
                  <a:cubicBezTo>
                    <a:pt x="769160" y="60678"/>
                    <a:pt x="760021" y="51539"/>
                    <a:pt x="760021" y="40265"/>
                  </a:cubicBezTo>
                  <a:cubicBezTo>
                    <a:pt x="760021" y="28991"/>
                    <a:pt x="769160" y="19852"/>
                    <a:pt x="780434" y="19852"/>
                  </a:cubicBezTo>
                  <a:close/>
                  <a:moveTo>
                    <a:pt x="731657" y="19852"/>
                  </a:moveTo>
                  <a:cubicBezTo>
                    <a:pt x="742931" y="19852"/>
                    <a:pt x="752070" y="28991"/>
                    <a:pt x="752070" y="40265"/>
                  </a:cubicBezTo>
                  <a:cubicBezTo>
                    <a:pt x="752070" y="51539"/>
                    <a:pt x="742931" y="60678"/>
                    <a:pt x="731657" y="60678"/>
                  </a:cubicBezTo>
                  <a:cubicBezTo>
                    <a:pt x="720383" y="60678"/>
                    <a:pt x="711244" y="51539"/>
                    <a:pt x="711244" y="40265"/>
                  </a:cubicBezTo>
                  <a:cubicBezTo>
                    <a:pt x="711244" y="28991"/>
                    <a:pt x="720383" y="19852"/>
                    <a:pt x="731657" y="19852"/>
                  </a:cubicBezTo>
                  <a:close/>
                  <a:moveTo>
                    <a:pt x="682880" y="19852"/>
                  </a:moveTo>
                  <a:cubicBezTo>
                    <a:pt x="694153" y="19852"/>
                    <a:pt x="703293" y="28991"/>
                    <a:pt x="703293" y="40265"/>
                  </a:cubicBezTo>
                  <a:cubicBezTo>
                    <a:pt x="703293" y="51539"/>
                    <a:pt x="694153" y="60678"/>
                    <a:pt x="682880" y="60678"/>
                  </a:cubicBezTo>
                  <a:cubicBezTo>
                    <a:pt x="671606" y="60678"/>
                    <a:pt x="662467" y="51539"/>
                    <a:pt x="662467" y="40265"/>
                  </a:cubicBezTo>
                  <a:cubicBezTo>
                    <a:pt x="662467" y="28991"/>
                    <a:pt x="671606" y="19852"/>
                    <a:pt x="682880" y="19852"/>
                  </a:cubicBezTo>
                  <a:close/>
                  <a:moveTo>
                    <a:pt x="634103" y="19852"/>
                  </a:moveTo>
                  <a:cubicBezTo>
                    <a:pt x="645377" y="19852"/>
                    <a:pt x="654516" y="28991"/>
                    <a:pt x="654516" y="40265"/>
                  </a:cubicBezTo>
                  <a:cubicBezTo>
                    <a:pt x="654516" y="51539"/>
                    <a:pt x="645377" y="60678"/>
                    <a:pt x="634103" y="60678"/>
                  </a:cubicBezTo>
                  <a:cubicBezTo>
                    <a:pt x="622829" y="60678"/>
                    <a:pt x="613690" y="51539"/>
                    <a:pt x="613690" y="40265"/>
                  </a:cubicBezTo>
                  <a:cubicBezTo>
                    <a:pt x="613690" y="28991"/>
                    <a:pt x="622829" y="19852"/>
                    <a:pt x="634103" y="19852"/>
                  </a:cubicBezTo>
                  <a:close/>
                  <a:moveTo>
                    <a:pt x="585326" y="19852"/>
                  </a:moveTo>
                  <a:cubicBezTo>
                    <a:pt x="596599" y="19852"/>
                    <a:pt x="605738" y="28991"/>
                    <a:pt x="605738" y="40265"/>
                  </a:cubicBezTo>
                  <a:cubicBezTo>
                    <a:pt x="605738" y="51539"/>
                    <a:pt x="596599" y="60678"/>
                    <a:pt x="585326" y="60678"/>
                  </a:cubicBezTo>
                  <a:cubicBezTo>
                    <a:pt x="574052" y="60678"/>
                    <a:pt x="564913" y="51539"/>
                    <a:pt x="564913" y="40265"/>
                  </a:cubicBezTo>
                  <a:cubicBezTo>
                    <a:pt x="564913" y="28991"/>
                    <a:pt x="574052" y="19852"/>
                    <a:pt x="585326" y="19852"/>
                  </a:cubicBezTo>
                  <a:close/>
                  <a:moveTo>
                    <a:pt x="536549" y="19852"/>
                  </a:moveTo>
                  <a:cubicBezTo>
                    <a:pt x="547822" y="19852"/>
                    <a:pt x="556961" y="28991"/>
                    <a:pt x="556961" y="40265"/>
                  </a:cubicBezTo>
                  <a:cubicBezTo>
                    <a:pt x="556961" y="51539"/>
                    <a:pt x="547822" y="60678"/>
                    <a:pt x="536549" y="60678"/>
                  </a:cubicBezTo>
                  <a:cubicBezTo>
                    <a:pt x="525275" y="60678"/>
                    <a:pt x="516136" y="51539"/>
                    <a:pt x="516136" y="40265"/>
                  </a:cubicBezTo>
                  <a:cubicBezTo>
                    <a:pt x="516136" y="28991"/>
                    <a:pt x="525275" y="19852"/>
                    <a:pt x="536549" y="19852"/>
                  </a:cubicBezTo>
                  <a:close/>
                  <a:moveTo>
                    <a:pt x="487772" y="19852"/>
                  </a:moveTo>
                  <a:cubicBezTo>
                    <a:pt x="499045" y="19852"/>
                    <a:pt x="508184" y="28991"/>
                    <a:pt x="508184" y="40265"/>
                  </a:cubicBezTo>
                  <a:cubicBezTo>
                    <a:pt x="508184" y="51539"/>
                    <a:pt x="499045" y="60678"/>
                    <a:pt x="487772" y="60678"/>
                  </a:cubicBezTo>
                  <a:cubicBezTo>
                    <a:pt x="476498" y="60678"/>
                    <a:pt x="467359" y="51539"/>
                    <a:pt x="467359" y="40265"/>
                  </a:cubicBezTo>
                  <a:cubicBezTo>
                    <a:pt x="467359" y="28991"/>
                    <a:pt x="476498" y="19852"/>
                    <a:pt x="487772" y="19852"/>
                  </a:cubicBezTo>
                  <a:close/>
                  <a:moveTo>
                    <a:pt x="438994" y="19852"/>
                  </a:moveTo>
                  <a:cubicBezTo>
                    <a:pt x="450268" y="19852"/>
                    <a:pt x="459407" y="28991"/>
                    <a:pt x="459407" y="40265"/>
                  </a:cubicBezTo>
                  <a:cubicBezTo>
                    <a:pt x="459407" y="51539"/>
                    <a:pt x="450268" y="60678"/>
                    <a:pt x="438994" y="60678"/>
                  </a:cubicBezTo>
                  <a:cubicBezTo>
                    <a:pt x="427721" y="60678"/>
                    <a:pt x="418582" y="51539"/>
                    <a:pt x="418582" y="40265"/>
                  </a:cubicBezTo>
                  <a:cubicBezTo>
                    <a:pt x="418582" y="28991"/>
                    <a:pt x="427721" y="19852"/>
                    <a:pt x="438994" y="19852"/>
                  </a:cubicBezTo>
                  <a:close/>
                  <a:moveTo>
                    <a:pt x="390217" y="19852"/>
                  </a:moveTo>
                  <a:cubicBezTo>
                    <a:pt x="401491" y="19852"/>
                    <a:pt x="410630" y="28991"/>
                    <a:pt x="410630" y="40265"/>
                  </a:cubicBezTo>
                  <a:cubicBezTo>
                    <a:pt x="410630" y="51539"/>
                    <a:pt x="401491" y="60678"/>
                    <a:pt x="390217" y="60678"/>
                  </a:cubicBezTo>
                  <a:cubicBezTo>
                    <a:pt x="378944" y="60678"/>
                    <a:pt x="369805" y="51539"/>
                    <a:pt x="369805" y="40265"/>
                  </a:cubicBezTo>
                  <a:cubicBezTo>
                    <a:pt x="369805" y="28991"/>
                    <a:pt x="378944" y="19852"/>
                    <a:pt x="390217" y="19852"/>
                  </a:cubicBezTo>
                  <a:close/>
                  <a:moveTo>
                    <a:pt x="341440" y="19852"/>
                  </a:moveTo>
                  <a:cubicBezTo>
                    <a:pt x="352714" y="19852"/>
                    <a:pt x="361853" y="28991"/>
                    <a:pt x="361853" y="40265"/>
                  </a:cubicBezTo>
                  <a:cubicBezTo>
                    <a:pt x="361853" y="51539"/>
                    <a:pt x="352714" y="60678"/>
                    <a:pt x="341440" y="60678"/>
                  </a:cubicBezTo>
                  <a:cubicBezTo>
                    <a:pt x="330166" y="60678"/>
                    <a:pt x="321028" y="51539"/>
                    <a:pt x="321028" y="40265"/>
                  </a:cubicBezTo>
                  <a:cubicBezTo>
                    <a:pt x="321028" y="28991"/>
                    <a:pt x="330166" y="19852"/>
                    <a:pt x="341440" y="19852"/>
                  </a:cubicBezTo>
                  <a:close/>
                  <a:moveTo>
                    <a:pt x="292663" y="19852"/>
                  </a:moveTo>
                  <a:cubicBezTo>
                    <a:pt x="303937" y="19852"/>
                    <a:pt x="313076" y="28991"/>
                    <a:pt x="313076" y="40265"/>
                  </a:cubicBezTo>
                  <a:cubicBezTo>
                    <a:pt x="313076" y="51539"/>
                    <a:pt x="303937" y="60678"/>
                    <a:pt x="292663" y="60678"/>
                  </a:cubicBezTo>
                  <a:cubicBezTo>
                    <a:pt x="281389" y="60678"/>
                    <a:pt x="272251" y="51539"/>
                    <a:pt x="272251" y="40265"/>
                  </a:cubicBezTo>
                  <a:cubicBezTo>
                    <a:pt x="272251" y="28991"/>
                    <a:pt x="281389" y="19852"/>
                    <a:pt x="292663" y="19852"/>
                  </a:cubicBezTo>
                  <a:close/>
                  <a:moveTo>
                    <a:pt x="243886" y="19852"/>
                  </a:moveTo>
                  <a:cubicBezTo>
                    <a:pt x="255160" y="19852"/>
                    <a:pt x="264299" y="28991"/>
                    <a:pt x="264299" y="40265"/>
                  </a:cubicBezTo>
                  <a:cubicBezTo>
                    <a:pt x="264299" y="51539"/>
                    <a:pt x="255160" y="60678"/>
                    <a:pt x="243886" y="60678"/>
                  </a:cubicBezTo>
                  <a:cubicBezTo>
                    <a:pt x="232612" y="60678"/>
                    <a:pt x="223473" y="51539"/>
                    <a:pt x="223473" y="40265"/>
                  </a:cubicBezTo>
                  <a:cubicBezTo>
                    <a:pt x="223473" y="28991"/>
                    <a:pt x="232612" y="19852"/>
                    <a:pt x="243886" y="19852"/>
                  </a:cubicBezTo>
                  <a:close/>
                  <a:moveTo>
                    <a:pt x="195109" y="19852"/>
                  </a:moveTo>
                  <a:cubicBezTo>
                    <a:pt x="206383" y="19852"/>
                    <a:pt x="215522" y="28991"/>
                    <a:pt x="215522" y="40265"/>
                  </a:cubicBezTo>
                  <a:cubicBezTo>
                    <a:pt x="215522" y="51539"/>
                    <a:pt x="206383" y="60678"/>
                    <a:pt x="195109" y="60678"/>
                  </a:cubicBezTo>
                  <a:cubicBezTo>
                    <a:pt x="183835" y="60678"/>
                    <a:pt x="174696" y="51539"/>
                    <a:pt x="174696" y="40265"/>
                  </a:cubicBezTo>
                  <a:cubicBezTo>
                    <a:pt x="174696" y="28991"/>
                    <a:pt x="183835" y="19852"/>
                    <a:pt x="195109" y="19852"/>
                  </a:cubicBezTo>
                  <a:close/>
                  <a:moveTo>
                    <a:pt x="146332" y="19852"/>
                  </a:moveTo>
                  <a:cubicBezTo>
                    <a:pt x="157606" y="19852"/>
                    <a:pt x="166745" y="28991"/>
                    <a:pt x="166745" y="40265"/>
                  </a:cubicBezTo>
                  <a:cubicBezTo>
                    <a:pt x="166745" y="51539"/>
                    <a:pt x="157606" y="60678"/>
                    <a:pt x="146332" y="60678"/>
                  </a:cubicBezTo>
                  <a:cubicBezTo>
                    <a:pt x="135058" y="60678"/>
                    <a:pt x="125919" y="51539"/>
                    <a:pt x="125919" y="40265"/>
                  </a:cubicBezTo>
                  <a:cubicBezTo>
                    <a:pt x="125919" y="28991"/>
                    <a:pt x="135058" y="19852"/>
                    <a:pt x="146332" y="19852"/>
                  </a:cubicBezTo>
                  <a:close/>
                  <a:moveTo>
                    <a:pt x="97555" y="19852"/>
                  </a:moveTo>
                  <a:cubicBezTo>
                    <a:pt x="108829" y="19852"/>
                    <a:pt x="117968" y="28991"/>
                    <a:pt x="117968" y="40265"/>
                  </a:cubicBezTo>
                  <a:cubicBezTo>
                    <a:pt x="117968" y="51539"/>
                    <a:pt x="108829" y="60678"/>
                    <a:pt x="97555" y="60678"/>
                  </a:cubicBezTo>
                  <a:cubicBezTo>
                    <a:pt x="86281" y="60678"/>
                    <a:pt x="77142" y="51539"/>
                    <a:pt x="77142" y="40265"/>
                  </a:cubicBezTo>
                  <a:cubicBezTo>
                    <a:pt x="77142" y="28991"/>
                    <a:pt x="86281" y="19852"/>
                    <a:pt x="97555" y="19852"/>
                  </a:cubicBezTo>
                  <a:close/>
                  <a:moveTo>
                    <a:pt x="48778" y="19852"/>
                  </a:moveTo>
                  <a:cubicBezTo>
                    <a:pt x="60052" y="19852"/>
                    <a:pt x="69191" y="28991"/>
                    <a:pt x="69191" y="40265"/>
                  </a:cubicBezTo>
                  <a:cubicBezTo>
                    <a:pt x="69191" y="51539"/>
                    <a:pt x="60052" y="60678"/>
                    <a:pt x="48778" y="60678"/>
                  </a:cubicBezTo>
                  <a:cubicBezTo>
                    <a:pt x="37504" y="60678"/>
                    <a:pt x="28365" y="51539"/>
                    <a:pt x="28365" y="40265"/>
                  </a:cubicBezTo>
                  <a:cubicBezTo>
                    <a:pt x="28365" y="28991"/>
                    <a:pt x="37504" y="19852"/>
                    <a:pt x="48778" y="19852"/>
                  </a:cubicBezTo>
                  <a:close/>
                  <a:moveTo>
                    <a:pt x="2" y="19852"/>
                  </a:moveTo>
                  <a:cubicBezTo>
                    <a:pt x="11275" y="19852"/>
                    <a:pt x="20414" y="28991"/>
                    <a:pt x="20414" y="40265"/>
                  </a:cubicBezTo>
                  <a:cubicBezTo>
                    <a:pt x="20414" y="51539"/>
                    <a:pt x="11275" y="60678"/>
                    <a:pt x="2" y="60678"/>
                  </a:cubicBezTo>
                  <a:lnTo>
                    <a:pt x="0" y="60677"/>
                  </a:lnTo>
                  <a:lnTo>
                    <a:pt x="0" y="19853"/>
                  </a:lnTo>
                  <a:close/>
                  <a:moveTo>
                    <a:pt x="1009631" y="0"/>
                  </a:moveTo>
                  <a:lnTo>
                    <a:pt x="1010974" y="0"/>
                  </a:lnTo>
                  <a:lnTo>
                    <a:pt x="1011044" y="1394"/>
                  </a:lnTo>
                  <a:lnTo>
                    <a:pt x="1009885" y="613"/>
                  </a:lnTo>
                  <a:close/>
                  <a:moveTo>
                    <a:pt x="960854" y="0"/>
                  </a:moveTo>
                  <a:lnTo>
                    <a:pt x="990230" y="0"/>
                  </a:lnTo>
                  <a:lnTo>
                    <a:pt x="989976" y="613"/>
                  </a:lnTo>
                  <a:cubicBezTo>
                    <a:pt x="986282" y="4307"/>
                    <a:pt x="981179" y="6592"/>
                    <a:pt x="975542" y="6592"/>
                  </a:cubicBezTo>
                  <a:cubicBezTo>
                    <a:pt x="969905" y="6592"/>
                    <a:pt x="964802" y="4307"/>
                    <a:pt x="961108" y="613"/>
                  </a:cubicBezTo>
                  <a:close/>
                  <a:moveTo>
                    <a:pt x="912077" y="0"/>
                  </a:moveTo>
                  <a:lnTo>
                    <a:pt x="941453" y="0"/>
                  </a:lnTo>
                  <a:lnTo>
                    <a:pt x="941199" y="613"/>
                  </a:lnTo>
                  <a:cubicBezTo>
                    <a:pt x="937505" y="4307"/>
                    <a:pt x="932402" y="6592"/>
                    <a:pt x="926765" y="6592"/>
                  </a:cubicBezTo>
                  <a:cubicBezTo>
                    <a:pt x="921128" y="6592"/>
                    <a:pt x="916025" y="4307"/>
                    <a:pt x="912331" y="613"/>
                  </a:cubicBezTo>
                  <a:close/>
                  <a:moveTo>
                    <a:pt x="863300" y="0"/>
                  </a:moveTo>
                  <a:lnTo>
                    <a:pt x="892676" y="0"/>
                  </a:lnTo>
                  <a:lnTo>
                    <a:pt x="892422" y="613"/>
                  </a:lnTo>
                  <a:cubicBezTo>
                    <a:pt x="888728" y="4307"/>
                    <a:pt x="883625" y="6592"/>
                    <a:pt x="877988" y="6592"/>
                  </a:cubicBezTo>
                  <a:cubicBezTo>
                    <a:pt x="872351" y="6592"/>
                    <a:pt x="867248" y="4307"/>
                    <a:pt x="863554" y="613"/>
                  </a:cubicBezTo>
                  <a:close/>
                  <a:moveTo>
                    <a:pt x="814523" y="0"/>
                  </a:moveTo>
                  <a:lnTo>
                    <a:pt x="843899" y="0"/>
                  </a:lnTo>
                  <a:lnTo>
                    <a:pt x="843645" y="613"/>
                  </a:lnTo>
                  <a:cubicBezTo>
                    <a:pt x="839951" y="4307"/>
                    <a:pt x="834848" y="6592"/>
                    <a:pt x="829211" y="6592"/>
                  </a:cubicBezTo>
                  <a:cubicBezTo>
                    <a:pt x="823574" y="6592"/>
                    <a:pt x="818471" y="4307"/>
                    <a:pt x="814777" y="613"/>
                  </a:cubicBezTo>
                  <a:close/>
                  <a:moveTo>
                    <a:pt x="765746" y="0"/>
                  </a:moveTo>
                  <a:lnTo>
                    <a:pt x="795122" y="0"/>
                  </a:lnTo>
                  <a:lnTo>
                    <a:pt x="794868" y="613"/>
                  </a:lnTo>
                  <a:cubicBezTo>
                    <a:pt x="791174" y="4307"/>
                    <a:pt x="786071" y="6592"/>
                    <a:pt x="780434" y="6592"/>
                  </a:cubicBezTo>
                  <a:cubicBezTo>
                    <a:pt x="774797" y="6592"/>
                    <a:pt x="769694" y="4307"/>
                    <a:pt x="766000" y="613"/>
                  </a:cubicBezTo>
                  <a:close/>
                  <a:moveTo>
                    <a:pt x="716969" y="0"/>
                  </a:moveTo>
                  <a:lnTo>
                    <a:pt x="746345" y="0"/>
                  </a:lnTo>
                  <a:lnTo>
                    <a:pt x="746091" y="613"/>
                  </a:lnTo>
                  <a:cubicBezTo>
                    <a:pt x="742397" y="4307"/>
                    <a:pt x="737294" y="6592"/>
                    <a:pt x="731657" y="6592"/>
                  </a:cubicBezTo>
                  <a:cubicBezTo>
                    <a:pt x="726020" y="6592"/>
                    <a:pt x="720917" y="4307"/>
                    <a:pt x="717223" y="613"/>
                  </a:cubicBezTo>
                  <a:close/>
                  <a:moveTo>
                    <a:pt x="668192" y="0"/>
                  </a:moveTo>
                  <a:lnTo>
                    <a:pt x="697568" y="0"/>
                  </a:lnTo>
                  <a:lnTo>
                    <a:pt x="697314" y="613"/>
                  </a:lnTo>
                  <a:cubicBezTo>
                    <a:pt x="693620" y="4307"/>
                    <a:pt x="688517" y="6592"/>
                    <a:pt x="682880" y="6592"/>
                  </a:cubicBezTo>
                  <a:cubicBezTo>
                    <a:pt x="677243" y="6592"/>
                    <a:pt x="672140" y="4307"/>
                    <a:pt x="668446" y="613"/>
                  </a:cubicBezTo>
                  <a:close/>
                  <a:moveTo>
                    <a:pt x="619415" y="0"/>
                  </a:moveTo>
                  <a:lnTo>
                    <a:pt x="648791" y="0"/>
                  </a:lnTo>
                  <a:lnTo>
                    <a:pt x="648537" y="613"/>
                  </a:lnTo>
                  <a:cubicBezTo>
                    <a:pt x="644843" y="4307"/>
                    <a:pt x="639740" y="6592"/>
                    <a:pt x="634103" y="6592"/>
                  </a:cubicBezTo>
                  <a:cubicBezTo>
                    <a:pt x="628466" y="6592"/>
                    <a:pt x="623363" y="4307"/>
                    <a:pt x="619669" y="613"/>
                  </a:cubicBezTo>
                  <a:close/>
                  <a:moveTo>
                    <a:pt x="570638" y="0"/>
                  </a:moveTo>
                  <a:lnTo>
                    <a:pt x="600013" y="0"/>
                  </a:lnTo>
                  <a:lnTo>
                    <a:pt x="599760" y="613"/>
                  </a:lnTo>
                  <a:cubicBezTo>
                    <a:pt x="596066" y="4307"/>
                    <a:pt x="590963" y="6592"/>
                    <a:pt x="585326" y="6592"/>
                  </a:cubicBezTo>
                  <a:cubicBezTo>
                    <a:pt x="579689" y="6592"/>
                    <a:pt x="574586" y="4307"/>
                    <a:pt x="570892" y="613"/>
                  </a:cubicBezTo>
                  <a:close/>
                  <a:moveTo>
                    <a:pt x="521861" y="0"/>
                  </a:moveTo>
                  <a:lnTo>
                    <a:pt x="551237" y="0"/>
                  </a:lnTo>
                  <a:lnTo>
                    <a:pt x="550983" y="613"/>
                  </a:lnTo>
                  <a:cubicBezTo>
                    <a:pt x="547289" y="4307"/>
                    <a:pt x="542185" y="6592"/>
                    <a:pt x="536549" y="6592"/>
                  </a:cubicBezTo>
                  <a:cubicBezTo>
                    <a:pt x="530912" y="6592"/>
                    <a:pt x="525808" y="4307"/>
                    <a:pt x="522114" y="613"/>
                  </a:cubicBezTo>
                  <a:close/>
                  <a:moveTo>
                    <a:pt x="473084" y="0"/>
                  </a:moveTo>
                  <a:lnTo>
                    <a:pt x="502459" y="0"/>
                  </a:lnTo>
                  <a:lnTo>
                    <a:pt x="502206" y="613"/>
                  </a:lnTo>
                  <a:cubicBezTo>
                    <a:pt x="498512" y="4307"/>
                    <a:pt x="493408" y="6592"/>
                    <a:pt x="487772" y="6592"/>
                  </a:cubicBezTo>
                  <a:cubicBezTo>
                    <a:pt x="482135" y="6592"/>
                    <a:pt x="477031" y="4307"/>
                    <a:pt x="473337" y="613"/>
                  </a:cubicBezTo>
                  <a:close/>
                  <a:moveTo>
                    <a:pt x="424307" y="0"/>
                  </a:moveTo>
                  <a:lnTo>
                    <a:pt x="453682" y="0"/>
                  </a:lnTo>
                  <a:lnTo>
                    <a:pt x="453429" y="613"/>
                  </a:lnTo>
                  <a:cubicBezTo>
                    <a:pt x="449735" y="4307"/>
                    <a:pt x="444631" y="6592"/>
                    <a:pt x="438994" y="6592"/>
                  </a:cubicBezTo>
                  <a:cubicBezTo>
                    <a:pt x="433358" y="6592"/>
                    <a:pt x="428254" y="4307"/>
                    <a:pt x="424560" y="613"/>
                  </a:cubicBezTo>
                  <a:close/>
                  <a:moveTo>
                    <a:pt x="375529" y="0"/>
                  </a:moveTo>
                  <a:lnTo>
                    <a:pt x="404905" y="0"/>
                  </a:lnTo>
                  <a:lnTo>
                    <a:pt x="404651" y="613"/>
                  </a:lnTo>
                  <a:cubicBezTo>
                    <a:pt x="400957" y="4307"/>
                    <a:pt x="395854" y="6592"/>
                    <a:pt x="390217" y="6592"/>
                  </a:cubicBezTo>
                  <a:cubicBezTo>
                    <a:pt x="384580" y="6592"/>
                    <a:pt x="379477" y="4307"/>
                    <a:pt x="375783" y="613"/>
                  </a:cubicBezTo>
                  <a:close/>
                  <a:moveTo>
                    <a:pt x="326752" y="0"/>
                  </a:moveTo>
                  <a:lnTo>
                    <a:pt x="356128" y="0"/>
                  </a:lnTo>
                  <a:lnTo>
                    <a:pt x="355874" y="613"/>
                  </a:lnTo>
                  <a:cubicBezTo>
                    <a:pt x="352180" y="4307"/>
                    <a:pt x="347077" y="6592"/>
                    <a:pt x="341440" y="6592"/>
                  </a:cubicBezTo>
                  <a:cubicBezTo>
                    <a:pt x="335803" y="6592"/>
                    <a:pt x="330700" y="4307"/>
                    <a:pt x="327006" y="613"/>
                  </a:cubicBezTo>
                  <a:close/>
                  <a:moveTo>
                    <a:pt x="277975" y="0"/>
                  </a:moveTo>
                  <a:lnTo>
                    <a:pt x="307351" y="0"/>
                  </a:lnTo>
                  <a:lnTo>
                    <a:pt x="307097" y="613"/>
                  </a:lnTo>
                  <a:cubicBezTo>
                    <a:pt x="303403" y="4307"/>
                    <a:pt x="298300" y="6592"/>
                    <a:pt x="292663" y="6592"/>
                  </a:cubicBezTo>
                  <a:cubicBezTo>
                    <a:pt x="287026" y="6592"/>
                    <a:pt x="281923" y="4307"/>
                    <a:pt x="278229" y="613"/>
                  </a:cubicBezTo>
                  <a:close/>
                  <a:moveTo>
                    <a:pt x="229198" y="0"/>
                  </a:moveTo>
                  <a:lnTo>
                    <a:pt x="258574" y="0"/>
                  </a:lnTo>
                  <a:lnTo>
                    <a:pt x="258320" y="613"/>
                  </a:lnTo>
                  <a:cubicBezTo>
                    <a:pt x="254626" y="4307"/>
                    <a:pt x="249523" y="6592"/>
                    <a:pt x="243886" y="6592"/>
                  </a:cubicBezTo>
                  <a:cubicBezTo>
                    <a:pt x="238249" y="6592"/>
                    <a:pt x="233146" y="4307"/>
                    <a:pt x="229452" y="613"/>
                  </a:cubicBezTo>
                  <a:close/>
                  <a:moveTo>
                    <a:pt x="180421" y="0"/>
                  </a:moveTo>
                  <a:lnTo>
                    <a:pt x="209797" y="0"/>
                  </a:lnTo>
                  <a:lnTo>
                    <a:pt x="209543" y="613"/>
                  </a:lnTo>
                  <a:cubicBezTo>
                    <a:pt x="205849" y="4307"/>
                    <a:pt x="200746" y="6592"/>
                    <a:pt x="195109" y="6592"/>
                  </a:cubicBezTo>
                  <a:cubicBezTo>
                    <a:pt x="189472" y="6592"/>
                    <a:pt x="184369" y="4307"/>
                    <a:pt x="180675" y="613"/>
                  </a:cubicBezTo>
                  <a:close/>
                  <a:moveTo>
                    <a:pt x="131644" y="0"/>
                  </a:moveTo>
                  <a:lnTo>
                    <a:pt x="161020" y="0"/>
                  </a:lnTo>
                  <a:lnTo>
                    <a:pt x="160766" y="613"/>
                  </a:lnTo>
                  <a:cubicBezTo>
                    <a:pt x="157072" y="4307"/>
                    <a:pt x="151969" y="6592"/>
                    <a:pt x="146332" y="6592"/>
                  </a:cubicBezTo>
                  <a:cubicBezTo>
                    <a:pt x="140695" y="6592"/>
                    <a:pt x="135592" y="4307"/>
                    <a:pt x="131898" y="613"/>
                  </a:cubicBezTo>
                  <a:close/>
                  <a:moveTo>
                    <a:pt x="82867" y="0"/>
                  </a:moveTo>
                  <a:lnTo>
                    <a:pt x="112243" y="0"/>
                  </a:lnTo>
                  <a:lnTo>
                    <a:pt x="111989" y="613"/>
                  </a:lnTo>
                  <a:cubicBezTo>
                    <a:pt x="108295" y="4307"/>
                    <a:pt x="103192" y="6592"/>
                    <a:pt x="97555" y="6592"/>
                  </a:cubicBezTo>
                  <a:cubicBezTo>
                    <a:pt x="91918" y="6592"/>
                    <a:pt x="86815" y="4307"/>
                    <a:pt x="83121" y="613"/>
                  </a:cubicBezTo>
                  <a:close/>
                  <a:moveTo>
                    <a:pt x="34090" y="0"/>
                  </a:moveTo>
                  <a:lnTo>
                    <a:pt x="63466" y="0"/>
                  </a:lnTo>
                  <a:lnTo>
                    <a:pt x="63212" y="613"/>
                  </a:lnTo>
                  <a:cubicBezTo>
                    <a:pt x="59518" y="4307"/>
                    <a:pt x="54415" y="6592"/>
                    <a:pt x="48778" y="6592"/>
                  </a:cubicBezTo>
                  <a:cubicBezTo>
                    <a:pt x="43141" y="6592"/>
                    <a:pt x="38038" y="4307"/>
                    <a:pt x="34344" y="613"/>
                  </a:cubicBezTo>
                  <a:close/>
                  <a:moveTo>
                    <a:pt x="0" y="0"/>
                  </a:moveTo>
                  <a:lnTo>
                    <a:pt x="14689" y="0"/>
                  </a:lnTo>
                  <a:lnTo>
                    <a:pt x="14435" y="613"/>
                  </a:lnTo>
                  <a:cubicBezTo>
                    <a:pt x="10741" y="4307"/>
                    <a:pt x="5638" y="6592"/>
                    <a:pt x="2" y="6592"/>
                  </a:cubicBezTo>
                  <a:lnTo>
                    <a:pt x="0" y="6591"/>
                  </a:lnTo>
                  <a:close/>
                </a:path>
              </a:pathLst>
            </a:cu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87" name="Google Shape;87;p26"/>
            <p:cNvSpPr/>
            <p:nvPr/>
          </p:nvSpPr>
          <p:spPr>
            <a:xfrm>
              <a:off x="1" y="1"/>
              <a:ext cx="302530" cy="372598"/>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grpSp>
      <p:sp>
        <p:nvSpPr>
          <p:cNvPr id="88" name="Google Shape;88;p26"/>
          <p:cNvSpPr/>
          <p:nvPr/>
        </p:nvSpPr>
        <p:spPr>
          <a:xfrm rot="10800000">
            <a:off x="392" y="1"/>
            <a:ext cx="3851608" cy="3851345"/>
          </a:xfrm>
          <a:custGeom>
            <a:avLst/>
            <a:gdLst/>
            <a:ahLst/>
            <a:cxnLst/>
            <a:rect l="l" t="t" r="r" b="b"/>
            <a:pathLst>
              <a:path w="3826101" h="3851345" extrusionOk="0">
                <a:moveTo>
                  <a:pt x="3826101" y="0"/>
                </a:moveTo>
                <a:lnTo>
                  <a:pt x="3826101" y="584257"/>
                </a:lnTo>
                <a:lnTo>
                  <a:pt x="3672624" y="588138"/>
                </a:lnTo>
                <a:cubicBezTo>
                  <a:pt x="1952295" y="675341"/>
                  <a:pt x="584255" y="2097818"/>
                  <a:pt x="584255" y="3839818"/>
                </a:cubicBezTo>
                <a:lnTo>
                  <a:pt x="584819" y="3851345"/>
                </a:lnTo>
                <a:lnTo>
                  <a:pt x="564" y="3851345"/>
                </a:lnTo>
                <a:lnTo>
                  <a:pt x="0" y="3839817"/>
                </a:lnTo>
                <a:cubicBezTo>
                  <a:pt x="0" y="1785226"/>
                  <a:pt x="1613526" y="107493"/>
                  <a:pt x="3642558" y="4641"/>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pic>
        <p:nvPicPr>
          <p:cNvPr id="89" name="Google Shape;89;p26"/>
          <p:cNvPicPr preferRelativeResize="0"/>
          <p:nvPr/>
        </p:nvPicPr>
        <p:blipFill rotWithShape="1">
          <a:blip r:embed="rId6">
            <a:alphaModFix/>
          </a:blip>
          <a:srcRect/>
          <a:stretch/>
        </p:blipFill>
        <p:spPr>
          <a:xfrm>
            <a:off x="10509125" y="631115"/>
            <a:ext cx="1166937" cy="483749"/>
          </a:xfrm>
          <a:prstGeom prst="rect">
            <a:avLst/>
          </a:prstGeom>
          <a:noFill/>
          <a:ln>
            <a:noFill/>
          </a:ln>
        </p:spPr>
      </p:pic>
    </p:spTree>
    <p:extLst>
      <p:ext uri="{BB962C8B-B14F-4D97-AF65-F5344CB8AC3E}">
        <p14:creationId xmlns:p14="http://schemas.microsoft.com/office/powerpoint/2010/main" val="2097836593"/>
      </p:ext>
    </p:extLst>
  </p:cSld>
  <p:clrMapOvr>
    <a:masterClrMapping/>
  </p:clrMapOvr>
  <p:extLst>
    <p:ext uri="{DCECCB84-F9BA-43D5-87BE-67443E8EF086}">
      <p15:sldGuideLst xmlns:p15="http://schemas.microsoft.com/office/powerpoint/2012/main">
        <p15:guide id="1" pos="259">
          <p15:clr>
            <a:srgbClr val="FA7B17"/>
          </p15:clr>
        </p15:guide>
        <p15:guide id="2" pos="5501">
          <p15:clr>
            <a:srgbClr val="FA7B17"/>
          </p15:clr>
        </p15:guide>
        <p15:guide id="3" orient="horz" pos="576">
          <p15:clr>
            <a:srgbClr val="FA7B17"/>
          </p15:clr>
        </p15:guide>
        <p15:guide id="4" orient="horz" pos="2938">
          <p15:clr>
            <a:srgbClr val="FA7B17"/>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90"/>
        <p:cNvGrpSpPr/>
        <p:nvPr/>
      </p:nvGrpSpPr>
      <p:grpSpPr>
        <a:xfrm>
          <a:off x="0" y="0"/>
          <a:ext cx="0" cy="0"/>
          <a:chOff x="0" y="0"/>
          <a:chExt cx="0" cy="0"/>
        </a:xfrm>
      </p:grpSpPr>
      <p:sp>
        <p:nvSpPr>
          <p:cNvPr id="91" name="Google Shape;91;p27"/>
          <p:cNvSpPr txBox="1">
            <a:spLocks noGrp="1"/>
          </p:cNvSpPr>
          <p:nvPr>
            <p:ph type="title"/>
          </p:nvPr>
        </p:nvSpPr>
        <p:spPr>
          <a:xfrm>
            <a:off x="554167" y="496800"/>
            <a:ext cx="11083600" cy="6116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1800"/>
              <a:buNone/>
              <a:defRPr sz="2400">
                <a:solidFill>
                  <a:schemeClr val="lt1"/>
                </a:solidFill>
              </a:defRPr>
            </a:lvl1pPr>
            <a:lvl2pPr lvl="1" algn="l">
              <a:lnSpc>
                <a:spcPct val="100000"/>
              </a:lnSpc>
              <a:spcBef>
                <a:spcPts val="0"/>
              </a:spcBef>
              <a:spcAft>
                <a:spcPts val="0"/>
              </a:spcAft>
              <a:buSzPts val="1800"/>
              <a:buNone/>
              <a:defRPr sz="2400"/>
            </a:lvl2pPr>
            <a:lvl3pPr lvl="2" algn="l">
              <a:lnSpc>
                <a:spcPct val="100000"/>
              </a:lnSpc>
              <a:spcBef>
                <a:spcPts val="0"/>
              </a:spcBef>
              <a:spcAft>
                <a:spcPts val="0"/>
              </a:spcAft>
              <a:buSzPts val="1800"/>
              <a:buNone/>
              <a:defRPr sz="2400"/>
            </a:lvl3pPr>
            <a:lvl4pPr lvl="3" algn="l">
              <a:lnSpc>
                <a:spcPct val="100000"/>
              </a:lnSpc>
              <a:spcBef>
                <a:spcPts val="0"/>
              </a:spcBef>
              <a:spcAft>
                <a:spcPts val="0"/>
              </a:spcAft>
              <a:buSzPts val="1800"/>
              <a:buNone/>
              <a:defRPr sz="2400"/>
            </a:lvl4pPr>
            <a:lvl5pPr lvl="4" algn="l">
              <a:lnSpc>
                <a:spcPct val="100000"/>
              </a:lnSpc>
              <a:spcBef>
                <a:spcPts val="0"/>
              </a:spcBef>
              <a:spcAft>
                <a:spcPts val="0"/>
              </a:spcAft>
              <a:buSzPts val="1800"/>
              <a:buNone/>
              <a:defRPr sz="2400"/>
            </a:lvl5pPr>
            <a:lvl6pPr lvl="5" algn="l">
              <a:lnSpc>
                <a:spcPct val="100000"/>
              </a:lnSpc>
              <a:spcBef>
                <a:spcPts val="0"/>
              </a:spcBef>
              <a:spcAft>
                <a:spcPts val="0"/>
              </a:spcAft>
              <a:buSzPts val="1800"/>
              <a:buNone/>
              <a:defRPr sz="2400"/>
            </a:lvl6pPr>
            <a:lvl7pPr lvl="6" algn="l">
              <a:lnSpc>
                <a:spcPct val="100000"/>
              </a:lnSpc>
              <a:spcBef>
                <a:spcPts val="0"/>
              </a:spcBef>
              <a:spcAft>
                <a:spcPts val="0"/>
              </a:spcAft>
              <a:buSzPts val="1800"/>
              <a:buNone/>
              <a:defRPr sz="2400"/>
            </a:lvl7pPr>
            <a:lvl8pPr lvl="7" algn="l">
              <a:lnSpc>
                <a:spcPct val="100000"/>
              </a:lnSpc>
              <a:spcBef>
                <a:spcPts val="0"/>
              </a:spcBef>
              <a:spcAft>
                <a:spcPts val="0"/>
              </a:spcAft>
              <a:buSzPts val="1800"/>
              <a:buNone/>
              <a:defRPr sz="2400"/>
            </a:lvl8pPr>
            <a:lvl9pPr lvl="8" algn="l">
              <a:lnSpc>
                <a:spcPct val="100000"/>
              </a:lnSpc>
              <a:spcBef>
                <a:spcPts val="0"/>
              </a:spcBef>
              <a:spcAft>
                <a:spcPts val="0"/>
              </a:spcAft>
              <a:buSzPts val="1800"/>
              <a:buNone/>
              <a:defRPr sz="2400"/>
            </a:lvl9pPr>
          </a:lstStyle>
          <a:p>
            <a:endParaRPr/>
          </a:p>
        </p:txBody>
      </p:sp>
      <p:sp>
        <p:nvSpPr>
          <p:cNvPr id="92" name="Google Shape;92;p27"/>
          <p:cNvSpPr/>
          <p:nvPr/>
        </p:nvSpPr>
        <p:spPr>
          <a:xfrm>
            <a:off x="11792595" y="6494883"/>
            <a:ext cx="304800" cy="306000"/>
          </a:xfrm>
          <a:prstGeom prst="ellipse">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US" sz="933" b="0" i="0" u="none" strike="noStrike" cap="none">
                <a:solidFill>
                  <a:schemeClr val="lt1"/>
                </a:solidFill>
                <a:latin typeface="Calibri"/>
                <a:ea typeface="Calibri"/>
                <a:cs typeface="Calibri"/>
                <a:sym typeface="Calibri"/>
              </a:rPr>
              <a:pPr marL="0" marR="0" lvl="0" indent="0" algn="r" rtl="0">
                <a:lnSpc>
                  <a:spcPct val="100000"/>
                </a:lnSpc>
                <a:spcBef>
                  <a:spcPts val="0"/>
                </a:spcBef>
                <a:spcAft>
                  <a:spcPts val="0"/>
                </a:spcAft>
                <a:buClr>
                  <a:srgbClr val="000000"/>
                </a:buClr>
                <a:buSzPts val="700"/>
                <a:buFont typeface="Arial"/>
                <a:buNone/>
              </a:pPr>
              <a:t>‹#›</a:t>
            </a:fld>
            <a:endParaRPr sz="933" b="0" i="0" u="none" strike="noStrike" cap="none" dirty="0">
              <a:solidFill>
                <a:schemeClr val="lt1"/>
              </a:solidFill>
              <a:latin typeface="Calibri"/>
              <a:ea typeface="Calibri"/>
              <a:cs typeface="Calibri"/>
              <a:sym typeface="Calibri"/>
            </a:endParaRPr>
          </a:p>
        </p:txBody>
      </p:sp>
      <p:sp>
        <p:nvSpPr>
          <p:cNvPr id="93" name="Google Shape;93;p27"/>
          <p:cNvSpPr/>
          <p:nvPr/>
        </p:nvSpPr>
        <p:spPr>
          <a:xfrm>
            <a:off x="3" y="1"/>
            <a:ext cx="301543" cy="347263"/>
          </a:xfrm>
          <a:custGeom>
            <a:avLst/>
            <a:gdLst/>
            <a:ahLst/>
            <a:cxnLst/>
            <a:rect l="l" t="t" r="r" b="b"/>
            <a:pathLst>
              <a:path w="1675237" h="1929234" extrusionOk="0">
                <a:moveTo>
                  <a:pt x="461556" y="1897854"/>
                </a:moveTo>
                <a:lnTo>
                  <a:pt x="469774" y="1899513"/>
                </a:lnTo>
                <a:lnTo>
                  <a:pt x="443985" y="1904118"/>
                </a:lnTo>
                <a:lnTo>
                  <a:pt x="449737" y="1900240"/>
                </a:lnTo>
                <a:cubicBezTo>
                  <a:pt x="453370" y="1898704"/>
                  <a:pt x="457364" y="1897854"/>
                  <a:pt x="461556" y="1897854"/>
                </a:cubicBezTo>
                <a:close/>
                <a:moveTo>
                  <a:pt x="389002" y="1897854"/>
                </a:moveTo>
                <a:cubicBezTo>
                  <a:pt x="397386" y="1897854"/>
                  <a:pt x="404977" y="1901253"/>
                  <a:pt x="410472" y="1906747"/>
                </a:cubicBezTo>
                <a:lnTo>
                  <a:pt x="411766" y="1909872"/>
                </a:lnTo>
                <a:lnTo>
                  <a:pt x="400388" y="1911904"/>
                </a:lnTo>
                <a:lnTo>
                  <a:pt x="363451" y="1916598"/>
                </a:lnTo>
                <a:lnTo>
                  <a:pt x="367531" y="1906747"/>
                </a:lnTo>
                <a:cubicBezTo>
                  <a:pt x="373026" y="1901253"/>
                  <a:pt x="380617" y="1897854"/>
                  <a:pt x="389002" y="1897854"/>
                </a:cubicBezTo>
                <a:close/>
                <a:moveTo>
                  <a:pt x="316447" y="1897854"/>
                </a:moveTo>
                <a:cubicBezTo>
                  <a:pt x="324832" y="1897854"/>
                  <a:pt x="332422" y="1901253"/>
                  <a:pt x="337917" y="1906747"/>
                </a:cubicBezTo>
                <a:lnTo>
                  <a:pt x="343070" y="1919187"/>
                </a:lnTo>
                <a:lnTo>
                  <a:pt x="325117" y="1921469"/>
                </a:lnTo>
                <a:lnTo>
                  <a:pt x="287700" y="1924314"/>
                </a:lnTo>
                <a:lnTo>
                  <a:pt x="294977" y="1906747"/>
                </a:lnTo>
                <a:cubicBezTo>
                  <a:pt x="300471" y="1901253"/>
                  <a:pt x="308062" y="1897854"/>
                  <a:pt x="316447" y="1897854"/>
                </a:cubicBezTo>
                <a:close/>
                <a:moveTo>
                  <a:pt x="243892" y="1897854"/>
                </a:moveTo>
                <a:cubicBezTo>
                  <a:pt x="252277" y="1897854"/>
                  <a:pt x="259868" y="1901253"/>
                  <a:pt x="265363" y="1906747"/>
                </a:cubicBezTo>
                <a:lnTo>
                  <a:pt x="273099" y="1925425"/>
                </a:lnTo>
                <a:lnTo>
                  <a:pt x="248735" y="1927277"/>
                </a:lnTo>
                <a:lnTo>
                  <a:pt x="213550" y="1928167"/>
                </a:lnTo>
                <a:lnTo>
                  <a:pt x="222422" y="1906747"/>
                </a:lnTo>
                <a:cubicBezTo>
                  <a:pt x="227917" y="1901253"/>
                  <a:pt x="235508" y="1897854"/>
                  <a:pt x="243892" y="1897854"/>
                </a:cubicBezTo>
                <a:close/>
                <a:moveTo>
                  <a:pt x="171339" y="1897854"/>
                </a:moveTo>
                <a:cubicBezTo>
                  <a:pt x="188107" y="1897854"/>
                  <a:pt x="201701" y="1911448"/>
                  <a:pt x="201701" y="1928218"/>
                </a:cubicBezTo>
                <a:lnTo>
                  <a:pt x="201597" y="1928469"/>
                </a:lnTo>
                <a:lnTo>
                  <a:pt x="171336" y="1929234"/>
                </a:lnTo>
                <a:lnTo>
                  <a:pt x="141087" y="1928469"/>
                </a:lnTo>
                <a:lnTo>
                  <a:pt x="140982" y="1928218"/>
                </a:lnTo>
                <a:cubicBezTo>
                  <a:pt x="140982" y="1911448"/>
                  <a:pt x="154577" y="1897854"/>
                  <a:pt x="171339" y="1897854"/>
                </a:cubicBezTo>
                <a:close/>
                <a:moveTo>
                  <a:pt x="98792" y="1897854"/>
                </a:moveTo>
                <a:cubicBezTo>
                  <a:pt x="107177" y="1897854"/>
                  <a:pt x="114768" y="1901253"/>
                  <a:pt x="120263" y="1906747"/>
                </a:cubicBezTo>
                <a:lnTo>
                  <a:pt x="129135" y="1928167"/>
                </a:lnTo>
                <a:lnTo>
                  <a:pt x="93938" y="1927277"/>
                </a:lnTo>
                <a:lnTo>
                  <a:pt x="69586" y="1925425"/>
                </a:lnTo>
                <a:lnTo>
                  <a:pt x="77322" y="1906747"/>
                </a:lnTo>
                <a:cubicBezTo>
                  <a:pt x="82817" y="1901253"/>
                  <a:pt x="90408" y="1897854"/>
                  <a:pt x="98792" y="1897854"/>
                </a:cubicBezTo>
                <a:close/>
                <a:moveTo>
                  <a:pt x="26239" y="1897854"/>
                </a:moveTo>
                <a:cubicBezTo>
                  <a:pt x="34623" y="1897854"/>
                  <a:pt x="42214" y="1901253"/>
                  <a:pt x="47709" y="1906747"/>
                </a:cubicBezTo>
                <a:lnTo>
                  <a:pt x="54985" y="1924315"/>
                </a:lnTo>
                <a:lnTo>
                  <a:pt x="17556" y="1921469"/>
                </a:lnTo>
                <a:lnTo>
                  <a:pt x="0" y="1919238"/>
                </a:lnTo>
                <a:lnTo>
                  <a:pt x="0" y="1918259"/>
                </a:lnTo>
                <a:lnTo>
                  <a:pt x="4768" y="1906747"/>
                </a:lnTo>
                <a:cubicBezTo>
                  <a:pt x="10263" y="1901253"/>
                  <a:pt x="17854" y="1897854"/>
                  <a:pt x="26239" y="1897854"/>
                </a:cubicBezTo>
                <a:close/>
                <a:moveTo>
                  <a:pt x="679220" y="1817400"/>
                </a:moveTo>
                <a:cubicBezTo>
                  <a:pt x="687604" y="1817400"/>
                  <a:pt x="695195" y="1820799"/>
                  <a:pt x="700690" y="1826293"/>
                </a:cubicBezTo>
                <a:lnTo>
                  <a:pt x="702587" y="1830873"/>
                </a:lnTo>
                <a:lnTo>
                  <a:pt x="649855" y="1850174"/>
                </a:lnTo>
                <a:lnTo>
                  <a:pt x="648856" y="1847763"/>
                </a:lnTo>
                <a:cubicBezTo>
                  <a:pt x="648856" y="1830994"/>
                  <a:pt x="662450" y="1817400"/>
                  <a:pt x="679220" y="1817400"/>
                </a:cubicBezTo>
                <a:close/>
                <a:moveTo>
                  <a:pt x="606665" y="1817400"/>
                </a:moveTo>
                <a:cubicBezTo>
                  <a:pt x="623435" y="1817400"/>
                  <a:pt x="637029" y="1830994"/>
                  <a:pt x="637029" y="1847763"/>
                </a:cubicBezTo>
                <a:lnTo>
                  <a:pt x="633560" y="1856138"/>
                </a:lnTo>
                <a:lnTo>
                  <a:pt x="618594" y="1861615"/>
                </a:lnTo>
                <a:lnTo>
                  <a:pt x="587142" y="1870547"/>
                </a:lnTo>
                <a:lnTo>
                  <a:pt x="585195" y="1869234"/>
                </a:lnTo>
                <a:cubicBezTo>
                  <a:pt x="579700" y="1863739"/>
                  <a:pt x="576302" y="1856148"/>
                  <a:pt x="576302" y="1847763"/>
                </a:cubicBezTo>
                <a:cubicBezTo>
                  <a:pt x="576302" y="1830994"/>
                  <a:pt x="589896" y="1817400"/>
                  <a:pt x="606665" y="1817400"/>
                </a:cubicBezTo>
                <a:close/>
                <a:moveTo>
                  <a:pt x="534111" y="1817400"/>
                </a:moveTo>
                <a:cubicBezTo>
                  <a:pt x="550880" y="1817400"/>
                  <a:pt x="564474" y="1830994"/>
                  <a:pt x="564474" y="1847763"/>
                </a:cubicBezTo>
                <a:cubicBezTo>
                  <a:pt x="564474" y="1864533"/>
                  <a:pt x="550880" y="1878127"/>
                  <a:pt x="534111" y="1878127"/>
                </a:cubicBezTo>
                <a:cubicBezTo>
                  <a:pt x="517341" y="1878127"/>
                  <a:pt x="503747" y="1864533"/>
                  <a:pt x="503747" y="1847763"/>
                </a:cubicBezTo>
                <a:cubicBezTo>
                  <a:pt x="503747" y="1830994"/>
                  <a:pt x="517341" y="1817400"/>
                  <a:pt x="534111" y="1817400"/>
                </a:cubicBezTo>
                <a:close/>
                <a:moveTo>
                  <a:pt x="461556" y="1817400"/>
                </a:moveTo>
                <a:cubicBezTo>
                  <a:pt x="478326" y="1817400"/>
                  <a:pt x="491920" y="1830994"/>
                  <a:pt x="491920" y="1847763"/>
                </a:cubicBezTo>
                <a:cubicBezTo>
                  <a:pt x="491920" y="1864533"/>
                  <a:pt x="478326" y="1878127"/>
                  <a:pt x="461556" y="1878127"/>
                </a:cubicBezTo>
                <a:cubicBezTo>
                  <a:pt x="444787" y="1878127"/>
                  <a:pt x="431192" y="1864533"/>
                  <a:pt x="431192" y="1847763"/>
                </a:cubicBezTo>
                <a:cubicBezTo>
                  <a:pt x="431192" y="1830994"/>
                  <a:pt x="444787" y="1817400"/>
                  <a:pt x="461556" y="1817400"/>
                </a:cubicBezTo>
                <a:close/>
                <a:moveTo>
                  <a:pt x="389002" y="1817400"/>
                </a:moveTo>
                <a:cubicBezTo>
                  <a:pt x="405771" y="1817400"/>
                  <a:pt x="419365" y="1830994"/>
                  <a:pt x="419365" y="1847763"/>
                </a:cubicBezTo>
                <a:cubicBezTo>
                  <a:pt x="419365" y="1864533"/>
                  <a:pt x="405771" y="1878127"/>
                  <a:pt x="389002" y="1878127"/>
                </a:cubicBezTo>
                <a:cubicBezTo>
                  <a:pt x="372232" y="1878127"/>
                  <a:pt x="358638" y="1864533"/>
                  <a:pt x="358638" y="1847763"/>
                </a:cubicBezTo>
                <a:cubicBezTo>
                  <a:pt x="358638" y="1830994"/>
                  <a:pt x="372232" y="1817400"/>
                  <a:pt x="389002" y="1817400"/>
                </a:cubicBezTo>
                <a:close/>
                <a:moveTo>
                  <a:pt x="316447" y="1817400"/>
                </a:moveTo>
                <a:cubicBezTo>
                  <a:pt x="333216" y="1817400"/>
                  <a:pt x="346810" y="1830994"/>
                  <a:pt x="346810" y="1847763"/>
                </a:cubicBezTo>
                <a:cubicBezTo>
                  <a:pt x="346810" y="1864533"/>
                  <a:pt x="333216" y="1878127"/>
                  <a:pt x="316447" y="1878127"/>
                </a:cubicBezTo>
                <a:cubicBezTo>
                  <a:pt x="299677" y="1878127"/>
                  <a:pt x="286084" y="1864533"/>
                  <a:pt x="286084" y="1847763"/>
                </a:cubicBezTo>
                <a:cubicBezTo>
                  <a:pt x="286084" y="1830994"/>
                  <a:pt x="299677" y="1817400"/>
                  <a:pt x="316447" y="1817400"/>
                </a:cubicBezTo>
                <a:close/>
                <a:moveTo>
                  <a:pt x="243892" y="1817400"/>
                </a:moveTo>
                <a:cubicBezTo>
                  <a:pt x="260662" y="1817400"/>
                  <a:pt x="274256" y="1830994"/>
                  <a:pt x="274256" y="1847763"/>
                </a:cubicBezTo>
                <a:cubicBezTo>
                  <a:pt x="274256" y="1864533"/>
                  <a:pt x="260662" y="1878127"/>
                  <a:pt x="243892" y="1878127"/>
                </a:cubicBezTo>
                <a:cubicBezTo>
                  <a:pt x="227123" y="1878127"/>
                  <a:pt x="213529" y="1864533"/>
                  <a:pt x="213529" y="1847763"/>
                </a:cubicBezTo>
                <a:cubicBezTo>
                  <a:pt x="213529" y="1830994"/>
                  <a:pt x="227123" y="1817400"/>
                  <a:pt x="243892" y="1817400"/>
                </a:cubicBezTo>
                <a:close/>
                <a:moveTo>
                  <a:pt x="171339" y="1817400"/>
                </a:moveTo>
                <a:cubicBezTo>
                  <a:pt x="188107" y="1817400"/>
                  <a:pt x="201701" y="1830994"/>
                  <a:pt x="201701" y="1847763"/>
                </a:cubicBezTo>
                <a:cubicBezTo>
                  <a:pt x="201701" y="1864533"/>
                  <a:pt x="188107" y="1878127"/>
                  <a:pt x="171339" y="1878127"/>
                </a:cubicBezTo>
                <a:cubicBezTo>
                  <a:pt x="154583" y="1878127"/>
                  <a:pt x="140989" y="1864533"/>
                  <a:pt x="140989" y="1847763"/>
                </a:cubicBezTo>
                <a:cubicBezTo>
                  <a:pt x="140989" y="1830994"/>
                  <a:pt x="154583" y="1817400"/>
                  <a:pt x="171339" y="1817400"/>
                </a:cubicBezTo>
                <a:close/>
                <a:moveTo>
                  <a:pt x="98799" y="1817400"/>
                </a:moveTo>
                <a:cubicBezTo>
                  <a:pt x="115568" y="1817400"/>
                  <a:pt x="129162" y="1830994"/>
                  <a:pt x="129162" y="1847763"/>
                </a:cubicBezTo>
                <a:cubicBezTo>
                  <a:pt x="129162" y="1864533"/>
                  <a:pt x="115568" y="1878127"/>
                  <a:pt x="98799" y="1878127"/>
                </a:cubicBezTo>
                <a:cubicBezTo>
                  <a:pt x="82029" y="1878127"/>
                  <a:pt x="68435" y="1864533"/>
                  <a:pt x="68435" y="1847763"/>
                </a:cubicBezTo>
                <a:cubicBezTo>
                  <a:pt x="68435" y="1830994"/>
                  <a:pt x="82029" y="1817400"/>
                  <a:pt x="98799" y="1817400"/>
                </a:cubicBezTo>
                <a:close/>
                <a:moveTo>
                  <a:pt x="26245" y="1817400"/>
                </a:moveTo>
                <a:cubicBezTo>
                  <a:pt x="43014" y="1817400"/>
                  <a:pt x="56608" y="1830994"/>
                  <a:pt x="56608" y="1847763"/>
                </a:cubicBezTo>
                <a:cubicBezTo>
                  <a:pt x="56608" y="1864533"/>
                  <a:pt x="43014" y="1878127"/>
                  <a:pt x="26245" y="1878127"/>
                </a:cubicBezTo>
                <a:cubicBezTo>
                  <a:pt x="17860" y="1878127"/>
                  <a:pt x="10269" y="1874729"/>
                  <a:pt x="4775" y="1869234"/>
                </a:cubicBezTo>
                <a:lnTo>
                  <a:pt x="0" y="1857707"/>
                </a:lnTo>
                <a:lnTo>
                  <a:pt x="0" y="1837819"/>
                </a:lnTo>
                <a:lnTo>
                  <a:pt x="4775" y="1826293"/>
                </a:lnTo>
                <a:cubicBezTo>
                  <a:pt x="10269" y="1820799"/>
                  <a:pt x="17860" y="1817400"/>
                  <a:pt x="26245" y="1817400"/>
                </a:cubicBezTo>
                <a:close/>
                <a:moveTo>
                  <a:pt x="896883" y="1736948"/>
                </a:moveTo>
                <a:lnTo>
                  <a:pt x="903696" y="1738324"/>
                </a:lnTo>
                <a:lnTo>
                  <a:pt x="888255" y="1747704"/>
                </a:lnTo>
                <a:lnTo>
                  <a:pt x="871248" y="1755896"/>
                </a:lnTo>
                <a:lnTo>
                  <a:pt x="875413" y="1745841"/>
                </a:lnTo>
                <a:cubicBezTo>
                  <a:pt x="880908" y="1740347"/>
                  <a:pt x="888499" y="1736948"/>
                  <a:pt x="896883" y="1736948"/>
                </a:cubicBezTo>
                <a:close/>
                <a:moveTo>
                  <a:pt x="824329" y="1736948"/>
                </a:moveTo>
                <a:cubicBezTo>
                  <a:pt x="832714" y="1736948"/>
                  <a:pt x="840304" y="1740347"/>
                  <a:pt x="845799" y="1745841"/>
                </a:cubicBezTo>
                <a:lnTo>
                  <a:pt x="853504" y="1764444"/>
                </a:lnTo>
                <a:lnTo>
                  <a:pt x="802910" y="1788817"/>
                </a:lnTo>
                <a:lnTo>
                  <a:pt x="802858" y="1788782"/>
                </a:lnTo>
                <a:cubicBezTo>
                  <a:pt x="797364" y="1783287"/>
                  <a:pt x="793965" y="1775696"/>
                  <a:pt x="793965" y="1767312"/>
                </a:cubicBezTo>
                <a:cubicBezTo>
                  <a:pt x="793965" y="1750542"/>
                  <a:pt x="807559" y="1736948"/>
                  <a:pt x="824329" y="1736948"/>
                </a:cubicBezTo>
                <a:close/>
                <a:moveTo>
                  <a:pt x="751774" y="1736948"/>
                </a:moveTo>
                <a:cubicBezTo>
                  <a:pt x="768544" y="1736948"/>
                  <a:pt x="782138" y="1750542"/>
                  <a:pt x="782138" y="1767312"/>
                </a:cubicBezTo>
                <a:cubicBezTo>
                  <a:pt x="782138" y="1784081"/>
                  <a:pt x="768544" y="1797675"/>
                  <a:pt x="751774" y="1797675"/>
                </a:cubicBezTo>
                <a:cubicBezTo>
                  <a:pt x="735005" y="1797675"/>
                  <a:pt x="721411" y="1784081"/>
                  <a:pt x="721411" y="1767312"/>
                </a:cubicBezTo>
                <a:cubicBezTo>
                  <a:pt x="721411" y="1750542"/>
                  <a:pt x="735005" y="1736948"/>
                  <a:pt x="751774" y="1736948"/>
                </a:cubicBezTo>
                <a:close/>
                <a:moveTo>
                  <a:pt x="679220" y="1736948"/>
                </a:moveTo>
                <a:cubicBezTo>
                  <a:pt x="695989" y="1736948"/>
                  <a:pt x="709583" y="1750542"/>
                  <a:pt x="709583" y="1767312"/>
                </a:cubicBezTo>
                <a:cubicBezTo>
                  <a:pt x="709583" y="1784081"/>
                  <a:pt x="695989" y="1797675"/>
                  <a:pt x="679220" y="1797675"/>
                </a:cubicBezTo>
                <a:cubicBezTo>
                  <a:pt x="662450" y="1797675"/>
                  <a:pt x="648856" y="1784081"/>
                  <a:pt x="648856" y="1767312"/>
                </a:cubicBezTo>
                <a:cubicBezTo>
                  <a:pt x="648856" y="1750542"/>
                  <a:pt x="662450" y="1736948"/>
                  <a:pt x="679220" y="1736948"/>
                </a:cubicBezTo>
                <a:close/>
                <a:moveTo>
                  <a:pt x="606665" y="1736948"/>
                </a:moveTo>
                <a:cubicBezTo>
                  <a:pt x="623435" y="1736948"/>
                  <a:pt x="637029" y="1750542"/>
                  <a:pt x="637029" y="1767312"/>
                </a:cubicBezTo>
                <a:cubicBezTo>
                  <a:pt x="637029" y="1784081"/>
                  <a:pt x="623435" y="1797675"/>
                  <a:pt x="606665" y="1797675"/>
                </a:cubicBezTo>
                <a:cubicBezTo>
                  <a:pt x="589896" y="1797675"/>
                  <a:pt x="576302" y="1784081"/>
                  <a:pt x="576302" y="1767312"/>
                </a:cubicBezTo>
                <a:cubicBezTo>
                  <a:pt x="576302" y="1750542"/>
                  <a:pt x="589896" y="1736948"/>
                  <a:pt x="606665" y="1736948"/>
                </a:cubicBezTo>
                <a:close/>
                <a:moveTo>
                  <a:pt x="534111" y="1736948"/>
                </a:moveTo>
                <a:cubicBezTo>
                  <a:pt x="550880" y="1736948"/>
                  <a:pt x="564474" y="1750542"/>
                  <a:pt x="564474" y="1767312"/>
                </a:cubicBezTo>
                <a:cubicBezTo>
                  <a:pt x="564474" y="1784081"/>
                  <a:pt x="550880" y="1797675"/>
                  <a:pt x="534111" y="1797675"/>
                </a:cubicBezTo>
                <a:cubicBezTo>
                  <a:pt x="517341" y="1797675"/>
                  <a:pt x="503747" y="1784081"/>
                  <a:pt x="503747" y="1767312"/>
                </a:cubicBezTo>
                <a:cubicBezTo>
                  <a:pt x="503747" y="1750542"/>
                  <a:pt x="517341" y="1736948"/>
                  <a:pt x="534111" y="1736948"/>
                </a:cubicBezTo>
                <a:close/>
                <a:moveTo>
                  <a:pt x="461556" y="1736948"/>
                </a:moveTo>
                <a:cubicBezTo>
                  <a:pt x="478326" y="1736948"/>
                  <a:pt x="491920" y="1750542"/>
                  <a:pt x="491920" y="1767312"/>
                </a:cubicBezTo>
                <a:cubicBezTo>
                  <a:pt x="491920" y="1784081"/>
                  <a:pt x="478326" y="1797675"/>
                  <a:pt x="461556" y="1797675"/>
                </a:cubicBezTo>
                <a:cubicBezTo>
                  <a:pt x="444787" y="1797675"/>
                  <a:pt x="431192" y="1784081"/>
                  <a:pt x="431192" y="1767312"/>
                </a:cubicBezTo>
                <a:cubicBezTo>
                  <a:pt x="431192" y="1750542"/>
                  <a:pt x="444787" y="1736948"/>
                  <a:pt x="461556" y="1736948"/>
                </a:cubicBezTo>
                <a:close/>
                <a:moveTo>
                  <a:pt x="389002" y="1736948"/>
                </a:moveTo>
                <a:cubicBezTo>
                  <a:pt x="405771" y="1736948"/>
                  <a:pt x="419365" y="1750542"/>
                  <a:pt x="419365" y="1767312"/>
                </a:cubicBezTo>
                <a:cubicBezTo>
                  <a:pt x="419365" y="1784081"/>
                  <a:pt x="405771" y="1797675"/>
                  <a:pt x="389002" y="1797675"/>
                </a:cubicBezTo>
                <a:cubicBezTo>
                  <a:pt x="372232" y="1797675"/>
                  <a:pt x="358638" y="1784081"/>
                  <a:pt x="358638" y="1767312"/>
                </a:cubicBezTo>
                <a:cubicBezTo>
                  <a:pt x="358638" y="1750542"/>
                  <a:pt x="372232" y="1736948"/>
                  <a:pt x="389002" y="1736948"/>
                </a:cubicBezTo>
                <a:close/>
                <a:moveTo>
                  <a:pt x="316447" y="1736948"/>
                </a:moveTo>
                <a:cubicBezTo>
                  <a:pt x="333216" y="1736948"/>
                  <a:pt x="346810" y="1750542"/>
                  <a:pt x="346810" y="1767312"/>
                </a:cubicBezTo>
                <a:cubicBezTo>
                  <a:pt x="346810" y="1784081"/>
                  <a:pt x="333216" y="1797675"/>
                  <a:pt x="316447" y="1797675"/>
                </a:cubicBezTo>
                <a:cubicBezTo>
                  <a:pt x="299677" y="1797675"/>
                  <a:pt x="286084" y="1784081"/>
                  <a:pt x="286084" y="1767312"/>
                </a:cubicBezTo>
                <a:cubicBezTo>
                  <a:pt x="286084" y="1750542"/>
                  <a:pt x="299677" y="1736948"/>
                  <a:pt x="316447" y="1736948"/>
                </a:cubicBezTo>
                <a:close/>
                <a:moveTo>
                  <a:pt x="243892" y="1736948"/>
                </a:moveTo>
                <a:cubicBezTo>
                  <a:pt x="260662" y="1736948"/>
                  <a:pt x="274256" y="1750542"/>
                  <a:pt x="274256" y="1767312"/>
                </a:cubicBezTo>
                <a:cubicBezTo>
                  <a:pt x="274256" y="1784081"/>
                  <a:pt x="260662" y="1797675"/>
                  <a:pt x="243892" y="1797675"/>
                </a:cubicBezTo>
                <a:cubicBezTo>
                  <a:pt x="227123" y="1797675"/>
                  <a:pt x="213529" y="1784081"/>
                  <a:pt x="213529" y="1767312"/>
                </a:cubicBezTo>
                <a:cubicBezTo>
                  <a:pt x="213529" y="1750542"/>
                  <a:pt x="227123" y="1736948"/>
                  <a:pt x="243892" y="1736948"/>
                </a:cubicBezTo>
                <a:close/>
                <a:moveTo>
                  <a:pt x="171339" y="1736948"/>
                </a:moveTo>
                <a:cubicBezTo>
                  <a:pt x="188107" y="1736948"/>
                  <a:pt x="201701" y="1750542"/>
                  <a:pt x="201701" y="1767312"/>
                </a:cubicBezTo>
                <a:cubicBezTo>
                  <a:pt x="201701" y="1784081"/>
                  <a:pt x="188107" y="1797675"/>
                  <a:pt x="171339" y="1797675"/>
                </a:cubicBezTo>
                <a:cubicBezTo>
                  <a:pt x="154588" y="1797675"/>
                  <a:pt x="140995" y="1784081"/>
                  <a:pt x="140995" y="1767312"/>
                </a:cubicBezTo>
                <a:cubicBezTo>
                  <a:pt x="140995" y="1750542"/>
                  <a:pt x="154588" y="1736948"/>
                  <a:pt x="171339" y="1736948"/>
                </a:cubicBezTo>
                <a:close/>
                <a:moveTo>
                  <a:pt x="98806" y="1736948"/>
                </a:moveTo>
                <a:cubicBezTo>
                  <a:pt x="115574" y="1736948"/>
                  <a:pt x="129168" y="1750542"/>
                  <a:pt x="129168" y="1767312"/>
                </a:cubicBezTo>
                <a:cubicBezTo>
                  <a:pt x="129168" y="1784081"/>
                  <a:pt x="115574" y="1797675"/>
                  <a:pt x="98806" y="1797675"/>
                </a:cubicBezTo>
                <a:cubicBezTo>
                  <a:pt x="82035" y="1797675"/>
                  <a:pt x="68442" y="1784081"/>
                  <a:pt x="68442" y="1767312"/>
                </a:cubicBezTo>
                <a:cubicBezTo>
                  <a:pt x="68442" y="1750542"/>
                  <a:pt x="82035" y="1736948"/>
                  <a:pt x="98806" y="1736948"/>
                </a:cubicBezTo>
                <a:close/>
                <a:moveTo>
                  <a:pt x="26251" y="1736948"/>
                </a:moveTo>
                <a:cubicBezTo>
                  <a:pt x="43020" y="1736948"/>
                  <a:pt x="56614" y="1750542"/>
                  <a:pt x="56614" y="1767312"/>
                </a:cubicBezTo>
                <a:cubicBezTo>
                  <a:pt x="56614" y="1784081"/>
                  <a:pt x="43020" y="1797675"/>
                  <a:pt x="26251" y="1797675"/>
                </a:cubicBezTo>
                <a:cubicBezTo>
                  <a:pt x="17866" y="1797675"/>
                  <a:pt x="10276" y="1794277"/>
                  <a:pt x="4781" y="1788782"/>
                </a:cubicBezTo>
                <a:lnTo>
                  <a:pt x="0" y="1777239"/>
                </a:lnTo>
                <a:lnTo>
                  <a:pt x="0" y="1757384"/>
                </a:lnTo>
                <a:lnTo>
                  <a:pt x="4781" y="1745841"/>
                </a:lnTo>
                <a:cubicBezTo>
                  <a:pt x="10276" y="1740347"/>
                  <a:pt x="17866" y="1736948"/>
                  <a:pt x="26251" y="1736948"/>
                </a:cubicBezTo>
                <a:close/>
                <a:moveTo>
                  <a:pt x="1030341" y="1658849"/>
                </a:moveTo>
                <a:lnTo>
                  <a:pt x="1020041" y="1666551"/>
                </a:lnTo>
                <a:lnTo>
                  <a:pt x="1020522" y="1665390"/>
                </a:lnTo>
                <a:cubicBezTo>
                  <a:pt x="1023269" y="1662642"/>
                  <a:pt x="1026541" y="1660419"/>
                  <a:pt x="1030173" y="1658883"/>
                </a:cubicBezTo>
                <a:close/>
                <a:moveTo>
                  <a:pt x="969438" y="1656497"/>
                </a:moveTo>
                <a:cubicBezTo>
                  <a:pt x="977823" y="1656497"/>
                  <a:pt x="985413" y="1659895"/>
                  <a:pt x="990908" y="1665390"/>
                </a:cubicBezTo>
                <a:lnTo>
                  <a:pt x="997511" y="1681329"/>
                </a:lnTo>
                <a:lnTo>
                  <a:pt x="950384" y="1709959"/>
                </a:lnTo>
                <a:lnTo>
                  <a:pt x="947968" y="1708330"/>
                </a:lnTo>
                <a:cubicBezTo>
                  <a:pt x="942473" y="1702836"/>
                  <a:pt x="939075" y="1695245"/>
                  <a:pt x="939075" y="1686860"/>
                </a:cubicBezTo>
                <a:cubicBezTo>
                  <a:pt x="939075" y="1670091"/>
                  <a:pt x="952669" y="1656497"/>
                  <a:pt x="969438" y="1656497"/>
                </a:cubicBezTo>
                <a:close/>
                <a:moveTo>
                  <a:pt x="896883" y="1656497"/>
                </a:moveTo>
                <a:cubicBezTo>
                  <a:pt x="913653" y="1656497"/>
                  <a:pt x="927247" y="1670091"/>
                  <a:pt x="927247" y="1686860"/>
                </a:cubicBezTo>
                <a:cubicBezTo>
                  <a:pt x="927247" y="1703630"/>
                  <a:pt x="913653" y="1717224"/>
                  <a:pt x="896883" y="1717224"/>
                </a:cubicBezTo>
                <a:cubicBezTo>
                  <a:pt x="880114" y="1717224"/>
                  <a:pt x="866520" y="1703630"/>
                  <a:pt x="866520" y="1686860"/>
                </a:cubicBezTo>
                <a:cubicBezTo>
                  <a:pt x="866520" y="1670091"/>
                  <a:pt x="880114" y="1656497"/>
                  <a:pt x="896883" y="1656497"/>
                </a:cubicBezTo>
                <a:close/>
                <a:moveTo>
                  <a:pt x="824329" y="1656497"/>
                </a:moveTo>
                <a:cubicBezTo>
                  <a:pt x="841098" y="1656497"/>
                  <a:pt x="854692" y="1670091"/>
                  <a:pt x="854692" y="1686860"/>
                </a:cubicBezTo>
                <a:cubicBezTo>
                  <a:pt x="854692" y="1703630"/>
                  <a:pt x="841098" y="1717224"/>
                  <a:pt x="824329" y="1717224"/>
                </a:cubicBezTo>
                <a:cubicBezTo>
                  <a:pt x="807559" y="1717224"/>
                  <a:pt x="793965" y="1703630"/>
                  <a:pt x="793965" y="1686860"/>
                </a:cubicBezTo>
                <a:cubicBezTo>
                  <a:pt x="793965" y="1670091"/>
                  <a:pt x="807559" y="1656497"/>
                  <a:pt x="824329" y="1656497"/>
                </a:cubicBezTo>
                <a:close/>
                <a:moveTo>
                  <a:pt x="751774" y="1656497"/>
                </a:moveTo>
                <a:cubicBezTo>
                  <a:pt x="768544" y="1656497"/>
                  <a:pt x="782138" y="1670091"/>
                  <a:pt x="782138" y="1686860"/>
                </a:cubicBezTo>
                <a:cubicBezTo>
                  <a:pt x="782138" y="1703630"/>
                  <a:pt x="768544" y="1717224"/>
                  <a:pt x="751774" y="1717224"/>
                </a:cubicBezTo>
                <a:cubicBezTo>
                  <a:pt x="735005" y="1717224"/>
                  <a:pt x="721411" y="1703630"/>
                  <a:pt x="721411" y="1686860"/>
                </a:cubicBezTo>
                <a:cubicBezTo>
                  <a:pt x="721411" y="1670091"/>
                  <a:pt x="735005" y="1656497"/>
                  <a:pt x="751774" y="1656497"/>
                </a:cubicBezTo>
                <a:close/>
                <a:moveTo>
                  <a:pt x="679220" y="1656497"/>
                </a:moveTo>
                <a:cubicBezTo>
                  <a:pt x="695989" y="1656497"/>
                  <a:pt x="709583" y="1670091"/>
                  <a:pt x="709583" y="1686860"/>
                </a:cubicBezTo>
                <a:cubicBezTo>
                  <a:pt x="709583" y="1703630"/>
                  <a:pt x="695989" y="1717224"/>
                  <a:pt x="679220" y="1717224"/>
                </a:cubicBezTo>
                <a:cubicBezTo>
                  <a:pt x="662450" y="1717224"/>
                  <a:pt x="648856" y="1703630"/>
                  <a:pt x="648856" y="1686860"/>
                </a:cubicBezTo>
                <a:cubicBezTo>
                  <a:pt x="648856" y="1670091"/>
                  <a:pt x="662450" y="1656497"/>
                  <a:pt x="679220" y="1656497"/>
                </a:cubicBezTo>
                <a:close/>
                <a:moveTo>
                  <a:pt x="606665" y="1656497"/>
                </a:moveTo>
                <a:cubicBezTo>
                  <a:pt x="623435" y="1656497"/>
                  <a:pt x="637029" y="1670091"/>
                  <a:pt x="637029" y="1686860"/>
                </a:cubicBezTo>
                <a:cubicBezTo>
                  <a:pt x="637029" y="1703630"/>
                  <a:pt x="623435" y="1717224"/>
                  <a:pt x="606665" y="1717224"/>
                </a:cubicBezTo>
                <a:cubicBezTo>
                  <a:pt x="589896" y="1717224"/>
                  <a:pt x="576302" y="1703630"/>
                  <a:pt x="576302" y="1686860"/>
                </a:cubicBezTo>
                <a:cubicBezTo>
                  <a:pt x="576302" y="1670091"/>
                  <a:pt x="589896" y="1656497"/>
                  <a:pt x="606665" y="1656497"/>
                </a:cubicBezTo>
                <a:close/>
                <a:moveTo>
                  <a:pt x="534111" y="1656497"/>
                </a:moveTo>
                <a:cubicBezTo>
                  <a:pt x="550880" y="1656497"/>
                  <a:pt x="564474" y="1670091"/>
                  <a:pt x="564474" y="1686860"/>
                </a:cubicBezTo>
                <a:cubicBezTo>
                  <a:pt x="564474" y="1703630"/>
                  <a:pt x="550880" y="1717224"/>
                  <a:pt x="534111" y="1717224"/>
                </a:cubicBezTo>
                <a:cubicBezTo>
                  <a:pt x="517341" y="1717224"/>
                  <a:pt x="503747" y="1703630"/>
                  <a:pt x="503747" y="1686860"/>
                </a:cubicBezTo>
                <a:cubicBezTo>
                  <a:pt x="503747" y="1670091"/>
                  <a:pt x="517341" y="1656497"/>
                  <a:pt x="534111" y="1656497"/>
                </a:cubicBezTo>
                <a:close/>
                <a:moveTo>
                  <a:pt x="461556" y="1656497"/>
                </a:moveTo>
                <a:cubicBezTo>
                  <a:pt x="478326" y="1656497"/>
                  <a:pt x="491920" y="1670091"/>
                  <a:pt x="491920" y="1686860"/>
                </a:cubicBezTo>
                <a:cubicBezTo>
                  <a:pt x="491920" y="1703630"/>
                  <a:pt x="478326" y="1717224"/>
                  <a:pt x="461556" y="1717224"/>
                </a:cubicBezTo>
                <a:cubicBezTo>
                  <a:pt x="444787" y="1717224"/>
                  <a:pt x="431192" y="1703630"/>
                  <a:pt x="431192" y="1686860"/>
                </a:cubicBezTo>
                <a:cubicBezTo>
                  <a:pt x="431192" y="1670091"/>
                  <a:pt x="444787" y="1656497"/>
                  <a:pt x="461556" y="1656497"/>
                </a:cubicBezTo>
                <a:close/>
                <a:moveTo>
                  <a:pt x="389002" y="1656497"/>
                </a:moveTo>
                <a:cubicBezTo>
                  <a:pt x="405771" y="1656497"/>
                  <a:pt x="419365" y="1670091"/>
                  <a:pt x="419365" y="1686860"/>
                </a:cubicBezTo>
                <a:cubicBezTo>
                  <a:pt x="419365" y="1703630"/>
                  <a:pt x="405771" y="1717224"/>
                  <a:pt x="389002" y="1717224"/>
                </a:cubicBezTo>
                <a:cubicBezTo>
                  <a:pt x="372232" y="1717224"/>
                  <a:pt x="358638" y="1703630"/>
                  <a:pt x="358638" y="1686860"/>
                </a:cubicBezTo>
                <a:cubicBezTo>
                  <a:pt x="358638" y="1670091"/>
                  <a:pt x="372232" y="1656497"/>
                  <a:pt x="389002" y="1656497"/>
                </a:cubicBezTo>
                <a:close/>
                <a:moveTo>
                  <a:pt x="316447" y="1656497"/>
                </a:moveTo>
                <a:cubicBezTo>
                  <a:pt x="333216" y="1656497"/>
                  <a:pt x="346810" y="1670091"/>
                  <a:pt x="346810" y="1686860"/>
                </a:cubicBezTo>
                <a:cubicBezTo>
                  <a:pt x="346810" y="1703630"/>
                  <a:pt x="333216" y="1717224"/>
                  <a:pt x="316447" y="1717224"/>
                </a:cubicBezTo>
                <a:cubicBezTo>
                  <a:pt x="299677" y="1717224"/>
                  <a:pt x="286084" y="1703630"/>
                  <a:pt x="286084" y="1686860"/>
                </a:cubicBezTo>
                <a:cubicBezTo>
                  <a:pt x="286084" y="1670091"/>
                  <a:pt x="299677" y="1656497"/>
                  <a:pt x="316447" y="1656497"/>
                </a:cubicBezTo>
                <a:close/>
                <a:moveTo>
                  <a:pt x="243892" y="1656497"/>
                </a:moveTo>
                <a:cubicBezTo>
                  <a:pt x="260662" y="1656497"/>
                  <a:pt x="274256" y="1670091"/>
                  <a:pt x="274256" y="1686860"/>
                </a:cubicBezTo>
                <a:cubicBezTo>
                  <a:pt x="274256" y="1703630"/>
                  <a:pt x="260662" y="1717224"/>
                  <a:pt x="243892" y="1717224"/>
                </a:cubicBezTo>
                <a:cubicBezTo>
                  <a:pt x="227123" y="1717224"/>
                  <a:pt x="213529" y="1703630"/>
                  <a:pt x="213529" y="1686860"/>
                </a:cubicBezTo>
                <a:cubicBezTo>
                  <a:pt x="213529" y="1670091"/>
                  <a:pt x="227123" y="1656497"/>
                  <a:pt x="243892" y="1656497"/>
                </a:cubicBezTo>
                <a:close/>
                <a:moveTo>
                  <a:pt x="171339" y="1656497"/>
                </a:moveTo>
                <a:cubicBezTo>
                  <a:pt x="188107" y="1656497"/>
                  <a:pt x="201701" y="1670091"/>
                  <a:pt x="201701" y="1686860"/>
                </a:cubicBezTo>
                <a:cubicBezTo>
                  <a:pt x="201701" y="1703630"/>
                  <a:pt x="188107" y="1717224"/>
                  <a:pt x="171339" y="1717224"/>
                </a:cubicBezTo>
                <a:cubicBezTo>
                  <a:pt x="154594" y="1717224"/>
                  <a:pt x="141001" y="1703630"/>
                  <a:pt x="141001" y="1686860"/>
                </a:cubicBezTo>
                <a:cubicBezTo>
                  <a:pt x="141001" y="1670091"/>
                  <a:pt x="154594" y="1656497"/>
                  <a:pt x="171339" y="1656497"/>
                </a:cubicBezTo>
                <a:close/>
                <a:moveTo>
                  <a:pt x="98812" y="1656497"/>
                </a:moveTo>
                <a:cubicBezTo>
                  <a:pt x="115580" y="1656497"/>
                  <a:pt x="129174" y="1670091"/>
                  <a:pt x="129174" y="1686860"/>
                </a:cubicBezTo>
                <a:cubicBezTo>
                  <a:pt x="129174" y="1703630"/>
                  <a:pt x="115580" y="1717224"/>
                  <a:pt x="98812" y="1717224"/>
                </a:cubicBezTo>
                <a:cubicBezTo>
                  <a:pt x="82042" y="1717224"/>
                  <a:pt x="68448" y="1703630"/>
                  <a:pt x="68448" y="1686860"/>
                </a:cubicBezTo>
                <a:cubicBezTo>
                  <a:pt x="68448" y="1670091"/>
                  <a:pt x="82042" y="1656497"/>
                  <a:pt x="98812" y="1656497"/>
                </a:cubicBezTo>
                <a:close/>
                <a:moveTo>
                  <a:pt x="26257" y="1656497"/>
                </a:moveTo>
                <a:cubicBezTo>
                  <a:pt x="43026" y="1656497"/>
                  <a:pt x="56620" y="1670091"/>
                  <a:pt x="56620" y="1686860"/>
                </a:cubicBezTo>
                <a:cubicBezTo>
                  <a:pt x="56620" y="1703630"/>
                  <a:pt x="43026" y="1717224"/>
                  <a:pt x="26257" y="1717224"/>
                </a:cubicBezTo>
                <a:cubicBezTo>
                  <a:pt x="17873" y="1717224"/>
                  <a:pt x="10282" y="1713826"/>
                  <a:pt x="4787" y="1708331"/>
                </a:cubicBezTo>
                <a:lnTo>
                  <a:pt x="0" y="1696773"/>
                </a:lnTo>
                <a:lnTo>
                  <a:pt x="0" y="1676947"/>
                </a:lnTo>
                <a:lnTo>
                  <a:pt x="4787" y="1665390"/>
                </a:lnTo>
                <a:cubicBezTo>
                  <a:pt x="10282" y="1659896"/>
                  <a:pt x="17873" y="1656497"/>
                  <a:pt x="26257" y="1656497"/>
                </a:cubicBezTo>
                <a:close/>
                <a:moveTo>
                  <a:pt x="1114547" y="1576045"/>
                </a:moveTo>
                <a:cubicBezTo>
                  <a:pt x="1118739" y="1576045"/>
                  <a:pt x="1122733" y="1576894"/>
                  <a:pt x="1126366" y="1578431"/>
                </a:cubicBezTo>
                <a:lnTo>
                  <a:pt x="1131977" y="1582214"/>
                </a:lnTo>
                <a:lnTo>
                  <a:pt x="1128051" y="1585783"/>
                </a:lnTo>
                <a:lnTo>
                  <a:pt x="1088035" y="1615706"/>
                </a:lnTo>
                <a:lnTo>
                  <a:pt x="1084184" y="1606408"/>
                </a:lnTo>
                <a:cubicBezTo>
                  <a:pt x="1084184" y="1589639"/>
                  <a:pt x="1097778" y="1576045"/>
                  <a:pt x="1114547" y="1576045"/>
                </a:cubicBezTo>
                <a:close/>
                <a:moveTo>
                  <a:pt x="1041993" y="1576045"/>
                </a:moveTo>
                <a:cubicBezTo>
                  <a:pt x="1058762" y="1576045"/>
                  <a:pt x="1072356" y="1589639"/>
                  <a:pt x="1072356" y="1606408"/>
                </a:cubicBezTo>
                <a:cubicBezTo>
                  <a:pt x="1072356" y="1623178"/>
                  <a:pt x="1058762" y="1636772"/>
                  <a:pt x="1041993" y="1636772"/>
                </a:cubicBezTo>
                <a:cubicBezTo>
                  <a:pt x="1025223" y="1636772"/>
                  <a:pt x="1011629" y="1623178"/>
                  <a:pt x="1011629" y="1606408"/>
                </a:cubicBezTo>
                <a:cubicBezTo>
                  <a:pt x="1011629" y="1589639"/>
                  <a:pt x="1025223" y="1576045"/>
                  <a:pt x="1041993" y="1576045"/>
                </a:cubicBezTo>
                <a:close/>
                <a:moveTo>
                  <a:pt x="969438" y="1576045"/>
                </a:moveTo>
                <a:cubicBezTo>
                  <a:pt x="986208" y="1576045"/>
                  <a:pt x="999801" y="1589639"/>
                  <a:pt x="999801" y="1606408"/>
                </a:cubicBezTo>
                <a:cubicBezTo>
                  <a:pt x="999801" y="1623178"/>
                  <a:pt x="986208" y="1636772"/>
                  <a:pt x="969438" y="1636772"/>
                </a:cubicBezTo>
                <a:cubicBezTo>
                  <a:pt x="952669" y="1636772"/>
                  <a:pt x="939075" y="1623178"/>
                  <a:pt x="939075" y="1606408"/>
                </a:cubicBezTo>
                <a:cubicBezTo>
                  <a:pt x="939075" y="1589639"/>
                  <a:pt x="952669" y="1576045"/>
                  <a:pt x="969438" y="1576045"/>
                </a:cubicBezTo>
                <a:close/>
                <a:moveTo>
                  <a:pt x="896883" y="1576045"/>
                </a:moveTo>
                <a:cubicBezTo>
                  <a:pt x="913653" y="1576045"/>
                  <a:pt x="927247" y="1589639"/>
                  <a:pt x="927247" y="1606408"/>
                </a:cubicBezTo>
                <a:cubicBezTo>
                  <a:pt x="927247" y="1623178"/>
                  <a:pt x="913653" y="1636772"/>
                  <a:pt x="896883" y="1636772"/>
                </a:cubicBezTo>
                <a:cubicBezTo>
                  <a:pt x="880114" y="1636772"/>
                  <a:pt x="866520" y="1623178"/>
                  <a:pt x="866520" y="1606408"/>
                </a:cubicBezTo>
                <a:cubicBezTo>
                  <a:pt x="866520" y="1589639"/>
                  <a:pt x="880114" y="1576045"/>
                  <a:pt x="896883" y="1576045"/>
                </a:cubicBezTo>
                <a:close/>
                <a:moveTo>
                  <a:pt x="824329" y="1576045"/>
                </a:moveTo>
                <a:cubicBezTo>
                  <a:pt x="841098" y="1576045"/>
                  <a:pt x="854692" y="1589639"/>
                  <a:pt x="854692" y="1606408"/>
                </a:cubicBezTo>
                <a:cubicBezTo>
                  <a:pt x="854692" y="1623178"/>
                  <a:pt x="841098" y="1636772"/>
                  <a:pt x="824329" y="1636772"/>
                </a:cubicBezTo>
                <a:cubicBezTo>
                  <a:pt x="807559" y="1636772"/>
                  <a:pt x="793965" y="1623178"/>
                  <a:pt x="793965" y="1606408"/>
                </a:cubicBezTo>
                <a:cubicBezTo>
                  <a:pt x="793965" y="1589639"/>
                  <a:pt x="807559" y="1576045"/>
                  <a:pt x="824329" y="1576045"/>
                </a:cubicBezTo>
                <a:close/>
                <a:moveTo>
                  <a:pt x="751774" y="1576045"/>
                </a:moveTo>
                <a:cubicBezTo>
                  <a:pt x="768544" y="1576045"/>
                  <a:pt x="782138" y="1589639"/>
                  <a:pt x="782138" y="1606408"/>
                </a:cubicBezTo>
                <a:cubicBezTo>
                  <a:pt x="782138" y="1623178"/>
                  <a:pt x="768544" y="1636772"/>
                  <a:pt x="751774" y="1636772"/>
                </a:cubicBezTo>
                <a:cubicBezTo>
                  <a:pt x="735005" y="1636772"/>
                  <a:pt x="721411" y="1623178"/>
                  <a:pt x="721411" y="1606408"/>
                </a:cubicBezTo>
                <a:cubicBezTo>
                  <a:pt x="721411" y="1589639"/>
                  <a:pt x="735005" y="1576045"/>
                  <a:pt x="751774" y="1576045"/>
                </a:cubicBezTo>
                <a:close/>
                <a:moveTo>
                  <a:pt x="679220" y="1576045"/>
                </a:moveTo>
                <a:cubicBezTo>
                  <a:pt x="695989" y="1576045"/>
                  <a:pt x="709583" y="1589639"/>
                  <a:pt x="709583" y="1606408"/>
                </a:cubicBezTo>
                <a:cubicBezTo>
                  <a:pt x="709583" y="1623178"/>
                  <a:pt x="695989" y="1636772"/>
                  <a:pt x="679220" y="1636772"/>
                </a:cubicBezTo>
                <a:cubicBezTo>
                  <a:pt x="662450" y="1636772"/>
                  <a:pt x="648856" y="1623178"/>
                  <a:pt x="648856" y="1606408"/>
                </a:cubicBezTo>
                <a:cubicBezTo>
                  <a:pt x="648856" y="1589639"/>
                  <a:pt x="662450" y="1576045"/>
                  <a:pt x="679220" y="1576045"/>
                </a:cubicBezTo>
                <a:close/>
                <a:moveTo>
                  <a:pt x="606665" y="1576045"/>
                </a:moveTo>
                <a:cubicBezTo>
                  <a:pt x="623435" y="1576045"/>
                  <a:pt x="637029" y="1589639"/>
                  <a:pt x="637029" y="1606408"/>
                </a:cubicBezTo>
                <a:cubicBezTo>
                  <a:pt x="637029" y="1623178"/>
                  <a:pt x="623435" y="1636772"/>
                  <a:pt x="606665" y="1636772"/>
                </a:cubicBezTo>
                <a:cubicBezTo>
                  <a:pt x="589896" y="1636772"/>
                  <a:pt x="576302" y="1623178"/>
                  <a:pt x="576302" y="1606408"/>
                </a:cubicBezTo>
                <a:cubicBezTo>
                  <a:pt x="576302" y="1589639"/>
                  <a:pt x="589896" y="1576045"/>
                  <a:pt x="606665" y="1576045"/>
                </a:cubicBezTo>
                <a:close/>
                <a:moveTo>
                  <a:pt x="534111" y="1576045"/>
                </a:moveTo>
                <a:cubicBezTo>
                  <a:pt x="550880" y="1576045"/>
                  <a:pt x="564474" y="1589639"/>
                  <a:pt x="564474" y="1606408"/>
                </a:cubicBezTo>
                <a:cubicBezTo>
                  <a:pt x="564474" y="1623178"/>
                  <a:pt x="550880" y="1636772"/>
                  <a:pt x="534111" y="1636772"/>
                </a:cubicBezTo>
                <a:cubicBezTo>
                  <a:pt x="517341" y="1636772"/>
                  <a:pt x="503747" y="1623178"/>
                  <a:pt x="503747" y="1606408"/>
                </a:cubicBezTo>
                <a:cubicBezTo>
                  <a:pt x="503747" y="1589639"/>
                  <a:pt x="517341" y="1576045"/>
                  <a:pt x="534111" y="1576045"/>
                </a:cubicBezTo>
                <a:close/>
                <a:moveTo>
                  <a:pt x="461556" y="1576045"/>
                </a:moveTo>
                <a:cubicBezTo>
                  <a:pt x="478326" y="1576045"/>
                  <a:pt x="491920" y="1589639"/>
                  <a:pt x="491920" y="1606408"/>
                </a:cubicBezTo>
                <a:cubicBezTo>
                  <a:pt x="491920" y="1623178"/>
                  <a:pt x="478326" y="1636772"/>
                  <a:pt x="461556" y="1636772"/>
                </a:cubicBezTo>
                <a:cubicBezTo>
                  <a:pt x="444787" y="1636772"/>
                  <a:pt x="431192" y="1623178"/>
                  <a:pt x="431192" y="1606408"/>
                </a:cubicBezTo>
                <a:cubicBezTo>
                  <a:pt x="431192" y="1589639"/>
                  <a:pt x="444787" y="1576045"/>
                  <a:pt x="461556" y="1576045"/>
                </a:cubicBezTo>
                <a:close/>
                <a:moveTo>
                  <a:pt x="389002" y="1576045"/>
                </a:moveTo>
                <a:cubicBezTo>
                  <a:pt x="405771" y="1576045"/>
                  <a:pt x="419365" y="1589639"/>
                  <a:pt x="419365" y="1606408"/>
                </a:cubicBezTo>
                <a:cubicBezTo>
                  <a:pt x="419365" y="1623178"/>
                  <a:pt x="405771" y="1636772"/>
                  <a:pt x="389002" y="1636772"/>
                </a:cubicBezTo>
                <a:cubicBezTo>
                  <a:pt x="372232" y="1636772"/>
                  <a:pt x="358638" y="1623178"/>
                  <a:pt x="358638" y="1606408"/>
                </a:cubicBezTo>
                <a:cubicBezTo>
                  <a:pt x="358638" y="1589639"/>
                  <a:pt x="372232" y="1576045"/>
                  <a:pt x="389002" y="1576045"/>
                </a:cubicBezTo>
                <a:close/>
                <a:moveTo>
                  <a:pt x="316447" y="1576045"/>
                </a:moveTo>
                <a:cubicBezTo>
                  <a:pt x="333216" y="1576045"/>
                  <a:pt x="346810" y="1589639"/>
                  <a:pt x="346810" y="1606408"/>
                </a:cubicBezTo>
                <a:cubicBezTo>
                  <a:pt x="346810" y="1623178"/>
                  <a:pt x="333216" y="1636772"/>
                  <a:pt x="316447" y="1636772"/>
                </a:cubicBezTo>
                <a:cubicBezTo>
                  <a:pt x="299677" y="1636772"/>
                  <a:pt x="286084" y="1623178"/>
                  <a:pt x="286084" y="1606408"/>
                </a:cubicBezTo>
                <a:cubicBezTo>
                  <a:pt x="286084" y="1589639"/>
                  <a:pt x="299677" y="1576045"/>
                  <a:pt x="316447" y="1576045"/>
                </a:cubicBezTo>
                <a:close/>
                <a:moveTo>
                  <a:pt x="243892" y="1576045"/>
                </a:moveTo>
                <a:cubicBezTo>
                  <a:pt x="260662" y="1576045"/>
                  <a:pt x="274256" y="1589639"/>
                  <a:pt x="274256" y="1606408"/>
                </a:cubicBezTo>
                <a:cubicBezTo>
                  <a:pt x="274256" y="1623178"/>
                  <a:pt x="260662" y="1636772"/>
                  <a:pt x="243892" y="1636772"/>
                </a:cubicBezTo>
                <a:cubicBezTo>
                  <a:pt x="227123" y="1636772"/>
                  <a:pt x="213529" y="1623178"/>
                  <a:pt x="213529" y="1606408"/>
                </a:cubicBezTo>
                <a:cubicBezTo>
                  <a:pt x="213529" y="1589639"/>
                  <a:pt x="227123" y="1576045"/>
                  <a:pt x="243892" y="1576045"/>
                </a:cubicBezTo>
                <a:close/>
                <a:moveTo>
                  <a:pt x="171339" y="1576045"/>
                </a:moveTo>
                <a:cubicBezTo>
                  <a:pt x="188107" y="1576045"/>
                  <a:pt x="201701" y="1589639"/>
                  <a:pt x="201701" y="1606408"/>
                </a:cubicBezTo>
                <a:cubicBezTo>
                  <a:pt x="201701" y="1623178"/>
                  <a:pt x="188107" y="1636772"/>
                  <a:pt x="171339" y="1636772"/>
                </a:cubicBezTo>
                <a:cubicBezTo>
                  <a:pt x="154599" y="1636772"/>
                  <a:pt x="141006" y="1623178"/>
                  <a:pt x="141006" y="1606408"/>
                </a:cubicBezTo>
                <a:cubicBezTo>
                  <a:pt x="141006" y="1589639"/>
                  <a:pt x="154599" y="1576045"/>
                  <a:pt x="171339" y="1576045"/>
                </a:cubicBezTo>
                <a:close/>
                <a:moveTo>
                  <a:pt x="98818" y="1576045"/>
                </a:moveTo>
                <a:cubicBezTo>
                  <a:pt x="115586" y="1576045"/>
                  <a:pt x="129180" y="1589639"/>
                  <a:pt x="129180" y="1606408"/>
                </a:cubicBezTo>
                <a:cubicBezTo>
                  <a:pt x="129180" y="1623178"/>
                  <a:pt x="115586" y="1636772"/>
                  <a:pt x="98818" y="1636772"/>
                </a:cubicBezTo>
                <a:cubicBezTo>
                  <a:pt x="82048" y="1636772"/>
                  <a:pt x="68454" y="1623178"/>
                  <a:pt x="68454" y="1606408"/>
                </a:cubicBezTo>
                <a:cubicBezTo>
                  <a:pt x="68454" y="1589639"/>
                  <a:pt x="82048" y="1576045"/>
                  <a:pt x="98818" y="1576045"/>
                </a:cubicBezTo>
                <a:close/>
                <a:moveTo>
                  <a:pt x="26264" y="1576045"/>
                </a:moveTo>
                <a:cubicBezTo>
                  <a:pt x="43032" y="1576045"/>
                  <a:pt x="56626" y="1589639"/>
                  <a:pt x="56626" y="1606408"/>
                </a:cubicBezTo>
                <a:cubicBezTo>
                  <a:pt x="56626" y="1623178"/>
                  <a:pt x="43032" y="1636772"/>
                  <a:pt x="26264" y="1636772"/>
                </a:cubicBezTo>
                <a:cubicBezTo>
                  <a:pt x="17880" y="1636772"/>
                  <a:pt x="10289" y="1633374"/>
                  <a:pt x="4794" y="1627879"/>
                </a:cubicBezTo>
                <a:lnTo>
                  <a:pt x="0" y="1616304"/>
                </a:lnTo>
                <a:lnTo>
                  <a:pt x="0" y="1596512"/>
                </a:lnTo>
                <a:lnTo>
                  <a:pt x="4794" y="1584938"/>
                </a:lnTo>
                <a:cubicBezTo>
                  <a:pt x="10289" y="1579444"/>
                  <a:pt x="17880" y="1576045"/>
                  <a:pt x="26264" y="1576045"/>
                </a:cubicBezTo>
                <a:close/>
                <a:moveTo>
                  <a:pt x="1187102" y="1495593"/>
                </a:moveTo>
                <a:cubicBezTo>
                  <a:pt x="1195486" y="1495593"/>
                  <a:pt x="1203077" y="1498992"/>
                  <a:pt x="1208572" y="1504486"/>
                </a:cubicBezTo>
                <a:lnTo>
                  <a:pt x="1211014" y="1510381"/>
                </a:lnTo>
                <a:lnTo>
                  <a:pt x="1168285" y="1549216"/>
                </a:lnTo>
                <a:lnTo>
                  <a:pt x="1165631" y="1547427"/>
                </a:lnTo>
                <a:cubicBezTo>
                  <a:pt x="1160137" y="1541932"/>
                  <a:pt x="1156738" y="1534341"/>
                  <a:pt x="1156738" y="1525957"/>
                </a:cubicBezTo>
                <a:cubicBezTo>
                  <a:pt x="1156738" y="1509187"/>
                  <a:pt x="1170332" y="1495593"/>
                  <a:pt x="1187102" y="1495593"/>
                </a:cubicBezTo>
                <a:close/>
                <a:moveTo>
                  <a:pt x="1114547" y="1495593"/>
                </a:moveTo>
                <a:cubicBezTo>
                  <a:pt x="1131317" y="1495593"/>
                  <a:pt x="1144911" y="1509187"/>
                  <a:pt x="1144911" y="1525957"/>
                </a:cubicBezTo>
                <a:cubicBezTo>
                  <a:pt x="1144911" y="1542726"/>
                  <a:pt x="1131317" y="1556320"/>
                  <a:pt x="1114547" y="1556320"/>
                </a:cubicBezTo>
                <a:cubicBezTo>
                  <a:pt x="1097778" y="1556320"/>
                  <a:pt x="1084184" y="1542726"/>
                  <a:pt x="1084184" y="1525957"/>
                </a:cubicBezTo>
                <a:cubicBezTo>
                  <a:pt x="1084184" y="1509187"/>
                  <a:pt x="1097778" y="1495593"/>
                  <a:pt x="1114547" y="1495593"/>
                </a:cubicBezTo>
                <a:close/>
                <a:moveTo>
                  <a:pt x="1041993" y="1495593"/>
                </a:moveTo>
                <a:cubicBezTo>
                  <a:pt x="1058762" y="1495593"/>
                  <a:pt x="1072356" y="1509187"/>
                  <a:pt x="1072356" y="1525957"/>
                </a:cubicBezTo>
                <a:cubicBezTo>
                  <a:pt x="1072356" y="1542726"/>
                  <a:pt x="1058762" y="1556320"/>
                  <a:pt x="1041993" y="1556320"/>
                </a:cubicBezTo>
                <a:cubicBezTo>
                  <a:pt x="1025223" y="1556320"/>
                  <a:pt x="1011629" y="1542726"/>
                  <a:pt x="1011629" y="1525957"/>
                </a:cubicBezTo>
                <a:cubicBezTo>
                  <a:pt x="1011629" y="1509187"/>
                  <a:pt x="1025223" y="1495593"/>
                  <a:pt x="1041993" y="1495593"/>
                </a:cubicBezTo>
                <a:close/>
                <a:moveTo>
                  <a:pt x="969438" y="1495593"/>
                </a:moveTo>
                <a:cubicBezTo>
                  <a:pt x="986208" y="1495593"/>
                  <a:pt x="999801" y="1509187"/>
                  <a:pt x="999801" y="1525957"/>
                </a:cubicBezTo>
                <a:cubicBezTo>
                  <a:pt x="999801" y="1542726"/>
                  <a:pt x="986208" y="1556320"/>
                  <a:pt x="969438" y="1556320"/>
                </a:cubicBezTo>
                <a:cubicBezTo>
                  <a:pt x="952669" y="1556320"/>
                  <a:pt x="939075" y="1542726"/>
                  <a:pt x="939075" y="1525957"/>
                </a:cubicBezTo>
                <a:cubicBezTo>
                  <a:pt x="939075" y="1509187"/>
                  <a:pt x="952669" y="1495593"/>
                  <a:pt x="969438" y="1495593"/>
                </a:cubicBezTo>
                <a:close/>
                <a:moveTo>
                  <a:pt x="896883" y="1495593"/>
                </a:moveTo>
                <a:cubicBezTo>
                  <a:pt x="913653" y="1495593"/>
                  <a:pt x="927247" y="1509187"/>
                  <a:pt x="927247" y="1525957"/>
                </a:cubicBezTo>
                <a:cubicBezTo>
                  <a:pt x="927247" y="1542726"/>
                  <a:pt x="913653" y="1556320"/>
                  <a:pt x="896883" y="1556320"/>
                </a:cubicBezTo>
                <a:cubicBezTo>
                  <a:pt x="880114" y="1556320"/>
                  <a:pt x="866520" y="1542726"/>
                  <a:pt x="866520" y="1525957"/>
                </a:cubicBezTo>
                <a:cubicBezTo>
                  <a:pt x="866520" y="1509187"/>
                  <a:pt x="880114" y="1495593"/>
                  <a:pt x="896883" y="1495593"/>
                </a:cubicBezTo>
                <a:close/>
                <a:moveTo>
                  <a:pt x="824329" y="1495593"/>
                </a:moveTo>
                <a:cubicBezTo>
                  <a:pt x="841098" y="1495593"/>
                  <a:pt x="854692" y="1509187"/>
                  <a:pt x="854692" y="1525957"/>
                </a:cubicBezTo>
                <a:cubicBezTo>
                  <a:pt x="854692" y="1542726"/>
                  <a:pt x="841098" y="1556320"/>
                  <a:pt x="824329" y="1556320"/>
                </a:cubicBezTo>
                <a:cubicBezTo>
                  <a:pt x="807559" y="1556320"/>
                  <a:pt x="793965" y="1542726"/>
                  <a:pt x="793965" y="1525957"/>
                </a:cubicBezTo>
                <a:cubicBezTo>
                  <a:pt x="793965" y="1509187"/>
                  <a:pt x="807559" y="1495593"/>
                  <a:pt x="824329" y="1495593"/>
                </a:cubicBezTo>
                <a:close/>
                <a:moveTo>
                  <a:pt x="751774" y="1495593"/>
                </a:moveTo>
                <a:cubicBezTo>
                  <a:pt x="768544" y="1495593"/>
                  <a:pt x="782138" y="1509187"/>
                  <a:pt x="782138" y="1525957"/>
                </a:cubicBezTo>
                <a:cubicBezTo>
                  <a:pt x="782138" y="1542726"/>
                  <a:pt x="768544" y="1556320"/>
                  <a:pt x="751774" y="1556320"/>
                </a:cubicBezTo>
                <a:cubicBezTo>
                  <a:pt x="735005" y="1556320"/>
                  <a:pt x="721411" y="1542726"/>
                  <a:pt x="721411" y="1525957"/>
                </a:cubicBezTo>
                <a:cubicBezTo>
                  <a:pt x="721411" y="1509187"/>
                  <a:pt x="735005" y="1495593"/>
                  <a:pt x="751774" y="1495593"/>
                </a:cubicBezTo>
                <a:close/>
                <a:moveTo>
                  <a:pt x="679220" y="1495593"/>
                </a:moveTo>
                <a:cubicBezTo>
                  <a:pt x="695989" y="1495593"/>
                  <a:pt x="709583" y="1509187"/>
                  <a:pt x="709583" y="1525957"/>
                </a:cubicBezTo>
                <a:cubicBezTo>
                  <a:pt x="709583" y="1542726"/>
                  <a:pt x="695989" y="1556320"/>
                  <a:pt x="679220" y="1556320"/>
                </a:cubicBezTo>
                <a:cubicBezTo>
                  <a:pt x="662450" y="1556320"/>
                  <a:pt x="648856" y="1542726"/>
                  <a:pt x="648856" y="1525957"/>
                </a:cubicBezTo>
                <a:cubicBezTo>
                  <a:pt x="648856" y="1509187"/>
                  <a:pt x="662450" y="1495593"/>
                  <a:pt x="679220" y="1495593"/>
                </a:cubicBezTo>
                <a:close/>
                <a:moveTo>
                  <a:pt x="606665" y="1495593"/>
                </a:moveTo>
                <a:cubicBezTo>
                  <a:pt x="623435" y="1495593"/>
                  <a:pt x="637029" y="1509187"/>
                  <a:pt x="637029" y="1525957"/>
                </a:cubicBezTo>
                <a:cubicBezTo>
                  <a:pt x="637029" y="1542726"/>
                  <a:pt x="623435" y="1556320"/>
                  <a:pt x="606665" y="1556320"/>
                </a:cubicBezTo>
                <a:cubicBezTo>
                  <a:pt x="589896" y="1556320"/>
                  <a:pt x="576302" y="1542726"/>
                  <a:pt x="576302" y="1525957"/>
                </a:cubicBezTo>
                <a:cubicBezTo>
                  <a:pt x="576302" y="1509187"/>
                  <a:pt x="589896" y="1495593"/>
                  <a:pt x="606665" y="1495593"/>
                </a:cubicBezTo>
                <a:close/>
                <a:moveTo>
                  <a:pt x="534111" y="1495593"/>
                </a:moveTo>
                <a:cubicBezTo>
                  <a:pt x="550880" y="1495593"/>
                  <a:pt x="564474" y="1509187"/>
                  <a:pt x="564474" y="1525957"/>
                </a:cubicBezTo>
                <a:cubicBezTo>
                  <a:pt x="564474" y="1542726"/>
                  <a:pt x="550880" y="1556320"/>
                  <a:pt x="534111" y="1556320"/>
                </a:cubicBezTo>
                <a:cubicBezTo>
                  <a:pt x="517341" y="1556320"/>
                  <a:pt x="503747" y="1542726"/>
                  <a:pt x="503747" y="1525957"/>
                </a:cubicBezTo>
                <a:cubicBezTo>
                  <a:pt x="503747" y="1509187"/>
                  <a:pt x="517341" y="1495593"/>
                  <a:pt x="534111" y="1495593"/>
                </a:cubicBezTo>
                <a:close/>
                <a:moveTo>
                  <a:pt x="461556" y="1495593"/>
                </a:moveTo>
                <a:cubicBezTo>
                  <a:pt x="478326" y="1495593"/>
                  <a:pt x="491920" y="1509187"/>
                  <a:pt x="491920" y="1525957"/>
                </a:cubicBezTo>
                <a:cubicBezTo>
                  <a:pt x="491920" y="1542726"/>
                  <a:pt x="478326" y="1556320"/>
                  <a:pt x="461556" y="1556320"/>
                </a:cubicBezTo>
                <a:cubicBezTo>
                  <a:pt x="444787" y="1556320"/>
                  <a:pt x="431192" y="1542726"/>
                  <a:pt x="431192" y="1525957"/>
                </a:cubicBezTo>
                <a:cubicBezTo>
                  <a:pt x="431192" y="1509187"/>
                  <a:pt x="444787" y="1495593"/>
                  <a:pt x="461556" y="1495593"/>
                </a:cubicBezTo>
                <a:close/>
                <a:moveTo>
                  <a:pt x="389002" y="1495593"/>
                </a:moveTo>
                <a:cubicBezTo>
                  <a:pt x="405771" y="1495593"/>
                  <a:pt x="419365" y="1509187"/>
                  <a:pt x="419365" y="1525957"/>
                </a:cubicBezTo>
                <a:cubicBezTo>
                  <a:pt x="419365" y="1542726"/>
                  <a:pt x="405771" y="1556320"/>
                  <a:pt x="389002" y="1556320"/>
                </a:cubicBezTo>
                <a:cubicBezTo>
                  <a:pt x="372232" y="1556320"/>
                  <a:pt x="358638" y="1542726"/>
                  <a:pt x="358638" y="1525957"/>
                </a:cubicBezTo>
                <a:cubicBezTo>
                  <a:pt x="358638" y="1509187"/>
                  <a:pt x="372232" y="1495593"/>
                  <a:pt x="389002" y="1495593"/>
                </a:cubicBezTo>
                <a:close/>
                <a:moveTo>
                  <a:pt x="316447" y="1495593"/>
                </a:moveTo>
                <a:cubicBezTo>
                  <a:pt x="333216" y="1495593"/>
                  <a:pt x="346810" y="1509187"/>
                  <a:pt x="346810" y="1525957"/>
                </a:cubicBezTo>
                <a:cubicBezTo>
                  <a:pt x="346810" y="1542726"/>
                  <a:pt x="333216" y="1556320"/>
                  <a:pt x="316447" y="1556320"/>
                </a:cubicBezTo>
                <a:cubicBezTo>
                  <a:pt x="299677" y="1556320"/>
                  <a:pt x="286084" y="1542726"/>
                  <a:pt x="286084" y="1525957"/>
                </a:cubicBezTo>
                <a:cubicBezTo>
                  <a:pt x="286084" y="1509187"/>
                  <a:pt x="299677" y="1495593"/>
                  <a:pt x="316447" y="1495593"/>
                </a:cubicBezTo>
                <a:close/>
                <a:moveTo>
                  <a:pt x="243892" y="1495593"/>
                </a:moveTo>
                <a:cubicBezTo>
                  <a:pt x="260662" y="1495593"/>
                  <a:pt x="274256" y="1509187"/>
                  <a:pt x="274256" y="1525957"/>
                </a:cubicBezTo>
                <a:cubicBezTo>
                  <a:pt x="274256" y="1542726"/>
                  <a:pt x="260662" y="1556320"/>
                  <a:pt x="243892" y="1556320"/>
                </a:cubicBezTo>
                <a:cubicBezTo>
                  <a:pt x="227123" y="1556320"/>
                  <a:pt x="213529" y="1542726"/>
                  <a:pt x="213529" y="1525957"/>
                </a:cubicBezTo>
                <a:cubicBezTo>
                  <a:pt x="213529" y="1509187"/>
                  <a:pt x="227123" y="1495593"/>
                  <a:pt x="243892" y="1495593"/>
                </a:cubicBezTo>
                <a:close/>
                <a:moveTo>
                  <a:pt x="171339" y="1495593"/>
                </a:moveTo>
                <a:cubicBezTo>
                  <a:pt x="188107" y="1495593"/>
                  <a:pt x="201701" y="1509187"/>
                  <a:pt x="201701" y="1525957"/>
                </a:cubicBezTo>
                <a:cubicBezTo>
                  <a:pt x="201701" y="1542726"/>
                  <a:pt x="188107" y="1556320"/>
                  <a:pt x="171339" y="1556320"/>
                </a:cubicBezTo>
                <a:cubicBezTo>
                  <a:pt x="154606" y="1556320"/>
                  <a:pt x="141012" y="1542726"/>
                  <a:pt x="141012" y="1525957"/>
                </a:cubicBezTo>
                <a:cubicBezTo>
                  <a:pt x="141012" y="1509187"/>
                  <a:pt x="154606" y="1495593"/>
                  <a:pt x="171339" y="1495593"/>
                </a:cubicBezTo>
                <a:close/>
                <a:moveTo>
                  <a:pt x="98825" y="1495593"/>
                </a:moveTo>
                <a:cubicBezTo>
                  <a:pt x="115592" y="1495593"/>
                  <a:pt x="129186" y="1509187"/>
                  <a:pt x="129186" y="1525957"/>
                </a:cubicBezTo>
                <a:cubicBezTo>
                  <a:pt x="129186" y="1542726"/>
                  <a:pt x="115592" y="1556320"/>
                  <a:pt x="98825" y="1556320"/>
                </a:cubicBezTo>
                <a:cubicBezTo>
                  <a:pt x="82054" y="1556320"/>
                  <a:pt x="68461" y="1542726"/>
                  <a:pt x="68461" y="1525957"/>
                </a:cubicBezTo>
                <a:cubicBezTo>
                  <a:pt x="68461" y="1509187"/>
                  <a:pt x="82054" y="1495593"/>
                  <a:pt x="98825" y="1495593"/>
                </a:cubicBezTo>
                <a:close/>
                <a:moveTo>
                  <a:pt x="26270" y="1495593"/>
                </a:moveTo>
                <a:cubicBezTo>
                  <a:pt x="43038" y="1495593"/>
                  <a:pt x="56632" y="1509187"/>
                  <a:pt x="56632" y="1525957"/>
                </a:cubicBezTo>
                <a:cubicBezTo>
                  <a:pt x="56632" y="1542726"/>
                  <a:pt x="43038" y="1556320"/>
                  <a:pt x="26270" y="1556320"/>
                </a:cubicBezTo>
                <a:cubicBezTo>
                  <a:pt x="17886" y="1556320"/>
                  <a:pt x="10295" y="1552922"/>
                  <a:pt x="4801" y="1547427"/>
                </a:cubicBezTo>
                <a:lnTo>
                  <a:pt x="0" y="1535836"/>
                </a:lnTo>
                <a:lnTo>
                  <a:pt x="0" y="1516078"/>
                </a:lnTo>
                <a:lnTo>
                  <a:pt x="4801" y="1504486"/>
                </a:lnTo>
                <a:cubicBezTo>
                  <a:pt x="10295" y="1498992"/>
                  <a:pt x="17886" y="1495593"/>
                  <a:pt x="26270" y="1495593"/>
                </a:cubicBezTo>
                <a:close/>
                <a:moveTo>
                  <a:pt x="1259656" y="1415141"/>
                </a:moveTo>
                <a:cubicBezTo>
                  <a:pt x="1268041" y="1415141"/>
                  <a:pt x="1275632" y="1418540"/>
                  <a:pt x="1281127" y="1424035"/>
                </a:cubicBezTo>
                <a:lnTo>
                  <a:pt x="1285044" y="1433492"/>
                </a:lnTo>
                <a:lnTo>
                  <a:pt x="1248565" y="1473629"/>
                </a:lnTo>
                <a:lnTo>
                  <a:pt x="1247837" y="1473482"/>
                </a:lnTo>
                <a:cubicBezTo>
                  <a:pt x="1236940" y="1468873"/>
                  <a:pt x="1229293" y="1458082"/>
                  <a:pt x="1229293" y="1445505"/>
                </a:cubicBezTo>
                <a:cubicBezTo>
                  <a:pt x="1229293" y="1428735"/>
                  <a:pt x="1242887" y="1415141"/>
                  <a:pt x="1259656" y="1415141"/>
                </a:cubicBezTo>
                <a:close/>
                <a:moveTo>
                  <a:pt x="1187102" y="1415141"/>
                </a:moveTo>
                <a:cubicBezTo>
                  <a:pt x="1203871" y="1415141"/>
                  <a:pt x="1217465" y="1428735"/>
                  <a:pt x="1217465" y="1445505"/>
                </a:cubicBezTo>
                <a:cubicBezTo>
                  <a:pt x="1217465" y="1462274"/>
                  <a:pt x="1203871" y="1475868"/>
                  <a:pt x="1187102" y="1475868"/>
                </a:cubicBezTo>
                <a:cubicBezTo>
                  <a:pt x="1170332" y="1475868"/>
                  <a:pt x="1156738" y="1462274"/>
                  <a:pt x="1156738" y="1445505"/>
                </a:cubicBezTo>
                <a:cubicBezTo>
                  <a:pt x="1156738" y="1428735"/>
                  <a:pt x="1170332" y="1415141"/>
                  <a:pt x="1187102" y="1415141"/>
                </a:cubicBezTo>
                <a:close/>
                <a:moveTo>
                  <a:pt x="1114547" y="1415141"/>
                </a:moveTo>
                <a:cubicBezTo>
                  <a:pt x="1131317" y="1415141"/>
                  <a:pt x="1144911" y="1428735"/>
                  <a:pt x="1144911" y="1445505"/>
                </a:cubicBezTo>
                <a:cubicBezTo>
                  <a:pt x="1144911" y="1462274"/>
                  <a:pt x="1131317" y="1475868"/>
                  <a:pt x="1114547" y="1475868"/>
                </a:cubicBezTo>
                <a:cubicBezTo>
                  <a:pt x="1097778" y="1475868"/>
                  <a:pt x="1084184" y="1462274"/>
                  <a:pt x="1084184" y="1445505"/>
                </a:cubicBezTo>
                <a:cubicBezTo>
                  <a:pt x="1084184" y="1428735"/>
                  <a:pt x="1097778" y="1415141"/>
                  <a:pt x="1114547" y="1415141"/>
                </a:cubicBezTo>
                <a:close/>
                <a:moveTo>
                  <a:pt x="1041993" y="1415141"/>
                </a:moveTo>
                <a:cubicBezTo>
                  <a:pt x="1058762" y="1415141"/>
                  <a:pt x="1072356" y="1428735"/>
                  <a:pt x="1072356" y="1445505"/>
                </a:cubicBezTo>
                <a:cubicBezTo>
                  <a:pt x="1072356" y="1462274"/>
                  <a:pt x="1058762" y="1475868"/>
                  <a:pt x="1041993" y="1475868"/>
                </a:cubicBezTo>
                <a:cubicBezTo>
                  <a:pt x="1025223" y="1475868"/>
                  <a:pt x="1011629" y="1462274"/>
                  <a:pt x="1011629" y="1445505"/>
                </a:cubicBezTo>
                <a:cubicBezTo>
                  <a:pt x="1011629" y="1428735"/>
                  <a:pt x="1025223" y="1415141"/>
                  <a:pt x="1041993" y="1415141"/>
                </a:cubicBezTo>
                <a:close/>
                <a:moveTo>
                  <a:pt x="969438" y="1415141"/>
                </a:moveTo>
                <a:cubicBezTo>
                  <a:pt x="986208" y="1415141"/>
                  <a:pt x="999801" y="1428735"/>
                  <a:pt x="999801" y="1445505"/>
                </a:cubicBezTo>
                <a:cubicBezTo>
                  <a:pt x="999801" y="1462274"/>
                  <a:pt x="986208" y="1475868"/>
                  <a:pt x="969438" y="1475868"/>
                </a:cubicBezTo>
                <a:cubicBezTo>
                  <a:pt x="952669" y="1475868"/>
                  <a:pt x="939075" y="1462274"/>
                  <a:pt x="939075" y="1445505"/>
                </a:cubicBezTo>
                <a:cubicBezTo>
                  <a:pt x="939075" y="1428735"/>
                  <a:pt x="952669" y="1415141"/>
                  <a:pt x="969438" y="1415141"/>
                </a:cubicBezTo>
                <a:close/>
                <a:moveTo>
                  <a:pt x="896883" y="1415141"/>
                </a:moveTo>
                <a:cubicBezTo>
                  <a:pt x="913653" y="1415141"/>
                  <a:pt x="927247" y="1428735"/>
                  <a:pt x="927247" y="1445505"/>
                </a:cubicBezTo>
                <a:cubicBezTo>
                  <a:pt x="927247" y="1462274"/>
                  <a:pt x="913653" y="1475868"/>
                  <a:pt x="896883" y="1475868"/>
                </a:cubicBezTo>
                <a:cubicBezTo>
                  <a:pt x="880114" y="1475868"/>
                  <a:pt x="866520" y="1462274"/>
                  <a:pt x="866520" y="1445505"/>
                </a:cubicBezTo>
                <a:cubicBezTo>
                  <a:pt x="866520" y="1428735"/>
                  <a:pt x="880114" y="1415141"/>
                  <a:pt x="896883" y="1415141"/>
                </a:cubicBezTo>
                <a:close/>
                <a:moveTo>
                  <a:pt x="824329" y="1415141"/>
                </a:moveTo>
                <a:cubicBezTo>
                  <a:pt x="841098" y="1415141"/>
                  <a:pt x="854692" y="1428735"/>
                  <a:pt x="854692" y="1445505"/>
                </a:cubicBezTo>
                <a:cubicBezTo>
                  <a:pt x="854692" y="1462274"/>
                  <a:pt x="841098" y="1475868"/>
                  <a:pt x="824329" y="1475868"/>
                </a:cubicBezTo>
                <a:cubicBezTo>
                  <a:pt x="807559" y="1475868"/>
                  <a:pt x="793965" y="1462274"/>
                  <a:pt x="793965" y="1445505"/>
                </a:cubicBezTo>
                <a:cubicBezTo>
                  <a:pt x="793965" y="1428735"/>
                  <a:pt x="807559" y="1415141"/>
                  <a:pt x="824329" y="1415141"/>
                </a:cubicBezTo>
                <a:close/>
                <a:moveTo>
                  <a:pt x="751774" y="1415141"/>
                </a:moveTo>
                <a:cubicBezTo>
                  <a:pt x="768544" y="1415141"/>
                  <a:pt x="782138" y="1428735"/>
                  <a:pt x="782138" y="1445505"/>
                </a:cubicBezTo>
                <a:cubicBezTo>
                  <a:pt x="782138" y="1462274"/>
                  <a:pt x="768544" y="1475868"/>
                  <a:pt x="751774" y="1475868"/>
                </a:cubicBezTo>
                <a:cubicBezTo>
                  <a:pt x="735005" y="1475868"/>
                  <a:pt x="721411" y="1462274"/>
                  <a:pt x="721411" y="1445505"/>
                </a:cubicBezTo>
                <a:cubicBezTo>
                  <a:pt x="721411" y="1428735"/>
                  <a:pt x="735005" y="1415141"/>
                  <a:pt x="751774" y="1415141"/>
                </a:cubicBezTo>
                <a:close/>
                <a:moveTo>
                  <a:pt x="679220" y="1415141"/>
                </a:moveTo>
                <a:cubicBezTo>
                  <a:pt x="695989" y="1415141"/>
                  <a:pt x="709583" y="1428735"/>
                  <a:pt x="709583" y="1445505"/>
                </a:cubicBezTo>
                <a:cubicBezTo>
                  <a:pt x="709583" y="1462274"/>
                  <a:pt x="695989" y="1475868"/>
                  <a:pt x="679220" y="1475868"/>
                </a:cubicBezTo>
                <a:cubicBezTo>
                  <a:pt x="662450" y="1475868"/>
                  <a:pt x="648856" y="1462274"/>
                  <a:pt x="648856" y="1445505"/>
                </a:cubicBezTo>
                <a:cubicBezTo>
                  <a:pt x="648856" y="1428735"/>
                  <a:pt x="662450" y="1415141"/>
                  <a:pt x="679220" y="1415141"/>
                </a:cubicBezTo>
                <a:close/>
                <a:moveTo>
                  <a:pt x="606665" y="1415141"/>
                </a:moveTo>
                <a:cubicBezTo>
                  <a:pt x="623435" y="1415141"/>
                  <a:pt x="637029" y="1428735"/>
                  <a:pt x="637029" y="1445505"/>
                </a:cubicBezTo>
                <a:cubicBezTo>
                  <a:pt x="637029" y="1462274"/>
                  <a:pt x="623435" y="1475868"/>
                  <a:pt x="606665" y="1475868"/>
                </a:cubicBezTo>
                <a:cubicBezTo>
                  <a:pt x="589896" y="1475868"/>
                  <a:pt x="576302" y="1462274"/>
                  <a:pt x="576302" y="1445505"/>
                </a:cubicBezTo>
                <a:cubicBezTo>
                  <a:pt x="576302" y="1428735"/>
                  <a:pt x="589896" y="1415141"/>
                  <a:pt x="606665" y="1415141"/>
                </a:cubicBezTo>
                <a:close/>
                <a:moveTo>
                  <a:pt x="534111" y="1415141"/>
                </a:moveTo>
                <a:cubicBezTo>
                  <a:pt x="550880" y="1415141"/>
                  <a:pt x="564474" y="1428735"/>
                  <a:pt x="564474" y="1445505"/>
                </a:cubicBezTo>
                <a:cubicBezTo>
                  <a:pt x="564474" y="1462274"/>
                  <a:pt x="550880" y="1475868"/>
                  <a:pt x="534111" y="1475868"/>
                </a:cubicBezTo>
                <a:cubicBezTo>
                  <a:pt x="517341" y="1475868"/>
                  <a:pt x="503747" y="1462274"/>
                  <a:pt x="503747" y="1445505"/>
                </a:cubicBezTo>
                <a:cubicBezTo>
                  <a:pt x="503747" y="1428735"/>
                  <a:pt x="517341" y="1415141"/>
                  <a:pt x="534111" y="1415141"/>
                </a:cubicBezTo>
                <a:close/>
                <a:moveTo>
                  <a:pt x="461556" y="1415141"/>
                </a:moveTo>
                <a:cubicBezTo>
                  <a:pt x="478326" y="1415141"/>
                  <a:pt x="491920" y="1428735"/>
                  <a:pt x="491920" y="1445505"/>
                </a:cubicBezTo>
                <a:cubicBezTo>
                  <a:pt x="491920" y="1462274"/>
                  <a:pt x="478326" y="1475868"/>
                  <a:pt x="461556" y="1475868"/>
                </a:cubicBezTo>
                <a:cubicBezTo>
                  <a:pt x="444787" y="1475868"/>
                  <a:pt x="431192" y="1462274"/>
                  <a:pt x="431192" y="1445505"/>
                </a:cubicBezTo>
                <a:cubicBezTo>
                  <a:pt x="431192" y="1428735"/>
                  <a:pt x="444787" y="1415141"/>
                  <a:pt x="461556" y="1415141"/>
                </a:cubicBezTo>
                <a:close/>
                <a:moveTo>
                  <a:pt x="389002" y="1415141"/>
                </a:moveTo>
                <a:cubicBezTo>
                  <a:pt x="405771" y="1415141"/>
                  <a:pt x="419365" y="1428735"/>
                  <a:pt x="419365" y="1445505"/>
                </a:cubicBezTo>
                <a:cubicBezTo>
                  <a:pt x="419365" y="1462274"/>
                  <a:pt x="405771" y="1475868"/>
                  <a:pt x="389002" y="1475868"/>
                </a:cubicBezTo>
                <a:cubicBezTo>
                  <a:pt x="372232" y="1475868"/>
                  <a:pt x="358638" y="1462274"/>
                  <a:pt x="358638" y="1445505"/>
                </a:cubicBezTo>
                <a:cubicBezTo>
                  <a:pt x="358638" y="1428735"/>
                  <a:pt x="372232" y="1415141"/>
                  <a:pt x="389002" y="1415141"/>
                </a:cubicBezTo>
                <a:close/>
                <a:moveTo>
                  <a:pt x="316447" y="1415141"/>
                </a:moveTo>
                <a:cubicBezTo>
                  <a:pt x="333216" y="1415141"/>
                  <a:pt x="346810" y="1428735"/>
                  <a:pt x="346810" y="1445505"/>
                </a:cubicBezTo>
                <a:cubicBezTo>
                  <a:pt x="346810" y="1462274"/>
                  <a:pt x="333216" y="1475868"/>
                  <a:pt x="316447" y="1475868"/>
                </a:cubicBezTo>
                <a:cubicBezTo>
                  <a:pt x="299677" y="1475868"/>
                  <a:pt x="286084" y="1462274"/>
                  <a:pt x="286084" y="1445505"/>
                </a:cubicBezTo>
                <a:cubicBezTo>
                  <a:pt x="286084" y="1428735"/>
                  <a:pt x="299677" y="1415141"/>
                  <a:pt x="316447" y="1415141"/>
                </a:cubicBezTo>
                <a:close/>
                <a:moveTo>
                  <a:pt x="243892" y="1415141"/>
                </a:moveTo>
                <a:cubicBezTo>
                  <a:pt x="260662" y="1415141"/>
                  <a:pt x="274256" y="1428735"/>
                  <a:pt x="274256" y="1445505"/>
                </a:cubicBezTo>
                <a:cubicBezTo>
                  <a:pt x="274256" y="1462274"/>
                  <a:pt x="260662" y="1475868"/>
                  <a:pt x="243892" y="1475868"/>
                </a:cubicBezTo>
                <a:cubicBezTo>
                  <a:pt x="227123" y="1475868"/>
                  <a:pt x="213529" y="1462274"/>
                  <a:pt x="213529" y="1445505"/>
                </a:cubicBezTo>
                <a:cubicBezTo>
                  <a:pt x="213529" y="1428735"/>
                  <a:pt x="227123" y="1415141"/>
                  <a:pt x="243892" y="1415141"/>
                </a:cubicBezTo>
                <a:close/>
                <a:moveTo>
                  <a:pt x="171339" y="1415141"/>
                </a:moveTo>
                <a:cubicBezTo>
                  <a:pt x="188107" y="1415141"/>
                  <a:pt x="201701" y="1428735"/>
                  <a:pt x="201701" y="1445505"/>
                </a:cubicBezTo>
                <a:cubicBezTo>
                  <a:pt x="201701" y="1462274"/>
                  <a:pt x="188107" y="1475868"/>
                  <a:pt x="171339" y="1475868"/>
                </a:cubicBezTo>
                <a:cubicBezTo>
                  <a:pt x="154611" y="1475868"/>
                  <a:pt x="141018" y="1462274"/>
                  <a:pt x="141018" y="1445505"/>
                </a:cubicBezTo>
                <a:cubicBezTo>
                  <a:pt x="141018" y="1428735"/>
                  <a:pt x="154611" y="1415141"/>
                  <a:pt x="171339" y="1415141"/>
                </a:cubicBezTo>
                <a:close/>
                <a:moveTo>
                  <a:pt x="98831" y="1415141"/>
                </a:moveTo>
                <a:cubicBezTo>
                  <a:pt x="115598" y="1415141"/>
                  <a:pt x="129192" y="1428735"/>
                  <a:pt x="129192" y="1445505"/>
                </a:cubicBezTo>
                <a:cubicBezTo>
                  <a:pt x="129192" y="1462274"/>
                  <a:pt x="115598" y="1475868"/>
                  <a:pt x="98831" y="1475868"/>
                </a:cubicBezTo>
                <a:cubicBezTo>
                  <a:pt x="82060" y="1475868"/>
                  <a:pt x="68467" y="1462274"/>
                  <a:pt x="68467" y="1445505"/>
                </a:cubicBezTo>
                <a:cubicBezTo>
                  <a:pt x="68467" y="1428735"/>
                  <a:pt x="82060" y="1415141"/>
                  <a:pt x="98831" y="1415141"/>
                </a:cubicBezTo>
                <a:close/>
                <a:moveTo>
                  <a:pt x="26277" y="1415141"/>
                </a:moveTo>
                <a:cubicBezTo>
                  <a:pt x="43044" y="1415141"/>
                  <a:pt x="56638" y="1428735"/>
                  <a:pt x="56638" y="1445505"/>
                </a:cubicBezTo>
                <a:cubicBezTo>
                  <a:pt x="56638" y="1462274"/>
                  <a:pt x="43044" y="1475868"/>
                  <a:pt x="26277" y="1475868"/>
                </a:cubicBezTo>
                <a:cubicBezTo>
                  <a:pt x="17892" y="1475868"/>
                  <a:pt x="10301" y="1472470"/>
                  <a:pt x="4807" y="1466975"/>
                </a:cubicBezTo>
                <a:lnTo>
                  <a:pt x="0" y="1455370"/>
                </a:lnTo>
                <a:lnTo>
                  <a:pt x="0" y="1435640"/>
                </a:lnTo>
                <a:lnTo>
                  <a:pt x="4807" y="1424034"/>
                </a:lnTo>
                <a:cubicBezTo>
                  <a:pt x="10301" y="1418540"/>
                  <a:pt x="17892" y="1415141"/>
                  <a:pt x="26277" y="1415141"/>
                </a:cubicBezTo>
                <a:close/>
                <a:moveTo>
                  <a:pt x="1332211" y="1334690"/>
                </a:moveTo>
                <a:cubicBezTo>
                  <a:pt x="1340596" y="1334690"/>
                  <a:pt x="1348186" y="1338088"/>
                  <a:pt x="1353681" y="1343583"/>
                </a:cubicBezTo>
                <a:lnTo>
                  <a:pt x="1356143" y="1349526"/>
                </a:lnTo>
                <a:lnTo>
                  <a:pt x="1331934" y="1381900"/>
                </a:lnTo>
                <a:lnTo>
                  <a:pt x="1321597" y="1393274"/>
                </a:lnTo>
                <a:lnTo>
                  <a:pt x="1320392" y="1393030"/>
                </a:lnTo>
                <a:cubicBezTo>
                  <a:pt x="1309494" y="1388421"/>
                  <a:pt x="1301847" y="1377631"/>
                  <a:pt x="1301847" y="1365053"/>
                </a:cubicBezTo>
                <a:cubicBezTo>
                  <a:pt x="1301847" y="1348284"/>
                  <a:pt x="1315441" y="1334690"/>
                  <a:pt x="1332211" y="1334690"/>
                </a:cubicBezTo>
                <a:close/>
                <a:moveTo>
                  <a:pt x="1259656" y="1334690"/>
                </a:moveTo>
                <a:cubicBezTo>
                  <a:pt x="1276426" y="1334690"/>
                  <a:pt x="1290020" y="1348284"/>
                  <a:pt x="1290020" y="1365053"/>
                </a:cubicBezTo>
                <a:cubicBezTo>
                  <a:pt x="1290020" y="1381823"/>
                  <a:pt x="1276426" y="1395417"/>
                  <a:pt x="1259656" y="1395417"/>
                </a:cubicBezTo>
                <a:cubicBezTo>
                  <a:pt x="1242887" y="1395417"/>
                  <a:pt x="1229293" y="1381823"/>
                  <a:pt x="1229293" y="1365053"/>
                </a:cubicBezTo>
                <a:cubicBezTo>
                  <a:pt x="1229293" y="1348284"/>
                  <a:pt x="1242887" y="1334690"/>
                  <a:pt x="1259656" y="1334690"/>
                </a:cubicBezTo>
                <a:close/>
                <a:moveTo>
                  <a:pt x="1187102" y="1334690"/>
                </a:moveTo>
                <a:cubicBezTo>
                  <a:pt x="1203871" y="1334690"/>
                  <a:pt x="1217465" y="1348284"/>
                  <a:pt x="1217465" y="1365053"/>
                </a:cubicBezTo>
                <a:cubicBezTo>
                  <a:pt x="1217465" y="1381823"/>
                  <a:pt x="1203871" y="1395417"/>
                  <a:pt x="1187102" y="1395417"/>
                </a:cubicBezTo>
                <a:cubicBezTo>
                  <a:pt x="1170332" y="1395417"/>
                  <a:pt x="1156738" y="1381823"/>
                  <a:pt x="1156738" y="1365053"/>
                </a:cubicBezTo>
                <a:cubicBezTo>
                  <a:pt x="1156738" y="1348284"/>
                  <a:pt x="1170332" y="1334690"/>
                  <a:pt x="1187102" y="1334690"/>
                </a:cubicBezTo>
                <a:close/>
                <a:moveTo>
                  <a:pt x="1114547" y="1334690"/>
                </a:moveTo>
                <a:cubicBezTo>
                  <a:pt x="1131317" y="1334690"/>
                  <a:pt x="1144911" y="1348284"/>
                  <a:pt x="1144911" y="1365053"/>
                </a:cubicBezTo>
                <a:cubicBezTo>
                  <a:pt x="1144911" y="1381823"/>
                  <a:pt x="1131317" y="1395417"/>
                  <a:pt x="1114547" y="1395417"/>
                </a:cubicBezTo>
                <a:cubicBezTo>
                  <a:pt x="1097778" y="1395417"/>
                  <a:pt x="1084184" y="1381823"/>
                  <a:pt x="1084184" y="1365053"/>
                </a:cubicBezTo>
                <a:cubicBezTo>
                  <a:pt x="1084184" y="1348284"/>
                  <a:pt x="1097778" y="1334690"/>
                  <a:pt x="1114547" y="1334690"/>
                </a:cubicBezTo>
                <a:close/>
                <a:moveTo>
                  <a:pt x="1041993" y="1334690"/>
                </a:moveTo>
                <a:cubicBezTo>
                  <a:pt x="1058762" y="1334690"/>
                  <a:pt x="1072356" y="1348284"/>
                  <a:pt x="1072356" y="1365053"/>
                </a:cubicBezTo>
                <a:cubicBezTo>
                  <a:pt x="1072356" y="1381823"/>
                  <a:pt x="1058762" y="1395417"/>
                  <a:pt x="1041993" y="1395417"/>
                </a:cubicBezTo>
                <a:cubicBezTo>
                  <a:pt x="1025223" y="1395417"/>
                  <a:pt x="1011629" y="1381823"/>
                  <a:pt x="1011629" y="1365053"/>
                </a:cubicBezTo>
                <a:cubicBezTo>
                  <a:pt x="1011629" y="1348284"/>
                  <a:pt x="1025223" y="1334690"/>
                  <a:pt x="1041993" y="1334690"/>
                </a:cubicBezTo>
                <a:close/>
                <a:moveTo>
                  <a:pt x="969438" y="1334690"/>
                </a:moveTo>
                <a:cubicBezTo>
                  <a:pt x="986208" y="1334690"/>
                  <a:pt x="999801" y="1348284"/>
                  <a:pt x="999801" y="1365053"/>
                </a:cubicBezTo>
                <a:cubicBezTo>
                  <a:pt x="999801" y="1381823"/>
                  <a:pt x="986208" y="1395417"/>
                  <a:pt x="969438" y="1395417"/>
                </a:cubicBezTo>
                <a:cubicBezTo>
                  <a:pt x="952669" y="1395417"/>
                  <a:pt x="939075" y="1381823"/>
                  <a:pt x="939075" y="1365053"/>
                </a:cubicBezTo>
                <a:cubicBezTo>
                  <a:pt x="939075" y="1348284"/>
                  <a:pt x="952669" y="1334690"/>
                  <a:pt x="969438" y="1334690"/>
                </a:cubicBezTo>
                <a:close/>
                <a:moveTo>
                  <a:pt x="896883" y="1334690"/>
                </a:moveTo>
                <a:cubicBezTo>
                  <a:pt x="913653" y="1334690"/>
                  <a:pt x="927247" y="1348284"/>
                  <a:pt x="927247" y="1365053"/>
                </a:cubicBezTo>
                <a:cubicBezTo>
                  <a:pt x="927247" y="1381823"/>
                  <a:pt x="913653" y="1395417"/>
                  <a:pt x="896883" y="1395417"/>
                </a:cubicBezTo>
                <a:cubicBezTo>
                  <a:pt x="880114" y="1395417"/>
                  <a:pt x="866520" y="1381823"/>
                  <a:pt x="866520" y="1365053"/>
                </a:cubicBezTo>
                <a:cubicBezTo>
                  <a:pt x="866520" y="1348284"/>
                  <a:pt x="880114" y="1334690"/>
                  <a:pt x="896883" y="1334690"/>
                </a:cubicBezTo>
                <a:close/>
                <a:moveTo>
                  <a:pt x="824329" y="1334690"/>
                </a:moveTo>
                <a:cubicBezTo>
                  <a:pt x="841098" y="1334690"/>
                  <a:pt x="854692" y="1348284"/>
                  <a:pt x="854692" y="1365053"/>
                </a:cubicBezTo>
                <a:cubicBezTo>
                  <a:pt x="854692" y="1381823"/>
                  <a:pt x="841098" y="1395417"/>
                  <a:pt x="824329" y="1395417"/>
                </a:cubicBezTo>
                <a:cubicBezTo>
                  <a:pt x="807559" y="1395417"/>
                  <a:pt x="793965" y="1381823"/>
                  <a:pt x="793965" y="1365053"/>
                </a:cubicBezTo>
                <a:cubicBezTo>
                  <a:pt x="793965" y="1348284"/>
                  <a:pt x="807559" y="1334690"/>
                  <a:pt x="824329" y="1334690"/>
                </a:cubicBezTo>
                <a:close/>
                <a:moveTo>
                  <a:pt x="751774" y="1334690"/>
                </a:moveTo>
                <a:cubicBezTo>
                  <a:pt x="768544" y="1334690"/>
                  <a:pt x="782138" y="1348284"/>
                  <a:pt x="782138" y="1365053"/>
                </a:cubicBezTo>
                <a:cubicBezTo>
                  <a:pt x="782138" y="1381823"/>
                  <a:pt x="768544" y="1395417"/>
                  <a:pt x="751774" y="1395417"/>
                </a:cubicBezTo>
                <a:cubicBezTo>
                  <a:pt x="735005" y="1395417"/>
                  <a:pt x="721411" y="1381823"/>
                  <a:pt x="721411" y="1365053"/>
                </a:cubicBezTo>
                <a:cubicBezTo>
                  <a:pt x="721411" y="1348284"/>
                  <a:pt x="735005" y="1334690"/>
                  <a:pt x="751774" y="1334690"/>
                </a:cubicBezTo>
                <a:close/>
                <a:moveTo>
                  <a:pt x="679220" y="1334690"/>
                </a:moveTo>
                <a:cubicBezTo>
                  <a:pt x="695989" y="1334690"/>
                  <a:pt x="709583" y="1348284"/>
                  <a:pt x="709583" y="1365053"/>
                </a:cubicBezTo>
                <a:cubicBezTo>
                  <a:pt x="709583" y="1381823"/>
                  <a:pt x="695989" y="1395417"/>
                  <a:pt x="679220" y="1395417"/>
                </a:cubicBezTo>
                <a:cubicBezTo>
                  <a:pt x="662450" y="1395417"/>
                  <a:pt x="648856" y="1381823"/>
                  <a:pt x="648856" y="1365053"/>
                </a:cubicBezTo>
                <a:cubicBezTo>
                  <a:pt x="648856" y="1348284"/>
                  <a:pt x="662450" y="1334690"/>
                  <a:pt x="679220" y="1334690"/>
                </a:cubicBezTo>
                <a:close/>
                <a:moveTo>
                  <a:pt x="606665" y="1334690"/>
                </a:moveTo>
                <a:cubicBezTo>
                  <a:pt x="623435" y="1334690"/>
                  <a:pt x="637029" y="1348284"/>
                  <a:pt x="637029" y="1365053"/>
                </a:cubicBezTo>
                <a:cubicBezTo>
                  <a:pt x="637029" y="1381823"/>
                  <a:pt x="623435" y="1395417"/>
                  <a:pt x="606665" y="1395417"/>
                </a:cubicBezTo>
                <a:cubicBezTo>
                  <a:pt x="589896" y="1395417"/>
                  <a:pt x="576302" y="1381823"/>
                  <a:pt x="576302" y="1365053"/>
                </a:cubicBezTo>
                <a:cubicBezTo>
                  <a:pt x="576302" y="1348284"/>
                  <a:pt x="589896" y="1334690"/>
                  <a:pt x="606665" y="1334690"/>
                </a:cubicBezTo>
                <a:close/>
                <a:moveTo>
                  <a:pt x="534111" y="1334690"/>
                </a:moveTo>
                <a:cubicBezTo>
                  <a:pt x="550880" y="1334690"/>
                  <a:pt x="564474" y="1348284"/>
                  <a:pt x="564474" y="1365053"/>
                </a:cubicBezTo>
                <a:cubicBezTo>
                  <a:pt x="564474" y="1381823"/>
                  <a:pt x="550880" y="1395417"/>
                  <a:pt x="534111" y="1395417"/>
                </a:cubicBezTo>
                <a:cubicBezTo>
                  <a:pt x="517341" y="1395417"/>
                  <a:pt x="503747" y="1381823"/>
                  <a:pt x="503747" y="1365053"/>
                </a:cubicBezTo>
                <a:cubicBezTo>
                  <a:pt x="503747" y="1348284"/>
                  <a:pt x="517341" y="1334690"/>
                  <a:pt x="534111" y="1334690"/>
                </a:cubicBezTo>
                <a:close/>
                <a:moveTo>
                  <a:pt x="461556" y="1334690"/>
                </a:moveTo>
                <a:cubicBezTo>
                  <a:pt x="478326" y="1334690"/>
                  <a:pt x="491920" y="1348284"/>
                  <a:pt x="491920" y="1365053"/>
                </a:cubicBezTo>
                <a:cubicBezTo>
                  <a:pt x="491920" y="1381823"/>
                  <a:pt x="478326" y="1395417"/>
                  <a:pt x="461556" y="1395417"/>
                </a:cubicBezTo>
                <a:cubicBezTo>
                  <a:pt x="444787" y="1395417"/>
                  <a:pt x="431192" y="1381823"/>
                  <a:pt x="431192" y="1365053"/>
                </a:cubicBezTo>
                <a:cubicBezTo>
                  <a:pt x="431192" y="1348284"/>
                  <a:pt x="444787" y="1334690"/>
                  <a:pt x="461556" y="1334690"/>
                </a:cubicBezTo>
                <a:close/>
                <a:moveTo>
                  <a:pt x="389002" y="1334690"/>
                </a:moveTo>
                <a:cubicBezTo>
                  <a:pt x="405771" y="1334690"/>
                  <a:pt x="419365" y="1348284"/>
                  <a:pt x="419365" y="1365053"/>
                </a:cubicBezTo>
                <a:cubicBezTo>
                  <a:pt x="419365" y="1381823"/>
                  <a:pt x="405771" y="1395417"/>
                  <a:pt x="389002" y="1395417"/>
                </a:cubicBezTo>
                <a:cubicBezTo>
                  <a:pt x="372232" y="1395417"/>
                  <a:pt x="358638" y="1381823"/>
                  <a:pt x="358638" y="1365053"/>
                </a:cubicBezTo>
                <a:cubicBezTo>
                  <a:pt x="358638" y="1348284"/>
                  <a:pt x="372232" y="1334690"/>
                  <a:pt x="389002" y="1334690"/>
                </a:cubicBezTo>
                <a:close/>
                <a:moveTo>
                  <a:pt x="316447" y="1334690"/>
                </a:moveTo>
                <a:cubicBezTo>
                  <a:pt x="333216" y="1334690"/>
                  <a:pt x="346810" y="1348284"/>
                  <a:pt x="346810" y="1365053"/>
                </a:cubicBezTo>
                <a:cubicBezTo>
                  <a:pt x="346810" y="1381823"/>
                  <a:pt x="333216" y="1395417"/>
                  <a:pt x="316447" y="1395417"/>
                </a:cubicBezTo>
                <a:cubicBezTo>
                  <a:pt x="299677" y="1395417"/>
                  <a:pt x="286084" y="1381823"/>
                  <a:pt x="286084" y="1365053"/>
                </a:cubicBezTo>
                <a:cubicBezTo>
                  <a:pt x="286084" y="1348284"/>
                  <a:pt x="299677" y="1334690"/>
                  <a:pt x="316447" y="1334690"/>
                </a:cubicBezTo>
                <a:close/>
                <a:moveTo>
                  <a:pt x="243892" y="1334690"/>
                </a:moveTo>
                <a:cubicBezTo>
                  <a:pt x="260662" y="1334690"/>
                  <a:pt x="274256" y="1348284"/>
                  <a:pt x="274256" y="1365053"/>
                </a:cubicBezTo>
                <a:cubicBezTo>
                  <a:pt x="274256" y="1381823"/>
                  <a:pt x="260662" y="1395417"/>
                  <a:pt x="243892" y="1395417"/>
                </a:cubicBezTo>
                <a:cubicBezTo>
                  <a:pt x="227123" y="1395417"/>
                  <a:pt x="213529" y="1381823"/>
                  <a:pt x="213529" y="1365053"/>
                </a:cubicBezTo>
                <a:cubicBezTo>
                  <a:pt x="213529" y="1348284"/>
                  <a:pt x="227123" y="1334690"/>
                  <a:pt x="243892" y="1334690"/>
                </a:cubicBezTo>
                <a:close/>
                <a:moveTo>
                  <a:pt x="171339" y="1334690"/>
                </a:moveTo>
                <a:cubicBezTo>
                  <a:pt x="188107" y="1334690"/>
                  <a:pt x="201701" y="1348284"/>
                  <a:pt x="201701" y="1365053"/>
                </a:cubicBezTo>
                <a:cubicBezTo>
                  <a:pt x="201701" y="1381823"/>
                  <a:pt x="188107" y="1395417"/>
                  <a:pt x="171339" y="1395417"/>
                </a:cubicBezTo>
                <a:cubicBezTo>
                  <a:pt x="154616" y="1395417"/>
                  <a:pt x="141023" y="1381823"/>
                  <a:pt x="141023" y="1365053"/>
                </a:cubicBezTo>
                <a:cubicBezTo>
                  <a:pt x="141023" y="1348284"/>
                  <a:pt x="154616" y="1334690"/>
                  <a:pt x="171339" y="1334690"/>
                </a:cubicBezTo>
                <a:close/>
                <a:moveTo>
                  <a:pt x="98838" y="1334690"/>
                </a:moveTo>
                <a:cubicBezTo>
                  <a:pt x="115605" y="1334690"/>
                  <a:pt x="129198" y="1348284"/>
                  <a:pt x="129198" y="1365053"/>
                </a:cubicBezTo>
                <a:cubicBezTo>
                  <a:pt x="129198" y="1381823"/>
                  <a:pt x="115605" y="1395417"/>
                  <a:pt x="98838" y="1395417"/>
                </a:cubicBezTo>
                <a:cubicBezTo>
                  <a:pt x="82067" y="1395417"/>
                  <a:pt x="68474" y="1381823"/>
                  <a:pt x="68474" y="1365053"/>
                </a:cubicBezTo>
                <a:cubicBezTo>
                  <a:pt x="68474" y="1348284"/>
                  <a:pt x="82067" y="1334690"/>
                  <a:pt x="98838" y="1334690"/>
                </a:cubicBezTo>
                <a:close/>
                <a:moveTo>
                  <a:pt x="26283" y="1334690"/>
                </a:moveTo>
                <a:cubicBezTo>
                  <a:pt x="43051" y="1334690"/>
                  <a:pt x="56645" y="1348284"/>
                  <a:pt x="56645" y="1365053"/>
                </a:cubicBezTo>
                <a:cubicBezTo>
                  <a:pt x="56645" y="1381823"/>
                  <a:pt x="43051" y="1395417"/>
                  <a:pt x="26283" y="1395417"/>
                </a:cubicBezTo>
                <a:cubicBezTo>
                  <a:pt x="17898" y="1395417"/>
                  <a:pt x="10308" y="1392019"/>
                  <a:pt x="4813" y="1386524"/>
                </a:cubicBezTo>
                <a:lnTo>
                  <a:pt x="0" y="1374903"/>
                </a:lnTo>
                <a:lnTo>
                  <a:pt x="0" y="1355203"/>
                </a:lnTo>
                <a:lnTo>
                  <a:pt x="4813" y="1343583"/>
                </a:lnTo>
                <a:cubicBezTo>
                  <a:pt x="10308" y="1338089"/>
                  <a:pt x="17898" y="1334690"/>
                  <a:pt x="26283" y="1334690"/>
                </a:cubicBezTo>
                <a:close/>
                <a:moveTo>
                  <a:pt x="1404765" y="1254238"/>
                </a:moveTo>
                <a:cubicBezTo>
                  <a:pt x="1408957" y="1254238"/>
                  <a:pt x="1412951" y="1255088"/>
                  <a:pt x="1416584" y="1256624"/>
                </a:cubicBezTo>
                <a:lnTo>
                  <a:pt x="1422045" y="1260306"/>
                </a:lnTo>
                <a:lnTo>
                  <a:pt x="1418517" y="1266114"/>
                </a:lnTo>
                <a:lnTo>
                  <a:pt x="1386846" y="1308466"/>
                </a:lnTo>
                <a:lnTo>
                  <a:pt x="1383295" y="1306072"/>
                </a:lnTo>
                <a:cubicBezTo>
                  <a:pt x="1377800" y="1300577"/>
                  <a:pt x="1374402" y="1292986"/>
                  <a:pt x="1374402" y="1284602"/>
                </a:cubicBezTo>
                <a:cubicBezTo>
                  <a:pt x="1374402" y="1267832"/>
                  <a:pt x="1387996" y="1254238"/>
                  <a:pt x="1404765" y="1254238"/>
                </a:cubicBezTo>
                <a:close/>
                <a:moveTo>
                  <a:pt x="1332211" y="1254238"/>
                </a:moveTo>
                <a:cubicBezTo>
                  <a:pt x="1348980" y="1254238"/>
                  <a:pt x="1362574" y="1267832"/>
                  <a:pt x="1362574" y="1284602"/>
                </a:cubicBezTo>
                <a:cubicBezTo>
                  <a:pt x="1362574" y="1301371"/>
                  <a:pt x="1348980" y="1314965"/>
                  <a:pt x="1332211" y="1314965"/>
                </a:cubicBezTo>
                <a:cubicBezTo>
                  <a:pt x="1315441" y="1314965"/>
                  <a:pt x="1301847" y="1301371"/>
                  <a:pt x="1301847" y="1284602"/>
                </a:cubicBezTo>
                <a:cubicBezTo>
                  <a:pt x="1301847" y="1267832"/>
                  <a:pt x="1315441" y="1254238"/>
                  <a:pt x="1332211" y="1254238"/>
                </a:cubicBezTo>
                <a:close/>
                <a:moveTo>
                  <a:pt x="1259656" y="1254238"/>
                </a:moveTo>
                <a:cubicBezTo>
                  <a:pt x="1276426" y="1254238"/>
                  <a:pt x="1290020" y="1267832"/>
                  <a:pt x="1290020" y="1284602"/>
                </a:cubicBezTo>
                <a:cubicBezTo>
                  <a:pt x="1290020" y="1301371"/>
                  <a:pt x="1276426" y="1314965"/>
                  <a:pt x="1259656" y="1314965"/>
                </a:cubicBezTo>
                <a:cubicBezTo>
                  <a:pt x="1242887" y="1314965"/>
                  <a:pt x="1229293" y="1301371"/>
                  <a:pt x="1229293" y="1284602"/>
                </a:cubicBezTo>
                <a:cubicBezTo>
                  <a:pt x="1229293" y="1267832"/>
                  <a:pt x="1242887" y="1254238"/>
                  <a:pt x="1259656" y="1254238"/>
                </a:cubicBezTo>
                <a:close/>
                <a:moveTo>
                  <a:pt x="1187102" y="1254238"/>
                </a:moveTo>
                <a:cubicBezTo>
                  <a:pt x="1203871" y="1254238"/>
                  <a:pt x="1217465" y="1267832"/>
                  <a:pt x="1217465" y="1284602"/>
                </a:cubicBezTo>
                <a:cubicBezTo>
                  <a:pt x="1217465" y="1301371"/>
                  <a:pt x="1203871" y="1314965"/>
                  <a:pt x="1187102" y="1314965"/>
                </a:cubicBezTo>
                <a:cubicBezTo>
                  <a:pt x="1170332" y="1314965"/>
                  <a:pt x="1156738" y="1301371"/>
                  <a:pt x="1156738" y="1284602"/>
                </a:cubicBezTo>
                <a:cubicBezTo>
                  <a:pt x="1156738" y="1267832"/>
                  <a:pt x="1170332" y="1254238"/>
                  <a:pt x="1187102" y="1254238"/>
                </a:cubicBezTo>
                <a:close/>
                <a:moveTo>
                  <a:pt x="1114547" y="1254238"/>
                </a:moveTo>
                <a:cubicBezTo>
                  <a:pt x="1131317" y="1254238"/>
                  <a:pt x="1144911" y="1267832"/>
                  <a:pt x="1144911" y="1284602"/>
                </a:cubicBezTo>
                <a:cubicBezTo>
                  <a:pt x="1144911" y="1301371"/>
                  <a:pt x="1131317" y="1314965"/>
                  <a:pt x="1114547" y="1314965"/>
                </a:cubicBezTo>
                <a:cubicBezTo>
                  <a:pt x="1097778" y="1314965"/>
                  <a:pt x="1084184" y="1301371"/>
                  <a:pt x="1084184" y="1284602"/>
                </a:cubicBezTo>
                <a:cubicBezTo>
                  <a:pt x="1084184" y="1267832"/>
                  <a:pt x="1097778" y="1254238"/>
                  <a:pt x="1114547" y="1254238"/>
                </a:cubicBezTo>
                <a:close/>
                <a:moveTo>
                  <a:pt x="1041993" y="1254238"/>
                </a:moveTo>
                <a:cubicBezTo>
                  <a:pt x="1058762" y="1254238"/>
                  <a:pt x="1072356" y="1267832"/>
                  <a:pt x="1072356" y="1284602"/>
                </a:cubicBezTo>
                <a:cubicBezTo>
                  <a:pt x="1072356" y="1301371"/>
                  <a:pt x="1058762" y="1314965"/>
                  <a:pt x="1041993" y="1314965"/>
                </a:cubicBezTo>
                <a:cubicBezTo>
                  <a:pt x="1025223" y="1314965"/>
                  <a:pt x="1011629" y="1301371"/>
                  <a:pt x="1011629" y="1284602"/>
                </a:cubicBezTo>
                <a:cubicBezTo>
                  <a:pt x="1011629" y="1267832"/>
                  <a:pt x="1025223" y="1254238"/>
                  <a:pt x="1041993" y="1254238"/>
                </a:cubicBezTo>
                <a:close/>
                <a:moveTo>
                  <a:pt x="969438" y="1254238"/>
                </a:moveTo>
                <a:cubicBezTo>
                  <a:pt x="986208" y="1254238"/>
                  <a:pt x="999801" y="1267832"/>
                  <a:pt x="999801" y="1284602"/>
                </a:cubicBezTo>
                <a:cubicBezTo>
                  <a:pt x="999801" y="1301371"/>
                  <a:pt x="986208" y="1314965"/>
                  <a:pt x="969438" y="1314965"/>
                </a:cubicBezTo>
                <a:cubicBezTo>
                  <a:pt x="952669" y="1314965"/>
                  <a:pt x="939075" y="1301371"/>
                  <a:pt x="939075" y="1284602"/>
                </a:cubicBezTo>
                <a:cubicBezTo>
                  <a:pt x="939075" y="1267832"/>
                  <a:pt x="952669" y="1254238"/>
                  <a:pt x="969438" y="1254238"/>
                </a:cubicBezTo>
                <a:close/>
                <a:moveTo>
                  <a:pt x="896883" y="1254238"/>
                </a:moveTo>
                <a:cubicBezTo>
                  <a:pt x="913653" y="1254238"/>
                  <a:pt x="927247" y="1267832"/>
                  <a:pt x="927247" y="1284602"/>
                </a:cubicBezTo>
                <a:cubicBezTo>
                  <a:pt x="927247" y="1301371"/>
                  <a:pt x="913653" y="1314965"/>
                  <a:pt x="896883" y="1314965"/>
                </a:cubicBezTo>
                <a:cubicBezTo>
                  <a:pt x="880114" y="1314965"/>
                  <a:pt x="866520" y="1301371"/>
                  <a:pt x="866520" y="1284602"/>
                </a:cubicBezTo>
                <a:cubicBezTo>
                  <a:pt x="866520" y="1267832"/>
                  <a:pt x="880114" y="1254238"/>
                  <a:pt x="896883" y="1254238"/>
                </a:cubicBezTo>
                <a:close/>
                <a:moveTo>
                  <a:pt x="824329" y="1254238"/>
                </a:moveTo>
                <a:cubicBezTo>
                  <a:pt x="841098" y="1254238"/>
                  <a:pt x="854692" y="1267832"/>
                  <a:pt x="854692" y="1284602"/>
                </a:cubicBezTo>
                <a:cubicBezTo>
                  <a:pt x="854692" y="1301371"/>
                  <a:pt x="841098" y="1314965"/>
                  <a:pt x="824329" y="1314965"/>
                </a:cubicBezTo>
                <a:cubicBezTo>
                  <a:pt x="807559" y="1314965"/>
                  <a:pt x="793965" y="1301371"/>
                  <a:pt x="793965" y="1284602"/>
                </a:cubicBezTo>
                <a:cubicBezTo>
                  <a:pt x="793965" y="1267832"/>
                  <a:pt x="807559" y="1254238"/>
                  <a:pt x="824329" y="1254238"/>
                </a:cubicBezTo>
                <a:close/>
                <a:moveTo>
                  <a:pt x="751774" y="1254238"/>
                </a:moveTo>
                <a:cubicBezTo>
                  <a:pt x="768544" y="1254238"/>
                  <a:pt x="782138" y="1267832"/>
                  <a:pt x="782138" y="1284602"/>
                </a:cubicBezTo>
                <a:cubicBezTo>
                  <a:pt x="782138" y="1301371"/>
                  <a:pt x="768544" y="1314965"/>
                  <a:pt x="751774" y="1314965"/>
                </a:cubicBezTo>
                <a:cubicBezTo>
                  <a:pt x="735005" y="1314965"/>
                  <a:pt x="721411" y="1301371"/>
                  <a:pt x="721411" y="1284602"/>
                </a:cubicBezTo>
                <a:cubicBezTo>
                  <a:pt x="721411" y="1267832"/>
                  <a:pt x="735005" y="1254238"/>
                  <a:pt x="751774" y="1254238"/>
                </a:cubicBezTo>
                <a:close/>
                <a:moveTo>
                  <a:pt x="679220" y="1254238"/>
                </a:moveTo>
                <a:cubicBezTo>
                  <a:pt x="695989" y="1254238"/>
                  <a:pt x="709583" y="1267832"/>
                  <a:pt x="709583" y="1284602"/>
                </a:cubicBezTo>
                <a:cubicBezTo>
                  <a:pt x="709583" y="1301371"/>
                  <a:pt x="695989" y="1314965"/>
                  <a:pt x="679220" y="1314965"/>
                </a:cubicBezTo>
                <a:cubicBezTo>
                  <a:pt x="662450" y="1314965"/>
                  <a:pt x="648856" y="1301371"/>
                  <a:pt x="648856" y="1284602"/>
                </a:cubicBezTo>
                <a:cubicBezTo>
                  <a:pt x="648856" y="1267832"/>
                  <a:pt x="662450" y="1254238"/>
                  <a:pt x="679220" y="1254238"/>
                </a:cubicBezTo>
                <a:close/>
                <a:moveTo>
                  <a:pt x="606665" y="1254238"/>
                </a:moveTo>
                <a:cubicBezTo>
                  <a:pt x="623435" y="1254238"/>
                  <a:pt x="637029" y="1267832"/>
                  <a:pt x="637029" y="1284602"/>
                </a:cubicBezTo>
                <a:cubicBezTo>
                  <a:pt x="637029" y="1301371"/>
                  <a:pt x="623435" y="1314965"/>
                  <a:pt x="606665" y="1314965"/>
                </a:cubicBezTo>
                <a:cubicBezTo>
                  <a:pt x="589896" y="1314965"/>
                  <a:pt x="576302" y="1301371"/>
                  <a:pt x="576302" y="1284602"/>
                </a:cubicBezTo>
                <a:cubicBezTo>
                  <a:pt x="576302" y="1267832"/>
                  <a:pt x="589896" y="1254238"/>
                  <a:pt x="606665" y="1254238"/>
                </a:cubicBezTo>
                <a:close/>
                <a:moveTo>
                  <a:pt x="534111" y="1254238"/>
                </a:moveTo>
                <a:cubicBezTo>
                  <a:pt x="550880" y="1254238"/>
                  <a:pt x="564474" y="1267832"/>
                  <a:pt x="564474" y="1284602"/>
                </a:cubicBezTo>
                <a:cubicBezTo>
                  <a:pt x="564474" y="1301371"/>
                  <a:pt x="550880" y="1314965"/>
                  <a:pt x="534111" y="1314965"/>
                </a:cubicBezTo>
                <a:cubicBezTo>
                  <a:pt x="517341" y="1314965"/>
                  <a:pt x="503747" y="1301371"/>
                  <a:pt x="503747" y="1284602"/>
                </a:cubicBezTo>
                <a:cubicBezTo>
                  <a:pt x="503747" y="1267832"/>
                  <a:pt x="517341" y="1254238"/>
                  <a:pt x="534111" y="1254238"/>
                </a:cubicBezTo>
                <a:close/>
                <a:moveTo>
                  <a:pt x="461556" y="1254238"/>
                </a:moveTo>
                <a:cubicBezTo>
                  <a:pt x="478326" y="1254238"/>
                  <a:pt x="491920" y="1267832"/>
                  <a:pt x="491920" y="1284602"/>
                </a:cubicBezTo>
                <a:cubicBezTo>
                  <a:pt x="491920" y="1301371"/>
                  <a:pt x="478326" y="1314965"/>
                  <a:pt x="461556" y="1314965"/>
                </a:cubicBezTo>
                <a:cubicBezTo>
                  <a:pt x="444787" y="1314965"/>
                  <a:pt x="431192" y="1301371"/>
                  <a:pt x="431192" y="1284602"/>
                </a:cubicBezTo>
                <a:cubicBezTo>
                  <a:pt x="431192" y="1267832"/>
                  <a:pt x="444787" y="1254238"/>
                  <a:pt x="461556" y="1254238"/>
                </a:cubicBezTo>
                <a:close/>
                <a:moveTo>
                  <a:pt x="389002" y="1254238"/>
                </a:moveTo>
                <a:cubicBezTo>
                  <a:pt x="405771" y="1254238"/>
                  <a:pt x="419365" y="1267832"/>
                  <a:pt x="419365" y="1284602"/>
                </a:cubicBezTo>
                <a:cubicBezTo>
                  <a:pt x="419365" y="1301371"/>
                  <a:pt x="405771" y="1314965"/>
                  <a:pt x="389002" y="1314965"/>
                </a:cubicBezTo>
                <a:cubicBezTo>
                  <a:pt x="372232" y="1314965"/>
                  <a:pt x="358638" y="1301371"/>
                  <a:pt x="358638" y="1284602"/>
                </a:cubicBezTo>
                <a:cubicBezTo>
                  <a:pt x="358638" y="1267832"/>
                  <a:pt x="372232" y="1254238"/>
                  <a:pt x="389002" y="1254238"/>
                </a:cubicBezTo>
                <a:close/>
                <a:moveTo>
                  <a:pt x="316447" y="1254238"/>
                </a:moveTo>
                <a:cubicBezTo>
                  <a:pt x="333216" y="1254238"/>
                  <a:pt x="346810" y="1267832"/>
                  <a:pt x="346810" y="1284602"/>
                </a:cubicBezTo>
                <a:cubicBezTo>
                  <a:pt x="346810" y="1301371"/>
                  <a:pt x="333216" y="1314965"/>
                  <a:pt x="316447" y="1314965"/>
                </a:cubicBezTo>
                <a:cubicBezTo>
                  <a:pt x="299677" y="1314965"/>
                  <a:pt x="286084" y="1301371"/>
                  <a:pt x="286084" y="1284602"/>
                </a:cubicBezTo>
                <a:cubicBezTo>
                  <a:pt x="286084" y="1267832"/>
                  <a:pt x="299677" y="1254238"/>
                  <a:pt x="316447" y="1254238"/>
                </a:cubicBezTo>
                <a:close/>
                <a:moveTo>
                  <a:pt x="243892" y="1254238"/>
                </a:moveTo>
                <a:cubicBezTo>
                  <a:pt x="260662" y="1254238"/>
                  <a:pt x="274256" y="1267832"/>
                  <a:pt x="274256" y="1284602"/>
                </a:cubicBezTo>
                <a:cubicBezTo>
                  <a:pt x="274256" y="1301371"/>
                  <a:pt x="260662" y="1314965"/>
                  <a:pt x="243892" y="1314965"/>
                </a:cubicBezTo>
                <a:cubicBezTo>
                  <a:pt x="227123" y="1314965"/>
                  <a:pt x="213529" y="1301371"/>
                  <a:pt x="213529" y="1284602"/>
                </a:cubicBezTo>
                <a:cubicBezTo>
                  <a:pt x="213529" y="1267832"/>
                  <a:pt x="227123" y="1254238"/>
                  <a:pt x="243892" y="1254238"/>
                </a:cubicBezTo>
                <a:close/>
                <a:moveTo>
                  <a:pt x="171339" y="1254238"/>
                </a:moveTo>
                <a:cubicBezTo>
                  <a:pt x="188107" y="1254238"/>
                  <a:pt x="201701" y="1267832"/>
                  <a:pt x="201701" y="1284602"/>
                </a:cubicBezTo>
                <a:cubicBezTo>
                  <a:pt x="201701" y="1301371"/>
                  <a:pt x="188107" y="1314965"/>
                  <a:pt x="171339" y="1314965"/>
                </a:cubicBezTo>
                <a:cubicBezTo>
                  <a:pt x="154622" y="1314965"/>
                  <a:pt x="141029" y="1301371"/>
                  <a:pt x="141029" y="1284602"/>
                </a:cubicBezTo>
                <a:cubicBezTo>
                  <a:pt x="141029" y="1267832"/>
                  <a:pt x="154622" y="1254238"/>
                  <a:pt x="171339" y="1254238"/>
                </a:cubicBezTo>
                <a:close/>
                <a:moveTo>
                  <a:pt x="98845" y="1254238"/>
                </a:moveTo>
                <a:cubicBezTo>
                  <a:pt x="115610" y="1254238"/>
                  <a:pt x="129204" y="1267832"/>
                  <a:pt x="129204" y="1284602"/>
                </a:cubicBezTo>
                <a:cubicBezTo>
                  <a:pt x="129204" y="1301371"/>
                  <a:pt x="115610" y="1314965"/>
                  <a:pt x="98845" y="1314965"/>
                </a:cubicBezTo>
                <a:cubicBezTo>
                  <a:pt x="82074" y="1314965"/>
                  <a:pt x="68480" y="1301371"/>
                  <a:pt x="68480" y="1284602"/>
                </a:cubicBezTo>
                <a:cubicBezTo>
                  <a:pt x="68480" y="1267832"/>
                  <a:pt x="82074" y="1254238"/>
                  <a:pt x="98845" y="1254238"/>
                </a:cubicBezTo>
                <a:close/>
                <a:moveTo>
                  <a:pt x="26290" y="1254238"/>
                </a:moveTo>
                <a:cubicBezTo>
                  <a:pt x="43057" y="1254238"/>
                  <a:pt x="56651" y="1267832"/>
                  <a:pt x="56651" y="1284602"/>
                </a:cubicBezTo>
                <a:cubicBezTo>
                  <a:pt x="56651" y="1301371"/>
                  <a:pt x="43057" y="1314965"/>
                  <a:pt x="26290" y="1314965"/>
                </a:cubicBezTo>
                <a:cubicBezTo>
                  <a:pt x="17905" y="1314965"/>
                  <a:pt x="10314" y="1311567"/>
                  <a:pt x="4819" y="1306072"/>
                </a:cubicBezTo>
                <a:lnTo>
                  <a:pt x="0" y="1294437"/>
                </a:lnTo>
                <a:lnTo>
                  <a:pt x="0" y="1274766"/>
                </a:lnTo>
                <a:lnTo>
                  <a:pt x="4819" y="1263131"/>
                </a:lnTo>
                <a:cubicBezTo>
                  <a:pt x="10314" y="1257637"/>
                  <a:pt x="17905" y="1254238"/>
                  <a:pt x="26290" y="1254238"/>
                </a:cubicBezTo>
                <a:close/>
                <a:moveTo>
                  <a:pt x="1474228" y="1174410"/>
                </a:moveTo>
                <a:lnTo>
                  <a:pt x="1450688" y="1213159"/>
                </a:lnTo>
                <a:lnTo>
                  <a:pt x="1446956" y="1204150"/>
                </a:lnTo>
                <a:cubicBezTo>
                  <a:pt x="1446956" y="1191573"/>
                  <a:pt x="1454603" y="1180782"/>
                  <a:pt x="1465501" y="1176173"/>
                </a:cubicBezTo>
                <a:close/>
                <a:moveTo>
                  <a:pt x="1404765" y="1173786"/>
                </a:moveTo>
                <a:cubicBezTo>
                  <a:pt x="1421535" y="1173786"/>
                  <a:pt x="1435129" y="1187380"/>
                  <a:pt x="1435129" y="1204150"/>
                </a:cubicBezTo>
                <a:cubicBezTo>
                  <a:pt x="1435129" y="1220919"/>
                  <a:pt x="1421535" y="1234513"/>
                  <a:pt x="1404765" y="1234513"/>
                </a:cubicBezTo>
                <a:cubicBezTo>
                  <a:pt x="1387996" y="1234513"/>
                  <a:pt x="1374402" y="1220919"/>
                  <a:pt x="1374402" y="1204150"/>
                </a:cubicBezTo>
                <a:cubicBezTo>
                  <a:pt x="1374402" y="1187380"/>
                  <a:pt x="1387996" y="1173786"/>
                  <a:pt x="1404765" y="1173786"/>
                </a:cubicBezTo>
                <a:close/>
                <a:moveTo>
                  <a:pt x="1332211" y="1173786"/>
                </a:moveTo>
                <a:cubicBezTo>
                  <a:pt x="1348980" y="1173786"/>
                  <a:pt x="1362574" y="1187380"/>
                  <a:pt x="1362574" y="1204150"/>
                </a:cubicBezTo>
                <a:cubicBezTo>
                  <a:pt x="1362574" y="1220919"/>
                  <a:pt x="1348980" y="1234513"/>
                  <a:pt x="1332211" y="1234513"/>
                </a:cubicBezTo>
                <a:cubicBezTo>
                  <a:pt x="1315441" y="1234513"/>
                  <a:pt x="1301847" y="1220919"/>
                  <a:pt x="1301847" y="1204150"/>
                </a:cubicBezTo>
                <a:cubicBezTo>
                  <a:pt x="1301847" y="1187380"/>
                  <a:pt x="1315441" y="1173786"/>
                  <a:pt x="1332211" y="1173786"/>
                </a:cubicBezTo>
                <a:close/>
                <a:moveTo>
                  <a:pt x="1259656" y="1173786"/>
                </a:moveTo>
                <a:cubicBezTo>
                  <a:pt x="1276426" y="1173786"/>
                  <a:pt x="1290020" y="1187380"/>
                  <a:pt x="1290020" y="1204150"/>
                </a:cubicBezTo>
                <a:cubicBezTo>
                  <a:pt x="1290020" y="1220919"/>
                  <a:pt x="1276426" y="1234513"/>
                  <a:pt x="1259656" y="1234513"/>
                </a:cubicBezTo>
                <a:cubicBezTo>
                  <a:pt x="1242887" y="1234513"/>
                  <a:pt x="1229293" y="1220919"/>
                  <a:pt x="1229293" y="1204150"/>
                </a:cubicBezTo>
                <a:cubicBezTo>
                  <a:pt x="1229293" y="1187380"/>
                  <a:pt x="1242887" y="1173786"/>
                  <a:pt x="1259656" y="1173786"/>
                </a:cubicBezTo>
                <a:close/>
                <a:moveTo>
                  <a:pt x="1187102" y="1173786"/>
                </a:moveTo>
                <a:cubicBezTo>
                  <a:pt x="1203871" y="1173786"/>
                  <a:pt x="1217465" y="1187380"/>
                  <a:pt x="1217465" y="1204150"/>
                </a:cubicBezTo>
                <a:cubicBezTo>
                  <a:pt x="1217465" y="1220919"/>
                  <a:pt x="1203871" y="1234513"/>
                  <a:pt x="1187102" y="1234513"/>
                </a:cubicBezTo>
                <a:cubicBezTo>
                  <a:pt x="1170332" y="1234513"/>
                  <a:pt x="1156738" y="1220919"/>
                  <a:pt x="1156738" y="1204150"/>
                </a:cubicBezTo>
                <a:cubicBezTo>
                  <a:pt x="1156738" y="1187380"/>
                  <a:pt x="1170332" y="1173786"/>
                  <a:pt x="1187102" y="1173786"/>
                </a:cubicBezTo>
                <a:close/>
                <a:moveTo>
                  <a:pt x="1114547" y="1173786"/>
                </a:moveTo>
                <a:cubicBezTo>
                  <a:pt x="1131317" y="1173786"/>
                  <a:pt x="1144911" y="1187380"/>
                  <a:pt x="1144911" y="1204150"/>
                </a:cubicBezTo>
                <a:cubicBezTo>
                  <a:pt x="1144911" y="1220919"/>
                  <a:pt x="1131317" y="1234513"/>
                  <a:pt x="1114547" y="1234513"/>
                </a:cubicBezTo>
                <a:cubicBezTo>
                  <a:pt x="1097778" y="1234513"/>
                  <a:pt x="1084184" y="1220919"/>
                  <a:pt x="1084184" y="1204150"/>
                </a:cubicBezTo>
                <a:cubicBezTo>
                  <a:pt x="1084184" y="1187380"/>
                  <a:pt x="1097778" y="1173786"/>
                  <a:pt x="1114547" y="1173786"/>
                </a:cubicBezTo>
                <a:close/>
                <a:moveTo>
                  <a:pt x="1041993" y="1173786"/>
                </a:moveTo>
                <a:cubicBezTo>
                  <a:pt x="1058762" y="1173786"/>
                  <a:pt x="1072356" y="1187380"/>
                  <a:pt x="1072356" y="1204150"/>
                </a:cubicBezTo>
                <a:cubicBezTo>
                  <a:pt x="1072356" y="1220919"/>
                  <a:pt x="1058762" y="1234513"/>
                  <a:pt x="1041993" y="1234513"/>
                </a:cubicBezTo>
                <a:cubicBezTo>
                  <a:pt x="1025223" y="1234513"/>
                  <a:pt x="1011629" y="1220919"/>
                  <a:pt x="1011629" y="1204150"/>
                </a:cubicBezTo>
                <a:cubicBezTo>
                  <a:pt x="1011629" y="1187380"/>
                  <a:pt x="1025223" y="1173786"/>
                  <a:pt x="1041993" y="1173786"/>
                </a:cubicBezTo>
                <a:close/>
                <a:moveTo>
                  <a:pt x="969438" y="1173786"/>
                </a:moveTo>
                <a:cubicBezTo>
                  <a:pt x="986208" y="1173786"/>
                  <a:pt x="999801" y="1187380"/>
                  <a:pt x="999801" y="1204150"/>
                </a:cubicBezTo>
                <a:cubicBezTo>
                  <a:pt x="999801" y="1220919"/>
                  <a:pt x="986208" y="1234513"/>
                  <a:pt x="969438" y="1234513"/>
                </a:cubicBezTo>
                <a:cubicBezTo>
                  <a:pt x="952669" y="1234513"/>
                  <a:pt x="939075" y="1220919"/>
                  <a:pt x="939075" y="1204150"/>
                </a:cubicBezTo>
                <a:cubicBezTo>
                  <a:pt x="939075" y="1187380"/>
                  <a:pt x="952669" y="1173786"/>
                  <a:pt x="969438" y="1173786"/>
                </a:cubicBezTo>
                <a:close/>
                <a:moveTo>
                  <a:pt x="896883" y="1173786"/>
                </a:moveTo>
                <a:cubicBezTo>
                  <a:pt x="913653" y="1173786"/>
                  <a:pt x="927247" y="1187380"/>
                  <a:pt x="927247" y="1204150"/>
                </a:cubicBezTo>
                <a:cubicBezTo>
                  <a:pt x="927247" y="1220919"/>
                  <a:pt x="913653" y="1234513"/>
                  <a:pt x="896883" y="1234513"/>
                </a:cubicBezTo>
                <a:cubicBezTo>
                  <a:pt x="880114" y="1234513"/>
                  <a:pt x="866520" y="1220919"/>
                  <a:pt x="866520" y="1204150"/>
                </a:cubicBezTo>
                <a:cubicBezTo>
                  <a:pt x="866520" y="1187380"/>
                  <a:pt x="880114" y="1173786"/>
                  <a:pt x="896883" y="1173786"/>
                </a:cubicBezTo>
                <a:close/>
                <a:moveTo>
                  <a:pt x="824329" y="1173786"/>
                </a:moveTo>
                <a:cubicBezTo>
                  <a:pt x="841098" y="1173786"/>
                  <a:pt x="854692" y="1187380"/>
                  <a:pt x="854692" y="1204150"/>
                </a:cubicBezTo>
                <a:cubicBezTo>
                  <a:pt x="854692" y="1220919"/>
                  <a:pt x="841098" y="1234513"/>
                  <a:pt x="824329" y="1234513"/>
                </a:cubicBezTo>
                <a:cubicBezTo>
                  <a:pt x="807559" y="1234513"/>
                  <a:pt x="793965" y="1220919"/>
                  <a:pt x="793965" y="1204150"/>
                </a:cubicBezTo>
                <a:cubicBezTo>
                  <a:pt x="793965" y="1187380"/>
                  <a:pt x="807559" y="1173786"/>
                  <a:pt x="824329" y="1173786"/>
                </a:cubicBezTo>
                <a:close/>
                <a:moveTo>
                  <a:pt x="751774" y="1173786"/>
                </a:moveTo>
                <a:cubicBezTo>
                  <a:pt x="768544" y="1173786"/>
                  <a:pt x="782138" y="1187380"/>
                  <a:pt x="782138" y="1204150"/>
                </a:cubicBezTo>
                <a:cubicBezTo>
                  <a:pt x="782138" y="1220919"/>
                  <a:pt x="768544" y="1234513"/>
                  <a:pt x="751774" y="1234513"/>
                </a:cubicBezTo>
                <a:cubicBezTo>
                  <a:pt x="735005" y="1234513"/>
                  <a:pt x="721411" y="1220919"/>
                  <a:pt x="721411" y="1204150"/>
                </a:cubicBezTo>
                <a:cubicBezTo>
                  <a:pt x="721411" y="1187380"/>
                  <a:pt x="735005" y="1173786"/>
                  <a:pt x="751774" y="1173786"/>
                </a:cubicBezTo>
                <a:close/>
                <a:moveTo>
                  <a:pt x="679220" y="1173786"/>
                </a:moveTo>
                <a:cubicBezTo>
                  <a:pt x="695989" y="1173786"/>
                  <a:pt x="709583" y="1187380"/>
                  <a:pt x="709583" y="1204150"/>
                </a:cubicBezTo>
                <a:cubicBezTo>
                  <a:pt x="709583" y="1220919"/>
                  <a:pt x="695989" y="1234513"/>
                  <a:pt x="679220" y="1234513"/>
                </a:cubicBezTo>
                <a:cubicBezTo>
                  <a:pt x="662450" y="1234513"/>
                  <a:pt x="648856" y="1220919"/>
                  <a:pt x="648856" y="1204150"/>
                </a:cubicBezTo>
                <a:cubicBezTo>
                  <a:pt x="648856" y="1187380"/>
                  <a:pt x="662450" y="1173786"/>
                  <a:pt x="679220" y="1173786"/>
                </a:cubicBezTo>
                <a:close/>
                <a:moveTo>
                  <a:pt x="606665" y="1173786"/>
                </a:moveTo>
                <a:cubicBezTo>
                  <a:pt x="623435" y="1173786"/>
                  <a:pt x="637029" y="1187380"/>
                  <a:pt x="637029" y="1204150"/>
                </a:cubicBezTo>
                <a:cubicBezTo>
                  <a:pt x="637029" y="1220919"/>
                  <a:pt x="623435" y="1234513"/>
                  <a:pt x="606665" y="1234513"/>
                </a:cubicBezTo>
                <a:cubicBezTo>
                  <a:pt x="589896" y="1234513"/>
                  <a:pt x="576302" y="1220919"/>
                  <a:pt x="576302" y="1204150"/>
                </a:cubicBezTo>
                <a:cubicBezTo>
                  <a:pt x="576302" y="1187380"/>
                  <a:pt x="589896" y="1173786"/>
                  <a:pt x="606665" y="1173786"/>
                </a:cubicBezTo>
                <a:close/>
                <a:moveTo>
                  <a:pt x="534111" y="1173786"/>
                </a:moveTo>
                <a:cubicBezTo>
                  <a:pt x="550880" y="1173786"/>
                  <a:pt x="564474" y="1187380"/>
                  <a:pt x="564474" y="1204150"/>
                </a:cubicBezTo>
                <a:cubicBezTo>
                  <a:pt x="564474" y="1220919"/>
                  <a:pt x="550880" y="1234513"/>
                  <a:pt x="534111" y="1234513"/>
                </a:cubicBezTo>
                <a:cubicBezTo>
                  <a:pt x="517341" y="1234513"/>
                  <a:pt x="503747" y="1220919"/>
                  <a:pt x="503747" y="1204150"/>
                </a:cubicBezTo>
                <a:cubicBezTo>
                  <a:pt x="503747" y="1187380"/>
                  <a:pt x="517341" y="1173786"/>
                  <a:pt x="534111" y="1173786"/>
                </a:cubicBezTo>
                <a:close/>
                <a:moveTo>
                  <a:pt x="461556" y="1173786"/>
                </a:moveTo>
                <a:cubicBezTo>
                  <a:pt x="478326" y="1173786"/>
                  <a:pt x="491920" y="1187380"/>
                  <a:pt x="491920" y="1204150"/>
                </a:cubicBezTo>
                <a:cubicBezTo>
                  <a:pt x="491920" y="1220919"/>
                  <a:pt x="478326" y="1234513"/>
                  <a:pt x="461556" y="1234513"/>
                </a:cubicBezTo>
                <a:cubicBezTo>
                  <a:pt x="444787" y="1234513"/>
                  <a:pt x="431192" y="1220919"/>
                  <a:pt x="431192" y="1204150"/>
                </a:cubicBezTo>
                <a:cubicBezTo>
                  <a:pt x="431192" y="1187380"/>
                  <a:pt x="444787" y="1173786"/>
                  <a:pt x="461556" y="1173786"/>
                </a:cubicBezTo>
                <a:close/>
                <a:moveTo>
                  <a:pt x="389002" y="1173786"/>
                </a:moveTo>
                <a:cubicBezTo>
                  <a:pt x="405771" y="1173786"/>
                  <a:pt x="419365" y="1187380"/>
                  <a:pt x="419365" y="1204150"/>
                </a:cubicBezTo>
                <a:cubicBezTo>
                  <a:pt x="419365" y="1220919"/>
                  <a:pt x="405771" y="1234513"/>
                  <a:pt x="389002" y="1234513"/>
                </a:cubicBezTo>
                <a:cubicBezTo>
                  <a:pt x="372232" y="1234513"/>
                  <a:pt x="358638" y="1220919"/>
                  <a:pt x="358638" y="1204150"/>
                </a:cubicBezTo>
                <a:cubicBezTo>
                  <a:pt x="358638" y="1187380"/>
                  <a:pt x="372232" y="1173786"/>
                  <a:pt x="389002" y="1173786"/>
                </a:cubicBezTo>
                <a:close/>
                <a:moveTo>
                  <a:pt x="316447" y="1173786"/>
                </a:moveTo>
                <a:cubicBezTo>
                  <a:pt x="333216" y="1173786"/>
                  <a:pt x="346810" y="1187380"/>
                  <a:pt x="346810" y="1204150"/>
                </a:cubicBezTo>
                <a:cubicBezTo>
                  <a:pt x="346810" y="1220919"/>
                  <a:pt x="333216" y="1234513"/>
                  <a:pt x="316447" y="1234513"/>
                </a:cubicBezTo>
                <a:cubicBezTo>
                  <a:pt x="299677" y="1234513"/>
                  <a:pt x="286084" y="1220919"/>
                  <a:pt x="286084" y="1204150"/>
                </a:cubicBezTo>
                <a:cubicBezTo>
                  <a:pt x="286084" y="1187380"/>
                  <a:pt x="299677" y="1173786"/>
                  <a:pt x="316447" y="1173786"/>
                </a:cubicBezTo>
                <a:close/>
                <a:moveTo>
                  <a:pt x="243892" y="1173786"/>
                </a:moveTo>
                <a:cubicBezTo>
                  <a:pt x="260662" y="1173786"/>
                  <a:pt x="274256" y="1187380"/>
                  <a:pt x="274256" y="1204150"/>
                </a:cubicBezTo>
                <a:cubicBezTo>
                  <a:pt x="274256" y="1220919"/>
                  <a:pt x="260662" y="1234513"/>
                  <a:pt x="243892" y="1234513"/>
                </a:cubicBezTo>
                <a:cubicBezTo>
                  <a:pt x="227123" y="1234513"/>
                  <a:pt x="213529" y="1220919"/>
                  <a:pt x="213529" y="1204150"/>
                </a:cubicBezTo>
                <a:cubicBezTo>
                  <a:pt x="213529" y="1187380"/>
                  <a:pt x="227123" y="1173786"/>
                  <a:pt x="243892" y="1173786"/>
                </a:cubicBezTo>
                <a:close/>
                <a:moveTo>
                  <a:pt x="171339" y="1173786"/>
                </a:moveTo>
                <a:cubicBezTo>
                  <a:pt x="188107" y="1173786"/>
                  <a:pt x="201701" y="1187380"/>
                  <a:pt x="201701" y="1204150"/>
                </a:cubicBezTo>
                <a:cubicBezTo>
                  <a:pt x="201701" y="1220919"/>
                  <a:pt x="188107" y="1234513"/>
                  <a:pt x="171339" y="1234513"/>
                </a:cubicBezTo>
                <a:cubicBezTo>
                  <a:pt x="154627" y="1234513"/>
                  <a:pt x="141034" y="1220919"/>
                  <a:pt x="141034" y="1204150"/>
                </a:cubicBezTo>
                <a:cubicBezTo>
                  <a:pt x="141034" y="1187380"/>
                  <a:pt x="154627" y="1173786"/>
                  <a:pt x="171339" y="1173786"/>
                </a:cubicBezTo>
                <a:close/>
                <a:moveTo>
                  <a:pt x="98852" y="1173786"/>
                </a:moveTo>
                <a:cubicBezTo>
                  <a:pt x="115616" y="1173786"/>
                  <a:pt x="129210" y="1187380"/>
                  <a:pt x="129210" y="1204150"/>
                </a:cubicBezTo>
                <a:cubicBezTo>
                  <a:pt x="129210" y="1220919"/>
                  <a:pt x="115616" y="1234513"/>
                  <a:pt x="98852" y="1234513"/>
                </a:cubicBezTo>
                <a:cubicBezTo>
                  <a:pt x="82080" y="1234513"/>
                  <a:pt x="68486" y="1220919"/>
                  <a:pt x="68486" y="1204150"/>
                </a:cubicBezTo>
                <a:cubicBezTo>
                  <a:pt x="68486" y="1187380"/>
                  <a:pt x="82080" y="1173786"/>
                  <a:pt x="98852" y="1173786"/>
                </a:cubicBezTo>
                <a:close/>
                <a:moveTo>
                  <a:pt x="26297" y="1173786"/>
                </a:moveTo>
                <a:cubicBezTo>
                  <a:pt x="43063" y="1173786"/>
                  <a:pt x="56658" y="1187380"/>
                  <a:pt x="56658" y="1204150"/>
                </a:cubicBezTo>
                <a:cubicBezTo>
                  <a:pt x="56658" y="1220919"/>
                  <a:pt x="43063" y="1234513"/>
                  <a:pt x="26297" y="1234513"/>
                </a:cubicBezTo>
                <a:cubicBezTo>
                  <a:pt x="17912" y="1234513"/>
                  <a:pt x="10321" y="1231115"/>
                  <a:pt x="4826" y="1225620"/>
                </a:cubicBezTo>
                <a:lnTo>
                  <a:pt x="0" y="1213970"/>
                </a:lnTo>
                <a:lnTo>
                  <a:pt x="0" y="1194329"/>
                </a:lnTo>
                <a:lnTo>
                  <a:pt x="4826" y="1182679"/>
                </a:lnTo>
                <a:cubicBezTo>
                  <a:pt x="10321" y="1177185"/>
                  <a:pt x="17912" y="1173786"/>
                  <a:pt x="26297" y="1173786"/>
                </a:cubicBezTo>
                <a:close/>
                <a:moveTo>
                  <a:pt x="1477320" y="1093335"/>
                </a:moveTo>
                <a:cubicBezTo>
                  <a:pt x="1485705" y="1093335"/>
                  <a:pt x="1493295" y="1096733"/>
                  <a:pt x="1498790" y="1102228"/>
                </a:cubicBezTo>
                <a:lnTo>
                  <a:pt x="1505389" y="1118160"/>
                </a:lnTo>
                <a:lnTo>
                  <a:pt x="1493855" y="1142105"/>
                </a:lnTo>
                <a:lnTo>
                  <a:pt x="1487887" y="1151929"/>
                </a:lnTo>
                <a:lnTo>
                  <a:pt x="1477320" y="1154062"/>
                </a:lnTo>
                <a:cubicBezTo>
                  <a:pt x="1460550" y="1154062"/>
                  <a:pt x="1446956" y="1140468"/>
                  <a:pt x="1446956" y="1123698"/>
                </a:cubicBezTo>
                <a:cubicBezTo>
                  <a:pt x="1446956" y="1106929"/>
                  <a:pt x="1460550" y="1093335"/>
                  <a:pt x="1477320" y="1093335"/>
                </a:cubicBezTo>
                <a:close/>
                <a:moveTo>
                  <a:pt x="1404765" y="1093335"/>
                </a:moveTo>
                <a:cubicBezTo>
                  <a:pt x="1421535" y="1093335"/>
                  <a:pt x="1435129" y="1106929"/>
                  <a:pt x="1435129" y="1123698"/>
                </a:cubicBezTo>
                <a:cubicBezTo>
                  <a:pt x="1435129" y="1140468"/>
                  <a:pt x="1421535" y="1154062"/>
                  <a:pt x="1404765" y="1154062"/>
                </a:cubicBezTo>
                <a:cubicBezTo>
                  <a:pt x="1387996" y="1154062"/>
                  <a:pt x="1374402" y="1140468"/>
                  <a:pt x="1374402" y="1123698"/>
                </a:cubicBezTo>
                <a:cubicBezTo>
                  <a:pt x="1374402" y="1106929"/>
                  <a:pt x="1387996" y="1093335"/>
                  <a:pt x="1404765" y="1093335"/>
                </a:cubicBezTo>
                <a:close/>
                <a:moveTo>
                  <a:pt x="1332211" y="1093335"/>
                </a:moveTo>
                <a:cubicBezTo>
                  <a:pt x="1348980" y="1093335"/>
                  <a:pt x="1362574" y="1106929"/>
                  <a:pt x="1362574" y="1123698"/>
                </a:cubicBezTo>
                <a:cubicBezTo>
                  <a:pt x="1362574" y="1140468"/>
                  <a:pt x="1348980" y="1154062"/>
                  <a:pt x="1332211" y="1154062"/>
                </a:cubicBezTo>
                <a:cubicBezTo>
                  <a:pt x="1315441" y="1154062"/>
                  <a:pt x="1301847" y="1140468"/>
                  <a:pt x="1301847" y="1123698"/>
                </a:cubicBezTo>
                <a:cubicBezTo>
                  <a:pt x="1301847" y="1106929"/>
                  <a:pt x="1315441" y="1093335"/>
                  <a:pt x="1332211" y="1093335"/>
                </a:cubicBezTo>
                <a:close/>
                <a:moveTo>
                  <a:pt x="1259656" y="1093335"/>
                </a:moveTo>
                <a:cubicBezTo>
                  <a:pt x="1276426" y="1093335"/>
                  <a:pt x="1290020" y="1106929"/>
                  <a:pt x="1290020" y="1123698"/>
                </a:cubicBezTo>
                <a:cubicBezTo>
                  <a:pt x="1290020" y="1140468"/>
                  <a:pt x="1276426" y="1154062"/>
                  <a:pt x="1259656" y="1154062"/>
                </a:cubicBezTo>
                <a:cubicBezTo>
                  <a:pt x="1242887" y="1154062"/>
                  <a:pt x="1229293" y="1140468"/>
                  <a:pt x="1229293" y="1123698"/>
                </a:cubicBezTo>
                <a:cubicBezTo>
                  <a:pt x="1229293" y="1106929"/>
                  <a:pt x="1242887" y="1093335"/>
                  <a:pt x="1259656" y="1093335"/>
                </a:cubicBezTo>
                <a:close/>
                <a:moveTo>
                  <a:pt x="1187102" y="1093335"/>
                </a:moveTo>
                <a:cubicBezTo>
                  <a:pt x="1203871" y="1093335"/>
                  <a:pt x="1217465" y="1106929"/>
                  <a:pt x="1217465" y="1123698"/>
                </a:cubicBezTo>
                <a:cubicBezTo>
                  <a:pt x="1217465" y="1140468"/>
                  <a:pt x="1203871" y="1154062"/>
                  <a:pt x="1187102" y="1154062"/>
                </a:cubicBezTo>
                <a:cubicBezTo>
                  <a:pt x="1170332" y="1154062"/>
                  <a:pt x="1156738" y="1140468"/>
                  <a:pt x="1156738" y="1123698"/>
                </a:cubicBezTo>
                <a:cubicBezTo>
                  <a:pt x="1156738" y="1106929"/>
                  <a:pt x="1170332" y="1093335"/>
                  <a:pt x="1187102" y="1093335"/>
                </a:cubicBezTo>
                <a:close/>
                <a:moveTo>
                  <a:pt x="1114547" y="1093335"/>
                </a:moveTo>
                <a:cubicBezTo>
                  <a:pt x="1131317" y="1093335"/>
                  <a:pt x="1144911" y="1106929"/>
                  <a:pt x="1144911" y="1123698"/>
                </a:cubicBezTo>
                <a:cubicBezTo>
                  <a:pt x="1144911" y="1140468"/>
                  <a:pt x="1131317" y="1154062"/>
                  <a:pt x="1114547" y="1154062"/>
                </a:cubicBezTo>
                <a:cubicBezTo>
                  <a:pt x="1097778" y="1154062"/>
                  <a:pt x="1084184" y="1140468"/>
                  <a:pt x="1084184" y="1123698"/>
                </a:cubicBezTo>
                <a:cubicBezTo>
                  <a:pt x="1084184" y="1106929"/>
                  <a:pt x="1097778" y="1093335"/>
                  <a:pt x="1114547" y="1093335"/>
                </a:cubicBezTo>
                <a:close/>
                <a:moveTo>
                  <a:pt x="1041993" y="1093335"/>
                </a:moveTo>
                <a:cubicBezTo>
                  <a:pt x="1058762" y="1093335"/>
                  <a:pt x="1072356" y="1106929"/>
                  <a:pt x="1072356" y="1123698"/>
                </a:cubicBezTo>
                <a:cubicBezTo>
                  <a:pt x="1072356" y="1140468"/>
                  <a:pt x="1058762" y="1154062"/>
                  <a:pt x="1041993" y="1154062"/>
                </a:cubicBezTo>
                <a:cubicBezTo>
                  <a:pt x="1025223" y="1154062"/>
                  <a:pt x="1011629" y="1140468"/>
                  <a:pt x="1011629" y="1123698"/>
                </a:cubicBezTo>
                <a:cubicBezTo>
                  <a:pt x="1011629" y="1106929"/>
                  <a:pt x="1025223" y="1093335"/>
                  <a:pt x="1041993" y="1093335"/>
                </a:cubicBezTo>
                <a:close/>
                <a:moveTo>
                  <a:pt x="969438" y="1093335"/>
                </a:moveTo>
                <a:cubicBezTo>
                  <a:pt x="986208" y="1093335"/>
                  <a:pt x="999801" y="1106929"/>
                  <a:pt x="999801" y="1123698"/>
                </a:cubicBezTo>
                <a:cubicBezTo>
                  <a:pt x="999801" y="1140468"/>
                  <a:pt x="986208" y="1154062"/>
                  <a:pt x="969438" y="1154062"/>
                </a:cubicBezTo>
                <a:cubicBezTo>
                  <a:pt x="952669" y="1154062"/>
                  <a:pt x="939075" y="1140468"/>
                  <a:pt x="939075" y="1123698"/>
                </a:cubicBezTo>
                <a:cubicBezTo>
                  <a:pt x="939075" y="1106929"/>
                  <a:pt x="952669" y="1093335"/>
                  <a:pt x="969438" y="1093335"/>
                </a:cubicBezTo>
                <a:close/>
                <a:moveTo>
                  <a:pt x="896883" y="1093335"/>
                </a:moveTo>
                <a:cubicBezTo>
                  <a:pt x="913653" y="1093335"/>
                  <a:pt x="927247" y="1106929"/>
                  <a:pt x="927247" y="1123698"/>
                </a:cubicBezTo>
                <a:cubicBezTo>
                  <a:pt x="927247" y="1140468"/>
                  <a:pt x="913653" y="1154062"/>
                  <a:pt x="896883" y="1154062"/>
                </a:cubicBezTo>
                <a:cubicBezTo>
                  <a:pt x="880114" y="1154062"/>
                  <a:pt x="866520" y="1140468"/>
                  <a:pt x="866520" y="1123698"/>
                </a:cubicBezTo>
                <a:cubicBezTo>
                  <a:pt x="866520" y="1106929"/>
                  <a:pt x="880114" y="1093335"/>
                  <a:pt x="896883" y="1093335"/>
                </a:cubicBezTo>
                <a:close/>
                <a:moveTo>
                  <a:pt x="824329" y="1093335"/>
                </a:moveTo>
                <a:cubicBezTo>
                  <a:pt x="841098" y="1093335"/>
                  <a:pt x="854692" y="1106929"/>
                  <a:pt x="854692" y="1123698"/>
                </a:cubicBezTo>
                <a:cubicBezTo>
                  <a:pt x="854692" y="1140468"/>
                  <a:pt x="841098" y="1154062"/>
                  <a:pt x="824329" y="1154062"/>
                </a:cubicBezTo>
                <a:cubicBezTo>
                  <a:pt x="807559" y="1154062"/>
                  <a:pt x="793965" y="1140468"/>
                  <a:pt x="793965" y="1123698"/>
                </a:cubicBezTo>
                <a:cubicBezTo>
                  <a:pt x="793965" y="1106929"/>
                  <a:pt x="807559" y="1093335"/>
                  <a:pt x="824329" y="1093335"/>
                </a:cubicBezTo>
                <a:close/>
                <a:moveTo>
                  <a:pt x="751774" y="1093335"/>
                </a:moveTo>
                <a:cubicBezTo>
                  <a:pt x="768544" y="1093335"/>
                  <a:pt x="782138" y="1106929"/>
                  <a:pt x="782138" y="1123698"/>
                </a:cubicBezTo>
                <a:cubicBezTo>
                  <a:pt x="782138" y="1140468"/>
                  <a:pt x="768544" y="1154062"/>
                  <a:pt x="751774" y="1154062"/>
                </a:cubicBezTo>
                <a:cubicBezTo>
                  <a:pt x="735005" y="1154062"/>
                  <a:pt x="721411" y="1140468"/>
                  <a:pt x="721411" y="1123698"/>
                </a:cubicBezTo>
                <a:cubicBezTo>
                  <a:pt x="721411" y="1106929"/>
                  <a:pt x="735005" y="1093335"/>
                  <a:pt x="751774" y="1093335"/>
                </a:cubicBezTo>
                <a:close/>
                <a:moveTo>
                  <a:pt x="679220" y="1093335"/>
                </a:moveTo>
                <a:cubicBezTo>
                  <a:pt x="695989" y="1093335"/>
                  <a:pt x="709583" y="1106929"/>
                  <a:pt x="709583" y="1123698"/>
                </a:cubicBezTo>
                <a:cubicBezTo>
                  <a:pt x="709583" y="1140468"/>
                  <a:pt x="695989" y="1154062"/>
                  <a:pt x="679220" y="1154062"/>
                </a:cubicBezTo>
                <a:cubicBezTo>
                  <a:pt x="662450" y="1154062"/>
                  <a:pt x="648856" y="1140468"/>
                  <a:pt x="648856" y="1123698"/>
                </a:cubicBezTo>
                <a:cubicBezTo>
                  <a:pt x="648856" y="1106929"/>
                  <a:pt x="662450" y="1093335"/>
                  <a:pt x="679220" y="1093335"/>
                </a:cubicBezTo>
                <a:close/>
                <a:moveTo>
                  <a:pt x="606665" y="1093335"/>
                </a:moveTo>
                <a:cubicBezTo>
                  <a:pt x="623435" y="1093335"/>
                  <a:pt x="637029" y="1106929"/>
                  <a:pt x="637029" y="1123698"/>
                </a:cubicBezTo>
                <a:cubicBezTo>
                  <a:pt x="637029" y="1140468"/>
                  <a:pt x="623435" y="1154062"/>
                  <a:pt x="606665" y="1154062"/>
                </a:cubicBezTo>
                <a:cubicBezTo>
                  <a:pt x="589896" y="1154062"/>
                  <a:pt x="576302" y="1140468"/>
                  <a:pt x="576302" y="1123698"/>
                </a:cubicBezTo>
                <a:cubicBezTo>
                  <a:pt x="576302" y="1106929"/>
                  <a:pt x="589896" y="1093335"/>
                  <a:pt x="606665" y="1093335"/>
                </a:cubicBezTo>
                <a:close/>
                <a:moveTo>
                  <a:pt x="534111" y="1093335"/>
                </a:moveTo>
                <a:cubicBezTo>
                  <a:pt x="550880" y="1093335"/>
                  <a:pt x="564474" y="1106929"/>
                  <a:pt x="564474" y="1123698"/>
                </a:cubicBezTo>
                <a:cubicBezTo>
                  <a:pt x="564474" y="1140468"/>
                  <a:pt x="550880" y="1154062"/>
                  <a:pt x="534111" y="1154062"/>
                </a:cubicBezTo>
                <a:cubicBezTo>
                  <a:pt x="517341" y="1154062"/>
                  <a:pt x="503747" y="1140468"/>
                  <a:pt x="503747" y="1123698"/>
                </a:cubicBezTo>
                <a:cubicBezTo>
                  <a:pt x="503747" y="1106929"/>
                  <a:pt x="517341" y="1093335"/>
                  <a:pt x="534111" y="1093335"/>
                </a:cubicBezTo>
                <a:close/>
                <a:moveTo>
                  <a:pt x="461556" y="1093335"/>
                </a:moveTo>
                <a:cubicBezTo>
                  <a:pt x="478326" y="1093335"/>
                  <a:pt x="491920" y="1106929"/>
                  <a:pt x="491920" y="1123698"/>
                </a:cubicBezTo>
                <a:cubicBezTo>
                  <a:pt x="491920" y="1140468"/>
                  <a:pt x="478326" y="1154062"/>
                  <a:pt x="461556" y="1154062"/>
                </a:cubicBezTo>
                <a:cubicBezTo>
                  <a:pt x="444787" y="1154062"/>
                  <a:pt x="431192" y="1140468"/>
                  <a:pt x="431192" y="1123698"/>
                </a:cubicBezTo>
                <a:cubicBezTo>
                  <a:pt x="431192" y="1106929"/>
                  <a:pt x="444787" y="1093335"/>
                  <a:pt x="461556" y="1093335"/>
                </a:cubicBezTo>
                <a:close/>
                <a:moveTo>
                  <a:pt x="389002" y="1093335"/>
                </a:moveTo>
                <a:cubicBezTo>
                  <a:pt x="405771" y="1093335"/>
                  <a:pt x="419365" y="1106929"/>
                  <a:pt x="419365" y="1123698"/>
                </a:cubicBezTo>
                <a:cubicBezTo>
                  <a:pt x="419365" y="1140468"/>
                  <a:pt x="405771" y="1154062"/>
                  <a:pt x="389002" y="1154062"/>
                </a:cubicBezTo>
                <a:cubicBezTo>
                  <a:pt x="372232" y="1154062"/>
                  <a:pt x="358638" y="1140468"/>
                  <a:pt x="358638" y="1123698"/>
                </a:cubicBezTo>
                <a:cubicBezTo>
                  <a:pt x="358638" y="1106929"/>
                  <a:pt x="372232" y="1093335"/>
                  <a:pt x="389002" y="1093335"/>
                </a:cubicBezTo>
                <a:close/>
                <a:moveTo>
                  <a:pt x="316447" y="1093335"/>
                </a:moveTo>
                <a:cubicBezTo>
                  <a:pt x="333216" y="1093335"/>
                  <a:pt x="346810" y="1106929"/>
                  <a:pt x="346810" y="1123698"/>
                </a:cubicBezTo>
                <a:cubicBezTo>
                  <a:pt x="346810" y="1140468"/>
                  <a:pt x="333216" y="1154062"/>
                  <a:pt x="316447" y="1154062"/>
                </a:cubicBezTo>
                <a:cubicBezTo>
                  <a:pt x="299677" y="1154062"/>
                  <a:pt x="286084" y="1140468"/>
                  <a:pt x="286084" y="1123698"/>
                </a:cubicBezTo>
                <a:cubicBezTo>
                  <a:pt x="286084" y="1106929"/>
                  <a:pt x="299677" y="1093335"/>
                  <a:pt x="316447" y="1093335"/>
                </a:cubicBezTo>
                <a:close/>
                <a:moveTo>
                  <a:pt x="243892" y="1093335"/>
                </a:moveTo>
                <a:cubicBezTo>
                  <a:pt x="260662" y="1093335"/>
                  <a:pt x="274256" y="1106929"/>
                  <a:pt x="274256" y="1123698"/>
                </a:cubicBezTo>
                <a:cubicBezTo>
                  <a:pt x="274256" y="1140468"/>
                  <a:pt x="260662" y="1154062"/>
                  <a:pt x="243892" y="1154062"/>
                </a:cubicBezTo>
                <a:cubicBezTo>
                  <a:pt x="227123" y="1154062"/>
                  <a:pt x="213529" y="1140468"/>
                  <a:pt x="213529" y="1123698"/>
                </a:cubicBezTo>
                <a:cubicBezTo>
                  <a:pt x="213529" y="1106929"/>
                  <a:pt x="227123" y="1093335"/>
                  <a:pt x="243892" y="1093335"/>
                </a:cubicBezTo>
                <a:close/>
                <a:moveTo>
                  <a:pt x="171339" y="1093335"/>
                </a:moveTo>
                <a:cubicBezTo>
                  <a:pt x="188107" y="1093335"/>
                  <a:pt x="201701" y="1106929"/>
                  <a:pt x="201701" y="1123698"/>
                </a:cubicBezTo>
                <a:cubicBezTo>
                  <a:pt x="201701" y="1140468"/>
                  <a:pt x="188107" y="1154062"/>
                  <a:pt x="171339" y="1154062"/>
                </a:cubicBezTo>
                <a:cubicBezTo>
                  <a:pt x="154633" y="1154062"/>
                  <a:pt x="141040" y="1140468"/>
                  <a:pt x="141040" y="1123698"/>
                </a:cubicBezTo>
                <a:cubicBezTo>
                  <a:pt x="141040" y="1106929"/>
                  <a:pt x="154633" y="1093335"/>
                  <a:pt x="171339" y="1093335"/>
                </a:cubicBezTo>
                <a:close/>
                <a:moveTo>
                  <a:pt x="98858" y="1093335"/>
                </a:moveTo>
                <a:cubicBezTo>
                  <a:pt x="115622" y="1093335"/>
                  <a:pt x="129216" y="1106929"/>
                  <a:pt x="129216" y="1123698"/>
                </a:cubicBezTo>
                <a:cubicBezTo>
                  <a:pt x="129216" y="1140468"/>
                  <a:pt x="115622" y="1154062"/>
                  <a:pt x="98858" y="1154062"/>
                </a:cubicBezTo>
                <a:cubicBezTo>
                  <a:pt x="82086" y="1154062"/>
                  <a:pt x="68492" y="1140468"/>
                  <a:pt x="68492" y="1123698"/>
                </a:cubicBezTo>
                <a:cubicBezTo>
                  <a:pt x="68492" y="1106929"/>
                  <a:pt x="82086" y="1093335"/>
                  <a:pt x="98858" y="1093335"/>
                </a:cubicBezTo>
                <a:close/>
                <a:moveTo>
                  <a:pt x="26303" y="1093335"/>
                </a:moveTo>
                <a:cubicBezTo>
                  <a:pt x="43069" y="1093335"/>
                  <a:pt x="56664" y="1106929"/>
                  <a:pt x="56664" y="1123698"/>
                </a:cubicBezTo>
                <a:cubicBezTo>
                  <a:pt x="56664" y="1140468"/>
                  <a:pt x="43069" y="1154062"/>
                  <a:pt x="26303" y="1154062"/>
                </a:cubicBezTo>
                <a:cubicBezTo>
                  <a:pt x="17918" y="1154062"/>
                  <a:pt x="10327" y="1150664"/>
                  <a:pt x="4832" y="1145169"/>
                </a:cubicBezTo>
                <a:lnTo>
                  <a:pt x="0" y="1133503"/>
                </a:lnTo>
                <a:lnTo>
                  <a:pt x="0" y="1113894"/>
                </a:lnTo>
                <a:lnTo>
                  <a:pt x="4832" y="1102228"/>
                </a:lnTo>
                <a:cubicBezTo>
                  <a:pt x="10327" y="1096734"/>
                  <a:pt x="17918" y="1093335"/>
                  <a:pt x="26303" y="1093335"/>
                </a:cubicBezTo>
                <a:close/>
                <a:moveTo>
                  <a:pt x="1549874" y="1012883"/>
                </a:moveTo>
                <a:lnTo>
                  <a:pt x="1555552" y="1014029"/>
                </a:lnTo>
                <a:lnTo>
                  <a:pt x="1530465" y="1066106"/>
                </a:lnTo>
                <a:lnTo>
                  <a:pt x="1528404" y="1064717"/>
                </a:lnTo>
                <a:cubicBezTo>
                  <a:pt x="1522910" y="1059222"/>
                  <a:pt x="1519511" y="1051631"/>
                  <a:pt x="1519511" y="1043246"/>
                </a:cubicBezTo>
                <a:cubicBezTo>
                  <a:pt x="1519511" y="1026477"/>
                  <a:pt x="1533105" y="1012883"/>
                  <a:pt x="1549874" y="1012883"/>
                </a:cubicBezTo>
                <a:close/>
                <a:moveTo>
                  <a:pt x="1477320" y="1012883"/>
                </a:moveTo>
                <a:cubicBezTo>
                  <a:pt x="1494089" y="1012883"/>
                  <a:pt x="1507683" y="1026477"/>
                  <a:pt x="1507683" y="1043246"/>
                </a:cubicBezTo>
                <a:cubicBezTo>
                  <a:pt x="1507683" y="1060016"/>
                  <a:pt x="1494089" y="1073610"/>
                  <a:pt x="1477320" y="1073610"/>
                </a:cubicBezTo>
                <a:cubicBezTo>
                  <a:pt x="1460550" y="1073610"/>
                  <a:pt x="1446956" y="1060016"/>
                  <a:pt x="1446956" y="1043246"/>
                </a:cubicBezTo>
                <a:cubicBezTo>
                  <a:pt x="1446956" y="1026477"/>
                  <a:pt x="1460550" y="1012883"/>
                  <a:pt x="1477320" y="1012883"/>
                </a:cubicBezTo>
                <a:close/>
                <a:moveTo>
                  <a:pt x="1404765" y="1012883"/>
                </a:moveTo>
                <a:cubicBezTo>
                  <a:pt x="1421535" y="1012883"/>
                  <a:pt x="1435129" y="1026477"/>
                  <a:pt x="1435129" y="1043246"/>
                </a:cubicBezTo>
                <a:cubicBezTo>
                  <a:pt x="1435129" y="1060016"/>
                  <a:pt x="1421535" y="1073610"/>
                  <a:pt x="1404765" y="1073610"/>
                </a:cubicBezTo>
                <a:cubicBezTo>
                  <a:pt x="1387996" y="1073610"/>
                  <a:pt x="1374402" y="1060016"/>
                  <a:pt x="1374402" y="1043246"/>
                </a:cubicBezTo>
                <a:cubicBezTo>
                  <a:pt x="1374402" y="1026477"/>
                  <a:pt x="1387996" y="1012883"/>
                  <a:pt x="1404765" y="1012883"/>
                </a:cubicBezTo>
                <a:close/>
                <a:moveTo>
                  <a:pt x="1332211" y="1012883"/>
                </a:moveTo>
                <a:cubicBezTo>
                  <a:pt x="1348980" y="1012883"/>
                  <a:pt x="1362574" y="1026477"/>
                  <a:pt x="1362574" y="1043246"/>
                </a:cubicBezTo>
                <a:cubicBezTo>
                  <a:pt x="1362574" y="1060016"/>
                  <a:pt x="1348980" y="1073610"/>
                  <a:pt x="1332211" y="1073610"/>
                </a:cubicBezTo>
                <a:cubicBezTo>
                  <a:pt x="1315441" y="1073610"/>
                  <a:pt x="1301847" y="1060016"/>
                  <a:pt x="1301847" y="1043246"/>
                </a:cubicBezTo>
                <a:cubicBezTo>
                  <a:pt x="1301847" y="1026477"/>
                  <a:pt x="1315441" y="1012883"/>
                  <a:pt x="1332211" y="1012883"/>
                </a:cubicBezTo>
                <a:close/>
                <a:moveTo>
                  <a:pt x="1259656" y="1012883"/>
                </a:moveTo>
                <a:cubicBezTo>
                  <a:pt x="1276426" y="1012883"/>
                  <a:pt x="1290020" y="1026477"/>
                  <a:pt x="1290020" y="1043246"/>
                </a:cubicBezTo>
                <a:cubicBezTo>
                  <a:pt x="1290020" y="1060016"/>
                  <a:pt x="1276426" y="1073610"/>
                  <a:pt x="1259656" y="1073610"/>
                </a:cubicBezTo>
                <a:cubicBezTo>
                  <a:pt x="1242887" y="1073610"/>
                  <a:pt x="1229293" y="1060016"/>
                  <a:pt x="1229293" y="1043246"/>
                </a:cubicBezTo>
                <a:cubicBezTo>
                  <a:pt x="1229293" y="1026477"/>
                  <a:pt x="1242887" y="1012883"/>
                  <a:pt x="1259656" y="1012883"/>
                </a:cubicBezTo>
                <a:close/>
                <a:moveTo>
                  <a:pt x="1187102" y="1012883"/>
                </a:moveTo>
                <a:cubicBezTo>
                  <a:pt x="1203871" y="1012883"/>
                  <a:pt x="1217465" y="1026477"/>
                  <a:pt x="1217465" y="1043246"/>
                </a:cubicBezTo>
                <a:cubicBezTo>
                  <a:pt x="1217465" y="1060016"/>
                  <a:pt x="1203871" y="1073610"/>
                  <a:pt x="1187102" y="1073610"/>
                </a:cubicBezTo>
                <a:cubicBezTo>
                  <a:pt x="1170332" y="1073610"/>
                  <a:pt x="1156738" y="1060016"/>
                  <a:pt x="1156738" y="1043246"/>
                </a:cubicBezTo>
                <a:cubicBezTo>
                  <a:pt x="1156738" y="1026477"/>
                  <a:pt x="1170332" y="1012883"/>
                  <a:pt x="1187102" y="1012883"/>
                </a:cubicBezTo>
                <a:close/>
                <a:moveTo>
                  <a:pt x="1114547" y="1012883"/>
                </a:moveTo>
                <a:cubicBezTo>
                  <a:pt x="1131317" y="1012883"/>
                  <a:pt x="1144911" y="1026477"/>
                  <a:pt x="1144911" y="1043246"/>
                </a:cubicBezTo>
                <a:cubicBezTo>
                  <a:pt x="1144911" y="1060016"/>
                  <a:pt x="1131317" y="1073610"/>
                  <a:pt x="1114547" y="1073610"/>
                </a:cubicBezTo>
                <a:cubicBezTo>
                  <a:pt x="1097778" y="1073610"/>
                  <a:pt x="1084184" y="1060016"/>
                  <a:pt x="1084184" y="1043246"/>
                </a:cubicBezTo>
                <a:cubicBezTo>
                  <a:pt x="1084184" y="1026477"/>
                  <a:pt x="1097778" y="1012883"/>
                  <a:pt x="1114547" y="1012883"/>
                </a:cubicBezTo>
                <a:close/>
                <a:moveTo>
                  <a:pt x="1041993" y="1012883"/>
                </a:moveTo>
                <a:cubicBezTo>
                  <a:pt x="1058762" y="1012883"/>
                  <a:pt x="1072356" y="1026477"/>
                  <a:pt x="1072356" y="1043246"/>
                </a:cubicBezTo>
                <a:cubicBezTo>
                  <a:pt x="1072356" y="1060016"/>
                  <a:pt x="1058762" y="1073610"/>
                  <a:pt x="1041993" y="1073610"/>
                </a:cubicBezTo>
                <a:cubicBezTo>
                  <a:pt x="1025223" y="1073610"/>
                  <a:pt x="1011629" y="1060016"/>
                  <a:pt x="1011629" y="1043246"/>
                </a:cubicBezTo>
                <a:cubicBezTo>
                  <a:pt x="1011629" y="1026477"/>
                  <a:pt x="1025223" y="1012883"/>
                  <a:pt x="1041993" y="1012883"/>
                </a:cubicBezTo>
                <a:close/>
                <a:moveTo>
                  <a:pt x="969438" y="1012883"/>
                </a:moveTo>
                <a:cubicBezTo>
                  <a:pt x="986208" y="1012883"/>
                  <a:pt x="999801" y="1026477"/>
                  <a:pt x="999801" y="1043246"/>
                </a:cubicBezTo>
                <a:cubicBezTo>
                  <a:pt x="999801" y="1060016"/>
                  <a:pt x="986208" y="1073610"/>
                  <a:pt x="969438" y="1073610"/>
                </a:cubicBezTo>
                <a:cubicBezTo>
                  <a:pt x="952669" y="1073610"/>
                  <a:pt x="939075" y="1060016"/>
                  <a:pt x="939075" y="1043246"/>
                </a:cubicBezTo>
                <a:cubicBezTo>
                  <a:pt x="939075" y="1026477"/>
                  <a:pt x="952669" y="1012883"/>
                  <a:pt x="969438" y="1012883"/>
                </a:cubicBezTo>
                <a:close/>
                <a:moveTo>
                  <a:pt x="896883" y="1012883"/>
                </a:moveTo>
                <a:cubicBezTo>
                  <a:pt x="913653" y="1012883"/>
                  <a:pt x="927247" y="1026477"/>
                  <a:pt x="927247" y="1043246"/>
                </a:cubicBezTo>
                <a:cubicBezTo>
                  <a:pt x="927247" y="1060016"/>
                  <a:pt x="913653" y="1073610"/>
                  <a:pt x="896883" y="1073610"/>
                </a:cubicBezTo>
                <a:cubicBezTo>
                  <a:pt x="880114" y="1073610"/>
                  <a:pt x="866520" y="1060016"/>
                  <a:pt x="866520" y="1043246"/>
                </a:cubicBezTo>
                <a:cubicBezTo>
                  <a:pt x="866520" y="1026477"/>
                  <a:pt x="880114" y="1012883"/>
                  <a:pt x="896883" y="1012883"/>
                </a:cubicBezTo>
                <a:close/>
                <a:moveTo>
                  <a:pt x="824329" y="1012883"/>
                </a:moveTo>
                <a:cubicBezTo>
                  <a:pt x="841098" y="1012883"/>
                  <a:pt x="854692" y="1026477"/>
                  <a:pt x="854692" y="1043246"/>
                </a:cubicBezTo>
                <a:cubicBezTo>
                  <a:pt x="854692" y="1060016"/>
                  <a:pt x="841098" y="1073610"/>
                  <a:pt x="824329" y="1073610"/>
                </a:cubicBezTo>
                <a:cubicBezTo>
                  <a:pt x="807559" y="1073610"/>
                  <a:pt x="793965" y="1060016"/>
                  <a:pt x="793965" y="1043246"/>
                </a:cubicBezTo>
                <a:cubicBezTo>
                  <a:pt x="793965" y="1026477"/>
                  <a:pt x="807559" y="1012883"/>
                  <a:pt x="824329" y="1012883"/>
                </a:cubicBezTo>
                <a:close/>
                <a:moveTo>
                  <a:pt x="751774" y="1012883"/>
                </a:moveTo>
                <a:cubicBezTo>
                  <a:pt x="768544" y="1012883"/>
                  <a:pt x="782138" y="1026477"/>
                  <a:pt x="782138" y="1043246"/>
                </a:cubicBezTo>
                <a:cubicBezTo>
                  <a:pt x="782138" y="1060016"/>
                  <a:pt x="768544" y="1073610"/>
                  <a:pt x="751774" y="1073610"/>
                </a:cubicBezTo>
                <a:cubicBezTo>
                  <a:pt x="735005" y="1073610"/>
                  <a:pt x="721411" y="1060016"/>
                  <a:pt x="721411" y="1043246"/>
                </a:cubicBezTo>
                <a:cubicBezTo>
                  <a:pt x="721411" y="1026477"/>
                  <a:pt x="735005" y="1012883"/>
                  <a:pt x="751774" y="1012883"/>
                </a:cubicBezTo>
                <a:close/>
                <a:moveTo>
                  <a:pt x="679220" y="1012883"/>
                </a:moveTo>
                <a:cubicBezTo>
                  <a:pt x="695989" y="1012883"/>
                  <a:pt x="709583" y="1026477"/>
                  <a:pt x="709583" y="1043246"/>
                </a:cubicBezTo>
                <a:cubicBezTo>
                  <a:pt x="709583" y="1060016"/>
                  <a:pt x="695989" y="1073610"/>
                  <a:pt x="679220" y="1073610"/>
                </a:cubicBezTo>
                <a:cubicBezTo>
                  <a:pt x="662450" y="1073610"/>
                  <a:pt x="648856" y="1060016"/>
                  <a:pt x="648856" y="1043246"/>
                </a:cubicBezTo>
                <a:cubicBezTo>
                  <a:pt x="648856" y="1026477"/>
                  <a:pt x="662450" y="1012883"/>
                  <a:pt x="679220" y="1012883"/>
                </a:cubicBezTo>
                <a:close/>
                <a:moveTo>
                  <a:pt x="606665" y="1012883"/>
                </a:moveTo>
                <a:cubicBezTo>
                  <a:pt x="623435" y="1012883"/>
                  <a:pt x="637029" y="1026477"/>
                  <a:pt x="637029" y="1043246"/>
                </a:cubicBezTo>
                <a:cubicBezTo>
                  <a:pt x="637029" y="1060016"/>
                  <a:pt x="623435" y="1073610"/>
                  <a:pt x="606665" y="1073610"/>
                </a:cubicBezTo>
                <a:cubicBezTo>
                  <a:pt x="589896" y="1073610"/>
                  <a:pt x="576302" y="1060016"/>
                  <a:pt x="576302" y="1043246"/>
                </a:cubicBezTo>
                <a:cubicBezTo>
                  <a:pt x="576302" y="1026477"/>
                  <a:pt x="589896" y="1012883"/>
                  <a:pt x="606665" y="1012883"/>
                </a:cubicBezTo>
                <a:close/>
                <a:moveTo>
                  <a:pt x="534111" y="1012883"/>
                </a:moveTo>
                <a:cubicBezTo>
                  <a:pt x="550880" y="1012883"/>
                  <a:pt x="564474" y="1026477"/>
                  <a:pt x="564474" y="1043246"/>
                </a:cubicBezTo>
                <a:cubicBezTo>
                  <a:pt x="564474" y="1060016"/>
                  <a:pt x="550880" y="1073610"/>
                  <a:pt x="534111" y="1073610"/>
                </a:cubicBezTo>
                <a:cubicBezTo>
                  <a:pt x="517341" y="1073610"/>
                  <a:pt x="503747" y="1060016"/>
                  <a:pt x="503747" y="1043246"/>
                </a:cubicBezTo>
                <a:cubicBezTo>
                  <a:pt x="503747" y="1026477"/>
                  <a:pt x="517341" y="1012883"/>
                  <a:pt x="534111" y="1012883"/>
                </a:cubicBezTo>
                <a:close/>
                <a:moveTo>
                  <a:pt x="461556" y="1012883"/>
                </a:moveTo>
                <a:cubicBezTo>
                  <a:pt x="478326" y="1012883"/>
                  <a:pt x="491920" y="1026477"/>
                  <a:pt x="491920" y="1043246"/>
                </a:cubicBezTo>
                <a:cubicBezTo>
                  <a:pt x="491920" y="1060016"/>
                  <a:pt x="478326" y="1073610"/>
                  <a:pt x="461556" y="1073610"/>
                </a:cubicBezTo>
                <a:cubicBezTo>
                  <a:pt x="444787" y="1073610"/>
                  <a:pt x="431192" y="1060016"/>
                  <a:pt x="431192" y="1043246"/>
                </a:cubicBezTo>
                <a:cubicBezTo>
                  <a:pt x="431192" y="1026477"/>
                  <a:pt x="444787" y="1012883"/>
                  <a:pt x="461556" y="1012883"/>
                </a:cubicBezTo>
                <a:close/>
                <a:moveTo>
                  <a:pt x="389002" y="1012883"/>
                </a:moveTo>
                <a:cubicBezTo>
                  <a:pt x="405771" y="1012883"/>
                  <a:pt x="419365" y="1026477"/>
                  <a:pt x="419365" y="1043246"/>
                </a:cubicBezTo>
                <a:cubicBezTo>
                  <a:pt x="419365" y="1060016"/>
                  <a:pt x="405771" y="1073610"/>
                  <a:pt x="389002" y="1073610"/>
                </a:cubicBezTo>
                <a:cubicBezTo>
                  <a:pt x="372232" y="1073610"/>
                  <a:pt x="358638" y="1060016"/>
                  <a:pt x="358638" y="1043246"/>
                </a:cubicBezTo>
                <a:cubicBezTo>
                  <a:pt x="358638" y="1026477"/>
                  <a:pt x="372232" y="1012883"/>
                  <a:pt x="389002" y="1012883"/>
                </a:cubicBezTo>
                <a:close/>
                <a:moveTo>
                  <a:pt x="316447" y="1012883"/>
                </a:moveTo>
                <a:cubicBezTo>
                  <a:pt x="333216" y="1012883"/>
                  <a:pt x="346810" y="1026477"/>
                  <a:pt x="346810" y="1043246"/>
                </a:cubicBezTo>
                <a:cubicBezTo>
                  <a:pt x="346810" y="1060016"/>
                  <a:pt x="333216" y="1073610"/>
                  <a:pt x="316447" y="1073610"/>
                </a:cubicBezTo>
                <a:cubicBezTo>
                  <a:pt x="299677" y="1073610"/>
                  <a:pt x="286084" y="1060016"/>
                  <a:pt x="286084" y="1043246"/>
                </a:cubicBezTo>
                <a:cubicBezTo>
                  <a:pt x="286084" y="1026477"/>
                  <a:pt x="299677" y="1012883"/>
                  <a:pt x="316447" y="1012883"/>
                </a:cubicBezTo>
                <a:close/>
                <a:moveTo>
                  <a:pt x="243892" y="1012883"/>
                </a:moveTo>
                <a:cubicBezTo>
                  <a:pt x="260662" y="1012883"/>
                  <a:pt x="274256" y="1026477"/>
                  <a:pt x="274256" y="1043246"/>
                </a:cubicBezTo>
                <a:cubicBezTo>
                  <a:pt x="274256" y="1060016"/>
                  <a:pt x="260662" y="1073610"/>
                  <a:pt x="243892" y="1073610"/>
                </a:cubicBezTo>
                <a:cubicBezTo>
                  <a:pt x="227123" y="1073610"/>
                  <a:pt x="213529" y="1060016"/>
                  <a:pt x="213529" y="1043246"/>
                </a:cubicBezTo>
                <a:cubicBezTo>
                  <a:pt x="213529" y="1026477"/>
                  <a:pt x="227123" y="1012883"/>
                  <a:pt x="243892" y="1012883"/>
                </a:cubicBezTo>
                <a:close/>
                <a:moveTo>
                  <a:pt x="171339" y="1012883"/>
                </a:moveTo>
                <a:cubicBezTo>
                  <a:pt x="188107" y="1012883"/>
                  <a:pt x="201701" y="1026477"/>
                  <a:pt x="201701" y="1043246"/>
                </a:cubicBezTo>
                <a:cubicBezTo>
                  <a:pt x="201701" y="1060016"/>
                  <a:pt x="188107" y="1073610"/>
                  <a:pt x="171339" y="1073610"/>
                </a:cubicBezTo>
                <a:cubicBezTo>
                  <a:pt x="154639" y="1073610"/>
                  <a:pt x="141045" y="1060016"/>
                  <a:pt x="141045" y="1043246"/>
                </a:cubicBezTo>
                <a:cubicBezTo>
                  <a:pt x="141045" y="1026477"/>
                  <a:pt x="154639" y="1012883"/>
                  <a:pt x="171339" y="1012883"/>
                </a:cubicBezTo>
                <a:close/>
                <a:moveTo>
                  <a:pt x="98865" y="1012883"/>
                </a:moveTo>
                <a:cubicBezTo>
                  <a:pt x="115628" y="1012883"/>
                  <a:pt x="129222" y="1026477"/>
                  <a:pt x="129222" y="1043246"/>
                </a:cubicBezTo>
                <a:cubicBezTo>
                  <a:pt x="129222" y="1060016"/>
                  <a:pt x="115628" y="1073610"/>
                  <a:pt x="98865" y="1073610"/>
                </a:cubicBezTo>
                <a:cubicBezTo>
                  <a:pt x="82093" y="1073610"/>
                  <a:pt x="68498" y="1060016"/>
                  <a:pt x="68498" y="1043246"/>
                </a:cubicBezTo>
                <a:cubicBezTo>
                  <a:pt x="68498" y="1026477"/>
                  <a:pt x="82093" y="1012883"/>
                  <a:pt x="98865" y="1012883"/>
                </a:cubicBezTo>
                <a:close/>
                <a:moveTo>
                  <a:pt x="26309" y="1012883"/>
                </a:moveTo>
                <a:cubicBezTo>
                  <a:pt x="43075" y="1012883"/>
                  <a:pt x="56670" y="1026477"/>
                  <a:pt x="56670" y="1043246"/>
                </a:cubicBezTo>
                <a:cubicBezTo>
                  <a:pt x="56670" y="1060016"/>
                  <a:pt x="43075" y="1073610"/>
                  <a:pt x="26309" y="1073610"/>
                </a:cubicBezTo>
                <a:cubicBezTo>
                  <a:pt x="17924" y="1073610"/>
                  <a:pt x="10333" y="1070212"/>
                  <a:pt x="4838" y="1064717"/>
                </a:cubicBezTo>
                <a:lnTo>
                  <a:pt x="0" y="1053036"/>
                </a:lnTo>
                <a:lnTo>
                  <a:pt x="0" y="1033457"/>
                </a:lnTo>
                <a:lnTo>
                  <a:pt x="4838" y="1021776"/>
                </a:lnTo>
                <a:cubicBezTo>
                  <a:pt x="10333" y="1016282"/>
                  <a:pt x="17924" y="1012883"/>
                  <a:pt x="26309" y="1012883"/>
                </a:cubicBezTo>
                <a:close/>
                <a:moveTo>
                  <a:pt x="1549874" y="932431"/>
                </a:moveTo>
                <a:cubicBezTo>
                  <a:pt x="1558259" y="932431"/>
                  <a:pt x="1565850" y="935830"/>
                  <a:pt x="1571345" y="941324"/>
                </a:cubicBezTo>
                <a:lnTo>
                  <a:pt x="1577296" y="955693"/>
                </a:lnTo>
                <a:lnTo>
                  <a:pt x="1565363" y="988298"/>
                </a:lnTo>
                <a:lnTo>
                  <a:pt x="1561694" y="990772"/>
                </a:lnTo>
                <a:cubicBezTo>
                  <a:pt x="1558061" y="992309"/>
                  <a:pt x="1554067" y="993158"/>
                  <a:pt x="1549874" y="993158"/>
                </a:cubicBezTo>
                <a:cubicBezTo>
                  <a:pt x="1533105" y="993158"/>
                  <a:pt x="1519511" y="979564"/>
                  <a:pt x="1519511" y="962795"/>
                </a:cubicBezTo>
                <a:cubicBezTo>
                  <a:pt x="1519511" y="946025"/>
                  <a:pt x="1533105" y="932431"/>
                  <a:pt x="1549874" y="932431"/>
                </a:cubicBezTo>
                <a:close/>
                <a:moveTo>
                  <a:pt x="1477320" y="932431"/>
                </a:moveTo>
                <a:cubicBezTo>
                  <a:pt x="1494089" y="932431"/>
                  <a:pt x="1507683" y="946025"/>
                  <a:pt x="1507683" y="962795"/>
                </a:cubicBezTo>
                <a:cubicBezTo>
                  <a:pt x="1507683" y="979564"/>
                  <a:pt x="1494089" y="993158"/>
                  <a:pt x="1477320" y="993158"/>
                </a:cubicBezTo>
                <a:cubicBezTo>
                  <a:pt x="1460550" y="993158"/>
                  <a:pt x="1446956" y="979564"/>
                  <a:pt x="1446956" y="962795"/>
                </a:cubicBezTo>
                <a:cubicBezTo>
                  <a:pt x="1446956" y="946025"/>
                  <a:pt x="1460550" y="932431"/>
                  <a:pt x="1477320" y="932431"/>
                </a:cubicBezTo>
                <a:close/>
                <a:moveTo>
                  <a:pt x="1404765" y="932431"/>
                </a:moveTo>
                <a:cubicBezTo>
                  <a:pt x="1421535" y="932431"/>
                  <a:pt x="1435129" y="946025"/>
                  <a:pt x="1435129" y="962795"/>
                </a:cubicBezTo>
                <a:cubicBezTo>
                  <a:pt x="1435129" y="979564"/>
                  <a:pt x="1421535" y="993158"/>
                  <a:pt x="1404765" y="993158"/>
                </a:cubicBezTo>
                <a:cubicBezTo>
                  <a:pt x="1387996" y="993158"/>
                  <a:pt x="1374402" y="979564"/>
                  <a:pt x="1374402" y="962795"/>
                </a:cubicBezTo>
                <a:cubicBezTo>
                  <a:pt x="1374402" y="946025"/>
                  <a:pt x="1387996" y="932431"/>
                  <a:pt x="1404765" y="932431"/>
                </a:cubicBezTo>
                <a:close/>
                <a:moveTo>
                  <a:pt x="1332211" y="932431"/>
                </a:moveTo>
                <a:cubicBezTo>
                  <a:pt x="1348980" y="932431"/>
                  <a:pt x="1362574" y="946025"/>
                  <a:pt x="1362574" y="962795"/>
                </a:cubicBezTo>
                <a:cubicBezTo>
                  <a:pt x="1362574" y="979564"/>
                  <a:pt x="1348980" y="993158"/>
                  <a:pt x="1332211" y="993158"/>
                </a:cubicBezTo>
                <a:cubicBezTo>
                  <a:pt x="1315441" y="993158"/>
                  <a:pt x="1301847" y="979564"/>
                  <a:pt x="1301847" y="962795"/>
                </a:cubicBezTo>
                <a:cubicBezTo>
                  <a:pt x="1301847" y="946025"/>
                  <a:pt x="1315441" y="932431"/>
                  <a:pt x="1332211" y="932431"/>
                </a:cubicBezTo>
                <a:close/>
                <a:moveTo>
                  <a:pt x="1259656" y="932431"/>
                </a:moveTo>
                <a:cubicBezTo>
                  <a:pt x="1276426" y="932431"/>
                  <a:pt x="1290020" y="946025"/>
                  <a:pt x="1290020" y="962795"/>
                </a:cubicBezTo>
                <a:cubicBezTo>
                  <a:pt x="1290020" y="979564"/>
                  <a:pt x="1276426" y="993158"/>
                  <a:pt x="1259656" y="993158"/>
                </a:cubicBezTo>
                <a:cubicBezTo>
                  <a:pt x="1242887" y="993158"/>
                  <a:pt x="1229293" y="979564"/>
                  <a:pt x="1229293" y="962795"/>
                </a:cubicBezTo>
                <a:cubicBezTo>
                  <a:pt x="1229293" y="946025"/>
                  <a:pt x="1242887" y="932431"/>
                  <a:pt x="1259656" y="932431"/>
                </a:cubicBezTo>
                <a:close/>
                <a:moveTo>
                  <a:pt x="1187102" y="932431"/>
                </a:moveTo>
                <a:cubicBezTo>
                  <a:pt x="1203871" y="932431"/>
                  <a:pt x="1217465" y="946025"/>
                  <a:pt x="1217465" y="962795"/>
                </a:cubicBezTo>
                <a:cubicBezTo>
                  <a:pt x="1217465" y="979564"/>
                  <a:pt x="1203871" y="993158"/>
                  <a:pt x="1187102" y="993158"/>
                </a:cubicBezTo>
                <a:cubicBezTo>
                  <a:pt x="1170332" y="993158"/>
                  <a:pt x="1156738" y="979564"/>
                  <a:pt x="1156738" y="962795"/>
                </a:cubicBezTo>
                <a:cubicBezTo>
                  <a:pt x="1156738" y="946025"/>
                  <a:pt x="1170332" y="932431"/>
                  <a:pt x="1187102" y="932431"/>
                </a:cubicBezTo>
                <a:close/>
                <a:moveTo>
                  <a:pt x="1114547" y="932431"/>
                </a:moveTo>
                <a:cubicBezTo>
                  <a:pt x="1131317" y="932431"/>
                  <a:pt x="1144911" y="946025"/>
                  <a:pt x="1144911" y="962795"/>
                </a:cubicBezTo>
                <a:cubicBezTo>
                  <a:pt x="1144911" y="979564"/>
                  <a:pt x="1131317" y="993158"/>
                  <a:pt x="1114547" y="993158"/>
                </a:cubicBezTo>
                <a:cubicBezTo>
                  <a:pt x="1097778" y="993158"/>
                  <a:pt x="1084184" y="979564"/>
                  <a:pt x="1084184" y="962795"/>
                </a:cubicBezTo>
                <a:cubicBezTo>
                  <a:pt x="1084184" y="946025"/>
                  <a:pt x="1097778" y="932431"/>
                  <a:pt x="1114547" y="932431"/>
                </a:cubicBezTo>
                <a:close/>
                <a:moveTo>
                  <a:pt x="1041993" y="932431"/>
                </a:moveTo>
                <a:cubicBezTo>
                  <a:pt x="1058762" y="932431"/>
                  <a:pt x="1072356" y="946025"/>
                  <a:pt x="1072356" y="962795"/>
                </a:cubicBezTo>
                <a:cubicBezTo>
                  <a:pt x="1072356" y="979564"/>
                  <a:pt x="1058762" y="993158"/>
                  <a:pt x="1041993" y="993158"/>
                </a:cubicBezTo>
                <a:cubicBezTo>
                  <a:pt x="1025223" y="993158"/>
                  <a:pt x="1011629" y="979564"/>
                  <a:pt x="1011629" y="962795"/>
                </a:cubicBezTo>
                <a:cubicBezTo>
                  <a:pt x="1011629" y="946025"/>
                  <a:pt x="1025223" y="932431"/>
                  <a:pt x="1041993" y="932431"/>
                </a:cubicBezTo>
                <a:close/>
                <a:moveTo>
                  <a:pt x="969438" y="932431"/>
                </a:moveTo>
                <a:cubicBezTo>
                  <a:pt x="986208" y="932431"/>
                  <a:pt x="999801" y="946025"/>
                  <a:pt x="999801" y="962795"/>
                </a:cubicBezTo>
                <a:cubicBezTo>
                  <a:pt x="999801" y="979564"/>
                  <a:pt x="986208" y="993158"/>
                  <a:pt x="969438" y="993158"/>
                </a:cubicBezTo>
                <a:cubicBezTo>
                  <a:pt x="952669" y="993158"/>
                  <a:pt x="939075" y="979564"/>
                  <a:pt x="939075" y="962795"/>
                </a:cubicBezTo>
                <a:cubicBezTo>
                  <a:pt x="939075" y="946025"/>
                  <a:pt x="952669" y="932431"/>
                  <a:pt x="969438" y="932431"/>
                </a:cubicBezTo>
                <a:close/>
                <a:moveTo>
                  <a:pt x="896883" y="932431"/>
                </a:moveTo>
                <a:cubicBezTo>
                  <a:pt x="913653" y="932431"/>
                  <a:pt x="927247" y="946025"/>
                  <a:pt x="927247" y="962795"/>
                </a:cubicBezTo>
                <a:cubicBezTo>
                  <a:pt x="927247" y="979564"/>
                  <a:pt x="913653" y="993158"/>
                  <a:pt x="896883" y="993158"/>
                </a:cubicBezTo>
                <a:cubicBezTo>
                  <a:pt x="880114" y="993158"/>
                  <a:pt x="866520" y="979564"/>
                  <a:pt x="866520" y="962795"/>
                </a:cubicBezTo>
                <a:cubicBezTo>
                  <a:pt x="866520" y="946025"/>
                  <a:pt x="880114" y="932431"/>
                  <a:pt x="896883" y="932431"/>
                </a:cubicBezTo>
                <a:close/>
                <a:moveTo>
                  <a:pt x="824329" y="932431"/>
                </a:moveTo>
                <a:cubicBezTo>
                  <a:pt x="841098" y="932431"/>
                  <a:pt x="854692" y="946025"/>
                  <a:pt x="854692" y="962795"/>
                </a:cubicBezTo>
                <a:cubicBezTo>
                  <a:pt x="854692" y="979564"/>
                  <a:pt x="841098" y="993158"/>
                  <a:pt x="824329" y="993158"/>
                </a:cubicBezTo>
                <a:cubicBezTo>
                  <a:pt x="807559" y="993158"/>
                  <a:pt x="793965" y="979564"/>
                  <a:pt x="793965" y="962795"/>
                </a:cubicBezTo>
                <a:cubicBezTo>
                  <a:pt x="793965" y="946025"/>
                  <a:pt x="807559" y="932431"/>
                  <a:pt x="824329" y="932431"/>
                </a:cubicBezTo>
                <a:close/>
                <a:moveTo>
                  <a:pt x="751774" y="932431"/>
                </a:moveTo>
                <a:cubicBezTo>
                  <a:pt x="768544" y="932431"/>
                  <a:pt x="782138" y="946025"/>
                  <a:pt x="782138" y="962795"/>
                </a:cubicBezTo>
                <a:cubicBezTo>
                  <a:pt x="782138" y="979564"/>
                  <a:pt x="768544" y="993158"/>
                  <a:pt x="751774" y="993158"/>
                </a:cubicBezTo>
                <a:cubicBezTo>
                  <a:pt x="735005" y="993158"/>
                  <a:pt x="721411" y="979564"/>
                  <a:pt x="721411" y="962795"/>
                </a:cubicBezTo>
                <a:cubicBezTo>
                  <a:pt x="721411" y="946025"/>
                  <a:pt x="735005" y="932431"/>
                  <a:pt x="751774" y="932431"/>
                </a:cubicBezTo>
                <a:close/>
                <a:moveTo>
                  <a:pt x="679220" y="932431"/>
                </a:moveTo>
                <a:cubicBezTo>
                  <a:pt x="695989" y="932431"/>
                  <a:pt x="709583" y="946025"/>
                  <a:pt x="709583" y="962795"/>
                </a:cubicBezTo>
                <a:cubicBezTo>
                  <a:pt x="709583" y="979564"/>
                  <a:pt x="695989" y="993158"/>
                  <a:pt x="679220" y="993158"/>
                </a:cubicBezTo>
                <a:cubicBezTo>
                  <a:pt x="662450" y="993158"/>
                  <a:pt x="648856" y="979564"/>
                  <a:pt x="648856" y="962795"/>
                </a:cubicBezTo>
                <a:cubicBezTo>
                  <a:pt x="648856" y="946025"/>
                  <a:pt x="662450" y="932431"/>
                  <a:pt x="679220" y="932431"/>
                </a:cubicBezTo>
                <a:close/>
                <a:moveTo>
                  <a:pt x="606665" y="932431"/>
                </a:moveTo>
                <a:cubicBezTo>
                  <a:pt x="623435" y="932431"/>
                  <a:pt x="637029" y="946025"/>
                  <a:pt x="637029" y="962795"/>
                </a:cubicBezTo>
                <a:cubicBezTo>
                  <a:pt x="637029" y="979564"/>
                  <a:pt x="623435" y="993158"/>
                  <a:pt x="606665" y="993158"/>
                </a:cubicBezTo>
                <a:cubicBezTo>
                  <a:pt x="589896" y="993158"/>
                  <a:pt x="576302" y="979564"/>
                  <a:pt x="576302" y="962795"/>
                </a:cubicBezTo>
                <a:cubicBezTo>
                  <a:pt x="576302" y="946025"/>
                  <a:pt x="589896" y="932431"/>
                  <a:pt x="606665" y="932431"/>
                </a:cubicBezTo>
                <a:close/>
                <a:moveTo>
                  <a:pt x="534111" y="932431"/>
                </a:moveTo>
                <a:cubicBezTo>
                  <a:pt x="550880" y="932431"/>
                  <a:pt x="564474" y="946025"/>
                  <a:pt x="564474" y="962795"/>
                </a:cubicBezTo>
                <a:cubicBezTo>
                  <a:pt x="564474" y="979564"/>
                  <a:pt x="550880" y="993158"/>
                  <a:pt x="534111" y="993158"/>
                </a:cubicBezTo>
                <a:cubicBezTo>
                  <a:pt x="517341" y="993158"/>
                  <a:pt x="503747" y="979564"/>
                  <a:pt x="503747" y="962795"/>
                </a:cubicBezTo>
                <a:cubicBezTo>
                  <a:pt x="503747" y="946025"/>
                  <a:pt x="517341" y="932431"/>
                  <a:pt x="534111" y="932431"/>
                </a:cubicBezTo>
                <a:close/>
                <a:moveTo>
                  <a:pt x="461556" y="932431"/>
                </a:moveTo>
                <a:cubicBezTo>
                  <a:pt x="478326" y="932431"/>
                  <a:pt x="491920" y="946025"/>
                  <a:pt x="491920" y="962795"/>
                </a:cubicBezTo>
                <a:cubicBezTo>
                  <a:pt x="491920" y="979564"/>
                  <a:pt x="478326" y="993158"/>
                  <a:pt x="461556" y="993158"/>
                </a:cubicBezTo>
                <a:cubicBezTo>
                  <a:pt x="444787" y="993158"/>
                  <a:pt x="431192" y="979564"/>
                  <a:pt x="431192" y="962795"/>
                </a:cubicBezTo>
                <a:cubicBezTo>
                  <a:pt x="431192" y="946025"/>
                  <a:pt x="444787" y="932431"/>
                  <a:pt x="461556" y="932431"/>
                </a:cubicBezTo>
                <a:close/>
                <a:moveTo>
                  <a:pt x="389002" y="932431"/>
                </a:moveTo>
                <a:cubicBezTo>
                  <a:pt x="405771" y="932431"/>
                  <a:pt x="419365" y="946025"/>
                  <a:pt x="419365" y="962795"/>
                </a:cubicBezTo>
                <a:cubicBezTo>
                  <a:pt x="419365" y="979564"/>
                  <a:pt x="405771" y="993158"/>
                  <a:pt x="389002" y="993158"/>
                </a:cubicBezTo>
                <a:cubicBezTo>
                  <a:pt x="372232" y="993158"/>
                  <a:pt x="358638" y="979564"/>
                  <a:pt x="358638" y="962795"/>
                </a:cubicBezTo>
                <a:cubicBezTo>
                  <a:pt x="358638" y="946025"/>
                  <a:pt x="372232" y="932431"/>
                  <a:pt x="389002" y="932431"/>
                </a:cubicBezTo>
                <a:close/>
                <a:moveTo>
                  <a:pt x="316447" y="932431"/>
                </a:moveTo>
                <a:cubicBezTo>
                  <a:pt x="333216" y="932431"/>
                  <a:pt x="346810" y="946025"/>
                  <a:pt x="346810" y="962795"/>
                </a:cubicBezTo>
                <a:cubicBezTo>
                  <a:pt x="346810" y="979564"/>
                  <a:pt x="333216" y="993158"/>
                  <a:pt x="316447" y="993158"/>
                </a:cubicBezTo>
                <a:cubicBezTo>
                  <a:pt x="299677" y="993158"/>
                  <a:pt x="286084" y="979564"/>
                  <a:pt x="286084" y="962795"/>
                </a:cubicBezTo>
                <a:cubicBezTo>
                  <a:pt x="286084" y="946025"/>
                  <a:pt x="299677" y="932431"/>
                  <a:pt x="316447" y="932431"/>
                </a:cubicBezTo>
                <a:close/>
                <a:moveTo>
                  <a:pt x="243892" y="932431"/>
                </a:moveTo>
                <a:cubicBezTo>
                  <a:pt x="260662" y="932431"/>
                  <a:pt x="274256" y="946025"/>
                  <a:pt x="274256" y="962795"/>
                </a:cubicBezTo>
                <a:cubicBezTo>
                  <a:pt x="274256" y="979564"/>
                  <a:pt x="260662" y="993158"/>
                  <a:pt x="243892" y="993158"/>
                </a:cubicBezTo>
                <a:cubicBezTo>
                  <a:pt x="227123" y="993158"/>
                  <a:pt x="213529" y="979564"/>
                  <a:pt x="213529" y="962795"/>
                </a:cubicBezTo>
                <a:cubicBezTo>
                  <a:pt x="213529" y="946025"/>
                  <a:pt x="227123" y="932431"/>
                  <a:pt x="243892" y="932431"/>
                </a:cubicBezTo>
                <a:close/>
                <a:moveTo>
                  <a:pt x="171339" y="932431"/>
                </a:moveTo>
                <a:cubicBezTo>
                  <a:pt x="188107" y="932431"/>
                  <a:pt x="201701" y="946025"/>
                  <a:pt x="201701" y="962795"/>
                </a:cubicBezTo>
                <a:cubicBezTo>
                  <a:pt x="201701" y="979564"/>
                  <a:pt x="188107" y="993158"/>
                  <a:pt x="171339" y="993158"/>
                </a:cubicBezTo>
                <a:cubicBezTo>
                  <a:pt x="154645" y="993158"/>
                  <a:pt x="141051" y="979564"/>
                  <a:pt x="141051" y="962795"/>
                </a:cubicBezTo>
                <a:cubicBezTo>
                  <a:pt x="141051" y="946025"/>
                  <a:pt x="154645" y="932431"/>
                  <a:pt x="171339" y="932431"/>
                </a:cubicBezTo>
                <a:close/>
                <a:moveTo>
                  <a:pt x="98870" y="932431"/>
                </a:moveTo>
                <a:cubicBezTo>
                  <a:pt x="115634" y="932431"/>
                  <a:pt x="129228" y="946025"/>
                  <a:pt x="129228" y="962795"/>
                </a:cubicBezTo>
                <a:cubicBezTo>
                  <a:pt x="129228" y="979564"/>
                  <a:pt x="115634" y="993158"/>
                  <a:pt x="98870" y="993158"/>
                </a:cubicBezTo>
                <a:cubicBezTo>
                  <a:pt x="82099" y="993158"/>
                  <a:pt x="68505" y="979564"/>
                  <a:pt x="68505" y="962795"/>
                </a:cubicBezTo>
                <a:cubicBezTo>
                  <a:pt x="68505" y="946025"/>
                  <a:pt x="82099" y="932431"/>
                  <a:pt x="98870" y="932431"/>
                </a:cubicBezTo>
                <a:close/>
                <a:moveTo>
                  <a:pt x="26316" y="932431"/>
                </a:moveTo>
                <a:cubicBezTo>
                  <a:pt x="43081" y="932431"/>
                  <a:pt x="56676" y="946025"/>
                  <a:pt x="56676" y="962795"/>
                </a:cubicBezTo>
                <a:cubicBezTo>
                  <a:pt x="56676" y="979564"/>
                  <a:pt x="43081" y="993158"/>
                  <a:pt x="26316" y="993158"/>
                </a:cubicBezTo>
                <a:cubicBezTo>
                  <a:pt x="17931" y="993158"/>
                  <a:pt x="10340" y="989760"/>
                  <a:pt x="4845" y="984265"/>
                </a:cubicBezTo>
                <a:lnTo>
                  <a:pt x="0" y="972570"/>
                </a:lnTo>
                <a:lnTo>
                  <a:pt x="0" y="953020"/>
                </a:lnTo>
                <a:lnTo>
                  <a:pt x="4845" y="941324"/>
                </a:lnTo>
                <a:cubicBezTo>
                  <a:pt x="10340" y="935830"/>
                  <a:pt x="17931" y="932431"/>
                  <a:pt x="26316" y="932431"/>
                </a:cubicBezTo>
                <a:close/>
                <a:moveTo>
                  <a:pt x="1612513" y="853981"/>
                </a:moveTo>
                <a:lnTo>
                  <a:pt x="1607766" y="872445"/>
                </a:lnTo>
                <a:lnTo>
                  <a:pt x="1598477" y="897823"/>
                </a:lnTo>
                <a:lnTo>
                  <a:pt x="1592066" y="882343"/>
                </a:lnTo>
                <a:cubicBezTo>
                  <a:pt x="1592066" y="869766"/>
                  <a:pt x="1599712" y="858975"/>
                  <a:pt x="1610610" y="854366"/>
                </a:cubicBezTo>
                <a:close/>
                <a:moveTo>
                  <a:pt x="1549874" y="851979"/>
                </a:moveTo>
                <a:cubicBezTo>
                  <a:pt x="1566644" y="851979"/>
                  <a:pt x="1580238" y="865573"/>
                  <a:pt x="1580238" y="882343"/>
                </a:cubicBezTo>
                <a:cubicBezTo>
                  <a:pt x="1580238" y="899112"/>
                  <a:pt x="1566644" y="912706"/>
                  <a:pt x="1549874" y="912706"/>
                </a:cubicBezTo>
                <a:cubicBezTo>
                  <a:pt x="1533105" y="912706"/>
                  <a:pt x="1519511" y="899112"/>
                  <a:pt x="1519511" y="882343"/>
                </a:cubicBezTo>
                <a:cubicBezTo>
                  <a:pt x="1519511" y="865573"/>
                  <a:pt x="1533105" y="851979"/>
                  <a:pt x="1549874" y="851979"/>
                </a:cubicBezTo>
                <a:close/>
                <a:moveTo>
                  <a:pt x="1477320" y="851979"/>
                </a:moveTo>
                <a:cubicBezTo>
                  <a:pt x="1494089" y="851979"/>
                  <a:pt x="1507683" y="865573"/>
                  <a:pt x="1507683" y="882343"/>
                </a:cubicBezTo>
                <a:cubicBezTo>
                  <a:pt x="1507683" y="899112"/>
                  <a:pt x="1494089" y="912706"/>
                  <a:pt x="1477320" y="912706"/>
                </a:cubicBezTo>
                <a:cubicBezTo>
                  <a:pt x="1460550" y="912706"/>
                  <a:pt x="1446956" y="899112"/>
                  <a:pt x="1446956" y="882343"/>
                </a:cubicBezTo>
                <a:cubicBezTo>
                  <a:pt x="1446956" y="865573"/>
                  <a:pt x="1460550" y="851979"/>
                  <a:pt x="1477320" y="851979"/>
                </a:cubicBezTo>
                <a:close/>
                <a:moveTo>
                  <a:pt x="1404765" y="851979"/>
                </a:moveTo>
                <a:cubicBezTo>
                  <a:pt x="1421535" y="851979"/>
                  <a:pt x="1435129" y="865573"/>
                  <a:pt x="1435129" y="882343"/>
                </a:cubicBezTo>
                <a:cubicBezTo>
                  <a:pt x="1435129" y="899112"/>
                  <a:pt x="1421535" y="912706"/>
                  <a:pt x="1404765" y="912706"/>
                </a:cubicBezTo>
                <a:cubicBezTo>
                  <a:pt x="1387996" y="912706"/>
                  <a:pt x="1374402" y="899112"/>
                  <a:pt x="1374402" y="882343"/>
                </a:cubicBezTo>
                <a:cubicBezTo>
                  <a:pt x="1374402" y="865573"/>
                  <a:pt x="1387996" y="851979"/>
                  <a:pt x="1404765" y="851979"/>
                </a:cubicBezTo>
                <a:close/>
                <a:moveTo>
                  <a:pt x="1332211" y="851979"/>
                </a:moveTo>
                <a:cubicBezTo>
                  <a:pt x="1348980" y="851979"/>
                  <a:pt x="1362574" y="865573"/>
                  <a:pt x="1362574" y="882343"/>
                </a:cubicBezTo>
                <a:cubicBezTo>
                  <a:pt x="1362574" y="899112"/>
                  <a:pt x="1348980" y="912706"/>
                  <a:pt x="1332211" y="912706"/>
                </a:cubicBezTo>
                <a:cubicBezTo>
                  <a:pt x="1315441" y="912706"/>
                  <a:pt x="1301847" y="899112"/>
                  <a:pt x="1301847" y="882343"/>
                </a:cubicBezTo>
                <a:cubicBezTo>
                  <a:pt x="1301847" y="865573"/>
                  <a:pt x="1315441" y="851979"/>
                  <a:pt x="1332211" y="851979"/>
                </a:cubicBezTo>
                <a:close/>
                <a:moveTo>
                  <a:pt x="1259656" y="851979"/>
                </a:moveTo>
                <a:cubicBezTo>
                  <a:pt x="1276426" y="851979"/>
                  <a:pt x="1290020" y="865573"/>
                  <a:pt x="1290020" y="882343"/>
                </a:cubicBezTo>
                <a:cubicBezTo>
                  <a:pt x="1290020" y="899112"/>
                  <a:pt x="1276426" y="912706"/>
                  <a:pt x="1259656" y="912706"/>
                </a:cubicBezTo>
                <a:cubicBezTo>
                  <a:pt x="1242887" y="912706"/>
                  <a:pt x="1229293" y="899112"/>
                  <a:pt x="1229293" y="882343"/>
                </a:cubicBezTo>
                <a:cubicBezTo>
                  <a:pt x="1229293" y="865573"/>
                  <a:pt x="1242887" y="851979"/>
                  <a:pt x="1259656" y="851979"/>
                </a:cubicBezTo>
                <a:close/>
                <a:moveTo>
                  <a:pt x="1187102" y="851979"/>
                </a:moveTo>
                <a:cubicBezTo>
                  <a:pt x="1203871" y="851979"/>
                  <a:pt x="1217465" y="865573"/>
                  <a:pt x="1217465" y="882343"/>
                </a:cubicBezTo>
                <a:cubicBezTo>
                  <a:pt x="1217465" y="899112"/>
                  <a:pt x="1203871" y="912706"/>
                  <a:pt x="1187102" y="912706"/>
                </a:cubicBezTo>
                <a:cubicBezTo>
                  <a:pt x="1170332" y="912706"/>
                  <a:pt x="1156738" y="899112"/>
                  <a:pt x="1156738" y="882343"/>
                </a:cubicBezTo>
                <a:cubicBezTo>
                  <a:pt x="1156738" y="865573"/>
                  <a:pt x="1170332" y="851979"/>
                  <a:pt x="1187102" y="851979"/>
                </a:cubicBezTo>
                <a:close/>
                <a:moveTo>
                  <a:pt x="1114547" y="851979"/>
                </a:moveTo>
                <a:cubicBezTo>
                  <a:pt x="1131317" y="851979"/>
                  <a:pt x="1144911" y="865573"/>
                  <a:pt x="1144911" y="882343"/>
                </a:cubicBezTo>
                <a:cubicBezTo>
                  <a:pt x="1144911" y="899112"/>
                  <a:pt x="1131317" y="912706"/>
                  <a:pt x="1114547" y="912706"/>
                </a:cubicBezTo>
                <a:cubicBezTo>
                  <a:pt x="1097778" y="912706"/>
                  <a:pt x="1084184" y="899112"/>
                  <a:pt x="1084184" y="882343"/>
                </a:cubicBezTo>
                <a:cubicBezTo>
                  <a:pt x="1084184" y="865573"/>
                  <a:pt x="1097778" y="851979"/>
                  <a:pt x="1114547" y="851979"/>
                </a:cubicBezTo>
                <a:close/>
                <a:moveTo>
                  <a:pt x="1041993" y="851979"/>
                </a:moveTo>
                <a:cubicBezTo>
                  <a:pt x="1058762" y="851979"/>
                  <a:pt x="1072356" y="865573"/>
                  <a:pt x="1072356" y="882343"/>
                </a:cubicBezTo>
                <a:cubicBezTo>
                  <a:pt x="1072356" y="899112"/>
                  <a:pt x="1058762" y="912706"/>
                  <a:pt x="1041993" y="912706"/>
                </a:cubicBezTo>
                <a:cubicBezTo>
                  <a:pt x="1025223" y="912706"/>
                  <a:pt x="1011629" y="899112"/>
                  <a:pt x="1011629" y="882343"/>
                </a:cubicBezTo>
                <a:cubicBezTo>
                  <a:pt x="1011629" y="865573"/>
                  <a:pt x="1025223" y="851979"/>
                  <a:pt x="1041993" y="851979"/>
                </a:cubicBezTo>
                <a:close/>
                <a:moveTo>
                  <a:pt x="969438" y="851979"/>
                </a:moveTo>
                <a:cubicBezTo>
                  <a:pt x="986208" y="851979"/>
                  <a:pt x="999801" y="865573"/>
                  <a:pt x="999801" y="882343"/>
                </a:cubicBezTo>
                <a:cubicBezTo>
                  <a:pt x="999801" y="899112"/>
                  <a:pt x="986208" y="912706"/>
                  <a:pt x="969438" y="912706"/>
                </a:cubicBezTo>
                <a:cubicBezTo>
                  <a:pt x="952669" y="912706"/>
                  <a:pt x="939075" y="899112"/>
                  <a:pt x="939075" y="882343"/>
                </a:cubicBezTo>
                <a:cubicBezTo>
                  <a:pt x="939075" y="865573"/>
                  <a:pt x="952669" y="851979"/>
                  <a:pt x="969438" y="851979"/>
                </a:cubicBezTo>
                <a:close/>
                <a:moveTo>
                  <a:pt x="896883" y="851979"/>
                </a:moveTo>
                <a:cubicBezTo>
                  <a:pt x="913653" y="851979"/>
                  <a:pt x="927247" y="865573"/>
                  <a:pt x="927247" y="882343"/>
                </a:cubicBezTo>
                <a:cubicBezTo>
                  <a:pt x="927247" y="899112"/>
                  <a:pt x="913653" y="912706"/>
                  <a:pt x="896883" y="912706"/>
                </a:cubicBezTo>
                <a:cubicBezTo>
                  <a:pt x="880114" y="912706"/>
                  <a:pt x="866520" y="899112"/>
                  <a:pt x="866520" y="882343"/>
                </a:cubicBezTo>
                <a:cubicBezTo>
                  <a:pt x="866520" y="865573"/>
                  <a:pt x="880114" y="851979"/>
                  <a:pt x="896883" y="851979"/>
                </a:cubicBezTo>
                <a:close/>
                <a:moveTo>
                  <a:pt x="824329" y="851979"/>
                </a:moveTo>
                <a:cubicBezTo>
                  <a:pt x="841098" y="851979"/>
                  <a:pt x="854692" y="865573"/>
                  <a:pt x="854692" y="882343"/>
                </a:cubicBezTo>
                <a:cubicBezTo>
                  <a:pt x="854692" y="899112"/>
                  <a:pt x="841098" y="912706"/>
                  <a:pt x="824329" y="912706"/>
                </a:cubicBezTo>
                <a:cubicBezTo>
                  <a:pt x="807559" y="912706"/>
                  <a:pt x="793965" y="899112"/>
                  <a:pt x="793965" y="882343"/>
                </a:cubicBezTo>
                <a:cubicBezTo>
                  <a:pt x="793965" y="865573"/>
                  <a:pt x="807559" y="851979"/>
                  <a:pt x="824329" y="851979"/>
                </a:cubicBezTo>
                <a:close/>
                <a:moveTo>
                  <a:pt x="751774" y="851979"/>
                </a:moveTo>
                <a:cubicBezTo>
                  <a:pt x="768544" y="851979"/>
                  <a:pt x="782138" y="865573"/>
                  <a:pt x="782138" y="882343"/>
                </a:cubicBezTo>
                <a:cubicBezTo>
                  <a:pt x="782138" y="899112"/>
                  <a:pt x="768544" y="912706"/>
                  <a:pt x="751774" y="912706"/>
                </a:cubicBezTo>
                <a:cubicBezTo>
                  <a:pt x="735005" y="912706"/>
                  <a:pt x="721411" y="899112"/>
                  <a:pt x="721411" y="882343"/>
                </a:cubicBezTo>
                <a:cubicBezTo>
                  <a:pt x="721411" y="865573"/>
                  <a:pt x="735005" y="851979"/>
                  <a:pt x="751774" y="851979"/>
                </a:cubicBezTo>
                <a:close/>
                <a:moveTo>
                  <a:pt x="679220" y="851979"/>
                </a:moveTo>
                <a:cubicBezTo>
                  <a:pt x="695989" y="851979"/>
                  <a:pt x="709583" y="865573"/>
                  <a:pt x="709583" y="882343"/>
                </a:cubicBezTo>
                <a:cubicBezTo>
                  <a:pt x="709583" y="899112"/>
                  <a:pt x="695989" y="912706"/>
                  <a:pt x="679220" y="912706"/>
                </a:cubicBezTo>
                <a:cubicBezTo>
                  <a:pt x="662450" y="912706"/>
                  <a:pt x="648856" y="899112"/>
                  <a:pt x="648856" y="882343"/>
                </a:cubicBezTo>
                <a:cubicBezTo>
                  <a:pt x="648856" y="865573"/>
                  <a:pt x="662450" y="851979"/>
                  <a:pt x="679220" y="851979"/>
                </a:cubicBezTo>
                <a:close/>
                <a:moveTo>
                  <a:pt x="606665" y="851979"/>
                </a:moveTo>
                <a:cubicBezTo>
                  <a:pt x="623435" y="851979"/>
                  <a:pt x="637029" y="865573"/>
                  <a:pt x="637029" y="882343"/>
                </a:cubicBezTo>
                <a:cubicBezTo>
                  <a:pt x="637029" y="899112"/>
                  <a:pt x="623435" y="912706"/>
                  <a:pt x="606665" y="912706"/>
                </a:cubicBezTo>
                <a:cubicBezTo>
                  <a:pt x="589896" y="912706"/>
                  <a:pt x="576302" y="899112"/>
                  <a:pt x="576302" y="882343"/>
                </a:cubicBezTo>
                <a:cubicBezTo>
                  <a:pt x="576302" y="865573"/>
                  <a:pt x="589896" y="851979"/>
                  <a:pt x="606665" y="851979"/>
                </a:cubicBezTo>
                <a:close/>
                <a:moveTo>
                  <a:pt x="534111" y="851979"/>
                </a:moveTo>
                <a:cubicBezTo>
                  <a:pt x="550880" y="851979"/>
                  <a:pt x="564474" y="865573"/>
                  <a:pt x="564474" y="882343"/>
                </a:cubicBezTo>
                <a:cubicBezTo>
                  <a:pt x="564474" y="899112"/>
                  <a:pt x="550880" y="912706"/>
                  <a:pt x="534111" y="912706"/>
                </a:cubicBezTo>
                <a:cubicBezTo>
                  <a:pt x="517341" y="912706"/>
                  <a:pt x="503747" y="899112"/>
                  <a:pt x="503747" y="882343"/>
                </a:cubicBezTo>
                <a:cubicBezTo>
                  <a:pt x="503747" y="865573"/>
                  <a:pt x="517341" y="851979"/>
                  <a:pt x="534111" y="851979"/>
                </a:cubicBezTo>
                <a:close/>
                <a:moveTo>
                  <a:pt x="461556" y="851979"/>
                </a:moveTo>
                <a:cubicBezTo>
                  <a:pt x="478326" y="851979"/>
                  <a:pt x="491920" y="865573"/>
                  <a:pt x="491920" y="882343"/>
                </a:cubicBezTo>
                <a:cubicBezTo>
                  <a:pt x="491920" y="899112"/>
                  <a:pt x="478326" y="912706"/>
                  <a:pt x="461556" y="912706"/>
                </a:cubicBezTo>
                <a:cubicBezTo>
                  <a:pt x="444787" y="912706"/>
                  <a:pt x="431192" y="899112"/>
                  <a:pt x="431192" y="882343"/>
                </a:cubicBezTo>
                <a:cubicBezTo>
                  <a:pt x="431192" y="865573"/>
                  <a:pt x="444787" y="851979"/>
                  <a:pt x="461556" y="851979"/>
                </a:cubicBezTo>
                <a:close/>
                <a:moveTo>
                  <a:pt x="389002" y="851979"/>
                </a:moveTo>
                <a:cubicBezTo>
                  <a:pt x="405771" y="851979"/>
                  <a:pt x="419365" y="865573"/>
                  <a:pt x="419365" y="882343"/>
                </a:cubicBezTo>
                <a:cubicBezTo>
                  <a:pt x="419365" y="899112"/>
                  <a:pt x="405771" y="912706"/>
                  <a:pt x="389002" y="912706"/>
                </a:cubicBezTo>
                <a:cubicBezTo>
                  <a:pt x="372232" y="912706"/>
                  <a:pt x="358638" y="899112"/>
                  <a:pt x="358638" y="882343"/>
                </a:cubicBezTo>
                <a:cubicBezTo>
                  <a:pt x="358638" y="865573"/>
                  <a:pt x="372232" y="851979"/>
                  <a:pt x="389002" y="851979"/>
                </a:cubicBezTo>
                <a:close/>
                <a:moveTo>
                  <a:pt x="316447" y="851979"/>
                </a:moveTo>
                <a:cubicBezTo>
                  <a:pt x="333216" y="851979"/>
                  <a:pt x="346810" y="865573"/>
                  <a:pt x="346810" y="882343"/>
                </a:cubicBezTo>
                <a:cubicBezTo>
                  <a:pt x="346810" y="899112"/>
                  <a:pt x="333216" y="912706"/>
                  <a:pt x="316447" y="912706"/>
                </a:cubicBezTo>
                <a:cubicBezTo>
                  <a:pt x="299677" y="912706"/>
                  <a:pt x="286084" y="899112"/>
                  <a:pt x="286084" y="882343"/>
                </a:cubicBezTo>
                <a:cubicBezTo>
                  <a:pt x="286084" y="865573"/>
                  <a:pt x="299677" y="851979"/>
                  <a:pt x="316447" y="851979"/>
                </a:cubicBezTo>
                <a:close/>
                <a:moveTo>
                  <a:pt x="243892" y="851979"/>
                </a:moveTo>
                <a:cubicBezTo>
                  <a:pt x="260662" y="851979"/>
                  <a:pt x="274256" y="865573"/>
                  <a:pt x="274256" y="882343"/>
                </a:cubicBezTo>
                <a:cubicBezTo>
                  <a:pt x="274256" y="899112"/>
                  <a:pt x="260662" y="912706"/>
                  <a:pt x="243892" y="912706"/>
                </a:cubicBezTo>
                <a:cubicBezTo>
                  <a:pt x="227123" y="912706"/>
                  <a:pt x="213529" y="899112"/>
                  <a:pt x="213529" y="882343"/>
                </a:cubicBezTo>
                <a:cubicBezTo>
                  <a:pt x="213529" y="865573"/>
                  <a:pt x="227123" y="851979"/>
                  <a:pt x="243892" y="851979"/>
                </a:cubicBezTo>
                <a:close/>
                <a:moveTo>
                  <a:pt x="171339" y="851979"/>
                </a:moveTo>
                <a:cubicBezTo>
                  <a:pt x="188107" y="851979"/>
                  <a:pt x="201701" y="865573"/>
                  <a:pt x="201701" y="882343"/>
                </a:cubicBezTo>
                <a:cubicBezTo>
                  <a:pt x="201701" y="899112"/>
                  <a:pt x="188107" y="912706"/>
                  <a:pt x="171339" y="912706"/>
                </a:cubicBezTo>
                <a:cubicBezTo>
                  <a:pt x="154651" y="912706"/>
                  <a:pt x="141056" y="899112"/>
                  <a:pt x="141056" y="882343"/>
                </a:cubicBezTo>
                <a:cubicBezTo>
                  <a:pt x="141056" y="865573"/>
                  <a:pt x="154651" y="851979"/>
                  <a:pt x="171339" y="851979"/>
                </a:cubicBezTo>
                <a:close/>
                <a:moveTo>
                  <a:pt x="98877" y="851979"/>
                </a:moveTo>
                <a:cubicBezTo>
                  <a:pt x="115640" y="851979"/>
                  <a:pt x="129234" y="865573"/>
                  <a:pt x="129234" y="882343"/>
                </a:cubicBezTo>
                <a:cubicBezTo>
                  <a:pt x="129234" y="899112"/>
                  <a:pt x="115640" y="912706"/>
                  <a:pt x="98877" y="912706"/>
                </a:cubicBezTo>
                <a:cubicBezTo>
                  <a:pt x="82106" y="912706"/>
                  <a:pt x="68511" y="899112"/>
                  <a:pt x="68511" y="882343"/>
                </a:cubicBezTo>
                <a:cubicBezTo>
                  <a:pt x="68511" y="865573"/>
                  <a:pt x="82106" y="851979"/>
                  <a:pt x="98877" y="851979"/>
                </a:cubicBezTo>
                <a:close/>
                <a:moveTo>
                  <a:pt x="26322" y="851979"/>
                </a:moveTo>
                <a:cubicBezTo>
                  <a:pt x="43087" y="851979"/>
                  <a:pt x="56682" y="865573"/>
                  <a:pt x="56682" y="882343"/>
                </a:cubicBezTo>
                <a:cubicBezTo>
                  <a:pt x="56682" y="899112"/>
                  <a:pt x="43087" y="912706"/>
                  <a:pt x="26322" y="912706"/>
                </a:cubicBezTo>
                <a:cubicBezTo>
                  <a:pt x="17937" y="912706"/>
                  <a:pt x="10346" y="909308"/>
                  <a:pt x="4851" y="903813"/>
                </a:cubicBezTo>
                <a:lnTo>
                  <a:pt x="0" y="892101"/>
                </a:lnTo>
                <a:lnTo>
                  <a:pt x="0" y="872585"/>
                </a:lnTo>
                <a:lnTo>
                  <a:pt x="4851" y="860872"/>
                </a:lnTo>
                <a:cubicBezTo>
                  <a:pt x="10346" y="855378"/>
                  <a:pt x="17937" y="851979"/>
                  <a:pt x="26322" y="851979"/>
                </a:cubicBezTo>
                <a:close/>
                <a:moveTo>
                  <a:pt x="1622429" y="771528"/>
                </a:moveTo>
                <a:lnTo>
                  <a:pt x="1633158" y="773694"/>
                </a:lnTo>
                <a:lnTo>
                  <a:pt x="1618313" y="831424"/>
                </a:lnTo>
                <a:lnTo>
                  <a:pt x="1610610" y="829868"/>
                </a:lnTo>
                <a:cubicBezTo>
                  <a:pt x="1599712" y="825259"/>
                  <a:pt x="1592066" y="814469"/>
                  <a:pt x="1592066" y="801891"/>
                </a:cubicBezTo>
                <a:cubicBezTo>
                  <a:pt x="1592066" y="785122"/>
                  <a:pt x="1605659" y="771528"/>
                  <a:pt x="1622429" y="771528"/>
                </a:cubicBezTo>
                <a:close/>
                <a:moveTo>
                  <a:pt x="1549874" y="771528"/>
                </a:moveTo>
                <a:cubicBezTo>
                  <a:pt x="1566644" y="771528"/>
                  <a:pt x="1580238" y="785122"/>
                  <a:pt x="1580238" y="801891"/>
                </a:cubicBezTo>
                <a:cubicBezTo>
                  <a:pt x="1580238" y="818661"/>
                  <a:pt x="1566644" y="832255"/>
                  <a:pt x="1549874" y="832255"/>
                </a:cubicBezTo>
                <a:cubicBezTo>
                  <a:pt x="1533105" y="832255"/>
                  <a:pt x="1519511" y="818661"/>
                  <a:pt x="1519511" y="801891"/>
                </a:cubicBezTo>
                <a:cubicBezTo>
                  <a:pt x="1519511" y="785122"/>
                  <a:pt x="1533105" y="771528"/>
                  <a:pt x="1549874" y="771528"/>
                </a:cubicBezTo>
                <a:close/>
                <a:moveTo>
                  <a:pt x="1477320" y="771528"/>
                </a:moveTo>
                <a:cubicBezTo>
                  <a:pt x="1494089" y="771528"/>
                  <a:pt x="1507683" y="785122"/>
                  <a:pt x="1507683" y="801891"/>
                </a:cubicBezTo>
                <a:cubicBezTo>
                  <a:pt x="1507683" y="818661"/>
                  <a:pt x="1494089" y="832255"/>
                  <a:pt x="1477320" y="832255"/>
                </a:cubicBezTo>
                <a:cubicBezTo>
                  <a:pt x="1460550" y="832255"/>
                  <a:pt x="1446956" y="818661"/>
                  <a:pt x="1446956" y="801891"/>
                </a:cubicBezTo>
                <a:cubicBezTo>
                  <a:pt x="1446956" y="785122"/>
                  <a:pt x="1460550" y="771528"/>
                  <a:pt x="1477320" y="771528"/>
                </a:cubicBezTo>
                <a:close/>
                <a:moveTo>
                  <a:pt x="1404765" y="771528"/>
                </a:moveTo>
                <a:cubicBezTo>
                  <a:pt x="1421535" y="771528"/>
                  <a:pt x="1435129" y="785122"/>
                  <a:pt x="1435129" y="801891"/>
                </a:cubicBezTo>
                <a:cubicBezTo>
                  <a:pt x="1435129" y="818661"/>
                  <a:pt x="1421535" y="832255"/>
                  <a:pt x="1404765" y="832255"/>
                </a:cubicBezTo>
                <a:cubicBezTo>
                  <a:pt x="1387996" y="832255"/>
                  <a:pt x="1374402" y="818661"/>
                  <a:pt x="1374402" y="801891"/>
                </a:cubicBezTo>
                <a:cubicBezTo>
                  <a:pt x="1374402" y="785122"/>
                  <a:pt x="1387996" y="771528"/>
                  <a:pt x="1404765" y="771528"/>
                </a:cubicBezTo>
                <a:close/>
                <a:moveTo>
                  <a:pt x="1332211" y="771528"/>
                </a:moveTo>
                <a:cubicBezTo>
                  <a:pt x="1348980" y="771528"/>
                  <a:pt x="1362574" y="785122"/>
                  <a:pt x="1362574" y="801891"/>
                </a:cubicBezTo>
                <a:cubicBezTo>
                  <a:pt x="1362574" y="818661"/>
                  <a:pt x="1348980" y="832255"/>
                  <a:pt x="1332211" y="832255"/>
                </a:cubicBezTo>
                <a:cubicBezTo>
                  <a:pt x="1315441" y="832255"/>
                  <a:pt x="1301847" y="818661"/>
                  <a:pt x="1301847" y="801891"/>
                </a:cubicBezTo>
                <a:cubicBezTo>
                  <a:pt x="1301847" y="785122"/>
                  <a:pt x="1315441" y="771528"/>
                  <a:pt x="1332211" y="771528"/>
                </a:cubicBezTo>
                <a:close/>
                <a:moveTo>
                  <a:pt x="1259656" y="771528"/>
                </a:moveTo>
                <a:cubicBezTo>
                  <a:pt x="1276426" y="771528"/>
                  <a:pt x="1290020" y="785122"/>
                  <a:pt x="1290020" y="801891"/>
                </a:cubicBezTo>
                <a:cubicBezTo>
                  <a:pt x="1290020" y="818661"/>
                  <a:pt x="1276426" y="832255"/>
                  <a:pt x="1259656" y="832255"/>
                </a:cubicBezTo>
                <a:cubicBezTo>
                  <a:pt x="1242887" y="832255"/>
                  <a:pt x="1229293" y="818661"/>
                  <a:pt x="1229293" y="801891"/>
                </a:cubicBezTo>
                <a:cubicBezTo>
                  <a:pt x="1229293" y="785122"/>
                  <a:pt x="1242887" y="771528"/>
                  <a:pt x="1259656" y="771528"/>
                </a:cubicBezTo>
                <a:close/>
                <a:moveTo>
                  <a:pt x="1187102" y="771528"/>
                </a:moveTo>
                <a:cubicBezTo>
                  <a:pt x="1203871" y="771528"/>
                  <a:pt x="1217465" y="785122"/>
                  <a:pt x="1217465" y="801891"/>
                </a:cubicBezTo>
                <a:cubicBezTo>
                  <a:pt x="1217465" y="818661"/>
                  <a:pt x="1203871" y="832255"/>
                  <a:pt x="1187102" y="832255"/>
                </a:cubicBezTo>
                <a:cubicBezTo>
                  <a:pt x="1170332" y="832255"/>
                  <a:pt x="1156738" y="818661"/>
                  <a:pt x="1156738" y="801891"/>
                </a:cubicBezTo>
                <a:cubicBezTo>
                  <a:pt x="1156738" y="785122"/>
                  <a:pt x="1170332" y="771528"/>
                  <a:pt x="1187102" y="771528"/>
                </a:cubicBezTo>
                <a:close/>
                <a:moveTo>
                  <a:pt x="1114547" y="771528"/>
                </a:moveTo>
                <a:cubicBezTo>
                  <a:pt x="1131317" y="771528"/>
                  <a:pt x="1144911" y="785122"/>
                  <a:pt x="1144911" y="801891"/>
                </a:cubicBezTo>
                <a:cubicBezTo>
                  <a:pt x="1144911" y="818661"/>
                  <a:pt x="1131317" y="832255"/>
                  <a:pt x="1114547" y="832255"/>
                </a:cubicBezTo>
                <a:cubicBezTo>
                  <a:pt x="1097778" y="832255"/>
                  <a:pt x="1084184" y="818661"/>
                  <a:pt x="1084184" y="801891"/>
                </a:cubicBezTo>
                <a:cubicBezTo>
                  <a:pt x="1084184" y="785122"/>
                  <a:pt x="1097778" y="771528"/>
                  <a:pt x="1114547" y="771528"/>
                </a:cubicBezTo>
                <a:close/>
                <a:moveTo>
                  <a:pt x="1041993" y="771528"/>
                </a:moveTo>
                <a:cubicBezTo>
                  <a:pt x="1058762" y="771528"/>
                  <a:pt x="1072356" y="785122"/>
                  <a:pt x="1072356" y="801891"/>
                </a:cubicBezTo>
                <a:cubicBezTo>
                  <a:pt x="1072356" y="818661"/>
                  <a:pt x="1058762" y="832255"/>
                  <a:pt x="1041993" y="832255"/>
                </a:cubicBezTo>
                <a:cubicBezTo>
                  <a:pt x="1025223" y="832255"/>
                  <a:pt x="1011629" y="818661"/>
                  <a:pt x="1011629" y="801891"/>
                </a:cubicBezTo>
                <a:cubicBezTo>
                  <a:pt x="1011629" y="785122"/>
                  <a:pt x="1025223" y="771528"/>
                  <a:pt x="1041993" y="771528"/>
                </a:cubicBezTo>
                <a:close/>
                <a:moveTo>
                  <a:pt x="969438" y="771528"/>
                </a:moveTo>
                <a:cubicBezTo>
                  <a:pt x="986208" y="771528"/>
                  <a:pt x="999801" y="785122"/>
                  <a:pt x="999801" y="801891"/>
                </a:cubicBezTo>
                <a:cubicBezTo>
                  <a:pt x="999801" y="818661"/>
                  <a:pt x="986208" y="832255"/>
                  <a:pt x="969438" y="832255"/>
                </a:cubicBezTo>
                <a:cubicBezTo>
                  <a:pt x="952669" y="832255"/>
                  <a:pt x="939075" y="818661"/>
                  <a:pt x="939075" y="801891"/>
                </a:cubicBezTo>
                <a:cubicBezTo>
                  <a:pt x="939075" y="785122"/>
                  <a:pt x="952669" y="771528"/>
                  <a:pt x="969438" y="771528"/>
                </a:cubicBezTo>
                <a:close/>
                <a:moveTo>
                  <a:pt x="896883" y="771528"/>
                </a:moveTo>
                <a:cubicBezTo>
                  <a:pt x="913653" y="771528"/>
                  <a:pt x="927247" y="785122"/>
                  <a:pt x="927247" y="801891"/>
                </a:cubicBezTo>
                <a:cubicBezTo>
                  <a:pt x="927247" y="818661"/>
                  <a:pt x="913653" y="832255"/>
                  <a:pt x="896883" y="832255"/>
                </a:cubicBezTo>
                <a:cubicBezTo>
                  <a:pt x="880114" y="832255"/>
                  <a:pt x="866520" y="818661"/>
                  <a:pt x="866520" y="801891"/>
                </a:cubicBezTo>
                <a:cubicBezTo>
                  <a:pt x="866520" y="785122"/>
                  <a:pt x="880114" y="771528"/>
                  <a:pt x="896883" y="771528"/>
                </a:cubicBezTo>
                <a:close/>
                <a:moveTo>
                  <a:pt x="824329" y="771528"/>
                </a:moveTo>
                <a:cubicBezTo>
                  <a:pt x="841098" y="771528"/>
                  <a:pt x="854692" y="785122"/>
                  <a:pt x="854692" y="801891"/>
                </a:cubicBezTo>
                <a:cubicBezTo>
                  <a:pt x="854692" y="818661"/>
                  <a:pt x="841098" y="832255"/>
                  <a:pt x="824329" y="832255"/>
                </a:cubicBezTo>
                <a:cubicBezTo>
                  <a:pt x="807559" y="832255"/>
                  <a:pt x="793965" y="818661"/>
                  <a:pt x="793965" y="801891"/>
                </a:cubicBezTo>
                <a:cubicBezTo>
                  <a:pt x="793965" y="785122"/>
                  <a:pt x="807559" y="771528"/>
                  <a:pt x="824329" y="771528"/>
                </a:cubicBezTo>
                <a:close/>
                <a:moveTo>
                  <a:pt x="751774" y="771528"/>
                </a:moveTo>
                <a:cubicBezTo>
                  <a:pt x="768544" y="771528"/>
                  <a:pt x="782138" y="785122"/>
                  <a:pt x="782138" y="801891"/>
                </a:cubicBezTo>
                <a:cubicBezTo>
                  <a:pt x="782138" y="818661"/>
                  <a:pt x="768544" y="832255"/>
                  <a:pt x="751774" y="832255"/>
                </a:cubicBezTo>
                <a:cubicBezTo>
                  <a:pt x="735005" y="832255"/>
                  <a:pt x="721411" y="818661"/>
                  <a:pt x="721411" y="801891"/>
                </a:cubicBezTo>
                <a:cubicBezTo>
                  <a:pt x="721411" y="785122"/>
                  <a:pt x="735005" y="771528"/>
                  <a:pt x="751774" y="771528"/>
                </a:cubicBezTo>
                <a:close/>
                <a:moveTo>
                  <a:pt x="679220" y="771528"/>
                </a:moveTo>
                <a:cubicBezTo>
                  <a:pt x="695989" y="771528"/>
                  <a:pt x="709583" y="785122"/>
                  <a:pt x="709583" y="801891"/>
                </a:cubicBezTo>
                <a:cubicBezTo>
                  <a:pt x="709583" y="818661"/>
                  <a:pt x="695989" y="832255"/>
                  <a:pt x="679220" y="832255"/>
                </a:cubicBezTo>
                <a:cubicBezTo>
                  <a:pt x="662450" y="832255"/>
                  <a:pt x="648856" y="818661"/>
                  <a:pt x="648856" y="801891"/>
                </a:cubicBezTo>
                <a:cubicBezTo>
                  <a:pt x="648856" y="785122"/>
                  <a:pt x="662450" y="771528"/>
                  <a:pt x="679220" y="771528"/>
                </a:cubicBezTo>
                <a:close/>
                <a:moveTo>
                  <a:pt x="606665" y="771528"/>
                </a:moveTo>
                <a:cubicBezTo>
                  <a:pt x="623435" y="771528"/>
                  <a:pt x="637029" y="785122"/>
                  <a:pt x="637029" y="801891"/>
                </a:cubicBezTo>
                <a:cubicBezTo>
                  <a:pt x="637029" y="818661"/>
                  <a:pt x="623435" y="832255"/>
                  <a:pt x="606665" y="832255"/>
                </a:cubicBezTo>
                <a:cubicBezTo>
                  <a:pt x="589896" y="832255"/>
                  <a:pt x="576302" y="818661"/>
                  <a:pt x="576302" y="801891"/>
                </a:cubicBezTo>
                <a:cubicBezTo>
                  <a:pt x="576302" y="785122"/>
                  <a:pt x="589896" y="771528"/>
                  <a:pt x="606665" y="771528"/>
                </a:cubicBezTo>
                <a:close/>
                <a:moveTo>
                  <a:pt x="534111" y="771528"/>
                </a:moveTo>
                <a:cubicBezTo>
                  <a:pt x="550880" y="771528"/>
                  <a:pt x="564474" y="785122"/>
                  <a:pt x="564474" y="801891"/>
                </a:cubicBezTo>
                <a:cubicBezTo>
                  <a:pt x="564474" y="818661"/>
                  <a:pt x="550880" y="832255"/>
                  <a:pt x="534111" y="832255"/>
                </a:cubicBezTo>
                <a:cubicBezTo>
                  <a:pt x="517341" y="832255"/>
                  <a:pt x="503747" y="818661"/>
                  <a:pt x="503747" y="801891"/>
                </a:cubicBezTo>
                <a:cubicBezTo>
                  <a:pt x="503747" y="785122"/>
                  <a:pt x="517341" y="771528"/>
                  <a:pt x="534111" y="771528"/>
                </a:cubicBezTo>
                <a:close/>
                <a:moveTo>
                  <a:pt x="461556" y="771528"/>
                </a:moveTo>
                <a:cubicBezTo>
                  <a:pt x="478326" y="771528"/>
                  <a:pt x="491920" y="785122"/>
                  <a:pt x="491920" y="801891"/>
                </a:cubicBezTo>
                <a:cubicBezTo>
                  <a:pt x="491920" y="818661"/>
                  <a:pt x="478326" y="832255"/>
                  <a:pt x="461556" y="832255"/>
                </a:cubicBezTo>
                <a:cubicBezTo>
                  <a:pt x="444787" y="832255"/>
                  <a:pt x="431192" y="818661"/>
                  <a:pt x="431192" y="801891"/>
                </a:cubicBezTo>
                <a:cubicBezTo>
                  <a:pt x="431192" y="785122"/>
                  <a:pt x="444787" y="771528"/>
                  <a:pt x="461556" y="771528"/>
                </a:cubicBezTo>
                <a:close/>
                <a:moveTo>
                  <a:pt x="389002" y="771528"/>
                </a:moveTo>
                <a:cubicBezTo>
                  <a:pt x="405771" y="771528"/>
                  <a:pt x="419365" y="785122"/>
                  <a:pt x="419365" y="801891"/>
                </a:cubicBezTo>
                <a:cubicBezTo>
                  <a:pt x="419365" y="818661"/>
                  <a:pt x="405771" y="832255"/>
                  <a:pt x="389002" y="832255"/>
                </a:cubicBezTo>
                <a:cubicBezTo>
                  <a:pt x="372232" y="832255"/>
                  <a:pt x="358638" y="818661"/>
                  <a:pt x="358638" y="801891"/>
                </a:cubicBezTo>
                <a:cubicBezTo>
                  <a:pt x="358638" y="785122"/>
                  <a:pt x="372232" y="771528"/>
                  <a:pt x="389002" y="771528"/>
                </a:cubicBezTo>
                <a:close/>
                <a:moveTo>
                  <a:pt x="316447" y="771528"/>
                </a:moveTo>
                <a:cubicBezTo>
                  <a:pt x="333216" y="771528"/>
                  <a:pt x="346810" y="785122"/>
                  <a:pt x="346810" y="801891"/>
                </a:cubicBezTo>
                <a:cubicBezTo>
                  <a:pt x="346810" y="818661"/>
                  <a:pt x="333216" y="832255"/>
                  <a:pt x="316447" y="832255"/>
                </a:cubicBezTo>
                <a:cubicBezTo>
                  <a:pt x="299677" y="832255"/>
                  <a:pt x="286084" y="818661"/>
                  <a:pt x="286084" y="801891"/>
                </a:cubicBezTo>
                <a:cubicBezTo>
                  <a:pt x="286084" y="785122"/>
                  <a:pt x="299677" y="771528"/>
                  <a:pt x="316447" y="771528"/>
                </a:cubicBezTo>
                <a:close/>
                <a:moveTo>
                  <a:pt x="243892" y="771528"/>
                </a:moveTo>
                <a:cubicBezTo>
                  <a:pt x="260662" y="771528"/>
                  <a:pt x="274256" y="785122"/>
                  <a:pt x="274256" y="801891"/>
                </a:cubicBezTo>
                <a:cubicBezTo>
                  <a:pt x="274256" y="818661"/>
                  <a:pt x="260662" y="832255"/>
                  <a:pt x="243892" y="832255"/>
                </a:cubicBezTo>
                <a:cubicBezTo>
                  <a:pt x="227123" y="832255"/>
                  <a:pt x="213529" y="818661"/>
                  <a:pt x="213529" y="801891"/>
                </a:cubicBezTo>
                <a:cubicBezTo>
                  <a:pt x="213529" y="785122"/>
                  <a:pt x="227123" y="771528"/>
                  <a:pt x="243892" y="771528"/>
                </a:cubicBezTo>
                <a:close/>
                <a:moveTo>
                  <a:pt x="171339" y="771528"/>
                </a:moveTo>
                <a:cubicBezTo>
                  <a:pt x="188107" y="771528"/>
                  <a:pt x="201701" y="785122"/>
                  <a:pt x="201701" y="801891"/>
                </a:cubicBezTo>
                <a:cubicBezTo>
                  <a:pt x="201701" y="818661"/>
                  <a:pt x="188107" y="832255"/>
                  <a:pt x="171339" y="832255"/>
                </a:cubicBezTo>
                <a:cubicBezTo>
                  <a:pt x="154656" y="832255"/>
                  <a:pt x="141062" y="818661"/>
                  <a:pt x="141062" y="801891"/>
                </a:cubicBezTo>
                <a:cubicBezTo>
                  <a:pt x="141062" y="785122"/>
                  <a:pt x="154656" y="771528"/>
                  <a:pt x="171339" y="771528"/>
                </a:cubicBezTo>
                <a:close/>
                <a:moveTo>
                  <a:pt x="98884" y="771528"/>
                </a:moveTo>
                <a:cubicBezTo>
                  <a:pt x="115646" y="771528"/>
                  <a:pt x="129240" y="785122"/>
                  <a:pt x="129240" y="801891"/>
                </a:cubicBezTo>
                <a:cubicBezTo>
                  <a:pt x="129240" y="818661"/>
                  <a:pt x="115646" y="832255"/>
                  <a:pt x="98884" y="832255"/>
                </a:cubicBezTo>
                <a:cubicBezTo>
                  <a:pt x="82112" y="832255"/>
                  <a:pt x="68517" y="818661"/>
                  <a:pt x="68517" y="801891"/>
                </a:cubicBezTo>
                <a:cubicBezTo>
                  <a:pt x="68517" y="785122"/>
                  <a:pt x="82112" y="771528"/>
                  <a:pt x="98884" y="771528"/>
                </a:cubicBezTo>
                <a:close/>
                <a:moveTo>
                  <a:pt x="26329" y="771528"/>
                </a:moveTo>
                <a:cubicBezTo>
                  <a:pt x="43093" y="771528"/>
                  <a:pt x="56688" y="785122"/>
                  <a:pt x="56688" y="801891"/>
                </a:cubicBezTo>
                <a:cubicBezTo>
                  <a:pt x="56688" y="818661"/>
                  <a:pt x="43093" y="832255"/>
                  <a:pt x="26329" y="832255"/>
                </a:cubicBezTo>
                <a:cubicBezTo>
                  <a:pt x="17944" y="832255"/>
                  <a:pt x="10353" y="828857"/>
                  <a:pt x="4858" y="823362"/>
                </a:cubicBezTo>
                <a:lnTo>
                  <a:pt x="0" y="811633"/>
                </a:lnTo>
                <a:lnTo>
                  <a:pt x="0" y="792150"/>
                </a:lnTo>
                <a:lnTo>
                  <a:pt x="4858" y="780421"/>
                </a:lnTo>
                <a:cubicBezTo>
                  <a:pt x="10353" y="774927"/>
                  <a:pt x="17944" y="771528"/>
                  <a:pt x="26329" y="771528"/>
                </a:cubicBezTo>
                <a:close/>
                <a:moveTo>
                  <a:pt x="1622429" y="691076"/>
                </a:moveTo>
                <a:cubicBezTo>
                  <a:pt x="1630814" y="691076"/>
                  <a:pt x="1638404" y="694475"/>
                  <a:pt x="1643899" y="699969"/>
                </a:cubicBezTo>
                <a:lnTo>
                  <a:pt x="1647739" y="709237"/>
                </a:lnTo>
                <a:lnTo>
                  <a:pt x="1644828" y="728305"/>
                </a:lnTo>
                <a:lnTo>
                  <a:pt x="1640480" y="745215"/>
                </a:lnTo>
                <a:lnTo>
                  <a:pt x="1634248" y="749417"/>
                </a:lnTo>
                <a:cubicBezTo>
                  <a:pt x="1630615" y="750953"/>
                  <a:pt x="1626621" y="751803"/>
                  <a:pt x="1622429" y="751803"/>
                </a:cubicBezTo>
                <a:cubicBezTo>
                  <a:pt x="1605659" y="751803"/>
                  <a:pt x="1592066" y="738209"/>
                  <a:pt x="1592066" y="721440"/>
                </a:cubicBezTo>
                <a:cubicBezTo>
                  <a:pt x="1592066" y="704670"/>
                  <a:pt x="1605659" y="691076"/>
                  <a:pt x="1622429" y="691076"/>
                </a:cubicBezTo>
                <a:close/>
                <a:moveTo>
                  <a:pt x="1549874" y="691076"/>
                </a:moveTo>
                <a:cubicBezTo>
                  <a:pt x="1566644" y="691076"/>
                  <a:pt x="1580238" y="704670"/>
                  <a:pt x="1580238" y="721440"/>
                </a:cubicBezTo>
                <a:cubicBezTo>
                  <a:pt x="1580238" y="738209"/>
                  <a:pt x="1566644" y="751803"/>
                  <a:pt x="1549874" y="751803"/>
                </a:cubicBezTo>
                <a:cubicBezTo>
                  <a:pt x="1533105" y="751803"/>
                  <a:pt x="1519511" y="738209"/>
                  <a:pt x="1519511" y="721440"/>
                </a:cubicBezTo>
                <a:cubicBezTo>
                  <a:pt x="1519511" y="704670"/>
                  <a:pt x="1533105" y="691076"/>
                  <a:pt x="1549874" y="691076"/>
                </a:cubicBezTo>
                <a:close/>
                <a:moveTo>
                  <a:pt x="1477320" y="691076"/>
                </a:moveTo>
                <a:cubicBezTo>
                  <a:pt x="1494089" y="691076"/>
                  <a:pt x="1507683" y="704670"/>
                  <a:pt x="1507683" y="721440"/>
                </a:cubicBezTo>
                <a:cubicBezTo>
                  <a:pt x="1507683" y="738209"/>
                  <a:pt x="1494089" y="751803"/>
                  <a:pt x="1477320" y="751803"/>
                </a:cubicBezTo>
                <a:cubicBezTo>
                  <a:pt x="1460550" y="751803"/>
                  <a:pt x="1446956" y="738209"/>
                  <a:pt x="1446956" y="721440"/>
                </a:cubicBezTo>
                <a:cubicBezTo>
                  <a:pt x="1446956" y="704670"/>
                  <a:pt x="1460550" y="691076"/>
                  <a:pt x="1477320" y="691076"/>
                </a:cubicBezTo>
                <a:close/>
                <a:moveTo>
                  <a:pt x="1404765" y="691076"/>
                </a:moveTo>
                <a:cubicBezTo>
                  <a:pt x="1421535" y="691076"/>
                  <a:pt x="1435129" y="704670"/>
                  <a:pt x="1435129" y="721440"/>
                </a:cubicBezTo>
                <a:cubicBezTo>
                  <a:pt x="1435129" y="738209"/>
                  <a:pt x="1421535" y="751803"/>
                  <a:pt x="1404765" y="751803"/>
                </a:cubicBezTo>
                <a:cubicBezTo>
                  <a:pt x="1387996" y="751803"/>
                  <a:pt x="1374402" y="738209"/>
                  <a:pt x="1374402" y="721440"/>
                </a:cubicBezTo>
                <a:cubicBezTo>
                  <a:pt x="1374402" y="704670"/>
                  <a:pt x="1387996" y="691076"/>
                  <a:pt x="1404765" y="691076"/>
                </a:cubicBezTo>
                <a:close/>
                <a:moveTo>
                  <a:pt x="1332211" y="691076"/>
                </a:moveTo>
                <a:cubicBezTo>
                  <a:pt x="1348980" y="691076"/>
                  <a:pt x="1362574" y="704670"/>
                  <a:pt x="1362574" y="721440"/>
                </a:cubicBezTo>
                <a:cubicBezTo>
                  <a:pt x="1362574" y="738209"/>
                  <a:pt x="1348980" y="751803"/>
                  <a:pt x="1332211" y="751803"/>
                </a:cubicBezTo>
                <a:cubicBezTo>
                  <a:pt x="1315441" y="751803"/>
                  <a:pt x="1301847" y="738209"/>
                  <a:pt x="1301847" y="721440"/>
                </a:cubicBezTo>
                <a:cubicBezTo>
                  <a:pt x="1301847" y="704670"/>
                  <a:pt x="1315441" y="691076"/>
                  <a:pt x="1332211" y="691076"/>
                </a:cubicBezTo>
                <a:close/>
                <a:moveTo>
                  <a:pt x="1259656" y="691076"/>
                </a:moveTo>
                <a:cubicBezTo>
                  <a:pt x="1276426" y="691076"/>
                  <a:pt x="1290020" y="704670"/>
                  <a:pt x="1290020" y="721440"/>
                </a:cubicBezTo>
                <a:cubicBezTo>
                  <a:pt x="1290020" y="738209"/>
                  <a:pt x="1276426" y="751803"/>
                  <a:pt x="1259656" y="751803"/>
                </a:cubicBezTo>
                <a:cubicBezTo>
                  <a:pt x="1242887" y="751803"/>
                  <a:pt x="1229293" y="738209"/>
                  <a:pt x="1229293" y="721440"/>
                </a:cubicBezTo>
                <a:cubicBezTo>
                  <a:pt x="1229293" y="704670"/>
                  <a:pt x="1242887" y="691076"/>
                  <a:pt x="1259656" y="691076"/>
                </a:cubicBezTo>
                <a:close/>
                <a:moveTo>
                  <a:pt x="1187102" y="691076"/>
                </a:moveTo>
                <a:cubicBezTo>
                  <a:pt x="1203871" y="691076"/>
                  <a:pt x="1217465" y="704670"/>
                  <a:pt x="1217465" y="721440"/>
                </a:cubicBezTo>
                <a:cubicBezTo>
                  <a:pt x="1217465" y="738209"/>
                  <a:pt x="1203871" y="751803"/>
                  <a:pt x="1187102" y="751803"/>
                </a:cubicBezTo>
                <a:cubicBezTo>
                  <a:pt x="1170332" y="751803"/>
                  <a:pt x="1156738" y="738209"/>
                  <a:pt x="1156738" y="721440"/>
                </a:cubicBezTo>
                <a:cubicBezTo>
                  <a:pt x="1156738" y="704670"/>
                  <a:pt x="1170332" y="691076"/>
                  <a:pt x="1187102" y="691076"/>
                </a:cubicBezTo>
                <a:close/>
                <a:moveTo>
                  <a:pt x="1114547" y="691076"/>
                </a:moveTo>
                <a:cubicBezTo>
                  <a:pt x="1131317" y="691076"/>
                  <a:pt x="1144911" y="704670"/>
                  <a:pt x="1144911" y="721440"/>
                </a:cubicBezTo>
                <a:cubicBezTo>
                  <a:pt x="1144911" y="738209"/>
                  <a:pt x="1131317" y="751803"/>
                  <a:pt x="1114547" y="751803"/>
                </a:cubicBezTo>
                <a:cubicBezTo>
                  <a:pt x="1097778" y="751803"/>
                  <a:pt x="1084184" y="738209"/>
                  <a:pt x="1084184" y="721440"/>
                </a:cubicBezTo>
                <a:cubicBezTo>
                  <a:pt x="1084184" y="704670"/>
                  <a:pt x="1097778" y="691076"/>
                  <a:pt x="1114547" y="691076"/>
                </a:cubicBezTo>
                <a:close/>
                <a:moveTo>
                  <a:pt x="1041993" y="691076"/>
                </a:moveTo>
                <a:cubicBezTo>
                  <a:pt x="1058762" y="691076"/>
                  <a:pt x="1072356" y="704670"/>
                  <a:pt x="1072356" y="721440"/>
                </a:cubicBezTo>
                <a:cubicBezTo>
                  <a:pt x="1072356" y="738209"/>
                  <a:pt x="1058762" y="751803"/>
                  <a:pt x="1041993" y="751803"/>
                </a:cubicBezTo>
                <a:cubicBezTo>
                  <a:pt x="1025223" y="751803"/>
                  <a:pt x="1011629" y="738209"/>
                  <a:pt x="1011629" y="721440"/>
                </a:cubicBezTo>
                <a:cubicBezTo>
                  <a:pt x="1011629" y="704670"/>
                  <a:pt x="1025223" y="691076"/>
                  <a:pt x="1041993" y="691076"/>
                </a:cubicBezTo>
                <a:close/>
                <a:moveTo>
                  <a:pt x="969438" y="691076"/>
                </a:moveTo>
                <a:cubicBezTo>
                  <a:pt x="986208" y="691076"/>
                  <a:pt x="999801" y="704670"/>
                  <a:pt x="999801" y="721440"/>
                </a:cubicBezTo>
                <a:cubicBezTo>
                  <a:pt x="999801" y="738209"/>
                  <a:pt x="986208" y="751803"/>
                  <a:pt x="969438" y="751803"/>
                </a:cubicBezTo>
                <a:cubicBezTo>
                  <a:pt x="952669" y="751803"/>
                  <a:pt x="939075" y="738209"/>
                  <a:pt x="939075" y="721440"/>
                </a:cubicBezTo>
                <a:cubicBezTo>
                  <a:pt x="939075" y="704670"/>
                  <a:pt x="952669" y="691076"/>
                  <a:pt x="969438" y="691076"/>
                </a:cubicBezTo>
                <a:close/>
                <a:moveTo>
                  <a:pt x="896883" y="691076"/>
                </a:moveTo>
                <a:cubicBezTo>
                  <a:pt x="913653" y="691076"/>
                  <a:pt x="927247" y="704670"/>
                  <a:pt x="927247" y="721440"/>
                </a:cubicBezTo>
                <a:cubicBezTo>
                  <a:pt x="927247" y="738209"/>
                  <a:pt x="913653" y="751803"/>
                  <a:pt x="896883" y="751803"/>
                </a:cubicBezTo>
                <a:cubicBezTo>
                  <a:pt x="880114" y="751803"/>
                  <a:pt x="866520" y="738209"/>
                  <a:pt x="866520" y="721440"/>
                </a:cubicBezTo>
                <a:cubicBezTo>
                  <a:pt x="866520" y="704670"/>
                  <a:pt x="880114" y="691076"/>
                  <a:pt x="896883" y="691076"/>
                </a:cubicBezTo>
                <a:close/>
                <a:moveTo>
                  <a:pt x="824329" y="691076"/>
                </a:moveTo>
                <a:cubicBezTo>
                  <a:pt x="841098" y="691076"/>
                  <a:pt x="854692" y="704670"/>
                  <a:pt x="854692" y="721440"/>
                </a:cubicBezTo>
                <a:cubicBezTo>
                  <a:pt x="854692" y="738209"/>
                  <a:pt x="841098" y="751803"/>
                  <a:pt x="824329" y="751803"/>
                </a:cubicBezTo>
                <a:cubicBezTo>
                  <a:pt x="807559" y="751803"/>
                  <a:pt x="793965" y="738209"/>
                  <a:pt x="793965" y="721440"/>
                </a:cubicBezTo>
                <a:cubicBezTo>
                  <a:pt x="793965" y="704670"/>
                  <a:pt x="807559" y="691076"/>
                  <a:pt x="824329" y="691076"/>
                </a:cubicBezTo>
                <a:close/>
                <a:moveTo>
                  <a:pt x="751774" y="691076"/>
                </a:moveTo>
                <a:cubicBezTo>
                  <a:pt x="768544" y="691076"/>
                  <a:pt x="782138" y="704670"/>
                  <a:pt x="782138" y="721440"/>
                </a:cubicBezTo>
                <a:cubicBezTo>
                  <a:pt x="782138" y="738209"/>
                  <a:pt x="768544" y="751803"/>
                  <a:pt x="751774" y="751803"/>
                </a:cubicBezTo>
                <a:cubicBezTo>
                  <a:pt x="735005" y="751803"/>
                  <a:pt x="721411" y="738209"/>
                  <a:pt x="721411" y="721440"/>
                </a:cubicBezTo>
                <a:cubicBezTo>
                  <a:pt x="721411" y="704670"/>
                  <a:pt x="735005" y="691076"/>
                  <a:pt x="751774" y="691076"/>
                </a:cubicBezTo>
                <a:close/>
                <a:moveTo>
                  <a:pt x="679220" y="691076"/>
                </a:moveTo>
                <a:cubicBezTo>
                  <a:pt x="695989" y="691076"/>
                  <a:pt x="709583" y="704670"/>
                  <a:pt x="709583" y="721440"/>
                </a:cubicBezTo>
                <a:cubicBezTo>
                  <a:pt x="709583" y="738209"/>
                  <a:pt x="695989" y="751803"/>
                  <a:pt x="679220" y="751803"/>
                </a:cubicBezTo>
                <a:cubicBezTo>
                  <a:pt x="662450" y="751803"/>
                  <a:pt x="648856" y="738209"/>
                  <a:pt x="648856" y="721440"/>
                </a:cubicBezTo>
                <a:cubicBezTo>
                  <a:pt x="648856" y="704670"/>
                  <a:pt x="662450" y="691076"/>
                  <a:pt x="679220" y="691076"/>
                </a:cubicBezTo>
                <a:close/>
                <a:moveTo>
                  <a:pt x="606665" y="691076"/>
                </a:moveTo>
                <a:cubicBezTo>
                  <a:pt x="623435" y="691076"/>
                  <a:pt x="637029" y="704670"/>
                  <a:pt x="637029" y="721440"/>
                </a:cubicBezTo>
                <a:cubicBezTo>
                  <a:pt x="637029" y="738209"/>
                  <a:pt x="623435" y="751803"/>
                  <a:pt x="606665" y="751803"/>
                </a:cubicBezTo>
                <a:cubicBezTo>
                  <a:pt x="589896" y="751803"/>
                  <a:pt x="576302" y="738209"/>
                  <a:pt x="576302" y="721440"/>
                </a:cubicBezTo>
                <a:cubicBezTo>
                  <a:pt x="576302" y="704670"/>
                  <a:pt x="589896" y="691076"/>
                  <a:pt x="606665" y="691076"/>
                </a:cubicBezTo>
                <a:close/>
                <a:moveTo>
                  <a:pt x="534111" y="691076"/>
                </a:moveTo>
                <a:cubicBezTo>
                  <a:pt x="550880" y="691076"/>
                  <a:pt x="564474" y="704670"/>
                  <a:pt x="564474" y="721440"/>
                </a:cubicBezTo>
                <a:cubicBezTo>
                  <a:pt x="564474" y="738209"/>
                  <a:pt x="550880" y="751803"/>
                  <a:pt x="534111" y="751803"/>
                </a:cubicBezTo>
                <a:cubicBezTo>
                  <a:pt x="517341" y="751803"/>
                  <a:pt x="503747" y="738209"/>
                  <a:pt x="503747" y="721440"/>
                </a:cubicBezTo>
                <a:cubicBezTo>
                  <a:pt x="503747" y="704670"/>
                  <a:pt x="517341" y="691076"/>
                  <a:pt x="534111" y="691076"/>
                </a:cubicBezTo>
                <a:close/>
                <a:moveTo>
                  <a:pt x="461556" y="691076"/>
                </a:moveTo>
                <a:cubicBezTo>
                  <a:pt x="478326" y="691076"/>
                  <a:pt x="491920" y="704670"/>
                  <a:pt x="491920" y="721440"/>
                </a:cubicBezTo>
                <a:cubicBezTo>
                  <a:pt x="491920" y="738209"/>
                  <a:pt x="478326" y="751803"/>
                  <a:pt x="461556" y="751803"/>
                </a:cubicBezTo>
                <a:cubicBezTo>
                  <a:pt x="444787" y="751803"/>
                  <a:pt x="431192" y="738209"/>
                  <a:pt x="431192" y="721440"/>
                </a:cubicBezTo>
                <a:cubicBezTo>
                  <a:pt x="431192" y="704670"/>
                  <a:pt x="444787" y="691076"/>
                  <a:pt x="461556" y="691076"/>
                </a:cubicBezTo>
                <a:close/>
                <a:moveTo>
                  <a:pt x="389002" y="691076"/>
                </a:moveTo>
                <a:cubicBezTo>
                  <a:pt x="405771" y="691076"/>
                  <a:pt x="419365" y="704670"/>
                  <a:pt x="419365" y="721440"/>
                </a:cubicBezTo>
                <a:cubicBezTo>
                  <a:pt x="419365" y="738209"/>
                  <a:pt x="405771" y="751803"/>
                  <a:pt x="389002" y="751803"/>
                </a:cubicBezTo>
                <a:cubicBezTo>
                  <a:pt x="372232" y="751803"/>
                  <a:pt x="358638" y="738209"/>
                  <a:pt x="358638" y="721440"/>
                </a:cubicBezTo>
                <a:cubicBezTo>
                  <a:pt x="358638" y="704670"/>
                  <a:pt x="372232" y="691076"/>
                  <a:pt x="389002" y="691076"/>
                </a:cubicBezTo>
                <a:close/>
                <a:moveTo>
                  <a:pt x="316447" y="691076"/>
                </a:moveTo>
                <a:cubicBezTo>
                  <a:pt x="333216" y="691076"/>
                  <a:pt x="346810" y="704670"/>
                  <a:pt x="346810" y="721440"/>
                </a:cubicBezTo>
                <a:cubicBezTo>
                  <a:pt x="346810" y="738209"/>
                  <a:pt x="333216" y="751803"/>
                  <a:pt x="316447" y="751803"/>
                </a:cubicBezTo>
                <a:cubicBezTo>
                  <a:pt x="299677" y="751803"/>
                  <a:pt x="286084" y="738209"/>
                  <a:pt x="286084" y="721440"/>
                </a:cubicBezTo>
                <a:cubicBezTo>
                  <a:pt x="286084" y="704670"/>
                  <a:pt x="299677" y="691076"/>
                  <a:pt x="316447" y="691076"/>
                </a:cubicBezTo>
                <a:close/>
                <a:moveTo>
                  <a:pt x="243892" y="691076"/>
                </a:moveTo>
                <a:cubicBezTo>
                  <a:pt x="260662" y="691076"/>
                  <a:pt x="274256" y="704670"/>
                  <a:pt x="274256" y="721440"/>
                </a:cubicBezTo>
                <a:cubicBezTo>
                  <a:pt x="274256" y="738209"/>
                  <a:pt x="260662" y="751803"/>
                  <a:pt x="243892" y="751803"/>
                </a:cubicBezTo>
                <a:cubicBezTo>
                  <a:pt x="227123" y="751803"/>
                  <a:pt x="213529" y="738209"/>
                  <a:pt x="213529" y="721440"/>
                </a:cubicBezTo>
                <a:cubicBezTo>
                  <a:pt x="213529" y="704670"/>
                  <a:pt x="227123" y="691076"/>
                  <a:pt x="243892" y="691076"/>
                </a:cubicBezTo>
                <a:close/>
                <a:moveTo>
                  <a:pt x="171339" y="691076"/>
                </a:moveTo>
                <a:cubicBezTo>
                  <a:pt x="188107" y="691076"/>
                  <a:pt x="201701" y="704670"/>
                  <a:pt x="201701" y="721440"/>
                </a:cubicBezTo>
                <a:cubicBezTo>
                  <a:pt x="201701" y="738209"/>
                  <a:pt x="188107" y="751803"/>
                  <a:pt x="171339" y="751803"/>
                </a:cubicBezTo>
                <a:cubicBezTo>
                  <a:pt x="154662" y="751803"/>
                  <a:pt x="141067" y="738209"/>
                  <a:pt x="141067" y="721440"/>
                </a:cubicBezTo>
                <a:cubicBezTo>
                  <a:pt x="141067" y="704670"/>
                  <a:pt x="154662" y="691076"/>
                  <a:pt x="171339" y="691076"/>
                </a:cubicBezTo>
                <a:close/>
                <a:moveTo>
                  <a:pt x="98890" y="691076"/>
                </a:moveTo>
                <a:cubicBezTo>
                  <a:pt x="115653" y="691076"/>
                  <a:pt x="129246" y="704670"/>
                  <a:pt x="129246" y="721440"/>
                </a:cubicBezTo>
                <a:cubicBezTo>
                  <a:pt x="129246" y="738209"/>
                  <a:pt x="115653" y="751803"/>
                  <a:pt x="98890" y="751803"/>
                </a:cubicBezTo>
                <a:cubicBezTo>
                  <a:pt x="82117" y="751803"/>
                  <a:pt x="68523" y="738209"/>
                  <a:pt x="68523" y="721440"/>
                </a:cubicBezTo>
                <a:cubicBezTo>
                  <a:pt x="68523" y="704670"/>
                  <a:pt x="82117" y="691076"/>
                  <a:pt x="98890" y="691076"/>
                </a:cubicBezTo>
                <a:close/>
                <a:moveTo>
                  <a:pt x="26336" y="691076"/>
                </a:moveTo>
                <a:cubicBezTo>
                  <a:pt x="43099" y="691076"/>
                  <a:pt x="56694" y="704670"/>
                  <a:pt x="56694" y="721440"/>
                </a:cubicBezTo>
                <a:cubicBezTo>
                  <a:pt x="56694" y="738209"/>
                  <a:pt x="43099" y="751803"/>
                  <a:pt x="26336" y="751803"/>
                </a:cubicBezTo>
                <a:cubicBezTo>
                  <a:pt x="17950" y="751803"/>
                  <a:pt x="10359" y="748405"/>
                  <a:pt x="4864" y="742910"/>
                </a:cubicBezTo>
                <a:lnTo>
                  <a:pt x="0" y="731167"/>
                </a:lnTo>
                <a:lnTo>
                  <a:pt x="0" y="711713"/>
                </a:lnTo>
                <a:lnTo>
                  <a:pt x="4864" y="699969"/>
                </a:lnTo>
                <a:cubicBezTo>
                  <a:pt x="10359" y="694475"/>
                  <a:pt x="17950" y="691076"/>
                  <a:pt x="26336" y="691076"/>
                </a:cubicBezTo>
                <a:close/>
                <a:moveTo>
                  <a:pt x="1622429" y="610624"/>
                </a:moveTo>
                <a:cubicBezTo>
                  <a:pt x="1639199" y="610624"/>
                  <a:pt x="1652792" y="624218"/>
                  <a:pt x="1652792" y="640988"/>
                </a:cubicBezTo>
                <a:cubicBezTo>
                  <a:pt x="1652792" y="657757"/>
                  <a:pt x="1639199" y="671351"/>
                  <a:pt x="1622429" y="671351"/>
                </a:cubicBezTo>
                <a:cubicBezTo>
                  <a:pt x="1605659" y="671351"/>
                  <a:pt x="1592066" y="657757"/>
                  <a:pt x="1592066" y="640988"/>
                </a:cubicBezTo>
                <a:cubicBezTo>
                  <a:pt x="1592066" y="624218"/>
                  <a:pt x="1605659" y="610624"/>
                  <a:pt x="1622429" y="610624"/>
                </a:cubicBezTo>
                <a:close/>
                <a:moveTo>
                  <a:pt x="1549874" y="610624"/>
                </a:moveTo>
                <a:cubicBezTo>
                  <a:pt x="1566644" y="610624"/>
                  <a:pt x="1580238" y="624218"/>
                  <a:pt x="1580238" y="640988"/>
                </a:cubicBezTo>
                <a:cubicBezTo>
                  <a:pt x="1580238" y="657757"/>
                  <a:pt x="1566644" y="671351"/>
                  <a:pt x="1549874" y="671351"/>
                </a:cubicBezTo>
                <a:cubicBezTo>
                  <a:pt x="1533105" y="671351"/>
                  <a:pt x="1519511" y="657757"/>
                  <a:pt x="1519511" y="640988"/>
                </a:cubicBezTo>
                <a:cubicBezTo>
                  <a:pt x="1519511" y="624218"/>
                  <a:pt x="1533105" y="610624"/>
                  <a:pt x="1549874" y="610624"/>
                </a:cubicBezTo>
                <a:close/>
                <a:moveTo>
                  <a:pt x="1477320" y="610624"/>
                </a:moveTo>
                <a:cubicBezTo>
                  <a:pt x="1494089" y="610624"/>
                  <a:pt x="1507683" y="624218"/>
                  <a:pt x="1507683" y="640988"/>
                </a:cubicBezTo>
                <a:cubicBezTo>
                  <a:pt x="1507683" y="657757"/>
                  <a:pt x="1494089" y="671351"/>
                  <a:pt x="1477320" y="671351"/>
                </a:cubicBezTo>
                <a:cubicBezTo>
                  <a:pt x="1460550" y="671351"/>
                  <a:pt x="1446956" y="657757"/>
                  <a:pt x="1446956" y="640988"/>
                </a:cubicBezTo>
                <a:cubicBezTo>
                  <a:pt x="1446956" y="624218"/>
                  <a:pt x="1460550" y="610624"/>
                  <a:pt x="1477320" y="610624"/>
                </a:cubicBezTo>
                <a:close/>
                <a:moveTo>
                  <a:pt x="1404765" y="610624"/>
                </a:moveTo>
                <a:cubicBezTo>
                  <a:pt x="1421535" y="610624"/>
                  <a:pt x="1435129" y="624218"/>
                  <a:pt x="1435129" y="640988"/>
                </a:cubicBezTo>
                <a:cubicBezTo>
                  <a:pt x="1435129" y="657757"/>
                  <a:pt x="1421535" y="671351"/>
                  <a:pt x="1404765" y="671351"/>
                </a:cubicBezTo>
                <a:cubicBezTo>
                  <a:pt x="1387996" y="671351"/>
                  <a:pt x="1374402" y="657757"/>
                  <a:pt x="1374402" y="640988"/>
                </a:cubicBezTo>
                <a:cubicBezTo>
                  <a:pt x="1374402" y="624218"/>
                  <a:pt x="1387996" y="610624"/>
                  <a:pt x="1404765" y="610624"/>
                </a:cubicBezTo>
                <a:close/>
                <a:moveTo>
                  <a:pt x="1332211" y="610624"/>
                </a:moveTo>
                <a:cubicBezTo>
                  <a:pt x="1348980" y="610624"/>
                  <a:pt x="1362574" y="624218"/>
                  <a:pt x="1362574" y="640988"/>
                </a:cubicBezTo>
                <a:cubicBezTo>
                  <a:pt x="1362574" y="657757"/>
                  <a:pt x="1348980" y="671351"/>
                  <a:pt x="1332211" y="671351"/>
                </a:cubicBezTo>
                <a:cubicBezTo>
                  <a:pt x="1315441" y="671351"/>
                  <a:pt x="1301847" y="657757"/>
                  <a:pt x="1301847" y="640988"/>
                </a:cubicBezTo>
                <a:cubicBezTo>
                  <a:pt x="1301847" y="624218"/>
                  <a:pt x="1315441" y="610624"/>
                  <a:pt x="1332211" y="610624"/>
                </a:cubicBezTo>
                <a:close/>
                <a:moveTo>
                  <a:pt x="1259656" y="610624"/>
                </a:moveTo>
                <a:cubicBezTo>
                  <a:pt x="1276426" y="610624"/>
                  <a:pt x="1290020" y="624218"/>
                  <a:pt x="1290020" y="640988"/>
                </a:cubicBezTo>
                <a:cubicBezTo>
                  <a:pt x="1290020" y="657757"/>
                  <a:pt x="1276426" y="671351"/>
                  <a:pt x="1259656" y="671351"/>
                </a:cubicBezTo>
                <a:cubicBezTo>
                  <a:pt x="1242887" y="671351"/>
                  <a:pt x="1229293" y="657757"/>
                  <a:pt x="1229293" y="640988"/>
                </a:cubicBezTo>
                <a:cubicBezTo>
                  <a:pt x="1229293" y="624218"/>
                  <a:pt x="1242887" y="610624"/>
                  <a:pt x="1259656" y="610624"/>
                </a:cubicBezTo>
                <a:close/>
                <a:moveTo>
                  <a:pt x="1187102" y="610624"/>
                </a:moveTo>
                <a:cubicBezTo>
                  <a:pt x="1203871" y="610624"/>
                  <a:pt x="1217465" y="624218"/>
                  <a:pt x="1217465" y="640988"/>
                </a:cubicBezTo>
                <a:cubicBezTo>
                  <a:pt x="1217465" y="657757"/>
                  <a:pt x="1203871" y="671351"/>
                  <a:pt x="1187102" y="671351"/>
                </a:cubicBezTo>
                <a:cubicBezTo>
                  <a:pt x="1170332" y="671351"/>
                  <a:pt x="1156738" y="657757"/>
                  <a:pt x="1156738" y="640988"/>
                </a:cubicBezTo>
                <a:cubicBezTo>
                  <a:pt x="1156738" y="624218"/>
                  <a:pt x="1170332" y="610624"/>
                  <a:pt x="1187102" y="610624"/>
                </a:cubicBezTo>
                <a:close/>
                <a:moveTo>
                  <a:pt x="1114547" y="610624"/>
                </a:moveTo>
                <a:cubicBezTo>
                  <a:pt x="1131317" y="610624"/>
                  <a:pt x="1144911" y="624218"/>
                  <a:pt x="1144911" y="640988"/>
                </a:cubicBezTo>
                <a:cubicBezTo>
                  <a:pt x="1144911" y="657757"/>
                  <a:pt x="1131317" y="671351"/>
                  <a:pt x="1114547" y="671351"/>
                </a:cubicBezTo>
                <a:cubicBezTo>
                  <a:pt x="1097778" y="671351"/>
                  <a:pt x="1084184" y="657757"/>
                  <a:pt x="1084184" y="640988"/>
                </a:cubicBezTo>
                <a:cubicBezTo>
                  <a:pt x="1084184" y="624218"/>
                  <a:pt x="1097778" y="610624"/>
                  <a:pt x="1114547" y="610624"/>
                </a:cubicBezTo>
                <a:close/>
                <a:moveTo>
                  <a:pt x="1041993" y="610624"/>
                </a:moveTo>
                <a:cubicBezTo>
                  <a:pt x="1058762" y="610624"/>
                  <a:pt x="1072356" y="624218"/>
                  <a:pt x="1072356" y="640988"/>
                </a:cubicBezTo>
                <a:cubicBezTo>
                  <a:pt x="1072356" y="657757"/>
                  <a:pt x="1058762" y="671351"/>
                  <a:pt x="1041993" y="671351"/>
                </a:cubicBezTo>
                <a:cubicBezTo>
                  <a:pt x="1025223" y="671351"/>
                  <a:pt x="1011629" y="657757"/>
                  <a:pt x="1011629" y="640988"/>
                </a:cubicBezTo>
                <a:cubicBezTo>
                  <a:pt x="1011629" y="624218"/>
                  <a:pt x="1025223" y="610624"/>
                  <a:pt x="1041993" y="610624"/>
                </a:cubicBezTo>
                <a:close/>
                <a:moveTo>
                  <a:pt x="969438" y="610624"/>
                </a:moveTo>
                <a:cubicBezTo>
                  <a:pt x="986208" y="610624"/>
                  <a:pt x="999801" y="624218"/>
                  <a:pt x="999801" y="640988"/>
                </a:cubicBezTo>
                <a:cubicBezTo>
                  <a:pt x="999801" y="657757"/>
                  <a:pt x="986208" y="671351"/>
                  <a:pt x="969438" y="671351"/>
                </a:cubicBezTo>
                <a:cubicBezTo>
                  <a:pt x="952669" y="671351"/>
                  <a:pt x="939075" y="657757"/>
                  <a:pt x="939075" y="640988"/>
                </a:cubicBezTo>
                <a:cubicBezTo>
                  <a:pt x="939075" y="624218"/>
                  <a:pt x="952669" y="610624"/>
                  <a:pt x="969438" y="610624"/>
                </a:cubicBezTo>
                <a:close/>
                <a:moveTo>
                  <a:pt x="896883" y="610624"/>
                </a:moveTo>
                <a:cubicBezTo>
                  <a:pt x="913653" y="610624"/>
                  <a:pt x="927247" y="624218"/>
                  <a:pt x="927247" y="640988"/>
                </a:cubicBezTo>
                <a:cubicBezTo>
                  <a:pt x="927247" y="657757"/>
                  <a:pt x="913653" y="671351"/>
                  <a:pt x="896883" y="671351"/>
                </a:cubicBezTo>
                <a:cubicBezTo>
                  <a:pt x="880114" y="671351"/>
                  <a:pt x="866520" y="657757"/>
                  <a:pt x="866520" y="640988"/>
                </a:cubicBezTo>
                <a:cubicBezTo>
                  <a:pt x="866520" y="624218"/>
                  <a:pt x="880114" y="610624"/>
                  <a:pt x="896883" y="610624"/>
                </a:cubicBezTo>
                <a:close/>
                <a:moveTo>
                  <a:pt x="824329" y="610624"/>
                </a:moveTo>
                <a:cubicBezTo>
                  <a:pt x="841098" y="610624"/>
                  <a:pt x="854692" y="624218"/>
                  <a:pt x="854692" y="640988"/>
                </a:cubicBezTo>
                <a:cubicBezTo>
                  <a:pt x="854692" y="657757"/>
                  <a:pt x="841098" y="671351"/>
                  <a:pt x="824329" y="671351"/>
                </a:cubicBezTo>
                <a:cubicBezTo>
                  <a:pt x="807559" y="671351"/>
                  <a:pt x="793965" y="657757"/>
                  <a:pt x="793965" y="640988"/>
                </a:cubicBezTo>
                <a:cubicBezTo>
                  <a:pt x="793965" y="624218"/>
                  <a:pt x="807559" y="610624"/>
                  <a:pt x="824329" y="610624"/>
                </a:cubicBezTo>
                <a:close/>
                <a:moveTo>
                  <a:pt x="751774" y="610624"/>
                </a:moveTo>
                <a:cubicBezTo>
                  <a:pt x="768544" y="610624"/>
                  <a:pt x="782138" y="624218"/>
                  <a:pt x="782138" y="640988"/>
                </a:cubicBezTo>
                <a:cubicBezTo>
                  <a:pt x="782138" y="657757"/>
                  <a:pt x="768544" y="671351"/>
                  <a:pt x="751774" y="671351"/>
                </a:cubicBezTo>
                <a:cubicBezTo>
                  <a:pt x="735005" y="671351"/>
                  <a:pt x="721411" y="657757"/>
                  <a:pt x="721411" y="640988"/>
                </a:cubicBezTo>
                <a:cubicBezTo>
                  <a:pt x="721411" y="624218"/>
                  <a:pt x="735005" y="610624"/>
                  <a:pt x="751774" y="610624"/>
                </a:cubicBezTo>
                <a:close/>
                <a:moveTo>
                  <a:pt x="679220" y="610624"/>
                </a:moveTo>
                <a:cubicBezTo>
                  <a:pt x="695989" y="610624"/>
                  <a:pt x="709583" y="624218"/>
                  <a:pt x="709583" y="640988"/>
                </a:cubicBezTo>
                <a:cubicBezTo>
                  <a:pt x="709583" y="657757"/>
                  <a:pt x="695989" y="671351"/>
                  <a:pt x="679220" y="671351"/>
                </a:cubicBezTo>
                <a:cubicBezTo>
                  <a:pt x="662450" y="671351"/>
                  <a:pt x="648856" y="657757"/>
                  <a:pt x="648856" y="640988"/>
                </a:cubicBezTo>
                <a:cubicBezTo>
                  <a:pt x="648856" y="624218"/>
                  <a:pt x="662450" y="610624"/>
                  <a:pt x="679220" y="610624"/>
                </a:cubicBezTo>
                <a:close/>
                <a:moveTo>
                  <a:pt x="606665" y="610624"/>
                </a:moveTo>
                <a:cubicBezTo>
                  <a:pt x="623435" y="610624"/>
                  <a:pt x="637029" y="624218"/>
                  <a:pt x="637029" y="640988"/>
                </a:cubicBezTo>
                <a:cubicBezTo>
                  <a:pt x="637029" y="657757"/>
                  <a:pt x="623435" y="671351"/>
                  <a:pt x="606665" y="671351"/>
                </a:cubicBezTo>
                <a:cubicBezTo>
                  <a:pt x="589896" y="671351"/>
                  <a:pt x="576302" y="657757"/>
                  <a:pt x="576302" y="640988"/>
                </a:cubicBezTo>
                <a:cubicBezTo>
                  <a:pt x="576302" y="624218"/>
                  <a:pt x="589896" y="610624"/>
                  <a:pt x="606665" y="610624"/>
                </a:cubicBezTo>
                <a:close/>
                <a:moveTo>
                  <a:pt x="534111" y="610624"/>
                </a:moveTo>
                <a:cubicBezTo>
                  <a:pt x="550880" y="610624"/>
                  <a:pt x="564474" y="624218"/>
                  <a:pt x="564474" y="640988"/>
                </a:cubicBezTo>
                <a:cubicBezTo>
                  <a:pt x="564474" y="657757"/>
                  <a:pt x="550880" y="671351"/>
                  <a:pt x="534111" y="671351"/>
                </a:cubicBezTo>
                <a:cubicBezTo>
                  <a:pt x="517341" y="671351"/>
                  <a:pt x="503747" y="657757"/>
                  <a:pt x="503747" y="640988"/>
                </a:cubicBezTo>
                <a:cubicBezTo>
                  <a:pt x="503747" y="624218"/>
                  <a:pt x="517341" y="610624"/>
                  <a:pt x="534111" y="610624"/>
                </a:cubicBezTo>
                <a:close/>
                <a:moveTo>
                  <a:pt x="461556" y="610624"/>
                </a:moveTo>
                <a:cubicBezTo>
                  <a:pt x="478326" y="610624"/>
                  <a:pt x="491920" y="624218"/>
                  <a:pt x="491920" y="640988"/>
                </a:cubicBezTo>
                <a:cubicBezTo>
                  <a:pt x="491920" y="657757"/>
                  <a:pt x="478326" y="671351"/>
                  <a:pt x="461556" y="671351"/>
                </a:cubicBezTo>
                <a:cubicBezTo>
                  <a:pt x="444787" y="671351"/>
                  <a:pt x="431192" y="657757"/>
                  <a:pt x="431192" y="640988"/>
                </a:cubicBezTo>
                <a:cubicBezTo>
                  <a:pt x="431192" y="624218"/>
                  <a:pt x="444787" y="610624"/>
                  <a:pt x="461556" y="610624"/>
                </a:cubicBezTo>
                <a:close/>
                <a:moveTo>
                  <a:pt x="389002" y="610624"/>
                </a:moveTo>
                <a:cubicBezTo>
                  <a:pt x="405771" y="610624"/>
                  <a:pt x="419365" y="624218"/>
                  <a:pt x="419365" y="640988"/>
                </a:cubicBezTo>
                <a:cubicBezTo>
                  <a:pt x="419365" y="657757"/>
                  <a:pt x="405771" y="671351"/>
                  <a:pt x="389002" y="671351"/>
                </a:cubicBezTo>
                <a:cubicBezTo>
                  <a:pt x="372232" y="671351"/>
                  <a:pt x="358638" y="657757"/>
                  <a:pt x="358638" y="640988"/>
                </a:cubicBezTo>
                <a:cubicBezTo>
                  <a:pt x="358638" y="624218"/>
                  <a:pt x="372232" y="610624"/>
                  <a:pt x="389002" y="610624"/>
                </a:cubicBezTo>
                <a:close/>
                <a:moveTo>
                  <a:pt x="316447" y="610624"/>
                </a:moveTo>
                <a:cubicBezTo>
                  <a:pt x="333216" y="610624"/>
                  <a:pt x="346810" y="624218"/>
                  <a:pt x="346810" y="640988"/>
                </a:cubicBezTo>
                <a:cubicBezTo>
                  <a:pt x="346810" y="657757"/>
                  <a:pt x="333216" y="671351"/>
                  <a:pt x="316447" y="671351"/>
                </a:cubicBezTo>
                <a:cubicBezTo>
                  <a:pt x="299677" y="671351"/>
                  <a:pt x="286084" y="657757"/>
                  <a:pt x="286084" y="640988"/>
                </a:cubicBezTo>
                <a:cubicBezTo>
                  <a:pt x="286084" y="624218"/>
                  <a:pt x="299677" y="610624"/>
                  <a:pt x="316447" y="610624"/>
                </a:cubicBezTo>
                <a:close/>
                <a:moveTo>
                  <a:pt x="243892" y="610624"/>
                </a:moveTo>
                <a:cubicBezTo>
                  <a:pt x="260662" y="610624"/>
                  <a:pt x="274256" y="624218"/>
                  <a:pt x="274256" y="640988"/>
                </a:cubicBezTo>
                <a:cubicBezTo>
                  <a:pt x="274256" y="657757"/>
                  <a:pt x="260662" y="671351"/>
                  <a:pt x="243892" y="671351"/>
                </a:cubicBezTo>
                <a:cubicBezTo>
                  <a:pt x="227123" y="671351"/>
                  <a:pt x="213529" y="657757"/>
                  <a:pt x="213529" y="640988"/>
                </a:cubicBezTo>
                <a:cubicBezTo>
                  <a:pt x="213529" y="624218"/>
                  <a:pt x="227123" y="610624"/>
                  <a:pt x="243892" y="610624"/>
                </a:cubicBezTo>
                <a:close/>
                <a:moveTo>
                  <a:pt x="171339" y="610624"/>
                </a:moveTo>
                <a:cubicBezTo>
                  <a:pt x="188107" y="610624"/>
                  <a:pt x="201701" y="624218"/>
                  <a:pt x="201701" y="640988"/>
                </a:cubicBezTo>
                <a:cubicBezTo>
                  <a:pt x="201701" y="657757"/>
                  <a:pt x="188107" y="671351"/>
                  <a:pt x="171339" y="671351"/>
                </a:cubicBezTo>
                <a:cubicBezTo>
                  <a:pt x="154667" y="671351"/>
                  <a:pt x="141073" y="657757"/>
                  <a:pt x="141073" y="640988"/>
                </a:cubicBezTo>
                <a:cubicBezTo>
                  <a:pt x="141073" y="624218"/>
                  <a:pt x="154667" y="610624"/>
                  <a:pt x="171339" y="610624"/>
                </a:cubicBezTo>
                <a:close/>
                <a:moveTo>
                  <a:pt x="98897" y="610624"/>
                </a:moveTo>
                <a:cubicBezTo>
                  <a:pt x="115658" y="610624"/>
                  <a:pt x="129252" y="624218"/>
                  <a:pt x="129252" y="640988"/>
                </a:cubicBezTo>
                <a:cubicBezTo>
                  <a:pt x="129252" y="657757"/>
                  <a:pt x="115658" y="671351"/>
                  <a:pt x="98897" y="671351"/>
                </a:cubicBezTo>
                <a:cubicBezTo>
                  <a:pt x="82124" y="671351"/>
                  <a:pt x="68530" y="657757"/>
                  <a:pt x="68530" y="640988"/>
                </a:cubicBezTo>
                <a:cubicBezTo>
                  <a:pt x="68530" y="624218"/>
                  <a:pt x="82124" y="610624"/>
                  <a:pt x="98897" y="610624"/>
                </a:cubicBezTo>
                <a:close/>
                <a:moveTo>
                  <a:pt x="26342" y="610624"/>
                </a:moveTo>
                <a:cubicBezTo>
                  <a:pt x="43106" y="610624"/>
                  <a:pt x="56701" y="624218"/>
                  <a:pt x="56701" y="640988"/>
                </a:cubicBezTo>
                <a:cubicBezTo>
                  <a:pt x="56701" y="657757"/>
                  <a:pt x="43106" y="671351"/>
                  <a:pt x="26342" y="671351"/>
                </a:cubicBezTo>
                <a:cubicBezTo>
                  <a:pt x="17956" y="671351"/>
                  <a:pt x="10365" y="667953"/>
                  <a:pt x="4871" y="662458"/>
                </a:cubicBezTo>
                <a:lnTo>
                  <a:pt x="0" y="650698"/>
                </a:lnTo>
                <a:lnTo>
                  <a:pt x="0" y="631277"/>
                </a:lnTo>
                <a:lnTo>
                  <a:pt x="4871" y="619517"/>
                </a:lnTo>
                <a:cubicBezTo>
                  <a:pt x="10365" y="614023"/>
                  <a:pt x="17956" y="610624"/>
                  <a:pt x="26342" y="610624"/>
                </a:cubicBezTo>
                <a:close/>
                <a:moveTo>
                  <a:pt x="1669096" y="549730"/>
                </a:moveTo>
                <a:lnTo>
                  <a:pt x="1668124" y="568994"/>
                </a:lnTo>
                <a:lnTo>
                  <a:pt x="1664620" y="560536"/>
                </a:lnTo>
                <a:close/>
                <a:moveTo>
                  <a:pt x="1622429" y="530173"/>
                </a:moveTo>
                <a:cubicBezTo>
                  <a:pt x="1639199" y="530173"/>
                  <a:pt x="1652792" y="543767"/>
                  <a:pt x="1652792" y="560536"/>
                </a:cubicBezTo>
                <a:cubicBezTo>
                  <a:pt x="1652792" y="577306"/>
                  <a:pt x="1639199" y="590900"/>
                  <a:pt x="1622429" y="590900"/>
                </a:cubicBezTo>
                <a:cubicBezTo>
                  <a:pt x="1605659" y="590900"/>
                  <a:pt x="1592066" y="577306"/>
                  <a:pt x="1592066" y="560536"/>
                </a:cubicBezTo>
                <a:cubicBezTo>
                  <a:pt x="1592066" y="543767"/>
                  <a:pt x="1605659" y="530173"/>
                  <a:pt x="1622429" y="530173"/>
                </a:cubicBezTo>
                <a:close/>
                <a:moveTo>
                  <a:pt x="1549874" y="530173"/>
                </a:moveTo>
                <a:cubicBezTo>
                  <a:pt x="1566644" y="530173"/>
                  <a:pt x="1580238" y="543767"/>
                  <a:pt x="1580238" y="560536"/>
                </a:cubicBezTo>
                <a:cubicBezTo>
                  <a:pt x="1580238" y="577306"/>
                  <a:pt x="1566644" y="590900"/>
                  <a:pt x="1549874" y="590900"/>
                </a:cubicBezTo>
                <a:cubicBezTo>
                  <a:pt x="1533105" y="590900"/>
                  <a:pt x="1519511" y="577306"/>
                  <a:pt x="1519511" y="560536"/>
                </a:cubicBezTo>
                <a:cubicBezTo>
                  <a:pt x="1519511" y="543767"/>
                  <a:pt x="1533105" y="530173"/>
                  <a:pt x="1549874" y="530173"/>
                </a:cubicBezTo>
                <a:close/>
                <a:moveTo>
                  <a:pt x="1477320" y="530173"/>
                </a:moveTo>
                <a:cubicBezTo>
                  <a:pt x="1494089" y="530173"/>
                  <a:pt x="1507683" y="543767"/>
                  <a:pt x="1507683" y="560536"/>
                </a:cubicBezTo>
                <a:cubicBezTo>
                  <a:pt x="1507683" y="577306"/>
                  <a:pt x="1494089" y="590900"/>
                  <a:pt x="1477320" y="590900"/>
                </a:cubicBezTo>
                <a:cubicBezTo>
                  <a:pt x="1460550" y="590900"/>
                  <a:pt x="1446956" y="577306"/>
                  <a:pt x="1446956" y="560536"/>
                </a:cubicBezTo>
                <a:cubicBezTo>
                  <a:pt x="1446956" y="543767"/>
                  <a:pt x="1460550" y="530173"/>
                  <a:pt x="1477320" y="530173"/>
                </a:cubicBezTo>
                <a:close/>
                <a:moveTo>
                  <a:pt x="1404765" y="530173"/>
                </a:moveTo>
                <a:cubicBezTo>
                  <a:pt x="1421535" y="530173"/>
                  <a:pt x="1435129" y="543767"/>
                  <a:pt x="1435129" y="560536"/>
                </a:cubicBezTo>
                <a:cubicBezTo>
                  <a:pt x="1435129" y="577306"/>
                  <a:pt x="1421535" y="590900"/>
                  <a:pt x="1404765" y="590900"/>
                </a:cubicBezTo>
                <a:cubicBezTo>
                  <a:pt x="1387996" y="590900"/>
                  <a:pt x="1374402" y="577306"/>
                  <a:pt x="1374402" y="560536"/>
                </a:cubicBezTo>
                <a:cubicBezTo>
                  <a:pt x="1374402" y="543767"/>
                  <a:pt x="1387996" y="530173"/>
                  <a:pt x="1404765" y="530173"/>
                </a:cubicBezTo>
                <a:close/>
                <a:moveTo>
                  <a:pt x="1332211" y="530173"/>
                </a:moveTo>
                <a:cubicBezTo>
                  <a:pt x="1348980" y="530173"/>
                  <a:pt x="1362574" y="543767"/>
                  <a:pt x="1362574" y="560536"/>
                </a:cubicBezTo>
                <a:cubicBezTo>
                  <a:pt x="1362574" y="577306"/>
                  <a:pt x="1348980" y="590900"/>
                  <a:pt x="1332211" y="590900"/>
                </a:cubicBezTo>
                <a:cubicBezTo>
                  <a:pt x="1315441" y="590900"/>
                  <a:pt x="1301847" y="577306"/>
                  <a:pt x="1301847" y="560536"/>
                </a:cubicBezTo>
                <a:cubicBezTo>
                  <a:pt x="1301847" y="543767"/>
                  <a:pt x="1315441" y="530173"/>
                  <a:pt x="1332211" y="530173"/>
                </a:cubicBezTo>
                <a:close/>
                <a:moveTo>
                  <a:pt x="1259656" y="530173"/>
                </a:moveTo>
                <a:cubicBezTo>
                  <a:pt x="1276426" y="530173"/>
                  <a:pt x="1290020" y="543767"/>
                  <a:pt x="1290020" y="560536"/>
                </a:cubicBezTo>
                <a:cubicBezTo>
                  <a:pt x="1290020" y="577306"/>
                  <a:pt x="1276426" y="590900"/>
                  <a:pt x="1259656" y="590900"/>
                </a:cubicBezTo>
                <a:cubicBezTo>
                  <a:pt x="1242887" y="590900"/>
                  <a:pt x="1229293" y="577306"/>
                  <a:pt x="1229293" y="560536"/>
                </a:cubicBezTo>
                <a:cubicBezTo>
                  <a:pt x="1229293" y="543767"/>
                  <a:pt x="1242887" y="530173"/>
                  <a:pt x="1259656" y="530173"/>
                </a:cubicBezTo>
                <a:close/>
                <a:moveTo>
                  <a:pt x="1187102" y="530173"/>
                </a:moveTo>
                <a:cubicBezTo>
                  <a:pt x="1203871" y="530173"/>
                  <a:pt x="1217465" y="543767"/>
                  <a:pt x="1217465" y="560536"/>
                </a:cubicBezTo>
                <a:cubicBezTo>
                  <a:pt x="1217465" y="577306"/>
                  <a:pt x="1203871" y="590900"/>
                  <a:pt x="1187102" y="590900"/>
                </a:cubicBezTo>
                <a:cubicBezTo>
                  <a:pt x="1170332" y="590900"/>
                  <a:pt x="1156738" y="577306"/>
                  <a:pt x="1156738" y="560536"/>
                </a:cubicBezTo>
                <a:cubicBezTo>
                  <a:pt x="1156738" y="543767"/>
                  <a:pt x="1170332" y="530173"/>
                  <a:pt x="1187102" y="530173"/>
                </a:cubicBezTo>
                <a:close/>
                <a:moveTo>
                  <a:pt x="1114547" y="530173"/>
                </a:moveTo>
                <a:cubicBezTo>
                  <a:pt x="1131317" y="530173"/>
                  <a:pt x="1144911" y="543767"/>
                  <a:pt x="1144911" y="560536"/>
                </a:cubicBezTo>
                <a:cubicBezTo>
                  <a:pt x="1144911" y="577306"/>
                  <a:pt x="1131317" y="590900"/>
                  <a:pt x="1114547" y="590900"/>
                </a:cubicBezTo>
                <a:cubicBezTo>
                  <a:pt x="1097778" y="590900"/>
                  <a:pt x="1084184" y="577306"/>
                  <a:pt x="1084184" y="560536"/>
                </a:cubicBezTo>
                <a:cubicBezTo>
                  <a:pt x="1084184" y="543767"/>
                  <a:pt x="1097778" y="530173"/>
                  <a:pt x="1114547" y="530173"/>
                </a:cubicBezTo>
                <a:close/>
                <a:moveTo>
                  <a:pt x="1041993" y="530173"/>
                </a:moveTo>
                <a:cubicBezTo>
                  <a:pt x="1058762" y="530173"/>
                  <a:pt x="1072356" y="543767"/>
                  <a:pt x="1072356" y="560536"/>
                </a:cubicBezTo>
                <a:cubicBezTo>
                  <a:pt x="1072356" y="577306"/>
                  <a:pt x="1058762" y="590900"/>
                  <a:pt x="1041993" y="590900"/>
                </a:cubicBezTo>
                <a:cubicBezTo>
                  <a:pt x="1025223" y="590900"/>
                  <a:pt x="1011629" y="577306"/>
                  <a:pt x="1011629" y="560536"/>
                </a:cubicBezTo>
                <a:cubicBezTo>
                  <a:pt x="1011629" y="543767"/>
                  <a:pt x="1025223" y="530173"/>
                  <a:pt x="1041993" y="530173"/>
                </a:cubicBezTo>
                <a:close/>
                <a:moveTo>
                  <a:pt x="969438" y="530173"/>
                </a:moveTo>
                <a:cubicBezTo>
                  <a:pt x="986208" y="530173"/>
                  <a:pt x="999801" y="543767"/>
                  <a:pt x="999801" y="560536"/>
                </a:cubicBezTo>
                <a:cubicBezTo>
                  <a:pt x="999801" y="577306"/>
                  <a:pt x="986208" y="590900"/>
                  <a:pt x="969438" y="590900"/>
                </a:cubicBezTo>
                <a:cubicBezTo>
                  <a:pt x="952669" y="590900"/>
                  <a:pt x="939075" y="577306"/>
                  <a:pt x="939075" y="560536"/>
                </a:cubicBezTo>
                <a:cubicBezTo>
                  <a:pt x="939075" y="543767"/>
                  <a:pt x="952669" y="530173"/>
                  <a:pt x="969438" y="530173"/>
                </a:cubicBezTo>
                <a:close/>
                <a:moveTo>
                  <a:pt x="896883" y="530173"/>
                </a:moveTo>
                <a:cubicBezTo>
                  <a:pt x="913653" y="530173"/>
                  <a:pt x="927247" y="543767"/>
                  <a:pt x="927247" y="560536"/>
                </a:cubicBezTo>
                <a:cubicBezTo>
                  <a:pt x="927247" y="577306"/>
                  <a:pt x="913653" y="590900"/>
                  <a:pt x="896883" y="590900"/>
                </a:cubicBezTo>
                <a:cubicBezTo>
                  <a:pt x="880114" y="590900"/>
                  <a:pt x="866520" y="577306"/>
                  <a:pt x="866520" y="560536"/>
                </a:cubicBezTo>
                <a:cubicBezTo>
                  <a:pt x="866520" y="543767"/>
                  <a:pt x="880114" y="530173"/>
                  <a:pt x="896883" y="530173"/>
                </a:cubicBezTo>
                <a:close/>
                <a:moveTo>
                  <a:pt x="824329" y="530173"/>
                </a:moveTo>
                <a:cubicBezTo>
                  <a:pt x="841098" y="530173"/>
                  <a:pt x="854692" y="543767"/>
                  <a:pt x="854692" y="560536"/>
                </a:cubicBezTo>
                <a:cubicBezTo>
                  <a:pt x="854692" y="577306"/>
                  <a:pt x="841098" y="590900"/>
                  <a:pt x="824329" y="590900"/>
                </a:cubicBezTo>
                <a:cubicBezTo>
                  <a:pt x="807559" y="590900"/>
                  <a:pt x="793965" y="577306"/>
                  <a:pt x="793965" y="560536"/>
                </a:cubicBezTo>
                <a:cubicBezTo>
                  <a:pt x="793965" y="543767"/>
                  <a:pt x="807559" y="530173"/>
                  <a:pt x="824329" y="530173"/>
                </a:cubicBezTo>
                <a:close/>
                <a:moveTo>
                  <a:pt x="751774" y="530173"/>
                </a:moveTo>
                <a:cubicBezTo>
                  <a:pt x="768544" y="530173"/>
                  <a:pt x="782138" y="543767"/>
                  <a:pt x="782138" y="560536"/>
                </a:cubicBezTo>
                <a:cubicBezTo>
                  <a:pt x="782138" y="577306"/>
                  <a:pt x="768544" y="590900"/>
                  <a:pt x="751774" y="590900"/>
                </a:cubicBezTo>
                <a:cubicBezTo>
                  <a:pt x="735005" y="590900"/>
                  <a:pt x="721411" y="577306"/>
                  <a:pt x="721411" y="560536"/>
                </a:cubicBezTo>
                <a:cubicBezTo>
                  <a:pt x="721411" y="543767"/>
                  <a:pt x="735005" y="530173"/>
                  <a:pt x="751774" y="530173"/>
                </a:cubicBezTo>
                <a:close/>
                <a:moveTo>
                  <a:pt x="679220" y="530173"/>
                </a:moveTo>
                <a:cubicBezTo>
                  <a:pt x="695989" y="530173"/>
                  <a:pt x="709583" y="543767"/>
                  <a:pt x="709583" y="560536"/>
                </a:cubicBezTo>
                <a:cubicBezTo>
                  <a:pt x="709583" y="577306"/>
                  <a:pt x="695989" y="590900"/>
                  <a:pt x="679220" y="590900"/>
                </a:cubicBezTo>
                <a:cubicBezTo>
                  <a:pt x="662450" y="590900"/>
                  <a:pt x="648856" y="577306"/>
                  <a:pt x="648856" y="560536"/>
                </a:cubicBezTo>
                <a:cubicBezTo>
                  <a:pt x="648856" y="543767"/>
                  <a:pt x="662450" y="530173"/>
                  <a:pt x="679220" y="530173"/>
                </a:cubicBezTo>
                <a:close/>
                <a:moveTo>
                  <a:pt x="606665" y="530173"/>
                </a:moveTo>
                <a:cubicBezTo>
                  <a:pt x="623435" y="530173"/>
                  <a:pt x="637029" y="543767"/>
                  <a:pt x="637029" y="560536"/>
                </a:cubicBezTo>
                <a:cubicBezTo>
                  <a:pt x="637029" y="577306"/>
                  <a:pt x="623435" y="590900"/>
                  <a:pt x="606665" y="590900"/>
                </a:cubicBezTo>
                <a:cubicBezTo>
                  <a:pt x="589896" y="590900"/>
                  <a:pt x="576302" y="577306"/>
                  <a:pt x="576302" y="560536"/>
                </a:cubicBezTo>
                <a:cubicBezTo>
                  <a:pt x="576302" y="543767"/>
                  <a:pt x="589896" y="530173"/>
                  <a:pt x="606665" y="530173"/>
                </a:cubicBezTo>
                <a:close/>
                <a:moveTo>
                  <a:pt x="534111" y="530173"/>
                </a:moveTo>
                <a:cubicBezTo>
                  <a:pt x="550880" y="530173"/>
                  <a:pt x="564474" y="543767"/>
                  <a:pt x="564474" y="560536"/>
                </a:cubicBezTo>
                <a:cubicBezTo>
                  <a:pt x="564474" y="577306"/>
                  <a:pt x="550880" y="590900"/>
                  <a:pt x="534111" y="590900"/>
                </a:cubicBezTo>
                <a:cubicBezTo>
                  <a:pt x="517341" y="590900"/>
                  <a:pt x="503747" y="577306"/>
                  <a:pt x="503747" y="560536"/>
                </a:cubicBezTo>
                <a:cubicBezTo>
                  <a:pt x="503747" y="543767"/>
                  <a:pt x="517341" y="530173"/>
                  <a:pt x="534111" y="530173"/>
                </a:cubicBezTo>
                <a:close/>
                <a:moveTo>
                  <a:pt x="461556" y="530173"/>
                </a:moveTo>
                <a:cubicBezTo>
                  <a:pt x="478326" y="530173"/>
                  <a:pt x="491920" y="543767"/>
                  <a:pt x="491920" y="560536"/>
                </a:cubicBezTo>
                <a:cubicBezTo>
                  <a:pt x="491920" y="577306"/>
                  <a:pt x="478326" y="590900"/>
                  <a:pt x="461556" y="590900"/>
                </a:cubicBezTo>
                <a:cubicBezTo>
                  <a:pt x="444787" y="590900"/>
                  <a:pt x="431192" y="577306"/>
                  <a:pt x="431192" y="560536"/>
                </a:cubicBezTo>
                <a:cubicBezTo>
                  <a:pt x="431192" y="543767"/>
                  <a:pt x="444787" y="530173"/>
                  <a:pt x="461556" y="530173"/>
                </a:cubicBezTo>
                <a:close/>
                <a:moveTo>
                  <a:pt x="389002" y="530173"/>
                </a:moveTo>
                <a:cubicBezTo>
                  <a:pt x="405771" y="530173"/>
                  <a:pt x="419365" y="543767"/>
                  <a:pt x="419365" y="560536"/>
                </a:cubicBezTo>
                <a:cubicBezTo>
                  <a:pt x="419365" y="577306"/>
                  <a:pt x="405771" y="590900"/>
                  <a:pt x="389002" y="590900"/>
                </a:cubicBezTo>
                <a:cubicBezTo>
                  <a:pt x="372232" y="590900"/>
                  <a:pt x="358638" y="577306"/>
                  <a:pt x="358638" y="560536"/>
                </a:cubicBezTo>
                <a:cubicBezTo>
                  <a:pt x="358638" y="543767"/>
                  <a:pt x="372232" y="530173"/>
                  <a:pt x="389002" y="530173"/>
                </a:cubicBezTo>
                <a:close/>
                <a:moveTo>
                  <a:pt x="316447" y="530173"/>
                </a:moveTo>
                <a:cubicBezTo>
                  <a:pt x="333216" y="530173"/>
                  <a:pt x="346810" y="543767"/>
                  <a:pt x="346810" y="560536"/>
                </a:cubicBezTo>
                <a:cubicBezTo>
                  <a:pt x="346810" y="577306"/>
                  <a:pt x="333216" y="590900"/>
                  <a:pt x="316447" y="590900"/>
                </a:cubicBezTo>
                <a:cubicBezTo>
                  <a:pt x="299677" y="590900"/>
                  <a:pt x="286084" y="577306"/>
                  <a:pt x="286084" y="560536"/>
                </a:cubicBezTo>
                <a:cubicBezTo>
                  <a:pt x="286084" y="543767"/>
                  <a:pt x="299677" y="530173"/>
                  <a:pt x="316447" y="530173"/>
                </a:cubicBezTo>
                <a:close/>
                <a:moveTo>
                  <a:pt x="243892" y="530173"/>
                </a:moveTo>
                <a:cubicBezTo>
                  <a:pt x="260662" y="530173"/>
                  <a:pt x="274256" y="543767"/>
                  <a:pt x="274256" y="560536"/>
                </a:cubicBezTo>
                <a:cubicBezTo>
                  <a:pt x="274256" y="577306"/>
                  <a:pt x="260662" y="590900"/>
                  <a:pt x="243892" y="590900"/>
                </a:cubicBezTo>
                <a:cubicBezTo>
                  <a:pt x="227123" y="590900"/>
                  <a:pt x="213529" y="577306"/>
                  <a:pt x="213529" y="560536"/>
                </a:cubicBezTo>
                <a:cubicBezTo>
                  <a:pt x="213529" y="543767"/>
                  <a:pt x="227123" y="530173"/>
                  <a:pt x="243892" y="530173"/>
                </a:cubicBezTo>
                <a:close/>
                <a:moveTo>
                  <a:pt x="171339" y="530173"/>
                </a:moveTo>
                <a:cubicBezTo>
                  <a:pt x="188107" y="530173"/>
                  <a:pt x="201701" y="543767"/>
                  <a:pt x="201701" y="560536"/>
                </a:cubicBezTo>
                <a:cubicBezTo>
                  <a:pt x="201701" y="577306"/>
                  <a:pt x="188107" y="590900"/>
                  <a:pt x="171339" y="590900"/>
                </a:cubicBezTo>
                <a:cubicBezTo>
                  <a:pt x="154673" y="590900"/>
                  <a:pt x="141079" y="577306"/>
                  <a:pt x="141079" y="560536"/>
                </a:cubicBezTo>
                <a:cubicBezTo>
                  <a:pt x="141079" y="543767"/>
                  <a:pt x="154673" y="530173"/>
                  <a:pt x="171339" y="530173"/>
                </a:cubicBezTo>
                <a:close/>
                <a:moveTo>
                  <a:pt x="98904" y="530173"/>
                </a:moveTo>
                <a:cubicBezTo>
                  <a:pt x="115664" y="530173"/>
                  <a:pt x="129258" y="543767"/>
                  <a:pt x="129258" y="560536"/>
                </a:cubicBezTo>
                <a:cubicBezTo>
                  <a:pt x="129258" y="577306"/>
                  <a:pt x="115664" y="590900"/>
                  <a:pt x="98904" y="590900"/>
                </a:cubicBezTo>
                <a:cubicBezTo>
                  <a:pt x="82130" y="590900"/>
                  <a:pt x="68536" y="577306"/>
                  <a:pt x="68536" y="560536"/>
                </a:cubicBezTo>
                <a:cubicBezTo>
                  <a:pt x="68536" y="543767"/>
                  <a:pt x="82130" y="530173"/>
                  <a:pt x="98904" y="530173"/>
                </a:cubicBezTo>
                <a:close/>
                <a:moveTo>
                  <a:pt x="26349" y="530173"/>
                </a:moveTo>
                <a:cubicBezTo>
                  <a:pt x="43112" y="530173"/>
                  <a:pt x="56707" y="543767"/>
                  <a:pt x="56707" y="560536"/>
                </a:cubicBezTo>
                <a:cubicBezTo>
                  <a:pt x="56707" y="577306"/>
                  <a:pt x="43112" y="590900"/>
                  <a:pt x="26349" y="590900"/>
                </a:cubicBezTo>
                <a:cubicBezTo>
                  <a:pt x="17963" y="590900"/>
                  <a:pt x="10372" y="587502"/>
                  <a:pt x="4877" y="582007"/>
                </a:cubicBezTo>
                <a:lnTo>
                  <a:pt x="0" y="570232"/>
                </a:lnTo>
                <a:lnTo>
                  <a:pt x="0" y="550840"/>
                </a:lnTo>
                <a:lnTo>
                  <a:pt x="4877" y="539066"/>
                </a:lnTo>
                <a:cubicBezTo>
                  <a:pt x="10372" y="533572"/>
                  <a:pt x="17963" y="530173"/>
                  <a:pt x="26349" y="530173"/>
                </a:cubicBezTo>
                <a:close/>
                <a:moveTo>
                  <a:pt x="1673704" y="458486"/>
                </a:moveTo>
                <a:lnTo>
                  <a:pt x="1671744" y="497284"/>
                </a:lnTo>
                <a:lnTo>
                  <a:pt x="1664620" y="480084"/>
                </a:lnTo>
                <a:cubicBezTo>
                  <a:pt x="1664620" y="471700"/>
                  <a:pt x="1668019" y="464109"/>
                  <a:pt x="1673514" y="458614"/>
                </a:cubicBezTo>
                <a:close/>
                <a:moveTo>
                  <a:pt x="1622429" y="449721"/>
                </a:moveTo>
                <a:cubicBezTo>
                  <a:pt x="1639199" y="449721"/>
                  <a:pt x="1652792" y="463315"/>
                  <a:pt x="1652792" y="480084"/>
                </a:cubicBezTo>
                <a:cubicBezTo>
                  <a:pt x="1652792" y="496854"/>
                  <a:pt x="1639199" y="510448"/>
                  <a:pt x="1622429" y="510448"/>
                </a:cubicBezTo>
                <a:cubicBezTo>
                  <a:pt x="1605659" y="510448"/>
                  <a:pt x="1592066" y="496854"/>
                  <a:pt x="1592066" y="480084"/>
                </a:cubicBezTo>
                <a:cubicBezTo>
                  <a:pt x="1592066" y="463315"/>
                  <a:pt x="1605659" y="449721"/>
                  <a:pt x="1622429" y="449721"/>
                </a:cubicBezTo>
                <a:close/>
                <a:moveTo>
                  <a:pt x="1549874" y="449721"/>
                </a:moveTo>
                <a:cubicBezTo>
                  <a:pt x="1566644" y="449721"/>
                  <a:pt x="1580238" y="463315"/>
                  <a:pt x="1580238" y="480084"/>
                </a:cubicBezTo>
                <a:cubicBezTo>
                  <a:pt x="1580238" y="496854"/>
                  <a:pt x="1566644" y="510448"/>
                  <a:pt x="1549874" y="510448"/>
                </a:cubicBezTo>
                <a:cubicBezTo>
                  <a:pt x="1533105" y="510448"/>
                  <a:pt x="1519511" y="496854"/>
                  <a:pt x="1519511" y="480084"/>
                </a:cubicBezTo>
                <a:cubicBezTo>
                  <a:pt x="1519511" y="463315"/>
                  <a:pt x="1533105" y="449721"/>
                  <a:pt x="1549874" y="449721"/>
                </a:cubicBezTo>
                <a:close/>
                <a:moveTo>
                  <a:pt x="1477320" y="449721"/>
                </a:moveTo>
                <a:cubicBezTo>
                  <a:pt x="1494089" y="449721"/>
                  <a:pt x="1507683" y="463315"/>
                  <a:pt x="1507683" y="480084"/>
                </a:cubicBezTo>
                <a:cubicBezTo>
                  <a:pt x="1507683" y="496854"/>
                  <a:pt x="1494089" y="510448"/>
                  <a:pt x="1477320" y="510448"/>
                </a:cubicBezTo>
                <a:cubicBezTo>
                  <a:pt x="1460550" y="510448"/>
                  <a:pt x="1446956" y="496854"/>
                  <a:pt x="1446956" y="480084"/>
                </a:cubicBezTo>
                <a:cubicBezTo>
                  <a:pt x="1446956" y="463315"/>
                  <a:pt x="1460550" y="449721"/>
                  <a:pt x="1477320" y="449721"/>
                </a:cubicBezTo>
                <a:close/>
                <a:moveTo>
                  <a:pt x="1404765" y="449721"/>
                </a:moveTo>
                <a:cubicBezTo>
                  <a:pt x="1421535" y="449721"/>
                  <a:pt x="1435129" y="463315"/>
                  <a:pt x="1435129" y="480084"/>
                </a:cubicBezTo>
                <a:cubicBezTo>
                  <a:pt x="1435129" y="496854"/>
                  <a:pt x="1421535" y="510448"/>
                  <a:pt x="1404765" y="510448"/>
                </a:cubicBezTo>
                <a:cubicBezTo>
                  <a:pt x="1387996" y="510448"/>
                  <a:pt x="1374402" y="496854"/>
                  <a:pt x="1374402" y="480084"/>
                </a:cubicBezTo>
                <a:cubicBezTo>
                  <a:pt x="1374402" y="463315"/>
                  <a:pt x="1387996" y="449721"/>
                  <a:pt x="1404765" y="449721"/>
                </a:cubicBezTo>
                <a:close/>
                <a:moveTo>
                  <a:pt x="1332211" y="449721"/>
                </a:moveTo>
                <a:cubicBezTo>
                  <a:pt x="1348980" y="449721"/>
                  <a:pt x="1362574" y="463315"/>
                  <a:pt x="1362574" y="480084"/>
                </a:cubicBezTo>
                <a:cubicBezTo>
                  <a:pt x="1362574" y="496854"/>
                  <a:pt x="1348980" y="510448"/>
                  <a:pt x="1332211" y="510448"/>
                </a:cubicBezTo>
                <a:cubicBezTo>
                  <a:pt x="1315441" y="510448"/>
                  <a:pt x="1301847" y="496854"/>
                  <a:pt x="1301847" y="480084"/>
                </a:cubicBezTo>
                <a:cubicBezTo>
                  <a:pt x="1301847" y="463315"/>
                  <a:pt x="1315441" y="449721"/>
                  <a:pt x="1332211" y="449721"/>
                </a:cubicBezTo>
                <a:close/>
                <a:moveTo>
                  <a:pt x="1259656" y="449721"/>
                </a:moveTo>
                <a:cubicBezTo>
                  <a:pt x="1276426" y="449721"/>
                  <a:pt x="1290020" y="463315"/>
                  <a:pt x="1290020" y="480084"/>
                </a:cubicBezTo>
                <a:cubicBezTo>
                  <a:pt x="1290020" y="496854"/>
                  <a:pt x="1276426" y="510448"/>
                  <a:pt x="1259656" y="510448"/>
                </a:cubicBezTo>
                <a:cubicBezTo>
                  <a:pt x="1242887" y="510448"/>
                  <a:pt x="1229293" y="496854"/>
                  <a:pt x="1229293" y="480084"/>
                </a:cubicBezTo>
                <a:cubicBezTo>
                  <a:pt x="1229293" y="463315"/>
                  <a:pt x="1242887" y="449721"/>
                  <a:pt x="1259656" y="449721"/>
                </a:cubicBezTo>
                <a:close/>
                <a:moveTo>
                  <a:pt x="1187102" y="449721"/>
                </a:moveTo>
                <a:cubicBezTo>
                  <a:pt x="1203871" y="449721"/>
                  <a:pt x="1217465" y="463315"/>
                  <a:pt x="1217465" y="480084"/>
                </a:cubicBezTo>
                <a:cubicBezTo>
                  <a:pt x="1217465" y="496854"/>
                  <a:pt x="1203871" y="510448"/>
                  <a:pt x="1187102" y="510448"/>
                </a:cubicBezTo>
                <a:cubicBezTo>
                  <a:pt x="1170332" y="510448"/>
                  <a:pt x="1156738" y="496854"/>
                  <a:pt x="1156738" y="480084"/>
                </a:cubicBezTo>
                <a:cubicBezTo>
                  <a:pt x="1156738" y="463315"/>
                  <a:pt x="1170332" y="449721"/>
                  <a:pt x="1187102" y="449721"/>
                </a:cubicBezTo>
                <a:close/>
                <a:moveTo>
                  <a:pt x="1114547" y="449721"/>
                </a:moveTo>
                <a:cubicBezTo>
                  <a:pt x="1131317" y="449721"/>
                  <a:pt x="1144911" y="463315"/>
                  <a:pt x="1144911" y="480084"/>
                </a:cubicBezTo>
                <a:cubicBezTo>
                  <a:pt x="1144911" y="496854"/>
                  <a:pt x="1131317" y="510448"/>
                  <a:pt x="1114547" y="510448"/>
                </a:cubicBezTo>
                <a:cubicBezTo>
                  <a:pt x="1097778" y="510448"/>
                  <a:pt x="1084184" y="496854"/>
                  <a:pt x="1084184" y="480084"/>
                </a:cubicBezTo>
                <a:cubicBezTo>
                  <a:pt x="1084184" y="463315"/>
                  <a:pt x="1097778" y="449721"/>
                  <a:pt x="1114547" y="449721"/>
                </a:cubicBezTo>
                <a:close/>
                <a:moveTo>
                  <a:pt x="1041993" y="449721"/>
                </a:moveTo>
                <a:cubicBezTo>
                  <a:pt x="1058762" y="449721"/>
                  <a:pt x="1072356" y="463315"/>
                  <a:pt x="1072356" y="480084"/>
                </a:cubicBezTo>
                <a:cubicBezTo>
                  <a:pt x="1072356" y="496854"/>
                  <a:pt x="1058762" y="510448"/>
                  <a:pt x="1041993" y="510448"/>
                </a:cubicBezTo>
                <a:cubicBezTo>
                  <a:pt x="1025223" y="510448"/>
                  <a:pt x="1011629" y="496854"/>
                  <a:pt x="1011629" y="480084"/>
                </a:cubicBezTo>
                <a:cubicBezTo>
                  <a:pt x="1011629" y="463315"/>
                  <a:pt x="1025223" y="449721"/>
                  <a:pt x="1041993" y="449721"/>
                </a:cubicBezTo>
                <a:close/>
                <a:moveTo>
                  <a:pt x="969438" y="449721"/>
                </a:moveTo>
                <a:cubicBezTo>
                  <a:pt x="986208" y="449721"/>
                  <a:pt x="999801" y="463315"/>
                  <a:pt x="999801" y="480084"/>
                </a:cubicBezTo>
                <a:cubicBezTo>
                  <a:pt x="999801" y="496854"/>
                  <a:pt x="986208" y="510448"/>
                  <a:pt x="969438" y="510448"/>
                </a:cubicBezTo>
                <a:cubicBezTo>
                  <a:pt x="952669" y="510448"/>
                  <a:pt x="939075" y="496854"/>
                  <a:pt x="939075" y="480084"/>
                </a:cubicBezTo>
                <a:cubicBezTo>
                  <a:pt x="939075" y="463315"/>
                  <a:pt x="952669" y="449721"/>
                  <a:pt x="969438" y="449721"/>
                </a:cubicBezTo>
                <a:close/>
                <a:moveTo>
                  <a:pt x="896883" y="449721"/>
                </a:moveTo>
                <a:cubicBezTo>
                  <a:pt x="913653" y="449721"/>
                  <a:pt x="927247" y="463315"/>
                  <a:pt x="927247" y="480084"/>
                </a:cubicBezTo>
                <a:cubicBezTo>
                  <a:pt x="927247" y="496854"/>
                  <a:pt x="913653" y="510448"/>
                  <a:pt x="896883" y="510448"/>
                </a:cubicBezTo>
                <a:cubicBezTo>
                  <a:pt x="880114" y="510448"/>
                  <a:pt x="866520" y="496854"/>
                  <a:pt x="866520" y="480084"/>
                </a:cubicBezTo>
                <a:cubicBezTo>
                  <a:pt x="866520" y="463315"/>
                  <a:pt x="880114" y="449721"/>
                  <a:pt x="896883" y="449721"/>
                </a:cubicBezTo>
                <a:close/>
                <a:moveTo>
                  <a:pt x="824329" y="449721"/>
                </a:moveTo>
                <a:cubicBezTo>
                  <a:pt x="841098" y="449721"/>
                  <a:pt x="854692" y="463315"/>
                  <a:pt x="854692" y="480084"/>
                </a:cubicBezTo>
                <a:cubicBezTo>
                  <a:pt x="854692" y="496854"/>
                  <a:pt x="841098" y="510448"/>
                  <a:pt x="824329" y="510448"/>
                </a:cubicBezTo>
                <a:cubicBezTo>
                  <a:pt x="807559" y="510448"/>
                  <a:pt x="793965" y="496854"/>
                  <a:pt x="793965" y="480084"/>
                </a:cubicBezTo>
                <a:cubicBezTo>
                  <a:pt x="793965" y="463315"/>
                  <a:pt x="807559" y="449721"/>
                  <a:pt x="824329" y="449721"/>
                </a:cubicBezTo>
                <a:close/>
                <a:moveTo>
                  <a:pt x="751774" y="449721"/>
                </a:moveTo>
                <a:cubicBezTo>
                  <a:pt x="768544" y="449721"/>
                  <a:pt x="782138" y="463315"/>
                  <a:pt x="782138" y="480084"/>
                </a:cubicBezTo>
                <a:cubicBezTo>
                  <a:pt x="782138" y="496854"/>
                  <a:pt x="768544" y="510448"/>
                  <a:pt x="751774" y="510448"/>
                </a:cubicBezTo>
                <a:cubicBezTo>
                  <a:pt x="735005" y="510448"/>
                  <a:pt x="721411" y="496854"/>
                  <a:pt x="721411" y="480084"/>
                </a:cubicBezTo>
                <a:cubicBezTo>
                  <a:pt x="721411" y="463315"/>
                  <a:pt x="735005" y="449721"/>
                  <a:pt x="751774" y="449721"/>
                </a:cubicBezTo>
                <a:close/>
                <a:moveTo>
                  <a:pt x="679220" y="449721"/>
                </a:moveTo>
                <a:cubicBezTo>
                  <a:pt x="695989" y="449721"/>
                  <a:pt x="709583" y="463315"/>
                  <a:pt x="709583" y="480084"/>
                </a:cubicBezTo>
                <a:cubicBezTo>
                  <a:pt x="709583" y="496854"/>
                  <a:pt x="695989" y="510448"/>
                  <a:pt x="679220" y="510448"/>
                </a:cubicBezTo>
                <a:cubicBezTo>
                  <a:pt x="662450" y="510448"/>
                  <a:pt x="648856" y="496854"/>
                  <a:pt x="648856" y="480084"/>
                </a:cubicBezTo>
                <a:cubicBezTo>
                  <a:pt x="648856" y="463315"/>
                  <a:pt x="662450" y="449721"/>
                  <a:pt x="679220" y="449721"/>
                </a:cubicBezTo>
                <a:close/>
                <a:moveTo>
                  <a:pt x="606665" y="449721"/>
                </a:moveTo>
                <a:cubicBezTo>
                  <a:pt x="623435" y="449721"/>
                  <a:pt x="637029" y="463315"/>
                  <a:pt x="637029" y="480084"/>
                </a:cubicBezTo>
                <a:cubicBezTo>
                  <a:pt x="637029" y="496854"/>
                  <a:pt x="623435" y="510448"/>
                  <a:pt x="606665" y="510448"/>
                </a:cubicBezTo>
                <a:cubicBezTo>
                  <a:pt x="589896" y="510448"/>
                  <a:pt x="576302" y="496854"/>
                  <a:pt x="576302" y="480084"/>
                </a:cubicBezTo>
                <a:cubicBezTo>
                  <a:pt x="576302" y="463315"/>
                  <a:pt x="589896" y="449721"/>
                  <a:pt x="606665" y="449721"/>
                </a:cubicBezTo>
                <a:close/>
                <a:moveTo>
                  <a:pt x="534111" y="449721"/>
                </a:moveTo>
                <a:cubicBezTo>
                  <a:pt x="550880" y="449721"/>
                  <a:pt x="564474" y="463315"/>
                  <a:pt x="564474" y="480084"/>
                </a:cubicBezTo>
                <a:cubicBezTo>
                  <a:pt x="564474" y="496854"/>
                  <a:pt x="550880" y="510448"/>
                  <a:pt x="534111" y="510448"/>
                </a:cubicBezTo>
                <a:cubicBezTo>
                  <a:pt x="517341" y="510448"/>
                  <a:pt x="503747" y="496854"/>
                  <a:pt x="503747" y="480084"/>
                </a:cubicBezTo>
                <a:cubicBezTo>
                  <a:pt x="503747" y="463315"/>
                  <a:pt x="517341" y="449721"/>
                  <a:pt x="534111" y="449721"/>
                </a:cubicBezTo>
                <a:close/>
                <a:moveTo>
                  <a:pt x="461556" y="449721"/>
                </a:moveTo>
                <a:cubicBezTo>
                  <a:pt x="478326" y="449721"/>
                  <a:pt x="491920" y="463315"/>
                  <a:pt x="491920" y="480084"/>
                </a:cubicBezTo>
                <a:cubicBezTo>
                  <a:pt x="491920" y="496854"/>
                  <a:pt x="478326" y="510448"/>
                  <a:pt x="461556" y="510448"/>
                </a:cubicBezTo>
                <a:cubicBezTo>
                  <a:pt x="444787" y="510448"/>
                  <a:pt x="431192" y="496854"/>
                  <a:pt x="431192" y="480084"/>
                </a:cubicBezTo>
                <a:cubicBezTo>
                  <a:pt x="431192" y="463315"/>
                  <a:pt x="444787" y="449721"/>
                  <a:pt x="461556" y="449721"/>
                </a:cubicBezTo>
                <a:close/>
                <a:moveTo>
                  <a:pt x="389002" y="449721"/>
                </a:moveTo>
                <a:cubicBezTo>
                  <a:pt x="405771" y="449721"/>
                  <a:pt x="419365" y="463315"/>
                  <a:pt x="419365" y="480084"/>
                </a:cubicBezTo>
                <a:cubicBezTo>
                  <a:pt x="419365" y="496854"/>
                  <a:pt x="405771" y="510448"/>
                  <a:pt x="389002" y="510448"/>
                </a:cubicBezTo>
                <a:cubicBezTo>
                  <a:pt x="372232" y="510448"/>
                  <a:pt x="358638" y="496854"/>
                  <a:pt x="358638" y="480084"/>
                </a:cubicBezTo>
                <a:cubicBezTo>
                  <a:pt x="358638" y="463315"/>
                  <a:pt x="372232" y="449721"/>
                  <a:pt x="389002" y="449721"/>
                </a:cubicBezTo>
                <a:close/>
                <a:moveTo>
                  <a:pt x="316447" y="449721"/>
                </a:moveTo>
                <a:cubicBezTo>
                  <a:pt x="333216" y="449721"/>
                  <a:pt x="346810" y="463315"/>
                  <a:pt x="346810" y="480084"/>
                </a:cubicBezTo>
                <a:cubicBezTo>
                  <a:pt x="346810" y="496854"/>
                  <a:pt x="333216" y="510448"/>
                  <a:pt x="316447" y="510448"/>
                </a:cubicBezTo>
                <a:cubicBezTo>
                  <a:pt x="299677" y="510448"/>
                  <a:pt x="286084" y="496854"/>
                  <a:pt x="286084" y="480084"/>
                </a:cubicBezTo>
                <a:cubicBezTo>
                  <a:pt x="286084" y="463315"/>
                  <a:pt x="299677" y="449721"/>
                  <a:pt x="316447" y="449721"/>
                </a:cubicBezTo>
                <a:close/>
                <a:moveTo>
                  <a:pt x="243892" y="449721"/>
                </a:moveTo>
                <a:cubicBezTo>
                  <a:pt x="260662" y="449721"/>
                  <a:pt x="274256" y="463315"/>
                  <a:pt x="274256" y="480084"/>
                </a:cubicBezTo>
                <a:cubicBezTo>
                  <a:pt x="274256" y="496854"/>
                  <a:pt x="260662" y="510448"/>
                  <a:pt x="243892" y="510448"/>
                </a:cubicBezTo>
                <a:cubicBezTo>
                  <a:pt x="227123" y="510448"/>
                  <a:pt x="213529" y="496854"/>
                  <a:pt x="213529" y="480084"/>
                </a:cubicBezTo>
                <a:cubicBezTo>
                  <a:pt x="213529" y="463315"/>
                  <a:pt x="227123" y="449721"/>
                  <a:pt x="243892" y="449721"/>
                </a:cubicBezTo>
                <a:close/>
                <a:moveTo>
                  <a:pt x="171339" y="449721"/>
                </a:moveTo>
                <a:cubicBezTo>
                  <a:pt x="188107" y="449721"/>
                  <a:pt x="201701" y="463315"/>
                  <a:pt x="201701" y="480084"/>
                </a:cubicBezTo>
                <a:cubicBezTo>
                  <a:pt x="201701" y="496854"/>
                  <a:pt x="188107" y="510448"/>
                  <a:pt x="171339" y="510448"/>
                </a:cubicBezTo>
                <a:cubicBezTo>
                  <a:pt x="154679" y="510448"/>
                  <a:pt x="141085" y="496854"/>
                  <a:pt x="141085" y="480084"/>
                </a:cubicBezTo>
                <a:cubicBezTo>
                  <a:pt x="141085" y="463315"/>
                  <a:pt x="154679" y="449721"/>
                  <a:pt x="171339" y="449721"/>
                </a:cubicBezTo>
                <a:close/>
                <a:moveTo>
                  <a:pt x="98910" y="449721"/>
                </a:moveTo>
                <a:cubicBezTo>
                  <a:pt x="115670" y="449721"/>
                  <a:pt x="129264" y="463315"/>
                  <a:pt x="129264" y="480084"/>
                </a:cubicBezTo>
                <a:cubicBezTo>
                  <a:pt x="129264" y="496854"/>
                  <a:pt x="115670" y="510448"/>
                  <a:pt x="98910" y="510448"/>
                </a:cubicBezTo>
                <a:cubicBezTo>
                  <a:pt x="82136" y="510448"/>
                  <a:pt x="68542" y="496854"/>
                  <a:pt x="68542" y="480084"/>
                </a:cubicBezTo>
                <a:cubicBezTo>
                  <a:pt x="68542" y="463315"/>
                  <a:pt x="82136" y="449721"/>
                  <a:pt x="98910" y="449721"/>
                </a:cubicBezTo>
                <a:close/>
                <a:moveTo>
                  <a:pt x="26355" y="449721"/>
                </a:moveTo>
                <a:cubicBezTo>
                  <a:pt x="43118" y="449721"/>
                  <a:pt x="56713" y="463315"/>
                  <a:pt x="56713" y="480084"/>
                </a:cubicBezTo>
                <a:cubicBezTo>
                  <a:pt x="56713" y="496854"/>
                  <a:pt x="43118" y="510448"/>
                  <a:pt x="26355" y="510448"/>
                </a:cubicBezTo>
                <a:cubicBezTo>
                  <a:pt x="17970" y="510448"/>
                  <a:pt x="10379" y="507050"/>
                  <a:pt x="4884" y="501555"/>
                </a:cubicBezTo>
                <a:lnTo>
                  <a:pt x="0" y="489763"/>
                </a:lnTo>
                <a:lnTo>
                  <a:pt x="0" y="470405"/>
                </a:lnTo>
                <a:lnTo>
                  <a:pt x="4884" y="458614"/>
                </a:lnTo>
                <a:cubicBezTo>
                  <a:pt x="10379" y="453120"/>
                  <a:pt x="17970" y="449721"/>
                  <a:pt x="26355" y="449721"/>
                </a:cubicBezTo>
                <a:close/>
                <a:moveTo>
                  <a:pt x="1673066" y="379245"/>
                </a:moveTo>
                <a:lnTo>
                  <a:pt x="1675237" y="422266"/>
                </a:lnTo>
                <a:lnTo>
                  <a:pt x="1673514" y="421103"/>
                </a:lnTo>
                <a:cubicBezTo>
                  <a:pt x="1668019" y="415609"/>
                  <a:pt x="1664620" y="408017"/>
                  <a:pt x="1664620" y="399633"/>
                </a:cubicBezTo>
                <a:close/>
                <a:moveTo>
                  <a:pt x="1622429" y="369269"/>
                </a:moveTo>
                <a:cubicBezTo>
                  <a:pt x="1639199" y="369269"/>
                  <a:pt x="1652792" y="382864"/>
                  <a:pt x="1652792" y="399633"/>
                </a:cubicBezTo>
                <a:cubicBezTo>
                  <a:pt x="1652792" y="416402"/>
                  <a:pt x="1639199" y="429997"/>
                  <a:pt x="1622429" y="429997"/>
                </a:cubicBezTo>
                <a:cubicBezTo>
                  <a:pt x="1605659" y="429997"/>
                  <a:pt x="1592066" y="416402"/>
                  <a:pt x="1592066" y="399633"/>
                </a:cubicBezTo>
                <a:cubicBezTo>
                  <a:pt x="1592066" y="382864"/>
                  <a:pt x="1605659" y="369269"/>
                  <a:pt x="1622429" y="369269"/>
                </a:cubicBezTo>
                <a:close/>
                <a:moveTo>
                  <a:pt x="1549874" y="369269"/>
                </a:moveTo>
                <a:cubicBezTo>
                  <a:pt x="1566644" y="369269"/>
                  <a:pt x="1580238" y="382864"/>
                  <a:pt x="1580238" y="399633"/>
                </a:cubicBezTo>
                <a:cubicBezTo>
                  <a:pt x="1580238" y="416402"/>
                  <a:pt x="1566644" y="429997"/>
                  <a:pt x="1549874" y="429997"/>
                </a:cubicBezTo>
                <a:cubicBezTo>
                  <a:pt x="1533105" y="429997"/>
                  <a:pt x="1519511" y="416402"/>
                  <a:pt x="1519511" y="399633"/>
                </a:cubicBezTo>
                <a:cubicBezTo>
                  <a:pt x="1519511" y="382864"/>
                  <a:pt x="1533105" y="369269"/>
                  <a:pt x="1549874" y="369269"/>
                </a:cubicBezTo>
                <a:close/>
                <a:moveTo>
                  <a:pt x="1477320" y="369269"/>
                </a:moveTo>
                <a:cubicBezTo>
                  <a:pt x="1494089" y="369269"/>
                  <a:pt x="1507683" y="382864"/>
                  <a:pt x="1507683" y="399633"/>
                </a:cubicBezTo>
                <a:cubicBezTo>
                  <a:pt x="1507683" y="416402"/>
                  <a:pt x="1494089" y="429997"/>
                  <a:pt x="1477320" y="429997"/>
                </a:cubicBezTo>
                <a:cubicBezTo>
                  <a:pt x="1460550" y="429997"/>
                  <a:pt x="1446956" y="416402"/>
                  <a:pt x="1446956" y="399633"/>
                </a:cubicBezTo>
                <a:cubicBezTo>
                  <a:pt x="1446956" y="382864"/>
                  <a:pt x="1460550" y="369269"/>
                  <a:pt x="1477320" y="369269"/>
                </a:cubicBezTo>
                <a:close/>
                <a:moveTo>
                  <a:pt x="1404765" y="369269"/>
                </a:moveTo>
                <a:cubicBezTo>
                  <a:pt x="1421535" y="369269"/>
                  <a:pt x="1435129" y="382864"/>
                  <a:pt x="1435129" y="399633"/>
                </a:cubicBezTo>
                <a:cubicBezTo>
                  <a:pt x="1435129" y="416402"/>
                  <a:pt x="1421535" y="429997"/>
                  <a:pt x="1404765" y="429997"/>
                </a:cubicBezTo>
                <a:cubicBezTo>
                  <a:pt x="1387996" y="429997"/>
                  <a:pt x="1374402" y="416402"/>
                  <a:pt x="1374402" y="399633"/>
                </a:cubicBezTo>
                <a:cubicBezTo>
                  <a:pt x="1374402" y="382864"/>
                  <a:pt x="1387996" y="369269"/>
                  <a:pt x="1404765" y="369269"/>
                </a:cubicBezTo>
                <a:close/>
                <a:moveTo>
                  <a:pt x="1332211" y="369269"/>
                </a:moveTo>
                <a:cubicBezTo>
                  <a:pt x="1348980" y="369269"/>
                  <a:pt x="1362574" y="382864"/>
                  <a:pt x="1362574" y="399633"/>
                </a:cubicBezTo>
                <a:cubicBezTo>
                  <a:pt x="1362574" y="416402"/>
                  <a:pt x="1348980" y="429997"/>
                  <a:pt x="1332211" y="429997"/>
                </a:cubicBezTo>
                <a:cubicBezTo>
                  <a:pt x="1315441" y="429997"/>
                  <a:pt x="1301847" y="416402"/>
                  <a:pt x="1301847" y="399633"/>
                </a:cubicBezTo>
                <a:cubicBezTo>
                  <a:pt x="1301847" y="382864"/>
                  <a:pt x="1315441" y="369269"/>
                  <a:pt x="1332211" y="369269"/>
                </a:cubicBezTo>
                <a:close/>
                <a:moveTo>
                  <a:pt x="1259656" y="369269"/>
                </a:moveTo>
                <a:cubicBezTo>
                  <a:pt x="1276426" y="369269"/>
                  <a:pt x="1290020" y="382864"/>
                  <a:pt x="1290020" y="399633"/>
                </a:cubicBezTo>
                <a:cubicBezTo>
                  <a:pt x="1290020" y="416402"/>
                  <a:pt x="1276426" y="429997"/>
                  <a:pt x="1259656" y="429997"/>
                </a:cubicBezTo>
                <a:cubicBezTo>
                  <a:pt x="1242887" y="429997"/>
                  <a:pt x="1229293" y="416402"/>
                  <a:pt x="1229293" y="399633"/>
                </a:cubicBezTo>
                <a:cubicBezTo>
                  <a:pt x="1229293" y="382864"/>
                  <a:pt x="1242887" y="369269"/>
                  <a:pt x="1259656" y="369269"/>
                </a:cubicBezTo>
                <a:close/>
                <a:moveTo>
                  <a:pt x="1187102" y="369269"/>
                </a:moveTo>
                <a:cubicBezTo>
                  <a:pt x="1203871" y="369269"/>
                  <a:pt x="1217465" y="382864"/>
                  <a:pt x="1217465" y="399633"/>
                </a:cubicBezTo>
                <a:cubicBezTo>
                  <a:pt x="1217465" y="416402"/>
                  <a:pt x="1203871" y="429997"/>
                  <a:pt x="1187102" y="429997"/>
                </a:cubicBezTo>
                <a:cubicBezTo>
                  <a:pt x="1170332" y="429997"/>
                  <a:pt x="1156738" y="416402"/>
                  <a:pt x="1156738" y="399633"/>
                </a:cubicBezTo>
                <a:cubicBezTo>
                  <a:pt x="1156738" y="382864"/>
                  <a:pt x="1170332" y="369269"/>
                  <a:pt x="1187102" y="369269"/>
                </a:cubicBezTo>
                <a:close/>
                <a:moveTo>
                  <a:pt x="1114547" y="369269"/>
                </a:moveTo>
                <a:cubicBezTo>
                  <a:pt x="1131317" y="369269"/>
                  <a:pt x="1144911" y="382864"/>
                  <a:pt x="1144911" y="399633"/>
                </a:cubicBezTo>
                <a:cubicBezTo>
                  <a:pt x="1144911" y="416402"/>
                  <a:pt x="1131317" y="429997"/>
                  <a:pt x="1114547" y="429997"/>
                </a:cubicBezTo>
                <a:cubicBezTo>
                  <a:pt x="1097778" y="429997"/>
                  <a:pt x="1084184" y="416402"/>
                  <a:pt x="1084184" y="399633"/>
                </a:cubicBezTo>
                <a:cubicBezTo>
                  <a:pt x="1084184" y="382864"/>
                  <a:pt x="1097778" y="369269"/>
                  <a:pt x="1114547" y="369269"/>
                </a:cubicBezTo>
                <a:close/>
                <a:moveTo>
                  <a:pt x="1041993" y="369269"/>
                </a:moveTo>
                <a:cubicBezTo>
                  <a:pt x="1058762" y="369269"/>
                  <a:pt x="1072356" y="382864"/>
                  <a:pt x="1072356" y="399633"/>
                </a:cubicBezTo>
                <a:cubicBezTo>
                  <a:pt x="1072356" y="416402"/>
                  <a:pt x="1058762" y="429997"/>
                  <a:pt x="1041993" y="429997"/>
                </a:cubicBezTo>
                <a:cubicBezTo>
                  <a:pt x="1025223" y="429997"/>
                  <a:pt x="1011629" y="416402"/>
                  <a:pt x="1011629" y="399633"/>
                </a:cubicBezTo>
                <a:cubicBezTo>
                  <a:pt x="1011629" y="382864"/>
                  <a:pt x="1025223" y="369269"/>
                  <a:pt x="1041993" y="369269"/>
                </a:cubicBezTo>
                <a:close/>
                <a:moveTo>
                  <a:pt x="969438" y="369269"/>
                </a:moveTo>
                <a:cubicBezTo>
                  <a:pt x="986208" y="369269"/>
                  <a:pt x="999801" y="382864"/>
                  <a:pt x="999801" y="399633"/>
                </a:cubicBezTo>
                <a:cubicBezTo>
                  <a:pt x="999801" y="416402"/>
                  <a:pt x="986208" y="429997"/>
                  <a:pt x="969438" y="429997"/>
                </a:cubicBezTo>
                <a:cubicBezTo>
                  <a:pt x="952669" y="429997"/>
                  <a:pt x="939075" y="416402"/>
                  <a:pt x="939075" y="399633"/>
                </a:cubicBezTo>
                <a:cubicBezTo>
                  <a:pt x="939075" y="382864"/>
                  <a:pt x="952669" y="369269"/>
                  <a:pt x="969438" y="369269"/>
                </a:cubicBezTo>
                <a:close/>
                <a:moveTo>
                  <a:pt x="896883" y="369269"/>
                </a:moveTo>
                <a:cubicBezTo>
                  <a:pt x="913653" y="369269"/>
                  <a:pt x="927247" y="382864"/>
                  <a:pt x="927247" y="399633"/>
                </a:cubicBezTo>
                <a:cubicBezTo>
                  <a:pt x="927247" y="416402"/>
                  <a:pt x="913653" y="429997"/>
                  <a:pt x="896883" y="429997"/>
                </a:cubicBezTo>
                <a:cubicBezTo>
                  <a:pt x="880114" y="429997"/>
                  <a:pt x="866520" y="416402"/>
                  <a:pt x="866520" y="399633"/>
                </a:cubicBezTo>
                <a:cubicBezTo>
                  <a:pt x="866520" y="382864"/>
                  <a:pt x="880114" y="369269"/>
                  <a:pt x="896883" y="369269"/>
                </a:cubicBezTo>
                <a:close/>
                <a:moveTo>
                  <a:pt x="824329" y="369269"/>
                </a:moveTo>
                <a:cubicBezTo>
                  <a:pt x="841098" y="369269"/>
                  <a:pt x="854692" y="382864"/>
                  <a:pt x="854692" y="399633"/>
                </a:cubicBezTo>
                <a:cubicBezTo>
                  <a:pt x="854692" y="416402"/>
                  <a:pt x="841098" y="429997"/>
                  <a:pt x="824329" y="429997"/>
                </a:cubicBezTo>
                <a:cubicBezTo>
                  <a:pt x="807559" y="429997"/>
                  <a:pt x="793965" y="416402"/>
                  <a:pt x="793965" y="399633"/>
                </a:cubicBezTo>
                <a:cubicBezTo>
                  <a:pt x="793965" y="382864"/>
                  <a:pt x="807559" y="369269"/>
                  <a:pt x="824329" y="369269"/>
                </a:cubicBezTo>
                <a:close/>
                <a:moveTo>
                  <a:pt x="751774" y="369269"/>
                </a:moveTo>
                <a:cubicBezTo>
                  <a:pt x="768544" y="369269"/>
                  <a:pt x="782138" y="382864"/>
                  <a:pt x="782138" y="399633"/>
                </a:cubicBezTo>
                <a:cubicBezTo>
                  <a:pt x="782138" y="416402"/>
                  <a:pt x="768544" y="429997"/>
                  <a:pt x="751774" y="429997"/>
                </a:cubicBezTo>
                <a:cubicBezTo>
                  <a:pt x="735005" y="429997"/>
                  <a:pt x="721411" y="416402"/>
                  <a:pt x="721411" y="399633"/>
                </a:cubicBezTo>
                <a:cubicBezTo>
                  <a:pt x="721411" y="382864"/>
                  <a:pt x="735005" y="369269"/>
                  <a:pt x="751774" y="369269"/>
                </a:cubicBezTo>
                <a:close/>
                <a:moveTo>
                  <a:pt x="679220" y="369269"/>
                </a:moveTo>
                <a:cubicBezTo>
                  <a:pt x="695989" y="369269"/>
                  <a:pt x="709583" y="382864"/>
                  <a:pt x="709583" y="399633"/>
                </a:cubicBezTo>
                <a:cubicBezTo>
                  <a:pt x="709583" y="416402"/>
                  <a:pt x="695989" y="429997"/>
                  <a:pt x="679220" y="429997"/>
                </a:cubicBezTo>
                <a:cubicBezTo>
                  <a:pt x="662450" y="429997"/>
                  <a:pt x="648856" y="416402"/>
                  <a:pt x="648856" y="399633"/>
                </a:cubicBezTo>
                <a:cubicBezTo>
                  <a:pt x="648856" y="382864"/>
                  <a:pt x="662450" y="369269"/>
                  <a:pt x="679220" y="369269"/>
                </a:cubicBezTo>
                <a:close/>
                <a:moveTo>
                  <a:pt x="606665" y="369269"/>
                </a:moveTo>
                <a:cubicBezTo>
                  <a:pt x="623435" y="369269"/>
                  <a:pt x="637029" y="382864"/>
                  <a:pt x="637029" y="399633"/>
                </a:cubicBezTo>
                <a:cubicBezTo>
                  <a:pt x="637029" y="416402"/>
                  <a:pt x="623435" y="429997"/>
                  <a:pt x="606665" y="429997"/>
                </a:cubicBezTo>
                <a:cubicBezTo>
                  <a:pt x="589896" y="429997"/>
                  <a:pt x="576302" y="416402"/>
                  <a:pt x="576302" y="399633"/>
                </a:cubicBezTo>
                <a:cubicBezTo>
                  <a:pt x="576302" y="382864"/>
                  <a:pt x="589896" y="369269"/>
                  <a:pt x="606665" y="369269"/>
                </a:cubicBezTo>
                <a:close/>
                <a:moveTo>
                  <a:pt x="534111" y="369269"/>
                </a:moveTo>
                <a:cubicBezTo>
                  <a:pt x="550880" y="369269"/>
                  <a:pt x="564474" y="382864"/>
                  <a:pt x="564474" y="399633"/>
                </a:cubicBezTo>
                <a:cubicBezTo>
                  <a:pt x="564474" y="416402"/>
                  <a:pt x="550880" y="429997"/>
                  <a:pt x="534111" y="429997"/>
                </a:cubicBezTo>
                <a:cubicBezTo>
                  <a:pt x="517341" y="429997"/>
                  <a:pt x="503747" y="416402"/>
                  <a:pt x="503747" y="399633"/>
                </a:cubicBezTo>
                <a:cubicBezTo>
                  <a:pt x="503747" y="382864"/>
                  <a:pt x="517341" y="369269"/>
                  <a:pt x="534111" y="369269"/>
                </a:cubicBezTo>
                <a:close/>
                <a:moveTo>
                  <a:pt x="461556" y="369269"/>
                </a:moveTo>
                <a:cubicBezTo>
                  <a:pt x="478326" y="369269"/>
                  <a:pt x="491920" y="382864"/>
                  <a:pt x="491920" y="399633"/>
                </a:cubicBezTo>
                <a:cubicBezTo>
                  <a:pt x="491920" y="416402"/>
                  <a:pt x="478326" y="429997"/>
                  <a:pt x="461556" y="429997"/>
                </a:cubicBezTo>
                <a:cubicBezTo>
                  <a:pt x="444787" y="429997"/>
                  <a:pt x="431192" y="416402"/>
                  <a:pt x="431192" y="399633"/>
                </a:cubicBezTo>
                <a:cubicBezTo>
                  <a:pt x="431192" y="382864"/>
                  <a:pt x="444787" y="369269"/>
                  <a:pt x="461556" y="369269"/>
                </a:cubicBezTo>
                <a:close/>
                <a:moveTo>
                  <a:pt x="389002" y="369269"/>
                </a:moveTo>
                <a:cubicBezTo>
                  <a:pt x="405771" y="369269"/>
                  <a:pt x="419365" y="382864"/>
                  <a:pt x="419365" y="399633"/>
                </a:cubicBezTo>
                <a:cubicBezTo>
                  <a:pt x="419365" y="416402"/>
                  <a:pt x="405771" y="429997"/>
                  <a:pt x="389002" y="429997"/>
                </a:cubicBezTo>
                <a:cubicBezTo>
                  <a:pt x="372232" y="429997"/>
                  <a:pt x="358638" y="416402"/>
                  <a:pt x="358638" y="399633"/>
                </a:cubicBezTo>
                <a:cubicBezTo>
                  <a:pt x="358638" y="382864"/>
                  <a:pt x="372232" y="369269"/>
                  <a:pt x="389002" y="369269"/>
                </a:cubicBezTo>
                <a:close/>
                <a:moveTo>
                  <a:pt x="316447" y="369269"/>
                </a:moveTo>
                <a:cubicBezTo>
                  <a:pt x="333216" y="369269"/>
                  <a:pt x="346810" y="382864"/>
                  <a:pt x="346810" y="399633"/>
                </a:cubicBezTo>
                <a:cubicBezTo>
                  <a:pt x="346810" y="416402"/>
                  <a:pt x="333216" y="429997"/>
                  <a:pt x="316447" y="429997"/>
                </a:cubicBezTo>
                <a:cubicBezTo>
                  <a:pt x="299677" y="429997"/>
                  <a:pt x="286084" y="416402"/>
                  <a:pt x="286084" y="399633"/>
                </a:cubicBezTo>
                <a:cubicBezTo>
                  <a:pt x="286084" y="382864"/>
                  <a:pt x="299677" y="369269"/>
                  <a:pt x="316447" y="369269"/>
                </a:cubicBezTo>
                <a:close/>
                <a:moveTo>
                  <a:pt x="243892" y="369269"/>
                </a:moveTo>
                <a:cubicBezTo>
                  <a:pt x="260662" y="369269"/>
                  <a:pt x="274256" y="382864"/>
                  <a:pt x="274256" y="399633"/>
                </a:cubicBezTo>
                <a:cubicBezTo>
                  <a:pt x="274256" y="416402"/>
                  <a:pt x="260662" y="429997"/>
                  <a:pt x="243892" y="429997"/>
                </a:cubicBezTo>
                <a:cubicBezTo>
                  <a:pt x="227123" y="429997"/>
                  <a:pt x="213529" y="416402"/>
                  <a:pt x="213529" y="399633"/>
                </a:cubicBezTo>
                <a:cubicBezTo>
                  <a:pt x="213529" y="382864"/>
                  <a:pt x="227123" y="369269"/>
                  <a:pt x="243892" y="369269"/>
                </a:cubicBezTo>
                <a:close/>
                <a:moveTo>
                  <a:pt x="171339" y="369269"/>
                </a:moveTo>
                <a:cubicBezTo>
                  <a:pt x="188107" y="369269"/>
                  <a:pt x="201701" y="382864"/>
                  <a:pt x="201701" y="399633"/>
                </a:cubicBezTo>
                <a:cubicBezTo>
                  <a:pt x="201701" y="416402"/>
                  <a:pt x="188107" y="429997"/>
                  <a:pt x="171339" y="429997"/>
                </a:cubicBezTo>
                <a:cubicBezTo>
                  <a:pt x="154685" y="429997"/>
                  <a:pt x="141090" y="416402"/>
                  <a:pt x="141090" y="399633"/>
                </a:cubicBezTo>
                <a:cubicBezTo>
                  <a:pt x="141090" y="382864"/>
                  <a:pt x="154685" y="369269"/>
                  <a:pt x="171339" y="369269"/>
                </a:cubicBezTo>
                <a:close/>
                <a:moveTo>
                  <a:pt x="98917" y="369269"/>
                </a:moveTo>
                <a:cubicBezTo>
                  <a:pt x="115677" y="369269"/>
                  <a:pt x="129270" y="382864"/>
                  <a:pt x="129270" y="399633"/>
                </a:cubicBezTo>
                <a:cubicBezTo>
                  <a:pt x="129270" y="416402"/>
                  <a:pt x="115677" y="429997"/>
                  <a:pt x="98917" y="429997"/>
                </a:cubicBezTo>
                <a:cubicBezTo>
                  <a:pt x="82143" y="429997"/>
                  <a:pt x="68549" y="416402"/>
                  <a:pt x="68549" y="399633"/>
                </a:cubicBezTo>
                <a:cubicBezTo>
                  <a:pt x="68549" y="382864"/>
                  <a:pt x="82143" y="369269"/>
                  <a:pt x="98917" y="369269"/>
                </a:cubicBezTo>
                <a:close/>
                <a:moveTo>
                  <a:pt x="26362" y="369269"/>
                </a:moveTo>
                <a:cubicBezTo>
                  <a:pt x="43124" y="369269"/>
                  <a:pt x="56719" y="382864"/>
                  <a:pt x="56719" y="399633"/>
                </a:cubicBezTo>
                <a:cubicBezTo>
                  <a:pt x="56719" y="416402"/>
                  <a:pt x="43124" y="429997"/>
                  <a:pt x="26362" y="429997"/>
                </a:cubicBezTo>
                <a:cubicBezTo>
                  <a:pt x="17976" y="429997"/>
                  <a:pt x="10385" y="426598"/>
                  <a:pt x="4890" y="421103"/>
                </a:cubicBezTo>
                <a:lnTo>
                  <a:pt x="0" y="409299"/>
                </a:lnTo>
                <a:lnTo>
                  <a:pt x="0" y="389967"/>
                </a:lnTo>
                <a:lnTo>
                  <a:pt x="4890" y="378163"/>
                </a:lnTo>
                <a:cubicBezTo>
                  <a:pt x="10385" y="372668"/>
                  <a:pt x="17976" y="369269"/>
                  <a:pt x="26362" y="369269"/>
                </a:cubicBezTo>
                <a:close/>
                <a:moveTo>
                  <a:pt x="1669444" y="307535"/>
                </a:moveTo>
                <a:lnTo>
                  <a:pt x="1670784" y="334061"/>
                </a:lnTo>
                <a:lnTo>
                  <a:pt x="1664620" y="319181"/>
                </a:lnTo>
                <a:close/>
                <a:moveTo>
                  <a:pt x="1622429" y="288818"/>
                </a:moveTo>
                <a:cubicBezTo>
                  <a:pt x="1639199" y="288818"/>
                  <a:pt x="1652792" y="302412"/>
                  <a:pt x="1652792" y="319181"/>
                </a:cubicBezTo>
                <a:cubicBezTo>
                  <a:pt x="1652792" y="335950"/>
                  <a:pt x="1639199" y="349545"/>
                  <a:pt x="1622429" y="349545"/>
                </a:cubicBezTo>
                <a:cubicBezTo>
                  <a:pt x="1605659" y="349545"/>
                  <a:pt x="1592066" y="335950"/>
                  <a:pt x="1592066" y="319181"/>
                </a:cubicBezTo>
                <a:cubicBezTo>
                  <a:pt x="1592066" y="302412"/>
                  <a:pt x="1605659" y="288818"/>
                  <a:pt x="1622429" y="288818"/>
                </a:cubicBezTo>
                <a:close/>
                <a:moveTo>
                  <a:pt x="1549874" y="288818"/>
                </a:moveTo>
                <a:cubicBezTo>
                  <a:pt x="1566644" y="288818"/>
                  <a:pt x="1580238" y="302412"/>
                  <a:pt x="1580238" y="319181"/>
                </a:cubicBezTo>
                <a:cubicBezTo>
                  <a:pt x="1580238" y="335950"/>
                  <a:pt x="1566644" y="349545"/>
                  <a:pt x="1549874" y="349545"/>
                </a:cubicBezTo>
                <a:cubicBezTo>
                  <a:pt x="1533105" y="349545"/>
                  <a:pt x="1519511" y="335950"/>
                  <a:pt x="1519511" y="319181"/>
                </a:cubicBezTo>
                <a:cubicBezTo>
                  <a:pt x="1519511" y="302412"/>
                  <a:pt x="1533105" y="288818"/>
                  <a:pt x="1549874" y="288818"/>
                </a:cubicBezTo>
                <a:close/>
                <a:moveTo>
                  <a:pt x="1477320" y="288818"/>
                </a:moveTo>
                <a:cubicBezTo>
                  <a:pt x="1494089" y="288818"/>
                  <a:pt x="1507683" y="302412"/>
                  <a:pt x="1507683" y="319181"/>
                </a:cubicBezTo>
                <a:cubicBezTo>
                  <a:pt x="1507683" y="335950"/>
                  <a:pt x="1494089" y="349545"/>
                  <a:pt x="1477320" y="349545"/>
                </a:cubicBezTo>
                <a:cubicBezTo>
                  <a:pt x="1460550" y="349545"/>
                  <a:pt x="1446956" y="335950"/>
                  <a:pt x="1446956" y="319181"/>
                </a:cubicBezTo>
                <a:cubicBezTo>
                  <a:pt x="1446956" y="302412"/>
                  <a:pt x="1460550" y="288818"/>
                  <a:pt x="1477320" y="288818"/>
                </a:cubicBezTo>
                <a:close/>
                <a:moveTo>
                  <a:pt x="1404765" y="288818"/>
                </a:moveTo>
                <a:cubicBezTo>
                  <a:pt x="1421535" y="288818"/>
                  <a:pt x="1435129" y="302412"/>
                  <a:pt x="1435129" y="319181"/>
                </a:cubicBezTo>
                <a:cubicBezTo>
                  <a:pt x="1435129" y="335950"/>
                  <a:pt x="1421535" y="349545"/>
                  <a:pt x="1404765" y="349545"/>
                </a:cubicBezTo>
                <a:cubicBezTo>
                  <a:pt x="1387996" y="349545"/>
                  <a:pt x="1374402" y="335950"/>
                  <a:pt x="1374402" y="319181"/>
                </a:cubicBezTo>
                <a:cubicBezTo>
                  <a:pt x="1374402" y="302412"/>
                  <a:pt x="1387996" y="288818"/>
                  <a:pt x="1404765" y="288818"/>
                </a:cubicBezTo>
                <a:close/>
                <a:moveTo>
                  <a:pt x="1332211" y="288818"/>
                </a:moveTo>
                <a:cubicBezTo>
                  <a:pt x="1348980" y="288818"/>
                  <a:pt x="1362574" y="302412"/>
                  <a:pt x="1362574" y="319181"/>
                </a:cubicBezTo>
                <a:cubicBezTo>
                  <a:pt x="1362574" y="335950"/>
                  <a:pt x="1348980" y="349545"/>
                  <a:pt x="1332211" y="349545"/>
                </a:cubicBezTo>
                <a:cubicBezTo>
                  <a:pt x="1315441" y="349545"/>
                  <a:pt x="1301847" y="335950"/>
                  <a:pt x="1301847" y="319181"/>
                </a:cubicBezTo>
                <a:cubicBezTo>
                  <a:pt x="1301847" y="302412"/>
                  <a:pt x="1315441" y="288818"/>
                  <a:pt x="1332211" y="288818"/>
                </a:cubicBezTo>
                <a:close/>
                <a:moveTo>
                  <a:pt x="1259656" y="288818"/>
                </a:moveTo>
                <a:cubicBezTo>
                  <a:pt x="1276426" y="288818"/>
                  <a:pt x="1290020" y="302412"/>
                  <a:pt x="1290020" y="319181"/>
                </a:cubicBezTo>
                <a:cubicBezTo>
                  <a:pt x="1290020" y="335950"/>
                  <a:pt x="1276426" y="349545"/>
                  <a:pt x="1259656" y="349545"/>
                </a:cubicBezTo>
                <a:cubicBezTo>
                  <a:pt x="1242887" y="349545"/>
                  <a:pt x="1229293" y="335950"/>
                  <a:pt x="1229293" y="319181"/>
                </a:cubicBezTo>
                <a:cubicBezTo>
                  <a:pt x="1229293" y="302412"/>
                  <a:pt x="1242887" y="288818"/>
                  <a:pt x="1259656" y="288818"/>
                </a:cubicBezTo>
                <a:close/>
                <a:moveTo>
                  <a:pt x="1187102" y="288818"/>
                </a:moveTo>
                <a:cubicBezTo>
                  <a:pt x="1203871" y="288818"/>
                  <a:pt x="1217465" y="302412"/>
                  <a:pt x="1217465" y="319181"/>
                </a:cubicBezTo>
                <a:cubicBezTo>
                  <a:pt x="1217465" y="335950"/>
                  <a:pt x="1203871" y="349545"/>
                  <a:pt x="1187102" y="349545"/>
                </a:cubicBezTo>
                <a:cubicBezTo>
                  <a:pt x="1170332" y="349545"/>
                  <a:pt x="1156738" y="335950"/>
                  <a:pt x="1156738" y="319181"/>
                </a:cubicBezTo>
                <a:cubicBezTo>
                  <a:pt x="1156738" y="302412"/>
                  <a:pt x="1170332" y="288818"/>
                  <a:pt x="1187102" y="288818"/>
                </a:cubicBezTo>
                <a:close/>
                <a:moveTo>
                  <a:pt x="1114547" y="288818"/>
                </a:moveTo>
                <a:cubicBezTo>
                  <a:pt x="1131317" y="288818"/>
                  <a:pt x="1144911" y="302412"/>
                  <a:pt x="1144911" y="319181"/>
                </a:cubicBezTo>
                <a:cubicBezTo>
                  <a:pt x="1144911" y="335950"/>
                  <a:pt x="1131317" y="349545"/>
                  <a:pt x="1114547" y="349545"/>
                </a:cubicBezTo>
                <a:cubicBezTo>
                  <a:pt x="1097778" y="349545"/>
                  <a:pt x="1084184" y="335950"/>
                  <a:pt x="1084184" y="319181"/>
                </a:cubicBezTo>
                <a:cubicBezTo>
                  <a:pt x="1084184" y="302412"/>
                  <a:pt x="1097778" y="288818"/>
                  <a:pt x="1114547" y="288818"/>
                </a:cubicBezTo>
                <a:close/>
                <a:moveTo>
                  <a:pt x="1041993" y="288818"/>
                </a:moveTo>
                <a:cubicBezTo>
                  <a:pt x="1058762" y="288818"/>
                  <a:pt x="1072356" y="302412"/>
                  <a:pt x="1072356" y="319181"/>
                </a:cubicBezTo>
                <a:cubicBezTo>
                  <a:pt x="1072356" y="335950"/>
                  <a:pt x="1058762" y="349545"/>
                  <a:pt x="1041993" y="349545"/>
                </a:cubicBezTo>
                <a:cubicBezTo>
                  <a:pt x="1025223" y="349545"/>
                  <a:pt x="1011629" y="335950"/>
                  <a:pt x="1011629" y="319181"/>
                </a:cubicBezTo>
                <a:cubicBezTo>
                  <a:pt x="1011629" y="302412"/>
                  <a:pt x="1025223" y="288818"/>
                  <a:pt x="1041993" y="288818"/>
                </a:cubicBezTo>
                <a:close/>
                <a:moveTo>
                  <a:pt x="969438" y="288818"/>
                </a:moveTo>
                <a:cubicBezTo>
                  <a:pt x="986208" y="288818"/>
                  <a:pt x="999801" y="302412"/>
                  <a:pt x="999801" y="319181"/>
                </a:cubicBezTo>
                <a:cubicBezTo>
                  <a:pt x="999801" y="335950"/>
                  <a:pt x="986208" y="349545"/>
                  <a:pt x="969438" y="349545"/>
                </a:cubicBezTo>
                <a:cubicBezTo>
                  <a:pt x="952669" y="349545"/>
                  <a:pt x="939075" y="335950"/>
                  <a:pt x="939075" y="319181"/>
                </a:cubicBezTo>
                <a:cubicBezTo>
                  <a:pt x="939075" y="302412"/>
                  <a:pt x="952669" y="288818"/>
                  <a:pt x="969438" y="288818"/>
                </a:cubicBezTo>
                <a:close/>
                <a:moveTo>
                  <a:pt x="896883" y="288818"/>
                </a:moveTo>
                <a:cubicBezTo>
                  <a:pt x="913653" y="288818"/>
                  <a:pt x="927247" y="302412"/>
                  <a:pt x="927247" y="319181"/>
                </a:cubicBezTo>
                <a:cubicBezTo>
                  <a:pt x="927247" y="335950"/>
                  <a:pt x="913653" y="349545"/>
                  <a:pt x="896883" y="349545"/>
                </a:cubicBezTo>
                <a:cubicBezTo>
                  <a:pt x="880114" y="349545"/>
                  <a:pt x="866520" y="335950"/>
                  <a:pt x="866520" y="319181"/>
                </a:cubicBezTo>
                <a:cubicBezTo>
                  <a:pt x="866520" y="302412"/>
                  <a:pt x="880114" y="288818"/>
                  <a:pt x="896883" y="288818"/>
                </a:cubicBezTo>
                <a:close/>
                <a:moveTo>
                  <a:pt x="824329" y="288818"/>
                </a:moveTo>
                <a:cubicBezTo>
                  <a:pt x="841098" y="288818"/>
                  <a:pt x="854692" y="302412"/>
                  <a:pt x="854692" y="319181"/>
                </a:cubicBezTo>
                <a:cubicBezTo>
                  <a:pt x="854692" y="335950"/>
                  <a:pt x="841098" y="349545"/>
                  <a:pt x="824329" y="349545"/>
                </a:cubicBezTo>
                <a:cubicBezTo>
                  <a:pt x="807559" y="349545"/>
                  <a:pt x="793965" y="335950"/>
                  <a:pt x="793965" y="319181"/>
                </a:cubicBezTo>
                <a:cubicBezTo>
                  <a:pt x="793965" y="302412"/>
                  <a:pt x="807559" y="288818"/>
                  <a:pt x="824329" y="288818"/>
                </a:cubicBezTo>
                <a:close/>
                <a:moveTo>
                  <a:pt x="751774" y="288818"/>
                </a:moveTo>
                <a:cubicBezTo>
                  <a:pt x="768544" y="288818"/>
                  <a:pt x="782138" y="302412"/>
                  <a:pt x="782138" y="319181"/>
                </a:cubicBezTo>
                <a:cubicBezTo>
                  <a:pt x="782138" y="335950"/>
                  <a:pt x="768544" y="349545"/>
                  <a:pt x="751774" y="349545"/>
                </a:cubicBezTo>
                <a:cubicBezTo>
                  <a:pt x="735005" y="349545"/>
                  <a:pt x="721411" y="335950"/>
                  <a:pt x="721411" y="319181"/>
                </a:cubicBezTo>
                <a:cubicBezTo>
                  <a:pt x="721411" y="302412"/>
                  <a:pt x="735005" y="288818"/>
                  <a:pt x="751774" y="288818"/>
                </a:cubicBezTo>
                <a:close/>
                <a:moveTo>
                  <a:pt x="679220" y="288818"/>
                </a:moveTo>
                <a:cubicBezTo>
                  <a:pt x="695989" y="288818"/>
                  <a:pt x="709583" y="302412"/>
                  <a:pt x="709583" y="319181"/>
                </a:cubicBezTo>
                <a:cubicBezTo>
                  <a:pt x="709583" y="335950"/>
                  <a:pt x="695989" y="349545"/>
                  <a:pt x="679220" y="349545"/>
                </a:cubicBezTo>
                <a:cubicBezTo>
                  <a:pt x="662450" y="349545"/>
                  <a:pt x="648856" y="335950"/>
                  <a:pt x="648856" y="319181"/>
                </a:cubicBezTo>
                <a:cubicBezTo>
                  <a:pt x="648856" y="302412"/>
                  <a:pt x="662450" y="288818"/>
                  <a:pt x="679220" y="288818"/>
                </a:cubicBezTo>
                <a:close/>
                <a:moveTo>
                  <a:pt x="606665" y="288818"/>
                </a:moveTo>
                <a:cubicBezTo>
                  <a:pt x="623435" y="288818"/>
                  <a:pt x="637029" y="302412"/>
                  <a:pt x="637029" y="319181"/>
                </a:cubicBezTo>
                <a:cubicBezTo>
                  <a:pt x="637029" y="335950"/>
                  <a:pt x="623435" y="349545"/>
                  <a:pt x="606665" y="349545"/>
                </a:cubicBezTo>
                <a:cubicBezTo>
                  <a:pt x="589896" y="349545"/>
                  <a:pt x="576302" y="335950"/>
                  <a:pt x="576302" y="319181"/>
                </a:cubicBezTo>
                <a:cubicBezTo>
                  <a:pt x="576302" y="302412"/>
                  <a:pt x="589896" y="288818"/>
                  <a:pt x="606665" y="288818"/>
                </a:cubicBezTo>
                <a:close/>
                <a:moveTo>
                  <a:pt x="534111" y="288818"/>
                </a:moveTo>
                <a:cubicBezTo>
                  <a:pt x="550880" y="288818"/>
                  <a:pt x="564474" y="302412"/>
                  <a:pt x="564474" y="319181"/>
                </a:cubicBezTo>
                <a:cubicBezTo>
                  <a:pt x="564474" y="335950"/>
                  <a:pt x="550880" y="349545"/>
                  <a:pt x="534111" y="349545"/>
                </a:cubicBezTo>
                <a:cubicBezTo>
                  <a:pt x="517341" y="349545"/>
                  <a:pt x="503747" y="335950"/>
                  <a:pt x="503747" y="319181"/>
                </a:cubicBezTo>
                <a:cubicBezTo>
                  <a:pt x="503747" y="302412"/>
                  <a:pt x="517341" y="288818"/>
                  <a:pt x="534111" y="288818"/>
                </a:cubicBezTo>
                <a:close/>
                <a:moveTo>
                  <a:pt x="461556" y="288818"/>
                </a:moveTo>
                <a:cubicBezTo>
                  <a:pt x="478326" y="288818"/>
                  <a:pt x="491920" y="302412"/>
                  <a:pt x="491920" y="319181"/>
                </a:cubicBezTo>
                <a:cubicBezTo>
                  <a:pt x="491920" y="335950"/>
                  <a:pt x="478326" y="349545"/>
                  <a:pt x="461556" y="349545"/>
                </a:cubicBezTo>
                <a:cubicBezTo>
                  <a:pt x="444787" y="349545"/>
                  <a:pt x="431192" y="335950"/>
                  <a:pt x="431192" y="319181"/>
                </a:cubicBezTo>
                <a:cubicBezTo>
                  <a:pt x="431192" y="302412"/>
                  <a:pt x="444787" y="288818"/>
                  <a:pt x="461556" y="288818"/>
                </a:cubicBezTo>
                <a:close/>
                <a:moveTo>
                  <a:pt x="389002" y="288818"/>
                </a:moveTo>
                <a:cubicBezTo>
                  <a:pt x="405771" y="288818"/>
                  <a:pt x="419365" y="302412"/>
                  <a:pt x="419365" y="319181"/>
                </a:cubicBezTo>
                <a:cubicBezTo>
                  <a:pt x="419365" y="335950"/>
                  <a:pt x="405771" y="349545"/>
                  <a:pt x="389002" y="349545"/>
                </a:cubicBezTo>
                <a:cubicBezTo>
                  <a:pt x="372232" y="349545"/>
                  <a:pt x="358638" y="335950"/>
                  <a:pt x="358638" y="319181"/>
                </a:cubicBezTo>
                <a:cubicBezTo>
                  <a:pt x="358638" y="302412"/>
                  <a:pt x="372232" y="288818"/>
                  <a:pt x="389002" y="288818"/>
                </a:cubicBezTo>
                <a:close/>
                <a:moveTo>
                  <a:pt x="316447" y="288818"/>
                </a:moveTo>
                <a:cubicBezTo>
                  <a:pt x="333216" y="288818"/>
                  <a:pt x="346810" y="302412"/>
                  <a:pt x="346810" y="319181"/>
                </a:cubicBezTo>
                <a:cubicBezTo>
                  <a:pt x="346810" y="335950"/>
                  <a:pt x="333216" y="349545"/>
                  <a:pt x="316447" y="349545"/>
                </a:cubicBezTo>
                <a:cubicBezTo>
                  <a:pt x="299677" y="349545"/>
                  <a:pt x="286084" y="335950"/>
                  <a:pt x="286084" y="319181"/>
                </a:cubicBezTo>
                <a:cubicBezTo>
                  <a:pt x="286084" y="302412"/>
                  <a:pt x="299677" y="288818"/>
                  <a:pt x="316447" y="288818"/>
                </a:cubicBezTo>
                <a:close/>
                <a:moveTo>
                  <a:pt x="243892" y="288818"/>
                </a:moveTo>
                <a:cubicBezTo>
                  <a:pt x="260662" y="288818"/>
                  <a:pt x="274256" y="302412"/>
                  <a:pt x="274256" y="319181"/>
                </a:cubicBezTo>
                <a:cubicBezTo>
                  <a:pt x="274256" y="335950"/>
                  <a:pt x="260662" y="349545"/>
                  <a:pt x="243892" y="349545"/>
                </a:cubicBezTo>
                <a:cubicBezTo>
                  <a:pt x="227123" y="349545"/>
                  <a:pt x="213529" y="335950"/>
                  <a:pt x="213529" y="319181"/>
                </a:cubicBezTo>
                <a:cubicBezTo>
                  <a:pt x="213529" y="302412"/>
                  <a:pt x="227123" y="288818"/>
                  <a:pt x="243892" y="288818"/>
                </a:cubicBezTo>
                <a:close/>
                <a:moveTo>
                  <a:pt x="171339" y="288818"/>
                </a:moveTo>
                <a:cubicBezTo>
                  <a:pt x="188107" y="288818"/>
                  <a:pt x="201701" y="302412"/>
                  <a:pt x="201701" y="319181"/>
                </a:cubicBezTo>
                <a:cubicBezTo>
                  <a:pt x="201701" y="335950"/>
                  <a:pt x="188107" y="349545"/>
                  <a:pt x="171339" y="349545"/>
                </a:cubicBezTo>
                <a:cubicBezTo>
                  <a:pt x="154691" y="349545"/>
                  <a:pt x="141096" y="335950"/>
                  <a:pt x="141096" y="319181"/>
                </a:cubicBezTo>
                <a:cubicBezTo>
                  <a:pt x="141096" y="302412"/>
                  <a:pt x="154691" y="288818"/>
                  <a:pt x="171339" y="288818"/>
                </a:cubicBezTo>
                <a:close/>
                <a:moveTo>
                  <a:pt x="98923" y="288818"/>
                </a:moveTo>
                <a:cubicBezTo>
                  <a:pt x="115682" y="288818"/>
                  <a:pt x="129276" y="302412"/>
                  <a:pt x="129276" y="319181"/>
                </a:cubicBezTo>
                <a:cubicBezTo>
                  <a:pt x="129276" y="335950"/>
                  <a:pt x="115682" y="349545"/>
                  <a:pt x="98923" y="349545"/>
                </a:cubicBezTo>
                <a:cubicBezTo>
                  <a:pt x="82149" y="349545"/>
                  <a:pt x="68554" y="335950"/>
                  <a:pt x="68554" y="319181"/>
                </a:cubicBezTo>
                <a:cubicBezTo>
                  <a:pt x="68554" y="302412"/>
                  <a:pt x="82149" y="288818"/>
                  <a:pt x="98923" y="288818"/>
                </a:cubicBezTo>
                <a:close/>
                <a:moveTo>
                  <a:pt x="26368" y="288818"/>
                </a:moveTo>
                <a:cubicBezTo>
                  <a:pt x="43131" y="288818"/>
                  <a:pt x="56725" y="302412"/>
                  <a:pt x="56725" y="319181"/>
                </a:cubicBezTo>
                <a:cubicBezTo>
                  <a:pt x="56725" y="335950"/>
                  <a:pt x="43131" y="349545"/>
                  <a:pt x="26368" y="349545"/>
                </a:cubicBezTo>
                <a:cubicBezTo>
                  <a:pt x="17983" y="349545"/>
                  <a:pt x="10391" y="346146"/>
                  <a:pt x="4896" y="340651"/>
                </a:cubicBezTo>
                <a:lnTo>
                  <a:pt x="0" y="328831"/>
                </a:lnTo>
                <a:lnTo>
                  <a:pt x="0" y="309532"/>
                </a:lnTo>
                <a:lnTo>
                  <a:pt x="4896" y="297711"/>
                </a:lnTo>
                <a:cubicBezTo>
                  <a:pt x="10391" y="292217"/>
                  <a:pt x="17983" y="288818"/>
                  <a:pt x="26368" y="288818"/>
                </a:cubicBezTo>
                <a:close/>
                <a:moveTo>
                  <a:pt x="1622429" y="208366"/>
                </a:moveTo>
                <a:cubicBezTo>
                  <a:pt x="1639199" y="208366"/>
                  <a:pt x="1652792" y="221960"/>
                  <a:pt x="1652792" y="238729"/>
                </a:cubicBezTo>
                <a:cubicBezTo>
                  <a:pt x="1652792" y="255499"/>
                  <a:pt x="1639199" y="269093"/>
                  <a:pt x="1622429" y="269093"/>
                </a:cubicBezTo>
                <a:cubicBezTo>
                  <a:pt x="1605659" y="269093"/>
                  <a:pt x="1592066" y="255499"/>
                  <a:pt x="1592066" y="238729"/>
                </a:cubicBezTo>
                <a:cubicBezTo>
                  <a:pt x="1592066" y="221960"/>
                  <a:pt x="1605659" y="208366"/>
                  <a:pt x="1622429" y="208366"/>
                </a:cubicBezTo>
                <a:close/>
                <a:moveTo>
                  <a:pt x="1549874" y="208366"/>
                </a:moveTo>
                <a:cubicBezTo>
                  <a:pt x="1566644" y="208366"/>
                  <a:pt x="1580238" y="221960"/>
                  <a:pt x="1580238" y="238729"/>
                </a:cubicBezTo>
                <a:cubicBezTo>
                  <a:pt x="1580238" y="255499"/>
                  <a:pt x="1566644" y="269093"/>
                  <a:pt x="1549874" y="269093"/>
                </a:cubicBezTo>
                <a:cubicBezTo>
                  <a:pt x="1533105" y="269093"/>
                  <a:pt x="1519511" y="255499"/>
                  <a:pt x="1519511" y="238729"/>
                </a:cubicBezTo>
                <a:cubicBezTo>
                  <a:pt x="1519511" y="221960"/>
                  <a:pt x="1533105" y="208366"/>
                  <a:pt x="1549874" y="208366"/>
                </a:cubicBezTo>
                <a:close/>
                <a:moveTo>
                  <a:pt x="1477320" y="208366"/>
                </a:moveTo>
                <a:cubicBezTo>
                  <a:pt x="1494089" y="208366"/>
                  <a:pt x="1507683" y="221960"/>
                  <a:pt x="1507683" y="238729"/>
                </a:cubicBezTo>
                <a:cubicBezTo>
                  <a:pt x="1507683" y="255499"/>
                  <a:pt x="1494089" y="269093"/>
                  <a:pt x="1477320" y="269093"/>
                </a:cubicBezTo>
                <a:cubicBezTo>
                  <a:pt x="1460550" y="269093"/>
                  <a:pt x="1446956" y="255499"/>
                  <a:pt x="1446956" y="238729"/>
                </a:cubicBezTo>
                <a:cubicBezTo>
                  <a:pt x="1446956" y="221960"/>
                  <a:pt x="1460550" y="208366"/>
                  <a:pt x="1477320" y="208366"/>
                </a:cubicBezTo>
                <a:close/>
                <a:moveTo>
                  <a:pt x="1404765" y="208366"/>
                </a:moveTo>
                <a:cubicBezTo>
                  <a:pt x="1421535" y="208366"/>
                  <a:pt x="1435129" y="221960"/>
                  <a:pt x="1435129" y="238729"/>
                </a:cubicBezTo>
                <a:cubicBezTo>
                  <a:pt x="1435129" y="255499"/>
                  <a:pt x="1421535" y="269093"/>
                  <a:pt x="1404765" y="269093"/>
                </a:cubicBezTo>
                <a:cubicBezTo>
                  <a:pt x="1387996" y="269093"/>
                  <a:pt x="1374402" y="255499"/>
                  <a:pt x="1374402" y="238729"/>
                </a:cubicBezTo>
                <a:cubicBezTo>
                  <a:pt x="1374402" y="221960"/>
                  <a:pt x="1387996" y="208366"/>
                  <a:pt x="1404765" y="208366"/>
                </a:cubicBezTo>
                <a:close/>
                <a:moveTo>
                  <a:pt x="1332211" y="208366"/>
                </a:moveTo>
                <a:cubicBezTo>
                  <a:pt x="1348980" y="208366"/>
                  <a:pt x="1362574" y="221960"/>
                  <a:pt x="1362574" y="238729"/>
                </a:cubicBezTo>
                <a:cubicBezTo>
                  <a:pt x="1362574" y="255499"/>
                  <a:pt x="1348980" y="269093"/>
                  <a:pt x="1332211" y="269093"/>
                </a:cubicBezTo>
                <a:cubicBezTo>
                  <a:pt x="1315441" y="269093"/>
                  <a:pt x="1301847" y="255499"/>
                  <a:pt x="1301847" y="238729"/>
                </a:cubicBezTo>
                <a:cubicBezTo>
                  <a:pt x="1301847" y="221960"/>
                  <a:pt x="1315441" y="208366"/>
                  <a:pt x="1332211" y="208366"/>
                </a:cubicBezTo>
                <a:close/>
                <a:moveTo>
                  <a:pt x="1259656" y="208366"/>
                </a:moveTo>
                <a:cubicBezTo>
                  <a:pt x="1276426" y="208366"/>
                  <a:pt x="1290020" y="221960"/>
                  <a:pt x="1290020" y="238729"/>
                </a:cubicBezTo>
                <a:cubicBezTo>
                  <a:pt x="1290020" y="255499"/>
                  <a:pt x="1276426" y="269093"/>
                  <a:pt x="1259656" y="269093"/>
                </a:cubicBezTo>
                <a:cubicBezTo>
                  <a:pt x="1242887" y="269093"/>
                  <a:pt x="1229293" y="255499"/>
                  <a:pt x="1229293" y="238729"/>
                </a:cubicBezTo>
                <a:cubicBezTo>
                  <a:pt x="1229293" y="221960"/>
                  <a:pt x="1242887" y="208366"/>
                  <a:pt x="1259656" y="208366"/>
                </a:cubicBezTo>
                <a:close/>
                <a:moveTo>
                  <a:pt x="1187102" y="208366"/>
                </a:moveTo>
                <a:cubicBezTo>
                  <a:pt x="1203871" y="208366"/>
                  <a:pt x="1217465" y="221960"/>
                  <a:pt x="1217465" y="238729"/>
                </a:cubicBezTo>
                <a:cubicBezTo>
                  <a:pt x="1217465" y="255499"/>
                  <a:pt x="1203871" y="269093"/>
                  <a:pt x="1187102" y="269093"/>
                </a:cubicBezTo>
                <a:cubicBezTo>
                  <a:pt x="1170332" y="269093"/>
                  <a:pt x="1156738" y="255499"/>
                  <a:pt x="1156738" y="238729"/>
                </a:cubicBezTo>
                <a:cubicBezTo>
                  <a:pt x="1156738" y="221960"/>
                  <a:pt x="1170332" y="208366"/>
                  <a:pt x="1187102" y="208366"/>
                </a:cubicBezTo>
                <a:close/>
                <a:moveTo>
                  <a:pt x="1114547" y="208366"/>
                </a:moveTo>
                <a:cubicBezTo>
                  <a:pt x="1131317" y="208366"/>
                  <a:pt x="1144911" y="221960"/>
                  <a:pt x="1144911" y="238729"/>
                </a:cubicBezTo>
                <a:cubicBezTo>
                  <a:pt x="1144911" y="255499"/>
                  <a:pt x="1131317" y="269093"/>
                  <a:pt x="1114547" y="269093"/>
                </a:cubicBezTo>
                <a:cubicBezTo>
                  <a:pt x="1097778" y="269093"/>
                  <a:pt x="1084184" y="255499"/>
                  <a:pt x="1084184" y="238729"/>
                </a:cubicBezTo>
                <a:cubicBezTo>
                  <a:pt x="1084184" y="221960"/>
                  <a:pt x="1097778" y="208366"/>
                  <a:pt x="1114547" y="208366"/>
                </a:cubicBezTo>
                <a:close/>
                <a:moveTo>
                  <a:pt x="1041993" y="208366"/>
                </a:moveTo>
                <a:cubicBezTo>
                  <a:pt x="1058762" y="208366"/>
                  <a:pt x="1072356" y="221960"/>
                  <a:pt x="1072356" y="238729"/>
                </a:cubicBezTo>
                <a:cubicBezTo>
                  <a:pt x="1072356" y="255499"/>
                  <a:pt x="1058762" y="269093"/>
                  <a:pt x="1041993" y="269093"/>
                </a:cubicBezTo>
                <a:cubicBezTo>
                  <a:pt x="1025223" y="269093"/>
                  <a:pt x="1011629" y="255499"/>
                  <a:pt x="1011629" y="238729"/>
                </a:cubicBezTo>
                <a:cubicBezTo>
                  <a:pt x="1011629" y="221960"/>
                  <a:pt x="1025223" y="208366"/>
                  <a:pt x="1041993" y="208366"/>
                </a:cubicBezTo>
                <a:close/>
                <a:moveTo>
                  <a:pt x="969438" y="208366"/>
                </a:moveTo>
                <a:cubicBezTo>
                  <a:pt x="986208" y="208366"/>
                  <a:pt x="999801" y="221960"/>
                  <a:pt x="999801" y="238729"/>
                </a:cubicBezTo>
                <a:cubicBezTo>
                  <a:pt x="999801" y="255499"/>
                  <a:pt x="986208" y="269093"/>
                  <a:pt x="969438" y="269093"/>
                </a:cubicBezTo>
                <a:cubicBezTo>
                  <a:pt x="952669" y="269093"/>
                  <a:pt x="939075" y="255499"/>
                  <a:pt x="939075" y="238729"/>
                </a:cubicBezTo>
                <a:cubicBezTo>
                  <a:pt x="939075" y="221960"/>
                  <a:pt x="952669" y="208366"/>
                  <a:pt x="969438" y="208366"/>
                </a:cubicBezTo>
                <a:close/>
                <a:moveTo>
                  <a:pt x="896883" y="208366"/>
                </a:moveTo>
                <a:cubicBezTo>
                  <a:pt x="913653" y="208366"/>
                  <a:pt x="927247" y="221960"/>
                  <a:pt x="927247" y="238729"/>
                </a:cubicBezTo>
                <a:cubicBezTo>
                  <a:pt x="927247" y="255499"/>
                  <a:pt x="913653" y="269093"/>
                  <a:pt x="896883" y="269093"/>
                </a:cubicBezTo>
                <a:cubicBezTo>
                  <a:pt x="880114" y="269093"/>
                  <a:pt x="866520" y="255499"/>
                  <a:pt x="866520" y="238729"/>
                </a:cubicBezTo>
                <a:cubicBezTo>
                  <a:pt x="866520" y="221960"/>
                  <a:pt x="880114" y="208366"/>
                  <a:pt x="896883" y="208366"/>
                </a:cubicBezTo>
                <a:close/>
                <a:moveTo>
                  <a:pt x="824329" y="208366"/>
                </a:moveTo>
                <a:cubicBezTo>
                  <a:pt x="841098" y="208366"/>
                  <a:pt x="854692" y="221960"/>
                  <a:pt x="854692" y="238729"/>
                </a:cubicBezTo>
                <a:cubicBezTo>
                  <a:pt x="854692" y="255499"/>
                  <a:pt x="841098" y="269093"/>
                  <a:pt x="824329" y="269093"/>
                </a:cubicBezTo>
                <a:cubicBezTo>
                  <a:pt x="807559" y="269093"/>
                  <a:pt x="793965" y="255499"/>
                  <a:pt x="793965" y="238729"/>
                </a:cubicBezTo>
                <a:cubicBezTo>
                  <a:pt x="793965" y="221960"/>
                  <a:pt x="807559" y="208366"/>
                  <a:pt x="824329" y="208366"/>
                </a:cubicBezTo>
                <a:close/>
                <a:moveTo>
                  <a:pt x="751774" y="208366"/>
                </a:moveTo>
                <a:cubicBezTo>
                  <a:pt x="768544" y="208366"/>
                  <a:pt x="782138" y="221960"/>
                  <a:pt x="782138" y="238729"/>
                </a:cubicBezTo>
                <a:cubicBezTo>
                  <a:pt x="782138" y="255499"/>
                  <a:pt x="768544" y="269093"/>
                  <a:pt x="751774" y="269093"/>
                </a:cubicBezTo>
                <a:cubicBezTo>
                  <a:pt x="735005" y="269093"/>
                  <a:pt x="721411" y="255499"/>
                  <a:pt x="721411" y="238729"/>
                </a:cubicBezTo>
                <a:cubicBezTo>
                  <a:pt x="721411" y="221960"/>
                  <a:pt x="735005" y="208366"/>
                  <a:pt x="751774" y="208366"/>
                </a:cubicBezTo>
                <a:close/>
                <a:moveTo>
                  <a:pt x="679220" y="208366"/>
                </a:moveTo>
                <a:cubicBezTo>
                  <a:pt x="695989" y="208366"/>
                  <a:pt x="709583" y="221960"/>
                  <a:pt x="709583" y="238729"/>
                </a:cubicBezTo>
                <a:cubicBezTo>
                  <a:pt x="709583" y="255499"/>
                  <a:pt x="695989" y="269093"/>
                  <a:pt x="679220" y="269093"/>
                </a:cubicBezTo>
                <a:cubicBezTo>
                  <a:pt x="662450" y="269093"/>
                  <a:pt x="648856" y="255499"/>
                  <a:pt x="648856" y="238729"/>
                </a:cubicBezTo>
                <a:cubicBezTo>
                  <a:pt x="648856" y="221960"/>
                  <a:pt x="662450" y="208366"/>
                  <a:pt x="679220" y="208366"/>
                </a:cubicBezTo>
                <a:close/>
                <a:moveTo>
                  <a:pt x="606665" y="208366"/>
                </a:moveTo>
                <a:cubicBezTo>
                  <a:pt x="623435" y="208366"/>
                  <a:pt x="637029" y="221960"/>
                  <a:pt x="637029" y="238729"/>
                </a:cubicBezTo>
                <a:cubicBezTo>
                  <a:pt x="637029" y="255499"/>
                  <a:pt x="623435" y="269093"/>
                  <a:pt x="606665" y="269093"/>
                </a:cubicBezTo>
                <a:cubicBezTo>
                  <a:pt x="589896" y="269093"/>
                  <a:pt x="576302" y="255499"/>
                  <a:pt x="576302" y="238729"/>
                </a:cubicBezTo>
                <a:cubicBezTo>
                  <a:pt x="576302" y="221960"/>
                  <a:pt x="589896" y="208366"/>
                  <a:pt x="606665" y="208366"/>
                </a:cubicBezTo>
                <a:close/>
                <a:moveTo>
                  <a:pt x="534111" y="208366"/>
                </a:moveTo>
                <a:cubicBezTo>
                  <a:pt x="550880" y="208366"/>
                  <a:pt x="564474" y="221960"/>
                  <a:pt x="564474" y="238729"/>
                </a:cubicBezTo>
                <a:cubicBezTo>
                  <a:pt x="564474" y="255499"/>
                  <a:pt x="550880" y="269093"/>
                  <a:pt x="534111" y="269093"/>
                </a:cubicBezTo>
                <a:cubicBezTo>
                  <a:pt x="517341" y="269093"/>
                  <a:pt x="503747" y="255499"/>
                  <a:pt x="503747" y="238729"/>
                </a:cubicBezTo>
                <a:cubicBezTo>
                  <a:pt x="503747" y="221960"/>
                  <a:pt x="517341" y="208366"/>
                  <a:pt x="534111" y="208366"/>
                </a:cubicBezTo>
                <a:close/>
                <a:moveTo>
                  <a:pt x="461556" y="208366"/>
                </a:moveTo>
                <a:cubicBezTo>
                  <a:pt x="478326" y="208366"/>
                  <a:pt x="491920" y="221960"/>
                  <a:pt x="491920" y="238729"/>
                </a:cubicBezTo>
                <a:cubicBezTo>
                  <a:pt x="491920" y="255499"/>
                  <a:pt x="478326" y="269093"/>
                  <a:pt x="461556" y="269093"/>
                </a:cubicBezTo>
                <a:cubicBezTo>
                  <a:pt x="444787" y="269093"/>
                  <a:pt x="431192" y="255499"/>
                  <a:pt x="431192" y="238729"/>
                </a:cubicBezTo>
                <a:cubicBezTo>
                  <a:pt x="431192" y="221960"/>
                  <a:pt x="444787" y="208366"/>
                  <a:pt x="461556" y="208366"/>
                </a:cubicBezTo>
                <a:close/>
                <a:moveTo>
                  <a:pt x="389002" y="208366"/>
                </a:moveTo>
                <a:cubicBezTo>
                  <a:pt x="405771" y="208366"/>
                  <a:pt x="419365" y="221960"/>
                  <a:pt x="419365" y="238729"/>
                </a:cubicBezTo>
                <a:cubicBezTo>
                  <a:pt x="419365" y="255499"/>
                  <a:pt x="405771" y="269093"/>
                  <a:pt x="389002" y="269093"/>
                </a:cubicBezTo>
                <a:cubicBezTo>
                  <a:pt x="372232" y="269093"/>
                  <a:pt x="358638" y="255499"/>
                  <a:pt x="358638" y="238729"/>
                </a:cubicBezTo>
                <a:cubicBezTo>
                  <a:pt x="358638" y="221960"/>
                  <a:pt x="372232" y="208366"/>
                  <a:pt x="389002" y="208366"/>
                </a:cubicBezTo>
                <a:close/>
                <a:moveTo>
                  <a:pt x="316447" y="208366"/>
                </a:moveTo>
                <a:cubicBezTo>
                  <a:pt x="333216" y="208366"/>
                  <a:pt x="346810" y="221960"/>
                  <a:pt x="346810" y="238729"/>
                </a:cubicBezTo>
                <a:cubicBezTo>
                  <a:pt x="346810" y="255499"/>
                  <a:pt x="333216" y="269093"/>
                  <a:pt x="316447" y="269093"/>
                </a:cubicBezTo>
                <a:cubicBezTo>
                  <a:pt x="299677" y="269093"/>
                  <a:pt x="286084" y="255499"/>
                  <a:pt x="286084" y="238729"/>
                </a:cubicBezTo>
                <a:cubicBezTo>
                  <a:pt x="286084" y="221960"/>
                  <a:pt x="299677" y="208366"/>
                  <a:pt x="316447" y="208366"/>
                </a:cubicBezTo>
                <a:close/>
                <a:moveTo>
                  <a:pt x="243892" y="208366"/>
                </a:moveTo>
                <a:cubicBezTo>
                  <a:pt x="260662" y="208366"/>
                  <a:pt x="274256" y="221960"/>
                  <a:pt x="274256" y="238729"/>
                </a:cubicBezTo>
                <a:cubicBezTo>
                  <a:pt x="274256" y="255499"/>
                  <a:pt x="260662" y="269093"/>
                  <a:pt x="243892" y="269093"/>
                </a:cubicBezTo>
                <a:cubicBezTo>
                  <a:pt x="227123" y="269093"/>
                  <a:pt x="213529" y="255499"/>
                  <a:pt x="213529" y="238729"/>
                </a:cubicBezTo>
                <a:cubicBezTo>
                  <a:pt x="213529" y="221960"/>
                  <a:pt x="227123" y="208366"/>
                  <a:pt x="243892" y="208366"/>
                </a:cubicBezTo>
                <a:close/>
                <a:moveTo>
                  <a:pt x="171339" y="208366"/>
                </a:moveTo>
                <a:cubicBezTo>
                  <a:pt x="188107" y="208366"/>
                  <a:pt x="201701" y="221960"/>
                  <a:pt x="201701" y="238729"/>
                </a:cubicBezTo>
                <a:cubicBezTo>
                  <a:pt x="201701" y="255499"/>
                  <a:pt x="188107" y="269093"/>
                  <a:pt x="171339" y="269093"/>
                </a:cubicBezTo>
                <a:cubicBezTo>
                  <a:pt x="154697" y="269093"/>
                  <a:pt x="141102" y="255499"/>
                  <a:pt x="141102" y="238729"/>
                </a:cubicBezTo>
                <a:cubicBezTo>
                  <a:pt x="141102" y="221960"/>
                  <a:pt x="154697" y="208366"/>
                  <a:pt x="171339" y="208366"/>
                </a:cubicBezTo>
                <a:close/>
                <a:moveTo>
                  <a:pt x="98929" y="208366"/>
                </a:moveTo>
                <a:cubicBezTo>
                  <a:pt x="115688" y="208366"/>
                  <a:pt x="129282" y="221960"/>
                  <a:pt x="129282" y="238729"/>
                </a:cubicBezTo>
                <a:cubicBezTo>
                  <a:pt x="129282" y="255499"/>
                  <a:pt x="115688" y="269093"/>
                  <a:pt x="98929" y="269093"/>
                </a:cubicBezTo>
                <a:cubicBezTo>
                  <a:pt x="82155" y="269093"/>
                  <a:pt x="68561" y="255499"/>
                  <a:pt x="68561" y="238729"/>
                </a:cubicBezTo>
                <a:cubicBezTo>
                  <a:pt x="68561" y="221960"/>
                  <a:pt x="82155" y="208366"/>
                  <a:pt x="98929" y="208366"/>
                </a:cubicBezTo>
                <a:close/>
                <a:moveTo>
                  <a:pt x="26375" y="208366"/>
                </a:moveTo>
                <a:cubicBezTo>
                  <a:pt x="43137" y="208366"/>
                  <a:pt x="56732" y="221960"/>
                  <a:pt x="56732" y="238729"/>
                </a:cubicBezTo>
                <a:cubicBezTo>
                  <a:pt x="56732" y="255499"/>
                  <a:pt x="43137" y="269093"/>
                  <a:pt x="26375" y="269093"/>
                </a:cubicBezTo>
                <a:cubicBezTo>
                  <a:pt x="17989" y="269093"/>
                  <a:pt x="10398" y="265695"/>
                  <a:pt x="4903" y="260200"/>
                </a:cubicBezTo>
                <a:lnTo>
                  <a:pt x="0" y="248364"/>
                </a:lnTo>
                <a:lnTo>
                  <a:pt x="0" y="229094"/>
                </a:lnTo>
                <a:lnTo>
                  <a:pt x="4903" y="217259"/>
                </a:lnTo>
                <a:cubicBezTo>
                  <a:pt x="10398" y="211765"/>
                  <a:pt x="17989" y="208366"/>
                  <a:pt x="26375" y="208366"/>
                </a:cubicBezTo>
                <a:close/>
                <a:moveTo>
                  <a:pt x="1622429" y="127914"/>
                </a:moveTo>
                <a:cubicBezTo>
                  <a:pt x="1630814" y="127914"/>
                  <a:pt x="1638404" y="131313"/>
                  <a:pt x="1643899" y="136808"/>
                </a:cubicBezTo>
                <a:lnTo>
                  <a:pt x="1648931" y="148957"/>
                </a:lnTo>
                <a:lnTo>
                  <a:pt x="1651011" y="162579"/>
                </a:lnTo>
                <a:lnTo>
                  <a:pt x="1643899" y="179748"/>
                </a:lnTo>
                <a:cubicBezTo>
                  <a:pt x="1638404" y="185243"/>
                  <a:pt x="1630814" y="188641"/>
                  <a:pt x="1622429" y="188641"/>
                </a:cubicBezTo>
                <a:cubicBezTo>
                  <a:pt x="1605659" y="188641"/>
                  <a:pt x="1592066" y="175047"/>
                  <a:pt x="1592066" y="158278"/>
                </a:cubicBezTo>
                <a:cubicBezTo>
                  <a:pt x="1592066" y="141508"/>
                  <a:pt x="1605659" y="127914"/>
                  <a:pt x="1622429" y="127914"/>
                </a:cubicBezTo>
                <a:close/>
                <a:moveTo>
                  <a:pt x="1549874" y="127914"/>
                </a:moveTo>
                <a:cubicBezTo>
                  <a:pt x="1566644" y="127914"/>
                  <a:pt x="1580238" y="141508"/>
                  <a:pt x="1580238" y="158278"/>
                </a:cubicBezTo>
                <a:cubicBezTo>
                  <a:pt x="1580238" y="175047"/>
                  <a:pt x="1566644" y="188641"/>
                  <a:pt x="1549874" y="188641"/>
                </a:cubicBezTo>
                <a:cubicBezTo>
                  <a:pt x="1533105" y="188641"/>
                  <a:pt x="1519511" y="175047"/>
                  <a:pt x="1519511" y="158278"/>
                </a:cubicBezTo>
                <a:cubicBezTo>
                  <a:pt x="1519511" y="141508"/>
                  <a:pt x="1533105" y="127914"/>
                  <a:pt x="1549874" y="127914"/>
                </a:cubicBezTo>
                <a:close/>
                <a:moveTo>
                  <a:pt x="1477320" y="127914"/>
                </a:moveTo>
                <a:cubicBezTo>
                  <a:pt x="1494089" y="127914"/>
                  <a:pt x="1507683" y="141508"/>
                  <a:pt x="1507683" y="158278"/>
                </a:cubicBezTo>
                <a:cubicBezTo>
                  <a:pt x="1507683" y="175047"/>
                  <a:pt x="1494089" y="188641"/>
                  <a:pt x="1477320" y="188641"/>
                </a:cubicBezTo>
                <a:cubicBezTo>
                  <a:pt x="1460550" y="188641"/>
                  <a:pt x="1446956" y="175047"/>
                  <a:pt x="1446956" y="158278"/>
                </a:cubicBezTo>
                <a:cubicBezTo>
                  <a:pt x="1446956" y="141508"/>
                  <a:pt x="1460550" y="127914"/>
                  <a:pt x="1477320" y="127914"/>
                </a:cubicBezTo>
                <a:close/>
                <a:moveTo>
                  <a:pt x="1404765" y="127914"/>
                </a:moveTo>
                <a:cubicBezTo>
                  <a:pt x="1421535" y="127914"/>
                  <a:pt x="1435129" y="141508"/>
                  <a:pt x="1435129" y="158278"/>
                </a:cubicBezTo>
                <a:cubicBezTo>
                  <a:pt x="1435129" y="175047"/>
                  <a:pt x="1421535" y="188641"/>
                  <a:pt x="1404765" y="188641"/>
                </a:cubicBezTo>
                <a:cubicBezTo>
                  <a:pt x="1387996" y="188641"/>
                  <a:pt x="1374402" y="175047"/>
                  <a:pt x="1374402" y="158278"/>
                </a:cubicBezTo>
                <a:cubicBezTo>
                  <a:pt x="1374402" y="141508"/>
                  <a:pt x="1387996" y="127914"/>
                  <a:pt x="1404765" y="127914"/>
                </a:cubicBezTo>
                <a:close/>
                <a:moveTo>
                  <a:pt x="1332211" y="127914"/>
                </a:moveTo>
                <a:cubicBezTo>
                  <a:pt x="1348980" y="127914"/>
                  <a:pt x="1362574" y="141508"/>
                  <a:pt x="1362574" y="158278"/>
                </a:cubicBezTo>
                <a:cubicBezTo>
                  <a:pt x="1362574" y="175047"/>
                  <a:pt x="1348980" y="188641"/>
                  <a:pt x="1332211" y="188641"/>
                </a:cubicBezTo>
                <a:cubicBezTo>
                  <a:pt x="1315441" y="188641"/>
                  <a:pt x="1301847" y="175047"/>
                  <a:pt x="1301847" y="158278"/>
                </a:cubicBezTo>
                <a:cubicBezTo>
                  <a:pt x="1301847" y="141508"/>
                  <a:pt x="1315441" y="127914"/>
                  <a:pt x="1332211" y="127914"/>
                </a:cubicBezTo>
                <a:close/>
                <a:moveTo>
                  <a:pt x="1259656" y="127914"/>
                </a:moveTo>
                <a:cubicBezTo>
                  <a:pt x="1276426" y="127914"/>
                  <a:pt x="1290020" y="141508"/>
                  <a:pt x="1290020" y="158278"/>
                </a:cubicBezTo>
                <a:cubicBezTo>
                  <a:pt x="1290020" y="175047"/>
                  <a:pt x="1276426" y="188641"/>
                  <a:pt x="1259656" y="188641"/>
                </a:cubicBezTo>
                <a:cubicBezTo>
                  <a:pt x="1242887" y="188641"/>
                  <a:pt x="1229293" y="175047"/>
                  <a:pt x="1229293" y="158278"/>
                </a:cubicBezTo>
                <a:cubicBezTo>
                  <a:pt x="1229293" y="141508"/>
                  <a:pt x="1242887" y="127914"/>
                  <a:pt x="1259656" y="127914"/>
                </a:cubicBezTo>
                <a:close/>
                <a:moveTo>
                  <a:pt x="1187102" y="127914"/>
                </a:moveTo>
                <a:cubicBezTo>
                  <a:pt x="1203871" y="127914"/>
                  <a:pt x="1217465" y="141508"/>
                  <a:pt x="1217465" y="158278"/>
                </a:cubicBezTo>
                <a:cubicBezTo>
                  <a:pt x="1217465" y="175047"/>
                  <a:pt x="1203871" y="188641"/>
                  <a:pt x="1187102" y="188641"/>
                </a:cubicBezTo>
                <a:cubicBezTo>
                  <a:pt x="1170332" y="188641"/>
                  <a:pt x="1156738" y="175047"/>
                  <a:pt x="1156738" y="158278"/>
                </a:cubicBezTo>
                <a:cubicBezTo>
                  <a:pt x="1156738" y="141508"/>
                  <a:pt x="1170332" y="127914"/>
                  <a:pt x="1187102" y="127914"/>
                </a:cubicBezTo>
                <a:close/>
                <a:moveTo>
                  <a:pt x="1114547" y="127914"/>
                </a:moveTo>
                <a:cubicBezTo>
                  <a:pt x="1131317" y="127914"/>
                  <a:pt x="1144911" y="141508"/>
                  <a:pt x="1144911" y="158278"/>
                </a:cubicBezTo>
                <a:cubicBezTo>
                  <a:pt x="1144911" y="175047"/>
                  <a:pt x="1131317" y="188641"/>
                  <a:pt x="1114547" y="188641"/>
                </a:cubicBezTo>
                <a:cubicBezTo>
                  <a:pt x="1097778" y="188641"/>
                  <a:pt x="1084184" y="175047"/>
                  <a:pt x="1084184" y="158278"/>
                </a:cubicBezTo>
                <a:cubicBezTo>
                  <a:pt x="1084184" y="141508"/>
                  <a:pt x="1097778" y="127914"/>
                  <a:pt x="1114547" y="127914"/>
                </a:cubicBezTo>
                <a:close/>
                <a:moveTo>
                  <a:pt x="1041993" y="127914"/>
                </a:moveTo>
                <a:cubicBezTo>
                  <a:pt x="1058762" y="127914"/>
                  <a:pt x="1072356" y="141508"/>
                  <a:pt x="1072356" y="158278"/>
                </a:cubicBezTo>
                <a:cubicBezTo>
                  <a:pt x="1072356" y="175047"/>
                  <a:pt x="1058762" y="188641"/>
                  <a:pt x="1041993" y="188641"/>
                </a:cubicBezTo>
                <a:cubicBezTo>
                  <a:pt x="1025223" y="188641"/>
                  <a:pt x="1011629" y="175047"/>
                  <a:pt x="1011629" y="158278"/>
                </a:cubicBezTo>
                <a:cubicBezTo>
                  <a:pt x="1011629" y="141508"/>
                  <a:pt x="1025223" y="127914"/>
                  <a:pt x="1041993" y="127914"/>
                </a:cubicBezTo>
                <a:close/>
                <a:moveTo>
                  <a:pt x="969438" y="127914"/>
                </a:moveTo>
                <a:cubicBezTo>
                  <a:pt x="986208" y="127914"/>
                  <a:pt x="999801" y="141508"/>
                  <a:pt x="999801" y="158278"/>
                </a:cubicBezTo>
                <a:cubicBezTo>
                  <a:pt x="999801" y="175047"/>
                  <a:pt x="986208" y="188641"/>
                  <a:pt x="969438" y="188641"/>
                </a:cubicBezTo>
                <a:cubicBezTo>
                  <a:pt x="952669" y="188641"/>
                  <a:pt x="939075" y="175047"/>
                  <a:pt x="939075" y="158278"/>
                </a:cubicBezTo>
                <a:cubicBezTo>
                  <a:pt x="939075" y="141508"/>
                  <a:pt x="952669" y="127914"/>
                  <a:pt x="969438" y="127914"/>
                </a:cubicBezTo>
                <a:close/>
                <a:moveTo>
                  <a:pt x="896883" y="127914"/>
                </a:moveTo>
                <a:cubicBezTo>
                  <a:pt x="913653" y="127914"/>
                  <a:pt x="927247" y="141508"/>
                  <a:pt x="927247" y="158278"/>
                </a:cubicBezTo>
                <a:cubicBezTo>
                  <a:pt x="927247" y="175047"/>
                  <a:pt x="913653" y="188641"/>
                  <a:pt x="896883" y="188641"/>
                </a:cubicBezTo>
                <a:cubicBezTo>
                  <a:pt x="880114" y="188641"/>
                  <a:pt x="866520" y="175047"/>
                  <a:pt x="866520" y="158278"/>
                </a:cubicBezTo>
                <a:cubicBezTo>
                  <a:pt x="866520" y="141508"/>
                  <a:pt x="880114" y="127914"/>
                  <a:pt x="896883" y="127914"/>
                </a:cubicBezTo>
                <a:close/>
                <a:moveTo>
                  <a:pt x="824329" y="127914"/>
                </a:moveTo>
                <a:cubicBezTo>
                  <a:pt x="841098" y="127914"/>
                  <a:pt x="854692" y="141508"/>
                  <a:pt x="854692" y="158278"/>
                </a:cubicBezTo>
                <a:cubicBezTo>
                  <a:pt x="854692" y="175047"/>
                  <a:pt x="841098" y="188641"/>
                  <a:pt x="824329" y="188641"/>
                </a:cubicBezTo>
                <a:cubicBezTo>
                  <a:pt x="807559" y="188641"/>
                  <a:pt x="793965" y="175047"/>
                  <a:pt x="793965" y="158278"/>
                </a:cubicBezTo>
                <a:cubicBezTo>
                  <a:pt x="793965" y="141508"/>
                  <a:pt x="807559" y="127914"/>
                  <a:pt x="824329" y="127914"/>
                </a:cubicBezTo>
                <a:close/>
                <a:moveTo>
                  <a:pt x="751774" y="127914"/>
                </a:moveTo>
                <a:cubicBezTo>
                  <a:pt x="768544" y="127914"/>
                  <a:pt x="782138" y="141508"/>
                  <a:pt x="782138" y="158278"/>
                </a:cubicBezTo>
                <a:cubicBezTo>
                  <a:pt x="782138" y="175047"/>
                  <a:pt x="768544" y="188641"/>
                  <a:pt x="751774" y="188641"/>
                </a:cubicBezTo>
                <a:cubicBezTo>
                  <a:pt x="735005" y="188641"/>
                  <a:pt x="721411" y="175047"/>
                  <a:pt x="721411" y="158278"/>
                </a:cubicBezTo>
                <a:cubicBezTo>
                  <a:pt x="721411" y="141508"/>
                  <a:pt x="735005" y="127914"/>
                  <a:pt x="751774" y="127914"/>
                </a:cubicBezTo>
                <a:close/>
                <a:moveTo>
                  <a:pt x="679220" y="127914"/>
                </a:moveTo>
                <a:cubicBezTo>
                  <a:pt x="695989" y="127914"/>
                  <a:pt x="709583" y="141508"/>
                  <a:pt x="709583" y="158278"/>
                </a:cubicBezTo>
                <a:cubicBezTo>
                  <a:pt x="709583" y="175047"/>
                  <a:pt x="695989" y="188641"/>
                  <a:pt x="679220" y="188641"/>
                </a:cubicBezTo>
                <a:cubicBezTo>
                  <a:pt x="662450" y="188641"/>
                  <a:pt x="648856" y="175047"/>
                  <a:pt x="648856" y="158278"/>
                </a:cubicBezTo>
                <a:cubicBezTo>
                  <a:pt x="648856" y="141508"/>
                  <a:pt x="662450" y="127914"/>
                  <a:pt x="679220" y="127914"/>
                </a:cubicBezTo>
                <a:close/>
                <a:moveTo>
                  <a:pt x="606665" y="127914"/>
                </a:moveTo>
                <a:cubicBezTo>
                  <a:pt x="623435" y="127914"/>
                  <a:pt x="637029" y="141508"/>
                  <a:pt x="637029" y="158278"/>
                </a:cubicBezTo>
                <a:cubicBezTo>
                  <a:pt x="637029" y="175047"/>
                  <a:pt x="623435" y="188641"/>
                  <a:pt x="606665" y="188641"/>
                </a:cubicBezTo>
                <a:cubicBezTo>
                  <a:pt x="589896" y="188641"/>
                  <a:pt x="576302" y="175047"/>
                  <a:pt x="576302" y="158278"/>
                </a:cubicBezTo>
                <a:cubicBezTo>
                  <a:pt x="576302" y="141508"/>
                  <a:pt x="589896" y="127914"/>
                  <a:pt x="606665" y="127914"/>
                </a:cubicBezTo>
                <a:close/>
                <a:moveTo>
                  <a:pt x="534111" y="127914"/>
                </a:moveTo>
                <a:cubicBezTo>
                  <a:pt x="550880" y="127914"/>
                  <a:pt x="564474" y="141508"/>
                  <a:pt x="564474" y="158278"/>
                </a:cubicBezTo>
                <a:cubicBezTo>
                  <a:pt x="564474" y="175047"/>
                  <a:pt x="550880" y="188641"/>
                  <a:pt x="534111" y="188641"/>
                </a:cubicBezTo>
                <a:cubicBezTo>
                  <a:pt x="517341" y="188641"/>
                  <a:pt x="503747" y="175047"/>
                  <a:pt x="503747" y="158278"/>
                </a:cubicBezTo>
                <a:cubicBezTo>
                  <a:pt x="503747" y="141508"/>
                  <a:pt x="517341" y="127914"/>
                  <a:pt x="534111" y="127914"/>
                </a:cubicBezTo>
                <a:close/>
                <a:moveTo>
                  <a:pt x="461556" y="127914"/>
                </a:moveTo>
                <a:cubicBezTo>
                  <a:pt x="478326" y="127914"/>
                  <a:pt x="491920" y="141508"/>
                  <a:pt x="491920" y="158278"/>
                </a:cubicBezTo>
                <a:cubicBezTo>
                  <a:pt x="491920" y="175047"/>
                  <a:pt x="478326" y="188641"/>
                  <a:pt x="461556" y="188641"/>
                </a:cubicBezTo>
                <a:cubicBezTo>
                  <a:pt x="444787" y="188641"/>
                  <a:pt x="431192" y="175047"/>
                  <a:pt x="431192" y="158278"/>
                </a:cubicBezTo>
                <a:cubicBezTo>
                  <a:pt x="431192" y="141508"/>
                  <a:pt x="444787" y="127914"/>
                  <a:pt x="461556" y="127914"/>
                </a:cubicBezTo>
                <a:close/>
                <a:moveTo>
                  <a:pt x="389002" y="127914"/>
                </a:moveTo>
                <a:cubicBezTo>
                  <a:pt x="405771" y="127914"/>
                  <a:pt x="419365" y="141508"/>
                  <a:pt x="419365" y="158278"/>
                </a:cubicBezTo>
                <a:cubicBezTo>
                  <a:pt x="419365" y="175047"/>
                  <a:pt x="405771" y="188641"/>
                  <a:pt x="389002" y="188641"/>
                </a:cubicBezTo>
                <a:cubicBezTo>
                  <a:pt x="372232" y="188641"/>
                  <a:pt x="358638" y="175047"/>
                  <a:pt x="358638" y="158278"/>
                </a:cubicBezTo>
                <a:cubicBezTo>
                  <a:pt x="358638" y="141508"/>
                  <a:pt x="372232" y="127914"/>
                  <a:pt x="389002" y="127914"/>
                </a:cubicBezTo>
                <a:close/>
                <a:moveTo>
                  <a:pt x="316447" y="127914"/>
                </a:moveTo>
                <a:cubicBezTo>
                  <a:pt x="333216" y="127914"/>
                  <a:pt x="346810" y="141508"/>
                  <a:pt x="346810" y="158278"/>
                </a:cubicBezTo>
                <a:cubicBezTo>
                  <a:pt x="346810" y="175047"/>
                  <a:pt x="333216" y="188641"/>
                  <a:pt x="316447" y="188641"/>
                </a:cubicBezTo>
                <a:cubicBezTo>
                  <a:pt x="299677" y="188641"/>
                  <a:pt x="286084" y="175047"/>
                  <a:pt x="286084" y="158278"/>
                </a:cubicBezTo>
                <a:cubicBezTo>
                  <a:pt x="286084" y="141508"/>
                  <a:pt x="299677" y="127914"/>
                  <a:pt x="316447" y="127914"/>
                </a:cubicBezTo>
                <a:close/>
                <a:moveTo>
                  <a:pt x="243892" y="127914"/>
                </a:moveTo>
                <a:cubicBezTo>
                  <a:pt x="260662" y="127914"/>
                  <a:pt x="274256" y="141508"/>
                  <a:pt x="274256" y="158278"/>
                </a:cubicBezTo>
                <a:cubicBezTo>
                  <a:pt x="274256" y="175047"/>
                  <a:pt x="260662" y="188641"/>
                  <a:pt x="243892" y="188641"/>
                </a:cubicBezTo>
                <a:cubicBezTo>
                  <a:pt x="227123" y="188641"/>
                  <a:pt x="213529" y="175047"/>
                  <a:pt x="213529" y="158278"/>
                </a:cubicBezTo>
                <a:cubicBezTo>
                  <a:pt x="213529" y="141508"/>
                  <a:pt x="227123" y="127914"/>
                  <a:pt x="243892" y="127914"/>
                </a:cubicBezTo>
                <a:close/>
                <a:moveTo>
                  <a:pt x="171339" y="127914"/>
                </a:moveTo>
                <a:cubicBezTo>
                  <a:pt x="188107" y="127914"/>
                  <a:pt x="201701" y="141508"/>
                  <a:pt x="201701" y="158278"/>
                </a:cubicBezTo>
                <a:cubicBezTo>
                  <a:pt x="201701" y="175047"/>
                  <a:pt x="188107" y="188641"/>
                  <a:pt x="171339" y="188641"/>
                </a:cubicBezTo>
                <a:cubicBezTo>
                  <a:pt x="154702" y="188641"/>
                  <a:pt x="141108" y="175047"/>
                  <a:pt x="141108" y="158278"/>
                </a:cubicBezTo>
                <a:cubicBezTo>
                  <a:pt x="141108" y="141508"/>
                  <a:pt x="154702" y="127914"/>
                  <a:pt x="171339" y="127914"/>
                </a:cubicBezTo>
                <a:close/>
                <a:moveTo>
                  <a:pt x="98936" y="127914"/>
                </a:moveTo>
                <a:cubicBezTo>
                  <a:pt x="115695" y="127914"/>
                  <a:pt x="129288" y="141508"/>
                  <a:pt x="129288" y="158278"/>
                </a:cubicBezTo>
                <a:cubicBezTo>
                  <a:pt x="129288" y="175047"/>
                  <a:pt x="115695" y="188641"/>
                  <a:pt x="98936" y="188641"/>
                </a:cubicBezTo>
                <a:cubicBezTo>
                  <a:pt x="82162" y="188641"/>
                  <a:pt x="68567" y="175047"/>
                  <a:pt x="68567" y="158278"/>
                </a:cubicBezTo>
                <a:cubicBezTo>
                  <a:pt x="68567" y="141508"/>
                  <a:pt x="82162" y="127914"/>
                  <a:pt x="98936" y="127914"/>
                </a:cubicBezTo>
                <a:close/>
                <a:moveTo>
                  <a:pt x="26381" y="127914"/>
                </a:moveTo>
                <a:cubicBezTo>
                  <a:pt x="43143" y="127914"/>
                  <a:pt x="56738" y="141508"/>
                  <a:pt x="56738" y="158278"/>
                </a:cubicBezTo>
                <a:cubicBezTo>
                  <a:pt x="56738" y="175047"/>
                  <a:pt x="43143" y="188641"/>
                  <a:pt x="26381" y="188641"/>
                </a:cubicBezTo>
                <a:cubicBezTo>
                  <a:pt x="17995" y="188641"/>
                  <a:pt x="10404" y="185243"/>
                  <a:pt x="4909" y="179748"/>
                </a:cubicBezTo>
                <a:lnTo>
                  <a:pt x="0" y="167898"/>
                </a:lnTo>
                <a:lnTo>
                  <a:pt x="0" y="148658"/>
                </a:lnTo>
                <a:lnTo>
                  <a:pt x="4909" y="136807"/>
                </a:lnTo>
                <a:cubicBezTo>
                  <a:pt x="10404" y="131313"/>
                  <a:pt x="17995" y="127914"/>
                  <a:pt x="26381" y="127914"/>
                </a:cubicBezTo>
                <a:close/>
                <a:moveTo>
                  <a:pt x="1622429" y="47462"/>
                </a:moveTo>
                <a:lnTo>
                  <a:pt x="1625821" y="48147"/>
                </a:lnTo>
                <a:lnTo>
                  <a:pt x="1639701" y="102127"/>
                </a:lnTo>
                <a:lnTo>
                  <a:pt x="1634248" y="105804"/>
                </a:lnTo>
                <a:cubicBezTo>
                  <a:pt x="1630615" y="107340"/>
                  <a:pt x="1626621" y="108189"/>
                  <a:pt x="1622429" y="108189"/>
                </a:cubicBezTo>
                <a:cubicBezTo>
                  <a:pt x="1605659" y="108189"/>
                  <a:pt x="1592066" y="94595"/>
                  <a:pt x="1592066" y="77826"/>
                </a:cubicBezTo>
                <a:cubicBezTo>
                  <a:pt x="1592066" y="61056"/>
                  <a:pt x="1605659" y="47462"/>
                  <a:pt x="1622429" y="47462"/>
                </a:cubicBezTo>
                <a:close/>
                <a:moveTo>
                  <a:pt x="1549874" y="47462"/>
                </a:moveTo>
                <a:cubicBezTo>
                  <a:pt x="1566644" y="47462"/>
                  <a:pt x="1580238" y="61056"/>
                  <a:pt x="1580238" y="77826"/>
                </a:cubicBezTo>
                <a:cubicBezTo>
                  <a:pt x="1580238" y="94595"/>
                  <a:pt x="1566644" y="108189"/>
                  <a:pt x="1549874" y="108189"/>
                </a:cubicBezTo>
                <a:cubicBezTo>
                  <a:pt x="1533105" y="108189"/>
                  <a:pt x="1519511" y="94595"/>
                  <a:pt x="1519511" y="77826"/>
                </a:cubicBezTo>
                <a:cubicBezTo>
                  <a:pt x="1519511" y="61056"/>
                  <a:pt x="1533105" y="47462"/>
                  <a:pt x="1549874" y="47462"/>
                </a:cubicBezTo>
                <a:close/>
                <a:moveTo>
                  <a:pt x="1477320" y="47462"/>
                </a:moveTo>
                <a:cubicBezTo>
                  <a:pt x="1494089" y="47462"/>
                  <a:pt x="1507683" y="61056"/>
                  <a:pt x="1507683" y="77826"/>
                </a:cubicBezTo>
                <a:cubicBezTo>
                  <a:pt x="1507683" y="94595"/>
                  <a:pt x="1494089" y="108189"/>
                  <a:pt x="1477320" y="108189"/>
                </a:cubicBezTo>
                <a:cubicBezTo>
                  <a:pt x="1460550" y="108189"/>
                  <a:pt x="1446956" y="94595"/>
                  <a:pt x="1446956" y="77826"/>
                </a:cubicBezTo>
                <a:cubicBezTo>
                  <a:pt x="1446956" y="61056"/>
                  <a:pt x="1460550" y="47462"/>
                  <a:pt x="1477320" y="47462"/>
                </a:cubicBezTo>
                <a:close/>
                <a:moveTo>
                  <a:pt x="1404765" y="47462"/>
                </a:moveTo>
                <a:cubicBezTo>
                  <a:pt x="1421535" y="47462"/>
                  <a:pt x="1435129" y="61056"/>
                  <a:pt x="1435129" y="77826"/>
                </a:cubicBezTo>
                <a:cubicBezTo>
                  <a:pt x="1435129" y="94595"/>
                  <a:pt x="1421535" y="108189"/>
                  <a:pt x="1404765" y="108189"/>
                </a:cubicBezTo>
                <a:cubicBezTo>
                  <a:pt x="1387996" y="108189"/>
                  <a:pt x="1374402" y="94595"/>
                  <a:pt x="1374402" y="77826"/>
                </a:cubicBezTo>
                <a:cubicBezTo>
                  <a:pt x="1374402" y="61056"/>
                  <a:pt x="1387996" y="47462"/>
                  <a:pt x="1404765" y="47462"/>
                </a:cubicBezTo>
                <a:close/>
                <a:moveTo>
                  <a:pt x="1332211" y="47462"/>
                </a:moveTo>
                <a:cubicBezTo>
                  <a:pt x="1348980" y="47462"/>
                  <a:pt x="1362574" y="61056"/>
                  <a:pt x="1362574" y="77826"/>
                </a:cubicBezTo>
                <a:cubicBezTo>
                  <a:pt x="1362574" y="94595"/>
                  <a:pt x="1348980" y="108189"/>
                  <a:pt x="1332211" y="108189"/>
                </a:cubicBezTo>
                <a:cubicBezTo>
                  <a:pt x="1315441" y="108189"/>
                  <a:pt x="1301847" y="94595"/>
                  <a:pt x="1301847" y="77826"/>
                </a:cubicBezTo>
                <a:cubicBezTo>
                  <a:pt x="1301847" y="61056"/>
                  <a:pt x="1315441" y="47462"/>
                  <a:pt x="1332211" y="47462"/>
                </a:cubicBezTo>
                <a:close/>
                <a:moveTo>
                  <a:pt x="1259656" y="47462"/>
                </a:moveTo>
                <a:cubicBezTo>
                  <a:pt x="1276426" y="47462"/>
                  <a:pt x="1290020" y="61056"/>
                  <a:pt x="1290020" y="77826"/>
                </a:cubicBezTo>
                <a:cubicBezTo>
                  <a:pt x="1290020" y="94595"/>
                  <a:pt x="1276426" y="108189"/>
                  <a:pt x="1259656" y="108189"/>
                </a:cubicBezTo>
                <a:cubicBezTo>
                  <a:pt x="1242887" y="108189"/>
                  <a:pt x="1229293" y="94595"/>
                  <a:pt x="1229293" y="77826"/>
                </a:cubicBezTo>
                <a:cubicBezTo>
                  <a:pt x="1229293" y="61056"/>
                  <a:pt x="1242887" y="47462"/>
                  <a:pt x="1259656" y="47462"/>
                </a:cubicBezTo>
                <a:close/>
                <a:moveTo>
                  <a:pt x="1187102" y="47462"/>
                </a:moveTo>
                <a:cubicBezTo>
                  <a:pt x="1203871" y="47462"/>
                  <a:pt x="1217465" y="61056"/>
                  <a:pt x="1217465" y="77826"/>
                </a:cubicBezTo>
                <a:cubicBezTo>
                  <a:pt x="1217465" y="94595"/>
                  <a:pt x="1203871" y="108189"/>
                  <a:pt x="1187102" y="108189"/>
                </a:cubicBezTo>
                <a:cubicBezTo>
                  <a:pt x="1170332" y="108189"/>
                  <a:pt x="1156738" y="94595"/>
                  <a:pt x="1156738" y="77826"/>
                </a:cubicBezTo>
                <a:cubicBezTo>
                  <a:pt x="1156738" y="61056"/>
                  <a:pt x="1170332" y="47462"/>
                  <a:pt x="1187102" y="47462"/>
                </a:cubicBezTo>
                <a:close/>
                <a:moveTo>
                  <a:pt x="1114547" y="47462"/>
                </a:moveTo>
                <a:cubicBezTo>
                  <a:pt x="1131317" y="47462"/>
                  <a:pt x="1144911" y="61056"/>
                  <a:pt x="1144911" y="77826"/>
                </a:cubicBezTo>
                <a:cubicBezTo>
                  <a:pt x="1144911" y="94595"/>
                  <a:pt x="1131317" y="108189"/>
                  <a:pt x="1114547" y="108189"/>
                </a:cubicBezTo>
                <a:cubicBezTo>
                  <a:pt x="1097778" y="108189"/>
                  <a:pt x="1084184" y="94595"/>
                  <a:pt x="1084184" y="77826"/>
                </a:cubicBezTo>
                <a:cubicBezTo>
                  <a:pt x="1084184" y="61056"/>
                  <a:pt x="1097778" y="47462"/>
                  <a:pt x="1114547" y="47462"/>
                </a:cubicBezTo>
                <a:close/>
                <a:moveTo>
                  <a:pt x="1041993" y="47462"/>
                </a:moveTo>
                <a:cubicBezTo>
                  <a:pt x="1058762" y="47462"/>
                  <a:pt x="1072356" y="61056"/>
                  <a:pt x="1072356" y="77826"/>
                </a:cubicBezTo>
                <a:cubicBezTo>
                  <a:pt x="1072356" y="94595"/>
                  <a:pt x="1058762" y="108189"/>
                  <a:pt x="1041993" y="108189"/>
                </a:cubicBezTo>
                <a:cubicBezTo>
                  <a:pt x="1025223" y="108189"/>
                  <a:pt x="1011629" y="94595"/>
                  <a:pt x="1011629" y="77826"/>
                </a:cubicBezTo>
                <a:cubicBezTo>
                  <a:pt x="1011629" y="61056"/>
                  <a:pt x="1025223" y="47462"/>
                  <a:pt x="1041993" y="47462"/>
                </a:cubicBezTo>
                <a:close/>
                <a:moveTo>
                  <a:pt x="969438" y="47462"/>
                </a:moveTo>
                <a:cubicBezTo>
                  <a:pt x="986208" y="47462"/>
                  <a:pt x="999801" y="61056"/>
                  <a:pt x="999801" y="77826"/>
                </a:cubicBezTo>
                <a:cubicBezTo>
                  <a:pt x="999801" y="94595"/>
                  <a:pt x="986208" y="108189"/>
                  <a:pt x="969438" y="108189"/>
                </a:cubicBezTo>
                <a:cubicBezTo>
                  <a:pt x="952669" y="108189"/>
                  <a:pt x="939075" y="94595"/>
                  <a:pt x="939075" y="77826"/>
                </a:cubicBezTo>
                <a:cubicBezTo>
                  <a:pt x="939075" y="61056"/>
                  <a:pt x="952669" y="47462"/>
                  <a:pt x="969438" y="47462"/>
                </a:cubicBezTo>
                <a:close/>
                <a:moveTo>
                  <a:pt x="896883" y="47462"/>
                </a:moveTo>
                <a:cubicBezTo>
                  <a:pt x="913653" y="47462"/>
                  <a:pt x="927247" y="61056"/>
                  <a:pt x="927247" y="77826"/>
                </a:cubicBezTo>
                <a:cubicBezTo>
                  <a:pt x="927247" y="94595"/>
                  <a:pt x="913653" y="108189"/>
                  <a:pt x="896883" y="108189"/>
                </a:cubicBezTo>
                <a:cubicBezTo>
                  <a:pt x="880114" y="108189"/>
                  <a:pt x="866520" y="94595"/>
                  <a:pt x="866520" y="77826"/>
                </a:cubicBezTo>
                <a:cubicBezTo>
                  <a:pt x="866520" y="61056"/>
                  <a:pt x="880114" y="47462"/>
                  <a:pt x="896883" y="47462"/>
                </a:cubicBezTo>
                <a:close/>
                <a:moveTo>
                  <a:pt x="824329" y="47462"/>
                </a:moveTo>
                <a:cubicBezTo>
                  <a:pt x="841098" y="47462"/>
                  <a:pt x="854692" y="61056"/>
                  <a:pt x="854692" y="77826"/>
                </a:cubicBezTo>
                <a:cubicBezTo>
                  <a:pt x="854692" y="94595"/>
                  <a:pt x="841098" y="108189"/>
                  <a:pt x="824329" y="108189"/>
                </a:cubicBezTo>
                <a:cubicBezTo>
                  <a:pt x="807559" y="108189"/>
                  <a:pt x="793965" y="94595"/>
                  <a:pt x="793965" y="77826"/>
                </a:cubicBezTo>
                <a:cubicBezTo>
                  <a:pt x="793965" y="61056"/>
                  <a:pt x="807559" y="47462"/>
                  <a:pt x="824329" y="47462"/>
                </a:cubicBezTo>
                <a:close/>
                <a:moveTo>
                  <a:pt x="751774" y="47462"/>
                </a:moveTo>
                <a:cubicBezTo>
                  <a:pt x="768544" y="47462"/>
                  <a:pt x="782138" y="61056"/>
                  <a:pt x="782138" y="77826"/>
                </a:cubicBezTo>
                <a:cubicBezTo>
                  <a:pt x="782138" y="94595"/>
                  <a:pt x="768544" y="108189"/>
                  <a:pt x="751774" y="108189"/>
                </a:cubicBezTo>
                <a:cubicBezTo>
                  <a:pt x="735005" y="108189"/>
                  <a:pt x="721411" y="94595"/>
                  <a:pt x="721411" y="77826"/>
                </a:cubicBezTo>
                <a:cubicBezTo>
                  <a:pt x="721411" y="61056"/>
                  <a:pt x="735005" y="47462"/>
                  <a:pt x="751774" y="47462"/>
                </a:cubicBezTo>
                <a:close/>
                <a:moveTo>
                  <a:pt x="679220" y="47462"/>
                </a:moveTo>
                <a:cubicBezTo>
                  <a:pt x="695989" y="47462"/>
                  <a:pt x="709583" y="61056"/>
                  <a:pt x="709583" y="77826"/>
                </a:cubicBezTo>
                <a:cubicBezTo>
                  <a:pt x="709583" y="94595"/>
                  <a:pt x="695989" y="108189"/>
                  <a:pt x="679220" y="108189"/>
                </a:cubicBezTo>
                <a:cubicBezTo>
                  <a:pt x="662450" y="108189"/>
                  <a:pt x="648856" y="94595"/>
                  <a:pt x="648856" y="77826"/>
                </a:cubicBezTo>
                <a:cubicBezTo>
                  <a:pt x="648856" y="61056"/>
                  <a:pt x="662450" y="47462"/>
                  <a:pt x="679220" y="47462"/>
                </a:cubicBezTo>
                <a:close/>
                <a:moveTo>
                  <a:pt x="606665" y="47462"/>
                </a:moveTo>
                <a:cubicBezTo>
                  <a:pt x="623435" y="47462"/>
                  <a:pt x="637029" y="61056"/>
                  <a:pt x="637029" y="77826"/>
                </a:cubicBezTo>
                <a:cubicBezTo>
                  <a:pt x="637029" y="94595"/>
                  <a:pt x="623435" y="108189"/>
                  <a:pt x="606665" y="108189"/>
                </a:cubicBezTo>
                <a:cubicBezTo>
                  <a:pt x="589896" y="108189"/>
                  <a:pt x="576302" y="94595"/>
                  <a:pt x="576302" y="77826"/>
                </a:cubicBezTo>
                <a:cubicBezTo>
                  <a:pt x="576302" y="61056"/>
                  <a:pt x="589896" y="47462"/>
                  <a:pt x="606665" y="47462"/>
                </a:cubicBezTo>
                <a:close/>
                <a:moveTo>
                  <a:pt x="534111" y="47462"/>
                </a:moveTo>
                <a:cubicBezTo>
                  <a:pt x="550880" y="47462"/>
                  <a:pt x="564474" y="61056"/>
                  <a:pt x="564474" y="77826"/>
                </a:cubicBezTo>
                <a:cubicBezTo>
                  <a:pt x="564474" y="94595"/>
                  <a:pt x="550880" y="108189"/>
                  <a:pt x="534111" y="108189"/>
                </a:cubicBezTo>
                <a:cubicBezTo>
                  <a:pt x="517341" y="108189"/>
                  <a:pt x="503747" y="94595"/>
                  <a:pt x="503747" y="77826"/>
                </a:cubicBezTo>
                <a:cubicBezTo>
                  <a:pt x="503747" y="61056"/>
                  <a:pt x="517341" y="47462"/>
                  <a:pt x="534111" y="47462"/>
                </a:cubicBezTo>
                <a:close/>
                <a:moveTo>
                  <a:pt x="461556" y="47462"/>
                </a:moveTo>
                <a:cubicBezTo>
                  <a:pt x="478326" y="47462"/>
                  <a:pt x="491920" y="61056"/>
                  <a:pt x="491920" y="77826"/>
                </a:cubicBezTo>
                <a:cubicBezTo>
                  <a:pt x="491920" y="94595"/>
                  <a:pt x="478326" y="108189"/>
                  <a:pt x="461556" y="108189"/>
                </a:cubicBezTo>
                <a:cubicBezTo>
                  <a:pt x="444787" y="108189"/>
                  <a:pt x="431192" y="94595"/>
                  <a:pt x="431192" y="77826"/>
                </a:cubicBezTo>
                <a:cubicBezTo>
                  <a:pt x="431192" y="61056"/>
                  <a:pt x="444787" y="47462"/>
                  <a:pt x="461556" y="47462"/>
                </a:cubicBezTo>
                <a:close/>
                <a:moveTo>
                  <a:pt x="389002" y="47462"/>
                </a:moveTo>
                <a:cubicBezTo>
                  <a:pt x="405771" y="47462"/>
                  <a:pt x="419365" y="61056"/>
                  <a:pt x="419365" y="77826"/>
                </a:cubicBezTo>
                <a:cubicBezTo>
                  <a:pt x="419365" y="94595"/>
                  <a:pt x="405771" y="108189"/>
                  <a:pt x="389002" y="108189"/>
                </a:cubicBezTo>
                <a:cubicBezTo>
                  <a:pt x="372232" y="108189"/>
                  <a:pt x="358638" y="94595"/>
                  <a:pt x="358638" y="77826"/>
                </a:cubicBezTo>
                <a:cubicBezTo>
                  <a:pt x="358638" y="61056"/>
                  <a:pt x="372232" y="47462"/>
                  <a:pt x="389002" y="47462"/>
                </a:cubicBezTo>
                <a:close/>
                <a:moveTo>
                  <a:pt x="316447" y="47462"/>
                </a:moveTo>
                <a:cubicBezTo>
                  <a:pt x="333216" y="47462"/>
                  <a:pt x="346810" y="61056"/>
                  <a:pt x="346810" y="77826"/>
                </a:cubicBezTo>
                <a:cubicBezTo>
                  <a:pt x="346810" y="94595"/>
                  <a:pt x="333216" y="108189"/>
                  <a:pt x="316447" y="108189"/>
                </a:cubicBezTo>
                <a:cubicBezTo>
                  <a:pt x="299677" y="108189"/>
                  <a:pt x="286084" y="94595"/>
                  <a:pt x="286084" y="77826"/>
                </a:cubicBezTo>
                <a:cubicBezTo>
                  <a:pt x="286084" y="61056"/>
                  <a:pt x="299677" y="47462"/>
                  <a:pt x="316447" y="47462"/>
                </a:cubicBezTo>
                <a:close/>
                <a:moveTo>
                  <a:pt x="243892" y="47462"/>
                </a:moveTo>
                <a:cubicBezTo>
                  <a:pt x="260662" y="47462"/>
                  <a:pt x="274256" y="61056"/>
                  <a:pt x="274256" y="77826"/>
                </a:cubicBezTo>
                <a:cubicBezTo>
                  <a:pt x="274256" y="94595"/>
                  <a:pt x="260662" y="108189"/>
                  <a:pt x="243892" y="108189"/>
                </a:cubicBezTo>
                <a:cubicBezTo>
                  <a:pt x="227123" y="108189"/>
                  <a:pt x="213529" y="94595"/>
                  <a:pt x="213529" y="77826"/>
                </a:cubicBezTo>
                <a:cubicBezTo>
                  <a:pt x="213529" y="61056"/>
                  <a:pt x="227123" y="47462"/>
                  <a:pt x="243892" y="47462"/>
                </a:cubicBezTo>
                <a:close/>
                <a:moveTo>
                  <a:pt x="171339" y="47462"/>
                </a:moveTo>
                <a:cubicBezTo>
                  <a:pt x="188107" y="47462"/>
                  <a:pt x="201701" y="61056"/>
                  <a:pt x="201701" y="77826"/>
                </a:cubicBezTo>
                <a:cubicBezTo>
                  <a:pt x="201701" y="94595"/>
                  <a:pt x="188107" y="108189"/>
                  <a:pt x="171339" y="108189"/>
                </a:cubicBezTo>
                <a:cubicBezTo>
                  <a:pt x="154708" y="108189"/>
                  <a:pt x="141113" y="94595"/>
                  <a:pt x="141113" y="77826"/>
                </a:cubicBezTo>
                <a:cubicBezTo>
                  <a:pt x="141113" y="61056"/>
                  <a:pt x="154708" y="47462"/>
                  <a:pt x="171339" y="47462"/>
                </a:cubicBezTo>
                <a:close/>
                <a:moveTo>
                  <a:pt x="98942" y="47462"/>
                </a:moveTo>
                <a:cubicBezTo>
                  <a:pt x="115700" y="47462"/>
                  <a:pt x="129294" y="61056"/>
                  <a:pt x="129294" y="77826"/>
                </a:cubicBezTo>
                <a:cubicBezTo>
                  <a:pt x="129294" y="94595"/>
                  <a:pt x="115700" y="108189"/>
                  <a:pt x="98942" y="108189"/>
                </a:cubicBezTo>
                <a:cubicBezTo>
                  <a:pt x="82168" y="108189"/>
                  <a:pt x="68573" y="94595"/>
                  <a:pt x="68573" y="77826"/>
                </a:cubicBezTo>
                <a:cubicBezTo>
                  <a:pt x="68573" y="61056"/>
                  <a:pt x="82168" y="47462"/>
                  <a:pt x="98942" y="47462"/>
                </a:cubicBezTo>
                <a:close/>
                <a:moveTo>
                  <a:pt x="26388" y="47462"/>
                </a:moveTo>
                <a:cubicBezTo>
                  <a:pt x="43149" y="47462"/>
                  <a:pt x="56744" y="61056"/>
                  <a:pt x="56744" y="77826"/>
                </a:cubicBezTo>
                <a:cubicBezTo>
                  <a:pt x="56744" y="94595"/>
                  <a:pt x="43149" y="108189"/>
                  <a:pt x="26388" y="108189"/>
                </a:cubicBezTo>
                <a:cubicBezTo>
                  <a:pt x="18002" y="108189"/>
                  <a:pt x="10410" y="104791"/>
                  <a:pt x="4916" y="99296"/>
                </a:cubicBezTo>
                <a:lnTo>
                  <a:pt x="0" y="87429"/>
                </a:lnTo>
                <a:lnTo>
                  <a:pt x="0" y="68222"/>
                </a:lnTo>
                <a:lnTo>
                  <a:pt x="4916" y="56355"/>
                </a:lnTo>
                <a:cubicBezTo>
                  <a:pt x="10410" y="50861"/>
                  <a:pt x="18002" y="47462"/>
                  <a:pt x="26388" y="47462"/>
                </a:cubicBezTo>
                <a:close/>
                <a:moveTo>
                  <a:pt x="1592868" y="0"/>
                </a:moveTo>
                <a:lnTo>
                  <a:pt x="1613441" y="0"/>
                </a:lnTo>
                <a:lnTo>
                  <a:pt x="1620472" y="27343"/>
                </a:lnTo>
                <a:lnTo>
                  <a:pt x="1610610" y="25352"/>
                </a:lnTo>
                <a:cubicBezTo>
                  <a:pt x="1605161" y="23047"/>
                  <a:pt x="1600525" y="19197"/>
                  <a:pt x="1597251" y="14351"/>
                </a:cubicBezTo>
                <a:close/>
                <a:moveTo>
                  <a:pt x="1520598" y="0"/>
                </a:moveTo>
                <a:lnTo>
                  <a:pt x="1579150" y="0"/>
                </a:lnTo>
                <a:lnTo>
                  <a:pt x="1571345" y="18844"/>
                </a:lnTo>
                <a:cubicBezTo>
                  <a:pt x="1565850" y="24339"/>
                  <a:pt x="1558259" y="27738"/>
                  <a:pt x="1549874" y="27738"/>
                </a:cubicBezTo>
                <a:cubicBezTo>
                  <a:pt x="1541490" y="27738"/>
                  <a:pt x="1533899" y="24339"/>
                  <a:pt x="1528404" y="18844"/>
                </a:cubicBezTo>
                <a:close/>
                <a:moveTo>
                  <a:pt x="1448044" y="0"/>
                </a:moveTo>
                <a:lnTo>
                  <a:pt x="1506596" y="0"/>
                </a:lnTo>
                <a:lnTo>
                  <a:pt x="1498790" y="18844"/>
                </a:lnTo>
                <a:cubicBezTo>
                  <a:pt x="1493295" y="24339"/>
                  <a:pt x="1485705" y="27738"/>
                  <a:pt x="1477320" y="27738"/>
                </a:cubicBezTo>
                <a:cubicBezTo>
                  <a:pt x="1468935" y="27738"/>
                  <a:pt x="1461344" y="24339"/>
                  <a:pt x="1455850" y="18844"/>
                </a:cubicBezTo>
                <a:close/>
                <a:moveTo>
                  <a:pt x="1375489" y="0"/>
                </a:moveTo>
                <a:lnTo>
                  <a:pt x="1434041" y="0"/>
                </a:lnTo>
                <a:lnTo>
                  <a:pt x="1426236" y="18844"/>
                </a:lnTo>
                <a:cubicBezTo>
                  <a:pt x="1420741" y="24339"/>
                  <a:pt x="1413150" y="27738"/>
                  <a:pt x="1404765" y="27738"/>
                </a:cubicBezTo>
                <a:cubicBezTo>
                  <a:pt x="1396381" y="27738"/>
                  <a:pt x="1388790" y="24339"/>
                  <a:pt x="1383295" y="18844"/>
                </a:cubicBezTo>
                <a:close/>
                <a:moveTo>
                  <a:pt x="1302935" y="0"/>
                </a:moveTo>
                <a:lnTo>
                  <a:pt x="1361486" y="0"/>
                </a:lnTo>
                <a:lnTo>
                  <a:pt x="1353681" y="18844"/>
                </a:lnTo>
                <a:cubicBezTo>
                  <a:pt x="1348186" y="24339"/>
                  <a:pt x="1340596" y="27738"/>
                  <a:pt x="1332211" y="27738"/>
                </a:cubicBezTo>
                <a:cubicBezTo>
                  <a:pt x="1323826" y="27738"/>
                  <a:pt x="1316235" y="24339"/>
                  <a:pt x="1310740" y="18844"/>
                </a:cubicBezTo>
                <a:close/>
                <a:moveTo>
                  <a:pt x="1230380" y="0"/>
                </a:moveTo>
                <a:lnTo>
                  <a:pt x="1288932" y="0"/>
                </a:lnTo>
                <a:lnTo>
                  <a:pt x="1281126" y="18844"/>
                </a:lnTo>
                <a:cubicBezTo>
                  <a:pt x="1275632" y="24339"/>
                  <a:pt x="1268041" y="27738"/>
                  <a:pt x="1259656" y="27738"/>
                </a:cubicBezTo>
                <a:cubicBezTo>
                  <a:pt x="1251271" y="27738"/>
                  <a:pt x="1243680" y="24339"/>
                  <a:pt x="1238186" y="18844"/>
                </a:cubicBezTo>
                <a:close/>
                <a:moveTo>
                  <a:pt x="1157826" y="0"/>
                </a:moveTo>
                <a:lnTo>
                  <a:pt x="1216377" y="0"/>
                </a:lnTo>
                <a:lnTo>
                  <a:pt x="1208572" y="18844"/>
                </a:lnTo>
                <a:cubicBezTo>
                  <a:pt x="1203077" y="24339"/>
                  <a:pt x="1195486" y="27738"/>
                  <a:pt x="1187102" y="27738"/>
                </a:cubicBezTo>
                <a:cubicBezTo>
                  <a:pt x="1178717" y="27738"/>
                  <a:pt x="1171126" y="24339"/>
                  <a:pt x="1165631" y="18844"/>
                </a:cubicBezTo>
                <a:close/>
                <a:moveTo>
                  <a:pt x="1085271" y="0"/>
                </a:moveTo>
                <a:lnTo>
                  <a:pt x="1143823" y="0"/>
                </a:lnTo>
                <a:lnTo>
                  <a:pt x="1136017" y="18844"/>
                </a:lnTo>
                <a:cubicBezTo>
                  <a:pt x="1130523" y="24339"/>
                  <a:pt x="1122932" y="27738"/>
                  <a:pt x="1114547" y="27738"/>
                </a:cubicBezTo>
                <a:cubicBezTo>
                  <a:pt x="1106162" y="27738"/>
                  <a:pt x="1098571" y="24339"/>
                  <a:pt x="1093077" y="18844"/>
                </a:cubicBezTo>
                <a:close/>
                <a:moveTo>
                  <a:pt x="1012717" y="0"/>
                </a:moveTo>
                <a:lnTo>
                  <a:pt x="1071268" y="0"/>
                </a:lnTo>
                <a:lnTo>
                  <a:pt x="1063463" y="18844"/>
                </a:lnTo>
                <a:cubicBezTo>
                  <a:pt x="1057968" y="24339"/>
                  <a:pt x="1050377" y="27738"/>
                  <a:pt x="1041993" y="27738"/>
                </a:cubicBezTo>
                <a:cubicBezTo>
                  <a:pt x="1033608" y="27738"/>
                  <a:pt x="1026017" y="24339"/>
                  <a:pt x="1020522" y="18844"/>
                </a:cubicBezTo>
                <a:close/>
                <a:moveTo>
                  <a:pt x="940162" y="0"/>
                </a:moveTo>
                <a:lnTo>
                  <a:pt x="998714" y="0"/>
                </a:lnTo>
                <a:lnTo>
                  <a:pt x="990908" y="18844"/>
                </a:lnTo>
                <a:cubicBezTo>
                  <a:pt x="985414" y="24339"/>
                  <a:pt x="977823" y="27738"/>
                  <a:pt x="969438" y="27738"/>
                </a:cubicBezTo>
                <a:cubicBezTo>
                  <a:pt x="961053" y="27738"/>
                  <a:pt x="953462" y="24339"/>
                  <a:pt x="947968" y="18844"/>
                </a:cubicBezTo>
                <a:close/>
                <a:moveTo>
                  <a:pt x="867607" y="0"/>
                </a:moveTo>
                <a:lnTo>
                  <a:pt x="926159" y="0"/>
                </a:lnTo>
                <a:lnTo>
                  <a:pt x="918354" y="18844"/>
                </a:lnTo>
                <a:cubicBezTo>
                  <a:pt x="912859" y="24339"/>
                  <a:pt x="905268" y="27738"/>
                  <a:pt x="896883" y="27738"/>
                </a:cubicBezTo>
                <a:cubicBezTo>
                  <a:pt x="888499" y="27738"/>
                  <a:pt x="880908" y="24339"/>
                  <a:pt x="875413" y="18844"/>
                </a:cubicBezTo>
                <a:close/>
                <a:moveTo>
                  <a:pt x="795053" y="0"/>
                </a:moveTo>
                <a:lnTo>
                  <a:pt x="853605" y="0"/>
                </a:lnTo>
                <a:lnTo>
                  <a:pt x="845799" y="18844"/>
                </a:lnTo>
                <a:cubicBezTo>
                  <a:pt x="840304" y="24339"/>
                  <a:pt x="832714" y="27738"/>
                  <a:pt x="824329" y="27738"/>
                </a:cubicBezTo>
                <a:cubicBezTo>
                  <a:pt x="815944" y="27738"/>
                  <a:pt x="808353" y="24339"/>
                  <a:pt x="802858" y="18844"/>
                </a:cubicBezTo>
                <a:close/>
                <a:moveTo>
                  <a:pt x="722498" y="0"/>
                </a:moveTo>
                <a:lnTo>
                  <a:pt x="781050" y="0"/>
                </a:lnTo>
                <a:lnTo>
                  <a:pt x="773245" y="18844"/>
                </a:lnTo>
                <a:cubicBezTo>
                  <a:pt x="767750" y="24339"/>
                  <a:pt x="760159" y="27738"/>
                  <a:pt x="751774" y="27738"/>
                </a:cubicBezTo>
                <a:cubicBezTo>
                  <a:pt x="743390" y="27738"/>
                  <a:pt x="735799" y="24339"/>
                  <a:pt x="730304" y="18844"/>
                </a:cubicBezTo>
                <a:close/>
                <a:moveTo>
                  <a:pt x="649944" y="0"/>
                </a:moveTo>
                <a:lnTo>
                  <a:pt x="708496" y="0"/>
                </a:lnTo>
                <a:lnTo>
                  <a:pt x="700690" y="18844"/>
                </a:lnTo>
                <a:cubicBezTo>
                  <a:pt x="695195" y="24339"/>
                  <a:pt x="687604" y="27738"/>
                  <a:pt x="679220" y="27738"/>
                </a:cubicBezTo>
                <a:cubicBezTo>
                  <a:pt x="670835" y="27738"/>
                  <a:pt x="663244" y="24339"/>
                  <a:pt x="657749" y="18844"/>
                </a:cubicBezTo>
                <a:close/>
                <a:moveTo>
                  <a:pt x="577389" y="0"/>
                </a:moveTo>
                <a:lnTo>
                  <a:pt x="635941" y="0"/>
                </a:lnTo>
                <a:lnTo>
                  <a:pt x="628135" y="18844"/>
                </a:lnTo>
                <a:cubicBezTo>
                  <a:pt x="622641" y="24339"/>
                  <a:pt x="615050" y="27738"/>
                  <a:pt x="606665" y="27738"/>
                </a:cubicBezTo>
                <a:cubicBezTo>
                  <a:pt x="598280" y="27738"/>
                  <a:pt x="590690" y="24339"/>
                  <a:pt x="585195" y="18844"/>
                </a:cubicBezTo>
                <a:close/>
                <a:moveTo>
                  <a:pt x="504835" y="0"/>
                </a:moveTo>
                <a:lnTo>
                  <a:pt x="563386" y="0"/>
                </a:lnTo>
                <a:lnTo>
                  <a:pt x="555581" y="18844"/>
                </a:lnTo>
                <a:cubicBezTo>
                  <a:pt x="550086" y="24339"/>
                  <a:pt x="542495" y="27738"/>
                  <a:pt x="534111" y="27738"/>
                </a:cubicBezTo>
                <a:cubicBezTo>
                  <a:pt x="525726" y="27738"/>
                  <a:pt x="518135" y="24339"/>
                  <a:pt x="512640" y="18844"/>
                </a:cubicBezTo>
                <a:close/>
                <a:moveTo>
                  <a:pt x="432280" y="0"/>
                </a:moveTo>
                <a:lnTo>
                  <a:pt x="490832" y="0"/>
                </a:lnTo>
                <a:lnTo>
                  <a:pt x="483026" y="18844"/>
                </a:lnTo>
                <a:cubicBezTo>
                  <a:pt x="477532" y="24339"/>
                  <a:pt x="469941" y="27738"/>
                  <a:pt x="461556" y="27738"/>
                </a:cubicBezTo>
                <a:cubicBezTo>
                  <a:pt x="453171" y="27738"/>
                  <a:pt x="445580" y="24339"/>
                  <a:pt x="440086" y="18844"/>
                </a:cubicBezTo>
                <a:close/>
                <a:moveTo>
                  <a:pt x="359726" y="0"/>
                </a:moveTo>
                <a:lnTo>
                  <a:pt x="418277" y="0"/>
                </a:lnTo>
                <a:lnTo>
                  <a:pt x="410472" y="18844"/>
                </a:lnTo>
                <a:cubicBezTo>
                  <a:pt x="404977" y="24339"/>
                  <a:pt x="397386" y="27738"/>
                  <a:pt x="389002" y="27738"/>
                </a:cubicBezTo>
                <a:cubicBezTo>
                  <a:pt x="380617" y="27738"/>
                  <a:pt x="373026" y="24339"/>
                  <a:pt x="367531" y="18844"/>
                </a:cubicBezTo>
                <a:close/>
                <a:moveTo>
                  <a:pt x="287171" y="0"/>
                </a:moveTo>
                <a:lnTo>
                  <a:pt x="345723" y="0"/>
                </a:lnTo>
                <a:lnTo>
                  <a:pt x="337917" y="18844"/>
                </a:lnTo>
                <a:cubicBezTo>
                  <a:pt x="332423" y="24339"/>
                  <a:pt x="324832" y="27738"/>
                  <a:pt x="316447" y="27738"/>
                </a:cubicBezTo>
                <a:cubicBezTo>
                  <a:pt x="308062" y="27738"/>
                  <a:pt x="300471" y="24339"/>
                  <a:pt x="294977" y="18844"/>
                </a:cubicBezTo>
                <a:close/>
                <a:moveTo>
                  <a:pt x="214617" y="0"/>
                </a:moveTo>
                <a:lnTo>
                  <a:pt x="273168" y="0"/>
                </a:lnTo>
                <a:lnTo>
                  <a:pt x="265363" y="18844"/>
                </a:lnTo>
                <a:cubicBezTo>
                  <a:pt x="259868" y="24339"/>
                  <a:pt x="252277" y="27738"/>
                  <a:pt x="243892" y="27738"/>
                </a:cubicBezTo>
                <a:cubicBezTo>
                  <a:pt x="235508" y="27738"/>
                  <a:pt x="227917" y="24339"/>
                  <a:pt x="222422" y="18844"/>
                </a:cubicBezTo>
                <a:close/>
                <a:moveTo>
                  <a:pt x="142204" y="0"/>
                </a:moveTo>
                <a:lnTo>
                  <a:pt x="200614" y="0"/>
                </a:lnTo>
                <a:lnTo>
                  <a:pt x="192808" y="18844"/>
                </a:lnTo>
                <a:cubicBezTo>
                  <a:pt x="187314" y="24339"/>
                  <a:pt x="179723" y="27738"/>
                  <a:pt x="171339" y="27738"/>
                </a:cubicBezTo>
                <a:cubicBezTo>
                  <a:pt x="163026" y="27738"/>
                  <a:pt x="155471" y="24339"/>
                  <a:pt x="149994" y="18844"/>
                </a:cubicBezTo>
                <a:close/>
                <a:moveTo>
                  <a:pt x="69668" y="0"/>
                </a:moveTo>
                <a:lnTo>
                  <a:pt x="128212" y="0"/>
                </a:lnTo>
                <a:lnTo>
                  <a:pt x="120408" y="18844"/>
                </a:lnTo>
                <a:cubicBezTo>
                  <a:pt x="114915" y="24339"/>
                  <a:pt x="107328" y="27738"/>
                  <a:pt x="98949" y="27738"/>
                </a:cubicBezTo>
                <a:cubicBezTo>
                  <a:pt x="90562" y="27738"/>
                  <a:pt x="82969" y="24339"/>
                  <a:pt x="77474" y="18844"/>
                </a:cubicBezTo>
                <a:close/>
                <a:moveTo>
                  <a:pt x="0" y="0"/>
                </a:moveTo>
                <a:lnTo>
                  <a:pt x="55662" y="0"/>
                </a:lnTo>
                <a:lnTo>
                  <a:pt x="47858" y="18844"/>
                </a:lnTo>
                <a:cubicBezTo>
                  <a:pt x="42364" y="24339"/>
                  <a:pt x="34775" y="27738"/>
                  <a:pt x="26394" y="27738"/>
                </a:cubicBezTo>
                <a:cubicBezTo>
                  <a:pt x="18009" y="27738"/>
                  <a:pt x="10417" y="24339"/>
                  <a:pt x="4922" y="18844"/>
                </a:cubicBezTo>
                <a:lnTo>
                  <a:pt x="0" y="6962"/>
                </a:lnTo>
                <a:close/>
              </a:path>
            </a:pathLst>
          </a:custGeom>
          <a:solidFill>
            <a:schemeClr val="accent1">
              <a:alpha val="60000"/>
            </a:schemeClr>
          </a:soli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94" name="Google Shape;94;p27"/>
          <p:cNvSpPr/>
          <p:nvPr/>
        </p:nvSpPr>
        <p:spPr>
          <a:xfrm>
            <a:off x="2" y="2"/>
            <a:ext cx="403373" cy="496797"/>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pic>
        <p:nvPicPr>
          <p:cNvPr id="95" name="Google Shape;95;p27"/>
          <p:cNvPicPr preferRelativeResize="0"/>
          <p:nvPr/>
        </p:nvPicPr>
        <p:blipFill rotWithShape="1">
          <a:blip r:embed="rId2">
            <a:alphaModFix/>
          </a:blip>
          <a:srcRect/>
          <a:stretch/>
        </p:blipFill>
        <p:spPr>
          <a:xfrm>
            <a:off x="0" y="6811001"/>
            <a:ext cx="12192000" cy="50800"/>
          </a:xfrm>
          <a:prstGeom prst="rect">
            <a:avLst/>
          </a:prstGeom>
          <a:noFill/>
          <a:ln>
            <a:noFill/>
          </a:ln>
        </p:spPr>
      </p:pic>
    </p:spTree>
    <p:extLst>
      <p:ext uri="{BB962C8B-B14F-4D97-AF65-F5344CB8AC3E}">
        <p14:creationId xmlns:p14="http://schemas.microsoft.com/office/powerpoint/2010/main" val="1883555563"/>
      </p:ext>
    </p:extLst>
  </p:cSld>
  <p:clrMapOvr>
    <a:masterClrMapping/>
  </p:clrMapOvr>
  <p:extLst>
    <p:ext uri="{DCECCB84-F9BA-43D5-87BE-67443E8EF086}">
      <p15:sldGuideLst xmlns:p15="http://schemas.microsoft.com/office/powerpoint/2012/main">
        <p15:guide id="1" orient="horz" pos="518">
          <p15:clr>
            <a:srgbClr val="FA7B17"/>
          </p15:clr>
        </p15:guide>
        <p15:guide id="2" orient="horz" pos="3068">
          <p15:clr>
            <a:srgbClr val="FA7B17"/>
          </p15:clr>
        </p15:guide>
        <p15:guide id="3" pos="259">
          <p15:clr>
            <a:srgbClr val="FA7B17"/>
          </p15:clr>
        </p15:guide>
        <p15:guide id="4" pos="5501">
          <p15:clr>
            <a:srgbClr val="FA7B17"/>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Appendix">
  <p:cSld name="Appendix">
    <p:spTree>
      <p:nvGrpSpPr>
        <p:cNvPr id="1" name="Shape 96"/>
        <p:cNvGrpSpPr/>
        <p:nvPr/>
      </p:nvGrpSpPr>
      <p:grpSpPr>
        <a:xfrm>
          <a:off x="0" y="0"/>
          <a:ext cx="0" cy="0"/>
          <a:chOff x="0" y="0"/>
          <a:chExt cx="0" cy="0"/>
        </a:xfrm>
      </p:grpSpPr>
      <p:sp>
        <p:nvSpPr>
          <p:cNvPr id="97" name="Google Shape;97;p28"/>
          <p:cNvSpPr txBox="1">
            <a:spLocks noGrp="1"/>
          </p:cNvSpPr>
          <p:nvPr>
            <p:ph type="title"/>
          </p:nvPr>
        </p:nvSpPr>
        <p:spPr>
          <a:xfrm>
            <a:off x="554167" y="496800"/>
            <a:ext cx="11083600" cy="6116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1800"/>
              <a:buNone/>
              <a:defRPr sz="2400">
                <a:solidFill>
                  <a:schemeClr val="lt1"/>
                </a:solidFill>
              </a:defRPr>
            </a:lvl1pPr>
            <a:lvl2pPr lvl="1" algn="l">
              <a:lnSpc>
                <a:spcPct val="100000"/>
              </a:lnSpc>
              <a:spcBef>
                <a:spcPts val="0"/>
              </a:spcBef>
              <a:spcAft>
                <a:spcPts val="0"/>
              </a:spcAft>
              <a:buSzPts val="1800"/>
              <a:buNone/>
              <a:defRPr sz="2400"/>
            </a:lvl2pPr>
            <a:lvl3pPr lvl="2" algn="l">
              <a:lnSpc>
                <a:spcPct val="100000"/>
              </a:lnSpc>
              <a:spcBef>
                <a:spcPts val="0"/>
              </a:spcBef>
              <a:spcAft>
                <a:spcPts val="0"/>
              </a:spcAft>
              <a:buSzPts val="1800"/>
              <a:buNone/>
              <a:defRPr sz="2400"/>
            </a:lvl3pPr>
            <a:lvl4pPr lvl="3" algn="l">
              <a:lnSpc>
                <a:spcPct val="100000"/>
              </a:lnSpc>
              <a:spcBef>
                <a:spcPts val="0"/>
              </a:spcBef>
              <a:spcAft>
                <a:spcPts val="0"/>
              </a:spcAft>
              <a:buSzPts val="1800"/>
              <a:buNone/>
              <a:defRPr sz="2400"/>
            </a:lvl4pPr>
            <a:lvl5pPr lvl="4" algn="l">
              <a:lnSpc>
                <a:spcPct val="100000"/>
              </a:lnSpc>
              <a:spcBef>
                <a:spcPts val="0"/>
              </a:spcBef>
              <a:spcAft>
                <a:spcPts val="0"/>
              </a:spcAft>
              <a:buSzPts val="1800"/>
              <a:buNone/>
              <a:defRPr sz="2400"/>
            </a:lvl5pPr>
            <a:lvl6pPr lvl="5" algn="l">
              <a:lnSpc>
                <a:spcPct val="100000"/>
              </a:lnSpc>
              <a:spcBef>
                <a:spcPts val="0"/>
              </a:spcBef>
              <a:spcAft>
                <a:spcPts val="0"/>
              </a:spcAft>
              <a:buSzPts val="1800"/>
              <a:buNone/>
              <a:defRPr sz="2400"/>
            </a:lvl6pPr>
            <a:lvl7pPr lvl="6" algn="l">
              <a:lnSpc>
                <a:spcPct val="100000"/>
              </a:lnSpc>
              <a:spcBef>
                <a:spcPts val="0"/>
              </a:spcBef>
              <a:spcAft>
                <a:spcPts val="0"/>
              </a:spcAft>
              <a:buSzPts val="1800"/>
              <a:buNone/>
              <a:defRPr sz="2400"/>
            </a:lvl7pPr>
            <a:lvl8pPr lvl="7" algn="l">
              <a:lnSpc>
                <a:spcPct val="100000"/>
              </a:lnSpc>
              <a:spcBef>
                <a:spcPts val="0"/>
              </a:spcBef>
              <a:spcAft>
                <a:spcPts val="0"/>
              </a:spcAft>
              <a:buSzPts val="1800"/>
              <a:buNone/>
              <a:defRPr sz="2400"/>
            </a:lvl8pPr>
            <a:lvl9pPr lvl="8" algn="l">
              <a:lnSpc>
                <a:spcPct val="100000"/>
              </a:lnSpc>
              <a:spcBef>
                <a:spcPts val="0"/>
              </a:spcBef>
              <a:spcAft>
                <a:spcPts val="0"/>
              </a:spcAft>
              <a:buSzPts val="1800"/>
              <a:buNone/>
              <a:defRPr sz="2400"/>
            </a:lvl9pPr>
          </a:lstStyle>
          <a:p>
            <a:endParaRPr/>
          </a:p>
        </p:txBody>
      </p:sp>
      <p:sp>
        <p:nvSpPr>
          <p:cNvPr id="98" name="Google Shape;98;p28"/>
          <p:cNvSpPr/>
          <p:nvPr/>
        </p:nvSpPr>
        <p:spPr>
          <a:xfrm>
            <a:off x="11792595" y="6494883"/>
            <a:ext cx="304800" cy="306000"/>
          </a:xfrm>
          <a:prstGeom prst="ellipse">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US" sz="933" b="0" i="0" u="none" strike="noStrike" cap="none">
                <a:solidFill>
                  <a:schemeClr val="lt1"/>
                </a:solidFill>
                <a:latin typeface="Calibri"/>
                <a:ea typeface="Calibri"/>
                <a:cs typeface="Calibri"/>
                <a:sym typeface="Calibri"/>
              </a:rPr>
              <a:pPr marL="0" marR="0" lvl="0" indent="0" algn="r" rtl="0">
                <a:lnSpc>
                  <a:spcPct val="100000"/>
                </a:lnSpc>
                <a:spcBef>
                  <a:spcPts val="0"/>
                </a:spcBef>
                <a:spcAft>
                  <a:spcPts val="0"/>
                </a:spcAft>
                <a:buClr>
                  <a:srgbClr val="000000"/>
                </a:buClr>
                <a:buSzPts val="700"/>
                <a:buFont typeface="Arial"/>
                <a:buNone/>
              </a:pPr>
              <a:t>‹#›</a:t>
            </a:fld>
            <a:endParaRPr sz="933" b="0" i="0" u="none" strike="noStrike" cap="none" dirty="0">
              <a:solidFill>
                <a:schemeClr val="lt1"/>
              </a:solidFill>
              <a:latin typeface="Calibri"/>
              <a:ea typeface="Calibri"/>
              <a:cs typeface="Calibri"/>
              <a:sym typeface="Calibri"/>
            </a:endParaRPr>
          </a:p>
        </p:txBody>
      </p:sp>
      <p:sp>
        <p:nvSpPr>
          <p:cNvPr id="99" name="Google Shape;99;p28"/>
          <p:cNvSpPr/>
          <p:nvPr/>
        </p:nvSpPr>
        <p:spPr>
          <a:xfrm>
            <a:off x="3" y="1"/>
            <a:ext cx="301543" cy="347263"/>
          </a:xfrm>
          <a:custGeom>
            <a:avLst/>
            <a:gdLst/>
            <a:ahLst/>
            <a:cxnLst/>
            <a:rect l="l" t="t" r="r" b="b"/>
            <a:pathLst>
              <a:path w="1675237" h="1929234" extrusionOk="0">
                <a:moveTo>
                  <a:pt x="461556" y="1897854"/>
                </a:moveTo>
                <a:lnTo>
                  <a:pt x="469774" y="1899513"/>
                </a:lnTo>
                <a:lnTo>
                  <a:pt x="443985" y="1904118"/>
                </a:lnTo>
                <a:lnTo>
                  <a:pt x="449737" y="1900240"/>
                </a:lnTo>
                <a:cubicBezTo>
                  <a:pt x="453370" y="1898704"/>
                  <a:pt x="457364" y="1897854"/>
                  <a:pt x="461556" y="1897854"/>
                </a:cubicBezTo>
                <a:close/>
                <a:moveTo>
                  <a:pt x="389002" y="1897854"/>
                </a:moveTo>
                <a:cubicBezTo>
                  <a:pt x="397386" y="1897854"/>
                  <a:pt x="404977" y="1901253"/>
                  <a:pt x="410472" y="1906747"/>
                </a:cubicBezTo>
                <a:lnTo>
                  <a:pt x="411766" y="1909872"/>
                </a:lnTo>
                <a:lnTo>
                  <a:pt x="400388" y="1911904"/>
                </a:lnTo>
                <a:lnTo>
                  <a:pt x="363451" y="1916598"/>
                </a:lnTo>
                <a:lnTo>
                  <a:pt x="367531" y="1906747"/>
                </a:lnTo>
                <a:cubicBezTo>
                  <a:pt x="373026" y="1901253"/>
                  <a:pt x="380617" y="1897854"/>
                  <a:pt x="389002" y="1897854"/>
                </a:cubicBezTo>
                <a:close/>
                <a:moveTo>
                  <a:pt x="316447" y="1897854"/>
                </a:moveTo>
                <a:cubicBezTo>
                  <a:pt x="324832" y="1897854"/>
                  <a:pt x="332422" y="1901253"/>
                  <a:pt x="337917" y="1906747"/>
                </a:cubicBezTo>
                <a:lnTo>
                  <a:pt x="343070" y="1919187"/>
                </a:lnTo>
                <a:lnTo>
                  <a:pt x="325117" y="1921469"/>
                </a:lnTo>
                <a:lnTo>
                  <a:pt x="287700" y="1924314"/>
                </a:lnTo>
                <a:lnTo>
                  <a:pt x="294977" y="1906747"/>
                </a:lnTo>
                <a:cubicBezTo>
                  <a:pt x="300471" y="1901253"/>
                  <a:pt x="308062" y="1897854"/>
                  <a:pt x="316447" y="1897854"/>
                </a:cubicBezTo>
                <a:close/>
                <a:moveTo>
                  <a:pt x="243892" y="1897854"/>
                </a:moveTo>
                <a:cubicBezTo>
                  <a:pt x="252277" y="1897854"/>
                  <a:pt x="259868" y="1901253"/>
                  <a:pt x="265363" y="1906747"/>
                </a:cubicBezTo>
                <a:lnTo>
                  <a:pt x="273099" y="1925425"/>
                </a:lnTo>
                <a:lnTo>
                  <a:pt x="248735" y="1927277"/>
                </a:lnTo>
                <a:lnTo>
                  <a:pt x="213550" y="1928167"/>
                </a:lnTo>
                <a:lnTo>
                  <a:pt x="222422" y="1906747"/>
                </a:lnTo>
                <a:cubicBezTo>
                  <a:pt x="227917" y="1901253"/>
                  <a:pt x="235508" y="1897854"/>
                  <a:pt x="243892" y="1897854"/>
                </a:cubicBezTo>
                <a:close/>
                <a:moveTo>
                  <a:pt x="171339" y="1897854"/>
                </a:moveTo>
                <a:cubicBezTo>
                  <a:pt x="188107" y="1897854"/>
                  <a:pt x="201701" y="1911448"/>
                  <a:pt x="201701" y="1928218"/>
                </a:cubicBezTo>
                <a:lnTo>
                  <a:pt x="201597" y="1928469"/>
                </a:lnTo>
                <a:lnTo>
                  <a:pt x="171336" y="1929234"/>
                </a:lnTo>
                <a:lnTo>
                  <a:pt x="141087" y="1928469"/>
                </a:lnTo>
                <a:lnTo>
                  <a:pt x="140982" y="1928218"/>
                </a:lnTo>
                <a:cubicBezTo>
                  <a:pt x="140982" y="1911448"/>
                  <a:pt x="154577" y="1897854"/>
                  <a:pt x="171339" y="1897854"/>
                </a:cubicBezTo>
                <a:close/>
                <a:moveTo>
                  <a:pt x="98792" y="1897854"/>
                </a:moveTo>
                <a:cubicBezTo>
                  <a:pt x="107177" y="1897854"/>
                  <a:pt x="114768" y="1901253"/>
                  <a:pt x="120263" y="1906747"/>
                </a:cubicBezTo>
                <a:lnTo>
                  <a:pt x="129135" y="1928167"/>
                </a:lnTo>
                <a:lnTo>
                  <a:pt x="93938" y="1927277"/>
                </a:lnTo>
                <a:lnTo>
                  <a:pt x="69586" y="1925425"/>
                </a:lnTo>
                <a:lnTo>
                  <a:pt x="77322" y="1906747"/>
                </a:lnTo>
                <a:cubicBezTo>
                  <a:pt x="82817" y="1901253"/>
                  <a:pt x="90408" y="1897854"/>
                  <a:pt x="98792" y="1897854"/>
                </a:cubicBezTo>
                <a:close/>
                <a:moveTo>
                  <a:pt x="26239" y="1897854"/>
                </a:moveTo>
                <a:cubicBezTo>
                  <a:pt x="34623" y="1897854"/>
                  <a:pt x="42214" y="1901253"/>
                  <a:pt x="47709" y="1906747"/>
                </a:cubicBezTo>
                <a:lnTo>
                  <a:pt x="54985" y="1924315"/>
                </a:lnTo>
                <a:lnTo>
                  <a:pt x="17556" y="1921469"/>
                </a:lnTo>
                <a:lnTo>
                  <a:pt x="0" y="1919238"/>
                </a:lnTo>
                <a:lnTo>
                  <a:pt x="0" y="1918259"/>
                </a:lnTo>
                <a:lnTo>
                  <a:pt x="4768" y="1906747"/>
                </a:lnTo>
                <a:cubicBezTo>
                  <a:pt x="10263" y="1901253"/>
                  <a:pt x="17854" y="1897854"/>
                  <a:pt x="26239" y="1897854"/>
                </a:cubicBezTo>
                <a:close/>
                <a:moveTo>
                  <a:pt x="679220" y="1817400"/>
                </a:moveTo>
                <a:cubicBezTo>
                  <a:pt x="687604" y="1817400"/>
                  <a:pt x="695195" y="1820799"/>
                  <a:pt x="700690" y="1826293"/>
                </a:cubicBezTo>
                <a:lnTo>
                  <a:pt x="702587" y="1830873"/>
                </a:lnTo>
                <a:lnTo>
                  <a:pt x="649855" y="1850174"/>
                </a:lnTo>
                <a:lnTo>
                  <a:pt x="648856" y="1847763"/>
                </a:lnTo>
                <a:cubicBezTo>
                  <a:pt x="648856" y="1830994"/>
                  <a:pt x="662450" y="1817400"/>
                  <a:pt x="679220" y="1817400"/>
                </a:cubicBezTo>
                <a:close/>
                <a:moveTo>
                  <a:pt x="606665" y="1817400"/>
                </a:moveTo>
                <a:cubicBezTo>
                  <a:pt x="623435" y="1817400"/>
                  <a:pt x="637029" y="1830994"/>
                  <a:pt x="637029" y="1847763"/>
                </a:cubicBezTo>
                <a:lnTo>
                  <a:pt x="633560" y="1856138"/>
                </a:lnTo>
                <a:lnTo>
                  <a:pt x="618594" y="1861615"/>
                </a:lnTo>
                <a:lnTo>
                  <a:pt x="587142" y="1870547"/>
                </a:lnTo>
                <a:lnTo>
                  <a:pt x="585195" y="1869234"/>
                </a:lnTo>
                <a:cubicBezTo>
                  <a:pt x="579700" y="1863739"/>
                  <a:pt x="576302" y="1856148"/>
                  <a:pt x="576302" y="1847763"/>
                </a:cubicBezTo>
                <a:cubicBezTo>
                  <a:pt x="576302" y="1830994"/>
                  <a:pt x="589896" y="1817400"/>
                  <a:pt x="606665" y="1817400"/>
                </a:cubicBezTo>
                <a:close/>
                <a:moveTo>
                  <a:pt x="534111" y="1817400"/>
                </a:moveTo>
                <a:cubicBezTo>
                  <a:pt x="550880" y="1817400"/>
                  <a:pt x="564474" y="1830994"/>
                  <a:pt x="564474" y="1847763"/>
                </a:cubicBezTo>
                <a:cubicBezTo>
                  <a:pt x="564474" y="1864533"/>
                  <a:pt x="550880" y="1878127"/>
                  <a:pt x="534111" y="1878127"/>
                </a:cubicBezTo>
                <a:cubicBezTo>
                  <a:pt x="517341" y="1878127"/>
                  <a:pt x="503747" y="1864533"/>
                  <a:pt x="503747" y="1847763"/>
                </a:cubicBezTo>
                <a:cubicBezTo>
                  <a:pt x="503747" y="1830994"/>
                  <a:pt x="517341" y="1817400"/>
                  <a:pt x="534111" y="1817400"/>
                </a:cubicBezTo>
                <a:close/>
                <a:moveTo>
                  <a:pt x="461556" y="1817400"/>
                </a:moveTo>
                <a:cubicBezTo>
                  <a:pt x="478326" y="1817400"/>
                  <a:pt x="491920" y="1830994"/>
                  <a:pt x="491920" y="1847763"/>
                </a:cubicBezTo>
                <a:cubicBezTo>
                  <a:pt x="491920" y="1864533"/>
                  <a:pt x="478326" y="1878127"/>
                  <a:pt x="461556" y="1878127"/>
                </a:cubicBezTo>
                <a:cubicBezTo>
                  <a:pt x="444787" y="1878127"/>
                  <a:pt x="431192" y="1864533"/>
                  <a:pt x="431192" y="1847763"/>
                </a:cubicBezTo>
                <a:cubicBezTo>
                  <a:pt x="431192" y="1830994"/>
                  <a:pt x="444787" y="1817400"/>
                  <a:pt x="461556" y="1817400"/>
                </a:cubicBezTo>
                <a:close/>
                <a:moveTo>
                  <a:pt x="389002" y="1817400"/>
                </a:moveTo>
                <a:cubicBezTo>
                  <a:pt x="405771" y="1817400"/>
                  <a:pt x="419365" y="1830994"/>
                  <a:pt x="419365" y="1847763"/>
                </a:cubicBezTo>
                <a:cubicBezTo>
                  <a:pt x="419365" y="1864533"/>
                  <a:pt x="405771" y="1878127"/>
                  <a:pt x="389002" y="1878127"/>
                </a:cubicBezTo>
                <a:cubicBezTo>
                  <a:pt x="372232" y="1878127"/>
                  <a:pt x="358638" y="1864533"/>
                  <a:pt x="358638" y="1847763"/>
                </a:cubicBezTo>
                <a:cubicBezTo>
                  <a:pt x="358638" y="1830994"/>
                  <a:pt x="372232" y="1817400"/>
                  <a:pt x="389002" y="1817400"/>
                </a:cubicBezTo>
                <a:close/>
                <a:moveTo>
                  <a:pt x="316447" y="1817400"/>
                </a:moveTo>
                <a:cubicBezTo>
                  <a:pt x="333216" y="1817400"/>
                  <a:pt x="346810" y="1830994"/>
                  <a:pt x="346810" y="1847763"/>
                </a:cubicBezTo>
                <a:cubicBezTo>
                  <a:pt x="346810" y="1864533"/>
                  <a:pt x="333216" y="1878127"/>
                  <a:pt x="316447" y="1878127"/>
                </a:cubicBezTo>
                <a:cubicBezTo>
                  <a:pt x="299677" y="1878127"/>
                  <a:pt x="286084" y="1864533"/>
                  <a:pt x="286084" y="1847763"/>
                </a:cubicBezTo>
                <a:cubicBezTo>
                  <a:pt x="286084" y="1830994"/>
                  <a:pt x="299677" y="1817400"/>
                  <a:pt x="316447" y="1817400"/>
                </a:cubicBezTo>
                <a:close/>
                <a:moveTo>
                  <a:pt x="243892" y="1817400"/>
                </a:moveTo>
                <a:cubicBezTo>
                  <a:pt x="260662" y="1817400"/>
                  <a:pt x="274256" y="1830994"/>
                  <a:pt x="274256" y="1847763"/>
                </a:cubicBezTo>
                <a:cubicBezTo>
                  <a:pt x="274256" y="1864533"/>
                  <a:pt x="260662" y="1878127"/>
                  <a:pt x="243892" y="1878127"/>
                </a:cubicBezTo>
                <a:cubicBezTo>
                  <a:pt x="227123" y="1878127"/>
                  <a:pt x="213529" y="1864533"/>
                  <a:pt x="213529" y="1847763"/>
                </a:cubicBezTo>
                <a:cubicBezTo>
                  <a:pt x="213529" y="1830994"/>
                  <a:pt x="227123" y="1817400"/>
                  <a:pt x="243892" y="1817400"/>
                </a:cubicBezTo>
                <a:close/>
                <a:moveTo>
                  <a:pt x="171339" y="1817400"/>
                </a:moveTo>
                <a:cubicBezTo>
                  <a:pt x="188107" y="1817400"/>
                  <a:pt x="201701" y="1830994"/>
                  <a:pt x="201701" y="1847763"/>
                </a:cubicBezTo>
                <a:cubicBezTo>
                  <a:pt x="201701" y="1864533"/>
                  <a:pt x="188107" y="1878127"/>
                  <a:pt x="171339" y="1878127"/>
                </a:cubicBezTo>
                <a:cubicBezTo>
                  <a:pt x="154583" y="1878127"/>
                  <a:pt x="140989" y="1864533"/>
                  <a:pt x="140989" y="1847763"/>
                </a:cubicBezTo>
                <a:cubicBezTo>
                  <a:pt x="140989" y="1830994"/>
                  <a:pt x="154583" y="1817400"/>
                  <a:pt x="171339" y="1817400"/>
                </a:cubicBezTo>
                <a:close/>
                <a:moveTo>
                  <a:pt x="98799" y="1817400"/>
                </a:moveTo>
                <a:cubicBezTo>
                  <a:pt x="115568" y="1817400"/>
                  <a:pt x="129162" y="1830994"/>
                  <a:pt x="129162" y="1847763"/>
                </a:cubicBezTo>
                <a:cubicBezTo>
                  <a:pt x="129162" y="1864533"/>
                  <a:pt x="115568" y="1878127"/>
                  <a:pt x="98799" y="1878127"/>
                </a:cubicBezTo>
                <a:cubicBezTo>
                  <a:pt x="82029" y="1878127"/>
                  <a:pt x="68435" y="1864533"/>
                  <a:pt x="68435" y="1847763"/>
                </a:cubicBezTo>
                <a:cubicBezTo>
                  <a:pt x="68435" y="1830994"/>
                  <a:pt x="82029" y="1817400"/>
                  <a:pt x="98799" y="1817400"/>
                </a:cubicBezTo>
                <a:close/>
                <a:moveTo>
                  <a:pt x="26245" y="1817400"/>
                </a:moveTo>
                <a:cubicBezTo>
                  <a:pt x="43014" y="1817400"/>
                  <a:pt x="56608" y="1830994"/>
                  <a:pt x="56608" y="1847763"/>
                </a:cubicBezTo>
                <a:cubicBezTo>
                  <a:pt x="56608" y="1864533"/>
                  <a:pt x="43014" y="1878127"/>
                  <a:pt x="26245" y="1878127"/>
                </a:cubicBezTo>
                <a:cubicBezTo>
                  <a:pt x="17860" y="1878127"/>
                  <a:pt x="10269" y="1874729"/>
                  <a:pt x="4775" y="1869234"/>
                </a:cubicBezTo>
                <a:lnTo>
                  <a:pt x="0" y="1857707"/>
                </a:lnTo>
                <a:lnTo>
                  <a:pt x="0" y="1837819"/>
                </a:lnTo>
                <a:lnTo>
                  <a:pt x="4775" y="1826293"/>
                </a:lnTo>
                <a:cubicBezTo>
                  <a:pt x="10269" y="1820799"/>
                  <a:pt x="17860" y="1817400"/>
                  <a:pt x="26245" y="1817400"/>
                </a:cubicBezTo>
                <a:close/>
                <a:moveTo>
                  <a:pt x="896883" y="1736948"/>
                </a:moveTo>
                <a:lnTo>
                  <a:pt x="903696" y="1738324"/>
                </a:lnTo>
                <a:lnTo>
                  <a:pt x="888255" y="1747704"/>
                </a:lnTo>
                <a:lnTo>
                  <a:pt x="871248" y="1755896"/>
                </a:lnTo>
                <a:lnTo>
                  <a:pt x="875413" y="1745841"/>
                </a:lnTo>
                <a:cubicBezTo>
                  <a:pt x="880908" y="1740347"/>
                  <a:pt x="888499" y="1736948"/>
                  <a:pt x="896883" y="1736948"/>
                </a:cubicBezTo>
                <a:close/>
                <a:moveTo>
                  <a:pt x="824329" y="1736948"/>
                </a:moveTo>
                <a:cubicBezTo>
                  <a:pt x="832714" y="1736948"/>
                  <a:pt x="840304" y="1740347"/>
                  <a:pt x="845799" y="1745841"/>
                </a:cubicBezTo>
                <a:lnTo>
                  <a:pt x="853504" y="1764444"/>
                </a:lnTo>
                <a:lnTo>
                  <a:pt x="802910" y="1788817"/>
                </a:lnTo>
                <a:lnTo>
                  <a:pt x="802858" y="1788782"/>
                </a:lnTo>
                <a:cubicBezTo>
                  <a:pt x="797364" y="1783287"/>
                  <a:pt x="793965" y="1775696"/>
                  <a:pt x="793965" y="1767312"/>
                </a:cubicBezTo>
                <a:cubicBezTo>
                  <a:pt x="793965" y="1750542"/>
                  <a:pt x="807559" y="1736948"/>
                  <a:pt x="824329" y="1736948"/>
                </a:cubicBezTo>
                <a:close/>
                <a:moveTo>
                  <a:pt x="751774" y="1736948"/>
                </a:moveTo>
                <a:cubicBezTo>
                  <a:pt x="768544" y="1736948"/>
                  <a:pt x="782138" y="1750542"/>
                  <a:pt x="782138" y="1767312"/>
                </a:cubicBezTo>
                <a:cubicBezTo>
                  <a:pt x="782138" y="1784081"/>
                  <a:pt x="768544" y="1797675"/>
                  <a:pt x="751774" y="1797675"/>
                </a:cubicBezTo>
                <a:cubicBezTo>
                  <a:pt x="735005" y="1797675"/>
                  <a:pt x="721411" y="1784081"/>
                  <a:pt x="721411" y="1767312"/>
                </a:cubicBezTo>
                <a:cubicBezTo>
                  <a:pt x="721411" y="1750542"/>
                  <a:pt x="735005" y="1736948"/>
                  <a:pt x="751774" y="1736948"/>
                </a:cubicBezTo>
                <a:close/>
                <a:moveTo>
                  <a:pt x="679220" y="1736948"/>
                </a:moveTo>
                <a:cubicBezTo>
                  <a:pt x="695989" y="1736948"/>
                  <a:pt x="709583" y="1750542"/>
                  <a:pt x="709583" y="1767312"/>
                </a:cubicBezTo>
                <a:cubicBezTo>
                  <a:pt x="709583" y="1784081"/>
                  <a:pt x="695989" y="1797675"/>
                  <a:pt x="679220" y="1797675"/>
                </a:cubicBezTo>
                <a:cubicBezTo>
                  <a:pt x="662450" y="1797675"/>
                  <a:pt x="648856" y="1784081"/>
                  <a:pt x="648856" y="1767312"/>
                </a:cubicBezTo>
                <a:cubicBezTo>
                  <a:pt x="648856" y="1750542"/>
                  <a:pt x="662450" y="1736948"/>
                  <a:pt x="679220" y="1736948"/>
                </a:cubicBezTo>
                <a:close/>
                <a:moveTo>
                  <a:pt x="606665" y="1736948"/>
                </a:moveTo>
                <a:cubicBezTo>
                  <a:pt x="623435" y="1736948"/>
                  <a:pt x="637029" y="1750542"/>
                  <a:pt x="637029" y="1767312"/>
                </a:cubicBezTo>
                <a:cubicBezTo>
                  <a:pt x="637029" y="1784081"/>
                  <a:pt x="623435" y="1797675"/>
                  <a:pt x="606665" y="1797675"/>
                </a:cubicBezTo>
                <a:cubicBezTo>
                  <a:pt x="589896" y="1797675"/>
                  <a:pt x="576302" y="1784081"/>
                  <a:pt x="576302" y="1767312"/>
                </a:cubicBezTo>
                <a:cubicBezTo>
                  <a:pt x="576302" y="1750542"/>
                  <a:pt x="589896" y="1736948"/>
                  <a:pt x="606665" y="1736948"/>
                </a:cubicBezTo>
                <a:close/>
                <a:moveTo>
                  <a:pt x="534111" y="1736948"/>
                </a:moveTo>
                <a:cubicBezTo>
                  <a:pt x="550880" y="1736948"/>
                  <a:pt x="564474" y="1750542"/>
                  <a:pt x="564474" y="1767312"/>
                </a:cubicBezTo>
                <a:cubicBezTo>
                  <a:pt x="564474" y="1784081"/>
                  <a:pt x="550880" y="1797675"/>
                  <a:pt x="534111" y="1797675"/>
                </a:cubicBezTo>
                <a:cubicBezTo>
                  <a:pt x="517341" y="1797675"/>
                  <a:pt x="503747" y="1784081"/>
                  <a:pt x="503747" y="1767312"/>
                </a:cubicBezTo>
                <a:cubicBezTo>
                  <a:pt x="503747" y="1750542"/>
                  <a:pt x="517341" y="1736948"/>
                  <a:pt x="534111" y="1736948"/>
                </a:cubicBezTo>
                <a:close/>
                <a:moveTo>
                  <a:pt x="461556" y="1736948"/>
                </a:moveTo>
                <a:cubicBezTo>
                  <a:pt x="478326" y="1736948"/>
                  <a:pt x="491920" y="1750542"/>
                  <a:pt x="491920" y="1767312"/>
                </a:cubicBezTo>
                <a:cubicBezTo>
                  <a:pt x="491920" y="1784081"/>
                  <a:pt x="478326" y="1797675"/>
                  <a:pt x="461556" y="1797675"/>
                </a:cubicBezTo>
                <a:cubicBezTo>
                  <a:pt x="444787" y="1797675"/>
                  <a:pt x="431192" y="1784081"/>
                  <a:pt x="431192" y="1767312"/>
                </a:cubicBezTo>
                <a:cubicBezTo>
                  <a:pt x="431192" y="1750542"/>
                  <a:pt x="444787" y="1736948"/>
                  <a:pt x="461556" y="1736948"/>
                </a:cubicBezTo>
                <a:close/>
                <a:moveTo>
                  <a:pt x="389002" y="1736948"/>
                </a:moveTo>
                <a:cubicBezTo>
                  <a:pt x="405771" y="1736948"/>
                  <a:pt x="419365" y="1750542"/>
                  <a:pt x="419365" y="1767312"/>
                </a:cubicBezTo>
                <a:cubicBezTo>
                  <a:pt x="419365" y="1784081"/>
                  <a:pt x="405771" y="1797675"/>
                  <a:pt x="389002" y="1797675"/>
                </a:cubicBezTo>
                <a:cubicBezTo>
                  <a:pt x="372232" y="1797675"/>
                  <a:pt x="358638" y="1784081"/>
                  <a:pt x="358638" y="1767312"/>
                </a:cubicBezTo>
                <a:cubicBezTo>
                  <a:pt x="358638" y="1750542"/>
                  <a:pt x="372232" y="1736948"/>
                  <a:pt x="389002" y="1736948"/>
                </a:cubicBezTo>
                <a:close/>
                <a:moveTo>
                  <a:pt x="316447" y="1736948"/>
                </a:moveTo>
                <a:cubicBezTo>
                  <a:pt x="333216" y="1736948"/>
                  <a:pt x="346810" y="1750542"/>
                  <a:pt x="346810" y="1767312"/>
                </a:cubicBezTo>
                <a:cubicBezTo>
                  <a:pt x="346810" y="1784081"/>
                  <a:pt x="333216" y="1797675"/>
                  <a:pt x="316447" y="1797675"/>
                </a:cubicBezTo>
                <a:cubicBezTo>
                  <a:pt x="299677" y="1797675"/>
                  <a:pt x="286084" y="1784081"/>
                  <a:pt x="286084" y="1767312"/>
                </a:cubicBezTo>
                <a:cubicBezTo>
                  <a:pt x="286084" y="1750542"/>
                  <a:pt x="299677" y="1736948"/>
                  <a:pt x="316447" y="1736948"/>
                </a:cubicBezTo>
                <a:close/>
                <a:moveTo>
                  <a:pt x="243892" y="1736948"/>
                </a:moveTo>
                <a:cubicBezTo>
                  <a:pt x="260662" y="1736948"/>
                  <a:pt x="274256" y="1750542"/>
                  <a:pt x="274256" y="1767312"/>
                </a:cubicBezTo>
                <a:cubicBezTo>
                  <a:pt x="274256" y="1784081"/>
                  <a:pt x="260662" y="1797675"/>
                  <a:pt x="243892" y="1797675"/>
                </a:cubicBezTo>
                <a:cubicBezTo>
                  <a:pt x="227123" y="1797675"/>
                  <a:pt x="213529" y="1784081"/>
                  <a:pt x="213529" y="1767312"/>
                </a:cubicBezTo>
                <a:cubicBezTo>
                  <a:pt x="213529" y="1750542"/>
                  <a:pt x="227123" y="1736948"/>
                  <a:pt x="243892" y="1736948"/>
                </a:cubicBezTo>
                <a:close/>
                <a:moveTo>
                  <a:pt x="171339" y="1736948"/>
                </a:moveTo>
                <a:cubicBezTo>
                  <a:pt x="188107" y="1736948"/>
                  <a:pt x="201701" y="1750542"/>
                  <a:pt x="201701" y="1767312"/>
                </a:cubicBezTo>
                <a:cubicBezTo>
                  <a:pt x="201701" y="1784081"/>
                  <a:pt x="188107" y="1797675"/>
                  <a:pt x="171339" y="1797675"/>
                </a:cubicBezTo>
                <a:cubicBezTo>
                  <a:pt x="154588" y="1797675"/>
                  <a:pt x="140995" y="1784081"/>
                  <a:pt x="140995" y="1767312"/>
                </a:cubicBezTo>
                <a:cubicBezTo>
                  <a:pt x="140995" y="1750542"/>
                  <a:pt x="154588" y="1736948"/>
                  <a:pt x="171339" y="1736948"/>
                </a:cubicBezTo>
                <a:close/>
                <a:moveTo>
                  <a:pt x="98806" y="1736948"/>
                </a:moveTo>
                <a:cubicBezTo>
                  <a:pt x="115574" y="1736948"/>
                  <a:pt x="129168" y="1750542"/>
                  <a:pt x="129168" y="1767312"/>
                </a:cubicBezTo>
                <a:cubicBezTo>
                  <a:pt x="129168" y="1784081"/>
                  <a:pt x="115574" y="1797675"/>
                  <a:pt x="98806" y="1797675"/>
                </a:cubicBezTo>
                <a:cubicBezTo>
                  <a:pt x="82035" y="1797675"/>
                  <a:pt x="68442" y="1784081"/>
                  <a:pt x="68442" y="1767312"/>
                </a:cubicBezTo>
                <a:cubicBezTo>
                  <a:pt x="68442" y="1750542"/>
                  <a:pt x="82035" y="1736948"/>
                  <a:pt x="98806" y="1736948"/>
                </a:cubicBezTo>
                <a:close/>
                <a:moveTo>
                  <a:pt x="26251" y="1736948"/>
                </a:moveTo>
                <a:cubicBezTo>
                  <a:pt x="43020" y="1736948"/>
                  <a:pt x="56614" y="1750542"/>
                  <a:pt x="56614" y="1767312"/>
                </a:cubicBezTo>
                <a:cubicBezTo>
                  <a:pt x="56614" y="1784081"/>
                  <a:pt x="43020" y="1797675"/>
                  <a:pt x="26251" y="1797675"/>
                </a:cubicBezTo>
                <a:cubicBezTo>
                  <a:pt x="17866" y="1797675"/>
                  <a:pt x="10276" y="1794277"/>
                  <a:pt x="4781" y="1788782"/>
                </a:cubicBezTo>
                <a:lnTo>
                  <a:pt x="0" y="1777239"/>
                </a:lnTo>
                <a:lnTo>
                  <a:pt x="0" y="1757384"/>
                </a:lnTo>
                <a:lnTo>
                  <a:pt x="4781" y="1745841"/>
                </a:lnTo>
                <a:cubicBezTo>
                  <a:pt x="10276" y="1740347"/>
                  <a:pt x="17866" y="1736948"/>
                  <a:pt x="26251" y="1736948"/>
                </a:cubicBezTo>
                <a:close/>
                <a:moveTo>
                  <a:pt x="1030341" y="1658849"/>
                </a:moveTo>
                <a:lnTo>
                  <a:pt x="1020041" y="1666551"/>
                </a:lnTo>
                <a:lnTo>
                  <a:pt x="1020522" y="1665390"/>
                </a:lnTo>
                <a:cubicBezTo>
                  <a:pt x="1023269" y="1662642"/>
                  <a:pt x="1026541" y="1660419"/>
                  <a:pt x="1030173" y="1658883"/>
                </a:cubicBezTo>
                <a:close/>
                <a:moveTo>
                  <a:pt x="969438" y="1656497"/>
                </a:moveTo>
                <a:cubicBezTo>
                  <a:pt x="977823" y="1656497"/>
                  <a:pt x="985413" y="1659895"/>
                  <a:pt x="990908" y="1665390"/>
                </a:cubicBezTo>
                <a:lnTo>
                  <a:pt x="997511" y="1681329"/>
                </a:lnTo>
                <a:lnTo>
                  <a:pt x="950384" y="1709959"/>
                </a:lnTo>
                <a:lnTo>
                  <a:pt x="947968" y="1708330"/>
                </a:lnTo>
                <a:cubicBezTo>
                  <a:pt x="942473" y="1702836"/>
                  <a:pt x="939075" y="1695245"/>
                  <a:pt x="939075" y="1686860"/>
                </a:cubicBezTo>
                <a:cubicBezTo>
                  <a:pt x="939075" y="1670091"/>
                  <a:pt x="952669" y="1656497"/>
                  <a:pt x="969438" y="1656497"/>
                </a:cubicBezTo>
                <a:close/>
                <a:moveTo>
                  <a:pt x="896883" y="1656497"/>
                </a:moveTo>
                <a:cubicBezTo>
                  <a:pt x="913653" y="1656497"/>
                  <a:pt x="927247" y="1670091"/>
                  <a:pt x="927247" y="1686860"/>
                </a:cubicBezTo>
                <a:cubicBezTo>
                  <a:pt x="927247" y="1703630"/>
                  <a:pt x="913653" y="1717224"/>
                  <a:pt x="896883" y="1717224"/>
                </a:cubicBezTo>
                <a:cubicBezTo>
                  <a:pt x="880114" y="1717224"/>
                  <a:pt x="866520" y="1703630"/>
                  <a:pt x="866520" y="1686860"/>
                </a:cubicBezTo>
                <a:cubicBezTo>
                  <a:pt x="866520" y="1670091"/>
                  <a:pt x="880114" y="1656497"/>
                  <a:pt x="896883" y="1656497"/>
                </a:cubicBezTo>
                <a:close/>
                <a:moveTo>
                  <a:pt x="824329" y="1656497"/>
                </a:moveTo>
                <a:cubicBezTo>
                  <a:pt x="841098" y="1656497"/>
                  <a:pt x="854692" y="1670091"/>
                  <a:pt x="854692" y="1686860"/>
                </a:cubicBezTo>
                <a:cubicBezTo>
                  <a:pt x="854692" y="1703630"/>
                  <a:pt x="841098" y="1717224"/>
                  <a:pt x="824329" y="1717224"/>
                </a:cubicBezTo>
                <a:cubicBezTo>
                  <a:pt x="807559" y="1717224"/>
                  <a:pt x="793965" y="1703630"/>
                  <a:pt x="793965" y="1686860"/>
                </a:cubicBezTo>
                <a:cubicBezTo>
                  <a:pt x="793965" y="1670091"/>
                  <a:pt x="807559" y="1656497"/>
                  <a:pt x="824329" y="1656497"/>
                </a:cubicBezTo>
                <a:close/>
                <a:moveTo>
                  <a:pt x="751774" y="1656497"/>
                </a:moveTo>
                <a:cubicBezTo>
                  <a:pt x="768544" y="1656497"/>
                  <a:pt x="782138" y="1670091"/>
                  <a:pt x="782138" y="1686860"/>
                </a:cubicBezTo>
                <a:cubicBezTo>
                  <a:pt x="782138" y="1703630"/>
                  <a:pt x="768544" y="1717224"/>
                  <a:pt x="751774" y="1717224"/>
                </a:cubicBezTo>
                <a:cubicBezTo>
                  <a:pt x="735005" y="1717224"/>
                  <a:pt x="721411" y="1703630"/>
                  <a:pt x="721411" y="1686860"/>
                </a:cubicBezTo>
                <a:cubicBezTo>
                  <a:pt x="721411" y="1670091"/>
                  <a:pt x="735005" y="1656497"/>
                  <a:pt x="751774" y="1656497"/>
                </a:cubicBezTo>
                <a:close/>
                <a:moveTo>
                  <a:pt x="679220" y="1656497"/>
                </a:moveTo>
                <a:cubicBezTo>
                  <a:pt x="695989" y="1656497"/>
                  <a:pt x="709583" y="1670091"/>
                  <a:pt x="709583" y="1686860"/>
                </a:cubicBezTo>
                <a:cubicBezTo>
                  <a:pt x="709583" y="1703630"/>
                  <a:pt x="695989" y="1717224"/>
                  <a:pt x="679220" y="1717224"/>
                </a:cubicBezTo>
                <a:cubicBezTo>
                  <a:pt x="662450" y="1717224"/>
                  <a:pt x="648856" y="1703630"/>
                  <a:pt x="648856" y="1686860"/>
                </a:cubicBezTo>
                <a:cubicBezTo>
                  <a:pt x="648856" y="1670091"/>
                  <a:pt x="662450" y="1656497"/>
                  <a:pt x="679220" y="1656497"/>
                </a:cubicBezTo>
                <a:close/>
                <a:moveTo>
                  <a:pt x="606665" y="1656497"/>
                </a:moveTo>
                <a:cubicBezTo>
                  <a:pt x="623435" y="1656497"/>
                  <a:pt x="637029" y="1670091"/>
                  <a:pt x="637029" y="1686860"/>
                </a:cubicBezTo>
                <a:cubicBezTo>
                  <a:pt x="637029" y="1703630"/>
                  <a:pt x="623435" y="1717224"/>
                  <a:pt x="606665" y="1717224"/>
                </a:cubicBezTo>
                <a:cubicBezTo>
                  <a:pt x="589896" y="1717224"/>
                  <a:pt x="576302" y="1703630"/>
                  <a:pt x="576302" y="1686860"/>
                </a:cubicBezTo>
                <a:cubicBezTo>
                  <a:pt x="576302" y="1670091"/>
                  <a:pt x="589896" y="1656497"/>
                  <a:pt x="606665" y="1656497"/>
                </a:cubicBezTo>
                <a:close/>
                <a:moveTo>
                  <a:pt x="534111" y="1656497"/>
                </a:moveTo>
                <a:cubicBezTo>
                  <a:pt x="550880" y="1656497"/>
                  <a:pt x="564474" y="1670091"/>
                  <a:pt x="564474" y="1686860"/>
                </a:cubicBezTo>
                <a:cubicBezTo>
                  <a:pt x="564474" y="1703630"/>
                  <a:pt x="550880" y="1717224"/>
                  <a:pt x="534111" y="1717224"/>
                </a:cubicBezTo>
                <a:cubicBezTo>
                  <a:pt x="517341" y="1717224"/>
                  <a:pt x="503747" y="1703630"/>
                  <a:pt x="503747" y="1686860"/>
                </a:cubicBezTo>
                <a:cubicBezTo>
                  <a:pt x="503747" y="1670091"/>
                  <a:pt x="517341" y="1656497"/>
                  <a:pt x="534111" y="1656497"/>
                </a:cubicBezTo>
                <a:close/>
                <a:moveTo>
                  <a:pt x="461556" y="1656497"/>
                </a:moveTo>
                <a:cubicBezTo>
                  <a:pt x="478326" y="1656497"/>
                  <a:pt x="491920" y="1670091"/>
                  <a:pt x="491920" y="1686860"/>
                </a:cubicBezTo>
                <a:cubicBezTo>
                  <a:pt x="491920" y="1703630"/>
                  <a:pt x="478326" y="1717224"/>
                  <a:pt x="461556" y="1717224"/>
                </a:cubicBezTo>
                <a:cubicBezTo>
                  <a:pt x="444787" y="1717224"/>
                  <a:pt x="431192" y="1703630"/>
                  <a:pt x="431192" y="1686860"/>
                </a:cubicBezTo>
                <a:cubicBezTo>
                  <a:pt x="431192" y="1670091"/>
                  <a:pt x="444787" y="1656497"/>
                  <a:pt x="461556" y="1656497"/>
                </a:cubicBezTo>
                <a:close/>
                <a:moveTo>
                  <a:pt x="389002" y="1656497"/>
                </a:moveTo>
                <a:cubicBezTo>
                  <a:pt x="405771" y="1656497"/>
                  <a:pt x="419365" y="1670091"/>
                  <a:pt x="419365" y="1686860"/>
                </a:cubicBezTo>
                <a:cubicBezTo>
                  <a:pt x="419365" y="1703630"/>
                  <a:pt x="405771" y="1717224"/>
                  <a:pt x="389002" y="1717224"/>
                </a:cubicBezTo>
                <a:cubicBezTo>
                  <a:pt x="372232" y="1717224"/>
                  <a:pt x="358638" y="1703630"/>
                  <a:pt x="358638" y="1686860"/>
                </a:cubicBezTo>
                <a:cubicBezTo>
                  <a:pt x="358638" y="1670091"/>
                  <a:pt x="372232" y="1656497"/>
                  <a:pt x="389002" y="1656497"/>
                </a:cubicBezTo>
                <a:close/>
                <a:moveTo>
                  <a:pt x="316447" y="1656497"/>
                </a:moveTo>
                <a:cubicBezTo>
                  <a:pt x="333216" y="1656497"/>
                  <a:pt x="346810" y="1670091"/>
                  <a:pt x="346810" y="1686860"/>
                </a:cubicBezTo>
                <a:cubicBezTo>
                  <a:pt x="346810" y="1703630"/>
                  <a:pt x="333216" y="1717224"/>
                  <a:pt x="316447" y="1717224"/>
                </a:cubicBezTo>
                <a:cubicBezTo>
                  <a:pt x="299677" y="1717224"/>
                  <a:pt x="286084" y="1703630"/>
                  <a:pt x="286084" y="1686860"/>
                </a:cubicBezTo>
                <a:cubicBezTo>
                  <a:pt x="286084" y="1670091"/>
                  <a:pt x="299677" y="1656497"/>
                  <a:pt x="316447" y="1656497"/>
                </a:cubicBezTo>
                <a:close/>
                <a:moveTo>
                  <a:pt x="243892" y="1656497"/>
                </a:moveTo>
                <a:cubicBezTo>
                  <a:pt x="260662" y="1656497"/>
                  <a:pt x="274256" y="1670091"/>
                  <a:pt x="274256" y="1686860"/>
                </a:cubicBezTo>
                <a:cubicBezTo>
                  <a:pt x="274256" y="1703630"/>
                  <a:pt x="260662" y="1717224"/>
                  <a:pt x="243892" y="1717224"/>
                </a:cubicBezTo>
                <a:cubicBezTo>
                  <a:pt x="227123" y="1717224"/>
                  <a:pt x="213529" y="1703630"/>
                  <a:pt x="213529" y="1686860"/>
                </a:cubicBezTo>
                <a:cubicBezTo>
                  <a:pt x="213529" y="1670091"/>
                  <a:pt x="227123" y="1656497"/>
                  <a:pt x="243892" y="1656497"/>
                </a:cubicBezTo>
                <a:close/>
                <a:moveTo>
                  <a:pt x="171339" y="1656497"/>
                </a:moveTo>
                <a:cubicBezTo>
                  <a:pt x="188107" y="1656497"/>
                  <a:pt x="201701" y="1670091"/>
                  <a:pt x="201701" y="1686860"/>
                </a:cubicBezTo>
                <a:cubicBezTo>
                  <a:pt x="201701" y="1703630"/>
                  <a:pt x="188107" y="1717224"/>
                  <a:pt x="171339" y="1717224"/>
                </a:cubicBezTo>
                <a:cubicBezTo>
                  <a:pt x="154594" y="1717224"/>
                  <a:pt x="141001" y="1703630"/>
                  <a:pt x="141001" y="1686860"/>
                </a:cubicBezTo>
                <a:cubicBezTo>
                  <a:pt x="141001" y="1670091"/>
                  <a:pt x="154594" y="1656497"/>
                  <a:pt x="171339" y="1656497"/>
                </a:cubicBezTo>
                <a:close/>
                <a:moveTo>
                  <a:pt x="98812" y="1656497"/>
                </a:moveTo>
                <a:cubicBezTo>
                  <a:pt x="115580" y="1656497"/>
                  <a:pt x="129174" y="1670091"/>
                  <a:pt x="129174" y="1686860"/>
                </a:cubicBezTo>
                <a:cubicBezTo>
                  <a:pt x="129174" y="1703630"/>
                  <a:pt x="115580" y="1717224"/>
                  <a:pt x="98812" y="1717224"/>
                </a:cubicBezTo>
                <a:cubicBezTo>
                  <a:pt x="82042" y="1717224"/>
                  <a:pt x="68448" y="1703630"/>
                  <a:pt x="68448" y="1686860"/>
                </a:cubicBezTo>
                <a:cubicBezTo>
                  <a:pt x="68448" y="1670091"/>
                  <a:pt x="82042" y="1656497"/>
                  <a:pt x="98812" y="1656497"/>
                </a:cubicBezTo>
                <a:close/>
                <a:moveTo>
                  <a:pt x="26257" y="1656497"/>
                </a:moveTo>
                <a:cubicBezTo>
                  <a:pt x="43026" y="1656497"/>
                  <a:pt x="56620" y="1670091"/>
                  <a:pt x="56620" y="1686860"/>
                </a:cubicBezTo>
                <a:cubicBezTo>
                  <a:pt x="56620" y="1703630"/>
                  <a:pt x="43026" y="1717224"/>
                  <a:pt x="26257" y="1717224"/>
                </a:cubicBezTo>
                <a:cubicBezTo>
                  <a:pt x="17873" y="1717224"/>
                  <a:pt x="10282" y="1713826"/>
                  <a:pt x="4787" y="1708331"/>
                </a:cubicBezTo>
                <a:lnTo>
                  <a:pt x="0" y="1696773"/>
                </a:lnTo>
                <a:lnTo>
                  <a:pt x="0" y="1676947"/>
                </a:lnTo>
                <a:lnTo>
                  <a:pt x="4787" y="1665390"/>
                </a:lnTo>
                <a:cubicBezTo>
                  <a:pt x="10282" y="1659896"/>
                  <a:pt x="17873" y="1656497"/>
                  <a:pt x="26257" y="1656497"/>
                </a:cubicBezTo>
                <a:close/>
                <a:moveTo>
                  <a:pt x="1114547" y="1576045"/>
                </a:moveTo>
                <a:cubicBezTo>
                  <a:pt x="1118739" y="1576045"/>
                  <a:pt x="1122733" y="1576894"/>
                  <a:pt x="1126366" y="1578431"/>
                </a:cubicBezTo>
                <a:lnTo>
                  <a:pt x="1131977" y="1582214"/>
                </a:lnTo>
                <a:lnTo>
                  <a:pt x="1128051" y="1585783"/>
                </a:lnTo>
                <a:lnTo>
                  <a:pt x="1088035" y="1615706"/>
                </a:lnTo>
                <a:lnTo>
                  <a:pt x="1084184" y="1606408"/>
                </a:lnTo>
                <a:cubicBezTo>
                  <a:pt x="1084184" y="1589639"/>
                  <a:pt x="1097778" y="1576045"/>
                  <a:pt x="1114547" y="1576045"/>
                </a:cubicBezTo>
                <a:close/>
                <a:moveTo>
                  <a:pt x="1041993" y="1576045"/>
                </a:moveTo>
                <a:cubicBezTo>
                  <a:pt x="1058762" y="1576045"/>
                  <a:pt x="1072356" y="1589639"/>
                  <a:pt x="1072356" y="1606408"/>
                </a:cubicBezTo>
                <a:cubicBezTo>
                  <a:pt x="1072356" y="1623178"/>
                  <a:pt x="1058762" y="1636772"/>
                  <a:pt x="1041993" y="1636772"/>
                </a:cubicBezTo>
                <a:cubicBezTo>
                  <a:pt x="1025223" y="1636772"/>
                  <a:pt x="1011629" y="1623178"/>
                  <a:pt x="1011629" y="1606408"/>
                </a:cubicBezTo>
                <a:cubicBezTo>
                  <a:pt x="1011629" y="1589639"/>
                  <a:pt x="1025223" y="1576045"/>
                  <a:pt x="1041993" y="1576045"/>
                </a:cubicBezTo>
                <a:close/>
                <a:moveTo>
                  <a:pt x="969438" y="1576045"/>
                </a:moveTo>
                <a:cubicBezTo>
                  <a:pt x="986208" y="1576045"/>
                  <a:pt x="999801" y="1589639"/>
                  <a:pt x="999801" y="1606408"/>
                </a:cubicBezTo>
                <a:cubicBezTo>
                  <a:pt x="999801" y="1623178"/>
                  <a:pt x="986208" y="1636772"/>
                  <a:pt x="969438" y="1636772"/>
                </a:cubicBezTo>
                <a:cubicBezTo>
                  <a:pt x="952669" y="1636772"/>
                  <a:pt x="939075" y="1623178"/>
                  <a:pt x="939075" y="1606408"/>
                </a:cubicBezTo>
                <a:cubicBezTo>
                  <a:pt x="939075" y="1589639"/>
                  <a:pt x="952669" y="1576045"/>
                  <a:pt x="969438" y="1576045"/>
                </a:cubicBezTo>
                <a:close/>
                <a:moveTo>
                  <a:pt x="896883" y="1576045"/>
                </a:moveTo>
                <a:cubicBezTo>
                  <a:pt x="913653" y="1576045"/>
                  <a:pt x="927247" y="1589639"/>
                  <a:pt x="927247" y="1606408"/>
                </a:cubicBezTo>
                <a:cubicBezTo>
                  <a:pt x="927247" y="1623178"/>
                  <a:pt x="913653" y="1636772"/>
                  <a:pt x="896883" y="1636772"/>
                </a:cubicBezTo>
                <a:cubicBezTo>
                  <a:pt x="880114" y="1636772"/>
                  <a:pt x="866520" y="1623178"/>
                  <a:pt x="866520" y="1606408"/>
                </a:cubicBezTo>
                <a:cubicBezTo>
                  <a:pt x="866520" y="1589639"/>
                  <a:pt x="880114" y="1576045"/>
                  <a:pt x="896883" y="1576045"/>
                </a:cubicBezTo>
                <a:close/>
                <a:moveTo>
                  <a:pt x="824329" y="1576045"/>
                </a:moveTo>
                <a:cubicBezTo>
                  <a:pt x="841098" y="1576045"/>
                  <a:pt x="854692" y="1589639"/>
                  <a:pt x="854692" y="1606408"/>
                </a:cubicBezTo>
                <a:cubicBezTo>
                  <a:pt x="854692" y="1623178"/>
                  <a:pt x="841098" y="1636772"/>
                  <a:pt x="824329" y="1636772"/>
                </a:cubicBezTo>
                <a:cubicBezTo>
                  <a:pt x="807559" y="1636772"/>
                  <a:pt x="793965" y="1623178"/>
                  <a:pt x="793965" y="1606408"/>
                </a:cubicBezTo>
                <a:cubicBezTo>
                  <a:pt x="793965" y="1589639"/>
                  <a:pt x="807559" y="1576045"/>
                  <a:pt x="824329" y="1576045"/>
                </a:cubicBezTo>
                <a:close/>
                <a:moveTo>
                  <a:pt x="751774" y="1576045"/>
                </a:moveTo>
                <a:cubicBezTo>
                  <a:pt x="768544" y="1576045"/>
                  <a:pt x="782138" y="1589639"/>
                  <a:pt x="782138" y="1606408"/>
                </a:cubicBezTo>
                <a:cubicBezTo>
                  <a:pt x="782138" y="1623178"/>
                  <a:pt x="768544" y="1636772"/>
                  <a:pt x="751774" y="1636772"/>
                </a:cubicBezTo>
                <a:cubicBezTo>
                  <a:pt x="735005" y="1636772"/>
                  <a:pt x="721411" y="1623178"/>
                  <a:pt x="721411" y="1606408"/>
                </a:cubicBezTo>
                <a:cubicBezTo>
                  <a:pt x="721411" y="1589639"/>
                  <a:pt x="735005" y="1576045"/>
                  <a:pt x="751774" y="1576045"/>
                </a:cubicBezTo>
                <a:close/>
                <a:moveTo>
                  <a:pt x="679220" y="1576045"/>
                </a:moveTo>
                <a:cubicBezTo>
                  <a:pt x="695989" y="1576045"/>
                  <a:pt x="709583" y="1589639"/>
                  <a:pt x="709583" y="1606408"/>
                </a:cubicBezTo>
                <a:cubicBezTo>
                  <a:pt x="709583" y="1623178"/>
                  <a:pt x="695989" y="1636772"/>
                  <a:pt x="679220" y="1636772"/>
                </a:cubicBezTo>
                <a:cubicBezTo>
                  <a:pt x="662450" y="1636772"/>
                  <a:pt x="648856" y="1623178"/>
                  <a:pt x="648856" y="1606408"/>
                </a:cubicBezTo>
                <a:cubicBezTo>
                  <a:pt x="648856" y="1589639"/>
                  <a:pt x="662450" y="1576045"/>
                  <a:pt x="679220" y="1576045"/>
                </a:cubicBezTo>
                <a:close/>
                <a:moveTo>
                  <a:pt x="606665" y="1576045"/>
                </a:moveTo>
                <a:cubicBezTo>
                  <a:pt x="623435" y="1576045"/>
                  <a:pt x="637029" y="1589639"/>
                  <a:pt x="637029" y="1606408"/>
                </a:cubicBezTo>
                <a:cubicBezTo>
                  <a:pt x="637029" y="1623178"/>
                  <a:pt x="623435" y="1636772"/>
                  <a:pt x="606665" y="1636772"/>
                </a:cubicBezTo>
                <a:cubicBezTo>
                  <a:pt x="589896" y="1636772"/>
                  <a:pt x="576302" y="1623178"/>
                  <a:pt x="576302" y="1606408"/>
                </a:cubicBezTo>
                <a:cubicBezTo>
                  <a:pt x="576302" y="1589639"/>
                  <a:pt x="589896" y="1576045"/>
                  <a:pt x="606665" y="1576045"/>
                </a:cubicBezTo>
                <a:close/>
                <a:moveTo>
                  <a:pt x="534111" y="1576045"/>
                </a:moveTo>
                <a:cubicBezTo>
                  <a:pt x="550880" y="1576045"/>
                  <a:pt x="564474" y="1589639"/>
                  <a:pt x="564474" y="1606408"/>
                </a:cubicBezTo>
                <a:cubicBezTo>
                  <a:pt x="564474" y="1623178"/>
                  <a:pt x="550880" y="1636772"/>
                  <a:pt x="534111" y="1636772"/>
                </a:cubicBezTo>
                <a:cubicBezTo>
                  <a:pt x="517341" y="1636772"/>
                  <a:pt x="503747" y="1623178"/>
                  <a:pt x="503747" y="1606408"/>
                </a:cubicBezTo>
                <a:cubicBezTo>
                  <a:pt x="503747" y="1589639"/>
                  <a:pt x="517341" y="1576045"/>
                  <a:pt x="534111" y="1576045"/>
                </a:cubicBezTo>
                <a:close/>
                <a:moveTo>
                  <a:pt x="461556" y="1576045"/>
                </a:moveTo>
                <a:cubicBezTo>
                  <a:pt x="478326" y="1576045"/>
                  <a:pt x="491920" y="1589639"/>
                  <a:pt x="491920" y="1606408"/>
                </a:cubicBezTo>
                <a:cubicBezTo>
                  <a:pt x="491920" y="1623178"/>
                  <a:pt x="478326" y="1636772"/>
                  <a:pt x="461556" y="1636772"/>
                </a:cubicBezTo>
                <a:cubicBezTo>
                  <a:pt x="444787" y="1636772"/>
                  <a:pt x="431192" y="1623178"/>
                  <a:pt x="431192" y="1606408"/>
                </a:cubicBezTo>
                <a:cubicBezTo>
                  <a:pt x="431192" y="1589639"/>
                  <a:pt x="444787" y="1576045"/>
                  <a:pt x="461556" y="1576045"/>
                </a:cubicBezTo>
                <a:close/>
                <a:moveTo>
                  <a:pt x="389002" y="1576045"/>
                </a:moveTo>
                <a:cubicBezTo>
                  <a:pt x="405771" y="1576045"/>
                  <a:pt x="419365" y="1589639"/>
                  <a:pt x="419365" y="1606408"/>
                </a:cubicBezTo>
                <a:cubicBezTo>
                  <a:pt x="419365" y="1623178"/>
                  <a:pt x="405771" y="1636772"/>
                  <a:pt x="389002" y="1636772"/>
                </a:cubicBezTo>
                <a:cubicBezTo>
                  <a:pt x="372232" y="1636772"/>
                  <a:pt x="358638" y="1623178"/>
                  <a:pt x="358638" y="1606408"/>
                </a:cubicBezTo>
                <a:cubicBezTo>
                  <a:pt x="358638" y="1589639"/>
                  <a:pt x="372232" y="1576045"/>
                  <a:pt x="389002" y="1576045"/>
                </a:cubicBezTo>
                <a:close/>
                <a:moveTo>
                  <a:pt x="316447" y="1576045"/>
                </a:moveTo>
                <a:cubicBezTo>
                  <a:pt x="333216" y="1576045"/>
                  <a:pt x="346810" y="1589639"/>
                  <a:pt x="346810" y="1606408"/>
                </a:cubicBezTo>
                <a:cubicBezTo>
                  <a:pt x="346810" y="1623178"/>
                  <a:pt x="333216" y="1636772"/>
                  <a:pt x="316447" y="1636772"/>
                </a:cubicBezTo>
                <a:cubicBezTo>
                  <a:pt x="299677" y="1636772"/>
                  <a:pt x="286084" y="1623178"/>
                  <a:pt x="286084" y="1606408"/>
                </a:cubicBezTo>
                <a:cubicBezTo>
                  <a:pt x="286084" y="1589639"/>
                  <a:pt x="299677" y="1576045"/>
                  <a:pt x="316447" y="1576045"/>
                </a:cubicBezTo>
                <a:close/>
                <a:moveTo>
                  <a:pt x="243892" y="1576045"/>
                </a:moveTo>
                <a:cubicBezTo>
                  <a:pt x="260662" y="1576045"/>
                  <a:pt x="274256" y="1589639"/>
                  <a:pt x="274256" y="1606408"/>
                </a:cubicBezTo>
                <a:cubicBezTo>
                  <a:pt x="274256" y="1623178"/>
                  <a:pt x="260662" y="1636772"/>
                  <a:pt x="243892" y="1636772"/>
                </a:cubicBezTo>
                <a:cubicBezTo>
                  <a:pt x="227123" y="1636772"/>
                  <a:pt x="213529" y="1623178"/>
                  <a:pt x="213529" y="1606408"/>
                </a:cubicBezTo>
                <a:cubicBezTo>
                  <a:pt x="213529" y="1589639"/>
                  <a:pt x="227123" y="1576045"/>
                  <a:pt x="243892" y="1576045"/>
                </a:cubicBezTo>
                <a:close/>
                <a:moveTo>
                  <a:pt x="171339" y="1576045"/>
                </a:moveTo>
                <a:cubicBezTo>
                  <a:pt x="188107" y="1576045"/>
                  <a:pt x="201701" y="1589639"/>
                  <a:pt x="201701" y="1606408"/>
                </a:cubicBezTo>
                <a:cubicBezTo>
                  <a:pt x="201701" y="1623178"/>
                  <a:pt x="188107" y="1636772"/>
                  <a:pt x="171339" y="1636772"/>
                </a:cubicBezTo>
                <a:cubicBezTo>
                  <a:pt x="154599" y="1636772"/>
                  <a:pt x="141006" y="1623178"/>
                  <a:pt x="141006" y="1606408"/>
                </a:cubicBezTo>
                <a:cubicBezTo>
                  <a:pt x="141006" y="1589639"/>
                  <a:pt x="154599" y="1576045"/>
                  <a:pt x="171339" y="1576045"/>
                </a:cubicBezTo>
                <a:close/>
                <a:moveTo>
                  <a:pt x="98818" y="1576045"/>
                </a:moveTo>
                <a:cubicBezTo>
                  <a:pt x="115586" y="1576045"/>
                  <a:pt x="129180" y="1589639"/>
                  <a:pt x="129180" y="1606408"/>
                </a:cubicBezTo>
                <a:cubicBezTo>
                  <a:pt x="129180" y="1623178"/>
                  <a:pt x="115586" y="1636772"/>
                  <a:pt x="98818" y="1636772"/>
                </a:cubicBezTo>
                <a:cubicBezTo>
                  <a:pt x="82048" y="1636772"/>
                  <a:pt x="68454" y="1623178"/>
                  <a:pt x="68454" y="1606408"/>
                </a:cubicBezTo>
                <a:cubicBezTo>
                  <a:pt x="68454" y="1589639"/>
                  <a:pt x="82048" y="1576045"/>
                  <a:pt x="98818" y="1576045"/>
                </a:cubicBezTo>
                <a:close/>
                <a:moveTo>
                  <a:pt x="26264" y="1576045"/>
                </a:moveTo>
                <a:cubicBezTo>
                  <a:pt x="43032" y="1576045"/>
                  <a:pt x="56626" y="1589639"/>
                  <a:pt x="56626" y="1606408"/>
                </a:cubicBezTo>
                <a:cubicBezTo>
                  <a:pt x="56626" y="1623178"/>
                  <a:pt x="43032" y="1636772"/>
                  <a:pt x="26264" y="1636772"/>
                </a:cubicBezTo>
                <a:cubicBezTo>
                  <a:pt x="17880" y="1636772"/>
                  <a:pt x="10289" y="1633374"/>
                  <a:pt x="4794" y="1627879"/>
                </a:cubicBezTo>
                <a:lnTo>
                  <a:pt x="0" y="1616304"/>
                </a:lnTo>
                <a:lnTo>
                  <a:pt x="0" y="1596512"/>
                </a:lnTo>
                <a:lnTo>
                  <a:pt x="4794" y="1584938"/>
                </a:lnTo>
                <a:cubicBezTo>
                  <a:pt x="10289" y="1579444"/>
                  <a:pt x="17880" y="1576045"/>
                  <a:pt x="26264" y="1576045"/>
                </a:cubicBezTo>
                <a:close/>
                <a:moveTo>
                  <a:pt x="1187102" y="1495593"/>
                </a:moveTo>
                <a:cubicBezTo>
                  <a:pt x="1195486" y="1495593"/>
                  <a:pt x="1203077" y="1498992"/>
                  <a:pt x="1208572" y="1504486"/>
                </a:cubicBezTo>
                <a:lnTo>
                  <a:pt x="1211014" y="1510381"/>
                </a:lnTo>
                <a:lnTo>
                  <a:pt x="1168285" y="1549216"/>
                </a:lnTo>
                <a:lnTo>
                  <a:pt x="1165631" y="1547427"/>
                </a:lnTo>
                <a:cubicBezTo>
                  <a:pt x="1160137" y="1541932"/>
                  <a:pt x="1156738" y="1534341"/>
                  <a:pt x="1156738" y="1525957"/>
                </a:cubicBezTo>
                <a:cubicBezTo>
                  <a:pt x="1156738" y="1509187"/>
                  <a:pt x="1170332" y="1495593"/>
                  <a:pt x="1187102" y="1495593"/>
                </a:cubicBezTo>
                <a:close/>
                <a:moveTo>
                  <a:pt x="1114547" y="1495593"/>
                </a:moveTo>
                <a:cubicBezTo>
                  <a:pt x="1131317" y="1495593"/>
                  <a:pt x="1144911" y="1509187"/>
                  <a:pt x="1144911" y="1525957"/>
                </a:cubicBezTo>
                <a:cubicBezTo>
                  <a:pt x="1144911" y="1542726"/>
                  <a:pt x="1131317" y="1556320"/>
                  <a:pt x="1114547" y="1556320"/>
                </a:cubicBezTo>
                <a:cubicBezTo>
                  <a:pt x="1097778" y="1556320"/>
                  <a:pt x="1084184" y="1542726"/>
                  <a:pt x="1084184" y="1525957"/>
                </a:cubicBezTo>
                <a:cubicBezTo>
                  <a:pt x="1084184" y="1509187"/>
                  <a:pt x="1097778" y="1495593"/>
                  <a:pt x="1114547" y="1495593"/>
                </a:cubicBezTo>
                <a:close/>
                <a:moveTo>
                  <a:pt x="1041993" y="1495593"/>
                </a:moveTo>
                <a:cubicBezTo>
                  <a:pt x="1058762" y="1495593"/>
                  <a:pt x="1072356" y="1509187"/>
                  <a:pt x="1072356" y="1525957"/>
                </a:cubicBezTo>
                <a:cubicBezTo>
                  <a:pt x="1072356" y="1542726"/>
                  <a:pt x="1058762" y="1556320"/>
                  <a:pt x="1041993" y="1556320"/>
                </a:cubicBezTo>
                <a:cubicBezTo>
                  <a:pt x="1025223" y="1556320"/>
                  <a:pt x="1011629" y="1542726"/>
                  <a:pt x="1011629" y="1525957"/>
                </a:cubicBezTo>
                <a:cubicBezTo>
                  <a:pt x="1011629" y="1509187"/>
                  <a:pt x="1025223" y="1495593"/>
                  <a:pt x="1041993" y="1495593"/>
                </a:cubicBezTo>
                <a:close/>
                <a:moveTo>
                  <a:pt x="969438" y="1495593"/>
                </a:moveTo>
                <a:cubicBezTo>
                  <a:pt x="986208" y="1495593"/>
                  <a:pt x="999801" y="1509187"/>
                  <a:pt x="999801" y="1525957"/>
                </a:cubicBezTo>
                <a:cubicBezTo>
                  <a:pt x="999801" y="1542726"/>
                  <a:pt x="986208" y="1556320"/>
                  <a:pt x="969438" y="1556320"/>
                </a:cubicBezTo>
                <a:cubicBezTo>
                  <a:pt x="952669" y="1556320"/>
                  <a:pt x="939075" y="1542726"/>
                  <a:pt x="939075" y="1525957"/>
                </a:cubicBezTo>
                <a:cubicBezTo>
                  <a:pt x="939075" y="1509187"/>
                  <a:pt x="952669" y="1495593"/>
                  <a:pt x="969438" y="1495593"/>
                </a:cubicBezTo>
                <a:close/>
                <a:moveTo>
                  <a:pt x="896883" y="1495593"/>
                </a:moveTo>
                <a:cubicBezTo>
                  <a:pt x="913653" y="1495593"/>
                  <a:pt x="927247" y="1509187"/>
                  <a:pt x="927247" y="1525957"/>
                </a:cubicBezTo>
                <a:cubicBezTo>
                  <a:pt x="927247" y="1542726"/>
                  <a:pt x="913653" y="1556320"/>
                  <a:pt x="896883" y="1556320"/>
                </a:cubicBezTo>
                <a:cubicBezTo>
                  <a:pt x="880114" y="1556320"/>
                  <a:pt x="866520" y="1542726"/>
                  <a:pt x="866520" y="1525957"/>
                </a:cubicBezTo>
                <a:cubicBezTo>
                  <a:pt x="866520" y="1509187"/>
                  <a:pt x="880114" y="1495593"/>
                  <a:pt x="896883" y="1495593"/>
                </a:cubicBezTo>
                <a:close/>
                <a:moveTo>
                  <a:pt x="824329" y="1495593"/>
                </a:moveTo>
                <a:cubicBezTo>
                  <a:pt x="841098" y="1495593"/>
                  <a:pt x="854692" y="1509187"/>
                  <a:pt x="854692" y="1525957"/>
                </a:cubicBezTo>
                <a:cubicBezTo>
                  <a:pt x="854692" y="1542726"/>
                  <a:pt x="841098" y="1556320"/>
                  <a:pt x="824329" y="1556320"/>
                </a:cubicBezTo>
                <a:cubicBezTo>
                  <a:pt x="807559" y="1556320"/>
                  <a:pt x="793965" y="1542726"/>
                  <a:pt x="793965" y="1525957"/>
                </a:cubicBezTo>
                <a:cubicBezTo>
                  <a:pt x="793965" y="1509187"/>
                  <a:pt x="807559" y="1495593"/>
                  <a:pt x="824329" y="1495593"/>
                </a:cubicBezTo>
                <a:close/>
                <a:moveTo>
                  <a:pt x="751774" y="1495593"/>
                </a:moveTo>
                <a:cubicBezTo>
                  <a:pt x="768544" y="1495593"/>
                  <a:pt x="782138" y="1509187"/>
                  <a:pt x="782138" y="1525957"/>
                </a:cubicBezTo>
                <a:cubicBezTo>
                  <a:pt x="782138" y="1542726"/>
                  <a:pt x="768544" y="1556320"/>
                  <a:pt x="751774" y="1556320"/>
                </a:cubicBezTo>
                <a:cubicBezTo>
                  <a:pt x="735005" y="1556320"/>
                  <a:pt x="721411" y="1542726"/>
                  <a:pt x="721411" y="1525957"/>
                </a:cubicBezTo>
                <a:cubicBezTo>
                  <a:pt x="721411" y="1509187"/>
                  <a:pt x="735005" y="1495593"/>
                  <a:pt x="751774" y="1495593"/>
                </a:cubicBezTo>
                <a:close/>
                <a:moveTo>
                  <a:pt x="679220" y="1495593"/>
                </a:moveTo>
                <a:cubicBezTo>
                  <a:pt x="695989" y="1495593"/>
                  <a:pt x="709583" y="1509187"/>
                  <a:pt x="709583" y="1525957"/>
                </a:cubicBezTo>
                <a:cubicBezTo>
                  <a:pt x="709583" y="1542726"/>
                  <a:pt x="695989" y="1556320"/>
                  <a:pt x="679220" y="1556320"/>
                </a:cubicBezTo>
                <a:cubicBezTo>
                  <a:pt x="662450" y="1556320"/>
                  <a:pt x="648856" y="1542726"/>
                  <a:pt x="648856" y="1525957"/>
                </a:cubicBezTo>
                <a:cubicBezTo>
                  <a:pt x="648856" y="1509187"/>
                  <a:pt x="662450" y="1495593"/>
                  <a:pt x="679220" y="1495593"/>
                </a:cubicBezTo>
                <a:close/>
                <a:moveTo>
                  <a:pt x="606665" y="1495593"/>
                </a:moveTo>
                <a:cubicBezTo>
                  <a:pt x="623435" y="1495593"/>
                  <a:pt x="637029" y="1509187"/>
                  <a:pt x="637029" y="1525957"/>
                </a:cubicBezTo>
                <a:cubicBezTo>
                  <a:pt x="637029" y="1542726"/>
                  <a:pt x="623435" y="1556320"/>
                  <a:pt x="606665" y="1556320"/>
                </a:cubicBezTo>
                <a:cubicBezTo>
                  <a:pt x="589896" y="1556320"/>
                  <a:pt x="576302" y="1542726"/>
                  <a:pt x="576302" y="1525957"/>
                </a:cubicBezTo>
                <a:cubicBezTo>
                  <a:pt x="576302" y="1509187"/>
                  <a:pt x="589896" y="1495593"/>
                  <a:pt x="606665" y="1495593"/>
                </a:cubicBezTo>
                <a:close/>
                <a:moveTo>
                  <a:pt x="534111" y="1495593"/>
                </a:moveTo>
                <a:cubicBezTo>
                  <a:pt x="550880" y="1495593"/>
                  <a:pt x="564474" y="1509187"/>
                  <a:pt x="564474" y="1525957"/>
                </a:cubicBezTo>
                <a:cubicBezTo>
                  <a:pt x="564474" y="1542726"/>
                  <a:pt x="550880" y="1556320"/>
                  <a:pt x="534111" y="1556320"/>
                </a:cubicBezTo>
                <a:cubicBezTo>
                  <a:pt x="517341" y="1556320"/>
                  <a:pt x="503747" y="1542726"/>
                  <a:pt x="503747" y="1525957"/>
                </a:cubicBezTo>
                <a:cubicBezTo>
                  <a:pt x="503747" y="1509187"/>
                  <a:pt x="517341" y="1495593"/>
                  <a:pt x="534111" y="1495593"/>
                </a:cubicBezTo>
                <a:close/>
                <a:moveTo>
                  <a:pt x="461556" y="1495593"/>
                </a:moveTo>
                <a:cubicBezTo>
                  <a:pt x="478326" y="1495593"/>
                  <a:pt x="491920" y="1509187"/>
                  <a:pt x="491920" y="1525957"/>
                </a:cubicBezTo>
                <a:cubicBezTo>
                  <a:pt x="491920" y="1542726"/>
                  <a:pt x="478326" y="1556320"/>
                  <a:pt x="461556" y="1556320"/>
                </a:cubicBezTo>
                <a:cubicBezTo>
                  <a:pt x="444787" y="1556320"/>
                  <a:pt x="431192" y="1542726"/>
                  <a:pt x="431192" y="1525957"/>
                </a:cubicBezTo>
                <a:cubicBezTo>
                  <a:pt x="431192" y="1509187"/>
                  <a:pt x="444787" y="1495593"/>
                  <a:pt x="461556" y="1495593"/>
                </a:cubicBezTo>
                <a:close/>
                <a:moveTo>
                  <a:pt x="389002" y="1495593"/>
                </a:moveTo>
                <a:cubicBezTo>
                  <a:pt x="405771" y="1495593"/>
                  <a:pt x="419365" y="1509187"/>
                  <a:pt x="419365" y="1525957"/>
                </a:cubicBezTo>
                <a:cubicBezTo>
                  <a:pt x="419365" y="1542726"/>
                  <a:pt x="405771" y="1556320"/>
                  <a:pt x="389002" y="1556320"/>
                </a:cubicBezTo>
                <a:cubicBezTo>
                  <a:pt x="372232" y="1556320"/>
                  <a:pt x="358638" y="1542726"/>
                  <a:pt x="358638" y="1525957"/>
                </a:cubicBezTo>
                <a:cubicBezTo>
                  <a:pt x="358638" y="1509187"/>
                  <a:pt x="372232" y="1495593"/>
                  <a:pt x="389002" y="1495593"/>
                </a:cubicBezTo>
                <a:close/>
                <a:moveTo>
                  <a:pt x="316447" y="1495593"/>
                </a:moveTo>
                <a:cubicBezTo>
                  <a:pt x="333216" y="1495593"/>
                  <a:pt x="346810" y="1509187"/>
                  <a:pt x="346810" y="1525957"/>
                </a:cubicBezTo>
                <a:cubicBezTo>
                  <a:pt x="346810" y="1542726"/>
                  <a:pt x="333216" y="1556320"/>
                  <a:pt x="316447" y="1556320"/>
                </a:cubicBezTo>
                <a:cubicBezTo>
                  <a:pt x="299677" y="1556320"/>
                  <a:pt x="286084" y="1542726"/>
                  <a:pt x="286084" y="1525957"/>
                </a:cubicBezTo>
                <a:cubicBezTo>
                  <a:pt x="286084" y="1509187"/>
                  <a:pt x="299677" y="1495593"/>
                  <a:pt x="316447" y="1495593"/>
                </a:cubicBezTo>
                <a:close/>
                <a:moveTo>
                  <a:pt x="243892" y="1495593"/>
                </a:moveTo>
                <a:cubicBezTo>
                  <a:pt x="260662" y="1495593"/>
                  <a:pt x="274256" y="1509187"/>
                  <a:pt x="274256" y="1525957"/>
                </a:cubicBezTo>
                <a:cubicBezTo>
                  <a:pt x="274256" y="1542726"/>
                  <a:pt x="260662" y="1556320"/>
                  <a:pt x="243892" y="1556320"/>
                </a:cubicBezTo>
                <a:cubicBezTo>
                  <a:pt x="227123" y="1556320"/>
                  <a:pt x="213529" y="1542726"/>
                  <a:pt x="213529" y="1525957"/>
                </a:cubicBezTo>
                <a:cubicBezTo>
                  <a:pt x="213529" y="1509187"/>
                  <a:pt x="227123" y="1495593"/>
                  <a:pt x="243892" y="1495593"/>
                </a:cubicBezTo>
                <a:close/>
                <a:moveTo>
                  <a:pt x="171339" y="1495593"/>
                </a:moveTo>
                <a:cubicBezTo>
                  <a:pt x="188107" y="1495593"/>
                  <a:pt x="201701" y="1509187"/>
                  <a:pt x="201701" y="1525957"/>
                </a:cubicBezTo>
                <a:cubicBezTo>
                  <a:pt x="201701" y="1542726"/>
                  <a:pt x="188107" y="1556320"/>
                  <a:pt x="171339" y="1556320"/>
                </a:cubicBezTo>
                <a:cubicBezTo>
                  <a:pt x="154606" y="1556320"/>
                  <a:pt x="141012" y="1542726"/>
                  <a:pt x="141012" y="1525957"/>
                </a:cubicBezTo>
                <a:cubicBezTo>
                  <a:pt x="141012" y="1509187"/>
                  <a:pt x="154606" y="1495593"/>
                  <a:pt x="171339" y="1495593"/>
                </a:cubicBezTo>
                <a:close/>
                <a:moveTo>
                  <a:pt x="98825" y="1495593"/>
                </a:moveTo>
                <a:cubicBezTo>
                  <a:pt x="115592" y="1495593"/>
                  <a:pt x="129186" y="1509187"/>
                  <a:pt x="129186" y="1525957"/>
                </a:cubicBezTo>
                <a:cubicBezTo>
                  <a:pt x="129186" y="1542726"/>
                  <a:pt x="115592" y="1556320"/>
                  <a:pt x="98825" y="1556320"/>
                </a:cubicBezTo>
                <a:cubicBezTo>
                  <a:pt x="82054" y="1556320"/>
                  <a:pt x="68461" y="1542726"/>
                  <a:pt x="68461" y="1525957"/>
                </a:cubicBezTo>
                <a:cubicBezTo>
                  <a:pt x="68461" y="1509187"/>
                  <a:pt x="82054" y="1495593"/>
                  <a:pt x="98825" y="1495593"/>
                </a:cubicBezTo>
                <a:close/>
                <a:moveTo>
                  <a:pt x="26270" y="1495593"/>
                </a:moveTo>
                <a:cubicBezTo>
                  <a:pt x="43038" y="1495593"/>
                  <a:pt x="56632" y="1509187"/>
                  <a:pt x="56632" y="1525957"/>
                </a:cubicBezTo>
                <a:cubicBezTo>
                  <a:pt x="56632" y="1542726"/>
                  <a:pt x="43038" y="1556320"/>
                  <a:pt x="26270" y="1556320"/>
                </a:cubicBezTo>
                <a:cubicBezTo>
                  <a:pt x="17886" y="1556320"/>
                  <a:pt x="10295" y="1552922"/>
                  <a:pt x="4801" y="1547427"/>
                </a:cubicBezTo>
                <a:lnTo>
                  <a:pt x="0" y="1535836"/>
                </a:lnTo>
                <a:lnTo>
                  <a:pt x="0" y="1516078"/>
                </a:lnTo>
                <a:lnTo>
                  <a:pt x="4801" y="1504486"/>
                </a:lnTo>
                <a:cubicBezTo>
                  <a:pt x="10295" y="1498992"/>
                  <a:pt x="17886" y="1495593"/>
                  <a:pt x="26270" y="1495593"/>
                </a:cubicBezTo>
                <a:close/>
                <a:moveTo>
                  <a:pt x="1259656" y="1415141"/>
                </a:moveTo>
                <a:cubicBezTo>
                  <a:pt x="1268041" y="1415141"/>
                  <a:pt x="1275632" y="1418540"/>
                  <a:pt x="1281127" y="1424035"/>
                </a:cubicBezTo>
                <a:lnTo>
                  <a:pt x="1285044" y="1433492"/>
                </a:lnTo>
                <a:lnTo>
                  <a:pt x="1248565" y="1473629"/>
                </a:lnTo>
                <a:lnTo>
                  <a:pt x="1247837" y="1473482"/>
                </a:lnTo>
                <a:cubicBezTo>
                  <a:pt x="1236940" y="1468873"/>
                  <a:pt x="1229293" y="1458082"/>
                  <a:pt x="1229293" y="1445505"/>
                </a:cubicBezTo>
                <a:cubicBezTo>
                  <a:pt x="1229293" y="1428735"/>
                  <a:pt x="1242887" y="1415141"/>
                  <a:pt x="1259656" y="1415141"/>
                </a:cubicBezTo>
                <a:close/>
                <a:moveTo>
                  <a:pt x="1187102" y="1415141"/>
                </a:moveTo>
                <a:cubicBezTo>
                  <a:pt x="1203871" y="1415141"/>
                  <a:pt x="1217465" y="1428735"/>
                  <a:pt x="1217465" y="1445505"/>
                </a:cubicBezTo>
                <a:cubicBezTo>
                  <a:pt x="1217465" y="1462274"/>
                  <a:pt x="1203871" y="1475868"/>
                  <a:pt x="1187102" y="1475868"/>
                </a:cubicBezTo>
                <a:cubicBezTo>
                  <a:pt x="1170332" y="1475868"/>
                  <a:pt x="1156738" y="1462274"/>
                  <a:pt x="1156738" y="1445505"/>
                </a:cubicBezTo>
                <a:cubicBezTo>
                  <a:pt x="1156738" y="1428735"/>
                  <a:pt x="1170332" y="1415141"/>
                  <a:pt x="1187102" y="1415141"/>
                </a:cubicBezTo>
                <a:close/>
                <a:moveTo>
                  <a:pt x="1114547" y="1415141"/>
                </a:moveTo>
                <a:cubicBezTo>
                  <a:pt x="1131317" y="1415141"/>
                  <a:pt x="1144911" y="1428735"/>
                  <a:pt x="1144911" y="1445505"/>
                </a:cubicBezTo>
                <a:cubicBezTo>
                  <a:pt x="1144911" y="1462274"/>
                  <a:pt x="1131317" y="1475868"/>
                  <a:pt x="1114547" y="1475868"/>
                </a:cubicBezTo>
                <a:cubicBezTo>
                  <a:pt x="1097778" y="1475868"/>
                  <a:pt x="1084184" y="1462274"/>
                  <a:pt x="1084184" y="1445505"/>
                </a:cubicBezTo>
                <a:cubicBezTo>
                  <a:pt x="1084184" y="1428735"/>
                  <a:pt x="1097778" y="1415141"/>
                  <a:pt x="1114547" y="1415141"/>
                </a:cubicBezTo>
                <a:close/>
                <a:moveTo>
                  <a:pt x="1041993" y="1415141"/>
                </a:moveTo>
                <a:cubicBezTo>
                  <a:pt x="1058762" y="1415141"/>
                  <a:pt x="1072356" y="1428735"/>
                  <a:pt x="1072356" y="1445505"/>
                </a:cubicBezTo>
                <a:cubicBezTo>
                  <a:pt x="1072356" y="1462274"/>
                  <a:pt x="1058762" y="1475868"/>
                  <a:pt x="1041993" y="1475868"/>
                </a:cubicBezTo>
                <a:cubicBezTo>
                  <a:pt x="1025223" y="1475868"/>
                  <a:pt x="1011629" y="1462274"/>
                  <a:pt x="1011629" y="1445505"/>
                </a:cubicBezTo>
                <a:cubicBezTo>
                  <a:pt x="1011629" y="1428735"/>
                  <a:pt x="1025223" y="1415141"/>
                  <a:pt x="1041993" y="1415141"/>
                </a:cubicBezTo>
                <a:close/>
                <a:moveTo>
                  <a:pt x="969438" y="1415141"/>
                </a:moveTo>
                <a:cubicBezTo>
                  <a:pt x="986208" y="1415141"/>
                  <a:pt x="999801" y="1428735"/>
                  <a:pt x="999801" y="1445505"/>
                </a:cubicBezTo>
                <a:cubicBezTo>
                  <a:pt x="999801" y="1462274"/>
                  <a:pt x="986208" y="1475868"/>
                  <a:pt x="969438" y="1475868"/>
                </a:cubicBezTo>
                <a:cubicBezTo>
                  <a:pt x="952669" y="1475868"/>
                  <a:pt x="939075" y="1462274"/>
                  <a:pt x="939075" y="1445505"/>
                </a:cubicBezTo>
                <a:cubicBezTo>
                  <a:pt x="939075" y="1428735"/>
                  <a:pt x="952669" y="1415141"/>
                  <a:pt x="969438" y="1415141"/>
                </a:cubicBezTo>
                <a:close/>
                <a:moveTo>
                  <a:pt x="896883" y="1415141"/>
                </a:moveTo>
                <a:cubicBezTo>
                  <a:pt x="913653" y="1415141"/>
                  <a:pt x="927247" y="1428735"/>
                  <a:pt x="927247" y="1445505"/>
                </a:cubicBezTo>
                <a:cubicBezTo>
                  <a:pt x="927247" y="1462274"/>
                  <a:pt x="913653" y="1475868"/>
                  <a:pt x="896883" y="1475868"/>
                </a:cubicBezTo>
                <a:cubicBezTo>
                  <a:pt x="880114" y="1475868"/>
                  <a:pt x="866520" y="1462274"/>
                  <a:pt x="866520" y="1445505"/>
                </a:cubicBezTo>
                <a:cubicBezTo>
                  <a:pt x="866520" y="1428735"/>
                  <a:pt x="880114" y="1415141"/>
                  <a:pt x="896883" y="1415141"/>
                </a:cubicBezTo>
                <a:close/>
                <a:moveTo>
                  <a:pt x="824329" y="1415141"/>
                </a:moveTo>
                <a:cubicBezTo>
                  <a:pt x="841098" y="1415141"/>
                  <a:pt x="854692" y="1428735"/>
                  <a:pt x="854692" y="1445505"/>
                </a:cubicBezTo>
                <a:cubicBezTo>
                  <a:pt x="854692" y="1462274"/>
                  <a:pt x="841098" y="1475868"/>
                  <a:pt x="824329" y="1475868"/>
                </a:cubicBezTo>
                <a:cubicBezTo>
                  <a:pt x="807559" y="1475868"/>
                  <a:pt x="793965" y="1462274"/>
                  <a:pt x="793965" y="1445505"/>
                </a:cubicBezTo>
                <a:cubicBezTo>
                  <a:pt x="793965" y="1428735"/>
                  <a:pt x="807559" y="1415141"/>
                  <a:pt x="824329" y="1415141"/>
                </a:cubicBezTo>
                <a:close/>
                <a:moveTo>
                  <a:pt x="751774" y="1415141"/>
                </a:moveTo>
                <a:cubicBezTo>
                  <a:pt x="768544" y="1415141"/>
                  <a:pt x="782138" y="1428735"/>
                  <a:pt x="782138" y="1445505"/>
                </a:cubicBezTo>
                <a:cubicBezTo>
                  <a:pt x="782138" y="1462274"/>
                  <a:pt x="768544" y="1475868"/>
                  <a:pt x="751774" y="1475868"/>
                </a:cubicBezTo>
                <a:cubicBezTo>
                  <a:pt x="735005" y="1475868"/>
                  <a:pt x="721411" y="1462274"/>
                  <a:pt x="721411" y="1445505"/>
                </a:cubicBezTo>
                <a:cubicBezTo>
                  <a:pt x="721411" y="1428735"/>
                  <a:pt x="735005" y="1415141"/>
                  <a:pt x="751774" y="1415141"/>
                </a:cubicBezTo>
                <a:close/>
                <a:moveTo>
                  <a:pt x="679220" y="1415141"/>
                </a:moveTo>
                <a:cubicBezTo>
                  <a:pt x="695989" y="1415141"/>
                  <a:pt x="709583" y="1428735"/>
                  <a:pt x="709583" y="1445505"/>
                </a:cubicBezTo>
                <a:cubicBezTo>
                  <a:pt x="709583" y="1462274"/>
                  <a:pt x="695989" y="1475868"/>
                  <a:pt x="679220" y="1475868"/>
                </a:cubicBezTo>
                <a:cubicBezTo>
                  <a:pt x="662450" y="1475868"/>
                  <a:pt x="648856" y="1462274"/>
                  <a:pt x="648856" y="1445505"/>
                </a:cubicBezTo>
                <a:cubicBezTo>
                  <a:pt x="648856" y="1428735"/>
                  <a:pt x="662450" y="1415141"/>
                  <a:pt x="679220" y="1415141"/>
                </a:cubicBezTo>
                <a:close/>
                <a:moveTo>
                  <a:pt x="606665" y="1415141"/>
                </a:moveTo>
                <a:cubicBezTo>
                  <a:pt x="623435" y="1415141"/>
                  <a:pt x="637029" y="1428735"/>
                  <a:pt x="637029" y="1445505"/>
                </a:cubicBezTo>
                <a:cubicBezTo>
                  <a:pt x="637029" y="1462274"/>
                  <a:pt x="623435" y="1475868"/>
                  <a:pt x="606665" y="1475868"/>
                </a:cubicBezTo>
                <a:cubicBezTo>
                  <a:pt x="589896" y="1475868"/>
                  <a:pt x="576302" y="1462274"/>
                  <a:pt x="576302" y="1445505"/>
                </a:cubicBezTo>
                <a:cubicBezTo>
                  <a:pt x="576302" y="1428735"/>
                  <a:pt x="589896" y="1415141"/>
                  <a:pt x="606665" y="1415141"/>
                </a:cubicBezTo>
                <a:close/>
                <a:moveTo>
                  <a:pt x="534111" y="1415141"/>
                </a:moveTo>
                <a:cubicBezTo>
                  <a:pt x="550880" y="1415141"/>
                  <a:pt x="564474" y="1428735"/>
                  <a:pt x="564474" y="1445505"/>
                </a:cubicBezTo>
                <a:cubicBezTo>
                  <a:pt x="564474" y="1462274"/>
                  <a:pt x="550880" y="1475868"/>
                  <a:pt x="534111" y="1475868"/>
                </a:cubicBezTo>
                <a:cubicBezTo>
                  <a:pt x="517341" y="1475868"/>
                  <a:pt x="503747" y="1462274"/>
                  <a:pt x="503747" y="1445505"/>
                </a:cubicBezTo>
                <a:cubicBezTo>
                  <a:pt x="503747" y="1428735"/>
                  <a:pt x="517341" y="1415141"/>
                  <a:pt x="534111" y="1415141"/>
                </a:cubicBezTo>
                <a:close/>
                <a:moveTo>
                  <a:pt x="461556" y="1415141"/>
                </a:moveTo>
                <a:cubicBezTo>
                  <a:pt x="478326" y="1415141"/>
                  <a:pt x="491920" y="1428735"/>
                  <a:pt x="491920" y="1445505"/>
                </a:cubicBezTo>
                <a:cubicBezTo>
                  <a:pt x="491920" y="1462274"/>
                  <a:pt x="478326" y="1475868"/>
                  <a:pt x="461556" y="1475868"/>
                </a:cubicBezTo>
                <a:cubicBezTo>
                  <a:pt x="444787" y="1475868"/>
                  <a:pt x="431192" y="1462274"/>
                  <a:pt x="431192" y="1445505"/>
                </a:cubicBezTo>
                <a:cubicBezTo>
                  <a:pt x="431192" y="1428735"/>
                  <a:pt x="444787" y="1415141"/>
                  <a:pt x="461556" y="1415141"/>
                </a:cubicBezTo>
                <a:close/>
                <a:moveTo>
                  <a:pt x="389002" y="1415141"/>
                </a:moveTo>
                <a:cubicBezTo>
                  <a:pt x="405771" y="1415141"/>
                  <a:pt x="419365" y="1428735"/>
                  <a:pt x="419365" y="1445505"/>
                </a:cubicBezTo>
                <a:cubicBezTo>
                  <a:pt x="419365" y="1462274"/>
                  <a:pt x="405771" y="1475868"/>
                  <a:pt x="389002" y="1475868"/>
                </a:cubicBezTo>
                <a:cubicBezTo>
                  <a:pt x="372232" y="1475868"/>
                  <a:pt x="358638" y="1462274"/>
                  <a:pt x="358638" y="1445505"/>
                </a:cubicBezTo>
                <a:cubicBezTo>
                  <a:pt x="358638" y="1428735"/>
                  <a:pt x="372232" y="1415141"/>
                  <a:pt x="389002" y="1415141"/>
                </a:cubicBezTo>
                <a:close/>
                <a:moveTo>
                  <a:pt x="316447" y="1415141"/>
                </a:moveTo>
                <a:cubicBezTo>
                  <a:pt x="333216" y="1415141"/>
                  <a:pt x="346810" y="1428735"/>
                  <a:pt x="346810" y="1445505"/>
                </a:cubicBezTo>
                <a:cubicBezTo>
                  <a:pt x="346810" y="1462274"/>
                  <a:pt x="333216" y="1475868"/>
                  <a:pt x="316447" y="1475868"/>
                </a:cubicBezTo>
                <a:cubicBezTo>
                  <a:pt x="299677" y="1475868"/>
                  <a:pt x="286084" y="1462274"/>
                  <a:pt x="286084" y="1445505"/>
                </a:cubicBezTo>
                <a:cubicBezTo>
                  <a:pt x="286084" y="1428735"/>
                  <a:pt x="299677" y="1415141"/>
                  <a:pt x="316447" y="1415141"/>
                </a:cubicBezTo>
                <a:close/>
                <a:moveTo>
                  <a:pt x="243892" y="1415141"/>
                </a:moveTo>
                <a:cubicBezTo>
                  <a:pt x="260662" y="1415141"/>
                  <a:pt x="274256" y="1428735"/>
                  <a:pt x="274256" y="1445505"/>
                </a:cubicBezTo>
                <a:cubicBezTo>
                  <a:pt x="274256" y="1462274"/>
                  <a:pt x="260662" y="1475868"/>
                  <a:pt x="243892" y="1475868"/>
                </a:cubicBezTo>
                <a:cubicBezTo>
                  <a:pt x="227123" y="1475868"/>
                  <a:pt x="213529" y="1462274"/>
                  <a:pt x="213529" y="1445505"/>
                </a:cubicBezTo>
                <a:cubicBezTo>
                  <a:pt x="213529" y="1428735"/>
                  <a:pt x="227123" y="1415141"/>
                  <a:pt x="243892" y="1415141"/>
                </a:cubicBezTo>
                <a:close/>
                <a:moveTo>
                  <a:pt x="171339" y="1415141"/>
                </a:moveTo>
                <a:cubicBezTo>
                  <a:pt x="188107" y="1415141"/>
                  <a:pt x="201701" y="1428735"/>
                  <a:pt x="201701" y="1445505"/>
                </a:cubicBezTo>
                <a:cubicBezTo>
                  <a:pt x="201701" y="1462274"/>
                  <a:pt x="188107" y="1475868"/>
                  <a:pt x="171339" y="1475868"/>
                </a:cubicBezTo>
                <a:cubicBezTo>
                  <a:pt x="154611" y="1475868"/>
                  <a:pt x="141018" y="1462274"/>
                  <a:pt x="141018" y="1445505"/>
                </a:cubicBezTo>
                <a:cubicBezTo>
                  <a:pt x="141018" y="1428735"/>
                  <a:pt x="154611" y="1415141"/>
                  <a:pt x="171339" y="1415141"/>
                </a:cubicBezTo>
                <a:close/>
                <a:moveTo>
                  <a:pt x="98831" y="1415141"/>
                </a:moveTo>
                <a:cubicBezTo>
                  <a:pt x="115598" y="1415141"/>
                  <a:pt x="129192" y="1428735"/>
                  <a:pt x="129192" y="1445505"/>
                </a:cubicBezTo>
                <a:cubicBezTo>
                  <a:pt x="129192" y="1462274"/>
                  <a:pt x="115598" y="1475868"/>
                  <a:pt x="98831" y="1475868"/>
                </a:cubicBezTo>
                <a:cubicBezTo>
                  <a:pt x="82060" y="1475868"/>
                  <a:pt x="68467" y="1462274"/>
                  <a:pt x="68467" y="1445505"/>
                </a:cubicBezTo>
                <a:cubicBezTo>
                  <a:pt x="68467" y="1428735"/>
                  <a:pt x="82060" y="1415141"/>
                  <a:pt x="98831" y="1415141"/>
                </a:cubicBezTo>
                <a:close/>
                <a:moveTo>
                  <a:pt x="26277" y="1415141"/>
                </a:moveTo>
                <a:cubicBezTo>
                  <a:pt x="43044" y="1415141"/>
                  <a:pt x="56638" y="1428735"/>
                  <a:pt x="56638" y="1445505"/>
                </a:cubicBezTo>
                <a:cubicBezTo>
                  <a:pt x="56638" y="1462274"/>
                  <a:pt x="43044" y="1475868"/>
                  <a:pt x="26277" y="1475868"/>
                </a:cubicBezTo>
                <a:cubicBezTo>
                  <a:pt x="17892" y="1475868"/>
                  <a:pt x="10301" y="1472470"/>
                  <a:pt x="4807" y="1466975"/>
                </a:cubicBezTo>
                <a:lnTo>
                  <a:pt x="0" y="1455370"/>
                </a:lnTo>
                <a:lnTo>
                  <a:pt x="0" y="1435640"/>
                </a:lnTo>
                <a:lnTo>
                  <a:pt x="4807" y="1424034"/>
                </a:lnTo>
                <a:cubicBezTo>
                  <a:pt x="10301" y="1418540"/>
                  <a:pt x="17892" y="1415141"/>
                  <a:pt x="26277" y="1415141"/>
                </a:cubicBezTo>
                <a:close/>
                <a:moveTo>
                  <a:pt x="1332211" y="1334690"/>
                </a:moveTo>
                <a:cubicBezTo>
                  <a:pt x="1340596" y="1334690"/>
                  <a:pt x="1348186" y="1338088"/>
                  <a:pt x="1353681" y="1343583"/>
                </a:cubicBezTo>
                <a:lnTo>
                  <a:pt x="1356143" y="1349526"/>
                </a:lnTo>
                <a:lnTo>
                  <a:pt x="1331934" y="1381900"/>
                </a:lnTo>
                <a:lnTo>
                  <a:pt x="1321597" y="1393274"/>
                </a:lnTo>
                <a:lnTo>
                  <a:pt x="1320392" y="1393030"/>
                </a:lnTo>
                <a:cubicBezTo>
                  <a:pt x="1309494" y="1388421"/>
                  <a:pt x="1301847" y="1377631"/>
                  <a:pt x="1301847" y="1365053"/>
                </a:cubicBezTo>
                <a:cubicBezTo>
                  <a:pt x="1301847" y="1348284"/>
                  <a:pt x="1315441" y="1334690"/>
                  <a:pt x="1332211" y="1334690"/>
                </a:cubicBezTo>
                <a:close/>
                <a:moveTo>
                  <a:pt x="1259656" y="1334690"/>
                </a:moveTo>
                <a:cubicBezTo>
                  <a:pt x="1276426" y="1334690"/>
                  <a:pt x="1290020" y="1348284"/>
                  <a:pt x="1290020" y="1365053"/>
                </a:cubicBezTo>
                <a:cubicBezTo>
                  <a:pt x="1290020" y="1381823"/>
                  <a:pt x="1276426" y="1395417"/>
                  <a:pt x="1259656" y="1395417"/>
                </a:cubicBezTo>
                <a:cubicBezTo>
                  <a:pt x="1242887" y="1395417"/>
                  <a:pt x="1229293" y="1381823"/>
                  <a:pt x="1229293" y="1365053"/>
                </a:cubicBezTo>
                <a:cubicBezTo>
                  <a:pt x="1229293" y="1348284"/>
                  <a:pt x="1242887" y="1334690"/>
                  <a:pt x="1259656" y="1334690"/>
                </a:cubicBezTo>
                <a:close/>
                <a:moveTo>
                  <a:pt x="1187102" y="1334690"/>
                </a:moveTo>
                <a:cubicBezTo>
                  <a:pt x="1203871" y="1334690"/>
                  <a:pt x="1217465" y="1348284"/>
                  <a:pt x="1217465" y="1365053"/>
                </a:cubicBezTo>
                <a:cubicBezTo>
                  <a:pt x="1217465" y="1381823"/>
                  <a:pt x="1203871" y="1395417"/>
                  <a:pt x="1187102" y="1395417"/>
                </a:cubicBezTo>
                <a:cubicBezTo>
                  <a:pt x="1170332" y="1395417"/>
                  <a:pt x="1156738" y="1381823"/>
                  <a:pt x="1156738" y="1365053"/>
                </a:cubicBezTo>
                <a:cubicBezTo>
                  <a:pt x="1156738" y="1348284"/>
                  <a:pt x="1170332" y="1334690"/>
                  <a:pt x="1187102" y="1334690"/>
                </a:cubicBezTo>
                <a:close/>
                <a:moveTo>
                  <a:pt x="1114547" y="1334690"/>
                </a:moveTo>
                <a:cubicBezTo>
                  <a:pt x="1131317" y="1334690"/>
                  <a:pt x="1144911" y="1348284"/>
                  <a:pt x="1144911" y="1365053"/>
                </a:cubicBezTo>
                <a:cubicBezTo>
                  <a:pt x="1144911" y="1381823"/>
                  <a:pt x="1131317" y="1395417"/>
                  <a:pt x="1114547" y="1395417"/>
                </a:cubicBezTo>
                <a:cubicBezTo>
                  <a:pt x="1097778" y="1395417"/>
                  <a:pt x="1084184" y="1381823"/>
                  <a:pt x="1084184" y="1365053"/>
                </a:cubicBezTo>
                <a:cubicBezTo>
                  <a:pt x="1084184" y="1348284"/>
                  <a:pt x="1097778" y="1334690"/>
                  <a:pt x="1114547" y="1334690"/>
                </a:cubicBezTo>
                <a:close/>
                <a:moveTo>
                  <a:pt x="1041993" y="1334690"/>
                </a:moveTo>
                <a:cubicBezTo>
                  <a:pt x="1058762" y="1334690"/>
                  <a:pt x="1072356" y="1348284"/>
                  <a:pt x="1072356" y="1365053"/>
                </a:cubicBezTo>
                <a:cubicBezTo>
                  <a:pt x="1072356" y="1381823"/>
                  <a:pt x="1058762" y="1395417"/>
                  <a:pt x="1041993" y="1395417"/>
                </a:cubicBezTo>
                <a:cubicBezTo>
                  <a:pt x="1025223" y="1395417"/>
                  <a:pt x="1011629" y="1381823"/>
                  <a:pt x="1011629" y="1365053"/>
                </a:cubicBezTo>
                <a:cubicBezTo>
                  <a:pt x="1011629" y="1348284"/>
                  <a:pt x="1025223" y="1334690"/>
                  <a:pt x="1041993" y="1334690"/>
                </a:cubicBezTo>
                <a:close/>
                <a:moveTo>
                  <a:pt x="969438" y="1334690"/>
                </a:moveTo>
                <a:cubicBezTo>
                  <a:pt x="986208" y="1334690"/>
                  <a:pt x="999801" y="1348284"/>
                  <a:pt x="999801" y="1365053"/>
                </a:cubicBezTo>
                <a:cubicBezTo>
                  <a:pt x="999801" y="1381823"/>
                  <a:pt x="986208" y="1395417"/>
                  <a:pt x="969438" y="1395417"/>
                </a:cubicBezTo>
                <a:cubicBezTo>
                  <a:pt x="952669" y="1395417"/>
                  <a:pt x="939075" y="1381823"/>
                  <a:pt x="939075" y="1365053"/>
                </a:cubicBezTo>
                <a:cubicBezTo>
                  <a:pt x="939075" y="1348284"/>
                  <a:pt x="952669" y="1334690"/>
                  <a:pt x="969438" y="1334690"/>
                </a:cubicBezTo>
                <a:close/>
                <a:moveTo>
                  <a:pt x="896883" y="1334690"/>
                </a:moveTo>
                <a:cubicBezTo>
                  <a:pt x="913653" y="1334690"/>
                  <a:pt x="927247" y="1348284"/>
                  <a:pt x="927247" y="1365053"/>
                </a:cubicBezTo>
                <a:cubicBezTo>
                  <a:pt x="927247" y="1381823"/>
                  <a:pt x="913653" y="1395417"/>
                  <a:pt x="896883" y="1395417"/>
                </a:cubicBezTo>
                <a:cubicBezTo>
                  <a:pt x="880114" y="1395417"/>
                  <a:pt x="866520" y="1381823"/>
                  <a:pt x="866520" y="1365053"/>
                </a:cubicBezTo>
                <a:cubicBezTo>
                  <a:pt x="866520" y="1348284"/>
                  <a:pt x="880114" y="1334690"/>
                  <a:pt x="896883" y="1334690"/>
                </a:cubicBezTo>
                <a:close/>
                <a:moveTo>
                  <a:pt x="824329" y="1334690"/>
                </a:moveTo>
                <a:cubicBezTo>
                  <a:pt x="841098" y="1334690"/>
                  <a:pt x="854692" y="1348284"/>
                  <a:pt x="854692" y="1365053"/>
                </a:cubicBezTo>
                <a:cubicBezTo>
                  <a:pt x="854692" y="1381823"/>
                  <a:pt x="841098" y="1395417"/>
                  <a:pt x="824329" y="1395417"/>
                </a:cubicBezTo>
                <a:cubicBezTo>
                  <a:pt x="807559" y="1395417"/>
                  <a:pt x="793965" y="1381823"/>
                  <a:pt x="793965" y="1365053"/>
                </a:cubicBezTo>
                <a:cubicBezTo>
                  <a:pt x="793965" y="1348284"/>
                  <a:pt x="807559" y="1334690"/>
                  <a:pt x="824329" y="1334690"/>
                </a:cubicBezTo>
                <a:close/>
                <a:moveTo>
                  <a:pt x="751774" y="1334690"/>
                </a:moveTo>
                <a:cubicBezTo>
                  <a:pt x="768544" y="1334690"/>
                  <a:pt x="782138" y="1348284"/>
                  <a:pt x="782138" y="1365053"/>
                </a:cubicBezTo>
                <a:cubicBezTo>
                  <a:pt x="782138" y="1381823"/>
                  <a:pt x="768544" y="1395417"/>
                  <a:pt x="751774" y="1395417"/>
                </a:cubicBezTo>
                <a:cubicBezTo>
                  <a:pt x="735005" y="1395417"/>
                  <a:pt x="721411" y="1381823"/>
                  <a:pt x="721411" y="1365053"/>
                </a:cubicBezTo>
                <a:cubicBezTo>
                  <a:pt x="721411" y="1348284"/>
                  <a:pt x="735005" y="1334690"/>
                  <a:pt x="751774" y="1334690"/>
                </a:cubicBezTo>
                <a:close/>
                <a:moveTo>
                  <a:pt x="679220" y="1334690"/>
                </a:moveTo>
                <a:cubicBezTo>
                  <a:pt x="695989" y="1334690"/>
                  <a:pt x="709583" y="1348284"/>
                  <a:pt x="709583" y="1365053"/>
                </a:cubicBezTo>
                <a:cubicBezTo>
                  <a:pt x="709583" y="1381823"/>
                  <a:pt x="695989" y="1395417"/>
                  <a:pt x="679220" y="1395417"/>
                </a:cubicBezTo>
                <a:cubicBezTo>
                  <a:pt x="662450" y="1395417"/>
                  <a:pt x="648856" y="1381823"/>
                  <a:pt x="648856" y="1365053"/>
                </a:cubicBezTo>
                <a:cubicBezTo>
                  <a:pt x="648856" y="1348284"/>
                  <a:pt x="662450" y="1334690"/>
                  <a:pt x="679220" y="1334690"/>
                </a:cubicBezTo>
                <a:close/>
                <a:moveTo>
                  <a:pt x="606665" y="1334690"/>
                </a:moveTo>
                <a:cubicBezTo>
                  <a:pt x="623435" y="1334690"/>
                  <a:pt x="637029" y="1348284"/>
                  <a:pt x="637029" y="1365053"/>
                </a:cubicBezTo>
                <a:cubicBezTo>
                  <a:pt x="637029" y="1381823"/>
                  <a:pt x="623435" y="1395417"/>
                  <a:pt x="606665" y="1395417"/>
                </a:cubicBezTo>
                <a:cubicBezTo>
                  <a:pt x="589896" y="1395417"/>
                  <a:pt x="576302" y="1381823"/>
                  <a:pt x="576302" y="1365053"/>
                </a:cubicBezTo>
                <a:cubicBezTo>
                  <a:pt x="576302" y="1348284"/>
                  <a:pt x="589896" y="1334690"/>
                  <a:pt x="606665" y="1334690"/>
                </a:cubicBezTo>
                <a:close/>
                <a:moveTo>
                  <a:pt x="534111" y="1334690"/>
                </a:moveTo>
                <a:cubicBezTo>
                  <a:pt x="550880" y="1334690"/>
                  <a:pt x="564474" y="1348284"/>
                  <a:pt x="564474" y="1365053"/>
                </a:cubicBezTo>
                <a:cubicBezTo>
                  <a:pt x="564474" y="1381823"/>
                  <a:pt x="550880" y="1395417"/>
                  <a:pt x="534111" y="1395417"/>
                </a:cubicBezTo>
                <a:cubicBezTo>
                  <a:pt x="517341" y="1395417"/>
                  <a:pt x="503747" y="1381823"/>
                  <a:pt x="503747" y="1365053"/>
                </a:cubicBezTo>
                <a:cubicBezTo>
                  <a:pt x="503747" y="1348284"/>
                  <a:pt x="517341" y="1334690"/>
                  <a:pt x="534111" y="1334690"/>
                </a:cubicBezTo>
                <a:close/>
                <a:moveTo>
                  <a:pt x="461556" y="1334690"/>
                </a:moveTo>
                <a:cubicBezTo>
                  <a:pt x="478326" y="1334690"/>
                  <a:pt x="491920" y="1348284"/>
                  <a:pt x="491920" y="1365053"/>
                </a:cubicBezTo>
                <a:cubicBezTo>
                  <a:pt x="491920" y="1381823"/>
                  <a:pt x="478326" y="1395417"/>
                  <a:pt x="461556" y="1395417"/>
                </a:cubicBezTo>
                <a:cubicBezTo>
                  <a:pt x="444787" y="1395417"/>
                  <a:pt x="431192" y="1381823"/>
                  <a:pt x="431192" y="1365053"/>
                </a:cubicBezTo>
                <a:cubicBezTo>
                  <a:pt x="431192" y="1348284"/>
                  <a:pt x="444787" y="1334690"/>
                  <a:pt x="461556" y="1334690"/>
                </a:cubicBezTo>
                <a:close/>
                <a:moveTo>
                  <a:pt x="389002" y="1334690"/>
                </a:moveTo>
                <a:cubicBezTo>
                  <a:pt x="405771" y="1334690"/>
                  <a:pt x="419365" y="1348284"/>
                  <a:pt x="419365" y="1365053"/>
                </a:cubicBezTo>
                <a:cubicBezTo>
                  <a:pt x="419365" y="1381823"/>
                  <a:pt x="405771" y="1395417"/>
                  <a:pt x="389002" y="1395417"/>
                </a:cubicBezTo>
                <a:cubicBezTo>
                  <a:pt x="372232" y="1395417"/>
                  <a:pt x="358638" y="1381823"/>
                  <a:pt x="358638" y="1365053"/>
                </a:cubicBezTo>
                <a:cubicBezTo>
                  <a:pt x="358638" y="1348284"/>
                  <a:pt x="372232" y="1334690"/>
                  <a:pt x="389002" y="1334690"/>
                </a:cubicBezTo>
                <a:close/>
                <a:moveTo>
                  <a:pt x="316447" y="1334690"/>
                </a:moveTo>
                <a:cubicBezTo>
                  <a:pt x="333216" y="1334690"/>
                  <a:pt x="346810" y="1348284"/>
                  <a:pt x="346810" y="1365053"/>
                </a:cubicBezTo>
                <a:cubicBezTo>
                  <a:pt x="346810" y="1381823"/>
                  <a:pt x="333216" y="1395417"/>
                  <a:pt x="316447" y="1395417"/>
                </a:cubicBezTo>
                <a:cubicBezTo>
                  <a:pt x="299677" y="1395417"/>
                  <a:pt x="286084" y="1381823"/>
                  <a:pt x="286084" y="1365053"/>
                </a:cubicBezTo>
                <a:cubicBezTo>
                  <a:pt x="286084" y="1348284"/>
                  <a:pt x="299677" y="1334690"/>
                  <a:pt x="316447" y="1334690"/>
                </a:cubicBezTo>
                <a:close/>
                <a:moveTo>
                  <a:pt x="243892" y="1334690"/>
                </a:moveTo>
                <a:cubicBezTo>
                  <a:pt x="260662" y="1334690"/>
                  <a:pt x="274256" y="1348284"/>
                  <a:pt x="274256" y="1365053"/>
                </a:cubicBezTo>
                <a:cubicBezTo>
                  <a:pt x="274256" y="1381823"/>
                  <a:pt x="260662" y="1395417"/>
                  <a:pt x="243892" y="1395417"/>
                </a:cubicBezTo>
                <a:cubicBezTo>
                  <a:pt x="227123" y="1395417"/>
                  <a:pt x="213529" y="1381823"/>
                  <a:pt x="213529" y="1365053"/>
                </a:cubicBezTo>
                <a:cubicBezTo>
                  <a:pt x="213529" y="1348284"/>
                  <a:pt x="227123" y="1334690"/>
                  <a:pt x="243892" y="1334690"/>
                </a:cubicBezTo>
                <a:close/>
                <a:moveTo>
                  <a:pt x="171339" y="1334690"/>
                </a:moveTo>
                <a:cubicBezTo>
                  <a:pt x="188107" y="1334690"/>
                  <a:pt x="201701" y="1348284"/>
                  <a:pt x="201701" y="1365053"/>
                </a:cubicBezTo>
                <a:cubicBezTo>
                  <a:pt x="201701" y="1381823"/>
                  <a:pt x="188107" y="1395417"/>
                  <a:pt x="171339" y="1395417"/>
                </a:cubicBezTo>
                <a:cubicBezTo>
                  <a:pt x="154616" y="1395417"/>
                  <a:pt x="141023" y="1381823"/>
                  <a:pt x="141023" y="1365053"/>
                </a:cubicBezTo>
                <a:cubicBezTo>
                  <a:pt x="141023" y="1348284"/>
                  <a:pt x="154616" y="1334690"/>
                  <a:pt x="171339" y="1334690"/>
                </a:cubicBezTo>
                <a:close/>
                <a:moveTo>
                  <a:pt x="98838" y="1334690"/>
                </a:moveTo>
                <a:cubicBezTo>
                  <a:pt x="115605" y="1334690"/>
                  <a:pt x="129198" y="1348284"/>
                  <a:pt x="129198" y="1365053"/>
                </a:cubicBezTo>
                <a:cubicBezTo>
                  <a:pt x="129198" y="1381823"/>
                  <a:pt x="115605" y="1395417"/>
                  <a:pt x="98838" y="1395417"/>
                </a:cubicBezTo>
                <a:cubicBezTo>
                  <a:pt x="82067" y="1395417"/>
                  <a:pt x="68474" y="1381823"/>
                  <a:pt x="68474" y="1365053"/>
                </a:cubicBezTo>
                <a:cubicBezTo>
                  <a:pt x="68474" y="1348284"/>
                  <a:pt x="82067" y="1334690"/>
                  <a:pt x="98838" y="1334690"/>
                </a:cubicBezTo>
                <a:close/>
                <a:moveTo>
                  <a:pt x="26283" y="1334690"/>
                </a:moveTo>
                <a:cubicBezTo>
                  <a:pt x="43051" y="1334690"/>
                  <a:pt x="56645" y="1348284"/>
                  <a:pt x="56645" y="1365053"/>
                </a:cubicBezTo>
                <a:cubicBezTo>
                  <a:pt x="56645" y="1381823"/>
                  <a:pt x="43051" y="1395417"/>
                  <a:pt x="26283" y="1395417"/>
                </a:cubicBezTo>
                <a:cubicBezTo>
                  <a:pt x="17898" y="1395417"/>
                  <a:pt x="10308" y="1392019"/>
                  <a:pt x="4813" y="1386524"/>
                </a:cubicBezTo>
                <a:lnTo>
                  <a:pt x="0" y="1374903"/>
                </a:lnTo>
                <a:lnTo>
                  <a:pt x="0" y="1355203"/>
                </a:lnTo>
                <a:lnTo>
                  <a:pt x="4813" y="1343583"/>
                </a:lnTo>
                <a:cubicBezTo>
                  <a:pt x="10308" y="1338089"/>
                  <a:pt x="17898" y="1334690"/>
                  <a:pt x="26283" y="1334690"/>
                </a:cubicBezTo>
                <a:close/>
                <a:moveTo>
                  <a:pt x="1404765" y="1254238"/>
                </a:moveTo>
                <a:cubicBezTo>
                  <a:pt x="1408957" y="1254238"/>
                  <a:pt x="1412951" y="1255088"/>
                  <a:pt x="1416584" y="1256624"/>
                </a:cubicBezTo>
                <a:lnTo>
                  <a:pt x="1422045" y="1260306"/>
                </a:lnTo>
                <a:lnTo>
                  <a:pt x="1418517" y="1266114"/>
                </a:lnTo>
                <a:lnTo>
                  <a:pt x="1386846" y="1308466"/>
                </a:lnTo>
                <a:lnTo>
                  <a:pt x="1383295" y="1306072"/>
                </a:lnTo>
                <a:cubicBezTo>
                  <a:pt x="1377800" y="1300577"/>
                  <a:pt x="1374402" y="1292986"/>
                  <a:pt x="1374402" y="1284602"/>
                </a:cubicBezTo>
                <a:cubicBezTo>
                  <a:pt x="1374402" y="1267832"/>
                  <a:pt x="1387996" y="1254238"/>
                  <a:pt x="1404765" y="1254238"/>
                </a:cubicBezTo>
                <a:close/>
                <a:moveTo>
                  <a:pt x="1332211" y="1254238"/>
                </a:moveTo>
                <a:cubicBezTo>
                  <a:pt x="1348980" y="1254238"/>
                  <a:pt x="1362574" y="1267832"/>
                  <a:pt x="1362574" y="1284602"/>
                </a:cubicBezTo>
                <a:cubicBezTo>
                  <a:pt x="1362574" y="1301371"/>
                  <a:pt x="1348980" y="1314965"/>
                  <a:pt x="1332211" y="1314965"/>
                </a:cubicBezTo>
                <a:cubicBezTo>
                  <a:pt x="1315441" y="1314965"/>
                  <a:pt x="1301847" y="1301371"/>
                  <a:pt x="1301847" y="1284602"/>
                </a:cubicBezTo>
                <a:cubicBezTo>
                  <a:pt x="1301847" y="1267832"/>
                  <a:pt x="1315441" y="1254238"/>
                  <a:pt x="1332211" y="1254238"/>
                </a:cubicBezTo>
                <a:close/>
                <a:moveTo>
                  <a:pt x="1259656" y="1254238"/>
                </a:moveTo>
                <a:cubicBezTo>
                  <a:pt x="1276426" y="1254238"/>
                  <a:pt x="1290020" y="1267832"/>
                  <a:pt x="1290020" y="1284602"/>
                </a:cubicBezTo>
                <a:cubicBezTo>
                  <a:pt x="1290020" y="1301371"/>
                  <a:pt x="1276426" y="1314965"/>
                  <a:pt x="1259656" y="1314965"/>
                </a:cubicBezTo>
                <a:cubicBezTo>
                  <a:pt x="1242887" y="1314965"/>
                  <a:pt x="1229293" y="1301371"/>
                  <a:pt x="1229293" y="1284602"/>
                </a:cubicBezTo>
                <a:cubicBezTo>
                  <a:pt x="1229293" y="1267832"/>
                  <a:pt x="1242887" y="1254238"/>
                  <a:pt x="1259656" y="1254238"/>
                </a:cubicBezTo>
                <a:close/>
                <a:moveTo>
                  <a:pt x="1187102" y="1254238"/>
                </a:moveTo>
                <a:cubicBezTo>
                  <a:pt x="1203871" y="1254238"/>
                  <a:pt x="1217465" y="1267832"/>
                  <a:pt x="1217465" y="1284602"/>
                </a:cubicBezTo>
                <a:cubicBezTo>
                  <a:pt x="1217465" y="1301371"/>
                  <a:pt x="1203871" y="1314965"/>
                  <a:pt x="1187102" y="1314965"/>
                </a:cubicBezTo>
                <a:cubicBezTo>
                  <a:pt x="1170332" y="1314965"/>
                  <a:pt x="1156738" y="1301371"/>
                  <a:pt x="1156738" y="1284602"/>
                </a:cubicBezTo>
                <a:cubicBezTo>
                  <a:pt x="1156738" y="1267832"/>
                  <a:pt x="1170332" y="1254238"/>
                  <a:pt x="1187102" y="1254238"/>
                </a:cubicBezTo>
                <a:close/>
                <a:moveTo>
                  <a:pt x="1114547" y="1254238"/>
                </a:moveTo>
                <a:cubicBezTo>
                  <a:pt x="1131317" y="1254238"/>
                  <a:pt x="1144911" y="1267832"/>
                  <a:pt x="1144911" y="1284602"/>
                </a:cubicBezTo>
                <a:cubicBezTo>
                  <a:pt x="1144911" y="1301371"/>
                  <a:pt x="1131317" y="1314965"/>
                  <a:pt x="1114547" y="1314965"/>
                </a:cubicBezTo>
                <a:cubicBezTo>
                  <a:pt x="1097778" y="1314965"/>
                  <a:pt x="1084184" y="1301371"/>
                  <a:pt x="1084184" y="1284602"/>
                </a:cubicBezTo>
                <a:cubicBezTo>
                  <a:pt x="1084184" y="1267832"/>
                  <a:pt x="1097778" y="1254238"/>
                  <a:pt x="1114547" y="1254238"/>
                </a:cubicBezTo>
                <a:close/>
                <a:moveTo>
                  <a:pt x="1041993" y="1254238"/>
                </a:moveTo>
                <a:cubicBezTo>
                  <a:pt x="1058762" y="1254238"/>
                  <a:pt x="1072356" y="1267832"/>
                  <a:pt x="1072356" y="1284602"/>
                </a:cubicBezTo>
                <a:cubicBezTo>
                  <a:pt x="1072356" y="1301371"/>
                  <a:pt x="1058762" y="1314965"/>
                  <a:pt x="1041993" y="1314965"/>
                </a:cubicBezTo>
                <a:cubicBezTo>
                  <a:pt x="1025223" y="1314965"/>
                  <a:pt x="1011629" y="1301371"/>
                  <a:pt x="1011629" y="1284602"/>
                </a:cubicBezTo>
                <a:cubicBezTo>
                  <a:pt x="1011629" y="1267832"/>
                  <a:pt x="1025223" y="1254238"/>
                  <a:pt x="1041993" y="1254238"/>
                </a:cubicBezTo>
                <a:close/>
                <a:moveTo>
                  <a:pt x="969438" y="1254238"/>
                </a:moveTo>
                <a:cubicBezTo>
                  <a:pt x="986208" y="1254238"/>
                  <a:pt x="999801" y="1267832"/>
                  <a:pt x="999801" y="1284602"/>
                </a:cubicBezTo>
                <a:cubicBezTo>
                  <a:pt x="999801" y="1301371"/>
                  <a:pt x="986208" y="1314965"/>
                  <a:pt x="969438" y="1314965"/>
                </a:cubicBezTo>
                <a:cubicBezTo>
                  <a:pt x="952669" y="1314965"/>
                  <a:pt x="939075" y="1301371"/>
                  <a:pt x="939075" y="1284602"/>
                </a:cubicBezTo>
                <a:cubicBezTo>
                  <a:pt x="939075" y="1267832"/>
                  <a:pt x="952669" y="1254238"/>
                  <a:pt x="969438" y="1254238"/>
                </a:cubicBezTo>
                <a:close/>
                <a:moveTo>
                  <a:pt x="896883" y="1254238"/>
                </a:moveTo>
                <a:cubicBezTo>
                  <a:pt x="913653" y="1254238"/>
                  <a:pt x="927247" y="1267832"/>
                  <a:pt x="927247" y="1284602"/>
                </a:cubicBezTo>
                <a:cubicBezTo>
                  <a:pt x="927247" y="1301371"/>
                  <a:pt x="913653" y="1314965"/>
                  <a:pt x="896883" y="1314965"/>
                </a:cubicBezTo>
                <a:cubicBezTo>
                  <a:pt x="880114" y="1314965"/>
                  <a:pt x="866520" y="1301371"/>
                  <a:pt x="866520" y="1284602"/>
                </a:cubicBezTo>
                <a:cubicBezTo>
                  <a:pt x="866520" y="1267832"/>
                  <a:pt x="880114" y="1254238"/>
                  <a:pt x="896883" y="1254238"/>
                </a:cubicBezTo>
                <a:close/>
                <a:moveTo>
                  <a:pt x="824329" y="1254238"/>
                </a:moveTo>
                <a:cubicBezTo>
                  <a:pt x="841098" y="1254238"/>
                  <a:pt x="854692" y="1267832"/>
                  <a:pt x="854692" y="1284602"/>
                </a:cubicBezTo>
                <a:cubicBezTo>
                  <a:pt x="854692" y="1301371"/>
                  <a:pt x="841098" y="1314965"/>
                  <a:pt x="824329" y="1314965"/>
                </a:cubicBezTo>
                <a:cubicBezTo>
                  <a:pt x="807559" y="1314965"/>
                  <a:pt x="793965" y="1301371"/>
                  <a:pt x="793965" y="1284602"/>
                </a:cubicBezTo>
                <a:cubicBezTo>
                  <a:pt x="793965" y="1267832"/>
                  <a:pt x="807559" y="1254238"/>
                  <a:pt x="824329" y="1254238"/>
                </a:cubicBezTo>
                <a:close/>
                <a:moveTo>
                  <a:pt x="751774" y="1254238"/>
                </a:moveTo>
                <a:cubicBezTo>
                  <a:pt x="768544" y="1254238"/>
                  <a:pt x="782138" y="1267832"/>
                  <a:pt x="782138" y="1284602"/>
                </a:cubicBezTo>
                <a:cubicBezTo>
                  <a:pt x="782138" y="1301371"/>
                  <a:pt x="768544" y="1314965"/>
                  <a:pt x="751774" y="1314965"/>
                </a:cubicBezTo>
                <a:cubicBezTo>
                  <a:pt x="735005" y="1314965"/>
                  <a:pt x="721411" y="1301371"/>
                  <a:pt x="721411" y="1284602"/>
                </a:cubicBezTo>
                <a:cubicBezTo>
                  <a:pt x="721411" y="1267832"/>
                  <a:pt x="735005" y="1254238"/>
                  <a:pt x="751774" y="1254238"/>
                </a:cubicBezTo>
                <a:close/>
                <a:moveTo>
                  <a:pt x="679220" y="1254238"/>
                </a:moveTo>
                <a:cubicBezTo>
                  <a:pt x="695989" y="1254238"/>
                  <a:pt x="709583" y="1267832"/>
                  <a:pt x="709583" y="1284602"/>
                </a:cubicBezTo>
                <a:cubicBezTo>
                  <a:pt x="709583" y="1301371"/>
                  <a:pt x="695989" y="1314965"/>
                  <a:pt x="679220" y="1314965"/>
                </a:cubicBezTo>
                <a:cubicBezTo>
                  <a:pt x="662450" y="1314965"/>
                  <a:pt x="648856" y="1301371"/>
                  <a:pt x="648856" y="1284602"/>
                </a:cubicBezTo>
                <a:cubicBezTo>
                  <a:pt x="648856" y="1267832"/>
                  <a:pt x="662450" y="1254238"/>
                  <a:pt x="679220" y="1254238"/>
                </a:cubicBezTo>
                <a:close/>
                <a:moveTo>
                  <a:pt x="606665" y="1254238"/>
                </a:moveTo>
                <a:cubicBezTo>
                  <a:pt x="623435" y="1254238"/>
                  <a:pt x="637029" y="1267832"/>
                  <a:pt x="637029" y="1284602"/>
                </a:cubicBezTo>
                <a:cubicBezTo>
                  <a:pt x="637029" y="1301371"/>
                  <a:pt x="623435" y="1314965"/>
                  <a:pt x="606665" y="1314965"/>
                </a:cubicBezTo>
                <a:cubicBezTo>
                  <a:pt x="589896" y="1314965"/>
                  <a:pt x="576302" y="1301371"/>
                  <a:pt x="576302" y="1284602"/>
                </a:cubicBezTo>
                <a:cubicBezTo>
                  <a:pt x="576302" y="1267832"/>
                  <a:pt x="589896" y="1254238"/>
                  <a:pt x="606665" y="1254238"/>
                </a:cubicBezTo>
                <a:close/>
                <a:moveTo>
                  <a:pt x="534111" y="1254238"/>
                </a:moveTo>
                <a:cubicBezTo>
                  <a:pt x="550880" y="1254238"/>
                  <a:pt x="564474" y="1267832"/>
                  <a:pt x="564474" y="1284602"/>
                </a:cubicBezTo>
                <a:cubicBezTo>
                  <a:pt x="564474" y="1301371"/>
                  <a:pt x="550880" y="1314965"/>
                  <a:pt x="534111" y="1314965"/>
                </a:cubicBezTo>
                <a:cubicBezTo>
                  <a:pt x="517341" y="1314965"/>
                  <a:pt x="503747" y="1301371"/>
                  <a:pt x="503747" y="1284602"/>
                </a:cubicBezTo>
                <a:cubicBezTo>
                  <a:pt x="503747" y="1267832"/>
                  <a:pt x="517341" y="1254238"/>
                  <a:pt x="534111" y="1254238"/>
                </a:cubicBezTo>
                <a:close/>
                <a:moveTo>
                  <a:pt x="461556" y="1254238"/>
                </a:moveTo>
                <a:cubicBezTo>
                  <a:pt x="478326" y="1254238"/>
                  <a:pt x="491920" y="1267832"/>
                  <a:pt x="491920" y="1284602"/>
                </a:cubicBezTo>
                <a:cubicBezTo>
                  <a:pt x="491920" y="1301371"/>
                  <a:pt x="478326" y="1314965"/>
                  <a:pt x="461556" y="1314965"/>
                </a:cubicBezTo>
                <a:cubicBezTo>
                  <a:pt x="444787" y="1314965"/>
                  <a:pt x="431192" y="1301371"/>
                  <a:pt x="431192" y="1284602"/>
                </a:cubicBezTo>
                <a:cubicBezTo>
                  <a:pt x="431192" y="1267832"/>
                  <a:pt x="444787" y="1254238"/>
                  <a:pt x="461556" y="1254238"/>
                </a:cubicBezTo>
                <a:close/>
                <a:moveTo>
                  <a:pt x="389002" y="1254238"/>
                </a:moveTo>
                <a:cubicBezTo>
                  <a:pt x="405771" y="1254238"/>
                  <a:pt x="419365" y="1267832"/>
                  <a:pt x="419365" y="1284602"/>
                </a:cubicBezTo>
                <a:cubicBezTo>
                  <a:pt x="419365" y="1301371"/>
                  <a:pt x="405771" y="1314965"/>
                  <a:pt x="389002" y="1314965"/>
                </a:cubicBezTo>
                <a:cubicBezTo>
                  <a:pt x="372232" y="1314965"/>
                  <a:pt x="358638" y="1301371"/>
                  <a:pt x="358638" y="1284602"/>
                </a:cubicBezTo>
                <a:cubicBezTo>
                  <a:pt x="358638" y="1267832"/>
                  <a:pt x="372232" y="1254238"/>
                  <a:pt x="389002" y="1254238"/>
                </a:cubicBezTo>
                <a:close/>
                <a:moveTo>
                  <a:pt x="316447" y="1254238"/>
                </a:moveTo>
                <a:cubicBezTo>
                  <a:pt x="333216" y="1254238"/>
                  <a:pt x="346810" y="1267832"/>
                  <a:pt x="346810" y="1284602"/>
                </a:cubicBezTo>
                <a:cubicBezTo>
                  <a:pt x="346810" y="1301371"/>
                  <a:pt x="333216" y="1314965"/>
                  <a:pt x="316447" y="1314965"/>
                </a:cubicBezTo>
                <a:cubicBezTo>
                  <a:pt x="299677" y="1314965"/>
                  <a:pt x="286084" y="1301371"/>
                  <a:pt x="286084" y="1284602"/>
                </a:cubicBezTo>
                <a:cubicBezTo>
                  <a:pt x="286084" y="1267832"/>
                  <a:pt x="299677" y="1254238"/>
                  <a:pt x="316447" y="1254238"/>
                </a:cubicBezTo>
                <a:close/>
                <a:moveTo>
                  <a:pt x="243892" y="1254238"/>
                </a:moveTo>
                <a:cubicBezTo>
                  <a:pt x="260662" y="1254238"/>
                  <a:pt x="274256" y="1267832"/>
                  <a:pt x="274256" y="1284602"/>
                </a:cubicBezTo>
                <a:cubicBezTo>
                  <a:pt x="274256" y="1301371"/>
                  <a:pt x="260662" y="1314965"/>
                  <a:pt x="243892" y="1314965"/>
                </a:cubicBezTo>
                <a:cubicBezTo>
                  <a:pt x="227123" y="1314965"/>
                  <a:pt x="213529" y="1301371"/>
                  <a:pt x="213529" y="1284602"/>
                </a:cubicBezTo>
                <a:cubicBezTo>
                  <a:pt x="213529" y="1267832"/>
                  <a:pt x="227123" y="1254238"/>
                  <a:pt x="243892" y="1254238"/>
                </a:cubicBezTo>
                <a:close/>
                <a:moveTo>
                  <a:pt x="171339" y="1254238"/>
                </a:moveTo>
                <a:cubicBezTo>
                  <a:pt x="188107" y="1254238"/>
                  <a:pt x="201701" y="1267832"/>
                  <a:pt x="201701" y="1284602"/>
                </a:cubicBezTo>
                <a:cubicBezTo>
                  <a:pt x="201701" y="1301371"/>
                  <a:pt x="188107" y="1314965"/>
                  <a:pt x="171339" y="1314965"/>
                </a:cubicBezTo>
                <a:cubicBezTo>
                  <a:pt x="154622" y="1314965"/>
                  <a:pt x="141029" y="1301371"/>
                  <a:pt x="141029" y="1284602"/>
                </a:cubicBezTo>
                <a:cubicBezTo>
                  <a:pt x="141029" y="1267832"/>
                  <a:pt x="154622" y="1254238"/>
                  <a:pt x="171339" y="1254238"/>
                </a:cubicBezTo>
                <a:close/>
                <a:moveTo>
                  <a:pt x="98845" y="1254238"/>
                </a:moveTo>
                <a:cubicBezTo>
                  <a:pt x="115610" y="1254238"/>
                  <a:pt x="129204" y="1267832"/>
                  <a:pt x="129204" y="1284602"/>
                </a:cubicBezTo>
                <a:cubicBezTo>
                  <a:pt x="129204" y="1301371"/>
                  <a:pt x="115610" y="1314965"/>
                  <a:pt x="98845" y="1314965"/>
                </a:cubicBezTo>
                <a:cubicBezTo>
                  <a:pt x="82074" y="1314965"/>
                  <a:pt x="68480" y="1301371"/>
                  <a:pt x="68480" y="1284602"/>
                </a:cubicBezTo>
                <a:cubicBezTo>
                  <a:pt x="68480" y="1267832"/>
                  <a:pt x="82074" y="1254238"/>
                  <a:pt x="98845" y="1254238"/>
                </a:cubicBezTo>
                <a:close/>
                <a:moveTo>
                  <a:pt x="26290" y="1254238"/>
                </a:moveTo>
                <a:cubicBezTo>
                  <a:pt x="43057" y="1254238"/>
                  <a:pt x="56651" y="1267832"/>
                  <a:pt x="56651" y="1284602"/>
                </a:cubicBezTo>
                <a:cubicBezTo>
                  <a:pt x="56651" y="1301371"/>
                  <a:pt x="43057" y="1314965"/>
                  <a:pt x="26290" y="1314965"/>
                </a:cubicBezTo>
                <a:cubicBezTo>
                  <a:pt x="17905" y="1314965"/>
                  <a:pt x="10314" y="1311567"/>
                  <a:pt x="4819" y="1306072"/>
                </a:cubicBezTo>
                <a:lnTo>
                  <a:pt x="0" y="1294437"/>
                </a:lnTo>
                <a:lnTo>
                  <a:pt x="0" y="1274766"/>
                </a:lnTo>
                <a:lnTo>
                  <a:pt x="4819" y="1263131"/>
                </a:lnTo>
                <a:cubicBezTo>
                  <a:pt x="10314" y="1257637"/>
                  <a:pt x="17905" y="1254238"/>
                  <a:pt x="26290" y="1254238"/>
                </a:cubicBezTo>
                <a:close/>
                <a:moveTo>
                  <a:pt x="1474228" y="1174410"/>
                </a:moveTo>
                <a:lnTo>
                  <a:pt x="1450688" y="1213159"/>
                </a:lnTo>
                <a:lnTo>
                  <a:pt x="1446956" y="1204150"/>
                </a:lnTo>
                <a:cubicBezTo>
                  <a:pt x="1446956" y="1191573"/>
                  <a:pt x="1454603" y="1180782"/>
                  <a:pt x="1465501" y="1176173"/>
                </a:cubicBezTo>
                <a:close/>
                <a:moveTo>
                  <a:pt x="1404765" y="1173786"/>
                </a:moveTo>
                <a:cubicBezTo>
                  <a:pt x="1421535" y="1173786"/>
                  <a:pt x="1435129" y="1187380"/>
                  <a:pt x="1435129" y="1204150"/>
                </a:cubicBezTo>
                <a:cubicBezTo>
                  <a:pt x="1435129" y="1220919"/>
                  <a:pt x="1421535" y="1234513"/>
                  <a:pt x="1404765" y="1234513"/>
                </a:cubicBezTo>
                <a:cubicBezTo>
                  <a:pt x="1387996" y="1234513"/>
                  <a:pt x="1374402" y="1220919"/>
                  <a:pt x="1374402" y="1204150"/>
                </a:cubicBezTo>
                <a:cubicBezTo>
                  <a:pt x="1374402" y="1187380"/>
                  <a:pt x="1387996" y="1173786"/>
                  <a:pt x="1404765" y="1173786"/>
                </a:cubicBezTo>
                <a:close/>
                <a:moveTo>
                  <a:pt x="1332211" y="1173786"/>
                </a:moveTo>
                <a:cubicBezTo>
                  <a:pt x="1348980" y="1173786"/>
                  <a:pt x="1362574" y="1187380"/>
                  <a:pt x="1362574" y="1204150"/>
                </a:cubicBezTo>
                <a:cubicBezTo>
                  <a:pt x="1362574" y="1220919"/>
                  <a:pt x="1348980" y="1234513"/>
                  <a:pt x="1332211" y="1234513"/>
                </a:cubicBezTo>
                <a:cubicBezTo>
                  <a:pt x="1315441" y="1234513"/>
                  <a:pt x="1301847" y="1220919"/>
                  <a:pt x="1301847" y="1204150"/>
                </a:cubicBezTo>
                <a:cubicBezTo>
                  <a:pt x="1301847" y="1187380"/>
                  <a:pt x="1315441" y="1173786"/>
                  <a:pt x="1332211" y="1173786"/>
                </a:cubicBezTo>
                <a:close/>
                <a:moveTo>
                  <a:pt x="1259656" y="1173786"/>
                </a:moveTo>
                <a:cubicBezTo>
                  <a:pt x="1276426" y="1173786"/>
                  <a:pt x="1290020" y="1187380"/>
                  <a:pt x="1290020" y="1204150"/>
                </a:cubicBezTo>
                <a:cubicBezTo>
                  <a:pt x="1290020" y="1220919"/>
                  <a:pt x="1276426" y="1234513"/>
                  <a:pt x="1259656" y="1234513"/>
                </a:cubicBezTo>
                <a:cubicBezTo>
                  <a:pt x="1242887" y="1234513"/>
                  <a:pt x="1229293" y="1220919"/>
                  <a:pt x="1229293" y="1204150"/>
                </a:cubicBezTo>
                <a:cubicBezTo>
                  <a:pt x="1229293" y="1187380"/>
                  <a:pt x="1242887" y="1173786"/>
                  <a:pt x="1259656" y="1173786"/>
                </a:cubicBezTo>
                <a:close/>
                <a:moveTo>
                  <a:pt x="1187102" y="1173786"/>
                </a:moveTo>
                <a:cubicBezTo>
                  <a:pt x="1203871" y="1173786"/>
                  <a:pt x="1217465" y="1187380"/>
                  <a:pt x="1217465" y="1204150"/>
                </a:cubicBezTo>
                <a:cubicBezTo>
                  <a:pt x="1217465" y="1220919"/>
                  <a:pt x="1203871" y="1234513"/>
                  <a:pt x="1187102" y="1234513"/>
                </a:cubicBezTo>
                <a:cubicBezTo>
                  <a:pt x="1170332" y="1234513"/>
                  <a:pt x="1156738" y="1220919"/>
                  <a:pt x="1156738" y="1204150"/>
                </a:cubicBezTo>
                <a:cubicBezTo>
                  <a:pt x="1156738" y="1187380"/>
                  <a:pt x="1170332" y="1173786"/>
                  <a:pt x="1187102" y="1173786"/>
                </a:cubicBezTo>
                <a:close/>
                <a:moveTo>
                  <a:pt x="1114547" y="1173786"/>
                </a:moveTo>
                <a:cubicBezTo>
                  <a:pt x="1131317" y="1173786"/>
                  <a:pt x="1144911" y="1187380"/>
                  <a:pt x="1144911" y="1204150"/>
                </a:cubicBezTo>
                <a:cubicBezTo>
                  <a:pt x="1144911" y="1220919"/>
                  <a:pt x="1131317" y="1234513"/>
                  <a:pt x="1114547" y="1234513"/>
                </a:cubicBezTo>
                <a:cubicBezTo>
                  <a:pt x="1097778" y="1234513"/>
                  <a:pt x="1084184" y="1220919"/>
                  <a:pt x="1084184" y="1204150"/>
                </a:cubicBezTo>
                <a:cubicBezTo>
                  <a:pt x="1084184" y="1187380"/>
                  <a:pt x="1097778" y="1173786"/>
                  <a:pt x="1114547" y="1173786"/>
                </a:cubicBezTo>
                <a:close/>
                <a:moveTo>
                  <a:pt x="1041993" y="1173786"/>
                </a:moveTo>
                <a:cubicBezTo>
                  <a:pt x="1058762" y="1173786"/>
                  <a:pt x="1072356" y="1187380"/>
                  <a:pt x="1072356" y="1204150"/>
                </a:cubicBezTo>
                <a:cubicBezTo>
                  <a:pt x="1072356" y="1220919"/>
                  <a:pt x="1058762" y="1234513"/>
                  <a:pt x="1041993" y="1234513"/>
                </a:cubicBezTo>
                <a:cubicBezTo>
                  <a:pt x="1025223" y="1234513"/>
                  <a:pt x="1011629" y="1220919"/>
                  <a:pt x="1011629" y="1204150"/>
                </a:cubicBezTo>
                <a:cubicBezTo>
                  <a:pt x="1011629" y="1187380"/>
                  <a:pt x="1025223" y="1173786"/>
                  <a:pt x="1041993" y="1173786"/>
                </a:cubicBezTo>
                <a:close/>
                <a:moveTo>
                  <a:pt x="969438" y="1173786"/>
                </a:moveTo>
                <a:cubicBezTo>
                  <a:pt x="986208" y="1173786"/>
                  <a:pt x="999801" y="1187380"/>
                  <a:pt x="999801" y="1204150"/>
                </a:cubicBezTo>
                <a:cubicBezTo>
                  <a:pt x="999801" y="1220919"/>
                  <a:pt x="986208" y="1234513"/>
                  <a:pt x="969438" y="1234513"/>
                </a:cubicBezTo>
                <a:cubicBezTo>
                  <a:pt x="952669" y="1234513"/>
                  <a:pt x="939075" y="1220919"/>
                  <a:pt x="939075" y="1204150"/>
                </a:cubicBezTo>
                <a:cubicBezTo>
                  <a:pt x="939075" y="1187380"/>
                  <a:pt x="952669" y="1173786"/>
                  <a:pt x="969438" y="1173786"/>
                </a:cubicBezTo>
                <a:close/>
                <a:moveTo>
                  <a:pt x="896883" y="1173786"/>
                </a:moveTo>
                <a:cubicBezTo>
                  <a:pt x="913653" y="1173786"/>
                  <a:pt x="927247" y="1187380"/>
                  <a:pt x="927247" y="1204150"/>
                </a:cubicBezTo>
                <a:cubicBezTo>
                  <a:pt x="927247" y="1220919"/>
                  <a:pt x="913653" y="1234513"/>
                  <a:pt x="896883" y="1234513"/>
                </a:cubicBezTo>
                <a:cubicBezTo>
                  <a:pt x="880114" y="1234513"/>
                  <a:pt x="866520" y="1220919"/>
                  <a:pt x="866520" y="1204150"/>
                </a:cubicBezTo>
                <a:cubicBezTo>
                  <a:pt x="866520" y="1187380"/>
                  <a:pt x="880114" y="1173786"/>
                  <a:pt x="896883" y="1173786"/>
                </a:cubicBezTo>
                <a:close/>
                <a:moveTo>
                  <a:pt x="824329" y="1173786"/>
                </a:moveTo>
                <a:cubicBezTo>
                  <a:pt x="841098" y="1173786"/>
                  <a:pt x="854692" y="1187380"/>
                  <a:pt x="854692" y="1204150"/>
                </a:cubicBezTo>
                <a:cubicBezTo>
                  <a:pt x="854692" y="1220919"/>
                  <a:pt x="841098" y="1234513"/>
                  <a:pt x="824329" y="1234513"/>
                </a:cubicBezTo>
                <a:cubicBezTo>
                  <a:pt x="807559" y="1234513"/>
                  <a:pt x="793965" y="1220919"/>
                  <a:pt x="793965" y="1204150"/>
                </a:cubicBezTo>
                <a:cubicBezTo>
                  <a:pt x="793965" y="1187380"/>
                  <a:pt x="807559" y="1173786"/>
                  <a:pt x="824329" y="1173786"/>
                </a:cubicBezTo>
                <a:close/>
                <a:moveTo>
                  <a:pt x="751774" y="1173786"/>
                </a:moveTo>
                <a:cubicBezTo>
                  <a:pt x="768544" y="1173786"/>
                  <a:pt x="782138" y="1187380"/>
                  <a:pt x="782138" y="1204150"/>
                </a:cubicBezTo>
                <a:cubicBezTo>
                  <a:pt x="782138" y="1220919"/>
                  <a:pt x="768544" y="1234513"/>
                  <a:pt x="751774" y="1234513"/>
                </a:cubicBezTo>
                <a:cubicBezTo>
                  <a:pt x="735005" y="1234513"/>
                  <a:pt x="721411" y="1220919"/>
                  <a:pt x="721411" y="1204150"/>
                </a:cubicBezTo>
                <a:cubicBezTo>
                  <a:pt x="721411" y="1187380"/>
                  <a:pt x="735005" y="1173786"/>
                  <a:pt x="751774" y="1173786"/>
                </a:cubicBezTo>
                <a:close/>
                <a:moveTo>
                  <a:pt x="679220" y="1173786"/>
                </a:moveTo>
                <a:cubicBezTo>
                  <a:pt x="695989" y="1173786"/>
                  <a:pt x="709583" y="1187380"/>
                  <a:pt x="709583" y="1204150"/>
                </a:cubicBezTo>
                <a:cubicBezTo>
                  <a:pt x="709583" y="1220919"/>
                  <a:pt x="695989" y="1234513"/>
                  <a:pt x="679220" y="1234513"/>
                </a:cubicBezTo>
                <a:cubicBezTo>
                  <a:pt x="662450" y="1234513"/>
                  <a:pt x="648856" y="1220919"/>
                  <a:pt x="648856" y="1204150"/>
                </a:cubicBezTo>
                <a:cubicBezTo>
                  <a:pt x="648856" y="1187380"/>
                  <a:pt x="662450" y="1173786"/>
                  <a:pt x="679220" y="1173786"/>
                </a:cubicBezTo>
                <a:close/>
                <a:moveTo>
                  <a:pt x="606665" y="1173786"/>
                </a:moveTo>
                <a:cubicBezTo>
                  <a:pt x="623435" y="1173786"/>
                  <a:pt x="637029" y="1187380"/>
                  <a:pt x="637029" y="1204150"/>
                </a:cubicBezTo>
                <a:cubicBezTo>
                  <a:pt x="637029" y="1220919"/>
                  <a:pt x="623435" y="1234513"/>
                  <a:pt x="606665" y="1234513"/>
                </a:cubicBezTo>
                <a:cubicBezTo>
                  <a:pt x="589896" y="1234513"/>
                  <a:pt x="576302" y="1220919"/>
                  <a:pt x="576302" y="1204150"/>
                </a:cubicBezTo>
                <a:cubicBezTo>
                  <a:pt x="576302" y="1187380"/>
                  <a:pt x="589896" y="1173786"/>
                  <a:pt x="606665" y="1173786"/>
                </a:cubicBezTo>
                <a:close/>
                <a:moveTo>
                  <a:pt x="534111" y="1173786"/>
                </a:moveTo>
                <a:cubicBezTo>
                  <a:pt x="550880" y="1173786"/>
                  <a:pt x="564474" y="1187380"/>
                  <a:pt x="564474" y="1204150"/>
                </a:cubicBezTo>
                <a:cubicBezTo>
                  <a:pt x="564474" y="1220919"/>
                  <a:pt x="550880" y="1234513"/>
                  <a:pt x="534111" y="1234513"/>
                </a:cubicBezTo>
                <a:cubicBezTo>
                  <a:pt x="517341" y="1234513"/>
                  <a:pt x="503747" y="1220919"/>
                  <a:pt x="503747" y="1204150"/>
                </a:cubicBezTo>
                <a:cubicBezTo>
                  <a:pt x="503747" y="1187380"/>
                  <a:pt x="517341" y="1173786"/>
                  <a:pt x="534111" y="1173786"/>
                </a:cubicBezTo>
                <a:close/>
                <a:moveTo>
                  <a:pt x="461556" y="1173786"/>
                </a:moveTo>
                <a:cubicBezTo>
                  <a:pt x="478326" y="1173786"/>
                  <a:pt x="491920" y="1187380"/>
                  <a:pt x="491920" y="1204150"/>
                </a:cubicBezTo>
                <a:cubicBezTo>
                  <a:pt x="491920" y="1220919"/>
                  <a:pt x="478326" y="1234513"/>
                  <a:pt x="461556" y="1234513"/>
                </a:cubicBezTo>
                <a:cubicBezTo>
                  <a:pt x="444787" y="1234513"/>
                  <a:pt x="431192" y="1220919"/>
                  <a:pt x="431192" y="1204150"/>
                </a:cubicBezTo>
                <a:cubicBezTo>
                  <a:pt x="431192" y="1187380"/>
                  <a:pt x="444787" y="1173786"/>
                  <a:pt x="461556" y="1173786"/>
                </a:cubicBezTo>
                <a:close/>
                <a:moveTo>
                  <a:pt x="389002" y="1173786"/>
                </a:moveTo>
                <a:cubicBezTo>
                  <a:pt x="405771" y="1173786"/>
                  <a:pt x="419365" y="1187380"/>
                  <a:pt x="419365" y="1204150"/>
                </a:cubicBezTo>
                <a:cubicBezTo>
                  <a:pt x="419365" y="1220919"/>
                  <a:pt x="405771" y="1234513"/>
                  <a:pt x="389002" y="1234513"/>
                </a:cubicBezTo>
                <a:cubicBezTo>
                  <a:pt x="372232" y="1234513"/>
                  <a:pt x="358638" y="1220919"/>
                  <a:pt x="358638" y="1204150"/>
                </a:cubicBezTo>
                <a:cubicBezTo>
                  <a:pt x="358638" y="1187380"/>
                  <a:pt x="372232" y="1173786"/>
                  <a:pt x="389002" y="1173786"/>
                </a:cubicBezTo>
                <a:close/>
                <a:moveTo>
                  <a:pt x="316447" y="1173786"/>
                </a:moveTo>
                <a:cubicBezTo>
                  <a:pt x="333216" y="1173786"/>
                  <a:pt x="346810" y="1187380"/>
                  <a:pt x="346810" y="1204150"/>
                </a:cubicBezTo>
                <a:cubicBezTo>
                  <a:pt x="346810" y="1220919"/>
                  <a:pt x="333216" y="1234513"/>
                  <a:pt x="316447" y="1234513"/>
                </a:cubicBezTo>
                <a:cubicBezTo>
                  <a:pt x="299677" y="1234513"/>
                  <a:pt x="286084" y="1220919"/>
                  <a:pt x="286084" y="1204150"/>
                </a:cubicBezTo>
                <a:cubicBezTo>
                  <a:pt x="286084" y="1187380"/>
                  <a:pt x="299677" y="1173786"/>
                  <a:pt x="316447" y="1173786"/>
                </a:cubicBezTo>
                <a:close/>
                <a:moveTo>
                  <a:pt x="243892" y="1173786"/>
                </a:moveTo>
                <a:cubicBezTo>
                  <a:pt x="260662" y="1173786"/>
                  <a:pt x="274256" y="1187380"/>
                  <a:pt x="274256" y="1204150"/>
                </a:cubicBezTo>
                <a:cubicBezTo>
                  <a:pt x="274256" y="1220919"/>
                  <a:pt x="260662" y="1234513"/>
                  <a:pt x="243892" y="1234513"/>
                </a:cubicBezTo>
                <a:cubicBezTo>
                  <a:pt x="227123" y="1234513"/>
                  <a:pt x="213529" y="1220919"/>
                  <a:pt x="213529" y="1204150"/>
                </a:cubicBezTo>
                <a:cubicBezTo>
                  <a:pt x="213529" y="1187380"/>
                  <a:pt x="227123" y="1173786"/>
                  <a:pt x="243892" y="1173786"/>
                </a:cubicBezTo>
                <a:close/>
                <a:moveTo>
                  <a:pt x="171339" y="1173786"/>
                </a:moveTo>
                <a:cubicBezTo>
                  <a:pt x="188107" y="1173786"/>
                  <a:pt x="201701" y="1187380"/>
                  <a:pt x="201701" y="1204150"/>
                </a:cubicBezTo>
                <a:cubicBezTo>
                  <a:pt x="201701" y="1220919"/>
                  <a:pt x="188107" y="1234513"/>
                  <a:pt x="171339" y="1234513"/>
                </a:cubicBezTo>
                <a:cubicBezTo>
                  <a:pt x="154627" y="1234513"/>
                  <a:pt x="141034" y="1220919"/>
                  <a:pt x="141034" y="1204150"/>
                </a:cubicBezTo>
                <a:cubicBezTo>
                  <a:pt x="141034" y="1187380"/>
                  <a:pt x="154627" y="1173786"/>
                  <a:pt x="171339" y="1173786"/>
                </a:cubicBezTo>
                <a:close/>
                <a:moveTo>
                  <a:pt x="98852" y="1173786"/>
                </a:moveTo>
                <a:cubicBezTo>
                  <a:pt x="115616" y="1173786"/>
                  <a:pt x="129210" y="1187380"/>
                  <a:pt x="129210" y="1204150"/>
                </a:cubicBezTo>
                <a:cubicBezTo>
                  <a:pt x="129210" y="1220919"/>
                  <a:pt x="115616" y="1234513"/>
                  <a:pt x="98852" y="1234513"/>
                </a:cubicBezTo>
                <a:cubicBezTo>
                  <a:pt x="82080" y="1234513"/>
                  <a:pt x="68486" y="1220919"/>
                  <a:pt x="68486" y="1204150"/>
                </a:cubicBezTo>
                <a:cubicBezTo>
                  <a:pt x="68486" y="1187380"/>
                  <a:pt x="82080" y="1173786"/>
                  <a:pt x="98852" y="1173786"/>
                </a:cubicBezTo>
                <a:close/>
                <a:moveTo>
                  <a:pt x="26297" y="1173786"/>
                </a:moveTo>
                <a:cubicBezTo>
                  <a:pt x="43063" y="1173786"/>
                  <a:pt x="56658" y="1187380"/>
                  <a:pt x="56658" y="1204150"/>
                </a:cubicBezTo>
                <a:cubicBezTo>
                  <a:pt x="56658" y="1220919"/>
                  <a:pt x="43063" y="1234513"/>
                  <a:pt x="26297" y="1234513"/>
                </a:cubicBezTo>
                <a:cubicBezTo>
                  <a:pt x="17912" y="1234513"/>
                  <a:pt x="10321" y="1231115"/>
                  <a:pt x="4826" y="1225620"/>
                </a:cubicBezTo>
                <a:lnTo>
                  <a:pt x="0" y="1213970"/>
                </a:lnTo>
                <a:lnTo>
                  <a:pt x="0" y="1194329"/>
                </a:lnTo>
                <a:lnTo>
                  <a:pt x="4826" y="1182679"/>
                </a:lnTo>
                <a:cubicBezTo>
                  <a:pt x="10321" y="1177185"/>
                  <a:pt x="17912" y="1173786"/>
                  <a:pt x="26297" y="1173786"/>
                </a:cubicBezTo>
                <a:close/>
                <a:moveTo>
                  <a:pt x="1477320" y="1093335"/>
                </a:moveTo>
                <a:cubicBezTo>
                  <a:pt x="1485705" y="1093335"/>
                  <a:pt x="1493295" y="1096733"/>
                  <a:pt x="1498790" y="1102228"/>
                </a:cubicBezTo>
                <a:lnTo>
                  <a:pt x="1505389" y="1118160"/>
                </a:lnTo>
                <a:lnTo>
                  <a:pt x="1493855" y="1142105"/>
                </a:lnTo>
                <a:lnTo>
                  <a:pt x="1487887" y="1151929"/>
                </a:lnTo>
                <a:lnTo>
                  <a:pt x="1477320" y="1154062"/>
                </a:lnTo>
                <a:cubicBezTo>
                  <a:pt x="1460550" y="1154062"/>
                  <a:pt x="1446956" y="1140468"/>
                  <a:pt x="1446956" y="1123698"/>
                </a:cubicBezTo>
                <a:cubicBezTo>
                  <a:pt x="1446956" y="1106929"/>
                  <a:pt x="1460550" y="1093335"/>
                  <a:pt x="1477320" y="1093335"/>
                </a:cubicBezTo>
                <a:close/>
                <a:moveTo>
                  <a:pt x="1404765" y="1093335"/>
                </a:moveTo>
                <a:cubicBezTo>
                  <a:pt x="1421535" y="1093335"/>
                  <a:pt x="1435129" y="1106929"/>
                  <a:pt x="1435129" y="1123698"/>
                </a:cubicBezTo>
                <a:cubicBezTo>
                  <a:pt x="1435129" y="1140468"/>
                  <a:pt x="1421535" y="1154062"/>
                  <a:pt x="1404765" y="1154062"/>
                </a:cubicBezTo>
                <a:cubicBezTo>
                  <a:pt x="1387996" y="1154062"/>
                  <a:pt x="1374402" y="1140468"/>
                  <a:pt x="1374402" y="1123698"/>
                </a:cubicBezTo>
                <a:cubicBezTo>
                  <a:pt x="1374402" y="1106929"/>
                  <a:pt x="1387996" y="1093335"/>
                  <a:pt x="1404765" y="1093335"/>
                </a:cubicBezTo>
                <a:close/>
                <a:moveTo>
                  <a:pt x="1332211" y="1093335"/>
                </a:moveTo>
                <a:cubicBezTo>
                  <a:pt x="1348980" y="1093335"/>
                  <a:pt x="1362574" y="1106929"/>
                  <a:pt x="1362574" y="1123698"/>
                </a:cubicBezTo>
                <a:cubicBezTo>
                  <a:pt x="1362574" y="1140468"/>
                  <a:pt x="1348980" y="1154062"/>
                  <a:pt x="1332211" y="1154062"/>
                </a:cubicBezTo>
                <a:cubicBezTo>
                  <a:pt x="1315441" y="1154062"/>
                  <a:pt x="1301847" y="1140468"/>
                  <a:pt x="1301847" y="1123698"/>
                </a:cubicBezTo>
                <a:cubicBezTo>
                  <a:pt x="1301847" y="1106929"/>
                  <a:pt x="1315441" y="1093335"/>
                  <a:pt x="1332211" y="1093335"/>
                </a:cubicBezTo>
                <a:close/>
                <a:moveTo>
                  <a:pt x="1259656" y="1093335"/>
                </a:moveTo>
                <a:cubicBezTo>
                  <a:pt x="1276426" y="1093335"/>
                  <a:pt x="1290020" y="1106929"/>
                  <a:pt x="1290020" y="1123698"/>
                </a:cubicBezTo>
                <a:cubicBezTo>
                  <a:pt x="1290020" y="1140468"/>
                  <a:pt x="1276426" y="1154062"/>
                  <a:pt x="1259656" y="1154062"/>
                </a:cubicBezTo>
                <a:cubicBezTo>
                  <a:pt x="1242887" y="1154062"/>
                  <a:pt x="1229293" y="1140468"/>
                  <a:pt x="1229293" y="1123698"/>
                </a:cubicBezTo>
                <a:cubicBezTo>
                  <a:pt x="1229293" y="1106929"/>
                  <a:pt x="1242887" y="1093335"/>
                  <a:pt x="1259656" y="1093335"/>
                </a:cubicBezTo>
                <a:close/>
                <a:moveTo>
                  <a:pt x="1187102" y="1093335"/>
                </a:moveTo>
                <a:cubicBezTo>
                  <a:pt x="1203871" y="1093335"/>
                  <a:pt x="1217465" y="1106929"/>
                  <a:pt x="1217465" y="1123698"/>
                </a:cubicBezTo>
                <a:cubicBezTo>
                  <a:pt x="1217465" y="1140468"/>
                  <a:pt x="1203871" y="1154062"/>
                  <a:pt x="1187102" y="1154062"/>
                </a:cubicBezTo>
                <a:cubicBezTo>
                  <a:pt x="1170332" y="1154062"/>
                  <a:pt x="1156738" y="1140468"/>
                  <a:pt x="1156738" y="1123698"/>
                </a:cubicBezTo>
                <a:cubicBezTo>
                  <a:pt x="1156738" y="1106929"/>
                  <a:pt x="1170332" y="1093335"/>
                  <a:pt x="1187102" y="1093335"/>
                </a:cubicBezTo>
                <a:close/>
                <a:moveTo>
                  <a:pt x="1114547" y="1093335"/>
                </a:moveTo>
                <a:cubicBezTo>
                  <a:pt x="1131317" y="1093335"/>
                  <a:pt x="1144911" y="1106929"/>
                  <a:pt x="1144911" y="1123698"/>
                </a:cubicBezTo>
                <a:cubicBezTo>
                  <a:pt x="1144911" y="1140468"/>
                  <a:pt x="1131317" y="1154062"/>
                  <a:pt x="1114547" y="1154062"/>
                </a:cubicBezTo>
                <a:cubicBezTo>
                  <a:pt x="1097778" y="1154062"/>
                  <a:pt x="1084184" y="1140468"/>
                  <a:pt x="1084184" y="1123698"/>
                </a:cubicBezTo>
                <a:cubicBezTo>
                  <a:pt x="1084184" y="1106929"/>
                  <a:pt x="1097778" y="1093335"/>
                  <a:pt x="1114547" y="1093335"/>
                </a:cubicBezTo>
                <a:close/>
                <a:moveTo>
                  <a:pt x="1041993" y="1093335"/>
                </a:moveTo>
                <a:cubicBezTo>
                  <a:pt x="1058762" y="1093335"/>
                  <a:pt x="1072356" y="1106929"/>
                  <a:pt x="1072356" y="1123698"/>
                </a:cubicBezTo>
                <a:cubicBezTo>
                  <a:pt x="1072356" y="1140468"/>
                  <a:pt x="1058762" y="1154062"/>
                  <a:pt x="1041993" y="1154062"/>
                </a:cubicBezTo>
                <a:cubicBezTo>
                  <a:pt x="1025223" y="1154062"/>
                  <a:pt x="1011629" y="1140468"/>
                  <a:pt x="1011629" y="1123698"/>
                </a:cubicBezTo>
                <a:cubicBezTo>
                  <a:pt x="1011629" y="1106929"/>
                  <a:pt x="1025223" y="1093335"/>
                  <a:pt x="1041993" y="1093335"/>
                </a:cubicBezTo>
                <a:close/>
                <a:moveTo>
                  <a:pt x="969438" y="1093335"/>
                </a:moveTo>
                <a:cubicBezTo>
                  <a:pt x="986208" y="1093335"/>
                  <a:pt x="999801" y="1106929"/>
                  <a:pt x="999801" y="1123698"/>
                </a:cubicBezTo>
                <a:cubicBezTo>
                  <a:pt x="999801" y="1140468"/>
                  <a:pt x="986208" y="1154062"/>
                  <a:pt x="969438" y="1154062"/>
                </a:cubicBezTo>
                <a:cubicBezTo>
                  <a:pt x="952669" y="1154062"/>
                  <a:pt x="939075" y="1140468"/>
                  <a:pt x="939075" y="1123698"/>
                </a:cubicBezTo>
                <a:cubicBezTo>
                  <a:pt x="939075" y="1106929"/>
                  <a:pt x="952669" y="1093335"/>
                  <a:pt x="969438" y="1093335"/>
                </a:cubicBezTo>
                <a:close/>
                <a:moveTo>
                  <a:pt x="896883" y="1093335"/>
                </a:moveTo>
                <a:cubicBezTo>
                  <a:pt x="913653" y="1093335"/>
                  <a:pt x="927247" y="1106929"/>
                  <a:pt x="927247" y="1123698"/>
                </a:cubicBezTo>
                <a:cubicBezTo>
                  <a:pt x="927247" y="1140468"/>
                  <a:pt x="913653" y="1154062"/>
                  <a:pt x="896883" y="1154062"/>
                </a:cubicBezTo>
                <a:cubicBezTo>
                  <a:pt x="880114" y="1154062"/>
                  <a:pt x="866520" y="1140468"/>
                  <a:pt x="866520" y="1123698"/>
                </a:cubicBezTo>
                <a:cubicBezTo>
                  <a:pt x="866520" y="1106929"/>
                  <a:pt x="880114" y="1093335"/>
                  <a:pt x="896883" y="1093335"/>
                </a:cubicBezTo>
                <a:close/>
                <a:moveTo>
                  <a:pt x="824329" y="1093335"/>
                </a:moveTo>
                <a:cubicBezTo>
                  <a:pt x="841098" y="1093335"/>
                  <a:pt x="854692" y="1106929"/>
                  <a:pt x="854692" y="1123698"/>
                </a:cubicBezTo>
                <a:cubicBezTo>
                  <a:pt x="854692" y="1140468"/>
                  <a:pt x="841098" y="1154062"/>
                  <a:pt x="824329" y="1154062"/>
                </a:cubicBezTo>
                <a:cubicBezTo>
                  <a:pt x="807559" y="1154062"/>
                  <a:pt x="793965" y="1140468"/>
                  <a:pt x="793965" y="1123698"/>
                </a:cubicBezTo>
                <a:cubicBezTo>
                  <a:pt x="793965" y="1106929"/>
                  <a:pt x="807559" y="1093335"/>
                  <a:pt x="824329" y="1093335"/>
                </a:cubicBezTo>
                <a:close/>
                <a:moveTo>
                  <a:pt x="751774" y="1093335"/>
                </a:moveTo>
                <a:cubicBezTo>
                  <a:pt x="768544" y="1093335"/>
                  <a:pt x="782138" y="1106929"/>
                  <a:pt x="782138" y="1123698"/>
                </a:cubicBezTo>
                <a:cubicBezTo>
                  <a:pt x="782138" y="1140468"/>
                  <a:pt x="768544" y="1154062"/>
                  <a:pt x="751774" y="1154062"/>
                </a:cubicBezTo>
                <a:cubicBezTo>
                  <a:pt x="735005" y="1154062"/>
                  <a:pt x="721411" y="1140468"/>
                  <a:pt x="721411" y="1123698"/>
                </a:cubicBezTo>
                <a:cubicBezTo>
                  <a:pt x="721411" y="1106929"/>
                  <a:pt x="735005" y="1093335"/>
                  <a:pt x="751774" y="1093335"/>
                </a:cubicBezTo>
                <a:close/>
                <a:moveTo>
                  <a:pt x="679220" y="1093335"/>
                </a:moveTo>
                <a:cubicBezTo>
                  <a:pt x="695989" y="1093335"/>
                  <a:pt x="709583" y="1106929"/>
                  <a:pt x="709583" y="1123698"/>
                </a:cubicBezTo>
                <a:cubicBezTo>
                  <a:pt x="709583" y="1140468"/>
                  <a:pt x="695989" y="1154062"/>
                  <a:pt x="679220" y="1154062"/>
                </a:cubicBezTo>
                <a:cubicBezTo>
                  <a:pt x="662450" y="1154062"/>
                  <a:pt x="648856" y="1140468"/>
                  <a:pt x="648856" y="1123698"/>
                </a:cubicBezTo>
                <a:cubicBezTo>
                  <a:pt x="648856" y="1106929"/>
                  <a:pt x="662450" y="1093335"/>
                  <a:pt x="679220" y="1093335"/>
                </a:cubicBezTo>
                <a:close/>
                <a:moveTo>
                  <a:pt x="606665" y="1093335"/>
                </a:moveTo>
                <a:cubicBezTo>
                  <a:pt x="623435" y="1093335"/>
                  <a:pt x="637029" y="1106929"/>
                  <a:pt x="637029" y="1123698"/>
                </a:cubicBezTo>
                <a:cubicBezTo>
                  <a:pt x="637029" y="1140468"/>
                  <a:pt x="623435" y="1154062"/>
                  <a:pt x="606665" y="1154062"/>
                </a:cubicBezTo>
                <a:cubicBezTo>
                  <a:pt x="589896" y="1154062"/>
                  <a:pt x="576302" y="1140468"/>
                  <a:pt x="576302" y="1123698"/>
                </a:cubicBezTo>
                <a:cubicBezTo>
                  <a:pt x="576302" y="1106929"/>
                  <a:pt x="589896" y="1093335"/>
                  <a:pt x="606665" y="1093335"/>
                </a:cubicBezTo>
                <a:close/>
                <a:moveTo>
                  <a:pt x="534111" y="1093335"/>
                </a:moveTo>
                <a:cubicBezTo>
                  <a:pt x="550880" y="1093335"/>
                  <a:pt x="564474" y="1106929"/>
                  <a:pt x="564474" y="1123698"/>
                </a:cubicBezTo>
                <a:cubicBezTo>
                  <a:pt x="564474" y="1140468"/>
                  <a:pt x="550880" y="1154062"/>
                  <a:pt x="534111" y="1154062"/>
                </a:cubicBezTo>
                <a:cubicBezTo>
                  <a:pt x="517341" y="1154062"/>
                  <a:pt x="503747" y="1140468"/>
                  <a:pt x="503747" y="1123698"/>
                </a:cubicBezTo>
                <a:cubicBezTo>
                  <a:pt x="503747" y="1106929"/>
                  <a:pt x="517341" y="1093335"/>
                  <a:pt x="534111" y="1093335"/>
                </a:cubicBezTo>
                <a:close/>
                <a:moveTo>
                  <a:pt x="461556" y="1093335"/>
                </a:moveTo>
                <a:cubicBezTo>
                  <a:pt x="478326" y="1093335"/>
                  <a:pt x="491920" y="1106929"/>
                  <a:pt x="491920" y="1123698"/>
                </a:cubicBezTo>
                <a:cubicBezTo>
                  <a:pt x="491920" y="1140468"/>
                  <a:pt x="478326" y="1154062"/>
                  <a:pt x="461556" y="1154062"/>
                </a:cubicBezTo>
                <a:cubicBezTo>
                  <a:pt x="444787" y="1154062"/>
                  <a:pt x="431192" y="1140468"/>
                  <a:pt x="431192" y="1123698"/>
                </a:cubicBezTo>
                <a:cubicBezTo>
                  <a:pt x="431192" y="1106929"/>
                  <a:pt x="444787" y="1093335"/>
                  <a:pt x="461556" y="1093335"/>
                </a:cubicBezTo>
                <a:close/>
                <a:moveTo>
                  <a:pt x="389002" y="1093335"/>
                </a:moveTo>
                <a:cubicBezTo>
                  <a:pt x="405771" y="1093335"/>
                  <a:pt x="419365" y="1106929"/>
                  <a:pt x="419365" y="1123698"/>
                </a:cubicBezTo>
                <a:cubicBezTo>
                  <a:pt x="419365" y="1140468"/>
                  <a:pt x="405771" y="1154062"/>
                  <a:pt x="389002" y="1154062"/>
                </a:cubicBezTo>
                <a:cubicBezTo>
                  <a:pt x="372232" y="1154062"/>
                  <a:pt x="358638" y="1140468"/>
                  <a:pt x="358638" y="1123698"/>
                </a:cubicBezTo>
                <a:cubicBezTo>
                  <a:pt x="358638" y="1106929"/>
                  <a:pt x="372232" y="1093335"/>
                  <a:pt x="389002" y="1093335"/>
                </a:cubicBezTo>
                <a:close/>
                <a:moveTo>
                  <a:pt x="316447" y="1093335"/>
                </a:moveTo>
                <a:cubicBezTo>
                  <a:pt x="333216" y="1093335"/>
                  <a:pt x="346810" y="1106929"/>
                  <a:pt x="346810" y="1123698"/>
                </a:cubicBezTo>
                <a:cubicBezTo>
                  <a:pt x="346810" y="1140468"/>
                  <a:pt x="333216" y="1154062"/>
                  <a:pt x="316447" y="1154062"/>
                </a:cubicBezTo>
                <a:cubicBezTo>
                  <a:pt x="299677" y="1154062"/>
                  <a:pt x="286084" y="1140468"/>
                  <a:pt x="286084" y="1123698"/>
                </a:cubicBezTo>
                <a:cubicBezTo>
                  <a:pt x="286084" y="1106929"/>
                  <a:pt x="299677" y="1093335"/>
                  <a:pt x="316447" y="1093335"/>
                </a:cubicBezTo>
                <a:close/>
                <a:moveTo>
                  <a:pt x="243892" y="1093335"/>
                </a:moveTo>
                <a:cubicBezTo>
                  <a:pt x="260662" y="1093335"/>
                  <a:pt x="274256" y="1106929"/>
                  <a:pt x="274256" y="1123698"/>
                </a:cubicBezTo>
                <a:cubicBezTo>
                  <a:pt x="274256" y="1140468"/>
                  <a:pt x="260662" y="1154062"/>
                  <a:pt x="243892" y="1154062"/>
                </a:cubicBezTo>
                <a:cubicBezTo>
                  <a:pt x="227123" y="1154062"/>
                  <a:pt x="213529" y="1140468"/>
                  <a:pt x="213529" y="1123698"/>
                </a:cubicBezTo>
                <a:cubicBezTo>
                  <a:pt x="213529" y="1106929"/>
                  <a:pt x="227123" y="1093335"/>
                  <a:pt x="243892" y="1093335"/>
                </a:cubicBezTo>
                <a:close/>
                <a:moveTo>
                  <a:pt x="171339" y="1093335"/>
                </a:moveTo>
                <a:cubicBezTo>
                  <a:pt x="188107" y="1093335"/>
                  <a:pt x="201701" y="1106929"/>
                  <a:pt x="201701" y="1123698"/>
                </a:cubicBezTo>
                <a:cubicBezTo>
                  <a:pt x="201701" y="1140468"/>
                  <a:pt x="188107" y="1154062"/>
                  <a:pt x="171339" y="1154062"/>
                </a:cubicBezTo>
                <a:cubicBezTo>
                  <a:pt x="154633" y="1154062"/>
                  <a:pt x="141040" y="1140468"/>
                  <a:pt x="141040" y="1123698"/>
                </a:cubicBezTo>
                <a:cubicBezTo>
                  <a:pt x="141040" y="1106929"/>
                  <a:pt x="154633" y="1093335"/>
                  <a:pt x="171339" y="1093335"/>
                </a:cubicBezTo>
                <a:close/>
                <a:moveTo>
                  <a:pt x="98858" y="1093335"/>
                </a:moveTo>
                <a:cubicBezTo>
                  <a:pt x="115622" y="1093335"/>
                  <a:pt x="129216" y="1106929"/>
                  <a:pt x="129216" y="1123698"/>
                </a:cubicBezTo>
                <a:cubicBezTo>
                  <a:pt x="129216" y="1140468"/>
                  <a:pt x="115622" y="1154062"/>
                  <a:pt x="98858" y="1154062"/>
                </a:cubicBezTo>
                <a:cubicBezTo>
                  <a:pt x="82086" y="1154062"/>
                  <a:pt x="68492" y="1140468"/>
                  <a:pt x="68492" y="1123698"/>
                </a:cubicBezTo>
                <a:cubicBezTo>
                  <a:pt x="68492" y="1106929"/>
                  <a:pt x="82086" y="1093335"/>
                  <a:pt x="98858" y="1093335"/>
                </a:cubicBezTo>
                <a:close/>
                <a:moveTo>
                  <a:pt x="26303" y="1093335"/>
                </a:moveTo>
                <a:cubicBezTo>
                  <a:pt x="43069" y="1093335"/>
                  <a:pt x="56664" y="1106929"/>
                  <a:pt x="56664" y="1123698"/>
                </a:cubicBezTo>
                <a:cubicBezTo>
                  <a:pt x="56664" y="1140468"/>
                  <a:pt x="43069" y="1154062"/>
                  <a:pt x="26303" y="1154062"/>
                </a:cubicBezTo>
                <a:cubicBezTo>
                  <a:pt x="17918" y="1154062"/>
                  <a:pt x="10327" y="1150664"/>
                  <a:pt x="4832" y="1145169"/>
                </a:cubicBezTo>
                <a:lnTo>
                  <a:pt x="0" y="1133503"/>
                </a:lnTo>
                <a:lnTo>
                  <a:pt x="0" y="1113894"/>
                </a:lnTo>
                <a:lnTo>
                  <a:pt x="4832" y="1102228"/>
                </a:lnTo>
                <a:cubicBezTo>
                  <a:pt x="10327" y="1096734"/>
                  <a:pt x="17918" y="1093335"/>
                  <a:pt x="26303" y="1093335"/>
                </a:cubicBezTo>
                <a:close/>
                <a:moveTo>
                  <a:pt x="1549874" y="1012883"/>
                </a:moveTo>
                <a:lnTo>
                  <a:pt x="1555552" y="1014029"/>
                </a:lnTo>
                <a:lnTo>
                  <a:pt x="1530465" y="1066106"/>
                </a:lnTo>
                <a:lnTo>
                  <a:pt x="1528404" y="1064717"/>
                </a:lnTo>
                <a:cubicBezTo>
                  <a:pt x="1522910" y="1059222"/>
                  <a:pt x="1519511" y="1051631"/>
                  <a:pt x="1519511" y="1043246"/>
                </a:cubicBezTo>
                <a:cubicBezTo>
                  <a:pt x="1519511" y="1026477"/>
                  <a:pt x="1533105" y="1012883"/>
                  <a:pt x="1549874" y="1012883"/>
                </a:cubicBezTo>
                <a:close/>
                <a:moveTo>
                  <a:pt x="1477320" y="1012883"/>
                </a:moveTo>
                <a:cubicBezTo>
                  <a:pt x="1494089" y="1012883"/>
                  <a:pt x="1507683" y="1026477"/>
                  <a:pt x="1507683" y="1043246"/>
                </a:cubicBezTo>
                <a:cubicBezTo>
                  <a:pt x="1507683" y="1060016"/>
                  <a:pt x="1494089" y="1073610"/>
                  <a:pt x="1477320" y="1073610"/>
                </a:cubicBezTo>
                <a:cubicBezTo>
                  <a:pt x="1460550" y="1073610"/>
                  <a:pt x="1446956" y="1060016"/>
                  <a:pt x="1446956" y="1043246"/>
                </a:cubicBezTo>
                <a:cubicBezTo>
                  <a:pt x="1446956" y="1026477"/>
                  <a:pt x="1460550" y="1012883"/>
                  <a:pt x="1477320" y="1012883"/>
                </a:cubicBezTo>
                <a:close/>
                <a:moveTo>
                  <a:pt x="1404765" y="1012883"/>
                </a:moveTo>
                <a:cubicBezTo>
                  <a:pt x="1421535" y="1012883"/>
                  <a:pt x="1435129" y="1026477"/>
                  <a:pt x="1435129" y="1043246"/>
                </a:cubicBezTo>
                <a:cubicBezTo>
                  <a:pt x="1435129" y="1060016"/>
                  <a:pt x="1421535" y="1073610"/>
                  <a:pt x="1404765" y="1073610"/>
                </a:cubicBezTo>
                <a:cubicBezTo>
                  <a:pt x="1387996" y="1073610"/>
                  <a:pt x="1374402" y="1060016"/>
                  <a:pt x="1374402" y="1043246"/>
                </a:cubicBezTo>
                <a:cubicBezTo>
                  <a:pt x="1374402" y="1026477"/>
                  <a:pt x="1387996" y="1012883"/>
                  <a:pt x="1404765" y="1012883"/>
                </a:cubicBezTo>
                <a:close/>
                <a:moveTo>
                  <a:pt x="1332211" y="1012883"/>
                </a:moveTo>
                <a:cubicBezTo>
                  <a:pt x="1348980" y="1012883"/>
                  <a:pt x="1362574" y="1026477"/>
                  <a:pt x="1362574" y="1043246"/>
                </a:cubicBezTo>
                <a:cubicBezTo>
                  <a:pt x="1362574" y="1060016"/>
                  <a:pt x="1348980" y="1073610"/>
                  <a:pt x="1332211" y="1073610"/>
                </a:cubicBezTo>
                <a:cubicBezTo>
                  <a:pt x="1315441" y="1073610"/>
                  <a:pt x="1301847" y="1060016"/>
                  <a:pt x="1301847" y="1043246"/>
                </a:cubicBezTo>
                <a:cubicBezTo>
                  <a:pt x="1301847" y="1026477"/>
                  <a:pt x="1315441" y="1012883"/>
                  <a:pt x="1332211" y="1012883"/>
                </a:cubicBezTo>
                <a:close/>
                <a:moveTo>
                  <a:pt x="1259656" y="1012883"/>
                </a:moveTo>
                <a:cubicBezTo>
                  <a:pt x="1276426" y="1012883"/>
                  <a:pt x="1290020" y="1026477"/>
                  <a:pt x="1290020" y="1043246"/>
                </a:cubicBezTo>
                <a:cubicBezTo>
                  <a:pt x="1290020" y="1060016"/>
                  <a:pt x="1276426" y="1073610"/>
                  <a:pt x="1259656" y="1073610"/>
                </a:cubicBezTo>
                <a:cubicBezTo>
                  <a:pt x="1242887" y="1073610"/>
                  <a:pt x="1229293" y="1060016"/>
                  <a:pt x="1229293" y="1043246"/>
                </a:cubicBezTo>
                <a:cubicBezTo>
                  <a:pt x="1229293" y="1026477"/>
                  <a:pt x="1242887" y="1012883"/>
                  <a:pt x="1259656" y="1012883"/>
                </a:cubicBezTo>
                <a:close/>
                <a:moveTo>
                  <a:pt x="1187102" y="1012883"/>
                </a:moveTo>
                <a:cubicBezTo>
                  <a:pt x="1203871" y="1012883"/>
                  <a:pt x="1217465" y="1026477"/>
                  <a:pt x="1217465" y="1043246"/>
                </a:cubicBezTo>
                <a:cubicBezTo>
                  <a:pt x="1217465" y="1060016"/>
                  <a:pt x="1203871" y="1073610"/>
                  <a:pt x="1187102" y="1073610"/>
                </a:cubicBezTo>
                <a:cubicBezTo>
                  <a:pt x="1170332" y="1073610"/>
                  <a:pt x="1156738" y="1060016"/>
                  <a:pt x="1156738" y="1043246"/>
                </a:cubicBezTo>
                <a:cubicBezTo>
                  <a:pt x="1156738" y="1026477"/>
                  <a:pt x="1170332" y="1012883"/>
                  <a:pt x="1187102" y="1012883"/>
                </a:cubicBezTo>
                <a:close/>
                <a:moveTo>
                  <a:pt x="1114547" y="1012883"/>
                </a:moveTo>
                <a:cubicBezTo>
                  <a:pt x="1131317" y="1012883"/>
                  <a:pt x="1144911" y="1026477"/>
                  <a:pt x="1144911" y="1043246"/>
                </a:cubicBezTo>
                <a:cubicBezTo>
                  <a:pt x="1144911" y="1060016"/>
                  <a:pt x="1131317" y="1073610"/>
                  <a:pt x="1114547" y="1073610"/>
                </a:cubicBezTo>
                <a:cubicBezTo>
                  <a:pt x="1097778" y="1073610"/>
                  <a:pt x="1084184" y="1060016"/>
                  <a:pt x="1084184" y="1043246"/>
                </a:cubicBezTo>
                <a:cubicBezTo>
                  <a:pt x="1084184" y="1026477"/>
                  <a:pt x="1097778" y="1012883"/>
                  <a:pt x="1114547" y="1012883"/>
                </a:cubicBezTo>
                <a:close/>
                <a:moveTo>
                  <a:pt x="1041993" y="1012883"/>
                </a:moveTo>
                <a:cubicBezTo>
                  <a:pt x="1058762" y="1012883"/>
                  <a:pt x="1072356" y="1026477"/>
                  <a:pt x="1072356" y="1043246"/>
                </a:cubicBezTo>
                <a:cubicBezTo>
                  <a:pt x="1072356" y="1060016"/>
                  <a:pt x="1058762" y="1073610"/>
                  <a:pt x="1041993" y="1073610"/>
                </a:cubicBezTo>
                <a:cubicBezTo>
                  <a:pt x="1025223" y="1073610"/>
                  <a:pt x="1011629" y="1060016"/>
                  <a:pt x="1011629" y="1043246"/>
                </a:cubicBezTo>
                <a:cubicBezTo>
                  <a:pt x="1011629" y="1026477"/>
                  <a:pt x="1025223" y="1012883"/>
                  <a:pt x="1041993" y="1012883"/>
                </a:cubicBezTo>
                <a:close/>
                <a:moveTo>
                  <a:pt x="969438" y="1012883"/>
                </a:moveTo>
                <a:cubicBezTo>
                  <a:pt x="986208" y="1012883"/>
                  <a:pt x="999801" y="1026477"/>
                  <a:pt x="999801" y="1043246"/>
                </a:cubicBezTo>
                <a:cubicBezTo>
                  <a:pt x="999801" y="1060016"/>
                  <a:pt x="986208" y="1073610"/>
                  <a:pt x="969438" y="1073610"/>
                </a:cubicBezTo>
                <a:cubicBezTo>
                  <a:pt x="952669" y="1073610"/>
                  <a:pt x="939075" y="1060016"/>
                  <a:pt x="939075" y="1043246"/>
                </a:cubicBezTo>
                <a:cubicBezTo>
                  <a:pt x="939075" y="1026477"/>
                  <a:pt x="952669" y="1012883"/>
                  <a:pt x="969438" y="1012883"/>
                </a:cubicBezTo>
                <a:close/>
                <a:moveTo>
                  <a:pt x="896883" y="1012883"/>
                </a:moveTo>
                <a:cubicBezTo>
                  <a:pt x="913653" y="1012883"/>
                  <a:pt x="927247" y="1026477"/>
                  <a:pt x="927247" y="1043246"/>
                </a:cubicBezTo>
                <a:cubicBezTo>
                  <a:pt x="927247" y="1060016"/>
                  <a:pt x="913653" y="1073610"/>
                  <a:pt x="896883" y="1073610"/>
                </a:cubicBezTo>
                <a:cubicBezTo>
                  <a:pt x="880114" y="1073610"/>
                  <a:pt x="866520" y="1060016"/>
                  <a:pt x="866520" y="1043246"/>
                </a:cubicBezTo>
                <a:cubicBezTo>
                  <a:pt x="866520" y="1026477"/>
                  <a:pt x="880114" y="1012883"/>
                  <a:pt x="896883" y="1012883"/>
                </a:cubicBezTo>
                <a:close/>
                <a:moveTo>
                  <a:pt x="824329" y="1012883"/>
                </a:moveTo>
                <a:cubicBezTo>
                  <a:pt x="841098" y="1012883"/>
                  <a:pt x="854692" y="1026477"/>
                  <a:pt x="854692" y="1043246"/>
                </a:cubicBezTo>
                <a:cubicBezTo>
                  <a:pt x="854692" y="1060016"/>
                  <a:pt x="841098" y="1073610"/>
                  <a:pt x="824329" y="1073610"/>
                </a:cubicBezTo>
                <a:cubicBezTo>
                  <a:pt x="807559" y="1073610"/>
                  <a:pt x="793965" y="1060016"/>
                  <a:pt x="793965" y="1043246"/>
                </a:cubicBezTo>
                <a:cubicBezTo>
                  <a:pt x="793965" y="1026477"/>
                  <a:pt x="807559" y="1012883"/>
                  <a:pt x="824329" y="1012883"/>
                </a:cubicBezTo>
                <a:close/>
                <a:moveTo>
                  <a:pt x="751774" y="1012883"/>
                </a:moveTo>
                <a:cubicBezTo>
                  <a:pt x="768544" y="1012883"/>
                  <a:pt x="782138" y="1026477"/>
                  <a:pt x="782138" y="1043246"/>
                </a:cubicBezTo>
                <a:cubicBezTo>
                  <a:pt x="782138" y="1060016"/>
                  <a:pt x="768544" y="1073610"/>
                  <a:pt x="751774" y="1073610"/>
                </a:cubicBezTo>
                <a:cubicBezTo>
                  <a:pt x="735005" y="1073610"/>
                  <a:pt x="721411" y="1060016"/>
                  <a:pt x="721411" y="1043246"/>
                </a:cubicBezTo>
                <a:cubicBezTo>
                  <a:pt x="721411" y="1026477"/>
                  <a:pt x="735005" y="1012883"/>
                  <a:pt x="751774" y="1012883"/>
                </a:cubicBezTo>
                <a:close/>
                <a:moveTo>
                  <a:pt x="679220" y="1012883"/>
                </a:moveTo>
                <a:cubicBezTo>
                  <a:pt x="695989" y="1012883"/>
                  <a:pt x="709583" y="1026477"/>
                  <a:pt x="709583" y="1043246"/>
                </a:cubicBezTo>
                <a:cubicBezTo>
                  <a:pt x="709583" y="1060016"/>
                  <a:pt x="695989" y="1073610"/>
                  <a:pt x="679220" y="1073610"/>
                </a:cubicBezTo>
                <a:cubicBezTo>
                  <a:pt x="662450" y="1073610"/>
                  <a:pt x="648856" y="1060016"/>
                  <a:pt x="648856" y="1043246"/>
                </a:cubicBezTo>
                <a:cubicBezTo>
                  <a:pt x="648856" y="1026477"/>
                  <a:pt x="662450" y="1012883"/>
                  <a:pt x="679220" y="1012883"/>
                </a:cubicBezTo>
                <a:close/>
                <a:moveTo>
                  <a:pt x="606665" y="1012883"/>
                </a:moveTo>
                <a:cubicBezTo>
                  <a:pt x="623435" y="1012883"/>
                  <a:pt x="637029" y="1026477"/>
                  <a:pt x="637029" y="1043246"/>
                </a:cubicBezTo>
                <a:cubicBezTo>
                  <a:pt x="637029" y="1060016"/>
                  <a:pt x="623435" y="1073610"/>
                  <a:pt x="606665" y="1073610"/>
                </a:cubicBezTo>
                <a:cubicBezTo>
                  <a:pt x="589896" y="1073610"/>
                  <a:pt x="576302" y="1060016"/>
                  <a:pt x="576302" y="1043246"/>
                </a:cubicBezTo>
                <a:cubicBezTo>
                  <a:pt x="576302" y="1026477"/>
                  <a:pt x="589896" y="1012883"/>
                  <a:pt x="606665" y="1012883"/>
                </a:cubicBezTo>
                <a:close/>
                <a:moveTo>
                  <a:pt x="534111" y="1012883"/>
                </a:moveTo>
                <a:cubicBezTo>
                  <a:pt x="550880" y="1012883"/>
                  <a:pt x="564474" y="1026477"/>
                  <a:pt x="564474" y="1043246"/>
                </a:cubicBezTo>
                <a:cubicBezTo>
                  <a:pt x="564474" y="1060016"/>
                  <a:pt x="550880" y="1073610"/>
                  <a:pt x="534111" y="1073610"/>
                </a:cubicBezTo>
                <a:cubicBezTo>
                  <a:pt x="517341" y="1073610"/>
                  <a:pt x="503747" y="1060016"/>
                  <a:pt x="503747" y="1043246"/>
                </a:cubicBezTo>
                <a:cubicBezTo>
                  <a:pt x="503747" y="1026477"/>
                  <a:pt x="517341" y="1012883"/>
                  <a:pt x="534111" y="1012883"/>
                </a:cubicBezTo>
                <a:close/>
                <a:moveTo>
                  <a:pt x="461556" y="1012883"/>
                </a:moveTo>
                <a:cubicBezTo>
                  <a:pt x="478326" y="1012883"/>
                  <a:pt x="491920" y="1026477"/>
                  <a:pt x="491920" y="1043246"/>
                </a:cubicBezTo>
                <a:cubicBezTo>
                  <a:pt x="491920" y="1060016"/>
                  <a:pt x="478326" y="1073610"/>
                  <a:pt x="461556" y="1073610"/>
                </a:cubicBezTo>
                <a:cubicBezTo>
                  <a:pt x="444787" y="1073610"/>
                  <a:pt x="431192" y="1060016"/>
                  <a:pt x="431192" y="1043246"/>
                </a:cubicBezTo>
                <a:cubicBezTo>
                  <a:pt x="431192" y="1026477"/>
                  <a:pt x="444787" y="1012883"/>
                  <a:pt x="461556" y="1012883"/>
                </a:cubicBezTo>
                <a:close/>
                <a:moveTo>
                  <a:pt x="389002" y="1012883"/>
                </a:moveTo>
                <a:cubicBezTo>
                  <a:pt x="405771" y="1012883"/>
                  <a:pt x="419365" y="1026477"/>
                  <a:pt x="419365" y="1043246"/>
                </a:cubicBezTo>
                <a:cubicBezTo>
                  <a:pt x="419365" y="1060016"/>
                  <a:pt x="405771" y="1073610"/>
                  <a:pt x="389002" y="1073610"/>
                </a:cubicBezTo>
                <a:cubicBezTo>
                  <a:pt x="372232" y="1073610"/>
                  <a:pt x="358638" y="1060016"/>
                  <a:pt x="358638" y="1043246"/>
                </a:cubicBezTo>
                <a:cubicBezTo>
                  <a:pt x="358638" y="1026477"/>
                  <a:pt x="372232" y="1012883"/>
                  <a:pt x="389002" y="1012883"/>
                </a:cubicBezTo>
                <a:close/>
                <a:moveTo>
                  <a:pt x="316447" y="1012883"/>
                </a:moveTo>
                <a:cubicBezTo>
                  <a:pt x="333216" y="1012883"/>
                  <a:pt x="346810" y="1026477"/>
                  <a:pt x="346810" y="1043246"/>
                </a:cubicBezTo>
                <a:cubicBezTo>
                  <a:pt x="346810" y="1060016"/>
                  <a:pt x="333216" y="1073610"/>
                  <a:pt x="316447" y="1073610"/>
                </a:cubicBezTo>
                <a:cubicBezTo>
                  <a:pt x="299677" y="1073610"/>
                  <a:pt x="286084" y="1060016"/>
                  <a:pt x="286084" y="1043246"/>
                </a:cubicBezTo>
                <a:cubicBezTo>
                  <a:pt x="286084" y="1026477"/>
                  <a:pt x="299677" y="1012883"/>
                  <a:pt x="316447" y="1012883"/>
                </a:cubicBezTo>
                <a:close/>
                <a:moveTo>
                  <a:pt x="243892" y="1012883"/>
                </a:moveTo>
                <a:cubicBezTo>
                  <a:pt x="260662" y="1012883"/>
                  <a:pt x="274256" y="1026477"/>
                  <a:pt x="274256" y="1043246"/>
                </a:cubicBezTo>
                <a:cubicBezTo>
                  <a:pt x="274256" y="1060016"/>
                  <a:pt x="260662" y="1073610"/>
                  <a:pt x="243892" y="1073610"/>
                </a:cubicBezTo>
                <a:cubicBezTo>
                  <a:pt x="227123" y="1073610"/>
                  <a:pt x="213529" y="1060016"/>
                  <a:pt x="213529" y="1043246"/>
                </a:cubicBezTo>
                <a:cubicBezTo>
                  <a:pt x="213529" y="1026477"/>
                  <a:pt x="227123" y="1012883"/>
                  <a:pt x="243892" y="1012883"/>
                </a:cubicBezTo>
                <a:close/>
                <a:moveTo>
                  <a:pt x="171339" y="1012883"/>
                </a:moveTo>
                <a:cubicBezTo>
                  <a:pt x="188107" y="1012883"/>
                  <a:pt x="201701" y="1026477"/>
                  <a:pt x="201701" y="1043246"/>
                </a:cubicBezTo>
                <a:cubicBezTo>
                  <a:pt x="201701" y="1060016"/>
                  <a:pt x="188107" y="1073610"/>
                  <a:pt x="171339" y="1073610"/>
                </a:cubicBezTo>
                <a:cubicBezTo>
                  <a:pt x="154639" y="1073610"/>
                  <a:pt x="141045" y="1060016"/>
                  <a:pt x="141045" y="1043246"/>
                </a:cubicBezTo>
                <a:cubicBezTo>
                  <a:pt x="141045" y="1026477"/>
                  <a:pt x="154639" y="1012883"/>
                  <a:pt x="171339" y="1012883"/>
                </a:cubicBezTo>
                <a:close/>
                <a:moveTo>
                  <a:pt x="98865" y="1012883"/>
                </a:moveTo>
                <a:cubicBezTo>
                  <a:pt x="115628" y="1012883"/>
                  <a:pt x="129222" y="1026477"/>
                  <a:pt x="129222" y="1043246"/>
                </a:cubicBezTo>
                <a:cubicBezTo>
                  <a:pt x="129222" y="1060016"/>
                  <a:pt x="115628" y="1073610"/>
                  <a:pt x="98865" y="1073610"/>
                </a:cubicBezTo>
                <a:cubicBezTo>
                  <a:pt x="82093" y="1073610"/>
                  <a:pt x="68498" y="1060016"/>
                  <a:pt x="68498" y="1043246"/>
                </a:cubicBezTo>
                <a:cubicBezTo>
                  <a:pt x="68498" y="1026477"/>
                  <a:pt x="82093" y="1012883"/>
                  <a:pt x="98865" y="1012883"/>
                </a:cubicBezTo>
                <a:close/>
                <a:moveTo>
                  <a:pt x="26309" y="1012883"/>
                </a:moveTo>
                <a:cubicBezTo>
                  <a:pt x="43075" y="1012883"/>
                  <a:pt x="56670" y="1026477"/>
                  <a:pt x="56670" y="1043246"/>
                </a:cubicBezTo>
                <a:cubicBezTo>
                  <a:pt x="56670" y="1060016"/>
                  <a:pt x="43075" y="1073610"/>
                  <a:pt x="26309" y="1073610"/>
                </a:cubicBezTo>
                <a:cubicBezTo>
                  <a:pt x="17924" y="1073610"/>
                  <a:pt x="10333" y="1070212"/>
                  <a:pt x="4838" y="1064717"/>
                </a:cubicBezTo>
                <a:lnTo>
                  <a:pt x="0" y="1053036"/>
                </a:lnTo>
                <a:lnTo>
                  <a:pt x="0" y="1033457"/>
                </a:lnTo>
                <a:lnTo>
                  <a:pt x="4838" y="1021776"/>
                </a:lnTo>
                <a:cubicBezTo>
                  <a:pt x="10333" y="1016282"/>
                  <a:pt x="17924" y="1012883"/>
                  <a:pt x="26309" y="1012883"/>
                </a:cubicBezTo>
                <a:close/>
                <a:moveTo>
                  <a:pt x="1549874" y="932431"/>
                </a:moveTo>
                <a:cubicBezTo>
                  <a:pt x="1558259" y="932431"/>
                  <a:pt x="1565850" y="935830"/>
                  <a:pt x="1571345" y="941324"/>
                </a:cubicBezTo>
                <a:lnTo>
                  <a:pt x="1577296" y="955693"/>
                </a:lnTo>
                <a:lnTo>
                  <a:pt x="1565363" y="988298"/>
                </a:lnTo>
                <a:lnTo>
                  <a:pt x="1561694" y="990772"/>
                </a:lnTo>
                <a:cubicBezTo>
                  <a:pt x="1558061" y="992309"/>
                  <a:pt x="1554067" y="993158"/>
                  <a:pt x="1549874" y="993158"/>
                </a:cubicBezTo>
                <a:cubicBezTo>
                  <a:pt x="1533105" y="993158"/>
                  <a:pt x="1519511" y="979564"/>
                  <a:pt x="1519511" y="962795"/>
                </a:cubicBezTo>
                <a:cubicBezTo>
                  <a:pt x="1519511" y="946025"/>
                  <a:pt x="1533105" y="932431"/>
                  <a:pt x="1549874" y="932431"/>
                </a:cubicBezTo>
                <a:close/>
                <a:moveTo>
                  <a:pt x="1477320" y="932431"/>
                </a:moveTo>
                <a:cubicBezTo>
                  <a:pt x="1494089" y="932431"/>
                  <a:pt x="1507683" y="946025"/>
                  <a:pt x="1507683" y="962795"/>
                </a:cubicBezTo>
                <a:cubicBezTo>
                  <a:pt x="1507683" y="979564"/>
                  <a:pt x="1494089" y="993158"/>
                  <a:pt x="1477320" y="993158"/>
                </a:cubicBezTo>
                <a:cubicBezTo>
                  <a:pt x="1460550" y="993158"/>
                  <a:pt x="1446956" y="979564"/>
                  <a:pt x="1446956" y="962795"/>
                </a:cubicBezTo>
                <a:cubicBezTo>
                  <a:pt x="1446956" y="946025"/>
                  <a:pt x="1460550" y="932431"/>
                  <a:pt x="1477320" y="932431"/>
                </a:cubicBezTo>
                <a:close/>
                <a:moveTo>
                  <a:pt x="1404765" y="932431"/>
                </a:moveTo>
                <a:cubicBezTo>
                  <a:pt x="1421535" y="932431"/>
                  <a:pt x="1435129" y="946025"/>
                  <a:pt x="1435129" y="962795"/>
                </a:cubicBezTo>
                <a:cubicBezTo>
                  <a:pt x="1435129" y="979564"/>
                  <a:pt x="1421535" y="993158"/>
                  <a:pt x="1404765" y="993158"/>
                </a:cubicBezTo>
                <a:cubicBezTo>
                  <a:pt x="1387996" y="993158"/>
                  <a:pt x="1374402" y="979564"/>
                  <a:pt x="1374402" y="962795"/>
                </a:cubicBezTo>
                <a:cubicBezTo>
                  <a:pt x="1374402" y="946025"/>
                  <a:pt x="1387996" y="932431"/>
                  <a:pt x="1404765" y="932431"/>
                </a:cubicBezTo>
                <a:close/>
                <a:moveTo>
                  <a:pt x="1332211" y="932431"/>
                </a:moveTo>
                <a:cubicBezTo>
                  <a:pt x="1348980" y="932431"/>
                  <a:pt x="1362574" y="946025"/>
                  <a:pt x="1362574" y="962795"/>
                </a:cubicBezTo>
                <a:cubicBezTo>
                  <a:pt x="1362574" y="979564"/>
                  <a:pt x="1348980" y="993158"/>
                  <a:pt x="1332211" y="993158"/>
                </a:cubicBezTo>
                <a:cubicBezTo>
                  <a:pt x="1315441" y="993158"/>
                  <a:pt x="1301847" y="979564"/>
                  <a:pt x="1301847" y="962795"/>
                </a:cubicBezTo>
                <a:cubicBezTo>
                  <a:pt x="1301847" y="946025"/>
                  <a:pt x="1315441" y="932431"/>
                  <a:pt x="1332211" y="932431"/>
                </a:cubicBezTo>
                <a:close/>
                <a:moveTo>
                  <a:pt x="1259656" y="932431"/>
                </a:moveTo>
                <a:cubicBezTo>
                  <a:pt x="1276426" y="932431"/>
                  <a:pt x="1290020" y="946025"/>
                  <a:pt x="1290020" y="962795"/>
                </a:cubicBezTo>
                <a:cubicBezTo>
                  <a:pt x="1290020" y="979564"/>
                  <a:pt x="1276426" y="993158"/>
                  <a:pt x="1259656" y="993158"/>
                </a:cubicBezTo>
                <a:cubicBezTo>
                  <a:pt x="1242887" y="993158"/>
                  <a:pt x="1229293" y="979564"/>
                  <a:pt x="1229293" y="962795"/>
                </a:cubicBezTo>
                <a:cubicBezTo>
                  <a:pt x="1229293" y="946025"/>
                  <a:pt x="1242887" y="932431"/>
                  <a:pt x="1259656" y="932431"/>
                </a:cubicBezTo>
                <a:close/>
                <a:moveTo>
                  <a:pt x="1187102" y="932431"/>
                </a:moveTo>
                <a:cubicBezTo>
                  <a:pt x="1203871" y="932431"/>
                  <a:pt x="1217465" y="946025"/>
                  <a:pt x="1217465" y="962795"/>
                </a:cubicBezTo>
                <a:cubicBezTo>
                  <a:pt x="1217465" y="979564"/>
                  <a:pt x="1203871" y="993158"/>
                  <a:pt x="1187102" y="993158"/>
                </a:cubicBezTo>
                <a:cubicBezTo>
                  <a:pt x="1170332" y="993158"/>
                  <a:pt x="1156738" y="979564"/>
                  <a:pt x="1156738" y="962795"/>
                </a:cubicBezTo>
                <a:cubicBezTo>
                  <a:pt x="1156738" y="946025"/>
                  <a:pt x="1170332" y="932431"/>
                  <a:pt x="1187102" y="932431"/>
                </a:cubicBezTo>
                <a:close/>
                <a:moveTo>
                  <a:pt x="1114547" y="932431"/>
                </a:moveTo>
                <a:cubicBezTo>
                  <a:pt x="1131317" y="932431"/>
                  <a:pt x="1144911" y="946025"/>
                  <a:pt x="1144911" y="962795"/>
                </a:cubicBezTo>
                <a:cubicBezTo>
                  <a:pt x="1144911" y="979564"/>
                  <a:pt x="1131317" y="993158"/>
                  <a:pt x="1114547" y="993158"/>
                </a:cubicBezTo>
                <a:cubicBezTo>
                  <a:pt x="1097778" y="993158"/>
                  <a:pt x="1084184" y="979564"/>
                  <a:pt x="1084184" y="962795"/>
                </a:cubicBezTo>
                <a:cubicBezTo>
                  <a:pt x="1084184" y="946025"/>
                  <a:pt x="1097778" y="932431"/>
                  <a:pt x="1114547" y="932431"/>
                </a:cubicBezTo>
                <a:close/>
                <a:moveTo>
                  <a:pt x="1041993" y="932431"/>
                </a:moveTo>
                <a:cubicBezTo>
                  <a:pt x="1058762" y="932431"/>
                  <a:pt x="1072356" y="946025"/>
                  <a:pt x="1072356" y="962795"/>
                </a:cubicBezTo>
                <a:cubicBezTo>
                  <a:pt x="1072356" y="979564"/>
                  <a:pt x="1058762" y="993158"/>
                  <a:pt x="1041993" y="993158"/>
                </a:cubicBezTo>
                <a:cubicBezTo>
                  <a:pt x="1025223" y="993158"/>
                  <a:pt x="1011629" y="979564"/>
                  <a:pt x="1011629" y="962795"/>
                </a:cubicBezTo>
                <a:cubicBezTo>
                  <a:pt x="1011629" y="946025"/>
                  <a:pt x="1025223" y="932431"/>
                  <a:pt x="1041993" y="932431"/>
                </a:cubicBezTo>
                <a:close/>
                <a:moveTo>
                  <a:pt x="969438" y="932431"/>
                </a:moveTo>
                <a:cubicBezTo>
                  <a:pt x="986208" y="932431"/>
                  <a:pt x="999801" y="946025"/>
                  <a:pt x="999801" y="962795"/>
                </a:cubicBezTo>
                <a:cubicBezTo>
                  <a:pt x="999801" y="979564"/>
                  <a:pt x="986208" y="993158"/>
                  <a:pt x="969438" y="993158"/>
                </a:cubicBezTo>
                <a:cubicBezTo>
                  <a:pt x="952669" y="993158"/>
                  <a:pt x="939075" y="979564"/>
                  <a:pt x="939075" y="962795"/>
                </a:cubicBezTo>
                <a:cubicBezTo>
                  <a:pt x="939075" y="946025"/>
                  <a:pt x="952669" y="932431"/>
                  <a:pt x="969438" y="932431"/>
                </a:cubicBezTo>
                <a:close/>
                <a:moveTo>
                  <a:pt x="896883" y="932431"/>
                </a:moveTo>
                <a:cubicBezTo>
                  <a:pt x="913653" y="932431"/>
                  <a:pt x="927247" y="946025"/>
                  <a:pt x="927247" y="962795"/>
                </a:cubicBezTo>
                <a:cubicBezTo>
                  <a:pt x="927247" y="979564"/>
                  <a:pt x="913653" y="993158"/>
                  <a:pt x="896883" y="993158"/>
                </a:cubicBezTo>
                <a:cubicBezTo>
                  <a:pt x="880114" y="993158"/>
                  <a:pt x="866520" y="979564"/>
                  <a:pt x="866520" y="962795"/>
                </a:cubicBezTo>
                <a:cubicBezTo>
                  <a:pt x="866520" y="946025"/>
                  <a:pt x="880114" y="932431"/>
                  <a:pt x="896883" y="932431"/>
                </a:cubicBezTo>
                <a:close/>
                <a:moveTo>
                  <a:pt x="824329" y="932431"/>
                </a:moveTo>
                <a:cubicBezTo>
                  <a:pt x="841098" y="932431"/>
                  <a:pt x="854692" y="946025"/>
                  <a:pt x="854692" y="962795"/>
                </a:cubicBezTo>
                <a:cubicBezTo>
                  <a:pt x="854692" y="979564"/>
                  <a:pt x="841098" y="993158"/>
                  <a:pt x="824329" y="993158"/>
                </a:cubicBezTo>
                <a:cubicBezTo>
                  <a:pt x="807559" y="993158"/>
                  <a:pt x="793965" y="979564"/>
                  <a:pt x="793965" y="962795"/>
                </a:cubicBezTo>
                <a:cubicBezTo>
                  <a:pt x="793965" y="946025"/>
                  <a:pt x="807559" y="932431"/>
                  <a:pt x="824329" y="932431"/>
                </a:cubicBezTo>
                <a:close/>
                <a:moveTo>
                  <a:pt x="751774" y="932431"/>
                </a:moveTo>
                <a:cubicBezTo>
                  <a:pt x="768544" y="932431"/>
                  <a:pt x="782138" y="946025"/>
                  <a:pt x="782138" y="962795"/>
                </a:cubicBezTo>
                <a:cubicBezTo>
                  <a:pt x="782138" y="979564"/>
                  <a:pt x="768544" y="993158"/>
                  <a:pt x="751774" y="993158"/>
                </a:cubicBezTo>
                <a:cubicBezTo>
                  <a:pt x="735005" y="993158"/>
                  <a:pt x="721411" y="979564"/>
                  <a:pt x="721411" y="962795"/>
                </a:cubicBezTo>
                <a:cubicBezTo>
                  <a:pt x="721411" y="946025"/>
                  <a:pt x="735005" y="932431"/>
                  <a:pt x="751774" y="932431"/>
                </a:cubicBezTo>
                <a:close/>
                <a:moveTo>
                  <a:pt x="679220" y="932431"/>
                </a:moveTo>
                <a:cubicBezTo>
                  <a:pt x="695989" y="932431"/>
                  <a:pt x="709583" y="946025"/>
                  <a:pt x="709583" y="962795"/>
                </a:cubicBezTo>
                <a:cubicBezTo>
                  <a:pt x="709583" y="979564"/>
                  <a:pt x="695989" y="993158"/>
                  <a:pt x="679220" y="993158"/>
                </a:cubicBezTo>
                <a:cubicBezTo>
                  <a:pt x="662450" y="993158"/>
                  <a:pt x="648856" y="979564"/>
                  <a:pt x="648856" y="962795"/>
                </a:cubicBezTo>
                <a:cubicBezTo>
                  <a:pt x="648856" y="946025"/>
                  <a:pt x="662450" y="932431"/>
                  <a:pt x="679220" y="932431"/>
                </a:cubicBezTo>
                <a:close/>
                <a:moveTo>
                  <a:pt x="606665" y="932431"/>
                </a:moveTo>
                <a:cubicBezTo>
                  <a:pt x="623435" y="932431"/>
                  <a:pt x="637029" y="946025"/>
                  <a:pt x="637029" y="962795"/>
                </a:cubicBezTo>
                <a:cubicBezTo>
                  <a:pt x="637029" y="979564"/>
                  <a:pt x="623435" y="993158"/>
                  <a:pt x="606665" y="993158"/>
                </a:cubicBezTo>
                <a:cubicBezTo>
                  <a:pt x="589896" y="993158"/>
                  <a:pt x="576302" y="979564"/>
                  <a:pt x="576302" y="962795"/>
                </a:cubicBezTo>
                <a:cubicBezTo>
                  <a:pt x="576302" y="946025"/>
                  <a:pt x="589896" y="932431"/>
                  <a:pt x="606665" y="932431"/>
                </a:cubicBezTo>
                <a:close/>
                <a:moveTo>
                  <a:pt x="534111" y="932431"/>
                </a:moveTo>
                <a:cubicBezTo>
                  <a:pt x="550880" y="932431"/>
                  <a:pt x="564474" y="946025"/>
                  <a:pt x="564474" y="962795"/>
                </a:cubicBezTo>
                <a:cubicBezTo>
                  <a:pt x="564474" y="979564"/>
                  <a:pt x="550880" y="993158"/>
                  <a:pt x="534111" y="993158"/>
                </a:cubicBezTo>
                <a:cubicBezTo>
                  <a:pt x="517341" y="993158"/>
                  <a:pt x="503747" y="979564"/>
                  <a:pt x="503747" y="962795"/>
                </a:cubicBezTo>
                <a:cubicBezTo>
                  <a:pt x="503747" y="946025"/>
                  <a:pt x="517341" y="932431"/>
                  <a:pt x="534111" y="932431"/>
                </a:cubicBezTo>
                <a:close/>
                <a:moveTo>
                  <a:pt x="461556" y="932431"/>
                </a:moveTo>
                <a:cubicBezTo>
                  <a:pt x="478326" y="932431"/>
                  <a:pt x="491920" y="946025"/>
                  <a:pt x="491920" y="962795"/>
                </a:cubicBezTo>
                <a:cubicBezTo>
                  <a:pt x="491920" y="979564"/>
                  <a:pt x="478326" y="993158"/>
                  <a:pt x="461556" y="993158"/>
                </a:cubicBezTo>
                <a:cubicBezTo>
                  <a:pt x="444787" y="993158"/>
                  <a:pt x="431192" y="979564"/>
                  <a:pt x="431192" y="962795"/>
                </a:cubicBezTo>
                <a:cubicBezTo>
                  <a:pt x="431192" y="946025"/>
                  <a:pt x="444787" y="932431"/>
                  <a:pt x="461556" y="932431"/>
                </a:cubicBezTo>
                <a:close/>
                <a:moveTo>
                  <a:pt x="389002" y="932431"/>
                </a:moveTo>
                <a:cubicBezTo>
                  <a:pt x="405771" y="932431"/>
                  <a:pt x="419365" y="946025"/>
                  <a:pt x="419365" y="962795"/>
                </a:cubicBezTo>
                <a:cubicBezTo>
                  <a:pt x="419365" y="979564"/>
                  <a:pt x="405771" y="993158"/>
                  <a:pt x="389002" y="993158"/>
                </a:cubicBezTo>
                <a:cubicBezTo>
                  <a:pt x="372232" y="993158"/>
                  <a:pt x="358638" y="979564"/>
                  <a:pt x="358638" y="962795"/>
                </a:cubicBezTo>
                <a:cubicBezTo>
                  <a:pt x="358638" y="946025"/>
                  <a:pt x="372232" y="932431"/>
                  <a:pt x="389002" y="932431"/>
                </a:cubicBezTo>
                <a:close/>
                <a:moveTo>
                  <a:pt x="316447" y="932431"/>
                </a:moveTo>
                <a:cubicBezTo>
                  <a:pt x="333216" y="932431"/>
                  <a:pt x="346810" y="946025"/>
                  <a:pt x="346810" y="962795"/>
                </a:cubicBezTo>
                <a:cubicBezTo>
                  <a:pt x="346810" y="979564"/>
                  <a:pt x="333216" y="993158"/>
                  <a:pt x="316447" y="993158"/>
                </a:cubicBezTo>
                <a:cubicBezTo>
                  <a:pt x="299677" y="993158"/>
                  <a:pt x="286084" y="979564"/>
                  <a:pt x="286084" y="962795"/>
                </a:cubicBezTo>
                <a:cubicBezTo>
                  <a:pt x="286084" y="946025"/>
                  <a:pt x="299677" y="932431"/>
                  <a:pt x="316447" y="932431"/>
                </a:cubicBezTo>
                <a:close/>
                <a:moveTo>
                  <a:pt x="243892" y="932431"/>
                </a:moveTo>
                <a:cubicBezTo>
                  <a:pt x="260662" y="932431"/>
                  <a:pt x="274256" y="946025"/>
                  <a:pt x="274256" y="962795"/>
                </a:cubicBezTo>
                <a:cubicBezTo>
                  <a:pt x="274256" y="979564"/>
                  <a:pt x="260662" y="993158"/>
                  <a:pt x="243892" y="993158"/>
                </a:cubicBezTo>
                <a:cubicBezTo>
                  <a:pt x="227123" y="993158"/>
                  <a:pt x="213529" y="979564"/>
                  <a:pt x="213529" y="962795"/>
                </a:cubicBezTo>
                <a:cubicBezTo>
                  <a:pt x="213529" y="946025"/>
                  <a:pt x="227123" y="932431"/>
                  <a:pt x="243892" y="932431"/>
                </a:cubicBezTo>
                <a:close/>
                <a:moveTo>
                  <a:pt x="171339" y="932431"/>
                </a:moveTo>
                <a:cubicBezTo>
                  <a:pt x="188107" y="932431"/>
                  <a:pt x="201701" y="946025"/>
                  <a:pt x="201701" y="962795"/>
                </a:cubicBezTo>
                <a:cubicBezTo>
                  <a:pt x="201701" y="979564"/>
                  <a:pt x="188107" y="993158"/>
                  <a:pt x="171339" y="993158"/>
                </a:cubicBezTo>
                <a:cubicBezTo>
                  <a:pt x="154645" y="993158"/>
                  <a:pt x="141051" y="979564"/>
                  <a:pt x="141051" y="962795"/>
                </a:cubicBezTo>
                <a:cubicBezTo>
                  <a:pt x="141051" y="946025"/>
                  <a:pt x="154645" y="932431"/>
                  <a:pt x="171339" y="932431"/>
                </a:cubicBezTo>
                <a:close/>
                <a:moveTo>
                  <a:pt x="98870" y="932431"/>
                </a:moveTo>
                <a:cubicBezTo>
                  <a:pt x="115634" y="932431"/>
                  <a:pt x="129228" y="946025"/>
                  <a:pt x="129228" y="962795"/>
                </a:cubicBezTo>
                <a:cubicBezTo>
                  <a:pt x="129228" y="979564"/>
                  <a:pt x="115634" y="993158"/>
                  <a:pt x="98870" y="993158"/>
                </a:cubicBezTo>
                <a:cubicBezTo>
                  <a:pt x="82099" y="993158"/>
                  <a:pt x="68505" y="979564"/>
                  <a:pt x="68505" y="962795"/>
                </a:cubicBezTo>
                <a:cubicBezTo>
                  <a:pt x="68505" y="946025"/>
                  <a:pt x="82099" y="932431"/>
                  <a:pt x="98870" y="932431"/>
                </a:cubicBezTo>
                <a:close/>
                <a:moveTo>
                  <a:pt x="26316" y="932431"/>
                </a:moveTo>
                <a:cubicBezTo>
                  <a:pt x="43081" y="932431"/>
                  <a:pt x="56676" y="946025"/>
                  <a:pt x="56676" y="962795"/>
                </a:cubicBezTo>
                <a:cubicBezTo>
                  <a:pt x="56676" y="979564"/>
                  <a:pt x="43081" y="993158"/>
                  <a:pt x="26316" y="993158"/>
                </a:cubicBezTo>
                <a:cubicBezTo>
                  <a:pt x="17931" y="993158"/>
                  <a:pt x="10340" y="989760"/>
                  <a:pt x="4845" y="984265"/>
                </a:cubicBezTo>
                <a:lnTo>
                  <a:pt x="0" y="972570"/>
                </a:lnTo>
                <a:lnTo>
                  <a:pt x="0" y="953020"/>
                </a:lnTo>
                <a:lnTo>
                  <a:pt x="4845" y="941324"/>
                </a:lnTo>
                <a:cubicBezTo>
                  <a:pt x="10340" y="935830"/>
                  <a:pt x="17931" y="932431"/>
                  <a:pt x="26316" y="932431"/>
                </a:cubicBezTo>
                <a:close/>
                <a:moveTo>
                  <a:pt x="1612513" y="853981"/>
                </a:moveTo>
                <a:lnTo>
                  <a:pt x="1607766" y="872445"/>
                </a:lnTo>
                <a:lnTo>
                  <a:pt x="1598477" y="897823"/>
                </a:lnTo>
                <a:lnTo>
                  <a:pt x="1592066" y="882343"/>
                </a:lnTo>
                <a:cubicBezTo>
                  <a:pt x="1592066" y="869766"/>
                  <a:pt x="1599712" y="858975"/>
                  <a:pt x="1610610" y="854366"/>
                </a:cubicBezTo>
                <a:close/>
                <a:moveTo>
                  <a:pt x="1549874" y="851979"/>
                </a:moveTo>
                <a:cubicBezTo>
                  <a:pt x="1566644" y="851979"/>
                  <a:pt x="1580238" y="865573"/>
                  <a:pt x="1580238" y="882343"/>
                </a:cubicBezTo>
                <a:cubicBezTo>
                  <a:pt x="1580238" y="899112"/>
                  <a:pt x="1566644" y="912706"/>
                  <a:pt x="1549874" y="912706"/>
                </a:cubicBezTo>
                <a:cubicBezTo>
                  <a:pt x="1533105" y="912706"/>
                  <a:pt x="1519511" y="899112"/>
                  <a:pt x="1519511" y="882343"/>
                </a:cubicBezTo>
                <a:cubicBezTo>
                  <a:pt x="1519511" y="865573"/>
                  <a:pt x="1533105" y="851979"/>
                  <a:pt x="1549874" y="851979"/>
                </a:cubicBezTo>
                <a:close/>
                <a:moveTo>
                  <a:pt x="1477320" y="851979"/>
                </a:moveTo>
                <a:cubicBezTo>
                  <a:pt x="1494089" y="851979"/>
                  <a:pt x="1507683" y="865573"/>
                  <a:pt x="1507683" y="882343"/>
                </a:cubicBezTo>
                <a:cubicBezTo>
                  <a:pt x="1507683" y="899112"/>
                  <a:pt x="1494089" y="912706"/>
                  <a:pt x="1477320" y="912706"/>
                </a:cubicBezTo>
                <a:cubicBezTo>
                  <a:pt x="1460550" y="912706"/>
                  <a:pt x="1446956" y="899112"/>
                  <a:pt x="1446956" y="882343"/>
                </a:cubicBezTo>
                <a:cubicBezTo>
                  <a:pt x="1446956" y="865573"/>
                  <a:pt x="1460550" y="851979"/>
                  <a:pt x="1477320" y="851979"/>
                </a:cubicBezTo>
                <a:close/>
                <a:moveTo>
                  <a:pt x="1404765" y="851979"/>
                </a:moveTo>
                <a:cubicBezTo>
                  <a:pt x="1421535" y="851979"/>
                  <a:pt x="1435129" y="865573"/>
                  <a:pt x="1435129" y="882343"/>
                </a:cubicBezTo>
                <a:cubicBezTo>
                  <a:pt x="1435129" y="899112"/>
                  <a:pt x="1421535" y="912706"/>
                  <a:pt x="1404765" y="912706"/>
                </a:cubicBezTo>
                <a:cubicBezTo>
                  <a:pt x="1387996" y="912706"/>
                  <a:pt x="1374402" y="899112"/>
                  <a:pt x="1374402" y="882343"/>
                </a:cubicBezTo>
                <a:cubicBezTo>
                  <a:pt x="1374402" y="865573"/>
                  <a:pt x="1387996" y="851979"/>
                  <a:pt x="1404765" y="851979"/>
                </a:cubicBezTo>
                <a:close/>
                <a:moveTo>
                  <a:pt x="1332211" y="851979"/>
                </a:moveTo>
                <a:cubicBezTo>
                  <a:pt x="1348980" y="851979"/>
                  <a:pt x="1362574" y="865573"/>
                  <a:pt x="1362574" y="882343"/>
                </a:cubicBezTo>
                <a:cubicBezTo>
                  <a:pt x="1362574" y="899112"/>
                  <a:pt x="1348980" y="912706"/>
                  <a:pt x="1332211" y="912706"/>
                </a:cubicBezTo>
                <a:cubicBezTo>
                  <a:pt x="1315441" y="912706"/>
                  <a:pt x="1301847" y="899112"/>
                  <a:pt x="1301847" y="882343"/>
                </a:cubicBezTo>
                <a:cubicBezTo>
                  <a:pt x="1301847" y="865573"/>
                  <a:pt x="1315441" y="851979"/>
                  <a:pt x="1332211" y="851979"/>
                </a:cubicBezTo>
                <a:close/>
                <a:moveTo>
                  <a:pt x="1259656" y="851979"/>
                </a:moveTo>
                <a:cubicBezTo>
                  <a:pt x="1276426" y="851979"/>
                  <a:pt x="1290020" y="865573"/>
                  <a:pt x="1290020" y="882343"/>
                </a:cubicBezTo>
                <a:cubicBezTo>
                  <a:pt x="1290020" y="899112"/>
                  <a:pt x="1276426" y="912706"/>
                  <a:pt x="1259656" y="912706"/>
                </a:cubicBezTo>
                <a:cubicBezTo>
                  <a:pt x="1242887" y="912706"/>
                  <a:pt x="1229293" y="899112"/>
                  <a:pt x="1229293" y="882343"/>
                </a:cubicBezTo>
                <a:cubicBezTo>
                  <a:pt x="1229293" y="865573"/>
                  <a:pt x="1242887" y="851979"/>
                  <a:pt x="1259656" y="851979"/>
                </a:cubicBezTo>
                <a:close/>
                <a:moveTo>
                  <a:pt x="1187102" y="851979"/>
                </a:moveTo>
                <a:cubicBezTo>
                  <a:pt x="1203871" y="851979"/>
                  <a:pt x="1217465" y="865573"/>
                  <a:pt x="1217465" y="882343"/>
                </a:cubicBezTo>
                <a:cubicBezTo>
                  <a:pt x="1217465" y="899112"/>
                  <a:pt x="1203871" y="912706"/>
                  <a:pt x="1187102" y="912706"/>
                </a:cubicBezTo>
                <a:cubicBezTo>
                  <a:pt x="1170332" y="912706"/>
                  <a:pt x="1156738" y="899112"/>
                  <a:pt x="1156738" y="882343"/>
                </a:cubicBezTo>
                <a:cubicBezTo>
                  <a:pt x="1156738" y="865573"/>
                  <a:pt x="1170332" y="851979"/>
                  <a:pt x="1187102" y="851979"/>
                </a:cubicBezTo>
                <a:close/>
                <a:moveTo>
                  <a:pt x="1114547" y="851979"/>
                </a:moveTo>
                <a:cubicBezTo>
                  <a:pt x="1131317" y="851979"/>
                  <a:pt x="1144911" y="865573"/>
                  <a:pt x="1144911" y="882343"/>
                </a:cubicBezTo>
                <a:cubicBezTo>
                  <a:pt x="1144911" y="899112"/>
                  <a:pt x="1131317" y="912706"/>
                  <a:pt x="1114547" y="912706"/>
                </a:cubicBezTo>
                <a:cubicBezTo>
                  <a:pt x="1097778" y="912706"/>
                  <a:pt x="1084184" y="899112"/>
                  <a:pt x="1084184" y="882343"/>
                </a:cubicBezTo>
                <a:cubicBezTo>
                  <a:pt x="1084184" y="865573"/>
                  <a:pt x="1097778" y="851979"/>
                  <a:pt x="1114547" y="851979"/>
                </a:cubicBezTo>
                <a:close/>
                <a:moveTo>
                  <a:pt x="1041993" y="851979"/>
                </a:moveTo>
                <a:cubicBezTo>
                  <a:pt x="1058762" y="851979"/>
                  <a:pt x="1072356" y="865573"/>
                  <a:pt x="1072356" y="882343"/>
                </a:cubicBezTo>
                <a:cubicBezTo>
                  <a:pt x="1072356" y="899112"/>
                  <a:pt x="1058762" y="912706"/>
                  <a:pt x="1041993" y="912706"/>
                </a:cubicBezTo>
                <a:cubicBezTo>
                  <a:pt x="1025223" y="912706"/>
                  <a:pt x="1011629" y="899112"/>
                  <a:pt x="1011629" y="882343"/>
                </a:cubicBezTo>
                <a:cubicBezTo>
                  <a:pt x="1011629" y="865573"/>
                  <a:pt x="1025223" y="851979"/>
                  <a:pt x="1041993" y="851979"/>
                </a:cubicBezTo>
                <a:close/>
                <a:moveTo>
                  <a:pt x="969438" y="851979"/>
                </a:moveTo>
                <a:cubicBezTo>
                  <a:pt x="986208" y="851979"/>
                  <a:pt x="999801" y="865573"/>
                  <a:pt x="999801" y="882343"/>
                </a:cubicBezTo>
                <a:cubicBezTo>
                  <a:pt x="999801" y="899112"/>
                  <a:pt x="986208" y="912706"/>
                  <a:pt x="969438" y="912706"/>
                </a:cubicBezTo>
                <a:cubicBezTo>
                  <a:pt x="952669" y="912706"/>
                  <a:pt x="939075" y="899112"/>
                  <a:pt x="939075" y="882343"/>
                </a:cubicBezTo>
                <a:cubicBezTo>
                  <a:pt x="939075" y="865573"/>
                  <a:pt x="952669" y="851979"/>
                  <a:pt x="969438" y="851979"/>
                </a:cubicBezTo>
                <a:close/>
                <a:moveTo>
                  <a:pt x="896883" y="851979"/>
                </a:moveTo>
                <a:cubicBezTo>
                  <a:pt x="913653" y="851979"/>
                  <a:pt x="927247" y="865573"/>
                  <a:pt x="927247" y="882343"/>
                </a:cubicBezTo>
                <a:cubicBezTo>
                  <a:pt x="927247" y="899112"/>
                  <a:pt x="913653" y="912706"/>
                  <a:pt x="896883" y="912706"/>
                </a:cubicBezTo>
                <a:cubicBezTo>
                  <a:pt x="880114" y="912706"/>
                  <a:pt x="866520" y="899112"/>
                  <a:pt x="866520" y="882343"/>
                </a:cubicBezTo>
                <a:cubicBezTo>
                  <a:pt x="866520" y="865573"/>
                  <a:pt x="880114" y="851979"/>
                  <a:pt x="896883" y="851979"/>
                </a:cubicBezTo>
                <a:close/>
                <a:moveTo>
                  <a:pt x="824329" y="851979"/>
                </a:moveTo>
                <a:cubicBezTo>
                  <a:pt x="841098" y="851979"/>
                  <a:pt x="854692" y="865573"/>
                  <a:pt x="854692" y="882343"/>
                </a:cubicBezTo>
                <a:cubicBezTo>
                  <a:pt x="854692" y="899112"/>
                  <a:pt x="841098" y="912706"/>
                  <a:pt x="824329" y="912706"/>
                </a:cubicBezTo>
                <a:cubicBezTo>
                  <a:pt x="807559" y="912706"/>
                  <a:pt x="793965" y="899112"/>
                  <a:pt x="793965" y="882343"/>
                </a:cubicBezTo>
                <a:cubicBezTo>
                  <a:pt x="793965" y="865573"/>
                  <a:pt x="807559" y="851979"/>
                  <a:pt x="824329" y="851979"/>
                </a:cubicBezTo>
                <a:close/>
                <a:moveTo>
                  <a:pt x="751774" y="851979"/>
                </a:moveTo>
                <a:cubicBezTo>
                  <a:pt x="768544" y="851979"/>
                  <a:pt x="782138" y="865573"/>
                  <a:pt x="782138" y="882343"/>
                </a:cubicBezTo>
                <a:cubicBezTo>
                  <a:pt x="782138" y="899112"/>
                  <a:pt x="768544" y="912706"/>
                  <a:pt x="751774" y="912706"/>
                </a:cubicBezTo>
                <a:cubicBezTo>
                  <a:pt x="735005" y="912706"/>
                  <a:pt x="721411" y="899112"/>
                  <a:pt x="721411" y="882343"/>
                </a:cubicBezTo>
                <a:cubicBezTo>
                  <a:pt x="721411" y="865573"/>
                  <a:pt x="735005" y="851979"/>
                  <a:pt x="751774" y="851979"/>
                </a:cubicBezTo>
                <a:close/>
                <a:moveTo>
                  <a:pt x="679220" y="851979"/>
                </a:moveTo>
                <a:cubicBezTo>
                  <a:pt x="695989" y="851979"/>
                  <a:pt x="709583" y="865573"/>
                  <a:pt x="709583" y="882343"/>
                </a:cubicBezTo>
                <a:cubicBezTo>
                  <a:pt x="709583" y="899112"/>
                  <a:pt x="695989" y="912706"/>
                  <a:pt x="679220" y="912706"/>
                </a:cubicBezTo>
                <a:cubicBezTo>
                  <a:pt x="662450" y="912706"/>
                  <a:pt x="648856" y="899112"/>
                  <a:pt x="648856" y="882343"/>
                </a:cubicBezTo>
                <a:cubicBezTo>
                  <a:pt x="648856" y="865573"/>
                  <a:pt x="662450" y="851979"/>
                  <a:pt x="679220" y="851979"/>
                </a:cubicBezTo>
                <a:close/>
                <a:moveTo>
                  <a:pt x="606665" y="851979"/>
                </a:moveTo>
                <a:cubicBezTo>
                  <a:pt x="623435" y="851979"/>
                  <a:pt x="637029" y="865573"/>
                  <a:pt x="637029" y="882343"/>
                </a:cubicBezTo>
                <a:cubicBezTo>
                  <a:pt x="637029" y="899112"/>
                  <a:pt x="623435" y="912706"/>
                  <a:pt x="606665" y="912706"/>
                </a:cubicBezTo>
                <a:cubicBezTo>
                  <a:pt x="589896" y="912706"/>
                  <a:pt x="576302" y="899112"/>
                  <a:pt x="576302" y="882343"/>
                </a:cubicBezTo>
                <a:cubicBezTo>
                  <a:pt x="576302" y="865573"/>
                  <a:pt x="589896" y="851979"/>
                  <a:pt x="606665" y="851979"/>
                </a:cubicBezTo>
                <a:close/>
                <a:moveTo>
                  <a:pt x="534111" y="851979"/>
                </a:moveTo>
                <a:cubicBezTo>
                  <a:pt x="550880" y="851979"/>
                  <a:pt x="564474" y="865573"/>
                  <a:pt x="564474" y="882343"/>
                </a:cubicBezTo>
                <a:cubicBezTo>
                  <a:pt x="564474" y="899112"/>
                  <a:pt x="550880" y="912706"/>
                  <a:pt x="534111" y="912706"/>
                </a:cubicBezTo>
                <a:cubicBezTo>
                  <a:pt x="517341" y="912706"/>
                  <a:pt x="503747" y="899112"/>
                  <a:pt x="503747" y="882343"/>
                </a:cubicBezTo>
                <a:cubicBezTo>
                  <a:pt x="503747" y="865573"/>
                  <a:pt x="517341" y="851979"/>
                  <a:pt x="534111" y="851979"/>
                </a:cubicBezTo>
                <a:close/>
                <a:moveTo>
                  <a:pt x="461556" y="851979"/>
                </a:moveTo>
                <a:cubicBezTo>
                  <a:pt x="478326" y="851979"/>
                  <a:pt x="491920" y="865573"/>
                  <a:pt x="491920" y="882343"/>
                </a:cubicBezTo>
                <a:cubicBezTo>
                  <a:pt x="491920" y="899112"/>
                  <a:pt x="478326" y="912706"/>
                  <a:pt x="461556" y="912706"/>
                </a:cubicBezTo>
                <a:cubicBezTo>
                  <a:pt x="444787" y="912706"/>
                  <a:pt x="431192" y="899112"/>
                  <a:pt x="431192" y="882343"/>
                </a:cubicBezTo>
                <a:cubicBezTo>
                  <a:pt x="431192" y="865573"/>
                  <a:pt x="444787" y="851979"/>
                  <a:pt x="461556" y="851979"/>
                </a:cubicBezTo>
                <a:close/>
                <a:moveTo>
                  <a:pt x="389002" y="851979"/>
                </a:moveTo>
                <a:cubicBezTo>
                  <a:pt x="405771" y="851979"/>
                  <a:pt x="419365" y="865573"/>
                  <a:pt x="419365" y="882343"/>
                </a:cubicBezTo>
                <a:cubicBezTo>
                  <a:pt x="419365" y="899112"/>
                  <a:pt x="405771" y="912706"/>
                  <a:pt x="389002" y="912706"/>
                </a:cubicBezTo>
                <a:cubicBezTo>
                  <a:pt x="372232" y="912706"/>
                  <a:pt x="358638" y="899112"/>
                  <a:pt x="358638" y="882343"/>
                </a:cubicBezTo>
                <a:cubicBezTo>
                  <a:pt x="358638" y="865573"/>
                  <a:pt x="372232" y="851979"/>
                  <a:pt x="389002" y="851979"/>
                </a:cubicBezTo>
                <a:close/>
                <a:moveTo>
                  <a:pt x="316447" y="851979"/>
                </a:moveTo>
                <a:cubicBezTo>
                  <a:pt x="333216" y="851979"/>
                  <a:pt x="346810" y="865573"/>
                  <a:pt x="346810" y="882343"/>
                </a:cubicBezTo>
                <a:cubicBezTo>
                  <a:pt x="346810" y="899112"/>
                  <a:pt x="333216" y="912706"/>
                  <a:pt x="316447" y="912706"/>
                </a:cubicBezTo>
                <a:cubicBezTo>
                  <a:pt x="299677" y="912706"/>
                  <a:pt x="286084" y="899112"/>
                  <a:pt x="286084" y="882343"/>
                </a:cubicBezTo>
                <a:cubicBezTo>
                  <a:pt x="286084" y="865573"/>
                  <a:pt x="299677" y="851979"/>
                  <a:pt x="316447" y="851979"/>
                </a:cubicBezTo>
                <a:close/>
                <a:moveTo>
                  <a:pt x="243892" y="851979"/>
                </a:moveTo>
                <a:cubicBezTo>
                  <a:pt x="260662" y="851979"/>
                  <a:pt x="274256" y="865573"/>
                  <a:pt x="274256" y="882343"/>
                </a:cubicBezTo>
                <a:cubicBezTo>
                  <a:pt x="274256" y="899112"/>
                  <a:pt x="260662" y="912706"/>
                  <a:pt x="243892" y="912706"/>
                </a:cubicBezTo>
                <a:cubicBezTo>
                  <a:pt x="227123" y="912706"/>
                  <a:pt x="213529" y="899112"/>
                  <a:pt x="213529" y="882343"/>
                </a:cubicBezTo>
                <a:cubicBezTo>
                  <a:pt x="213529" y="865573"/>
                  <a:pt x="227123" y="851979"/>
                  <a:pt x="243892" y="851979"/>
                </a:cubicBezTo>
                <a:close/>
                <a:moveTo>
                  <a:pt x="171339" y="851979"/>
                </a:moveTo>
                <a:cubicBezTo>
                  <a:pt x="188107" y="851979"/>
                  <a:pt x="201701" y="865573"/>
                  <a:pt x="201701" y="882343"/>
                </a:cubicBezTo>
                <a:cubicBezTo>
                  <a:pt x="201701" y="899112"/>
                  <a:pt x="188107" y="912706"/>
                  <a:pt x="171339" y="912706"/>
                </a:cubicBezTo>
                <a:cubicBezTo>
                  <a:pt x="154651" y="912706"/>
                  <a:pt x="141056" y="899112"/>
                  <a:pt x="141056" y="882343"/>
                </a:cubicBezTo>
                <a:cubicBezTo>
                  <a:pt x="141056" y="865573"/>
                  <a:pt x="154651" y="851979"/>
                  <a:pt x="171339" y="851979"/>
                </a:cubicBezTo>
                <a:close/>
                <a:moveTo>
                  <a:pt x="98877" y="851979"/>
                </a:moveTo>
                <a:cubicBezTo>
                  <a:pt x="115640" y="851979"/>
                  <a:pt x="129234" y="865573"/>
                  <a:pt x="129234" y="882343"/>
                </a:cubicBezTo>
                <a:cubicBezTo>
                  <a:pt x="129234" y="899112"/>
                  <a:pt x="115640" y="912706"/>
                  <a:pt x="98877" y="912706"/>
                </a:cubicBezTo>
                <a:cubicBezTo>
                  <a:pt x="82106" y="912706"/>
                  <a:pt x="68511" y="899112"/>
                  <a:pt x="68511" y="882343"/>
                </a:cubicBezTo>
                <a:cubicBezTo>
                  <a:pt x="68511" y="865573"/>
                  <a:pt x="82106" y="851979"/>
                  <a:pt x="98877" y="851979"/>
                </a:cubicBezTo>
                <a:close/>
                <a:moveTo>
                  <a:pt x="26322" y="851979"/>
                </a:moveTo>
                <a:cubicBezTo>
                  <a:pt x="43087" y="851979"/>
                  <a:pt x="56682" y="865573"/>
                  <a:pt x="56682" y="882343"/>
                </a:cubicBezTo>
                <a:cubicBezTo>
                  <a:pt x="56682" y="899112"/>
                  <a:pt x="43087" y="912706"/>
                  <a:pt x="26322" y="912706"/>
                </a:cubicBezTo>
                <a:cubicBezTo>
                  <a:pt x="17937" y="912706"/>
                  <a:pt x="10346" y="909308"/>
                  <a:pt x="4851" y="903813"/>
                </a:cubicBezTo>
                <a:lnTo>
                  <a:pt x="0" y="892101"/>
                </a:lnTo>
                <a:lnTo>
                  <a:pt x="0" y="872585"/>
                </a:lnTo>
                <a:lnTo>
                  <a:pt x="4851" y="860872"/>
                </a:lnTo>
                <a:cubicBezTo>
                  <a:pt x="10346" y="855378"/>
                  <a:pt x="17937" y="851979"/>
                  <a:pt x="26322" y="851979"/>
                </a:cubicBezTo>
                <a:close/>
                <a:moveTo>
                  <a:pt x="1622429" y="771528"/>
                </a:moveTo>
                <a:lnTo>
                  <a:pt x="1633158" y="773694"/>
                </a:lnTo>
                <a:lnTo>
                  <a:pt x="1618313" y="831424"/>
                </a:lnTo>
                <a:lnTo>
                  <a:pt x="1610610" y="829868"/>
                </a:lnTo>
                <a:cubicBezTo>
                  <a:pt x="1599712" y="825259"/>
                  <a:pt x="1592066" y="814469"/>
                  <a:pt x="1592066" y="801891"/>
                </a:cubicBezTo>
                <a:cubicBezTo>
                  <a:pt x="1592066" y="785122"/>
                  <a:pt x="1605659" y="771528"/>
                  <a:pt x="1622429" y="771528"/>
                </a:cubicBezTo>
                <a:close/>
                <a:moveTo>
                  <a:pt x="1549874" y="771528"/>
                </a:moveTo>
                <a:cubicBezTo>
                  <a:pt x="1566644" y="771528"/>
                  <a:pt x="1580238" y="785122"/>
                  <a:pt x="1580238" y="801891"/>
                </a:cubicBezTo>
                <a:cubicBezTo>
                  <a:pt x="1580238" y="818661"/>
                  <a:pt x="1566644" y="832255"/>
                  <a:pt x="1549874" y="832255"/>
                </a:cubicBezTo>
                <a:cubicBezTo>
                  <a:pt x="1533105" y="832255"/>
                  <a:pt x="1519511" y="818661"/>
                  <a:pt x="1519511" y="801891"/>
                </a:cubicBezTo>
                <a:cubicBezTo>
                  <a:pt x="1519511" y="785122"/>
                  <a:pt x="1533105" y="771528"/>
                  <a:pt x="1549874" y="771528"/>
                </a:cubicBezTo>
                <a:close/>
                <a:moveTo>
                  <a:pt x="1477320" y="771528"/>
                </a:moveTo>
                <a:cubicBezTo>
                  <a:pt x="1494089" y="771528"/>
                  <a:pt x="1507683" y="785122"/>
                  <a:pt x="1507683" y="801891"/>
                </a:cubicBezTo>
                <a:cubicBezTo>
                  <a:pt x="1507683" y="818661"/>
                  <a:pt x="1494089" y="832255"/>
                  <a:pt x="1477320" y="832255"/>
                </a:cubicBezTo>
                <a:cubicBezTo>
                  <a:pt x="1460550" y="832255"/>
                  <a:pt x="1446956" y="818661"/>
                  <a:pt x="1446956" y="801891"/>
                </a:cubicBezTo>
                <a:cubicBezTo>
                  <a:pt x="1446956" y="785122"/>
                  <a:pt x="1460550" y="771528"/>
                  <a:pt x="1477320" y="771528"/>
                </a:cubicBezTo>
                <a:close/>
                <a:moveTo>
                  <a:pt x="1404765" y="771528"/>
                </a:moveTo>
                <a:cubicBezTo>
                  <a:pt x="1421535" y="771528"/>
                  <a:pt x="1435129" y="785122"/>
                  <a:pt x="1435129" y="801891"/>
                </a:cubicBezTo>
                <a:cubicBezTo>
                  <a:pt x="1435129" y="818661"/>
                  <a:pt x="1421535" y="832255"/>
                  <a:pt x="1404765" y="832255"/>
                </a:cubicBezTo>
                <a:cubicBezTo>
                  <a:pt x="1387996" y="832255"/>
                  <a:pt x="1374402" y="818661"/>
                  <a:pt x="1374402" y="801891"/>
                </a:cubicBezTo>
                <a:cubicBezTo>
                  <a:pt x="1374402" y="785122"/>
                  <a:pt x="1387996" y="771528"/>
                  <a:pt x="1404765" y="771528"/>
                </a:cubicBezTo>
                <a:close/>
                <a:moveTo>
                  <a:pt x="1332211" y="771528"/>
                </a:moveTo>
                <a:cubicBezTo>
                  <a:pt x="1348980" y="771528"/>
                  <a:pt x="1362574" y="785122"/>
                  <a:pt x="1362574" y="801891"/>
                </a:cubicBezTo>
                <a:cubicBezTo>
                  <a:pt x="1362574" y="818661"/>
                  <a:pt x="1348980" y="832255"/>
                  <a:pt x="1332211" y="832255"/>
                </a:cubicBezTo>
                <a:cubicBezTo>
                  <a:pt x="1315441" y="832255"/>
                  <a:pt x="1301847" y="818661"/>
                  <a:pt x="1301847" y="801891"/>
                </a:cubicBezTo>
                <a:cubicBezTo>
                  <a:pt x="1301847" y="785122"/>
                  <a:pt x="1315441" y="771528"/>
                  <a:pt x="1332211" y="771528"/>
                </a:cubicBezTo>
                <a:close/>
                <a:moveTo>
                  <a:pt x="1259656" y="771528"/>
                </a:moveTo>
                <a:cubicBezTo>
                  <a:pt x="1276426" y="771528"/>
                  <a:pt x="1290020" y="785122"/>
                  <a:pt x="1290020" y="801891"/>
                </a:cubicBezTo>
                <a:cubicBezTo>
                  <a:pt x="1290020" y="818661"/>
                  <a:pt x="1276426" y="832255"/>
                  <a:pt x="1259656" y="832255"/>
                </a:cubicBezTo>
                <a:cubicBezTo>
                  <a:pt x="1242887" y="832255"/>
                  <a:pt x="1229293" y="818661"/>
                  <a:pt x="1229293" y="801891"/>
                </a:cubicBezTo>
                <a:cubicBezTo>
                  <a:pt x="1229293" y="785122"/>
                  <a:pt x="1242887" y="771528"/>
                  <a:pt x="1259656" y="771528"/>
                </a:cubicBezTo>
                <a:close/>
                <a:moveTo>
                  <a:pt x="1187102" y="771528"/>
                </a:moveTo>
                <a:cubicBezTo>
                  <a:pt x="1203871" y="771528"/>
                  <a:pt x="1217465" y="785122"/>
                  <a:pt x="1217465" y="801891"/>
                </a:cubicBezTo>
                <a:cubicBezTo>
                  <a:pt x="1217465" y="818661"/>
                  <a:pt x="1203871" y="832255"/>
                  <a:pt x="1187102" y="832255"/>
                </a:cubicBezTo>
                <a:cubicBezTo>
                  <a:pt x="1170332" y="832255"/>
                  <a:pt x="1156738" y="818661"/>
                  <a:pt x="1156738" y="801891"/>
                </a:cubicBezTo>
                <a:cubicBezTo>
                  <a:pt x="1156738" y="785122"/>
                  <a:pt x="1170332" y="771528"/>
                  <a:pt x="1187102" y="771528"/>
                </a:cubicBezTo>
                <a:close/>
                <a:moveTo>
                  <a:pt x="1114547" y="771528"/>
                </a:moveTo>
                <a:cubicBezTo>
                  <a:pt x="1131317" y="771528"/>
                  <a:pt x="1144911" y="785122"/>
                  <a:pt x="1144911" y="801891"/>
                </a:cubicBezTo>
                <a:cubicBezTo>
                  <a:pt x="1144911" y="818661"/>
                  <a:pt x="1131317" y="832255"/>
                  <a:pt x="1114547" y="832255"/>
                </a:cubicBezTo>
                <a:cubicBezTo>
                  <a:pt x="1097778" y="832255"/>
                  <a:pt x="1084184" y="818661"/>
                  <a:pt x="1084184" y="801891"/>
                </a:cubicBezTo>
                <a:cubicBezTo>
                  <a:pt x="1084184" y="785122"/>
                  <a:pt x="1097778" y="771528"/>
                  <a:pt x="1114547" y="771528"/>
                </a:cubicBezTo>
                <a:close/>
                <a:moveTo>
                  <a:pt x="1041993" y="771528"/>
                </a:moveTo>
                <a:cubicBezTo>
                  <a:pt x="1058762" y="771528"/>
                  <a:pt x="1072356" y="785122"/>
                  <a:pt x="1072356" y="801891"/>
                </a:cubicBezTo>
                <a:cubicBezTo>
                  <a:pt x="1072356" y="818661"/>
                  <a:pt x="1058762" y="832255"/>
                  <a:pt x="1041993" y="832255"/>
                </a:cubicBezTo>
                <a:cubicBezTo>
                  <a:pt x="1025223" y="832255"/>
                  <a:pt x="1011629" y="818661"/>
                  <a:pt x="1011629" y="801891"/>
                </a:cubicBezTo>
                <a:cubicBezTo>
                  <a:pt x="1011629" y="785122"/>
                  <a:pt x="1025223" y="771528"/>
                  <a:pt x="1041993" y="771528"/>
                </a:cubicBezTo>
                <a:close/>
                <a:moveTo>
                  <a:pt x="969438" y="771528"/>
                </a:moveTo>
                <a:cubicBezTo>
                  <a:pt x="986208" y="771528"/>
                  <a:pt x="999801" y="785122"/>
                  <a:pt x="999801" y="801891"/>
                </a:cubicBezTo>
                <a:cubicBezTo>
                  <a:pt x="999801" y="818661"/>
                  <a:pt x="986208" y="832255"/>
                  <a:pt x="969438" y="832255"/>
                </a:cubicBezTo>
                <a:cubicBezTo>
                  <a:pt x="952669" y="832255"/>
                  <a:pt x="939075" y="818661"/>
                  <a:pt x="939075" y="801891"/>
                </a:cubicBezTo>
                <a:cubicBezTo>
                  <a:pt x="939075" y="785122"/>
                  <a:pt x="952669" y="771528"/>
                  <a:pt x="969438" y="771528"/>
                </a:cubicBezTo>
                <a:close/>
                <a:moveTo>
                  <a:pt x="896883" y="771528"/>
                </a:moveTo>
                <a:cubicBezTo>
                  <a:pt x="913653" y="771528"/>
                  <a:pt x="927247" y="785122"/>
                  <a:pt x="927247" y="801891"/>
                </a:cubicBezTo>
                <a:cubicBezTo>
                  <a:pt x="927247" y="818661"/>
                  <a:pt x="913653" y="832255"/>
                  <a:pt x="896883" y="832255"/>
                </a:cubicBezTo>
                <a:cubicBezTo>
                  <a:pt x="880114" y="832255"/>
                  <a:pt x="866520" y="818661"/>
                  <a:pt x="866520" y="801891"/>
                </a:cubicBezTo>
                <a:cubicBezTo>
                  <a:pt x="866520" y="785122"/>
                  <a:pt x="880114" y="771528"/>
                  <a:pt x="896883" y="771528"/>
                </a:cubicBezTo>
                <a:close/>
                <a:moveTo>
                  <a:pt x="824329" y="771528"/>
                </a:moveTo>
                <a:cubicBezTo>
                  <a:pt x="841098" y="771528"/>
                  <a:pt x="854692" y="785122"/>
                  <a:pt x="854692" y="801891"/>
                </a:cubicBezTo>
                <a:cubicBezTo>
                  <a:pt x="854692" y="818661"/>
                  <a:pt x="841098" y="832255"/>
                  <a:pt x="824329" y="832255"/>
                </a:cubicBezTo>
                <a:cubicBezTo>
                  <a:pt x="807559" y="832255"/>
                  <a:pt x="793965" y="818661"/>
                  <a:pt x="793965" y="801891"/>
                </a:cubicBezTo>
                <a:cubicBezTo>
                  <a:pt x="793965" y="785122"/>
                  <a:pt x="807559" y="771528"/>
                  <a:pt x="824329" y="771528"/>
                </a:cubicBezTo>
                <a:close/>
                <a:moveTo>
                  <a:pt x="751774" y="771528"/>
                </a:moveTo>
                <a:cubicBezTo>
                  <a:pt x="768544" y="771528"/>
                  <a:pt x="782138" y="785122"/>
                  <a:pt x="782138" y="801891"/>
                </a:cubicBezTo>
                <a:cubicBezTo>
                  <a:pt x="782138" y="818661"/>
                  <a:pt x="768544" y="832255"/>
                  <a:pt x="751774" y="832255"/>
                </a:cubicBezTo>
                <a:cubicBezTo>
                  <a:pt x="735005" y="832255"/>
                  <a:pt x="721411" y="818661"/>
                  <a:pt x="721411" y="801891"/>
                </a:cubicBezTo>
                <a:cubicBezTo>
                  <a:pt x="721411" y="785122"/>
                  <a:pt x="735005" y="771528"/>
                  <a:pt x="751774" y="771528"/>
                </a:cubicBezTo>
                <a:close/>
                <a:moveTo>
                  <a:pt x="679220" y="771528"/>
                </a:moveTo>
                <a:cubicBezTo>
                  <a:pt x="695989" y="771528"/>
                  <a:pt x="709583" y="785122"/>
                  <a:pt x="709583" y="801891"/>
                </a:cubicBezTo>
                <a:cubicBezTo>
                  <a:pt x="709583" y="818661"/>
                  <a:pt x="695989" y="832255"/>
                  <a:pt x="679220" y="832255"/>
                </a:cubicBezTo>
                <a:cubicBezTo>
                  <a:pt x="662450" y="832255"/>
                  <a:pt x="648856" y="818661"/>
                  <a:pt x="648856" y="801891"/>
                </a:cubicBezTo>
                <a:cubicBezTo>
                  <a:pt x="648856" y="785122"/>
                  <a:pt x="662450" y="771528"/>
                  <a:pt x="679220" y="771528"/>
                </a:cubicBezTo>
                <a:close/>
                <a:moveTo>
                  <a:pt x="606665" y="771528"/>
                </a:moveTo>
                <a:cubicBezTo>
                  <a:pt x="623435" y="771528"/>
                  <a:pt x="637029" y="785122"/>
                  <a:pt x="637029" y="801891"/>
                </a:cubicBezTo>
                <a:cubicBezTo>
                  <a:pt x="637029" y="818661"/>
                  <a:pt x="623435" y="832255"/>
                  <a:pt x="606665" y="832255"/>
                </a:cubicBezTo>
                <a:cubicBezTo>
                  <a:pt x="589896" y="832255"/>
                  <a:pt x="576302" y="818661"/>
                  <a:pt x="576302" y="801891"/>
                </a:cubicBezTo>
                <a:cubicBezTo>
                  <a:pt x="576302" y="785122"/>
                  <a:pt x="589896" y="771528"/>
                  <a:pt x="606665" y="771528"/>
                </a:cubicBezTo>
                <a:close/>
                <a:moveTo>
                  <a:pt x="534111" y="771528"/>
                </a:moveTo>
                <a:cubicBezTo>
                  <a:pt x="550880" y="771528"/>
                  <a:pt x="564474" y="785122"/>
                  <a:pt x="564474" y="801891"/>
                </a:cubicBezTo>
                <a:cubicBezTo>
                  <a:pt x="564474" y="818661"/>
                  <a:pt x="550880" y="832255"/>
                  <a:pt x="534111" y="832255"/>
                </a:cubicBezTo>
                <a:cubicBezTo>
                  <a:pt x="517341" y="832255"/>
                  <a:pt x="503747" y="818661"/>
                  <a:pt x="503747" y="801891"/>
                </a:cubicBezTo>
                <a:cubicBezTo>
                  <a:pt x="503747" y="785122"/>
                  <a:pt x="517341" y="771528"/>
                  <a:pt x="534111" y="771528"/>
                </a:cubicBezTo>
                <a:close/>
                <a:moveTo>
                  <a:pt x="461556" y="771528"/>
                </a:moveTo>
                <a:cubicBezTo>
                  <a:pt x="478326" y="771528"/>
                  <a:pt x="491920" y="785122"/>
                  <a:pt x="491920" y="801891"/>
                </a:cubicBezTo>
                <a:cubicBezTo>
                  <a:pt x="491920" y="818661"/>
                  <a:pt x="478326" y="832255"/>
                  <a:pt x="461556" y="832255"/>
                </a:cubicBezTo>
                <a:cubicBezTo>
                  <a:pt x="444787" y="832255"/>
                  <a:pt x="431192" y="818661"/>
                  <a:pt x="431192" y="801891"/>
                </a:cubicBezTo>
                <a:cubicBezTo>
                  <a:pt x="431192" y="785122"/>
                  <a:pt x="444787" y="771528"/>
                  <a:pt x="461556" y="771528"/>
                </a:cubicBezTo>
                <a:close/>
                <a:moveTo>
                  <a:pt x="389002" y="771528"/>
                </a:moveTo>
                <a:cubicBezTo>
                  <a:pt x="405771" y="771528"/>
                  <a:pt x="419365" y="785122"/>
                  <a:pt x="419365" y="801891"/>
                </a:cubicBezTo>
                <a:cubicBezTo>
                  <a:pt x="419365" y="818661"/>
                  <a:pt x="405771" y="832255"/>
                  <a:pt x="389002" y="832255"/>
                </a:cubicBezTo>
                <a:cubicBezTo>
                  <a:pt x="372232" y="832255"/>
                  <a:pt x="358638" y="818661"/>
                  <a:pt x="358638" y="801891"/>
                </a:cubicBezTo>
                <a:cubicBezTo>
                  <a:pt x="358638" y="785122"/>
                  <a:pt x="372232" y="771528"/>
                  <a:pt x="389002" y="771528"/>
                </a:cubicBezTo>
                <a:close/>
                <a:moveTo>
                  <a:pt x="316447" y="771528"/>
                </a:moveTo>
                <a:cubicBezTo>
                  <a:pt x="333216" y="771528"/>
                  <a:pt x="346810" y="785122"/>
                  <a:pt x="346810" y="801891"/>
                </a:cubicBezTo>
                <a:cubicBezTo>
                  <a:pt x="346810" y="818661"/>
                  <a:pt x="333216" y="832255"/>
                  <a:pt x="316447" y="832255"/>
                </a:cubicBezTo>
                <a:cubicBezTo>
                  <a:pt x="299677" y="832255"/>
                  <a:pt x="286084" y="818661"/>
                  <a:pt x="286084" y="801891"/>
                </a:cubicBezTo>
                <a:cubicBezTo>
                  <a:pt x="286084" y="785122"/>
                  <a:pt x="299677" y="771528"/>
                  <a:pt x="316447" y="771528"/>
                </a:cubicBezTo>
                <a:close/>
                <a:moveTo>
                  <a:pt x="243892" y="771528"/>
                </a:moveTo>
                <a:cubicBezTo>
                  <a:pt x="260662" y="771528"/>
                  <a:pt x="274256" y="785122"/>
                  <a:pt x="274256" y="801891"/>
                </a:cubicBezTo>
                <a:cubicBezTo>
                  <a:pt x="274256" y="818661"/>
                  <a:pt x="260662" y="832255"/>
                  <a:pt x="243892" y="832255"/>
                </a:cubicBezTo>
                <a:cubicBezTo>
                  <a:pt x="227123" y="832255"/>
                  <a:pt x="213529" y="818661"/>
                  <a:pt x="213529" y="801891"/>
                </a:cubicBezTo>
                <a:cubicBezTo>
                  <a:pt x="213529" y="785122"/>
                  <a:pt x="227123" y="771528"/>
                  <a:pt x="243892" y="771528"/>
                </a:cubicBezTo>
                <a:close/>
                <a:moveTo>
                  <a:pt x="171339" y="771528"/>
                </a:moveTo>
                <a:cubicBezTo>
                  <a:pt x="188107" y="771528"/>
                  <a:pt x="201701" y="785122"/>
                  <a:pt x="201701" y="801891"/>
                </a:cubicBezTo>
                <a:cubicBezTo>
                  <a:pt x="201701" y="818661"/>
                  <a:pt x="188107" y="832255"/>
                  <a:pt x="171339" y="832255"/>
                </a:cubicBezTo>
                <a:cubicBezTo>
                  <a:pt x="154656" y="832255"/>
                  <a:pt x="141062" y="818661"/>
                  <a:pt x="141062" y="801891"/>
                </a:cubicBezTo>
                <a:cubicBezTo>
                  <a:pt x="141062" y="785122"/>
                  <a:pt x="154656" y="771528"/>
                  <a:pt x="171339" y="771528"/>
                </a:cubicBezTo>
                <a:close/>
                <a:moveTo>
                  <a:pt x="98884" y="771528"/>
                </a:moveTo>
                <a:cubicBezTo>
                  <a:pt x="115646" y="771528"/>
                  <a:pt x="129240" y="785122"/>
                  <a:pt x="129240" y="801891"/>
                </a:cubicBezTo>
                <a:cubicBezTo>
                  <a:pt x="129240" y="818661"/>
                  <a:pt x="115646" y="832255"/>
                  <a:pt x="98884" y="832255"/>
                </a:cubicBezTo>
                <a:cubicBezTo>
                  <a:pt x="82112" y="832255"/>
                  <a:pt x="68517" y="818661"/>
                  <a:pt x="68517" y="801891"/>
                </a:cubicBezTo>
                <a:cubicBezTo>
                  <a:pt x="68517" y="785122"/>
                  <a:pt x="82112" y="771528"/>
                  <a:pt x="98884" y="771528"/>
                </a:cubicBezTo>
                <a:close/>
                <a:moveTo>
                  <a:pt x="26329" y="771528"/>
                </a:moveTo>
                <a:cubicBezTo>
                  <a:pt x="43093" y="771528"/>
                  <a:pt x="56688" y="785122"/>
                  <a:pt x="56688" y="801891"/>
                </a:cubicBezTo>
                <a:cubicBezTo>
                  <a:pt x="56688" y="818661"/>
                  <a:pt x="43093" y="832255"/>
                  <a:pt x="26329" y="832255"/>
                </a:cubicBezTo>
                <a:cubicBezTo>
                  <a:pt x="17944" y="832255"/>
                  <a:pt x="10353" y="828857"/>
                  <a:pt x="4858" y="823362"/>
                </a:cubicBezTo>
                <a:lnTo>
                  <a:pt x="0" y="811633"/>
                </a:lnTo>
                <a:lnTo>
                  <a:pt x="0" y="792150"/>
                </a:lnTo>
                <a:lnTo>
                  <a:pt x="4858" y="780421"/>
                </a:lnTo>
                <a:cubicBezTo>
                  <a:pt x="10353" y="774927"/>
                  <a:pt x="17944" y="771528"/>
                  <a:pt x="26329" y="771528"/>
                </a:cubicBezTo>
                <a:close/>
                <a:moveTo>
                  <a:pt x="1622429" y="691076"/>
                </a:moveTo>
                <a:cubicBezTo>
                  <a:pt x="1630814" y="691076"/>
                  <a:pt x="1638404" y="694475"/>
                  <a:pt x="1643899" y="699969"/>
                </a:cubicBezTo>
                <a:lnTo>
                  <a:pt x="1647739" y="709237"/>
                </a:lnTo>
                <a:lnTo>
                  <a:pt x="1644828" y="728305"/>
                </a:lnTo>
                <a:lnTo>
                  <a:pt x="1640480" y="745215"/>
                </a:lnTo>
                <a:lnTo>
                  <a:pt x="1634248" y="749417"/>
                </a:lnTo>
                <a:cubicBezTo>
                  <a:pt x="1630615" y="750953"/>
                  <a:pt x="1626621" y="751803"/>
                  <a:pt x="1622429" y="751803"/>
                </a:cubicBezTo>
                <a:cubicBezTo>
                  <a:pt x="1605659" y="751803"/>
                  <a:pt x="1592066" y="738209"/>
                  <a:pt x="1592066" y="721440"/>
                </a:cubicBezTo>
                <a:cubicBezTo>
                  <a:pt x="1592066" y="704670"/>
                  <a:pt x="1605659" y="691076"/>
                  <a:pt x="1622429" y="691076"/>
                </a:cubicBezTo>
                <a:close/>
                <a:moveTo>
                  <a:pt x="1549874" y="691076"/>
                </a:moveTo>
                <a:cubicBezTo>
                  <a:pt x="1566644" y="691076"/>
                  <a:pt x="1580238" y="704670"/>
                  <a:pt x="1580238" y="721440"/>
                </a:cubicBezTo>
                <a:cubicBezTo>
                  <a:pt x="1580238" y="738209"/>
                  <a:pt x="1566644" y="751803"/>
                  <a:pt x="1549874" y="751803"/>
                </a:cubicBezTo>
                <a:cubicBezTo>
                  <a:pt x="1533105" y="751803"/>
                  <a:pt x="1519511" y="738209"/>
                  <a:pt x="1519511" y="721440"/>
                </a:cubicBezTo>
                <a:cubicBezTo>
                  <a:pt x="1519511" y="704670"/>
                  <a:pt x="1533105" y="691076"/>
                  <a:pt x="1549874" y="691076"/>
                </a:cubicBezTo>
                <a:close/>
                <a:moveTo>
                  <a:pt x="1477320" y="691076"/>
                </a:moveTo>
                <a:cubicBezTo>
                  <a:pt x="1494089" y="691076"/>
                  <a:pt x="1507683" y="704670"/>
                  <a:pt x="1507683" y="721440"/>
                </a:cubicBezTo>
                <a:cubicBezTo>
                  <a:pt x="1507683" y="738209"/>
                  <a:pt x="1494089" y="751803"/>
                  <a:pt x="1477320" y="751803"/>
                </a:cubicBezTo>
                <a:cubicBezTo>
                  <a:pt x="1460550" y="751803"/>
                  <a:pt x="1446956" y="738209"/>
                  <a:pt x="1446956" y="721440"/>
                </a:cubicBezTo>
                <a:cubicBezTo>
                  <a:pt x="1446956" y="704670"/>
                  <a:pt x="1460550" y="691076"/>
                  <a:pt x="1477320" y="691076"/>
                </a:cubicBezTo>
                <a:close/>
                <a:moveTo>
                  <a:pt x="1404765" y="691076"/>
                </a:moveTo>
                <a:cubicBezTo>
                  <a:pt x="1421535" y="691076"/>
                  <a:pt x="1435129" y="704670"/>
                  <a:pt x="1435129" y="721440"/>
                </a:cubicBezTo>
                <a:cubicBezTo>
                  <a:pt x="1435129" y="738209"/>
                  <a:pt x="1421535" y="751803"/>
                  <a:pt x="1404765" y="751803"/>
                </a:cubicBezTo>
                <a:cubicBezTo>
                  <a:pt x="1387996" y="751803"/>
                  <a:pt x="1374402" y="738209"/>
                  <a:pt x="1374402" y="721440"/>
                </a:cubicBezTo>
                <a:cubicBezTo>
                  <a:pt x="1374402" y="704670"/>
                  <a:pt x="1387996" y="691076"/>
                  <a:pt x="1404765" y="691076"/>
                </a:cubicBezTo>
                <a:close/>
                <a:moveTo>
                  <a:pt x="1332211" y="691076"/>
                </a:moveTo>
                <a:cubicBezTo>
                  <a:pt x="1348980" y="691076"/>
                  <a:pt x="1362574" y="704670"/>
                  <a:pt x="1362574" y="721440"/>
                </a:cubicBezTo>
                <a:cubicBezTo>
                  <a:pt x="1362574" y="738209"/>
                  <a:pt x="1348980" y="751803"/>
                  <a:pt x="1332211" y="751803"/>
                </a:cubicBezTo>
                <a:cubicBezTo>
                  <a:pt x="1315441" y="751803"/>
                  <a:pt x="1301847" y="738209"/>
                  <a:pt x="1301847" y="721440"/>
                </a:cubicBezTo>
                <a:cubicBezTo>
                  <a:pt x="1301847" y="704670"/>
                  <a:pt x="1315441" y="691076"/>
                  <a:pt x="1332211" y="691076"/>
                </a:cubicBezTo>
                <a:close/>
                <a:moveTo>
                  <a:pt x="1259656" y="691076"/>
                </a:moveTo>
                <a:cubicBezTo>
                  <a:pt x="1276426" y="691076"/>
                  <a:pt x="1290020" y="704670"/>
                  <a:pt x="1290020" y="721440"/>
                </a:cubicBezTo>
                <a:cubicBezTo>
                  <a:pt x="1290020" y="738209"/>
                  <a:pt x="1276426" y="751803"/>
                  <a:pt x="1259656" y="751803"/>
                </a:cubicBezTo>
                <a:cubicBezTo>
                  <a:pt x="1242887" y="751803"/>
                  <a:pt x="1229293" y="738209"/>
                  <a:pt x="1229293" y="721440"/>
                </a:cubicBezTo>
                <a:cubicBezTo>
                  <a:pt x="1229293" y="704670"/>
                  <a:pt x="1242887" y="691076"/>
                  <a:pt x="1259656" y="691076"/>
                </a:cubicBezTo>
                <a:close/>
                <a:moveTo>
                  <a:pt x="1187102" y="691076"/>
                </a:moveTo>
                <a:cubicBezTo>
                  <a:pt x="1203871" y="691076"/>
                  <a:pt x="1217465" y="704670"/>
                  <a:pt x="1217465" y="721440"/>
                </a:cubicBezTo>
                <a:cubicBezTo>
                  <a:pt x="1217465" y="738209"/>
                  <a:pt x="1203871" y="751803"/>
                  <a:pt x="1187102" y="751803"/>
                </a:cubicBezTo>
                <a:cubicBezTo>
                  <a:pt x="1170332" y="751803"/>
                  <a:pt x="1156738" y="738209"/>
                  <a:pt x="1156738" y="721440"/>
                </a:cubicBezTo>
                <a:cubicBezTo>
                  <a:pt x="1156738" y="704670"/>
                  <a:pt x="1170332" y="691076"/>
                  <a:pt x="1187102" y="691076"/>
                </a:cubicBezTo>
                <a:close/>
                <a:moveTo>
                  <a:pt x="1114547" y="691076"/>
                </a:moveTo>
                <a:cubicBezTo>
                  <a:pt x="1131317" y="691076"/>
                  <a:pt x="1144911" y="704670"/>
                  <a:pt x="1144911" y="721440"/>
                </a:cubicBezTo>
                <a:cubicBezTo>
                  <a:pt x="1144911" y="738209"/>
                  <a:pt x="1131317" y="751803"/>
                  <a:pt x="1114547" y="751803"/>
                </a:cubicBezTo>
                <a:cubicBezTo>
                  <a:pt x="1097778" y="751803"/>
                  <a:pt x="1084184" y="738209"/>
                  <a:pt x="1084184" y="721440"/>
                </a:cubicBezTo>
                <a:cubicBezTo>
                  <a:pt x="1084184" y="704670"/>
                  <a:pt x="1097778" y="691076"/>
                  <a:pt x="1114547" y="691076"/>
                </a:cubicBezTo>
                <a:close/>
                <a:moveTo>
                  <a:pt x="1041993" y="691076"/>
                </a:moveTo>
                <a:cubicBezTo>
                  <a:pt x="1058762" y="691076"/>
                  <a:pt x="1072356" y="704670"/>
                  <a:pt x="1072356" y="721440"/>
                </a:cubicBezTo>
                <a:cubicBezTo>
                  <a:pt x="1072356" y="738209"/>
                  <a:pt x="1058762" y="751803"/>
                  <a:pt x="1041993" y="751803"/>
                </a:cubicBezTo>
                <a:cubicBezTo>
                  <a:pt x="1025223" y="751803"/>
                  <a:pt x="1011629" y="738209"/>
                  <a:pt x="1011629" y="721440"/>
                </a:cubicBezTo>
                <a:cubicBezTo>
                  <a:pt x="1011629" y="704670"/>
                  <a:pt x="1025223" y="691076"/>
                  <a:pt x="1041993" y="691076"/>
                </a:cubicBezTo>
                <a:close/>
                <a:moveTo>
                  <a:pt x="969438" y="691076"/>
                </a:moveTo>
                <a:cubicBezTo>
                  <a:pt x="986208" y="691076"/>
                  <a:pt x="999801" y="704670"/>
                  <a:pt x="999801" y="721440"/>
                </a:cubicBezTo>
                <a:cubicBezTo>
                  <a:pt x="999801" y="738209"/>
                  <a:pt x="986208" y="751803"/>
                  <a:pt x="969438" y="751803"/>
                </a:cubicBezTo>
                <a:cubicBezTo>
                  <a:pt x="952669" y="751803"/>
                  <a:pt x="939075" y="738209"/>
                  <a:pt x="939075" y="721440"/>
                </a:cubicBezTo>
                <a:cubicBezTo>
                  <a:pt x="939075" y="704670"/>
                  <a:pt x="952669" y="691076"/>
                  <a:pt x="969438" y="691076"/>
                </a:cubicBezTo>
                <a:close/>
                <a:moveTo>
                  <a:pt x="896883" y="691076"/>
                </a:moveTo>
                <a:cubicBezTo>
                  <a:pt x="913653" y="691076"/>
                  <a:pt x="927247" y="704670"/>
                  <a:pt x="927247" y="721440"/>
                </a:cubicBezTo>
                <a:cubicBezTo>
                  <a:pt x="927247" y="738209"/>
                  <a:pt x="913653" y="751803"/>
                  <a:pt x="896883" y="751803"/>
                </a:cubicBezTo>
                <a:cubicBezTo>
                  <a:pt x="880114" y="751803"/>
                  <a:pt x="866520" y="738209"/>
                  <a:pt x="866520" y="721440"/>
                </a:cubicBezTo>
                <a:cubicBezTo>
                  <a:pt x="866520" y="704670"/>
                  <a:pt x="880114" y="691076"/>
                  <a:pt x="896883" y="691076"/>
                </a:cubicBezTo>
                <a:close/>
                <a:moveTo>
                  <a:pt x="824329" y="691076"/>
                </a:moveTo>
                <a:cubicBezTo>
                  <a:pt x="841098" y="691076"/>
                  <a:pt x="854692" y="704670"/>
                  <a:pt x="854692" y="721440"/>
                </a:cubicBezTo>
                <a:cubicBezTo>
                  <a:pt x="854692" y="738209"/>
                  <a:pt x="841098" y="751803"/>
                  <a:pt x="824329" y="751803"/>
                </a:cubicBezTo>
                <a:cubicBezTo>
                  <a:pt x="807559" y="751803"/>
                  <a:pt x="793965" y="738209"/>
                  <a:pt x="793965" y="721440"/>
                </a:cubicBezTo>
                <a:cubicBezTo>
                  <a:pt x="793965" y="704670"/>
                  <a:pt x="807559" y="691076"/>
                  <a:pt x="824329" y="691076"/>
                </a:cubicBezTo>
                <a:close/>
                <a:moveTo>
                  <a:pt x="751774" y="691076"/>
                </a:moveTo>
                <a:cubicBezTo>
                  <a:pt x="768544" y="691076"/>
                  <a:pt x="782138" y="704670"/>
                  <a:pt x="782138" y="721440"/>
                </a:cubicBezTo>
                <a:cubicBezTo>
                  <a:pt x="782138" y="738209"/>
                  <a:pt x="768544" y="751803"/>
                  <a:pt x="751774" y="751803"/>
                </a:cubicBezTo>
                <a:cubicBezTo>
                  <a:pt x="735005" y="751803"/>
                  <a:pt x="721411" y="738209"/>
                  <a:pt x="721411" y="721440"/>
                </a:cubicBezTo>
                <a:cubicBezTo>
                  <a:pt x="721411" y="704670"/>
                  <a:pt x="735005" y="691076"/>
                  <a:pt x="751774" y="691076"/>
                </a:cubicBezTo>
                <a:close/>
                <a:moveTo>
                  <a:pt x="679220" y="691076"/>
                </a:moveTo>
                <a:cubicBezTo>
                  <a:pt x="695989" y="691076"/>
                  <a:pt x="709583" y="704670"/>
                  <a:pt x="709583" y="721440"/>
                </a:cubicBezTo>
                <a:cubicBezTo>
                  <a:pt x="709583" y="738209"/>
                  <a:pt x="695989" y="751803"/>
                  <a:pt x="679220" y="751803"/>
                </a:cubicBezTo>
                <a:cubicBezTo>
                  <a:pt x="662450" y="751803"/>
                  <a:pt x="648856" y="738209"/>
                  <a:pt x="648856" y="721440"/>
                </a:cubicBezTo>
                <a:cubicBezTo>
                  <a:pt x="648856" y="704670"/>
                  <a:pt x="662450" y="691076"/>
                  <a:pt x="679220" y="691076"/>
                </a:cubicBezTo>
                <a:close/>
                <a:moveTo>
                  <a:pt x="606665" y="691076"/>
                </a:moveTo>
                <a:cubicBezTo>
                  <a:pt x="623435" y="691076"/>
                  <a:pt x="637029" y="704670"/>
                  <a:pt x="637029" y="721440"/>
                </a:cubicBezTo>
                <a:cubicBezTo>
                  <a:pt x="637029" y="738209"/>
                  <a:pt x="623435" y="751803"/>
                  <a:pt x="606665" y="751803"/>
                </a:cubicBezTo>
                <a:cubicBezTo>
                  <a:pt x="589896" y="751803"/>
                  <a:pt x="576302" y="738209"/>
                  <a:pt x="576302" y="721440"/>
                </a:cubicBezTo>
                <a:cubicBezTo>
                  <a:pt x="576302" y="704670"/>
                  <a:pt x="589896" y="691076"/>
                  <a:pt x="606665" y="691076"/>
                </a:cubicBezTo>
                <a:close/>
                <a:moveTo>
                  <a:pt x="534111" y="691076"/>
                </a:moveTo>
                <a:cubicBezTo>
                  <a:pt x="550880" y="691076"/>
                  <a:pt x="564474" y="704670"/>
                  <a:pt x="564474" y="721440"/>
                </a:cubicBezTo>
                <a:cubicBezTo>
                  <a:pt x="564474" y="738209"/>
                  <a:pt x="550880" y="751803"/>
                  <a:pt x="534111" y="751803"/>
                </a:cubicBezTo>
                <a:cubicBezTo>
                  <a:pt x="517341" y="751803"/>
                  <a:pt x="503747" y="738209"/>
                  <a:pt x="503747" y="721440"/>
                </a:cubicBezTo>
                <a:cubicBezTo>
                  <a:pt x="503747" y="704670"/>
                  <a:pt x="517341" y="691076"/>
                  <a:pt x="534111" y="691076"/>
                </a:cubicBezTo>
                <a:close/>
                <a:moveTo>
                  <a:pt x="461556" y="691076"/>
                </a:moveTo>
                <a:cubicBezTo>
                  <a:pt x="478326" y="691076"/>
                  <a:pt x="491920" y="704670"/>
                  <a:pt x="491920" y="721440"/>
                </a:cubicBezTo>
                <a:cubicBezTo>
                  <a:pt x="491920" y="738209"/>
                  <a:pt x="478326" y="751803"/>
                  <a:pt x="461556" y="751803"/>
                </a:cubicBezTo>
                <a:cubicBezTo>
                  <a:pt x="444787" y="751803"/>
                  <a:pt x="431192" y="738209"/>
                  <a:pt x="431192" y="721440"/>
                </a:cubicBezTo>
                <a:cubicBezTo>
                  <a:pt x="431192" y="704670"/>
                  <a:pt x="444787" y="691076"/>
                  <a:pt x="461556" y="691076"/>
                </a:cubicBezTo>
                <a:close/>
                <a:moveTo>
                  <a:pt x="389002" y="691076"/>
                </a:moveTo>
                <a:cubicBezTo>
                  <a:pt x="405771" y="691076"/>
                  <a:pt x="419365" y="704670"/>
                  <a:pt x="419365" y="721440"/>
                </a:cubicBezTo>
                <a:cubicBezTo>
                  <a:pt x="419365" y="738209"/>
                  <a:pt x="405771" y="751803"/>
                  <a:pt x="389002" y="751803"/>
                </a:cubicBezTo>
                <a:cubicBezTo>
                  <a:pt x="372232" y="751803"/>
                  <a:pt x="358638" y="738209"/>
                  <a:pt x="358638" y="721440"/>
                </a:cubicBezTo>
                <a:cubicBezTo>
                  <a:pt x="358638" y="704670"/>
                  <a:pt x="372232" y="691076"/>
                  <a:pt x="389002" y="691076"/>
                </a:cubicBezTo>
                <a:close/>
                <a:moveTo>
                  <a:pt x="316447" y="691076"/>
                </a:moveTo>
                <a:cubicBezTo>
                  <a:pt x="333216" y="691076"/>
                  <a:pt x="346810" y="704670"/>
                  <a:pt x="346810" y="721440"/>
                </a:cubicBezTo>
                <a:cubicBezTo>
                  <a:pt x="346810" y="738209"/>
                  <a:pt x="333216" y="751803"/>
                  <a:pt x="316447" y="751803"/>
                </a:cubicBezTo>
                <a:cubicBezTo>
                  <a:pt x="299677" y="751803"/>
                  <a:pt x="286084" y="738209"/>
                  <a:pt x="286084" y="721440"/>
                </a:cubicBezTo>
                <a:cubicBezTo>
                  <a:pt x="286084" y="704670"/>
                  <a:pt x="299677" y="691076"/>
                  <a:pt x="316447" y="691076"/>
                </a:cubicBezTo>
                <a:close/>
                <a:moveTo>
                  <a:pt x="243892" y="691076"/>
                </a:moveTo>
                <a:cubicBezTo>
                  <a:pt x="260662" y="691076"/>
                  <a:pt x="274256" y="704670"/>
                  <a:pt x="274256" y="721440"/>
                </a:cubicBezTo>
                <a:cubicBezTo>
                  <a:pt x="274256" y="738209"/>
                  <a:pt x="260662" y="751803"/>
                  <a:pt x="243892" y="751803"/>
                </a:cubicBezTo>
                <a:cubicBezTo>
                  <a:pt x="227123" y="751803"/>
                  <a:pt x="213529" y="738209"/>
                  <a:pt x="213529" y="721440"/>
                </a:cubicBezTo>
                <a:cubicBezTo>
                  <a:pt x="213529" y="704670"/>
                  <a:pt x="227123" y="691076"/>
                  <a:pt x="243892" y="691076"/>
                </a:cubicBezTo>
                <a:close/>
                <a:moveTo>
                  <a:pt x="171339" y="691076"/>
                </a:moveTo>
                <a:cubicBezTo>
                  <a:pt x="188107" y="691076"/>
                  <a:pt x="201701" y="704670"/>
                  <a:pt x="201701" y="721440"/>
                </a:cubicBezTo>
                <a:cubicBezTo>
                  <a:pt x="201701" y="738209"/>
                  <a:pt x="188107" y="751803"/>
                  <a:pt x="171339" y="751803"/>
                </a:cubicBezTo>
                <a:cubicBezTo>
                  <a:pt x="154662" y="751803"/>
                  <a:pt x="141067" y="738209"/>
                  <a:pt x="141067" y="721440"/>
                </a:cubicBezTo>
                <a:cubicBezTo>
                  <a:pt x="141067" y="704670"/>
                  <a:pt x="154662" y="691076"/>
                  <a:pt x="171339" y="691076"/>
                </a:cubicBezTo>
                <a:close/>
                <a:moveTo>
                  <a:pt x="98890" y="691076"/>
                </a:moveTo>
                <a:cubicBezTo>
                  <a:pt x="115653" y="691076"/>
                  <a:pt x="129246" y="704670"/>
                  <a:pt x="129246" y="721440"/>
                </a:cubicBezTo>
                <a:cubicBezTo>
                  <a:pt x="129246" y="738209"/>
                  <a:pt x="115653" y="751803"/>
                  <a:pt x="98890" y="751803"/>
                </a:cubicBezTo>
                <a:cubicBezTo>
                  <a:pt x="82117" y="751803"/>
                  <a:pt x="68523" y="738209"/>
                  <a:pt x="68523" y="721440"/>
                </a:cubicBezTo>
                <a:cubicBezTo>
                  <a:pt x="68523" y="704670"/>
                  <a:pt x="82117" y="691076"/>
                  <a:pt x="98890" y="691076"/>
                </a:cubicBezTo>
                <a:close/>
                <a:moveTo>
                  <a:pt x="26336" y="691076"/>
                </a:moveTo>
                <a:cubicBezTo>
                  <a:pt x="43099" y="691076"/>
                  <a:pt x="56694" y="704670"/>
                  <a:pt x="56694" y="721440"/>
                </a:cubicBezTo>
                <a:cubicBezTo>
                  <a:pt x="56694" y="738209"/>
                  <a:pt x="43099" y="751803"/>
                  <a:pt x="26336" y="751803"/>
                </a:cubicBezTo>
                <a:cubicBezTo>
                  <a:pt x="17950" y="751803"/>
                  <a:pt x="10359" y="748405"/>
                  <a:pt x="4864" y="742910"/>
                </a:cubicBezTo>
                <a:lnTo>
                  <a:pt x="0" y="731167"/>
                </a:lnTo>
                <a:lnTo>
                  <a:pt x="0" y="711713"/>
                </a:lnTo>
                <a:lnTo>
                  <a:pt x="4864" y="699969"/>
                </a:lnTo>
                <a:cubicBezTo>
                  <a:pt x="10359" y="694475"/>
                  <a:pt x="17950" y="691076"/>
                  <a:pt x="26336" y="691076"/>
                </a:cubicBezTo>
                <a:close/>
                <a:moveTo>
                  <a:pt x="1622429" y="610624"/>
                </a:moveTo>
                <a:cubicBezTo>
                  <a:pt x="1639199" y="610624"/>
                  <a:pt x="1652792" y="624218"/>
                  <a:pt x="1652792" y="640988"/>
                </a:cubicBezTo>
                <a:cubicBezTo>
                  <a:pt x="1652792" y="657757"/>
                  <a:pt x="1639199" y="671351"/>
                  <a:pt x="1622429" y="671351"/>
                </a:cubicBezTo>
                <a:cubicBezTo>
                  <a:pt x="1605659" y="671351"/>
                  <a:pt x="1592066" y="657757"/>
                  <a:pt x="1592066" y="640988"/>
                </a:cubicBezTo>
                <a:cubicBezTo>
                  <a:pt x="1592066" y="624218"/>
                  <a:pt x="1605659" y="610624"/>
                  <a:pt x="1622429" y="610624"/>
                </a:cubicBezTo>
                <a:close/>
                <a:moveTo>
                  <a:pt x="1549874" y="610624"/>
                </a:moveTo>
                <a:cubicBezTo>
                  <a:pt x="1566644" y="610624"/>
                  <a:pt x="1580238" y="624218"/>
                  <a:pt x="1580238" y="640988"/>
                </a:cubicBezTo>
                <a:cubicBezTo>
                  <a:pt x="1580238" y="657757"/>
                  <a:pt x="1566644" y="671351"/>
                  <a:pt x="1549874" y="671351"/>
                </a:cubicBezTo>
                <a:cubicBezTo>
                  <a:pt x="1533105" y="671351"/>
                  <a:pt x="1519511" y="657757"/>
                  <a:pt x="1519511" y="640988"/>
                </a:cubicBezTo>
                <a:cubicBezTo>
                  <a:pt x="1519511" y="624218"/>
                  <a:pt x="1533105" y="610624"/>
                  <a:pt x="1549874" y="610624"/>
                </a:cubicBezTo>
                <a:close/>
                <a:moveTo>
                  <a:pt x="1477320" y="610624"/>
                </a:moveTo>
                <a:cubicBezTo>
                  <a:pt x="1494089" y="610624"/>
                  <a:pt x="1507683" y="624218"/>
                  <a:pt x="1507683" y="640988"/>
                </a:cubicBezTo>
                <a:cubicBezTo>
                  <a:pt x="1507683" y="657757"/>
                  <a:pt x="1494089" y="671351"/>
                  <a:pt x="1477320" y="671351"/>
                </a:cubicBezTo>
                <a:cubicBezTo>
                  <a:pt x="1460550" y="671351"/>
                  <a:pt x="1446956" y="657757"/>
                  <a:pt x="1446956" y="640988"/>
                </a:cubicBezTo>
                <a:cubicBezTo>
                  <a:pt x="1446956" y="624218"/>
                  <a:pt x="1460550" y="610624"/>
                  <a:pt x="1477320" y="610624"/>
                </a:cubicBezTo>
                <a:close/>
                <a:moveTo>
                  <a:pt x="1404765" y="610624"/>
                </a:moveTo>
                <a:cubicBezTo>
                  <a:pt x="1421535" y="610624"/>
                  <a:pt x="1435129" y="624218"/>
                  <a:pt x="1435129" y="640988"/>
                </a:cubicBezTo>
                <a:cubicBezTo>
                  <a:pt x="1435129" y="657757"/>
                  <a:pt x="1421535" y="671351"/>
                  <a:pt x="1404765" y="671351"/>
                </a:cubicBezTo>
                <a:cubicBezTo>
                  <a:pt x="1387996" y="671351"/>
                  <a:pt x="1374402" y="657757"/>
                  <a:pt x="1374402" y="640988"/>
                </a:cubicBezTo>
                <a:cubicBezTo>
                  <a:pt x="1374402" y="624218"/>
                  <a:pt x="1387996" y="610624"/>
                  <a:pt x="1404765" y="610624"/>
                </a:cubicBezTo>
                <a:close/>
                <a:moveTo>
                  <a:pt x="1332211" y="610624"/>
                </a:moveTo>
                <a:cubicBezTo>
                  <a:pt x="1348980" y="610624"/>
                  <a:pt x="1362574" y="624218"/>
                  <a:pt x="1362574" y="640988"/>
                </a:cubicBezTo>
                <a:cubicBezTo>
                  <a:pt x="1362574" y="657757"/>
                  <a:pt x="1348980" y="671351"/>
                  <a:pt x="1332211" y="671351"/>
                </a:cubicBezTo>
                <a:cubicBezTo>
                  <a:pt x="1315441" y="671351"/>
                  <a:pt x="1301847" y="657757"/>
                  <a:pt x="1301847" y="640988"/>
                </a:cubicBezTo>
                <a:cubicBezTo>
                  <a:pt x="1301847" y="624218"/>
                  <a:pt x="1315441" y="610624"/>
                  <a:pt x="1332211" y="610624"/>
                </a:cubicBezTo>
                <a:close/>
                <a:moveTo>
                  <a:pt x="1259656" y="610624"/>
                </a:moveTo>
                <a:cubicBezTo>
                  <a:pt x="1276426" y="610624"/>
                  <a:pt x="1290020" y="624218"/>
                  <a:pt x="1290020" y="640988"/>
                </a:cubicBezTo>
                <a:cubicBezTo>
                  <a:pt x="1290020" y="657757"/>
                  <a:pt x="1276426" y="671351"/>
                  <a:pt x="1259656" y="671351"/>
                </a:cubicBezTo>
                <a:cubicBezTo>
                  <a:pt x="1242887" y="671351"/>
                  <a:pt x="1229293" y="657757"/>
                  <a:pt x="1229293" y="640988"/>
                </a:cubicBezTo>
                <a:cubicBezTo>
                  <a:pt x="1229293" y="624218"/>
                  <a:pt x="1242887" y="610624"/>
                  <a:pt x="1259656" y="610624"/>
                </a:cubicBezTo>
                <a:close/>
                <a:moveTo>
                  <a:pt x="1187102" y="610624"/>
                </a:moveTo>
                <a:cubicBezTo>
                  <a:pt x="1203871" y="610624"/>
                  <a:pt x="1217465" y="624218"/>
                  <a:pt x="1217465" y="640988"/>
                </a:cubicBezTo>
                <a:cubicBezTo>
                  <a:pt x="1217465" y="657757"/>
                  <a:pt x="1203871" y="671351"/>
                  <a:pt x="1187102" y="671351"/>
                </a:cubicBezTo>
                <a:cubicBezTo>
                  <a:pt x="1170332" y="671351"/>
                  <a:pt x="1156738" y="657757"/>
                  <a:pt x="1156738" y="640988"/>
                </a:cubicBezTo>
                <a:cubicBezTo>
                  <a:pt x="1156738" y="624218"/>
                  <a:pt x="1170332" y="610624"/>
                  <a:pt x="1187102" y="610624"/>
                </a:cubicBezTo>
                <a:close/>
                <a:moveTo>
                  <a:pt x="1114547" y="610624"/>
                </a:moveTo>
                <a:cubicBezTo>
                  <a:pt x="1131317" y="610624"/>
                  <a:pt x="1144911" y="624218"/>
                  <a:pt x="1144911" y="640988"/>
                </a:cubicBezTo>
                <a:cubicBezTo>
                  <a:pt x="1144911" y="657757"/>
                  <a:pt x="1131317" y="671351"/>
                  <a:pt x="1114547" y="671351"/>
                </a:cubicBezTo>
                <a:cubicBezTo>
                  <a:pt x="1097778" y="671351"/>
                  <a:pt x="1084184" y="657757"/>
                  <a:pt x="1084184" y="640988"/>
                </a:cubicBezTo>
                <a:cubicBezTo>
                  <a:pt x="1084184" y="624218"/>
                  <a:pt x="1097778" y="610624"/>
                  <a:pt x="1114547" y="610624"/>
                </a:cubicBezTo>
                <a:close/>
                <a:moveTo>
                  <a:pt x="1041993" y="610624"/>
                </a:moveTo>
                <a:cubicBezTo>
                  <a:pt x="1058762" y="610624"/>
                  <a:pt x="1072356" y="624218"/>
                  <a:pt x="1072356" y="640988"/>
                </a:cubicBezTo>
                <a:cubicBezTo>
                  <a:pt x="1072356" y="657757"/>
                  <a:pt x="1058762" y="671351"/>
                  <a:pt x="1041993" y="671351"/>
                </a:cubicBezTo>
                <a:cubicBezTo>
                  <a:pt x="1025223" y="671351"/>
                  <a:pt x="1011629" y="657757"/>
                  <a:pt x="1011629" y="640988"/>
                </a:cubicBezTo>
                <a:cubicBezTo>
                  <a:pt x="1011629" y="624218"/>
                  <a:pt x="1025223" y="610624"/>
                  <a:pt x="1041993" y="610624"/>
                </a:cubicBezTo>
                <a:close/>
                <a:moveTo>
                  <a:pt x="969438" y="610624"/>
                </a:moveTo>
                <a:cubicBezTo>
                  <a:pt x="986208" y="610624"/>
                  <a:pt x="999801" y="624218"/>
                  <a:pt x="999801" y="640988"/>
                </a:cubicBezTo>
                <a:cubicBezTo>
                  <a:pt x="999801" y="657757"/>
                  <a:pt x="986208" y="671351"/>
                  <a:pt x="969438" y="671351"/>
                </a:cubicBezTo>
                <a:cubicBezTo>
                  <a:pt x="952669" y="671351"/>
                  <a:pt x="939075" y="657757"/>
                  <a:pt x="939075" y="640988"/>
                </a:cubicBezTo>
                <a:cubicBezTo>
                  <a:pt x="939075" y="624218"/>
                  <a:pt x="952669" y="610624"/>
                  <a:pt x="969438" y="610624"/>
                </a:cubicBezTo>
                <a:close/>
                <a:moveTo>
                  <a:pt x="896883" y="610624"/>
                </a:moveTo>
                <a:cubicBezTo>
                  <a:pt x="913653" y="610624"/>
                  <a:pt x="927247" y="624218"/>
                  <a:pt x="927247" y="640988"/>
                </a:cubicBezTo>
                <a:cubicBezTo>
                  <a:pt x="927247" y="657757"/>
                  <a:pt x="913653" y="671351"/>
                  <a:pt x="896883" y="671351"/>
                </a:cubicBezTo>
                <a:cubicBezTo>
                  <a:pt x="880114" y="671351"/>
                  <a:pt x="866520" y="657757"/>
                  <a:pt x="866520" y="640988"/>
                </a:cubicBezTo>
                <a:cubicBezTo>
                  <a:pt x="866520" y="624218"/>
                  <a:pt x="880114" y="610624"/>
                  <a:pt x="896883" y="610624"/>
                </a:cubicBezTo>
                <a:close/>
                <a:moveTo>
                  <a:pt x="824329" y="610624"/>
                </a:moveTo>
                <a:cubicBezTo>
                  <a:pt x="841098" y="610624"/>
                  <a:pt x="854692" y="624218"/>
                  <a:pt x="854692" y="640988"/>
                </a:cubicBezTo>
                <a:cubicBezTo>
                  <a:pt x="854692" y="657757"/>
                  <a:pt x="841098" y="671351"/>
                  <a:pt x="824329" y="671351"/>
                </a:cubicBezTo>
                <a:cubicBezTo>
                  <a:pt x="807559" y="671351"/>
                  <a:pt x="793965" y="657757"/>
                  <a:pt x="793965" y="640988"/>
                </a:cubicBezTo>
                <a:cubicBezTo>
                  <a:pt x="793965" y="624218"/>
                  <a:pt x="807559" y="610624"/>
                  <a:pt x="824329" y="610624"/>
                </a:cubicBezTo>
                <a:close/>
                <a:moveTo>
                  <a:pt x="751774" y="610624"/>
                </a:moveTo>
                <a:cubicBezTo>
                  <a:pt x="768544" y="610624"/>
                  <a:pt x="782138" y="624218"/>
                  <a:pt x="782138" y="640988"/>
                </a:cubicBezTo>
                <a:cubicBezTo>
                  <a:pt x="782138" y="657757"/>
                  <a:pt x="768544" y="671351"/>
                  <a:pt x="751774" y="671351"/>
                </a:cubicBezTo>
                <a:cubicBezTo>
                  <a:pt x="735005" y="671351"/>
                  <a:pt x="721411" y="657757"/>
                  <a:pt x="721411" y="640988"/>
                </a:cubicBezTo>
                <a:cubicBezTo>
                  <a:pt x="721411" y="624218"/>
                  <a:pt x="735005" y="610624"/>
                  <a:pt x="751774" y="610624"/>
                </a:cubicBezTo>
                <a:close/>
                <a:moveTo>
                  <a:pt x="679220" y="610624"/>
                </a:moveTo>
                <a:cubicBezTo>
                  <a:pt x="695989" y="610624"/>
                  <a:pt x="709583" y="624218"/>
                  <a:pt x="709583" y="640988"/>
                </a:cubicBezTo>
                <a:cubicBezTo>
                  <a:pt x="709583" y="657757"/>
                  <a:pt x="695989" y="671351"/>
                  <a:pt x="679220" y="671351"/>
                </a:cubicBezTo>
                <a:cubicBezTo>
                  <a:pt x="662450" y="671351"/>
                  <a:pt x="648856" y="657757"/>
                  <a:pt x="648856" y="640988"/>
                </a:cubicBezTo>
                <a:cubicBezTo>
                  <a:pt x="648856" y="624218"/>
                  <a:pt x="662450" y="610624"/>
                  <a:pt x="679220" y="610624"/>
                </a:cubicBezTo>
                <a:close/>
                <a:moveTo>
                  <a:pt x="606665" y="610624"/>
                </a:moveTo>
                <a:cubicBezTo>
                  <a:pt x="623435" y="610624"/>
                  <a:pt x="637029" y="624218"/>
                  <a:pt x="637029" y="640988"/>
                </a:cubicBezTo>
                <a:cubicBezTo>
                  <a:pt x="637029" y="657757"/>
                  <a:pt x="623435" y="671351"/>
                  <a:pt x="606665" y="671351"/>
                </a:cubicBezTo>
                <a:cubicBezTo>
                  <a:pt x="589896" y="671351"/>
                  <a:pt x="576302" y="657757"/>
                  <a:pt x="576302" y="640988"/>
                </a:cubicBezTo>
                <a:cubicBezTo>
                  <a:pt x="576302" y="624218"/>
                  <a:pt x="589896" y="610624"/>
                  <a:pt x="606665" y="610624"/>
                </a:cubicBezTo>
                <a:close/>
                <a:moveTo>
                  <a:pt x="534111" y="610624"/>
                </a:moveTo>
                <a:cubicBezTo>
                  <a:pt x="550880" y="610624"/>
                  <a:pt x="564474" y="624218"/>
                  <a:pt x="564474" y="640988"/>
                </a:cubicBezTo>
                <a:cubicBezTo>
                  <a:pt x="564474" y="657757"/>
                  <a:pt x="550880" y="671351"/>
                  <a:pt x="534111" y="671351"/>
                </a:cubicBezTo>
                <a:cubicBezTo>
                  <a:pt x="517341" y="671351"/>
                  <a:pt x="503747" y="657757"/>
                  <a:pt x="503747" y="640988"/>
                </a:cubicBezTo>
                <a:cubicBezTo>
                  <a:pt x="503747" y="624218"/>
                  <a:pt x="517341" y="610624"/>
                  <a:pt x="534111" y="610624"/>
                </a:cubicBezTo>
                <a:close/>
                <a:moveTo>
                  <a:pt x="461556" y="610624"/>
                </a:moveTo>
                <a:cubicBezTo>
                  <a:pt x="478326" y="610624"/>
                  <a:pt x="491920" y="624218"/>
                  <a:pt x="491920" y="640988"/>
                </a:cubicBezTo>
                <a:cubicBezTo>
                  <a:pt x="491920" y="657757"/>
                  <a:pt x="478326" y="671351"/>
                  <a:pt x="461556" y="671351"/>
                </a:cubicBezTo>
                <a:cubicBezTo>
                  <a:pt x="444787" y="671351"/>
                  <a:pt x="431192" y="657757"/>
                  <a:pt x="431192" y="640988"/>
                </a:cubicBezTo>
                <a:cubicBezTo>
                  <a:pt x="431192" y="624218"/>
                  <a:pt x="444787" y="610624"/>
                  <a:pt x="461556" y="610624"/>
                </a:cubicBezTo>
                <a:close/>
                <a:moveTo>
                  <a:pt x="389002" y="610624"/>
                </a:moveTo>
                <a:cubicBezTo>
                  <a:pt x="405771" y="610624"/>
                  <a:pt x="419365" y="624218"/>
                  <a:pt x="419365" y="640988"/>
                </a:cubicBezTo>
                <a:cubicBezTo>
                  <a:pt x="419365" y="657757"/>
                  <a:pt x="405771" y="671351"/>
                  <a:pt x="389002" y="671351"/>
                </a:cubicBezTo>
                <a:cubicBezTo>
                  <a:pt x="372232" y="671351"/>
                  <a:pt x="358638" y="657757"/>
                  <a:pt x="358638" y="640988"/>
                </a:cubicBezTo>
                <a:cubicBezTo>
                  <a:pt x="358638" y="624218"/>
                  <a:pt x="372232" y="610624"/>
                  <a:pt x="389002" y="610624"/>
                </a:cubicBezTo>
                <a:close/>
                <a:moveTo>
                  <a:pt x="316447" y="610624"/>
                </a:moveTo>
                <a:cubicBezTo>
                  <a:pt x="333216" y="610624"/>
                  <a:pt x="346810" y="624218"/>
                  <a:pt x="346810" y="640988"/>
                </a:cubicBezTo>
                <a:cubicBezTo>
                  <a:pt x="346810" y="657757"/>
                  <a:pt x="333216" y="671351"/>
                  <a:pt x="316447" y="671351"/>
                </a:cubicBezTo>
                <a:cubicBezTo>
                  <a:pt x="299677" y="671351"/>
                  <a:pt x="286084" y="657757"/>
                  <a:pt x="286084" y="640988"/>
                </a:cubicBezTo>
                <a:cubicBezTo>
                  <a:pt x="286084" y="624218"/>
                  <a:pt x="299677" y="610624"/>
                  <a:pt x="316447" y="610624"/>
                </a:cubicBezTo>
                <a:close/>
                <a:moveTo>
                  <a:pt x="243892" y="610624"/>
                </a:moveTo>
                <a:cubicBezTo>
                  <a:pt x="260662" y="610624"/>
                  <a:pt x="274256" y="624218"/>
                  <a:pt x="274256" y="640988"/>
                </a:cubicBezTo>
                <a:cubicBezTo>
                  <a:pt x="274256" y="657757"/>
                  <a:pt x="260662" y="671351"/>
                  <a:pt x="243892" y="671351"/>
                </a:cubicBezTo>
                <a:cubicBezTo>
                  <a:pt x="227123" y="671351"/>
                  <a:pt x="213529" y="657757"/>
                  <a:pt x="213529" y="640988"/>
                </a:cubicBezTo>
                <a:cubicBezTo>
                  <a:pt x="213529" y="624218"/>
                  <a:pt x="227123" y="610624"/>
                  <a:pt x="243892" y="610624"/>
                </a:cubicBezTo>
                <a:close/>
                <a:moveTo>
                  <a:pt x="171339" y="610624"/>
                </a:moveTo>
                <a:cubicBezTo>
                  <a:pt x="188107" y="610624"/>
                  <a:pt x="201701" y="624218"/>
                  <a:pt x="201701" y="640988"/>
                </a:cubicBezTo>
                <a:cubicBezTo>
                  <a:pt x="201701" y="657757"/>
                  <a:pt x="188107" y="671351"/>
                  <a:pt x="171339" y="671351"/>
                </a:cubicBezTo>
                <a:cubicBezTo>
                  <a:pt x="154667" y="671351"/>
                  <a:pt x="141073" y="657757"/>
                  <a:pt x="141073" y="640988"/>
                </a:cubicBezTo>
                <a:cubicBezTo>
                  <a:pt x="141073" y="624218"/>
                  <a:pt x="154667" y="610624"/>
                  <a:pt x="171339" y="610624"/>
                </a:cubicBezTo>
                <a:close/>
                <a:moveTo>
                  <a:pt x="98897" y="610624"/>
                </a:moveTo>
                <a:cubicBezTo>
                  <a:pt x="115658" y="610624"/>
                  <a:pt x="129252" y="624218"/>
                  <a:pt x="129252" y="640988"/>
                </a:cubicBezTo>
                <a:cubicBezTo>
                  <a:pt x="129252" y="657757"/>
                  <a:pt x="115658" y="671351"/>
                  <a:pt x="98897" y="671351"/>
                </a:cubicBezTo>
                <a:cubicBezTo>
                  <a:pt x="82124" y="671351"/>
                  <a:pt x="68530" y="657757"/>
                  <a:pt x="68530" y="640988"/>
                </a:cubicBezTo>
                <a:cubicBezTo>
                  <a:pt x="68530" y="624218"/>
                  <a:pt x="82124" y="610624"/>
                  <a:pt x="98897" y="610624"/>
                </a:cubicBezTo>
                <a:close/>
                <a:moveTo>
                  <a:pt x="26342" y="610624"/>
                </a:moveTo>
                <a:cubicBezTo>
                  <a:pt x="43106" y="610624"/>
                  <a:pt x="56701" y="624218"/>
                  <a:pt x="56701" y="640988"/>
                </a:cubicBezTo>
                <a:cubicBezTo>
                  <a:pt x="56701" y="657757"/>
                  <a:pt x="43106" y="671351"/>
                  <a:pt x="26342" y="671351"/>
                </a:cubicBezTo>
                <a:cubicBezTo>
                  <a:pt x="17956" y="671351"/>
                  <a:pt x="10365" y="667953"/>
                  <a:pt x="4871" y="662458"/>
                </a:cubicBezTo>
                <a:lnTo>
                  <a:pt x="0" y="650698"/>
                </a:lnTo>
                <a:lnTo>
                  <a:pt x="0" y="631277"/>
                </a:lnTo>
                <a:lnTo>
                  <a:pt x="4871" y="619517"/>
                </a:lnTo>
                <a:cubicBezTo>
                  <a:pt x="10365" y="614023"/>
                  <a:pt x="17956" y="610624"/>
                  <a:pt x="26342" y="610624"/>
                </a:cubicBezTo>
                <a:close/>
                <a:moveTo>
                  <a:pt x="1669096" y="549730"/>
                </a:moveTo>
                <a:lnTo>
                  <a:pt x="1668124" y="568994"/>
                </a:lnTo>
                <a:lnTo>
                  <a:pt x="1664620" y="560536"/>
                </a:lnTo>
                <a:close/>
                <a:moveTo>
                  <a:pt x="1622429" y="530173"/>
                </a:moveTo>
                <a:cubicBezTo>
                  <a:pt x="1639199" y="530173"/>
                  <a:pt x="1652792" y="543767"/>
                  <a:pt x="1652792" y="560536"/>
                </a:cubicBezTo>
                <a:cubicBezTo>
                  <a:pt x="1652792" y="577306"/>
                  <a:pt x="1639199" y="590900"/>
                  <a:pt x="1622429" y="590900"/>
                </a:cubicBezTo>
                <a:cubicBezTo>
                  <a:pt x="1605659" y="590900"/>
                  <a:pt x="1592066" y="577306"/>
                  <a:pt x="1592066" y="560536"/>
                </a:cubicBezTo>
                <a:cubicBezTo>
                  <a:pt x="1592066" y="543767"/>
                  <a:pt x="1605659" y="530173"/>
                  <a:pt x="1622429" y="530173"/>
                </a:cubicBezTo>
                <a:close/>
                <a:moveTo>
                  <a:pt x="1549874" y="530173"/>
                </a:moveTo>
                <a:cubicBezTo>
                  <a:pt x="1566644" y="530173"/>
                  <a:pt x="1580238" y="543767"/>
                  <a:pt x="1580238" y="560536"/>
                </a:cubicBezTo>
                <a:cubicBezTo>
                  <a:pt x="1580238" y="577306"/>
                  <a:pt x="1566644" y="590900"/>
                  <a:pt x="1549874" y="590900"/>
                </a:cubicBezTo>
                <a:cubicBezTo>
                  <a:pt x="1533105" y="590900"/>
                  <a:pt x="1519511" y="577306"/>
                  <a:pt x="1519511" y="560536"/>
                </a:cubicBezTo>
                <a:cubicBezTo>
                  <a:pt x="1519511" y="543767"/>
                  <a:pt x="1533105" y="530173"/>
                  <a:pt x="1549874" y="530173"/>
                </a:cubicBezTo>
                <a:close/>
                <a:moveTo>
                  <a:pt x="1477320" y="530173"/>
                </a:moveTo>
                <a:cubicBezTo>
                  <a:pt x="1494089" y="530173"/>
                  <a:pt x="1507683" y="543767"/>
                  <a:pt x="1507683" y="560536"/>
                </a:cubicBezTo>
                <a:cubicBezTo>
                  <a:pt x="1507683" y="577306"/>
                  <a:pt x="1494089" y="590900"/>
                  <a:pt x="1477320" y="590900"/>
                </a:cubicBezTo>
                <a:cubicBezTo>
                  <a:pt x="1460550" y="590900"/>
                  <a:pt x="1446956" y="577306"/>
                  <a:pt x="1446956" y="560536"/>
                </a:cubicBezTo>
                <a:cubicBezTo>
                  <a:pt x="1446956" y="543767"/>
                  <a:pt x="1460550" y="530173"/>
                  <a:pt x="1477320" y="530173"/>
                </a:cubicBezTo>
                <a:close/>
                <a:moveTo>
                  <a:pt x="1404765" y="530173"/>
                </a:moveTo>
                <a:cubicBezTo>
                  <a:pt x="1421535" y="530173"/>
                  <a:pt x="1435129" y="543767"/>
                  <a:pt x="1435129" y="560536"/>
                </a:cubicBezTo>
                <a:cubicBezTo>
                  <a:pt x="1435129" y="577306"/>
                  <a:pt x="1421535" y="590900"/>
                  <a:pt x="1404765" y="590900"/>
                </a:cubicBezTo>
                <a:cubicBezTo>
                  <a:pt x="1387996" y="590900"/>
                  <a:pt x="1374402" y="577306"/>
                  <a:pt x="1374402" y="560536"/>
                </a:cubicBezTo>
                <a:cubicBezTo>
                  <a:pt x="1374402" y="543767"/>
                  <a:pt x="1387996" y="530173"/>
                  <a:pt x="1404765" y="530173"/>
                </a:cubicBezTo>
                <a:close/>
                <a:moveTo>
                  <a:pt x="1332211" y="530173"/>
                </a:moveTo>
                <a:cubicBezTo>
                  <a:pt x="1348980" y="530173"/>
                  <a:pt x="1362574" y="543767"/>
                  <a:pt x="1362574" y="560536"/>
                </a:cubicBezTo>
                <a:cubicBezTo>
                  <a:pt x="1362574" y="577306"/>
                  <a:pt x="1348980" y="590900"/>
                  <a:pt x="1332211" y="590900"/>
                </a:cubicBezTo>
                <a:cubicBezTo>
                  <a:pt x="1315441" y="590900"/>
                  <a:pt x="1301847" y="577306"/>
                  <a:pt x="1301847" y="560536"/>
                </a:cubicBezTo>
                <a:cubicBezTo>
                  <a:pt x="1301847" y="543767"/>
                  <a:pt x="1315441" y="530173"/>
                  <a:pt x="1332211" y="530173"/>
                </a:cubicBezTo>
                <a:close/>
                <a:moveTo>
                  <a:pt x="1259656" y="530173"/>
                </a:moveTo>
                <a:cubicBezTo>
                  <a:pt x="1276426" y="530173"/>
                  <a:pt x="1290020" y="543767"/>
                  <a:pt x="1290020" y="560536"/>
                </a:cubicBezTo>
                <a:cubicBezTo>
                  <a:pt x="1290020" y="577306"/>
                  <a:pt x="1276426" y="590900"/>
                  <a:pt x="1259656" y="590900"/>
                </a:cubicBezTo>
                <a:cubicBezTo>
                  <a:pt x="1242887" y="590900"/>
                  <a:pt x="1229293" y="577306"/>
                  <a:pt x="1229293" y="560536"/>
                </a:cubicBezTo>
                <a:cubicBezTo>
                  <a:pt x="1229293" y="543767"/>
                  <a:pt x="1242887" y="530173"/>
                  <a:pt x="1259656" y="530173"/>
                </a:cubicBezTo>
                <a:close/>
                <a:moveTo>
                  <a:pt x="1187102" y="530173"/>
                </a:moveTo>
                <a:cubicBezTo>
                  <a:pt x="1203871" y="530173"/>
                  <a:pt x="1217465" y="543767"/>
                  <a:pt x="1217465" y="560536"/>
                </a:cubicBezTo>
                <a:cubicBezTo>
                  <a:pt x="1217465" y="577306"/>
                  <a:pt x="1203871" y="590900"/>
                  <a:pt x="1187102" y="590900"/>
                </a:cubicBezTo>
                <a:cubicBezTo>
                  <a:pt x="1170332" y="590900"/>
                  <a:pt x="1156738" y="577306"/>
                  <a:pt x="1156738" y="560536"/>
                </a:cubicBezTo>
                <a:cubicBezTo>
                  <a:pt x="1156738" y="543767"/>
                  <a:pt x="1170332" y="530173"/>
                  <a:pt x="1187102" y="530173"/>
                </a:cubicBezTo>
                <a:close/>
                <a:moveTo>
                  <a:pt x="1114547" y="530173"/>
                </a:moveTo>
                <a:cubicBezTo>
                  <a:pt x="1131317" y="530173"/>
                  <a:pt x="1144911" y="543767"/>
                  <a:pt x="1144911" y="560536"/>
                </a:cubicBezTo>
                <a:cubicBezTo>
                  <a:pt x="1144911" y="577306"/>
                  <a:pt x="1131317" y="590900"/>
                  <a:pt x="1114547" y="590900"/>
                </a:cubicBezTo>
                <a:cubicBezTo>
                  <a:pt x="1097778" y="590900"/>
                  <a:pt x="1084184" y="577306"/>
                  <a:pt x="1084184" y="560536"/>
                </a:cubicBezTo>
                <a:cubicBezTo>
                  <a:pt x="1084184" y="543767"/>
                  <a:pt x="1097778" y="530173"/>
                  <a:pt x="1114547" y="530173"/>
                </a:cubicBezTo>
                <a:close/>
                <a:moveTo>
                  <a:pt x="1041993" y="530173"/>
                </a:moveTo>
                <a:cubicBezTo>
                  <a:pt x="1058762" y="530173"/>
                  <a:pt x="1072356" y="543767"/>
                  <a:pt x="1072356" y="560536"/>
                </a:cubicBezTo>
                <a:cubicBezTo>
                  <a:pt x="1072356" y="577306"/>
                  <a:pt x="1058762" y="590900"/>
                  <a:pt x="1041993" y="590900"/>
                </a:cubicBezTo>
                <a:cubicBezTo>
                  <a:pt x="1025223" y="590900"/>
                  <a:pt x="1011629" y="577306"/>
                  <a:pt x="1011629" y="560536"/>
                </a:cubicBezTo>
                <a:cubicBezTo>
                  <a:pt x="1011629" y="543767"/>
                  <a:pt x="1025223" y="530173"/>
                  <a:pt x="1041993" y="530173"/>
                </a:cubicBezTo>
                <a:close/>
                <a:moveTo>
                  <a:pt x="969438" y="530173"/>
                </a:moveTo>
                <a:cubicBezTo>
                  <a:pt x="986208" y="530173"/>
                  <a:pt x="999801" y="543767"/>
                  <a:pt x="999801" y="560536"/>
                </a:cubicBezTo>
                <a:cubicBezTo>
                  <a:pt x="999801" y="577306"/>
                  <a:pt x="986208" y="590900"/>
                  <a:pt x="969438" y="590900"/>
                </a:cubicBezTo>
                <a:cubicBezTo>
                  <a:pt x="952669" y="590900"/>
                  <a:pt x="939075" y="577306"/>
                  <a:pt x="939075" y="560536"/>
                </a:cubicBezTo>
                <a:cubicBezTo>
                  <a:pt x="939075" y="543767"/>
                  <a:pt x="952669" y="530173"/>
                  <a:pt x="969438" y="530173"/>
                </a:cubicBezTo>
                <a:close/>
                <a:moveTo>
                  <a:pt x="896883" y="530173"/>
                </a:moveTo>
                <a:cubicBezTo>
                  <a:pt x="913653" y="530173"/>
                  <a:pt x="927247" y="543767"/>
                  <a:pt x="927247" y="560536"/>
                </a:cubicBezTo>
                <a:cubicBezTo>
                  <a:pt x="927247" y="577306"/>
                  <a:pt x="913653" y="590900"/>
                  <a:pt x="896883" y="590900"/>
                </a:cubicBezTo>
                <a:cubicBezTo>
                  <a:pt x="880114" y="590900"/>
                  <a:pt x="866520" y="577306"/>
                  <a:pt x="866520" y="560536"/>
                </a:cubicBezTo>
                <a:cubicBezTo>
                  <a:pt x="866520" y="543767"/>
                  <a:pt x="880114" y="530173"/>
                  <a:pt x="896883" y="530173"/>
                </a:cubicBezTo>
                <a:close/>
                <a:moveTo>
                  <a:pt x="824329" y="530173"/>
                </a:moveTo>
                <a:cubicBezTo>
                  <a:pt x="841098" y="530173"/>
                  <a:pt x="854692" y="543767"/>
                  <a:pt x="854692" y="560536"/>
                </a:cubicBezTo>
                <a:cubicBezTo>
                  <a:pt x="854692" y="577306"/>
                  <a:pt x="841098" y="590900"/>
                  <a:pt x="824329" y="590900"/>
                </a:cubicBezTo>
                <a:cubicBezTo>
                  <a:pt x="807559" y="590900"/>
                  <a:pt x="793965" y="577306"/>
                  <a:pt x="793965" y="560536"/>
                </a:cubicBezTo>
                <a:cubicBezTo>
                  <a:pt x="793965" y="543767"/>
                  <a:pt x="807559" y="530173"/>
                  <a:pt x="824329" y="530173"/>
                </a:cubicBezTo>
                <a:close/>
                <a:moveTo>
                  <a:pt x="751774" y="530173"/>
                </a:moveTo>
                <a:cubicBezTo>
                  <a:pt x="768544" y="530173"/>
                  <a:pt x="782138" y="543767"/>
                  <a:pt x="782138" y="560536"/>
                </a:cubicBezTo>
                <a:cubicBezTo>
                  <a:pt x="782138" y="577306"/>
                  <a:pt x="768544" y="590900"/>
                  <a:pt x="751774" y="590900"/>
                </a:cubicBezTo>
                <a:cubicBezTo>
                  <a:pt x="735005" y="590900"/>
                  <a:pt x="721411" y="577306"/>
                  <a:pt x="721411" y="560536"/>
                </a:cubicBezTo>
                <a:cubicBezTo>
                  <a:pt x="721411" y="543767"/>
                  <a:pt x="735005" y="530173"/>
                  <a:pt x="751774" y="530173"/>
                </a:cubicBezTo>
                <a:close/>
                <a:moveTo>
                  <a:pt x="679220" y="530173"/>
                </a:moveTo>
                <a:cubicBezTo>
                  <a:pt x="695989" y="530173"/>
                  <a:pt x="709583" y="543767"/>
                  <a:pt x="709583" y="560536"/>
                </a:cubicBezTo>
                <a:cubicBezTo>
                  <a:pt x="709583" y="577306"/>
                  <a:pt x="695989" y="590900"/>
                  <a:pt x="679220" y="590900"/>
                </a:cubicBezTo>
                <a:cubicBezTo>
                  <a:pt x="662450" y="590900"/>
                  <a:pt x="648856" y="577306"/>
                  <a:pt x="648856" y="560536"/>
                </a:cubicBezTo>
                <a:cubicBezTo>
                  <a:pt x="648856" y="543767"/>
                  <a:pt x="662450" y="530173"/>
                  <a:pt x="679220" y="530173"/>
                </a:cubicBezTo>
                <a:close/>
                <a:moveTo>
                  <a:pt x="606665" y="530173"/>
                </a:moveTo>
                <a:cubicBezTo>
                  <a:pt x="623435" y="530173"/>
                  <a:pt x="637029" y="543767"/>
                  <a:pt x="637029" y="560536"/>
                </a:cubicBezTo>
                <a:cubicBezTo>
                  <a:pt x="637029" y="577306"/>
                  <a:pt x="623435" y="590900"/>
                  <a:pt x="606665" y="590900"/>
                </a:cubicBezTo>
                <a:cubicBezTo>
                  <a:pt x="589896" y="590900"/>
                  <a:pt x="576302" y="577306"/>
                  <a:pt x="576302" y="560536"/>
                </a:cubicBezTo>
                <a:cubicBezTo>
                  <a:pt x="576302" y="543767"/>
                  <a:pt x="589896" y="530173"/>
                  <a:pt x="606665" y="530173"/>
                </a:cubicBezTo>
                <a:close/>
                <a:moveTo>
                  <a:pt x="534111" y="530173"/>
                </a:moveTo>
                <a:cubicBezTo>
                  <a:pt x="550880" y="530173"/>
                  <a:pt x="564474" y="543767"/>
                  <a:pt x="564474" y="560536"/>
                </a:cubicBezTo>
                <a:cubicBezTo>
                  <a:pt x="564474" y="577306"/>
                  <a:pt x="550880" y="590900"/>
                  <a:pt x="534111" y="590900"/>
                </a:cubicBezTo>
                <a:cubicBezTo>
                  <a:pt x="517341" y="590900"/>
                  <a:pt x="503747" y="577306"/>
                  <a:pt x="503747" y="560536"/>
                </a:cubicBezTo>
                <a:cubicBezTo>
                  <a:pt x="503747" y="543767"/>
                  <a:pt x="517341" y="530173"/>
                  <a:pt x="534111" y="530173"/>
                </a:cubicBezTo>
                <a:close/>
                <a:moveTo>
                  <a:pt x="461556" y="530173"/>
                </a:moveTo>
                <a:cubicBezTo>
                  <a:pt x="478326" y="530173"/>
                  <a:pt x="491920" y="543767"/>
                  <a:pt x="491920" y="560536"/>
                </a:cubicBezTo>
                <a:cubicBezTo>
                  <a:pt x="491920" y="577306"/>
                  <a:pt x="478326" y="590900"/>
                  <a:pt x="461556" y="590900"/>
                </a:cubicBezTo>
                <a:cubicBezTo>
                  <a:pt x="444787" y="590900"/>
                  <a:pt x="431192" y="577306"/>
                  <a:pt x="431192" y="560536"/>
                </a:cubicBezTo>
                <a:cubicBezTo>
                  <a:pt x="431192" y="543767"/>
                  <a:pt x="444787" y="530173"/>
                  <a:pt x="461556" y="530173"/>
                </a:cubicBezTo>
                <a:close/>
                <a:moveTo>
                  <a:pt x="389002" y="530173"/>
                </a:moveTo>
                <a:cubicBezTo>
                  <a:pt x="405771" y="530173"/>
                  <a:pt x="419365" y="543767"/>
                  <a:pt x="419365" y="560536"/>
                </a:cubicBezTo>
                <a:cubicBezTo>
                  <a:pt x="419365" y="577306"/>
                  <a:pt x="405771" y="590900"/>
                  <a:pt x="389002" y="590900"/>
                </a:cubicBezTo>
                <a:cubicBezTo>
                  <a:pt x="372232" y="590900"/>
                  <a:pt x="358638" y="577306"/>
                  <a:pt x="358638" y="560536"/>
                </a:cubicBezTo>
                <a:cubicBezTo>
                  <a:pt x="358638" y="543767"/>
                  <a:pt x="372232" y="530173"/>
                  <a:pt x="389002" y="530173"/>
                </a:cubicBezTo>
                <a:close/>
                <a:moveTo>
                  <a:pt x="316447" y="530173"/>
                </a:moveTo>
                <a:cubicBezTo>
                  <a:pt x="333216" y="530173"/>
                  <a:pt x="346810" y="543767"/>
                  <a:pt x="346810" y="560536"/>
                </a:cubicBezTo>
                <a:cubicBezTo>
                  <a:pt x="346810" y="577306"/>
                  <a:pt x="333216" y="590900"/>
                  <a:pt x="316447" y="590900"/>
                </a:cubicBezTo>
                <a:cubicBezTo>
                  <a:pt x="299677" y="590900"/>
                  <a:pt x="286084" y="577306"/>
                  <a:pt x="286084" y="560536"/>
                </a:cubicBezTo>
                <a:cubicBezTo>
                  <a:pt x="286084" y="543767"/>
                  <a:pt x="299677" y="530173"/>
                  <a:pt x="316447" y="530173"/>
                </a:cubicBezTo>
                <a:close/>
                <a:moveTo>
                  <a:pt x="243892" y="530173"/>
                </a:moveTo>
                <a:cubicBezTo>
                  <a:pt x="260662" y="530173"/>
                  <a:pt x="274256" y="543767"/>
                  <a:pt x="274256" y="560536"/>
                </a:cubicBezTo>
                <a:cubicBezTo>
                  <a:pt x="274256" y="577306"/>
                  <a:pt x="260662" y="590900"/>
                  <a:pt x="243892" y="590900"/>
                </a:cubicBezTo>
                <a:cubicBezTo>
                  <a:pt x="227123" y="590900"/>
                  <a:pt x="213529" y="577306"/>
                  <a:pt x="213529" y="560536"/>
                </a:cubicBezTo>
                <a:cubicBezTo>
                  <a:pt x="213529" y="543767"/>
                  <a:pt x="227123" y="530173"/>
                  <a:pt x="243892" y="530173"/>
                </a:cubicBezTo>
                <a:close/>
                <a:moveTo>
                  <a:pt x="171339" y="530173"/>
                </a:moveTo>
                <a:cubicBezTo>
                  <a:pt x="188107" y="530173"/>
                  <a:pt x="201701" y="543767"/>
                  <a:pt x="201701" y="560536"/>
                </a:cubicBezTo>
                <a:cubicBezTo>
                  <a:pt x="201701" y="577306"/>
                  <a:pt x="188107" y="590900"/>
                  <a:pt x="171339" y="590900"/>
                </a:cubicBezTo>
                <a:cubicBezTo>
                  <a:pt x="154673" y="590900"/>
                  <a:pt x="141079" y="577306"/>
                  <a:pt x="141079" y="560536"/>
                </a:cubicBezTo>
                <a:cubicBezTo>
                  <a:pt x="141079" y="543767"/>
                  <a:pt x="154673" y="530173"/>
                  <a:pt x="171339" y="530173"/>
                </a:cubicBezTo>
                <a:close/>
                <a:moveTo>
                  <a:pt x="98904" y="530173"/>
                </a:moveTo>
                <a:cubicBezTo>
                  <a:pt x="115664" y="530173"/>
                  <a:pt x="129258" y="543767"/>
                  <a:pt x="129258" y="560536"/>
                </a:cubicBezTo>
                <a:cubicBezTo>
                  <a:pt x="129258" y="577306"/>
                  <a:pt x="115664" y="590900"/>
                  <a:pt x="98904" y="590900"/>
                </a:cubicBezTo>
                <a:cubicBezTo>
                  <a:pt x="82130" y="590900"/>
                  <a:pt x="68536" y="577306"/>
                  <a:pt x="68536" y="560536"/>
                </a:cubicBezTo>
                <a:cubicBezTo>
                  <a:pt x="68536" y="543767"/>
                  <a:pt x="82130" y="530173"/>
                  <a:pt x="98904" y="530173"/>
                </a:cubicBezTo>
                <a:close/>
                <a:moveTo>
                  <a:pt x="26349" y="530173"/>
                </a:moveTo>
                <a:cubicBezTo>
                  <a:pt x="43112" y="530173"/>
                  <a:pt x="56707" y="543767"/>
                  <a:pt x="56707" y="560536"/>
                </a:cubicBezTo>
                <a:cubicBezTo>
                  <a:pt x="56707" y="577306"/>
                  <a:pt x="43112" y="590900"/>
                  <a:pt x="26349" y="590900"/>
                </a:cubicBezTo>
                <a:cubicBezTo>
                  <a:pt x="17963" y="590900"/>
                  <a:pt x="10372" y="587502"/>
                  <a:pt x="4877" y="582007"/>
                </a:cubicBezTo>
                <a:lnTo>
                  <a:pt x="0" y="570232"/>
                </a:lnTo>
                <a:lnTo>
                  <a:pt x="0" y="550840"/>
                </a:lnTo>
                <a:lnTo>
                  <a:pt x="4877" y="539066"/>
                </a:lnTo>
                <a:cubicBezTo>
                  <a:pt x="10372" y="533572"/>
                  <a:pt x="17963" y="530173"/>
                  <a:pt x="26349" y="530173"/>
                </a:cubicBezTo>
                <a:close/>
                <a:moveTo>
                  <a:pt x="1673704" y="458486"/>
                </a:moveTo>
                <a:lnTo>
                  <a:pt x="1671744" y="497284"/>
                </a:lnTo>
                <a:lnTo>
                  <a:pt x="1664620" y="480084"/>
                </a:lnTo>
                <a:cubicBezTo>
                  <a:pt x="1664620" y="471700"/>
                  <a:pt x="1668019" y="464109"/>
                  <a:pt x="1673514" y="458614"/>
                </a:cubicBezTo>
                <a:close/>
                <a:moveTo>
                  <a:pt x="1622429" y="449721"/>
                </a:moveTo>
                <a:cubicBezTo>
                  <a:pt x="1639199" y="449721"/>
                  <a:pt x="1652792" y="463315"/>
                  <a:pt x="1652792" y="480084"/>
                </a:cubicBezTo>
                <a:cubicBezTo>
                  <a:pt x="1652792" y="496854"/>
                  <a:pt x="1639199" y="510448"/>
                  <a:pt x="1622429" y="510448"/>
                </a:cubicBezTo>
                <a:cubicBezTo>
                  <a:pt x="1605659" y="510448"/>
                  <a:pt x="1592066" y="496854"/>
                  <a:pt x="1592066" y="480084"/>
                </a:cubicBezTo>
                <a:cubicBezTo>
                  <a:pt x="1592066" y="463315"/>
                  <a:pt x="1605659" y="449721"/>
                  <a:pt x="1622429" y="449721"/>
                </a:cubicBezTo>
                <a:close/>
                <a:moveTo>
                  <a:pt x="1549874" y="449721"/>
                </a:moveTo>
                <a:cubicBezTo>
                  <a:pt x="1566644" y="449721"/>
                  <a:pt x="1580238" y="463315"/>
                  <a:pt x="1580238" y="480084"/>
                </a:cubicBezTo>
                <a:cubicBezTo>
                  <a:pt x="1580238" y="496854"/>
                  <a:pt x="1566644" y="510448"/>
                  <a:pt x="1549874" y="510448"/>
                </a:cubicBezTo>
                <a:cubicBezTo>
                  <a:pt x="1533105" y="510448"/>
                  <a:pt x="1519511" y="496854"/>
                  <a:pt x="1519511" y="480084"/>
                </a:cubicBezTo>
                <a:cubicBezTo>
                  <a:pt x="1519511" y="463315"/>
                  <a:pt x="1533105" y="449721"/>
                  <a:pt x="1549874" y="449721"/>
                </a:cubicBezTo>
                <a:close/>
                <a:moveTo>
                  <a:pt x="1477320" y="449721"/>
                </a:moveTo>
                <a:cubicBezTo>
                  <a:pt x="1494089" y="449721"/>
                  <a:pt x="1507683" y="463315"/>
                  <a:pt x="1507683" y="480084"/>
                </a:cubicBezTo>
                <a:cubicBezTo>
                  <a:pt x="1507683" y="496854"/>
                  <a:pt x="1494089" y="510448"/>
                  <a:pt x="1477320" y="510448"/>
                </a:cubicBezTo>
                <a:cubicBezTo>
                  <a:pt x="1460550" y="510448"/>
                  <a:pt x="1446956" y="496854"/>
                  <a:pt x="1446956" y="480084"/>
                </a:cubicBezTo>
                <a:cubicBezTo>
                  <a:pt x="1446956" y="463315"/>
                  <a:pt x="1460550" y="449721"/>
                  <a:pt x="1477320" y="449721"/>
                </a:cubicBezTo>
                <a:close/>
                <a:moveTo>
                  <a:pt x="1404765" y="449721"/>
                </a:moveTo>
                <a:cubicBezTo>
                  <a:pt x="1421535" y="449721"/>
                  <a:pt x="1435129" y="463315"/>
                  <a:pt x="1435129" y="480084"/>
                </a:cubicBezTo>
                <a:cubicBezTo>
                  <a:pt x="1435129" y="496854"/>
                  <a:pt x="1421535" y="510448"/>
                  <a:pt x="1404765" y="510448"/>
                </a:cubicBezTo>
                <a:cubicBezTo>
                  <a:pt x="1387996" y="510448"/>
                  <a:pt x="1374402" y="496854"/>
                  <a:pt x="1374402" y="480084"/>
                </a:cubicBezTo>
                <a:cubicBezTo>
                  <a:pt x="1374402" y="463315"/>
                  <a:pt x="1387996" y="449721"/>
                  <a:pt x="1404765" y="449721"/>
                </a:cubicBezTo>
                <a:close/>
                <a:moveTo>
                  <a:pt x="1332211" y="449721"/>
                </a:moveTo>
                <a:cubicBezTo>
                  <a:pt x="1348980" y="449721"/>
                  <a:pt x="1362574" y="463315"/>
                  <a:pt x="1362574" y="480084"/>
                </a:cubicBezTo>
                <a:cubicBezTo>
                  <a:pt x="1362574" y="496854"/>
                  <a:pt x="1348980" y="510448"/>
                  <a:pt x="1332211" y="510448"/>
                </a:cubicBezTo>
                <a:cubicBezTo>
                  <a:pt x="1315441" y="510448"/>
                  <a:pt x="1301847" y="496854"/>
                  <a:pt x="1301847" y="480084"/>
                </a:cubicBezTo>
                <a:cubicBezTo>
                  <a:pt x="1301847" y="463315"/>
                  <a:pt x="1315441" y="449721"/>
                  <a:pt x="1332211" y="449721"/>
                </a:cubicBezTo>
                <a:close/>
                <a:moveTo>
                  <a:pt x="1259656" y="449721"/>
                </a:moveTo>
                <a:cubicBezTo>
                  <a:pt x="1276426" y="449721"/>
                  <a:pt x="1290020" y="463315"/>
                  <a:pt x="1290020" y="480084"/>
                </a:cubicBezTo>
                <a:cubicBezTo>
                  <a:pt x="1290020" y="496854"/>
                  <a:pt x="1276426" y="510448"/>
                  <a:pt x="1259656" y="510448"/>
                </a:cubicBezTo>
                <a:cubicBezTo>
                  <a:pt x="1242887" y="510448"/>
                  <a:pt x="1229293" y="496854"/>
                  <a:pt x="1229293" y="480084"/>
                </a:cubicBezTo>
                <a:cubicBezTo>
                  <a:pt x="1229293" y="463315"/>
                  <a:pt x="1242887" y="449721"/>
                  <a:pt x="1259656" y="449721"/>
                </a:cubicBezTo>
                <a:close/>
                <a:moveTo>
                  <a:pt x="1187102" y="449721"/>
                </a:moveTo>
                <a:cubicBezTo>
                  <a:pt x="1203871" y="449721"/>
                  <a:pt x="1217465" y="463315"/>
                  <a:pt x="1217465" y="480084"/>
                </a:cubicBezTo>
                <a:cubicBezTo>
                  <a:pt x="1217465" y="496854"/>
                  <a:pt x="1203871" y="510448"/>
                  <a:pt x="1187102" y="510448"/>
                </a:cubicBezTo>
                <a:cubicBezTo>
                  <a:pt x="1170332" y="510448"/>
                  <a:pt x="1156738" y="496854"/>
                  <a:pt x="1156738" y="480084"/>
                </a:cubicBezTo>
                <a:cubicBezTo>
                  <a:pt x="1156738" y="463315"/>
                  <a:pt x="1170332" y="449721"/>
                  <a:pt x="1187102" y="449721"/>
                </a:cubicBezTo>
                <a:close/>
                <a:moveTo>
                  <a:pt x="1114547" y="449721"/>
                </a:moveTo>
                <a:cubicBezTo>
                  <a:pt x="1131317" y="449721"/>
                  <a:pt x="1144911" y="463315"/>
                  <a:pt x="1144911" y="480084"/>
                </a:cubicBezTo>
                <a:cubicBezTo>
                  <a:pt x="1144911" y="496854"/>
                  <a:pt x="1131317" y="510448"/>
                  <a:pt x="1114547" y="510448"/>
                </a:cubicBezTo>
                <a:cubicBezTo>
                  <a:pt x="1097778" y="510448"/>
                  <a:pt x="1084184" y="496854"/>
                  <a:pt x="1084184" y="480084"/>
                </a:cubicBezTo>
                <a:cubicBezTo>
                  <a:pt x="1084184" y="463315"/>
                  <a:pt x="1097778" y="449721"/>
                  <a:pt x="1114547" y="449721"/>
                </a:cubicBezTo>
                <a:close/>
                <a:moveTo>
                  <a:pt x="1041993" y="449721"/>
                </a:moveTo>
                <a:cubicBezTo>
                  <a:pt x="1058762" y="449721"/>
                  <a:pt x="1072356" y="463315"/>
                  <a:pt x="1072356" y="480084"/>
                </a:cubicBezTo>
                <a:cubicBezTo>
                  <a:pt x="1072356" y="496854"/>
                  <a:pt x="1058762" y="510448"/>
                  <a:pt x="1041993" y="510448"/>
                </a:cubicBezTo>
                <a:cubicBezTo>
                  <a:pt x="1025223" y="510448"/>
                  <a:pt x="1011629" y="496854"/>
                  <a:pt x="1011629" y="480084"/>
                </a:cubicBezTo>
                <a:cubicBezTo>
                  <a:pt x="1011629" y="463315"/>
                  <a:pt x="1025223" y="449721"/>
                  <a:pt x="1041993" y="449721"/>
                </a:cubicBezTo>
                <a:close/>
                <a:moveTo>
                  <a:pt x="969438" y="449721"/>
                </a:moveTo>
                <a:cubicBezTo>
                  <a:pt x="986208" y="449721"/>
                  <a:pt x="999801" y="463315"/>
                  <a:pt x="999801" y="480084"/>
                </a:cubicBezTo>
                <a:cubicBezTo>
                  <a:pt x="999801" y="496854"/>
                  <a:pt x="986208" y="510448"/>
                  <a:pt x="969438" y="510448"/>
                </a:cubicBezTo>
                <a:cubicBezTo>
                  <a:pt x="952669" y="510448"/>
                  <a:pt x="939075" y="496854"/>
                  <a:pt x="939075" y="480084"/>
                </a:cubicBezTo>
                <a:cubicBezTo>
                  <a:pt x="939075" y="463315"/>
                  <a:pt x="952669" y="449721"/>
                  <a:pt x="969438" y="449721"/>
                </a:cubicBezTo>
                <a:close/>
                <a:moveTo>
                  <a:pt x="896883" y="449721"/>
                </a:moveTo>
                <a:cubicBezTo>
                  <a:pt x="913653" y="449721"/>
                  <a:pt x="927247" y="463315"/>
                  <a:pt x="927247" y="480084"/>
                </a:cubicBezTo>
                <a:cubicBezTo>
                  <a:pt x="927247" y="496854"/>
                  <a:pt x="913653" y="510448"/>
                  <a:pt x="896883" y="510448"/>
                </a:cubicBezTo>
                <a:cubicBezTo>
                  <a:pt x="880114" y="510448"/>
                  <a:pt x="866520" y="496854"/>
                  <a:pt x="866520" y="480084"/>
                </a:cubicBezTo>
                <a:cubicBezTo>
                  <a:pt x="866520" y="463315"/>
                  <a:pt x="880114" y="449721"/>
                  <a:pt x="896883" y="449721"/>
                </a:cubicBezTo>
                <a:close/>
                <a:moveTo>
                  <a:pt x="824329" y="449721"/>
                </a:moveTo>
                <a:cubicBezTo>
                  <a:pt x="841098" y="449721"/>
                  <a:pt x="854692" y="463315"/>
                  <a:pt x="854692" y="480084"/>
                </a:cubicBezTo>
                <a:cubicBezTo>
                  <a:pt x="854692" y="496854"/>
                  <a:pt x="841098" y="510448"/>
                  <a:pt x="824329" y="510448"/>
                </a:cubicBezTo>
                <a:cubicBezTo>
                  <a:pt x="807559" y="510448"/>
                  <a:pt x="793965" y="496854"/>
                  <a:pt x="793965" y="480084"/>
                </a:cubicBezTo>
                <a:cubicBezTo>
                  <a:pt x="793965" y="463315"/>
                  <a:pt x="807559" y="449721"/>
                  <a:pt x="824329" y="449721"/>
                </a:cubicBezTo>
                <a:close/>
                <a:moveTo>
                  <a:pt x="751774" y="449721"/>
                </a:moveTo>
                <a:cubicBezTo>
                  <a:pt x="768544" y="449721"/>
                  <a:pt x="782138" y="463315"/>
                  <a:pt x="782138" y="480084"/>
                </a:cubicBezTo>
                <a:cubicBezTo>
                  <a:pt x="782138" y="496854"/>
                  <a:pt x="768544" y="510448"/>
                  <a:pt x="751774" y="510448"/>
                </a:cubicBezTo>
                <a:cubicBezTo>
                  <a:pt x="735005" y="510448"/>
                  <a:pt x="721411" y="496854"/>
                  <a:pt x="721411" y="480084"/>
                </a:cubicBezTo>
                <a:cubicBezTo>
                  <a:pt x="721411" y="463315"/>
                  <a:pt x="735005" y="449721"/>
                  <a:pt x="751774" y="449721"/>
                </a:cubicBezTo>
                <a:close/>
                <a:moveTo>
                  <a:pt x="679220" y="449721"/>
                </a:moveTo>
                <a:cubicBezTo>
                  <a:pt x="695989" y="449721"/>
                  <a:pt x="709583" y="463315"/>
                  <a:pt x="709583" y="480084"/>
                </a:cubicBezTo>
                <a:cubicBezTo>
                  <a:pt x="709583" y="496854"/>
                  <a:pt x="695989" y="510448"/>
                  <a:pt x="679220" y="510448"/>
                </a:cubicBezTo>
                <a:cubicBezTo>
                  <a:pt x="662450" y="510448"/>
                  <a:pt x="648856" y="496854"/>
                  <a:pt x="648856" y="480084"/>
                </a:cubicBezTo>
                <a:cubicBezTo>
                  <a:pt x="648856" y="463315"/>
                  <a:pt x="662450" y="449721"/>
                  <a:pt x="679220" y="449721"/>
                </a:cubicBezTo>
                <a:close/>
                <a:moveTo>
                  <a:pt x="606665" y="449721"/>
                </a:moveTo>
                <a:cubicBezTo>
                  <a:pt x="623435" y="449721"/>
                  <a:pt x="637029" y="463315"/>
                  <a:pt x="637029" y="480084"/>
                </a:cubicBezTo>
                <a:cubicBezTo>
                  <a:pt x="637029" y="496854"/>
                  <a:pt x="623435" y="510448"/>
                  <a:pt x="606665" y="510448"/>
                </a:cubicBezTo>
                <a:cubicBezTo>
                  <a:pt x="589896" y="510448"/>
                  <a:pt x="576302" y="496854"/>
                  <a:pt x="576302" y="480084"/>
                </a:cubicBezTo>
                <a:cubicBezTo>
                  <a:pt x="576302" y="463315"/>
                  <a:pt x="589896" y="449721"/>
                  <a:pt x="606665" y="449721"/>
                </a:cubicBezTo>
                <a:close/>
                <a:moveTo>
                  <a:pt x="534111" y="449721"/>
                </a:moveTo>
                <a:cubicBezTo>
                  <a:pt x="550880" y="449721"/>
                  <a:pt x="564474" y="463315"/>
                  <a:pt x="564474" y="480084"/>
                </a:cubicBezTo>
                <a:cubicBezTo>
                  <a:pt x="564474" y="496854"/>
                  <a:pt x="550880" y="510448"/>
                  <a:pt x="534111" y="510448"/>
                </a:cubicBezTo>
                <a:cubicBezTo>
                  <a:pt x="517341" y="510448"/>
                  <a:pt x="503747" y="496854"/>
                  <a:pt x="503747" y="480084"/>
                </a:cubicBezTo>
                <a:cubicBezTo>
                  <a:pt x="503747" y="463315"/>
                  <a:pt x="517341" y="449721"/>
                  <a:pt x="534111" y="449721"/>
                </a:cubicBezTo>
                <a:close/>
                <a:moveTo>
                  <a:pt x="461556" y="449721"/>
                </a:moveTo>
                <a:cubicBezTo>
                  <a:pt x="478326" y="449721"/>
                  <a:pt x="491920" y="463315"/>
                  <a:pt x="491920" y="480084"/>
                </a:cubicBezTo>
                <a:cubicBezTo>
                  <a:pt x="491920" y="496854"/>
                  <a:pt x="478326" y="510448"/>
                  <a:pt x="461556" y="510448"/>
                </a:cubicBezTo>
                <a:cubicBezTo>
                  <a:pt x="444787" y="510448"/>
                  <a:pt x="431192" y="496854"/>
                  <a:pt x="431192" y="480084"/>
                </a:cubicBezTo>
                <a:cubicBezTo>
                  <a:pt x="431192" y="463315"/>
                  <a:pt x="444787" y="449721"/>
                  <a:pt x="461556" y="449721"/>
                </a:cubicBezTo>
                <a:close/>
                <a:moveTo>
                  <a:pt x="389002" y="449721"/>
                </a:moveTo>
                <a:cubicBezTo>
                  <a:pt x="405771" y="449721"/>
                  <a:pt x="419365" y="463315"/>
                  <a:pt x="419365" y="480084"/>
                </a:cubicBezTo>
                <a:cubicBezTo>
                  <a:pt x="419365" y="496854"/>
                  <a:pt x="405771" y="510448"/>
                  <a:pt x="389002" y="510448"/>
                </a:cubicBezTo>
                <a:cubicBezTo>
                  <a:pt x="372232" y="510448"/>
                  <a:pt x="358638" y="496854"/>
                  <a:pt x="358638" y="480084"/>
                </a:cubicBezTo>
                <a:cubicBezTo>
                  <a:pt x="358638" y="463315"/>
                  <a:pt x="372232" y="449721"/>
                  <a:pt x="389002" y="449721"/>
                </a:cubicBezTo>
                <a:close/>
                <a:moveTo>
                  <a:pt x="316447" y="449721"/>
                </a:moveTo>
                <a:cubicBezTo>
                  <a:pt x="333216" y="449721"/>
                  <a:pt x="346810" y="463315"/>
                  <a:pt x="346810" y="480084"/>
                </a:cubicBezTo>
                <a:cubicBezTo>
                  <a:pt x="346810" y="496854"/>
                  <a:pt x="333216" y="510448"/>
                  <a:pt x="316447" y="510448"/>
                </a:cubicBezTo>
                <a:cubicBezTo>
                  <a:pt x="299677" y="510448"/>
                  <a:pt x="286084" y="496854"/>
                  <a:pt x="286084" y="480084"/>
                </a:cubicBezTo>
                <a:cubicBezTo>
                  <a:pt x="286084" y="463315"/>
                  <a:pt x="299677" y="449721"/>
                  <a:pt x="316447" y="449721"/>
                </a:cubicBezTo>
                <a:close/>
                <a:moveTo>
                  <a:pt x="243892" y="449721"/>
                </a:moveTo>
                <a:cubicBezTo>
                  <a:pt x="260662" y="449721"/>
                  <a:pt x="274256" y="463315"/>
                  <a:pt x="274256" y="480084"/>
                </a:cubicBezTo>
                <a:cubicBezTo>
                  <a:pt x="274256" y="496854"/>
                  <a:pt x="260662" y="510448"/>
                  <a:pt x="243892" y="510448"/>
                </a:cubicBezTo>
                <a:cubicBezTo>
                  <a:pt x="227123" y="510448"/>
                  <a:pt x="213529" y="496854"/>
                  <a:pt x="213529" y="480084"/>
                </a:cubicBezTo>
                <a:cubicBezTo>
                  <a:pt x="213529" y="463315"/>
                  <a:pt x="227123" y="449721"/>
                  <a:pt x="243892" y="449721"/>
                </a:cubicBezTo>
                <a:close/>
                <a:moveTo>
                  <a:pt x="171339" y="449721"/>
                </a:moveTo>
                <a:cubicBezTo>
                  <a:pt x="188107" y="449721"/>
                  <a:pt x="201701" y="463315"/>
                  <a:pt x="201701" y="480084"/>
                </a:cubicBezTo>
                <a:cubicBezTo>
                  <a:pt x="201701" y="496854"/>
                  <a:pt x="188107" y="510448"/>
                  <a:pt x="171339" y="510448"/>
                </a:cubicBezTo>
                <a:cubicBezTo>
                  <a:pt x="154679" y="510448"/>
                  <a:pt x="141085" y="496854"/>
                  <a:pt x="141085" y="480084"/>
                </a:cubicBezTo>
                <a:cubicBezTo>
                  <a:pt x="141085" y="463315"/>
                  <a:pt x="154679" y="449721"/>
                  <a:pt x="171339" y="449721"/>
                </a:cubicBezTo>
                <a:close/>
                <a:moveTo>
                  <a:pt x="98910" y="449721"/>
                </a:moveTo>
                <a:cubicBezTo>
                  <a:pt x="115670" y="449721"/>
                  <a:pt x="129264" y="463315"/>
                  <a:pt x="129264" y="480084"/>
                </a:cubicBezTo>
                <a:cubicBezTo>
                  <a:pt x="129264" y="496854"/>
                  <a:pt x="115670" y="510448"/>
                  <a:pt x="98910" y="510448"/>
                </a:cubicBezTo>
                <a:cubicBezTo>
                  <a:pt x="82136" y="510448"/>
                  <a:pt x="68542" y="496854"/>
                  <a:pt x="68542" y="480084"/>
                </a:cubicBezTo>
                <a:cubicBezTo>
                  <a:pt x="68542" y="463315"/>
                  <a:pt x="82136" y="449721"/>
                  <a:pt x="98910" y="449721"/>
                </a:cubicBezTo>
                <a:close/>
                <a:moveTo>
                  <a:pt x="26355" y="449721"/>
                </a:moveTo>
                <a:cubicBezTo>
                  <a:pt x="43118" y="449721"/>
                  <a:pt x="56713" y="463315"/>
                  <a:pt x="56713" y="480084"/>
                </a:cubicBezTo>
                <a:cubicBezTo>
                  <a:pt x="56713" y="496854"/>
                  <a:pt x="43118" y="510448"/>
                  <a:pt x="26355" y="510448"/>
                </a:cubicBezTo>
                <a:cubicBezTo>
                  <a:pt x="17970" y="510448"/>
                  <a:pt x="10379" y="507050"/>
                  <a:pt x="4884" y="501555"/>
                </a:cubicBezTo>
                <a:lnTo>
                  <a:pt x="0" y="489763"/>
                </a:lnTo>
                <a:lnTo>
                  <a:pt x="0" y="470405"/>
                </a:lnTo>
                <a:lnTo>
                  <a:pt x="4884" y="458614"/>
                </a:lnTo>
                <a:cubicBezTo>
                  <a:pt x="10379" y="453120"/>
                  <a:pt x="17970" y="449721"/>
                  <a:pt x="26355" y="449721"/>
                </a:cubicBezTo>
                <a:close/>
                <a:moveTo>
                  <a:pt x="1673066" y="379245"/>
                </a:moveTo>
                <a:lnTo>
                  <a:pt x="1675237" y="422266"/>
                </a:lnTo>
                <a:lnTo>
                  <a:pt x="1673514" y="421103"/>
                </a:lnTo>
                <a:cubicBezTo>
                  <a:pt x="1668019" y="415609"/>
                  <a:pt x="1664620" y="408017"/>
                  <a:pt x="1664620" y="399633"/>
                </a:cubicBezTo>
                <a:close/>
                <a:moveTo>
                  <a:pt x="1622429" y="369269"/>
                </a:moveTo>
                <a:cubicBezTo>
                  <a:pt x="1639199" y="369269"/>
                  <a:pt x="1652792" y="382864"/>
                  <a:pt x="1652792" y="399633"/>
                </a:cubicBezTo>
                <a:cubicBezTo>
                  <a:pt x="1652792" y="416402"/>
                  <a:pt x="1639199" y="429997"/>
                  <a:pt x="1622429" y="429997"/>
                </a:cubicBezTo>
                <a:cubicBezTo>
                  <a:pt x="1605659" y="429997"/>
                  <a:pt x="1592066" y="416402"/>
                  <a:pt x="1592066" y="399633"/>
                </a:cubicBezTo>
                <a:cubicBezTo>
                  <a:pt x="1592066" y="382864"/>
                  <a:pt x="1605659" y="369269"/>
                  <a:pt x="1622429" y="369269"/>
                </a:cubicBezTo>
                <a:close/>
                <a:moveTo>
                  <a:pt x="1549874" y="369269"/>
                </a:moveTo>
                <a:cubicBezTo>
                  <a:pt x="1566644" y="369269"/>
                  <a:pt x="1580238" y="382864"/>
                  <a:pt x="1580238" y="399633"/>
                </a:cubicBezTo>
                <a:cubicBezTo>
                  <a:pt x="1580238" y="416402"/>
                  <a:pt x="1566644" y="429997"/>
                  <a:pt x="1549874" y="429997"/>
                </a:cubicBezTo>
                <a:cubicBezTo>
                  <a:pt x="1533105" y="429997"/>
                  <a:pt x="1519511" y="416402"/>
                  <a:pt x="1519511" y="399633"/>
                </a:cubicBezTo>
                <a:cubicBezTo>
                  <a:pt x="1519511" y="382864"/>
                  <a:pt x="1533105" y="369269"/>
                  <a:pt x="1549874" y="369269"/>
                </a:cubicBezTo>
                <a:close/>
                <a:moveTo>
                  <a:pt x="1477320" y="369269"/>
                </a:moveTo>
                <a:cubicBezTo>
                  <a:pt x="1494089" y="369269"/>
                  <a:pt x="1507683" y="382864"/>
                  <a:pt x="1507683" y="399633"/>
                </a:cubicBezTo>
                <a:cubicBezTo>
                  <a:pt x="1507683" y="416402"/>
                  <a:pt x="1494089" y="429997"/>
                  <a:pt x="1477320" y="429997"/>
                </a:cubicBezTo>
                <a:cubicBezTo>
                  <a:pt x="1460550" y="429997"/>
                  <a:pt x="1446956" y="416402"/>
                  <a:pt x="1446956" y="399633"/>
                </a:cubicBezTo>
                <a:cubicBezTo>
                  <a:pt x="1446956" y="382864"/>
                  <a:pt x="1460550" y="369269"/>
                  <a:pt x="1477320" y="369269"/>
                </a:cubicBezTo>
                <a:close/>
                <a:moveTo>
                  <a:pt x="1404765" y="369269"/>
                </a:moveTo>
                <a:cubicBezTo>
                  <a:pt x="1421535" y="369269"/>
                  <a:pt x="1435129" y="382864"/>
                  <a:pt x="1435129" y="399633"/>
                </a:cubicBezTo>
                <a:cubicBezTo>
                  <a:pt x="1435129" y="416402"/>
                  <a:pt x="1421535" y="429997"/>
                  <a:pt x="1404765" y="429997"/>
                </a:cubicBezTo>
                <a:cubicBezTo>
                  <a:pt x="1387996" y="429997"/>
                  <a:pt x="1374402" y="416402"/>
                  <a:pt x="1374402" y="399633"/>
                </a:cubicBezTo>
                <a:cubicBezTo>
                  <a:pt x="1374402" y="382864"/>
                  <a:pt x="1387996" y="369269"/>
                  <a:pt x="1404765" y="369269"/>
                </a:cubicBezTo>
                <a:close/>
                <a:moveTo>
                  <a:pt x="1332211" y="369269"/>
                </a:moveTo>
                <a:cubicBezTo>
                  <a:pt x="1348980" y="369269"/>
                  <a:pt x="1362574" y="382864"/>
                  <a:pt x="1362574" y="399633"/>
                </a:cubicBezTo>
                <a:cubicBezTo>
                  <a:pt x="1362574" y="416402"/>
                  <a:pt x="1348980" y="429997"/>
                  <a:pt x="1332211" y="429997"/>
                </a:cubicBezTo>
                <a:cubicBezTo>
                  <a:pt x="1315441" y="429997"/>
                  <a:pt x="1301847" y="416402"/>
                  <a:pt x="1301847" y="399633"/>
                </a:cubicBezTo>
                <a:cubicBezTo>
                  <a:pt x="1301847" y="382864"/>
                  <a:pt x="1315441" y="369269"/>
                  <a:pt x="1332211" y="369269"/>
                </a:cubicBezTo>
                <a:close/>
                <a:moveTo>
                  <a:pt x="1259656" y="369269"/>
                </a:moveTo>
                <a:cubicBezTo>
                  <a:pt x="1276426" y="369269"/>
                  <a:pt x="1290020" y="382864"/>
                  <a:pt x="1290020" y="399633"/>
                </a:cubicBezTo>
                <a:cubicBezTo>
                  <a:pt x="1290020" y="416402"/>
                  <a:pt x="1276426" y="429997"/>
                  <a:pt x="1259656" y="429997"/>
                </a:cubicBezTo>
                <a:cubicBezTo>
                  <a:pt x="1242887" y="429997"/>
                  <a:pt x="1229293" y="416402"/>
                  <a:pt x="1229293" y="399633"/>
                </a:cubicBezTo>
                <a:cubicBezTo>
                  <a:pt x="1229293" y="382864"/>
                  <a:pt x="1242887" y="369269"/>
                  <a:pt x="1259656" y="369269"/>
                </a:cubicBezTo>
                <a:close/>
                <a:moveTo>
                  <a:pt x="1187102" y="369269"/>
                </a:moveTo>
                <a:cubicBezTo>
                  <a:pt x="1203871" y="369269"/>
                  <a:pt x="1217465" y="382864"/>
                  <a:pt x="1217465" y="399633"/>
                </a:cubicBezTo>
                <a:cubicBezTo>
                  <a:pt x="1217465" y="416402"/>
                  <a:pt x="1203871" y="429997"/>
                  <a:pt x="1187102" y="429997"/>
                </a:cubicBezTo>
                <a:cubicBezTo>
                  <a:pt x="1170332" y="429997"/>
                  <a:pt x="1156738" y="416402"/>
                  <a:pt x="1156738" y="399633"/>
                </a:cubicBezTo>
                <a:cubicBezTo>
                  <a:pt x="1156738" y="382864"/>
                  <a:pt x="1170332" y="369269"/>
                  <a:pt x="1187102" y="369269"/>
                </a:cubicBezTo>
                <a:close/>
                <a:moveTo>
                  <a:pt x="1114547" y="369269"/>
                </a:moveTo>
                <a:cubicBezTo>
                  <a:pt x="1131317" y="369269"/>
                  <a:pt x="1144911" y="382864"/>
                  <a:pt x="1144911" y="399633"/>
                </a:cubicBezTo>
                <a:cubicBezTo>
                  <a:pt x="1144911" y="416402"/>
                  <a:pt x="1131317" y="429997"/>
                  <a:pt x="1114547" y="429997"/>
                </a:cubicBezTo>
                <a:cubicBezTo>
                  <a:pt x="1097778" y="429997"/>
                  <a:pt x="1084184" y="416402"/>
                  <a:pt x="1084184" y="399633"/>
                </a:cubicBezTo>
                <a:cubicBezTo>
                  <a:pt x="1084184" y="382864"/>
                  <a:pt x="1097778" y="369269"/>
                  <a:pt x="1114547" y="369269"/>
                </a:cubicBezTo>
                <a:close/>
                <a:moveTo>
                  <a:pt x="1041993" y="369269"/>
                </a:moveTo>
                <a:cubicBezTo>
                  <a:pt x="1058762" y="369269"/>
                  <a:pt x="1072356" y="382864"/>
                  <a:pt x="1072356" y="399633"/>
                </a:cubicBezTo>
                <a:cubicBezTo>
                  <a:pt x="1072356" y="416402"/>
                  <a:pt x="1058762" y="429997"/>
                  <a:pt x="1041993" y="429997"/>
                </a:cubicBezTo>
                <a:cubicBezTo>
                  <a:pt x="1025223" y="429997"/>
                  <a:pt x="1011629" y="416402"/>
                  <a:pt x="1011629" y="399633"/>
                </a:cubicBezTo>
                <a:cubicBezTo>
                  <a:pt x="1011629" y="382864"/>
                  <a:pt x="1025223" y="369269"/>
                  <a:pt x="1041993" y="369269"/>
                </a:cubicBezTo>
                <a:close/>
                <a:moveTo>
                  <a:pt x="969438" y="369269"/>
                </a:moveTo>
                <a:cubicBezTo>
                  <a:pt x="986208" y="369269"/>
                  <a:pt x="999801" y="382864"/>
                  <a:pt x="999801" y="399633"/>
                </a:cubicBezTo>
                <a:cubicBezTo>
                  <a:pt x="999801" y="416402"/>
                  <a:pt x="986208" y="429997"/>
                  <a:pt x="969438" y="429997"/>
                </a:cubicBezTo>
                <a:cubicBezTo>
                  <a:pt x="952669" y="429997"/>
                  <a:pt x="939075" y="416402"/>
                  <a:pt x="939075" y="399633"/>
                </a:cubicBezTo>
                <a:cubicBezTo>
                  <a:pt x="939075" y="382864"/>
                  <a:pt x="952669" y="369269"/>
                  <a:pt x="969438" y="369269"/>
                </a:cubicBezTo>
                <a:close/>
                <a:moveTo>
                  <a:pt x="896883" y="369269"/>
                </a:moveTo>
                <a:cubicBezTo>
                  <a:pt x="913653" y="369269"/>
                  <a:pt x="927247" y="382864"/>
                  <a:pt x="927247" y="399633"/>
                </a:cubicBezTo>
                <a:cubicBezTo>
                  <a:pt x="927247" y="416402"/>
                  <a:pt x="913653" y="429997"/>
                  <a:pt x="896883" y="429997"/>
                </a:cubicBezTo>
                <a:cubicBezTo>
                  <a:pt x="880114" y="429997"/>
                  <a:pt x="866520" y="416402"/>
                  <a:pt x="866520" y="399633"/>
                </a:cubicBezTo>
                <a:cubicBezTo>
                  <a:pt x="866520" y="382864"/>
                  <a:pt x="880114" y="369269"/>
                  <a:pt x="896883" y="369269"/>
                </a:cubicBezTo>
                <a:close/>
                <a:moveTo>
                  <a:pt x="824329" y="369269"/>
                </a:moveTo>
                <a:cubicBezTo>
                  <a:pt x="841098" y="369269"/>
                  <a:pt x="854692" y="382864"/>
                  <a:pt x="854692" y="399633"/>
                </a:cubicBezTo>
                <a:cubicBezTo>
                  <a:pt x="854692" y="416402"/>
                  <a:pt x="841098" y="429997"/>
                  <a:pt x="824329" y="429997"/>
                </a:cubicBezTo>
                <a:cubicBezTo>
                  <a:pt x="807559" y="429997"/>
                  <a:pt x="793965" y="416402"/>
                  <a:pt x="793965" y="399633"/>
                </a:cubicBezTo>
                <a:cubicBezTo>
                  <a:pt x="793965" y="382864"/>
                  <a:pt x="807559" y="369269"/>
                  <a:pt x="824329" y="369269"/>
                </a:cubicBezTo>
                <a:close/>
                <a:moveTo>
                  <a:pt x="751774" y="369269"/>
                </a:moveTo>
                <a:cubicBezTo>
                  <a:pt x="768544" y="369269"/>
                  <a:pt x="782138" y="382864"/>
                  <a:pt x="782138" y="399633"/>
                </a:cubicBezTo>
                <a:cubicBezTo>
                  <a:pt x="782138" y="416402"/>
                  <a:pt x="768544" y="429997"/>
                  <a:pt x="751774" y="429997"/>
                </a:cubicBezTo>
                <a:cubicBezTo>
                  <a:pt x="735005" y="429997"/>
                  <a:pt x="721411" y="416402"/>
                  <a:pt x="721411" y="399633"/>
                </a:cubicBezTo>
                <a:cubicBezTo>
                  <a:pt x="721411" y="382864"/>
                  <a:pt x="735005" y="369269"/>
                  <a:pt x="751774" y="369269"/>
                </a:cubicBezTo>
                <a:close/>
                <a:moveTo>
                  <a:pt x="679220" y="369269"/>
                </a:moveTo>
                <a:cubicBezTo>
                  <a:pt x="695989" y="369269"/>
                  <a:pt x="709583" y="382864"/>
                  <a:pt x="709583" y="399633"/>
                </a:cubicBezTo>
                <a:cubicBezTo>
                  <a:pt x="709583" y="416402"/>
                  <a:pt x="695989" y="429997"/>
                  <a:pt x="679220" y="429997"/>
                </a:cubicBezTo>
                <a:cubicBezTo>
                  <a:pt x="662450" y="429997"/>
                  <a:pt x="648856" y="416402"/>
                  <a:pt x="648856" y="399633"/>
                </a:cubicBezTo>
                <a:cubicBezTo>
                  <a:pt x="648856" y="382864"/>
                  <a:pt x="662450" y="369269"/>
                  <a:pt x="679220" y="369269"/>
                </a:cubicBezTo>
                <a:close/>
                <a:moveTo>
                  <a:pt x="606665" y="369269"/>
                </a:moveTo>
                <a:cubicBezTo>
                  <a:pt x="623435" y="369269"/>
                  <a:pt x="637029" y="382864"/>
                  <a:pt x="637029" y="399633"/>
                </a:cubicBezTo>
                <a:cubicBezTo>
                  <a:pt x="637029" y="416402"/>
                  <a:pt x="623435" y="429997"/>
                  <a:pt x="606665" y="429997"/>
                </a:cubicBezTo>
                <a:cubicBezTo>
                  <a:pt x="589896" y="429997"/>
                  <a:pt x="576302" y="416402"/>
                  <a:pt x="576302" y="399633"/>
                </a:cubicBezTo>
                <a:cubicBezTo>
                  <a:pt x="576302" y="382864"/>
                  <a:pt x="589896" y="369269"/>
                  <a:pt x="606665" y="369269"/>
                </a:cubicBezTo>
                <a:close/>
                <a:moveTo>
                  <a:pt x="534111" y="369269"/>
                </a:moveTo>
                <a:cubicBezTo>
                  <a:pt x="550880" y="369269"/>
                  <a:pt x="564474" y="382864"/>
                  <a:pt x="564474" y="399633"/>
                </a:cubicBezTo>
                <a:cubicBezTo>
                  <a:pt x="564474" y="416402"/>
                  <a:pt x="550880" y="429997"/>
                  <a:pt x="534111" y="429997"/>
                </a:cubicBezTo>
                <a:cubicBezTo>
                  <a:pt x="517341" y="429997"/>
                  <a:pt x="503747" y="416402"/>
                  <a:pt x="503747" y="399633"/>
                </a:cubicBezTo>
                <a:cubicBezTo>
                  <a:pt x="503747" y="382864"/>
                  <a:pt x="517341" y="369269"/>
                  <a:pt x="534111" y="369269"/>
                </a:cubicBezTo>
                <a:close/>
                <a:moveTo>
                  <a:pt x="461556" y="369269"/>
                </a:moveTo>
                <a:cubicBezTo>
                  <a:pt x="478326" y="369269"/>
                  <a:pt x="491920" y="382864"/>
                  <a:pt x="491920" y="399633"/>
                </a:cubicBezTo>
                <a:cubicBezTo>
                  <a:pt x="491920" y="416402"/>
                  <a:pt x="478326" y="429997"/>
                  <a:pt x="461556" y="429997"/>
                </a:cubicBezTo>
                <a:cubicBezTo>
                  <a:pt x="444787" y="429997"/>
                  <a:pt x="431192" y="416402"/>
                  <a:pt x="431192" y="399633"/>
                </a:cubicBezTo>
                <a:cubicBezTo>
                  <a:pt x="431192" y="382864"/>
                  <a:pt x="444787" y="369269"/>
                  <a:pt x="461556" y="369269"/>
                </a:cubicBezTo>
                <a:close/>
                <a:moveTo>
                  <a:pt x="389002" y="369269"/>
                </a:moveTo>
                <a:cubicBezTo>
                  <a:pt x="405771" y="369269"/>
                  <a:pt x="419365" y="382864"/>
                  <a:pt x="419365" y="399633"/>
                </a:cubicBezTo>
                <a:cubicBezTo>
                  <a:pt x="419365" y="416402"/>
                  <a:pt x="405771" y="429997"/>
                  <a:pt x="389002" y="429997"/>
                </a:cubicBezTo>
                <a:cubicBezTo>
                  <a:pt x="372232" y="429997"/>
                  <a:pt x="358638" y="416402"/>
                  <a:pt x="358638" y="399633"/>
                </a:cubicBezTo>
                <a:cubicBezTo>
                  <a:pt x="358638" y="382864"/>
                  <a:pt x="372232" y="369269"/>
                  <a:pt x="389002" y="369269"/>
                </a:cubicBezTo>
                <a:close/>
                <a:moveTo>
                  <a:pt x="316447" y="369269"/>
                </a:moveTo>
                <a:cubicBezTo>
                  <a:pt x="333216" y="369269"/>
                  <a:pt x="346810" y="382864"/>
                  <a:pt x="346810" y="399633"/>
                </a:cubicBezTo>
                <a:cubicBezTo>
                  <a:pt x="346810" y="416402"/>
                  <a:pt x="333216" y="429997"/>
                  <a:pt x="316447" y="429997"/>
                </a:cubicBezTo>
                <a:cubicBezTo>
                  <a:pt x="299677" y="429997"/>
                  <a:pt x="286084" y="416402"/>
                  <a:pt x="286084" y="399633"/>
                </a:cubicBezTo>
                <a:cubicBezTo>
                  <a:pt x="286084" y="382864"/>
                  <a:pt x="299677" y="369269"/>
                  <a:pt x="316447" y="369269"/>
                </a:cubicBezTo>
                <a:close/>
                <a:moveTo>
                  <a:pt x="243892" y="369269"/>
                </a:moveTo>
                <a:cubicBezTo>
                  <a:pt x="260662" y="369269"/>
                  <a:pt x="274256" y="382864"/>
                  <a:pt x="274256" y="399633"/>
                </a:cubicBezTo>
                <a:cubicBezTo>
                  <a:pt x="274256" y="416402"/>
                  <a:pt x="260662" y="429997"/>
                  <a:pt x="243892" y="429997"/>
                </a:cubicBezTo>
                <a:cubicBezTo>
                  <a:pt x="227123" y="429997"/>
                  <a:pt x="213529" y="416402"/>
                  <a:pt x="213529" y="399633"/>
                </a:cubicBezTo>
                <a:cubicBezTo>
                  <a:pt x="213529" y="382864"/>
                  <a:pt x="227123" y="369269"/>
                  <a:pt x="243892" y="369269"/>
                </a:cubicBezTo>
                <a:close/>
                <a:moveTo>
                  <a:pt x="171339" y="369269"/>
                </a:moveTo>
                <a:cubicBezTo>
                  <a:pt x="188107" y="369269"/>
                  <a:pt x="201701" y="382864"/>
                  <a:pt x="201701" y="399633"/>
                </a:cubicBezTo>
                <a:cubicBezTo>
                  <a:pt x="201701" y="416402"/>
                  <a:pt x="188107" y="429997"/>
                  <a:pt x="171339" y="429997"/>
                </a:cubicBezTo>
                <a:cubicBezTo>
                  <a:pt x="154685" y="429997"/>
                  <a:pt x="141090" y="416402"/>
                  <a:pt x="141090" y="399633"/>
                </a:cubicBezTo>
                <a:cubicBezTo>
                  <a:pt x="141090" y="382864"/>
                  <a:pt x="154685" y="369269"/>
                  <a:pt x="171339" y="369269"/>
                </a:cubicBezTo>
                <a:close/>
                <a:moveTo>
                  <a:pt x="98917" y="369269"/>
                </a:moveTo>
                <a:cubicBezTo>
                  <a:pt x="115677" y="369269"/>
                  <a:pt x="129270" y="382864"/>
                  <a:pt x="129270" y="399633"/>
                </a:cubicBezTo>
                <a:cubicBezTo>
                  <a:pt x="129270" y="416402"/>
                  <a:pt x="115677" y="429997"/>
                  <a:pt x="98917" y="429997"/>
                </a:cubicBezTo>
                <a:cubicBezTo>
                  <a:pt x="82143" y="429997"/>
                  <a:pt x="68549" y="416402"/>
                  <a:pt x="68549" y="399633"/>
                </a:cubicBezTo>
                <a:cubicBezTo>
                  <a:pt x="68549" y="382864"/>
                  <a:pt x="82143" y="369269"/>
                  <a:pt x="98917" y="369269"/>
                </a:cubicBezTo>
                <a:close/>
                <a:moveTo>
                  <a:pt x="26362" y="369269"/>
                </a:moveTo>
                <a:cubicBezTo>
                  <a:pt x="43124" y="369269"/>
                  <a:pt x="56719" y="382864"/>
                  <a:pt x="56719" y="399633"/>
                </a:cubicBezTo>
                <a:cubicBezTo>
                  <a:pt x="56719" y="416402"/>
                  <a:pt x="43124" y="429997"/>
                  <a:pt x="26362" y="429997"/>
                </a:cubicBezTo>
                <a:cubicBezTo>
                  <a:pt x="17976" y="429997"/>
                  <a:pt x="10385" y="426598"/>
                  <a:pt x="4890" y="421103"/>
                </a:cubicBezTo>
                <a:lnTo>
                  <a:pt x="0" y="409299"/>
                </a:lnTo>
                <a:lnTo>
                  <a:pt x="0" y="389967"/>
                </a:lnTo>
                <a:lnTo>
                  <a:pt x="4890" y="378163"/>
                </a:lnTo>
                <a:cubicBezTo>
                  <a:pt x="10385" y="372668"/>
                  <a:pt x="17976" y="369269"/>
                  <a:pt x="26362" y="369269"/>
                </a:cubicBezTo>
                <a:close/>
                <a:moveTo>
                  <a:pt x="1669444" y="307535"/>
                </a:moveTo>
                <a:lnTo>
                  <a:pt x="1670784" y="334061"/>
                </a:lnTo>
                <a:lnTo>
                  <a:pt x="1664620" y="319181"/>
                </a:lnTo>
                <a:close/>
                <a:moveTo>
                  <a:pt x="1622429" y="288818"/>
                </a:moveTo>
                <a:cubicBezTo>
                  <a:pt x="1639199" y="288818"/>
                  <a:pt x="1652792" y="302412"/>
                  <a:pt x="1652792" y="319181"/>
                </a:cubicBezTo>
                <a:cubicBezTo>
                  <a:pt x="1652792" y="335950"/>
                  <a:pt x="1639199" y="349545"/>
                  <a:pt x="1622429" y="349545"/>
                </a:cubicBezTo>
                <a:cubicBezTo>
                  <a:pt x="1605659" y="349545"/>
                  <a:pt x="1592066" y="335950"/>
                  <a:pt x="1592066" y="319181"/>
                </a:cubicBezTo>
                <a:cubicBezTo>
                  <a:pt x="1592066" y="302412"/>
                  <a:pt x="1605659" y="288818"/>
                  <a:pt x="1622429" y="288818"/>
                </a:cubicBezTo>
                <a:close/>
                <a:moveTo>
                  <a:pt x="1549874" y="288818"/>
                </a:moveTo>
                <a:cubicBezTo>
                  <a:pt x="1566644" y="288818"/>
                  <a:pt x="1580238" y="302412"/>
                  <a:pt x="1580238" y="319181"/>
                </a:cubicBezTo>
                <a:cubicBezTo>
                  <a:pt x="1580238" y="335950"/>
                  <a:pt x="1566644" y="349545"/>
                  <a:pt x="1549874" y="349545"/>
                </a:cubicBezTo>
                <a:cubicBezTo>
                  <a:pt x="1533105" y="349545"/>
                  <a:pt x="1519511" y="335950"/>
                  <a:pt x="1519511" y="319181"/>
                </a:cubicBezTo>
                <a:cubicBezTo>
                  <a:pt x="1519511" y="302412"/>
                  <a:pt x="1533105" y="288818"/>
                  <a:pt x="1549874" y="288818"/>
                </a:cubicBezTo>
                <a:close/>
                <a:moveTo>
                  <a:pt x="1477320" y="288818"/>
                </a:moveTo>
                <a:cubicBezTo>
                  <a:pt x="1494089" y="288818"/>
                  <a:pt x="1507683" y="302412"/>
                  <a:pt x="1507683" y="319181"/>
                </a:cubicBezTo>
                <a:cubicBezTo>
                  <a:pt x="1507683" y="335950"/>
                  <a:pt x="1494089" y="349545"/>
                  <a:pt x="1477320" y="349545"/>
                </a:cubicBezTo>
                <a:cubicBezTo>
                  <a:pt x="1460550" y="349545"/>
                  <a:pt x="1446956" y="335950"/>
                  <a:pt x="1446956" y="319181"/>
                </a:cubicBezTo>
                <a:cubicBezTo>
                  <a:pt x="1446956" y="302412"/>
                  <a:pt x="1460550" y="288818"/>
                  <a:pt x="1477320" y="288818"/>
                </a:cubicBezTo>
                <a:close/>
                <a:moveTo>
                  <a:pt x="1404765" y="288818"/>
                </a:moveTo>
                <a:cubicBezTo>
                  <a:pt x="1421535" y="288818"/>
                  <a:pt x="1435129" y="302412"/>
                  <a:pt x="1435129" y="319181"/>
                </a:cubicBezTo>
                <a:cubicBezTo>
                  <a:pt x="1435129" y="335950"/>
                  <a:pt x="1421535" y="349545"/>
                  <a:pt x="1404765" y="349545"/>
                </a:cubicBezTo>
                <a:cubicBezTo>
                  <a:pt x="1387996" y="349545"/>
                  <a:pt x="1374402" y="335950"/>
                  <a:pt x="1374402" y="319181"/>
                </a:cubicBezTo>
                <a:cubicBezTo>
                  <a:pt x="1374402" y="302412"/>
                  <a:pt x="1387996" y="288818"/>
                  <a:pt x="1404765" y="288818"/>
                </a:cubicBezTo>
                <a:close/>
                <a:moveTo>
                  <a:pt x="1332211" y="288818"/>
                </a:moveTo>
                <a:cubicBezTo>
                  <a:pt x="1348980" y="288818"/>
                  <a:pt x="1362574" y="302412"/>
                  <a:pt x="1362574" y="319181"/>
                </a:cubicBezTo>
                <a:cubicBezTo>
                  <a:pt x="1362574" y="335950"/>
                  <a:pt x="1348980" y="349545"/>
                  <a:pt x="1332211" y="349545"/>
                </a:cubicBezTo>
                <a:cubicBezTo>
                  <a:pt x="1315441" y="349545"/>
                  <a:pt x="1301847" y="335950"/>
                  <a:pt x="1301847" y="319181"/>
                </a:cubicBezTo>
                <a:cubicBezTo>
                  <a:pt x="1301847" y="302412"/>
                  <a:pt x="1315441" y="288818"/>
                  <a:pt x="1332211" y="288818"/>
                </a:cubicBezTo>
                <a:close/>
                <a:moveTo>
                  <a:pt x="1259656" y="288818"/>
                </a:moveTo>
                <a:cubicBezTo>
                  <a:pt x="1276426" y="288818"/>
                  <a:pt x="1290020" y="302412"/>
                  <a:pt x="1290020" y="319181"/>
                </a:cubicBezTo>
                <a:cubicBezTo>
                  <a:pt x="1290020" y="335950"/>
                  <a:pt x="1276426" y="349545"/>
                  <a:pt x="1259656" y="349545"/>
                </a:cubicBezTo>
                <a:cubicBezTo>
                  <a:pt x="1242887" y="349545"/>
                  <a:pt x="1229293" y="335950"/>
                  <a:pt x="1229293" y="319181"/>
                </a:cubicBezTo>
                <a:cubicBezTo>
                  <a:pt x="1229293" y="302412"/>
                  <a:pt x="1242887" y="288818"/>
                  <a:pt x="1259656" y="288818"/>
                </a:cubicBezTo>
                <a:close/>
                <a:moveTo>
                  <a:pt x="1187102" y="288818"/>
                </a:moveTo>
                <a:cubicBezTo>
                  <a:pt x="1203871" y="288818"/>
                  <a:pt x="1217465" y="302412"/>
                  <a:pt x="1217465" y="319181"/>
                </a:cubicBezTo>
                <a:cubicBezTo>
                  <a:pt x="1217465" y="335950"/>
                  <a:pt x="1203871" y="349545"/>
                  <a:pt x="1187102" y="349545"/>
                </a:cubicBezTo>
                <a:cubicBezTo>
                  <a:pt x="1170332" y="349545"/>
                  <a:pt x="1156738" y="335950"/>
                  <a:pt x="1156738" y="319181"/>
                </a:cubicBezTo>
                <a:cubicBezTo>
                  <a:pt x="1156738" y="302412"/>
                  <a:pt x="1170332" y="288818"/>
                  <a:pt x="1187102" y="288818"/>
                </a:cubicBezTo>
                <a:close/>
                <a:moveTo>
                  <a:pt x="1114547" y="288818"/>
                </a:moveTo>
                <a:cubicBezTo>
                  <a:pt x="1131317" y="288818"/>
                  <a:pt x="1144911" y="302412"/>
                  <a:pt x="1144911" y="319181"/>
                </a:cubicBezTo>
                <a:cubicBezTo>
                  <a:pt x="1144911" y="335950"/>
                  <a:pt x="1131317" y="349545"/>
                  <a:pt x="1114547" y="349545"/>
                </a:cubicBezTo>
                <a:cubicBezTo>
                  <a:pt x="1097778" y="349545"/>
                  <a:pt x="1084184" y="335950"/>
                  <a:pt x="1084184" y="319181"/>
                </a:cubicBezTo>
                <a:cubicBezTo>
                  <a:pt x="1084184" y="302412"/>
                  <a:pt x="1097778" y="288818"/>
                  <a:pt x="1114547" y="288818"/>
                </a:cubicBezTo>
                <a:close/>
                <a:moveTo>
                  <a:pt x="1041993" y="288818"/>
                </a:moveTo>
                <a:cubicBezTo>
                  <a:pt x="1058762" y="288818"/>
                  <a:pt x="1072356" y="302412"/>
                  <a:pt x="1072356" y="319181"/>
                </a:cubicBezTo>
                <a:cubicBezTo>
                  <a:pt x="1072356" y="335950"/>
                  <a:pt x="1058762" y="349545"/>
                  <a:pt x="1041993" y="349545"/>
                </a:cubicBezTo>
                <a:cubicBezTo>
                  <a:pt x="1025223" y="349545"/>
                  <a:pt x="1011629" y="335950"/>
                  <a:pt x="1011629" y="319181"/>
                </a:cubicBezTo>
                <a:cubicBezTo>
                  <a:pt x="1011629" y="302412"/>
                  <a:pt x="1025223" y="288818"/>
                  <a:pt x="1041993" y="288818"/>
                </a:cubicBezTo>
                <a:close/>
                <a:moveTo>
                  <a:pt x="969438" y="288818"/>
                </a:moveTo>
                <a:cubicBezTo>
                  <a:pt x="986208" y="288818"/>
                  <a:pt x="999801" y="302412"/>
                  <a:pt x="999801" y="319181"/>
                </a:cubicBezTo>
                <a:cubicBezTo>
                  <a:pt x="999801" y="335950"/>
                  <a:pt x="986208" y="349545"/>
                  <a:pt x="969438" y="349545"/>
                </a:cubicBezTo>
                <a:cubicBezTo>
                  <a:pt x="952669" y="349545"/>
                  <a:pt x="939075" y="335950"/>
                  <a:pt x="939075" y="319181"/>
                </a:cubicBezTo>
                <a:cubicBezTo>
                  <a:pt x="939075" y="302412"/>
                  <a:pt x="952669" y="288818"/>
                  <a:pt x="969438" y="288818"/>
                </a:cubicBezTo>
                <a:close/>
                <a:moveTo>
                  <a:pt x="896883" y="288818"/>
                </a:moveTo>
                <a:cubicBezTo>
                  <a:pt x="913653" y="288818"/>
                  <a:pt x="927247" y="302412"/>
                  <a:pt x="927247" y="319181"/>
                </a:cubicBezTo>
                <a:cubicBezTo>
                  <a:pt x="927247" y="335950"/>
                  <a:pt x="913653" y="349545"/>
                  <a:pt x="896883" y="349545"/>
                </a:cubicBezTo>
                <a:cubicBezTo>
                  <a:pt x="880114" y="349545"/>
                  <a:pt x="866520" y="335950"/>
                  <a:pt x="866520" y="319181"/>
                </a:cubicBezTo>
                <a:cubicBezTo>
                  <a:pt x="866520" y="302412"/>
                  <a:pt x="880114" y="288818"/>
                  <a:pt x="896883" y="288818"/>
                </a:cubicBezTo>
                <a:close/>
                <a:moveTo>
                  <a:pt x="824329" y="288818"/>
                </a:moveTo>
                <a:cubicBezTo>
                  <a:pt x="841098" y="288818"/>
                  <a:pt x="854692" y="302412"/>
                  <a:pt x="854692" y="319181"/>
                </a:cubicBezTo>
                <a:cubicBezTo>
                  <a:pt x="854692" y="335950"/>
                  <a:pt x="841098" y="349545"/>
                  <a:pt x="824329" y="349545"/>
                </a:cubicBezTo>
                <a:cubicBezTo>
                  <a:pt x="807559" y="349545"/>
                  <a:pt x="793965" y="335950"/>
                  <a:pt x="793965" y="319181"/>
                </a:cubicBezTo>
                <a:cubicBezTo>
                  <a:pt x="793965" y="302412"/>
                  <a:pt x="807559" y="288818"/>
                  <a:pt x="824329" y="288818"/>
                </a:cubicBezTo>
                <a:close/>
                <a:moveTo>
                  <a:pt x="751774" y="288818"/>
                </a:moveTo>
                <a:cubicBezTo>
                  <a:pt x="768544" y="288818"/>
                  <a:pt x="782138" y="302412"/>
                  <a:pt x="782138" y="319181"/>
                </a:cubicBezTo>
                <a:cubicBezTo>
                  <a:pt x="782138" y="335950"/>
                  <a:pt x="768544" y="349545"/>
                  <a:pt x="751774" y="349545"/>
                </a:cubicBezTo>
                <a:cubicBezTo>
                  <a:pt x="735005" y="349545"/>
                  <a:pt x="721411" y="335950"/>
                  <a:pt x="721411" y="319181"/>
                </a:cubicBezTo>
                <a:cubicBezTo>
                  <a:pt x="721411" y="302412"/>
                  <a:pt x="735005" y="288818"/>
                  <a:pt x="751774" y="288818"/>
                </a:cubicBezTo>
                <a:close/>
                <a:moveTo>
                  <a:pt x="679220" y="288818"/>
                </a:moveTo>
                <a:cubicBezTo>
                  <a:pt x="695989" y="288818"/>
                  <a:pt x="709583" y="302412"/>
                  <a:pt x="709583" y="319181"/>
                </a:cubicBezTo>
                <a:cubicBezTo>
                  <a:pt x="709583" y="335950"/>
                  <a:pt x="695989" y="349545"/>
                  <a:pt x="679220" y="349545"/>
                </a:cubicBezTo>
                <a:cubicBezTo>
                  <a:pt x="662450" y="349545"/>
                  <a:pt x="648856" y="335950"/>
                  <a:pt x="648856" y="319181"/>
                </a:cubicBezTo>
                <a:cubicBezTo>
                  <a:pt x="648856" y="302412"/>
                  <a:pt x="662450" y="288818"/>
                  <a:pt x="679220" y="288818"/>
                </a:cubicBezTo>
                <a:close/>
                <a:moveTo>
                  <a:pt x="606665" y="288818"/>
                </a:moveTo>
                <a:cubicBezTo>
                  <a:pt x="623435" y="288818"/>
                  <a:pt x="637029" y="302412"/>
                  <a:pt x="637029" y="319181"/>
                </a:cubicBezTo>
                <a:cubicBezTo>
                  <a:pt x="637029" y="335950"/>
                  <a:pt x="623435" y="349545"/>
                  <a:pt x="606665" y="349545"/>
                </a:cubicBezTo>
                <a:cubicBezTo>
                  <a:pt x="589896" y="349545"/>
                  <a:pt x="576302" y="335950"/>
                  <a:pt x="576302" y="319181"/>
                </a:cubicBezTo>
                <a:cubicBezTo>
                  <a:pt x="576302" y="302412"/>
                  <a:pt x="589896" y="288818"/>
                  <a:pt x="606665" y="288818"/>
                </a:cubicBezTo>
                <a:close/>
                <a:moveTo>
                  <a:pt x="534111" y="288818"/>
                </a:moveTo>
                <a:cubicBezTo>
                  <a:pt x="550880" y="288818"/>
                  <a:pt x="564474" y="302412"/>
                  <a:pt x="564474" y="319181"/>
                </a:cubicBezTo>
                <a:cubicBezTo>
                  <a:pt x="564474" y="335950"/>
                  <a:pt x="550880" y="349545"/>
                  <a:pt x="534111" y="349545"/>
                </a:cubicBezTo>
                <a:cubicBezTo>
                  <a:pt x="517341" y="349545"/>
                  <a:pt x="503747" y="335950"/>
                  <a:pt x="503747" y="319181"/>
                </a:cubicBezTo>
                <a:cubicBezTo>
                  <a:pt x="503747" y="302412"/>
                  <a:pt x="517341" y="288818"/>
                  <a:pt x="534111" y="288818"/>
                </a:cubicBezTo>
                <a:close/>
                <a:moveTo>
                  <a:pt x="461556" y="288818"/>
                </a:moveTo>
                <a:cubicBezTo>
                  <a:pt x="478326" y="288818"/>
                  <a:pt x="491920" y="302412"/>
                  <a:pt x="491920" y="319181"/>
                </a:cubicBezTo>
                <a:cubicBezTo>
                  <a:pt x="491920" y="335950"/>
                  <a:pt x="478326" y="349545"/>
                  <a:pt x="461556" y="349545"/>
                </a:cubicBezTo>
                <a:cubicBezTo>
                  <a:pt x="444787" y="349545"/>
                  <a:pt x="431192" y="335950"/>
                  <a:pt x="431192" y="319181"/>
                </a:cubicBezTo>
                <a:cubicBezTo>
                  <a:pt x="431192" y="302412"/>
                  <a:pt x="444787" y="288818"/>
                  <a:pt x="461556" y="288818"/>
                </a:cubicBezTo>
                <a:close/>
                <a:moveTo>
                  <a:pt x="389002" y="288818"/>
                </a:moveTo>
                <a:cubicBezTo>
                  <a:pt x="405771" y="288818"/>
                  <a:pt x="419365" y="302412"/>
                  <a:pt x="419365" y="319181"/>
                </a:cubicBezTo>
                <a:cubicBezTo>
                  <a:pt x="419365" y="335950"/>
                  <a:pt x="405771" y="349545"/>
                  <a:pt x="389002" y="349545"/>
                </a:cubicBezTo>
                <a:cubicBezTo>
                  <a:pt x="372232" y="349545"/>
                  <a:pt x="358638" y="335950"/>
                  <a:pt x="358638" y="319181"/>
                </a:cubicBezTo>
                <a:cubicBezTo>
                  <a:pt x="358638" y="302412"/>
                  <a:pt x="372232" y="288818"/>
                  <a:pt x="389002" y="288818"/>
                </a:cubicBezTo>
                <a:close/>
                <a:moveTo>
                  <a:pt x="316447" y="288818"/>
                </a:moveTo>
                <a:cubicBezTo>
                  <a:pt x="333216" y="288818"/>
                  <a:pt x="346810" y="302412"/>
                  <a:pt x="346810" y="319181"/>
                </a:cubicBezTo>
                <a:cubicBezTo>
                  <a:pt x="346810" y="335950"/>
                  <a:pt x="333216" y="349545"/>
                  <a:pt x="316447" y="349545"/>
                </a:cubicBezTo>
                <a:cubicBezTo>
                  <a:pt x="299677" y="349545"/>
                  <a:pt x="286084" y="335950"/>
                  <a:pt x="286084" y="319181"/>
                </a:cubicBezTo>
                <a:cubicBezTo>
                  <a:pt x="286084" y="302412"/>
                  <a:pt x="299677" y="288818"/>
                  <a:pt x="316447" y="288818"/>
                </a:cubicBezTo>
                <a:close/>
                <a:moveTo>
                  <a:pt x="243892" y="288818"/>
                </a:moveTo>
                <a:cubicBezTo>
                  <a:pt x="260662" y="288818"/>
                  <a:pt x="274256" y="302412"/>
                  <a:pt x="274256" y="319181"/>
                </a:cubicBezTo>
                <a:cubicBezTo>
                  <a:pt x="274256" y="335950"/>
                  <a:pt x="260662" y="349545"/>
                  <a:pt x="243892" y="349545"/>
                </a:cubicBezTo>
                <a:cubicBezTo>
                  <a:pt x="227123" y="349545"/>
                  <a:pt x="213529" y="335950"/>
                  <a:pt x="213529" y="319181"/>
                </a:cubicBezTo>
                <a:cubicBezTo>
                  <a:pt x="213529" y="302412"/>
                  <a:pt x="227123" y="288818"/>
                  <a:pt x="243892" y="288818"/>
                </a:cubicBezTo>
                <a:close/>
                <a:moveTo>
                  <a:pt x="171339" y="288818"/>
                </a:moveTo>
                <a:cubicBezTo>
                  <a:pt x="188107" y="288818"/>
                  <a:pt x="201701" y="302412"/>
                  <a:pt x="201701" y="319181"/>
                </a:cubicBezTo>
                <a:cubicBezTo>
                  <a:pt x="201701" y="335950"/>
                  <a:pt x="188107" y="349545"/>
                  <a:pt x="171339" y="349545"/>
                </a:cubicBezTo>
                <a:cubicBezTo>
                  <a:pt x="154691" y="349545"/>
                  <a:pt x="141096" y="335950"/>
                  <a:pt x="141096" y="319181"/>
                </a:cubicBezTo>
                <a:cubicBezTo>
                  <a:pt x="141096" y="302412"/>
                  <a:pt x="154691" y="288818"/>
                  <a:pt x="171339" y="288818"/>
                </a:cubicBezTo>
                <a:close/>
                <a:moveTo>
                  <a:pt x="98923" y="288818"/>
                </a:moveTo>
                <a:cubicBezTo>
                  <a:pt x="115682" y="288818"/>
                  <a:pt x="129276" y="302412"/>
                  <a:pt x="129276" y="319181"/>
                </a:cubicBezTo>
                <a:cubicBezTo>
                  <a:pt x="129276" y="335950"/>
                  <a:pt x="115682" y="349545"/>
                  <a:pt x="98923" y="349545"/>
                </a:cubicBezTo>
                <a:cubicBezTo>
                  <a:pt x="82149" y="349545"/>
                  <a:pt x="68554" y="335950"/>
                  <a:pt x="68554" y="319181"/>
                </a:cubicBezTo>
                <a:cubicBezTo>
                  <a:pt x="68554" y="302412"/>
                  <a:pt x="82149" y="288818"/>
                  <a:pt x="98923" y="288818"/>
                </a:cubicBezTo>
                <a:close/>
                <a:moveTo>
                  <a:pt x="26368" y="288818"/>
                </a:moveTo>
                <a:cubicBezTo>
                  <a:pt x="43131" y="288818"/>
                  <a:pt x="56725" y="302412"/>
                  <a:pt x="56725" y="319181"/>
                </a:cubicBezTo>
                <a:cubicBezTo>
                  <a:pt x="56725" y="335950"/>
                  <a:pt x="43131" y="349545"/>
                  <a:pt x="26368" y="349545"/>
                </a:cubicBezTo>
                <a:cubicBezTo>
                  <a:pt x="17983" y="349545"/>
                  <a:pt x="10391" y="346146"/>
                  <a:pt x="4896" y="340651"/>
                </a:cubicBezTo>
                <a:lnTo>
                  <a:pt x="0" y="328831"/>
                </a:lnTo>
                <a:lnTo>
                  <a:pt x="0" y="309532"/>
                </a:lnTo>
                <a:lnTo>
                  <a:pt x="4896" y="297711"/>
                </a:lnTo>
                <a:cubicBezTo>
                  <a:pt x="10391" y="292217"/>
                  <a:pt x="17983" y="288818"/>
                  <a:pt x="26368" y="288818"/>
                </a:cubicBezTo>
                <a:close/>
                <a:moveTo>
                  <a:pt x="1622429" y="208366"/>
                </a:moveTo>
                <a:cubicBezTo>
                  <a:pt x="1639199" y="208366"/>
                  <a:pt x="1652792" y="221960"/>
                  <a:pt x="1652792" y="238729"/>
                </a:cubicBezTo>
                <a:cubicBezTo>
                  <a:pt x="1652792" y="255499"/>
                  <a:pt x="1639199" y="269093"/>
                  <a:pt x="1622429" y="269093"/>
                </a:cubicBezTo>
                <a:cubicBezTo>
                  <a:pt x="1605659" y="269093"/>
                  <a:pt x="1592066" y="255499"/>
                  <a:pt x="1592066" y="238729"/>
                </a:cubicBezTo>
                <a:cubicBezTo>
                  <a:pt x="1592066" y="221960"/>
                  <a:pt x="1605659" y="208366"/>
                  <a:pt x="1622429" y="208366"/>
                </a:cubicBezTo>
                <a:close/>
                <a:moveTo>
                  <a:pt x="1549874" y="208366"/>
                </a:moveTo>
                <a:cubicBezTo>
                  <a:pt x="1566644" y="208366"/>
                  <a:pt x="1580238" y="221960"/>
                  <a:pt x="1580238" y="238729"/>
                </a:cubicBezTo>
                <a:cubicBezTo>
                  <a:pt x="1580238" y="255499"/>
                  <a:pt x="1566644" y="269093"/>
                  <a:pt x="1549874" y="269093"/>
                </a:cubicBezTo>
                <a:cubicBezTo>
                  <a:pt x="1533105" y="269093"/>
                  <a:pt x="1519511" y="255499"/>
                  <a:pt x="1519511" y="238729"/>
                </a:cubicBezTo>
                <a:cubicBezTo>
                  <a:pt x="1519511" y="221960"/>
                  <a:pt x="1533105" y="208366"/>
                  <a:pt x="1549874" y="208366"/>
                </a:cubicBezTo>
                <a:close/>
                <a:moveTo>
                  <a:pt x="1477320" y="208366"/>
                </a:moveTo>
                <a:cubicBezTo>
                  <a:pt x="1494089" y="208366"/>
                  <a:pt x="1507683" y="221960"/>
                  <a:pt x="1507683" y="238729"/>
                </a:cubicBezTo>
                <a:cubicBezTo>
                  <a:pt x="1507683" y="255499"/>
                  <a:pt x="1494089" y="269093"/>
                  <a:pt x="1477320" y="269093"/>
                </a:cubicBezTo>
                <a:cubicBezTo>
                  <a:pt x="1460550" y="269093"/>
                  <a:pt x="1446956" y="255499"/>
                  <a:pt x="1446956" y="238729"/>
                </a:cubicBezTo>
                <a:cubicBezTo>
                  <a:pt x="1446956" y="221960"/>
                  <a:pt x="1460550" y="208366"/>
                  <a:pt x="1477320" y="208366"/>
                </a:cubicBezTo>
                <a:close/>
                <a:moveTo>
                  <a:pt x="1404765" y="208366"/>
                </a:moveTo>
                <a:cubicBezTo>
                  <a:pt x="1421535" y="208366"/>
                  <a:pt x="1435129" y="221960"/>
                  <a:pt x="1435129" y="238729"/>
                </a:cubicBezTo>
                <a:cubicBezTo>
                  <a:pt x="1435129" y="255499"/>
                  <a:pt x="1421535" y="269093"/>
                  <a:pt x="1404765" y="269093"/>
                </a:cubicBezTo>
                <a:cubicBezTo>
                  <a:pt x="1387996" y="269093"/>
                  <a:pt x="1374402" y="255499"/>
                  <a:pt x="1374402" y="238729"/>
                </a:cubicBezTo>
                <a:cubicBezTo>
                  <a:pt x="1374402" y="221960"/>
                  <a:pt x="1387996" y="208366"/>
                  <a:pt x="1404765" y="208366"/>
                </a:cubicBezTo>
                <a:close/>
                <a:moveTo>
                  <a:pt x="1332211" y="208366"/>
                </a:moveTo>
                <a:cubicBezTo>
                  <a:pt x="1348980" y="208366"/>
                  <a:pt x="1362574" y="221960"/>
                  <a:pt x="1362574" y="238729"/>
                </a:cubicBezTo>
                <a:cubicBezTo>
                  <a:pt x="1362574" y="255499"/>
                  <a:pt x="1348980" y="269093"/>
                  <a:pt x="1332211" y="269093"/>
                </a:cubicBezTo>
                <a:cubicBezTo>
                  <a:pt x="1315441" y="269093"/>
                  <a:pt x="1301847" y="255499"/>
                  <a:pt x="1301847" y="238729"/>
                </a:cubicBezTo>
                <a:cubicBezTo>
                  <a:pt x="1301847" y="221960"/>
                  <a:pt x="1315441" y="208366"/>
                  <a:pt x="1332211" y="208366"/>
                </a:cubicBezTo>
                <a:close/>
                <a:moveTo>
                  <a:pt x="1259656" y="208366"/>
                </a:moveTo>
                <a:cubicBezTo>
                  <a:pt x="1276426" y="208366"/>
                  <a:pt x="1290020" y="221960"/>
                  <a:pt x="1290020" y="238729"/>
                </a:cubicBezTo>
                <a:cubicBezTo>
                  <a:pt x="1290020" y="255499"/>
                  <a:pt x="1276426" y="269093"/>
                  <a:pt x="1259656" y="269093"/>
                </a:cubicBezTo>
                <a:cubicBezTo>
                  <a:pt x="1242887" y="269093"/>
                  <a:pt x="1229293" y="255499"/>
                  <a:pt x="1229293" y="238729"/>
                </a:cubicBezTo>
                <a:cubicBezTo>
                  <a:pt x="1229293" y="221960"/>
                  <a:pt x="1242887" y="208366"/>
                  <a:pt x="1259656" y="208366"/>
                </a:cubicBezTo>
                <a:close/>
                <a:moveTo>
                  <a:pt x="1187102" y="208366"/>
                </a:moveTo>
                <a:cubicBezTo>
                  <a:pt x="1203871" y="208366"/>
                  <a:pt x="1217465" y="221960"/>
                  <a:pt x="1217465" y="238729"/>
                </a:cubicBezTo>
                <a:cubicBezTo>
                  <a:pt x="1217465" y="255499"/>
                  <a:pt x="1203871" y="269093"/>
                  <a:pt x="1187102" y="269093"/>
                </a:cubicBezTo>
                <a:cubicBezTo>
                  <a:pt x="1170332" y="269093"/>
                  <a:pt x="1156738" y="255499"/>
                  <a:pt x="1156738" y="238729"/>
                </a:cubicBezTo>
                <a:cubicBezTo>
                  <a:pt x="1156738" y="221960"/>
                  <a:pt x="1170332" y="208366"/>
                  <a:pt x="1187102" y="208366"/>
                </a:cubicBezTo>
                <a:close/>
                <a:moveTo>
                  <a:pt x="1114547" y="208366"/>
                </a:moveTo>
                <a:cubicBezTo>
                  <a:pt x="1131317" y="208366"/>
                  <a:pt x="1144911" y="221960"/>
                  <a:pt x="1144911" y="238729"/>
                </a:cubicBezTo>
                <a:cubicBezTo>
                  <a:pt x="1144911" y="255499"/>
                  <a:pt x="1131317" y="269093"/>
                  <a:pt x="1114547" y="269093"/>
                </a:cubicBezTo>
                <a:cubicBezTo>
                  <a:pt x="1097778" y="269093"/>
                  <a:pt x="1084184" y="255499"/>
                  <a:pt x="1084184" y="238729"/>
                </a:cubicBezTo>
                <a:cubicBezTo>
                  <a:pt x="1084184" y="221960"/>
                  <a:pt x="1097778" y="208366"/>
                  <a:pt x="1114547" y="208366"/>
                </a:cubicBezTo>
                <a:close/>
                <a:moveTo>
                  <a:pt x="1041993" y="208366"/>
                </a:moveTo>
                <a:cubicBezTo>
                  <a:pt x="1058762" y="208366"/>
                  <a:pt x="1072356" y="221960"/>
                  <a:pt x="1072356" y="238729"/>
                </a:cubicBezTo>
                <a:cubicBezTo>
                  <a:pt x="1072356" y="255499"/>
                  <a:pt x="1058762" y="269093"/>
                  <a:pt x="1041993" y="269093"/>
                </a:cubicBezTo>
                <a:cubicBezTo>
                  <a:pt x="1025223" y="269093"/>
                  <a:pt x="1011629" y="255499"/>
                  <a:pt x="1011629" y="238729"/>
                </a:cubicBezTo>
                <a:cubicBezTo>
                  <a:pt x="1011629" y="221960"/>
                  <a:pt x="1025223" y="208366"/>
                  <a:pt x="1041993" y="208366"/>
                </a:cubicBezTo>
                <a:close/>
                <a:moveTo>
                  <a:pt x="969438" y="208366"/>
                </a:moveTo>
                <a:cubicBezTo>
                  <a:pt x="986208" y="208366"/>
                  <a:pt x="999801" y="221960"/>
                  <a:pt x="999801" y="238729"/>
                </a:cubicBezTo>
                <a:cubicBezTo>
                  <a:pt x="999801" y="255499"/>
                  <a:pt x="986208" y="269093"/>
                  <a:pt x="969438" y="269093"/>
                </a:cubicBezTo>
                <a:cubicBezTo>
                  <a:pt x="952669" y="269093"/>
                  <a:pt x="939075" y="255499"/>
                  <a:pt x="939075" y="238729"/>
                </a:cubicBezTo>
                <a:cubicBezTo>
                  <a:pt x="939075" y="221960"/>
                  <a:pt x="952669" y="208366"/>
                  <a:pt x="969438" y="208366"/>
                </a:cubicBezTo>
                <a:close/>
                <a:moveTo>
                  <a:pt x="896883" y="208366"/>
                </a:moveTo>
                <a:cubicBezTo>
                  <a:pt x="913653" y="208366"/>
                  <a:pt x="927247" y="221960"/>
                  <a:pt x="927247" y="238729"/>
                </a:cubicBezTo>
                <a:cubicBezTo>
                  <a:pt x="927247" y="255499"/>
                  <a:pt x="913653" y="269093"/>
                  <a:pt x="896883" y="269093"/>
                </a:cubicBezTo>
                <a:cubicBezTo>
                  <a:pt x="880114" y="269093"/>
                  <a:pt x="866520" y="255499"/>
                  <a:pt x="866520" y="238729"/>
                </a:cubicBezTo>
                <a:cubicBezTo>
                  <a:pt x="866520" y="221960"/>
                  <a:pt x="880114" y="208366"/>
                  <a:pt x="896883" y="208366"/>
                </a:cubicBezTo>
                <a:close/>
                <a:moveTo>
                  <a:pt x="824329" y="208366"/>
                </a:moveTo>
                <a:cubicBezTo>
                  <a:pt x="841098" y="208366"/>
                  <a:pt x="854692" y="221960"/>
                  <a:pt x="854692" y="238729"/>
                </a:cubicBezTo>
                <a:cubicBezTo>
                  <a:pt x="854692" y="255499"/>
                  <a:pt x="841098" y="269093"/>
                  <a:pt x="824329" y="269093"/>
                </a:cubicBezTo>
                <a:cubicBezTo>
                  <a:pt x="807559" y="269093"/>
                  <a:pt x="793965" y="255499"/>
                  <a:pt x="793965" y="238729"/>
                </a:cubicBezTo>
                <a:cubicBezTo>
                  <a:pt x="793965" y="221960"/>
                  <a:pt x="807559" y="208366"/>
                  <a:pt x="824329" y="208366"/>
                </a:cubicBezTo>
                <a:close/>
                <a:moveTo>
                  <a:pt x="751774" y="208366"/>
                </a:moveTo>
                <a:cubicBezTo>
                  <a:pt x="768544" y="208366"/>
                  <a:pt x="782138" y="221960"/>
                  <a:pt x="782138" y="238729"/>
                </a:cubicBezTo>
                <a:cubicBezTo>
                  <a:pt x="782138" y="255499"/>
                  <a:pt x="768544" y="269093"/>
                  <a:pt x="751774" y="269093"/>
                </a:cubicBezTo>
                <a:cubicBezTo>
                  <a:pt x="735005" y="269093"/>
                  <a:pt x="721411" y="255499"/>
                  <a:pt x="721411" y="238729"/>
                </a:cubicBezTo>
                <a:cubicBezTo>
                  <a:pt x="721411" y="221960"/>
                  <a:pt x="735005" y="208366"/>
                  <a:pt x="751774" y="208366"/>
                </a:cubicBezTo>
                <a:close/>
                <a:moveTo>
                  <a:pt x="679220" y="208366"/>
                </a:moveTo>
                <a:cubicBezTo>
                  <a:pt x="695989" y="208366"/>
                  <a:pt x="709583" y="221960"/>
                  <a:pt x="709583" y="238729"/>
                </a:cubicBezTo>
                <a:cubicBezTo>
                  <a:pt x="709583" y="255499"/>
                  <a:pt x="695989" y="269093"/>
                  <a:pt x="679220" y="269093"/>
                </a:cubicBezTo>
                <a:cubicBezTo>
                  <a:pt x="662450" y="269093"/>
                  <a:pt x="648856" y="255499"/>
                  <a:pt x="648856" y="238729"/>
                </a:cubicBezTo>
                <a:cubicBezTo>
                  <a:pt x="648856" y="221960"/>
                  <a:pt x="662450" y="208366"/>
                  <a:pt x="679220" y="208366"/>
                </a:cubicBezTo>
                <a:close/>
                <a:moveTo>
                  <a:pt x="606665" y="208366"/>
                </a:moveTo>
                <a:cubicBezTo>
                  <a:pt x="623435" y="208366"/>
                  <a:pt x="637029" y="221960"/>
                  <a:pt x="637029" y="238729"/>
                </a:cubicBezTo>
                <a:cubicBezTo>
                  <a:pt x="637029" y="255499"/>
                  <a:pt x="623435" y="269093"/>
                  <a:pt x="606665" y="269093"/>
                </a:cubicBezTo>
                <a:cubicBezTo>
                  <a:pt x="589896" y="269093"/>
                  <a:pt x="576302" y="255499"/>
                  <a:pt x="576302" y="238729"/>
                </a:cubicBezTo>
                <a:cubicBezTo>
                  <a:pt x="576302" y="221960"/>
                  <a:pt x="589896" y="208366"/>
                  <a:pt x="606665" y="208366"/>
                </a:cubicBezTo>
                <a:close/>
                <a:moveTo>
                  <a:pt x="534111" y="208366"/>
                </a:moveTo>
                <a:cubicBezTo>
                  <a:pt x="550880" y="208366"/>
                  <a:pt x="564474" y="221960"/>
                  <a:pt x="564474" y="238729"/>
                </a:cubicBezTo>
                <a:cubicBezTo>
                  <a:pt x="564474" y="255499"/>
                  <a:pt x="550880" y="269093"/>
                  <a:pt x="534111" y="269093"/>
                </a:cubicBezTo>
                <a:cubicBezTo>
                  <a:pt x="517341" y="269093"/>
                  <a:pt x="503747" y="255499"/>
                  <a:pt x="503747" y="238729"/>
                </a:cubicBezTo>
                <a:cubicBezTo>
                  <a:pt x="503747" y="221960"/>
                  <a:pt x="517341" y="208366"/>
                  <a:pt x="534111" y="208366"/>
                </a:cubicBezTo>
                <a:close/>
                <a:moveTo>
                  <a:pt x="461556" y="208366"/>
                </a:moveTo>
                <a:cubicBezTo>
                  <a:pt x="478326" y="208366"/>
                  <a:pt x="491920" y="221960"/>
                  <a:pt x="491920" y="238729"/>
                </a:cubicBezTo>
                <a:cubicBezTo>
                  <a:pt x="491920" y="255499"/>
                  <a:pt x="478326" y="269093"/>
                  <a:pt x="461556" y="269093"/>
                </a:cubicBezTo>
                <a:cubicBezTo>
                  <a:pt x="444787" y="269093"/>
                  <a:pt x="431192" y="255499"/>
                  <a:pt x="431192" y="238729"/>
                </a:cubicBezTo>
                <a:cubicBezTo>
                  <a:pt x="431192" y="221960"/>
                  <a:pt x="444787" y="208366"/>
                  <a:pt x="461556" y="208366"/>
                </a:cubicBezTo>
                <a:close/>
                <a:moveTo>
                  <a:pt x="389002" y="208366"/>
                </a:moveTo>
                <a:cubicBezTo>
                  <a:pt x="405771" y="208366"/>
                  <a:pt x="419365" y="221960"/>
                  <a:pt x="419365" y="238729"/>
                </a:cubicBezTo>
                <a:cubicBezTo>
                  <a:pt x="419365" y="255499"/>
                  <a:pt x="405771" y="269093"/>
                  <a:pt x="389002" y="269093"/>
                </a:cubicBezTo>
                <a:cubicBezTo>
                  <a:pt x="372232" y="269093"/>
                  <a:pt x="358638" y="255499"/>
                  <a:pt x="358638" y="238729"/>
                </a:cubicBezTo>
                <a:cubicBezTo>
                  <a:pt x="358638" y="221960"/>
                  <a:pt x="372232" y="208366"/>
                  <a:pt x="389002" y="208366"/>
                </a:cubicBezTo>
                <a:close/>
                <a:moveTo>
                  <a:pt x="316447" y="208366"/>
                </a:moveTo>
                <a:cubicBezTo>
                  <a:pt x="333216" y="208366"/>
                  <a:pt x="346810" y="221960"/>
                  <a:pt x="346810" y="238729"/>
                </a:cubicBezTo>
                <a:cubicBezTo>
                  <a:pt x="346810" y="255499"/>
                  <a:pt x="333216" y="269093"/>
                  <a:pt x="316447" y="269093"/>
                </a:cubicBezTo>
                <a:cubicBezTo>
                  <a:pt x="299677" y="269093"/>
                  <a:pt x="286084" y="255499"/>
                  <a:pt x="286084" y="238729"/>
                </a:cubicBezTo>
                <a:cubicBezTo>
                  <a:pt x="286084" y="221960"/>
                  <a:pt x="299677" y="208366"/>
                  <a:pt x="316447" y="208366"/>
                </a:cubicBezTo>
                <a:close/>
                <a:moveTo>
                  <a:pt x="243892" y="208366"/>
                </a:moveTo>
                <a:cubicBezTo>
                  <a:pt x="260662" y="208366"/>
                  <a:pt x="274256" y="221960"/>
                  <a:pt x="274256" y="238729"/>
                </a:cubicBezTo>
                <a:cubicBezTo>
                  <a:pt x="274256" y="255499"/>
                  <a:pt x="260662" y="269093"/>
                  <a:pt x="243892" y="269093"/>
                </a:cubicBezTo>
                <a:cubicBezTo>
                  <a:pt x="227123" y="269093"/>
                  <a:pt x="213529" y="255499"/>
                  <a:pt x="213529" y="238729"/>
                </a:cubicBezTo>
                <a:cubicBezTo>
                  <a:pt x="213529" y="221960"/>
                  <a:pt x="227123" y="208366"/>
                  <a:pt x="243892" y="208366"/>
                </a:cubicBezTo>
                <a:close/>
                <a:moveTo>
                  <a:pt x="171339" y="208366"/>
                </a:moveTo>
                <a:cubicBezTo>
                  <a:pt x="188107" y="208366"/>
                  <a:pt x="201701" y="221960"/>
                  <a:pt x="201701" y="238729"/>
                </a:cubicBezTo>
                <a:cubicBezTo>
                  <a:pt x="201701" y="255499"/>
                  <a:pt x="188107" y="269093"/>
                  <a:pt x="171339" y="269093"/>
                </a:cubicBezTo>
                <a:cubicBezTo>
                  <a:pt x="154697" y="269093"/>
                  <a:pt x="141102" y="255499"/>
                  <a:pt x="141102" y="238729"/>
                </a:cubicBezTo>
                <a:cubicBezTo>
                  <a:pt x="141102" y="221960"/>
                  <a:pt x="154697" y="208366"/>
                  <a:pt x="171339" y="208366"/>
                </a:cubicBezTo>
                <a:close/>
                <a:moveTo>
                  <a:pt x="98929" y="208366"/>
                </a:moveTo>
                <a:cubicBezTo>
                  <a:pt x="115688" y="208366"/>
                  <a:pt x="129282" y="221960"/>
                  <a:pt x="129282" y="238729"/>
                </a:cubicBezTo>
                <a:cubicBezTo>
                  <a:pt x="129282" y="255499"/>
                  <a:pt x="115688" y="269093"/>
                  <a:pt x="98929" y="269093"/>
                </a:cubicBezTo>
                <a:cubicBezTo>
                  <a:pt x="82155" y="269093"/>
                  <a:pt x="68561" y="255499"/>
                  <a:pt x="68561" y="238729"/>
                </a:cubicBezTo>
                <a:cubicBezTo>
                  <a:pt x="68561" y="221960"/>
                  <a:pt x="82155" y="208366"/>
                  <a:pt x="98929" y="208366"/>
                </a:cubicBezTo>
                <a:close/>
                <a:moveTo>
                  <a:pt x="26375" y="208366"/>
                </a:moveTo>
                <a:cubicBezTo>
                  <a:pt x="43137" y="208366"/>
                  <a:pt x="56732" y="221960"/>
                  <a:pt x="56732" y="238729"/>
                </a:cubicBezTo>
                <a:cubicBezTo>
                  <a:pt x="56732" y="255499"/>
                  <a:pt x="43137" y="269093"/>
                  <a:pt x="26375" y="269093"/>
                </a:cubicBezTo>
                <a:cubicBezTo>
                  <a:pt x="17989" y="269093"/>
                  <a:pt x="10398" y="265695"/>
                  <a:pt x="4903" y="260200"/>
                </a:cubicBezTo>
                <a:lnTo>
                  <a:pt x="0" y="248364"/>
                </a:lnTo>
                <a:lnTo>
                  <a:pt x="0" y="229094"/>
                </a:lnTo>
                <a:lnTo>
                  <a:pt x="4903" y="217259"/>
                </a:lnTo>
                <a:cubicBezTo>
                  <a:pt x="10398" y="211765"/>
                  <a:pt x="17989" y="208366"/>
                  <a:pt x="26375" y="208366"/>
                </a:cubicBezTo>
                <a:close/>
                <a:moveTo>
                  <a:pt x="1622429" y="127914"/>
                </a:moveTo>
                <a:cubicBezTo>
                  <a:pt x="1630814" y="127914"/>
                  <a:pt x="1638404" y="131313"/>
                  <a:pt x="1643899" y="136808"/>
                </a:cubicBezTo>
                <a:lnTo>
                  <a:pt x="1648931" y="148957"/>
                </a:lnTo>
                <a:lnTo>
                  <a:pt x="1651011" y="162579"/>
                </a:lnTo>
                <a:lnTo>
                  <a:pt x="1643899" y="179748"/>
                </a:lnTo>
                <a:cubicBezTo>
                  <a:pt x="1638404" y="185243"/>
                  <a:pt x="1630814" y="188641"/>
                  <a:pt x="1622429" y="188641"/>
                </a:cubicBezTo>
                <a:cubicBezTo>
                  <a:pt x="1605659" y="188641"/>
                  <a:pt x="1592066" y="175047"/>
                  <a:pt x="1592066" y="158278"/>
                </a:cubicBezTo>
                <a:cubicBezTo>
                  <a:pt x="1592066" y="141508"/>
                  <a:pt x="1605659" y="127914"/>
                  <a:pt x="1622429" y="127914"/>
                </a:cubicBezTo>
                <a:close/>
                <a:moveTo>
                  <a:pt x="1549874" y="127914"/>
                </a:moveTo>
                <a:cubicBezTo>
                  <a:pt x="1566644" y="127914"/>
                  <a:pt x="1580238" y="141508"/>
                  <a:pt x="1580238" y="158278"/>
                </a:cubicBezTo>
                <a:cubicBezTo>
                  <a:pt x="1580238" y="175047"/>
                  <a:pt x="1566644" y="188641"/>
                  <a:pt x="1549874" y="188641"/>
                </a:cubicBezTo>
                <a:cubicBezTo>
                  <a:pt x="1533105" y="188641"/>
                  <a:pt x="1519511" y="175047"/>
                  <a:pt x="1519511" y="158278"/>
                </a:cubicBezTo>
                <a:cubicBezTo>
                  <a:pt x="1519511" y="141508"/>
                  <a:pt x="1533105" y="127914"/>
                  <a:pt x="1549874" y="127914"/>
                </a:cubicBezTo>
                <a:close/>
                <a:moveTo>
                  <a:pt x="1477320" y="127914"/>
                </a:moveTo>
                <a:cubicBezTo>
                  <a:pt x="1494089" y="127914"/>
                  <a:pt x="1507683" y="141508"/>
                  <a:pt x="1507683" y="158278"/>
                </a:cubicBezTo>
                <a:cubicBezTo>
                  <a:pt x="1507683" y="175047"/>
                  <a:pt x="1494089" y="188641"/>
                  <a:pt x="1477320" y="188641"/>
                </a:cubicBezTo>
                <a:cubicBezTo>
                  <a:pt x="1460550" y="188641"/>
                  <a:pt x="1446956" y="175047"/>
                  <a:pt x="1446956" y="158278"/>
                </a:cubicBezTo>
                <a:cubicBezTo>
                  <a:pt x="1446956" y="141508"/>
                  <a:pt x="1460550" y="127914"/>
                  <a:pt x="1477320" y="127914"/>
                </a:cubicBezTo>
                <a:close/>
                <a:moveTo>
                  <a:pt x="1404765" y="127914"/>
                </a:moveTo>
                <a:cubicBezTo>
                  <a:pt x="1421535" y="127914"/>
                  <a:pt x="1435129" y="141508"/>
                  <a:pt x="1435129" y="158278"/>
                </a:cubicBezTo>
                <a:cubicBezTo>
                  <a:pt x="1435129" y="175047"/>
                  <a:pt x="1421535" y="188641"/>
                  <a:pt x="1404765" y="188641"/>
                </a:cubicBezTo>
                <a:cubicBezTo>
                  <a:pt x="1387996" y="188641"/>
                  <a:pt x="1374402" y="175047"/>
                  <a:pt x="1374402" y="158278"/>
                </a:cubicBezTo>
                <a:cubicBezTo>
                  <a:pt x="1374402" y="141508"/>
                  <a:pt x="1387996" y="127914"/>
                  <a:pt x="1404765" y="127914"/>
                </a:cubicBezTo>
                <a:close/>
                <a:moveTo>
                  <a:pt x="1332211" y="127914"/>
                </a:moveTo>
                <a:cubicBezTo>
                  <a:pt x="1348980" y="127914"/>
                  <a:pt x="1362574" y="141508"/>
                  <a:pt x="1362574" y="158278"/>
                </a:cubicBezTo>
                <a:cubicBezTo>
                  <a:pt x="1362574" y="175047"/>
                  <a:pt x="1348980" y="188641"/>
                  <a:pt x="1332211" y="188641"/>
                </a:cubicBezTo>
                <a:cubicBezTo>
                  <a:pt x="1315441" y="188641"/>
                  <a:pt x="1301847" y="175047"/>
                  <a:pt x="1301847" y="158278"/>
                </a:cubicBezTo>
                <a:cubicBezTo>
                  <a:pt x="1301847" y="141508"/>
                  <a:pt x="1315441" y="127914"/>
                  <a:pt x="1332211" y="127914"/>
                </a:cubicBezTo>
                <a:close/>
                <a:moveTo>
                  <a:pt x="1259656" y="127914"/>
                </a:moveTo>
                <a:cubicBezTo>
                  <a:pt x="1276426" y="127914"/>
                  <a:pt x="1290020" y="141508"/>
                  <a:pt x="1290020" y="158278"/>
                </a:cubicBezTo>
                <a:cubicBezTo>
                  <a:pt x="1290020" y="175047"/>
                  <a:pt x="1276426" y="188641"/>
                  <a:pt x="1259656" y="188641"/>
                </a:cubicBezTo>
                <a:cubicBezTo>
                  <a:pt x="1242887" y="188641"/>
                  <a:pt x="1229293" y="175047"/>
                  <a:pt x="1229293" y="158278"/>
                </a:cubicBezTo>
                <a:cubicBezTo>
                  <a:pt x="1229293" y="141508"/>
                  <a:pt x="1242887" y="127914"/>
                  <a:pt x="1259656" y="127914"/>
                </a:cubicBezTo>
                <a:close/>
                <a:moveTo>
                  <a:pt x="1187102" y="127914"/>
                </a:moveTo>
                <a:cubicBezTo>
                  <a:pt x="1203871" y="127914"/>
                  <a:pt x="1217465" y="141508"/>
                  <a:pt x="1217465" y="158278"/>
                </a:cubicBezTo>
                <a:cubicBezTo>
                  <a:pt x="1217465" y="175047"/>
                  <a:pt x="1203871" y="188641"/>
                  <a:pt x="1187102" y="188641"/>
                </a:cubicBezTo>
                <a:cubicBezTo>
                  <a:pt x="1170332" y="188641"/>
                  <a:pt x="1156738" y="175047"/>
                  <a:pt x="1156738" y="158278"/>
                </a:cubicBezTo>
                <a:cubicBezTo>
                  <a:pt x="1156738" y="141508"/>
                  <a:pt x="1170332" y="127914"/>
                  <a:pt x="1187102" y="127914"/>
                </a:cubicBezTo>
                <a:close/>
                <a:moveTo>
                  <a:pt x="1114547" y="127914"/>
                </a:moveTo>
                <a:cubicBezTo>
                  <a:pt x="1131317" y="127914"/>
                  <a:pt x="1144911" y="141508"/>
                  <a:pt x="1144911" y="158278"/>
                </a:cubicBezTo>
                <a:cubicBezTo>
                  <a:pt x="1144911" y="175047"/>
                  <a:pt x="1131317" y="188641"/>
                  <a:pt x="1114547" y="188641"/>
                </a:cubicBezTo>
                <a:cubicBezTo>
                  <a:pt x="1097778" y="188641"/>
                  <a:pt x="1084184" y="175047"/>
                  <a:pt x="1084184" y="158278"/>
                </a:cubicBezTo>
                <a:cubicBezTo>
                  <a:pt x="1084184" y="141508"/>
                  <a:pt x="1097778" y="127914"/>
                  <a:pt x="1114547" y="127914"/>
                </a:cubicBezTo>
                <a:close/>
                <a:moveTo>
                  <a:pt x="1041993" y="127914"/>
                </a:moveTo>
                <a:cubicBezTo>
                  <a:pt x="1058762" y="127914"/>
                  <a:pt x="1072356" y="141508"/>
                  <a:pt x="1072356" y="158278"/>
                </a:cubicBezTo>
                <a:cubicBezTo>
                  <a:pt x="1072356" y="175047"/>
                  <a:pt x="1058762" y="188641"/>
                  <a:pt x="1041993" y="188641"/>
                </a:cubicBezTo>
                <a:cubicBezTo>
                  <a:pt x="1025223" y="188641"/>
                  <a:pt x="1011629" y="175047"/>
                  <a:pt x="1011629" y="158278"/>
                </a:cubicBezTo>
                <a:cubicBezTo>
                  <a:pt x="1011629" y="141508"/>
                  <a:pt x="1025223" y="127914"/>
                  <a:pt x="1041993" y="127914"/>
                </a:cubicBezTo>
                <a:close/>
                <a:moveTo>
                  <a:pt x="969438" y="127914"/>
                </a:moveTo>
                <a:cubicBezTo>
                  <a:pt x="986208" y="127914"/>
                  <a:pt x="999801" y="141508"/>
                  <a:pt x="999801" y="158278"/>
                </a:cubicBezTo>
                <a:cubicBezTo>
                  <a:pt x="999801" y="175047"/>
                  <a:pt x="986208" y="188641"/>
                  <a:pt x="969438" y="188641"/>
                </a:cubicBezTo>
                <a:cubicBezTo>
                  <a:pt x="952669" y="188641"/>
                  <a:pt x="939075" y="175047"/>
                  <a:pt x="939075" y="158278"/>
                </a:cubicBezTo>
                <a:cubicBezTo>
                  <a:pt x="939075" y="141508"/>
                  <a:pt x="952669" y="127914"/>
                  <a:pt x="969438" y="127914"/>
                </a:cubicBezTo>
                <a:close/>
                <a:moveTo>
                  <a:pt x="896883" y="127914"/>
                </a:moveTo>
                <a:cubicBezTo>
                  <a:pt x="913653" y="127914"/>
                  <a:pt x="927247" y="141508"/>
                  <a:pt x="927247" y="158278"/>
                </a:cubicBezTo>
                <a:cubicBezTo>
                  <a:pt x="927247" y="175047"/>
                  <a:pt x="913653" y="188641"/>
                  <a:pt x="896883" y="188641"/>
                </a:cubicBezTo>
                <a:cubicBezTo>
                  <a:pt x="880114" y="188641"/>
                  <a:pt x="866520" y="175047"/>
                  <a:pt x="866520" y="158278"/>
                </a:cubicBezTo>
                <a:cubicBezTo>
                  <a:pt x="866520" y="141508"/>
                  <a:pt x="880114" y="127914"/>
                  <a:pt x="896883" y="127914"/>
                </a:cubicBezTo>
                <a:close/>
                <a:moveTo>
                  <a:pt x="824329" y="127914"/>
                </a:moveTo>
                <a:cubicBezTo>
                  <a:pt x="841098" y="127914"/>
                  <a:pt x="854692" y="141508"/>
                  <a:pt x="854692" y="158278"/>
                </a:cubicBezTo>
                <a:cubicBezTo>
                  <a:pt x="854692" y="175047"/>
                  <a:pt x="841098" y="188641"/>
                  <a:pt x="824329" y="188641"/>
                </a:cubicBezTo>
                <a:cubicBezTo>
                  <a:pt x="807559" y="188641"/>
                  <a:pt x="793965" y="175047"/>
                  <a:pt x="793965" y="158278"/>
                </a:cubicBezTo>
                <a:cubicBezTo>
                  <a:pt x="793965" y="141508"/>
                  <a:pt x="807559" y="127914"/>
                  <a:pt x="824329" y="127914"/>
                </a:cubicBezTo>
                <a:close/>
                <a:moveTo>
                  <a:pt x="751774" y="127914"/>
                </a:moveTo>
                <a:cubicBezTo>
                  <a:pt x="768544" y="127914"/>
                  <a:pt x="782138" y="141508"/>
                  <a:pt x="782138" y="158278"/>
                </a:cubicBezTo>
                <a:cubicBezTo>
                  <a:pt x="782138" y="175047"/>
                  <a:pt x="768544" y="188641"/>
                  <a:pt x="751774" y="188641"/>
                </a:cubicBezTo>
                <a:cubicBezTo>
                  <a:pt x="735005" y="188641"/>
                  <a:pt x="721411" y="175047"/>
                  <a:pt x="721411" y="158278"/>
                </a:cubicBezTo>
                <a:cubicBezTo>
                  <a:pt x="721411" y="141508"/>
                  <a:pt x="735005" y="127914"/>
                  <a:pt x="751774" y="127914"/>
                </a:cubicBezTo>
                <a:close/>
                <a:moveTo>
                  <a:pt x="679220" y="127914"/>
                </a:moveTo>
                <a:cubicBezTo>
                  <a:pt x="695989" y="127914"/>
                  <a:pt x="709583" y="141508"/>
                  <a:pt x="709583" y="158278"/>
                </a:cubicBezTo>
                <a:cubicBezTo>
                  <a:pt x="709583" y="175047"/>
                  <a:pt x="695989" y="188641"/>
                  <a:pt x="679220" y="188641"/>
                </a:cubicBezTo>
                <a:cubicBezTo>
                  <a:pt x="662450" y="188641"/>
                  <a:pt x="648856" y="175047"/>
                  <a:pt x="648856" y="158278"/>
                </a:cubicBezTo>
                <a:cubicBezTo>
                  <a:pt x="648856" y="141508"/>
                  <a:pt x="662450" y="127914"/>
                  <a:pt x="679220" y="127914"/>
                </a:cubicBezTo>
                <a:close/>
                <a:moveTo>
                  <a:pt x="606665" y="127914"/>
                </a:moveTo>
                <a:cubicBezTo>
                  <a:pt x="623435" y="127914"/>
                  <a:pt x="637029" y="141508"/>
                  <a:pt x="637029" y="158278"/>
                </a:cubicBezTo>
                <a:cubicBezTo>
                  <a:pt x="637029" y="175047"/>
                  <a:pt x="623435" y="188641"/>
                  <a:pt x="606665" y="188641"/>
                </a:cubicBezTo>
                <a:cubicBezTo>
                  <a:pt x="589896" y="188641"/>
                  <a:pt x="576302" y="175047"/>
                  <a:pt x="576302" y="158278"/>
                </a:cubicBezTo>
                <a:cubicBezTo>
                  <a:pt x="576302" y="141508"/>
                  <a:pt x="589896" y="127914"/>
                  <a:pt x="606665" y="127914"/>
                </a:cubicBezTo>
                <a:close/>
                <a:moveTo>
                  <a:pt x="534111" y="127914"/>
                </a:moveTo>
                <a:cubicBezTo>
                  <a:pt x="550880" y="127914"/>
                  <a:pt x="564474" y="141508"/>
                  <a:pt x="564474" y="158278"/>
                </a:cubicBezTo>
                <a:cubicBezTo>
                  <a:pt x="564474" y="175047"/>
                  <a:pt x="550880" y="188641"/>
                  <a:pt x="534111" y="188641"/>
                </a:cubicBezTo>
                <a:cubicBezTo>
                  <a:pt x="517341" y="188641"/>
                  <a:pt x="503747" y="175047"/>
                  <a:pt x="503747" y="158278"/>
                </a:cubicBezTo>
                <a:cubicBezTo>
                  <a:pt x="503747" y="141508"/>
                  <a:pt x="517341" y="127914"/>
                  <a:pt x="534111" y="127914"/>
                </a:cubicBezTo>
                <a:close/>
                <a:moveTo>
                  <a:pt x="461556" y="127914"/>
                </a:moveTo>
                <a:cubicBezTo>
                  <a:pt x="478326" y="127914"/>
                  <a:pt x="491920" y="141508"/>
                  <a:pt x="491920" y="158278"/>
                </a:cubicBezTo>
                <a:cubicBezTo>
                  <a:pt x="491920" y="175047"/>
                  <a:pt x="478326" y="188641"/>
                  <a:pt x="461556" y="188641"/>
                </a:cubicBezTo>
                <a:cubicBezTo>
                  <a:pt x="444787" y="188641"/>
                  <a:pt x="431192" y="175047"/>
                  <a:pt x="431192" y="158278"/>
                </a:cubicBezTo>
                <a:cubicBezTo>
                  <a:pt x="431192" y="141508"/>
                  <a:pt x="444787" y="127914"/>
                  <a:pt x="461556" y="127914"/>
                </a:cubicBezTo>
                <a:close/>
                <a:moveTo>
                  <a:pt x="389002" y="127914"/>
                </a:moveTo>
                <a:cubicBezTo>
                  <a:pt x="405771" y="127914"/>
                  <a:pt x="419365" y="141508"/>
                  <a:pt x="419365" y="158278"/>
                </a:cubicBezTo>
                <a:cubicBezTo>
                  <a:pt x="419365" y="175047"/>
                  <a:pt x="405771" y="188641"/>
                  <a:pt x="389002" y="188641"/>
                </a:cubicBezTo>
                <a:cubicBezTo>
                  <a:pt x="372232" y="188641"/>
                  <a:pt x="358638" y="175047"/>
                  <a:pt x="358638" y="158278"/>
                </a:cubicBezTo>
                <a:cubicBezTo>
                  <a:pt x="358638" y="141508"/>
                  <a:pt x="372232" y="127914"/>
                  <a:pt x="389002" y="127914"/>
                </a:cubicBezTo>
                <a:close/>
                <a:moveTo>
                  <a:pt x="316447" y="127914"/>
                </a:moveTo>
                <a:cubicBezTo>
                  <a:pt x="333216" y="127914"/>
                  <a:pt x="346810" y="141508"/>
                  <a:pt x="346810" y="158278"/>
                </a:cubicBezTo>
                <a:cubicBezTo>
                  <a:pt x="346810" y="175047"/>
                  <a:pt x="333216" y="188641"/>
                  <a:pt x="316447" y="188641"/>
                </a:cubicBezTo>
                <a:cubicBezTo>
                  <a:pt x="299677" y="188641"/>
                  <a:pt x="286084" y="175047"/>
                  <a:pt x="286084" y="158278"/>
                </a:cubicBezTo>
                <a:cubicBezTo>
                  <a:pt x="286084" y="141508"/>
                  <a:pt x="299677" y="127914"/>
                  <a:pt x="316447" y="127914"/>
                </a:cubicBezTo>
                <a:close/>
                <a:moveTo>
                  <a:pt x="243892" y="127914"/>
                </a:moveTo>
                <a:cubicBezTo>
                  <a:pt x="260662" y="127914"/>
                  <a:pt x="274256" y="141508"/>
                  <a:pt x="274256" y="158278"/>
                </a:cubicBezTo>
                <a:cubicBezTo>
                  <a:pt x="274256" y="175047"/>
                  <a:pt x="260662" y="188641"/>
                  <a:pt x="243892" y="188641"/>
                </a:cubicBezTo>
                <a:cubicBezTo>
                  <a:pt x="227123" y="188641"/>
                  <a:pt x="213529" y="175047"/>
                  <a:pt x="213529" y="158278"/>
                </a:cubicBezTo>
                <a:cubicBezTo>
                  <a:pt x="213529" y="141508"/>
                  <a:pt x="227123" y="127914"/>
                  <a:pt x="243892" y="127914"/>
                </a:cubicBezTo>
                <a:close/>
                <a:moveTo>
                  <a:pt x="171339" y="127914"/>
                </a:moveTo>
                <a:cubicBezTo>
                  <a:pt x="188107" y="127914"/>
                  <a:pt x="201701" y="141508"/>
                  <a:pt x="201701" y="158278"/>
                </a:cubicBezTo>
                <a:cubicBezTo>
                  <a:pt x="201701" y="175047"/>
                  <a:pt x="188107" y="188641"/>
                  <a:pt x="171339" y="188641"/>
                </a:cubicBezTo>
                <a:cubicBezTo>
                  <a:pt x="154702" y="188641"/>
                  <a:pt x="141108" y="175047"/>
                  <a:pt x="141108" y="158278"/>
                </a:cubicBezTo>
                <a:cubicBezTo>
                  <a:pt x="141108" y="141508"/>
                  <a:pt x="154702" y="127914"/>
                  <a:pt x="171339" y="127914"/>
                </a:cubicBezTo>
                <a:close/>
                <a:moveTo>
                  <a:pt x="98936" y="127914"/>
                </a:moveTo>
                <a:cubicBezTo>
                  <a:pt x="115695" y="127914"/>
                  <a:pt x="129288" y="141508"/>
                  <a:pt x="129288" y="158278"/>
                </a:cubicBezTo>
                <a:cubicBezTo>
                  <a:pt x="129288" y="175047"/>
                  <a:pt x="115695" y="188641"/>
                  <a:pt x="98936" y="188641"/>
                </a:cubicBezTo>
                <a:cubicBezTo>
                  <a:pt x="82162" y="188641"/>
                  <a:pt x="68567" y="175047"/>
                  <a:pt x="68567" y="158278"/>
                </a:cubicBezTo>
                <a:cubicBezTo>
                  <a:pt x="68567" y="141508"/>
                  <a:pt x="82162" y="127914"/>
                  <a:pt x="98936" y="127914"/>
                </a:cubicBezTo>
                <a:close/>
                <a:moveTo>
                  <a:pt x="26381" y="127914"/>
                </a:moveTo>
                <a:cubicBezTo>
                  <a:pt x="43143" y="127914"/>
                  <a:pt x="56738" y="141508"/>
                  <a:pt x="56738" y="158278"/>
                </a:cubicBezTo>
                <a:cubicBezTo>
                  <a:pt x="56738" y="175047"/>
                  <a:pt x="43143" y="188641"/>
                  <a:pt x="26381" y="188641"/>
                </a:cubicBezTo>
                <a:cubicBezTo>
                  <a:pt x="17995" y="188641"/>
                  <a:pt x="10404" y="185243"/>
                  <a:pt x="4909" y="179748"/>
                </a:cubicBezTo>
                <a:lnTo>
                  <a:pt x="0" y="167898"/>
                </a:lnTo>
                <a:lnTo>
                  <a:pt x="0" y="148658"/>
                </a:lnTo>
                <a:lnTo>
                  <a:pt x="4909" y="136807"/>
                </a:lnTo>
                <a:cubicBezTo>
                  <a:pt x="10404" y="131313"/>
                  <a:pt x="17995" y="127914"/>
                  <a:pt x="26381" y="127914"/>
                </a:cubicBezTo>
                <a:close/>
                <a:moveTo>
                  <a:pt x="1622429" y="47462"/>
                </a:moveTo>
                <a:lnTo>
                  <a:pt x="1625821" y="48147"/>
                </a:lnTo>
                <a:lnTo>
                  <a:pt x="1639701" y="102127"/>
                </a:lnTo>
                <a:lnTo>
                  <a:pt x="1634248" y="105804"/>
                </a:lnTo>
                <a:cubicBezTo>
                  <a:pt x="1630615" y="107340"/>
                  <a:pt x="1626621" y="108189"/>
                  <a:pt x="1622429" y="108189"/>
                </a:cubicBezTo>
                <a:cubicBezTo>
                  <a:pt x="1605659" y="108189"/>
                  <a:pt x="1592066" y="94595"/>
                  <a:pt x="1592066" y="77826"/>
                </a:cubicBezTo>
                <a:cubicBezTo>
                  <a:pt x="1592066" y="61056"/>
                  <a:pt x="1605659" y="47462"/>
                  <a:pt x="1622429" y="47462"/>
                </a:cubicBezTo>
                <a:close/>
                <a:moveTo>
                  <a:pt x="1549874" y="47462"/>
                </a:moveTo>
                <a:cubicBezTo>
                  <a:pt x="1566644" y="47462"/>
                  <a:pt x="1580238" y="61056"/>
                  <a:pt x="1580238" y="77826"/>
                </a:cubicBezTo>
                <a:cubicBezTo>
                  <a:pt x="1580238" y="94595"/>
                  <a:pt x="1566644" y="108189"/>
                  <a:pt x="1549874" y="108189"/>
                </a:cubicBezTo>
                <a:cubicBezTo>
                  <a:pt x="1533105" y="108189"/>
                  <a:pt x="1519511" y="94595"/>
                  <a:pt x="1519511" y="77826"/>
                </a:cubicBezTo>
                <a:cubicBezTo>
                  <a:pt x="1519511" y="61056"/>
                  <a:pt x="1533105" y="47462"/>
                  <a:pt x="1549874" y="47462"/>
                </a:cubicBezTo>
                <a:close/>
                <a:moveTo>
                  <a:pt x="1477320" y="47462"/>
                </a:moveTo>
                <a:cubicBezTo>
                  <a:pt x="1494089" y="47462"/>
                  <a:pt x="1507683" y="61056"/>
                  <a:pt x="1507683" y="77826"/>
                </a:cubicBezTo>
                <a:cubicBezTo>
                  <a:pt x="1507683" y="94595"/>
                  <a:pt x="1494089" y="108189"/>
                  <a:pt x="1477320" y="108189"/>
                </a:cubicBezTo>
                <a:cubicBezTo>
                  <a:pt x="1460550" y="108189"/>
                  <a:pt x="1446956" y="94595"/>
                  <a:pt x="1446956" y="77826"/>
                </a:cubicBezTo>
                <a:cubicBezTo>
                  <a:pt x="1446956" y="61056"/>
                  <a:pt x="1460550" y="47462"/>
                  <a:pt x="1477320" y="47462"/>
                </a:cubicBezTo>
                <a:close/>
                <a:moveTo>
                  <a:pt x="1404765" y="47462"/>
                </a:moveTo>
                <a:cubicBezTo>
                  <a:pt x="1421535" y="47462"/>
                  <a:pt x="1435129" y="61056"/>
                  <a:pt x="1435129" y="77826"/>
                </a:cubicBezTo>
                <a:cubicBezTo>
                  <a:pt x="1435129" y="94595"/>
                  <a:pt x="1421535" y="108189"/>
                  <a:pt x="1404765" y="108189"/>
                </a:cubicBezTo>
                <a:cubicBezTo>
                  <a:pt x="1387996" y="108189"/>
                  <a:pt x="1374402" y="94595"/>
                  <a:pt x="1374402" y="77826"/>
                </a:cubicBezTo>
                <a:cubicBezTo>
                  <a:pt x="1374402" y="61056"/>
                  <a:pt x="1387996" y="47462"/>
                  <a:pt x="1404765" y="47462"/>
                </a:cubicBezTo>
                <a:close/>
                <a:moveTo>
                  <a:pt x="1332211" y="47462"/>
                </a:moveTo>
                <a:cubicBezTo>
                  <a:pt x="1348980" y="47462"/>
                  <a:pt x="1362574" y="61056"/>
                  <a:pt x="1362574" y="77826"/>
                </a:cubicBezTo>
                <a:cubicBezTo>
                  <a:pt x="1362574" y="94595"/>
                  <a:pt x="1348980" y="108189"/>
                  <a:pt x="1332211" y="108189"/>
                </a:cubicBezTo>
                <a:cubicBezTo>
                  <a:pt x="1315441" y="108189"/>
                  <a:pt x="1301847" y="94595"/>
                  <a:pt x="1301847" y="77826"/>
                </a:cubicBezTo>
                <a:cubicBezTo>
                  <a:pt x="1301847" y="61056"/>
                  <a:pt x="1315441" y="47462"/>
                  <a:pt x="1332211" y="47462"/>
                </a:cubicBezTo>
                <a:close/>
                <a:moveTo>
                  <a:pt x="1259656" y="47462"/>
                </a:moveTo>
                <a:cubicBezTo>
                  <a:pt x="1276426" y="47462"/>
                  <a:pt x="1290020" y="61056"/>
                  <a:pt x="1290020" y="77826"/>
                </a:cubicBezTo>
                <a:cubicBezTo>
                  <a:pt x="1290020" y="94595"/>
                  <a:pt x="1276426" y="108189"/>
                  <a:pt x="1259656" y="108189"/>
                </a:cubicBezTo>
                <a:cubicBezTo>
                  <a:pt x="1242887" y="108189"/>
                  <a:pt x="1229293" y="94595"/>
                  <a:pt x="1229293" y="77826"/>
                </a:cubicBezTo>
                <a:cubicBezTo>
                  <a:pt x="1229293" y="61056"/>
                  <a:pt x="1242887" y="47462"/>
                  <a:pt x="1259656" y="47462"/>
                </a:cubicBezTo>
                <a:close/>
                <a:moveTo>
                  <a:pt x="1187102" y="47462"/>
                </a:moveTo>
                <a:cubicBezTo>
                  <a:pt x="1203871" y="47462"/>
                  <a:pt x="1217465" y="61056"/>
                  <a:pt x="1217465" y="77826"/>
                </a:cubicBezTo>
                <a:cubicBezTo>
                  <a:pt x="1217465" y="94595"/>
                  <a:pt x="1203871" y="108189"/>
                  <a:pt x="1187102" y="108189"/>
                </a:cubicBezTo>
                <a:cubicBezTo>
                  <a:pt x="1170332" y="108189"/>
                  <a:pt x="1156738" y="94595"/>
                  <a:pt x="1156738" y="77826"/>
                </a:cubicBezTo>
                <a:cubicBezTo>
                  <a:pt x="1156738" y="61056"/>
                  <a:pt x="1170332" y="47462"/>
                  <a:pt x="1187102" y="47462"/>
                </a:cubicBezTo>
                <a:close/>
                <a:moveTo>
                  <a:pt x="1114547" y="47462"/>
                </a:moveTo>
                <a:cubicBezTo>
                  <a:pt x="1131317" y="47462"/>
                  <a:pt x="1144911" y="61056"/>
                  <a:pt x="1144911" y="77826"/>
                </a:cubicBezTo>
                <a:cubicBezTo>
                  <a:pt x="1144911" y="94595"/>
                  <a:pt x="1131317" y="108189"/>
                  <a:pt x="1114547" y="108189"/>
                </a:cubicBezTo>
                <a:cubicBezTo>
                  <a:pt x="1097778" y="108189"/>
                  <a:pt x="1084184" y="94595"/>
                  <a:pt x="1084184" y="77826"/>
                </a:cubicBezTo>
                <a:cubicBezTo>
                  <a:pt x="1084184" y="61056"/>
                  <a:pt x="1097778" y="47462"/>
                  <a:pt x="1114547" y="47462"/>
                </a:cubicBezTo>
                <a:close/>
                <a:moveTo>
                  <a:pt x="1041993" y="47462"/>
                </a:moveTo>
                <a:cubicBezTo>
                  <a:pt x="1058762" y="47462"/>
                  <a:pt x="1072356" y="61056"/>
                  <a:pt x="1072356" y="77826"/>
                </a:cubicBezTo>
                <a:cubicBezTo>
                  <a:pt x="1072356" y="94595"/>
                  <a:pt x="1058762" y="108189"/>
                  <a:pt x="1041993" y="108189"/>
                </a:cubicBezTo>
                <a:cubicBezTo>
                  <a:pt x="1025223" y="108189"/>
                  <a:pt x="1011629" y="94595"/>
                  <a:pt x="1011629" y="77826"/>
                </a:cubicBezTo>
                <a:cubicBezTo>
                  <a:pt x="1011629" y="61056"/>
                  <a:pt x="1025223" y="47462"/>
                  <a:pt x="1041993" y="47462"/>
                </a:cubicBezTo>
                <a:close/>
                <a:moveTo>
                  <a:pt x="969438" y="47462"/>
                </a:moveTo>
                <a:cubicBezTo>
                  <a:pt x="986208" y="47462"/>
                  <a:pt x="999801" y="61056"/>
                  <a:pt x="999801" y="77826"/>
                </a:cubicBezTo>
                <a:cubicBezTo>
                  <a:pt x="999801" y="94595"/>
                  <a:pt x="986208" y="108189"/>
                  <a:pt x="969438" y="108189"/>
                </a:cubicBezTo>
                <a:cubicBezTo>
                  <a:pt x="952669" y="108189"/>
                  <a:pt x="939075" y="94595"/>
                  <a:pt x="939075" y="77826"/>
                </a:cubicBezTo>
                <a:cubicBezTo>
                  <a:pt x="939075" y="61056"/>
                  <a:pt x="952669" y="47462"/>
                  <a:pt x="969438" y="47462"/>
                </a:cubicBezTo>
                <a:close/>
                <a:moveTo>
                  <a:pt x="896883" y="47462"/>
                </a:moveTo>
                <a:cubicBezTo>
                  <a:pt x="913653" y="47462"/>
                  <a:pt x="927247" y="61056"/>
                  <a:pt x="927247" y="77826"/>
                </a:cubicBezTo>
                <a:cubicBezTo>
                  <a:pt x="927247" y="94595"/>
                  <a:pt x="913653" y="108189"/>
                  <a:pt x="896883" y="108189"/>
                </a:cubicBezTo>
                <a:cubicBezTo>
                  <a:pt x="880114" y="108189"/>
                  <a:pt x="866520" y="94595"/>
                  <a:pt x="866520" y="77826"/>
                </a:cubicBezTo>
                <a:cubicBezTo>
                  <a:pt x="866520" y="61056"/>
                  <a:pt x="880114" y="47462"/>
                  <a:pt x="896883" y="47462"/>
                </a:cubicBezTo>
                <a:close/>
                <a:moveTo>
                  <a:pt x="824329" y="47462"/>
                </a:moveTo>
                <a:cubicBezTo>
                  <a:pt x="841098" y="47462"/>
                  <a:pt x="854692" y="61056"/>
                  <a:pt x="854692" y="77826"/>
                </a:cubicBezTo>
                <a:cubicBezTo>
                  <a:pt x="854692" y="94595"/>
                  <a:pt x="841098" y="108189"/>
                  <a:pt x="824329" y="108189"/>
                </a:cubicBezTo>
                <a:cubicBezTo>
                  <a:pt x="807559" y="108189"/>
                  <a:pt x="793965" y="94595"/>
                  <a:pt x="793965" y="77826"/>
                </a:cubicBezTo>
                <a:cubicBezTo>
                  <a:pt x="793965" y="61056"/>
                  <a:pt x="807559" y="47462"/>
                  <a:pt x="824329" y="47462"/>
                </a:cubicBezTo>
                <a:close/>
                <a:moveTo>
                  <a:pt x="751774" y="47462"/>
                </a:moveTo>
                <a:cubicBezTo>
                  <a:pt x="768544" y="47462"/>
                  <a:pt x="782138" y="61056"/>
                  <a:pt x="782138" y="77826"/>
                </a:cubicBezTo>
                <a:cubicBezTo>
                  <a:pt x="782138" y="94595"/>
                  <a:pt x="768544" y="108189"/>
                  <a:pt x="751774" y="108189"/>
                </a:cubicBezTo>
                <a:cubicBezTo>
                  <a:pt x="735005" y="108189"/>
                  <a:pt x="721411" y="94595"/>
                  <a:pt x="721411" y="77826"/>
                </a:cubicBezTo>
                <a:cubicBezTo>
                  <a:pt x="721411" y="61056"/>
                  <a:pt x="735005" y="47462"/>
                  <a:pt x="751774" y="47462"/>
                </a:cubicBezTo>
                <a:close/>
                <a:moveTo>
                  <a:pt x="679220" y="47462"/>
                </a:moveTo>
                <a:cubicBezTo>
                  <a:pt x="695989" y="47462"/>
                  <a:pt x="709583" y="61056"/>
                  <a:pt x="709583" y="77826"/>
                </a:cubicBezTo>
                <a:cubicBezTo>
                  <a:pt x="709583" y="94595"/>
                  <a:pt x="695989" y="108189"/>
                  <a:pt x="679220" y="108189"/>
                </a:cubicBezTo>
                <a:cubicBezTo>
                  <a:pt x="662450" y="108189"/>
                  <a:pt x="648856" y="94595"/>
                  <a:pt x="648856" y="77826"/>
                </a:cubicBezTo>
                <a:cubicBezTo>
                  <a:pt x="648856" y="61056"/>
                  <a:pt x="662450" y="47462"/>
                  <a:pt x="679220" y="47462"/>
                </a:cubicBezTo>
                <a:close/>
                <a:moveTo>
                  <a:pt x="606665" y="47462"/>
                </a:moveTo>
                <a:cubicBezTo>
                  <a:pt x="623435" y="47462"/>
                  <a:pt x="637029" y="61056"/>
                  <a:pt x="637029" y="77826"/>
                </a:cubicBezTo>
                <a:cubicBezTo>
                  <a:pt x="637029" y="94595"/>
                  <a:pt x="623435" y="108189"/>
                  <a:pt x="606665" y="108189"/>
                </a:cubicBezTo>
                <a:cubicBezTo>
                  <a:pt x="589896" y="108189"/>
                  <a:pt x="576302" y="94595"/>
                  <a:pt x="576302" y="77826"/>
                </a:cubicBezTo>
                <a:cubicBezTo>
                  <a:pt x="576302" y="61056"/>
                  <a:pt x="589896" y="47462"/>
                  <a:pt x="606665" y="47462"/>
                </a:cubicBezTo>
                <a:close/>
                <a:moveTo>
                  <a:pt x="534111" y="47462"/>
                </a:moveTo>
                <a:cubicBezTo>
                  <a:pt x="550880" y="47462"/>
                  <a:pt x="564474" y="61056"/>
                  <a:pt x="564474" y="77826"/>
                </a:cubicBezTo>
                <a:cubicBezTo>
                  <a:pt x="564474" y="94595"/>
                  <a:pt x="550880" y="108189"/>
                  <a:pt x="534111" y="108189"/>
                </a:cubicBezTo>
                <a:cubicBezTo>
                  <a:pt x="517341" y="108189"/>
                  <a:pt x="503747" y="94595"/>
                  <a:pt x="503747" y="77826"/>
                </a:cubicBezTo>
                <a:cubicBezTo>
                  <a:pt x="503747" y="61056"/>
                  <a:pt x="517341" y="47462"/>
                  <a:pt x="534111" y="47462"/>
                </a:cubicBezTo>
                <a:close/>
                <a:moveTo>
                  <a:pt x="461556" y="47462"/>
                </a:moveTo>
                <a:cubicBezTo>
                  <a:pt x="478326" y="47462"/>
                  <a:pt x="491920" y="61056"/>
                  <a:pt x="491920" y="77826"/>
                </a:cubicBezTo>
                <a:cubicBezTo>
                  <a:pt x="491920" y="94595"/>
                  <a:pt x="478326" y="108189"/>
                  <a:pt x="461556" y="108189"/>
                </a:cubicBezTo>
                <a:cubicBezTo>
                  <a:pt x="444787" y="108189"/>
                  <a:pt x="431192" y="94595"/>
                  <a:pt x="431192" y="77826"/>
                </a:cubicBezTo>
                <a:cubicBezTo>
                  <a:pt x="431192" y="61056"/>
                  <a:pt x="444787" y="47462"/>
                  <a:pt x="461556" y="47462"/>
                </a:cubicBezTo>
                <a:close/>
                <a:moveTo>
                  <a:pt x="389002" y="47462"/>
                </a:moveTo>
                <a:cubicBezTo>
                  <a:pt x="405771" y="47462"/>
                  <a:pt x="419365" y="61056"/>
                  <a:pt x="419365" y="77826"/>
                </a:cubicBezTo>
                <a:cubicBezTo>
                  <a:pt x="419365" y="94595"/>
                  <a:pt x="405771" y="108189"/>
                  <a:pt x="389002" y="108189"/>
                </a:cubicBezTo>
                <a:cubicBezTo>
                  <a:pt x="372232" y="108189"/>
                  <a:pt x="358638" y="94595"/>
                  <a:pt x="358638" y="77826"/>
                </a:cubicBezTo>
                <a:cubicBezTo>
                  <a:pt x="358638" y="61056"/>
                  <a:pt x="372232" y="47462"/>
                  <a:pt x="389002" y="47462"/>
                </a:cubicBezTo>
                <a:close/>
                <a:moveTo>
                  <a:pt x="316447" y="47462"/>
                </a:moveTo>
                <a:cubicBezTo>
                  <a:pt x="333216" y="47462"/>
                  <a:pt x="346810" y="61056"/>
                  <a:pt x="346810" y="77826"/>
                </a:cubicBezTo>
                <a:cubicBezTo>
                  <a:pt x="346810" y="94595"/>
                  <a:pt x="333216" y="108189"/>
                  <a:pt x="316447" y="108189"/>
                </a:cubicBezTo>
                <a:cubicBezTo>
                  <a:pt x="299677" y="108189"/>
                  <a:pt x="286084" y="94595"/>
                  <a:pt x="286084" y="77826"/>
                </a:cubicBezTo>
                <a:cubicBezTo>
                  <a:pt x="286084" y="61056"/>
                  <a:pt x="299677" y="47462"/>
                  <a:pt x="316447" y="47462"/>
                </a:cubicBezTo>
                <a:close/>
                <a:moveTo>
                  <a:pt x="243892" y="47462"/>
                </a:moveTo>
                <a:cubicBezTo>
                  <a:pt x="260662" y="47462"/>
                  <a:pt x="274256" y="61056"/>
                  <a:pt x="274256" y="77826"/>
                </a:cubicBezTo>
                <a:cubicBezTo>
                  <a:pt x="274256" y="94595"/>
                  <a:pt x="260662" y="108189"/>
                  <a:pt x="243892" y="108189"/>
                </a:cubicBezTo>
                <a:cubicBezTo>
                  <a:pt x="227123" y="108189"/>
                  <a:pt x="213529" y="94595"/>
                  <a:pt x="213529" y="77826"/>
                </a:cubicBezTo>
                <a:cubicBezTo>
                  <a:pt x="213529" y="61056"/>
                  <a:pt x="227123" y="47462"/>
                  <a:pt x="243892" y="47462"/>
                </a:cubicBezTo>
                <a:close/>
                <a:moveTo>
                  <a:pt x="171339" y="47462"/>
                </a:moveTo>
                <a:cubicBezTo>
                  <a:pt x="188107" y="47462"/>
                  <a:pt x="201701" y="61056"/>
                  <a:pt x="201701" y="77826"/>
                </a:cubicBezTo>
                <a:cubicBezTo>
                  <a:pt x="201701" y="94595"/>
                  <a:pt x="188107" y="108189"/>
                  <a:pt x="171339" y="108189"/>
                </a:cubicBezTo>
                <a:cubicBezTo>
                  <a:pt x="154708" y="108189"/>
                  <a:pt x="141113" y="94595"/>
                  <a:pt x="141113" y="77826"/>
                </a:cubicBezTo>
                <a:cubicBezTo>
                  <a:pt x="141113" y="61056"/>
                  <a:pt x="154708" y="47462"/>
                  <a:pt x="171339" y="47462"/>
                </a:cubicBezTo>
                <a:close/>
                <a:moveTo>
                  <a:pt x="98942" y="47462"/>
                </a:moveTo>
                <a:cubicBezTo>
                  <a:pt x="115700" y="47462"/>
                  <a:pt x="129294" y="61056"/>
                  <a:pt x="129294" y="77826"/>
                </a:cubicBezTo>
                <a:cubicBezTo>
                  <a:pt x="129294" y="94595"/>
                  <a:pt x="115700" y="108189"/>
                  <a:pt x="98942" y="108189"/>
                </a:cubicBezTo>
                <a:cubicBezTo>
                  <a:pt x="82168" y="108189"/>
                  <a:pt x="68573" y="94595"/>
                  <a:pt x="68573" y="77826"/>
                </a:cubicBezTo>
                <a:cubicBezTo>
                  <a:pt x="68573" y="61056"/>
                  <a:pt x="82168" y="47462"/>
                  <a:pt x="98942" y="47462"/>
                </a:cubicBezTo>
                <a:close/>
                <a:moveTo>
                  <a:pt x="26388" y="47462"/>
                </a:moveTo>
                <a:cubicBezTo>
                  <a:pt x="43149" y="47462"/>
                  <a:pt x="56744" y="61056"/>
                  <a:pt x="56744" y="77826"/>
                </a:cubicBezTo>
                <a:cubicBezTo>
                  <a:pt x="56744" y="94595"/>
                  <a:pt x="43149" y="108189"/>
                  <a:pt x="26388" y="108189"/>
                </a:cubicBezTo>
                <a:cubicBezTo>
                  <a:pt x="18002" y="108189"/>
                  <a:pt x="10410" y="104791"/>
                  <a:pt x="4916" y="99296"/>
                </a:cubicBezTo>
                <a:lnTo>
                  <a:pt x="0" y="87429"/>
                </a:lnTo>
                <a:lnTo>
                  <a:pt x="0" y="68222"/>
                </a:lnTo>
                <a:lnTo>
                  <a:pt x="4916" y="56355"/>
                </a:lnTo>
                <a:cubicBezTo>
                  <a:pt x="10410" y="50861"/>
                  <a:pt x="18002" y="47462"/>
                  <a:pt x="26388" y="47462"/>
                </a:cubicBezTo>
                <a:close/>
                <a:moveTo>
                  <a:pt x="1592868" y="0"/>
                </a:moveTo>
                <a:lnTo>
                  <a:pt x="1613441" y="0"/>
                </a:lnTo>
                <a:lnTo>
                  <a:pt x="1620472" y="27343"/>
                </a:lnTo>
                <a:lnTo>
                  <a:pt x="1610610" y="25352"/>
                </a:lnTo>
                <a:cubicBezTo>
                  <a:pt x="1605161" y="23047"/>
                  <a:pt x="1600525" y="19197"/>
                  <a:pt x="1597251" y="14351"/>
                </a:cubicBezTo>
                <a:close/>
                <a:moveTo>
                  <a:pt x="1520598" y="0"/>
                </a:moveTo>
                <a:lnTo>
                  <a:pt x="1579150" y="0"/>
                </a:lnTo>
                <a:lnTo>
                  <a:pt x="1571345" y="18844"/>
                </a:lnTo>
                <a:cubicBezTo>
                  <a:pt x="1565850" y="24339"/>
                  <a:pt x="1558259" y="27738"/>
                  <a:pt x="1549874" y="27738"/>
                </a:cubicBezTo>
                <a:cubicBezTo>
                  <a:pt x="1541490" y="27738"/>
                  <a:pt x="1533899" y="24339"/>
                  <a:pt x="1528404" y="18844"/>
                </a:cubicBezTo>
                <a:close/>
                <a:moveTo>
                  <a:pt x="1448044" y="0"/>
                </a:moveTo>
                <a:lnTo>
                  <a:pt x="1506596" y="0"/>
                </a:lnTo>
                <a:lnTo>
                  <a:pt x="1498790" y="18844"/>
                </a:lnTo>
                <a:cubicBezTo>
                  <a:pt x="1493295" y="24339"/>
                  <a:pt x="1485705" y="27738"/>
                  <a:pt x="1477320" y="27738"/>
                </a:cubicBezTo>
                <a:cubicBezTo>
                  <a:pt x="1468935" y="27738"/>
                  <a:pt x="1461344" y="24339"/>
                  <a:pt x="1455850" y="18844"/>
                </a:cubicBezTo>
                <a:close/>
                <a:moveTo>
                  <a:pt x="1375489" y="0"/>
                </a:moveTo>
                <a:lnTo>
                  <a:pt x="1434041" y="0"/>
                </a:lnTo>
                <a:lnTo>
                  <a:pt x="1426236" y="18844"/>
                </a:lnTo>
                <a:cubicBezTo>
                  <a:pt x="1420741" y="24339"/>
                  <a:pt x="1413150" y="27738"/>
                  <a:pt x="1404765" y="27738"/>
                </a:cubicBezTo>
                <a:cubicBezTo>
                  <a:pt x="1396381" y="27738"/>
                  <a:pt x="1388790" y="24339"/>
                  <a:pt x="1383295" y="18844"/>
                </a:cubicBezTo>
                <a:close/>
                <a:moveTo>
                  <a:pt x="1302935" y="0"/>
                </a:moveTo>
                <a:lnTo>
                  <a:pt x="1361486" y="0"/>
                </a:lnTo>
                <a:lnTo>
                  <a:pt x="1353681" y="18844"/>
                </a:lnTo>
                <a:cubicBezTo>
                  <a:pt x="1348186" y="24339"/>
                  <a:pt x="1340596" y="27738"/>
                  <a:pt x="1332211" y="27738"/>
                </a:cubicBezTo>
                <a:cubicBezTo>
                  <a:pt x="1323826" y="27738"/>
                  <a:pt x="1316235" y="24339"/>
                  <a:pt x="1310740" y="18844"/>
                </a:cubicBezTo>
                <a:close/>
                <a:moveTo>
                  <a:pt x="1230380" y="0"/>
                </a:moveTo>
                <a:lnTo>
                  <a:pt x="1288932" y="0"/>
                </a:lnTo>
                <a:lnTo>
                  <a:pt x="1281126" y="18844"/>
                </a:lnTo>
                <a:cubicBezTo>
                  <a:pt x="1275632" y="24339"/>
                  <a:pt x="1268041" y="27738"/>
                  <a:pt x="1259656" y="27738"/>
                </a:cubicBezTo>
                <a:cubicBezTo>
                  <a:pt x="1251271" y="27738"/>
                  <a:pt x="1243680" y="24339"/>
                  <a:pt x="1238186" y="18844"/>
                </a:cubicBezTo>
                <a:close/>
                <a:moveTo>
                  <a:pt x="1157826" y="0"/>
                </a:moveTo>
                <a:lnTo>
                  <a:pt x="1216377" y="0"/>
                </a:lnTo>
                <a:lnTo>
                  <a:pt x="1208572" y="18844"/>
                </a:lnTo>
                <a:cubicBezTo>
                  <a:pt x="1203077" y="24339"/>
                  <a:pt x="1195486" y="27738"/>
                  <a:pt x="1187102" y="27738"/>
                </a:cubicBezTo>
                <a:cubicBezTo>
                  <a:pt x="1178717" y="27738"/>
                  <a:pt x="1171126" y="24339"/>
                  <a:pt x="1165631" y="18844"/>
                </a:cubicBezTo>
                <a:close/>
                <a:moveTo>
                  <a:pt x="1085271" y="0"/>
                </a:moveTo>
                <a:lnTo>
                  <a:pt x="1143823" y="0"/>
                </a:lnTo>
                <a:lnTo>
                  <a:pt x="1136017" y="18844"/>
                </a:lnTo>
                <a:cubicBezTo>
                  <a:pt x="1130523" y="24339"/>
                  <a:pt x="1122932" y="27738"/>
                  <a:pt x="1114547" y="27738"/>
                </a:cubicBezTo>
                <a:cubicBezTo>
                  <a:pt x="1106162" y="27738"/>
                  <a:pt x="1098571" y="24339"/>
                  <a:pt x="1093077" y="18844"/>
                </a:cubicBezTo>
                <a:close/>
                <a:moveTo>
                  <a:pt x="1012717" y="0"/>
                </a:moveTo>
                <a:lnTo>
                  <a:pt x="1071268" y="0"/>
                </a:lnTo>
                <a:lnTo>
                  <a:pt x="1063463" y="18844"/>
                </a:lnTo>
                <a:cubicBezTo>
                  <a:pt x="1057968" y="24339"/>
                  <a:pt x="1050377" y="27738"/>
                  <a:pt x="1041993" y="27738"/>
                </a:cubicBezTo>
                <a:cubicBezTo>
                  <a:pt x="1033608" y="27738"/>
                  <a:pt x="1026017" y="24339"/>
                  <a:pt x="1020522" y="18844"/>
                </a:cubicBezTo>
                <a:close/>
                <a:moveTo>
                  <a:pt x="940162" y="0"/>
                </a:moveTo>
                <a:lnTo>
                  <a:pt x="998714" y="0"/>
                </a:lnTo>
                <a:lnTo>
                  <a:pt x="990908" y="18844"/>
                </a:lnTo>
                <a:cubicBezTo>
                  <a:pt x="985414" y="24339"/>
                  <a:pt x="977823" y="27738"/>
                  <a:pt x="969438" y="27738"/>
                </a:cubicBezTo>
                <a:cubicBezTo>
                  <a:pt x="961053" y="27738"/>
                  <a:pt x="953462" y="24339"/>
                  <a:pt x="947968" y="18844"/>
                </a:cubicBezTo>
                <a:close/>
                <a:moveTo>
                  <a:pt x="867607" y="0"/>
                </a:moveTo>
                <a:lnTo>
                  <a:pt x="926159" y="0"/>
                </a:lnTo>
                <a:lnTo>
                  <a:pt x="918354" y="18844"/>
                </a:lnTo>
                <a:cubicBezTo>
                  <a:pt x="912859" y="24339"/>
                  <a:pt x="905268" y="27738"/>
                  <a:pt x="896883" y="27738"/>
                </a:cubicBezTo>
                <a:cubicBezTo>
                  <a:pt x="888499" y="27738"/>
                  <a:pt x="880908" y="24339"/>
                  <a:pt x="875413" y="18844"/>
                </a:cubicBezTo>
                <a:close/>
                <a:moveTo>
                  <a:pt x="795053" y="0"/>
                </a:moveTo>
                <a:lnTo>
                  <a:pt x="853605" y="0"/>
                </a:lnTo>
                <a:lnTo>
                  <a:pt x="845799" y="18844"/>
                </a:lnTo>
                <a:cubicBezTo>
                  <a:pt x="840304" y="24339"/>
                  <a:pt x="832714" y="27738"/>
                  <a:pt x="824329" y="27738"/>
                </a:cubicBezTo>
                <a:cubicBezTo>
                  <a:pt x="815944" y="27738"/>
                  <a:pt x="808353" y="24339"/>
                  <a:pt x="802858" y="18844"/>
                </a:cubicBezTo>
                <a:close/>
                <a:moveTo>
                  <a:pt x="722498" y="0"/>
                </a:moveTo>
                <a:lnTo>
                  <a:pt x="781050" y="0"/>
                </a:lnTo>
                <a:lnTo>
                  <a:pt x="773245" y="18844"/>
                </a:lnTo>
                <a:cubicBezTo>
                  <a:pt x="767750" y="24339"/>
                  <a:pt x="760159" y="27738"/>
                  <a:pt x="751774" y="27738"/>
                </a:cubicBezTo>
                <a:cubicBezTo>
                  <a:pt x="743390" y="27738"/>
                  <a:pt x="735799" y="24339"/>
                  <a:pt x="730304" y="18844"/>
                </a:cubicBezTo>
                <a:close/>
                <a:moveTo>
                  <a:pt x="649944" y="0"/>
                </a:moveTo>
                <a:lnTo>
                  <a:pt x="708496" y="0"/>
                </a:lnTo>
                <a:lnTo>
                  <a:pt x="700690" y="18844"/>
                </a:lnTo>
                <a:cubicBezTo>
                  <a:pt x="695195" y="24339"/>
                  <a:pt x="687604" y="27738"/>
                  <a:pt x="679220" y="27738"/>
                </a:cubicBezTo>
                <a:cubicBezTo>
                  <a:pt x="670835" y="27738"/>
                  <a:pt x="663244" y="24339"/>
                  <a:pt x="657749" y="18844"/>
                </a:cubicBezTo>
                <a:close/>
                <a:moveTo>
                  <a:pt x="577389" y="0"/>
                </a:moveTo>
                <a:lnTo>
                  <a:pt x="635941" y="0"/>
                </a:lnTo>
                <a:lnTo>
                  <a:pt x="628135" y="18844"/>
                </a:lnTo>
                <a:cubicBezTo>
                  <a:pt x="622641" y="24339"/>
                  <a:pt x="615050" y="27738"/>
                  <a:pt x="606665" y="27738"/>
                </a:cubicBezTo>
                <a:cubicBezTo>
                  <a:pt x="598280" y="27738"/>
                  <a:pt x="590690" y="24339"/>
                  <a:pt x="585195" y="18844"/>
                </a:cubicBezTo>
                <a:close/>
                <a:moveTo>
                  <a:pt x="504835" y="0"/>
                </a:moveTo>
                <a:lnTo>
                  <a:pt x="563386" y="0"/>
                </a:lnTo>
                <a:lnTo>
                  <a:pt x="555581" y="18844"/>
                </a:lnTo>
                <a:cubicBezTo>
                  <a:pt x="550086" y="24339"/>
                  <a:pt x="542495" y="27738"/>
                  <a:pt x="534111" y="27738"/>
                </a:cubicBezTo>
                <a:cubicBezTo>
                  <a:pt x="525726" y="27738"/>
                  <a:pt x="518135" y="24339"/>
                  <a:pt x="512640" y="18844"/>
                </a:cubicBezTo>
                <a:close/>
                <a:moveTo>
                  <a:pt x="432280" y="0"/>
                </a:moveTo>
                <a:lnTo>
                  <a:pt x="490832" y="0"/>
                </a:lnTo>
                <a:lnTo>
                  <a:pt x="483026" y="18844"/>
                </a:lnTo>
                <a:cubicBezTo>
                  <a:pt x="477532" y="24339"/>
                  <a:pt x="469941" y="27738"/>
                  <a:pt x="461556" y="27738"/>
                </a:cubicBezTo>
                <a:cubicBezTo>
                  <a:pt x="453171" y="27738"/>
                  <a:pt x="445580" y="24339"/>
                  <a:pt x="440086" y="18844"/>
                </a:cubicBezTo>
                <a:close/>
                <a:moveTo>
                  <a:pt x="359726" y="0"/>
                </a:moveTo>
                <a:lnTo>
                  <a:pt x="418277" y="0"/>
                </a:lnTo>
                <a:lnTo>
                  <a:pt x="410472" y="18844"/>
                </a:lnTo>
                <a:cubicBezTo>
                  <a:pt x="404977" y="24339"/>
                  <a:pt x="397386" y="27738"/>
                  <a:pt x="389002" y="27738"/>
                </a:cubicBezTo>
                <a:cubicBezTo>
                  <a:pt x="380617" y="27738"/>
                  <a:pt x="373026" y="24339"/>
                  <a:pt x="367531" y="18844"/>
                </a:cubicBezTo>
                <a:close/>
                <a:moveTo>
                  <a:pt x="287171" y="0"/>
                </a:moveTo>
                <a:lnTo>
                  <a:pt x="345723" y="0"/>
                </a:lnTo>
                <a:lnTo>
                  <a:pt x="337917" y="18844"/>
                </a:lnTo>
                <a:cubicBezTo>
                  <a:pt x="332423" y="24339"/>
                  <a:pt x="324832" y="27738"/>
                  <a:pt x="316447" y="27738"/>
                </a:cubicBezTo>
                <a:cubicBezTo>
                  <a:pt x="308062" y="27738"/>
                  <a:pt x="300471" y="24339"/>
                  <a:pt x="294977" y="18844"/>
                </a:cubicBezTo>
                <a:close/>
                <a:moveTo>
                  <a:pt x="214617" y="0"/>
                </a:moveTo>
                <a:lnTo>
                  <a:pt x="273168" y="0"/>
                </a:lnTo>
                <a:lnTo>
                  <a:pt x="265363" y="18844"/>
                </a:lnTo>
                <a:cubicBezTo>
                  <a:pt x="259868" y="24339"/>
                  <a:pt x="252277" y="27738"/>
                  <a:pt x="243892" y="27738"/>
                </a:cubicBezTo>
                <a:cubicBezTo>
                  <a:pt x="235508" y="27738"/>
                  <a:pt x="227917" y="24339"/>
                  <a:pt x="222422" y="18844"/>
                </a:cubicBezTo>
                <a:close/>
                <a:moveTo>
                  <a:pt x="142204" y="0"/>
                </a:moveTo>
                <a:lnTo>
                  <a:pt x="200614" y="0"/>
                </a:lnTo>
                <a:lnTo>
                  <a:pt x="192808" y="18844"/>
                </a:lnTo>
                <a:cubicBezTo>
                  <a:pt x="187314" y="24339"/>
                  <a:pt x="179723" y="27738"/>
                  <a:pt x="171339" y="27738"/>
                </a:cubicBezTo>
                <a:cubicBezTo>
                  <a:pt x="163026" y="27738"/>
                  <a:pt x="155471" y="24339"/>
                  <a:pt x="149994" y="18844"/>
                </a:cubicBezTo>
                <a:close/>
                <a:moveTo>
                  <a:pt x="69668" y="0"/>
                </a:moveTo>
                <a:lnTo>
                  <a:pt x="128212" y="0"/>
                </a:lnTo>
                <a:lnTo>
                  <a:pt x="120408" y="18844"/>
                </a:lnTo>
                <a:cubicBezTo>
                  <a:pt x="114915" y="24339"/>
                  <a:pt x="107328" y="27738"/>
                  <a:pt x="98949" y="27738"/>
                </a:cubicBezTo>
                <a:cubicBezTo>
                  <a:pt x="90562" y="27738"/>
                  <a:pt x="82969" y="24339"/>
                  <a:pt x="77474" y="18844"/>
                </a:cubicBezTo>
                <a:close/>
                <a:moveTo>
                  <a:pt x="0" y="0"/>
                </a:moveTo>
                <a:lnTo>
                  <a:pt x="55662" y="0"/>
                </a:lnTo>
                <a:lnTo>
                  <a:pt x="47858" y="18844"/>
                </a:lnTo>
                <a:cubicBezTo>
                  <a:pt x="42364" y="24339"/>
                  <a:pt x="34775" y="27738"/>
                  <a:pt x="26394" y="27738"/>
                </a:cubicBezTo>
                <a:cubicBezTo>
                  <a:pt x="18009" y="27738"/>
                  <a:pt x="10417" y="24339"/>
                  <a:pt x="4922" y="18844"/>
                </a:cubicBezTo>
                <a:lnTo>
                  <a:pt x="0" y="6962"/>
                </a:lnTo>
                <a:close/>
              </a:path>
            </a:pathLst>
          </a:custGeom>
          <a:solidFill>
            <a:schemeClr val="accent1">
              <a:alpha val="60000"/>
            </a:schemeClr>
          </a:soli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100" name="Google Shape;100;p28"/>
          <p:cNvSpPr/>
          <p:nvPr/>
        </p:nvSpPr>
        <p:spPr>
          <a:xfrm>
            <a:off x="2" y="2"/>
            <a:ext cx="403373" cy="496797"/>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pic>
        <p:nvPicPr>
          <p:cNvPr id="101" name="Google Shape;101;p28"/>
          <p:cNvPicPr preferRelativeResize="0"/>
          <p:nvPr/>
        </p:nvPicPr>
        <p:blipFill rotWithShape="1">
          <a:blip r:embed="rId2">
            <a:alphaModFix/>
          </a:blip>
          <a:srcRect/>
          <a:stretch/>
        </p:blipFill>
        <p:spPr>
          <a:xfrm>
            <a:off x="0" y="6811001"/>
            <a:ext cx="12192000" cy="50800"/>
          </a:xfrm>
          <a:prstGeom prst="rect">
            <a:avLst/>
          </a:prstGeom>
          <a:noFill/>
          <a:ln>
            <a:noFill/>
          </a:ln>
        </p:spPr>
      </p:pic>
    </p:spTree>
    <p:extLst>
      <p:ext uri="{BB962C8B-B14F-4D97-AF65-F5344CB8AC3E}">
        <p14:creationId xmlns:p14="http://schemas.microsoft.com/office/powerpoint/2010/main" val="126131439"/>
      </p:ext>
    </p:extLst>
  </p:cSld>
  <p:clrMapOvr>
    <a:masterClrMapping/>
  </p:clrMapOvr>
  <p:extLst>
    <p:ext uri="{DCECCB84-F9BA-43D5-87BE-67443E8EF086}">
      <p15:sldGuideLst xmlns:p15="http://schemas.microsoft.com/office/powerpoint/2012/main">
        <p15:guide id="1" orient="horz" pos="518">
          <p15:clr>
            <a:srgbClr val="FA7B17"/>
          </p15:clr>
        </p15:guide>
        <p15:guide id="2" orient="horz" pos="3068">
          <p15:clr>
            <a:srgbClr val="FA7B17"/>
          </p15:clr>
        </p15:guide>
        <p15:guide id="3" pos="259">
          <p15:clr>
            <a:srgbClr val="FA7B17"/>
          </p15:clr>
        </p15:guide>
        <p15:guide id="4" pos="5501">
          <p15:clr>
            <a:srgbClr val="FA7B17"/>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eam - 10 Photos">
  <p:cSld name="Team - 10 Photos">
    <p:spTree>
      <p:nvGrpSpPr>
        <p:cNvPr id="1" name="Shape 102"/>
        <p:cNvGrpSpPr/>
        <p:nvPr/>
      </p:nvGrpSpPr>
      <p:grpSpPr>
        <a:xfrm>
          <a:off x="0" y="0"/>
          <a:ext cx="0" cy="0"/>
          <a:chOff x="0" y="0"/>
          <a:chExt cx="0" cy="0"/>
        </a:xfrm>
      </p:grpSpPr>
      <p:sp>
        <p:nvSpPr>
          <p:cNvPr id="103" name="Google Shape;103;p29"/>
          <p:cNvSpPr/>
          <p:nvPr/>
        </p:nvSpPr>
        <p:spPr>
          <a:xfrm>
            <a:off x="7175584" y="1100100"/>
            <a:ext cx="2253200" cy="5394800"/>
          </a:xfrm>
          <a:prstGeom prst="rect">
            <a:avLst/>
          </a:prstGeom>
          <a:solidFill>
            <a:srgbClr val="F3F3F3"/>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dirty="0">
              <a:solidFill>
                <a:srgbClr val="000000"/>
              </a:solidFill>
              <a:latin typeface="Calibri"/>
              <a:ea typeface="Calibri"/>
              <a:cs typeface="Calibri"/>
              <a:sym typeface="Calibri"/>
            </a:endParaRPr>
          </a:p>
        </p:txBody>
      </p:sp>
      <p:sp>
        <p:nvSpPr>
          <p:cNvPr id="104" name="Google Shape;104;p29"/>
          <p:cNvSpPr/>
          <p:nvPr/>
        </p:nvSpPr>
        <p:spPr>
          <a:xfrm>
            <a:off x="2757617" y="1100100"/>
            <a:ext cx="2253200" cy="5394800"/>
          </a:xfrm>
          <a:prstGeom prst="rect">
            <a:avLst/>
          </a:prstGeom>
          <a:solidFill>
            <a:srgbClr val="F3F3F3"/>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dirty="0">
              <a:solidFill>
                <a:srgbClr val="000000"/>
              </a:solidFill>
              <a:latin typeface="Calibri"/>
              <a:ea typeface="Calibri"/>
              <a:cs typeface="Calibri"/>
              <a:sym typeface="Calibri"/>
            </a:endParaRPr>
          </a:p>
        </p:txBody>
      </p:sp>
      <p:sp>
        <p:nvSpPr>
          <p:cNvPr id="105" name="Google Shape;105;p29"/>
          <p:cNvSpPr txBox="1">
            <a:spLocks noGrp="1"/>
          </p:cNvSpPr>
          <p:nvPr>
            <p:ph type="title"/>
          </p:nvPr>
        </p:nvSpPr>
        <p:spPr>
          <a:xfrm>
            <a:off x="554167" y="496800"/>
            <a:ext cx="11083600" cy="6116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1800"/>
              <a:buNone/>
              <a:defRPr sz="2400">
                <a:solidFill>
                  <a:schemeClr val="lt1"/>
                </a:solidFill>
              </a:defRPr>
            </a:lvl1pPr>
            <a:lvl2pPr lvl="1" algn="l">
              <a:lnSpc>
                <a:spcPct val="100000"/>
              </a:lnSpc>
              <a:spcBef>
                <a:spcPts val="0"/>
              </a:spcBef>
              <a:spcAft>
                <a:spcPts val="0"/>
              </a:spcAft>
              <a:buSzPts val="1800"/>
              <a:buNone/>
              <a:defRPr sz="2400"/>
            </a:lvl2pPr>
            <a:lvl3pPr lvl="2" algn="l">
              <a:lnSpc>
                <a:spcPct val="100000"/>
              </a:lnSpc>
              <a:spcBef>
                <a:spcPts val="0"/>
              </a:spcBef>
              <a:spcAft>
                <a:spcPts val="0"/>
              </a:spcAft>
              <a:buSzPts val="1800"/>
              <a:buNone/>
              <a:defRPr sz="2400"/>
            </a:lvl3pPr>
            <a:lvl4pPr lvl="3" algn="l">
              <a:lnSpc>
                <a:spcPct val="100000"/>
              </a:lnSpc>
              <a:spcBef>
                <a:spcPts val="0"/>
              </a:spcBef>
              <a:spcAft>
                <a:spcPts val="0"/>
              </a:spcAft>
              <a:buSzPts val="1800"/>
              <a:buNone/>
              <a:defRPr sz="2400"/>
            </a:lvl4pPr>
            <a:lvl5pPr lvl="4" algn="l">
              <a:lnSpc>
                <a:spcPct val="100000"/>
              </a:lnSpc>
              <a:spcBef>
                <a:spcPts val="0"/>
              </a:spcBef>
              <a:spcAft>
                <a:spcPts val="0"/>
              </a:spcAft>
              <a:buSzPts val="1800"/>
              <a:buNone/>
              <a:defRPr sz="2400"/>
            </a:lvl5pPr>
            <a:lvl6pPr lvl="5" algn="l">
              <a:lnSpc>
                <a:spcPct val="100000"/>
              </a:lnSpc>
              <a:spcBef>
                <a:spcPts val="0"/>
              </a:spcBef>
              <a:spcAft>
                <a:spcPts val="0"/>
              </a:spcAft>
              <a:buSzPts val="1800"/>
              <a:buNone/>
              <a:defRPr sz="2400"/>
            </a:lvl6pPr>
            <a:lvl7pPr lvl="6" algn="l">
              <a:lnSpc>
                <a:spcPct val="100000"/>
              </a:lnSpc>
              <a:spcBef>
                <a:spcPts val="0"/>
              </a:spcBef>
              <a:spcAft>
                <a:spcPts val="0"/>
              </a:spcAft>
              <a:buSzPts val="1800"/>
              <a:buNone/>
              <a:defRPr sz="2400"/>
            </a:lvl7pPr>
            <a:lvl8pPr lvl="7" algn="l">
              <a:lnSpc>
                <a:spcPct val="100000"/>
              </a:lnSpc>
              <a:spcBef>
                <a:spcPts val="0"/>
              </a:spcBef>
              <a:spcAft>
                <a:spcPts val="0"/>
              </a:spcAft>
              <a:buSzPts val="1800"/>
              <a:buNone/>
              <a:defRPr sz="2400"/>
            </a:lvl8pPr>
            <a:lvl9pPr lvl="8" algn="l">
              <a:lnSpc>
                <a:spcPct val="100000"/>
              </a:lnSpc>
              <a:spcBef>
                <a:spcPts val="0"/>
              </a:spcBef>
              <a:spcAft>
                <a:spcPts val="0"/>
              </a:spcAft>
              <a:buSzPts val="1800"/>
              <a:buNone/>
              <a:defRPr sz="2400"/>
            </a:lvl9pPr>
          </a:lstStyle>
          <a:p>
            <a:endParaRPr/>
          </a:p>
        </p:txBody>
      </p:sp>
      <p:sp>
        <p:nvSpPr>
          <p:cNvPr id="106" name="Google Shape;106;p29"/>
          <p:cNvSpPr/>
          <p:nvPr/>
        </p:nvSpPr>
        <p:spPr>
          <a:xfrm>
            <a:off x="11792595" y="6494883"/>
            <a:ext cx="304800" cy="306000"/>
          </a:xfrm>
          <a:prstGeom prst="ellipse">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US" sz="933" b="0" i="0" u="none" strike="noStrike" cap="none">
                <a:solidFill>
                  <a:schemeClr val="lt1"/>
                </a:solidFill>
                <a:latin typeface="Calibri"/>
                <a:ea typeface="Calibri"/>
                <a:cs typeface="Calibri"/>
                <a:sym typeface="Calibri"/>
              </a:rPr>
              <a:pPr marL="0" marR="0" lvl="0" indent="0" algn="r" rtl="0">
                <a:lnSpc>
                  <a:spcPct val="100000"/>
                </a:lnSpc>
                <a:spcBef>
                  <a:spcPts val="0"/>
                </a:spcBef>
                <a:spcAft>
                  <a:spcPts val="0"/>
                </a:spcAft>
                <a:buClr>
                  <a:srgbClr val="000000"/>
                </a:buClr>
                <a:buSzPts val="700"/>
                <a:buFont typeface="Arial"/>
                <a:buNone/>
              </a:pPr>
              <a:t>‹#›</a:t>
            </a:fld>
            <a:endParaRPr sz="933" b="0" i="0" u="none" strike="noStrike" cap="none" dirty="0">
              <a:solidFill>
                <a:schemeClr val="lt1"/>
              </a:solidFill>
              <a:latin typeface="Calibri"/>
              <a:ea typeface="Calibri"/>
              <a:cs typeface="Calibri"/>
              <a:sym typeface="Calibri"/>
            </a:endParaRPr>
          </a:p>
        </p:txBody>
      </p:sp>
      <p:sp>
        <p:nvSpPr>
          <p:cNvPr id="107" name="Google Shape;107;p29"/>
          <p:cNvSpPr/>
          <p:nvPr/>
        </p:nvSpPr>
        <p:spPr>
          <a:xfrm>
            <a:off x="3" y="1"/>
            <a:ext cx="301543" cy="347263"/>
          </a:xfrm>
          <a:custGeom>
            <a:avLst/>
            <a:gdLst/>
            <a:ahLst/>
            <a:cxnLst/>
            <a:rect l="l" t="t" r="r" b="b"/>
            <a:pathLst>
              <a:path w="1675237" h="1929234" extrusionOk="0">
                <a:moveTo>
                  <a:pt x="461556" y="1897854"/>
                </a:moveTo>
                <a:lnTo>
                  <a:pt x="469774" y="1899513"/>
                </a:lnTo>
                <a:lnTo>
                  <a:pt x="443985" y="1904118"/>
                </a:lnTo>
                <a:lnTo>
                  <a:pt x="449737" y="1900240"/>
                </a:lnTo>
                <a:cubicBezTo>
                  <a:pt x="453370" y="1898704"/>
                  <a:pt x="457364" y="1897854"/>
                  <a:pt x="461556" y="1897854"/>
                </a:cubicBezTo>
                <a:close/>
                <a:moveTo>
                  <a:pt x="389002" y="1897854"/>
                </a:moveTo>
                <a:cubicBezTo>
                  <a:pt x="397386" y="1897854"/>
                  <a:pt x="404977" y="1901253"/>
                  <a:pt x="410472" y="1906747"/>
                </a:cubicBezTo>
                <a:lnTo>
                  <a:pt x="411766" y="1909872"/>
                </a:lnTo>
                <a:lnTo>
                  <a:pt x="400388" y="1911904"/>
                </a:lnTo>
                <a:lnTo>
                  <a:pt x="363451" y="1916598"/>
                </a:lnTo>
                <a:lnTo>
                  <a:pt x="367531" y="1906747"/>
                </a:lnTo>
                <a:cubicBezTo>
                  <a:pt x="373026" y="1901253"/>
                  <a:pt x="380617" y="1897854"/>
                  <a:pt x="389002" y="1897854"/>
                </a:cubicBezTo>
                <a:close/>
                <a:moveTo>
                  <a:pt x="316447" y="1897854"/>
                </a:moveTo>
                <a:cubicBezTo>
                  <a:pt x="324832" y="1897854"/>
                  <a:pt x="332422" y="1901253"/>
                  <a:pt x="337917" y="1906747"/>
                </a:cubicBezTo>
                <a:lnTo>
                  <a:pt x="343070" y="1919187"/>
                </a:lnTo>
                <a:lnTo>
                  <a:pt x="325117" y="1921469"/>
                </a:lnTo>
                <a:lnTo>
                  <a:pt x="287700" y="1924314"/>
                </a:lnTo>
                <a:lnTo>
                  <a:pt x="294977" y="1906747"/>
                </a:lnTo>
                <a:cubicBezTo>
                  <a:pt x="300471" y="1901253"/>
                  <a:pt x="308062" y="1897854"/>
                  <a:pt x="316447" y="1897854"/>
                </a:cubicBezTo>
                <a:close/>
                <a:moveTo>
                  <a:pt x="243892" y="1897854"/>
                </a:moveTo>
                <a:cubicBezTo>
                  <a:pt x="252277" y="1897854"/>
                  <a:pt x="259868" y="1901253"/>
                  <a:pt x="265363" y="1906747"/>
                </a:cubicBezTo>
                <a:lnTo>
                  <a:pt x="273099" y="1925425"/>
                </a:lnTo>
                <a:lnTo>
                  <a:pt x="248735" y="1927277"/>
                </a:lnTo>
                <a:lnTo>
                  <a:pt x="213550" y="1928167"/>
                </a:lnTo>
                <a:lnTo>
                  <a:pt x="222422" y="1906747"/>
                </a:lnTo>
                <a:cubicBezTo>
                  <a:pt x="227917" y="1901253"/>
                  <a:pt x="235508" y="1897854"/>
                  <a:pt x="243892" y="1897854"/>
                </a:cubicBezTo>
                <a:close/>
                <a:moveTo>
                  <a:pt x="171339" y="1897854"/>
                </a:moveTo>
                <a:cubicBezTo>
                  <a:pt x="188107" y="1897854"/>
                  <a:pt x="201701" y="1911448"/>
                  <a:pt x="201701" y="1928218"/>
                </a:cubicBezTo>
                <a:lnTo>
                  <a:pt x="201597" y="1928469"/>
                </a:lnTo>
                <a:lnTo>
                  <a:pt x="171336" y="1929234"/>
                </a:lnTo>
                <a:lnTo>
                  <a:pt x="141087" y="1928469"/>
                </a:lnTo>
                <a:lnTo>
                  <a:pt x="140982" y="1928218"/>
                </a:lnTo>
                <a:cubicBezTo>
                  <a:pt x="140982" y="1911448"/>
                  <a:pt x="154577" y="1897854"/>
                  <a:pt x="171339" y="1897854"/>
                </a:cubicBezTo>
                <a:close/>
                <a:moveTo>
                  <a:pt x="98792" y="1897854"/>
                </a:moveTo>
                <a:cubicBezTo>
                  <a:pt x="107177" y="1897854"/>
                  <a:pt x="114768" y="1901253"/>
                  <a:pt x="120263" y="1906747"/>
                </a:cubicBezTo>
                <a:lnTo>
                  <a:pt x="129135" y="1928167"/>
                </a:lnTo>
                <a:lnTo>
                  <a:pt x="93938" y="1927277"/>
                </a:lnTo>
                <a:lnTo>
                  <a:pt x="69586" y="1925425"/>
                </a:lnTo>
                <a:lnTo>
                  <a:pt x="77322" y="1906747"/>
                </a:lnTo>
                <a:cubicBezTo>
                  <a:pt x="82817" y="1901253"/>
                  <a:pt x="90408" y="1897854"/>
                  <a:pt x="98792" y="1897854"/>
                </a:cubicBezTo>
                <a:close/>
                <a:moveTo>
                  <a:pt x="26239" y="1897854"/>
                </a:moveTo>
                <a:cubicBezTo>
                  <a:pt x="34623" y="1897854"/>
                  <a:pt x="42214" y="1901253"/>
                  <a:pt x="47709" y="1906747"/>
                </a:cubicBezTo>
                <a:lnTo>
                  <a:pt x="54985" y="1924315"/>
                </a:lnTo>
                <a:lnTo>
                  <a:pt x="17556" y="1921469"/>
                </a:lnTo>
                <a:lnTo>
                  <a:pt x="0" y="1919238"/>
                </a:lnTo>
                <a:lnTo>
                  <a:pt x="0" y="1918259"/>
                </a:lnTo>
                <a:lnTo>
                  <a:pt x="4768" y="1906747"/>
                </a:lnTo>
                <a:cubicBezTo>
                  <a:pt x="10263" y="1901253"/>
                  <a:pt x="17854" y="1897854"/>
                  <a:pt x="26239" y="1897854"/>
                </a:cubicBezTo>
                <a:close/>
                <a:moveTo>
                  <a:pt x="679220" y="1817400"/>
                </a:moveTo>
                <a:cubicBezTo>
                  <a:pt x="687604" y="1817400"/>
                  <a:pt x="695195" y="1820799"/>
                  <a:pt x="700690" y="1826293"/>
                </a:cubicBezTo>
                <a:lnTo>
                  <a:pt x="702587" y="1830873"/>
                </a:lnTo>
                <a:lnTo>
                  <a:pt x="649855" y="1850174"/>
                </a:lnTo>
                <a:lnTo>
                  <a:pt x="648856" y="1847763"/>
                </a:lnTo>
                <a:cubicBezTo>
                  <a:pt x="648856" y="1830994"/>
                  <a:pt x="662450" y="1817400"/>
                  <a:pt x="679220" y="1817400"/>
                </a:cubicBezTo>
                <a:close/>
                <a:moveTo>
                  <a:pt x="606665" y="1817400"/>
                </a:moveTo>
                <a:cubicBezTo>
                  <a:pt x="623435" y="1817400"/>
                  <a:pt x="637029" y="1830994"/>
                  <a:pt x="637029" y="1847763"/>
                </a:cubicBezTo>
                <a:lnTo>
                  <a:pt x="633560" y="1856138"/>
                </a:lnTo>
                <a:lnTo>
                  <a:pt x="618594" y="1861615"/>
                </a:lnTo>
                <a:lnTo>
                  <a:pt x="587142" y="1870547"/>
                </a:lnTo>
                <a:lnTo>
                  <a:pt x="585195" y="1869234"/>
                </a:lnTo>
                <a:cubicBezTo>
                  <a:pt x="579700" y="1863739"/>
                  <a:pt x="576302" y="1856148"/>
                  <a:pt x="576302" y="1847763"/>
                </a:cubicBezTo>
                <a:cubicBezTo>
                  <a:pt x="576302" y="1830994"/>
                  <a:pt x="589896" y="1817400"/>
                  <a:pt x="606665" y="1817400"/>
                </a:cubicBezTo>
                <a:close/>
                <a:moveTo>
                  <a:pt x="534111" y="1817400"/>
                </a:moveTo>
                <a:cubicBezTo>
                  <a:pt x="550880" y="1817400"/>
                  <a:pt x="564474" y="1830994"/>
                  <a:pt x="564474" y="1847763"/>
                </a:cubicBezTo>
                <a:cubicBezTo>
                  <a:pt x="564474" y="1864533"/>
                  <a:pt x="550880" y="1878127"/>
                  <a:pt x="534111" y="1878127"/>
                </a:cubicBezTo>
                <a:cubicBezTo>
                  <a:pt x="517341" y="1878127"/>
                  <a:pt x="503747" y="1864533"/>
                  <a:pt x="503747" y="1847763"/>
                </a:cubicBezTo>
                <a:cubicBezTo>
                  <a:pt x="503747" y="1830994"/>
                  <a:pt x="517341" y="1817400"/>
                  <a:pt x="534111" y="1817400"/>
                </a:cubicBezTo>
                <a:close/>
                <a:moveTo>
                  <a:pt x="461556" y="1817400"/>
                </a:moveTo>
                <a:cubicBezTo>
                  <a:pt x="478326" y="1817400"/>
                  <a:pt x="491920" y="1830994"/>
                  <a:pt x="491920" y="1847763"/>
                </a:cubicBezTo>
                <a:cubicBezTo>
                  <a:pt x="491920" y="1864533"/>
                  <a:pt x="478326" y="1878127"/>
                  <a:pt x="461556" y="1878127"/>
                </a:cubicBezTo>
                <a:cubicBezTo>
                  <a:pt x="444787" y="1878127"/>
                  <a:pt x="431192" y="1864533"/>
                  <a:pt x="431192" y="1847763"/>
                </a:cubicBezTo>
                <a:cubicBezTo>
                  <a:pt x="431192" y="1830994"/>
                  <a:pt x="444787" y="1817400"/>
                  <a:pt x="461556" y="1817400"/>
                </a:cubicBezTo>
                <a:close/>
                <a:moveTo>
                  <a:pt x="389002" y="1817400"/>
                </a:moveTo>
                <a:cubicBezTo>
                  <a:pt x="405771" y="1817400"/>
                  <a:pt x="419365" y="1830994"/>
                  <a:pt x="419365" y="1847763"/>
                </a:cubicBezTo>
                <a:cubicBezTo>
                  <a:pt x="419365" y="1864533"/>
                  <a:pt x="405771" y="1878127"/>
                  <a:pt x="389002" y="1878127"/>
                </a:cubicBezTo>
                <a:cubicBezTo>
                  <a:pt x="372232" y="1878127"/>
                  <a:pt x="358638" y="1864533"/>
                  <a:pt x="358638" y="1847763"/>
                </a:cubicBezTo>
                <a:cubicBezTo>
                  <a:pt x="358638" y="1830994"/>
                  <a:pt x="372232" y="1817400"/>
                  <a:pt x="389002" y="1817400"/>
                </a:cubicBezTo>
                <a:close/>
                <a:moveTo>
                  <a:pt x="316447" y="1817400"/>
                </a:moveTo>
                <a:cubicBezTo>
                  <a:pt x="333216" y="1817400"/>
                  <a:pt x="346810" y="1830994"/>
                  <a:pt x="346810" y="1847763"/>
                </a:cubicBezTo>
                <a:cubicBezTo>
                  <a:pt x="346810" y="1864533"/>
                  <a:pt x="333216" y="1878127"/>
                  <a:pt x="316447" y="1878127"/>
                </a:cubicBezTo>
                <a:cubicBezTo>
                  <a:pt x="299677" y="1878127"/>
                  <a:pt x="286084" y="1864533"/>
                  <a:pt x="286084" y="1847763"/>
                </a:cubicBezTo>
                <a:cubicBezTo>
                  <a:pt x="286084" y="1830994"/>
                  <a:pt x="299677" y="1817400"/>
                  <a:pt x="316447" y="1817400"/>
                </a:cubicBezTo>
                <a:close/>
                <a:moveTo>
                  <a:pt x="243892" y="1817400"/>
                </a:moveTo>
                <a:cubicBezTo>
                  <a:pt x="260662" y="1817400"/>
                  <a:pt x="274256" y="1830994"/>
                  <a:pt x="274256" y="1847763"/>
                </a:cubicBezTo>
                <a:cubicBezTo>
                  <a:pt x="274256" y="1864533"/>
                  <a:pt x="260662" y="1878127"/>
                  <a:pt x="243892" y="1878127"/>
                </a:cubicBezTo>
                <a:cubicBezTo>
                  <a:pt x="227123" y="1878127"/>
                  <a:pt x="213529" y="1864533"/>
                  <a:pt x="213529" y="1847763"/>
                </a:cubicBezTo>
                <a:cubicBezTo>
                  <a:pt x="213529" y="1830994"/>
                  <a:pt x="227123" y="1817400"/>
                  <a:pt x="243892" y="1817400"/>
                </a:cubicBezTo>
                <a:close/>
                <a:moveTo>
                  <a:pt x="171339" y="1817400"/>
                </a:moveTo>
                <a:cubicBezTo>
                  <a:pt x="188107" y="1817400"/>
                  <a:pt x="201701" y="1830994"/>
                  <a:pt x="201701" y="1847763"/>
                </a:cubicBezTo>
                <a:cubicBezTo>
                  <a:pt x="201701" y="1864533"/>
                  <a:pt x="188107" y="1878127"/>
                  <a:pt x="171339" y="1878127"/>
                </a:cubicBezTo>
                <a:cubicBezTo>
                  <a:pt x="154583" y="1878127"/>
                  <a:pt x="140989" y="1864533"/>
                  <a:pt x="140989" y="1847763"/>
                </a:cubicBezTo>
                <a:cubicBezTo>
                  <a:pt x="140989" y="1830994"/>
                  <a:pt x="154583" y="1817400"/>
                  <a:pt x="171339" y="1817400"/>
                </a:cubicBezTo>
                <a:close/>
                <a:moveTo>
                  <a:pt x="98799" y="1817400"/>
                </a:moveTo>
                <a:cubicBezTo>
                  <a:pt x="115568" y="1817400"/>
                  <a:pt x="129162" y="1830994"/>
                  <a:pt x="129162" y="1847763"/>
                </a:cubicBezTo>
                <a:cubicBezTo>
                  <a:pt x="129162" y="1864533"/>
                  <a:pt x="115568" y="1878127"/>
                  <a:pt x="98799" y="1878127"/>
                </a:cubicBezTo>
                <a:cubicBezTo>
                  <a:pt x="82029" y="1878127"/>
                  <a:pt x="68435" y="1864533"/>
                  <a:pt x="68435" y="1847763"/>
                </a:cubicBezTo>
                <a:cubicBezTo>
                  <a:pt x="68435" y="1830994"/>
                  <a:pt x="82029" y="1817400"/>
                  <a:pt x="98799" y="1817400"/>
                </a:cubicBezTo>
                <a:close/>
                <a:moveTo>
                  <a:pt x="26245" y="1817400"/>
                </a:moveTo>
                <a:cubicBezTo>
                  <a:pt x="43014" y="1817400"/>
                  <a:pt x="56608" y="1830994"/>
                  <a:pt x="56608" y="1847763"/>
                </a:cubicBezTo>
                <a:cubicBezTo>
                  <a:pt x="56608" y="1864533"/>
                  <a:pt x="43014" y="1878127"/>
                  <a:pt x="26245" y="1878127"/>
                </a:cubicBezTo>
                <a:cubicBezTo>
                  <a:pt x="17860" y="1878127"/>
                  <a:pt x="10269" y="1874729"/>
                  <a:pt x="4775" y="1869234"/>
                </a:cubicBezTo>
                <a:lnTo>
                  <a:pt x="0" y="1857707"/>
                </a:lnTo>
                <a:lnTo>
                  <a:pt x="0" y="1837819"/>
                </a:lnTo>
                <a:lnTo>
                  <a:pt x="4775" y="1826293"/>
                </a:lnTo>
                <a:cubicBezTo>
                  <a:pt x="10269" y="1820799"/>
                  <a:pt x="17860" y="1817400"/>
                  <a:pt x="26245" y="1817400"/>
                </a:cubicBezTo>
                <a:close/>
                <a:moveTo>
                  <a:pt x="896883" y="1736948"/>
                </a:moveTo>
                <a:lnTo>
                  <a:pt x="903696" y="1738324"/>
                </a:lnTo>
                <a:lnTo>
                  <a:pt x="888255" y="1747704"/>
                </a:lnTo>
                <a:lnTo>
                  <a:pt x="871248" y="1755896"/>
                </a:lnTo>
                <a:lnTo>
                  <a:pt x="875413" y="1745841"/>
                </a:lnTo>
                <a:cubicBezTo>
                  <a:pt x="880908" y="1740347"/>
                  <a:pt x="888499" y="1736948"/>
                  <a:pt x="896883" y="1736948"/>
                </a:cubicBezTo>
                <a:close/>
                <a:moveTo>
                  <a:pt x="824329" y="1736948"/>
                </a:moveTo>
                <a:cubicBezTo>
                  <a:pt x="832714" y="1736948"/>
                  <a:pt x="840304" y="1740347"/>
                  <a:pt x="845799" y="1745841"/>
                </a:cubicBezTo>
                <a:lnTo>
                  <a:pt x="853504" y="1764444"/>
                </a:lnTo>
                <a:lnTo>
                  <a:pt x="802910" y="1788817"/>
                </a:lnTo>
                <a:lnTo>
                  <a:pt x="802858" y="1788782"/>
                </a:lnTo>
                <a:cubicBezTo>
                  <a:pt x="797364" y="1783287"/>
                  <a:pt x="793965" y="1775696"/>
                  <a:pt x="793965" y="1767312"/>
                </a:cubicBezTo>
                <a:cubicBezTo>
                  <a:pt x="793965" y="1750542"/>
                  <a:pt x="807559" y="1736948"/>
                  <a:pt x="824329" y="1736948"/>
                </a:cubicBezTo>
                <a:close/>
                <a:moveTo>
                  <a:pt x="751774" y="1736948"/>
                </a:moveTo>
                <a:cubicBezTo>
                  <a:pt x="768544" y="1736948"/>
                  <a:pt x="782138" y="1750542"/>
                  <a:pt x="782138" y="1767312"/>
                </a:cubicBezTo>
                <a:cubicBezTo>
                  <a:pt x="782138" y="1784081"/>
                  <a:pt x="768544" y="1797675"/>
                  <a:pt x="751774" y="1797675"/>
                </a:cubicBezTo>
                <a:cubicBezTo>
                  <a:pt x="735005" y="1797675"/>
                  <a:pt x="721411" y="1784081"/>
                  <a:pt x="721411" y="1767312"/>
                </a:cubicBezTo>
                <a:cubicBezTo>
                  <a:pt x="721411" y="1750542"/>
                  <a:pt x="735005" y="1736948"/>
                  <a:pt x="751774" y="1736948"/>
                </a:cubicBezTo>
                <a:close/>
                <a:moveTo>
                  <a:pt x="679220" y="1736948"/>
                </a:moveTo>
                <a:cubicBezTo>
                  <a:pt x="695989" y="1736948"/>
                  <a:pt x="709583" y="1750542"/>
                  <a:pt x="709583" y="1767312"/>
                </a:cubicBezTo>
                <a:cubicBezTo>
                  <a:pt x="709583" y="1784081"/>
                  <a:pt x="695989" y="1797675"/>
                  <a:pt x="679220" y="1797675"/>
                </a:cubicBezTo>
                <a:cubicBezTo>
                  <a:pt x="662450" y="1797675"/>
                  <a:pt x="648856" y="1784081"/>
                  <a:pt x="648856" y="1767312"/>
                </a:cubicBezTo>
                <a:cubicBezTo>
                  <a:pt x="648856" y="1750542"/>
                  <a:pt x="662450" y="1736948"/>
                  <a:pt x="679220" y="1736948"/>
                </a:cubicBezTo>
                <a:close/>
                <a:moveTo>
                  <a:pt x="606665" y="1736948"/>
                </a:moveTo>
                <a:cubicBezTo>
                  <a:pt x="623435" y="1736948"/>
                  <a:pt x="637029" y="1750542"/>
                  <a:pt x="637029" y="1767312"/>
                </a:cubicBezTo>
                <a:cubicBezTo>
                  <a:pt x="637029" y="1784081"/>
                  <a:pt x="623435" y="1797675"/>
                  <a:pt x="606665" y="1797675"/>
                </a:cubicBezTo>
                <a:cubicBezTo>
                  <a:pt x="589896" y="1797675"/>
                  <a:pt x="576302" y="1784081"/>
                  <a:pt x="576302" y="1767312"/>
                </a:cubicBezTo>
                <a:cubicBezTo>
                  <a:pt x="576302" y="1750542"/>
                  <a:pt x="589896" y="1736948"/>
                  <a:pt x="606665" y="1736948"/>
                </a:cubicBezTo>
                <a:close/>
                <a:moveTo>
                  <a:pt x="534111" y="1736948"/>
                </a:moveTo>
                <a:cubicBezTo>
                  <a:pt x="550880" y="1736948"/>
                  <a:pt x="564474" y="1750542"/>
                  <a:pt x="564474" y="1767312"/>
                </a:cubicBezTo>
                <a:cubicBezTo>
                  <a:pt x="564474" y="1784081"/>
                  <a:pt x="550880" y="1797675"/>
                  <a:pt x="534111" y="1797675"/>
                </a:cubicBezTo>
                <a:cubicBezTo>
                  <a:pt x="517341" y="1797675"/>
                  <a:pt x="503747" y="1784081"/>
                  <a:pt x="503747" y="1767312"/>
                </a:cubicBezTo>
                <a:cubicBezTo>
                  <a:pt x="503747" y="1750542"/>
                  <a:pt x="517341" y="1736948"/>
                  <a:pt x="534111" y="1736948"/>
                </a:cubicBezTo>
                <a:close/>
                <a:moveTo>
                  <a:pt x="461556" y="1736948"/>
                </a:moveTo>
                <a:cubicBezTo>
                  <a:pt x="478326" y="1736948"/>
                  <a:pt x="491920" y="1750542"/>
                  <a:pt x="491920" y="1767312"/>
                </a:cubicBezTo>
                <a:cubicBezTo>
                  <a:pt x="491920" y="1784081"/>
                  <a:pt x="478326" y="1797675"/>
                  <a:pt x="461556" y="1797675"/>
                </a:cubicBezTo>
                <a:cubicBezTo>
                  <a:pt x="444787" y="1797675"/>
                  <a:pt x="431192" y="1784081"/>
                  <a:pt x="431192" y="1767312"/>
                </a:cubicBezTo>
                <a:cubicBezTo>
                  <a:pt x="431192" y="1750542"/>
                  <a:pt x="444787" y="1736948"/>
                  <a:pt x="461556" y="1736948"/>
                </a:cubicBezTo>
                <a:close/>
                <a:moveTo>
                  <a:pt x="389002" y="1736948"/>
                </a:moveTo>
                <a:cubicBezTo>
                  <a:pt x="405771" y="1736948"/>
                  <a:pt x="419365" y="1750542"/>
                  <a:pt x="419365" y="1767312"/>
                </a:cubicBezTo>
                <a:cubicBezTo>
                  <a:pt x="419365" y="1784081"/>
                  <a:pt x="405771" y="1797675"/>
                  <a:pt x="389002" y="1797675"/>
                </a:cubicBezTo>
                <a:cubicBezTo>
                  <a:pt x="372232" y="1797675"/>
                  <a:pt x="358638" y="1784081"/>
                  <a:pt x="358638" y="1767312"/>
                </a:cubicBezTo>
                <a:cubicBezTo>
                  <a:pt x="358638" y="1750542"/>
                  <a:pt x="372232" y="1736948"/>
                  <a:pt x="389002" y="1736948"/>
                </a:cubicBezTo>
                <a:close/>
                <a:moveTo>
                  <a:pt x="316447" y="1736948"/>
                </a:moveTo>
                <a:cubicBezTo>
                  <a:pt x="333216" y="1736948"/>
                  <a:pt x="346810" y="1750542"/>
                  <a:pt x="346810" y="1767312"/>
                </a:cubicBezTo>
                <a:cubicBezTo>
                  <a:pt x="346810" y="1784081"/>
                  <a:pt x="333216" y="1797675"/>
                  <a:pt x="316447" y="1797675"/>
                </a:cubicBezTo>
                <a:cubicBezTo>
                  <a:pt x="299677" y="1797675"/>
                  <a:pt x="286084" y="1784081"/>
                  <a:pt x="286084" y="1767312"/>
                </a:cubicBezTo>
                <a:cubicBezTo>
                  <a:pt x="286084" y="1750542"/>
                  <a:pt x="299677" y="1736948"/>
                  <a:pt x="316447" y="1736948"/>
                </a:cubicBezTo>
                <a:close/>
                <a:moveTo>
                  <a:pt x="243892" y="1736948"/>
                </a:moveTo>
                <a:cubicBezTo>
                  <a:pt x="260662" y="1736948"/>
                  <a:pt x="274256" y="1750542"/>
                  <a:pt x="274256" y="1767312"/>
                </a:cubicBezTo>
                <a:cubicBezTo>
                  <a:pt x="274256" y="1784081"/>
                  <a:pt x="260662" y="1797675"/>
                  <a:pt x="243892" y="1797675"/>
                </a:cubicBezTo>
                <a:cubicBezTo>
                  <a:pt x="227123" y="1797675"/>
                  <a:pt x="213529" y="1784081"/>
                  <a:pt x="213529" y="1767312"/>
                </a:cubicBezTo>
                <a:cubicBezTo>
                  <a:pt x="213529" y="1750542"/>
                  <a:pt x="227123" y="1736948"/>
                  <a:pt x="243892" y="1736948"/>
                </a:cubicBezTo>
                <a:close/>
                <a:moveTo>
                  <a:pt x="171339" y="1736948"/>
                </a:moveTo>
                <a:cubicBezTo>
                  <a:pt x="188107" y="1736948"/>
                  <a:pt x="201701" y="1750542"/>
                  <a:pt x="201701" y="1767312"/>
                </a:cubicBezTo>
                <a:cubicBezTo>
                  <a:pt x="201701" y="1784081"/>
                  <a:pt x="188107" y="1797675"/>
                  <a:pt x="171339" y="1797675"/>
                </a:cubicBezTo>
                <a:cubicBezTo>
                  <a:pt x="154588" y="1797675"/>
                  <a:pt x="140995" y="1784081"/>
                  <a:pt x="140995" y="1767312"/>
                </a:cubicBezTo>
                <a:cubicBezTo>
                  <a:pt x="140995" y="1750542"/>
                  <a:pt x="154588" y="1736948"/>
                  <a:pt x="171339" y="1736948"/>
                </a:cubicBezTo>
                <a:close/>
                <a:moveTo>
                  <a:pt x="98806" y="1736948"/>
                </a:moveTo>
                <a:cubicBezTo>
                  <a:pt x="115574" y="1736948"/>
                  <a:pt x="129168" y="1750542"/>
                  <a:pt x="129168" y="1767312"/>
                </a:cubicBezTo>
                <a:cubicBezTo>
                  <a:pt x="129168" y="1784081"/>
                  <a:pt x="115574" y="1797675"/>
                  <a:pt x="98806" y="1797675"/>
                </a:cubicBezTo>
                <a:cubicBezTo>
                  <a:pt x="82035" y="1797675"/>
                  <a:pt x="68442" y="1784081"/>
                  <a:pt x="68442" y="1767312"/>
                </a:cubicBezTo>
                <a:cubicBezTo>
                  <a:pt x="68442" y="1750542"/>
                  <a:pt x="82035" y="1736948"/>
                  <a:pt x="98806" y="1736948"/>
                </a:cubicBezTo>
                <a:close/>
                <a:moveTo>
                  <a:pt x="26251" y="1736948"/>
                </a:moveTo>
                <a:cubicBezTo>
                  <a:pt x="43020" y="1736948"/>
                  <a:pt x="56614" y="1750542"/>
                  <a:pt x="56614" y="1767312"/>
                </a:cubicBezTo>
                <a:cubicBezTo>
                  <a:pt x="56614" y="1784081"/>
                  <a:pt x="43020" y="1797675"/>
                  <a:pt x="26251" y="1797675"/>
                </a:cubicBezTo>
                <a:cubicBezTo>
                  <a:pt x="17866" y="1797675"/>
                  <a:pt x="10276" y="1794277"/>
                  <a:pt x="4781" y="1788782"/>
                </a:cubicBezTo>
                <a:lnTo>
                  <a:pt x="0" y="1777239"/>
                </a:lnTo>
                <a:lnTo>
                  <a:pt x="0" y="1757384"/>
                </a:lnTo>
                <a:lnTo>
                  <a:pt x="4781" y="1745841"/>
                </a:lnTo>
                <a:cubicBezTo>
                  <a:pt x="10276" y="1740347"/>
                  <a:pt x="17866" y="1736948"/>
                  <a:pt x="26251" y="1736948"/>
                </a:cubicBezTo>
                <a:close/>
                <a:moveTo>
                  <a:pt x="1030341" y="1658849"/>
                </a:moveTo>
                <a:lnTo>
                  <a:pt x="1020041" y="1666551"/>
                </a:lnTo>
                <a:lnTo>
                  <a:pt x="1020522" y="1665390"/>
                </a:lnTo>
                <a:cubicBezTo>
                  <a:pt x="1023269" y="1662642"/>
                  <a:pt x="1026541" y="1660419"/>
                  <a:pt x="1030173" y="1658883"/>
                </a:cubicBezTo>
                <a:close/>
                <a:moveTo>
                  <a:pt x="969438" y="1656497"/>
                </a:moveTo>
                <a:cubicBezTo>
                  <a:pt x="977823" y="1656497"/>
                  <a:pt x="985413" y="1659895"/>
                  <a:pt x="990908" y="1665390"/>
                </a:cubicBezTo>
                <a:lnTo>
                  <a:pt x="997511" y="1681329"/>
                </a:lnTo>
                <a:lnTo>
                  <a:pt x="950384" y="1709959"/>
                </a:lnTo>
                <a:lnTo>
                  <a:pt x="947968" y="1708330"/>
                </a:lnTo>
                <a:cubicBezTo>
                  <a:pt x="942473" y="1702836"/>
                  <a:pt x="939075" y="1695245"/>
                  <a:pt x="939075" y="1686860"/>
                </a:cubicBezTo>
                <a:cubicBezTo>
                  <a:pt x="939075" y="1670091"/>
                  <a:pt x="952669" y="1656497"/>
                  <a:pt x="969438" y="1656497"/>
                </a:cubicBezTo>
                <a:close/>
                <a:moveTo>
                  <a:pt x="896883" y="1656497"/>
                </a:moveTo>
                <a:cubicBezTo>
                  <a:pt x="913653" y="1656497"/>
                  <a:pt x="927247" y="1670091"/>
                  <a:pt x="927247" y="1686860"/>
                </a:cubicBezTo>
                <a:cubicBezTo>
                  <a:pt x="927247" y="1703630"/>
                  <a:pt x="913653" y="1717224"/>
                  <a:pt x="896883" y="1717224"/>
                </a:cubicBezTo>
                <a:cubicBezTo>
                  <a:pt x="880114" y="1717224"/>
                  <a:pt x="866520" y="1703630"/>
                  <a:pt x="866520" y="1686860"/>
                </a:cubicBezTo>
                <a:cubicBezTo>
                  <a:pt x="866520" y="1670091"/>
                  <a:pt x="880114" y="1656497"/>
                  <a:pt x="896883" y="1656497"/>
                </a:cubicBezTo>
                <a:close/>
                <a:moveTo>
                  <a:pt x="824329" y="1656497"/>
                </a:moveTo>
                <a:cubicBezTo>
                  <a:pt x="841098" y="1656497"/>
                  <a:pt x="854692" y="1670091"/>
                  <a:pt x="854692" y="1686860"/>
                </a:cubicBezTo>
                <a:cubicBezTo>
                  <a:pt x="854692" y="1703630"/>
                  <a:pt x="841098" y="1717224"/>
                  <a:pt x="824329" y="1717224"/>
                </a:cubicBezTo>
                <a:cubicBezTo>
                  <a:pt x="807559" y="1717224"/>
                  <a:pt x="793965" y="1703630"/>
                  <a:pt x="793965" y="1686860"/>
                </a:cubicBezTo>
                <a:cubicBezTo>
                  <a:pt x="793965" y="1670091"/>
                  <a:pt x="807559" y="1656497"/>
                  <a:pt x="824329" y="1656497"/>
                </a:cubicBezTo>
                <a:close/>
                <a:moveTo>
                  <a:pt x="751774" y="1656497"/>
                </a:moveTo>
                <a:cubicBezTo>
                  <a:pt x="768544" y="1656497"/>
                  <a:pt x="782138" y="1670091"/>
                  <a:pt x="782138" y="1686860"/>
                </a:cubicBezTo>
                <a:cubicBezTo>
                  <a:pt x="782138" y="1703630"/>
                  <a:pt x="768544" y="1717224"/>
                  <a:pt x="751774" y="1717224"/>
                </a:cubicBezTo>
                <a:cubicBezTo>
                  <a:pt x="735005" y="1717224"/>
                  <a:pt x="721411" y="1703630"/>
                  <a:pt x="721411" y="1686860"/>
                </a:cubicBezTo>
                <a:cubicBezTo>
                  <a:pt x="721411" y="1670091"/>
                  <a:pt x="735005" y="1656497"/>
                  <a:pt x="751774" y="1656497"/>
                </a:cubicBezTo>
                <a:close/>
                <a:moveTo>
                  <a:pt x="679220" y="1656497"/>
                </a:moveTo>
                <a:cubicBezTo>
                  <a:pt x="695989" y="1656497"/>
                  <a:pt x="709583" y="1670091"/>
                  <a:pt x="709583" y="1686860"/>
                </a:cubicBezTo>
                <a:cubicBezTo>
                  <a:pt x="709583" y="1703630"/>
                  <a:pt x="695989" y="1717224"/>
                  <a:pt x="679220" y="1717224"/>
                </a:cubicBezTo>
                <a:cubicBezTo>
                  <a:pt x="662450" y="1717224"/>
                  <a:pt x="648856" y="1703630"/>
                  <a:pt x="648856" y="1686860"/>
                </a:cubicBezTo>
                <a:cubicBezTo>
                  <a:pt x="648856" y="1670091"/>
                  <a:pt x="662450" y="1656497"/>
                  <a:pt x="679220" y="1656497"/>
                </a:cubicBezTo>
                <a:close/>
                <a:moveTo>
                  <a:pt x="606665" y="1656497"/>
                </a:moveTo>
                <a:cubicBezTo>
                  <a:pt x="623435" y="1656497"/>
                  <a:pt x="637029" y="1670091"/>
                  <a:pt x="637029" y="1686860"/>
                </a:cubicBezTo>
                <a:cubicBezTo>
                  <a:pt x="637029" y="1703630"/>
                  <a:pt x="623435" y="1717224"/>
                  <a:pt x="606665" y="1717224"/>
                </a:cubicBezTo>
                <a:cubicBezTo>
                  <a:pt x="589896" y="1717224"/>
                  <a:pt x="576302" y="1703630"/>
                  <a:pt x="576302" y="1686860"/>
                </a:cubicBezTo>
                <a:cubicBezTo>
                  <a:pt x="576302" y="1670091"/>
                  <a:pt x="589896" y="1656497"/>
                  <a:pt x="606665" y="1656497"/>
                </a:cubicBezTo>
                <a:close/>
                <a:moveTo>
                  <a:pt x="534111" y="1656497"/>
                </a:moveTo>
                <a:cubicBezTo>
                  <a:pt x="550880" y="1656497"/>
                  <a:pt x="564474" y="1670091"/>
                  <a:pt x="564474" y="1686860"/>
                </a:cubicBezTo>
                <a:cubicBezTo>
                  <a:pt x="564474" y="1703630"/>
                  <a:pt x="550880" y="1717224"/>
                  <a:pt x="534111" y="1717224"/>
                </a:cubicBezTo>
                <a:cubicBezTo>
                  <a:pt x="517341" y="1717224"/>
                  <a:pt x="503747" y="1703630"/>
                  <a:pt x="503747" y="1686860"/>
                </a:cubicBezTo>
                <a:cubicBezTo>
                  <a:pt x="503747" y="1670091"/>
                  <a:pt x="517341" y="1656497"/>
                  <a:pt x="534111" y="1656497"/>
                </a:cubicBezTo>
                <a:close/>
                <a:moveTo>
                  <a:pt x="461556" y="1656497"/>
                </a:moveTo>
                <a:cubicBezTo>
                  <a:pt x="478326" y="1656497"/>
                  <a:pt x="491920" y="1670091"/>
                  <a:pt x="491920" y="1686860"/>
                </a:cubicBezTo>
                <a:cubicBezTo>
                  <a:pt x="491920" y="1703630"/>
                  <a:pt x="478326" y="1717224"/>
                  <a:pt x="461556" y="1717224"/>
                </a:cubicBezTo>
                <a:cubicBezTo>
                  <a:pt x="444787" y="1717224"/>
                  <a:pt x="431192" y="1703630"/>
                  <a:pt x="431192" y="1686860"/>
                </a:cubicBezTo>
                <a:cubicBezTo>
                  <a:pt x="431192" y="1670091"/>
                  <a:pt x="444787" y="1656497"/>
                  <a:pt x="461556" y="1656497"/>
                </a:cubicBezTo>
                <a:close/>
                <a:moveTo>
                  <a:pt x="389002" y="1656497"/>
                </a:moveTo>
                <a:cubicBezTo>
                  <a:pt x="405771" y="1656497"/>
                  <a:pt x="419365" y="1670091"/>
                  <a:pt x="419365" y="1686860"/>
                </a:cubicBezTo>
                <a:cubicBezTo>
                  <a:pt x="419365" y="1703630"/>
                  <a:pt x="405771" y="1717224"/>
                  <a:pt x="389002" y="1717224"/>
                </a:cubicBezTo>
                <a:cubicBezTo>
                  <a:pt x="372232" y="1717224"/>
                  <a:pt x="358638" y="1703630"/>
                  <a:pt x="358638" y="1686860"/>
                </a:cubicBezTo>
                <a:cubicBezTo>
                  <a:pt x="358638" y="1670091"/>
                  <a:pt x="372232" y="1656497"/>
                  <a:pt x="389002" y="1656497"/>
                </a:cubicBezTo>
                <a:close/>
                <a:moveTo>
                  <a:pt x="316447" y="1656497"/>
                </a:moveTo>
                <a:cubicBezTo>
                  <a:pt x="333216" y="1656497"/>
                  <a:pt x="346810" y="1670091"/>
                  <a:pt x="346810" y="1686860"/>
                </a:cubicBezTo>
                <a:cubicBezTo>
                  <a:pt x="346810" y="1703630"/>
                  <a:pt x="333216" y="1717224"/>
                  <a:pt x="316447" y="1717224"/>
                </a:cubicBezTo>
                <a:cubicBezTo>
                  <a:pt x="299677" y="1717224"/>
                  <a:pt x="286084" y="1703630"/>
                  <a:pt x="286084" y="1686860"/>
                </a:cubicBezTo>
                <a:cubicBezTo>
                  <a:pt x="286084" y="1670091"/>
                  <a:pt x="299677" y="1656497"/>
                  <a:pt x="316447" y="1656497"/>
                </a:cubicBezTo>
                <a:close/>
                <a:moveTo>
                  <a:pt x="243892" y="1656497"/>
                </a:moveTo>
                <a:cubicBezTo>
                  <a:pt x="260662" y="1656497"/>
                  <a:pt x="274256" y="1670091"/>
                  <a:pt x="274256" y="1686860"/>
                </a:cubicBezTo>
                <a:cubicBezTo>
                  <a:pt x="274256" y="1703630"/>
                  <a:pt x="260662" y="1717224"/>
                  <a:pt x="243892" y="1717224"/>
                </a:cubicBezTo>
                <a:cubicBezTo>
                  <a:pt x="227123" y="1717224"/>
                  <a:pt x="213529" y="1703630"/>
                  <a:pt x="213529" y="1686860"/>
                </a:cubicBezTo>
                <a:cubicBezTo>
                  <a:pt x="213529" y="1670091"/>
                  <a:pt x="227123" y="1656497"/>
                  <a:pt x="243892" y="1656497"/>
                </a:cubicBezTo>
                <a:close/>
                <a:moveTo>
                  <a:pt x="171339" y="1656497"/>
                </a:moveTo>
                <a:cubicBezTo>
                  <a:pt x="188107" y="1656497"/>
                  <a:pt x="201701" y="1670091"/>
                  <a:pt x="201701" y="1686860"/>
                </a:cubicBezTo>
                <a:cubicBezTo>
                  <a:pt x="201701" y="1703630"/>
                  <a:pt x="188107" y="1717224"/>
                  <a:pt x="171339" y="1717224"/>
                </a:cubicBezTo>
                <a:cubicBezTo>
                  <a:pt x="154594" y="1717224"/>
                  <a:pt x="141001" y="1703630"/>
                  <a:pt x="141001" y="1686860"/>
                </a:cubicBezTo>
                <a:cubicBezTo>
                  <a:pt x="141001" y="1670091"/>
                  <a:pt x="154594" y="1656497"/>
                  <a:pt x="171339" y="1656497"/>
                </a:cubicBezTo>
                <a:close/>
                <a:moveTo>
                  <a:pt x="98812" y="1656497"/>
                </a:moveTo>
                <a:cubicBezTo>
                  <a:pt x="115580" y="1656497"/>
                  <a:pt x="129174" y="1670091"/>
                  <a:pt x="129174" y="1686860"/>
                </a:cubicBezTo>
                <a:cubicBezTo>
                  <a:pt x="129174" y="1703630"/>
                  <a:pt x="115580" y="1717224"/>
                  <a:pt x="98812" y="1717224"/>
                </a:cubicBezTo>
                <a:cubicBezTo>
                  <a:pt x="82042" y="1717224"/>
                  <a:pt x="68448" y="1703630"/>
                  <a:pt x="68448" y="1686860"/>
                </a:cubicBezTo>
                <a:cubicBezTo>
                  <a:pt x="68448" y="1670091"/>
                  <a:pt x="82042" y="1656497"/>
                  <a:pt x="98812" y="1656497"/>
                </a:cubicBezTo>
                <a:close/>
                <a:moveTo>
                  <a:pt x="26257" y="1656497"/>
                </a:moveTo>
                <a:cubicBezTo>
                  <a:pt x="43026" y="1656497"/>
                  <a:pt x="56620" y="1670091"/>
                  <a:pt x="56620" y="1686860"/>
                </a:cubicBezTo>
                <a:cubicBezTo>
                  <a:pt x="56620" y="1703630"/>
                  <a:pt x="43026" y="1717224"/>
                  <a:pt x="26257" y="1717224"/>
                </a:cubicBezTo>
                <a:cubicBezTo>
                  <a:pt x="17873" y="1717224"/>
                  <a:pt x="10282" y="1713826"/>
                  <a:pt x="4787" y="1708331"/>
                </a:cubicBezTo>
                <a:lnTo>
                  <a:pt x="0" y="1696773"/>
                </a:lnTo>
                <a:lnTo>
                  <a:pt x="0" y="1676947"/>
                </a:lnTo>
                <a:lnTo>
                  <a:pt x="4787" y="1665390"/>
                </a:lnTo>
                <a:cubicBezTo>
                  <a:pt x="10282" y="1659896"/>
                  <a:pt x="17873" y="1656497"/>
                  <a:pt x="26257" y="1656497"/>
                </a:cubicBezTo>
                <a:close/>
                <a:moveTo>
                  <a:pt x="1114547" y="1576045"/>
                </a:moveTo>
                <a:cubicBezTo>
                  <a:pt x="1118739" y="1576045"/>
                  <a:pt x="1122733" y="1576894"/>
                  <a:pt x="1126366" y="1578431"/>
                </a:cubicBezTo>
                <a:lnTo>
                  <a:pt x="1131977" y="1582214"/>
                </a:lnTo>
                <a:lnTo>
                  <a:pt x="1128051" y="1585783"/>
                </a:lnTo>
                <a:lnTo>
                  <a:pt x="1088035" y="1615706"/>
                </a:lnTo>
                <a:lnTo>
                  <a:pt x="1084184" y="1606408"/>
                </a:lnTo>
                <a:cubicBezTo>
                  <a:pt x="1084184" y="1589639"/>
                  <a:pt x="1097778" y="1576045"/>
                  <a:pt x="1114547" y="1576045"/>
                </a:cubicBezTo>
                <a:close/>
                <a:moveTo>
                  <a:pt x="1041993" y="1576045"/>
                </a:moveTo>
                <a:cubicBezTo>
                  <a:pt x="1058762" y="1576045"/>
                  <a:pt x="1072356" y="1589639"/>
                  <a:pt x="1072356" y="1606408"/>
                </a:cubicBezTo>
                <a:cubicBezTo>
                  <a:pt x="1072356" y="1623178"/>
                  <a:pt x="1058762" y="1636772"/>
                  <a:pt x="1041993" y="1636772"/>
                </a:cubicBezTo>
                <a:cubicBezTo>
                  <a:pt x="1025223" y="1636772"/>
                  <a:pt x="1011629" y="1623178"/>
                  <a:pt x="1011629" y="1606408"/>
                </a:cubicBezTo>
                <a:cubicBezTo>
                  <a:pt x="1011629" y="1589639"/>
                  <a:pt x="1025223" y="1576045"/>
                  <a:pt x="1041993" y="1576045"/>
                </a:cubicBezTo>
                <a:close/>
                <a:moveTo>
                  <a:pt x="969438" y="1576045"/>
                </a:moveTo>
                <a:cubicBezTo>
                  <a:pt x="986208" y="1576045"/>
                  <a:pt x="999801" y="1589639"/>
                  <a:pt x="999801" y="1606408"/>
                </a:cubicBezTo>
                <a:cubicBezTo>
                  <a:pt x="999801" y="1623178"/>
                  <a:pt x="986208" y="1636772"/>
                  <a:pt x="969438" y="1636772"/>
                </a:cubicBezTo>
                <a:cubicBezTo>
                  <a:pt x="952669" y="1636772"/>
                  <a:pt x="939075" y="1623178"/>
                  <a:pt x="939075" y="1606408"/>
                </a:cubicBezTo>
                <a:cubicBezTo>
                  <a:pt x="939075" y="1589639"/>
                  <a:pt x="952669" y="1576045"/>
                  <a:pt x="969438" y="1576045"/>
                </a:cubicBezTo>
                <a:close/>
                <a:moveTo>
                  <a:pt x="896883" y="1576045"/>
                </a:moveTo>
                <a:cubicBezTo>
                  <a:pt x="913653" y="1576045"/>
                  <a:pt x="927247" y="1589639"/>
                  <a:pt x="927247" y="1606408"/>
                </a:cubicBezTo>
                <a:cubicBezTo>
                  <a:pt x="927247" y="1623178"/>
                  <a:pt x="913653" y="1636772"/>
                  <a:pt x="896883" y="1636772"/>
                </a:cubicBezTo>
                <a:cubicBezTo>
                  <a:pt x="880114" y="1636772"/>
                  <a:pt x="866520" y="1623178"/>
                  <a:pt x="866520" y="1606408"/>
                </a:cubicBezTo>
                <a:cubicBezTo>
                  <a:pt x="866520" y="1589639"/>
                  <a:pt x="880114" y="1576045"/>
                  <a:pt x="896883" y="1576045"/>
                </a:cubicBezTo>
                <a:close/>
                <a:moveTo>
                  <a:pt x="824329" y="1576045"/>
                </a:moveTo>
                <a:cubicBezTo>
                  <a:pt x="841098" y="1576045"/>
                  <a:pt x="854692" y="1589639"/>
                  <a:pt x="854692" y="1606408"/>
                </a:cubicBezTo>
                <a:cubicBezTo>
                  <a:pt x="854692" y="1623178"/>
                  <a:pt x="841098" y="1636772"/>
                  <a:pt x="824329" y="1636772"/>
                </a:cubicBezTo>
                <a:cubicBezTo>
                  <a:pt x="807559" y="1636772"/>
                  <a:pt x="793965" y="1623178"/>
                  <a:pt x="793965" y="1606408"/>
                </a:cubicBezTo>
                <a:cubicBezTo>
                  <a:pt x="793965" y="1589639"/>
                  <a:pt x="807559" y="1576045"/>
                  <a:pt x="824329" y="1576045"/>
                </a:cubicBezTo>
                <a:close/>
                <a:moveTo>
                  <a:pt x="751774" y="1576045"/>
                </a:moveTo>
                <a:cubicBezTo>
                  <a:pt x="768544" y="1576045"/>
                  <a:pt x="782138" y="1589639"/>
                  <a:pt x="782138" y="1606408"/>
                </a:cubicBezTo>
                <a:cubicBezTo>
                  <a:pt x="782138" y="1623178"/>
                  <a:pt x="768544" y="1636772"/>
                  <a:pt x="751774" y="1636772"/>
                </a:cubicBezTo>
                <a:cubicBezTo>
                  <a:pt x="735005" y="1636772"/>
                  <a:pt x="721411" y="1623178"/>
                  <a:pt x="721411" y="1606408"/>
                </a:cubicBezTo>
                <a:cubicBezTo>
                  <a:pt x="721411" y="1589639"/>
                  <a:pt x="735005" y="1576045"/>
                  <a:pt x="751774" y="1576045"/>
                </a:cubicBezTo>
                <a:close/>
                <a:moveTo>
                  <a:pt x="679220" y="1576045"/>
                </a:moveTo>
                <a:cubicBezTo>
                  <a:pt x="695989" y="1576045"/>
                  <a:pt x="709583" y="1589639"/>
                  <a:pt x="709583" y="1606408"/>
                </a:cubicBezTo>
                <a:cubicBezTo>
                  <a:pt x="709583" y="1623178"/>
                  <a:pt x="695989" y="1636772"/>
                  <a:pt x="679220" y="1636772"/>
                </a:cubicBezTo>
                <a:cubicBezTo>
                  <a:pt x="662450" y="1636772"/>
                  <a:pt x="648856" y="1623178"/>
                  <a:pt x="648856" y="1606408"/>
                </a:cubicBezTo>
                <a:cubicBezTo>
                  <a:pt x="648856" y="1589639"/>
                  <a:pt x="662450" y="1576045"/>
                  <a:pt x="679220" y="1576045"/>
                </a:cubicBezTo>
                <a:close/>
                <a:moveTo>
                  <a:pt x="606665" y="1576045"/>
                </a:moveTo>
                <a:cubicBezTo>
                  <a:pt x="623435" y="1576045"/>
                  <a:pt x="637029" y="1589639"/>
                  <a:pt x="637029" y="1606408"/>
                </a:cubicBezTo>
                <a:cubicBezTo>
                  <a:pt x="637029" y="1623178"/>
                  <a:pt x="623435" y="1636772"/>
                  <a:pt x="606665" y="1636772"/>
                </a:cubicBezTo>
                <a:cubicBezTo>
                  <a:pt x="589896" y="1636772"/>
                  <a:pt x="576302" y="1623178"/>
                  <a:pt x="576302" y="1606408"/>
                </a:cubicBezTo>
                <a:cubicBezTo>
                  <a:pt x="576302" y="1589639"/>
                  <a:pt x="589896" y="1576045"/>
                  <a:pt x="606665" y="1576045"/>
                </a:cubicBezTo>
                <a:close/>
                <a:moveTo>
                  <a:pt x="534111" y="1576045"/>
                </a:moveTo>
                <a:cubicBezTo>
                  <a:pt x="550880" y="1576045"/>
                  <a:pt x="564474" y="1589639"/>
                  <a:pt x="564474" y="1606408"/>
                </a:cubicBezTo>
                <a:cubicBezTo>
                  <a:pt x="564474" y="1623178"/>
                  <a:pt x="550880" y="1636772"/>
                  <a:pt x="534111" y="1636772"/>
                </a:cubicBezTo>
                <a:cubicBezTo>
                  <a:pt x="517341" y="1636772"/>
                  <a:pt x="503747" y="1623178"/>
                  <a:pt x="503747" y="1606408"/>
                </a:cubicBezTo>
                <a:cubicBezTo>
                  <a:pt x="503747" y="1589639"/>
                  <a:pt x="517341" y="1576045"/>
                  <a:pt x="534111" y="1576045"/>
                </a:cubicBezTo>
                <a:close/>
                <a:moveTo>
                  <a:pt x="461556" y="1576045"/>
                </a:moveTo>
                <a:cubicBezTo>
                  <a:pt x="478326" y="1576045"/>
                  <a:pt x="491920" y="1589639"/>
                  <a:pt x="491920" y="1606408"/>
                </a:cubicBezTo>
                <a:cubicBezTo>
                  <a:pt x="491920" y="1623178"/>
                  <a:pt x="478326" y="1636772"/>
                  <a:pt x="461556" y="1636772"/>
                </a:cubicBezTo>
                <a:cubicBezTo>
                  <a:pt x="444787" y="1636772"/>
                  <a:pt x="431192" y="1623178"/>
                  <a:pt x="431192" y="1606408"/>
                </a:cubicBezTo>
                <a:cubicBezTo>
                  <a:pt x="431192" y="1589639"/>
                  <a:pt x="444787" y="1576045"/>
                  <a:pt x="461556" y="1576045"/>
                </a:cubicBezTo>
                <a:close/>
                <a:moveTo>
                  <a:pt x="389002" y="1576045"/>
                </a:moveTo>
                <a:cubicBezTo>
                  <a:pt x="405771" y="1576045"/>
                  <a:pt x="419365" y="1589639"/>
                  <a:pt x="419365" y="1606408"/>
                </a:cubicBezTo>
                <a:cubicBezTo>
                  <a:pt x="419365" y="1623178"/>
                  <a:pt x="405771" y="1636772"/>
                  <a:pt x="389002" y="1636772"/>
                </a:cubicBezTo>
                <a:cubicBezTo>
                  <a:pt x="372232" y="1636772"/>
                  <a:pt x="358638" y="1623178"/>
                  <a:pt x="358638" y="1606408"/>
                </a:cubicBezTo>
                <a:cubicBezTo>
                  <a:pt x="358638" y="1589639"/>
                  <a:pt x="372232" y="1576045"/>
                  <a:pt x="389002" y="1576045"/>
                </a:cubicBezTo>
                <a:close/>
                <a:moveTo>
                  <a:pt x="316447" y="1576045"/>
                </a:moveTo>
                <a:cubicBezTo>
                  <a:pt x="333216" y="1576045"/>
                  <a:pt x="346810" y="1589639"/>
                  <a:pt x="346810" y="1606408"/>
                </a:cubicBezTo>
                <a:cubicBezTo>
                  <a:pt x="346810" y="1623178"/>
                  <a:pt x="333216" y="1636772"/>
                  <a:pt x="316447" y="1636772"/>
                </a:cubicBezTo>
                <a:cubicBezTo>
                  <a:pt x="299677" y="1636772"/>
                  <a:pt x="286084" y="1623178"/>
                  <a:pt x="286084" y="1606408"/>
                </a:cubicBezTo>
                <a:cubicBezTo>
                  <a:pt x="286084" y="1589639"/>
                  <a:pt x="299677" y="1576045"/>
                  <a:pt x="316447" y="1576045"/>
                </a:cubicBezTo>
                <a:close/>
                <a:moveTo>
                  <a:pt x="243892" y="1576045"/>
                </a:moveTo>
                <a:cubicBezTo>
                  <a:pt x="260662" y="1576045"/>
                  <a:pt x="274256" y="1589639"/>
                  <a:pt x="274256" y="1606408"/>
                </a:cubicBezTo>
                <a:cubicBezTo>
                  <a:pt x="274256" y="1623178"/>
                  <a:pt x="260662" y="1636772"/>
                  <a:pt x="243892" y="1636772"/>
                </a:cubicBezTo>
                <a:cubicBezTo>
                  <a:pt x="227123" y="1636772"/>
                  <a:pt x="213529" y="1623178"/>
                  <a:pt x="213529" y="1606408"/>
                </a:cubicBezTo>
                <a:cubicBezTo>
                  <a:pt x="213529" y="1589639"/>
                  <a:pt x="227123" y="1576045"/>
                  <a:pt x="243892" y="1576045"/>
                </a:cubicBezTo>
                <a:close/>
                <a:moveTo>
                  <a:pt x="171339" y="1576045"/>
                </a:moveTo>
                <a:cubicBezTo>
                  <a:pt x="188107" y="1576045"/>
                  <a:pt x="201701" y="1589639"/>
                  <a:pt x="201701" y="1606408"/>
                </a:cubicBezTo>
                <a:cubicBezTo>
                  <a:pt x="201701" y="1623178"/>
                  <a:pt x="188107" y="1636772"/>
                  <a:pt x="171339" y="1636772"/>
                </a:cubicBezTo>
                <a:cubicBezTo>
                  <a:pt x="154599" y="1636772"/>
                  <a:pt x="141006" y="1623178"/>
                  <a:pt x="141006" y="1606408"/>
                </a:cubicBezTo>
                <a:cubicBezTo>
                  <a:pt x="141006" y="1589639"/>
                  <a:pt x="154599" y="1576045"/>
                  <a:pt x="171339" y="1576045"/>
                </a:cubicBezTo>
                <a:close/>
                <a:moveTo>
                  <a:pt x="98818" y="1576045"/>
                </a:moveTo>
                <a:cubicBezTo>
                  <a:pt x="115586" y="1576045"/>
                  <a:pt x="129180" y="1589639"/>
                  <a:pt x="129180" y="1606408"/>
                </a:cubicBezTo>
                <a:cubicBezTo>
                  <a:pt x="129180" y="1623178"/>
                  <a:pt x="115586" y="1636772"/>
                  <a:pt x="98818" y="1636772"/>
                </a:cubicBezTo>
                <a:cubicBezTo>
                  <a:pt x="82048" y="1636772"/>
                  <a:pt x="68454" y="1623178"/>
                  <a:pt x="68454" y="1606408"/>
                </a:cubicBezTo>
                <a:cubicBezTo>
                  <a:pt x="68454" y="1589639"/>
                  <a:pt x="82048" y="1576045"/>
                  <a:pt x="98818" y="1576045"/>
                </a:cubicBezTo>
                <a:close/>
                <a:moveTo>
                  <a:pt x="26264" y="1576045"/>
                </a:moveTo>
                <a:cubicBezTo>
                  <a:pt x="43032" y="1576045"/>
                  <a:pt x="56626" y="1589639"/>
                  <a:pt x="56626" y="1606408"/>
                </a:cubicBezTo>
                <a:cubicBezTo>
                  <a:pt x="56626" y="1623178"/>
                  <a:pt x="43032" y="1636772"/>
                  <a:pt x="26264" y="1636772"/>
                </a:cubicBezTo>
                <a:cubicBezTo>
                  <a:pt x="17880" y="1636772"/>
                  <a:pt x="10289" y="1633374"/>
                  <a:pt x="4794" y="1627879"/>
                </a:cubicBezTo>
                <a:lnTo>
                  <a:pt x="0" y="1616304"/>
                </a:lnTo>
                <a:lnTo>
                  <a:pt x="0" y="1596512"/>
                </a:lnTo>
                <a:lnTo>
                  <a:pt x="4794" y="1584938"/>
                </a:lnTo>
                <a:cubicBezTo>
                  <a:pt x="10289" y="1579444"/>
                  <a:pt x="17880" y="1576045"/>
                  <a:pt x="26264" y="1576045"/>
                </a:cubicBezTo>
                <a:close/>
                <a:moveTo>
                  <a:pt x="1187102" y="1495593"/>
                </a:moveTo>
                <a:cubicBezTo>
                  <a:pt x="1195486" y="1495593"/>
                  <a:pt x="1203077" y="1498992"/>
                  <a:pt x="1208572" y="1504486"/>
                </a:cubicBezTo>
                <a:lnTo>
                  <a:pt x="1211014" y="1510381"/>
                </a:lnTo>
                <a:lnTo>
                  <a:pt x="1168285" y="1549216"/>
                </a:lnTo>
                <a:lnTo>
                  <a:pt x="1165631" y="1547427"/>
                </a:lnTo>
                <a:cubicBezTo>
                  <a:pt x="1160137" y="1541932"/>
                  <a:pt x="1156738" y="1534341"/>
                  <a:pt x="1156738" y="1525957"/>
                </a:cubicBezTo>
                <a:cubicBezTo>
                  <a:pt x="1156738" y="1509187"/>
                  <a:pt x="1170332" y="1495593"/>
                  <a:pt x="1187102" y="1495593"/>
                </a:cubicBezTo>
                <a:close/>
                <a:moveTo>
                  <a:pt x="1114547" y="1495593"/>
                </a:moveTo>
                <a:cubicBezTo>
                  <a:pt x="1131317" y="1495593"/>
                  <a:pt x="1144911" y="1509187"/>
                  <a:pt x="1144911" y="1525957"/>
                </a:cubicBezTo>
                <a:cubicBezTo>
                  <a:pt x="1144911" y="1542726"/>
                  <a:pt x="1131317" y="1556320"/>
                  <a:pt x="1114547" y="1556320"/>
                </a:cubicBezTo>
                <a:cubicBezTo>
                  <a:pt x="1097778" y="1556320"/>
                  <a:pt x="1084184" y="1542726"/>
                  <a:pt x="1084184" y="1525957"/>
                </a:cubicBezTo>
                <a:cubicBezTo>
                  <a:pt x="1084184" y="1509187"/>
                  <a:pt x="1097778" y="1495593"/>
                  <a:pt x="1114547" y="1495593"/>
                </a:cubicBezTo>
                <a:close/>
                <a:moveTo>
                  <a:pt x="1041993" y="1495593"/>
                </a:moveTo>
                <a:cubicBezTo>
                  <a:pt x="1058762" y="1495593"/>
                  <a:pt x="1072356" y="1509187"/>
                  <a:pt x="1072356" y="1525957"/>
                </a:cubicBezTo>
                <a:cubicBezTo>
                  <a:pt x="1072356" y="1542726"/>
                  <a:pt x="1058762" y="1556320"/>
                  <a:pt x="1041993" y="1556320"/>
                </a:cubicBezTo>
                <a:cubicBezTo>
                  <a:pt x="1025223" y="1556320"/>
                  <a:pt x="1011629" y="1542726"/>
                  <a:pt x="1011629" y="1525957"/>
                </a:cubicBezTo>
                <a:cubicBezTo>
                  <a:pt x="1011629" y="1509187"/>
                  <a:pt x="1025223" y="1495593"/>
                  <a:pt x="1041993" y="1495593"/>
                </a:cubicBezTo>
                <a:close/>
                <a:moveTo>
                  <a:pt x="969438" y="1495593"/>
                </a:moveTo>
                <a:cubicBezTo>
                  <a:pt x="986208" y="1495593"/>
                  <a:pt x="999801" y="1509187"/>
                  <a:pt x="999801" y="1525957"/>
                </a:cubicBezTo>
                <a:cubicBezTo>
                  <a:pt x="999801" y="1542726"/>
                  <a:pt x="986208" y="1556320"/>
                  <a:pt x="969438" y="1556320"/>
                </a:cubicBezTo>
                <a:cubicBezTo>
                  <a:pt x="952669" y="1556320"/>
                  <a:pt x="939075" y="1542726"/>
                  <a:pt x="939075" y="1525957"/>
                </a:cubicBezTo>
                <a:cubicBezTo>
                  <a:pt x="939075" y="1509187"/>
                  <a:pt x="952669" y="1495593"/>
                  <a:pt x="969438" y="1495593"/>
                </a:cubicBezTo>
                <a:close/>
                <a:moveTo>
                  <a:pt x="896883" y="1495593"/>
                </a:moveTo>
                <a:cubicBezTo>
                  <a:pt x="913653" y="1495593"/>
                  <a:pt x="927247" y="1509187"/>
                  <a:pt x="927247" y="1525957"/>
                </a:cubicBezTo>
                <a:cubicBezTo>
                  <a:pt x="927247" y="1542726"/>
                  <a:pt x="913653" y="1556320"/>
                  <a:pt x="896883" y="1556320"/>
                </a:cubicBezTo>
                <a:cubicBezTo>
                  <a:pt x="880114" y="1556320"/>
                  <a:pt x="866520" y="1542726"/>
                  <a:pt x="866520" y="1525957"/>
                </a:cubicBezTo>
                <a:cubicBezTo>
                  <a:pt x="866520" y="1509187"/>
                  <a:pt x="880114" y="1495593"/>
                  <a:pt x="896883" y="1495593"/>
                </a:cubicBezTo>
                <a:close/>
                <a:moveTo>
                  <a:pt x="824329" y="1495593"/>
                </a:moveTo>
                <a:cubicBezTo>
                  <a:pt x="841098" y="1495593"/>
                  <a:pt x="854692" y="1509187"/>
                  <a:pt x="854692" y="1525957"/>
                </a:cubicBezTo>
                <a:cubicBezTo>
                  <a:pt x="854692" y="1542726"/>
                  <a:pt x="841098" y="1556320"/>
                  <a:pt x="824329" y="1556320"/>
                </a:cubicBezTo>
                <a:cubicBezTo>
                  <a:pt x="807559" y="1556320"/>
                  <a:pt x="793965" y="1542726"/>
                  <a:pt x="793965" y="1525957"/>
                </a:cubicBezTo>
                <a:cubicBezTo>
                  <a:pt x="793965" y="1509187"/>
                  <a:pt x="807559" y="1495593"/>
                  <a:pt x="824329" y="1495593"/>
                </a:cubicBezTo>
                <a:close/>
                <a:moveTo>
                  <a:pt x="751774" y="1495593"/>
                </a:moveTo>
                <a:cubicBezTo>
                  <a:pt x="768544" y="1495593"/>
                  <a:pt x="782138" y="1509187"/>
                  <a:pt x="782138" y="1525957"/>
                </a:cubicBezTo>
                <a:cubicBezTo>
                  <a:pt x="782138" y="1542726"/>
                  <a:pt x="768544" y="1556320"/>
                  <a:pt x="751774" y="1556320"/>
                </a:cubicBezTo>
                <a:cubicBezTo>
                  <a:pt x="735005" y="1556320"/>
                  <a:pt x="721411" y="1542726"/>
                  <a:pt x="721411" y="1525957"/>
                </a:cubicBezTo>
                <a:cubicBezTo>
                  <a:pt x="721411" y="1509187"/>
                  <a:pt x="735005" y="1495593"/>
                  <a:pt x="751774" y="1495593"/>
                </a:cubicBezTo>
                <a:close/>
                <a:moveTo>
                  <a:pt x="679220" y="1495593"/>
                </a:moveTo>
                <a:cubicBezTo>
                  <a:pt x="695989" y="1495593"/>
                  <a:pt x="709583" y="1509187"/>
                  <a:pt x="709583" y="1525957"/>
                </a:cubicBezTo>
                <a:cubicBezTo>
                  <a:pt x="709583" y="1542726"/>
                  <a:pt x="695989" y="1556320"/>
                  <a:pt x="679220" y="1556320"/>
                </a:cubicBezTo>
                <a:cubicBezTo>
                  <a:pt x="662450" y="1556320"/>
                  <a:pt x="648856" y="1542726"/>
                  <a:pt x="648856" y="1525957"/>
                </a:cubicBezTo>
                <a:cubicBezTo>
                  <a:pt x="648856" y="1509187"/>
                  <a:pt x="662450" y="1495593"/>
                  <a:pt x="679220" y="1495593"/>
                </a:cubicBezTo>
                <a:close/>
                <a:moveTo>
                  <a:pt x="606665" y="1495593"/>
                </a:moveTo>
                <a:cubicBezTo>
                  <a:pt x="623435" y="1495593"/>
                  <a:pt x="637029" y="1509187"/>
                  <a:pt x="637029" y="1525957"/>
                </a:cubicBezTo>
                <a:cubicBezTo>
                  <a:pt x="637029" y="1542726"/>
                  <a:pt x="623435" y="1556320"/>
                  <a:pt x="606665" y="1556320"/>
                </a:cubicBezTo>
                <a:cubicBezTo>
                  <a:pt x="589896" y="1556320"/>
                  <a:pt x="576302" y="1542726"/>
                  <a:pt x="576302" y="1525957"/>
                </a:cubicBezTo>
                <a:cubicBezTo>
                  <a:pt x="576302" y="1509187"/>
                  <a:pt x="589896" y="1495593"/>
                  <a:pt x="606665" y="1495593"/>
                </a:cubicBezTo>
                <a:close/>
                <a:moveTo>
                  <a:pt x="534111" y="1495593"/>
                </a:moveTo>
                <a:cubicBezTo>
                  <a:pt x="550880" y="1495593"/>
                  <a:pt x="564474" y="1509187"/>
                  <a:pt x="564474" y="1525957"/>
                </a:cubicBezTo>
                <a:cubicBezTo>
                  <a:pt x="564474" y="1542726"/>
                  <a:pt x="550880" y="1556320"/>
                  <a:pt x="534111" y="1556320"/>
                </a:cubicBezTo>
                <a:cubicBezTo>
                  <a:pt x="517341" y="1556320"/>
                  <a:pt x="503747" y="1542726"/>
                  <a:pt x="503747" y="1525957"/>
                </a:cubicBezTo>
                <a:cubicBezTo>
                  <a:pt x="503747" y="1509187"/>
                  <a:pt x="517341" y="1495593"/>
                  <a:pt x="534111" y="1495593"/>
                </a:cubicBezTo>
                <a:close/>
                <a:moveTo>
                  <a:pt x="461556" y="1495593"/>
                </a:moveTo>
                <a:cubicBezTo>
                  <a:pt x="478326" y="1495593"/>
                  <a:pt x="491920" y="1509187"/>
                  <a:pt x="491920" y="1525957"/>
                </a:cubicBezTo>
                <a:cubicBezTo>
                  <a:pt x="491920" y="1542726"/>
                  <a:pt x="478326" y="1556320"/>
                  <a:pt x="461556" y="1556320"/>
                </a:cubicBezTo>
                <a:cubicBezTo>
                  <a:pt x="444787" y="1556320"/>
                  <a:pt x="431192" y="1542726"/>
                  <a:pt x="431192" y="1525957"/>
                </a:cubicBezTo>
                <a:cubicBezTo>
                  <a:pt x="431192" y="1509187"/>
                  <a:pt x="444787" y="1495593"/>
                  <a:pt x="461556" y="1495593"/>
                </a:cubicBezTo>
                <a:close/>
                <a:moveTo>
                  <a:pt x="389002" y="1495593"/>
                </a:moveTo>
                <a:cubicBezTo>
                  <a:pt x="405771" y="1495593"/>
                  <a:pt x="419365" y="1509187"/>
                  <a:pt x="419365" y="1525957"/>
                </a:cubicBezTo>
                <a:cubicBezTo>
                  <a:pt x="419365" y="1542726"/>
                  <a:pt x="405771" y="1556320"/>
                  <a:pt x="389002" y="1556320"/>
                </a:cubicBezTo>
                <a:cubicBezTo>
                  <a:pt x="372232" y="1556320"/>
                  <a:pt x="358638" y="1542726"/>
                  <a:pt x="358638" y="1525957"/>
                </a:cubicBezTo>
                <a:cubicBezTo>
                  <a:pt x="358638" y="1509187"/>
                  <a:pt x="372232" y="1495593"/>
                  <a:pt x="389002" y="1495593"/>
                </a:cubicBezTo>
                <a:close/>
                <a:moveTo>
                  <a:pt x="316447" y="1495593"/>
                </a:moveTo>
                <a:cubicBezTo>
                  <a:pt x="333216" y="1495593"/>
                  <a:pt x="346810" y="1509187"/>
                  <a:pt x="346810" y="1525957"/>
                </a:cubicBezTo>
                <a:cubicBezTo>
                  <a:pt x="346810" y="1542726"/>
                  <a:pt x="333216" y="1556320"/>
                  <a:pt x="316447" y="1556320"/>
                </a:cubicBezTo>
                <a:cubicBezTo>
                  <a:pt x="299677" y="1556320"/>
                  <a:pt x="286084" y="1542726"/>
                  <a:pt x="286084" y="1525957"/>
                </a:cubicBezTo>
                <a:cubicBezTo>
                  <a:pt x="286084" y="1509187"/>
                  <a:pt x="299677" y="1495593"/>
                  <a:pt x="316447" y="1495593"/>
                </a:cubicBezTo>
                <a:close/>
                <a:moveTo>
                  <a:pt x="243892" y="1495593"/>
                </a:moveTo>
                <a:cubicBezTo>
                  <a:pt x="260662" y="1495593"/>
                  <a:pt x="274256" y="1509187"/>
                  <a:pt x="274256" y="1525957"/>
                </a:cubicBezTo>
                <a:cubicBezTo>
                  <a:pt x="274256" y="1542726"/>
                  <a:pt x="260662" y="1556320"/>
                  <a:pt x="243892" y="1556320"/>
                </a:cubicBezTo>
                <a:cubicBezTo>
                  <a:pt x="227123" y="1556320"/>
                  <a:pt x="213529" y="1542726"/>
                  <a:pt x="213529" y="1525957"/>
                </a:cubicBezTo>
                <a:cubicBezTo>
                  <a:pt x="213529" y="1509187"/>
                  <a:pt x="227123" y="1495593"/>
                  <a:pt x="243892" y="1495593"/>
                </a:cubicBezTo>
                <a:close/>
                <a:moveTo>
                  <a:pt x="171339" y="1495593"/>
                </a:moveTo>
                <a:cubicBezTo>
                  <a:pt x="188107" y="1495593"/>
                  <a:pt x="201701" y="1509187"/>
                  <a:pt x="201701" y="1525957"/>
                </a:cubicBezTo>
                <a:cubicBezTo>
                  <a:pt x="201701" y="1542726"/>
                  <a:pt x="188107" y="1556320"/>
                  <a:pt x="171339" y="1556320"/>
                </a:cubicBezTo>
                <a:cubicBezTo>
                  <a:pt x="154606" y="1556320"/>
                  <a:pt x="141012" y="1542726"/>
                  <a:pt x="141012" y="1525957"/>
                </a:cubicBezTo>
                <a:cubicBezTo>
                  <a:pt x="141012" y="1509187"/>
                  <a:pt x="154606" y="1495593"/>
                  <a:pt x="171339" y="1495593"/>
                </a:cubicBezTo>
                <a:close/>
                <a:moveTo>
                  <a:pt x="98825" y="1495593"/>
                </a:moveTo>
                <a:cubicBezTo>
                  <a:pt x="115592" y="1495593"/>
                  <a:pt x="129186" y="1509187"/>
                  <a:pt x="129186" y="1525957"/>
                </a:cubicBezTo>
                <a:cubicBezTo>
                  <a:pt x="129186" y="1542726"/>
                  <a:pt x="115592" y="1556320"/>
                  <a:pt x="98825" y="1556320"/>
                </a:cubicBezTo>
                <a:cubicBezTo>
                  <a:pt x="82054" y="1556320"/>
                  <a:pt x="68461" y="1542726"/>
                  <a:pt x="68461" y="1525957"/>
                </a:cubicBezTo>
                <a:cubicBezTo>
                  <a:pt x="68461" y="1509187"/>
                  <a:pt x="82054" y="1495593"/>
                  <a:pt x="98825" y="1495593"/>
                </a:cubicBezTo>
                <a:close/>
                <a:moveTo>
                  <a:pt x="26270" y="1495593"/>
                </a:moveTo>
                <a:cubicBezTo>
                  <a:pt x="43038" y="1495593"/>
                  <a:pt x="56632" y="1509187"/>
                  <a:pt x="56632" y="1525957"/>
                </a:cubicBezTo>
                <a:cubicBezTo>
                  <a:pt x="56632" y="1542726"/>
                  <a:pt x="43038" y="1556320"/>
                  <a:pt x="26270" y="1556320"/>
                </a:cubicBezTo>
                <a:cubicBezTo>
                  <a:pt x="17886" y="1556320"/>
                  <a:pt x="10295" y="1552922"/>
                  <a:pt x="4801" y="1547427"/>
                </a:cubicBezTo>
                <a:lnTo>
                  <a:pt x="0" y="1535836"/>
                </a:lnTo>
                <a:lnTo>
                  <a:pt x="0" y="1516078"/>
                </a:lnTo>
                <a:lnTo>
                  <a:pt x="4801" y="1504486"/>
                </a:lnTo>
                <a:cubicBezTo>
                  <a:pt x="10295" y="1498992"/>
                  <a:pt x="17886" y="1495593"/>
                  <a:pt x="26270" y="1495593"/>
                </a:cubicBezTo>
                <a:close/>
                <a:moveTo>
                  <a:pt x="1259656" y="1415141"/>
                </a:moveTo>
                <a:cubicBezTo>
                  <a:pt x="1268041" y="1415141"/>
                  <a:pt x="1275632" y="1418540"/>
                  <a:pt x="1281127" y="1424035"/>
                </a:cubicBezTo>
                <a:lnTo>
                  <a:pt x="1285044" y="1433492"/>
                </a:lnTo>
                <a:lnTo>
                  <a:pt x="1248565" y="1473629"/>
                </a:lnTo>
                <a:lnTo>
                  <a:pt x="1247837" y="1473482"/>
                </a:lnTo>
                <a:cubicBezTo>
                  <a:pt x="1236940" y="1468873"/>
                  <a:pt x="1229293" y="1458082"/>
                  <a:pt x="1229293" y="1445505"/>
                </a:cubicBezTo>
                <a:cubicBezTo>
                  <a:pt x="1229293" y="1428735"/>
                  <a:pt x="1242887" y="1415141"/>
                  <a:pt x="1259656" y="1415141"/>
                </a:cubicBezTo>
                <a:close/>
                <a:moveTo>
                  <a:pt x="1187102" y="1415141"/>
                </a:moveTo>
                <a:cubicBezTo>
                  <a:pt x="1203871" y="1415141"/>
                  <a:pt x="1217465" y="1428735"/>
                  <a:pt x="1217465" y="1445505"/>
                </a:cubicBezTo>
                <a:cubicBezTo>
                  <a:pt x="1217465" y="1462274"/>
                  <a:pt x="1203871" y="1475868"/>
                  <a:pt x="1187102" y="1475868"/>
                </a:cubicBezTo>
                <a:cubicBezTo>
                  <a:pt x="1170332" y="1475868"/>
                  <a:pt x="1156738" y="1462274"/>
                  <a:pt x="1156738" y="1445505"/>
                </a:cubicBezTo>
                <a:cubicBezTo>
                  <a:pt x="1156738" y="1428735"/>
                  <a:pt x="1170332" y="1415141"/>
                  <a:pt x="1187102" y="1415141"/>
                </a:cubicBezTo>
                <a:close/>
                <a:moveTo>
                  <a:pt x="1114547" y="1415141"/>
                </a:moveTo>
                <a:cubicBezTo>
                  <a:pt x="1131317" y="1415141"/>
                  <a:pt x="1144911" y="1428735"/>
                  <a:pt x="1144911" y="1445505"/>
                </a:cubicBezTo>
                <a:cubicBezTo>
                  <a:pt x="1144911" y="1462274"/>
                  <a:pt x="1131317" y="1475868"/>
                  <a:pt x="1114547" y="1475868"/>
                </a:cubicBezTo>
                <a:cubicBezTo>
                  <a:pt x="1097778" y="1475868"/>
                  <a:pt x="1084184" y="1462274"/>
                  <a:pt x="1084184" y="1445505"/>
                </a:cubicBezTo>
                <a:cubicBezTo>
                  <a:pt x="1084184" y="1428735"/>
                  <a:pt x="1097778" y="1415141"/>
                  <a:pt x="1114547" y="1415141"/>
                </a:cubicBezTo>
                <a:close/>
                <a:moveTo>
                  <a:pt x="1041993" y="1415141"/>
                </a:moveTo>
                <a:cubicBezTo>
                  <a:pt x="1058762" y="1415141"/>
                  <a:pt x="1072356" y="1428735"/>
                  <a:pt x="1072356" y="1445505"/>
                </a:cubicBezTo>
                <a:cubicBezTo>
                  <a:pt x="1072356" y="1462274"/>
                  <a:pt x="1058762" y="1475868"/>
                  <a:pt x="1041993" y="1475868"/>
                </a:cubicBezTo>
                <a:cubicBezTo>
                  <a:pt x="1025223" y="1475868"/>
                  <a:pt x="1011629" y="1462274"/>
                  <a:pt x="1011629" y="1445505"/>
                </a:cubicBezTo>
                <a:cubicBezTo>
                  <a:pt x="1011629" y="1428735"/>
                  <a:pt x="1025223" y="1415141"/>
                  <a:pt x="1041993" y="1415141"/>
                </a:cubicBezTo>
                <a:close/>
                <a:moveTo>
                  <a:pt x="969438" y="1415141"/>
                </a:moveTo>
                <a:cubicBezTo>
                  <a:pt x="986208" y="1415141"/>
                  <a:pt x="999801" y="1428735"/>
                  <a:pt x="999801" y="1445505"/>
                </a:cubicBezTo>
                <a:cubicBezTo>
                  <a:pt x="999801" y="1462274"/>
                  <a:pt x="986208" y="1475868"/>
                  <a:pt x="969438" y="1475868"/>
                </a:cubicBezTo>
                <a:cubicBezTo>
                  <a:pt x="952669" y="1475868"/>
                  <a:pt x="939075" y="1462274"/>
                  <a:pt x="939075" y="1445505"/>
                </a:cubicBezTo>
                <a:cubicBezTo>
                  <a:pt x="939075" y="1428735"/>
                  <a:pt x="952669" y="1415141"/>
                  <a:pt x="969438" y="1415141"/>
                </a:cubicBezTo>
                <a:close/>
                <a:moveTo>
                  <a:pt x="896883" y="1415141"/>
                </a:moveTo>
                <a:cubicBezTo>
                  <a:pt x="913653" y="1415141"/>
                  <a:pt x="927247" y="1428735"/>
                  <a:pt x="927247" y="1445505"/>
                </a:cubicBezTo>
                <a:cubicBezTo>
                  <a:pt x="927247" y="1462274"/>
                  <a:pt x="913653" y="1475868"/>
                  <a:pt x="896883" y="1475868"/>
                </a:cubicBezTo>
                <a:cubicBezTo>
                  <a:pt x="880114" y="1475868"/>
                  <a:pt x="866520" y="1462274"/>
                  <a:pt x="866520" y="1445505"/>
                </a:cubicBezTo>
                <a:cubicBezTo>
                  <a:pt x="866520" y="1428735"/>
                  <a:pt x="880114" y="1415141"/>
                  <a:pt x="896883" y="1415141"/>
                </a:cubicBezTo>
                <a:close/>
                <a:moveTo>
                  <a:pt x="824329" y="1415141"/>
                </a:moveTo>
                <a:cubicBezTo>
                  <a:pt x="841098" y="1415141"/>
                  <a:pt x="854692" y="1428735"/>
                  <a:pt x="854692" y="1445505"/>
                </a:cubicBezTo>
                <a:cubicBezTo>
                  <a:pt x="854692" y="1462274"/>
                  <a:pt x="841098" y="1475868"/>
                  <a:pt x="824329" y="1475868"/>
                </a:cubicBezTo>
                <a:cubicBezTo>
                  <a:pt x="807559" y="1475868"/>
                  <a:pt x="793965" y="1462274"/>
                  <a:pt x="793965" y="1445505"/>
                </a:cubicBezTo>
                <a:cubicBezTo>
                  <a:pt x="793965" y="1428735"/>
                  <a:pt x="807559" y="1415141"/>
                  <a:pt x="824329" y="1415141"/>
                </a:cubicBezTo>
                <a:close/>
                <a:moveTo>
                  <a:pt x="751774" y="1415141"/>
                </a:moveTo>
                <a:cubicBezTo>
                  <a:pt x="768544" y="1415141"/>
                  <a:pt x="782138" y="1428735"/>
                  <a:pt x="782138" y="1445505"/>
                </a:cubicBezTo>
                <a:cubicBezTo>
                  <a:pt x="782138" y="1462274"/>
                  <a:pt x="768544" y="1475868"/>
                  <a:pt x="751774" y="1475868"/>
                </a:cubicBezTo>
                <a:cubicBezTo>
                  <a:pt x="735005" y="1475868"/>
                  <a:pt x="721411" y="1462274"/>
                  <a:pt x="721411" y="1445505"/>
                </a:cubicBezTo>
                <a:cubicBezTo>
                  <a:pt x="721411" y="1428735"/>
                  <a:pt x="735005" y="1415141"/>
                  <a:pt x="751774" y="1415141"/>
                </a:cubicBezTo>
                <a:close/>
                <a:moveTo>
                  <a:pt x="679220" y="1415141"/>
                </a:moveTo>
                <a:cubicBezTo>
                  <a:pt x="695989" y="1415141"/>
                  <a:pt x="709583" y="1428735"/>
                  <a:pt x="709583" y="1445505"/>
                </a:cubicBezTo>
                <a:cubicBezTo>
                  <a:pt x="709583" y="1462274"/>
                  <a:pt x="695989" y="1475868"/>
                  <a:pt x="679220" y="1475868"/>
                </a:cubicBezTo>
                <a:cubicBezTo>
                  <a:pt x="662450" y="1475868"/>
                  <a:pt x="648856" y="1462274"/>
                  <a:pt x="648856" y="1445505"/>
                </a:cubicBezTo>
                <a:cubicBezTo>
                  <a:pt x="648856" y="1428735"/>
                  <a:pt x="662450" y="1415141"/>
                  <a:pt x="679220" y="1415141"/>
                </a:cubicBezTo>
                <a:close/>
                <a:moveTo>
                  <a:pt x="606665" y="1415141"/>
                </a:moveTo>
                <a:cubicBezTo>
                  <a:pt x="623435" y="1415141"/>
                  <a:pt x="637029" y="1428735"/>
                  <a:pt x="637029" y="1445505"/>
                </a:cubicBezTo>
                <a:cubicBezTo>
                  <a:pt x="637029" y="1462274"/>
                  <a:pt x="623435" y="1475868"/>
                  <a:pt x="606665" y="1475868"/>
                </a:cubicBezTo>
                <a:cubicBezTo>
                  <a:pt x="589896" y="1475868"/>
                  <a:pt x="576302" y="1462274"/>
                  <a:pt x="576302" y="1445505"/>
                </a:cubicBezTo>
                <a:cubicBezTo>
                  <a:pt x="576302" y="1428735"/>
                  <a:pt x="589896" y="1415141"/>
                  <a:pt x="606665" y="1415141"/>
                </a:cubicBezTo>
                <a:close/>
                <a:moveTo>
                  <a:pt x="534111" y="1415141"/>
                </a:moveTo>
                <a:cubicBezTo>
                  <a:pt x="550880" y="1415141"/>
                  <a:pt x="564474" y="1428735"/>
                  <a:pt x="564474" y="1445505"/>
                </a:cubicBezTo>
                <a:cubicBezTo>
                  <a:pt x="564474" y="1462274"/>
                  <a:pt x="550880" y="1475868"/>
                  <a:pt x="534111" y="1475868"/>
                </a:cubicBezTo>
                <a:cubicBezTo>
                  <a:pt x="517341" y="1475868"/>
                  <a:pt x="503747" y="1462274"/>
                  <a:pt x="503747" y="1445505"/>
                </a:cubicBezTo>
                <a:cubicBezTo>
                  <a:pt x="503747" y="1428735"/>
                  <a:pt x="517341" y="1415141"/>
                  <a:pt x="534111" y="1415141"/>
                </a:cubicBezTo>
                <a:close/>
                <a:moveTo>
                  <a:pt x="461556" y="1415141"/>
                </a:moveTo>
                <a:cubicBezTo>
                  <a:pt x="478326" y="1415141"/>
                  <a:pt x="491920" y="1428735"/>
                  <a:pt x="491920" y="1445505"/>
                </a:cubicBezTo>
                <a:cubicBezTo>
                  <a:pt x="491920" y="1462274"/>
                  <a:pt x="478326" y="1475868"/>
                  <a:pt x="461556" y="1475868"/>
                </a:cubicBezTo>
                <a:cubicBezTo>
                  <a:pt x="444787" y="1475868"/>
                  <a:pt x="431192" y="1462274"/>
                  <a:pt x="431192" y="1445505"/>
                </a:cubicBezTo>
                <a:cubicBezTo>
                  <a:pt x="431192" y="1428735"/>
                  <a:pt x="444787" y="1415141"/>
                  <a:pt x="461556" y="1415141"/>
                </a:cubicBezTo>
                <a:close/>
                <a:moveTo>
                  <a:pt x="389002" y="1415141"/>
                </a:moveTo>
                <a:cubicBezTo>
                  <a:pt x="405771" y="1415141"/>
                  <a:pt x="419365" y="1428735"/>
                  <a:pt x="419365" y="1445505"/>
                </a:cubicBezTo>
                <a:cubicBezTo>
                  <a:pt x="419365" y="1462274"/>
                  <a:pt x="405771" y="1475868"/>
                  <a:pt x="389002" y="1475868"/>
                </a:cubicBezTo>
                <a:cubicBezTo>
                  <a:pt x="372232" y="1475868"/>
                  <a:pt x="358638" y="1462274"/>
                  <a:pt x="358638" y="1445505"/>
                </a:cubicBezTo>
                <a:cubicBezTo>
                  <a:pt x="358638" y="1428735"/>
                  <a:pt x="372232" y="1415141"/>
                  <a:pt x="389002" y="1415141"/>
                </a:cubicBezTo>
                <a:close/>
                <a:moveTo>
                  <a:pt x="316447" y="1415141"/>
                </a:moveTo>
                <a:cubicBezTo>
                  <a:pt x="333216" y="1415141"/>
                  <a:pt x="346810" y="1428735"/>
                  <a:pt x="346810" y="1445505"/>
                </a:cubicBezTo>
                <a:cubicBezTo>
                  <a:pt x="346810" y="1462274"/>
                  <a:pt x="333216" y="1475868"/>
                  <a:pt x="316447" y="1475868"/>
                </a:cubicBezTo>
                <a:cubicBezTo>
                  <a:pt x="299677" y="1475868"/>
                  <a:pt x="286084" y="1462274"/>
                  <a:pt x="286084" y="1445505"/>
                </a:cubicBezTo>
                <a:cubicBezTo>
                  <a:pt x="286084" y="1428735"/>
                  <a:pt x="299677" y="1415141"/>
                  <a:pt x="316447" y="1415141"/>
                </a:cubicBezTo>
                <a:close/>
                <a:moveTo>
                  <a:pt x="243892" y="1415141"/>
                </a:moveTo>
                <a:cubicBezTo>
                  <a:pt x="260662" y="1415141"/>
                  <a:pt x="274256" y="1428735"/>
                  <a:pt x="274256" y="1445505"/>
                </a:cubicBezTo>
                <a:cubicBezTo>
                  <a:pt x="274256" y="1462274"/>
                  <a:pt x="260662" y="1475868"/>
                  <a:pt x="243892" y="1475868"/>
                </a:cubicBezTo>
                <a:cubicBezTo>
                  <a:pt x="227123" y="1475868"/>
                  <a:pt x="213529" y="1462274"/>
                  <a:pt x="213529" y="1445505"/>
                </a:cubicBezTo>
                <a:cubicBezTo>
                  <a:pt x="213529" y="1428735"/>
                  <a:pt x="227123" y="1415141"/>
                  <a:pt x="243892" y="1415141"/>
                </a:cubicBezTo>
                <a:close/>
                <a:moveTo>
                  <a:pt x="171339" y="1415141"/>
                </a:moveTo>
                <a:cubicBezTo>
                  <a:pt x="188107" y="1415141"/>
                  <a:pt x="201701" y="1428735"/>
                  <a:pt x="201701" y="1445505"/>
                </a:cubicBezTo>
                <a:cubicBezTo>
                  <a:pt x="201701" y="1462274"/>
                  <a:pt x="188107" y="1475868"/>
                  <a:pt x="171339" y="1475868"/>
                </a:cubicBezTo>
                <a:cubicBezTo>
                  <a:pt x="154611" y="1475868"/>
                  <a:pt x="141018" y="1462274"/>
                  <a:pt x="141018" y="1445505"/>
                </a:cubicBezTo>
                <a:cubicBezTo>
                  <a:pt x="141018" y="1428735"/>
                  <a:pt x="154611" y="1415141"/>
                  <a:pt x="171339" y="1415141"/>
                </a:cubicBezTo>
                <a:close/>
                <a:moveTo>
                  <a:pt x="98831" y="1415141"/>
                </a:moveTo>
                <a:cubicBezTo>
                  <a:pt x="115598" y="1415141"/>
                  <a:pt x="129192" y="1428735"/>
                  <a:pt x="129192" y="1445505"/>
                </a:cubicBezTo>
                <a:cubicBezTo>
                  <a:pt x="129192" y="1462274"/>
                  <a:pt x="115598" y="1475868"/>
                  <a:pt x="98831" y="1475868"/>
                </a:cubicBezTo>
                <a:cubicBezTo>
                  <a:pt x="82060" y="1475868"/>
                  <a:pt x="68467" y="1462274"/>
                  <a:pt x="68467" y="1445505"/>
                </a:cubicBezTo>
                <a:cubicBezTo>
                  <a:pt x="68467" y="1428735"/>
                  <a:pt x="82060" y="1415141"/>
                  <a:pt x="98831" y="1415141"/>
                </a:cubicBezTo>
                <a:close/>
                <a:moveTo>
                  <a:pt x="26277" y="1415141"/>
                </a:moveTo>
                <a:cubicBezTo>
                  <a:pt x="43044" y="1415141"/>
                  <a:pt x="56638" y="1428735"/>
                  <a:pt x="56638" y="1445505"/>
                </a:cubicBezTo>
                <a:cubicBezTo>
                  <a:pt x="56638" y="1462274"/>
                  <a:pt x="43044" y="1475868"/>
                  <a:pt x="26277" y="1475868"/>
                </a:cubicBezTo>
                <a:cubicBezTo>
                  <a:pt x="17892" y="1475868"/>
                  <a:pt x="10301" y="1472470"/>
                  <a:pt x="4807" y="1466975"/>
                </a:cubicBezTo>
                <a:lnTo>
                  <a:pt x="0" y="1455370"/>
                </a:lnTo>
                <a:lnTo>
                  <a:pt x="0" y="1435640"/>
                </a:lnTo>
                <a:lnTo>
                  <a:pt x="4807" y="1424034"/>
                </a:lnTo>
                <a:cubicBezTo>
                  <a:pt x="10301" y="1418540"/>
                  <a:pt x="17892" y="1415141"/>
                  <a:pt x="26277" y="1415141"/>
                </a:cubicBezTo>
                <a:close/>
                <a:moveTo>
                  <a:pt x="1332211" y="1334690"/>
                </a:moveTo>
                <a:cubicBezTo>
                  <a:pt x="1340596" y="1334690"/>
                  <a:pt x="1348186" y="1338088"/>
                  <a:pt x="1353681" y="1343583"/>
                </a:cubicBezTo>
                <a:lnTo>
                  <a:pt x="1356143" y="1349526"/>
                </a:lnTo>
                <a:lnTo>
                  <a:pt x="1331934" y="1381900"/>
                </a:lnTo>
                <a:lnTo>
                  <a:pt x="1321597" y="1393274"/>
                </a:lnTo>
                <a:lnTo>
                  <a:pt x="1320392" y="1393030"/>
                </a:lnTo>
                <a:cubicBezTo>
                  <a:pt x="1309494" y="1388421"/>
                  <a:pt x="1301847" y="1377631"/>
                  <a:pt x="1301847" y="1365053"/>
                </a:cubicBezTo>
                <a:cubicBezTo>
                  <a:pt x="1301847" y="1348284"/>
                  <a:pt x="1315441" y="1334690"/>
                  <a:pt x="1332211" y="1334690"/>
                </a:cubicBezTo>
                <a:close/>
                <a:moveTo>
                  <a:pt x="1259656" y="1334690"/>
                </a:moveTo>
                <a:cubicBezTo>
                  <a:pt x="1276426" y="1334690"/>
                  <a:pt x="1290020" y="1348284"/>
                  <a:pt x="1290020" y="1365053"/>
                </a:cubicBezTo>
                <a:cubicBezTo>
                  <a:pt x="1290020" y="1381823"/>
                  <a:pt x="1276426" y="1395417"/>
                  <a:pt x="1259656" y="1395417"/>
                </a:cubicBezTo>
                <a:cubicBezTo>
                  <a:pt x="1242887" y="1395417"/>
                  <a:pt x="1229293" y="1381823"/>
                  <a:pt x="1229293" y="1365053"/>
                </a:cubicBezTo>
                <a:cubicBezTo>
                  <a:pt x="1229293" y="1348284"/>
                  <a:pt x="1242887" y="1334690"/>
                  <a:pt x="1259656" y="1334690"/>
                </a:cubicBezTo>
                <a:close/>
                <a:moveTo>
                  <a:pt x="1187102" y="1334690"/>
                </a:moveTo>
                <a:cubicBezTo>
                  <a:pt x="1203871" y="1334690"/>
                  <a:pt x="1217465" y="1348284"/>
                  <a:pt x="1217465" y="1365053"/>
                </a:cubicBezTo>
                <a:cubicBezTo>
                  <a:pt x="1217465" y="1381823"/>
                  <a:pt x="1203871" y="1395417"/>
                  <a:pt x="1187102" y="1395417"/>
                </a:cubicBezTo>
                <a:cubicBezTo>
                  <a:pt x="1170332" y="1395417"/>
                  <a:pt x="1156738" y="1381823"/>
                  <a:pt x="1156738" y="1365053"/>
                </a:cubicBezTo>
                <a:cubicBezTo>
                  <a:pt x="1156738" y="1348284"/>
                  <a:pt x="1170332" y="1334690"/>
                  <a:pt x="1187102" y="1334690"/>
                </a:cubicBezTo>
                <a:close/>
                <a:moveTo>
                  <a:pt x="1114547" y="1334690"/>
                </a:moveTo>
                <a:cubicBezTo>
                  <a:pt x="1131317" y="1334690"/>
                  <a:pt x="1144911" y="1348284"/>
                  <a:pt x="1144911" y="1365053"/>
                </a:cubicBezTo>
                <a:cubicBezTo>
                  <a:pt x="1144911" y="1381823"/>
                  <a:pt x="1131317" y="1395417"/>
                  <a:pt x="1114547" y="1395417"/>
                </a:cubicBezTo>
                <a:cubicBezTo>
                  <a:pt x="1097778" y="1395417"/>
                  <a:pt x="1084184" y="1381823"/>
                  <a:pt x="1084184" y="1365053"/>
                </a:cubicBezTo>
                <a:cubicBezTo>
                  <a:pt x="1084184" y="1348284"/>
                  <a:pt x="1097778" y="1334690"/>
                  <a:pt x="1114547" y="1334690"/>
                </a:cubicBezTo>
                <a:close/>
                <a:moveTo>
                  <a:pt x="1041993" y="1334690"/>
                </a:moveTo>
                <a:cubicBezTo>
                  <a:pt x="1058762" y="1334690"/>
                  <a:pt x="1072356" y="1348284"/>
                  <a:pt x="1072356" y="1365053"/>
                </a:cubicBezTo>
                <a:cubicBezTo>
                  <a:pt x="1072356" y="1381823"/>
                  <a:pt x="1058762" y="1395417"/>
                  <a:pt x="1041993" y="1395417"/>
                </a:cubicBezTo>
                <a:cubicBezTo>
                  <a:pt x="1025223" y="1395417"/>
                  <a:pt x="1011629" y="1381823"/>
                  <a:pt x="1011629" y="1365053"/>
                </a:cubicBezTo>
                <a:cubicBezTo>
                  <a:pt x="1011629" y="1348284"/>
                  <a:pt x="1025223" y="1334690"/>
                  <a:pt x="1041993" y="1334690"/>
                </a:cubicBezTo>
                <a:close/>
                <a:moveTo>
                  <a:pt x="969438" y="1334690"/>
                </a:moveTo>
                <a:cubicBezTo>
                  <a:pt x="986208" y="1334690"/>
                  <a:pt x="999801" y="1348284"/>
                  <a:pt x="999801" y="1365053"/>
                </a:cubicBezTo>
                <a:cubicBezTo>
                  <a:pt x="999801" y="1381823"/>
                  <a:pt x="986208" y="1395417"/>
                  <a:pt x="969438" y="1395417"/>
                </a:cubicBezTo>
                <a:cubicBezTo>
                  <a:pt x="952669" y="1395417"/>
                  <a:pt x="939075" y="1381823"/>
                  <a:pt x="939075" y="1365053"/>
                </a:cubicBezTo>
                <a:cubicBezTo>
                  <a:pt x="939075" y="1348284"/>
                  <a:pt x="952669" y="1334690"/>
                  <a:pt x="969438" y="1334690"/>
                </a:cubicBezTo>
                <a:close/>
                <a:moveTo>
                  <a:pt x="896883" y="1334690"/>
                </a:moveTo>
                <a:cubicBezTo>
                  <a:pt x="913653" y="1334690"/>
                  <a:pt x="927247" y="1348284"/>
                  <a:pt x="927247" y="1365053"/>
                </a:cubicBezTo>
                <a:cubicBezTo>
                  <a:pt x="927247" y="1381823"/>
                  <a:pt x="913653" y="1395417"/>
                  <a:pt x="896883" y="1395417"/>
                </a:cubicBezTo>
                <a:cubicBezTo>
                  <a:pt x="880114" y="1395417"/>
                  <a:pt x="866520" y="1381823"/>
                  <a:pt x="866520" y="1365053"/>
                </a:cubicBezTo>
                <a:cubicBezTo>
                  <a:pt x="866520" y="1348284"/>
                  <a:pt x="880114" y="1334690"/>
                  <a:pt x="896883" y="1334690"/>
                </a:cubicBezTo>
                <a:close/>
                <a:moveTo>
                  <a:pt x="824329" y="1334690"/>
                </a:moveTo>
                <a:cubicBezTo>
                  <a:pt x="841098" y="1334690"/>
                  <a:pt x="854692" y="1348284"/>
                  <a:pt x="854692" y="1365053"/>
                </a:cubicBezTo>
                <a:cubicBezTo>
                  <a:pt x="854692" y="1381823"/>
                  <a:pt x="841098" y="1395417"/>
                  <a:pt x="824329" y="1395417"/>
                </a:cubicBezTo>
                <a:cubicBezTo>
                  <a:pt x="807559" y="1395417"/>
                  <a:pt x="793965" y="1381823"/>
                  <a:pt x="793965" y="1365053"/>
                </a:cubicBezTo>
                <a:cubicBezTo>
                  <a:pt x="793965" y="1348284"/>
                  <a:pt x="807559" y="1334690"/>
                  <a:pt x="824329" y="1334690"/>
                </a:cubicBezTo>
                <a:close/>
                <a:moveTo>
                  <a:pt x="751774" y="1334690"/>
                </a:moveTo>
                <a:cubicBezTo>
                  <a:pt x="768544" y="1334690"/>
                  <a:pt x="782138" y="1348284"/>
                  <a:pt x="782138" y="1365053"/>
                </a:cubicBezTo>
                <a:cubicBezTo>
                  <a:pt x="782138" y="1381823"/>
                  <a:pt x="768544" y="1395417"/>
                  <a:pt x="751774" y="1395417"/>
                </a:cubicBezTo>
                <a:cubicBezTo>
                  <a:pt x="735005" y="1395417"/>
                  <a:pt x="721411" y="1381823"/>
                  <a:pt x="721411" y="1365053"/>
                </a:cubicBezTo>
                <a:cubicBezTo>
                  <a:pt x="721411" y="1348284"/>
                  <a:pt x="735005" y="1334690"/>
                  <a:pt x="751774" y="1334690"/>
                </a:cubicBezTo>
                <a:close/>
                <a:moveTo>
                  <a:pt x="679220" y="1334690"/>
                </a:moveTo>
                <a:cubicBezTo>
                  <a:pt x="695989" y="1334690"/>
                  <a:pt x="709583" y="1348284"/>
                  <a:pt x="709583" y="1365053"/>
                </a:cubicBezTo>
                <a:cubicBezTo>
                  <a:pt x="709583" y="1381823"/>
                  <a:pt x="695989" y="1395417"/>
                  <a:pt x="679220" y="1395417"/>
                </a:cubicBezTo>
                <a:cubicBezTo>
                  <a:pt x="662450" y="1395417"/>
                  <a:pt x="648856" y="1381823"/>
                  <a:pt x="648856" y="1365053"/>
                </a:cubicBezTo>
                <a:cubicBezTo>
                  <a:pt x="648856" y="1348284"/>
                  <a:pt x="662450" y="1334690"/>
                  <a:pt x="679220" y="1334690"/>
                </a:cubicBezTo>
                <a:close/>
                <a:moveTo>
                  <a:pt x="606665" y="1334690"/>
                </a:moveTo>
                <a:cubicBezTo>
                  <a:pt x="623435" y="1334690"/>
                  <a:pt x="637029" y="1348284"/>
                  <a:pt x="637029" y="1365053"/>
                </a:cubicBezTo>
                <a:cubicBezTo>
                  <a:pt x="637029" y="1381823"/>
                  <a:pt x="623435" y="1395417"/>
                  <a:pt x="606665" y="1395417"/>
                </a:cubicBezTo>
                <a:cubicBezTo>
                  <a:pt x="589896" y="1395417"/>
                  <a:pt x="576302" y="1381823"/>
                  <a:pt x="576302" y="1365053"/>
                </a:cubicBezTo>
                <a:cubicBezTo>
                  <a:pt x="576302" y="1348284"/>
                  <a:pt x="589896" y="1334690"/>
                  <a:pt x="606665" y="1334690"/>
                </a:cubicBezTo>
                <a:close/>
                <a:moveTo>
                  <a:pt x="534111" y="1334690"/>
                </a:moveTo>
                <a:cubicBezTo>
                  <a:pt x="550880" y="1334690"/>
                  <a:pt x="564474" y="1348284"/>
                  <a:pt x="564474" y="1365053"/>
                </a:cubicBezTo>
                <a:cubicBezTo>
                  <a:pt x="564474" y="1381823"/>
                  <a:pt x="550880" y="1395417"/>
                  <a:pt x="534111" y="1395417"/>
                </a:cubicBezTo>
                <a:cubicBezTo>
                  <a:pt x="517341" y="1395417"/>
                  <a:pt x="503747" y="1381823"/>
                  <a:pt x="503747" y="1365053"/>
                </a:cubicBezTo>
                <a:cubicBezTo>
                  <a:pt x="503747" y="1348284"/>
                  <a:pt x="517341" y="1334690"/>
                  <a:pt x="534111" y="1334690"/>
                </a:cubicBezTo>
                <a:close/>
                <a:moveTo>
                  <a:pt x="461556" y="1334690"/>
                </a:moveTo>
                <a:cubicBezTo>
                  <a:pt x="478326" y="1334690"/>
                  <a:pt x="491920" y="1348284"/>
                  <a:pt x="491920" y="1365053"/>
                </a:cubicBezTo>
                <a:cubicBezTo>
                  <a:pt x="491920" y="1381823"/>
                  <a:pt x="478326" y="1395417"/>
                  <a:pt x="461556" y="1395417"/>
                </a:cubicBezTo>
                <a:cubicBezTo>
                  <a:pt x="444787" y="1395417"/>
                  <a:pt x="431192" y="1381823"/>
                  <a:pt x="431192" y="1365053"/>
                </a:cubicBezTo>
                <a:cubicBezTo>
                  <a:pt x="431192" y="1348284"/>
                  <a:pt x="444787" y="1334690"/>
                  <a:pt x="461556" y="1334690"/>
                </a:cubicBezTo>
                <a:close/>
                <a:moveTo>
                  <a:pt x="389002" y="1334690"/>
                </a:moveTo>
                <a:cubicBezTo>
                  <a:pt x="405771" y="1334690"/>
                  <a:pt x="419365" y="1348284"/>
                  <a:pt x="419365" y="1365053"/>
                </a:cubicBezTo>
                <a:cubicBezTo>
                  <a:pt x="419365" y="1381823"/>
                  <a:pt x="405771" y="1395417"/>
                  <a:pt x="389002" y="1395417"/>
                </a:cubicBezTo>
                <a:cubicBezTo>
                  <a:pt x="372232" y="1395417"/>
                  <a:pt x="358638" y="1381823"/>
                  <a:pt x="358638" y="1365053"/>
                </a:cubicBezTo>
                <a:cubicBezTo>
                  <a:pt x="358638" y="1348284"/>
                  <a:pt x="372232" y="1334690"/>
                  <a:pt x="389002" y="1334690"/>
                </a:cubicBezTo>
                <a:close/>
                <a:moveTo>
                  <a:pt x="316447" y="1334690"/>
                </a:moveTo>
                <a:cubicBezTo>
                  <a:pt x="333216" y="1334690"/>
                  <a:pt x="346810" y="1348284"/>
                  <a:pt x="346810" y="1365053"/>
                </a:cubicBezTo>
                <a:cubicBezTo>
                  <a:pt x="346810" y="1381823"/>
                  <a:pt x="333216" y="1395417"/>
                  <a:pt x="316447" y="1395417"/>
                </a:cubicBezTo>
                <a:cubicBezTo>
                  <a:pt x="299677" y="1395417"/>
                  <a:pt x="286084" y="1381823"/>
                  <a:pt x="286084" y="1365053"/>
                </a:cubicBezTo>
                <a:cubicBezTo>
                  <a:pt x="286084" y="1348284"/>
                  <a:pt x="299677" y="1334690"/>
                  <a:pt x="316447" y="1334690"/>
                </a:cubicBezTo>
                <a:close/>
                <a:moveTo>
                  <a:pt x="243892" y="1334690"/>
                </a:moveTo>
                <a:cubicBezTo>
                  <a:pt x="260662" y="1334690"/>
                  <a:pt x="274256" y="1348284"/>
                  <a:pt x="274256" y="1365053"/>
                </a:cubicBezTo>
                <a:cubicBezTo>
                  <a:pt x="274256" y="1381823"/>
                  <a:pt x="260662" y="1395417"/>
                  <a:pt x="243892" y="1395417"/>
                </a:cubicBezTo>
                <a:cubicBezTo>
                  <a:pt x="227123" y="1395417"/>
                  <a:pt x="213529" y="1381823"/>
                  <a:pt x="213529" y="1365053"/>
                </a:cubicBezTo>
                <a:cubicBezTo>
                  <a:pt x="213529" y="1348284"/>
                  <a:pt x="227123" y="1334690"/>
                  <a:pt x="243892" y="1334690"/>
                </a:cubicBezTo>
                <a:close/>
                <a:moveTo>
                  <a:pt x="171339" y="1334690"/>
                </a:moveTo>
                <a:cubicBezTo>
                  <a:pt x="188107" y="1334690"/>
                  <a:pt x="201701" y="1348284"/>
                  <a:pt x="201701" y="1365053"/>
                </a:cubicBezTo>
                <a:cubicBezTo>
                  <a:pt x="201701" y="1381823"/>
                  <a:pt x="188107" y="1395417"/>
                  <a:pt x="171339" y="1395417"/>
                </a:cubicBezTo>
                <a:cubicBezTo>
                  <a:pt x="154616" y="1395417"/>
                  <a:pt x="141023" y="1381823"/>
                  <a:pt x="141023" y="1365053"/>
                </a:cubicBezTo>
                <a:cubicBezTo>
                  <a:pt x="141023" y="1348284"/>
                  <a:pt x="154616" y="1334690"/>
                  <a:pt x="171339" y="1334690"/>
                </a:cubicBezTo>
                <a:close/>
                <a:moveTo>
                  <a:pt x="98838" y="1334690"/>
                </a:moveTo>
                <a:cubicBezTo>
                  <a:pt x="115605" y="1334690"/>
                  <a:pt x="129198" y="1348284"/>
                  <a:pt x="129198" y="1365053"/>
                </a:cubicBezTo>
                <a:cubicBezTo>
                  <a:pt x="129198" y="1381823"/>
                  <a:pt x="115605" y="1395417"/>
                  <a:pt x="98838" y="1395417"/>
                </a:cubicBezTo>
                <a:cubicBezTo>
                  <a:pt x="82067" y="1395417"/>
                  <a:pt x="68474" y="1381823"/>
                  <a:pt x="68474" y="1365053"/>
                </a:cubicBezTo>
                <a:cubicBezTo>
                  <a:pt x="68474" y="1348284"/>
                  <a:pt x="82067" y="1334690"/>
                  <a:pt x="98838" y="1334690"/>
                </a:cubicBezTo>
                <a:close/>
                <a:moveTo>
                  <a:pt x="26283" y="1334690"/>
                </a:moveTo>
                <a:cubicBezTo>
                  <a:pt x="43051" y="1334690"/>
                  <a:pt x="56645" y="1348284"/>
                  <a:pt x="56645" y="1365053"/>
                </a:cubicBezTo>
                <a:cubicBezTo>
                  <a:pt x="56645" y="1381823"/>
                  <a:pt x="43051" y="1395417"/>
                  <a:pt x="26283" y="1395417"/>
                </a:cubicBezTo>
                <a:cubicBezTo>
                  <a:pt x="17898" y="1395417"/>
                  <a:pt x="10308" y="1392019"/>
                  <a:pt x="4813" y="1386524"/>
                </a:cubicBezTo>
                <a:lnTo>
                  <a:pt x="0" y="1374903"/>
                </a:lnTo>
                <a:lnTo>
                  <a:pt x="0" y="1355203"/>
                </a:lnTo>
                <a:lnTo>
                  <a:pt x="4813" y="1343583"/>
                </a:lnTo>
                <a:cubicBezTo>
                  <a:pt x="10308" y="1338089"/>
                  <a:pt x="17898" y="1334690"/>
                  <a:pt x="26283" y="1334690"/>
                </a:cubicBezTo>
                <a:close/>
                <a:moveTo>
                  <a:pt x="1404765" y="1254238"/>
                </a:moveTo>
                <a:cubicBezTo>
                  <a:pt x="1408957" y="1254238"/>
                  <a:pt x="1412951" y="1255088"/>
                  <a:pt x="1416584" y="1256624"/>
                </a:cubicBezTo>
                <a:lnTo>
                  <a:pt x="1422045" y="1260306"/>
                </a:lnTo>
                <a:lnTo>
                  <a:pt x="1418517" y="1266114"/>
                </a:lnTo>
                <a:lnTo>
                  <a:pt x="1386846" y="1308466"/>
                </a:lnTo>
                <a:lnTo>
                  <a:pt x="1383295" y="1306072"/>
                </a:lnTo>
                <a:cubicBezTo>
                  <a:pt x="1377800" y="1300577"/>
                  <a:pt x="1374402" y="1292986"/>
                  <a:pt x="1374402" y="1284602"/>
                </a:cubicBezTo>
                <a:cubicBezTo>
                  <a:pt x="1374402" y="1267832"/>
                  <a:pt x="1387996" y="1254238"/>
                  <a:pt x="1404765" y="1254238"/>
                </a:cubicBezTo>
                <a:close/>
                <a:moveTo>
                  <a:pt x="1332211" y="1254238"/>
                </a:moveTo>
                <a:cubicBezTo>
                  <a:pt x="1348980" y="1254238"/>
                  <a:pt x="1362574" y="1267832"/>
                  <a:pt x="1362574" y="1284602"/>
                </a:cubicBezTo>
                <a:cubicBezTo>
                  <a:pt x="1362574" y="1301371"/>
                  <a:pt x="1348980" y="1314965"/>
                  <a:pt x="1332211" y="1314965"/>
                </a:cubicBezTo>
                <a:cubicBezTo>
                  <a:pt x="1315441" y="1314965"/>
                  <a:pt x="1301847" y="1301371"/>
                  <a:pt x="1301847" y="1284602"/>
                </a:cubicBezTo>
                <a:cubicBezTo>
                  <a:pt x="1301847" y="1267832"/>
                  <a:pt x="1315441" y="1254238"/>
                  <a:pt x="1332211" y="1254238"/>
                </a:cubicBezTo>
                <a:close/>
                <a:moveTo>
                  <a:pt x="1259656" y="1254238"/>
                </a:moveTo>
                <a:cubicBezTo>
                  <a:pt x="1276426" y="1254238"/>
                  <a:pt x="1290020" y="1267832"/>
                  <a:pt x="1290020" y="1284602"/>
                </a:cubicBezTo>
                <a:cubicBezTo>
                  <a:pt x="1290020" y="1301371"/>
                  <a:pt x="1276426" y="1314965"/>
                  <a:pt x="1259656" y="1314965"/>
                </a:cubicBezTo>
                <a:cubicBezTo>
                  <a:pt x="1242887" y="1314965"/>
                  <a:pt x="1229293" y="1301371"/>
                  <a:pt x="1229293" y="1284602"/>
                </a:cubicBezTo>
                <a:cubicBezTo>
                  <a:pt x="1229293" y="1267832"/>
                  <a:pt x="1242887" y="1254238"/>
                  <a:pt x="1259656" y="1254238"/>
                </a:cubicBezTo>
                <a:close/>
                <a:moveTo>
                  <a:pt x="1187102" y="1254238"/>
                </a:moveTo>
                <a:cubicBezTo>
                  <a:pt x="1203871" y="1254238"/>
                  <a:pt x="1217465" y="1267832"/>
                  <a:pt x="1217465" y="1284602"/>
                </a:cubicBezTo>
                <a:cubicBezTo>
                  <a:pt x="1217465" y="1301371"/>
                  <a:pt x="1203871" y="1314965"/>
                  <a:pt x="1187102" y="1314965"/>
                </a:cubicBezTo>
                <a:cubicBezTo>
                  <a:pt x="1170332" y="1314965"/>
                  <a:pt x="1156738" y="1301371"/>
                  <a:pt x="1156738" y="1284602"/>
                </a:cubicBezTo>
                <a:cubicBezTo>
                  <a:pt x="1156738" y="1267832"/>
                  <a:pt x="1170332" y="1254238"/>
                  <a:pt x="1187102" y="1254238"/>
                </a:cubicBezTo>
                <a:close/>
                <a:moveTo>
                  <a:pt x="1114547" y="1254238"/>
                </a:moveTo>
                <a:cubicBezTo>
                  <a:pt x="1131317" y="1254238"/>
                  <a:pt x="1144911" y="1267832"/>
                  <a:pt x="1144911" y="1284602"/>
                </a:cubicBezTo>
                <a:cubicBezTo>
                  <a:pt x="1144911" y="1301371"/>
                  <a:pt x="1131317" y="1314965"/>
                  <a:pt x="1114547" y="1314965"/>
                </a:cubicBezTo>
                <a:cubicBezTo>
                  <a:pt x="1097778" y="1314965"/>
                  <a:pt x="1084184" y="1301371"/>
                  <a:pt x="1084184" y="1284602"/>
                </a:cubicBezTo>
                <a:cubicBezTo>
                  <a:pt x="1084184" y="1267832"/>
                  <a:pt x="1097778" y="1254238"/>
                  <a:pt x="1114547" y="1254238"/>
                </a:cubicBezTo>
                <a:close/>
                <a:moveTo>
                  <a:pt x="1041993" y="1254238"/>
                </a:moveTo>
                <a:cubicBezTo>
                  <a:pt x="1058762" y="1254238"/>
                  <a:pt x="1072356" y="1267832"/>
                  <a:pt x="1072356" y="1284602"/>
                </a:cubicBezTo>
                <a:cubicBezTo>
                  <a:pt x="1072356" y="1301371"/>
                  <a:pt x="1058762" y="1314965"/>
                  <a:pt x="1041993" y="1314965"/>
                </a:cubicBezTo>
                <a:cubicBezTo>
                  <a:pt x="1025223" y="1314965"/>
                  <a:pt x="1011629" y="1301371"/>
                  <a:pt x="1011629" y="1284602"/>
                </a:cubicBezTo>
                <a:cubicBezTo>
                  <a:pt x="1011629" y="1267832"/>
                  <a:pt x="1025223" y="1254238"/>
                  <a:pt x="1041993" y="1254238"/>
                </a:cubicBezTo>
                <a:close/>
                <a:moveTo>
                  <a:pt x="969438" y="1254238"/>
                </a:moveTo>
                <a:cubicBezTo>
                  <a:pt x="986208" y="1254238"/>
                  <a:pt x="999801" y="1267832"/>
                  <a:pt x="999801" y="1284602"/>
                </a:cubicBezTo>
                <a:cubicBezTo>
                  <a:pt x="999801" y="1301371"/>
                  <a:pt x="986208" y="1314965"/>
                  <a:pt x="969438" y="1314965"/>
                </a:cubicBezTo>
                <a:cubicBezTo>
                  <a:pt x="952669" y="1314965"/>
                  <a:pt x="939075" y="1301371"/>
                  <a:pt x="939075" y="1284602"/>
                </a:cubicBezTo>
                <a:cubicBezTo>
                  <a:pt x="939075" y="1267832"/>
                  <a:pt x="952669" y="1254238"/>
                  <a:pt x="969438" y="1254238"/>
                </a:cubicBezTo>
                <a:close/>
                <a:moveTo>
                  <a:pt x="896883" y="1254238"/>
                </a:moveTo>
                <a:cubicBezTo>
                  <a:pt x="913653" y="1254238"/>
                  <a:pt x="927247" y="1267832"/>
                  <a:pt x="927247" y="1284602"/>
                </a:cubicBezTo>
                <a:cubicBezTo>
                  <a:pt x="927247" y="1301371"/>
                  <a:pt x="913653" y="1314965"/>
                  <a:pt x="896883" y="1314965"/>
                </a:cubicBezTo>
                <a:cubicBezTo>
                  <a:pt x="880114" y="1314965"/>
                  <a:pt x="866520" y="1301371"/>
                  <a:pt x="866520" y="1284602"/>
                </a:cubicBezTo>
                <a:cubicBezTo>
                  <a:pt x="866520" y="1267832"/>
                  <a:pt x="880114" y="1254238"/>
                  <a:pt x="896883" y="1254238"/>
                </a:cubicBezTo>
                <a:close/>
                <a:moveTo>
                  <a:pt x="824329" y="1254238"/>
                </a:moveTo>
                <a:cubicBezTo>
                  <a:pt x="841098" y="1254238"/>
                  <a:pt x="854692" y="1267832"/>
                  <a:pt x="854692" y="1284602"/>
                </a:cubicBezTo>
                <a:cubicBezTo>
                  <a:pt x="854692" y="1301371"/>
                  <a:pt x="841098" y="1314965"/>
                  <a:pt x="824329" y="1314965"/>
                </a:cubicBezTo>
                <a:cubicBezTo>
                  <a:pt x="807559" y="1314965"/>
                  <a:pt x="793965" y="1301371"/>
                  <a:pt x="793965" y="1284602"/>
                </a:cubicBezTo>
                <a:cubicBezTo>
                  <a:pt x="793965" y="1267832"/>
                  <a:pt x="807559" y="1254238"/>
                  <a:pt x="824329" y="1254238"/>
                </a:cubicBezTo>
                <a:close/>
                <a:moveTo>
                  <a:pt x="751774" y="1254238"/>
                </a:moveTo>
                <a:cubicBezTo>
                  <a:pt x="768544" y="1254238"/>
                  <a:pt x="782138" y="1267832"/>
                  <a:pt x="782138" y="1284602"/>
                </a:cubicBezTo>
                <a:cubicBezTo>
                  <a:pt x="782138" y="1301371"/>
                  <a:pt x="768544" y="1314965"/>
                  <a:pt x="751774" y="1314965"/>
                </a:cubicBezTo>
                <a:cubicBezTo>
                  <a:pt x="735005" y="1314965"/>
                  <a:pt x="721411" y="1301371"/>
                  <a:pt x="721411" y="1284602"/>
                </a:cubicBezTo>
                <a:cubicBezTo>
                  <a:pt x="721411" y="1267832"/>
                  <a:pt x="735005" y="1254238"/>
                  <a:pt x="751774" y="1254238"/>
                </a:cubicBezTo>
                <a:close/>
                <a:moveTo>
                  <a:pt x="679220" y="1254238"/>
                </a:moveTo>
                <a:cubicBezTo>
                  <a:pt x="695989" y="1254238"/>
                  <a:pt x="709583" y="1267832"/>
                  <a:pt x="709583" y="1284602"/>
                </a:cubicBezTo>
                <a:cubicBezTo>
                  <a:pt x="709583" y="1301371"/>
                  <a:pt x="695989" y="1314965"/>
                  <a:pt x="679220" y="1314965"/>
                </a:cubicBezTo>
                <a:cubicBezTo>
                  <a:pt x="662450" y="1314965"/>
                  <a:pt x="648856" y="1301371"/>
                  <a:pt x="648856" y="1284602"/>
                </a:cubicBezTo>
                <a:cubicBezTo>
                  <a:pt x="648856" y="1267832"/>
                  <a:pt x="662450" y="1254238"/>
                  <a:pt x="679220" y="1254238"/>
                </a:cubicBezTo>
                <a:close/>
                <a:moveTo>
                  <a:pt x="606665" y="1254238"/>
                </a:moveTo>
                <a:cubicBezTo>
                  <a:pt x="623435" y="1254238"/>
                  <a:pt x="637029" y="1267832"/>
                  <a:pt x="637029" y="1284602"/>
                </a:cubicBezTo>
                <a:cubicBezTo>
                  <a:pt x="637029" y="1301371"/>
                  <a:pt x="623435" y="1314965"/>
                  <a:pt x="606665" y="1314965"/>
                </a:cubicBezTo>
                <a:cubicBezTo>
                  <a:pt x="589896" y="1314965"/>
                  <a:pt x="576302" y="1301371"/>
                  <a:pt x="576302" y="1284602"/>
                </a:cubicBezTo>
                <a:cubicBezTo>
                  <a:pt x="576302" y="1267832"/>
                  <a:pt x="589896" y="1254238"/>
                  <a:pt x="606665" y="1254238"/>
                </a:cubicBezTo>
                <a:close/>
                <a:moveTo>
                  <a:pt x="534111" y="1254238"/>
                </a:moveTo>
                <a:cubicBezTo>
                  <a:pt x="550880" y="1254238"/>
                  <a:pt x="564474" y="1267832"/>
                  <a:pt x="564474" y="1284602"/>
                </a:cubicBezTo>
                <a:cubicBezTo>
                  <a:pt x="564474" y="1301371"/>
                  <a:pt x="550880" y="1314965"/>
                  <a:pt x="534111" y="1314965"/>
                </a:cubicBezTo>
                <a:cubicBezTo>
                  <a:pt x="517341" y="1314965"/>
                  <a:pt x="503747" y="1301371"/>
                  <a:pt x="503747" y="1284602"/>
                </a:cubicBezTo>
                <a:cubicBezTo>
                  <a:pt x="503747" y="1267832"/>
                  <a:pt x="517341" y="1254238"/>
                  <a:pt x="534111" y="1254238"/>
                </a:cubicBezTo>
                <a:close/>
                <a:moveTo>
                  <a:pt x="461556" y="1254238"/>
                </a:moveTo>
                <a:cubicBezTo>
                  <a:pt x="478326" y="1254238"/>
                  <a:pt x="491920" y="1267832"/>
                  <a:pt x="491920" y="1284602"/>
                </a:cubicBezTo>
                <a:cubicBezTo>
                  <a:pt x="491920" y="1301371"/>
                  <a:pt x="478326" y="1314965"/>
                  <a:pt x="461556" y="1314965"/>
                </a:cubicBezTo>
                <a:cubicBezTo>
                  <a:pt x="444787" y="1314965"/>
                  <a:pt x="431192" y="1301371"/>
                  <a:pt x="431192" y="1284602"/>
                </a:cubicBezTo>
                <a:cubicBezTo>
                  <a:pt x="431192" y="1267832"/>
                  <a:pt x="444787" y="1254238"/>
                  <a:pt x="461556" y="1254238"/>
                </a:cubicBezTo>
                <a:close/>
                <a:moveTo>
                  <a:pt x="389002" y="1254238"/>
                </a:moveTo>
                <a:cubicBezTo>
                  <a:pt x="405771" y="1254238"/>
                  <a:pt x="419365" y="1267832"/>
                  <a:pt x="419365" y="1284602"/>
                </a:cubicBezTo>
                <a:cubicBezTo>
                  <a:pt x="419365" y="1301371"/>
                  <a:pt x="405771" y="1314965"/>
                  <a:pt x="389002" y="1314965"/>
                </a:cubicBezTo>
                <a:cubicBezTo>
                  <a:pt x="372232" y="1314965"/>
                  <a:pt x="358638" y="1301371"/>
                  <a:pt x="358638" y="1284602"/>
                </a:cubicBezTo>
                <a:cubicBezTo>
                  <a:pt x="358638" y="1267832"/>
                  <a:pt x="372232" y="1254238"/>
                  <a:pt x="389002" y="1254238"/>
                </a:cubicBezTo>
                <a:close/>
                <a:moveTo>
                  <a:pt x="316447" y="1254238"/>
                </a:moveTo>
                <a:cubicBezTo>
                  <a:pt x="333216" y="1254238"/>
                  <a:pt x="346810" y="1267832"/>
                  <a:pt x="346810" y="1284602"/>
                </a:cubicBezTo>
                <a:cubicBezTo>
                  <a:pt x="346810" y="1301371"/>
                  <a:pt x="333216" y="1314965"/>
                  <a:pt x="316447" y="1314965"/>
                </a:cubicBezTo>
                <a:cubicBezTo>
                  <a:pt x="299677" y="1314965"/>
                  <a:pt x="286084" y="1301371"/>
                  <a:pt x="286084" y="1284602"/>
                </a:cubicBezTo>
                <a:cubicBezTo>
                  <a:pt x="286084" y="1267832"/>
                  <a:pt x="299677" y="1254238"/>
                  <a:pt x="316447" y="1254238"/>
                </a:cubicBezTo>
                <a:close/>
                <a:moveTo>
                  <a:pt x="243892" y="1254238"/>
                </a:moveTo>
                <a:cubicBezTo>
                  <a:pt x="260662" y="1254238"/>
                  <a:pt x="274256" y="1267832"/>
                  <a:pt x="274256" y="1284602"/>
                </a:cubicBezTo>
                <a:cubicBezTo>
                  <a:pt x="274256" y="1301371"/>
                  <a:pt x="260662" y="1314965"/>
                  <a:pt x="243892" y="1314965"/>
                </a:cubicBezTo>
                <a:cubicBezTo>
                  <a:pt x="227123" y="1314965"/>
                  <a:pt x="213529" y="1301371"/>
                  <a:pt x="213529" y="1284602"/>
                </a:cubicBezTo>
                <a:cubicBezTo>
                  <a:pt x="213529" y="1267832"/>
                  <a:pt x="227123" y="1254238"/>
                  <a:pt x="243892" y="1254238"/>
                </a:cubicBezTo>
                <a:close/>
                <a:moveTo>
                  <a:pt x="171339" y="1254238"/>
                </a:moveTo>
                <a:cubicBezTo>
                  <a:pt x="188107" y="1254238"/>
                  <a:pt x="201701" y="1267832"/>
                  <a:pt x="201701" y="1284602"/>
                </a:cubicBezTo>
                <a:cubicBezTo>
                  <a:pt x="201701" y="1301371"/>
                  <a:pt x="188107" y="1314965"/>
                  <a:pt x="171339" y="1314965"/>
                </a:cubicBezTo>
                <a:cubicBezTo>
                  <a:pt x="154622" y="1314965"/>
                  <a:pt x="141029" y="1301371"/>
                  <a:pt x="141029" y="1284602"/>
                </a:cubicBezTo>
                <a:cubicBezTo>
                  <a:pt x="141029" y="1267832"/>
                  <a:pt x="154622" y="1254238"/>
                  <a:pt x="171339" y="1254238"/>
                </a:cubicBezTo>
                <a:close/>
                <a:moveTo>
                  <a:pt x="98845" y="1254238"/>
                </a:moveTo>
                <a:cubicBezTo>
                  <a:pt x="115610" y="1254238"/>
                  <a:pt x="129204" y="1267832"/>
                  <a:pt x="129204" y="1284602"/>
                </a:cubicBezTo>
                <a:cubicBezTo>
                  <a:pt x="129204" y="1301371"/>
                  <a:pt x="115610" y="1314965"/>
                  <a:pt x="98845" y="1314965"/>
                </a:cubicBezTo>
                <a:cubicBezTo>
                  <a:pt x="82074" y="1314965"/>
                  <a:pt x="68480" y="1301371"/>
                  <a:pt x="68480" y="1284602"/>
                </a:cubicBezTo>
                <a:cubicBezTo>
                  <a:pt x="68480" y="1267832"/>
                  <a:pt x="82074" y="1254238"/>
                  <a:pt x="98845" y="1254238"/>
                </a:cubicBezTo>
                <a:close/>
                <a:moveTo>
                  <a:pt x="26290" y="1254238"/>
                </a:moveTo>
                <a:cubicBezTo>
                  <a:pt x="43057" y="1254238"/>
                  <a:pt x="56651" y="1267832"/>
                  <a:pt x="56651" y="1284602"/>
                </a:cubicBezTo>
                <a:cubicBezTo>
                  <a:pt x="56651" y="1301371"/>
                  <a:pt x="43057" y="1314965"/>
                  <a:pt x="26290" y="1314965"/>
                </a:cubicBezTo>
                <a:cubicBezTo>
                  <a:pt x="17905" y="1314965"/>
                  <a:pt x="10314" y="1311567"/>
                  <a:pt x="4819" y="1306072"/>
                </a:cubicBezTo>
                <a:lnTo>
                  <a:pt x="0" y="1294437"/>
                </a:lnTo>
                <a:lnTo>
                  <a:pt x="0" y="1274766"/>
                </a:lnTo>
                <a:lnTo>
                  <a:pt x="4819" y="1263131"/>
                </a:lnTo>
                <a:cubicBezTo>
                  <a:pt x="10314" y="1257637"/>
                  <a:pt x="17905" y="1254238"/>
                  <a:pt x="26290" y="1254238"/>
                </a:cubicBezTo>
                <a:close/>
                <a:moveTo>
                  <a:pt x="1474228" y="1174410"/>
                </a:moveTo>
                <a:lnTo>
                  <a:pt x="1450688" y="1213159"/>
                </a:lnTo>
                <a:lnTo>
                  <a:pt x="1446956" y="1204150"/>
                </a:lnTo>
                <a:cubicBezTo>
                  <a:pt x="1446956" y="1191573"/>
                  <a:pt x="1454603" y="1180782"/>
                  <a:pt x="1465501" y="1176173"/>
                </a:cubicBezTo>
                <a:close/>
                <a:moveTo>
                  <a:pt x="1404765" y="1173786"/>
                </a:moveTo>
                <a:cubicBezTo>
                  <a:pt x="1421535" y="1173786"/>
                  <a:pt x="1435129" y="1187380"/>
                  <a:pt x="1435129" y="1204150"/>
                </a:cubicBezTo>
                <a:cubicBezTo>
                  <a:pt x="1435129" y="1220919"/>
                  <a:pt x="1421535" y="1234513"/>
                  <a:pt x="1404765" y="1234513"/>
                </a:cubicBezTo>
                <a:cubicBezTo>
                  <a:pt x="1387996" y="1234513"/>
                  <a:pt x="1374402" y="1220919"/>
                  <a:pt x="1374402" y="1204150"/>
                </a:cubicBezTo>
                <a:cubicBezTo>
                  <a:pt x="1374402" y="1187380"/>
                  <a:pt x="1387996" y="1173786"/>
                  <a:pt x="1404765" y="1173786"/>
                </a:cubicBezTo>
                <a:close/>
                <a:moveTo>
                  <a:pt x="1332211" y="1173786"/>
                </a:moveTo>
                <a:cubicBezTo>
                  <a:pt x="1348980" y="1173786"/>
                  <a:pt x="1362574" y="1187380"/>
                  <a:pt x="1362574" y="1204150"/>
                </a:cubicBezTo>
                <a:cubicBezTo>
                  <a:pt x="1362574" y="1220919"/>
                  <a:pt x="1348980" y="1234513"/>
                  <a:pt x="1332211" y="1234513"/>
                </a:cubicBezTo>
                <a:cubicBezTo>
                  <a:pt x="1315441" y="1234513"/>
                  <a:pt x="1301847" y="1220919"/>
                  <a:pt x="1301847" y="1204150"/>
                </a:cubicBezTo>
                <a:cubicBezTo>
                  <a:pt x="1301847" y="1187380"/>
                  <a:pt x="1315441" y="1173786"/>
                  <a:pt x="1332211" y="1173786"/>
                </a:cubicBezTo>
                <a:close/>
                <a:moveTo>
                  <a:pt x="1259656" y="1173786"/>
                </a:moveTo>
                <a:cubicBezTo>
                  <a:pt x="1276426" y="1173786"/>
                  <a:pt x="1290020" y="1187380"/>
                  <a:pt x="1290020" y="1204150"/>
                </a:cubicBezTo>
                <a:cubicBezTo>
                  <a:pt x="1290020" y="1220919"/>
                  <a:pt x="1276426" y="1234513"/>
                  <a:pt x="1259656" y="1234513"/>
                </a:cubicBezTo>
                <a:cubicBezTo>
                  <a:pt x="1242887" y="1234513"/>
                  <a:pt x="1229293" y="1220919"/>
                  <a:pt x="1229293" y="1204150"/>
                </a:cubicBezTo>
                <a:cubicBezTo>
                  <a:pt x="1229293" y="1187380"/>
                  <a:pt x="1242887" y="1173786"/>
                  <a:pt x="1259656" y="1173786"/>
                </a:cubicBezTo>
                <a:close/>
                <a:moveTo>
                  <a:pt x="1187102" y="1173786"/>
                </a:moveTo>
                <a:cubicBezTo>
                  <a:pt x="1203871" y="1173786"/>
                  <a:pt x="1217465" y="1187380"/>
                  <a:pt x="1217465" y="1204150"/>
                </a:cubicBezTo>
                <a:cubicBezTo>
                  <a:pt x="1217465" y="1220919"/>
                  <a:pt x="1203871" y="1234513"/>
                  <a:pt x="1187102" y="1234513"/>
                </a:cubicBezTo>
                <a:cubicBezTo>
                  <a:pt x="1170332" y="1234513"/>
                  <a:pt x="1156738" y="1220919"/>
                  <a:pt x="1156738" y="1204150"/>
                </a:cubicBezTo>
                <a:cubicBezTo>
                  <a:pt x="1156738" y="1187380"/>
                  <a:pt x="1170332" y="1173786"/>
                  <a:pt x="1187102" y="1173786"/>
                </a:cubicBezTo>
                <a:close/>
                <a:moveTo>
                  <a:pt x="1114547" y="1173786"/>
                </a:moveTo>
                <a:cubicBezTo>
                  <a:pt x="1131317" y="1173786"/>
                  <a:pt x="1144911" y="1187380"/>
                  <a:pt x="1144911" y="1204150"/>
                </a:cubicBezTo>
                <a:cubicBezTo>
                  <a:pt x="1144911" y="1220919"/>
                  <a:pt x="1131317" y="1234513"/>
                  <a:pt x="1114547" y="1234513"/>
                </a:cubicBezTo>
                <a:cubicBezTo>
                  <a:pt x="1097778" y="1234513"/>
                  <a:pt x="1084184" y="1220919"/>
                  <a:pt x="1084184" y="1204150"/>
                </a:cubicBezTo>
                <a:cubicBezTo>
                  <a:pt x="1084184" y="1187380"/>
                  <a:pt x="1097778" y="1173786"/>
                  <a:pt x="1114547" y="1173786"/>
                </a:cubicBezTo>
                <a:close/>
                <a:moveTo>
                  <a:pt x="1041993" y="1173786"/>
                </a:moveTo>
                <a:cubicBezTo>
                  <a:pt x="1058762" y="1173786"/>
                  <a:pt x="1072356" y="1187380"/>
                  <a:pt x="1072356" y="1204150"/>
                </a:cubicBezTo>
                <a:cubicBezTo>
                  <a:pt x="1072356" y="1220919"/>
                  <a:pt x="1058762" y="1234513"/>
                  <a:pt x="1041993" y="1234513"/>
                </a:cubicBezTo>
                <a:cubicBezTo>
                  <a:pt x="1025223" y="1234513"/>
                  <a:pt x="1011629" y="1220919"/>
                  <a:pt x="1011629" y="1204150"/>
                </a:cubicBezTo>
                <a:cubicBezTo>
                  <a:pt x="1011629" y="1187380"/>
                  <a:pt x="1025223" y="1173786"/>
                  <a:pt x="1041993" y="1173786"/>
                </a:cubicBezTo>
                <a:close/>
                <a:moveTo>
                  <a:pt x="969438" y="1173786"/>
                </a:moveTo>
                <a:cubicBezTo>
                  <a:pt x="986208" y="1173786"/>
                  <a:pt x="999801" y="1187380"/>
                  <a:pt x="999801" y="1204150"/>
                </a:cubicBezTo>
                <a:cubicBezTo>
                  <a:pt x="999801" y="1220919"/>
                  <a:pt x="986208" y="1234513"/>
                  <a:pt x="969438" y="1234513"/>
                </a:cubicBezTo>
                <a:cubicBezTo>
                  <a:pt x="952669" y="1234513"/>
                  <a:pt x="939075" y="1220919"/>
                  <a:pt x="939075" y="1204150"/>
                </a:cubicBezTo>
                <a:cubicBezTo>
                  <a:pt x="939075" y="1187380"/>
                  <a:pt x="952669" y="1173786"/>
                  <a:pt x="969438" y="1173786"/>
                </a:cubicBezTo>
                <a:close/>
                <a:moveTo>
                  <a:pt x="896883" y="1173786"/>
                </a:moveTo>
                <a:cubicBezTo>
                  <a:pt x="913653" y="1173786"/>
                  <a:pt x="927247" y="1187380"/>
                  <a:pt x="927247" y="1204150"/>
                </a:cubicBezTo>
                <a:cubicBezTo>
                  <a:pt x="927247" y="1220919"/>
                  <a:pt x="913653" y="1234513"/>
                  <a:pt x="896883" y="1234513"/>
                </a:cubicBezTo>
                <a:cubicBezTo>
                  <a:pt x="880114" y="1234513"/>
                  <a:pt x="866520" y="1220919"/>
                  <a:pt x="866520" y="1204150"/>
                </a:cubicBezTo>
                <a:cubicBezTo>
                  <a:pt x="866520" y="1187380"/>
                  <a:pt x="880114" y="1173786"/>
                  <a:pt x="896883" y="1173786"/>
                </a:cubicBezTo>
                <a:close/>
                <a:moveTo>
                  <a:pt x="824329" y="1173786"/>
                </a:moveTo>
                <a:cubicBezTo>
                  <a:pt x="841098" y="1173786"/>
                  <a:pt x="854692" y="1187380"/>
                  <a:pt x="854692" y="1204150"/>
                </a:cubicBezTo>
                <a:cubicBezTo>
                  <a:pt x="854692" y="1220919"/>
                  <a:pt x="841098" y="1234513"/>
                  <a:pt x="824329" y="1234513"/>
                </a:cubicBezTo>
                <a:cubicBezTo>
                  <a:pt x="807559" y="1234513"/>
                  <a:pt x="793965" y="1220919"/>
                  <a:pt x="793965" y="1204150"/>
                </a:cubicBezTo>
                <a:cubicBezTo>
                  <a:pt x="793965" y="1187380"/>
                  <a:pt x="807559" y="1173786"/>
                  <a:pt x="824329" y="1173786"/>
                </a:cubicBezTo>
                <a:close/>
                <a:moveTo>
                  <a:pt x="751774" y="1173786"/>
                </a:moveTo>
                <a:cubicBezTo>
                  <a:pt x="768544" y="1173786"/>
                  <a:pt x="782138" y="1187380"/>
                  <a:pt x="782138" y="1204150"/>
                </a:cubicBezTo>
                <a:cubicBezTo>
                  <a:pt x="782138" y="1220919"/>
                  <a:pt x="768544" y="1234513"/>
                  <a:pt x="751774" y="1234513"/>
                </a:cubicBezTo>
                <a:cubicBezTo>
                  <a:pt x="735005" y="1234513"/>
                  <a:pt x="721411" y="1220919"/>
                  <a:pt x="721411" y="1204150"/>
                </a:cubicBezTo>
                <a:cubicBezTo>
                  <a:pt x="721411" y="1187380"/>
                  <a:pt x="735005" y="1173786"/>
                  <a:pt x="751774" y="1173786"/>
                </a:cubicBezTo>
                <a:close/>
                <a:moveTo>
                  <a:pt x="679220" y="1173786"/>
                </a:moveTo>
                <a:cubicBezTo>
                  <a:pt x="695989" y="1173786"/>
                  <a:pt x="709583" y="1187380"/>
                  <a:pt x="709583" y="1204150"/>
                </a:cubicBezTo>
                <a:cubicBezTo>
                  <a:pt x="709583" y="1220919"/>
                  <a:pt x="695989" y="1234513"/>
                  <a:pt x="679220" y="1234513"/>
                </a:cubicBezTo>
                <a:cubicBezTo>
                  <a:pt x="662450" y="1234513"/>
                  <a:pt x="648856" y="1220919"/>
                  <a:pt x="648856" y="1204150"/>
                </a:cubicBezTo>
                <a:cubicBezTo>
                  <a:pt x="648856" y="1187380"/>
                  <a:pt x="662450" y="1173786"/>
                  <a:pt x="679220" y="1173786"/>
                </a:cubicBezTo>
                <a:close/>
                <a:moveTo>
                  <a:pt x="606665" y="1173786"/>
                </a:moveTo>
                <a:cubicBezTo>
                  <a:pt x="623435" y="1173786"/>
                  <a:pt x="637029" y="1187380"/>
                  <a:pt x="637029" y="1204150"/>
                </a:cubicBezTo>
                <a:cubicBezTo>
                  <a:pt x="637029" y="1220919"/>
                  <a:pt x="623435" y="1234513"/>
                  <a:pt x="606665" y="1234513"/>
                </a:cubicBezTo>
                <a:cubicBezTo>
                  <a:pt x="589896" y="1234513"/>
                  <a:pt x="576302" y="1220919"/>
                  <a:pt x="576302" y="1204150"/>
                </a:cubicBezTo>
                <a:cubicBezTo>
                  <a:pt x="576302" y="1187380"/>
                  <a:pt x="589896" y="1173786"/>
                  <a:pt x="606665" y="1173786"/>
                </a:cubicBezTo>
                <a:close/>
                <a:moveTo>
                  <a:pt x="534111" y="1173786"/>
                </a:moveTo>
                <a:cubicBezTo>
                  <a:pt x="550880" y="1173786"/>
                  <a:pt x="564474" y="1187380"/>
                  <a:pt x="564474" y="1204150"/>
                </a:cubicBezTo>
                <a:cubicBezTo>
                  <a:pt x="564474" y="1220919"/>
                  <a:pt x="550880" y="1234513"/>
                  <a:pt x="534111" y="1234513"/>
                </a:cubicBezTo>
                <a:cubicBezTo>
                  <a:pt x="517341" y="1234513"/>
                  <a:pt x="503747" y="1220919"/>
                  <a:pt x="503747" y="1204150"/>
                </a:cubicBezTo>
                <a:cubicBezTo>
                  <a:pt x="503747" y="1187380"/>
                  <a:pt x="517341" y="1173786"/>
                  <a:pt x="534111" y="1173786"/>
                </a:cubicBezTo>
                <a:close/>
                <a:moveTo>
                  <a:pt x="461556" y="1173786"/>
                </a:moveTo>
                <a:cubicBezTo>
                  <a:pt x="478326" y="1173786"/>
                  <a:pt x="491920" y="1187380"/>
                  <a:pt x="491920" y="1204150"/>
                </a:cubicBezTo>
                <a:cubicBezTo>
                  <a:pt x="491920" y="1220919"/>
                  <a:pt x="478326" y="1234513"/>
                  <a:pt x="461556" y="1234513"/>
                </a:cubicBezTo>
                <a:cubicBezTo>
                  <a:pt x="444787" y="1234513"/>
                  <a:pt x="431192" y="1220919"/>
                  <a:pt x="431192" y="1204150"/>
                </a:cubicBezTo>
                <a:cubicBezTo>
                  <a:pt x="431192" y="1187380"/>
                  <a:pt x="444787" y="1173786"/>
                  <a:pt x="461556" y="1173786"/>
                </a:cubicBezTo>
                <a:close/>
                <a:moveTo>
                  <a:pt x="389002" y="1173786"/>
                </a:moveTo>
                <a:cubicBezTo>
                  <a:pt x="405771" y="1173786"/>
                  <a:pt x="419365" y="1187380"/>
                  <a:pt x="419365" y="1204150"/>
                </a:cubicBezTo>
                <a:cubicBezTo>
                  <a:pt x="419365" y="1220919"/>
                  <a:pt x="405771" y="1234513"/>
                  <a:pt x="389002" y="1234513"/>
                </a:cubicBezTo>
                <a:cubicBezTo>
                  <a:pt x="372232" y="1234513"/>
                  <a:pt x="358638" y="1220919"/>
                  <a:pt x="358638" y="1204150"/>
                </a:cubicBezTo>
                <a:cubicBezTo>
                  <a:pt x="358638" y="1187380"/>
                  <a:pt x="372232" y="1173786"/>
                  <a:pt x="389002" y="1173786"/>
                </a:cubicBezTo>
                <a:close/>
                <a:moveTo>
                  <a:pt x="316447" y="1173786"/>
                </a:moveTo>
                <a:cubicBezTo>
                  <a:pt x="333216" y="1173786"/>
                  <a:pt x="346810" y="1187380"/>
                  <a:pt x="346810" y="1204150"/>
                </a:cubicBezTo>
                <a:cubicBezTo>
                  <a:pt x="346810" y="1220919"/>
                  <a:pt x="333216" y="1234513"/>
                  <a:pt x="316447" y="1234513"/>
                </a:cubicBezTo>
                <a:cubicBezTo>
                  <a:pt x="299677" y="1234513"/>
                  <a:pt x="286084" y="1220919"/>
                  <a:pt x="286084" y="1204150"/>
                </a:cubicBezTo>
                <a:cubicBezTo>
                  <a:pt x="286084" y="1187380"/>
                  <a:pt x="299677" y="1173786"/>
                  <a:pt x="316447" y="1173786"/>
                </a:cubicBezTo>
                <a:close/>
                <a:moveTo>
                  <a:pt x="243892" y="1173786"/>
                </a:moveTo>
                <a:cubicBezTo>
                  <a:pt x="260662" y="1173786"/>
                  <a:pt x="274256" y="1187380"/>
                  <a:pt x="274256" y="1204150"/>
                </a:cubicBezTo>
                <a:cubicBezTo>
                  <a:pt x="274256" y="1220919"/>
                  <a:pt x="260662" y="1234513"/>
                  <a:pt x="243892" y="1234513"/>
                </a:cubicBezTo>
                <a:cubicBezTo>
                  <a:pt x="227123" y="1234513"/>
                  <a:pt x="213529" y="1220919"/>
                  <a:pt x="213529" y="1204150"/>
                </a:cubicBezTo>
                <a:cubicBezTo>
                  <a:pt x="213529" y="1187380"/>
                  <a:pt x="227123" y="1173786"/>
                  <a:pt x="243892" y="1173786"/>
                </a:cubicBezTo>
                <a:close/>
                <a:moveTo>
                  <a:pt x="171339" y="1173786"/>
                </a:moveTo>
                <a:cubicBezTo>
                  <a:pt x="188107" y="1173786"/>
                  <a:pt x="201701" y="1187380"/>
                  <a:pt x="201701" y="1204150"/>
                </a:cubicBezTo>
                <a:cubicBezTo>
                  <a:pt x="201701" y="1220919"/>
                  <a:pt x="188107" y="1234513"/>
                  <a:pt x="171339" y="1234513"/>
                </a:cubicBezTo>
                <a:cubicBezTo>
                  <a:pt x="154627" y="1234513"/>
                  <a:pt x="141034" y="1220919"/>
                  <a:pt x="141034" y="1204150"/>
                </a:cubicBezTo>
                <a:cubicBezTo>
                  <a:pt x="141034" y="1187380"/>
                  <a:pt x="154627" y="1173786"/>
                  <a:pt x="171339" y="1173786"/>
                </a:cubicBezTo>
                <a:close/>
                <a:moveTo>
                  <a:pt x="98852" y="1173786"/>
                </a:moveTo>
                <a:cubicBezTo>
                  <a:pt x="115616" y="1173786"/>
                  <a:pt x="129210" y="1187380"/>
                  <a:pt x="129210" y="1204150"/>
                </a:cubicBezTo>
                <a:cubicBezTo>
                  <a:pt x="129210" y="1220919"/>
                  <a:pt x="115616" y="1234513"/>
                  <a:pt x="98852" y="1234513"/>
                </a:cubicBezTo>
                <a:cubicBezTo>
                  <a:pt x="82080" y="1234513"/>
                  <a:pt x="68486" y="1220919"/>
                  <a:pt x="68486" y="1204150"/>
                </a:cubicBezTo>
                <a:cubicBezTo>
                  <a:pt x="68486" y="1187380"/>
                  <a:pt x="82080" y="1173786"/>
                  <a:pt x="98852" y="1173786"/>
                </a:cubicBezTo>
                <a:close/>
                <a:moveTo>
                  <a:pt x="26297" y="1173786"/>
                </a:moveTo>
                <a:cubicBezTo>
                  <a:pt x="43063" y="1173786"/>
                  <a:pt x="56658" y="1187380"/>
                  <a:pt x="56658" y="1204150"/>
                </a:cubicBezTo>
                <a:cubicBezTo>
                  <a:pt x="56658" y="1220919"/>
                  <a:pt x="43063" y="1234513"/>
                  <a:pt x="26297" y="1234513"/>
                </a:cubicBezTo>
                <a:cubicBezTo>
                  <a:pt x="17912" y="1234513"/>
                  <a:pt x="10321" y="1231115"/>
                  <a:pt x="4826" y="1225620"/>
                </a:cubicBezTo>
                <a:lnTo>
                  <a:pt x="0" y="1213970"/>
                </a:lnTo>
                <a:lnTo>
                  <a:pt x="0" y="1194329"/>
                </a:lnTo>
                <a:lnTo>
                  <a:pt x="4826" y="1182679"/>
                </a:lnTo>
                <a:cubicBezTo>
                  <a:pt x="10321" y="1177185"/>
                  <a:pt x="17912" y="1173786"/>
                  <a:pt x="26297" y="1173786"/>
                </a:cubicBezTo>
                <a:close/>
                <a:moveTo>
                  <a:pt x="1477320" y="1093335"/>
                </a:moveTo>
                <a:cubicBezTo>
                  <a:pt x="1485705" y="1093335"/>
                  <a:pt x="1493295" y="1096733"/>
                  <a:pt x="1498790" y="1102228"/>
                </a:cubicBezTo>
                <a:lnTo>
                  <a:pt x="1505389" y="1118160"/>
                </a:lnTo>
                <a:lnTo>
                  <a:pt x="1493855" y="1142105"/>
                </a:lnTo>
                <a:lnTo>
                  <a:pt x="1487887" y="1151929"/>
                </a:lnTo>
                <a:lnTo>
                  <a:pt x="1477320" y="1154062"/>
                </a:lnTo>
                <a:cubicBezTo>
                  <a:pt x="1460550" y="1154062"/>
                  <a:pt x="1446956" y="1140468"/>
                  <a:pt x="1446956" y="1123698"/>
                </a:cubicBezTo>
                <a:cubicBezTo>
                  <a:pt x="1446956" y="1106929"/>
                  <a:pt x="1460550" y="1093335"/>
                  <a:pt x="1477320" y="1093335"/>
                </a:cubicBezTo>
                <a:close/>
                <a:moveTo>
                  <a:pt x="1404765" y="1093335"/>
                </a:moveTo>
                <a:cubicBezTo>
                  <a:pt x="1421535" y="1093335"/>
                  <a:pt x="1435129" y="1106929"/>
                  <a:pt x="1435129" y="1123698"/>
                </a:cubicBezTo>
                <a:cubicBezTo>
                  <a:pt x="1435129" y="1140468"/>
                  <a:pt x="1421535" y="1154062"/>
                  <a:pt x="1404765" y="1154062"/>
                </a:cubicBezTo>
                <a:cubicBezTo>
                  <a:pt x="1387996" y="1154062"/>
                  <a:pt x="1374402" y="1140468"/>
                  <a:pt x="1374402" y="1123698"/>
                </a:cubicBezTo>
                <a:cubicBezTo>
                  <a:pt x="1374402" y="1106929"/>
                  <a:pt x="1387996" y="1093335"/>
                  <a:pt x="1404765" y="1093335"/>
                </a:cubicBezTo>
                <a:close/>
                <a:moveTo>
                  <a:pt x="1332211" y="1093335"/>
                </a:moveTo>
                <a:cubicBezTo>
                  <a:pt x="1348980" y="1093335"/>
                  <a:pt x="1362574" y="1106929"/>
                  <a:pt x="1362574" y="1123698"/>
                </a:cubicBezTo>
                <a:cubicBezTo>
                  <a:pt x="1362574" y="1140468"/>
                  <a:pt x="1348980" y="1154062"/>
                  <a:pt x="1332211" y="1154062"/>
                </a:cubicBezTo>
                <a:cubicBezTo>
                  <a:pt x="1315441" y="1154062"/>
                  <a:pt x="1301847" y="1140468"/>
                  <a:pt x="1301847" y="1123698"/>
                </a:cubicBezTo>
                <a:cubicBezTo>
                  <a:pt x="1301847" y="1106929"/>
                  <a:pt x="1315441" y="1093335"/>
                  <a:pt x="1332211" y="1093335"/>
                </a:cubicBezTo>
                <a:close/>
                <a:moveTo>
                  <a:pt x="1259656" y="1093335"/>
                </a:moveTo>
                <a:cubicBezTo>
                  <a:pt x="1276426" y="1093335"/>
                  <a:pt x="1290020" y="1106929"/>
                  <a:pt x="1290020" y="1123698"/>
                </a:cubicBezTo>
                <a:cubicBezTo>
                  <a:pt x="1290020" y="1140468"/>
                  <a:pt x="1276426" y="1154062"/>
                  <a:pt x="1259656" y="1154062"/>
                </a:cubicBezTo>
                <a:cubicBezTo>
                  <a:pt x="1242887" y="1154062"/>
                  <a:pt x="1229293" y="1140468"/>
                  <a:pt x="1229293" y="1123698"/>
                </a:cubicBezTo>
                <a:cubicBezTo>
                  <a:pt x="1229293" y="1106929"/>
                  <a:pt x="1242887" y="1093335"/>
                  <a:pt x="1259656" y="1093335"/>
                </a:cubicBezTo>
                <a:close/>
                <a:moveTo>
                  <a:pt x="1187102" y="1093335"/>
                </a:moveTo>
                <a:cubicBezTo>
                  <a:pt x="1203871" y="1093335"/>
                  <a:pt x="1217465" y="1106929"/>
                  <a:pt x="1217465" y="1123698"/>
                </a:cubicBezTo>
                <a:cubicBezTo>
                  <a:pt x="1217465" y="1140468"/>
                  <a:pt x="1203871" y="1154062"/>
                  <a:pt x="1187102" y="1154062"/>
                </a:cubicBezTo>
                <a:cubicBezTo>
                  <a:pt x="1170332" y="1154062"/>
                  <a:pt x="1156738" y="1140468"/>
                  <a:pt x="1156738" y="1123698"/>
                </a:cubicBezTo>
                <a:cubicBezTo>
                  <a:pt x="1156738" y="1106929"/>
                  <a:pt x="1170332" y="1093335"/>
                  <a:pt x="1187102" y="1093335"/>
                </a:cubicBezTo>
                <a:close/>
                <a:moveTo>
                  <a:pt x="1114547" y="1093335"/>
                </a:moveTo>
                <a:cubicBezTo>
                  <a:pt x="1131317" y="1093335"/>
                  <a:pt x="1144911" y="1106929"/>
                  <a:pt x="1144911" y="1123698"/>
                </a:cubicBezTo>
                <a:cubicBezTo>
                  <a:pt x="1144911" y="1140468"/>
                  <a:pt x="1131317" y="1154062"/>
                  <a:pt x="1114547" y="1154062"/>
                </a:cubicBezTo>
                <a:cubicBezTo>
                  <a:pt x="1097778" y="1154062"/>
                  <a:pt x="1084184" y="1140468"/>
                  <a:pt x="1084184" y="1123698"/>
                </a:cubicBezTo>
                <a:cubicBezTo>
                  <a:pt x="1084184" y="1106929"/>
                  <a:pt x="1097778" y="1093335"/>
                  <a:pt x="1114547" y="1093335"/>
                </a:cubicBezTo>
                <a:close/>
                <a:moveTo>
                  <a:pt x="1041993" y="1093335"/>
                </a:moveTo>
                <a:cubicBezTo>
                  <a:pt x="1058762" y="1093335"/>
                  <a:pt x="1072356" y="1106929"/>
                  <a:pt x="1072356" y="1123698"/>
                </a:cubicBezTo>
                <a:cubicBezTo>
                  <a:pt x="1072356" y="1140468"/>
                  <a:pt x="1058762" y="1154062"/>
                  <a:pt x="1041993" y="1154062"/>
                </a:cubicBezTo>
                <a:cubicBezTo>
                  <a:pt x="1025223" y="1154062"/>
                  <a:pt x="1011629" y="1140468"/>
                  <a:pt x="1011629" y="1123698"/>
                </a:cubicBezTo>
                <a:cubicBezTo>
                  <a:pt x="1011629" y="1106929"/>
                  <a:pt x="1025223" y="1093335"/>
                  <a:pt x="1041993" y="1093335"/>
                </a:cubicBezTo>
                <a:close/>
                <a:moveTo>
                  <a:pt x="969438" y="1093335"/>
                </a:moveTo>
                <a:cubicBezTo>
                  <a:pt x="986208" y="1093335"/>
                  <a:pt x="999801" y="1106929"/>
                  <a:pt x="999801" y="1123698"/>
                </a:cubicBezTo>
                <a:cubicBezTo>
                  <a:pt x="999801" y="1140468"/>
                  <a:pt x="986208" y="1154062"/>
                  <a:pt x="969438" y="1154062"/>
                </a:cubicBezTo>
                <a:cubicBezTo>
                  <a:pt x="952669" y="1154062"/>
                  <a:pt x="939075" y="1140468"/>
                  <a:pt x="939075" y="1123698"/>
                </a:cubicBezTo>
                <a:cubicBezTo>
                  <a:pt x="939075" y="1106929"/>
                  <a:pt x="952669" y="1093335"/>
                  <a:pt x="969438" y="1093335"/>
                </a:cubicBezTo>
                <a:close/>
                <a:moveTo>
                  <a:pt x="896883" y="1093335"/>
                </a:moveTo>
                <a:cubicBezTo>
                  <a:pt x="913653" y="1093335"/>
                  <a:pt x="927247" y="1106929"/>
                  <a:pt x="927247" y="1123698"/>
                </a:cubicBezTo>
                <a:cubicBezTo>
                  <a:pt x="927247" y="1140468"/>
                  <a:pt x="913653" y="1154062"/>
                  <a:pt x="896883" y="1154062"/>
                </a:cubicBezTo>
                <a:cubicBezTo>
                  <a:pt x="880114" y="1154062"/>
                  <a:pt x="866520" y="1140468"/>
                  <a:pt x="866520" y="1123698"/>
                </a:cubicBezTo>
                <a:cubicBezTo>
                  <a:pt x="866520" y="1106929"/>
                  <a:pt x="880114" y="1093335"/>
                  <a:pt x="896883" y="1093335"/>
                </a:cubicBezTo>
                <a:close/>
                <a:moveTo>
                  <a:pt x="824329" y="1093335"/>
                </a:moveTo>
                <a:cubicBezTo>
                  <a:pt x="841098" y="1093335"/>
                  <a:pt x="854692" y="1106929"/>
                  <a:pt x="854692" y="1123698"/>
                </a:cubicBezTo>
                <a:cubicBezTo>
                  <a:pt x="854692" y="1140468"/>
                  <a:pt x="841098" y="1154062"/>
                  <a:pt x="824329" y="1154062"/>
                </a:cubicBezTo>
                <a:cubicBezTo>
                  <a:pt x="807559" y="1154062"/>
                  <a:pt x="793965" y="1140468"/>
                  <a:pt x="793965" y="1123698"/>
                </a:cubicBezTo>
                <a:cubicBezTo>
                  <a:pt x="793965" y="1106929"/>
                  <a:pt x="807559" y="1093335"/>
                  <a:pt x="824329" y="1093335"/>
                </a:cubicBezTo>
                <a:close/>
                <a:moveTo>
                  <a:pt x="751774" y="1093335"/>
                </a:moveTo>
                <a:cubicBezTo>
                  <a:pt x="768544" y="1093335"/>
                  <a:pt x="782138" y="1106929"/>
                  <a:pt x="782138" y="1123698"/>
                </a:cubicBezTo>
                <a:cubicBezTo>
                  <a:pt x="782138" y="1140468"/>
                  <a:pt x="768544" y="1154062"/>
                  <a:pt x="751774" y="1154062"/>
                </a:cubicBezTo>
                <a:cubicBezTo>
                  <a:pt x="735005" y="1154062"/>
                  <a:pt x="721411" y="1140468"/>
                  <a:pt x="721411" y="1123698"/>
                </a:cubicBezTo>
                <a:cubicBezTo>
                  <a:pt x="721411" y="1106929"/>
                  <a:pt x="735005" y="1093335"/>
                  <a:pt x="751774" y="1093335"/>
                </a:cubicBezTo>
                <a:close/>
                <a:moveTo>
                  <a:pt x="679220" y="1093335"/>
                </a:moveTo>
                <a:cubicBezTo>
                  <a:pt x="695989" y="1093335"/>
                  <a:pt x="709583" y="1106929"/>
                  <a:pt x="709583" y="1123698"/>
                </a:cubicBezTo>
                <a:cubicBezTo>
                  <a:pt x="709583" y="1140468"/>
                  <a:pt x="695989" y="1154062"/>
                  <a:pt x="679220" y="1154062"/>
                </a:cubicBezTo>
                <a:cubicBezTo>
                  <a:pt x="662450" y="1154062"/>
                  <a:pt x="648856" y="1140468"/>
                  <a:pt x="648856" y="1123698"/>
                </a:cubicBezTo>
                <a:cubicBezTo>
                  <a:pt x="648856" y="1106929"/>
                  <a:pt x="662450" y="1093335"/>
                  <a:pt x="679220" y="1093335"/>
                </a:cubicBezTo>
                <a:close/>
                <a:moveTo>
                  <a:pt x="606665" y="1093335"/>
                </a:moveTo>
                <a:cubicBezTo>
                  <a:pt x="623435" y="1093335"/>
                  <a:pt x="637029" y="1106929"/>
                  <a:pt x="637029" y="1123698"/>
                </a:cubicBezTo>
                <a:cubicBezTo>
                  <a:pt x="637029" y="1140468"/>
                  <a:pt x="623435" y="1154062"/>
                  <a:pt x="606665" y="1154062"/>
                </a:cubicBezTo>
                <a:cubicBezTo>
                  <a:pt x="589896" y="1154062"/>
                  <a:pt x="576302" y="1140468"/>
                  <a:pt x="576302" y="1123698"/>
                </a:cubicBezTo>
                <a:cubicBezTo>
                  <a:pt x="576302" y="1106929"/>
                  <a:pt x="589896" y="1093335"/>
                  <a:pt x="606665" y="1093335"/>
                </a:cubicBezTo>
                <a:close/>
                <a:moveTo>
                  <a:pt x="534111" y="1093335"/>
                </a:moveTo>
                <a:cubicBezTo>
                  <a:pt x="550880" y="1093335"/>
                  <a:pt x="564474" y="1106929"/>
                  <a:pt x="564474" y="1123698"/>
                </a:cubicBezTo>
                <a:cubicBezTo>
                  <a:pt x="564474" y="1140468"/>
                  <a:pt x="550880" y="1154062"/>
                  <a:pt x="534111" y="1154062"/>
                </a:cubicBezTo>
                <a:cubicBezTo>
                  <a:pt x="517341" y="1154062"/>
                  <a:pt x="503747" y="1140468"/>
                  <a:pt x="503747" y="1123698"/>
                </a:cubicBezTo>
                <a:cubicBezTo>
                  <a:pt x="503747" y="1106929"/>
                  <a:pt x="517341" y="1093335"/>
                  <a:pt x="534111" y="1093335"/>
                </a:cubicBezTo>
                <a:close/>
                <a:moveTo>
                  <a:pt x="461556" y="1093335"/>
                </a:moveTo>
                <a:cubicBezTo>
                  <a:pt x="478326" y="1093335"/>
                  <a:pt x="491920" y="1106929"/>
                  <a:pt x="491920" y="1123698"/>
                </a:cubicBezTo>
                <a:cubicBezTo>
                  <a:pt x="491920" y="1140468"/>
                  <a:pt x="478326" y="1154062"/>
                  <a:pt x="461556" y="1154062"/>
                </a:cubicBezTo>
                <a:cubicBezTo>
                  <a:pt x="444787" y="1154062"/>
                  <a:pt x="431192" y="1140468"/>
                  <a:pt x="431192" y="1123698"/>
                </a:cubicBezTo>
                <a:cubicBezTo>
                  <a:pt x="431192" y="1106929"/>
                  <a:pt x="444787" y="1093335"/>
                  <a:pt x="461556" y="1093335"/>
                </a:cubicBezTo>
                <a:close/>
                <a:moveTo>
                  <a:pt x="389002" y="1093335"/>
                </a:moveTo>
                <a:cubicBezTo>
                  <a:pt x="405771" y="1093335"/>
                  <a:pt x="419365" y="1106929"/>
                  <a:pt x="419365" y="1123698"/>
                </a:cubicBezTo>
                <a:cubicBezTo>
                  <a:pt x="419365" y="1140468"/>
                  <a:pt x="405771" y="1154062"/>
                  <a:pt x="389002" y="1154062"/>
                </a:cubicBezTo>
                <a:cubicBezTo>
                  <a:pt x="372232" y="1154062"/>
                  <a:pt x="358638" y="1140468"/>
                  <a:pt x="358638" y="1123698"/>
                </a:cubicBezTo>
                <a:cubicBezTo>
                  <a:pt x="358638" y="1106929"/>
                  <a:pt x="372232" y="1093335"/>
                  <a:pt x="389002" y="1093335"/>
                </a:cubicBezTo>
                <a:close/>
                <a:moveTo>
                  <a:pt x="316447" y="1093335"/>
                </a:moveTo>
                <a:cubicBezTo>
                  <a:pt x="333216" y="1093335"/>
                  <a:pt x="346810" y="1106929"/>
                  <a:pt x="346810" y="1123698"/>
                </a:cubicBezTo>
                <a:cubicBezTo>
                  <a:pt x="346810" y="1140468"/>
                  <a:pt x="333216" y="1154062"/>
                  <a:pt x="316447" y="1154062"/>
                </a:cubicBezTo>
                <a:cubicBezTo>
                  <a:pt x="299677" y="1154062"/>
                  <a:pt x="286084" y="1140468"/>
                  <a:pt x="286084" y="1123698"/>
                </a:cubicBezTo>
                <a:cubicBezTo>
                  <a:pt x="286084" y="1106929"/>
                  <a:pt x="299677" y="1093335"/>
                  <a:pt x="316447" y="1093335"/>
                </a:cubicBezTo>
                <a:close/>
                <a:moveTo>
                  <a:pt x="243892" y="1093335"/>
                </a:moveTo>
                <a:cubicBezTo>
                  <a:pt x="260662" y="1093335"/>
                  <a:pt x="274256" y="1106929"/>
                  <a:pt x="274256" y="1123698"/>
                </a:cubicBezTo>
                <a:cubicBezTo>
                  <a:pt x="274256" y="1140468"/>
                  <a:pt x="260662" y="1154062"/>
                  <a:pt x="243892" y="1154062"/>
                </a:cubicBezTo>
                <a:cubicBezTo>
                  <a:pt x="227123" y="1154062"/>
                  <a:pt x="213529" y="1140468"/>
                  <a:pt x="213529" y="1123698"/>
                </a:cubicBezTo>
                <a:cubicBezTo>
                  <a:pt x="213529" y="1106929"/>
                  <a:pt x="227123" y="1093335"/>
                  <a:pt x="243892" y="1093335"/>
                </a:cubicBezTo>
                <a:close/>
                <a:moveTo>
                  <a:pt x="171339" y="1093335"/>
                </a:moveTo>
                <a:cubicBezTo>
                  <a:pt x="188107" y="1093335"/>
                  <a:pt x="201701" y="1106929"/>
                  <a:pt x="201701" y="1123698"/>
                </a:cubicBezTo>
                <a:cubicBezTo>
                  <a:pt x="201701" y="1140468"/>
                  <a:pt x="188107" y="1154062"/>
                  <a:pt x="171339" y="1154062"/>
                </a:cubicBezTo>
                <a:cubicBezTo>
                  <a:pt x="154633" y="1154062"/>
                  <a:pt x="141040" y="1140468"/>
                  <a:pt x="141040" y="1123698"/>
                </a:cubicBezTo>
                <a:cubicBezTo>
                  <a:pt x="141040" y="1106929"/>
                  <a:pt x="154633" y="1093335"/>
                  <a:pt x="171339" y="1093335"/>
                </a:cubicBezTo>
                <a:close/>
                <a:moveTo>
                  <a:pt x="98858" y="1093335"/>
                </a:moveTo>
                <a:cubicBezTo>
                  <a:pt x="115622" y="1093335"/>
                  <a:pt x="129216" y="1106929"/>
                  <a:pt x="129216" y="1123698"/>
                </a:cubicBezTo>
                <a:cubicBezTo>
                  <a:pt x="129216" y="1140468"/>
                  <a:pt x="115622" y="1154062"/>
                  <a:pt x="98858" y="1154062"/>
                </a:cubicBezTo>
                <a:cubicBezTo>
                  <a:pt x="82086" y="1154062"/>
                  <a:pt x="68492" y="1140468"/>
                  <a:pt x="68492" y="1123698"/>
                </a:cubicBezTo>
                <a:cubicBezTo>
                  <a:pt x="68492" y="1106929"/>
                  <a:pt x="82086" y="1093335"/>
                  <a:pt x="98858" y="1093335"/>
                </a:cubicBezTo>
                <a:close/>
                <a:moveTo>
                  <a:pt x="26303" y="1093335"/>
                </a:moveTo>
                <a:cubicBezTo>
                  <a:pt x="43069" y="1093335"/>
                  <a:pt x="56664" y="1106929"/>
                  <a:pt x="56664" y="1123698"/>
                </a:cubicBezTo>
                <a:cubicBezTo>
                  <a:pt x="56664" y="1140468"/>
                  <a:pt x="43069" y="1154062"/>
                  <a:pt x="26303" y="1154062"/>
                </a:cubicBezTo>
                <a:cubicBezTo>
                  <a:pt x="17918" y="1154062"/>
                  <a:pt x="10327" y="1150664"/>
                  <a:pt x="4832" y="1145169"/>
                </a:cubicBezTo>
                <a:lnTo>
                  <a:pt x="0" y="1133503"/>
                </a:lnTo>
                <a:lnTo>
                  <a:pt x="0" y="1113894"/>
                </a:lnTo>
                <a:lnTo>
                  <a:pt x="4832" y="1102228"/>
                </a:lnTo>
                <a:cubicBezTo>
                  <a:pt x="10327" y="1096734"/>
                  <a:pt x="17918" y="1093335"/>
                  <a:pt x="26303" y="1093335"/>
                </a:cubicBezTo>
                <a:close/>
                <a:moveTo>
                  <a:pt x="1549874" y="1012883"/>
                </a:moveTo>
                <a:lnTo>
                  <a:pt x="1555552" y="1014029"/>
                </a:lnTo>
                <a:lnTo>
                  <a:pt x="1530465" y="1066106"/>
                </a:lnTo>
                <a:lnTo>
                  <a:pt x="1528404" y="1064717"/>
                </a:lnTo>
                <a:cubicBezTo>
                  <a:pt x="1522910" y="1059222"/>
                  <a:pt x="1519511" y="1051631"/>
                  <a:pt x="1519511" y="1043246"/>
                </a:cubicBezTo>
                <a:cubicBezTo>
                  <a:pt x="1519511" y="1026477"/>
                  <a:pt x="1533105" y="1012883"/>
                  <a:pt x="1549874" y="1012883"/>
                </a:cubicBezTo>
                <a:close/>
                <a:moveTo>
                  <a:pt x="1477320" y="1012883"/>
                </a:moveTo>
                <a:cubicBezTo>
                  <a:pt x="1494089" y="1012883"/>
                  <a:pt x="1507683" y="1026477"/>
                  <a:pt x="1507683" y="1043246"/>
                </a:cubicBezTo>
                <a:cubicBezTo>
                  <a:pt x="1507683" y="1060016"/>
                  <a:pt x="1494089" y="1073610"/>
                  <a:pt x="1477320" y="1073610"/>
                </a:cubicBezTo>
                <a:cubicBezTo>
                  <a:pt x="1460550" y="1073610"/>
                  <a:pt x="1446956" y="1060016"/>
                  <a:pt x="1446956" y="1043246"/>
                </a:cubicBezTo>
                <a:cubicBezTo>
                  <a:pt x="1446956" y="1026477"/>
                  <a:pt x="1460550" y="1012883"/>
                  <a:pt x="1477320" y="1012883"/>
                </a:cubicBezTo>
                <a:close/>
                <a:moveTo>
                  <a:pt x="1404765" y="1012883"/>
                </a:moveTo>
                <a:cubicBezTo>
                  <a:pt x="1421535" y="1012883"/>
                  <a:pt x="1435129" y="1026477"/>
                  <a:pt x="1435129" y="1043246"/>
                </a:cubicBezTo>
                <a:cubicBezTo>
                  <a:pt x="1435129" y="1060016"/>
                  <a:pt x="1421535" y="1073610"/>
                  <a:pt x="1404765" y="1073610"/>
                </a:cubicBezTo>
                <a:cubicBezTo>
                  <a:pt x="1387996" y="1073610"/>
                  <a:pt x="1374402" y="1060016"/>
                  <a:pt x="1374402" y="1043246"/>
                </a:cubicBezTo>
                <a:cubicBezTo>
                  <a:pt x="1374402" y="1026477"/>
                  <a:pt x="1387996" y="1012883"/>
                  <a:pt x="1404765" y="1012883"/>
                </a:cubicBezTo>
                <a:close/>
                <a:moveTo>
                  <a:pt x="1332211" y="1012883"/>
                </a:moveTo>
                <a:cubicBezTo>
                  <a:pt x="1348980" y="1012883"/>
                  <a:pt x="1362574" y="1026477"/>
                  <a:pt x="1362574" y="1043246"/>
                </a:cubicBezTo>
                <a:cubicBezTo>
                  <a:pt x="1362574" y="1060016"/>
                  <a:pt x="1348980" y="1073610"/>
                  <a:pt x="1332211" y="1073610"/>
                </a:cubicBezTo>
                <a:cubicBezTo>
                  <a:pt x="1315441" y="1073610"/>
                  <a:pt x="1301847" y="1060016"/>
                  <a:pt x="1301847" y="1043246"/>
                </a:cubicBezTo>
                <a:cubicBezTo>
                  <a:pt x="1301847" y="1026477"/>
                  <a:pt x="1315441" y="1012883"/>
                  <a:pt x="1332211" y="1012883"/>
                </a:cubicBezTo>
                <a:close/>
                <a:moveTo>
                  <a:pt x="1259656" y="1012883"/>
                </a:moveTo>
                <a:cubicBezTo>
                  <a:pt x="1276426" y="1012883"/>
                  <a:pt x="1290020" y="1026477"/>
                  <a:pt x="1290020" y="1043246"/>
                </a:cubicBezTo>
                <a:cubicBezTo>
                  <a:pt x="1290020" y="1060016"/>
                  <a:pt x="1276426" y="1073610"/>
                  <a:pt x="1259656" y="1073610"/>
                </a:cubicBezTo>
                <a:cubicBezTo>
                  <a:pt x="1242887" y="1073610"/>
                  <a:pt x="1229293" y="1060016"/>
                  <a:pt x="1229293" y="1043246"/>
                </a:cubicBezTo>
                <a:cubicBezTo>
                  <a:pt x="1229293" y="1026477"/>
                  <a:pt x="1242887" y="1012883"/>
                  <a:pt x="1259656" y="1012883"/>
                </a:cubicBezTo>
                <a:close/>
                <a:moveTo>
                  <a:pt x="1187102" y="1012883"/>
                </a:moveTo>
                <a:cubicBezTo>
                  <a:pt x="1203871" y="1012883"/>
                  <a:pt x="1217465" y="1026477"/>
                  <a:pt x="1217465" y="1043246"/>
                </a:cubicBezTo>
                <a:cubicBezTo>
                  <a:pt x="1217465" y="1060016"/>
                  <a:pt x="1203871" y="1073610"/>
                  <a:pt x="1187102" y="1073610"/>
                </a:cubicBezTo>
                <a:cubicBezTo>
                  <a:pt x="1170332" y="1073610"/>
                  <a:pt x="1156738" y="1060016"/>
                  <a:pt x="1156738" y="1043246"/>
                </a:cubicBezTo>
                <a:cubicBezTo>
                  <a:pt x="1156738" y="1026477"/>
                  <a:pt x="1170332" y="1012883"/>
                  <a:pt x="1187102" y="1012883"/>
                </a:cubicBezTo>
                <a:close/>
                <a:moveTo>
                  <a:pt x="1114547" y="1012883"/>
                </a:moveTo>
                <a:cubicBezTo>
                  <a:pt x="1131317" y="1012883"/>
                  <a:pt x="1144911" y="1026477"/>
                  <a:pt x="1144911" y="1043246"/>
                </a:cubicBezTo>
                <a:cubicBezTo>
                  <a:pt x="1144911" y="1060016"/>
                  <a:pt x="1131317" y="1073610"/>
                  <a:pt x="1114547" y="1073610"/>
                </a:cubicBezTo>
                <a:cubicBezTo>
                  <a:pt x="1097778" y="1073610"/>
                  <a:pt x="1084184" y="1060016"/>
                  <a:pt x="1084184" y="1043246"/>
                </a:cubicBezTo>
                <a:cubicBezTo>
                  <a:pt x="1084184" y="1026477"/>
                  <a:pt x="1097778" y="1012883"/>
                  <a:pt x="1114547" y="1012883"/>
                </a:cubicBezTo>
                <a:close/>
                <a:moveTo>
                  <a:pt x="1041993" y="1012883"/>
                </a:moveTo>
                <a:cubicBezTo>
                  <a:pt x="1058762" y="1012883"/>
                  <a:pt x="1072356" y="1026477"/>
                  <a:pt x="1072356" y="1043246"/>
                </a:cubicBezTo>
                <a:cubicBezTo>
                  <a:pt x="1072356" y="1060016"/>
                  <a:pt x="1058762" y="1073610"/>
                  <a:pt x="1041993" y="1073610"/>
                </a:cubicBezTo>
                <a:cubicBezTo>
                  <a:pt x="1025223" y="1073610"/>
                  <a:pt x="1011629" y="1060016"/>
                  <a:pt x="1011629" y="1043246"/>
                </a:cubicBezTo>
                <a:cubicBezTo>
                  <a:pt x="1011629" y="1026477"/>
                  <a:pt x="1025223" y="1012883"/>
                  <a:pt x="1041993" y="1012883"/>
                </a:cubicBezTo>
                <a:close/>
                <a:moveTo>
                  <a:pt x="969438" y="1012883"/>
                </a:moveTo>
                <a:cubicBezTo>
                  <a:pt x="986208" y="1012883"/>
                  <a:pt x="999801" y="1026477"/>
                  <a:pt x="999801" y="1043246"/>
                </a:cubicBezTo>
                <a:cubicBezTo>
                  <a:pt x="999801" y="1060016"/>
                  <a:pt x="986208" y="1073610"/>
                  <a:pt x="969438" y="1073610"/>
                </a:cubicBezTo>
                <a:cubicBezTo>
                  <a:pt x="952669" y="1073610"/>
                  <a:pt x="939075" y="1060016"/>
                  <a:pt x="939075" y="1043246"/>
                </a:cubicBezTo>
                <a:cubicBezTo>
                  <a:pt x="939075" y="1026477"/>
                  <a:pt x="952669" y="1012883"/>
                  <a:pt x="969438" y="1012883"/>
                </a:cubicBezTo>
                <a:close/>
                <a:moveTo>
                  <a:pt x="896883" y="1012883"/>
                </a:moveTo>
                <a:cubicBezTo>
                  <a:pt x="913653" y="1012883"/>
                  <a:pt x="927247" y="1026477"/>
                  <a:pt x="927247" y="1043246"/>
                </a:cubicBezTo>
                <a:cubicBezTo>
                  <a:pt x="927247" y="1060016"/>
                  <a:pt x="913653" y="1073610"/>
                  <a:pt x="896883" y="1073610"/>
                </a:cubicBezTo>
                <a:cubicBezTo>
                  <a:pt x="880114" y="1073610"/>
                  <a:pt x="866520" y="1060016"/>
                  <a:pt x="866520" y="1043246"/>
                </a:cubicBezTo>
                <a:cubicBezTo>
                  <a:pt x="866520" y="1026477"/>
                  <a:pt x="880114" y="1012883"/>
                  <a:pt x="896883" y="1012883"/>
                </a:cubicBezTo>
                <a:close/>
                <a:moveTo>
                  <a:pt x="824329" y="1012883"/>
                </a:moveTo>
                <a:cubicBezTo>
                  <a:pt x="841098" y="1012883"/>
                  <a:pt x="854692" y="1026477"/>
                  <a:pt x="854692" y="1043246"/>
                </a:cubicBezTo>
                <a:cubicBezTo>
                  <a:pt x="854692" y="1060016"/>
                  <a:pt x="841098" y="1073610"/>
                  <a:pt x="824329" y="1073610"/>
                </a:cubicBezTo>
                <a:cubicBezTo>
                  <a:pt x="807559" y="1073610"/>
                  <a:pt x="793965" y="1060016"/>
                  <a:pt x="793965" y="1043246"/>
                </a:cubicBezTo>
                <a:cubicBezTo>
                  <a:pt x="793965" y="1026477"/>
                  <a:pt x="807559" y="1012883"/>
                  <a:pt x="824329" y="1012883"/>
                </a:cubicBezTo>
                <a:close/>
                <a:moveTo>
                  <a:pt x="751774" y="1012883"/>
                </a:moveTo>
                <a:cubicBezTo>
                  <a:pt x="768544" y="1012883"/>
                  <a:pt x="782138" y="1026477"/>
                  <a:pt x="782138" y="1043246"/>
                </a:cubicBezTo>
                <a:cubicBezTo>
                  <a:pt x="782138" y="1060016"/>
                  <a:pt x="768544" y="1073610"/>
                  <a:pt x="751774" y="1073610"/>
                </a:cubicBezTo>
                <a:cubicBezTo>
                  <a:pt x="735005" y="1073610"/>
                  <a:pt x="721411" y="1060016"/>
                  <a:pt x="721411" y="1043246"/>
                </a:cubicBezTo>
                <a:cubicBezTo>
                  <a:pt x="721411" y="1026477"/>
                  <a:pt x="735005" y="1012883"/>
                  <a:pt x="751774" y="1012883"/>
                </a:cubicBezTo>
                <a:close/>
                <a:moveTo>
                  <a:pt x="679220" y="1012883"/>
                </a:moveTo>
                <a:cubicBezTo>
                  <a:pt x="695989" y="1012883"/>
                  <a:pt x="709583" y="1026477"/>
                  <a:pt x="709583" y="1043246"/>
                </a:cubicBezTo>
                <a:cubicBezTo>
                  <a:pt x="709583" y="1060016"/>
                  <a:pt x="695989" y="1073610"/>
                  <a:pt x="679220" y="1073610"/>
                </a:cubicBezTo>
                <a:cubicBezTo>
                  <a:pt x="662450" y="1073610"/>
                  <a:pt x="648856" y="1060016"/>
                  <a:pt x="648856" y="1043246"/>
                </a:cubicBezTo>
                <a:cubicBezTo>
                  <a:pt x="648856" y="1026477"/>
                  <a:pt x="662450" y="1012883"/>
                  <a:pt x="679220" y="1012883"/>
                </a:cubicBezTo>
                <a:close/>
                <a:moveTo>
                  <a:pt x="606665" y="1012883"/>
                </a:moveTo>
                <a:cubicBezTo>
                  <a:pt x="623435" y="1012883"/>
                  <a:pt x="637029" y="1026477"/>
                  <a:pt x="637029" y="1043246"/>
                </a:cubicBezTo>
                <a:cubicBezTo>
                  <a:pt x="637029" y="1060016"/>
                  <a:pt x="623435" y="1073610"/>
                  <a:pt x="606665" y="1073610"/>
                </a:cubicBezTo>
                <a:cubicBezTo>
                  <a:pt x="589896" y="1073610"/>
                  <a:pt x="576302" y="1060016"/>
                  <a:pt x="576302" y="1043246"/>
                </a:cubicBezTo>
                <a:cubicBezTo>
                  <a:pt x="576302" y="1026477"/>
                  <a:pt x="589896" y="1012883"/>
                  <a:pt x="606665" y="1012883"/>
                </a:cubicBezTo>
                <a:close/>
                <a:moveTo>
                  <a:pt x="534111" y="1012883"/>
                </a:moveTo>
                <a:cubicBezTo>
                  <a:pt x="550880" y="1012883"/>
                  <a:pt x="564474" y="1026477"/>
                  <a:pt x="564474" y="1043246"/>
                </a:cubicBezTo>
                <a:cubicBezTo>
                  <a:pt x="564474" y="1060016"/>
                  <a:pt x="550880" y="1073610"/>
                  <a:pt x="534111" y="1073610"/>
                </a:cubicBezTo>
                <a:cubicBezTo>
                  <a:pt x="517341" y="1073610"/>
                  <a:pt x="503747" y="1060016"/>
                  <a:pt x="503747" y="1043246"/>
                </a:cubicBezTo>
                <a:cubicBezTo>
                  <a:pt x="503747" y="1026477"/>
                  <a:pt x="517341" y="1012883"/>
                  <a:pt x="534111" y="1012883"/>
                </a:cubicBezTo>
                <a:close/>
                <a:moveTo>
                  <a:pt x="461556" y="1012883"/>
                </a:moveTo>
                <a:cubicBezTo>
                  <a:pt x="478326" y="1012883"/>
                  <a:pt x="491920" y="1026477"/>
                  <a:pt x="491920" y="1043246"/>
                </a:cubicBezTo>
                <a:cubicBezTo>
                  <a:pt x="491920" y="1060016"/>
                  <a:pt x="478326" y="1073610"/>
                  <a:pt x="461556" y="1073610"/>
                </a:cubicBezTo>
                <a:cubicBezTo>
                  <a:pt x="444787" y="1073610"/>
                  <a:pt x="431192" y="1060016"/>
                  <a:pt x="431192" y="1043246"/>
                </a:cubicBezTo>
                <a:cubicBezTo>
                  <a:pt x="431192" y="1026477"/>
                  <a:pt x="444787" y="1012883"/>
                  <a:pt x="461556" y="1012883"/>
                </a:cubicBezTo>
                <a:close/>
                <a:moveTo>
                  <a:pt x="389002" y="1012883"/>
                </a:moveTo>
                <a:cubicBezTo>
                  <a:pt x="405771" y="1012883"/>
                  <a:pt x="419365" y="1026477"/>
                  <a:pt x="419365" y="1043246"/>
                </a:cubicBezTo>
                <a:cubicBezTo>
                  <a:pt x="419365" y="1060016"/>
                  <a:pt x="405771" y="1073610"/>
                  <a:pt x="389002" y="1073610"/>
                </a:cubicBezTo>
                <a:cubicBezTo>
                  <a:pt x="372232" y="1073610"/>
                  <a:pt x="358638" y="1060016"/>
                  <a:pt x="358638" y="1043246"/>
                </a:cubicBezTo>
                <a:cubicBezTo>
                  <a:pt x="358638" y="1026477"/>
                  <a:pt x="372232" y="1012883"/>
                  <a:pt x="389002" y="1012883"/>
                </a:cubicBezTo>
                <a:close/>
                <a:moveTo>
                  <a:pt x="316447" y="1012883"/>
                </a:moveTo>
                <a:cubicBezTo>
                  <a:pt x="333216" y="1012883"/>
                  <a:pt x="346810" y="1026477"/>
                  <a:pt x="346810" y="1043246"/>
                </a:cubicBezTo>
                <a:cubicBezTo>
                  <a:pt x="346810" y="1060016"/>
                  <a:pt x="333216" y="1073610"/>
                  <a:pt x="316447" y="1073610"/>
                </a:cubicBezTo>
                <a:cubicBezTo>
                  <a:pt x="299677" y="1073610"/>
                  <a:pt x="286084" y="1060016"/>
                  <a:pt x="286084" y="1043246"/>
                </a:cubicBezTo>
                <a:cubicBezTo>
                  <a:pt x="286084" y="1026477"/>
                  <a:pt x="299677" y="1012883"/>
                  <a:pt x="316447" y="1012883"/>
                </a:cubicBezTo>
                <a:close/>
                <a:moveTo>
                  <a:pt x="243892" y="1012883"/>
                </a:moveTo>
                <a:cubicBezTo>
                  <a:pt x="260662" y="1012883"/>
                  <a:pt x="274256" y="1026477"/>
                  <a:pt x="274256" y="1043246"/>
                </a:cubicBezTo>
                <a:cubicBezTo>
                  <a:pt x="274256" y="1060016"/>
                  <a:pt x="260662" y="1073610"/>
                  <a:pt x="243892" y="1073610"/>
                </a:cubicBezTo>
                <a:cubicBezTo>
                  <a:pt x="227123" y="1073610"/>
                  <a:pt x="213529" y="1060016"/>
                  <a:pt x="213529" y="1043246"/>
                </a:cubicBezTo>
                <a:cubicBezTo>
                  <a:pt x="213529" y="1026477"/>
                  <a:pt x="227123" y="1012883"/>
                  <a:pt x="243892" y="1012883"/>
                </a:cubicBezTo>
                <a:close/>
                <a:moveTo>
                  <a:pt x="171339" y="1012883"/>
                </a:moveTo>
                <a:cubicBezTo>
                  <a:pt x="188107" y="1012883"/>
                  <a:pt x="201701" y="1026477"/>
                  <a:pt x="201701" y="1043246"/>
                </a:cubicBezTo>
                <a:cubicBezTo>
                  <a:pt x="201701" y="1060016"/>
                  <a:pt x="188107" y="1073610"/>
                  <a:pt x="171339" y="1073610"/>
                </a:cubicBezTo>
                <a:cubicBezTo>
                  <a:pt x="154639" y="1073610"/>
                  <a:pt x="141045" y="1060016"/>
                  <a:pt x="141045" y="1043246"/>
                </a:cubicBezTo>
                <a:cubicBezTo>
                  <a:pt x="141045" y="1026477"/>
                  <a:pt x="154639" y="1012883"/>
                  <a:pt x="171339" y="1012883"/>
                </a:cubicBezTo>
                <a:close/>
                <a:moveTo>
                  <a:pt x="98865" y="1012883"/>
                </a:moveTo>
                <a:cubicBezTo>
                  <a:pt x="115628" y="1012883"/>
                  <a:pt x="129222" y="1026477"/>
                  <a:pt x="129222" y="1043246"/>
                </a:cubicBezTo>
                <a:cubicBezTo>
                  <a:pt x="129222" y="1060016"/>
                  <a:pt x="115628" y="1073610"/>
                  <a:pt x="98865" y="1073610"/>
                </a:cubicBezTo>
                <a:cubicBezTo>
                  <a:pt x="82093" y="1073610"/>
                  <a:pt x="68498" y="1060016"/>
                  <a:pt x="68498" y="1043246"/>
                </a:cubicBezTo>
                <a:cubicBezTo>
                  <a:pt x="68498" y="1026477"/>
                  <a:pt x="82093" y="1012883"/>
                  <a:pt x="98865" y="1012883"/>
                </a:cubicBezTo>
                <a:close/>
                <a:moveTo>
                  <a:pt x="26309" y="1012883"/>
                </a:moveTo>
                <a:cubicBezTo>
                  <a:pt x="43075" y="1012883"/>
                  <a:pt x="56670" y="1026477"/>
                  <a:pt x="56670" y="1043246"/>
                </a:cubicBezTo>
                <a:cubicBezTo>
                  <a:pt x="56670" y="1060016"/>
                  <a:pt x="43075" y="1073610"/>
                  <a:pt x="26309" y="1073610"/>
                </a:cubicBezTo>
                <a:cubicBezTo>
                  <a:pt x="17924" y="1073610"/>
                  <a:pt x="10333" y="1070212"/>
                  <a:pt x="4838" y="1064717"/>
                </a:cubicBezTo>
                <a:lnTo>
                  <a:pt x="0" y="1053036"/>
                </a:lnTo>
                <a:lnTo>
                  <a:pt x="0" y="1033457"/>
                </a:lnTo>
                <a:lnTo>
                  <a:pt x="4838" y="1021776"/>
                </a:lnTo>
                <a:cubicBezTo>
                  <a:pt x="10333" y="1016282"/>
                  <a:pt x="17924" y="1012883"/>
                  <a:pt x="26309" y="1012883"/>
                </a:cubicBezTo>
                <a:close/>
                <a:moveTo>
                  <a:pt x="1549874" y="932431"/>
                </a:moveTo>
                <a:cubicBezTo>
                  <a:pt x="1558259" y="932431"/>
                  <a:pt x="1565850" y="935830"/>
                  <a:pt x="1571345" y="941324"/>
                </a:cubicBezTo>
                <a:lnTo>
                  <a:pt x="1577296" y="955693"/>
                </a:lnTo>
                <a:lnTo>
                  <a:pt x="1565363" y="988298"/>
                </a:lnTo>
                <a:lnTo>
                  <a:pt x="1561694" y="990772"/>
                </a:lnTo>
                <a:cubicBezTo>
                  <a:pt x="1558061" y="992309"/>
                  <a:pt x="1554067" y="993158"/>
                  <a:pt x="1549874" y="993158"/>
                </a:cubicBezTo>
                <a:cubicBezTo>
                  <a:pt x="1533105" y="993158"/>
                  <a:pt x="1519511" y="979564"/>
                  <a:pt x="1519511" y="962795"/>
                </a:cubicBezTo>
                <a:cubicBezTo>
                  <a:pt x="1519511" y="946025"/>
                  <a:pt x="1533105" y="932431"/>
                  <a:pt x="1549874" y="932431"/>
                </a:cubicBezTo>
                <a:close/>
                <a:moveTo>
                  <a:pt x="1477320" y="932431"/>
                </a:moveTo>
                <a:cubicBezTo>
                  <a:pt x="1494089" y="932431"/>
                  <a:pt x="1507683" y="946025"/>
                  <a:pt x="1507683" y="962795"/>
                </a:cubicBezTo>
                <a:cubicBezTo>
                  <a:pt x="1507683" y="979564"/>
                  <a:pt x="1494089" y="993158"/>
                  <a:pt x="1477320" y="993158"/>
                </a:cubicBezTo>
                <a:cubicBezTo>
                  <a:pt x="1460550" y="993158"/>
                  <a:pt x="1446956" y="979564"/>
                  <a:pt x="1446956" y="962795"/>
                </a:cubicBezTo>
                <a:cubicBezTo>
                  <a:pt x="1446956" y="946025"/>
                  <a:pt x="1460550" y="932431"/>
                  <a:pt x="1477320" y="932431"/>
                </a:cubicBezTo>
                <a:close/>
                <a:moveTo>
                  <a:pt x="1404765" y="932431"/>
                </a:moveTo>
                <a:cubicBezTo>
                  <a:pt x="1421535" y="932431"/>
                  <a:pt x="1435129" y="946025"/>
                  <a:pt x="1435129" y="962795"/>
                </a:cubicBezTo>
                <a:cubicBezTo>
                  <a:pt x="1435129" y="979564"/>
                  <a:pt x="1421535" y="993158"/>
                  <a:pt x="1404765" y="993158"/>
                </a:cubicBezTo>
                <a:cubicBezTo>
                  <a:pt x="1387996" y="993158"/>
                  <a:pt x="1374402" y="979564"/>
                  <a:pt x="1374402" y="962795"/>
                </a:cubicBezTo>
                <a:cubicBezTo>
                  <a:pt x="1374402" y="946025"/>
                  <a:pt x="1387996" y="932431"/>
                  <a:pt x="1404765" y="932431"/>
                </a:cubicBezTo>
                <a:close/>
                <a:moveTo>
                  <a:pt x="1332211" y="932431"/>
                </a:moveTo>
                <a:cubicBezTo>
                  <a:pt x="1348980" y="932431"/>
                  <a:pt x="1362574" y="946025"/>
                  <a:pt x="1362574" y="962795"/>
                </a:cubicBezTo>
                <a:cubicBezTo>
                  <a:pt x="1362574" y="979564"/>
                  <a:pt x="1348980" y="993158"/>
                  <a:pt x="1332211" y="993158"/>
                </a:cubicBezTo>
                <a:cubicBezTo>
                  <a:pt x="1315441" y="993158"/>
                  <a:pt x="1301847" y="979564"/>
                  <a:pt x="1301847" y="962795"/>
                </a:cubicBezTo>
                <a:cubicBezTo>
                  <a:pt x="1301847" y="946025"/>
                  <a:pt x="1315441" y="932431"/>
                  <a:pt x="1332211" y="932431"/>
                </a:cubicBezTo>
                <a:close/>
                <a:moveTo>
                  <a:pt x="1259656" y="932431"/>
                </a:moveTo>
                <a:cubicBezTo>
                  <a:pt x="1276426" y="932431"/>
                  <a:pt x="1290020" y="946025"/>
                  <a:pt x="1290020" y="962795"/>
                </a:cubicBezTo>
                <a:cubicBezTo>
                  <a:pt x="1290020" y="979564"/>
                  <a:pt x="1276426" y="993158"/>
                  <a:pt x="1259656" y="993158"/>
                </a:cubicBezTo>
                <a:cubicBezTo>
                  <a:pt x="1242887" y="993158"/>
                  <a:pt x="1229293" y="979564"/>
                  <a:pt x="1229293" y="962795"/>
                </a:cubicBezTo>
                <a:cubicBezTo>
                  <a:pt x="1229293" y="946025"/>
                  <a:pt x="1242887" y="932431"/>
                  <a:pt x="1259656" y="932431"/>
                </a:cubicBezTo>
                <a:close/>
                <a:moveTo>
                  <a:pt x="1187102" y="932431"/>
                </a:moveTo>
                <a:cubicBezTo>
                  <a:pt x="1203871" y="932431"/>
                  <a:pt x="1217465" y="946025"/>
                  <a:pt x="1217465" y="962795"/>
                </a:cubicBezTo>
                <a:cubicBezTo>
                  <a:pt x="1217465" y="979564"/>
                  <a:pt x="1203871" y="993158"/>
                  <a:pt x="1187102" y="993158"/>
                </a:cubicBezTo>
                <a:cubicBezTo>
                  <a:pt x="1170332" y="993158"/>
                  <a:pt x="1156738" y="979564"/>
                  <a:pt x="1156738" y="962795"/>
                </a:cubicBezTo>
                <a:cubicBezTo>
                  <a:pt x="1156738" y="946025"/>
                  <a:pt x="1170332" y="932431"/>
                  <a:pt x="1187102" y="932431"/>
                </a:cubicBezTo>
                <a:close/>
                <a:moveTo>
                  <a:pt x="1114547" y="932431"/>
                </a:moveTo>
                <a:cubicBezTo>
                  <a:pt x="1131317" y="932431"/>
                  <a:pt x="1144911" y="946025"/>
                  <a:pt x="1144911" y="962795"/>
                </a:cubicBezTo>
                <a:cubicBezTo>
                  <a:pt x="1144911" y="979564"/>
                  <a:pt x="1131317" y="993158"/>
                  <a:pt x="1114547" y="993158"/>
                </a:cubicBezTo>
                <a:cubicBezTo>
                  <a:pt x="1097778" y="993158"/>
                  <a:pt x="1084184" y="979564"/>
                  <a:pt x="1084184" y="962795"/>
                </a:cubicBezTo>
                <a:cubicBezTo>
                  <a:pt x="1084184" y="946025"/>
                  <a:pt x="1097778" y="932431"/>
                  <a:pt x="1114547" y="932431"/>
                </a:cubicBezTo>
                <a:close/>
                <a:moveTo>
                  <a:pt x="1041993" y="932431"/>
                </a:moveTo>
                <a:cubicBezTo>
                  <a:pt x="1058762" y="932431"/>
                  <a:pt x="1072356" y="946025"/>
                  <a:pt x="1072356" y="962795"/>
                </a:cubicBezTo>
                <a:cubicBezTo>
                  <a:pt x="1072356" y="979564"/>
                  <a:pt x="1058762" y="993158"/>
                  <a:pt x="1041993" y="993158"/>
                </a:cubicBezTo>
                <a:cubicBezTo>
                  <a:pt x="1025223" y="993158"/>
                  <a:pt x="1011629" y="979564"/>
                  <a:pt x="1011629" y="962795"/>
                </a:cubicBezTo>
                <a:cubicBezTo>
                  <a:pt x="1011629" y="946025"/>
                  <a:pt x="1025223" y="932431"/>
                  <a:pt x="1041993" y="932431"/>
                </a:cubicBezTo>
                <a:close/>
                <a:moveTo>
                  <a:pt x="969438" y="932431"/>
                </a:moveTo>
                <a:cubicBezTo>
                  <a:pt x="986208" y="932431"/>
                  <a:pt x="999801" y="946025"/>
                  <a:pt x="999801" y="962795"/>
                </a:cubicBezTo>
                <a:cubicBezTo>
                  <a:pt x="999801" y="979564"/>
                  <a:pt x="986208" y="993158"/>
                  <a:pt x="969438" y="993158"/>
                </a:cubicBezTo>
                <a:cubicBezTo>
                  <a:pt x="952669" y="993158"/>
                  <a:pt x="939075" y="979564"/>
                  <a:pt x="939075" y="962795"/>
                </a:cubicBezTo>
                <a:cubicBezTo>
                  <a:pt x="939075" y="946025"/>
                  <a:pt x="952669" y="932431"/>
                  <a:pt x="969438" y="932431"/>
                </a:cubicBezTo>
                <a:close/>
                <a:moveTo>
                  <a:pt x="896883" y="932431"/>
                </a:moveTo>
                <a:cubicBezTo>
                  <a:pt x="913653" y="932431"/>
                  <a:pt x="927247" y="946025"/>
                  <a:pt x="927247" y="962795"/>
                </a:cubicBezTo>
                <a:cubicBezTo>
                  <a:pt x="927247" y="979564"/>
                  <a:pt x="913653" y="993158"/>
                  <a:pt x="896883" y="993158"/>
                </a:cubicBezTo>
                <a:cubicBezTo>
                  <a:pt x="880114" y="993158"/>
                  <a:pt x="866520" y="979564"/>
                  <a:pt x="866520" y="962795"/>
                </a:cubicBezTo>
                <a:cubicBezTo>
                  <a:pt x="866520" y="946025"/>
                  <a:pt x="880114" y="932431"/>
                  <a:pt x="896883" y="932431"/>
                </a:cubicBezTo>
                <a:close/>
                <a:moveTo>
                  <a:pt x="824329" y="932431"/>
                </a:moveTo>
                <a:cubicBezTo>
                  <a:pt x="841098" y="932431"/>
                  <a:pt x="854692" y="946025"/>
                  <a:pt x="854692" y="962795"/>
                </a:cubicBezTo>
                <a:cubicBezTo>
                  <a:pt x="854692" y="979564"/>
                  <a:pt x="841098" y="993158"/>
                  <a:pt x="824329" y="993158"/>
                </a:cubicBezTo>
                <a:cubicBezTo>
                  <a:pt x="807559" y="993158"/>
                  <a:pt x="793965" y="979564"/>
                  <a:pt x="793965" y="962795"/>
                </a:cubicBezTo>
                <a:cubicBezTo>
                  <a:pt x="793965" y="946025"/>
                  <a:pt x="807559" y="932431"/>
                  <a:pt x="824329" y="932431"/>
                </a:cubicBezTo>
                <a:close/>
                <a:moveTo>
                  <a:pt x="751774" y="932431"/>
                </a:moveTo>
                <a:cubicBezTo>
                  <a:pt x="768544" y="932431"/>
                  <a:pt x="782138" y="946025"/>
                  <a:pt x="782138" y="962795"/>
                </a:cubicBezTo>
                <a:cubicBezTo>
                  <a:pt x="782138" y="979564"/>
                  <a:pt x="768544" y="993158"/>
                  <a:pt x="751774" y="993158"/>
                </a:cubicBezTo>
                <a:cubicBezTo>
                  <a:pt x="735005" y="993158"/>
                  <a:pt x="721411" y="979564"/>
                  <a:pt x="721411" y="962795"/>
                </a:cubicBezTo>
                <a:cubicBezTo>
                  <a:pt x="721411" y="946025"/>
                  <a:pt x="735005" y="932431"/>
                  <a:pt x="751774" y="932431"/>
                </a:cubicBezTo>
                <a:close/>
                <a:moveTo>
                  <a:pt x="679220" y="932431"/>
                </a:moveTo>
                <a:cubicBezTo>
                  <a:pt x="695989" y="932431"/>
                  <a:pt x="709583" y="946025"/>
                  <a:pt x="709583" y="962795"/>
                </a:cubicBezTo>
                <a:cubicBezTo>
                  <a:pt x="709583" y="979564"/>
                  <a:pt x="695989" y="993158"/>
                  <a:pt x="679220" y="993158"/>
                </a:cubicBezTo>
                <a:cubicBezTo>
                  <a:pt x="662450" y="993158"/>
                  <a:pt x="648856" y="979564"/>
                  <a:pt x="648856" y="962795"/>
                </a:cubicBezTo>
                <a:cubicBezTo>
                  <a:pt x="648856" y="946025"/>
                  <a:pt x="662450" y="932431"/>
                  <a:pt x="679220" y="932431"/>
                </a:cubicBezTo>
                <a:close/>
                <a:moveTo>
                  <a:pt x="606665" y="932431"/>
                </a:moveTo>
                <a:cubicBezTo>
                  <a:pt x="623435" y="932431"/>
                  <a:pt x="637029" y="946025"/>
                  <a:pt x="637029" y="962795"/>
                </a:cubicBezTo>
                <a:cubicBezTo>
                  <a:pt x="637029" y="979564"/>
                  <a:pt x="623435" y="993158"/>
                  <a:pt x="606665" y="993158"/>
                </a:cubicBezTo>
                <a:cubicBezTo>
                  <a:pt x="589896" y="993158"/>
                  <a:pt x="576302" y="979564"/>
                  <a:pt x="576302" y="962795"/>
                </a:cubicBezTo>
                <a:cubicBezTo>
                  <a:pt x="576302" y="946025"/>
                  <a:pt x="589896" y="932431"/>
                  <a:pt x="606665" y="932431"/>
                </a:cubicBezTo>
                <a:close/>
                <a:moveTo>
                  <a:pt x="534111" y="932431"/>
                </a:moveTo>
                <a:cubicBezTo>
                  <a:pt x="550880" y="932431"/>
                  <a:pt x="564474" y="946025"/>
                  <a:pt x="564474" y="962795"/>
                </a:cubicBezTo>
                <a:cubicBezTo>
                  <a:pt x="564474" y="979564"/>
                  <a:pt x="550880" y="993158"/>
                  <a:pt x="534111" y="993158"/>
                </a:cubicBezTo>
                <a:cubicBezTo>
                  <a:pt x="517341" y="993158"/>
                  <a:pt x="503747" y="979564"/>
                  <a:pt x="503747" y="962795"/>
                </a:cubicBezTo>
                <a:cubicBezTo>
                  <a:pt x="503747" y="946025"/>
                  <a:pt x="517341" y="932431"/>
                  <a:pt x="534111" y="932431"/>
                </a:cubicBezTo>
                <a:close/>
                <a:moveTo>
                  <a:pt x="461556" y="932431"/>
                </a:moveTo>
                <a:cubicBezTo>
                  <a:pt x="478326" y="932431"/>
                  <a:pt x="491920" y="946025"/>
                  <a:pt x="491920" y="962795"/>
                </a:cubicBezTo>
                <a:cubicBezTo>
                  <a:pt x="491920" y="979564"/>
                  <a:pt x="478326" y="993158"/>
                  <a:pt x="461556" y="993158"/>
                </a:cubicBezTo>
                <a:cubicBezTo>
                  <a:pt x="444787" y="993158"/>
                  <a:pt x="431192" y="979564"/>
                  <a:pt x="431192" y="962795"/>
                </a:cubicBezTo>
                <a:cubicBezTo>
                  <a:pt x="431192" y="946025"/>
                  <a:pt x="444787" y="932431"/>
                  <a:pt x="461556" y="932431"/>
                </a:cubicBezTo>
                <a:close/>
                <a:moveTo>
                  <a:pt x="389002" y="932431"/>
                </a:moveTo>
                <a:cubicBezTo>
                  <a:pt x="405771" y="932431"/>
                  <a:pt x="419365" y="946025"/>
                  <a:pt x="419365" y="962795"/>
                </a:cubicBezTo>
                <a:cubicBezTo>
                  <a:pt x="419365" y="979564"/>
                  <a:pt x="405771" y="993158"/>
                  <a:pt x="389002" y="993158"/>
                </a:cubicBezTo>
                <a:cubicBezTo>
                  <a:pt x="372232" y="993158"/>
                  <a:pt x="358638" y="979564"/>
                  <a:pt x="358638" y="962795"/>
                </a:cubicBezTo>
                <a:cubicBezTo>
                  <a:pt x="358638" y="946025"/>
                  <a:pt x="372232" y="932431"/>
                  <a:pt x="389002" y="932431"/>
                </a:cubicBezTo>
                <a:close/>
                <a:moveTo>
                  <a:pt x="316447" y="932431"/>
                </a:moveTo>
                <a:cubicBezTo>
                  <a:pt x="333216" y="932431"/>
                  <a:pt x="346810" y="946025"/>
                  <a:pt x="346810" y="962795"/>
                </a:cubicBezTo>
                <a:cubicBezTo>
                  <a:pt x="346810" y="979564"/>
                  <a:pt x="333216" y="993158"/>
                  <a:pt x="316447" y="993158"/>
                </a:cubicBezTo>
                <a:cubicBezTo>
                  <a:pt x="299677" y="993158"/>
                  <a:pt x="286084" y="979564"/>
                  <a:pt x="286084" y="962795"/>
                </a:cubicBezTo>
                <a:cubicBezTo>
                  <a:pt x="286084" y="946025"/>
                  <a:pt x="299677" y="932431"/>
                  <a:pt x="316447" y="932431"/>
                </a:cubicBezTo>
                <a:close/>
                <a:moveTo>
                  <a:pt x="243892" y="932431"/>
                </a:moveTo>
                <a:cubicBezTo>
                  <a:pt x="260662" y="932431"/>
                  <a:pt x="274256" y="946025"/>
                  <a:pt x="274256" y="962795"/>
                </a:cubicBezTo>
                <a:cubicBezTo>
                  <a:pt x="274256" y="979564"/>
                  <a:pt x="260662" y="993158"/>
                  <a:pt x="243892" y="993158"/>
                </a:cubicBezTo>
                <a:cubicBezTo>
                  <a:pt x="227123" y="993158"/>
                  <a:pt x="213529" y="979564"/>
                  <a:pt x="213529" y="962795"/>
                </a:cubicBezTo>
                <a:cubicBezTo>
                  <a:pt x="213529" y="946025"/>
                  <a:pt x="227123" y="932431"/>
                  <a:pt x="243892" y="932431"/>
                </a:cubicBezTo>
                <a:close/>
                <a:moveTo>
                  <a:pt x="171339" y="932431"/>
                </a:moveTo>
                <a:cubicBezTo>
                  <a:pt x="188107" y="932431"/>
                  <a:pt x="201701" y="946025"/>
                  <a:pt x="201701" y="962795"/>
                </a:cubicBezTo>
                <a:cubicBezTo>
                  <a:pt x="201701" y="979564"/>
                  <a:pt x="188107" y="993158"/>
                  <a:pt x="171339" y="993158"/>
                </a:cubicBezTo>
                <a:cubicBezTo>
                  <a:pt x="154645" y="993158"/>
                  <a:pt x="141051" y="979564"/>
                  <a:pt x="141051" y="962795"/>
                </a:cubicBezTo>
                <a:cubicBezTo>
                  <a:pt x="141051" y="946025"/>
                  <a:pt x="154645" y="932431"/>
                  <a:pt x="171339" y="932431"/>
                </a:cubicBezTo>
                <a:close/>
                <a:moveTo>
                  <a:pt x="98870" y="932431"/>
                </a:moveTo>
                <a:cubicBezTo>
                  <a:pt x="115634" y="932431"/>
                  <a:pt x="129228" y="946025"/>
                  <a:pt x="129228" y="962795"/>
                </a:cubicBezTo>
                <a:cubicBezTo>
                  <a:pt x="129228" y="979564"/>
                  <a:pt x="115634" y="993158"/>
                  <a:pt x="98870" y="993158"/>
                </a:cubicBezTo>
                <a:cubicBezTo>
                  <a:pt x="82099" y="993158"/>
                  <a:pt x="68505" y="979564"/>
                  <a:pt x="68505" y="962795"/>
                </a:cubicBezTo>
                <a:cubicBezTo>
                  <a:pt x="68505" y="946025"/>
                  <a:pt x="82099" y="932431"/>
                  <a:pt x="98870" y="932431"/>
                </a:cubicBezTo>
                <a:close/>
                <a:moveTo>
                  <a:pt x="26316" y="932431"/>
                </a:moveTo>
                <a:cubicBezTo>
                  <a:pt x="43081" y="932431"/>
                  <a:pt x="56676" y="946025"/>
                  <a:pt x="56676" y="962795"/>
                </a:cubicBezTo>
                <a:cubicBezTo>
                  <a:pt x="56676" y="979564"/>
                  <a:pt x="43081" y="993158"/>
                  <a:pt x="26316" y="993158"/>
                </a:cubicBezTo>
                <a:cubicBezTo>
                  <a:pt x="17931" y="993158"/>
                  <a:pt x="10340" y="989760"/>
                  <a:pt x="4845" y="984265"/>
                </a:cubicBezTo>
                <a:lnTo>
                  <a:pt x="0" y="972570"/>
                </a:lnTo>
                <a:lnTo>
                  <a:pt x="0" y="953020"/>
                </a:lnTo>
                <a:lnTo>
                  <a:pt x="4845" y="941324"/>
                </a:lnTo>
                <a:cubicBezTo>
                  <a:pt x="10340" y="935830"/>
                  <a:pt x="17931" y="932431"/>
                  <a:pt x="26316" y="932431"/>
                </a:cubicBezTo>
                <a:close/>
                <a:moveTo>
                  <a:pt x="1612513" y="853981"/>
                </a:moveTo>
                <a:lnTo>
                  <a:pt x="1607766" y="872445"/>
                </a:lnTo>
                <a:lnTo>
                  <a:pt x="1598477" y="897823"/>
                </a:lnTo>
                <a:lnTo>
                  <a:pt x="1592066" y="882343"/>
                </a:lnTo>
                <a:cubicBezTo>
                  <a:pt x="1592066" y="869766"/>
                  <a:pt x="1599712" y="858975"/>
                  <a:pt x="1610610" y="854366"/>
                </a:cubicBezTo>
                <a:close/>
                <a:moveTo>
                  <a:pt x="1549874" y="851979"/>
                </a:moveTo>
                <a:cubicBezTo>
                  <a:pt x="1566644" y="851979"/>
                  <a:pt x="1580238" y="865573"/>
                  <a:pt x="1580238" y="882343"/>
                </a:cubicBezTo>
                <a:cubicBezTo>
                  <a:pt x="1580238" y="899112"/>
                  <a:pt x="1566644" y="912706"/>
                  <a:pt x="1549874" y="912706"/>
                </a:cubicBezTo>
                <a:cubicBezTo>
                  <a:pt x="1533105" y="912706"/>
                  <a:pt x="1519511" y="899112"/>
                  <a:pt x="1519511" y="882343"/>
                </a:cubicBezTo>
                <a:cubicBezTo>
                  <a:pt x="1519511" y="865573"/>
                  <a:pt x="1533105" y="851979"/>
                  <a:pt x="1549874" y="851979"/>
                </a:cubicBezTo>
                <a:close/>
                <a:moveTo>
                  <a:pt x="1477320" y="851979"/>
                </a:moveTo>
                <a:cubicBezTo>
                  <a:pt x="1494089" y="851979"/>
                  <a:pt x="1507683" y="865573"/>
                  <a:pt x="1507683" y="882343"/>
                </a:cubicBezTo>
                <a:cubicBezTo>
                  <a:pt x="1507683" y="899112"/>
                  <a:pt x="1494089" y="912706"/>
                  <a:pt x="1477320" y="912706"/>
                </a:cubicBezTo>
                <a:cubicBezTo>
                  <a:pt x="1460550" y="912706"/>
                  <a:pt x="1446956" y="899112"/>
                  <a:pt x="1446956" y="882343"/>
                </a:cubicBezTo>
                <a:cubicBezTo>
                  <a:pt x="1446956" y="865573"/>
                  <a:pt x="1460550" y="851979"/>
                  <a:pt x="1477320" y="851979"/>
                </a:cubicBezTo>
                <a:close/>
                <a:moveTo>
                  <a:pt x="1404765" y="851979"/>
                </a:moveTo>
                <a:cubicBezTo>
                  <a:pt x="1421535" y="851979"/>
                  <a:pt x="1435129" y="865573"/>
                  <a:pt x="1435129" y="882343"/>
                </a:cubicBezTo>
                <a:cubicBezTo>
                  <a:pt x="1435129" y="899112"/>
                  <a:pt x="1421535" y="912706"/>
                  <a:pt x="1404765" y="912706"/>
                </a:cubicBezTo>
                <a:cubicBezTo>
                  <a:pt x="1387996" y="912706"/>
                  <a:pt x="1374402" y="899112"/>
                  <a:pt x="1374402" y="882343"/>
                </a:cubicBezTo>
                <a:cubicBezTo>
                  <a:pt x="1374402" y="865573"/>
                  <a:pt x="1387996" y="851979"/>
                  <a:pt x="1404765" y="851979"/>
                </a:cubicBezTo>
                <a:close/>
                <a:moveTo>
                  <a:pt x="1332211" y="851979"/>
                </a:moveTo>
                <a:cubicBezTo>
                  <a:pt x="1348980" y="851979"/>
                  <a:pt x="1362574" y="865573"/>
                  <a:pt x="1362574" y="882343"/>
                </a:cubicBezTo>
                <a:cubicBezTo>
                  <a:pt x="1362574" y="899112"/>
                  <a:pt x="1348980" y="912706"/>
                  <a:pt x="1332211" y="912706"/>
                </a:cubicBezTo>
                <a:cubicBezTo>
                  <a:pt x="1315441" y="912706"/>
                  <a:pt x="1301847" y="899112"/>
                  <a:pt x="1301847" y="882343"/>
                </a:cubicBezTo>
                <a:cubicBezTo>
                  <a:pt x="1301847" y="865573"/>
                  <a:pt x="1315441" y="851979"/>
                  <a:pt x="1332211" y="851979"/>
                </a:cubicBezTo>
                <a:close/>
                <a:moveTo>
                  <a:pt x="1259656" y="851979"/>
                </a:moveTo>
                <a:cubicBezTo>
                  <a:pt x="1276426" y="851979"/>
                  <a:pt x="1290020" y="865573"/>
                  <a:pt x="1290020" y="882343"/>
                </a:cubicBezTo>
                <a:cubicBezTo>
                  <a:pt x="1290020" y="899112"/>
                  <a:pt x="1276426" y="912706"/>
                  <a:pt x="1259656" y="912706"/>
                </a:cubicBezTo>
                <a:cubicBezTo>
                  <a:pt x="1242887" y="912706"/>
                  <a:pt x="1229293" y="899112"/>
                  <a:pt x="1229293" y="882343"/>
                </a:cubicBezTo>
                <a:cubicBezTo>
                  <a:pt x="1229293" y="865573"/>
                  <a:pt x="1242887" y="851979"/>
                  <a:pt x="1259656" y="851979"/>
                </a:cubicBezTo>
                <a:close/>
                <a:moveTo>
                  <a:pt x="1187102" y="851979"/>
                </a:moveTo>
                <a:cubicBezTo>
                  <a:pt x="1203871" y="851979"/>
                  <a:pt x="1217465" y="865573"/>
                  <a:pt x="1217465" y="882343"/>
                </a:cubicBezTo>
                <a:cubicBezTo>
                  <a:pt x="1217465" y="899112"/>
                  <a:pt x="1203871" y="912706"/>
                  <a:pt x="1187102" y="912706"/>
                </a:cubicBezTo>
                <a:cubicBezTo>
                  <a:pt x="1170332" y="912706"/>
                  <a:pt x="1156738" y="899112"/>
                  <a:pt x="1156738" y="882343"/>
                </a:cubicBezTo>
                <a:cubicBezTo>
                  <a:pt x="1156738" y="865573"/>
                  <a:pt x="1170332" y="851979"/>
                  <a:pt x="1187102" y="851979"/>
                </a:cubicBezTo>
                <a:close/>
                <a:moveTo>
                  <a:pt x="1114547" y="851979"/>
                </a:moveTo>
                <a:cubicBezTo>
                  <a:pt x="1131317" y="851979"/>
                  <a:pt x="1144911" y="865573"/>
                  <a:pt x="1144911" y="882343"/>
                </a:cubicBezTo>
                <a:cubicBezTo>
                  <a:pt x="1144911" y="899112"/>
                  <a:pt x="1131317" y="912706"/>
                  <a:pt x="1114547" y="912706"/>
                </a:cubicBezTo>
                <a:cubicBezTo>
                  <a:pt x="1097778" y="912706"/>
                  <a:pt x="1084184" y="899112"/>
                  <a:pt x="1084184" y="882343"/>
                </a:cubicBezTo>
                <a:cubicBezTo>
                  <a:pt x="1084184" y="865573"/>
                  <a:pt x="1097778" y="851979"/>
                  <a:pt x="1114547" y="851979"/>
                </a:cubicBezTo>
                <a:close/>
                <a:moveTo>
                  <a:pt x="1041993" y="851979"/>
                </a:moveTo>
                <a:cubicBezTo>
                  <a:pt x="1058762" y="851979"/>
                  <a:pt x="1072356" y="865573"/>
                  <a:pt x="1072356" y="882343"/>
                </a:cubicBezTo>
                <a:cubicBezTo>
                  <a:pt x="1072356" y="899112"/>
                  <a:pt x="1058762" y="912706"/>
                  <a:pt x="1041993" y="912706"/>
                </a:cubicBezTo>
                <a:cubicBezTo>
                  <a:pt x="1025223" y="912706"/>
                  <a:pt x="1011629" y="899112"/>
                  <a:pt x="1011629" y="882343"/>
                </a:cubicBezTo>
                <a:cubicBezTo>
                  <a:pt x="1011629" y="865573"/>
                  <a:pt x="1025223" y="851979"/>
                  <a:pt x="1041993" y="851979"/>
                </a:cubicBezTo>
                <a:close/>
                <a:moveTo>
                  <a:pt x="969438" y="851979"/>
                </a:moveTo>
                <a:cubicBezTo>
                  <a:pt x="986208" y="851979"/>
                  <a:pt x="999801" y="865573"/>
                  <a:pt x="999801" y="882343"/>
                </a:cubicBezTo>
                <a:cubicBezTo>
                  <a:pt x="999801" y="899112"/>
                  <a:pt x="986208" y="912706"/>
                  <a:pt x="969438" y="912706"/>
                </a:cubicBezTo>
                <a:cubicBezTo>
                  <a:pt x="952669" y="912706"/>
                  <a:pt x="939075" y="899112"/>
                  <a:pt x="939075" y="882343"/>
                </a:cubicBezTo>
                <a:cubicBezTo>
                  <a:pt x="939075" y="865573"/>
                  <a:pt x="952669" y="851979"/>
                  <a:pt x="969438" y="851979"/>
                </a:cubicBezTo>
                <a:close/>
                <a:moveTo>
                  <a:pt x="896883" y="851979"/>
                </a:moveTo>
                <a:cubicBezTo>
                  <a:pt x="913653" y="851979"/>
                  <a:pt x="927247" y="865573"/>
                  <a:pt x="927247" y="882343"/>
                </a:cubicBezTo>
                <a:cubicBezTo>
                  <a:pt x="927247" y="899112"/>
                  <a:pt x="913653" y="912706"/>
                  <a:pt x="896883" y="912706"/>
                </a:cubicBezTo>
                <a:cubicBezTo>
                  <a:pt x="880114" y="912706"/>
                  <a:pt x="866520" y="899112"/>
                  <a:pt x="866520" y="882343"/>
                </a:cubicBezTo>
                <a:cubicBezTo>
                  <a:pt x="866520" y="865573"/>
                  <a:pt x="880114" y="851979"/>
                  <a:pt x="896883" y="851979"/>
                </a:cubicBezTo>
                <a:close/>
                <a:moveTo>
                  <a:pt x="824329" y="851979"/>
                </a:moveTo>
                <a:cubicBezTo>
                  <a:pt x="841098" y="851979"/>
                  <a:pt x="854692" y="865573"/>
                  <a:pt x="854692" y="882343"/>
                </a:cubicBezTo>
                <a:cubicBezTo>
                  <a:pt x="854692" y="899112"/>
                  <a:pt x="841098" y="912706"/>
                  <a:pt x="824329" y="912706"/>
                </a:cubicBezTo>
                <a:cubicBezTo>
                  <a:pt x="807559" y="912706"/>
                  <a:pt x="793965" y="899112"/>
                  <a:pt x="793965" y="882343"/>
                </a:cubicBezTo>
                <a:cubicBezTo>
                  <a:pt x="793965" y="865573"/>
                  <a:pt x="807559" y="851979"/>
                  <a:pt x="824329" y="851979"/>
                </a:cubicBezTo>
                <a:close/>
                <a:moveTo>
                  <a:pt x="751774" y="851979"/>
                </a:moveTo>
                <a:cubicBezTo>
                  <a:pt x="768544" y="851979"/>
                  <a:pt x="782138" y="865573"/>
                  <a:pt x="782138" y="882343"/>
                </a:cubicBezTo>
                <a:cubicBezTo>
                  <a:pt x="782138" y="899112"/>
                  <a:pt x="768544" y="912706"/>
                  <a:pt x="751774" y="912706"/>
                </a:cubicBezTo>
                <a:cubicBezTo>
                  <a:pt x="735005" y="912706"/>
                  <a:pt x="721411" y="899112"/>
                  <a:pt x="721411" y="882343"/>
                </a:cubicBezTo>
                <a:cubicBezTo>
                  <a:pt x="721411" y="865573"/>
                  <a:pt x="735005" y="851979"/>
                  <a:pt x="751774" y="851979"/>
                </a:cubicBezTo>
                <a:close/>
                <a:moveTo>
                  <a:pt x="679220" y="851979"/>
                </a:moveTo>
                <a:cubicBezTo>
                  <a:pt x="695989" y="851979"/>
                  <a:pt x="709583" y="865573"/>
                  <a:pt x="709583" y="882343"/>
                </a:cubicBezTo>
                <a:cubicBezTo>
                  <a:pt x="709583" y="899112"/>
                  <a:pt x="695989" y="912706"/>
                  <a:pt x="679220" y="912706"/>
                </a:cubicBezTo>
                <a:cubicBezTo>
                  <a:pt x="662450" y="912706"/>
                  <a:pt x="648856" y="899112"/>
                  <a:pt x="648856" y="882343"/>
                </a:cubicBezTo>
                <a:cubicBezTo>
                  <a:pt x="648856" y="865573"/>
                  <a:pt x="662450" y="851979"/>
                  <a:pt x="679220" y="851979"/>
                </a:cubicBezTo>
                <a:close/>
                <a:moveTo>
                  <a:pt x="606665" y="851979"/>
                </a:moveTo>
                <a:cubicBezTo>
                  <a:pt x="623435" y="851979"/>
                  <a:pt x="637029" y="865573"/>
                  <a:pt x="637029" y="882343"/>
                </a:cubicBezTo>
                <a:cubicBezTo>
                  <a:pt x="637029" y="899112"/>
                  <a:pt x="623435" y="912706"/>
                  <a:pt x="606665" y="912706"/>
                </a:cubicBezTo>
                <a:cubicBezTo>
                  <a:pt x="589896" y="912706"/>
                  <a:pt x="576302" y="899112"/>
                  <a:pt x="576302" y="882343"/>
                </a:cubicBezTo>
                <a:cubicBezTo>
                  <a:pt x="576302" y="865573"/>
                  <a:pt x="589896" y="851979"/>
                  <a:pt x="606665" y="851979"/>
                </a:cubicBezTo>
                <a:close/>
                <a:moveTo>
                  <a:pt x="534111" y="851979"/>
                </a:moveTo>
                <a:cubicBezTo>
                  <a:pt x="550880" y="851979"/>
                  <a:pt x="564474" y="865573"/>
                  <a:pt x="564474" y="882343"/>
                </a:cubicBezTo>
                <a:cubicBezTo>
                  <a:pt x="564474" y="899112"/>
                  <a:pt x="550880" y="912706"/>
                  <a:pt x="534111" y="912706"/>
                </a:cubicBezTo>
                <a:cubicBezTo>
                  <a:pt x="517341" y="912706"/>
                  <a:pt x="503747" y="899112"/>
                  <a:pt x="503747" y="882343"/>
                </a:cubicBezTo>
                <a:cubicBezTo>
                  <a:pt x="503747" y="865573"/>
                  <a:pt x="517341" y="851979"/>
                  <a:pt x="534111" y="851979"/>
                </a:cubicBezTo>
                <a:close/>
                <a:moveTo>
                  <a:pt x="461556" y="851979"/>
                </a:moveTo>
                <a:cubicBezTo>
                  <a:pt x="478326" y="851979"/>
                  <a:pt x="491920" y="865573"/>
                  <a:pt x="491920" y="882343"/>
                </a:cubicBezTo>
                <a:cubicBezTo>
                  <a:pt x="491920" y="899112"/>
                  <a:pt x="478326" y="912706"/>
                  <a:pt x="461556" y="912706"/>
                </a:cubicBezTo>
                <a:cubicBezTo>
                  <a:pt x="444787" y="912706"/>
                  <a:pt x="431192" y="899112"/>
                  <a:pt x="431192" y="882343"/>
                </a:cubicBezTo>
                <a:cubicBezTo>
                  <a:pt x="431192" y="865573"/>
                  <a:pt x="444787" y="851979"/>
                  <a:pt x="461556" y="851979"/>
                </a:cubicBezTo>
                <a:close/>
                <a:moveTo>
                  <a:pt x="389002" y="851979"/>
                </a:moveTo>
                <a:cubicBezTo>
                  <a:pt x="405771" y="851979"/>
                  <a:pt x="419365" y="865573"/>
                  <a:pt x="419365" y="882343"/>
                </a:cubicBezTo>
                <a:cubicBezTo>
                  <a:pt x="419365" y="899112"/>
                  <a:pt x="405771" y="912706"/>
                  <a:pt x="389002" y="912706"/>
                </a:cubicBezTo>
                <a:cubicBezTo>
                  <a:pt x="372232" y="912706"/>
                  <a:pt x="358638" y="899112"/>
                  <a:pt x="358638" y="882343"/>
                </a:cubicBezTo>
                <a:cubicBezTo>
                  <a:pt x="358638" y="865573"/>
                  <a:pt x="372232" y="851979"/>
                  <a:pt x="389002" y="851979"/>
                </a:cubicBezTo>
                <a:close/>
                <a:moveTo>
                  <a:pt x="316447" y="851979"/>
                </a:moveTo>
                <a:cubicBezTo>
                  <a:pt x="333216" y="851979"/>
                  <a:pt x="346810" y="865573"/>
                  <a:pt x="346810" y="882343"/>
                </a:cubicBezTo>
                <a:cubicBezTo>
                  <a:pt x="346810" y="899112"/>
                  <a:pt x="333216" y="912706"/>
                  <a:pt x="316447" y="912706"/>
                </a:cubicBezTo>
                <a:cubicBezTo>
                  <a:pt x="299677" y="912706"/>
                  <a:pt x="286084" y="899112"/>
                  <a:pt x="286084" y="882343"/>
                </a:cubicBezTo>
                <a:cubicBezTo>
                  <a:pt x="286084" y="865573"/>
                  <a:pt x="299677" y="851979"/>
                  <a:pt x="316447" y="851979"/>
                </a:cubicBezTo>
                <a:close/>
                <a:moveTo>
                  <a:pt x="243892" y="851979"/>
                </a:moveTo>
                <a:cubicBezTo>
                  <a:pt x="260662" y="851979"/>
                  <a:pt x="274256" y="865573"/>
                  <a:pt x="274256" y="882343"/>
                </a:cubicBezTo>
                <a:cubicBezTo>
                  <a:pt x="274256" y="899112"/>
                  <a:pt x="260662" y="912706"/>
                  <a:pt x="243892" y="912706"/>
                </a:cubicBezTo>
                <a:cubicBezTo>
                  <a:pt x="227123" y="912706"/>
                  <a:pt x="213529" y="899112"/>
                  <a:pt x="213529" y="882343"/>
                </a:cubicBezTo>
                <a:cubicBezTo>
                  <a:pt x="213529" y="865573"/>
                  <a:pt x="227123" y="851979"/>
                  <a:pt x="243892" y="851979"/>
                </a:cubicBezTo>
                <a:close/>
                <a:moveTo>
                  <a:pt x="171339" y="851979"/>
                </a:moveTo>
                <a:cubicBezTo>
                  <a:pt x="188107" y="851979"/>
                  <a:pt x="201701" y="865573"/>
                  <a:pt x="201701" y="882343"/>
                </a:cubicBezTo>
                <a:cubicBezTo>
                  <a:pt x="201701" y="899112"/>
                  <a:pt x="188107" y="912706"/>
                  <a:pt x="171339" y="912706"/>
                </a:cubicBezTo>
                <a:cubicBezTo>
                  <a:pt x="154651" y="912706"/>
                  <a:pt x="141056" y="899112"/>
                  <a:pt x="141056" y="882343"/>
                </a:cubicBezTo>
                <a:cubicBezTo>
                  <a:pt x="141056" y="865573"/>
                  <a:pt x="154651" y="851979"/>
                  <a:pt x="171339" y="851979"/>
                </a:cubicBezTo>
                <a:close/>
                <a:moveTo>
                  <a:pt x="98877" y="851979"/>
                </a:moveTo>
                <a:cubicBezTo>
                  <a:pt x="115640" y="851979"/>
                  <a:pt x="129234" y="865573"/>
                  <a:pt x="129234" y="882343"/>
                </a:cubicBezTo>
                <a:cubicBezTo>
                  <a:pt x="129234" y="899112"/>
                  <a:pt x="115640" y="912706"/>
                  <a:pt x="98877" y="912706"/>
                </a:cubicBezTo>
                <a:cubicBezTo>
                  <a:pt x="82106" y="912706"/>
                  <a:pt x="68511" y="899112"/>
                  <a:pt x="68511" y="882343"/>
                </a:cubicBezTo>
                <a:cubicBezTo>
                  <a:pt x="68511" y="865573"/>
                  <a:pt x="82106" y="851979"/>
                  <a:pt x="98877" y="851979"/>
                </a:cubicBezTo>
                <a:close/>
                <a:moveTo>
                  <a:pt x="26322" y="851979"/>
                </a:moveTo>
                <a:cubicBezTo>
                  <a:pt x="43087" y="851979"/>
                  <a:pt x="56682" y="865573"/>
                  <a:pt x="56682" y="882343"/>
                </a:cubicBezTo>
                <a:cubicBezTo>
                  <a:pt x="56682" y="899112"/>
                  <a:pt x="43087" y="912706"/>
                  <a:pt x="26322" y="912706"/>
                </a:cubicBezTo>
                <a:cubicBezTo>
                  <a:pt x="17937" y="912706"/>
                  <a:pt x="10346" y="909308"/>
                  <a:pt x="4851" y="903813"/>
                </a:cubicBezTo>
                <a:lnTo>
                  <a:pt x="0" y="892101"/>
                </a:lnTo>
                <a:lnTo>
                  <a:pt x="0" y="872585"/>
                </a:lnTo>
                <a:lnTo>
                  <a:pt x="4851" y="860872"/>
                </a:lnTo>
                <a:cubicBezTo>
                  <a:pt x="10346" y="855378"/>
                  <a:pt x="17937" y="851979"/>
                  <a:pt x="26322" y="851979"/>
                </a:cubicBezTo>
                <a:close/>
                <a:moveTo>
                  <a:pt x="1622429" y="771528"/>
                </a:moveTo>
                <a:lnTo>
                  <a:pt x="1633158" y="773694"/>
                </a:lnTo>
                <a:lnTo>
                  <a:pt x="1618313" y="831424"/>
                </a:lnTo>
                <a:lnTo>
                  <a:pt x="1610610" y="829868"/>
                </a:lnTo>
                <a:cubicBezTo>
                  <a:pt x="1599712" y="825259"/>
                  <a:pt x="1592066" y="814469"/>
                  <a:pt x="1592066" y="801891"/>
                </a:cubicBezTo>
                <a:cubicBezTo>
                  <a:pt x="1592066" y="785122"/>
                  <a:pt x="1605659" y="771528"/>
                  <a:pt x="1622429" y="771528"/>
                </a:cubicBezTo>
                <a:close/>
                <a:moveTo>
                  <a:pt x="1549874" y="771528"/>
                </a:moveTo>
                <a:cubicBezTo>
                  <a:pt x="1566644" y="771528"/>
                  <a:pt x="1580238" y="785122"/>
                  <a:pt x="1580238" y="801891"/>
                </a:cubicBezTo>
                <a:cubicBezTo>
                  <a:pt x="1580238" y="818661"/>
                  <a:pt x="1566644" y="832255"/>
                  <a:pt x="1549874" y="832255"/>
                </a:cubicBezTo>
                <a:cubicBezTo>
                  <a:pt x="1533105" y="832255"/>
                  <a:pt x="1519511" y="818661"/>
                  <a:pt x="1519511" y="801891"/>
                </a:cubicBezTo>
                <a:cubicBezTo>
                  <a:pt x="1519511" y="785122"/>
                  <a:pt x="1533105" y="771528"/>
                  <a:pt x="1549874" y="771528"/>
                </a:cubicBezTo>
                <a:close/>
                <a:moveTo>
                  <a:pt x="1477320" y="771528"/>
                </a:moveTo>
                <a:cubicBezTo>
                  <a:pt x="1494089" y="771528"/>
                  <a:pt x="1507683" y="785122"/>
                  <a:pt x="1507683" y="801891"/>
                </a:cubicBezTo>
                <a:cubicBezTo>
                  <a:pt x="1507683" y="818661"/>
                  <a:pt x="1494089" y="832255"/>
                  <a:pt x="1477320" y="832255"/>
                </a:cubicBezTo>
                <a:cubicBezTo>
                  <a:pt x="1460550" y="832255"/>
                  <a:pt x="1446956" y="818661"/>
                  <a:pt x="1446956" y="801891"/>
                </a:cubicBezTo>
                <a:cubicBezTo>
                  <a:pt x="1446956" y="785122"/>
                  <a:pt x="1460550" y="771528"/>
                  <a:pt x="1477320" y="771528"/>
                </a:cubicBezTo>
                <a:close/>
                <a:moveTo>
                  <a:pt x="1404765" y="771528"/>
                </a:moveTo>
                <a:cubicBezTo>
                  <a:pt x="1421535" y="771528"/>
                  <a:pt x="1435129" y="785122"/>
                  <a:pt x="1435129" y="801891"/>
                </a:cubicBezTo>
                <a:cubicBezTo>
                  <a:pt x="1435129" y="818661"/>
                  <a:pt x="1421535" y="832255"/>
                  <a:pt x="1404765" y="832255"/>
                </a:cubicBezTo>
                <a:cubicBezTo>
                  <a:pt x="1387996" y="832255"/>
                  <a:pt x="1374402" y="818661"/>
                  <a:pt x="1374402" y="801891"/>
                </a:cubicBezTo>
                <a:cubicBezTo>
                  <a:pt x="1374402" y="785122"/>
                  <a:pt x="1387996" y="771528"/>
                  <a:pt x="1404765" y="771528"/>
                </a:cubicBezTo>
                <a:close/>
                <a:moveTo>
                  <a:pt x="1332211" y="771528"/>
                </a:moveTo>
                <a:cubicBezTo>
                  <a:pt x="1348980" y="771528"/>
                  <a:pt x="1362574" y="785122"/>
                  <a:pt x="1362574" y="801891"/>
                </a:cubicBezTo>
                <a:cubicBezTo>
                  <a:pt x="1362574" y="818661"/>
                  <a:pt x="1348980" y="832255"/>
                  <a:pt x="1332211" y="832255"/>
                </a:cubicBezTo>
                <a:cubicBezTo>
                  <a:pt x="1315441" y="832255"/>
                  <a:pt x="1301847" y="818661"/>
                  <a:pt x="1301847" y="801891"/>
                </a:cubicBezTo>
                <a:cubicBezTo>
                  <a:pt x="1301847" y="785122"/>
                  <a:pt x="1315441" y="771528"/>
                  <a:pt x="1332211" y="771528"/>
                </a:cubicBezTo>
                <a:close/>
                <a:moveTo>
                  <a:pt x="1259656" y="771528"/>
                </a:moveTo>
                <a:cubicBezTo>
                  <a:pt x="1276426" y="771528"/>
                  <a:pt x="1290020" y="785122"/>
                  <a:pt x="1290020" y="801891"/>
                </a:cubicBezTo>
                <a:cubicBezTo>
                  <a:pt x="1290020" y="818661"/>
                  <a:pt x="1276426" y="832255"/>
                  <a:pt x="1259656" y="832255"/>
                </a:cubicBezTo>
                <a:cubicBezTo>
                  <a:pt x="1242887" y="832255"/>
                  <a:pt x="1229293" y="818661"/>
                  <a:pt x="1229293" y="801891"/>
                </a:cubicBezTo>
                <a:cubicBezTo>
                  <a:pt x="1229293" y="785122"/>
                  <a:pt x="1242887" y="771528"/>
                  <a:pt x="1259656" y="771528"/>
                </a:cubicBezTo>
                <a:close/>
                <a:moveTo>
                  <a:pt x="1187102" y="771528"/>
                </a:moveTo>
                <a:cubicBezTo>
                  <a:pt x="1203871" y="771528"/>
                  <a:pt x="1217465" y="785122"/>
                  <a:pt x="1217465" y="801891"/>
                </a:cubicBezTo>
                <a:cubicBezTo>
                  <a:pt x="1217465" y="818661"/>
                  <a:pt x="1203871" y="832255"/>
                  <a:pt x="1187102" y="832255"/>
                </a:cubicBezTo>
                <a:cubicBezTo>
                  <a:pt x="1170332" y="832255"/>
                  <a:pt x="1156738" y="818661"/>
                  <a:pt x="1156738" y="801891"/>
                </a:cubicBezTo>
                <a:cubicBezTo>
                  <a:pt x="1156738" y="785122"/>
                  <a:pt x="1170332" y="771528"/>
                  <a:pt x="1187102" y="771528"/>
                </a:cubicBezTo>
                <a:close/>
                <a:moveTo>
                  <a:pt x="1114547" y="771528"/>
                </a:moveTo>
                <a:cubicBezTo>
                  <a:pt x="1131317" y="771528"/>
                  <a:pt x="1144911" y="785122"/>
                  <a:pt x="1144911" y="801891"/>
                </a:cubicBezTo>
                <a:cubicBezTo>
                  <a:pt x="1144911" y="818661"/>
                  <a:pt x="1131317" y="832255"/>
                  <a:pt x="1114547" y="832255"/>
                </a:cubicBezTo>
                <a:cubicBezTo>
                  <a:pt x="1097778" y="832255"/>
                  <a:pt x="1084184" y="818661"/>
                  <a:pt x="1084184" y="801891"/>
                </a:cubicBezTo>
                <a:cubicBezTo>
                  <a:pt x="1084184" y="785122"/>
                  <a:pt x="1097778" y="771528"/>
                  <a:pt x="1114547" y="771528"/>
                </a:cubicBezTo>
                <a:close/>
                <a:moveTo>
                  <a:pt x="1041993" y="771528"/>
                </a:moveTo>
                <a:cubicBezTo>
                  <a:pt x="1058762" y="771528"/>
                  <a:pt x="1072356" y="785122"/>
                  <a:pt x="1072356" y="801891"/>
                </a:cubicBezTo>
                <a:cubicBezTo>
                  <a:pt x="1072356" y="818661"/>
                  <a:pt x="1058762" y="832255"/>
                  <a:pt x="1041993" y="832255"/>
                </a:cubicBezTo>
                <a:cubicBezTo>
                  <a:pt x="1025223" y="832255"/>
                  <a:pt x="1011629" y="818661"/>
                  <a:pt x="1011629" y="801891"/>
                </a:cubicBezTo>
                <a:cubicBezTo>
                  <a:pt x="1011629" y="785122"/>
                  <a:pt x="1025223" y="771528"/>
                  <a:pt x="1041993" y="771528"/>
                </a:cubicBezTo>
                <a:close/>
                <a:moveTo>
                  <a:pt x="969438" y="771528"/>
                </a:moveTo>
                <a:cubicBezTo>
                  <a:pt x="986208" y="771528"/>
                  <a:pt x="999801" y="785122"/>
                  <a:pt x="999801" y="801891"/>
                </a:cubicBezTo>
                <a:cubicBezTo>
                  <a:pt x="999801" y="818661"/>
                  <a:pt x="986208" y="832255"/>
                  <a:pt x="969438" y="832255"/>
                </a:cubicBezTo>
                <a:cubicBezTo>
                  <a:pt x="952669" y="832255"/>
                  <a:pt x="939075" y="818661"/>
                  <a:pt x="939075" y="801891"/>
                </a:cubicBezTo>
                <a:cubicBezTo>
                  <a:pt x="939075" y="785122"/>
                  <a:pt x="952669" y="771528"/>
                  <a:pt x="969438" y="771528"/>
                </a:cubicBezTo>
                <a:close/>
                <a:moveTo>
                  <a:pt x="896883" y="771528"/>
                </a:moveTo>
                <a:cubicBezTo>
                  <a:pt x="913653" y="771528"/>
                  <a:pt x="927247" y="785122"/>
                  <a:pt x="927247" y="801891"/>
                </a:cubicBezTo>
                <a:cubicBezTo>
                  <a:pt x="927247" y="818661"/>
                  <a:pt x="913653" y="832255"/>
                  <a:pt x="896883" y="832255"/>
                </a:cubicBezTo>
                <a:cubicBezTo>
                  <a:pt x="880114" y="832255"/>
                  <a:pt x="866520" y="818661"/>
                  <a:pt x="866520" y="801891"/>
                </a:cubicBezTo>
                <a:cubicBezTo>
                  <a:pt x="866520" y="785122"/>
                  <a:pt x="880114" y="771528"/>
                  <a:pt x="896883" y="771528"/>
                </a:cubicBezTo>
                <a:close/>
                <a:moveTo>
                  <a:pt x="824329" y="771528"/>
                </a:moveTo>
                <a:cubicBezTo>
                  <a:pt x="841098" y="771528"/>
                  <a:pt x="854692" y="785122"/>
                  <a:pt x="854692" y="801891"/>
                </a:cubicBezTo>
                <a:cubicBezTo>
                  <a:pt x="854692" y="818661"/>
                  <a:pt x="841098" y="832255"/>
                  <a:pt x="824329" y="832255"/>
                </a:cubicBezTo>
                <a:cubicBezTo>
                  <a:pt x="807559" y="832255"/>
                  <a:pt x="793965" y="818661"/>
                  <a:pt x="793965" y="801891"/>
                </a:cubicBezTo>
                <a:cubicBezTo>
                  <a:pt x="793965" y="785122"/>
                  <a:pt x="807559" y="771528"/>
                  <a:pt x="824329" y="771528"/>
                </a:cubicBezTo>
                <a:close/>
                <a:moveTo>
                  <a:pt x="751774" y="771528"/>
                </a:moveTo>
                <a:cubicBezTo>
                  <a:pt x="768544" y="771528"/>
                  <a:pt x="782138" y="785122"/>
                  <a:pt x="782138" y="801891"/>
                </a:cubicBezTo>
                <a:cubicBezTo>
                  <a:pt x="782138" y="818661"/>
                  <a:pt x="768544" y="832255"/>
                  <a:pt x="751774" y="832255"/>
                </a:cubicBezTo>
                <a:cubicBezTo>
                  <a:pt x="735005" y="832255"/>
                  <a:pt x="721411" y="818661"/>
                  <a:pt x="721411" y="801891"/>
                </a:cubicBezTo>
                <a:cubicBezTo>
                  <a:pt x="721411" y="785122"/>
                  <a:pt x="735005" y="771528"/>
                  <a:pt x="751774" y="771528"/>
                </a:cubicBezTo>
                <a:close/>
                <a:moveTo>
                  <a:pt x="679220" y="771528"/>
                </a:moveTo>
                <a:cubicBezTo>
                  <a:pt x="695989" y="771528"/>
                  <a:pt x="709583" y="785122"/>
                  <a:pt x="709583" y="801891"/>
                </a:cubicBezTo>
                <a:cubicBezTo>
                  <a:pt x="709583" y="818661"/>
                  <a:pt x="695989" y="832255"/>
                  <a:pt x="679220" y="832255"/>
                </a:cubicBezTo>
                <a:cubicBezTo>
                  <a:pt x="662450" y="832255"/>
                  <a:pt x="648856" y="818661"/>
                  <a:pt x="648856" y="801891"/>
                </a:cubicBezTo>
                <a:cubicBezTo>
                  <a:pt x="648856" y="785122"/>
                  <a:pt x="662450" y="771528"/>
                  <a:pt x="679220" y="771528"/>
                </a:cubicBezTo>
                <a:close/>
                <a:moveTo>
                  <a:pt x="606665" y="771528"/>
                </a:moveTo>
                <a:cubicBezTo>
                  <a:pt x="623435" y="771528"/>
                  <a:pt x="637029" y="785122"/>
                  <a:pt x="637029" y="801891"/>
                </a:cubicBezTo>
                <a:cubicBezTo>
                  <a:pt x="637029" y="818661"/>
                  <a:pt x="623435" y="832255"/>
                  <a:pt x="606665" y="832255"/>
                </a:cubicBezTo>
                <a:cubicBezTo>
                  <a:pt x="589896" y="832255"/>
                  <a:pt x="576302" y="818661"/>
                  <a:pt x="576302" y="801891"/>
                </a:cubicBezTo>
                <a:cubicBezTo>
                  <a:pt x="576302" y="785122"/>
                  <a:pt x="589896" y="771528"/>
                  <a:pt x="606665" y="771528"/>
                </a:cubicBezTo>
                <a:close/>
                <a:moveTo>
                  <a:pt x="534111" y="771528"/>
                </a:moveTo>
                <a:cubicBezTo>
                  <a:pt x="550880" y="771528"/>
                  <a:pt x="564474" y="785122"/>
                  <a:pt x="564474" y="801891"/>
                </a:cubicBezTo>
                <a:cubicBezTo>
                  <a:pt x="564474" y="818661"/>
                  <a:pt x="550880" y="832255"/>
                  <a:pt x="534111" y="832255"/>
                </a:cubicBezTo>
                <a:cubicBezTo>
                  <a:pt x="517341" y="832255"/>
                  <a:pt x="503747" y="818661"/>
                  <a:pt x="503747" y="801891"/>
                </a:cubicBezTo>
                <a:cubicBezTo>
                  <a:pt x="503747" y="785122"/>
                  <a:pt x="517341" y="771528"/>
                  <a:pt x="534111" y="771528"/>
                </a:cubicBezTo>
                <a:close/>
                <a:moveTo>
                  <a:pt x="461556" y="771528"/>
                </a:moveTo>
                <a:cubicBezTo>
                  <a:pt x="478326" y="771528"/>
                  <a:pt x="491920" y="785122"/>
                  <a:pt x="491920" y="801891"/>
                </a:cubicBezTo>
                <a:cubicBezTo>
                  <a:pt x="491920" y="818661"/>
                  <a:pt x="478326" y="832255"/>
                  <a:pt x="461556" y="832255"/>
                </a:cubicBezTo>
                <a:cubicBezTo>
                  <a:pt x="444787" y="832255"/>
                  <a:pt x="431192" y="818661"/>
                  <a:pt x="431192" y="801891"/>
                </a:cubicBezTo>
                <a:cubicBezTo>
                  <a:pt x="431192" y="785122"/>
                  <a:pt x="444787" y="771528"/>
                  <a:pt x="461556" y="771528"/>
                </a:cubicBezTo>
                <a:close/>
                <a:moveTo>
                  <a:pt x="389002" y="771528"/>
                </a:moveTo>
                <a:cubicBezTo>
                  <a:pt x="405771" y="771528"/>
                  <a:pt x="419365" y="785122"/>
                  <a:pt x="419365" y="801891"/>
                </a:cubicBezTo>
                <a:cubicBezTo>
                  <a:pt x="419365" y="818661"/>
                  <a:pt x="405771" y="832255"/>
                  <a:pt x="389002" y="832255"/>
                </a:cubicBezTo>
                <a:cubicBezTo>
                  <a:pt x="372232" y="832255"/>
                  <a:pt x="358638" y="818661"/>
                  <a:pt x="358638" y="801891"/>
                </a:cubicBezTo>
                <a:cubicBezTo>
                  <a:pt x="358638" y="785122"/>
                  <a:pt x="372232" y="771528"/>
                  <a:pt x="389002" y="771528"/>
                </a:cubicBezTo>
                <a:close/>
                <a:moveTo>
                  <a:pt x="316447" y="771528"/>
                </a:moveTo>
                <a:cubicBezTo>
                  <a:pt x="333216" y="771528"/>
                  <a:pt x="346810" y="785122"/>
                  <a:pt x="346810" y="801891"/>
                </a:cubicBezTo>
                <a:cubicBezTo>
                  <a:pt x="346810" y="818661"/>
                  <a:pt x="333216" y="832255"/>
                  <a:pt x="316447" y="832255"/>
                </a:cubicBezTo>
                <a:cubicBezTo>
                  <a:pt x="299677" y="832255"/>
                  <a:pt x="286084" y="818661"/>
                  <a:pt x="286084" y="801891"/>
                </a:cubicBezTo>
                <a:cubicBezTo>
                  <a:pt x="286084" y="785122"/>
                  <a:pt x="299677" y="771528"/>
                  <a:pt x="316447" y="771528"/>
                </a:cubicBezTo>
                <a:close/>
                <a:moveTo>
                  <a:pt x="243892" y="771528"/>
                </a:moveTo>
                <a:cubicBezTo>
                  <a:pt x="260662" y="771528"/>
                  <a:pt x="274256" y="785122"/>
                  <a:pt x="274256" y="801891"/>
                </a:cubicBezTo>
                <a:cubicBezTo>
                  <a:pt x="274256" y="818661"/>
                  <a:pt x="260662" y="832255"/>
                  <a:pt x="243892" y="832255"/>
                </a:cubicBezTo>
                <a:cubicBezTo>
                  <a:pt x="227123" y="832255"/>
                  <a:pt x="213529" y="818661"/>
                  <a:pt x="213529" y="801891"/>
                </a:cubicBezTo>
                <a:cubicBezTo>
                  <a:pt x="213529" y="785122"/>
                  <a:pt x="227123" y="771528"/>
                  <a:pt x="243892" y="771528"/>
                </a:cubicBezTo>
                <a:close/>
                <a:moveTo>
                  <a:pt x="171339" y="771528"/>
                </a:moveTo>
                <a:cubicBezTo>
                  <a:pt x="188107" y="771528"/>
                  <a:pt x="201701" y="785122"/>
                  <a:pt x="201701" y="801891"/>
                </a:cubicBezTo>
                <a:cubicBezTo>
                  <a:pt x="201701" y="818661"/>
                  <a:pt x="188107" y="832255"/>
                  <a:pt x="171339" y="832255"/>
                </a:cubicBezTo>
                <a:cubicBezTo>
                  <a:pt x="154656" y="832255"/>
                  <a:pt x="141062" y="818661"/>
                  <a:pt x="141062" y="801891"/>
                </a:cubicBezTo>
                <a:cubicBezTo>
                  <a:pt x="141062" y="785122"/>
                  <a:pt x="154656" y="771528"/>
                  <a:pt x="171339" y="771528"/>
                </a:cubicBezTo>
                <a:close/>
                <a:moveTo>
                  <a:pt x="98884" y="771528"/>
                </a:moveTo>
                <a:cubicBezTo>
                  <a:pt x="115646" y="771528"/>
                  <a:pt x="129240" y="785122"/>
                  <a:pt x="129240" y="801891"/>
                </a:cubicBezTo>
                <a:cubicBezTo>
                  <a:pt x="129240" y="818661"/>
                  <a:pt x="115646" y="832255"/>
                  <a:pt x="98884" y="832255"/>
                </a:cubicBezTo>
                <a:cubicBezTo>
                  <a:pt x="82112" y="832255"/>
                  <a:pt x="68517" y="818661"/>
                  <a:pt x="68517" y="801891"/>
                </a:cubicBezTo>
                <a:cubicBezTo>
                  <a:pt x="68517" y="785122"/>
                  <a:pt x="82112" y="771528"/>
                  <a:pt x="98884" y="771528"/>
                </a:cubicBezTo>
                <a:close/>
                <a:moveTo>
                  <a:pt x="26329" y="771528"/>
                </a:moveTo>
                <a:cubicBezTo>
                  <a:pt x="43093" y="771528"/>
                  <a:pt x="56688" y="785122"/>
                  <a:pt x="56688" y="801891"/>
                </a:cubicBezTo>
                <a:cubicBezTo>
                  <a:pt x="56688" y="818661"/>
                  <a:pt x="43093" y="832255"/>
                  <a:pt x="26329" y="832255"/>
                </a:cubicBezTo>
                <a:cubicBezTo>
                  <a:pt x="17944" y="832255"/>
                  <a:pt x="10353" y="828857"/>
                  <a:pt x="4858" y="823362"/>
                </a:cubicBezTo>
                <a:lnTo>
                  <a:pt x="0" y="811633"/>
                </a:lnTo>
                <a:lnTo>
                  <a:pt x="0" y="792150"/>
                </a:lnTo>
                <a:lnTo>
                  <a:pt x="4858" y="780421"/>
                </a:lnTo>
                <a:cubicBezTo>
                  <a:pt x="10353" y="774927"/>
                  <a:pt x="17944" y="771528"/>
                  <a:pt x="26329" y="771528"/>
                </a:cubicBezTo>
                <a:close/>
                <a:moveTo>
                  <a:pt x="1622429" y="691076"/>
                </a:moveTo>
                <a:cubicBezTo>
                  <a:pt x="1630814" y="691076"/>
                  <a:pt x="1638404" y="694475"/>
                  <a:pt x="1643899" y="699969"/>
                </a:cubicBezTo>
                <a:lnTo>
                  <a:pt x="1647739" y="709237"/>
                </a:lnTo>
                <a:lnTo>
                  <a:pt x="1644828" y="728305"/>
                </a:lnTo>
                <a:lnTo>
                  <a:pt x="1640480" y="745215"/>
                </a:lnTo>
                <a:lnTo>
                  <a:pt x="1634248" y="749417"/>
                </a:lnTo>
                <a:cubicBezTo>
                  <a:pt x="1630615" y="750953"/>
                  <a:pt x="1626621" y="751803"/>
                  <a:pt x="1622429" y="751803"/>
                </a:cubicBezTo>
                <a:cubicBezTo>
                  <a:pt x="1605659" y="751803"/>
                  <a:pt x="1592066" y="738209"/>
                  <a:pt x="1592066" y="721440"/>
                </a:cubicBezTo>
                <a:cubicBezTo>
                  <a:pt x="1592066" y="704670"/>
                  <a:pt x="1605659" y="691076"/>
                  <a:pt x="1622429" y="691076"/>
                </a:cubicBezTo>
                <a:close/>
                <a:moveTo>
                  <a:pt x="1549874" y="691076"/>
                </a:moveTo>
                <a:cubicBezTo>
                  <a:pt x="1566644" y="691076"/>
                  <a:pt x="1580238" y="704670"/>
                  <a:pt x="1580238" y="721440"/>
                </a:cubicBezTo>
                <a:cubicBezTo>
                  <a:pt x="1580238" y="738209"/>
                  <a:pt x="1566644" y="751803"/>
                  <a:pt x="1549874" y="751803"/>
                </a:cubicBezTo>
                <a:cubicBezTo>
                  <a:pt x="1533105" y="751803"/>
                  <a:pt x="1519511" y="738209"/>
                  <a:pt x="1519511" y="721440"/>
                </a:cubicBezTo>
                <a:cubicBezTo>
                  <a:pt x="1519511" y="704670"/>
                  <a:pt x="1533105" y="691076"/>
                  <a:pt x="1549874" y="691076"/>
                </a:cubicBezTo>
                <a:close/>
                <a:moveTo>
                  <a:pt x="1477320" y="691076"/>
                </a:moveTo>
                <a:cubicBezTo>
                  <a:pt x="1494089" y="691076"/>
                  <a:pt x="1507683" y="704670"/>
                  <a:pt x="1507683" y="721440"/>
                </a:cubicBezTo>
                <a:cubicBezTo>
                  <a:pt x="1507683" y="738209"/>
                  <a:pt x="1494089" y="751803"/>
                  <a:pt x="1477320" y="751803"/>
                </a:cubicBezTo>
                <a:cubicBezTo>
                  <a:pt x="1460550" y="751803"/>
                  <a:pt x="1446956" y="738209"/>
                  <a:pt x="1446956" y="721440"/>
                </a:cubicBezTo>
                <a:cubicBezTo>
                  <a:pt x="1446956" y="704670"/>
                  <a:pt x="1460550" y="691076"/>
                  <a:pt x="1477320" y="691076"/>
                </a:cubicBezTo>
                <a:close/>
                <a:moveTo>
                  <a:pt x="1404765" y="691076"/>
                </a:moveTo>
                <a:cubicBezTo>
                  <a:pt x="1421535" y="691076"/>
                  <a:pt x="1435129" y="704670"/>
                  <a:pt x="1435129" y="721440"/>
                </a:cubicBezTo>
                <a:cubicBezTo>
                  <a:pt x="1435129" y="738209"/>
                  <a:pt x="1421535" y="751803"/>
                  <a:pt x="1404765" y="751803"/>
                </a:cubicBezTo>
                <a:cubicBezTo>
                  <a:pt x="1387996" y="751803"/>
                  <a:pt x="1374402" y="738209"/>
                  <a:pt x="1374402" y="721440"/>
                </a:cubicBezTo>
                <a:cubicBezTo>
                  <a:pt x="1374402" y="704670"/>
                  <a:pt x="1387996" y="691076"/>
                  <a:pt x="1404765" y="691076"/>
                </a:cubicBezTo>
                <a:close/>
                <a:moveTo>
                  <a:pt x="1332211" y="691076"/>
                </a:moveTo>
                <a:cubicBezTo>
                  <a:pt x="1348980" y="691076"/>
                  <a:pt x="1362574" y="704670"/>
                  <a:pt x="1362574" y="721440"/>
                </a:cubicBezTo>
                <a:cubicBezTo>
                  <a:pt x="1362574" y="738209"/>
                  <a:pt x="1348980" y="751803"/>
                  <a:pt x="1332211" y="751803"/>
                </a:cubicBezTo>
                <a:cubicBezTo>
                  <a:pt x="1315441" y="751803"/>
                  <a:pt x="1301847" y="738209"/>
                  <a:pt x="1301847" y="721440"/>
                </a:cubicBezTo>
                <a:cubicBezTo>
                  <a:pt x="1301847" y="704670"/>
                  <a:pt x="1315441" y="691076"/>
                  <a:pt x="1332211" y="691076"/>
                </a:cubicBezTo>
                <a:close/>
                <a:moveTo>
                  <a:pt x="1259656" y="691076"/>
                </a:moveTo>
                <a:cubicBezTo>
                  <a:pt x="1276426" y="691076"/>
                  <a:pt x="1290020" y="704670"/>
                  <a:pt x="1290020" y="721440"/>
                </a:cubicBezTo>
                <a:cubicBezTo>
                  <a:pt x="1290020" y="738209"/>
                  <a:pt x="1276426" y="751803"/>
                  <a:pt x="1259656" y="751803"/>
                </a:cubicBezTo>
                <a:cubicBezTo>
                  <a:pt x="1242887" y="751803"/>
                  <a:pt x="1229293" y="738209"/>
                  <a:pt x="1229293" y="721440"/>
                </a:cubicBezTo>
                <a:cubicBezTo>
                  <a:pt x="1229293" y="704670"/>
                  <a:pt x="1242887" y="691076"/>
                  <a:pt x="1259656" y="691076"/>
                </a:cubicBezTo>
                <a:close/>
                <a:moveTo>
                  <a:pt x="1187102" y="691076"/>
                </a:moveTo>
                <a:cubicBezTo>
                  <a:pt x="1203871" y="691076"/>
                  <a:pt x="1217465" y="704670"/>
                  <a:pt x="1217465" y="721440"/>
                </a:cubicBezTo>
                <a:cubicBezTo>
                  <a:pt x="1217465" y="738209"/>
                  <a:pt x="1203871" y="751803"/>
                  <a:pt x="1187102" y="751803"/>
                </a:cubicBezTo>
                <a:cubicBezTo>
                  <a:pt x="1170332" y="751803"/>
                  <a:pt x="1156738" y="738209"/>
                  <a:pt x="1156738" y="721440"/>
                </a:cubicBezTo>
                <a:cubicBezTo>
                  <a:pt x="1156738" y="704670"/>
                  <a:pt x="1170332" y="691076"/>
                  <a:pt x="1187102" y="691076"/>
                </a:cubicBezTo>
                <a:close/>
                <a:moveTo>
                  <a:pt x="1114547" y="691076"/>
                </a:moveTo>
                <a:cubicBezTo>
                  <a:pt x="1131317" y="691076"/>
                  <a:pt x="1144911" y="704670"/>
                  <a:pt x="1144911" y="721440"/>
                </a:cubicBezTo>
                <a:cubicBezTo>
                  <a:pt x="1144911" y="738209"/>
                  <a:pt x="1131317" y="751803"/>
                  <a:pt x="1114547" y="751803"/>
                </a:cubicBezTo>
                <a:cubicBezTo>
                  <a:pt x="1097778" y="751803"/>
                  <a:pt x="1084184" y="738209"/>
                  <a:pt x="1084184" y="721440"/>
                </a:cubicBezTo>
                <a:cubicBezTo>
                  <a:pt x="1084184" y="704670"/>
                  <a:pt x="1097778" y="691076"/>
                  <a:pt x="1114547" y="691076"/>
                </a:cubicBezTo>
                <a:close/>
                <a:moveTo>
                  <a:pt x="1041993" y="691076"/>
                </a:moveTo>
                <a:cubicBezTo>
                  <a:pt x="1058762" y="691076"/>
                  <a:pt x="1072356" y="704670"/>
                  <a:pt x="1072356" y="721440"/>
                </a:cubicBezTo>
                <a:cubicBezTo>
                  <a:pt x="1072356" y="738209"/>
                  <a:pt x="1058762" y="751803"/>
                  <a:pt x="1041993" y="751803"/>
                </a:cubicBezTo>
                <a:cubicBezTo>
                  <a:pt x="1025223" y="751803"/>
                  <a:pt x="1011629" y="738209"/>
                  <a:pt x="1011629" y="721440"/>
                </a:cubicBezTo>
                <a:cubicBezTo>
                  <a:pt x="1011629" y="704670"/>
                  <a:pt x="1025223" y="691076"/>
                  <a:pt x="1041993" y="691076"/>
                </a:cubicBezTo>
                <a:close/>
                <a:moveTo>
                  <a:pt x="969438" y="691076"/>
                </a:moveTo>
                <a:cubicBezTo>
                  <a:pt x="986208" y="691076"/>
                  <a:pt x="999801" y="704670"/>
                  <a:pt x="999801" y="721440"/>
                </a:cubicBezTo>
                <a:cubicBezTo>
                  <a:pt x="999801" y="738209"/>
                  <a:pt x="986208" y="751803"/>
                  <a:pt x="969438" y="751803"/>
                </a:cubicBezTo>
                <a:cubicBezTo>
                  <a:pt x="952669" y="751803"/>
                  <a:pt x="939075" y="738209"/>
                  <a:pt x="939075" y="721440"/>
                </a:cubicBezTo>
                <a:cubicBezTo>
                  <a:pt x="939075" y="704670"/>
                  <a:pt x="952669" y="691076"/>
                  <a:pt x="969438" y="691076"/>
                </a:cubicBezTo>
                <a:close/>
                <a:moveTo>
                  <a:pt x="896883" y="691076"/>
                </a:moveTo>
                <a:cubicBezTo>
                  <a:pt x="913653" y="691076"/>
                  <a:pt x="927247" y="704670"/>
                  <a:pt x="927247" y="721440"/>
                </a:cubicBezTo>
                <a:cubicBezTo>
                  <a:pt x="927247" y="738209"/>
                  <a:pt x="913653" y="751803"/>
                  <a:pt x="896883" y="751803"/>
                </a:cubicBezTo>
                <a:cubicBezTo>
                  <a:pt x="880114" y="751803"/>
                  <a:pt x="866520" y="738209"/>
                  <a:pt x="866520" y="721440"/>
                </a:cubicBezTo>
                <a:cubicBezTo>
                  <a:pt x="866520" y="704670"/>
                  <a:pt x="880114" y="691076"/>
                  <a:pt x="896883" y="691076"/>
                </a:cubicBezTo>
                <a:close/>
                <a:moveTo>
                  <a:pt x="824329" y="691076"/>
                </a:moveTo>
                <a:cubicBezTo>
                  <a:pt x="841098" y="691076"/>
                  <a:pt x="854692" y="704670"/>
                  <a:pt x="854692" y="721440"/>
                </a:cubicBezTo>
                <a:cubicBezTo>
                  <a:pt x="854692" y="738209"/>
                  <a:pt x="841098" y="751803"/>
                  <a:pt x="824329" y="751803"/>
                </a:cubicBezTo>
                <a:cubicBezTo>
                  <a:pt x="807559" y="751803"/>
                  <a:pt x="793965" y="738209"/>
                  <a:pt x="793965" y="721440"/>
                </a:cubicBezTo>
                <a:cubicBezTo>
                  <a:pt x="793965" y="704670"/>
                  <a:pt x="807559" y="691076"/>
                  <a:pt x="824329" y="691076"/>
                </a:cubicBezTo>
                <a:close/>
                <a:moveTo>
                  <a:pt x="751774" y="691076"/>
                </a:moveTo>
                <a:cubicBezTo>
                  <a:pt x="768544" y="691076"/>
                  <a:pt x="782138" y="704670"/>
                  <a:pt x="782138" y="721440"/>
                </a:cubicBezTo>
                <a:cubicBezTo>
                  <a:pt x="782138" y="738209"/>
                  <a:pt x="768544" y="751803"/>
                  <a:pt x="751774" y="751803"/>
                </a:cubicBezTo>
                <a:cubicBezTo>
                  <a:pt x="735005" y="751803"/>
                  <a:pt x="721411" y="738209"/>
                  <a:pt x="721411" y="721440"/>
                </a:cubicBezTo>
                <a:cubicBezTo>
                  <a:pt x="721411" y="704670"/>
                  <a:pt x="735005" y="691076"/>
                  <a:pt x="751774" y="691076"/>
                </a:cubicBezTo>
                <a:close/>
                <a:moveTo>
                  <a:pt x="679220" y="691076"/>
                </a:moveTo>
                <a:cubicBezTo>
                  <a:pt x="695989" y="691076"/>
                  <a:pt x="709583" y="704670"/>
                  <a:pt x="709583" y="721440"/>
                </a:cubicBezTo>
                <a:cubicBezTo>
                  <a:pt x="709583" y="738209"/>
                  <a:pt x="695989" y="751803"/>
                  <a:pt x="679220" y="751803"/>
                </a:cubicBezTo>
                <a:cubicBezTo>
                  <a:pt x="662450" y="751803"/>
                  <a:pt x="648856" y="738209"/>
                  <a:pt x="648856" y="721440"/>
                </a:cubicBezTo>
                <a:cubicBezTo>
                  <a:pt x="648856" y="704670"/>
                  <a:pt x="662450" y="691076"/>
                  <a:pt x="679220" y="691076"/>
                </a:cubicBezTo>
                <a:close/>
                <a:moveTo>
                  <a:pt x="606665" y="691076"/>
                </a:moveTo>
                <a:cubicBezTo>
                  <a:pt x="623435" y="691076"/>
                  <a:pt x="637029" y="704670"/>
                  <a:pt x="637029" y="721440"/>
                </a:cubicBezTo>
                <a:cubicBezTo>
                  <a:pt x="637029" y="738209"/>
                  <a:pt x="623435" y="751803"/>
                  <a:pt x="606665" y="751803"/>
                </a:cubicBezTo>
                <a:cubicBezTo>
                  <a:pt x="589896" y="751803"/>
                  <a:pt x="576302" y="738209"/>
                  <a:pt x="576302" y="721440"/>
                </a:cubicBezTo>
                <a:cubicBezTo>
                  <a:pt x="576302" y="704670"/>
                  <a:pt x="589896" y="691076"/>
                  <a:pt x="606665" y="691076"/>
                </a:cubicBezTo>
                <a:close/>
                <a:moveTo>
                  <a:pt x="534111" y="691076"/>
                </a:moveTo>
                <a:cubicBezTo>
                  <a:pt x="550880" y="691076"/>
                  <a:pt x="564474" y="704670"/>
                  <a:pt x="564474" y="721440"/>
                </a:cubicBezTo>
                <a:cubicBezTo>
                  <a:pt x="564474" y="738209"/>
                  <a:pt x="550880" y="751803"/>
                  <a:pt x="534111" y="751803"/>
                </a:cubicBezTo>
                <a:cubicBezTo>
                  <a:pt x="517341" y="751803"/>
                  <a:pt x="503747" y="738209"/>
                  <a:pt x="503747" y="721440"/>
                </a:cubicBezTo>
                <a:cubicBezTo>
                  <a:pt x="503747" y="704670"/>
                  <a:pt x="517341" y="691076"/>
                  <a:pt x="534111" y="691076"/>
                </a:cubicBezTo>
                <a:close/>
                <a:moveTo>
                  <a:pt x="461556" y="691076"/>
                </a:moveTo>
                <a:cubicBezTo>
                  <a:pt x="478326" y="691076"/>
                  <a:pt x="491920" y="704670"/>
                  <a:pt x="491920" y="721440"/>
                </a:cubicBezTo>
                <a:cubicBezTo>
                  <a:pt x="491920" y="738209"/>
                  <a:pt x="478326" y="751803"/>
                  <a:pt x="461556" y="751803"/>
                </a:cubicBezTo>
                <a:cubicBezTo>
                  <a:pt x="444787" y="751803"/>
                  <a:pt x="431192" y="738209"/>
                  <a:pt x="431192" y="721440"/>
                </a:cubicBezTo>
                <a:cubicBezTo>
                  <a:pt x="431192" y="704670"/>
                  <a:pt x="444787" y="691076"/>
                  <a:pt x="461556" y="691076"/>
                </a:cubicBezTo>
                <a:close/>
                <a:moveTo>
                  <a:pt x="389002" y="691076"/>
                </a:moveTo>
                <a:cubicBezTo>
                  <a:pt x="405771" y="691076"/>
                  <a:pt x="419365" y="704670"/>
                  <a:pt x="419365" y="721440"/>
                </a:cubicBezTo>
                <a:cubicBezTo>
                  <a:pt x="419365" y="738209"/>
                  <a:pt x="405771" y="751803"/>
                  <a:pt x="389002" y="751803"/>
                </a:cubicBezTo>
                <a:cubicBezTo>
                  <a:pt x="372232" y="751803"/>
                  <a:pt x="358638" y="738209"/>
                  <a:pt x="358638" y="721440"/>
                </a:cubicBezTo>
                <a:cubicBezTo>
                  <a:pt x="358638" y="704670"/>
                  <a:pt x="372232" y="691076"/>
                  <a:pt x="389002" y="691076"/>
                </a:cubicBezTo>
                <a:close/>
                <a:moveTo>
                  <a:pt x="316447" y="691076"/>
                </a:moveTo>
                <a:cubicBezTo>
                  <a:pt x="333216" y="691076"/>
                  <a:pt x="346810" y="704670"/>
                  <a:pt x="346810" y="721440"/>
                </a:cubicBezTo>
                <a:cubicBezTo>
                  <a:pt x="346810" y="738209"/>
                  <a:pt x="333216" y="751803"/>
                  <a:pt x="316447" y="751803"/>
                </a:cubicBezTo>
                <a:cubicBezTo>
                  <a:pt x="299677" y="751803"/>
                  <a:pt x="286084" y="738209"/>
                  <a:pt x="286084" y="721440"/>
                </a:cubicBezTo>
                <a:cubicBezTo>
                  <a:pt x="286084" y="704670"/>
                  <a:pt x="299677" y="691076"/>
                  <a:pt x="316447" y="691076"/>
                </a:cubicBezTo>
                <a:close/>
                <a:moveTo>
                  <a:pt x="243892" y="691076"/>
                </a:moveTo>
                <a:cubicBezTo>
                  <a:pt x="260662" y="691076"/>
                  <a:pt x="274256" y="704670"/>
                  <a:pt x="274256" y="721440"/>
                </a:cubicBezTo>
                <a:cubicBezTo>
                  <a:pt x="274256" y="738209"/>
                  <a:pt x="260662" y="751803"/>
                  <a:pt x="243892" y="751803"/>
                </a:cubicBezTo>
                <a:cubicBezTo>
                  <a:pt x="227123" y="751803"/>
                  <a:pt x="213529" y="738209"/>
                  <a:pt x="213529" y="721440"/>
                </a:cubicBezTo>
                <a:cubicBezTo>
                  <a:pt x="213529" y="704670"/>
                  <a:pt x="227123" y="691076"/>
                  <a:pt x="243892" y="691076"/>
                </a:cubicBezTo>
                <a:close/>
                <a:moveTo>
                  <a:pt x="171339" y="691076"/>
                </a:moveTo>
                <a:cubicBezTo>
                  <a:pt x="188107" y="691076"/>
                  <a:pt x="201701" y="704670"/>
                  <a:pt x="201701" y="721440"/>
                </a:cubicBezTo>
                <a:cubicBezTo>
                  <a:pt x="201701" y="738209"/>
                  <a:pt x="188107" y="751803"/>
                  <a:pt x="171339" y="751803"/>
                </a:cubicBezTo>
                <a:cubicBezTo>
                  <a:pt x="154662" y="751803"/>
                  <a:pt x="141067" y="738209"/>
                  <a:pt x="141067" y="721440"/>
                </a:cubicBezTo>
                <a:cubicBezTo>
                  <a:pt x="141067" y="704670"/>
                  <a:pt x="154662" y="691076"/>
                  <a:pt x="171339" y="691076"/>
                </a:cubicBezTo>
                <a:close/>
                <a:moveTo>
                  <a:pt x="98890" y="691076"/>
                </a:moveTo>
                <a:cubicBezTo>
                  <a:pt x="115653" y="691076"/>
                  <a:pt x="129246" y="704670"/>
                  <a:pt x="129246" y="721440"/>
                </a:cubicBezTo>
                <a:cubicBezTo>
                  <a:pt x="129246" y="738209"/>
                  <a:pt x="115653" y="751803"/>
                  <a:pt x="98890" y="751803"/>
                </a:cubicBezTo>
                <a:cubicBezTo>
                  <a:pt x="82117" y="751803"/>
                  <a:pt x="68523" y="738209"/>
                  <a:pt x="68523" y="721440"/>
                </a:cubicBezTo>
                <a:cubicBezTo>
                  <a:pt x="68523" y="704670"/>
                  <a:pt x="82117" y="691076"/>
                  <a:pt x="98890" y="691076"/>
                </a:cubicBezTo>
                <a:close/>
                <a:moveTo>
                  <a:pt x="26336" y="691076"/>
                </a:moveTo>
                <a:cubicBezTo>
                  <a:pt x="43099" y="691076"/>
                  <a:pt x="56694" y="704670"/>
                  <a:pt x="56694" y="721440"/>
                </a:cubicBezTo>
                <a:cubicBezTo>
                  <a:pt x="56694" y="738209"/>
                  <a:pt x="43099" y="751803"/>
                  <a:pt x="26336" y="751803"/>
                </a:cubicBezTo>
                <a:cubicBezTo>
                  <a:pt x="17950" y="751803"/>
                  <a:pt x="10359" y="748405"/>
                  <a:pt x="4864" y="742910"/>
                </a:cubicBezTo>
                <a:lnTo>
                  <a:pt x="0" y="731167"/>
                </a:lnTo>
                <a:lnTo>
                  <a:pt x="0" y="711713"/>
                </a:lnTo>
                <a:lnTo>
                  <a:pt x="4864" y="699969"/>
                </a:lnTo>
                <a:cubicBezTo>
                  <a:pt x="10359" y="694475"/>
                  <a:pt x="17950" y="691076"/>
                  <a:pt x="26336" y="691076"/>
                </a:cubicBezTo>
                <a:close/>
                <a:moveTo>
                  <a:pt x="1622429" y="610624"/>
                </a:moveTo>
                <a:cubicBezTo>
                  <a:pt x="1639199" y="610624"/>
                  <a:pt x="1652792" y="624218"/>
                  <a:pt x="1652792" y="640988"/>
                </a:cubicBezTo>
                <a:cubicBezTo>
                  <a:pt x="1652792" y="657757"/>
                  <a:pt x="1639199" y="671351"/>
                  <a:pt x="1622429" y="671351"/>
                </a:cubicBezTo>
                <a:cubicBezTo>
                  <a:pt x="1605659" y="671351"/>
                  <a:pt x="1592066" y="657757"/>
                  <a:pt x="1592066" y="640988"/>
                </a:cubicBezTo>
                <a:cubicBezTo>
                  <a:pt x="1592066" y="624218"/>
                  <a:pt x="1605659" y="610624"/>
                  <a:pt x="1622429" y="610624"/>
                </a:cubicBezTo>
                <a:close/>
                <a:moveTo>
                  <a:pt x="1549874" y="610624"/>
                </a:moveTo>
                <a:cubicBezTo>
                  <a:pt x="1566644" y="610624"/>
                  <a:pt x="1580238" y="624218"/>
                  <a:pt x="1580238" y="640988"/>
                </a:cubicBezTo>
                <a:cubicBezTo>
                  <a:pt x="1580238" y="657757"/>
                  <a:pt x="1566644" y="671351"/>
                  <a:pt x="1549874" y="671351"/>
                </a:cubicBezTo>
                <a:cubicBezTo>
                  <a:pt x="1533105" y="671351"/>
                  <a:pt x="1519511" y="657757"/>
                  <a:pt x="1519511" y="640988"/>
                </a:cubicBezTo>
                <a:cubicBezTo>
                  <a:pt x="1519511" y="624218"/>
                  <a:pt x="1533105" y="610624"/>
                  <a:pt x="1549874" y="610624"/>
                </a:cubicBezTo>
                <a:close/>
                <a:moveTo>
                  <a:pt x="1477320" y="610624"/>
                </a:moveTo>
                <a:cubicBezTo>
                  <a:pt x="1494089" y="610624"/>
                  <a:pt x="1507683" y="624218"/>
                  <a:pt x="1507683" y="640988"/>
                </a:cubicBezTo>
                <a:cubicBezTo>
                  <a:pt x="1507683" y="657757"/>
                  <a:pt x="1494089" y="671351"/>
                  <a:pt x="1477320" y="671351"/>
                </a:cubicBezTo>
                <a:cubicBezTo>
                  <a:pt x="1460550" y="671351"/>
                  <a:pt x="1446956" y="657757"/>
                  <a:pt x="1446956" y="640988"/>
                </a:cubicBezTo>
                <a:cubicBezTo>
                  <a:pt x="1446956" y="624218"/>
                  <a:pt x="1460550" y="610624"/>
                  <a:pt x="1477320" y="610624"/>
                </a:cubicBezTo>
                <a:close/>
                <a:moveTo>
                  <a:pt x="1404765" y="610624"/>
                </a:moveTo>
                <a:cubicBezTo>
                  <a:pt x="1421535" y="610624"/>
                  <a:pt x="1435129" y="624218"/>
                  <a:pt x="1435129" y="640988"/>
                </a:cubicBezTo>
                <a:cubicBezTo>
                  <a:pt x="1435129" y="657757"/>
                  <a:pt x="1421535" y="671351"/>
                  <a:pt x="1404765" y="671351"/>
                </a:cubicBezTo>
                <a:cubicBezTo>
                  <a:pt x="1387996" y="671351"/>
                  <a:pt x="1374402" y="657757"/>
                  <a:pt x="1374402" y="640988"/>
                </a:cubicBezTo>
                <a:cubicBezTo>
                  <a:pt x="1374402" y="624218"/>
                  <a:pt x="1387996" y="610624"/>
                  <a:pt x="1404765" y="610624"/>
                </a:cubicBezTo>
                <a:close/>
                <a:moveTo>
                  <a:pt x="1332211" y="610624"/>
                </a:moveTo>
                <a:cubicBezTo>
                  <a:pt x="1348980" y="610624"/>
                  <a:pt x="1362574" y="624218"/>
                  <a:pt x="1362574" y="640988"/>
                </a:cubicBezTo>
                <a:cubicBezTo>
                  <a:pt x="1362574" y="657757"/>
                  <a:pt x="1348980" y="671351"/>
                  <a:pt x="1332211" y="671351"/>
                </a:cubicBezTo>
                <a:cubicBezTo>
                  <a:pt x="1315441" y="671351"/>
                  <a:pt x="1301847" y="657757"/>
                  <a:pt x="1301847" y="640988"/>
                </a:cubicBezTo>
                <a:cubicBezTo>
                  <a:pt x="1301847" y="624218"/>
                  <a:pt x="1315441" y="610624"/>
                  <a:pt x="1332211" y="610624"/>
                </a:cubicBezTo>
                <a:close/>
                <a:moveTo>
                  <a:pt x="1259656" y="610624"/>
                </a:moveTo>
                <a:cubicBezTo>
                  <a:pt x="1276426" y="610624"/>
                  <a:pt x="1290020" y="624218"/>
                  <a:pt x="1290020" y="640988"/>
                </a:cubicBezTo>
                <a:cubicBezTo>
                  <a:pt x="1290020" y="657757"/>
                  <a:pt x="1276426" y="671351"/>
                  <a:pt x="1259656" y="671351"/>
                </a:cubicBezTo>
                <a:cubicBezTo>
                  <a:pt x="1242887" y="671351"/>
                  <a:pt x="1229293" y="657757"/>
                  <a:pt x="1229293" y="640988"/>
                </a:cubicBezTo>
                <a:cubicBezTo>
                  <a:pt x="1229293" y="624218"/>
                  <a:pt x="1242887" y="610624"/>
                  <a:pt x="1259656" y="610624"/>
                </a:cubicBezTo>
                <a:close/>
                <a:moveTo>
                  <a:pt x="1187102" y="610624"/>
                </a:moveTo>
                <a:cubicBezTo>
                  <a:pt x="1203871" y="610624"/>
                  <a:pt x="1217465" y="624218"/>
                  <a:pt x="1217465" y="640988"/>
                </a:cubicBezTo>
                <a:cubicBezTo>
                  <a:pt x="1217465" y="657757"/>
                  <a:pt x="1203871" y="671351"/>
                  <a:pt x="1187102" y="671351"/>
                </a:cubicBezTo>
                <a:cubicBezTo>
                  <a:pt x="1170332" y="671351"/>
                  <a:pt x="1156738" y="657757"/>
                  <a:pt x="1156738" y="640988"/>
                </a:cubicBezTo>
                <a:cubicBezTo>
                  <a:pt x="1156738" y="624218"/>
                  <a:pt x="1170332" y="610624"/>
                  <a:pt x="1187102" y="610624"/>
                </a:cubicBezTo>
                <a:close/>
                <a:moveTo>
                  <a:pt x="1114547" y="610624"/>
                </a:moveTo>
                <a:cubicBezTo>
                  <a:pt x="1131317" y="610624"/>
                  <a:pt x="1144911" y="624218"/>
                  <a:pt x="1144911" y="640988"/>
                </a:cubicBezTo>
                <a:cubicBezTo>
                  <a:pt x="1144911" y="657757"/>
                  <a:pt x="1131317" y="671351"/>
                  <a:pt x="1114547" y="671351"/>
                </a:cubicBezTo>
                <a:cubicBezTo>
                  <a:pt x="1097778" y="671351"/>
                  <a:pt x="1084184" y="657757"/>
                  <a:pt x="1084184" y="640988"/>
                </a:cubicBezTo>
                <a:cubicBezTo>
                  <a:pt x="1084184" y="624218"/>
                  <a:pt x="1097778" y="610624"/>
                  <a:pt x="1114547" y="610624"/>
                </a:cubicBezTo>
                <a:close/>
                <a:moveTo>
                  <a:pt x="1041993" y="610624"/>
                </a:moveTo>
                <a:cubicBezTo>
                  <a:pt x="1058762" y="610624"/>
                  <a:pt x="1072356" y="624218"/>
                  <a:pt x="1072356" y="640988"/>
                </a:cubicBezTo>
                <a:cubicBezTo>
                  <a:pt x="1072356" y="657757"/>
                  <a:pt x="1058762" y="671351"/>
                  <a:pt x="1041993" y="671351"/>
                </a:cubicBezTo>
                <a:cubicBezTo>
                  <a:pt x="1025223" y="671351"/>
                  <a:pt x="1011629" y="657757"/>
                  <a:pt x="1011629" y="640988"/>
                </a:cubicBezTo>
                <a:cubicBezTo>
                  <a:pt x="1011629" y="624218"/>
                  <a:pt x="1025223" y="610624"/>
                  <a:pt x="1041993" y="610624"/>
                </a:cubicBezTo>
                <a:close/>
                <a:moveTo>
                  <a:pt x="969438" y="610624"/>
                </a:moveTo>
                <a:cubicBezTo>
                  <a:pt x="986208" y="610624"/>
                  <a:pt x="999801" y="624218"/>
                  <a:pt x="999801" y="640988"/>
                </a:cubicBezTo>
                <a:cubicBezTo>
                  <a:pt x="999801" y="657757"/>
                  <a:pt x="986208" y="671351"/>
                  <a:pt x="969438" y="671351"/>
                </a:cubicBezTo>
                <a:cubicBezTo>
                  <a:pt x="952669" y="671351"/>
                  <a:pt x="939075" y="657757"/>
                  <a:pt x="939075" y="640988"/>
                </a:cubicBezTo>
                <a:cubicBezTo>
                  <a:pt x="939075" y="624218"/>
                  <a:pt x="952669" y="610624"/>
                  <a:pt x="969438" y="610624"/>
                </a:cubicBezTo>
                <a:close/>
                <a:moveTo>
                  <a:pt x="896883" y="610624"/>
                </a:moveTo>
                <a:cubicBezTo>
                  <a:pt x="913653" y="610624"/>
                  <a:pt x="927247" y="624218"/>
                  <a:pt x="927247" y="640988"/>
                </a:cubicBezTo>
                <a:cubicBezTo>
                  <a:pt x="927247" y="657757"/>
                  <a:pt x="913653" y="671351"/>
                  <a:pt x="896883" y="671351"/>
                </a:cubicBezTo>
                <a:cubicBezTo>
                  <a:pt x="880114" y="671351"/>
                  <a:pt x="866520" y="657757"/>
                  <a:pt x="866520" y="640988"/>
                </a:cubicBezTo>
                <a:cubicBezTo>
                  <a:pt x="866520" y="624218"/>
                  <a:pt x="880114" y="610624"/>
                  <a:pt x="896883" y="610624"/>
                </a:cubicBezTo>
                <a:close/>
                <a:moveTo>
                  <a:pt x="824329" y="610624"/>
                </a:moveTo>
                <a:cubicBezTo>
                  <a:pt x="841098" y="610624"/>
                  <a:pt x="854692" y="624218"/>
                  <a:pt x="854692" y="640988"/>
                </a:cubicBezTo>
                <a:cubicBezTo>
                  <a:pt x="854692" y="657757"/>
                  <a:pt x="841098" y="671351"/>
                  <a:pt x="824329" y="671351"/>
                </a:cubicBezTo>
                <a:cubicBezTo>
                  <a:pt x="807559" y="671351"/>
                  <a:pt x="793965" y="657757"/>
                  <a:pt x="793965" y="640988"/>
                </a:cubicBezTo>
                <a:cubicBezTo>
                  <a:pt x="793965" y="624218"/>
                  <a:pt x="807559" y="610624"/>
                  <a:pt x="824329" y="610624"/>
                </a:cubicBezTo>
                <a:close/>
                <a:moveTo>
                  <a:pt x="751774" y="610624"/>
                </a:moveTo>
                <a:cubicBezTo>
                  <a:pt x="768544" y="610624"/>
                  <a:pt x="782138" y="624218"/>
                  <a:pt x="782138" y="640988"/>
                </a:cubicBezTo>
                <a:cubicBezTo>
                  <a:pt x="782138" y="657757"/>
                  <a:pt x="768544" y="671351"/>
                  <a:pt x="751774" y="671351"/>
                </a:cubicBezTo>
                <a:cubicBezTo>
                  <a:pt x="735005" y="671351"/>
                  <a:pt x="721411" y="657757"/>
                  <a:pt x="721411" y="640988"/>
                </a:cubicBezTo>
                <a:cubicBezTo>
                  <a:pt x="721411" y="624218"/>
                  <a:pt x="735005" y="610624"/>
                  <a:pt x="751774" y="610624"/>
                </a:cubicBezTo>
                <a:close/>
                <a:moveTo>
                  <a:pt x="679220" y="610624"/>
                </a:moveTo>
                <a:cubicBezTo>
                  <a:pt x="695989" y="610624"/>
                  <a:pt x="709583" y="624218"/>
                  <a:pt x="709583" y="640988"/>
                </a:cubicBezTo>
                <a:cubicBezTo>
                  <a:pt x="709583" y="657757"/>
                  <a:pt x="695989" y="671351"/>
                  <a:pt x="679220" y="671351"/>
                </a:cubicBezTo>
                <a:cubicBezTo>
                  <a:pt x="662450" y="671351"/>
                  <a:pt x="648856" y="657757"/>
                  <a:pt x="648856" y="640988"/>
                </a:cubicBezTo>
                <a:cubicBezTo>
                  <a:pt x="648856" y="624218"/>
                  <a:pt x="662450" y="610624"/>
                  <a:pt x="679220" y="610624"/>
                </a:cubicBezTo>
                <a:close/>
                <a:moveTo>
                  <a:pt x="606665" y="610624"/>
                </a:moveTo>
                <a:cubicBezTo>
                  <a:pt x="623435" y="610624"/>
                  <a:pt x="637029" y="624218"/>
                  <a:pt x="637029" y="640988"/>
                </a:cubicBezTo>
                <a:cubicBezTo>
                  <a:pt x="637029" y="657757"/>
                  <a:pt x="623435" y="671351"/>
                  <a:pt x="606665" y="671351"/>
                </a:cubicBezTo>
                <a:cubicBezTo>
                  <a:pt x="589896" y="671351"/>
                  <a:pt x="576302" y="657757"/>
                  <a:pt x="576302" y="640988"/>
                </a:cubicBezTo>
                <a:cubicBezTo>
                  <a:pt x="576302" y="624218"/>
                  <a:pt x="589896" y="610624"/>
                  <a:pt x="606665" y="610624"/>
                </a:cubicBezTo>
                <a:close/>
                <a:moveTo>
                  <a:pt x="534111" y="610624"/>
                </a:moveTo>
                <a:cubicBezTo>
                  <a:pt x="550880" y="610624"/>
                  <a:pt x="564474" y="624218"/>
                  <a:pt x="564474" y="640988"/>
                </a:cubicBezTo>
                <a:cubicBezTo>
                  <a:pt x="564474" y="657757"/>
                  <a:pt x="550880" y="671351"/>
                  <a:pt x="534111" y="671351"/>
                </a:cubicBezTo>
                <a:cubicBezTo>
                  <a:pt x="517341" y="671351"/>
                  <a:pt x="503747" y="657757"/>
                  <a:pt x="503747" y="640988"/>
                </a:cubicBezTo>
                <a:cubicBezTo>
                  <a:pt x="503747" y="624218"/>
                  <a:pt x="517341" y="610624"/>
                  <a:pt x="534111" y="610624"/>
                </a:cubicBezTo>
                <a:close/>
                <a:moveTo>
                  <a:pt x="461556" y="610624"/>
                </a:moveTo>
                <a:cubicBezTo>
                  <a:pt x="478326" y="610624"/>
                  <a:pt x="491920" y="624218"/>
                  <a:pt x="491920" y="640988"/>
                </a:cubicBezTo>
                <a:cubicBezTo>
                  <a:pt x="491920" y="657757"/>
                  <a:pt x="478326" y="671351"/>
                  <a:pt x="461556" y="671351"/>
                </a:cubicBezTo>
                <a:cubicBezTo>
                  <a:pt x="444787" y="671351"/>
                  <a:pt x="431192" y="657757"/>
                  <a:pt x="431192" y="640988"/>
                </a:cubicBezTo>
                <a:cubicBezTo>
                  <a:pt x="431192" y="624218"/>
                  <a:pt x="444787" y="610624"/>
                  <a:pt x="461556" y="610624"/>
                </a:cubicBezTo>
                <a:close/>
                <a:moveTo>
                  <a:pt x="389002" y="610624"/>
                </a:moveTo>
                <a:cubicBezTo>
                  <a:pt x="405771" y="610624"/>
                  <a:pt x="419365" y="624218"/>
                  <a:pt x="419365" y="640988"/>
                </a:cubicBezTo>
                <a:cubicBezTo>
                  <a:pt x="419365" y="657757"/>
                  <a:pt x="405771" y="671351"/>
                  <a:pt x="389002" y="671351"/>
                </a:cubicBezTo>
                <a:cubicBezTo>
                  <a:pt x="372232" y="671351"/>
                  <a:pt x="358638" y="657757"/>
                  <a:pt x="358638" y="640988"/>
                </a:cubicBezTo>
                <a:cubicBezTo>
                  <a:pt x="358638" y="624218"/>
                  <a:pt x="372232" y="610624"/>
                  <a:pt x="389002" y="610624"/>
                </a:cubicBezTo>
                <a:close/>
                <a:moveTo>
                  <a:pt x="316447" y="610624"/>
                </a:moveTo>
                <a:cubicBezTo>
                  <a:pt x="333216" y="610624"/>
                  <a:pt x="346810" y="624218"/>
                  <a:pt x="346810" y="640988"/>
                </a:cubicBezTo>
                <a:cubicBezTo>
                  <a:pt x="346810" y="657757"/>
                  <a:pt x="333216" y="671351"/>
                  <a:pt x="316447" y="671351"/>
                </a:cubicBezTo>
                <a:cubicBezTo>
                  <a:pt x="299677" y="671351"/>
                  <a:pt x="286084" y="657757"/>
                  <a:pt x="286084" y="640988"/>
                </a:cubicBezTo>
                <a:cubicBezTo>
                  <a:pt x="286084" y="624218"/>
                  <a:pt x="299677" y="610624"/>
                  <a:pt x="316447" y="610624"/>
                </a:cubicBezTo>
                <a:close/>
                <a:moveTo>
                  <a:pt x="243892" y="610624"/>
                </a:moveTo>
                <a:cubicBezTo>
                  <a:pt x="260662" y="610624"/>
                  <a:pt x="274256" y="624218"/>
                  <a:pt x="274256" y="640988"/>
                </a:cubicBezTo>
                <a:cubicBezTo>
                  <a:pt x="274256" y="657757"/>
                  <a:pt x="260662" y="671351"/>
                  <a:pt x="243892" y="671351"/>
                </a:cubicBezTo>
                <a:cubicBezTo>
                  <a:pt x="227123" y="671351"/>
                  <a:pt x="213529" y="657757"/>
                  <a:pt x="213529" y="640988"/>
                </a:cubicBezTo>
                <a:cubicBezTo>
                  <a:pt x="213529" y="624218"/>
                  <a:pt x="227123" y="610624"/>
                  <a:pt x="243892" y="610624"/>
                </a:cubicBezTo>
                <a:close/>
                <a:moveTo>
                  <a:pt x="171339" y="610624"/>
                </a:moveTo>
                <a:cubicBezTo>
                  <a:pt x="188107" y="610624"/>
                  <a:pt x="201701" y="624218"/>
                  <a:pt x="201701" y="640988"/>
                </a:cubicBezTo>
                <a:cubicBezTo>
                  <a:pt x="201701" y="657757"/>
                  <a:pt x="188107" y="671351"/>
                  <a:pt x="171339" y="671351"/>
                </a:cubicBezTo>
                <a:cubicBezTo>
                  <a:pt x="154667" y="671351"/>
                  <a:pt x="141073" y="657757"/>
                  <a:pt x="141073" y="640988"/>
                </a:cubicBezTo>
                <a:cubicBezTo>
                  <a:pt x="141073" y="624218"/>
                  <a:pt x="154667" y="610624"/>
                  <a:pt x="171339" y="610624"/>
                </a:cubicBezTo>
                <a:close/>
                <a:moveTo>
                  <a:pt x="98897" y="610624"/>
                </a:moveTo>
                <a:cubicBezTo>
                  <a:pt x="115658" y="610624"/>
                  <a:pt x="129252" y="624218"/>
                  <a:pt x="129252" y="640988"/>
                </a:cubicBezTo>
                <a:cubicBezTo>
                  <a:pt x="129252" y="657757"/>
                  <a:pt x="115658" y="671351"/>
                  <a:pt x="98897" y="671351"/>
                </a:cubicBezTo>
                <a:cubicBezTo>
                  <a:pt x="82124" y="671351"/>
                  <a:pt x="68530" y="657757"/>
                  <a:pt x="68530" y="640988"/>
                </a:cubicBezTo>
                <a:cubicBezTo>
                  <a:pt x="68530" y="624218"/>
                  <a:pt x="82124" y="610624"/>
                  <a:pt x="98897" y="610624"/>
                </a:cubicBezTo>
                <a:close/>
                <a:moveTo>
                  <a:pt x="26342" y="610624"/>
                </a:moveTo>
                <a:cubicBezTo>
                  <a:pt x="43106" y="610624"/>
                  <a:pt x="56701" y="624218"/>
                  <a:pt x="56701" y="640988"/>
                </a:cubicBezTo>
                <a:cubicBezTo>
                  <a:pt x="56701" y="657757"/>
                  <a:pt x="43106" y="671351"/>
                  <a:pt x="26342" y="671351"/>
                </a:cubicBezTo>
                <a:cubicBezTo>
                  <a:pt x="17956" y="671351"/>
                  <a:pt x="10365" y="667953"/>
                  <a:pt x="4871" y="662458"/>
                </a:cubicBezTo>
                <a:lnTo>
                  <a:pt x="0" y="650698"/>
                </a:lnTo>
                <a:lnTo>
                  <a:pt x="0" y="631277"/>
                </a:lnTo>
                <a:lnTo>
                  <a:pt x="4871" y="619517"/>
                </a:lnTo>
                <a:cubicBezTo>
                  <a:pt x="10365" y="614023"/>
                  <a:pt x="17956" y="610624"/>
                  <a:pt x="26342" y="610624"/>
                </a:cubicBezTo>
                <a:close/>
                <a:moveTo>
                  <a:pt x="1669096" y="549730"/>
                </a:moveTo>
                <a:lnTo>
                  <a:pt x="1668124" y="568994"/>
                </a:lnTo>
                <a:lnTo>
                  <a:pt x="1664620" y="560536"/>
                </a:lnTo>
                <a:close/>
                <a:moveTo>
                  <a:pt x="1622429" y="530173"/>
                </a:moveTo>
                <a:cubicBezTo>
                  <a:pt x="1639199" y="530173"/>
                  <a:pt x="1652792" y="543767"/>
                  <a:pt x="1652792" y="560536"/>
                </a:cubicBezTo>
                <a:cubicBezTo>
                  <a:pt x="1652792" y="577306"/>
                  <a:pt x="1639199" y="590900"/>
                  <a:pt x="1622429" y="590900"/>
                </a:cubicBezTo>
                <a:cubicBezTo>
                  <a:pt x="1605659" y="590900"/>
                  <a:pt x="1592066" y="577306"/>
                  <a:pt x="1592066" y="560536"/>
                </a:cubicBezTo>
                <a:cubicBezTo>
                  <a:pt x="1592066" y="543767"/>
                  <a:pt x="1605659" y="530173"/>
                  <a:pt x="1622429" y="530173"/>
                </a:cubicBezTo>
                <a:close/>
                <a:moveTo>
                  <a:pt x="1549874" y="530173"/>
                </a:moveTo>
                <a:cubicBezTo>
                  <a:pt x="1566644" y="530173"/>
                  <a:pt x="1580238" y="543767"/>
                  <a:pt x="1580238" y="560536"/>
                </a:cubicBezTo>
                <a:cubicBezTo>
                  <a:pt x="1580238" y="577306"/>
                  <a:pt x="1566644" y="590900"/>
                  <a:pt x="1549874" y="590900"/>
                </a:cubicBezTo>
                <a:cubicBezTo>
                  <a:pt x="1533105" y="590900"/>
                  <a:pt x="1519511" y="577306"/>
                  <a:pt x="1519511" y="560536"/>
                </a:cubicBezTo>
                <a:cubicBezTo>
                  <a:pt x="1519511" y="543767"/>
                  <a:pt x="1533105" y="530173"/>
                  <a:pt x="1549874" y="530173"/>
                </a:cubicBezTo>
                <a:close/>
                <a:moveTo>
                  <a:pt x="1477320" y="530173"/>
                </a:moveTo>
                <a:cubicBezTo>
                  <a:pt x="1494089" y="530173"/>
                  <a:pt x="1507683" y="543767"/>
                  <a:pt x="1507683" y="560536"/>
                </a:cubicBezTo>
                <a:cubicBezTo>
                  <a:pt x="1507683" y="577306"/>
                  <a:pt x="1494089" y="590900"/>
                  <a:pt x="1477320" y="590900"/>
                </a:cubicBezTo>
                <a:cubicBezTo>
                  <a:pt x="1460550" y="590900"/>
                  <a:pt x="1446956" y="577306"/>
                  <a:pt x="1446956" y="560536"/>
                </a:cubicBezTo>
                <a:cubicBezTo>
                  <a:pt x="1446956" y="543767"/>
                  <a:pt x="1460550" y="530173"/>
                  <a:pt x="1477320" y="530173"/>
                </a:cubicBezTo>
                <a:close/>
                <a:moveTo>
                  <a:pt x="1404765" y="530173"/>
                </a:moveTo>
                <a:cubicBezTo>
                  <a:pt x="1421535" y="530173"/>
                  <a:pt x="1435129" y="543767"/>
                  <a:pt x="1435129" y="560536"/>
                </a:cubicBezTo>
                <a:cubicBezTo>
                  <a:pt x="1435129" y="577306"/>
                  <a:pt x="1421535" y="590900"/>
                  <a:pt x="1404765" y="590900"/>
                </a:cubicBezTo>
                <a:cubicBezTo>
                  <a:pt x="1387996" y="590900"/>
                  <a:pt x="1374402" y="577306"/>
                  <a:pt x="1374402" y="560536"/>
                </a:cubicBezTo>
                <a:cubicBezTo>
                  <a:pt x="1374402" y="543767"/>
                  <a:pt x="1387996" y="530173"/>
                  <a:pt x="1404765" y="530173"/>
                </a:cubicBezTo>
                <a:close/>
                <a:moveTo>
                  <a:pt x="1332211" y="530173"/>
                </a:moveTo>
                <a:cubicBezTo>
                  <a:pt x="1348980" y="530173"/>
                  <a:pt x="1362574" y="543767"/>
                  <a:pt x="1362574" y="560536"/>
                </a:cubicBezTo>
                <a:cubicBezTo>
                  <a:pt x="1362574" y="577306"/>
                  <a:pt x="1348980" y="590900"/>
                  <a:pt x="1332211" y="590900"/>
                </a:cubicBezTo>
                <a:cubicBezTo>
                  <a:pt x="1315441" y="590900"/>
                  <a:pt x="1301847" y="577306"/>
                  <a:pt x="1301847" y="560536"/>
                </a:cubicBezTo>
                <a:cubicBezTo>
                  <a:pt x="1301847" y="543767"/>
                  <a:pt x="1315441" y="530173"/>
                  <a:pt x="1332211" y="530173"/>
                </a:cubicBezTo>
                <a:close/>
                <a:moveTo>
                  <a:pt x="1259656" y="530173"/>
                </a:moveTo>
                <a:cubicBezTo>
                  <a:pt x="1276426" y="530173"/>
                  <a:pt x="1290020" y="543767"/>
                  <a:pt x="1290020" y="560536"/>
                </a:cubicBezTo>
                <a:cubicBezTo>
                  <a:pt x="1290020" y="577306"/>
                  <a:pt x="1276426" y="590900"/>
                  <a:pt x="1259656" y="590900"/>
                </a:cubicBezTo>
                <a:cubicBezTo>
                  <a:pt x="1242887" y="590900"/>
                  <a:pt x="1229293" y="577306"/>
                  <a:pt x="1229293" y="560536"/>
                </a:cubicBezTo>
                <a:cubicBezTo>
                  <a:pt x="1229293" y="543767"/>
                  <a:pt x="1242887" y="530173"/>
                  <a:pt x="1259656" y="530173"/>
                </a:cubicBezTo>
                <a:close/>
                <a:moveTo>
                  <a:pt x="1187102" y="530173"/>
                </a:moveTo>
                <a:cubicBezTo>
                  <a:pt x="1203871" y="530173"/>
                  <a:pt x="1217465" y="543767"/>
                  <a:pt x="1217465" y="560536"/>
                </a:cubicBezTo>
                <a:cubicBezTo>
                  <a:pt x="1217465" y="577306"/>
                  <a:pt x="1203871" y="590900"/>
                  <a:pt x="1187102" y="590900"/>
                </a:cubicBezTo>
                <a:cubicBezTo>
                  <a:pt x="1170332" y="590900"/>
                  <a:pt x="1156738" y="577306"/>
                  <a:pt x="1156738" y="560536"/>
                </a:cubicBezTo>
                <a:cubicBezTo>
                  <a:pt x="1156738" y="543767"/>
                  <a:pt x="1170332" y="530173"/>
                  <a:pt x="1187102" y="530173"/>
                </a:cubicBezTo>
                <a:close/>
                <a:moveTo>
                  <a:pt x="1114547" y="530173"/>
                </a:moveTo>
                <a:cubicBezTo>
                  <a:pt x="1131317" y="530173"/>
                  <a:pt x="1144911" y="543767"/>
                  <a:pt x="1144911" y="560536"/>
                </a:cubicBezTo>
                <a:cubicBezTo>
                  <a:pt x="1144911" y="577306"/>
                  <a:pt x="1131317" y="590900"/>
                  <a:pt x="1114547" y="590900"/>
                </a:cubicBezTo>
                <a:cubicBezTo>
                  <a:pt x="1097778" y="590900"/>
                  <a:pt x="1084184" y="577306"/>
                  <a:pt x="1084184" y="560536"/>
                </a:cubicBezTo>
                <a:cubicBezTo>
                  <a:pt x="1084184" y="543767"/>
                  <a:pt x="1097778" y="530173"/>
                  <a:pt x="1114547" y="530173"/>
                </a:cubicBezTo>
                <a:close/>
                <a:moveTo>
                  <a:pt x="1041993" y="530173"/>
                </a:moveTo>
                <a:cubicBezTo>
                  <a:pt x="1058762" y="530173"/>
                  <a:pt x="1072356" y="543767"/>
                  <a:pt x="1072356" y="560536"/>
                </a:cubicBezTo>
                <a:cubicBezTo>
                  <a:pt x="1072356" y="577306"/>
                  <a:pt x="1058762" y="590900"/>
                  <a:pt x="1041993" y="590900"/>
                </a:cubicBezTo>
                <a:cubicBezTo>
                  <a:pt x="1025223" y="590900"/>
                  <a:pt x="1011629" y="577306"/>
                  <a:pt x="1011629" y="560536"/>
                </a:cubicBezTo>
                <a:cubicBezTo>
                  <a:pt x="1011629" y="543767"/>
                  <a:pt x="1025223" y="530173"/>
                  <a:pt x="1041993" y="530173"/>
                </a:cubicBezTo>
                <a:close/>
                <a:moveTo>
                  <a:pt x="969438" y="530173"/>
                </a:moveTo>
                <a:cubicBezTo>
                  <a:pt x="986208" y="530173"/>
                  <a:pt x="999801" y="543767"/>
                  <a:pt x="999801" y="560536"/>
                </a:cubicBezTo>
                <a:cubicBezTo>
                  <a:pt x="999801" y="577306"/>
                  <a:pt x="986208" y="590900"/>
                  <a:pt x="969438" y="590900"/>
                </a:cubicBezTo>
                <a:cubicBezTo>
                  <a:pt x="952669" y="590900"/>
                  <a:pt x="939075" y="577306"/>
                  <a:pt x="939075" y="560536"/>
                </a:cubicBezTo>
                <a:cubicBezTo>
                  <a:pt x="939075" y="543767"/>
                  <a:pt x="952669" y="530173"/>
                  <a:pt x="969438" y="530173"/>
                </a:cubicBezTo>
                <a:close/>
                <a:moveTo>
                  <a:pt x="896883" y="530173"/>
                </a:moveTo>
                <a:cubicBezTo>
                  <a:pt x="913653" y="530173"/>
                  <a:pt x="927247" y="543767"/>
                  <a:pt x="927247" y="560536"/>
                </a:cubicBezTo>
                <a:cubicBezTo>
                  <a:pt x="927247" y="577306"/>
                  <a:pt x="913653" y="590900"/>
                  <a:pt x="896883" y="590900"/>
                </a:cubicBezTo>
                <a:cubicBezTo>
                  <a:pt x="880114" y="590900"/>
                  <a:pt x="866520" y="577306"/>
                  <a:pt x="866520" y="560536"/>
                </a:cubicBezTo>
                <a:cubicBezTo>
                  <a:pt x="866520" y="543767"/>
                  <a:pt x="880114" y="530173"/>
                  <a:pt x="896883" y="530173"/>
                </a:cubicBezTo>
                <a:close/>
                <a:moveTo>
                  <a:pt x="824329" y="530173"/>
                </a:moveTo>
                <a:cubicBezTo>
                  <a:pt x="841098" y="530173"/>
                  <a:pt x="854692" y="543767"/>
                  <a:pt x="854692" y="560536"/>
                </a:cubicBezTo>
                <a:cubicBezTo>
                  <a:pt x="854692" y="577306"/>
                  <a:pt x="841098" y="590900"/>
                  <a:pt x="824329" y="590900"/>
                </a:cubicBezTo>
                <a:cubicBezTo>
                  <a:pt x="807559" y="590900"/>
                  <a:pt x="793965" y="577306"/>
                  <a:pt x="793965" y="560536"/>
                </a:cubicBezTo>
                <a:cubicBezTo>
                  <a:pt x="793965" y="543767"/>
                  <a:pt x="807559" y="530173"/>
                  <a:pt x="824329" y="530173"/>
                </a:cubicBezTo>
                <a:close/>
                <a:moveTo>
                  <a:pt x="751774" y="530173"/>
                </a:moveTo>
                <a:cubicBezTo>
                  <a:pt x="768544" y="530173"/>
                  <a:pt x="782138" y="543767"/>
                  <a:pt x="782138" y="560536"/>
                </a:cubicBezTo>
                <a:cubicBezTo>
                  <a:pt x="782138" y="577306"/>
                  <a:pt x="768544" y="590900"/>
                  <a:pt x="751774" y="590900"/>
                </a:cubicBezTo>
                <a:cubicBezTo>
                  <a:pt x="735005" y="590900"/>
                  <a:pt x="721411" y="577306"/>
                  <a:pt x="721411" y="560536"/>
                </a:cubicBezTo>
                <a:cubicBezTo>
                  <a:pt x="721411" y="543767"/>
                  <a:pt x="735005" y="530173"/>
                  <a:pt x="751774" y="530173"/>
                </a:cubicBezTo>
                <a:close/>
                <a:moveTo>
                  <a:pt x="679220" y="530173"/>
                </a:moveTo>
                <a:cubicBezTo>
                  <a:pt x="695989" y="530173"/>
                  <a:pt x="709583" y="543767"/>
                  <a:pt x="709583" y="560536"/>
                </a:cubicBezTo>
                <a:cubicBezTo>
                  <a:pt x="709583" y="577306"/>
                  <a:pt x="695989" y="590900"/>
                  <a:pt x="679220" y="590900"/>
                </a:cubicBezTo>
                <a:cubicBezTo>
                  <a:pt x="662450" y="590900"/>
                  <a:pt x="648856" y="577306"/>
                  <a:pt x="648856" y="560536"/>
                </a:cubicBezTo>
                <a:cubicBezTo>
                  <a:pt x="648856" y="543767"/>
                  <a:pt x="662450" y="530173"/>
                  <a:pt x="679220" y="530173"/>
                </a:cubicBezTo>
                <a:close/>
                <a:moveTo>
                  <a:pt x="606665" y="530173"/>
                </a:moveTo>
                <a:cubicBezTo>
                  <a:pt x="623435" y="530173"/>
                  <a:pt x="637029" y="543767"/>
                  <a:pt x="637029" y="560536"/>
                </a:cubicBezTo>
                <a:cubicBezTo>
                  <a:pt x="637029" y="577306"/>
                  <a:pt x="623435" y="590900"/>
                  <a:pt x="606665" y="590900"/>
                </a:cubicBezTo>
                <a:cubicBezTo>
                  <a:pt x="589896" y="590900"/>
                  <a:pt x="576302" y="577306"/>
                  <a:pt x="576302" y="560536"/>
                </a:cubicBezTo>
                <a:cubicBezTo>
                  <a:pt x="576302" y="543767"/>
                  <a:pt x="589896" y="530173"/>
                  <a:pt x="606665" y="530173"/>
                </a:cubicBezTo>
                <a:close/>
                <a:moveTo>
                  <a:pt x="534111" y="530173"/>
                </a:moveTo>
                <a:cubicBezTo>
                  <a:pt x="550880" y="530173"/>
                  <a:pt x="564474" y="543767"/>
                  <a:pt x="564474" y="560536"/>
                </a:cubicBezTo>
                <a:cubicBezTo>
                  <a:pt x="564474" y="577306"/>
                  <a:pt x="550880" y="590900"/>
                  <a:pt x="534111" y="590900"/>
                </a:cubicBezTo>
                <a:cubicBezTo>
                  <a:pt x="517341" y="590900"/>
                  <a:pt x="503747" y="577306"/>
                  <a:pt x="503747" y="560536"/>
                </a:cubicBezTo>
                <a:cubicBezTo>
                  <a:pt x="503747" y="543767"/>
                  <a:pt x="517341" y="530173"/>
                  <a:pt x="534111" y="530173"/>
                </a:cubicBezTo>
                <a:close/>
                <a:moveTo>
                  <a:pt x="461556" y="530173"/>
                </a:moveTo>
                <a:cubicBezTo>
                  <a:pt x="478326" y="530173"/>
                  <a:pt x="491920" y="543767"/>
                  <a:pt x="491920" y="560536"/>
                </a:cubicBezTo>
                <a:cubicBezTo>
                  <a:pt x="491920" y="577306"/>
                  <a:pt x="478326" y="590900"/>
                  <a:pt x="461556" y="590900"/>
                </a:cubicBezTo>
                <a:cubicBezTo>
                  <a:pt x="444787" y="590900"/>
                  <a:pt x="431192" y="577306"/>
                  <a:pt x="431192" y="560536"/>
                </a:cubicBezTo>
                <a:cubicBezTo>
                  <a:pt x="431192" y="543767"/>
                  <a:pt x="444787" y="530173"/>
                  <a:pt x="461556" y="530173"/>
                </a:cubicBezTo>
                <a:close/>
                <a:moveTo>
                  <a:pt x="389002" y="530173"/>
                </a:moveTo>
                <a:cubicBezTo>
                  <a:pt x="405771" y="530173"/>
                  <a:pt x="419365" y="543767"/>
                  <a:pt x="419365" y="560536"/>
                </a:cubicBezTo>
                <a:cubicBezTo>
                  <a:pt x="419365" y="577306"/>
                  <a:pt x="405771" y="590900"/>
                  <a:pt x="389002" y="590900"/>
                </a:cubicBezTo>
                <a:cubicBezTo>
                  <a:pt x="372232" y="590900"/>
                  <a:pt x="358638" y="577306"/>
                  <a:pt x="358638" y="560536"/>
                </a:cubicBezTo>
                <a:cubicBezTo>
                  <a:pt x="358638" y="543767"/>
                  <a:pt x="372232" y="530173"/>
                  <a:pt x="389002" y="530173"/>
                </a:cubicBezTo>
                <a:close/>
                <a:moveTo>
                  <a:pt x="316447" y="530173"/>
                </a:moveTo>
                <a:cubicBezTo>
                  <a:pt x="333216" y="530173"/>
                  <a:pt x="346810" y="543767"/>
                  <a:pt x="346810" y="560536"/>
                </a:cubicBezTo>
                <a:cubicBezTo>
                  <a:pt x="346810" y="577306"/>
                  <a:pt x="333216" y="590900"/>
                  <a:pt x="316447" y="590900"/>
                </a:cubicBezTo>
                <a:cubicBezTo>
                  <a:pt x="299677" y="590900"/>
                  <a:pt x="286084" y="577306"/>
                  <a:pt x="286084" y="560536"/>
                </a:cubicBezTo>
                <a:cubicBezTo>
                  <a:pt x="286084" y="543767"/>
                  <a:pt x="299677" y="530173"/>
                  <a:pt x="316447" y="530173"/>
                </a:cubicBezTo>
                <a:close/>
                <a:moveTo>
                  <a:pt x="243892" y="530173"/>
                </a:moveTo>
                <a:cubicBezTo>
                  <a:pt x="260662" y="530173"/>
                  <a:pt x="274256" y="543767"/>
                  <a:pt x="274256" y="560536"/>
                </a:cubicBezTo>
                <a:cubicBezTo>
                  <a:pt x="274256" y="577306"/>
                  <a:pt x="260662" y="590900"/>
                  <a:pt x="243892" y="590900"/>
                </a:cubicBezTo>
                <a:cubicBezTo>
                  <a:pt x="227123" y="590900"/>
                  <a:pt x="213529" y="577306"/>
                  <a:pt x="213529" y="560536"/>
                </a:cubicBezTo>
                <a:cubicBezTo>
                  <a:pt x="213529" y="543767"/>
                  <a:pt x="227123" y="530173"/>
                  <a:pt x="243892" y="530173"/>
                </a:cubicBezTo>
                <a:close/>
                <a:moveTo>
                  <a:pt x="171339" y="530173"/>
                </a:moveTo>
                <a:cubicBezTo>
                  <a:pt x="188107" y="530173"/>
                  <a:pt x="201701" y="543767"/>
                  <a:pt x="201701" y="560536"/>
                </a:cubicBezTo>
                <a:cubicBezTo>
                  <a:pt x="201701" y="577306"/>
                  <a:pt x="188107" y="590900"/>
                  <a:pt x="171339" y="590900"/>
                </a:cubicBezTo>
                <a:cubicBezTo>
                  <a:pt x="154673" y="590900"/>
                  <a:pt x="141079" y="577306"/>
                  <a:pt x="141079" y="560536"/>
                </a:cubicBezTo>
                <a:cubicBezTo>
                  <a:pt x="141079" y="543767"/>
                  <a:pt x="154673" y="530173"/>
                  <a:pt x="171339" y="530173"/>
                </a:cubicBezTo>
                <a:close/>
                <a:moveTo>
                  <a:pt x="98904" y="530173"/>
                </a:moveTo>
                <a:cubicBezTo>
                  <a:pt x="115664" y="530173"/>
                  <a:pt x="129258" y="543767"/>
                  <a:pt x="129258" y="560536"/>
                </a:cubicBezTo>
                <a:cubicBezTo>
                  <a:pt x="129258" y="577306"/>
                  <a:pt x="115664" y="590900"/>
                  <a:pt x="98904" y="590900"/>
                </a:cubicBezTo>
                <a:cubicBezTo>
                  <a:pt x="82130" y="590900"/>
                  <a:pt x="68536" y="577306"/>
                  <a:pt x="68536" y="560536"/>
                </a:cubicBezTo>
                <a:cubicBezTo>
                  <a:pt x="68536" y="543767"/>
                  <a:pt x="82130" y="530173"/>
                  <a:pt x="98904" y="530173"/>
                </a:cubicBezTo>
                <a:close/>
                <a:moveTo>
                  <a:pt x="26349" y="530173"/>
                </a:moveTo>
                <a:cubicBezTo>
                  <a:pt x="43112" y="530173"/>
                  <a:pt x="56707" y="543767"/>
                  <a:pt x="56707" y="560536"/>
                </a:cubicBezTo>
                <a:cubicBezTo>
                  <a:pt x="56707" y="577306"/>
                  <a:pt x="43112" y="590900"/>
                  <a:pt x="26349" y="590900"/>
                </a:cubicBezTo>
                <a:cubicBezTo>
                  <a:pt x="17963" y="590900"/>
                  <a:pt x="10372" y="587502"/>
                  <a:pt x="4877" y="582007"/>
                </a:cubicBezTo>
                <a:lnTo>
                  <a:pt x="0" y="570232"/>
                </a:lnTo>
                <a:lnTo>
                  <a:pt x="0" y="550840"/>
                </a:lnTo>
                <a:lnTo>
                  <a:pt x="4877" y="539066"/>
                </a:lnTo>
                <a:cubicBezTo>
                  <a:pt x="10372" y="533572"/>
                  <a:pt x="17963" y="530173"/>
                  <a:pt x="26349" y="530173"/>
                </a:cubicBezTo>
                <a:close/>
                <a:moveTo>
                  <a:pt x="1673704" y="458486"/>
                </a:moveTo>
                <a:lnTo>
                  <a:pt x="1671744" y="497284"/>
                </a:lnTo>
                <a:lnTo>
                  <a:pt x="1664620" y="480084"/>
                </a:lnTo>
                <a:cubicBezTo>
                  <a:pt x="1664620" y="471700"/>
                  <a:pt x="1668019" y="464109"/>
                  <a:pt x="1673514" y="458614"/>
                </a:cubicBezTo>
                <a:close/>
                <a:moveTo>
                  <a:pt x="1622429" y="449721"/>
                </a:moveTo>
                <a:cubicBezTo>
                  <a:pt x="1639199" y="449721"/>
                  <a:pt x="1652792" y="463315"/>
                  <a:pt x="1652792" y="480084"/>
                </a:cubicBezTo>
                <a:cubicBezTo>
                  <a:pt x="1652792" y="496854"/>
                  <a:pt x="1639199" y="510448"/>
                  <a:pt x="1622429" y="510448"/>
                </a:cubicBezTo>
                <a:cubicBezTo>
                  <a:pt x="1605659" y="510448"/>
                  <a:pt x="1592066" y="496854"/>
                  <a:pt x="1592066" y="480084"/>
                </a:cubicBezTo>
                <a:cubicBezTo>
                  <a:pt x="1592066" y="463315"/>
                  <a:pt x="1605659" y="449721"/>
                  <a:pt x="1622429" y="449721"/>
                </a:cubicBezTo>
                <a:close/>
                <a:moveTo>
                  <a:pt x="1549874" y="449721"/>
                </a:moveTo>
                <a:cubicBezTo>
                  <a:pt x="1566644" y="449721"/>
                  <a:pt x="1580238" y="463315"/>
                  <a:pt x="1580238" y="480084"/>
                </a:cubicBezTo>
                <a:cubicBezTo>
                  <a:pt x="1580238" y="496854"/>
                  <a:pt x="1566644" y="510448"/>
                  <a:pt x="1549874" y="510448"/>
                </a:cubicBezTo>
                <a:cubicBezTo>
                  <a:pt x="1533105" y="510448"/>
                  <a:pt x="1519511" y="496854"/>
                  <a:pt x="1519511" y="480084"/>
                </a:cubicBezTo>
                <a:cubicBezTo>
                  <a:pt x="1519511" y="463315"/>
                  <a:pt x="1533105" y="449721"/>
                  <a:pt x="1549874" y="449721"/>
                </a:cubicBezTo>
                <a:close/>
                <a:moveTo>
                  <a:pt x="1477320" y="449721"/>
                </a:moveTo>
                <a:cubicBezTo>
                  <a:pt x="1494089" y="449721"/>
                  <a:pt x="1507683" y="463315"/>
                  <a:pt x="1507683" y="480084"/>
                </a:cubicBezTo>
                <a:cubicBezTo>
                  <a:pt x="1507683" y="496854"/>
                  <a:pt x="1494089" y="510448"/>
                  <a:pt x="1477320" y="510448"/>
                </a:cubicBezTo>
                <a:cubicBezTo>
                  <a:pt x="1460550" y="510448"/>
                  <a:pt x="1446956" y="496854"/>
                  <a:pt x="1446956" y="480084"/>
                </a:cubicBezTo>
                <a:cubicBezTo>
                  <a:pt x="1446956" y="463315"/>
                  <a:pt x="1460550" y="449721"/>
                  <a:pt x="1477320" y="449721"/>
                </a:cubicBezTo>
                <a:close/>
                <a:moveTo>
                  <a:pt x="1404765" y="449721"/>
                </a:moveTo>
                <a:cubicBezTo>
                  <a:pt x="1421535" y="449721"/>
                  <a:pt x="1435129" y="463315"/>
                  <a:pt x="1435129" y="480084"/>
                </a:cubicBezTo>
                <a:cubicBezTo>
                  <a:pt x="1435129" y="496854"/>
                  <a:pt x="1421535" y="510448"/>
                  <a:pt x="1404765" y="510448"/>
                </a:cubicBezTo>
                <a:cubicBezTo>
                  <a:pt x="1387996" y="510448"/>
                  <a:pt x="1374402" y="496854"/>
                  <a:pt x="1374402" y="480084"/>
                </a:cubicBezTo>
                <a:cubicBezTo>
                  <a:pt x="1374402" y="463315"/>
                  <a:pt x="1387996" y="449721"/>
                  <a:pt x="1404765" y="449721"/>
                </a:cubicBezTo>
                <a:close/>
                <a:moveTo>
                  <a:pt x="1332211" y="449721"/>
                </a:moveTo>
                <a:cubicBezTo>
                  <a:pt x="1348980" y="449721"/>
                  <a:pt x="1362574" y="463315"/>
                  <a:pt x="1362574" y="480084"/>
                </a:cubicBezTo>
                <a:cubicBezTo>
                  <a:pt x="1362574" y="496854"/>
                  <a:pt x="1348980" y="510448"/>
                  <a:pt x="1332211" y="510448"/>
                </a:cubicBezTo>
                <a:cubicBezTo>
                  <a:pt x="1315441" y="510448"/>
                  <a:pt x="1301847" y="496854"/>
                  <a:pt x="1301847" y="480084"/>
                </a:cubicBezTo>
                <a:cubicBezTo>
                  <a:pt x="1301847" y="463315"/>
                  <a:pt x="1315441" y="449721"/>
                  <a:pt x="1332211" y="449721"/>
                </a:cubicBezTo>
                <a:close/>
                <a:moveTo>
                  <a:pt x="1259656" y="449721"/>
                </a:moveTo>
                <a:cubicBezTo>
                  <a:pt x="1276426" y="449721"/>
                  <a:pt x="1290020" y="463315"/>
                  <a:pt x="1290020" y="480084"/>
                </a:cubicBezTo>
                <a:cubicBezTo>
                  <a:pt x="1290020" y="496854"/>
                  <a:pt x="1276426" y="510448"/>
                  <a:pt x="1259656" y="510448"/>
                </a:cubicBezTo>
                <a:cubicBezTo>
                  <a:pt x="1242887" y="510448"/>
                  <a:pt x="1229293" y="496854"/>
                  <a:pt x="1229293" y="480084"/>
                </a:cubicBezTo>
                <a:cubicBezTo>
                  <a:pt x="1229293" y="463315"/>
                  <a:pt x="1242887" y="449721"/>
                  <a:pt x="1259656" y="449721"/>
                </a:cubicBezTo>
                <a:close/>
                <a:moveTo>
                  <a:pt x="1187102" y="449721"/>
                </a:moveTo>
                <a:cubicBezTo>
                  <a:pt x="1203871" y="449721"/>
                  <a:pt x="1217465" y="463315"/>
                  <a:pt x="1217465" y="480084"/>
                </a:cubicBezTo>
                <a:cubicBezTo>
                  <a:pt x="1217465" y="496854"/>
                  <a:pt x="1203871" y="510448"/>
                  <a:pt x="1187102" y="510448"/>
                </a:cubicBezTo>
                <a:cubicBezTo>
                  <a:pt x="1170332" y="510448"/>
                  <a:pt x="1156738" y="496854"/>
                  <a:pt x="1156738" y="480084"/>
                </a:cubicBezTo>
                <a:cubicBezTo>
                  <a:pt x="1156738" y="463315"/>
                  <a:pt x="1170332" y="449721"/>
                  <a:pt x="1187102" y="449721"/>
                </a:cubicBezTo>
                <a:close/>
                <a:moveTo>
                  <a:pt x="1114547" y="449721"/>
                </a:moveTo>
                <a:cubicBezTo>
                  <a:pt x="1131317" y="449721"/>
                  <a:pt x="1144911" y="463315"/>
                  <a:pt x="1144911" y="480084"/>
                </a:cubicBezTo>
                <a:cubicBezTo>
                  <a:pt x="1144911" y="496854"/>
                  <a:pt x="1131317" y="510448"/>
                  <a:pt x="1114547" y="510448"/>
                </a:cubicBezTo>
                <a:cubicBezTo>
                  <a:pt x="1097778" y="510448"/>
                  <a:pt x="1084184" y="496854"/>
                  <a:pt x="1084184" y="480084"/>
                </a:cubicBezTo>
                <a:cubicBezTo>
                  <a:pt x="1084184" y="463315"/>
                  <a:pt x="1097778" y="449721"/>
                  <a:pt x="1114547" y="449721"/>
                </a:cubicBezTo>
                <a:close/>
                <a:moveTo>
                  <a:pt x="1041993" y="449721"/>
                </a:moveTo>
                <a:cubicBezTo>
                  <a:pt x="1058762" y="449721"/>
                  <a:pt x="1072356" y="463315"/>
                  <a:pt x="1072356" y="480084"/>
                </a:cubicBezTo>
                <a:cubicBezTo>
                  <a:pt x="1072356" y="496854"/>
                  <a:pt x="1058762" y="510448"/>
                  <a:pt x="1041993" y="510448"/>
                </a:cubicBezTo>
                <a:cubicBezTo>
                  <a:pt x="1025223" y="510448"/>
                  <a:pt x="1011629" y="496854"/>
                  <a:pt x="1011629" y="480084"/>
                </a:cubicBezTo>
                <a:cubicBezTo>
                  <a:pt x="1011629" y="463315"/>
                  <a:pt x="1025223" y="449721"/>
                  <a:pt x="1041993" y="449721"/>
                </a:cubicBezTo>
                <a:close/>
                <a:moveTo>
                  <a:pt x="969438" y="449721"/>
                </a:moveTo>
                <a:cubicBezTo>
                  <a:pt x="986208" y="449721"/>
                  <a:pt x="999801" y="463315"/>
                  <a:pt x="999801" y="480084"/>
                </a:cubicBezTo>
                <a:cubicBezTo>
                  <a:pt x="999801" y="496854"/>
                  <a:pt x="986208" y="510448"/>
                  <a:pt x="969438" y="510448"/>
                </a:cubicBezTo>
                <a:cubicBezTo>
                  <a:pt x="952669" y="510448"/>
                  <a:pt x="939075" y="496854"/>
                  <a:pt x="939075" y="480084"/>
                </a:cubicBezTo>
                <a:cubicBezTo>
                  <a:pt x="939075" y="463315"/>
                  <a:pt x="952669" y="449721"/>
                  <a:pt x="969438" y="449721"/>
                </a:cubicBezTo>
                <a:close/>
                <a:moveTo>
                  <a:pt x="896883" y="449721"/>
                </a:moveTo>
                <a:cubicBezTo>
                  <a:pt x="913653" y="449721"/>
                  <a:pt x="927247" y="463315"/>
                  <a:pt x="927247" y="480084"/>
                </a:cubicBezTo>
                <a:cubicBezTo>
                  <a:pt x="927247" y="496854"/>
                  <a:pt x="913653" y="510448"/>
                  <a:pt x="896883" y="510448"/>
                </a:cubicBezTo>
                <a:cubicBezTo>
                  <a:pt x="880114" y="510448"/>
                  <a:pt x="866520" y="496854"/>
                  <a:pt x="866520" y="480084"/>
                </a:cubicBezTo>
                <a:cubicBezTo>
                  <a:pt x="866520" y="463315"/>
                  <a:pt x="880114" y="449721"/>
                  <a:pt x="896883" y="449721"/>
                </a:cubicBezTo>
                <a:close/>
                <a:moveTo>
                  <a:pt x="824329" y="449721"/>
                </a:moveTo>
                <a:cubicBezTo>
                  <a:pt x="841098" y="449721"/>
                  <a:pt x="854692" y="463315"/>
                  <a:pt x="854692" y="480084"/>
                </a:cubicBezTo>
                <a:cubicBezTo>
                  <a:pt x="854692" y="496854"/>
                  <a:pt x="841098" y="510448"/>
                  <a:pt x="824329" y="510448"/>
                </a:cubicBezTo>
                <a:cubicBezTo>
                  <a:pt x="807559" y="510448"/>
                  <a:pt x="793965" y="496854"/>
                  <a:pt x="793965" y="480084"/>
                </a:cubicBezTo>
                <a:cubicBezTo>
                  <a:pt x="793965" y="463315"/>
                  <a:pt x="807559" y="449721"/>
                  <a:pt x="824329" y="449721"/>
                </a:cubicBezTo>
                <a:close/>
                <a:moveTo>
                  <a:pt x="751774" y="449721"/>
                </a:moveTo>
                <a:cubicBezTo>
                  <a:pt x="768544" y="449721"/>
                  <a:pt x="782138" y="463315"/>
                  <a:pt x="782138" y="480084"/>
                </a:cubicBezTo>
                <a:cubicBezTo>
                  <a:pt x="782138" y="496854"/>
                  <a:pt x="768544" y="510448"/>
                  <a:pt x="751774" y="510448"/>
                </a:cubicBezTo>
                <a:cubicBezTo>
                  <a:pt x="735005" y="510448"/>
                  <a:pt x="721411" y="496854"/>
                  <a:pt x="721411" y="480084"/>
                </a:cubicBezTo>
                <a:cubicBezTo>
                  <a:pt x="721411" y="463315"/>
                  <a:pt x="735005" y="449721"/>
                  <a:pt x="751774" y="449721"/>
                </a:cubicBezTo>
                <a:close/>
                <a:moveTo>
                  <a:pt x="679220" y="449721"/>
                </a:moveTo>
                <a:cubicBezTo>
                  <a:pt x="695989" y="449721"/>
                  <a:pt x="709583" y="463315"/>
                  <a:pt x="709583" y="480084"/>
                </a:cubicBezTo>
                <a:cubicBezTo>
                  <a:pt x="709583" y="496854"/>
                  <a:pt x="695989" y="510448"/>
                  <a:pt x="679220" y="510448"/>
                </a:cubicBezTo>
                <a:cubicBezTo>
                  <a:pt x="662450" y="510448"/>
                  <a:pt x="648856" y="496854"/>
                  <a:pt x="648856" y="480084"/>
                </a:cubicBezTo>
                <a:cubicBezTo>
                  <a:pt x="648856" y="463315"/>
                  <a:pt x="662450" y="449721"/>
                  <a:pt x="679220" y="449721"/>
                </a:cubicBezTo>
                <a:close/>
                <a:moveTo>
                  <a:pt x="606665" y="449721"/>
                </a:moveTo>
                <a:cubicBezTo>
                  <a:pt x="623435" y="449721"/>
                  <a:pt x="637029" y="463315"/>
                  <a:pt x="637029" y="480084"/>
                </a:cubicBezTo>
                <a:cubicBezTo>
                  <a:pt x="637029" y="496854"/>
                  <a:pt x="623435" y="510448"/>
                  <a:pt x="606665" y="510448"/>
                </a:cubicBezTo>
                <a:cubicBezTo>
                  <a:pt x="589896" y="510448"/>
                  <a:pt x="576302" y="496854"/>
                  <a:pt x="576302" y="480084"/>
                </a:cubicBezTo>
                <a:cubicBezTo>
                  <a:pt x="576302" y="463315"/>
                  <a:pt x="589896" y="449721"/>
                  <a:pt x="606665" y="449721"/>
                </a:cubicBezTo>
                <a:close/>
                <a:moveTo>
                  <a:pt x="534111" y="449721"/>
                </a:moveTo>
                <a:cubicBezTo>
                  <a:pt x="550880" y="449721"/>
                  <a:pt x="564474" y="463315"/>
                  <a:pt x="564474" y="480084"/>
                </a:cubicBezTo>
                <a:cubicBezTo>
                  <a:pt x="564474" y="496854"/>
                  <a:pt x="550880" y="510448"/>
                  <a:pt x="534111" y="510448"/>
                </a:cubicBezTo>
                <a:cubicBezTo>
                  <a:pt x="517341" y="510448"/>
                  <a:pt x="503747" y="496854"/>
                  <a:pt x="503747" y="480084"/>
                </a:cubicBezTo>
                <a:cubicBezTo>
                  <a:pt x="503747" y="463315"/>
                  <a:pt x="517341" y="449721"/>
                  <a:pt x="534111" y="449721"/>
                </a:cubicBezTo>
                <a:close/>
                <a:moveTo>
                  <a:pt x="461556" y="449721"/>
                </a:moveTo>
                <a:cubicBezTo>
                  <a:pt x="478326" y="449721"/>
                  <a:pt x="491920" y="463315"/>
                  <a:pt x="491920" y="480084"/>
                </a:cubicBezTo>
                <a:cubicBezTo>
                  <a:pt x="491920" y="496854"/>
                  <a:pt x="478326" y="510448"/>
                  <a:pt x="461556" y="510448"/>
                </a:cubicBezTo>
                <a:cubicBezTo>
                  <a:pt x="444787" y="510448"/>
                  <a:pt x="431192" y="496854"/>
                  <a:pt x="431192" y="480084"/>
                </a:cubicBezTo>
                <a:cubicBezTo>
                  <a:pt x="431192" y="463315"/>
                  <a:pt x="444787" y="449721"/>
                  <a:pt x="461556" y="449721"/>
                </a:cubicBezTo>
                <a:close/>
                <a:moveTo>
                  <a:pt x="389002" y="449721"/>
                </a:moveTo>
                <a:cubicBezTo>
                  <a:pt x="405771" y="449721"/>
                  <a:pt x="419365" y="463315"/>
                  <a:pt x="419365" y="480084"/>
                </a:cubicBezTo>
                <a:cubicBezTo>
                  <a:pt x="419365" y="496854"/>
                  <a:pt x="405771" y="510448"/>
                  <a:pt x="389002" y="510448"/>
                </a:cubicBezTo>
                <a:cubicBezTo>
                  <a:pt x="372232" y="510448"/>
                  <a:pt x="358638" y="496854"/>
                  <a:pt x="358638" y="480084"/>
                </a:cubicBezTo>
                <a:cubicBezTo>
                  <a:pt x="358638" y="463315"/>
                  <a:pt x="372232" y="449721"/>
                  <a:pt x="389002" y="449721"/>
                </a:cubicBezTo>
                <a:close/>
                <a:moveTo>
                  <a:pt x="316447" y="449721"/>
                </a:moveTo>
                <a:cubicBezTo>
                  <a:pt x="333216" y="449721"/>
                  <a:pt x="346810" y="463315"/>
                  <a:pt x="346810" y="480084"/>
                </a:cubicBezTo>
                <a:cubicBezTo>
                  <a:pt x="346810" y="496854"/>
                  <a:pt x="333216" y="510448"/>
                  <a:pt x="316447" y="510448"/>
                </a:cubicBezTo>
                <a:cubicBezTo>
                  <a:pt x="299677" y="510448"/>
                  <a:pt x="286084" y="496854"/>
                  <a:pt x="286084" y="480084"/>
                </a:cubicBezTo>
                <a:cubicBezTo>
                  <a:pt x="286084" y="463315"/>
                  <a:pt x="299677" y="449721"/>
                  <a:pt x="316447" y="449721"/>
                </a:cubicBezTo>
                <a:close/>
                <a:moveTo>
                  <a:pt x="243892" y="449721"/>
                </a:moveTo>
                <a:cubicBezTo>
                  <a:pt x="260662" y="449721"/>
                  <a:pt x="274256" y="463315"/>
                  <a:pt x="274256" y="480084"/>
                </a:cubicBezTo>
                <a:cubicBezTo>
                  <a:pt x="274256" y="496854"/>
                  <a:pt x="260662" y="510448"/>
                  <a:pt x="243892" y="510448"/>
                </a:cubicBezTo>
                <a:cubicBezTo>
                  <a:pt x="227123" y="510448"/>
                  <a:pt x="213529" y="496854"/>
                  <a:pt x="213529" y="480084"/>
                </a:cubicBezTo>
                <a:cubicBezTo>
                  <a:pt x="213529" y="463315"/>
                  <a:pt x="227123" y="449721"/>
                  <a:pt x="243892" y="449721"/>
                </a:cubicBezTo>
                <a:close/>
                <a:moveTo>
                  <a:pt x="171339" y="449721"/>
                </a:moveTo>
                <a:cubicBezTo>
                  <a:pt x="188107" y="449721"/>
                  <a:pt x="201701" y="463315"/>
                  <a:pt x="201701" y="480084"/>
                </a:cubicBezTo>
                <a:cubicBezTo>
                  <a:pt x="201701" y="496854"/>
                  <a:pt x="188107" y="510448"/>
                  <a:pt x="171339" y="510448"/>
                </a:cubicBezTo>
                <a:cubicBezTo>
                  <a:pt x="154679" y="510448"/>
                  <a:pt x="141085" y="496854"/>
                  <a:pt x="141085" y="480084"/>
                </a:cubicBezTo>
                <a:cubicBezTo>
                  <a:pt x="141085" y="463315"/>
                  <a:pt x="154679" y="449721"/>
                  <a:pt x="171339" y="449721"/>
                </a:cubicBezTo>
                <a:close/>
                <a:moveTo>
                  <a:pt x="98910" y="449721"/>
                </a:moveTo>
                <a:cubicBezTo>
                  <a:pt x="115670" y="449721"/>
                  <a:pt x="129264" y="463315"/>
                  <a:pt x="129264" y="480084"/>
                </a:cubicBezTo>
                <a:cubicBezTo>
                  <a:pt x="129264" y="496854"/>
                  <a:pt x="115670" y="510448"/>
                  <a:pt x="98910" y="510448"/>
                </a:cubicBezTo>
                <a:cubicBezTo>
                  <a:pt x="82136" y="510448"/>
                  <a:pt x="68542" y="496854"/>
                  <a:pt x="68542" y="480084"/>
                </a:cubicBezTo>
                <a:cubicBezTo>
                  <a:pt x="68542" y="463315"/>
                  <a:pt x="82136" y="449721"/>
                  <a:pt x="98910" y="449721"/>
                </a:cubicBezTo>
                <a:close/>
                <a:moveTo>
                  <a:pt x="26355" y="449721"/>
                </a:moveTo>
                <a:cubicBezTo>
                  <a:pt x="43118" y="449721"/>
                  <a:pt x="56713" y="463315"/>
                  <a:pt x="56713" y="480084"/>
                </a:cubicBezTo>
                <a:cubicBezTo>
                  <a:pt x="56713" y="496854"/>
                  <a:pt x="43118" y="510448"/>
                  <a:pt x="26355" y="510448"/>
                </a:cubicBezTo>
                <a:cubicBezTo>
                  <a:pt x="17970" y="510448"/>
                  <a:pt x="10379" y="507050"/>
                  <a:pt x="4884" y="501555"/>
                </a:cubicBezTo>
                <a:lnTo>
                  <a:pt x="0" y="489763"/>
                </a:lnTo>
                <a:lnTo>
                  <a:pt x="0" y="470405"/>
                </a:lnTo>
                <a:lnTo>
                  <a:pt x="4884" y="458614"/>
                </a:lnTo>
                <a:cubicBezTo>
                  <a:pt x="10379" y="453120"/>
                  <a:pt x="17970" y="449721"/>
                  <a:pt x="26355" y="449721"/>
                </a:cubicBezTo>
                <a:close/>
                <a:moveTo>
                  <a:pt x="1673066" y="379245"/>
                </a:moveTo>
                <a:lnTo>
                  <a:pt x="1675237" y="422266"/>
                </a:lnTo>
                <a:lnTo>
                  <a:pt x="1673514" y="421103"/>
                </a:lnTo>
                <a:cubicBezTo>
                  <a:pt x="1668019" y="415609"/>
                  <a:pt x="1664620" y="408017"/>
                  <a:pt x="1664620" y="399633"/>
                </a:cubicBezTo>
                <a:close/>
                <a:moveTo>
                  <a:pt x="1622429" y="369269"/>
                </a:moveTo>
                <a:cubicBezTo>
                  <a:pt x="1639199" y="369269"/>
                  <a:pt x="1652792" y="382864"/>
                  <a:pt x="1652792" y="399633"/>
                </a:cubicBezTo>
                <a:cubicBezTo>
                  <a:pt x="1652792" y="416402"/>
                  <a:pt x="1639199" y="429997"/>
                  <a:pt x="1622429" y="429997"/>
                </a:cubicBezTo>
                <a:cubicBezTo>
                  <a:pt x="1605659" y="429997"/>
                  <a:pt x="1592066" y="416402"/>
                  <a:pt x="1592066" y="399633"/>
                </a:cubicBezTo>
                <a:cubicBezTo>
                  <a:pt x="1592066" y="382864"/>
                  <a:pt x="1605659" y="369269"/>
                  <a:pt x="1622429" y="369269"/>
                </a:cubicBezTo>
                <a:close/>
                <a:moveTo>
                  <a:pt x="1549874" y="369269"/>
                </a:moveTo>
                <a:cubicBezTo>
                  <a:pt x="1566644" y="369269"/>
                  <a:pt x="1580238" y="382864"/>
                  <a:pt x="1580238" y="399633"/>
                </a:cubicBezTo>
                <a:cubicBezTo>
                  <a:pt x="1580238" y="416402"/>
                  <a:pt x="1566644" y="429997"/>
                  <a:pt x="1549874" y="429997"/>
                </a:cubicBezTo>
                <a:cubicBezTo>
                  <a:pt x="1533105" y="429997"/>
                  <a:pt x="1519511" y="416402"/>
                  <a:pt x="1519511" y="399633"/>
                </a:cubicBezTo>
                <a:cubicBezTo>
                  <a:pt x="1519511" y="382864"/>
                  <a:pt x="1533105" y="369269"/>
                  <a:pt x="1549874" y="369269"/>
                </a:cubicBezTo>
                <a:close/>
                <a:moveTo>
                  <a:pt x="1477320" y="369269"/>
                </a:moveTo>
                <a:cubicBezTo>
                  <a:pt x="1494089" y="369269"/>
                  <a:pt x="1507683" y="382864"/>
                  <a:pt x="1507683" y="399633"/>
                </a:cubicBezTo>
                <a:cubicBezTo>
                  <a:pt x="1507683" y="416402"/>
                  <a:pt x="1494089" y="429997"/>
                  <a:pt x="1477320" y="429997"/>
                </a:cubicBezTo>
                <a:cubicBezTo>
                  <a:pt x="1460550" y="429997"/>
                  <a:pt x="1446956" y="416402"/>
                  <a:pt x="1446956" y="399633"/>
                </a:cubicBezTo>
                <a:cubicBezTo>
                  <a:pt x="1446956" y="382864"/>
                  <a:pt x="1460550" y="369269"/>
                  <a:pt x="1477320" y="369269"/>
                </a:cubicBezTo>
                <a:close/>
                <a:moveTo>
                  <a:pt x="1404765" y="369269"/>
                </a:moveTo>
                <a:cubicBezTo>
                  <a:pt x="1421535" y="369269"/>
                  <a:pt x="1435129" y="382864"/>
                  <a:pt x="1435129" y="399633"/>
                </a:cubicBezTo>
                <a:cubicBezTo>
                  <a:pt x="1435129" y="416402"/>
                  <a:pt x="1421535" y="429997"/>
                  <a:pt x="1404765" y="429997"/>
                </a:cubicBezTo>
                <a:cubicBezTo>
                  <a:pt x="1387996" y="429997"/>
                  <a:pt x="1374402" y="416402"/>
                  <a:pt x="1374402" y="399633"/>
                </a:cubicBezTo>
                <a:cubicBezTo>
                  <a:pt x="1374402" y="382864"/>
                  <a:pt x="1387996" y="369269"/>
                  <a:pt x="1404765" y="369269"/>
                </a:cubicBezTo>
                <a:close/>
                <a:moveTo>
                  <a:pt x="1332211" y="369269"/>
                </a:moveTo>
                <a:cubicBezTo>
                  <a:pt x="1348980" y="369269"/>
                  <a:pt x="1362574" y="382864"/>
                  <a:pt x="1362574" y="399633"/>
                </a:cubicBezTo>
                <a:cubicBezTo>
                  <a:pt x="1362574" y="416402"/>
                  <a:pt x="1348980" y="429997"/>
                  <a:pt x="1332211" y="429997"/>
                </a:cubicBezTo>
                <a:cubicBezTo>
                  <a:pt x="1315441" y="429997"/>
                  <a:pt x="1301847" y="416402"/>
                  <a:pt x="1301847" y="399633"/>
                </a:cubicBezTo>
                <a:cubicBezTo>
                  <a:pt x="1301847" y="382864"/>
                  <a:pt x="1315441" y="369269"/>
                  <a:pt x="1332211" y="369269"/>
                </a:cubicBezTo>
                <a:close/>
                <a:moveTo>
                  <a:pt x="1259656" y="369269"/>
                </a:moveTo>
                <a:cubicBezTo>
                  <a:pt x="1276426" y="369269"/>
                  <a:pt x="1290020" y="382864"/>
                  <a:pt x="1290020" y="399633"/>
                </a:cubicBezTo>
                <a:cubicBezTo>
                  <a:pt x="1290020" y="416402"/>
                  <a:pt x="1276426" y="429997"/>
                  <a:pt x="1259656" y="429997"/>
                </a:cubicBezTo>
                <a:cubicBezTo>
                  <a:pt x="1242887" y="429997"/>
                  <a:pt x="1229293" y="416402"/>
                  <a:pt x="1229293" y="399633"/>
                </a:cubicBezTo>
                <a:cubicBezTo>
                  <a:pt x="1229293" y="382864"/>
                  <a:pt x="1242887" y="369269"/>
                  <a:pt x="1259656" y="369269"/>
                </a:cubicBezTo>
                <a:close/>
                <a:moveTo>
                  <a:pt x="1187102" y="369269"/>
                </a:moveTo>
                <a:cubicBezTo>
                  <a:pt x="1203871" y="369269"/>
                  <a:pt x="1217465" y="382864"/>
                  <a:pt x="1217465" y="399633"/>
                </a:cubicBezTo>
                <a:cubicBezTo>
                  <a:pt x="1217465" y="416402"/>
                  <a:pt x="1203871" y="429997"/>
                  <a:pt x="1187102" y="429997"/>
                </a:cubicBezTo>
                <a:cubicBezTo>
                  <a:pt x="1170332" y="429997"/>
                  <a:pt x="1156738" y="416402"/>
                  <a:pt x="1156738" y="399633"/>
                </a:cubicBezTo>
                <a:cubicBezTo>
                  <a:pt x="1156738" y="382864"/>
                  <a:pt x="1170332" y="369269"/>
                  <a:pt x="1187102" y="369269"/>
                </a:cubicBezTo>
                <a:close/>
                <a:moveTo>
                  <a:pt x="1114547" y="369269"/>
                </a:moveTo>
                <a:cubicBezTo>
                  <a:pt x="1131317" y="369269"/>
                  <a:pt x="1144911" y="382864"/>
                  <a:pt x="1144911" y="399633"/>
                </a:cubicBezTo>
                <a:cubicBezTo>
                  <a:pt x="1144911" y="416402"/>
                  <a:pt x="1131317" y="429997"/>
                  <a:pt x="1114547" y="429997"/>
                </a:cubicBezTo>
                <a:cubicBezTo>
                  <a:pt x="1097778" y="429997"/>
                  <a:pt x="1084184" y="416402"/>
                  <a:pt x="1084184" y="399633"/>
                </a:cubicBezTo>
                <a:cubicBezTo>
                  <a:pt x="1084184" y="382864"/>
                  <a:pt x="1097778" y="369269"/>
                  <a:pt x="1114547" y="369269"/>
                </a:cubicBezTo>
                <a:close/>
                <a:moveTo>
                  <a:pt x="1041993" y="369269"/>
                </a:moveTo>
                <a:cubicBezTo>
                  <a:pt x="1058762" y="369269"/>
                  <a:pt x="1072356" y="382864"/>
                  <a:pt x="1072356" y="399633"/>
                </a:cubicBezTo>
                <a:cubicBezTo>
                  <a:pt x="1072356" y="416402"/>
                  <a:pt x="1058762" y="429997"/>
                  <a:pt x="1041993" y="429997"/>
                </a:cubicBezTo>
                <a:cubicBezTo>
                  <a:pt x="1025223" y="429997"/>
                  <a:pt x="1011629" y="416402"/>
                  <a:pt x="1011629" y="399633"/>
                </a:cubicBezTo>
                <a:cubicBezTo>
                  <a:pt x="1011629" y="382864"/>
                  <a:pt x="1025223" y="369269"/>
                  <a:pt x="1041993" y="369269"/>
                </a:cubicBezTo>
                <a:close/>
                <a:moveTo>
                  <a:pt x="969438" y="369269"/>
                </a:moveTo>
                <a:cubicBezTo>
                  <a:pt x="986208" y="369269"/>
                  <a:pt x="999801" y="382864"/>
                  <a:pt x="999801" y="399633"/>
                </a:cubicBezTo>
                <a:cubicBezTo>
                  <a:pt x="999801" y="416402"/>
                  <a:pt x="986208" y="429997"/>
                  <a:pt x="969438" y="429997"/>
                </a:cubicBezTo>
                <a:cubicBezTo>
                  <a:pt x="952669" y="429997"/>
                  <a:pt x="939075" y="416402"/>
                  <a:pt x="939075" y="399633"/>
                </a:cubicBezTo>
                <a:cubicBezTo>
                  <a:pt x="939075" y="382864"/>
                  <a:pt x="952669" y="369269"/>
                  <a:pt x="969438" y="369269"/>
                </a:cubicBezTo>
                <a:close/>
                <a:moveTo>
                  <a:pt x="896883" y="369269"/>
                </a:moveTo>
                <a:cubicBezTo>
                  <a:pt x="913653" y="369269"/>
                  <a:pt x="927247" y="382864"/>
                  <a:pt x="927247" y="399633"/>
                </a:cubicBezTo>
                <a:cubicBezTo>
                  <a:pt x="927247" y="416402"/>
                  <a:pt x="913653" y="429997"/>
                  <a:pt x="896883" y="429997"/>
                </a:cubicBezTo>
                <a:cubicBezTo>
                  <a:pt x="880114" y="429997"/>
                  <a:pt x="866520" y="416402"/>
                  <a:pt x="866520" y="399633"/>
                </a:cubicBezTo>
                <a:cubicBezTo>
                  <a:pt x="866520" y="382864"/>
                  <a:pt x="880114" y="369269"/>
                  <a:pt x="896883" y="369269"/>
                </a:cubicBezTo>
                <a:close/>
                <a:moveTo>
                  <a:pt x="824329" y="369269"/>
                </a:moveTo>
                <a:cubicBezTo>
                  <a:pt x="841098" y="369269"/>
                  <a:pt x="854692" y="382864"/>
                  <a:pt x="854692" y="399633"/>
                </a:cubicBezTo>
                <a:cubicBezTo>
                  <a:pt x="854692" y="416402"/>
                  <a:pt x="841098" y="429997"/>
                  <a:pt x="824329" y="429997"/>
                </a:cubicBezTo>
                <a:cubicBezTo>
                  <a:pt x="807559" y="429997"/>
                  <a:pt x="793965" y="416402"/>
                  <a:pt x="793965" y="399633"/>
                </a:cubicBezTo>
                <a:cubicBezTo>
                  <a:pt x="793965" y="382864"/>
                  <a:pt x="807559" y="369269"/>
                  <a:pt x="824329" y="369269"/>
                </a:cubicBezTo>
                <a:close/>
                <a:moveTo>
                  <a:pt x="751774" y="369269"/>
                </a:moveTo>
                <a:cubicBezTo>
                  <a:pt x="768544" y="369269"/>
                  <a:pt x="782138" y="382864"/>
                  <a:pt x="782138" y="399633"/>
                </a:cubicBezTo>
                <a:cubicBezTo>
                  <a:pt x="782138" y="416402"/>
                  <a:pt x="768544" y="429997"/>
                  <a:pt x="751774" y="429997"/>
                </a:cubicBezTo>
                <a:cubicBezTo>
                  <a:pt x="735005" y="429997"/>
                  <a:pt x="721411" y="416402"/>
                  <a:pt x="721411" y="399633"/>
                </a:cubicBezTo>
                <a:cubicBezTo>
                  <a:pt x="721411" y="382864"/>
                  <a:pt x="735005" y="369269"/>
                  <a:pt x="751774" y="369269"/>
                </a:cubicBezTo>
                <a:close/>
                <a:moveTo>
                  <a:pt x="679220" y="369269"/>
                </a:moveTo>
                <a:cubicBezTo>
                  <a:pt x="695989" y="369269"/>
                  <a:pt x="709583" y="382864"/>
                  <a:pt x="709583" y="399633"/>
                </a:cubicBezTo>
                <a:cubicBezTo>
                  <a:pt x="709583" y="416402"/>
                  <a:pt x="695989" y="429997"/>
                  <a:pt x="679220" y="429997"/>
                </a:cubicBezTo>
                <a:cubicBezTo>
                  <a:pt x="662450" y="429997"/>
                  <a:pt x="648856" y="416402"/>
                  <a:pt x="648856" y="399633"/>
                </a:cubicBezTo>
                <a:cubicBezTo>
                  <a:pt x="648856" y="382864"/>
                  <a:pt x="662450" y="369269"/>
                  <a:pt x="679220" y="369269"/>
                </a:cubicBezTo>
                <a:close/>
                <a:moveTo>
                  <a:pt x="606665" y="369269"/>
                </a:moveTo>
                <a:cubicBezTo>
                  <a:pt x="623435" y="369269"/>
                  <a:pt x="637029" y="382864"/>
                  <a:pt x="637029" y="399633"/>
                </a:cubicBezTo>
                <a:cubicBezTo>
                  <a:pt x="637029" y="416402"/>
                  <a:pt x="623435" y="429997"/>
                  <a:pt x="606665" y="429997"/>
                </a:cubicBezTo>
                <a:cubicBezTo>
                  <a:pt x="589896" y="429997"/>
                  <a:pt x="576302" y="416402"/>
                  <a:pt x="576302" y="399633"/>
                </a:cubicBezTo>
                <a:cubicBezTo>
                  <a:pt x="576302" y="382864"/>
                  <a:pt x="589896" y="369269"/>
                  <a:pt x="606665" y="369269"/>
                </a:cubicBezTo>
                <a:close/>
                <a:moveTo>
                  <a:pt x="534111" y="369269"/>
                </a:moveTo>
                <a:cubicBezTo>
                  <a:pt x="550880" y="369269"/>
                  <a:pt x="564474" y="382864"/>
                  <a:pt x="564474" y="399633"/>
                </a:cubicBezTo>
                <a:cubicBezTo>
                  <a:pt x="564474" y="416402"/>
                  <a:pt x="550880" y="429997"/>
                  <a:pt x="534111" y="429997"/>
                </a:cubicBezTo>
                <a:cubicBezTo>
                  <a:pt x="517341" y="429997"/>
                  <a:pt x="503747" y="416402"/>
                  <a:pt x="503747" y="399633"/>
                </a:cubicBezTo>
                <a:cubicBezTo>
                  <a:pt x="503747" y="382864"/>
                  <a:pt x="517341" y="369269"/>
                  <a:pt x="534111" y="369269"/>
                </a:cubicBezTo>
                <a:close/>
                <a:moveTo>
                  <a:pt x="461556" y="369269"/>
                </a:moveTo>
                <a:cubicBezTo>
                  <a:pt x="478326" y="369269"/>
                  <a:pt x="491920" y="382864"/>
                  <a:pt x="491920" y="399633"/>
                </a:cubicBezTo>
                <a:cubicBezTo>
                  <a:pt x="491920" y="416402"/>
                  <a:pt x="478326" y="429997"/>
                  <a:pt x="461556" y="429997"/>
                </a:cubicBezTo>
                <a:cubicBezTo>
                  <a:pt x="444787" y="429997"/>
                  <a:pt x="431192" y="416402"/>
                  <a:pt x="431192" y="399633"/>
                </a:cubicBezTo>
                <a:cubicBezTo>
                  <a:pt x="431192" y="382864"/>
                  <a:pt x="444787" y="369269"/>
                  <a:pt x="461556" y="369269"/>
                </a:cubicBezTo>
                <a:close/>
                <a:moveTo>
                  <a:pt x="389002" y="369269"/>
                </a:moveTo>
                <a:cubicBezTo>
                  <a:pt x="405771" y="369269"/>
                  <a:pt x="419365" y="382864"/>
                  <a:pt x="419365" y="399633"/>
                </a:cubicBezTo>
                <a:cubicBezTo>
                  <a:pt x="419365" y="416402"/>
                  <a:pt x="405771" y="429997"/>
                  <a:pt x="389002" y="429997"/>
                </a:cubicBezTo>
                <a:cubicBezTo>
                  <a:pt x="372232" y="429997"/>
                  <a:pt x="358638" y="416402"/>
                  <a:pt x="358638" y="399633"/>
                </a:cubicBezTo>
                <a:cubicBezTo>
                  <a:pt x="358638" y="382864"/>
                  <a:pt x="372232" y="369269"/>
                  <a:pt x="389002" y="369269"/>
                </a:cubicBezTo>
                <a:close/>
                <a:moveTo>
                  <a:pt x="316447" y="369269"/>
                </a:moveTo>
                <a:cubicBezTo>
                  <a:pt x="333216" y="369269"/>
                  <a:pt x="346810" y="382864"/>
                  <a:pt x="346810" y="399633"/>
                </a:cubicBezTo>
                <a:cubicBezTo>
                  <a:pt x="346810" y="416402"/>
                  <a:pt x="333216" y="429997"/>
                  <a:pt x="316447" y="429997"/>
                </a:cubicBezTo>
                <a:cubicBezTo>
                  <a:pt x="299677" y="429997"/>
                  <a:pt x="286084" y="416402"/>
                  <a:pt x="286084" y="399633"/>
                </a:cubicBezTo>
                <a:cubicBezTo>
                  <a:pt x="286084" y="382864"/>
                  <a:pt x="299677" y="369269"/>
                  <a:pt x="316447" y="369269"/>
                </a:cubicBezTo>
                <a:close/>
                <a:moveTo>
                  <a:pt x="243892" y="369269"/>
                </a:moveTo>
                <a:cubicBezTo>
                  <a:pt x="260662" y="369269"/>
                  <a:pt x="274256" y="382864"/>
                  <a:pt x="274256" y="399633"/>
                </a:cubicBezTo>
                <a:cubicBezTo>
                  <a:pt x="274256" y="416402"/>
                  <a:pt x="260662" y="429997"/>
                  <a:pt x="243892" y="429997"/>
                </a:cubicBezTo>
                <a:cubicBezTo>
                  <a:pt x="227123" y="429997"/>
                  <a:pt x="213529" y="416402"/>
                  <a:pt x="213529" y="399633"/>
                </a:cubicBezTo>
                <a:cubicBezTo>
                  <a:pt x="213529" y="382864"/>
                  <a:pt x="227123" y="369269"/>
                  <a:pt x="243892" y="369269"/>
                </a:cubicBezTo>
                <a:close/>
                <a:moveTo>
                  <a:pt x="171339" y="369269"/>
                </a:moveTo>
                <a:cubicBezTo>
                  <a:pt x="188107" y="369269"/>
                  <a:pt x="201701" y="382864"/>
                  <a:pt x="201701" y="399633"/>
                </a:cubicBezTo>
                <a:cubicBezTo>
                  <a:pt x="201701" y="416402"/>
                  <a:pt x="188107" y="429997"/>
                  <a:pt x="171339" y="429997"/>
                </a:cubicBezTo>
                <a:cubicBezTo>
                  <a:pt x="154685" y="429997"/>
                  <a:pt x="141090" y="416402"/>
                  <a:pt x="141090" y="399633"/>
                </a:cubicBezTo>
                <a:cubicBezTo>
                  <a:pt x="141090" y="382864"/>
                  <a:pt x="154685" y="369269"/>
                  <a:pt x="171339" y="369269"/>
                </a:cubicBezTo>
                <a:close/>
                <a:moveTo>
                  <a:pt x="98917" y="369269"/>
                </a:moveTo>
                <a:cubicBezTo>
                  <a:pt x="115677" y="369269"/>
                  <a:pt x="129270" y="382864"/>
                  <a:pt x="129270" y="399633"/>
                </a:cubicBezTo>
                <a:cubicBezTo>
                  <a:pt x="129270" y="416402"/>
                  <a:pt x="115677" y="429997"/>
                  <a:pt x="98917" y="429997"/>
                </a:cubicBezTo>
                <a:cubicBezTo>
                  <a:pt x="82143" y="429997"/>
                  <a:pt x="68549" y="416402"/>
                  <a:pt x="68549" y="399633"/>
                </a:cubicBezTo>
                <a:cubicBezTo>
                  <a:pt x="68549" y="382864"/>
                  <a:pt x="82143" y="369269"/>
                  <a:pt x="98917" y="369269"/>
                </a:cubicBezTo>
                <a:close/>
                <a:moveTo>
                  <a:pt x="26362" y="369269"/>
                </a:moveTo>
                <a:cubicBezTo>
                  <a:pt x="43124" y="369269"/>
                  <a:pt x="56719" y="382864"/>
                  <a:pt x="56719" y="399633"/>
                </a:cubicBezTo>
                <a:cubicBezTo>
                  <a:pt x="56719" y="416402"/>
                  <a:pt x="43124" y="429997"/>
                  <a:pt x="26362" y="429997"/>
                </a:cubicBezTo>
                <a:cubicBezTo>
                  <a:pt x="17976" y="429997"/>
                  <a:pt x="10385" y="426598"/>
                  <a:pt x="4890" y="421103"/>
                </a:cubicBezTo>
                <a:lnTo>
                  <a:pt x="0" y="409299"/>
                </a:lnTo>
                <a:lnTo>
                  <a:pt x="0" y="389967"/>
                </a:lnTo>
                <a:lnTo>
                  <a:pt x="4890" y="378163"/>
                </a:lnTo>
                <a:cubicBezTo>
                  <a:pt x="10385" y="372668"/>
                  <a:pt x="17976" y="369269"/>
                  <a:pt x="26362" y="369269"/>
                </a:cubicBezTo>
                <a:close/>
                <a:moveTo>
                  <a:pt x="1669444" y="307535"/>
                </a:moveTo>
                <a:lnTo>
                  <a:pt x="1670784" y="334061"/>
                </a:lnTo>
                <a:lnTo>
                  <a:pt x="1664620" y="319181"/>
                </a:lnTo>
                <a:close/>
                <a:moveTo>
                  <a:pt x="1622429" y="288818"/>
                </a:moveTo>
                <a:cubicBezTo>
                  <a:pt x="1639199" y="288818"/>
                  <a:pt x="1652792" y="302412"/>
                  <a:pt x="1652792" y="319181"/>
                </a:cubicBezTo>
                <a:cubicBezTo>
                  <a:pt x="1652792" y="335950"/>
                  <a:pt x="1639199" y="349545"/>
                  <a:pt x="1622429" y="349545"/>
                </a:cubicBezTo>
                <a:cubicBezTo>
                  <a:pt x="1605659" y="349545"/>
                  <a:pt x="1592066" y="335950"/>
                  <a:pt x="1592066" y="319181"/>
                </a:cubicBezTo>
                <a:cubicBezTo>
                  <a:pt x="1592066" y="302412"/>
                  <a:pt x="1605659" y="288818"/>
                  <a:pt x="1622429" y="288818"/>
                </a:cubicBezTo>
                <a:close/>
                <a:moveTo>
                  <a:pt x="1549874" y="288818"/>
                </a:moveTo>
                <a:cubicBezTo>
                  <a:pt x="1566644" y="288818"/>
                  <a:pt x="1580238" y="302412"/>
                  <a:pt x="1580238" y="319181"/>
                </a:cubicBezTo>
                <a:cubicBezTo>
                  <a:pt x="1580238" y="335950"/>
                  <a:pt x="1566644" y="349545"/>
                  <a:pt x="1549874" y="349545"/>
                </a:cubicBezTo>
                <a:cubicBezTo>
                  <a:pt x="1533105" y="349545"/>
                  <a:pt x="1519511" y="335950"/>
                  <a:pt x="1519511" y="319181"/>
                </a:cubicBezTo>
                <a:cubicBezTo>
                  <a:pt x="1519511" y="302412"/>
                  <a:pt x="1533105" y="288818"/>
                  <a:pt x="1549874" y="288818"/>
                </a:cubicBezTo>
                <a:close/>
                <a:moveTo>
                  <a:pt x="1477320" y="288818"/>
                </a:moveTo>
                <a:cubicBezTo>
                  <a:pt x="1494089" y="288818"/>
                  <a:pt x="1507683" y="302412"/>
                  <a:pt x="1507683" y="319181"/>
                </a:cubicBezTo>
                <a:cubicBezTo>
                  <a:pt x="1507683" y="335950"/>
                  <a:pt x="1494089" y="349545"/>
                  <a:pt x="1477320" y="349545"/>
                </a:cubicBezTo>
                <a:cubicBezTo>
                  <a:pt x="1460550" y="349545"/>
                  <a:pt x="1446956" y="335950"/>
                  <a:pt x="1446956" y="319181"/>
                </a:cubicBezTo>
                <a:cubicBezTo>
                  <a:pt x="1446956" y="302412"/>
                  <a:pt x="1460550" y="288818"/>
                  <a:pt x="1477320" y="288818"/>
                </a:cubicBezTo>
                <a:close/>
                <a:moveTo>
                  <a:pt x="1404765" y="288818"/>
                </a:moveTo>
                <a:cubicBezTo>
                  <a:pt x="1421535" y="288818"/>
                  <a:pt x="1435129" y="302412"/>
                  <a:pt x="1435129" y="319181"/>
                </a:cubicBezTo>
                <a:cubicBezTo>
                  <a:pt x="1435129" y="335950"/>
                  <a:pt x="1421535" y="349545"/>
                  <a:pt x="1404765" y="349545"/>
                </a:cubicBezTo>
                <a:cubicBezTo>
                  <a:pt x="1387996" y="349545"/>
                  <a:pt x="1374402" y="335950"/>
                  <a:pt x="1374402" y="319181"/>
                </a:cubicBezTo>
                <a:cubicBezTo>
                  <a:pt x="1374402" y="302412"/>
                  <a:pt x="1387996" y="288818"/>
                  <a:pt x="1404765" y="288818"/>
                </a:cubicBezTo>
                <a:close/>
                <a:moveTo>
                  <a:pt x="1332211" y="288818"/>
                </a:moveTo>
                <a:cubicBezTo>
                  <a:pt x="1348980" y="288818"/>
                  <a:pt x="1362574" y="302412"/>
                  <a:pt x="1362574" y="319181"/>
                </a:cubicBezTo>
                <a:cubicBezTo>
                  <a:pt x="1362574" y="335950"/>
                  <a:pt x="1348980" y="349545"/>
                  <a:pt x="1332211" y="349545"/>
                </a:cubicBezTo>
                <a:cubicBezTo>
                  <a:pt x="1315441" y="349545"/>
                  <a:pt x="1301847" y="335950"/>
                  <a:pt x="1301847" y="319181"/>
                </a:cubicBezTo>
                <a:cubicBezTo>
                  <a:pt x="1301847" y="302412"/>
                  <a:pt x="1315441" y="288818"/>
                  <a:pt x="1332211" y="288818"/>
                </a:cubicBezTo>
                <a:close/>
                <a:moveTo>
                  <a:pt x="1259656" y="288818"/>
                </a:moveTo>
                <a:cubicBezTo>
                  <a:pt x="1276426" y="288818"/>
                  <a:pt x="1290020" y="302412"/>
                  <a:pt x="1290020" y="319181"/>
                </a:cubicBezTo>
                <a:cubicBezTo>
                  <a:pt x="1290020" y="335950"/>
                  <a:pt x="1276426" y="349545"/>
                  <a:pt x="1259656" y="349545"/>
                </a:cubicBezTo>
                <a:cubicBezTo>
                  <a:pt x="1242887" y="349545"/>
                  <a:pt x="1229293" y="335950"/>
                  <a:pt x="1229293" y="319181"/>
                </a:cubicBezTo>
                <a:cubicBezTo>
                  <a:pt x="1229293" y="302412"/>
                  <a:pt x="1242887" y="288818"/>
                  <a:pt x="1259656" y="288818"/>
                </a:cubicBezTo>
                <a:close/>
                <a:moveTo>
                  <a:pt x="1187102" y="288818"/>
                </a:moveTo>
                <a:cubicBezTo>
                  <a:pt x="1203871" y="288818"/>
                  <a:pt x="1217465" y="302412"/>
                  <a:pt x="1217465" y="319181"/>
                </a:cubicBezTo>
                <a:cubicBezTo>
                  <a:pt x="1217465" y="335950"/>
                  <a:pt x="1203871" y="349545"/>
                  <a:pt x="1187102" y="349545"/>
                </a:cubicBezTo>
                <a:cubicBezTo>
                  <a:pt x="1170332" y="349545"/>
                  <a:pt x="1156738" y="335950"/>
                  <a:pt x="1156738" y="319181"/>
                </a:cubicBezTo>
                <a:cubicBezTo>
                  <a:pt x="1156738" y="302412"/>
                  <a:pt x="1170332" y="288818"/>
                  <a:pt x="1187102" y="288818"/>
                </a:cubicBezTo>
                <a:close/>
                <a:moveTo>
                  <a:pt x="1114547" y="288818"/>
                </a:moveTo>
                <a:cubicBezTo>
                  <a:pt x="1131317" y="288818"/>
                  <a:pt x="1144911" y="302412"/>
                  <a:pt x="1144911" y="319181"/>
                </a:cubicBezTo>
                <a:cubicBezTo>
                  <a:pt x="1144911" y="335950"/>
                  <a:pt x="1131317" y="349545"/>
                  <a:pt x="1114547" y="349545"/>
                </a:cubicBezTo>
                <a:cubicBezTo>
                  <a:pt x="1097778" y="349545"/>
                  <a:pt x="1084184" y="335950"/>
                  <a:pt x="1084184" y="319181"/>
                </a:cubicBezTo>
                <a:cubicBezTo>
                  <a:pt x="1084184" y="302412"/>
                  <a:pt x="1097778" y="288818"/>
                  <a:pt x="1114547" y="288818"/>
                </a:cubicBezTo>
                <a:close/>
                <a:moveTo>
                  <a:pt x="1041993" y="288818"/>
                </a:moveTo>
                <a:cubicBezTo>
                  <a:pt x="1058762" y="288818"/>
                  <a:pt x="1072356" y="302412"/>
                  <a:pt x="1072356" y="319181"/>
                </a:cubicBezTo>
                <a:cubicBezTo>
                  <a:pt x="1072356" y="335950"/>
                  <a:pt x="1058762" y="349545"/>
                  <a:pt x="1041993" y="349545"/>
                </a:cubicBezTo>
                <a:cubicBezTo>
                  <a:pt x="1025223" y="349545"/>
                  <a:pt x="1011629" y="335950"/>
                  <a:pt x="1011629" y="319181"/>
                </a:cubicBezTo>
                <a:cubicBezTo>
                  <a:pt x="1011629" y="302412"/>
                  <a:pt x="1025223" y="288818"/>
                  <a:pt x="1041993" y="288818"/>
                </a:cubicBezTo>
                <a:close/>
                <a:moveTo>
                  <a:pt x="969438" y="288818"/>
                </a:moveTo>
                <a:cubicBezTo>
                  <a:pt x="986208" y="288818"/>
                  <a:pt x="999801" y="302412"/>
                  <a:pt x="999801" y="319181"/>
                </a:cubicBezTo>
                <a:cubicBezTo>
                  <a:pt x="999801" y="335950"/>
                  <a:pt x="986208" y="349545"/>
                  <a:pt x="969438" y="349545"/>
                </a:cubicBezTo>
                <a:cubicBezTo>
                  <a:pt x="952669" y="349545"/>
                  <a:pt x="939075" y="335950"/>
                  <a:pt x="939075" y="319181"/>
                </a:cubicBezTo>
                <a:cubicBezTo>
                  <a:pt x="939075" y="302412"/>
                  <a:pt x="952669" y="288818"/>
                  <a:pt x="969438" y="288818"/>
                </a:cubicBezTo>
                <a:close/>
                <a:moveTo>
                  <a:pt x="896883" y="288818"/>
                </a:moveTo>
                <a:cubicBezTo>
                  <a:pt x="913653" y="288818"/>
                  <a:pt x="927247" y="302412"/>
                  <a:pt x="927247" y="319181"/>
                </a:cubicBezTo>
                <a:cubicBezTo>
                  <a:pt x="927247" y="335950"/>
                  <a:pt x="913653" y="349545"/>
                  <a:pt x="896883" y="349545"/>
                </a:cubicBezTo>
                <a:cubicBezTo>
                  <a:pt x="880114" y="349545"/>
                  <a:pt x="866520" y="335950"/>
                  <a:pt x="866520" y="319181"/>
                </a:cubicBezTo>
                <a:cubicBezTo>
                  <a:pt x="866520" y="302412"/>
                  <a:pt x="880114" y="288818"/>
                  <a:pt x="896883" y="288818"/>
                </a:cubicBezTo>
                <a:close/>
                <a:moveTo>
                  <a:pt x="824329" y="288818"/>
                </a:moveTo>
                <a:cubicBezTo>
                  <a:pt x="841098" y="288818"/>
                  <a:pt x="854692" y="302412"/>
                  <a:pt x="854692" y="319181"/>
                </a:cubicBezTo>
                <a:cubicBezTo>
                  <a:pt x="854692" y="335950"/>
                  <a:pt x="841098" y="349545"/>
                  <a:pt x="824329" y="349545"/>
                </a:cubicBezTo>
                <a:cubicBezTo>
                  <a:pt x="807559" y="349545"/>
                  <a:pt x="793965" y="335950"/>
                  <a:pt x="793965" y="319181"/>
                </a:cubicBezTo>
                <a:cubicBezTo>
                  <a:pt x="793965" y="302412"/>
                  <a:pt x="807559" y="288818"/>
                  <a:pt x="824329" y="288818"/>
                </a:cubicBezTo>
                <a:close/>
                <a:moveTo>
                  <a:pt x="751774" y="288818"/>
                </a:moveTo>
                <a:cubicBezTo>
                  <a:pt x="768544" y="288818"/>
                  <a:pt x="782138" y="302412"/>
                  <a:pt x="782138" y="319181"/>
                </a:cubicBezTo>
                <a:cubicBezTo>
                  <a:pt x="782138" y="335950"/>
                  <a:pt x="768544" y="349545"/>
                  <a:pt x="751774" y="349545"/>
                </a:cubicBezTo>
                <a:cubicBezTo>
                  <a:pt x="735005" y="349545"/>
                  <a:pt x="721411" y="335950"/>
                  <a:pt x="721411" y="319181"/>
                </a:cubicBezTo>
                <a:cubicBezTo>
                  <a:pt x="721411" y="302412"/>
                  <a:pt x="735005" y="288818"/>
                  <a:pt x="751774" y="288818"/>
                </a:cubicBezTo>
                <a:close/>
                <a:moveTo>
                  <a:pt x="679220" y="288818"/>
                </a:moveTo>
                <a:cubicBezTo>
                  <a:pt x="695989" y="288818"/>
                  <a:pt x="709583" y="302412"/>
                  <a:pt x="709583" y="319181"/>
                </a:cubicBezTo>
                <a:cubicBezTo>
                  <a:pt x="709583" y="335950"/>
                  <a:pt x="695989" y="349545"/>
                  <a:pt x="679220" y="349545"/>
                </a:cubicBezTo>
                <a:cubicBezTo>
                  <a:pt x="662450" y="349545"/>
                  <a:pt x="648856" y="335950"/>
                  <a:pt x="648856" y="319181"/>
                </a:cubicBezTo>
                <a:cubicBezTo>
                  <a:pt x="648856" y="302412"/>
                  <a:pt x="662450" y="288818"/>
                  <a:pt x="679220" y="288818"/>
                </a:cubicBezTo>
                <a:close/>
                <a:moveTo>
                  <a:pt x="606665" y="288818"/>
                </a:moveTo>
                <a:cubicBezTo>
                  <a:pt x="623435" y="288818"/>
                  <a:pt x="637029" y="302412"/>
                  <a:pt x="637029" y="319181"/>
                </a:cubicBezTo>
                <a:cubicBezTo>
                  <a:pt x="637029" y="335950"/>
                  <a:pt x="623435" y="349545"/>
                  <a:pt x="606665" y="349545"/>
                </a:cubicBezTo>
                <a:cubicBezTo>
                  <a:pt x="589896" y="349545"/>
                  <a:pt x="576302" y="335950"/>
                  <a:pt x="576302" y="319181"/>
                </a:cubicBezTo>
                <a:cubicBezTo>
                  <a:pt x="576302" y="302412"/>
                  <a:pt x="589896" y="288818"/>
                  <a:pt x="606665" y="288818"/>
                </a:cubicBezTo>
                <a:close/>
                <a:moveTo>
                  <a:pt x="534111" y="288818"/>
                </a:moveTo>
                <a:cubicBezTo>
                  <a:pt x="550880" y="288818"/>
                  <a:pt x="564474" y="302412"/>
                  <a:pt x="564474" y="319181"/>
                </a:cubicBezTo>
                <a:cubicBezTo>
                  <a:pt x="564474" y="335950"/>
                  <a:pt x="550880" y="349545"/>
                  <a:pt x="534111" y="349545"/>
                </a:cubicBezTo>
                <a:cubicBezTo>
                  <a:pt x="517341" y="349545"/>
                  <a:pt x="503747" y="335950"/>
                  <a:pt x="503747" y="319181"/>
                </a:cubicBezTo>
                <a:cubicBezTo>
                  <a:pt x="503747" y="302412"/>
                  <a:pt x="517341" y="288818"/>
                  <a:pt x="534111" y="288818"/>
                </a:cubicBezTo>
                <a:close/>
                <a:moveTo>
                  <a:pt x="461556" y="288818"/>
                </a:moveTo>
                <a:cubicBezTo>
                  <a:pt x="478326" y="288818"/>
                  <a:pt x="491920" y="302412"/>
                  <a:pt x="491920" y="319181"/>
                </a:cubicBezTo>
                <a:cubicBezTo>
                  <a:pt x="491920" y="335950"/>
                  <a:pt x="478326" y="349545"/>
                  <a:pt x="461556" y="349545"/>
                </a:cubicBezTo>
                <a:cubicBezTo>
                  <a:pt x="444787" y="349545"/>
                  <a:pt x="431192" y="335950"/>
                  <a:pt x="431192" y="319181"/>
                </a:cubicBezTo>
                <a:cubicBezTo>
                  <a:pt x="431192" y="302412"/>
                  <a:pt x="444787" y="288818"/>
                  <a:pt x="461556" y="288818"/>
                </a:cubicBezTo>
                <a:close/>
                <a:moveTo>
                  <a:pt x="389002" y="288818"/>
                </a:moveTo>
                <a:cubicBezTo>
                  <a:pt x="405771" y="288818"/>
                  <a:pt x="419365" y="302412"/>
                  <a:pt x="419365" y="319181"/>
                </a:cubicBezTo>
                <a:cubicBezTo>
                  <a:pt x="419365" y="335950"/>
                  <a:pt x="405771" y="349545"/>
                  <a:pt x="389002" y="349545"/>
                </a:cubicBezTo>
                <a:cubicBezTo>
                  <a:pt x="372232" y="349545"/>
                  <a:pt x="358638" y="335950"/>
                  <a:pt x="358638" y="319181"/>
                </a:cubicBezTo>
                <a:cubicBezTo>
                  <a:pt x="358638" y="302412"/>
                  <a:pt x="372232" y="288818"/>
                  <a:pt x="389002" y="288818"/>
                </a:cubicBezTo>
                <a:close/>
                <a:moveTo>
                  <a:pt x="316447" y="288818"/>
                </a:moveTo>
                <a:cubicBezTo>
                  <a:pt x="333216" y="288818"/>
                  <a:pt x="346810" y="302412"/>
                  <a:pt x="346810" y="319181"/>
                </a:cubicBezTo>
                <a:cubicBezTo>
                  <a:pt x="346810" y="335950"/>
                  <a:pt x="333216" y="349545"/>
                  <a:pt x="316447" y="349545"/>
                </a:cubicBezTo>
                <a:cubicBezTo>
                  <a:pt x="299677" y="349545"/>
                  <a:pt x="286084" y="335950"/>
                  <a:pt x="286084" y="319181"/>
                </a:cubicBezTo>
                <a:cubicBezTo>
                  <a:pt x="286084" y="302412"/>
                  <a:pt x="299677" y="288818"/>
                  <a:pt x="316447" y="288818"/>
                </a:cubicBezTo>
                <a:close/>
                <a:moveTo>
                  <a:pt x="243892" y="288818"/>
                </a:moveTo>
                <a:cubicBezTo>
                  <a:pt x="260662" y="288818"/>
                  <a:pt x="274256" y="302412"/>
                  <a:pt x="274256" y="319181"/>
                </a:cubicBezTo>
                <a:cubicBezTo>
                  <a:pt x="274256" y="335950"/>
                  <a:pt x="260662" y="349545"/>
                  <a:pt x="243892" y="349545"/>
                </a:cubicBezTo>
                <a:cubicBezTo>
                  <a:pt x="227123" y="349545"/>
                  <a:pt x="213529" y="335950"/>
                  <a:pt x="213529" y="319181"/>
                </a:cubicBezTo>
                <a:cubicBezTo>
                  <a:pt x="213529" y="302412"/>
                  <a:pt x="227123" y="288818"/>
                  <a:pt x="243892" y="288818"/>
                </a:cubicBezTo>
                <a:close/>
                <a:moveTo>
                  <a:pt x="171339" y="288818"/>
                </a:moveTo>
                <a:cubicBezTo>
                  <a:pt x="188107" y="288818"/>
                  <a:pt x="201701" y="302412"/>
                  <a:pt x="201701" y="319181"/>
                </a:cubicBezTo>
                <a:cubicBezTo>
                  <a:pt x="201701" y="335950"/>
                  <a:pt x="188107" y="349545"/>
                  <a:pt x="171339" y="349545"/>
                </a:cubicBezTo>
                <a:cubicBezTo>
                  <a:pt x="154691" y="349545"/>
                  <a:pt x="141096" y="335950"/>
                  <a:pt x="141096" y="319181"/>
                </a:cubicBezTo>
                <a:cubicBezTo>
                  <a:pt x="141096" y="302412"/>
                  <a:pt x="154691" y="288818"/>
                  <a:pt x="171339" y="288818"/>
                </a:cubicBezTo>
                <a:close/>
                <a:moveTo>
                  <a:pt x="98923" y="288818"/>
                </a:moveTo>
                <a:cubicBezTo>
                  <a:pt x="115682" y="288818"/>
                  <a:pt x="129276" y="302412"/>
                  <a:pt x="129276" y="319181"/>
                </a:cubicBezTo>
                <a:cubicBezTo>
                  <a:pt x="129276" y="335950"/>
                  <a:pt x="115682" y="349545"/>
                  <a:pt x="98923" y="349545"/>
                </a:cubicBezTo>
                <a:cubicBezTo>
                  <a:pt x="82149" y="349545"/>
                  <a:pt x="68554" y="335950"/>
                  <a:pt x="68554" y="319181"/>
                </a:cubicBezTo>
                <a:cubicBezTo>
                  <a:pt x="68554" y="302412"/>
                  <a:pt x="82149" y="288818"/>
                  <a:pt x="98923" y="288818"/>
                </a:cubicBezTo>
                <a:close/>
                <a:moveTo>
                  <a:pt x="26368" y="288818"/>
                </a:moveTo>
                <a:cubicBezTo>
                  <a:pt x="43131" y="288818"/>
                  <a:pt x="56725" y="302412"/>
                  <a:pt x="56725" y="319181"/>
                </a:cubicBezTo>
                <a:cubicBezTo>
                  <a:pt x="56725" y="335950"/>
                  <a:pt x="43131" y="349545"/>
                  <a:pt x="26368" y="349545"/>
                </a:cubicBezTo>
                <a:cubicBezTo>
                  <a:pt x="17983" y="349545"/>
                  <a:pt x="10391" y="346146"/>
                  <a:pt x="4896" y="340651"/>
                </a:cubicBezTo>
                <a:lnTo>
                  <a:pt x="0" y="328831"/>
                </a:lnTo>
                <a:lnTo>
                  <a:pt x="0" y="309532"/>
                </a:lnTo>
                <a:lnTo>
                  <a:pt x="4896" y="297711"/>
                </a:lnTo>
                <a:cubicBezTo>
                  <a:pt x="10391" y="292217"/>
                  <a:pt x="17983" y="288818"/>
                  <a:pt x="26368" y="288818"/>
                </a:cubicBezTo>
                <a:close/>
                <a:moveTo>
                  <a:pt x="1622429" y="208366"/>
                </a:moveTo>
                <a:cubicBezTo>
                  <a:pt x="1639199" y="208366"/>
                  <a:pt x="1652792" y="221960"/>
                  <a:pt x="1652792" y="238729"/>
                </a:cubicBezTo>
                <a:cubicBezTo>
                  <a:pt x="1652792" y="255499"/>
                  <a:pt x="1639199" y="269093"/>
                  <a:pt x="1622429" y="269093"/>
                </a:cubicBezTo>
                <a:cubicBezTo>
                  <a:pt x="1605659" y="269093"/>
                  <a:pt x="1592066" y="255499"/>
                  <a:pt x="1592066" y="238729"/>
                </a:cubicBezTo>
                <a:cubicBezTo>
                  <a:pt x="1592066" y="221960"/>
                  <a:pt x="1605659" y="208366"/>
                  <a:pt x="1622429" y="208366"/>
                </a:cubicBezTo>
                <a:close/>
                <a:moveTo>
                  <a:pt x="1549874" y="208366"/>
                </a:moveTo>
                <a:cubicBezTo>
                  <a:pt x="1566644" y="208366"/>
                  <a:pt x="1580238" y="221960"/>
                  <a:pt x="1580238" y="238729"/>
                </a:cubicBezTo>
                <a:cubicBezTo>
                  <a:pt x="1580238" y="255499"/>
                  <a:pt x="1566644" y="269093"/>
                  <a:pt x="1549874" y="269093"/>
                </a:cubicBezTo>
                <a:cubicBezTo>
                  <a:pt x="1533105" y="269093"/>
                  <a:pt x="1519511" y="255499"/>
                  <a:pt x="1519511" y="238729"/>
                </a:cubicBezTo>
                <a:cubicBezTo>
                  <a:pt x="1519511" y="221960"/>
                  <a:pt x="1533105" y="208366"/>
                  <a:pt x="1549874" y="208366"/>
                </a:cubicBezTo>
                <a:close/>
                <a:moveTo>
                  <a:pt x="1477320" y="208366"/>
                </a:moveTo>
                <a:cubicBezTo>
                  <a:pt x="1494089" y="208366"/>
                  <a:pt x="1507683" y="221960"/>
                  <a:pt x="1507683" y="238729"/>
                </a:cubicBezTo>
                <a:cubicBezTo>
                  <a:pt x="1507683" y="255499"/>
                  <a:pt x="1494089" y="269093"/>
                  <a:pt x="1477320" y="269093"/>
                </a:cubicBezTo>
                <a:cubicBezTo>
                  <a:pt x="1460550" y="269093"/>
                  <a:pt x="1446956" y="255499"/>
                  <a:pt x="1446956" y="238729"/>
                </a:cubicBezTo>
                <a:cubicBezTo>
                  <a:pt x="1446956" y="221960"/>
                  <a:pt x="1460550" y="208366"/>
                  <a:pt x="1477320" y="208366"/>
                </a:cubicBezTo>
                <a:close/>
                <a:moveTo>
                  <a:pt x="1404765" y="208366"/>
                </a:moveTo>
                <a:cubicBezTo>
                  <a:pt x="1421535" y="208366"/>
                  <a:pt x="1435129" y="221960"/>
                  <a:pt x="1435129" y="238729"/>
                </a:cubicBezTo>
                <a:cubicBezTo>
                  <a:pt x="1435129" y="255499"/>
                  <a:pt x="1421535" y="269093"/>
                  <a:pt x="1404765" y="269093"/>
                </a:cubicBezTo>
                <a:cubicBezTo>
                  <a:pt x="1387996" y="269093"/>
                  <a:pt x="1374402" y="255499"/>
                  <a:pt x="1374402" y="238729"/>
                </a:cubicBezTo>
                <a:cubicBezTo>
                  <a:pt x="1374402" y="221960"/>
                  <a:pt x="1387996" y="208366"/>
                  <a:pt x="1404765" y="208366"/>
                </a:cubicBezTo>
                <a:close/>
                <a:moveTo>
                  <a:pt x="1332211" y="208366"/>
                </a:moveTo>
                <a:cubicBezTo>
                  <a:pt x="1348980" y="208366"/>
                  <a:pt x="1362574" y="221960"/>
                  <a:pt x="1362574" y="238729"/>
                </a:cubicBezTo>
                <a:cubicBezTo>
                  <a:pt x="1362574" y="255499"/>
                  <a:pt x="1348980" y="269093"/>
                  <a:pt x="1332211" y="269093"/>
                </a:cubicBezTo>
                <a:cubicBezTo>
                  <a:pt x="1315441" y="269093"/>
                  <a:pt x="1301847" y="255499"/>
                  <a:pt x="1301847" y="238729"/>
                </a:cubicBezTo>
                <a:cubicBezTo>
                  <a:pt x="1301847" y="221960"/>
                  <a:pt x="1315441" y="208366"/>
                  <a:pt x="1332211" y="208366"/>
                </a:cubicBezTo>
                <a:close/>
                <a:moveTo>
                  <a:pt x="1259656" y="208366"/>
                </a:moveTo>
                <a:cubicBezTo>
                  <a:pt x="1276426" y="208366"/>
                  <a:pt x="1290020" y="221960"/>
                  <a:pt x="1290020" y="238729"/>
                </a:cubicBezTo>
                <a:cubicBezTo>
                  <a:pt x="1290020" y="255499"/>
                  <a:pt x="1276426" y="269093"/>
                  <a:pt x="1259656" y="269093"/>
                </a:cubicBezTo>
                <a:cubicBezTo>
                  <a:pt x="1242887" y="269093"/>
                  <a:pt x="1229293" y="255499"/>
                  <a:pt x="1229293" y="238729"/>
                </a:cubicBezTo>
                <a:cubicBezTo>
                  <a:pt x="1229293" y="221960"/>
                  <a:pt x="1242887" y="208366"/>
                  <a:pt x="1259656" y="208366"/>
                </a:cubicBezTo>
                <a:close/>
                <a:moveTo>
                  <a:pt x="1187102" y="208366"/>
                </a:moveTo>
                <a:cubicBezTo>
                  <a:pt x="1203871" y="208366"/>
                  <a:pt x="1217465" y="221960"/>
                  <a:pt x="1217465" y="238729"/>
                </a:cubicBezTo>
                <a:cubicBezTo>
                  <a:pt x="1217465" y="255499"/>
                  <a:pt x="1203871" y="269093"/>
                  <a:pt x="1187102" y="269093"/>
                </a:cubicBezTo>
                <a:cubicBezTo>
                  <a:pt x="1170332" y="269093"/>
                  <a:pt x="1156738" y="255499"/>
                  <a:pt x="1156738" y="238729"/>
                </a:cubicBezTo>
                <a:cubicBezTo>
                  <a:pt x="1156738" y="221960"/>
                  <a:pt x="1170332" y="208366"/>
                  <a:pt x="1187102" y="208366"/>
                </a:cubicBezTo>
                <a:close/>
                <a:moveTo>
                  <a:pt x="1114547" y="208366"/>
                </a:moveTo>
                <a:cubicBezTo>
                  <a:pt x="1131317" y="208366"/>
                  <a:pt x="1144911" y="221960"/>
                  <a:pt x="1144911" y="238729"/>
                </a:cubicBezTo>
                <a:cubicBezTo>
                  <a:pt x="1144911" y="255499"/>
                  <a:pt x="1131317" y="269093"/>
                  <a:pt x="1114547" y="269093"/>
                </a:cubicBezTo>
                <a:cubicBezTo>
                  <a:pt x="1097778" y="269093"/>
                  <a:pt x="1084184" y="255499"/>
                  <a:pt x="1084184" y="238729"/>
                </a:cubicBezTo>
                <a:cubicBezTo>
                  <a:pt x="1084184" y="221960"/>
                  <a:pt x="1097778" y="208366"/>
                  <a:pt x="1114547" y="208366"/>
                </a:cubicBezTo>
                <a:close/>
                <a:moveTo>
                  <a:pt x="1041993" y="208366"/>
                </a:moveTo>
                <a:cubicBezTo>
                  <a:pt x="1058762" y="208366"/>
                  <a:pt x="1072356" y="221960"/>
                  <a:pt x="1072356" y="238729"/>
                </a:cubicBezTo>
                <a:cubicBezTo>
                  <a:pt x="1072356" y="255499"/>
                  <a:pt x="1058762" y="269093"/>
                  <a:pt x="1041993" y="269093"/>
                </a:cubicBezTo>
                <a:cubicBezTo>
                  <a:pt x="1025223" y="269093"/>
                  <a:pt x="1011629" y="255499"/>
                  <a:pt x="1011629" y="238729"/>
                </a:cubicBezTo>
                <a:cubicBezTo>
                  <a:pt x="1011629" y="221960"/>
                  <a:pt x="1025223" y="208366"/>
                  <a:pt x="1041993" y="208366"/>
                </a:cubicBezTo>
                <a:close/>
                <a:moveTo>
                  <a:pt x="969438" y="208366"/>
                </a:moveTo>
                <a:cubicBezTo>
                  <a:pt x="986208" y="208366"/>
                  <a:pt x="999801" y="221960"/>
                  <a:pt x="999801" y="238729"/>
                </a:cubicBezTo>
                <a:cubicBezTo>
                  <a:pt x="999801" y="255499"/>
                  <a:pt x="986208" y="269093"/>
                  <a:pt x="969438" y="269093"/>
                </a:cubicBezTo>
                <a:cubicBezTo>
                  <a:pt x="952669" y="269093"/>
                  <a:pt x="939075" y="255499"/>
                  <a:pt x="939075" y="238729"/>
                </a:cubicBezTo>
                <a:cubicBezTo>
                  <a:pt x="939075" y="221960"/>
                  <a:pt x="952669" y="208366"/>
                  <a:pt x="969438" y="208366"/>
                </a:cubicBezTo>
                <a:close/>
                <a:moveTo>
                  <a:pt x="896883" y="208366"/>
                </a:moveTo>
                <a:cubicBezTo>
                  <a:pt x="913653" y="208366"/>
                  <a:pt x="927247" y="221960"/>
                  <a:pt x="927247" y="238729"/>
                </a:cubicBezTo>
                <a:cubicBezTo>
                  <a:pt x="927247" y="255499"/>
                  <a:pt x="913653" y="269093"/>
                  <a:pt x="896883" y="269093"/>
                </a:cubicBezTo>
                <a:cubicBezTo>
                  <a:pt x="880114" y="269093"/>
                  <a:pt x="866520" y="255499"/>
                  <a:pt x="866520" y="238729"/>
                </a:cubicBezTo>
                <a:cubicBezTo>
                  <a:pt x="866520" y="221960"/>
                  <a:pt x="880114" y="208366"/>
                  <a:pt x="896883" y="208366"/>
                </a:cubicBezTo>
                <a:close/>
                <a:moveTo>
                  <a:pt x="824329" y="208366"/>
                </a:moveTo>
                <a:cubicBezTo>
                  <a:pt x="841098" y="208366"/>
                  <a:pt x="854692" y="221960"/>
                  <a:pt x="854692" y="238729"/>
                </a:cubicBezTo>
                <a:cubicBezTo>
                  <a:pt x="854692" y="255499"/>
                  <a:pt x="841098" y="269093"/>
                  <a:pt x="824329" y="269093"/>
                </a:cubicBezTo>
                <a:cubicBezTo>
                  <a:pt x="807559" y="269093"/>
                  <a:pt x="793965" y="255499"/>
                  <a:pt x="793965" y="238729"/>
                </a:cubicBezTo>
                <a:cubicBezTo>
                  <a:pt x="793965" y="221960"/>
                  <a:pt x="807559" y="208366"/>
                  <a:pt x="824329" y="208366"/>
                </a:cubicBezTo>
                <a:close/>
                <a:moveTo>
                  <a:pt x="751774" y="208366"/>
                </a:moveTo>
                <a:cubicBezTo>
                  <a:pt x="768544" y="208366"/>
                  <a:pt x="782138" y="221960"/>
                  <a:pt x="782138" y="238729"/>
                </a:cubicBezTo>
                <a:cubicBezTo>
                  <a:pt x="782138" y="255499"/>
                  <a:pt x="768544" y="269093"/>
                  <a:pt x="751774" y="269093"/>
                </a:cubicBezTo>
                <a:cubicBezTo>
                  <a:pt x="735005" y="269093"/>
                  <a:pt x="721411" y="255499"/>
                  <a:pt x="721411" y="238729"/>
                </a:cubicBezTo>
                <a:cubicBezTo>
                  <a:pt x="721411" y="221960"/>
                  <a:pt x="735005" y="208366"/>
                  <a:pt x="751774" y="208366"/>
                </a:cubicBezTo>
                <a:close/>
                <a:moveTo>
                  <a:pt x="679220" y="208366"/>
                </a:moveTo>
                <a:cubicBezTo>
                  <a:pt x="695989" y="208366"/>
                  <a:pt x="709583" y="221960"/>
                  <a:pt x="709583" y="238729"/>
                </a:cubicBezTo>
                <a:cubicBezTo>
                  <a:pt x="709583" y="255499"/>
                  <a:pt x="695989" y="269093"/>
                  <a:pt x="679220" y="269093"/>
                </a:cubicBezTo>
                <a:cubicBezTo>
                  <a:pt x="662450" y="269093"/>
                  <a:pt x="648856" y="255499"/>
                  <a:pt x="648856" y="238729"/>
                </a:cubicBezTo>
                <a:cubicBezTo>
                  <a:pt x="648856" y="221960"/>
                  <a:pt x="662450" y="208366"/>
                  <a:pt x="679220" y="208366"/>
                </a:cubicBezTo>
                <a:close/>
                <a:moveTo>
                  <a:pt x="606665" y="208366"/>
                </a:moveTo>
                <a:cubicBezTo>
                  <a:pt x="623435" y="208366"/>
                  <a:pt x="637029" y="221960"/>
                  <a:pt x="637029" y="238729"/>
                </a:cubicBezTo>
                <a:cubicBezTo>
                  <a:pt x="637029" y="255499"/>
                  <a:pt x="623435" y="269093"/>
                  <a:pt x="606665" y="269093"/>
                </a:cubicBezTo>
                <a:cubicBezTo>
                  <a:pt x="589896" y="269093"/>
                  <a:pt x="576302" y="255499"/>
                  <a:pt x="576302" y="238729"/>
                </a:cubicBezTo>
                <a:cubicBezTo>
                  <a:pt x="576302" y="221960"/>
                  <a:pt x="589896" y="208366"/>
                  <a:pt x="606665" y="208366"/>
                </a:cubicBezTo>
                <a:close/>
                <a:moveTo>
                  <a:pt x="534111" y="208366"/>
                </a:moveTo>
                <a:cubicBezTo>
                  <a:pt x="550880" y="208366"/>
                  <a:pt x="564474" y="221960"/>
                  <a:pt x="564474" y="238729"/>
                </a:cubicBezTo>
                <a:cubicBezTo>
                  <a:pt x="564474" y="255499"/>
                  <a:pt x="550880" y="269093"/>
                  <a:pt x="534111" y="269093"/>
                </a:cubicBezTo>
                <a:cubicBezTo>
                  <a:pt x="517341" y="269093"/>
                  <a:pt x="503747" y="255499"/>
                  <a:pt x="503747" y="238729"/>
                </a:cubicBezTo>
                <a:cubicBezTo>
                  <a:pt x="503747" y="221960"/>
                  <a:pt x="517341" y="208366"/>
                  <a:pt x="534111" y="208366"/>
                </a:cubicBezTo>
                <a:close/>
                <a:moveTo>
                  <a:pt x="461556" y="208366"/>
                </a:moveTo>
                <a:cubicBezTo>
                  <a:pt x="478326" y="208366"/>
                  <a:pt x="491920" y="221960"/>
                  <a:pt x="491920" y="238729"/>
                </a:cubicBezTo>
                <a:cubicBezTo>
                  <a:pt x="491920" y="255499"/>
                  <a:pt x="478326" y="269093"/>
                  <a:pt x="461556" y="269093"/>
                </a:cubicBezTo>
                <a:cubicBezTo>
                  <a:pt x="444787" y="269093"/>
                  <a:pt x="431192" y="255499"/>
                  <a:pt x="431192" y="238729"/>
                </a:cubicBezTo>
                <a:cubicBezTo>
                  <a:pt x="431192" y="221960"/>
                  <a:pt x="444787" y="208366"/>
                  <a:pt x="461556" y="208366"/>
                </a:cubicBezTo>
                <a:close/>
                <a:moveTo>
                  <a:pt x="389002" y="208366"/>
                </a:moveTo>
                <a:cubicBezTo>
                  <a:pt x="405771" y="208366"/>
                  <a:pt x="419365" y="221960"/>
                  <a:pt x="419365" y="238729"/>
                </a:cubicBezTo>
                <a:cubicBezTo>
                  <a:pt x="419365" y="255499"/>
                  <a:pt x="405771" y="269093"/>
                  <a:pt x="389002" y="269093"/>
                </a:cubicBezTo>
                <a:cubicBezTo>
                  <a:pt x="372232" y="269093"/>
                  <a:pt x="358638" y="255499"/>
                  <a:pt x="358638" y="238729"/>
                </a:cubicBezTo>
                <a:cubicBezTo>
                  <a:pt x="358638" y="221960"/>
                  <a:pt x="372232" y="208366"/>
                  <a:pt x="389002" y="208366"/>
                </a:cubicBezTo>
                <a:close/>
                <a:moveTo>
                  <a:pt x="316447" y="208366"/>
                </a:moveTo>
                <a:cubicBezTo>
                  <a:pt x="333216" y="208366"/>
                  <a:pt x="346810" y="221960"/>
                  <a:pt x="346810" y="238729"/>
                </a:cubicBezTo>
                <a:cubicBezTo>
                  <a:pt x="346810" y="255499"/>
                  <a:pt x="333216" y="269093"/>
                  <a:pt x="316447" y="269093"/>
                </a:cubicBezTo>
                <a:cubicBezTo>
                  <a:pt x="299677" y="269093"/>
                  <a:pt x="286084" y="255499"/>
                  <a:pt x="286084" y="238729"/>
                </a:cubicBezTo>
                <a:cubicBezTo>
                  <a:pt x="286084" y="221960"/>
                  <a:pt x="299677" y="208366"/>
                  <a:pt x="316447" y="208366"/>
                </a:cubicBezTo>
                <a:close/>
                <a:moveTo>
                  <a:pt x="243892" y="208366"/>
                </a:moveTo>
                <a:cubicBezTo>
                  <a:pt x="260662" y="208366"/>
                  <a:pt x="274256" y="221960"/>
                  <a:pt x="274256" y="238729"/>
                </a:cubicBezTo>
                <a:cubicBezTo>
                  <a:pt x="274256" y="255499"/>
                  <a:pt x="260662" y="269093"/>
                  <a:pt x="243892" y="269093"/>
                </a:cubicBezTo>
                <a:cubicBezTo>
                  <a:pt x="227123" y="269093"/>
                  <a:pt x="213529" y="255499"/>
                  <a:pt x="213529" y="238729"/>
                </a:cubicBezTo>
                <a:cubicBezTo>
                  <a:pt x="213529" y="221960"/>
                  <a:pt x="227123" y="208366"/>
                  <a:pt x="243892" y="208366"/>
                </a:cubicBezTo>
                <a:close/>
                <a:moveTo>
                  <a:pt x="171339" y="208366"/>
                </a:moveTo>
                <a:cubicBezTo>
                  <a:pt x="188107" y="208366"/>
                  <a:pt x="201701" y="221960"/>
                  <a:pt x="201701" y="238729"/>
                </a:cubicBezTo>
                <a:cubicBezTo>
                  <a:pt x="201701" y="255499"/>
                  <a:pt x="188107" y="269093"/>
                  <a:pt x="171339" y="269093"/>
                </a:cubicBezTo>
                <a:cubicBezTo>
                  <a:pt x="154697" y="269093"/>
                  <a:pt x="141102" y="255499"/>
                  <a:pt x="141102" y="238729"/>
                </a:cubicBezTo>
                <a:cubicBezTo>
                  <a:pt x="141102" y="221960"/>
                  <a:pt x="154697" y="208366"/>
                  <a:pt x="171339" y="208366"/>
                </a:cubicBezTo>
                <a:close/>
                <a:moveTo>
                  <a:pt x="98929" y="208366"/>
                </a:moveTo>
                <a:cubicBezTo>
                  <a:pt x="115688" y="208366"/>
                  <a:pt x="129282" y="221960"/>
                  <a:pt x="129282" y="238729"/>
                </a:cubicBezTo>
                <a:cubicBezTo>
                  <a:pt x="129282" y="255499"/>
                  <a:pt x="115688" y="269093"/>
                  <a:pt x="98929" y="269093"/>
                </a:cubicBezTo>
                <a:cubicBezTo>
                  <a:pt x="82155" y="269093"/>
                  <a:pt x="68561" y="255499"/>
                  <a:pt x="68561" y="238729"/>
                </a:cubicBezTo>
                <a:cubicBezTo>
                  <a:pt x="68561" y="221960"/>
                  <a:pt x="82155" y="208366"/>
                  <a:pt x="98929" y="208366"/>
                </a:cubicBezTo>
                <a:close/>
                <a:moveTo>
                  <a:pt x="26375" y="208366"/>
                </a:moveTo>
                <a:cubicBezTo>
                  <a:pt x="43137" y="208366"/>
                  <a:pt x="56732" y="221960"/>
                  <a:pt x="56732" y="238729"/>
                </a:cubicBezTo>
                <a:cubicBezTo>
                  <a:pt x="56732" y="255499"/>
                  <a:pt x="43137" y="269093"/>
                  <a:pt x="26375" y="269093"/>
                </a:cubicBezTo>
                <a:cubicBezTo>
                  <a:pt x="17989" y="269093"/>
                  <a:pt x="10398" y="265695"/>
                  <a:pt x="4903" y="260200"/>
                </a:cubicBezTo>
                <a:lnTo>
                  <a:pt x="0" y="248364"/>
                </a:lnTo>
                <a:lnTo>
                  <a:pt x="0" y="229094"/>
                </a:lnTo>
                <a:lnTo>
                  <a:pt x="4903" y="217259"/>
                </a:lnTo>
                <a:cubicBezTo>
                  <a:pt x="10398" y="211765"/>
                  <a:pt x="17989" y="208366"/>
                  <a:pt x="26375" y="208366"/>
                </a:cubicBezTo>
                <a:close/>
                <a:moveTo>
                  <a:pt x="1622429" y="127914"/>
                </a:moveTo>
                <a:cubicBezTo>
                  <a:pt x="1630814" y="127914"/>
                  <a:pt x="1638404" y="131313"/>
                  <a:pt x="1643899" y="136808"/>
                </a:cubicBezTo>
                <a:lnTo>
                  <a:pt x="1648931" y="148957"/>
                </a:lnTo>
                <a:lnTo>
                  <a:pt x="1651011" y="162579"/>
                </a:lnTo>
                <a:lnTo>
                  <a:pt x="1643899" y="179748"/>
                </a:lnTo>
                <a:cubicBezTo>
                  <a:pt x="1638404" y="185243"/>
                  <a:pt x="1630814" y="188641"/>
                  <a:pt x="1622429" y="188641"/>
                </a:cubicBezTo>
                <a:cubicBezTo>
                  <a:pt x="1605659" y="188641"/>
                  <a:pt x="1592066" y="175047"/>
                  <a:pt x="1592066" y="158278"/>
                </a:cubicBezTo>
                <a:cubicBezTo>
                  <a:pt x="1592066" y="141508"/>
                  <a:pt x="1605659" y="127914"/>
                  <a:pt x="1622429" y="127914"/>
                </a:cubicBezTo>
                <a:close/>
                <a:moveTo>
                  <a:pt x="1549874" y="127914"/>
                </a:moveTo>
                <a:cubicBezTo>
                  <a:pt x="1566644" y="127914"/>
                  <a:pt x="1580238" y="141508"/>
                  <a:pt x="1580238" y="158278"/>
                </a:cubicBezTo>
                <a:cubicBezTo>
                  <a:pt x="1580238" y="175047"/>
                  <a:pt x="1566644" y="188641"/>
                  <a:pt x="1549874" y="188641"/>
                </a:cubicBezTo>
                <a:cubicBezTo>
                  <a:pt x="1533105" y="188641"/>
                  <a:pt x="1519511" y="175047"/>
                  <a:pt x="1519511" y="158278"/>
                </a:cubicBezTo>
                <a:cubicBezTo>
                  <a:pt x="1519511" y="141508"/>
                  <a:pt x="1533105" y="127914"/>
                  <a:pt x="1549874" y="127914"/>
                </a:cubicBezTo>
                <a:close/>
                <a:moveTo>
                  <a:pt x="1477320" y="127914"/>
                </a:moveTo>
                <a:cubicBezTo>
                  <a:pt x="1494089" y="127914"/>
                  <a:pt x="1507683" y="141508"/>
                  <a:pt x="1507683" y="158278"/>
                </a:cubicBezTo>
                <a:cubicBezTo>
                  <a:pt x="1507683" y="175047"/>
                  <a:pt x="1494089" y="188641"/>
                  <a:pt x="1477320" y="188641"/>
                </a:cubicBezTo>
                <a:cubicBezTo>
                  <a:pt x="1460550" y="188641"/>
                  <a:pt x="1446956" y="175047"/>
                  <a:pt x="1446956" y="158278"/>
                </a:cubicBezTo>
                <a:cubicBezTo>
                  <a:pt x="1446956" y="141508"/>
                  <a:pt x="1460550" y="127914"/>
                  <a:pt x="1477320" y="127914"/>
                </a:cubicBezTo>
                <a:close/>
                <a:moveTo>
                  <a:pt x="1404765" y="127914"/>
                </a:moveTo>
                <a:cubicBezTo>
                  <a:pt x="1421535" y="127914"/>
                  <a:pt x="1435129" y="141508"/>
                  <a:pt x="1435129" y="158278"/>
                </a:cubicBezTo>
                <a:cubicBezTo>
                  <a:pt x="1435129" y="175047"/>
                  <a:pt x="1421535" y="188641"/>
                  <a:pt x="1404765" y="188641"/>
                </a:cubicBezTo>
                <a:cubicBezTo>
                  <a:pt x="1387996" y="188641"/>
                  <a:pt x="1374402" y="175047"/>
                  <a:pt x="1374402" y="158278"/>
                </a:cubicBezTo>
                <a:cubicBezTo>
                  <a:pt x="1374402" y="141508"/>
                  <a:pt x="1387996" y="127914"/>
                  <a:pt x="1404765" y="127914"/>
                </a:cubicBezTo>
                <a:close/>
                <a:moveTo>
                  <a:pt x="1332211" y="127914"/>
                </a:moveTo>
                <a:cubicBezTo>
                  <a:pt x="1348980" y="127914"/>
                  <a:pt x="1362574" y="141508"/>
                  <a:pt x="1362574" y="158278"/>
                </a:cubicBezTo>
                <a:cubicBezTo>
                  <a:pt x="1362574" y="175047"/>
                  <a:pt x="1348980" y="188641"/>
                  <a:pt x="1332211" y="188641"/>
                </a:cubicBezTo>
                <a:cubicBezTo>
                  <a:pt x="1315441" y="188641"/>
                  <a:pt x="1301847" y="175047"/>
                  <a:pt x="1301847" y="158278"/>
                </a:cubicBezTo>
                <a:cubicBezTo>
                  <a:pt x="1301847" y="141508"/>
                  <a:pt x="1315441" y="127914"/>
                  <a:pt x="1332211" y="127914"/>
                </a:cubicBezTo>
                <a:close/>
                <a:moveTo>
                  <a:pt x="1259656" y="127914"/>
                </a:moveTo>
                <a:cubicBezTo>
                  <a:pt x="1276426" y="127914"/>
                  <a:pt x="1290020" y="141508"/>
                  <a:pt x="1290020" y="158278"/>
                </a:cubicBezTo>
                <a:cubicBezTo>
                  <a:pt x="1290020" y="175047"/>
                  <a:pt x="1276426" y="188641"/>
                  <a:pt x="1259656" y="188641"/>
                </a:cubicBezTo>
                <a:cubicBezTo>
                  <a:pt x="1242887" y="188641"/>
                  <a:pt x="1229293" y="175047"/>
                  <a:pt x="1229293" y="158278"/>
                </a:cubicBezTo>
                <a:cubicBezTo>
                  <a:pt x="1229293" y="141508"/>
                  <a:pt x="1242887" y="127914"/>
                  <a:pt x="1259656" y="127914"/>
                </a:cubicBezTo>
                <a:close/>
                <a:moveTo>
                  <a:pt x="1187102" y="127914"/>
                </a:moveTo>
                <a:cubicBezTo>
                  <a:pt x="1203871" y="127914"/>
                  <a:pt x="1217465" y="141508"/>
                  <a:pt x="1217465" y="158278"/>
                </a:cubicBezTo>
                <a:cubicBezTo>
                  <a:pt x="1217465" y="175047"/>
                  <a:pt x="1203871" y="188641"/>
                  <a:pt x="1187102" y="188641"/>
                </a:cubicBezTo>
                <a:cubicBezTo>
                  <a:pt x="1170332" y="188641"/>
                  <a:pt x="1156738" y="175047"/>
                  <a:pt x="1156738" y="158278"/>
                </a:cubicBezTo>
                <a:cubicBezTo>
                  <a:pt x="1156738" y="141508"/>
                  <a:pt x="1170332" y="127914"/>
                  <a:pt x="1187102" y="127914"/>
                </a:cubicBezTo>
                <a:close/>
                <a:moveTo>
                  <a:pt x="1114547" y="127914"/>
                </a:moveTo>
                <a:cubicBezTo>
                  <a:pt x="1131317" y="127914"/>
                  <a:pt x="1144911" y="141508"/>
                  <a:pt x="1144911" y="158278"/>
                </a:cubicBezTo>
                <a:cubicBezTo>
                  <a:pt x="1144911" y="175047"/>
                  <a:pt x="1131317" y="188641"/>
                  <a:pt x="1114547" y="188641"/>
                </a:cubicBezTo>
                <a:cubicBezTo>
                  <a:pt x="1097778" y="188641"/>
                  <a:pt x="1084184" y="175047"/>
                  <a:pt x="1084184" y="158278"/>
                </a:cubicBezTo>
                <a:cubicBezTo>
                  <a:pt x="1084184" y="141508"/>
                  <a:pt x="1097778" y="127914"/>
                  <a:pt x="1114547" y="127914"/>
                </a:cubicBezTo>
                <a:close/>
                <a:moveTo>
                  <a:pt x="1041993" y="127914"/>
                </a:moveTo>
                <a:cubicBezTo>
                  <a:pt x="1058762" y="127914"/>
                  <a:pt x="1072356" y="141508"/>
                  <a:pt x="1072356" y="158278"/>
                </a:cubicBezTo>
                <a:cubicBezTo>
                  <a:pt x="1072356" y="175047"/>
                  <a:pt x="1058762" y="188641"/>
                  <a:pt x="1041993" y="188641"/>
                </a:cubicBezTo>
                <a:cubicBezTo>
                  <a:pt x="1025223" y="188641"/>
                  <a:pt x="1011629" y="175047"/>
                  <a:pt x="1011629" y="158278"/>
                </a:cubicBezTo>
                <a:cubicBezTo>
                  <a:pt x="1011629" y="141508"/>
                  <a:pt x="1025223" y="127914"/>
                  <a:pt x="1041993" y="127914"/>
                </a:cubicBezTo>
                <a:close/>
                <a:moveTo>
                  <a:pt x="969438" y="127914"/>
                </a:moveTo>
                <a:cubicBezTo>
                  <a:pt x="986208" y="127914"/>
                  <a:pt x="999801" y="141508"/>
                  <a:pt x="999801" y="158278"/>
                </a:cubicBezTo>
                <a:cubicBezTo>
                  <a:pt x="999801" y="175047"/>
                  <a:pt x="986208" y="188641"/>
                  <a:pt x="969438" y="188641"/>
                </a:cubicBezTo>
                <a:cubicBezTo>
                  <a:pt x="952669" y="188641"/>
                  <a:pt x="939075" y="175047"/>
                  <a:pt x="939075" y="158278"/>
                </a:cubicBezTo>
                <a:cubicBezTo>
                  <a:pt x="939075" y="141508"/>
                  <a:pt x="952669" y="127914"/>
                  <a:pt x="969438" y="127914"/>
                </a:cubicBezTo>
                <a:close/>
                <a:moveTo>
                  <a:pt x="896883" y="127914"/>
                </a:moveTo>
                <a:cubicBezTo>
                  <a:pt x="913653" y="127914"/>
                  <a:pt x="927247" y="141508"/>
                  <a:pt x="927247" y="158278"/>
                </a:cubicBezTo>
                <a:cubicBezTo>
                  <a:pt x="927247" y="175047"/>
                  <a:pt x="913653" y="188641"/>
                  <a:pt x="896883" y="188641"/>
                </a:cubicBezTo>
                <a:cubicBezTo>
                  <a:pt x="880114" y="188641"/>
                  <a:pt x="866520" y="175047"/>
                  <a:pt x="866520" y="158278"/>
                </a:cubicBezTo>
                <a:cubicBezTo>
                  <a:pt x="866520" y="141508"/>
                  <a:pt x="880114" y="127914"/>
                  <a:pt x="896883" y="127914"/>
                </a:cubicBezTo>
                <a:close/>
                <a:moveTo>
                  <a:pt x="824329" y="127914"/>
                </a:moveTo>
                <a:cubicBezTo>
                  <a:pt x="841098" y="127914"/>
                  <a:pt x="854692" y="141508"/>
                  <a:pt x="854692" y="158278"/>
                </a:cubicBezTo>
                <a:cubicBezTo>
                  <a:pt x="854692" y="175047"/>
                  <a:pt x="841098" y="188641"/>
                  <a:pt x="824329" y="188641"/>
                </a:cubicBezTo>
                <a:cubicBezTo>
                  <a:pt x="807559" y="188641"/>
                  <a:pt x="793965" y="175047"/>
                  <a:pt x="793965" y="158278"/>
                </a:cubicBezTo>
                <a:cubicBezTo>
                  <a:pt x="793965" y="141508"/>
                  <a:pt x="807559" y="127914"/>
                  <a:pt x="824329" y="127914"/>
                </a:cubicBezTo>
                <a:close/>
                <a:moveTo>
                  <a:pt x="751774" y="127914"/>
                </a:moveTo>
                <a:cubicBezTo>
                  <a:pt x="768544" y="127914"/>
                  <a:pt x="782138" y="141508"/>
                  <a:pt x="782138" y="158278"/>
                </a:cubicBezTo>
                <a:cubicBezTo>
                  <a:pt x="782138" y="175047"/>
                  <a:pt x="768544" y="188641"/>
                  <a:pt x="751774" y="188641"/>
                </a:cubicBezTo>
                <a:cubicBezTo>
                  <a:pt x="735005" y="188641"/>
                  <a:pt x="721411" y="175047"/>
                  <a:pt x="721411" y="158278"/>
                </a:cubicBezTo>
                <a:cubicBezTo>
                  <a:pt x="721411" y="141508"/>
                  <a:pt x="735005" y="127914"/>
                  <a:pt x="751774" y="127914"/>
                </a:cubicBezTo>
                <a:close/>
                <a:moveTo>
                  <a:pt x="679220" y="127914"/>
                </a:moveTo>
                <a:cubicBezTo>
                  <a:pt x="695989" y="127914"/>
                  <a:pt x="709583" y="141508"/>
                  <a:pt x="709583" y="158278"/>
                </a:cubicBezTo>
                <a:cubicBezTo>
                  <a:pt x="709583" y="175047"/>
                  <a:pt x="695989" y="188641"/>
                  <a:pt x="679220" y="188641"/>
                </a:cubicBezTo>
                <a:cubicBezTo>
                  <a:pt x="662450" y="188641"/>
                  <a:pt x="648856" y="175047"/>
                  <a:pt x="648856" y="158278"/>
                </a:cubicBezTo>
                <a:cubicBezTo>
                  <a:pt x="648856" y="141508"/>
                  <a:pt x="662450" y="127914"/>
                  <a:pt x="679220" y="127914"/>
                </a:cubicBezTo>
                <a:close/>
                <a:moveTo>
                  <a:pt x="606665" y="127914"/>
                </a:moveTo>
                <a:cubicBezTo>
                  <a:pt x="623435" y="127914"/>
                  <a:pt x="637029" y="141508"/>
                  <a:pt x="637029" y="158278"/>
                </a:cubicBezTo>
                <a:cubicBezTo>
                  <a:pt x="637029" y="175047"/>
                  <a:pt x="623435" y="188641"/>
                  <a:pt x="606665" y="188641"/>
                </a:cubicBezTo>
                <a:cubicBezTo>
                  <a:pt x="589896" y="188641"/>
                  <a:pt x="576302" y="175047"/>
                  <a:pt x="576302" y="158278"/>
                </a:cubicBezTo>
                <a:cubicBezTo>
                  <a:pt x="576302" y="141508"/>
                  <a:pt x="589896" y="127914"/>
                  <a:pt x="606665" y="127914"/>
                </a:cubicBezTo>
                <a:close/>
                <a:moveTo>
                  <a:pt x="534111" y="127914"/>
                </a:moveTo>
                <a:cubicBezTo>
                  <a:pt x="550880" y="127914"/>
                  <a:pt x="564474" y="141508"/>
                  <a:pt x="564474" y="158278"/>
                </a:cubicBezTo>
                <a:cubicBezTo>
                  <a:pt x="564474" y="175047"/>
                  <a:pt x="550880" y="188641"/>
                  <a:pt x="534111" y="188641"/>
                </a:cubicBezTo>
                <a:cubicBezTo>
                  <a:pt x="517341" y="188641"/>
                  <a:pt x="503747" y="175047"/>
                  <a:pt x="503747" y="158278"/>
                </a:cubicBezTo>
                <a:cubicBezTo>
                  <a:pt x="503747" y="141508"/>
                  <a:pt x="517341" y="127914"/>
                  <a:pt x="534111" y="127914"/>
                </a:cubicBezTo>
                <a:close/>
                <a:moveTo>
                  <a:pt x="461556" y="127914"/>
                </a:moveTo>
                <a:cubicBezTo>
                  <a:pt x="478326" y="127914"/>
                  <a:pt x="491920" y="141508"/>
                  <a:pt x="491920" y="158278"/>
                </a:cubicBezTo>
                <a:cubicBezTo>
                  <a:pt x="491920" y="175047"/>
                  <a:pt x="478326" y="188641"/>
                  <a:pt x="461556" y="188641"/>
                </a:cubicBezTo>
                <a:cubicBezTo>
                  <a:pt x="444787" y="188641"/>
                  <a:pt x="431192" y="175047"/>
                  <a:pt x="431192" y="158278"/>
                </a:cubicBezTo>
                <a:cubicBezTo>
                  <a:pt x="431192" y="141508"/>
                  <a:pt x="444787" y="127914"/>
                  <a:pt x="461556" y="127914"/>
                </a:cubicBezTo>
                <a:close/>
                <a:moveTo>
                  <a:pt x="389002" y="127914"/>
                </a:moveTo>
                <a:cubicBezTo>
                  <a:pt x="405771" y="127914"/>
                  <a:pt x="419365" y="141508"/>
                  <a:pt x="419365" y="158278"/>
                </a:cubicBezTo>
                <a:cubicBezTo>
                  <a:pt x="419365" y="175047"/>
                  <a:pt x="405771" y="188641"/>
                  <a:pt x="389002" y="188641"/>
                </a:cubicBezTo>
                <a:cubicBezTo>
                  <a:pt x="372232" y="188641"/>
                  <a:pt x="358638" y="175047"/>
                  <a:pt x="358638" y="158278"/>
                </a:cubicBezTo>
                <a:cubicBezTo>
                  <a:pt x="358638" y="141508"/>
                  <a:pt x="372232" y="127914"/>
                  <a:pt x="389002" y="127914"/>
                </a:cubicBezTo>
                <a:close/>
                <a:moveTo>
                  <a:pt x="316447" y="127914"/>
                </a:moveTo>
                <a:cubicBezTo>
                  <a:pt x="333216" y="127914"/>
                  <a:pt x="346810" y="141508"/>
                  <a:pt x="346810" y="158278"/>
                </a:cubicBezTo>
                <a:cubicBezTo>
                  <a:pt x="346810" y="175047"/>
                  <a:pt x="333216" y="188641"/>
                  <a:pt x="316447" y="188641"/>
                </a:cubicBezTo>
                <a:cubicBezTo>
                  <a:pt x="299677" y="188641"/>
                  <a:pt x="286084" y="175047"/>
                  <a:pt x="286084" y="158278"/>
                </a:cubicBezTo>
                <a:cubicBezTo>
                  <a:pt x="286084" y="141508"/>
                  <a:pt x="299677" y="127914"/>
                  <a:pt x="316447" y="127914"/>
                </a:cubicBezTo>
                <a:close/>
                <a:moveTo>
                  <a:pt x="243892" y="127914"/>
                </a:moveTo>
                <a:cubicBezTo>
                  <a:pt x="260662" y="127914"/>
                  <a:pt x="274256" y="141508"/>
                  <a:pt x="274256" y="158278"/>
                </a:cubicBezTo>
                <a:cubicBezTo>
                  <a:pt x="274256" y="175047"/>
                  <a:pt x="260662" y="188641"/>
                  <a:pt x="243892" y="188641"/>
                </a:cubicBezTo>
                <a:cubicBezTo>
                  <a:pt x="227123" y="188641"/>
                  <a:pt x="213529" y="175047"/>
                  <a:pt x="213529" y="158278"/>
                </a:cubicBezTo>
                <a:cubicBezTo>
                  <a:pt x="213529" y="141508"/>
                  <a:pt x="227123" y="127914"/>
                  <a:pt x="243892" y="127914"/>
                </a:cubicBezTo>
                <a:close/>
                <a:moveTo>
                  <a:pt x="171339" y="127914"/>
                </a:moveTo>
                <a:cubicBezTo>
                  <a:pt x="188107" y="127914"/>
                  <a:pt x="201701" y="141508"/>
                  <a:pt x="201701" y="158278"/>
                </a:cubicBezTo>
                <a:cubicBezTo>
                  <a:pt x="201701" y="175047"/>
                  <a:pt x="188107" y="188641"/>
                  <a:pt x="171339" y="188641"/>
                </a:cubicBezTo>
                <a:cubicBezTo>
                  <a:pt x="154702" y="188641"/>
                  <a:pt x="141108" y="175047"/>
                  <a:pt x="141108" y="158278"/>
                </a:cubicBezTo>
                <a:cubicBezTo>
                  <a:pt x="141108" y="141508"/>
                  <a:pt x="154702" y="127914"/>
                  <a:pt x="171339" y="127914"/>
                </a:cubicBezTo>
                <a:close/>
                <a:moveTo>
                  <a:pt x="98936" y="127914"/>
                </a:moveTo>
                <a:cubicBezTo>
                  <a:pt x="115695" y="127914"/>
                  <a:pt x="129288" y="141508"/>
                  <a:pt x="129288" y="158278"/>
                </a:cubicBezTo>
                <a:cubicBezTo>
                  <a:pt x="129288" y="175047"/>
                  <a:pt x="115695" y="188641"/>
                  <a:pt x="98936" y="188641"/>
                </a:cubicBezTo>
                <a:cubicBezTo>
                  <a:pt x="82162" y="188641"/>
                  <a:pt x="68567" y="175047"/>
                  <a:pt x="68567" y="158278"/>
                </a:cubicBezTo>
                <a:cubicBezTo>
                  <a:pt x="68567" y="141508"/>
                  <a:pt x="82162" y="127914"/>
                  <a:pt x="98936" y="127914"/>
                </a:cubicBezTo>
                <a:close/>
                <a:moveTo>
                  <a:pt x="26381" y="127914"/>
                </a:moveTo>
                <a:cubicBezTo>
                  <a:pt x="43143" y="127914"/>
                  <a:pt x="56738" y="141508"/>
                  <a:pt x="56738" y="158278"/>
                </a:cubicBezTo>
                <a:cubicBezTo>
                  <a:pt x="56738" y="175047"/>
                  <a:pt x="43143" y="188641"/>
                  <a:pt x="26381" y="188641"/>
                </a:cubicBezTo>
                <a:cubicBezTo>
                  <a:pt x="17995" y="188641"/>
                  <a:pt x="10404" y="185243"/>
                  <a:pt x="4909" y="179748"/>
                </a:cubicBezTo>
                <a:lnTo>
                  <a:pt x="0" y="167898"/>
                </a:lnTo>
                <a:lnTo>
                  <a:pt x="0" y="148658"/>
                </a:lnTo>
                <a:lnTo>
                  <a:pt x="4909" y="136807"/>
                </a:lnTo>
                <a:cubicBezTo>
                  <a:pt x="10404" y="131313"/>
                  <a:pt x="17995" y="127914"/>
                  <a:pt x="26381" y="127914"/>
                </a:cubicBezTo>
                <a:close/>
                <a:moveTo>
                  <a:pt x="1622429" y="47462"/>
                </a:moveTo>
                <a:lnTo>
                  <a:pt x="1625821" y="48147"/>
                </a:lnTo>
                <a:lnTo>
                  <a:pt x="1639701" y="102127"/>
                </a:lnTo>
                <a:lnTo>
                  <a:pt x="1634248" y="105804"/>
                </a:lnTo>
                <a:cubicBezTo>
                  <a:pt x="1630615" y="107340"/>
                  <a:pt x="1626621" y="108189"/>
                  <a:pt x="1622429" y="108189"/>
                </a:cubicBezTo>
                <a:cubicBezTo>
                  <a:pt x="1605659" y="108189"/>
                  <a:pt x="1592066" y="94595"/>
                  <a:pt x="1592066" y="77826"/>
                </a:cubicBezTo>
                <a:cubicBezTo>
                  <a:pt x="1592066" y="61056"/>
                  <a:pt x="1605659" y="47462"/>
                  <a:pt x="1622429" y="47462"/>
                </a:cubicBezTo>
                <a:close/>
                <a:moveTo>
                  <a:pt x="1549874" y="47462"/>
                </a:moveTo>
                <a:cubicBezTo>
                  <a:pt x="1566644" y="47462"/>
                  <a:pt x="1580238" y="61056"/>
                  <a:pt x="1580238" y="77826"/>
                </a:cubicBezTo>
                <a:cubicBezTo>
                  <a:pt x="1580238" y="94595"/>
                  <a:pt x="1566644" y="108189"/>
                  <a:pt x="1549874" y="108189"/>
                </a:cubicBezTo>
                <a:cubicBezTo>
                  <a:pt x="1533105" y="108189"/>
                  <a:pt x="1519511" y="94595"/>
                  <a:pt x="1519511" y="77826"/>
                </a:cubicBezTo>
                <a:cubicBezTo>
                  <a:pt x="1519511" y="61056"/>
                  <a:pt x="1533105" y="47462"/>
                  <a:pt x="1549874" y="47462"/>
                </a:cubicBezTo>
                <a:close/>
                <a:moveTo>
                  <a:pt x="1477320" y="47462"/>
                </a:moveTo>
                <a:cubicBezTo>
                  <a:pt x="1494089" y="47462"/>
                  <a:pt x="1507683" y="61056"/>
                  <a:pt x="1507683" y="77826"/>
                </a:cubicBezTo>
                <a:cubicBezTo>
                  <a:pt x="1507683" y="94595"/>
                  <a:pt x="1494089" y="108189"/>
                  <a:pt x="1477320" y="108189"/>
                </a:cubicBezTo>
                <a:cubicBezTo>
                  <a:pt x="1460550" y="108189"/>
                  <a:pt x="1446956" y="94595"/>
                  <a:pt x="1446956" y="77826"/>
                </a:cubicBezTo>
                <a:cubicBezTo>
                  <a:pt x="1446956" y="61056"/>
                  <a:pt x="1460550" y="47462"/>
                  <a:pt x="1477320" y="47462"/>
                </a:cubicBezTo>
                <a:close/>
                <a:moveTo>
                  <a:pt x="1404765" y="47462"/>
                </a:moveTo>
                <a:cubicBezTo>
                  <a:pt x="1421535" y="47462"/>
                  <a:pt x="1435129" y="61056"/>
                  <a:pt x="1435129" y="77826"/>
                </a:cubicBezTo>
                <a:cubicBezTo>
                  <a:pt x="1435129" y="94595"/>
                  <a:pt x="1421535" y="108189"/>
                  <a:pt x="1404765" y="108189"/>
                </a:cubicBezTo>
                <a:cubicBezTo>
                  <a:pt x="1387996" y="108189"/>
                  <a:pt x="1374402" y="94595"/>
                  <a:pt x="1374402" y="77826"/>
                </a:cubicBezTo>
                <a:cubicBezTo>
                  <a:pt x="1374402" y="61056"/>
                  <a:pt x="1387996" y="47462"/>
                  <a:pt x="1404765" y="47462"/>
                </a:cubicBezTo>
                <a:close/>
                <a:moveTo>
                  <a:pt x="1332211" y="47462"/>
                </a:moveTo>
                <a:cubicBezTo>
                  <a:pt x="1348980" y="47462"/>
                  <a:pt x="1362574" y="61056"/>
                  <a:pt x="1362574" y="77826"/>
                </a:cubicBezTo>
                <a:cubicBezTo>
                  <a:pt x="1362574" y="94595"/>
                  <a:pt x="1348980" y="108189"/>
                  <a:pt x="1332211" y="108189"/>
                </a:cubicBezTo>
                <a:cubicBezTo>
                  <a:pt x="1315441" y="108189"/>
                  <a:pt x="1301847" y="94595"/>
                  <a:pt x="1301847" y="77826"/>
                </a:cubicBezTo>
                <a:cubicBezTo>
                  <a:pt x="1301847" y="61056"/>
                  <a:pt x="1315441" y="47462"/>
                  <a:pt x="1332211" y="47462"/>
                </a:cubicBezTo>
                <a:close/>
                <a:moveTo>
                  <a:pt x="1259656" y="47462"/>
                </a:moveTo>
                <a:cubicBezTo>
                  <a:pt x="1276426" y="47462"/>
                  <a:pt x="1290020" y="61056"/>
                  <a:pt x="1290020" y="77826"/>
                </a:cubicBezTo>
                <a:cubicBezTo>
                  <a:pt x="1290020" y="94595"/>
                  <a:pt x="1276426" y="108189"/>
                  <a:pt x="1259656" y="108189"/>
                </a:cubicBezTo>
                <a:cubicBezTo>
                  <a:pt x="1242887" y="108189"/>
                  <a:pt x="1229293" y="94595"/>
                  <a:pt x="1229293" y="77826"/>
                </a:cubicBezTo>
                <a:cubicBezTo>
                  <a:pt x="1229293" y="61056"/>
                  <a:pt x="1242887" y="47462"/>
                  <a:pt x="1259656" y="47462"/>
                </a:cubicBezTo>
                <a:close/>
                <a:moveTo>
                  <a:pt x="1187102" y="47462"/>
                </a:moveTo>
                <a:cubicBezTo>
                  <a:pt x="1203871" y="47462"/>
                  <a:pt x="1217465" y="61056"/>
                  <a:pt x="1217465" y="77826"/>
                </a:cubicBezTo>
                <a:cubicBezTo>
                  <a:pt x="1217465" y="94595"/>
                  <a:pt x="1203871" y="108189"/>
                  <a:pt x="1187102" y="108189"/>
                </a:cubicBezTo>
                <a:cubicBezTo>
                  <a:pt x="1170332" y="108189"/>
                  <a:pt x="1156738" y="94595"/>
                  <a:pt x="1156738" y="77826"/>
                </a:cubicBezTo>
                <a:cubicBezTo>
                  <a:pt x="1156738" y="61056"/>
                  <a:pt x="1170332" y="47462"/>
                  <a:pt x="1187102" y="47462"/>
                </a:cubicBezTo>
                <a:close/>
                <a:moveTo>
                  <a:pt x="1114547" y="47462"/>
                </a:moveTo>
                <a:cubicBezTo>
                  <a:pt x="1131317" y="47462"/>
                  <a:pt x="1144911" y="61056"/>
                  <a:pt x="1144911" y="77826"/>
                </a:cubicBezTo>
                <a:cubicBezTo>
                  <a:pt x="1144911" y="94595"/>
                  <a:pt x="1131317" y="108189"/>
                  <a:pt x="1114547" y="108189"/>
                </a:cubicBezTo>
                <a:cubicBezTo>
                  <a:pt x="1097778" y="108189"/>
                  <a:pt x="1084184" y="94595"/>
                  <a:pt x="1084184" y="77826"/>
                </a:cubicBezTo>
                <a:cubicBezTo>
                  <a:pt x="1084184" y="61056"/>
                  <a:pt x="1097778" y="47462"/>
                  <a:pt x="1114547" y="47462"/>
                </a:cubicBezTo>
                <a:close/>
                <a:moveTo>
                  <a:pt x="1041993" y="47462"/>
                </a:moveTo>
                <a:cubicBezTo>
                  <a:pt x="1058762" y="47462"/>
                  <a:pt x="1072356" y="61056"/>
                  <a:pt x="1072356" y="77826"/>
                </a:cubicBezTo>
                <a:cubicBezTo>
                  <a:pt x="1072356" y="94595"/>
                  <a:pt x="1058762" y="108189"/>
                  <a:pt x="1041993" y="108189"/>
                </a:cubicBezTo>
                <a:cubicBezTo>
                  <a:pt x="1025223" y="108189"/>
                  <a:pt x="1011629" y="94595"/>
                  <a:pt x="1011629" y="77826"/>
                </a:cubicBezTo>
                <a:cubicBezTo>
                  <a:pt x="1011629" y="61056"/>
                  <a:pt x="1025223" y="47462"/>
                  <a:pt x="1041993" y="47462"/>
                </a:cubicBezTo>
                <a:close/>
                <a:moveTo>
                  <a:pt x="969438" y="47462"/>
                </a:moveTo>
                <a:cubicBezTo>
                  <a:pt x="986208" y="47462"/>
                  <a:pt x="999801" y="61056"/>
                  <a:pt x="999801" y="77826"/>
                </a:cubicBezTo>
                <a:cubicBezTo>
                  <a:pt x="999801" y="94595"/>
                  <a:pt x="986208" y="108189"/>
                  <a:pt x="969438" y="108189"/>
                </a:cubicBezTo>
                <a:cubicBezTo>
                  <a:pt x="952669" y="108189"/>
                  <a:pt x="939075" y="94595"/>
                  <a:pt x="939075" y="77826"/>
                </a:cubicBezTo>
                <a:cubicBezTo>
                  <a:pt x="939075" y="61056"/>
                  <a:pt x="952669" y="47462"/>
                  <a:pt x="969438" y="47462"/>
                </a:cubicBezTo>
                <a:close/>
                <a:moveTo>
                  <a:pt x="896883" y="47462"/>
                </a:moveTo>
                <a:cubicBezTo>
                  <a:pt x="913653" y="47462"/>
                  <a:pt x="927247" y="61056"/>
                  <a:pt x="927247" y="77826"/>
                </a:cubicBezTo>
                <a:cubicBezTo>
                  <a:pt x="927247" y="94595"/>
                  <a:pt x="913653" y="108189"/>
                  <a:pt x="896883" y="108189"/>
                </a:cubicBezTo>
                <a:cubicBezTo>
                  <a:pt x="880114" y="108189"/>
                  <a:pt x="866520" y="94595"/>
                  <a:pt x="866520" y="77826"/>
                </a:cubicBezTo>
                <a:cubicBezTo>
                  <a:pt x="866520" y="61056"/>
                  <a:pt x="880114" y="47462"/>
                  <a:pt x="896883" y="47462"/>
                </a:cubicBezTo>
                <a:close/>
                <a:moveTo>
                  <a:pt x="824329" y="47462"/>
                </a:moveTo>
                <a:cubicBezTo>
                  <a:pt x="841098" y="47462"/>
                  <a:pt x="854692" y="61056"/>
                  <a:pt x="854692" y="77826"/>
                </a:cubicBezTo>
                <a:cubicBezTo>
                  <a:pt x="854692" y="94595"/>
                  <a:pt x="841098" y="108189"/>
                  <a:pt x="824329" y="108189"/>
                </a:cubicBezTo>
                <a:cubicBezTo>
                  <a:pt x="807559" y="108189"/>
                  <a:pt x="793965" y="94595"/>
                  <a:pt x="793965" y="77826"/>
                </a:cubicBezTo>
                <a:cubicBezTo>
                  <a:pt x="793965" y="61056"/>
                  <a:pt x="807559" y="47462"/>
                  <a:pt x="824329" y="47462"/>
                </a:cubicBezTo>
                <a:close/>
                <a:moveTo>
                  <a:pt x="751774" y="47462"/>
                </a:moveTo>
                <a:cubicBezTo>
                  <a:pt x="768544" y="47462"/>
                  <a:pt x="782138" y="61056"/>
                  <a:pt x="782138" y="77826"/>
                </a:cubicBezTo>
                <a:cubicBezTo>
                  <a:pt x="782138" y="94595"/>
                  <a:pt x="768544" y="108189"/>
                  <a:pt x="751774" y="108189"/>
                </a:cubicBezTo>
                <a:cubicBezTo>
                  <a:pt x="735005" y="108189"/>
                  <a:pt x="721411" y="94595"/>
                  <a:pt x="721411" y="77826"/>
                </a:cubicBezTo>
                <a:cubicBezTo>
                  <a:pt x="721411" y="61056"/>
                  <a:pt x="735005" y="47462"/>
                  <a:pt x="751774" y="47462"/>
                </a:cubicBezTo>
                <a:close/>
                <a:moveTo>
                  <a:pt x="679220" y="47462"/>
                </a:moveTo>
                <a:cubicBezTo>
                  <a:pt x="695989" y="47462"/>
                  <a:pt x="709583" y="61056"/>
                  <a:pt x="709583" y="77826"/>
                </a:cubicBezTo>
                <a:cubicBezTo>
                  <a:pt x="709583" y="94595"/>
                  <a:pt x="695989" y="108189"/>
                  <a:pt x="679220" y="108189"/>
                </a:cubicBezTo>
                <a:cubicBezTo>
                  <a:pt x="662450" y="108189"/>
                  <a:pt x="648856" y="94595"/>
                  <a:pt x="648856" y="77826"/>
                </a:cubicBezTo>
                <a:cubicBezTo>
                  <a:pt x="648856" y="61056"/>
                  <a:pt x="662450" y="47462"/>
                  <a:pt x="679220" y="47462"/>
                </a:cubicBezTo>
                <a:close/>
                <a:moveTo>
                  <a:pt x="606665" y="47462"/>
                </a:moveTo>
                <a:cubicBezTo>
                  <a:pt x="623435" y="47462"/>
                  <a:pt x="637029" y="61056"/>
                  <a:pt x="637029" y="77826"/>
                </a:cubicBezTo>
                <a:cubicBezTo>
                  <a:pt x="637029" y="94595"/>
                  <a:pt x="623435" y="108189"/>
                  <a:pt x="606665" y="108189"/>
                </a:cubicBezTo>
                <a:cubicBezTo>
                  <a:pt x="589896" y="108189"/>
                  <a:pt x="576302" y="94595"/>
                  <a:pt x="576302" y="77826"/>
                </a:cubicBezTo>
                <a:cubicBezTo>
                  <a:pt x="576302" y="61056"/>
                  <a:pt x="589896" y="47462"/>
                  <a:pt x="606665" y="47462"/>
                </a:cubicBezTo>
                <a:close/>
                <a:moveTo>
                  <a:pt x="534111" y="47462"/>
                </a:moveTo>
                <a:cubicBezTo>
                  <a:pt x="550880" y="47462"/>
                  <a:pt x="564474" y="61056"/>
                  <a:pt x="564474" y="77826"/>
                </a:cubicBezTo>
                <a:cubicBezTo>
                  <a:pt x="564474" y="94595"/>
                  <a:pt x="550880" y="108189"/>
                  <a:pt x="534111" y="108189"/>
                </a:cubicBezTo>
                <a:cubicBezTo>
                  <a:pt x="517341" y="108189"/>
                  <a:pt x="503747" y="94595"/>
                  <a:pt x="503747" y="77826"/>
                </a:cubicBezTo>
                <a:cubicBezTo>
                  <a:pt x="503747" y="61056"/>
                  <a:pt x="517341" y="47462"/>
                  <a:pt x="534111" y="47462"/>
                </a:cubicBezTo>
                <a:close/>
                <a:moveTo>
                  <a:pt x="461556" y="47462"/>
                </a:moveTo>
                <a:cubicBezTo>
                  <a:pt x="478326" y="47462"/>
                  <a:pt x="491920" y="61056"/>
                  <a:pt x="491920" y="77826"/>
                </a:cubicBezTo>
                <a:cubicBezTo>
                  <a:pt x="491920" y="94595"/>
                  <a:pt x="478326" y="108189"/>
                  <a:pt x="461556" y="108189"/>
                </a:cubicBezTo>
                <a:cubicBezTo>
                  <a:pt x="444787" y="108189"/>
                  <a:pt x="431192" y="94595"/>
                  <a:pt x="431192" y="77826"/>
                </a:cubicBezTo>
                <a:cubicBezTo>
                  <a:pt x="431192" y="61056"/>
                  <a:pt x="444787" y="47462"/>
                  <a:pt x="461556" y="47462"/>
                </a:cubicBezTo>
                <a:close/>
                <a:moveTo>
                  <a:pt x="389002" y="47462"/>
                </a:moveTo>
                <a:cubicBezTo>
                  <a:pt x="405771" y="47462"/>
                  <a:pt x="419365" y="61056"/>
                  <a:pt x="419365" y="77826"/>
                </a:cubicBezTo>
                <a:cubicBezTo>
                  <a:pt x="419365" y="94595"/>
                  <a:pt x="405771" y="108189"/>
                  <a:pt x="389002" y="108189"/>
                </a:cubicBezTo>
                <a:cubicBezTo>
                  <a:pt x="372232" y="108189"/>
                  <a:pt x="358638" y="94595"/>
                  <a:pt x="358638" y="77826"/>
                </a:cubicBezTo>
                <a:cubicBezTo>
                  <a:pt x="358638" y="61056"/>
                  <a:pt x="372232" y="47462"/>
                  <a:pt x="389002" y="47462"/>
                </a:cubicBezTo>
                <a:close/>
                <a:moveTo>
                  <a:pt x="316447" y="47462"/>
                </a:moveTo>
                <a:cubicBezTo>
                  <a:pt x="333216" y="47462"/>
                  <a:pt x="346810" y="61056"/>
                  <a:pt x="346810" y="77826"/>
                </a:cubicBezTo>
                <a:cubicBezTo>
                  <a:pt x="346810" y="94595"/>
                  <a:pt x="333216" y="108189"/>
                  <a:pt x="316447" y="108189"/>
                </a:cubicBezTo>
                <a:cubicBezTo>
                  <a:pt x="299677" y="108189"/>
                  <a:pt x="286084" y="94595"/>
                  <a:pt x="286084" y="77826"/>
                </a:cubicBezTo>
                <a:cubicBezTo>
                  <a:pt x="286084" y="61056"/>
                  <a:pt x="299677" y="47462"/>
                  <a:pt x="316447" y="47462"/>
                </a:cubicBezTo>
                <a:close/>
                <a:moveTo>
                  <a:pt x="243892" y="47462"/>
                </a:moveTo>
                <a:cubicBezTo>
                  <a:pt x="260662" y="47462"/>
                  <a:pt x="274256" y="61056"/>
                  <a:pt x="274256" y="77826"/>
                </a:cubicBezTo>
                <a:cubicBezTo>
                  <a:pt x="274256" y="94595"/>
                  <a:pt x="260662" y="108189"/>
                  <a:pt x="243892" y="108189"/>
                </a:cubicBezTo>
                <a:cubicBezTo>
                  <a:pt x="227123" y="108189"/>
                  <a:pt x="213529" y="94595"/>
                  <a:pt x="213529" y="77826"/>
                </a:cubicBezTo>
                <a:cubicBezTo>
                  <a:pt x="213529" y="61056"/>
                  <a:pt x="227123" y="47462"/>
                  <a:pt x="243892" y="47462"/>
                </a:cubicBezTo>
                <a:close/>
                <a:moveTo>
                  <a:pt x="171339" y="47462"/>
                </a:moveTo>
                <a:cubicBezTo>
                  <a:pt x="188107" y="47462"/>
                  <a:pt x="201701" y="61056"/>
                  <a:pt x="201701" y="77826"/>
                </a:cubicBezTo>
                <a:cubicBezTo>
                  <a:pt x="201701" y="94595"/>
                  <a:pt x="188107" y="108189"/>
                  <a:pt x="171339" y="108189"/>
                </a:cubicBezTo>
                <a:cubicBezTo>
                  <a:pt x="154708" y="108189"/>
                  <a:pt x="141113" y="94595"/>
                  <a:pt x="141113" y="77826"/>
                </a:cubicBezTo>
                <a:cubicBezTo>
                  <a:pt x="141113" y="61056"/>
                  <a:pt x="154708" y="47462"/>
                  <a:pt x="171339" y="47462"/>
                </a:cubicBezTo>
                <a:close/>
                <a:moveTo>
                  <a:pt x="98942" y="47462"/>
                </a:moveTo>
                <a:cubicBezTo>
                  <a:pt x="115700" y="47462"/>
                  <a:pt x="129294" y="61056"/>
                  <a:pt x="129294" y="77826"/>
                </a:cubicBezTo>
                <a:cubicBezTo>
                  <a:pt x="129294" y="94595"/>
                  <a:pt x="115700" y="108189"/>
                  <a:pt x="98942" y="108189"/>
                </a:cubicBezTo>
                <a:cubicBezTo>
                  <a:pt x="82168" y="108189"/>
                  <a:pt x="68573" y="94595"/>
                  <a:pt x="68573" y="77826"/>
                </a:cubicBezTo>
                <a:cubicBezTo>
                  <a:pt x="68573" y="61056"/>
                  <a:pt x="82168" y="47462"/>
                  <a:pt x="98942" y="47462"/>
                </a:cubicBezTo>
                <a:close/>
                <a:moveTo>
                  <a:pt x="26388" y="47462"/>
                </a:moveTo>
                <a:cubicBezTo>
                  <a:pt x="43149" y="47462"/>
                  <a:pt x="56744" y="61056"/>
                  <a:pt x="56744" y="77826"/>
                </a:cubicBezTo>
                <a:cubicBezTo>
                  <a:pt x="56744" y="94595"/>
                  <a:pt x="43149" y="108189"/>
                  <a:pt x="26388" y="108189"/>
                </a:cubicBezTo>
                <a:cubicBezTo>
                  <a:pt x="18002" y="108189"/>
                  <a:pt x="10410" y="104791"/>
                  <a:pt x="4916" y="99296"/>
                </a:cubicBezTo>
                <a:lnTo>
                  <a:pt x="0" y="87429"/>
                </a:lnTo>
                <a:lnTo>
                  <a:pt x="0" y="68222"/>
                </a:lnTo>
                <a:lnTo>
                  <a:pt x="4916" y="56355"/>
                </a:lnTo>
                <a:cubicBezTo>
                  <a:pt x="10410" y="50861"/>
                  <a:pt x="18002" y="47462"/>
                  <a:pt x="26388" y="47462"/>
                </a:cubicBezTo>
                <a:close/>
                <a:moveTo>
                  <a:pt x="1592868" y="0"/>
                </a:moveTo>
                <a:lnTo>
                  <a:pt x="1613441" y="0"/>
                </a:lnTo>
                <a:lnTo>
                  <a:pt x="1620472" y="27343"/>
                </a:lnTo>
                <a:lnTo>
                  <a:pt x="1610610" y="25352"/>
                </a:lnTo>
                <a:cubicBezTo>
                  <a:pt x="1605161" y="23047"/>
                  <a:pt x="1600525" y="19197"/>
                  <a:pt x="1597251" y="14351"/>
                </a:cubicBezTo>
                <a:close/>
                <a:moveTo>
                  <a:pt x="1520598" y="0"/>
                </a:moveTo>
                <a:lnTo>
                  <a:pt x="1579150" y="0"/>
                </a:lnTo>
                <a:lnTo>
                  <a:pt x="1571345" y="18844"/>
                </a:lnTo>
                <a:cubicBezTo>
                  <a:pt x="1565850" y="24339"/>
                  <a:pt x="1558259" y="27738"/>
                  <a:pt x="1549874" y="27738"/>
                </a:cubicBezTo>
                <a:cubicBezTo>
                  <a:pt x="1541490" y="27738"/>
                  <a:pt x="1533899" y="24339"/>
                  <a:pt x="1528404" y="18844"/>
                </a:cubicBezTo>
                <a:close/>
                <a:moveTo>
                  <a:pt x="1448044" y="0"/>
                </a:moveTo>
                <a:lnTo>
                  <a:pt x="1506596" y="0"/>
                </a:lnTo>
                <a:lnTo>
                  <a:pt x="1498790" y="18844"/>
                </a:lnTo>
                <a:cubicBezTo>
                  <a:pt x="1493295" y="24339"/>
                  <a:pt x="1485705" y="27738"/>
                  <a:pt x="1477320" y="27738"/>
                </a:cubicBezTo>
                <a:cubicBezTo>
                  <a:pt x="1468935" y="27738"/>
                  <a:pt x="1461344" y="24339"/>
                  <a:pt x="1455850" y="18844"/>
                </a:cubicBezTo>
                <a:close/>
                <a:moveTo>
                  <a:pt x="1375489" y="0"/>
                </a:moveTo>
                <a:lnTo>
                  <a:pt x="1434041" y="0"/>
                </a:lnTo>
                <a:lnTo>
                  <a:pt x="1426236" y="18844"/>
                </a:lnTo>
                <a:cubicBezTo>
                  <a:pt x="1420741" y="24339"/>
                  <a:pt x="1413150" y="27738"/>
                  <a:pt x="1404765" y="27738"/>
                </a:cubicBezTo>
                <a:cubicBezTo>
                  <a:pt x="1396381" y="27738"/>
                  <a:pt x="1388790" y="24339"/>
                  <a:pt x="1383295" y="18844"/>
                </a:cubicBezTo>
                <a:close/>
                <a:moveTo>
                  <a:pt x="1302935" y="0"/>
                </a:moveTo>
                <a:lnTo>
                  <a:pt x="1361486" y="0"/>
                </a:lnTo>
                <a:lnTo>
                  <a:pt x="1353681" y="18844"/>
                </a:lnTo>
                <a:cubicBezTo>
                  <a:pt x="1348186" y="24339"/>
                  <a:pt x="1340596" y="27738"/>
                  <a:pt x="1332211" y="27738"/>
                </a:cubicBezTo>
                <a:cubicBezTo>
                  <a:pt x="1323826" y="27738"/>
                  <a:pt x="1316235" y="24339"/>
                  <a:pt x="1310740" y="18844"/>
                </a:cubicBezTo>
                <a:close/>
                <a:moveTo>
                  <a:pt x="1230380" y="0"/>
                </a:moveTo>
                <a:lnTo>
                  <a:pt x="1288932" y="0"/>
                </a:lnTo>
                <a:lnTo>
                  <a:pt x="1281126" y="18844"/>
                </a:lnTo>
                <a:cubicBezTo>
                  <a:pt x="1275632" y="24339"/>
                  <a:pt x="1268041" y="27738"/>
                  <a:pt x="1259656" y="27738"/>
                </a:cubicBezTo>
                <a:cubicBezTo>
                  <a:pt x="1251271" y="27738"/>
                  <a:pt x="1243680" y="24339"/>
                  <a:pt x="1238186" y="18844"/>
                </a:cubicBezTo>
                <a:close/>
                <a:moveTo>
                  <a:pt x="1157826" y="0"/>
                </a:moveTo>
                <a:lnTo>
                  <a:pt x="1216377" y="0"/>
                </a:lnTo>
                <a:lnTo>
                  <a:pt x="1208572" y="18844"/>
                </a:lnTo>
                <a:cubicBezTo>
                  <a:pt x="1203077" y="24339"/>
                  <a:pt x="1195486" y="27738"/>
                  <a:pt x="1187102" y="27738"/>
                </a:cubicBezTo>
                <a:cubicBezTo>
                  <a:pt x="1178717" y="27738"/>
                  <a:pt x="1171126" y="24339"/>
                  <a:pt x="1165631" y="18844"/>
                </a:cubicBezTo>
                <a:close/>
                <a:moveTo>
                  <a:pt x="1085271" y="0"/>
                </a:moveTo>
                <a:lnTo>
                  <a:pt x="1143823" y="0"/>
                </a:lnTo>
                <a:lnTo>
                  <a:pt x="1136017" y="18844"/>
                </a:lnTo>
                <a:cubicBezTo>
                  <a:pt x="1130523" y="24339"/>
                  <a:pt x="1122932" y="27738"/>
                  <a:pt x="1114547" y="27738"/>
                </a:cubicBezTo>
                <a:cubicBezTo>
                  <a:pt x="1106162" y="27738"/>
                  <a:pt x="1098571" y="24339"/>
                  <a:pt x="1093077" y="18844"/>
                </a:cubicBezTo>
                <a:close/>
                <a:moveTo>
                  <a:pt x="1012717" y="0"/>
                </a:moveTo>
                <a:lnTo>
                  <a:pt x="1071268" y="0"/>
                </a:lnTo>
                <a:lnTo>
                  <a:pt x="1063463" y="18844"/>
                </a:lnTo>
                <a:cubicBezTo>
                  <a:pt x="1057968" y="24339"/>
                  <a:pt x="1050377" y="27738"/>
                  <a:pt x="1041993" y="27738"/>
                </a:cubicBezTo>
                <a:cubicBezTo>
                  <a:pt x="1033608" y="27738"/>
                  <a:pt x="1026017" y="24339"/>
                  <a:pt x="1020522" y="18844"/>
                </a:cubicBezTo>
                <a:close/>
                <a:moveTo>
                  <a:pt x="940162" y="0"/>
                </a:moveTo>
                <a:lnTo>
                  <a:pt x="998714" y="0"/>
                </a:lnTo>
                <a:lnTo>
                  <a:pt x="990908" y="18844"/>
                </a:lnTo>
                <a:cubicBezTo>
                  <a:pt x="985414" y="24339"/>
                  <a:pt x="977823" y="27738"/>
                  <a:pt x="969438" y="27738"/>
                </a:cubicBezTo>
                <a:cubicBezTo>
                  <a:pt x="961053" y="27738"/>
                  <a:pt x="953462" y="24339"/>
                  <a:pt x="947968" y="18844"/>
                </a:cubicBezTo>
                <a:close/>
                <a:moveTo>
                  <a:pt x="867607" y="0"/>
                </a:moveTo>
                <a:lnTo>
                  <a:pt x="926159" y="0"/>
                </a:lnTo>
                <a:lnTo>
                  <a:pt x="918354" y="18844"/>
                </a:lnTo>
                <a:cubicBezTo>
                  <a:pt x="912859" y="24339"/>
                  <a:pt x="905268" y="27738"/>
                  <a:pt x="896883" y="27738"/>
                </a:cubicBezTo>
                <a:cubicBezTo>
                  <a:pt x="888499" y="27738"/>
                  <a:pt x="880908" y="24339"/>
                  <a:pt x="875413" y="18844"/>
                </a:cubicBezTo>
                <a:close/>
                <a:moveTo>
                  <a:pt x="795053" y="0"/>
                </a:moveTo>
                <a:lnTo>
                  <a:pt x="853605" y="0"/>
                </a:lnTo>
                <a:lnTo>
                  <a:pt x="845799" y="18844"/>
                </a:lnTo>
                <a:cubicBezTo>
                  <a:pt x="840304" y="24339"/>
                  <a:pt x="832714" y="27738"/>
                  <a:pt x="824329" y="27738"/>
                </a:cubicBezTo>
                <a:cubicBezTo>
                  <a:pt x="815944" y="27738"/>
                  <a:pt x="808353" y="24339"/>
                  <a:pt x="802858" y="18844"/>
                </a:cubicBezTo>
                <a:close/>
                <a:moveTo>
                  <a:pt x="722498" y="0"/>
                </a:moveTo>
                <a:lnTo>
                  <a:pt x="781050" y="0"/>
                </a:lnTo>
                <a:lnTo>
                  <a:pt x="773245" y="18844"/>
                </a:lnTo>
                <a:cubicBezTo>
                  <a:pt x="767750" y="24339"/>
                  <a:pt x="760159" y="27738"/>
                  <a:pt x="751774" y="27738"/>
                </a:cubicBezTo>
                <a:cubicBezTo>
                  <a:pt x="743390" y="27738"/>
                  <a:pt x="735799" y="24339"/>
                  <a:pt x="730304" y="18844"/>
                </a:cubicBezTo>
                <a:close/>
                <a:moveTo>
                  <a:pt x="649944" y="0"/>
                </a:moveTo>
                <a:lnTo>
                  <a:pt x="708496" y="0"/>
                </a:lnTo>
                <a:lnTo>
                  <a:pt x="700690" y="18844"/>
                </a:lnTo>
                <a:cubicBezTo>
                  <a:pt x="695195" y="24339"/>
                  <a:pt x="687604" y="27738"/>
                  <a:pt x="679220" y="27738"/>
                </a:cubicBezTo>
                <a:cubicBezTo>
                  <a:pt x="670835" y="27738"/>
                  <a:pt x="663244" y="24339"/>
                  <a:pt x="657749" y="18844"/>
                </a:cubicBezTo>
                <a:close/>
                <a:moveTo>
                  <a:pt x="577389" y="0"/>
                </a:moveTo>
                <a:lnTo>
                  <a:pt x="635941" y="0"/>
                </a:lnTo>
                <a:lnTo>
                  <a:pt x="628135" y="18844"/>
                </a:lnTo>
                <a:cubicBezTo>
                  <a:pt x="622641" y="24339"/>
                  <a:pt x="615050" y="27738"/>
                  <a:pt x="606665" y="27738"/>
                </a:cubicBezTo>
                <a:cubicBezTo>
                  <a:pt x="598280" y="27738"/>
                  <a:pt x="590690" y="24339"/>
                  <a:pt x="585195" y="18844"/>
                </a:cubicBezTo>
                <a:close/>
                <a:moveTo>
                  <a:pt x="504835" y="0"/>
                </a:moveTo>
                <a:lnTo>
                  <a:pt x="563386" y="0"/>
                </a:lnTo>
                <a:lnTo>
                  <a:pt x="555581" y="18844"/>
                </a:lnTo>
                <a:cubicBezTo>
                  <a:pt x="550086" y="24339"/>
                  <a:pt x="542495" y="27738"/>
                  <a:pt x="534111" y="27738"/>
                </a:cubicBezTo>
                <a:cubicBezTo>
                  <a:pt x="525726" y="27738"/>
                  <a:pt x="518135" y="24339"/>
                  <a:pt x="512640" y="18844"/>
                </a:cubicBezTo>
                <a:close/>
                <a:moveTo>
                  <a:pt x="432280" y="0"/>
                </a:moveTo>
                <a:lnTo>
                  <a:pt x="490832" y="0"/>
                </a:lnTo>
                <a:lnTo>
                  <a:pt x="483026" y="18844"/>
                </a:lnTo>
                <a:cubicBezTo>
                  <a:pt x="477532" y="24339"/>
                  <a:pt x="469941" y="27738"/>
                  <a:pt x="461556" y="27738"/>
                </a:cubicBezTo>
                <a:cubicBezTo>
                  <a:pt x="453171" y="27738"/>
                  <a:pt x="445580" y="24339"/>
                  <a:pt x="440086" y="18844"/>
                </a:cubicBezTo>
                <a:close/>
                <a:moveTo>
                  <a:pt x="359726" y="0"/>
                </a:moveTo>
                <a:lnTo>
                  <a:pt x="418277" y="0"/>
                </a:lnTo>
                <a:lnTo>
                  <a:pt x="410472" y="18844"/>
                </a:lnTo>
                <a:cubicBezTo>
                  <a:pt x="404977" y="24339"/>
                  <a:pt x="397386" y="27738"/>
                  <a:pt x="389002" y="27738"/>
                </a:cubicBezTo>
                <a:cubicBezTo>
                  <a:pt x="380617" y="27738"/>
                  <a:pt x="373026" y="24339"/>
                  <a:pt x="367531" y="18844"/>
                </a:cubicBezTo>
                <a:close/>
                <a:moveTo>
                  <a:pt x="287171" y="0"/>
                </a:moveTo>
                <a:lnTo>
                  <a:pt x="345723" y="0"/>
                </a:lnTo>
                <a:lnTo>
                  <a:pt x="337917" y="18844"/>
                </a:lnTo>
                <a:cubicBezTo>
                  <a:pt x="332423" y="24339"/>
                  <a:pt x="324832" y="27738"/>
                  <a:pt x="316447" y="27738"/>
                </a:cubicBezTo>
                <a:cubicBezTo>
                  <a:pt x="308062" y="27738"/>
                  <a:pt x="300471" y="24339"/>
                  <a:pt x="294977" y="18844"/>
                </a:cubicBezTo>
                <a:close/>
                <a:moveTo>
                  <a:pt x="214617" y="0"/>
                </a:moveTo>
                <a:lnTo>
                  <a:pt x="273168" y="0"/>
                </a:lnTo>
                <a:lnTo>
                  <a:pt x="265363" y="18844"/>
                </a:lnTo>
                <a:cubicBezTo>
                  <a:pt x="259868" y="24339"/>
                  <a:pt x="252277" y="27738"/>
                  <a:pt x="243892" y="27738"/>
                </a:cubicBezTo>
                <a:cubicBezTo>
                  <a:pt x="235508" y="27738"/>
                  <a:pt x="227917" y="24339"/>
                  <a:pt x="222422" y="18844"/>
                </a:cubicBezTo>
                <a:close/>
                <a:moveTo>
                  <a:pt x="142204" y="0"/>
                </a:moveTo>
                <a:lnTo>
                  <a:pt x="200614" y="0"/>
                </a:lnTo>
                <a:lnTo>
                  <a:pt x="192808" y="18844"/>
                </a:lnTo>
                <a:cubicBezTo>
                  <a:pt x="187314" y="24339"/>
                  <a:pt x="179723" y="27738"/>
                  <a:pt x="171339" y="27738"/>
                </a:cubicBezTo>
                <a:cubicBezTo>
                  <a:pt x="163026" y="27738"/>
                  <a:pt x="155471" y="24339"/>
                  <a:pt x="149994" y="18844"/>
                </a:cubicBezTo>
                <a:close/>
                <a:moveTo>
                  <a:pt x="69668" y="0"/>
                </a:moveTo>
                <a:lnTo>
                  <a:pt x="128212" y="0"/>
                </a:lnTo>
                <a:lnTo>
                  <a:pt x="120408" y="18844"/>
                </a:lnTo>
                <a:cubicBezTo>
                  <a:pt x="114915" y="24339"/>
                  <a:pt x="107328" y="27738"/>
                  <a:pt x="98949" y="27738"/>
                </a:cubicBezTo>
                <a:cubicBezTo>
                  <a:pt x="90562" y="27738"/>
                  <a:pt x="82969" y="24339"/>
                  <a:pt x="77474" y="18844"/>
                </a:cubicBezTo>
                <a:close/>
                <a:moveTo>
                  <a:pt x="0" y="0"/>
                </a:moveTo>
                <a:lnTo>
                  <a:pt x="55662" y="0"/>
                </a:lnTo>
                <a:lnTo>
                  <a:pt x="47858" y="18844"/>
                </a:lnTo>
                <a:cubicBezTo>
                  <a:pt x="42364" y="24339"/>
                  <a:pt x="34775" y="27738"/>
                  <a:pt x="26394" y="27738"/>
                </a:cubicBezTo>
                <a:cubicBezTo>
                  <a:pt x="18009" y="27738"/>
                  <a:pt x="10417" y="24339"/>
                  <a:pt x="4922" y="18844"/>
                </a:cubicBezTo>
                <a:lnTo>
                  <a:pt x="0" y="6962"/>
                </a:lnTo>
                <a:close/>
              </a:path>
            </a:pathLst>
          </a:custGeom>
          <a:solidFill>
            <a:schemeClr val="accent1">
              <a:alpha val="60000"/>
            </a:schemeClr>
          </a:soli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108" name="Google Shape;108;p29"/>
          <p:cNvSpPr/>
          <p:nvPr/>
        </p:nvSpPr>
        <p:spPr>
          <a:xfrm>
            <a:off x="2" y="2"/>
            <a:ext cx="403373" cy="496797"/>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109" name="Google Shape;109;p29"/>
          <p:cNvSpPr/>
          <p:nvPr/>
        </p:nvSpPr>
        <p:spPr>
          <a:xfrm>
            <a:off x="1126633" y="1369773"/>
            <a:ext cx="1097200" cy="10972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cxnSp>
        <p:nvCxnSpPr>
          <p:cNvPr id="110" name="Google Shape;110;p29"/>
          <p:cNvCxnSpPr/>
          <p:nvPr/>
        </p:nvCxnSpPr>
        <p:spPr>
          <a:xfrm>
            <a:off x="1104033" y="3094797"/>
            <a:ext cx="1142400" cy="0"/>
          </a:xfrm>
          <a:prstGeom prst="straightConnector1">
            <a:avLst/>
          </a:prstGeom>
          <a:noFill/>
          <a:ln w="9525" cap="flat" cmpd="sng">
            <a:solidFill>
              <a:schemeClr val="accent3"/>
            </a:solidFill>
            <a:prstDash val="solid"/>
            <a:miter lim="800000"/>
            <a:headEnd type="none" w="sm" len="sm"/>
            <a:tailEnd type="none" w="sm" len="sm"/>
          </a:ln>
        </p:spPr>
      </p:cxnSp>
      <p:sp>
        <p:nvSpPr>
          <p:cNvPr id="111" name="Google Shape;111;p29"/>
          <p:cNvSpPr txBox="1">
            <a:spLocks noGrp="1"/>
          </p:cNvSpPr>
          <p:nvPr>
            <p:ph type="subTitle" idx="1"/>
          </p:nvPr>
        </p:nvSpPr>
        <p:spPr>
          <a:xfrm>
            <a:off x="760833" y="2818003"/>
            <a:ext cx="1828800" cy="244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900"/>
              <a:buNone/>
              <a:defRPr sz="1200"/>
            </a:lvl1pPr>
            <a:lvl2pPr lvl="1" algn="l">
              <a:lnSpc>
                <a:spcPct val="100000"/>
              </a:lnSpc>
              <a:spcBef>
                <a:spcPts val="267"/>
              </a:spcBef>
              <a:spcAft>
                <a:spcPts val="0"/>
              </a:spcAft>
              <a:buSzPts val="1000"/>
              <a:buNone/>
              <a:defRPr sz="1333"/>
            </a:lvl2pPr>
            <a:lvl3pPr lvl="2" algn="l">
              <a:lnSpc>
                <a:spcPct val="100000"/>
              </a:lnSpc>
              <a:spcBef>
                <a:spcPts val="267"/>
              </a:spcBef>
              <a:spcAft>
                <a:spcPts val="0"/>
              </a:spcAft>
              <a:buSzPts val="1000"/>
              <a:buNone/>
              <a:defRPr sz="1333"/>
            </a:lvl3pPr>
            <a:lvl4pPr lvl="3" algn="l">
              <a:lnSpc>
                <a:spcPct val="100000"/>
              </a:lnSpc>
              <a:spcBef>
                <a:spcPts val="267"/>
              </a:spcBef>
              <a:spcAft>
                <a:spcPts val="0"/>
              </a:spcAft>
              <a:buSzPts val="1000"/>
              <a:buNone/>
              <a:defRPr sz="1333"/>
            </a:lvl4pPr>
            <a:lvl5pPr lvl="4" algn="l">
              <a:lnSpc>
                <a:spcPct val="100000"/>
              </a:lnSpc>
              <a:spcBef>
                <a:spcPts val="267"/>
              </a:spcBef>
              <a:spcAft>
                <a:spcPts val="0"/>
              </a:spcAft>
              <a:buSzPts val="1000"/>
              <a:buNone/>
              <a:defRPr sz="1333"/>
            </a:lvl5pPr>
            <a:lvl6pPr lvl="5" algn="l">
              <a:lnSpc>
                <a:spcPct val="100000"/>
              </a:lnSpc>
              <a:spcBef>
                <a:spcPts val="267"/>
              </a:spcBef>
              <a:spcAft>
                <a:spcPts val="0"/>
              </a:spcAft>
              <a:buSzPts val="1000"/>
              <a:buNone/>
              <a:defRPr sz="1333"/>
            </a:lvl6pPr>
            <a:lvl7pPr lvl="6" algn="l">
              <a:lnSpc>
                <a:spcPct val="100000"/>
              </a:lnSpc>
              <a:spcBef>
                <a:spcPts val="267"/>
              </a:spcBef>
              <a:spcAft>
                <a:spcPts val="0"/>
              </a:spcAft>
              <a:buSzPts val="1000"/>
              <a:buNone/>
              <a:defRPr sz="1333"/>
            </a:lvl7pPr>
            <a:lvl8pPr lvl="7" algn="l">
              <a:lnSpc>
                <a:spcPct val="100000"/>
              </a:lnSpc>
              <a:spcBef>
                <a:spcPts val="267"/>
              </a:spcBef>
              <a:spcAft>
                <a:spcPts val="0"/>
              </a:spcAft>
              <a:buSzPts val="1000"/>
              <a:buNone/>
              <a:defRPr sz="1333"/>
            </a:lvl8pPr>
            <a:lvl9pPr lvl="8" algn="l">
              <a:lnSpc>
                <a:spcPct val="100000"/>
              </a:lnSpc>
              <a:spcBef>
                <a:spcPts val="267"/>
              </a:spcBef>
              <a:spcAft>
                <a:spcPts val="267"/>
              </a:spcAft>
              <a:buSzPts val="1000"/>
              <a:buNone/>
              <a:defRPr sz="1333"/>
            </a:lvl9pPr>
          </a:lstStyle>
          <a:p>
            <a:endParaRPr/>
          </a:p>
        </p:txBody>
      </p:sp>
      <p:sp>
        <p:nvSpPr>
          <p:cNvPr id="112" name="Google Shape;112;p29"/>
          <p:cNvSpPr txBox="1">
            <a:spLocks noGrp="1"/>
          </p:cNvSpPr>
          <p:nvPr>
            <p:ph type="subTitle" idx="2"/>
          </p:nvPr>
        </p:nvSpPr>
        <p:spPr>
          <a:xfrm>
            <a:off x="760833" y="2588411"/>
            <a:ext cx="1828800" cy="244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Clr>
                <a:schemeClr val="accent1"/>
              </a:buClr>
              <a:buSzPts val="1000"/>
              <a:buNone/>
              <a:defRPr sz="1333" b="1">
                <a:solidFill>
                  <a:schemeClr val="accent1"/>
                </a:solidFill>
              </a:defRPr>
            </a:lvl1pPr>
            <a:lvl2pPr lvl="1" algn="ctr">
              <a:lnSpc>
                <a:spcPct val="100000"/>
              </a:lnSpc>
              <a:spcBef>
                <a:spcPts val="267"/>
              </a:spcBef>
              <a:spcAft>
                <a:spcPts val="0"/>
              </a:spcAft>
              <a:buClr>
                <a:schemeClr val="accent1"/>
              </a:buClr>
              <a:buSzPts val="1000"/>
              <a:buNone/>
              <a:defRPr sz="1333" b="1">
                <a:solidFill>
                  <a:schemeClr val="accent1"/>
                </a:solidFill>
              </a:defRPr>
            </a:lvl2pPr>
            <a:lvl3pPr lvl="2" algn="ctr">
              <a:lnSpc>
                <a:spcPct val="100000"/>
              </a:lnSpc>
              <a:spcBef>
                <a:spcPts val="267"/>
              </a:spcBef>
              <a:spcAft>
                <a:spcPts val="0"/>
              </a:spcAft>
              <a:buClr>
                <a:schemeClr val="accent1"/>
              </a:buClr>
              <a:buSzPts val="1000"/>
              <a:buNone/>
              <a:defRPr sz="1333" b="1">
                <a:solidFill>
                  <a:schemeClr val="accent1"/>
                </a:solidFill>
              </a:defRPr>
            </a:lvl3pPr>
            <a:lvl4pPr lvl="3" algn="ctr">
              <a:lnSpc>
                <a:spcPct val="100000"/>
              </a:lnSpc>
              <a:spcBef>
                <a:spcPts val="267"/>
              </a:spcBef>
              <a:spcAft>
                <a:spcPts val="0"/>
              </a:spcAft>
              <a:buClr>
                <a:schemeClr val="accent1"/>
              </a:buClr>
              <a:buSzPts val="1000"/>
              <a:buNone/>
              <a:defRPr sz="1333" b="1">
                <a:solidFill>
                  <a:schemeClr val="accent1"/>
                </a:solidFill>
              </a:defRPr>
            </a:lvl4pPr>
            <a:lvl5pPr lvl="4" algn="ctr">
              <a:lnSpc>
                <a:spcPct val="100000"/>
              </a:lnSpc>
              <a:spcBef>
                <a:spcPts val="267"/>
              </a:spcBef>
              <a:spcAft>
                <a:spcPts val="0"/>
              </a:spcAft>
              <a:buClr>
                <a:schemeClr val="accent1"/>
              </a:buClr>
              <a:buSzPts val="1000"/>
              <a:buNone/>
              <a:defRPr sz="1333" b="1">
                <a:solidFill>
                  <a:schemeClr val="accent1"/>
                </a:solidFill>
              </a:defRPr>
            </a:lvl5pPr>
            <a:lvl6pPr lvl="5" algn="ctr">
              <a:lnSpc>
                <a:spcPct val="100000"/>
              </a:lnSpc>
              <a:spcBef>
                <a:spcPts val="267"/>
              </a:spcBef>
              <a:spcAft>
                <a:spcPts val="0"/>
              </a:spcAft>
              <a:buClr>
                <a:schemeClr val="accent1"/>
              </a:buClr>
              <a:buSzPts val="1000"/>
              <a:buNone/>
              <a:defRPr sz="1333" b="1">
                <a:solidFill>
                  <a:schemeClr val="accent1"/>
                </a:solidFill>
              </a:defRPr>
            </a:lvl6pPr>
            <a:lvl7pPr lvl="6" algn="ctr">
              <a:lnSpc>
                <a:spcPct val="100000"/>
              </a:lnSpc>
              <a:spcBef>
                <a:spcPts val="267"/>
              </a:spcBef>
              <a:spcAft>
                <a:spcPts val="0"/>
              </a:spcAft>
              <a:buClr>
                <a:schemeClr val="accent1"/>
              </a:buClr>
              <a:buSzPts val="1000"/>
              <a:buNone/>
              <a:defRPr sz="1333" b="1">
                <a:solidFill>
                  <a:schemeClr val="accent1"/>
                </a:solidFill>
              </a:defRPr>
            </a:lvl7pPr>
            <a:lvl8pPr lvl="7" algn="ctr">
              <a:lnSpc>
                <a:spcPct val="100000"/>
              </a:lnSpc>
              <a:spcBef>
                <a:spcPts val="267"/>
              </a:spcBef>
              <a:spcAft>
                <a:spcPts val="0"/>
              </a:spcAft>
              <a:buClr>
                <a:schemeClr val="accent1"/>
              </a:buClr>
              <a:buSzPts val="1000"/>
              <a:buNone/>
              <a:defRPr sz="1333" b="1">
                <a:solidFill>
                  <a:schemeClr val="accent1"/>
                </a:solidFill>
              </a:defRPr>
            </a:lvl8pPr>
            <a:lvl9pPr lvl="8" algn="ctr">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113" name="Google Shape;113;p29"/>
          <p:cNvSpPr txBox="1">
            <a:spLocks noGrp="1"/>
          </p:cNvSpPr>
          <p:nvPr>
            <p:ph type="subTitle" idx="3"/>
          </p:nvPr>
        </p:nvSpPr>
        <p:spPr>
          <a:xfrm>
            <a:off x="760833" y="3178831"/>
            <a:ext cx="1828800" cy="244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800"/>
              <a:buNone/>
              <a:defRPr sz="1067"/>
            </a:lvl1pPr>
            <a:lvl2pPr lvl="1" algn="l">
              <a:lnSpc>
                <a:spcPct val="100000"/>
              </a:lnSpc>
              <a:spcBef>
                <a:spcPts val="267"/>
              </a:spcBef>
              <a:spcAft>
                <a:spcPts val="0"/>
              </a:spcAft>
              <a:buSzPts val="1000"/>
              <a:buNone/>
              <a:defRPr sz="1333"/>
            </a:lvl2pPr>
            <a:lvl3pPr lvl="2" algn="l">
              <a:lnSpc>
                <a:spcPct val="100000"/>
              </a:lnSpc>
              <a:spcBef>
                <a:spcPts val="267"/>
              </a:spcBef>
              <a:spcAft>
                <a:spcPts val="0"/>
              </a:spcAft>
              <a:buSzPts val="1000"/>
              <a:buNone/>
              <a:defRPr sz="1333"/>
            </a:lvl3pPr>
            <a:lvl4pPr lvl="3" algn="l">
              <a:lnSpc>
                <a:spcPct val="100000"/>
              </a:lnSpc>
              <a:spcBef>
                <a:spcPts val="267"/>
              </a:spcBef>
              <a:spcAft>
                <a:spcPts val="0"/>
              </a:spcAft>
              <a:buSzPts val="1000"/>
              <a:buNone/>
              <a:defRPr sz="1333"/>
            </a:lvl4pPr>
            <a:lvl5pPr lvl="4" algn="l">
              <a:lnSpc>
                <a:spcPct val="100000"/>
              </a:lnSpc>
              <a:spcBef>
                <a:spcPts val="267"/>
              </a:spcBef>
              <a:spcAft>
                <a:spcPts val="0"/>
              </a:spcAft>
              <a:buSzPts val="1000"/>
              <a:buNone/>
              <a:defRPr sz="1333"/>
            </a:lvl5pPr>
            <a:lvl6pPr lvl="5" algn="l">
              <a:lnSpc>
                <a:spcPct val="100000"/>
              </a:lnSpc>
              <a:spcBef>
                <a:spcPts val="267"/>
              </a:spcBef>
              <a:spcAft>
                <a:spcPts val="0"/>
              </a:spcAft>
              <a:buSzPts val="1000"/>
              <a:buNone/>
              <a:defRPr sz="1333"/>
            </a:lvl6pPr>
            <a:lvl7pPr lvl="6" algn="l">
              <a:lnSpc>
                <a:spcPct val="100000"/>
              </a:lnSpc>
              <a:spcBef>
                <a:spcPts val="267"/>
              </a:spcBef>
              <a:spcAft>
                <a:spcPts val="0"/>
              </a:spcAft>
              <a:buSzPts val="1000"/>
              <a:buNone/>
              <a:defRPr sz="1333"/>
            </a:lvl7pPr>
            <a:lvl8pPr lvl="7" algn="l">
              <a:lnSpc>
                <a:spcPct val="100000"/>
              </a:lnSpc>
              <a:spcBef>
                <a:spcPts val="267"/>
              </a:spcBef>
              <a:spcAft>
                <a:spcPts val="0"/>
              </a:spcAft>
              <a:buSzPts val="1000"/>
              <a:buNone/>
              <a:defRPr sz="1333"/>
            </a:lvl8pPr>
            <a:lvl9pPr lvl="8" algn="l">
              <a:lnSpc>
                <a:spcPct val="100000"/>
              </a:lnSpc>
              <a:spcBef>
                <a:spcPts val="267"/>
              </a:spcBef>
              <a:spcAft>
                <a:spcPts val="267"/>
              </a:spcAft>
              <a:buSzPts val="1000"/>
              <a:buNone/>
              <a:defRPr sz="1333"/>
            </a:lvl9pPr>
          </a:lstStyle>
          <a:p>
            <a:endParaRPr/>
          </a:p>
        </p:txBody>
      </p:sp>
      <p:sp>
        <p:nvSpPr>
          <p:cNvPr id="114" name="Google Shape;114;p29"/>
          <p:cNvSpPr>
            <a:spLocks noGrp="1"/>
          </p:cNvSpPr>
          <p:nvPr>
            <p:ph type="pic" idx="4"/>
          </p:nvPr>
        </p:nvSpPr>
        <p:spPr>
          <a:xfrm>
            <a:off x="1218033" y="1461173"/>
            <a:ext cx="914400" cy="914400"/>
          </a:xfrm>
          <a:prstGeom prst="ellipse">
            <a:avLst/>
          </a:prstGeom>
          <a:noFill/>
          <a:ln w="19050" cap="flat" cmpd="sng">
            <a:solidFill>
              <a:schemeClr val="dk1"/>
            </a:solidFill>
            <a:prstDash val="solid"/>
            <a:round/>
            <a:headEnd type="none" w="sm" len="sm"/>
            <a:tailEnd type="none" w="sm" len="sm"/>
          </a:ln>
        </p:spPr>
        <p:txBody>
          <a:bodyPr/>
          <a:lstStyle/>
          <a:p>
            <a:endParaRPr lang="en-IN"/>
          </a:p>
        </p:txBody>
      </p:sp>
      <p:sp>
        <p:nvSpPr>
          <p:cNvPr id="115" name="Google Shape;115;p29"/>
          <p:cNvSpPr/>
          <p:nvPr/>
        </p:nvSpPr>
        <p:spPr>
          <a:xfrm>
            <a:off x="1126633" y="4044868"/>
            <a:ext cx="1097200" cy="10972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cxnSp>
        <p:nvCxnSpPr>
          <p:cNvPr id="116" name="Google Shape;116;p29"/>
          <p:cNvCxnSpPr/>
          <p:nvPr/>
        </p:nvCxnSpPr>
        <p:spPr>
          <a:xfrm>
            <a:off x="1104033" y="5769892"/>
            <a:ext cx="1142400" cy="0"/>
          </a:xfrm>
          <a:prstGeom prst="straightConnector1">
            <a:avLst/>
          </a:prstGeom>
          <a:noFill/>
          <a:ln w="9525" cap="flat" cmpd="sng">
            <a:solidFill>
              <a:schemeClr val="accent3"/>
            </a:solidFill>
            <a:prstDash val="solid"/>
            <a:miter lim="800000"/>
            <a:headEnd type="none" w="sm" len="sm"/>
            <a:tailEnd type="none" w="sm" len="sm"/>
          </a:ln>
        </p:spPr>
      </p:cxnSp>
      <p:sp>
        <p:nvSpPr>
          <p:cNvPr id="117" name="Google Shape;117;p29"/>
          <p:cNvSpPr txBox="1">
            <a:spLocks noGrp="1"/>
          </p:cNvSpPr>
          <p:nvPr>
            <p:ph type="subTitle" idx="5"/>
          </p:nvPr>
        </p:nvSpPr>
        <p:spPr>
          <a:xfrm>
            <a:off x="760833" y="5493096"/>
            <a:ext cx="1828800" cy="244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900"/>
              <a:buNone/>
              <a:defRPr sz="1200"/>
            </a:lvl1pPr>
            <a:lvl2pPr lvl="1" algn="l">
              <a:lnSpc>
                <a:spcPct val="100000"/>
              </a:lnSpc>
              <a:spcBef>
                <a:spcPts val="267"/>
              </a:spcBef>
              <a:spcAft>
                <a:spcPts val="0"/>
              </a:spcAft>
              <a:buSzPts val="1000"/>
              <a:buNone/>
              <a:defRPr sz="1333"/>
            </a:lvl2pPr>
            <a:lvl3pPr lvl="2" algn="l">
              <a:lnSpc>
                <a:spcPct val="100000"/>
              </a:lnSpc>
              <a:spcBef>
                <a:spcPts val="267"/>
              </a:spcBef>
              <a:spcAft>
                <a:spcPts val="0"/>
              </a:spcAft>
              <a:buSzPts val="1000"/>
              <a:buNone/>
              <a:defRPr sz="1333"/>
            </a:lvl3pPr>
            <a:lvl4pPr lvl="3" algn="l">
              <a:lnSpc>
                <a:spcPct val="100000"/>
              </a:lnSpc>
              <a:spcBef>
                <a:spcPts val="267"/>
              </a:spcBef>
              <a:spcAft>
                <a:spcPts val="0"/>
              </a:spcAft>
              <a:buSzPts val="1000"/>
              <a:buNone/>
              <a:defRPr sz="1333"/>
            </a:lvl4pPr>
            <a:lvl5pPr lvl="4" algn="l">
              <a:lnSpc>
                <a:spcPct val="100000"/>
              </a:lnSpc>
              <a:spcBef>
                <a:spcPts val="267"/>
              </a:spcBef>
              <a:spcAft>
                <a:spcPts val="0"/>
              </a:spcAft>
              <a:buSzPts val="1000"/>
              <a:buNone/>
              <a:defRPr sz="1333"/>
            </a:lvl5pPr>
            <a:lvl6pPr lvl="5" algn="l">
              <a:lnSpc>
                <a:spcPct val="100000"/>
              </a:lnSpc>
              <a:spcBef>
                <a:spcPts val="267"/>
              </a:spcBef>
              <a:spcAft>
                <a:spcPts val="0"/>
              </a:spcAft>
              <a:buSzPts val="1000"/>
              <a:buNone/>
              <a:defRPr sz="1333"/>
            </a:lvl6pPr>
            <a:lvl7pPr lvl="6" algn="l">
              <a:lnSpc>
                <a:spcPct val="100000"/>
              </a:lnSpc>
              <a:spcBef>
                <a:spcPts val="267"/>
              </a:spcBef>
              <a:spcAft>
                <a:spcPts val="0"/>
              </a:spcAft>
              <a:buSzPts val="1000"/>
              <a:buNone/>
              <a:defRPr sz="1333"/>
            </a:lvl7pPr>
            <a:lvl8pPr lvl="7" algn="l">
              <a:lnSpc>
                <a:spcPct val="100000"/>
              </a:lnSpc>
              <a:spcBef>
                <a:spcPts val="267"/>
              </a:spcBef>
              <a:spcAft>
                <a:spcPts val="0"/>
              </a:spcAft>
              <a:buSzPts val="1000"/>
              <a:buNone/>
              <a:defRPr sz="1333"/>
            </a:lvl8pPr>
            <a:lvl9pPr lvl="8" algn="l">
              <a:lnSpc>
                <a:spcPct val="100000"/>
              </a:lnSpc>
              <a:spcBef>
                <a:spcPts val="267"/>
              </a:spcBef>
              <a:spcAft>
                <a:spcPts val="267"/>
              </a:spcAft>
              <a:buSzPts val="1000"/>
              <a:buNone/>
              <a:defRPr sz="1333"/>
            </a:lvl9pPr>
          </a:lstStyle>
          <a:p>
            <a:endParaRPr/>
          </a:p>
        </p:txBody>
      </p:sp>
      <p:sp>
        <p:nvSpPr>
          <p:cNvPr id="118" name="Google Shape;118;p29"/>
          <p:cNvSpPr txBox="1">
            <a:spLocks noGrp="1"/>
          </p:cNvSpPr>
          <p:nvPr>
            <p:ph type="subTitle" idx="6"/>
          </p:nvPr>
        </p:nvSpPr>
        <p:spPr>
          <a:xfrm>
            <a:off x="760833" y="5263505"/>
            <a:ext cx="1828800" cy="244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Clr>
                <a:schemeClr val="accent1"/>
              </a:buClr>
              <a:buSzPts val="1000"/>
              <a:buNone/>
              <a:defRPr sz="1333" b="1">
                <a:solidFill>
                  <a:schemeClr val="accent1"/>
                </a:solidFill>
              </a:defRPr>
            </a:lvl1pPr>
            <a:lvl2pPr lvl="1" algn="ctr">
              <a:lnSpc>
                <a:spcPct val="100000"/>
              </a:lnSpc>
              <a:spcBef>
                <a:spcPts val="267"/>
              </a:spcBef>
              <a:spcAft>
                <a:spcPts val="0"/>
              </a:spcAft>
              <a:buClr>
                <a:schemeClr val="accent1"/>
              </a:buClr>
              <a:buSzPts val="1000"/>
              <a:buNone/>
              <a:defRPr sz="1333" b="1">
                <a:solidFill>
                  <a:schemeClr val="accent1"/>
                </a:solidFill>
              </a:defRPr>
            </a:lvl2pPr>
            <a:lvl3pPr lvl="2" algn="ctr">
              <a:lnSpc>
                <a:spcPct val="100000"/>
              </a:lnSpc>
              <a:spcBef>
                <a:spcPts val="267"/>
              </a:spcBef>
              <a:spcAft>
                <a:spcPts val="0"/>
              </a:spcAft>
              <a:buClr>
                <a:schemeClr val="accent1"/>
              </a:buClr>
              <a:buSzPts val="1000"/>
              <a:buNone/>
              <a:defRPr sz="1333" b="1">
                <a:solidFill>
                  <a:schemeClr val="accent1"/>
                </a:solidFill>
              </a:defRPr>
            </a:lvl3pPr>
            <a:lvl4pPr lvl="3" algn="ctr">
              <a:lnSpc>
                <a:spcPct val="100000"/>
              </a:lnSpc>
              <a:spcBef>
                <a:spcPts val="267"/>
              </a:spcBef>
              <a:spcAft>
                <a:spcPts val="0"/>
              </a:spcAft>
              <a:buClr>
                <a:schemeClr val="accent1"/>
              </a:buClr>
              <a:buSzPts val="1000"/>
              <a:buNone/>
              <a:defRPr sz="1333" b="1">
                <a:solidFill>
                  <a:schemeClr val="accent1"/>
                </a:solidFill>
              </a:defRPr>
            </a:lvl4pPr>
            <a:lvl5pPr lvl="4" algn="ctr">
              <a:lnSpc>
                <a:spcPct val="100000"/>
              </a:lnSpc>
              <a:spcBef>
                <a:spcPts val="267"/>
              </a:spcBef>
              <a:spcAft>
                <a:spcPts val="0"/>
              </a:spcAft>
              <a:buClr>
                <a:schemeClr val="accent1"/>
              </a:buClr>
              <a:buSzPts val="1000"/>
              <a:buNone/>
              <a:defRPr sz="1333" b="1">
                <a:solidFill>
                  <a:schemeClr val="accent1"/>
                </a:solidFill>
              </a:defRPr>
            </a:lvl5pPr>
            <a:lvl6pPr lvl="5" algn="ctr">
              <a:lnSpc>
                <a:spcPct val="100000"/>
              </a:lnSpc>
              <a:spcBef>
                <a:spcPts val="267"/>
              </a:spcBef>
              <a:spcAft>
                <a:spcPts val="0"/>
              </a:spcAft>
              <a:buClr>
                <a:schemeClr val="accent1"/>
              </a:buClr>
              <a:buSzPts val="1000"/>
              <a:buNone/>
              <a:defRPr sz="1333" b="1">
                <a:solidFill>
                  <a:schemeClr val="accent1"/>
                </a:solidFill>
              </a:defRPr>
            </a:lvl6pPr>
            <a:lvl7pPr lvl="6" algn="ctr">
              <a:lnSpc>
                <a:spcPct val="100000"/>
              </a:lnSpc>
              <a:spcBef>
                <a:spcPts val="267"/>
              </a:spcBef>
              <a:spcAft>
                <a:spcPts val="0"/>
              </a:spcAft>
              <a:buClr>
                <a:schemeClr val="accent1"/>
              </a:buClr>
              <a:buSzPts val="1000"/>
              <a:buNone/>
              <a:defRPr sz="1333" b="1">
                <a:solidFill>
                  <a:schemeClr val="accent1"/>
                </a:solidFill>
              </a:defRPr>
            </a:lvl7pPr>
            <a:lvl8pPr lvl="7" algn="ctr">
              <a:lnSpc>
                <a:spcPct val="100000"/>
              </a:lnSpc>
              <a:spcBef>
                <a:spcPts val="267"/>
              </a:spcBef>
              <a:spcAft>
                <a:spcPts val="0"/>
              </a:spcAft>
              <a:buClr>
                <a:schemeClr val="accent1"/>
              </a:buClr>
              <a:buSzPts val="1000"/>
              <a:buNone/>
              <a:defRPr sz="1333" b="1">
                <a:solidFill>
                  <a:schemeClr val="accent1"/>
                </a:solidFill>
              </a:defRPr>
            </a:lvl8pPr>
            <a:lvl9pPr lvl="8" algn="ctr">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119" name="Google Shape;119;p29"/>
          <p:cNvSpPr txBox="1">
            <a:spLocks noGrp="1"/>
          </p:cNvSpPr>
          <p:nvPr>
            <p:ph type="subTitle" idx="7"/>
          </p:nvPr>
        </p:nvSpPr>
        <p:spPr>
          <a:xfrm>
            <a:off x="760833" y="5853924"/>
            <a:ext cx="1828800" cy="244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800"/>
              <a:buNone/>
              <a:defRPr sz="1067"/>
            </a:lvl1pPr>
            <a:lvl2pPr lvl="1" algn="l">
              <a:lnSpc>
                <a:spcPct val="100000"/>
              </a:lnSpc>
              <a:spcBef>
                <a:spcPts val="267"/>
              </a:spcBef>
              <a:spcAft>
                <a:spcPts val="0"/>
              </a:spcAft>
              <a:buSzPts val="1000"/>
              <a:buNone/>
              <a:defRPr sz="1333"/>
            </a:lvl2pPr>
            <a:lvl3pPr lvl="2" algn="l">
              <a:lnSpc>
                <a:spcPct val="100000"/>
              </a:lnSpc>
              <a:spcBef>
                <a:spcPts val="267"/>
              </a:spcBef>
              <a:spcAft>
                <a:spcPts val="0"/>
              </a:spcAft>
              <a:buSzPts val="1000"/>
              <a:buNone/>
              <a:defRPr sz="1333"/>
            </a:lvl3pPr>
            <a:lvl4pPr lvl="3" algn="l">
              <a:lnSpc>
                <a:spcPct val="100000"/>
              </a:lnSpc>
              <a:spcBef>
                <a:spcPts val="267"/>
              </a:spcBef>
              <a:spcAft>
                <a:spcPts val="0"/>
              </a:spcAft>
              <a:buSzPts val="1000"/>
              <a:buNone/>
              <a:defRPr sz="1333"/>
            </a:lvl4pPr>
            <a:lvl5pPr lvl="4" algn="l">
              <a:lnSpc>
                <a:spcPct val="100000"/>
              </a:lnSpc>
              <a:spcBef>
                <a:spcPts val="267"/>
              </a:spcBef>
              <a:spcAft>
                <a:spcPts val="0"/>
              </a:spcAft>
              <a:buSzPts val="1000"/>
              <a:buNone/>
              <a:defRPr sz="1333"/>
            </a:lvl5pPr>
            <a:lvl6pPr lvl="5" algn="l">
              <a:lnSpc>
                <a:spcPct val="100000"/>
              </a:lnSpc>
              <a:spcBef>
                <a:spcPts val="267"/>
              </a:spcBef>
              <a:spcAft>
                <a:spcPts val="0"/>
              </a:spcAft>
              <a:buSzPts val="1000"/>
              <a:buNone/>
              <a:defRPr sz="1333"/>
            </a:lvl6pPr>
            <a:lvl7pPr lvl="6" algn="l">
              <a:lnSpc>
                <a:spcPct val="100000"/>
              </a:lnSpc>
              <a:spcBef>
                <a:spcPts val="267"/>
              </a:spcBef>
              <a:spcAft>
                <a:spcPts val="0"/>
              </a:spcAft>
              <a:buSzPts val="1000"/>
              <a:buNone/>
              <a:defRPr sz="1333"/>
            </a:lvl7pPr>
            <a:lvl8pPr lvl="7" algn="l">
              <a:lnSpc>
                <a:spcPct val="100000"/>
              </a:lnSpc>
              <a:spcBef>
                <a:spcPts val="267"/>
              </a:spcBef>
              <a:spcAft>
                <a:spcPts val="0"/>
              </a:spcAft>
              <a:buSzPts val="1000"/>
              <a:buNone/>
              <a:defRPr sz="1333"/>
            </a:lvl8pPr>
            <a:lvl9pPr lvl="8" algn="l">
              <a:lnSpc>
                <a:spcPct val="100000"/>
              </a:lnSpc>
              <a:spcBef>
                <a:spcPts val="267"/>
              </a:spcBef>
              <a:spcAft>
                <a:spcPts val="267"/>
              </a:spcAft>
              <a:buSzPts val="1000"/>
              <a:buNone/>
              <a:defRPr sz="1333"/>
            </a:lvl9pPr>
          </a:lstStyle>
          <a:p>
            <a:endParaRPr/>
          </a:p>
        </p:txBody>
      </p:sp>
      <p:sp>
        <p:nvSpPr>
          <p:cNvPr id="120" name="Google Shape;120;p29"/>
          <p:cNvSpPr>
            <a:spLocks noGrp="1"/>
          </p:cNvSpPr>
          <p:nvPr>
            <p:ph type="pic" idx="8"/>
          </p:nvPr>
        </p:nvSpPr>
        <p:spPr>
          <a:xfrm>
            <a:off x="1218033" y="4136268"/>
            <a:ext cx="914400" cy="914400"/>
          </a:xfrm>
          <a:prstGeom prst="ellipse">
            <a:avLst/>
          </a:prstGeom>
          <a:noFill/>
          <a:ln w="19050" cap="flat" cmpd="sng">
            <a:solidFill>
              <a:schemeClr val="dk1"/>
            </a:solidFill>
            <a:prstDash val="solid"/>
            <a:round/>
            <a:headEnd type="none" w="sm" len="sm"/>
            <a:tailEnd type="none" w="sm" len="sm"/>
          </a:ln>
        </p:spPr>
        <p:txBody>
          <a:bodyPr/>
          <a:lstStyle/>
          <a:p>
            <a:endParaRPr lang="en-IN"/>
          </a:p>
        </p:txBody>
      </p:sp>
      <p:sp>
        <p:nvSpPr>
          <p:cNvPr id="121" name="Google Shape;121;p29"/>
          <p:cNvSpPr/>
          <p:nvPr/>
        </p:nvSpPr>
        <p:spPr>
          <a:xfrm>
            <a:off x="3335617" y="1369773"/>
            <a:ext cx="1097200" cy="10972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cxnSp>
        <p:nvCxnSpPr>
          <p:cNvPr id="122" name="Google Shape;122;p29"/>
          <p:cNvCxnSpPr/>
          <p:nvPr/>
        </p:nvCxnSpPr>
        <p:spPr>
          <a:xfrm>
            <a:off x="3313017" y="3094797"/>
            <a:ext cx="1142400" cy="0"/>
          </a:xfrm>
          <a:prstGeom prst="straightConnector1">
            <a:avLst/>
          </a:prstGeom>
          <a:noFill/>
          <a:ln w="9525" cap="flat" cmpd="sng">
            <a:solidFill>
              <a:schemeClr val="accent3"/>
            </a:solidFill>
            <a:prstDash val="solid"/>
            <a:miter lim="800000"/>
            <a:headEnd type="none" w="sm" len="sm"/>
            <a:tailEnd type="none" w="sm" len="sm"/>
          </a:ln>
        </p:spPr>
      </p:cxnSp>
      <p:sp>
        <p:nvSpPr>
          <p:cNvPr id="123" name="Google Shape;123;p29"/>
          <p:cNvSpPr txBox="1">
            <a:spLocks noGrp="1"/>
          </p:cNvSpPr>
          <p:nvPr>
            <p:ph type="subTitle" idx="9"/>
          </p:nvPr>
        </p:nvSpPr>
        <p:spPr>
          <a:xfrm>
            <a:off x="2969817" y="2818003"/>
            <a:ext cx="1828800" cy="244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900"/>
              <a:buNone/>
              <a:defRPr sz="1200"/>
            </a:lvl1pPr>
            <a:lvl2pPr lvl="1" algn="l">
              <a:lnSpc>
                <a:spcPct val="100000"/>
              </a:lnSpc>
              <a:spcBef>
                <a:spcPts val="267"/>
              </a:spcBef>
              <a:spcAft>
                <a:spcPts val="0"/>
              </a:spcAft>
              <a:buSzPts val="1000"/>
              <a:buNone/>
              <a:defRPr sz="1333"/>
            </a:lvl2pPr>
            <a:lvl3pPr lvl="2" algn="l">
              <a:lnSpc>
                <a:spcPct val="100000"/>
              </a:lnSpc>
              <a:spcBef>
                <a:spcPts val="267"/>
              </a:spcBef>
              <a:spcAft>
                <a:spcPts val="0"/>
              </a:spcAft>
              <a:buSzPts val="1000"/>
              <a:buNone/>
              <a:defRPr sz="1333"/>
            </a:lvl3pPr>
            <a:lvl4pPr lvl="3" algn="l">
              <a:lnSpc>
                <a:spcPct val="100000"/>
              </a:lnSpc>
              <a:spcBef>
                <a:spcPts val="267"/>
              </a:spcBef>
              <a:spcAft>
                <a:spcPts val="0"/>
              </a:spcAft>
              <a:buSzPts val="1000"/>
              <a:buNone/>
              <a:defRPr sz="1333"/>
            </a:lvl4pPr>
            <a:lvl5pPr lvl="4" algn="l">
              <a:lnSpc>
                <a:spcPct val="100000"/>
              </a:lnSpc>
              <a:spcBef>
                <a:spcPts val="267"/>
              </a:spcBef>
              <a:spcAft>
                <a:spcPts val="0"/>
              </a:spcAft>
              <a:buSzPts val="1000"/>
              <a:buNone/>
              <a:defRPr sz="1333"/>
            </a:lvl5pPr>
            <a:lvl6pPr lvl="5" algn="l">
              <a:lnSpc>
                <a:spcPct val="100000"/>
              </a:lnSpc>
              <a:spcBef>
                <a:spcPts val="267"/>
              </a:spcBef>
              <a:spcAft>
                <a:spcPts val="0"/>
              </a:spcAft>
              <a:buSzPts val="1000"/>
              <a:buNone/>
              <a:defRPr sz="1333"/>
            </a:lvl6pPr>
            <a:lvl7pPr lvl="6" algn="l">
              <a:lnSpc>
                <a:spcPct val="100000"/>
              </a:lnSpc>
              <a:spcBef>
                <a:spcPts val="267"/>
              </a:spcBef>
              <a:spcAft>
                <a:spcPts val="0"/>
              </a:spcAft>
              <a:buSzPts val="1000"/>
              <a:buNone/>
              <a:defRPr sz="1333"/>
            </a:lvl7pPr>
            <a:lvl8pPr lvl="7" algn="l">
              <a:lnSpc>
                <a:spcPct val="100000"/>
              </a:lnSpc>
              <a:spcBef>
                <a:spcPts val="267"/>
              </a:spcBef>
              <a:spcAft>
                <a:spcPts val="0"/>
              </a:spcAft>
              <a:buSzPts val="1000"/>
              <a:buNone/>
              <a:defRPr sz="1333"/>
            </a:lvl8pPr>
            <a:lvl9pPr lvl="8" algn="l">
              <a:lnSpc>
                <a:spcPct val="100000"/>
              </a:lnSpc>
              <a:spcBef>
                <a:spcPts val="267"/>
              </a:spcBef>
              <a:spcAft>
                <a:spcPts val="267"/>
              </a:spcAft>
              <a:buSzPts val="1000"/>
              <a:buNone/>
              <a:defRPr sz="1333"/>
            </a:lvl9pPr>
          </a:lstStyle>
          <a:p>
            <a:endParaRPr/>
          </a:p>
        </p:txBody>
      </p:sp>
      <p:sp>
        <p:nvSpPr>
          <p:cNvPr id="124" name="Google Shape;124;p29"/>
          <p:cNvSpPr txBox="1">
            <a:spLocks noGrp="1"/>
          </p:cNvSpPr>
          <p:nvPr>
            <p:ph type="subTitle" idx="13"/>
          </p:nvPr>
        </p:nvSpPr>
        <p:spPr>
          <a:xfrm>
            <a:off x="2969817" y="2588411"/>
            <a:ext cx="1828800" cy="244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Clr>
                <a:schemeClr val="accent1"/>
              </a:buClr>
              <a:buSzPts val="1000"/>
              <a:buNone/>
              <a:defRPr sz="1333" b="1">
                <a:solidFill>
                  <a:schemeClr val="accent1"/>
                </a:solidFill>
              </a:defRPr>
            </a:lvl1pPr>
            <a:lvl2pPr lvl="1" algn="ctr">
              <a:lnSpc>
                <a:spcPct val="100000"/>
              </a:lnSpc>
              <a:spcBef>
                <a:spcPts val="267"/>
              </a:spcBef>
              <a:spcAft>
                <a:spcPts val="0"/>
              </a:spcAft>
              <a:buClr>
                <a:schemeClr val="accent1"/>
              </a:buClr>
              <a:buSzPts val="1000"/>
              <a:buNone/>
              <a:defRPr sz="1333" b="1">
                <a:solidFill>
                  <a:schemeClr val="accent1"/>
                </a:solidFill>
              </a:defRPr>
            </a:lvl2pPr>
            <a:lvl3pPr lvl="2" algn="ctr">
              <a:lnSpc>
                <a:spcPct val="100000"/>
              </a:lnSpc>
              <a:spcBef>
                <a:spcPts val="267"/>
              </a:spcBef>
              <a:spcAft>
                <a:spcPts val="0"/>
              </a:spcAft>
              <a:buClr>
                <a:schemeClr val="accent1"/>
              </a:buClr>
              <a:buSzPts val="1000"/>
              <a:buNone/>
              <a:defRPr sz="1333" b="1">
                <a:solidFill>
                  <a:schemeClr val="accent1"/>
                </a:solidFill>
              </a:defRPr>
            </a:lvl3pPr>
            <a:lvl4pPr lvl="3" algn="ctr">
              <a:lnSpc>
                <a:spcPct val="100000"/>
              </a:lnSpc>
              <a:spcBef>
                <a:spcPts val="267"/>
              </a:spcBef>
              <a:spcAft>
                <a:spcPts val="0"/>
              </a:spcAft>
              <a:buClr>
                <a:schemeClr val="accent1"/>
              </a:buClr>
              <a:buSzPts val="1000"/>
              <a:buNone/>
              <a:defRPr sz="1333" b="1">
                <a:solidFill>
                  <a:schemeClr val="accent1"/>
                </a:solidFill>
              </a:defRPr>
            </a:lvl4pPr>
            <a:lvl5pPr lvl="4" algn="ctr">
              <a:lnSpc>
                <a:spcPct val="100000"/>
              </a:lnSpc>
              <a:spcBef>
                <a:spcPts val="267"/>
              </a:spcBef>
              <a:spcAft>
                <a:spcPts val="0"/>
              </a:spcAft>
              <a:buClr>
                <a:schemeClr val="accent1"/>
              </a:buClr>
              <a:buSzPts val="1000"/>
              <a:buNone/>
              <a:defRPr sz="1333" b="1">
                <a:solidFill>
                  <a:schemeClr val="accent1"/>
                </a:solidFill>
              </a:defRPr>
            </a:lvl5pPr>
            <a:lvl6pPr lvl="5" algn="ctr">
              <a:lnSpc>
                <a:spcPct val="100000"/>
              </a:lnSpc>
              <a:spcBef>
                <a:spcPts val="267"/>
              </a:spcBef>
              <a:spcAft>
                <a:spcPts val="0"/>
              </a:spcAft>
              <a:buClr>
                <a:schemeClr val="accent1"/>
              </a:buClr>
              <a:buSzPts val="1000"/>
              <a:buNone/>
              <a:defRPr sz="1333" b="1">
                <a:solidFill>
                  <a:schemeClr val="accent1"/>
                </a:solidFill>
              </a:defRPr>
            </a:lvl6pPr>
            <a:lvl7pPr lvl="6" algn="ctr">
              <a:lnSpc>
                <a:spcPct val="100000"/>
              </a:lnSpc>
              <a:spcBef>
                <a:spcPts val="267"/>
              </a:spcBef>
              <a:spcAft>
                <a:spcPts val="0"/>
              </a:spcAft>
              <a:buClr>
                <a:schemeClr val="accent1"/>
              </a:buClr>
              <a:buSzPts val="1000"/>
              <a:buNone/>
              <a:defRPr sz="1333" b="1">
                <a:solidFill>
                  <a:schemeClr val="accent1"/>
                </a:solidFill>
              </a:defRPr>
            </a:lvl7pPr>
            <a:lvl8pPr lvl="7" algn="ctr">
              <a:lnSpc>
                <a:spcPct val="100000"/>
              </a:lnSpc>
              <a:spcBef>
                <a:spcPts val="267"/>
              </a:spcBef>
              <a:spcAft>
                <a:spcPts val="0"/>
              </a:spcAft>
              <a:buClr>
                <a:schemeClr val="accent1"/>
              </a:buClr>
              <a:buSzPts val="1000"/>
              <a:buNone/>
              <a:defRPr sz="1333" b="1">
                <a:solidFill>
                  <a:schemeClr val="accent1"/>
                </a:solidFill>
              </a:defRPr>
            </a:lvl8pPr>
            <a:lvl9pPr lvl="8" algn="ctr">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125" name="Google Shape;125;p29"/>
          <p:cNvSpPr txBox="1">
            <a:spLocks noGrp="1"/>
          </p:cNvSpPr>
          <p:nvPr>
            <p:ph type="subTitle" idx="14"/>
          </p:nvPr>
        </p:nvSpPr>
        <p:spPr>
          <a:xfrm>
            <a:off x="2969817" y="3178831"/>
            <a:ext cx="1828800" cy="244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800"/>
              <a:buNone/>
              <a:defRPr sz="1067"/>
            </a:lvl1pPr>
            <a:lvl2pPr lvl="1" algn="l">
              <a:lnSpc>
                <a:spcPct val="100000"/>
              </a:lnSpc>
              <a:spcBef>
                <a:spcPts val="267"/>
              </a:spcBef>
              <a:spcAft>
                <a:spcPts val="0"/>
              </a:spcAft>
              <a:buSzPts val="1000"/>
              <a:buNone/>
              <a:defRPr sz="1333"/>
            </a:lvl2pPr>
            <a:lvl3pPr lvl="2" algn="l">
              <a:lnSpc>
                <a:spcPct val="100000"/>
              </a:lnSpc>
              <a:spcBef>
                <a:spcPts val="267"/>
              </a:spcBef>
              <a:spcAft>
                <a:spcPts val="0"/>
              </a:spcAft>
              <a:buSzPts val="1000"/>
              <a:buNone/>
              <a:defRPr sz="1333"/>
            </a:lvl3pPr>
            <a:lvl4pPr lvl="3" algn="l">
              <a:lnSpc>
                <a:spcPct val="100000"/>
              </a:lnSpc>
              <a:spcBef>
                <a:spcPts val="267"/>
              </a:spcBef>
              <a:spcAft>
                <a:spcPts val="0"/>
              </a:spcAft>
              <a:buSzPts val="1000"/>
              <a:buNone/>
              <a:defRPr sz="1333"/>
            </a:lvl4pPr>
            <a:lvl5pPr lvl="4" algn="l">
              <a:lnSpc>
                <a:spcPct val="100000"/>
              </a:lnSpc>
              <a:spcBef>
                <a:spcPts val="267"/>
              </a:spcBef>
              <a:spcAft>
                <a:spcPts val="0"/>
              </a:spcAft>
              <a:buSzPts val="1000"/>
              <a:buNone/>
              <a:defRPr sz="1333"/>
            </a:lvl5pPr>
            <a:lvl6pPr lvl="5" algn="l">
              <a:lnSpc>
                <a:spcPct val="100000"/>
              </a:lnSpc>
              <a:spcBef>
                <a:spcPts val="267"/>
              </a:spcBef>
              <a:spcAft>
                <a:spcPts val="0"/>
              </a:spcAft>
              <a:buSzPts val="1000"/>
              <a:buNone/>
              <a:defRPr sz="1333"/>
            </a:lvl6pPr>
            <a:lvl7pPr lvl="6" algn="l">
              <a:lnSpc>
                <a:spcPct val="100000"/>
              </a:lnSpc>
              <a:spcBef>
                <a:spcPts val="267"/>
              </a:spcBef>
              <a:spcAft>
                <a:spcPts val="0"/>
              </a:spcAft>
              <a:buSzPts val="1000"/>
              <a:buNone/>
              <a:defRPr sz="1333"/>
            </a:lvl7pPr>
            <a:lvl8pPr lvl="7" algn="l">
              <a:lnSpc>
                <a:spcPct val="100000"/>
              </a:lnSpc>
              <a:spcBef>
                <a:spcPts val="267"/>
              </a:spcBef>
              <a:spcAft>
                <a:spcPts val="0"/>
              </a:spcAft>
              <a:buSzPts val="1000"/>
              <a:buNone/>
              <a:defRPr sz="1333"/>
            </a:lvl8pPr>
            <a:lvl9pPr lvl="8" algn="l">
              <a:lnSpc>
                <a:spcPct val="100000"/>
              </a:lnSpc>
              <a:spcBef>
                <a:spcPts val="267"/>
              </a:spcBef>
              <a:spcAft>
                <a:spcPts val="267"/>
              </a:spcAft>
              <a:buSzPts val="1000"/>
              <a:buNone/>
              <a:defRPr sz="1333"/>
            </a:lvl9pPr>
          </a:lstStyle>
          <a:p>
            <a:endParaRPr/>
          </a:p>
        </p:txBody>
      </p:sp>
      <p:sp>
        <p:nvSpPr>
          <p:cNvPr id="126" name="Google Shape;126;p29"/>
          <p:cNvSpPr>
            <a:spLocks noGrp="1"/>
          </p:cNvSpPr>
          <p:nvPr>
            <p:ph type="pic" idx="15"/>
          </p:nvPr>
        </p:nvSpPr>
        <p:spPr>
          <a:xfrm>
            <a:off x="3427017" y="1461173"/>
            <a:ext cx="914400" cy="914400"/>
          </a:xfrm>
          <a:prstGeom prst="ellipse">
            <a:avLst/>
          </a:prstGeom>
          <a:noFill/>
          <a:ln w="19050" cap="flat" cmpd="sng">
            <a:solidFill>
              <a:schemeClr val="dk1"/>
            </a:solidFill>
            <a:prstDash val="solid"/>
            <a:round/>
            <a:headEnd type="none" w="sm" len="sm"/>
            <a:tailEnd type="none" w="sm" len="sm"/>
          </a:ln>
        </p:spPr>
        <p:txBody>
          <a:bodyPr/>
          <a:lstStyle/>
          <a:p>
            <a:endParaRPr lang="en-IN"/>
          </a:p>
        </p:txBody>
      </p:sp>
      <p:sp>
        <p:nvSpPr>
          <p:cNvPr id="127" name="Google Shape;127;p29"/>
          <p:cNvSpPr/>
          <p:nvPr/>
        </p:nvSpPr>
        <p:spPr>
          <a:xfrm>
            <a:off x="3335617" y="4044868"/>
            <a:ext cx="1097200" cy="10972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cxnSp>
        <p:nvCxnSpPr>
          <p:cNvPr id="128" name="Google Shape;128;p29"/>
          <p:cNvCxnSpPr/>
          <p:nvPr/>
        </p:nvCxnSpPr>
        <p:spPr>
          <a:xfrm>
            <a:off x="3313017" y="5769892"/>
            <a:ext cx="1142400" cy="0"/>
          </a:xfrm>
          <a:prstGeom prst="straightConnector1">
            <a:avLst/>
          </a:prstGeom>
          <a:noFill/>
          <a:ln w="9525" cap="flat" cmpd="sng">
            <a:solidFill>
              <a:schemeClr val="accent3"/>
            </a:solidFill>
            <a:prstDash val="solid"/>
            <a:miter lim="800000"/>
            <a:headEnd type="none" w="sm" len="sm"/>
            <a:tailEnd type="none" w="sm" len="sm"/>
          </a:ln>
        </p:spPr>
      </p:cxnSp>
      <p:sp>
        <p:nvSpPr>
          <p:cNvPr id="129" name="Google Shape;129;p29"/>
          <p:cNvSpPr txBox="1">
            <a:spLocks noGrp="1"/>
          </p:cNvSpPr>
          <p:nvPr>
            <p:ph type="subTitle" idx="16"/>
          </p:nvPr>
        </p:nvSpPr>
        <p:spPr>
          <a:xfrm>
            <a:off x="2969817" y="5493096"/>
            <a:ext cx="1828800" cy="244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900"/>
              <a:buNone/>
              <a:defRPr sz="1200"/>
            </a:lvl1pPr>
            <a:lvl2pPr lvl="1" algn="l">
              <a:lnSpc>
                <a:spcPct val="100000"/>
              </a:lnSpc>
              <a:spcBef>
                <a:spcPts val="267"/>
              </a:spcBef>
              <a:spcAft>
                <a:spcPts val="0"/>
              </a:spcAft>
              <a:buSzPts val="1000"/>
              <a:buNone/>
              <a:defRPr sz="1333"/>
            </a:lvl2pPr>
            <a:lvl3pPr lvl="2" algn="l">
              <a:lnSpc>
                <a:spcPct val="100000"/>
              </a:lnSpc>
              <a:spcBef>
                <a:spcPts val="267"/>
              </a:spcBef>
              <a:spcAft>
                <a:spcPts val="0"/>
              </a:spcAft>
              <a:buSzPts val="1000"/>
              <a:buNone/>
              <a:defRPr sz="1333"/>
            </a:lvl3pPr>
            <a:lvl4pPr lvl="3" algn="l">
              <a:lnSpc>
                <a:spcPct val="100000"/>
              </a:lnSpc>
              <a:spcBef>
                <a:spcPts val="267"/>
              </a:spcBef>
              <a:spcAft>
                <a:spcPts val="0"/>
              </a:spcAft>
              <a:buSzPts val="1000"/>
              <a:buNone/>
              <a:defRPr sz="1333"/>
            </a:lvl4pPr>
            <a:lvl5pPr lvl="4" algn="l">
              <a:lnSpc>
                <a:spcPct val="100000"/>
              </a:lnSpc>
              <a:spcBef>
                <a:spcPts val="267"/>
              </a:spcBef>
              <a:spcAft>
                <a:spcPts val="0"/>
              </a:spcAft>
              <a:buSzPts val="1000"/>
              <a:buNone/>
              <a:defRPr sz="1333"/>
            </a:lvl5pPr>
            <a:lvl6pPr lvl="5" algn="l">
              <a:lnSpc>
                <a:spcPct val="100000"/>
              </a:lnSpc>
              <a:spcBef>
                <a:spcPts val="267"/>
              </a:spcBef>
              <a:spcAft>
                <a:spcPts val="0"/>
              </a:spcAft>
              <a:buSzPts val="1000"/>
              <a:buNone/>
              <a:defRPr sz="1333"/>
            </a:lvl6pPr>
            <a:lvl7pPr lvl="6" algn="l">
              <a:lnSpc>
                <a:spcPct val="100000"/>
              </a:lnSpc>
              <a:spcBef>
                <a:spcPts val="267"/>
              </a:spcBef>
              <a:spcAft>
                <a:spcPts val="0"/>
              </a:spcAft>
              <a:buSzPts val="1000"/>
              <a:buNone/>
              <a:defRPr sz="1333"/>
            </a:lvl7pPr>
            <a:lvl8pPr lvl="7" algn="l">
              <a:lnSpc>
                <a:spcPct val="100000"/>
              </a:lnSpc>
              <a:spcBef>
                <a:spcPts val="267"/>
              </a:spcBef>
              <a:spcAft>
                <a:spcPts val="0"/>
              </a:spcAft>
              <a:buSzPts val="1000"/>
              <a:buNone/>
              <a:defRPr sz="1333"/>
            </a:lvl8pPr>
            <a:lvl9pPr lvl="8" algn="l">
              <a:lnSpc>
                <a:spcPct val="100000"/>
              </a:lnSpc>
              <a:spcBef>
                <a:spcPts val="267"/>
              </a:spcBef>
              <a:spcAft>
                <a:spcPts val="267"/>
              </a:spcAft>
              <a:buSzPts val="1000"/>
              <a:buNone/>
              <a:defRPr sz="1333"/>
            </a:lvl9pPr>
          </a:lstStyle>
          <a:p>
            <a:endParaRPr/>
          </a:p>
        </p:txBody>
      </p:sp>
      <p:sp>
        <p:nvSpPr>
          <p:cNvPr id="130" name="Google Shape;130;p29"/>
          <p:cNvSpPr txBox="1">
            <a:spLocks noGrp="1"/>
          </p:cNvSpPr>
          <p:nvPr>
            <p:ph type="subTitle" idx="17"/>
          </p:nvPr>
        </p:nvSpPr>
        <p:spPr>
          <a:xfrm>
            <a:off x="2969817" y="5263505"/>
            <a:ext cx="1828800" cy="244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Clr>
                <a:schemeClr val="accent1"/>
              </a:buClr>
              <a:buSzPts val="1000"/>
              <a:buNone/>
              <a:defRPr sz="1333" b="1">
                <a:solidFill>
                  <a:schemeClr val="accent1"/>
                </a:solidFill>
              </a:defRPr>
            </a:lvl1pPr>
            <a:lvl2pPr lvl="1" algn="ctr">
              <a:lnSpc>
                <a:spcPct val="100000"/>
              </a:lnSpc>
              <a:spcBef>
                <a:spcPts val="267"/>
              </a:spcBef>
              <a:spcAft>
                <a:spcPts val="0"/>
              </a:spcAft>
              <a:buClr>
                <a:schemeClr val="accent1"/>
              </a:buClr>
              <a:buSzPts val="1000"/>
              <a:buNone/>
              <a:defRPr sz="1333" b="1">
                <a:solidFill>
                  <a:schemeClr val="accent1"/>
                </a:solidFill>
              </a:defRPr>
            </a:lvl2pPr>
            <a:lvl3pPr lvl="2" algn="ctr">
              <a:lnSpc>
                <a:spcPct val="100000"/>
              </a:lnSpc>
              <a:spcBef>
                <a:spcPts val="267"/>
              </a:spcBef>
              <a:spcAft>
                <a:spcPts val="0"/>
              </a:spcAft>
              <a:buClr>
                <a:schemeClr val="accent1"/>
              </a:buClr>
              <a:buSzPts val="1000"/>
              <a:buNone/>
              <a:defRPr sz="1333" b="1">
                <a:solidFill>
                  <a:schemeClr val="accent1"/>
                </a:solidFill>
              </a:defRPr>
            </a:lvl3pPr>
            <a:lvl4pPr lvl="3" algn="ctr">
              <a:lnSpc>
                <a:spcPct val="100000"/>
              </a:lnSpc>
              <a:spcBef>
                <a:spcPts val="267"/>
              </a:spcBef>
              <a:spcAft>
                <a:spcPts val="0"/>
              </a:spcAft>
              <a:buClr>
                <a:schemeClr val="accent1"/>
              </a:buClr>
              <a:buSzPts val="1000"/>
              <a:buNone/>
              <a:defRPr sz="1333" b="1">
                <a:solidFill>
                  <a:schemeClr val="accent1"/>
                </a:solidFill>
              </a:defRPr>
            </a:lvl4pPr>
            <a:lvl5pPr lvl="4" algn="ctr">
              <a:lnSpc>
                <a:spcPct val="100000"/>
              </a:lnSpc>
              <a:spcBef>
                <a:spcPts val="267"/>
              </a:spcBef>
              <a:spcAft>
                <a:spcPts val="0"/>
              </a:spcAft>
              <a:buClr>
                <a:schemeClr val="accent1"/>
              </a:buClr>
              <a:buSzPts val="1000"/>
              <a:buNone/>
              <a:defRPr sz="1333" b="1">
                <a:solidFill>
                  <a:schemeClr val="accent1"/>
                </a:solidFill>
              </a:defRPr>
            </a:lvl5pPr>
            <a:lvl6pPr lvl="5" algn="ctr">
              <a:lnSpc>
                <a:spcPct val="100000"/>
              </a:lnSpc>
              <a:spcBef>
                <a:spcPts val="267"/>
              </a:spcBef>
              <a:spcAft>
                <a:spcPts val="0"/>
              </a:spcAft>
              <a:buClr>
                <a:schemeClr val="accent1"/>
              </a:buClr>
              <a:buSzPts val="1000"/>
              <a:buNone/>
              <a:defRPr sz="1333" b="1">
                <a:solidFill>
                  <a:schemeClr val="accent1"/>
                </a:solidFill>
              </a:defRPr>
            </a:lvl6pPr>
            <a:lvl7pPr lvl="6" algn="ctr">
              <a:lnSpc>
                <a:spcPct val="100000"/>
              </a:lnSpc>
              <a:spcBef>
                <a:spcPts val="267"/>
              </a:spcBef>
              <a:spcAft>
                <a:spcPts val="0"/>
              </a:spcAft>
              <a:buClr>
                <a:schemeClr val="accent1"/>
              </a:buClr>
              <a:buSzPts val="1000"/>
              <a:buNone/>
              <a:defRPr sz="1333" b="1">
                <a:solidFill>
                  <a:schemeClr val="accent1"/>
                </a:solidFill>
              </a:defRPr>
            </a:lvl7pPr>
            <a:lvl8pPr lvl="7" algn="ctr">
              <a:lnSpc>
                <a:spcPct val="100000"/>
              </a:lnSpc>
              <a:spcBef>
                <a:spcPts val="267"/>
              </a:spcBef>
              <a:spcAft>
                <a:spcPts val="0"/>
              </a:spcAft>
              <a:buClr>
                <a:schemeClr val="accent1"/>
              </a:buClr>
              <a:buSzPts val="1000"/>
              <a:buNone/>
              <a:defRPr sz="1333" b="1">
                <a:solidFill>
                  <a:schemeClr val="accent1"/>
                </a:solidFill>
              </a:defRPr>
            </a:lvl8pPr>
            <a:lvl9pPr lvl="8" algn="ctr">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131" name="Google Shape;131;p29"/>
          <p:cNvSpPr txBox="1">
            <a:spLocks noGrp="1"/>
          </p:cNvSpPr>
          <p:nvPr>
            <p:ph type="subTitle" idx="18"/>
          </p:nvPr>
        </p:nvSpPr>
        <p:spPr>
          <a:xfrm>
            <a:off x="2969817" y="5853924"/>
            <a:ext cx="1828800" cy="244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800"/>
              <a:buNone/>
              <a:defRPr sz="1067"/>
            </a:lvl1pPr>
            <a:lvl2pPr lvl="1" algn="l">
              <a:lnSpc>
                <a:spcPct val="100000"/>
              </a:lnSpc>
              <a:spcBef>
                <a:spcPts val="267"/>
              </a:spcBef>
              <a:spcAft>
                <a:spcPts val="0"/>
              </a:spcAft>
              <a:buSzPts val="1000"/>
              <a:buNone/>
              <a:defRPr sz="1333"/>
            </a:lvl2pPr>
            <a:lvl3pPr lvl="2" algn="l">
              <a:lnSpc>
                <a:spcPct val="100000"/>
              </a:lnSpc>
              <a:spcBef>
                <a:spcPts val="267"/>
              </a:spcBef>
              <a:spcAft>
                <a:spcPts val="0"/>
              </a:spcAft>
              <a:buSzPts val="1000"/>
              <a:buNone/>
              <a:defRPr sz="1333"/>
            </a:lvl3pPr>
            <a:lvl4pPr lvl="3" algn="l">
              <a:lnSpc>
                <a:spcPct val="100000"/>
              </a:lnSpc>
              <a:spcBef>
                <a:spcPts val="267"/>
              </a:spcBef>
              <a:spcAft>
                <a:spcPts val="0"/>
              </a:spcAft>
              <a:buSzPts val="1000"/>
              <a:buNone/>
              <a:defRPr sz="1333"/>
            </a:lvl4pPr>
            <a:lvl5pPr lvl="4" algn="l">
              <a:lnSpc>
                <a:spcPct val="100000"/>
              </a:lnSpc>
              <a:spcBef>
                <a:spcPts val="267"/>
              </a:spcBef>
              <a:spcAft>
                <a:spcPts val="0"/>
              </a:spcAft>
              <a:buSzPts val="1000"/>
              <a:buNone/>
              <a:defRPr sz="1333"/>
            </a:lvl5pPr>
            <a:lvl6pPr lvl="5" algn="l">
              <a:lnSpc>
                <a:spcPct val="100000"/>
              </a:lnSpc>
              <a:spcBef>
                <a:spcPts val="267"/>
              </a:spcBef>
              <a:spcAft>
                <a:spcPts val="0"/>
              </a:spcAft>
              <a:buSzPts val="1000"/>
              <a:buNone/>
              <a:defRPr sz="1333"/>
            </a:lvl6pPr>
            <a:lvl7pPr lvl="6" algn="l">
              <a:lnSpc>
                <a:spcPct val="100000"/>
              </a:lnSpc>
              <a:spcBef>
                <a:spcPts val="267"/>
              </a:spcBef>
              <a:spcAft>
                <a:spcPts val="0"/>
              </a:spcAft>
              <a:buSzPts val="1000"/>
              <a:buNone/>
              <a:defRPr sz="1333"/>
            </a:lvl7pPr>
            <a:lvl8pPr lvl="7" algn="l">
              <a:lnSpc>
                <a:spcPct val="100000"/>
              </a:lnSpc>
              <a:spcBef>
                <a:spcPts val="267"/>
              </a:spcBef>
              <a:spcAft>
                <a:spcPts val="0"/>
              </a:spcAft>
              <a:buSzPts val="1000"/>
              <a:buNone/>
              <a:defRPr sz="1333"/>
            </a:lvl8pPr>
            <a:lvl9pPr lvl="8" algn="l">
              <a:lnSpc>
                <a:spcPct val="100000"/>
              </a:lnSpc>
              <a:spcBef>
                <a:spcPts val="267"/>
              </a:spcBef>
              <a:spcAft>
                <a:spcPts val="267"/>
              </a:spcAft>
              <a:buSzPts val="1000"/>
              <a:buNone/>
              <a:defRPr sz="1333"/>
            </a:lvl9pPr>
          </a:lstStyle>
          <a:p>
            <a:endParaRPr/>
          </a:p>
        </p:txBody>
      </p:sp>
      <p:sp>
        <p:nvSpPr>
          <p:cNvPr id="132" name="Google Shape;132;p29"/>
          <p:cNvSpPr>
            <a:spLocks noGrp="1"/>
          </p:cNvSpPr>
          <p:nvPr>
            <p:ph type="pic" idx="19"/>
          </p:nvPr>
        </p:nvSpPr>
        <p:spPr>
          <a:xfrm>
            <a:off x="3427017" y="4136268"/>
            <a:ext cx="914400" cy="914400"/>
          </a:xfrm>
          <a:prstGeom prst="ellipse">
            <a:avLst/>
          </a:prstGeom>
          <a:noFill/>
          <a:ln w="19050" cap="flat" cmpd="sng">
            <a:solidFill>
              <a:schemeClr val="dk1"/>
            </a:solidFill>
            <a:prstDash val="solid"/>
            <a:round/>
            <a:headEnd type="none" w="sm" len="sm"/>
            <a:tailEnd type="none" w="sm" len="sm"/>
          </a:ln>
        </p:spPr>
        <p:txBody>
          <a:bodyPr/>
          <a:lstStyle/>
          <a:p>
            <a:endParaRPr lang="en-IN"/>
          </a:p>
        </p:txBody>
      </p:sp>
      <p:sp>
        <p:nvSpPr>
          <p:cNvPr id="133" name="Google Shape;133;p29"/>
          <p:cNvSpPr/>
          <p:nvPr/>
        </p:nvSpPr>
        <p:spPr>
          <a:xfrm>
            <a:off x="5544600" y="1369773"/>
            <a:ext cx="1097200" cy="10972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cxnSp>
        <p:nvCxnSpPr>
          <p:cNvPr id="134" name="Google Shape;134;p29"/>
          <p:cNvCxnSpPr/>
          <p:nvPr/>
        </p:nvCxnSpPr>
        <p:spPr>
          <a:xfrm>
            <a:off x="5522000" y="3094797"/>
            <a:ext cx="1142400" cy="0"/>
          </a:xfrm>
          <a:prstGeom prst="straightConnector1">
            <a:avLst/>
          </a:prstGeom>
          <a:noFill/>
          <a:ln w="9525" cap="flat" cmpd="sng">
            <a:solidFill>
              <a:schemeClr val="accent3"/>
            </a:solidFill>
            <a:prstDash val="solid"/>
            <a:miter lim="800000"/>
            <a:headEnd type="none" w="sm" len="sm"/>
            <a:tailEnd type="none" w="sm" len="sm"/>
          </a:ln>
        </p:spPr>
      </p:cxnSp>
      <p:sp>
        <p:nvSpPr>
          <p:cNvPr id="135" name="Google Shape;135;p29"/>
          <p:cNvSpPr txBox="1">
            <a:spLocks noGrp="1"/>
          </p:cNvSpPr>
          <p:nvPr>
            <p:ph type="subTitle" idx="20"/>
          </p:nvPr>
        </p:nvSpPr>
        <p:spPr>
          <a:xfrm>
            <a:off x="5178800" y="2818003"/>
            <a:ext cx="1828800" cy="244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900"/>
              <a:buNone/>
              <a:defRPr sz="1200"/>
            </a:lvl1pPr>
            <a:lvl2pPr lvl="1" algn="l">
              <a:lnSpc>
                <a:spcPct val="100000"/>
              </a:lnSpc>
              <a:spcBef>
                <a:spcPts val="267"/>
              </a:spcBef>
              <a:spcAft>
                <a:spcPts val="0"/>
              </a:spcAft>
              <a:buSzPts val="1000"/>
              <a:buNone/>
              <a:defRPr sz="1333"/>
            </a:lvl2pPr>
            <a:lvl3pPr lvl="2" algn="l">
              <a:lnSpc>
                <a:spcPct val="100000"/>
              </a:lnSpc>
              <a:spcBef>
                <a:spcPts val="267"/>
              </a:spcBef>
              <a:spcAft>
                <a:spcPts val="0"/>
              </a:spcAft>
              <a:buSzPts val="1000"/>
              <a:buNone/>
              <a:defRPr sz="1333"/>
            </a:lvl3pPr>
            <a:lvl4pPr lvl="3" algn="l">
              <a:lnSpc>
                <a:spcPct val="100000"/>
              </a:lnSpc>
              <a:spcBef>
                <a:spcPts val="267"/>
              </a:spcBef>
              <a:spcAft>
                <a:spcPts val="0"/>
              </a:spcAft>
              <a:buSzPts val="1000"/>
              <a:buNone/>
              <a:defRPr sz="1333"/>
            </a:lvl4pPr>
            <a:lvl5pPr lvl="4" algn="l">
              <a:lnSpc>
                <a:spcPct val="100000"/>
              </a:lnSpc>
              <a:spcBef>
                <a:spcPts val="267"/>
              </a:spcBef>
              <a:spcAft>
                <a:spcPts val="0"/>
              </a:spcAft>
              <a:buSzPts val="1000"/>
              <a:buNone/>
              <a:defRPr sz="1333"/>
            </a:lvl5pPr>
            <a:lvl6pPr lvl="5" algn="l">
              <a:lnSpc>
                <a:spcPct val="100000"/>
              </a:lnSpc>
              <a:spcBef>
                <a:spcPts val="267"/>
              </a:spcBef>
              <a:spcAft>
                <a:spcPts val="0"/>
              </a:spcAft>
              <a:buSzPts val="1000"/>
              <a:buNone/>
              <a:defRPr sz="1333"/>
            </a:lvl6pPr>
            <a:lvl7pPr lvl="6" algn="l">
              <a:lnSpc>
                <a:spcPct val="100000"/>
              </a:lnSpc>
              <a:spcBef>
                <a:spcPts val="267"/>
              </a:spcBef>
              <a:spcAft>
                <a:spcPts val="0"/>
              </a:spcAft>
              <a:buSzPts val="1000"/>
              <a:buNone/>
              <a:defRPr sz="1333"/>
            </a:lvl7pPr>
            <a:lvl8pPr lvl="7" algn="l">
              <a:lnSpc>
                <a:spcPct val="100000"/>
              </a:lnSpc>
              <a:spcBef>
                <a:spcPts val="267"/>
              </a:spcBef>
              <a:spcAft>
                <a:spcPts val="0"/>
              </a:spcAft>
              <a:buSzPts val="1000"/>
              <a:buNone/>
              <a:defRPr sz="1333"/>
            </a:lvl8pPr>
            <a:lvl9pPr lvl="8" algn="l">
              <a:lnSpc>
                <a:spcPct val="100000"/>
              </a:lnSpc>
              <a:spcBef>
                <a:spcPts val="267"/>
              </a:spcBef>
              <a:spcAft>
                <a:spcPts val="267"/>
              </a:spcAft>
              <a:buSzPts val="1000"/>
              <a:buNone/>
              <a:defRPr sz="1333"/>
            </a:lvl9pPr>
          </a:lstStyle>
          <a:p>
            <a:endParaRPr/>
          </a:p>
        </p:txBody>
      </p:sp>
      <p:sp>
        <p:nvSpPr>
          <p:cNvPr id="136" name="Google Shape;136;p29"/>
          <p:cNvSpPr txBox="1">
            <a:spLocks noGrp="1"/>
          </p:cNvSpPr>
          <p:nvPr>
            <p:ph type="subTitle" idx="21"/>
          </p:nvPr>
        </p:nvSpPr>
        <p:spPr>
          <a:xfrm>
            <a:off x="5178800" y="2588411"/>
            <a:ext cx="1828800" cy="244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Clr>
                <a:schemeClr val="accent1"/>
              </a:buClr>
              <a:buSzPts val="1000"/>
              <a:buNone/>
              <a:defRPr sz="1333" b="1">
                <a:solidFill>
                  <a:schemeClr val="accent1"/>
                </a:solidFill>
              </a:defRPr>
            </a:lvl1pPr>
            <a:lvl2pPr lvl="1" algn="ctr">
              <a:lnSpc>
                <a:spcPct val="100000"/>
              </a:lnSpc>
              <a:spcBef>
                <a:spcPts val="267"/>
              </a:spcBef>
              <a:spcAft>
                <a:spcPts val="0"/>
              </a:spcAft>
              <a:buClr>
                <a:schemeClr val="accent1"/>
              </a:buClr>
              <a:buSzPts val="1000"/>
              <a:buNone/>
              <a:defRPr sz="1333" b="1">
                <a:solidFill>
                  <a:schemeClr val="accent1"/>
                </a:solidFill>
              </a:defRPr>
            </a:lvl2pPr>
            <a:lvl3pPr lvl="2" algn="ctr">
              <a:lnSpc>
                <a:spcPct val="100000"/>
              </a:lnSpc>
              <a:spcBef>
                <a:spcPts val="267"/>
              </a:spcBef>
              <a:spcAft>
                <a:spcPts val="0"/>
              </a:spcAft>
              <a:buClr>
                <a:schemeClr val="accent1"/>
              </a:buClr>
              <a:buSzPts val="1000"/>
              <a:buNone/>
              <a:defRPr sz="1333" b="1">
                <a:solidFill>
                  <a:schemeClr val="accent1"/>
                </a:solidFill>
              </a:defRPr>
            </a:lvl3pPr>
            <a:lvl4pPr lvl="3" algn="ctr">
              <a:lnSpc>
                <a:spcPct val="100000"/>
              </a:lnSpc>
              <a:spcBef>
                <a:spcPts val="267"/>
              </a:spcBef>
              <a:spcAft>
                <a:spcPts val="0"/>
              </a:spcAft>
              <a:buClr>
                <a:schemeClr val="accent1"/>
              </a:buClr>
              <a:buSzPts val="1000"/>
              <a:buNone/>
              <a:defRPr sz="1333" b="1">
                <a:solidFill>
                  <a:schemeClr val="accent1"/>
                </a:solidFill>
              </a:defRPr>
            </a:lvl4pPr>
            <a:lvl5pPr lvl="4" algn="ctr">
              <a:lnSpc>
                <a:spcPct val="100000"/>
              </a:lnSpc>
              <a:spcBef>
                <a:spcPts val="267"/>
              </a:spcBef>
              <a:spcAft>
                <a:spcPts val="0"/>
              </a:spcAft>
              <a:buClr>
                <a:schemeClr val="accent1"/>
              </a:buClr>
              <a:buSzPts val="1000"/>
              <a:buNone/>
              <a:defRPr sz="1333" b="1">
                <a:solidFill>
                  <a:schemeClr val="accent1"/>
                </a:solidFill>
              </a:defRPr>
            </a:lvl5pPr>
            <a:lvl6pPr lvl="5" algn="ctr">
              <a:lnSpc>
                <a:spcPct val="100000"/>
              </a:lnSpc>
              <a:spcBef>
                <a:spcPts val="267"/>
              </a:spcBef>
              <a:spcAft>
                <a:spcPts val="0"/>
              </a:spcAft>
              <a:buClr>
                <a:schemeClr val="accent1"/>
              </a:buClr>
              <a:buSzPts val="1000"/>
              <a:buNone/>
              <a:defRPr sz="1333" b="1">
                <a:solidFill>
                  <a:schemeClr val="accent1"/>
                </a:solidFill>
              </a:defRPr>
            </a:lvl6pPr>
            <a:lvl7pPr lvl="6" algn="ctr">
              <a:lnSpc>
                <a:spcPct val="100000"/>
              </a:lnSpc>
              <a:spcBef>
                <a:spcPts val="267"/>
              </a:spcBef>
              <a:spcAft>
                <a:spcPts val="0"/>
              </a:spcAft>
              <a:buClr>
                <a:schemeClr val="accent1"/>
              </a:buClr>
              <a:buSzPts val="1000"/>
              <a:buNone/>
              <a:defRPr sz="1333" b="1">
                <a:solidFill>
                  <a:schemeClr val="accent1"/>
                </a:solidFill>
              </a:defRPr>
            </a:lvl7pPr>
            <a:lvl8pPr lvl="7" algn="ctr">
              <a:lnSpc>
                <a:spcPct val="100000"/>
              </a:lnSpc>
              <a:spcBef>
                <a:spcPts val="267"/>
              </a:spcBef>
              <a:spcAft>
                <a:spcPts val="0"/>
              </a:spcAft>
              <a:buClr>
                <a:schemeClr val="accent1"/>
              </a:buClr>
              <a:buSzPts val="1000"/>
              <a:buNone/>
              <a:defRPr sz="1333" b="1">
                <a:solidFill>
                  <a:schemeClr val="accent1"/>
                </a:solidFill>
              </a:defRPr>
            </a:lvl8pPr>
            <a:lvl9pPr lvl="8" algn="ctr">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137" name="Google Shape;137;p29"/>
          <p:cNvSpPr txBox="1">
            <a:spLocks noGrp="1"/>
          </p:cNvSpPr>
          <p:nvPr>
            <p:ph type="subTitle" idx="22"/>
          </p:nvPr>
        </p:nvSpPr>
        <p:spPr>
          <a:xfrm>
            <a:off x="5178800" y="3178831"/>
            <a:ext cx="1828800" cy="244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800"/>
              <a:buNone/>
              <a:defRPr sz="1067"/>
            </a:lvl1pPr>
            <a:lvl2pPr lvl="1" algn="l">
              <a:lnSpc>
                <a:spcPct val="100000"/>
              </a:lnSpc>
              <a:spcBef>
                <a:spcPts val="267"/>
              </a:spcBef>
              <a:spcAft>
                <a:spcPts val="0"/>
              </a:spcAft>
              <a:buSzPts val="1000"/>
              <a:buNone/>
              <a:defRPr sz="1333"/>
            </a:lvl2pPr>
            <a:lvl3pPr lvl="2" algn="l">
              <a:lnSpc>
                <a:spcPct val="100000"/>
              </a:lnSpc>
              <a:spcBef>
                <a:spcPts val="267"/>
              </a:spcBef>
              <a:spcAft>
                <a:spcPts val="0"/>
              </a:spcAft>
              <a:buSzPts val="1000"/>
              <a:buNone/>
              <a:defRPr sz="1333"/>
            </a:lvl3pPr>
            <a:lvl4pPr lvl="3" algn="l">
              <a:lnSpc>
                <a:spcPct val="100000"/>
              </a:lnSpc>
              <a:spcBef>
                <a:spcPts val="267"/>
              </a:spcBef>
              <a:spcAft>
                <a:spcPts val="0"/>
              </a:spcAft>
              <a:buSzPts val="1000"/>
              <a:buNone/>
              <a:defRPr sz="1333"/>
            </a:lvl4pPr>
            <a:lvl5pPr lvl="4" algn="l">
              <a:lnSpc>
                <a:spcPct val="100000"/>
              </a:lnSpc>
              <a:spcBef>
                <a:spcPts val="267"/>
              </a:spcBef>
              <a:spcAft>
                <a:spcPts val="0"/>
              </a:spcAft>
              <a:buSzPts val="1000"/>
              <a:buNone/>
              <a:defRPr sz="1333"/>
            </a:lvl5pPr>
            <a:lvl6pPr lvl="5" algn="l">
              <a:lnSpc>
                <a:spcPct val="100000"/>
              </a:lnSpc>
              <a:spcBef>
                <a:spcPts val="267"/>
              </a:spcBef>
              <a:spcAft>
                <a:spcPts val="0"/>
              </a:spcAft>
              <a:buSzPts val="1000"/>
              <a:buNone/>
              <a:defRPr sz="1333"/>
            </a:lvl6pPr>
            <a:lvl7pPr lvl="6" algn="l">
              <a:lnSpc>
                <a:spcPct val="100000"/>
              </a:lnSpc>
              <a:spcBef>
                <a:spcPts val="267"/>
              </a:spcBef>
              <a:spcAft>
                <a:spcPts val="0"/>
              </a:spcAft>
              <a:buSzPts val="1000"/>
              <a:buNone/>
              <a:defRPr sz="1333"/>
            </a:lvl7pPr>
            <a:lvl8pPr lvl="7" algn="l">
              <a:lnSpc>
                <a:spcPct val="100000"/>
              </a:lnSpc>
              <a:spcBef>
                <a:spcPts val="267"/>
              </a:spcBef>
              <a:spcAft>
                <a:spcPts val="0"/>
              </a:spcAft>
              <a:buSzPts val="1000"/>
              <a:buNone/>
              <a:defRPr sz="1333"/>
            </a:lvl8pPr>
            <a:lvl9pPr lvl="8" algn="l">
              <a:lnSpc>
                <a:spcPct val="100000"/>
              </a:lnSpc>
              <a:spcBef>
                <a:spcPts val="267"/>
              </a:spcBef>
              <a:spcAft>
                <a:spcPts val="267"/>
              </a:spcAft>
              <a:buSzPts val="1000"/>
              <a:buNone/>
              <a:defRPr sz="1333"/>
            </a:lvl9pPr>
          </a:lstStyle>
          <a:p>
            <a:endParaRPr/>
          </a:p>
        </p:txBody>
      </p:sp>
      <p:sp>
        <p:nvSpPr>
          <p:cNvPr id="138" name="Google Shape;138;p29"/>
          <p:cNvSpPr>
            <a:spLocks noGrp="1"/>
          </p:cNvSpPr>
          <p:nvPr>
            <p:ph type="pic" idx="23"/>
          </p:nvPr>
        </p:nvSpPr>
        <p:spPr>
          <a:xfrm>
            <a:off x="5636000" y="1461173"/>
            <a:ext cx="914400" cy="914400"/>
          </a:xfrm>
          <a:prstGeom prst="ellipse">
            <a:avLst/>
          </a:prstGeom>
          <a:noFill/>
          <a:ln w="19050" cap="flat" cmpd="sng">
            <a:solidFill>
              <a:schemeClr val="dk1"/>
            </a:solidFill>
            <a:prstDash val="solid"/>
            <a:round/>
            <a:headEnd type="none" w="sm" len="sm"/>
            <a:tailEnd type="none" w="sm" len="sm"/>
          </a:ln>
        </p:spPr>
        <p:txBody>
          <a:bodyPr/>
          <a:lstStyle/>
          <a:p>
            <a:endParaRPr lang="en-IN"/>
          </a:p>
        </p:txBody>
      </p:sp>
      <p:sp>
        <p:nvSpPr>
          <p:cNvPr id="139" name="Google Shape;139;p29"/>
          <p:cNvSpPr/>
          <p:nvPr/>
        </p:nvSpPr>
        <p:spPr>
          <a:xfrm>
            <a:off x="5544600" y="4044868"/>
            <a:ext cx="1097200" cy="10972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cxnSp>
        <p:nvCxnSpPr>
          <p:cNvPr id="140" name="Google Shape;140;p29"/>
          <p:cNvCxnSpPr/>
          <p:nvPr/>
        </p:nvCxnSpPr>
        <p:spPr>
          <a:xfrm>
            <a:off x="5522000" y="5769892"/>
            <a:ext cx="1142400" cy="0"/>
          </a:xfrm>
          <a:prstGeom prst="straightConnector1">
            <a:avLst/>
          </a:prstGeom>
          <a:noFill/>
          <a:ln w="9525" cap="flat" cmpd="sng">
            <a:solidFill>
              <a:schemeClr val="accent3"/>
            </a:solidFill>
            <a:prstDash val="solid"/>
            <a:miter lim="800000"/>
            <a:headEnd type="none" w="sm" len="sm"/>
            <a:tailEnd type="none" w="sm" len="sm"/>
          </a:ln>
        </p:spPr>
      </p:cxnSp>
      <p:sp>
        <p:nvSpPr>
          <p:cNvPr id="141" name="Google Shape;141;p29"/>
          <p:cNvSpPr txBox="1">
            <a:spLocks noGrp="1"/>
          </p:cNvSpPr>
          <p:nvPr>
            <p:ph type="subTitle" idx="24"/>
          </p:nvPr>
        </p:nvSpPr>
        <p:spPr>
          <a:xfrm>
            <a:off x="5178800" y="5493096"/>
            <a:ext cx="1828800" cy="244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900"/>
              <a:buNone/>
              <a:defRPr sz="1200"/>
            </a:lvl1pPr>
            <a:lvl2pPr lvl="1" algn="l">
              <a:lnSpc>
                <a:spcPct val="100000"/>
              </a:lnSpc>
              <a:spcBef>
                <a:spcPts val="267"/>
              </a:spcBef>
              <a:spcAft>
                <a:spcPts val="0"/>
              </a:spcAft>
              <a:buSzPts val="1000"/>
              <a:buNone/>
              <a:defRPr sz="1333"/>
            </a:lvl2pPr>
            <a:lvl3pPr lvl="2" algn="l">
              <a:lnSpc>
                <a:spcPct val="100000"/>
              </a:lnSpc>
              <a:spcBef>
                <a:spcPts val="267"/>
              </a:spcBef>
              <a:spcAft>
                <a:spcPts val="0"/>
              </a:spcAft>
              <a:buSzPts val="1000"/>
              <a:buNone/>
              <a:defRPr sz="1333"/>
            </a:lvl3pPr>
            <a:lvl4pPr lvl="3" algn="l">
              <a:lnSpc>
                <a:spcPct val="100000"/>
              </a:lnSpc>
              <a:spcBef>
                <a:spcPts val="267"/>
              </a:spcBef>
              <a:spcAft>
                <a:spcPts val="0"/>
              </a:spcAft>
              <a:buSzPts val="1000"/>
              <a:buNone/>
              <a:defRPr sz="1333"/>
            </a:lvl4pPr>
            <a:lvl5pPr lvl="4" algn="l">
              <a:lnSpc>
                <a:spcPct val="100000"/>
              </a:lnSpc>
              <a:spcBef>
                <a:spcPts val="267"/>
              </a:spcBef>
              <a:spcAft>
                <a:spcPts val="0"/>
              </a:spcAft>
              <a:buSzPts val="1000"/>
              <a:buNone/>
              <a:defRPr sz="1333"/>
            </a:lvl5pPr>
            <a:lvl6pPr lvl="5" algn="l">
              <a:lnSpc>
                <a:spcPct val="100000"/>
              </a:lnSpc>
              <a:spcBef>
                <a:spcPts val="267"/>
              </a:spcBef>
              <a:spcAft>
                <a:spcPts val="0"/>
              </a:spcAft>
              <a:buSzPts val="1000"/>
              <a:buNone/>
              <a:defRPr sz="1333"/>
            </a:lvl6pPr>
            <a:lvl7pPr lvl="6" algn="l">
              <a:lnSpc>
                <a:spcPct val="100000"/>
              </a:lnSpc>
              <a:spcBef>
                <a:spcPts val="267"/>
              </a:spcBef>
              <a:spcAft>
                <a:spcPts val="0"/>
              </a:spcAft>
              <a:buSzPts val="1000"/>
              <a:buNone/>
              <a:defRPr sz="1333"/>
            </a:lvl7pPr>
            <a:lvl8pPr lvl="7" algn="l">
              <a:lnSpc>
                <a:spcPct val="100000"/>
              </a:lnSpc>
              <a:spcBef>
                <a:spcPts val="267"/>
              </a:spcBef>
              <a:spcAft>
                <a:spcPts val="0"/>
              </a:spcAft>
              <a:buSzPts val="1000"/>
              <a:buNone/>
              <a:defRPr sz="1333"/>
            </a:lvl8pPr>
            <a:lvl9pPr lvl="8" algn="l">
              <a:lnSpc>
                <a:spcPct val="100000"/>
              </a:lnSpc>
              <a:spcBef>
                <a:spcPts val="267"/>
              </a:spcBef>
              <a:spcAft>
                <a:spcPts val="267"/>
              </a:spcAft>
              <a:buSzPts val="1000"/>
              <a:buNone/>
              <a:defRPr sz="1333"/>
            </a:lvl9pPr>
          </a:lstStyle>
          <a:p>
            <a:endParaRPr/>
          </a:p>
        </p:txBody>
      </p:sp>
      <p:sp>
        <p:nvSpPr>
          <p:cNvPr id="142" name="Google Shape;142;p29"/>
          <p:cNvSpPr txBox="1">
            <a:spLocks noGrp="1"/>
          </p:cNvSpPr>
          <p:nvPr>
            <p:ph type="subTitle" idx="25"/>
          </p:nvPr>
        </p:nvSpPr>
        <p:spPr>
          <a:xfrm>
            <a:off x="5178800" y="5263505"/>
            <a:ext cx="1828800" cy="244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Clr>
                <a:schemeClr val="accent1"/>
              </a:buClr>
              <a:buSzPts val="1000"/>
              <a:buNone/>
              <a:defRPr sz="1333" b="1">
                <a:solidFill>
                  <a:schemeClr val="accent1"/>
                </a:solidFill>
              </a:defRPr>
            </a:lvl1pPr>
            <a:lvl2pPr lvl="1" algn="ctr">
              <a:lnSpc>
                <a:spcPct val="100000"/>
              </a:lnSpc>
              <a:spcBef>
                <a:spcPts val="267"/>
              </a:spcBef>
              <a:spcAft>
                <a:spcPts val="0"/>
              </a:spcAft>
              <a:buClr>
                <a:schemeClr val="accent1"/>
              </a:buClr>
              <a:buSzPts val="1000"/>
              <a:buNone/>
              <a:defRPr sz="1333" b="1">
                <a:solidFill>
                  <a:schemeClr val="accent1"/>
                </a:solidFill>
              </a:defRPr>
            </a:lvl2pPr>
            <a:lvl3pPr lvl="2" algn="ctr">
              <a:lnSpc>
                <a:spcPct val="100000"/>
              </a:lnSpc>
              <a:spcBef>
                <a:spcPts val="267"/>
              </a:spcBef>
              <a:spcAft>
                <a:spcPts val="0"/>
              </a:spcAft>
              <a:buClr>
                <a:schemeClr val="accent1"/>
              </a:buClr>
              <a:buSzPts val="1000"/>
              <a:buNone/>
              <a:defRPr sz="1333" b="1">
                <a:solidFill>
                  <a:schemeClr val="accent1"/>
                </a:solidFill>
              </a:defRPr>
            </a:lvl3pPr>
            <a:lvl4pPr lvl="3" algn="ctr">
              <a:lnSpc>
                <a:spcPct val="100000"/>
              </a:lnSpc>
              <a:spcBef>
                <a:spcPts val="267"/>
              </a:spcBef>
              <a:spcAft>
                <a:spcPts val="0"/>
              </a:spcAft>
              <a:buClr>
                <a:schemeClr val="accent1"/>
              </a:buClr>
              <a:buSzPts val="1000"/>
              <a:buNone/>
              <a:defRPr sz="1333" b="1">
                <a:solidFill>
                  <a:schemeClr val="accent1"/>
                </a:solidFill>
              </a:defRPr>
            </a:lvl4pPr>
            <a:lvl5pPr lvl="4" algn="ctr">
              <a:lnSpc>
                <a:spcPct val="100000"/>
              </a:lnSpc>
              <a:spcBef>
                <a:spcPts val="267"/>
              </a:spcBef>
              <a:spcAft>
                <a:spcPts val="0"/>
              </a:spcAft>
              <a:buClr>
                <a:schemeClr val="accent1"/>
              </a:buClr>
              <a:buSzPts val="1000"/>
              <a:buNone/>
              <a:defRPr sz="1333" b="1">
                <a:solidFill>
                  <a:schemeClr val="accent1"/>
                </a:solidFill>
              </a:defRPr>
            </a:lvl5pPr>
            <a:lvl6pPr lvl="5" algn="ctr">
              <a:lnSpc>
                <a:spcPct val="100000"/>
              </a:lnSpc>
              <a:spcBef>
                <a:spcPts val="267"/>
              </a:spcBef>
              <a:spcAft>
                <a:spcPts val="0"/>
              </a:spcAft>
              <a:buClr>
                <a:schemeClr val="accent1"/>
              </a:buClr>
              <a:buSzPts val="1000"/>
              <a:buNone/>
              <a:defRPr sz="1333" b="1">
                <a:solidFill>
                  <a:schemeClr val="accent1"/>
                </a:solidFill>
              </a:defRPr>
            </a:lvl6pPr>
            <a:lvl7pPr lvl="6" algn="ctr">
              <a:lnSpc>
                <a:spcPct val="100000"/>
              </a:lnSpc>
              <a:spcBef>
                <a:spcPts val="267"/>
              </a:spcBef>
              <a:spcAft>
                <a:spcPts val="0"/>
              </a:spcAft>
              <a:buClr>
                <a:schemeClr val="accent1"/>
              </a:buClr>
              <a:buSzPts val="1000"/>
              <a:buNone/>
              <a:defRPr sz="1333" b="1">
                <a:solidFill>
                  <a:schemeClr val="accent1"/>
                </a:solidFill>
              </a:defRPr>
            </a:lvl7pPr>
            <a:lvl8pPr lvl="7" algn="ctr">
              <a:lnSpc>
                <a:spcPct val="100000"/>
              </a:lnSpc>
              <a:spcBef>
                <a:spcPts val="267"/>
              </a:spcBef>
              <a:spcAft>
                <a:spcPts val="0"/>
              </a:spcAft>
              <a:buClr>
                <a:schemeClr val="accent1"/>
              </a:buClr>
              <a:buSzPts val="1000"/>
              <a:buNone/>
              <a:defRPr sz="1333" b="1">
                <a:solidFill>
                  <a:schemeClr val="accent1"/>
                </a:solidFill>
              </a:defRPr>
            </a:lvl8pPr>
            <a:lvl9pPr lvl="8" algn="ctr">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143" name="Google Shape;143;p29"/>
          <p:cNvSpPr txBox="1">
            <a:spLocks noGrp="1"/>
          </p:cNvSpPr>
          <p:nvPr>
            <p:ph type="subTitle" idx="26"/>
          </p:nvPr>
        </p:nvSpPr>
        <p:spPr>
          <a:xfrm>
            <a:off x="5178800" y="5853924"/>
            <a:ext cx="1828800" cy="244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800"/>
              <a:buNone/>
              <a:defRPr sz="1067"/>
            </a:lvl1pPr>
            <a:lvl2pPr lvl="1" algn="l">
              <a:lnSpc>
                <a:spcPct val="100000"/>
              </a:lnSpc>
              <a:spcBef>
                <a:spcPts val="267"/>
              </a:spcBef>
              <a:spcAft>
                <a:spcPts val="0"/>
              </a:spcAft>
              <a:buSzPts val="1000"/>
              <a:buNone/>
              <a:defRPr sz="1333"/>
            </a:lvl2pPr>
            <a:lvl3pPr lvl="2" algn="l">
              <a:lnSpc>
                <a:spcPct val="100000"/>
              </a:lnSpc>
              <a:spcBef>
                <a:spcPts val="267"/>
              </a:spcBef>
              <a:spcAft>
                <a:spcPts val="0"/>
              </a:spcAft>
              <a:buSzPts val="1000"/>
              <a:buNone/>
              <a:defRPr sz="1333"/>
            </a:lvl3pPr>
            <a:lvl4pPr lvl="3" algn="l">
              <a:lnSpc>
                <a:spcPct val="100000"/>
              </a:lnSpc>
              <a:spcBef>
                <a:spcPts val="267"/>
              </a:spcBef>
              <a:spcAft>
                <a:spcPts val="0"/>
              </a:spcAft>
              <a:buSzPts val="1000"/>
              <a:buNone/>
              <a:defRPr sz="1333"/>
            </a:lvl4pPr>
            <a:lvl5pPr lvl="4" algn="l">
              <a:lnSpc>
                <a:spcPct val="100000"/>
              </a:lnSpc>
              <a:spcBef>
                <a:spcPts val="267"/>
              </a:spcBef>
              <a:spcAft>
                <a:spcPts val="0"/>
              </a:spcAft>
              <a:buSzPts val="1000"/>
              <a:buNone/>
              <a:defRPr sz="1333"/>
            </a:lvl5pPr>
            <a:lvl6pPr lvl="5" algn="l">
              <a:lnSpc>
                <a:spcPct val="100000"/>
              </a:lnSpc>
              <a:spcBef>
                <a:spcPts val="267"/>
              </a:spcBef>
              <a:spcAft>
                <a:spcPts val="0"/>
              </a:spcAft>
              <a:buSzPts val="1000"/>
              <a:buNone/>
              <a:defRPr sz="1333"/>
            </a:lvl6pPr>
            <a:lvl7pPr lvl="6" algn="l">
              <a:lnSpc>
                <a:spcPct val="100000"/>
              </a:lnSpc>
              <a:spcBef>
                <a:spcPts val="267"/>
              </a:spcBef>
              <a:spcAft>
                <a:spcPts val="0"/>
              </a:spcAft>
              <a:buSzPts val="1000"/>
              <a:buNone/>
              <a:defRPr sz="1333"/>
            </a:lvl7pPr>
            <a:lvl8pPr lvl="7" algn="l">
              <a:lnSpc>
                <a:spcPct val="100000"/>
              </a:lnSpc>
              <a:spcBef>
                <a:spcPts val="267"/>
              </a:spcBef>
              <a:spcAft>
                <a:spcPts val="0"/>
              </a:spcAft>
              <a:buSzPts val="1000"/>
              <a:buNone/>
              <a:defRPr sz="1333"/>
            </a:lvl8pPr>
            <a:lvl9pPr lvl="8" algn="l">
              <a:lnSpc>
                <a:spcPct val="100000"/>
              </a:lnSpc>
              <a:spcBef>
                <a:spcPts val="267"/>
              </a:spcBef>
              <a:spcAft>
                <a:spcPts val="267"/>
              </a:spcAft>
              <a:buSzPts val="1000"/>
              <a:buNone/>
              <a:defRPr sz="1333"/>
            </a:lvl9pPr>
          </a:lstStyle>
          <a:p>
            <a:endParaRPr/>
          </a:p>
        </p:txBody>
      </p:sp>
      <p:sp>
        <p:nvSpPr>
          <p:cNvPr id="144" name="Google Shape;144;p29"/>
          <p:cNvSpPr>
            <a:spLocks noGrp="1"/>
          </p:cNvSpPr>
          <p:nvPr>
            <p:ph type="pic" idx="27"/>
          </p:nvPr>
        </p:nvSpPr>
        <p:spPr>
          <a:xfrm>
            <a:off x="5636000" y="4136268"/>
            <a:ext cx="914400" cy="914400"/>
          </a:xfrm>
          <a:prstGeom prst="ellipse">
            <a:avLst/>
          </a:prstGeom>
          <a:noFill/>
          <a:ln w="19050" cap="flat" cmpd="sng">
            <a:solidFill>
              <a:schemeClr val="dk1"/>
            </a:solidFill>
            <a:prstDash val="solid"/>
            <a:round/>
            <a:headEnd type="none" w="sm" len="sm"/>
            <a:tailEnd type="none" w="sm" len="sm"/>
          </a:ln>
        </p:spPr>
        <p:txBody>
          <a:bodyPr/>
          <a:lstStyle/>
          <a:p>
            <a:endParaRPr lang="en-IN"/>
          </a:p>
        </p:txBody>
      </p:sp>
      <p:sp>
        <p:nvSpPr>
          <p:cNvPr id="145" name="Google Shape;145;p29"/>
          <p:cNvSpPr/>
          <p:nvPr/>
        </p:nvSpPr>
        <p:spPr>
          <a:xfrm>
            <a:off x="7753584" y="1369773"/>
            <a:ext cx="1097200" cy="10972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cxnSp>
        <p:nvCxnSpPr>
          <p:cNvPr id="146" name="Google Shape;146;p29"/>
          <p:cNvCxnSpPr/>
          <p:nvPr/>
        </p:nvCxnSpPr>
        <p:spPr>
          <a:xfrm>
            <a:off x="7730984" y="3094797"/>
            <a:ext cx="1142400" cy="0"/>
          </a:xfrm>
          <a:prstGeom prst="straightConnector1">
            <a:avLst/>
          </a:prstGeom>
          <a:noFill/>
          <a:ln w="9525" cap="flat" cmpd="sng">
            <a:solidFill>
              <a:schemeClr val="accent3"/>
            </a:solidFill>
            <a:prstDash val="solid"/>
            <a:miter lim="800000"/>
            <a:headEnd type="none" w="sm" len="sm"/>
            <a:tailEnd type="none" w="sm" len="sm"/>
          </a:ln>
        </p:spPr>
      </p:cxnSp>
      <p:sp>
        <p:nvSpPr>
          <p:cNvPr id="147" name="Google Shape;147;p29"/>
          <p:cNvSpPr txBox="1">
            <a:spLocks noGrp="1"/>
          </p:cNvSpPr>
          <p:nvPr>
            <p:ph type="subTitle" idx="28"/>
          </p:nvPr>
        </p:nvSpPr>
        <p:spPr>
          <a:xfrm>
            <a:off x="7387784" y="2818003"/>
            <a:ext cx="1828800" cy="244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900"/>
              <a:buNone/>
              <a:defRPr sz="1200"/>
            </a:lvl1pPr>
            <a:lvl2pPr lvl="1" algn="l">
              <a:lnSpc>
                <a:spcPct val="100000"/>
              </a:lnSpc>
              <a:spcBef>
                <a:spcPts val="267"/>
              </a:spcBef>
              <a:spcAft>
                <a:spcPts val="0"/>
              </a:spcAft>
              <a:buSzPts val="1000"/>
              <a:buNone/>
              <a:defRPr sz="1333"/>
            </a:lvl2pPr>
            <a:lvl3pPr lvl="2" algn="l">
              <a:lnSpc>
                <a:spcPct val="100000"/>
              </a:lnSpc>
              <a:spcBef>
                <a:spcPts val="267"/>
              </a:spcBef>
              <a:spcAft>
                <a:spcPts val="0"/>
              </a:spcAft>
              <a:buSzPts val="1000"/>
              <a:buNone/>
              <a:defRPr sz="1333"/>
            </a:lvl3pPr>
            <a:lvl4pPr lvl="3" algn="l">
              <a:lnSpc>
                <a:spcPct val="100000"/>
              </a:lnSpc>
              <a:spcBef>
                <a:spcPts val="267"/>
              </a:spcBef>
              <a:spcAft>
                <a:spcPts val="0"/>
              </a:spcAft>
              <a:buSzPts val="1000"/>
              <a:buNone/>
              <a:defRPr sz="1333"/>
            </a:lvl4pPr>
            <a:lvl5pPr lvl="4" algn="l">
              <a:lnSpc>
                <a:spcPct val="100000"/>
              </a:lnSpc>
              <a:spcBef>
                <a:spcPts val="267"/>
              </a:spcBef>
              <a:spcAft>
                <a:spcPts val="0"/>
              </a:spcAft>
              <a:buSzPts val="1000"/>
              <a:buNone/>
              <a:defRPr sz="1333"/>
            </a:lvl5pPr>
            <a:lvl6pPr lvl="5" algn="l">
              <a:lnSpc>
                <a:spcPct val="100000"/>
              </a:lnSpc>
              <a:spcBef>
                <a:spcPts val="267"/>
              </a:spcBef>
              <a:spcAft>
                <a:spcPts val="0"/>
              </a:spcAft>
              <a:buSzPts val="1000"/>
              <a:buNone/>
              <a:defRPr sz="1333"/>
            </a:lvl6pPr>
            <a:lvl7pPr lvl="6" algn="l">
              <a:lnSpc>
                <a:spcPct val="100000"/>
              </a:lnSpc>
              <a:spcBef>
                <a:spcPts val="267"/>
              </a:spcBef>
              <a:spcAft>
                <a:spcPts val="0"/>
              </a:spcAft>
              <a:buSzPts val="1000"/>
              <a:buNone/>
              <a:defRPr sz="1333"/>
            </a:lvl7pPr>
            <a:lvl8pPr lvl="7" algn="l">
              <a:lnSpc>
                <a:spcPct val="100000"/>
              </a:lnSpc>
              <a:spcBef>
                <a:spcPts val="267"/>
              </a:spcBef>
              <a:spcAft>
                <a:spcPts val="0"/>
              </a:spcAft>
              <a:buSzPts val="1000"/>
              <a:buNone/>
              <a:defRPr sz="1333"/>
            </a:lvl8pPr>
            <a:lvl9pPr lvl="8" algn="l">
              <a:lnSpc>
                <a:spcPct val="100000"/>
              </a:lnSpc>
              <a:spcBef>
                <a:spcPts val="267"/>
              </a:spcBef>
              <a:spcAft>
                <a:spcPts val="267"/>
              </a:spcAft>
              <a:buSzPts val="1000"/>
              <a:buNone/>
              <a:defRPr sz="1333"/>
            </a:lvl9pPr>
          </a:lstStyle>
          <a:p>
            <a:endParaRPr/>
          </a:p>
        </p:txBody>
      </p:sp>
      <p:sp>
        <p:nvSpPr>
          <p:cNvPr id="148" name="Google Shape;148;p29"/>
          <p:cNvSpPr txBox="1">
            <a:spLocks noGrp="1"/>
          </p:cNvSpPr>
          <p:nvPr>
            <p:ph type="subTitle" idx="29"/>
          </p:nvPr>
        </p:nvSpPr>
        <p:spPr>
          <a:xfrm>
            <a:off x="7387784" y="2588411"/>
            <a:ext cx="1828800" cy="244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Clr>
                <a:schemeClr val="accent1"/>
              </a:buClr>
              <a:buSzPts val="1000"/>
              <a:buNone/>
              <a:defRPr sz="1333" b="1">
                <a:solidFill>
                  <a:schemeClr val="accent1"/>
                </a:solidFill>
              </a:defRPr>
            </a:lvl1pPr>
            <a:lvl2pPr lvl="1" algn="ctr">
              <a:lnSpc>
                <a:spcPct val="100000"/>
              </a:lnSpc>
              <a:spcBef>
                <a:spcPts val="267"/>
              </a:spcBef>
              <a:spcAft>
                <a:spcPts val="0"/>
              </a:spcAft>
              <a:buClr>
                <a:schemeClr val="accent1"/>
              </a:buClr>
              <a:buSzPts val="1000"/>
              <a:buNone/>
              <a:defRPr sz="1333" b="1">
                <a:solidFill>
                  <a:schemeClr val="accent1"/>
                </a:solidFill>
              </a:defRPr>
            </a:lvl2pPr>
            <a:lvl3pPr lvl="2" algn="ctr">
              <a:lnSpc>
                <a:spcPct val="100000"/>
              </a:lnSpc>
              <a:spcBef>
                <a:spcPts val="267"/>
              </a:spcBef>
              <a:spcAft>
                <a:spcPts val="0"/>
              </a:spcAft>
              <a:buClr>
                <a:schemeClr val="accent1"/>
              </a:buClr>
              <a:buSzPts val="1000"/>
              <a:buNone/>
              <a:defRPr sz="1333" b="1">
                <a:solidFill>
                  <a:schemeClr val="accent1"/>
                </a:solidFill>
              </a:defRPr>
            </a:lvl3pPr>
            <a:lvl4pPr lvl="3" algn="ctr">
              <a:lnSpc>
                <a:spcPct val="100000"/>
              </a:lnSpc>
              <a:spcBef>
                <a:spcPts val="267"/>
              </a:spcBef>
              <a:spcAft>
                <a:spcPts val="0"/>
              </a:spcAft>
              <a:buClr>
                <a:schemeClr val="accent1"/>
              </a:buClr>
              <a:buSzPts val="1000"/>
              <a:buNone/>
              <a:defRPr sz="1333" b="1">
                <a:solidFill>
                  <a:schemeClr val="accent1"/>
                </a:solidFill>
              </a:defRPr>
            </a:lvl4pPr>
            <a:lvl5pPr lvl="4" algn="ctr">
              <a:lnSpc>
                <a:spcPct val="100000"/>
              </a:lnSpc>
              <a:spcBef>
                <a:spcPts val="267"/>
              </a:spcBef>
              <a:spcAft>
                <a:spcPts val="0"/>
              </a:spcAft>
              <a:buClr>
                <a:schemeClr val="accent1"/>
              </a:buClr>
              <a:buSzPts val="1000"/>
              <a:buNone/>
              <a:defRPr sz="1333" b="1">
                <a:solidFill>
                  <a:schemeClr val="accent1"/>
                </a:solidFill>
              </a:defRPr>
            </a:lvl5pPr>
            <a:lvl6pPr lvl="5" algn="ctr">
              <a:lnSpc>
                <a:spcPct val="100000"/>
              </a:lnSpc>
              <a:spcBef>
                <a:spcPts val="267"/>
              </a:spcBef>
              <a:spcAft>
                <a:spcPts val="0"/>
              </a:spcAft>
              <a:buClr>
                <a:schemeClr val="accent1"/>
              </a:buClr>
              <a:buSzPts val="1000"/>
              <a:buNone/>
              <a:defRPr sz="1333" b="1">
                <a:solidFill>
                  <a:schemeClr val="accent1"/>
                </a:solidFill>
              </a:defRPr>
            </a:lvl6pPr>
            <a:lvl7pPr lvl="6" algn="ctr">
              <a:lnSpc>
                <a:spcPct val="100000"/>
              </a:lnSpc>
              <a:spcBef>
                <a:spcPts val="267"/>
              </a:spcBef>
              <a:spcAft>
                <a:spcPts val="0"/>
              </a:spcAft>
              <a:buClr>
                <a:schemeClr val="accent1"/>
              </a:buClr>
              <a:buSzPts val="1000"/>
              <a:buNone/>
              <a:defRPr sz="1333" b="1">
                <a:solidFill>
                  <a:schemeClr val="accent1"/>
                </a:solidFill>
              </a:defRPr>
            </a:lvl7pPr>
            <a:lvl8pPr lvl="7" algn="ctr">
              <a:lnSpc>
                <a:spcPct val="100000"/>
              </a:lnSpc>
              <a:spcBef>
                <a:spcPts val="267"/>
              </a:spcBef>
              <a:spcAft>
                <a:spcPts val="0"/>
              </a:spcAft>
              <a:buClr>
                <a:schemeClr val="accent1"/>
              </a:buClr>
              <a:buSzPts val="1000"/>
              <a:buNone/>
              <a:defRPr sz="1333" b="1">
                <a:solidFill>
                  <a:schemeClr val="accent1"/>
                </a:solidFill>
              </a:defRPr>
            </a:lvl8pPr>
            <a:lvl9pPr lvl="8" algn="ctr">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149" name="Google Shape;149;p29"/>
          <p:cNvSpPr txBox="1">
            <a:spLocks noGrp="1"/>
          </p:cNvSpPr>
          <p:nvPr>
            <p:ph type="subTitle" idx="30"/>
          </p:nvPr>
        </p:nvSpPr>
        <p:spPr>
          <a:xfrm>
            <a:off x="7387784" y="3178831"/>
            <a:ext cx="1828800" cy="244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800"/>
              <a:buNone/>
              <a:defRPr sz="1067"/>
            </a:lvl1pPr>
            <a:lvl2pPr lvl="1" algn="l">
              <a:lnSpc>
                <a:spcPct val="100000"/>
              </a:lnSpc>
              <a:spcBef>
                <a:spcPts val="267"/>
              </a:spcBef>
              <a:spcAft>
                <a:spcPts val="0"/>
              </a:spcAft>
              <a:buSzPts val="1000"/>
              <a:buNone/>
              <a:defRPr sz="1333"/>
            </a:lvl2pPr>
            <a:lvl3pPr lvl="2" algn="l">
              <a:lnSpc>
                <a:spcPct val="100000"/>
              </a:lnSpc>
              <a:spcBef>
                <a:spcPts val="267"/>
              </a:spcBef>
              <a:spcAft>
                <a:spcPts val="0"/>
              </a:spcAft>
              <a:buSzPts val="1000"/>
              <a:buNone/>
              <a:defRPr sz="1333"/>
            </a:lvl3pPr>
            <a:lvl4pPr lvl="3" algn="l">
              <a:lnSpc>
                <a:spcPct val="100000"/>
              </a:lnSpc>
              <a:spcBef>
                <a:spcPts val="267"/>
              </a:spcBef>
              <a:spcAft>
                <a:spcPts val="0"/>
              </a:spcAft>
              <a:buSzPts val="1000"/>
              <a:buNone/>
              <a:defRPr sz="1333"/>
            </a:lvl4pPr>
            <a:lvl5pPr lvl="4" algn="l">
              <a:lnSpc>
                <a:spcPct val="100000"/>
              </a:lnSpc>
              <a:spcBef>
                <a:spcPts val="267"/>
              </a:spcBef>
              <a:spcAft>
                <a:spcPts val="0"/>
              </a:spcAft>
              <a:buSzPts val="1000"/>
              <a:buNone/>
              <a:defRPr sz="1333"/>
            </a:lvl5pPr>
            <a:lvl6pPr lvl="5" algn="l">
              <a:lnSpc>
                <a:spcPct val="100000"/>
              </a:lnSpc>
              <a:spcBef>
                <a:spcPts val="267"/>
              </a:spcBef>
              <a:spcAft>
                <a:spcPts val="0"/>
              </a:spcAft>
              <a:buSzPts val="1000"/>
              <a:buNone/>
              <a:defRPr sz="1333"/>
            </a:lvl6pPr>
            <a:lvl7pPr lvl="6" algn="l">
              <a:lnSpc>
                <a:spcPct val="100000"/>
              </a:lnSpc>
              <a:spcBef>
                <a:spcPts val="267"/>
              </a:spcBef>
              <a:spcAft>
                <a:spcPts val="0"/>
              </a:spcAft>
              <a:buSzPts val="1000"/>
              <a:buNone/>
              <a:defRPr sz="1333"/>
            </a:lvl7pPr>
            <a:lvl8pPr lvl="7" algn="l">
              <a:lnSpc>
                <a:spcPct val="100000"/>
              </a:lnSpc>
              <a:spcBef>
                <a:spcPts val="267"/>
              </a:spcBef>
              <a:spcAft>
                <a:spcPts val="0"/>
              </a:spcAft>
              <a:buSzPts val="1000"/>
              <a:buNone/>
              <a:defRPr sz="1333"/>
            </a:lvl8pPr>
            <a:lvl9pPr lvl="8" algn="l">
              <a:lnSpc>
                <a:spcPct val="100000"/>
              </a:lnSpc>
              <a:spcBef>
                <a:spcPts val="267"/>
              </a:spcBef>
              <a:spcAft>
                <a:spcPts val="267"/>
              </a:spcAft>
              <a:buSzPts val="1000"/>
              <a:buNone/>
              <a:defRPr sz="1333"/>
            </a:lvl9pPr>
          </a:lstStyle>
          <a:p>
            <a:endParaRPr/>
          </a:p>
        </p:txBody>
      </p:sp>
      <p:sp>
        <p:nvSpPr>
          <p:cNvPr id="150" name="Google Shape;150;p29"/>
          <p:cNvSpPr>
            <a:spLocks noGrp="1"/>
          </p:cNvSpPr>
          <p:nvPr>
            <p:ph type="pic" idx="31"/>
          </p:nvPr>
        </p:nvSpPr>
        <p:spPr>
          <a:xfrm>
            <a:off x="7844984" y="1461173"/>
            <a:ext cx="914400" cy="914400"/>
          </a:xfrm>
          <a:prstGeom prst="ellipse">
            <a:avLst/>
          </a:prstGeom>
          <a:noFill/>
          <a:ln w="19050" cap="flat" cmpd="sng">
            <a:solidFill>
              <a:schemeClr val="dk1"/>
            </a:solidFill>
            <a:prstDash val="solid"/>
            <a:round/>
            <a:headEnd type="none" w="sm" len="sm"/>
            <a:tailEnd type="none" w="sm" len="sm"/>
          </a:ln>
        </p:spPr>
        <p:txBody>
          <a:bodyPr/>
          <a:lstStyle/>
          <a:p>
            <a:endParaRPr lang="en-IN"/>
          </a:p>
        </p:txBody>
      </p:sp>
      <p:sp>
        <p:nvSpPr>
          <p:cNvPr id="151" name="Google Shape;151;p29"/>
          <p:cNvSpPr/>
          <p:nvPr/>
        </p:nvSpPr>
        <p:spPr>
          <a:xfrm>
            <a:off x="7753584" y="4044868"/>
            <a:ext cx="1097200" cy="10972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cxnSp>
        <p:nvCxnSpPr>
          <p:cNvPr id="152" name="Google Shape;152;p29"/>
          <p:cNvCxnSpPr/>
          <p:nvPr/>
        </p:nvCxnSpPr>
        <p:spPr>
          <a:xfrm>
            <a:off x="7730984" y="5769892"/>
            <a:ext cx="1142400" cy="0"/>
          </a:xfrm>
          <a:prstGeom prst="straightConnector1">
            <a:avLst/>
          </a:prstGeom>
          <a:noFill/>
          <a:ln w="9525" cap="flat" cmpd="sng">
            <a:solidFill>
              <a:schemeClr val="accent3"/>
            </a:solidFill>
            <a:prstDash val="solid"/>
            <a:miter lim="800000"/>
            <a:headEnd type="none" w="sm" len="sm"/>
            <a:tailEnd type="none" w="sm" len="sm"/>
          </a:ln>
        </p:spPr>
      </p:cxnSp>
      <p:sp>
        <p:nvSpPr>
          <p:cNvPr id="153" name="Google Shape;153;p29"/>
          <p:cNvSpPr txBox="1">
            <a:spLocks noGrp="1"/>
          </p:cNvSpPr>
          <p:nvPr>
            <p:ph type="subTitle" idx="32"/>
          </p:nvPr>
        </p:nvSpPr>
        <p:spPr>
          <a:xfrm>
            <a:off x="7387784" y="5493096"/>
            <a:ext cx="1828800" cy="244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900"/>
              <a:buNone/>
              <a:defRPr sz="1200"/>
            </a:lvl1pPr>
            <a:lvl2pPr lvl="1" algn="l">
              <a:lnSpc>
                <a:spcPct val="100000"/>
              </a:lnSpc>
              <a:spcBef>
                <a:spcPts val="267"/>
              </a:spcBef>
              <a:spcAft>
                <a:spcPts val="0"/>
              </a:spcAft>
              <a:buSzPts val="1000"/>
              <a:buNone/>
              <a:defRPr sz="1333"/>
            </a:lvl2pPr>
            <a:lvl3pPr lvl="2" algn="l">
              <a:lnSpc>
                <a:spcPct val="100000"/>
              </a:lnSpc>
              <a:spcBef>
                <a:spcPts val="267"/>
              </a:spcBef>
              <a:spcAft>
                <a:spcPts val="0"/>
              </a:spcAft>
              <a:buSzPts val="1000"/>
              <a:buNone/>
              <a:defRPr sz="1333"/>
            </a:lvl3pPr>
            <a:lvl4pPr lvl="3" algn="l">
              <a:lnSpc>
                <a:spcPct val="100000"/>
              </a:lnSpc>
              <a:spcBef>
                <a:spcPts val="267"/>
              </a:spcBef>
              <a:spcAft>
                <a:spcPts val="0"/>
              </a:spcAft>
              <a:buSzPts val="1000"/>
              <a:buNone/>
              <a:defRPr sz="1333"/>
            </a:lvl4pPr>
            <a:lvl5pPr lvl="4" algn="l">
              <a:lnSpc>
                <a:spcPct val="100000"/>
              </a:lnSpc>
              <a:spcBef>
                <a:spcPts val="267"/>
              </a:spcBef>
              <a:spcAft>
                <a:spcPts val="0"/>
              </a:spcAft>
              <a:buSzPts val="1000"/>
              <a:buNone/>
              <a:defRPr sz="1333"/>
            </a:lvl5pPr>
            <a:lvl6pPr lvl="5" algn="l">
              <a:lnSpc>
                <a:spcPct val="100000"/>
              </a:lnSpc>
              <a:spcBef>
                <a:spcPts val="267"/>
              </a:spcBef>
              <a:spcAft>
                <a:spcPts val="0"/>
              </a:spcAft>
              <a:buSzPts val="1000"/>
              <a:buNone/>
              <a:defRPr sz="1333"/>
            </a:lvl6pPr>
            <a:lvl7pPr lvl="6" algn="l">
              <a:lnSpc>
                <a:spcPct val="100000"/>
              </a:lnSpc>
              <a:spcBef>
                <a:spcPts val="267"/>
              </a:spcBef>
              <a:spcAft>
                <a:spcPts val="0"/>
              </a:spcAft>
              <a:buSzPts val="1000"/>
              <a:buNone/>
              <a:defRPr sz="1333"/>
            </a:lvl7pPr>
            <a:lvl8pPr lvl="7" algn="l">
              <a:lnSpc>
                <a:spcPct val="100000"/>
              </a:lnSpc>
              <a:spcBef>
                <a:spcPts val="267"/>
              </a:spcBef>
              <a:spcAft>
                <a:spcPts val="0"/>
              </a:spcAft>
              <a:buSzPts val="1000"/>
              <a:buNone/>
              <a:defRPr sz="1333"/>
            </a:lvl8pPr>
            <a:lvl9pPr lvl="8" algn="l">
              <a:lnSpc>
                <a:spcPct val="100000"/>
              </a:lnSpc>
              <a:spcBef>
                <a:spcPts val="267"/>
              </a:spcBef>
              <a:spcAft>
                <a:spcPts val="267"/>
              </a:spcAft>
              <a:buSzPts val="1000"/>
              <a:buNone/>
              <a:defRPr sz="1333"/>
            </a:lvl9pPr>
          </a:lstStyle>
          <a:p>
            <a:endParaRPr/>
          </a:p>
        </p:txBody>
      </p:sp>
      <p:sp>
        <p:nvSpPr>
          <p:cNvPr id="154" name="Google Shape;154;p29"/>
          <p:cNvSpPr txBox="1">
            <a:spLocks noGrp="1"/>
          </p:cNvSpPr>
          <p:nvPr>
            <p:ph type="subTitle" idx="33"/>
          </p:nvPr>
        </p:nvSpPr>
        <p:spPr>
          <a:xfrm>
            <a:off x="7387784" y="5263505"/>
            <a:ext cx="1828800" cy="244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Clr>
                <a:schemeClr val="accent1"/>
              </a:buClr>
              <a:buSzPts val="1000"/>
              <a:buNone/>
              <a:defRPr sz="1333" b="1">
                <a:solidFill>
                  <a:schemeClr val="accent1"/>
                </a:solidFill>
              </a:defRPr>
            </a:lvl1pPr>
            <a:lvl2pPr lvl="1" algn="ctr">
              <a:lnSpc>
                <a:spcPct val="100000"/>
              </a:lnSpc>
              <a:spcBef>
                <a:spcPts val="267"/>
              </a:spcBef>
              <a:spcAft>
                <a:spcPts val="0"/>
              </a:spcAft>
              <a:buClr>
                <a:schemeClr val="accent1"/>
              </a:buClr>
              <a:buSzPts val="1000"/>
              <a:buNone/>
              <a:defRPr sz="1333" b="1">
                <a:solidFill>
                  <a:schemeClr val="accent1"/>
                </a:solidFill>
              </a:defRPr>
            </a:lvl2pPr>
            <a:lvl3pPr lvl="2" algn="ctr">
              <a:lnSpc>
                <a:spcPct val="100000"/>
              </a:lnSpc>
              <a:spcBef>
                <a:spcPts val="267"/>
              </a:spcBef>
              <a:spcAft>
                <a:spcPts val="0"/>
              </a:spcAft>
              <a:buClr>
                <a:schemeClr val="accent1"/>
              </a:buClr>
              <a:buSzPts val="1000"/>
              <a:buNone/>
              <a:defRPr sz="1333" b="1">
                <a:solidFill>
                  <a:schemeClr val="accent1"/>
                </a:solidFill>
              </a:defRPr>
            </a:lvl3pPr>
            <a:lvl4pPr lvl="3" algn="ctr">
              <a:lnSpc>
                <a:spcPct val="100000"/>
              </a:lnSpc>
              <a:spcBef>
                <a:spcPts val="267"/>
              </a:spcBef>
              <a:spcAft>
                <a:spcPts val="0"/>
              </a:spcAft>
              <a:buClr>
                <a:schemeClr val="accent1"/>
              </a:buClr>
              <a:buSzPts val="1000"/>
              <a:buNone/>
              <a:defRPr sz="1333" b="1">
                <a:solidFill>
                  <a:schemeClr val="accent1"/>
                </a:solidFill>
              </a:defRPr>
            </a:lvl4pPr>
            <a:lvl5pPr lvl="4" algn="ctr">
              <a:lnSpc>
                <a:spcPct val="100000"/>
              </a:lnSpc>
              <a:spcBef>
                <a:spcPts val="267"/>
              </a:spcBef>
              <a:spcAft>
                <a:spcPts val="0"/>
              </a:spcAft>
              <a:buClr>
                <a:schemeClr val="accent1"/>
              </a:buClr>
              <a:buSzPts val="1000"/>
              <a:buNone/>
              <a:defRPr sz="1333" b="1">
                <a:solidFill>
                  <a:schemeClr val="accent1"/>
                </a:solidFill>
              </a:defRPr>
            </a:lvl5pPr>
            <a:lvl6pPr lvl="5" algn="ctr">
              <a:lnSpc>
                <a:spcPct val="100000"/>
              </a:lnSpc>
              <a:spcBef>
                <a:spcPts val="267"/>
              </a:spcBef>
              <a:spcAft>
                <a:spcPts val="0"/>
              </a:spcAft>
              <a:buClr>
                <a:schemeClr val="accent1"/>
              </a:buClr>
              <a:buSzPts val="1000"/>
              <a:buNone/>
              <a:defRPr sz="1333" b="1">
                <a:solidFill>
                  <a:schemeClr val="accent1"/>
                </a:solidFill>
              </a:defRPr>
            </a:lvl6pPr>
            <a:lvl7pPr lvl="6" algn="ctr">
              <a:lnSpc>
                <a:spcPct val="100000"/>
              </a:lnSpc>
              <a:spcBef>
                <a:spcPts val="267"/>
              </a:spcBef>
              <a:spcAft>
                <a:spcPts val="0"/>
              </a:spcAft>
              <a:buClr>
                <a:schemeClr val="accent1"/>
              </a:buClr>
              <a:buSzPts val="1000"/>
              <a:buNone/>
              <a:defRPr sz="1333" b="1">
                <a:solidFill>
                  <a:schemeClr val="accent1"/>
                </a:solidFill>
              </a:defRPr>
            </a:lvl7pPr>
            <a:lvl8pPr lvl="7" algn="ctr">
              <a:lnSpc>
                <a:spcPct val="100000"/>
              </a:lnSpc>
              <a:spcBef>
                <a:spcPts val="267"/>
              </a:spcBef>
              <a:spcAft>
                <a:spcPts val="0"/>
              </a:spcAft>
              <a:buClr>
                <a:schemeClr val="accent1"/>
              </a:buClr>
              <a:buSzPts val="1000"/>
              <a:buNone/>
              <a:defRPr sz="1333" b="1">
                <a:solidFill>
                  <a:schemeClr val="accent1"/>
                </a:solidFill>
              </a:defRPr>
            </a:lvl8pPr>
            <a:lvl9pPr lvl="8" algn="ctr">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155" name="Google Shape;155;p29"/>
          <p:cNvSpPr txBox="1">
            <a:spLocks noGrp="1"/>
          </p:cNvSpPr>
          <p:nvPr>
            <p:ph type="subTitle" idx="34"/>
          </p:nvPr>
        </p:nvSpPr>
        <p:spPr>
          <a:xfrm>
            <a:off x="7387784" y="5853924"/>
            <a:ext cx="1828800" cy="244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800"/>
              <a:buNone/>
              <a:defRPr sz="1067"/>
            </a:lvl1pPr>
            <a:lvl2pPr lvl="1" algn="l">
              <a:lnSpc>
                <a:spcPct val="100000"/>
              </a:lnSpc>
              <a:spcBef>
                <a:spcPts val="267"/>
              </a:spcBef>
              <a:spcAft>
                <a:spcPts val="0"/>
              </a:spcAft>
              <a:buSzPts val="1000"/>
              <a:buNone/>
              <a:defRPr sz="1333"/>
            </a:lvl2pPr>
            <a:lvl3pPr lvl="2" algn="l">
              <a:lnSpc>
                <a:spcPct val="100000"/>
              </a:lnSpc>
              <a:spcBef>
                <a:spcPts val="267"/>
              </a:spcBef>
              <a:spcAft>
                <a:spcPts val="0"/>
              </a:spcAft>
              <a:buSzPts val="1000"/>
              <a:buNone/>
              <a:defRPr sz="1333"/>
            </a:lvl3pPr>
            <a:lvl4pPr lvl="3" algn="l">
              <a:lnSpc>
                <a:spcPct val="100000"/>
              </a:lnSpc>
              <a:spcBef>
                <a:spcPts val="267"/>
              </a:spcBef>
              <a:spcAft>
                <a:spcPts val="0"/>
              </a:spcAft>
              <a:buSzPts val="1000"/>
              <a:buNone/>
              <a:defRPr sz="1333"/>
            </a:lvl4pPr>
            <a:lvl5pPr lvl="4" algn="l">
              <a:lnSpc>
                <a:spcPct val="100000"/>
              </a:lnSpc>
              <a:spcBef>
                <a:spcPts val="267"/>
              </a:spcBef>
              <a:spcAft>
                <a:spcPts val="0"/>
              </a:spcAft>
              <a:buSzPts val="1000"/>
              <a:buNone/>
              <a:defRPr sz="1333"/>
            </a:lvl5pPr>
            <a:lvl6pPr lvl="5" algn="l">
              <a:lnSpc>
                <a:spcPct val="100000"/>
              </a:lnSpc>
              <a:spcBef>
                <a:spcPts val="267"/>
              </a:spcBef>
              <a:spcAft>
                <a:spcPts val="0"/>
              </a:spcAft>
              <a:buSzPts val="1000"/>
              <a:buNone/>
              <a:defRPr sz="1333"/>
            </a:lvl6pPr>
            <a:lvl7pPr lvl="6" algn="l">
              <a:lnSpc>
                <a:spcPct val="100000"/>
              </a:lnSpc>
              <a:spcBef>
                <a:spcPts val="267"/>
              </a:spcBef>
              <a:spcAft>
                <a:spcPts val="0"/>
              </a:spcAft>
              <a:buSzPts val="1000"/>
              <a:buNone/>
              <a:defRPr sz="1333"/>
            </a:lvl7pPr>
            <a:lvl8pPr lvl="7" algn="l">
              <a:lnSpc>
                <a:spcPct val="100000"/>
              </a:lnSpc>
              <a:spcBef>
                <a:spcPts val="267"/>
              </a:spcBef>
              <a:spcAft>
                <a:spcPts val="0"/>
              </a:spcAft>
              <a:buSzPts val="1000"/>
              <a:buNone/>
              <a:defRPr sz="1333"/>
            </a:lvl8pPr>
            <a:lvl9pPr lvl="8" algn="l">
              <a:lnSpc>
                <a:spcPct val="100000"/>
              </a:lnSpc>
              <a:spcBef>
                <a:spcPts val="267"/>
              </a:spcBef>
              <a:spcAft>
                <a:spcPts val="267"/>
              </a:spcAft>
              <a:buSzPts val="1000"/>
              <a:buNone/>
              <a:defRPr sz="1333"/>
            </a:lvl9pPr>
          </a:lstStyle>
          <a:p>
            <a:endParaRPr/>
          </a:p>
        </p:txBody>
      </p:sp>
      <p:sp>
        <p:nvSpPr>
          <p:cNvPr id="156" name="Google Shape;156;p29"/>
          <p:cNvSpPr>
            <a:spLocks noGrp="1"/>
          </p:cNvSpPr>
          <p:nvPr>
            <p:ph type="pic" idx="35"/>
          </p:nvPr>
        </p:nvSpPr>
        <p:spPr>
          <a:xfrm>
            <a:off x="7844984" y="4136268"/>
            <a:ext cx="914400" cy="914400"/>
          </a:xfrm>
          <a:prstGeom prst="ellipse">
            <a:avLst/>
          </a:prstGeom>
          <a:noFill/>
          <a:ln w="19050" cap="flat" cmpd="sng">
            <a:solidFill>
              <a:schemeClr val="dk1"/>
            </a:solidFill>
            <a:prstDash val="solid"/>
            <a:round/>
            <a:headEnd type="none" w="sm" len="sm"/>
            <a:tailEnd type="none" w="sm" len="sm"/>
          </a:ln>
        </p:spPr>
        <p:txBody>
          <a:bodyPr/>
          <a:lstStyle/>
          <a:p>
            <a:endParaRPr lang="en-IN"/>
          </a:p>
        </p:txBody>
      </p:sp>
      <p:sp>
        <p:nvSpPr>
          <p:cNvPr id="157" name="Google Shape;157;p29"/>
          <p:cNvSpPr/>
          <p:nvPr/>
        </p:nvSpPr>
        <p:spPr>
          <a:xfrm>
            <a:off x="9962567" y="1369773"/>
            <a:ext cx="1097200" cy="10972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cxnSp>
        <p:nvCxnSpPr>
          <p:cNvPr id="158" name="Google Shape;158;p29"/>
          <p:cNvCxnSpPr/>
          <p:nvPr/>
        </p:nvCxnSpPr>
        <p:spPr>
          <a:xfrm>
            <a:off x="9939967" y="3094797"/>
            <a:ext cx="1142400" cy="0"/>
          </a:xfrm>
          <a:prstGeom prst="straightConnector1">
            <a:avLst/>
          </a:prstGeom>
          <a:noFill/>
          <a:ln w="9525" cap="flat" cmpd="sng">
            <a:solidFill>
              <a:schemeClr val="accent3"/>
            </a:solidFill>
            <a:prstDash val="solid"/>
            <a:miter lim="800000"/>
            <a:headEnd type="none" w="sm" len="sm"/>
            <a:tailEnd type="none" w="sm" len="sm"/>
          </a:ln>
        </p:spPr>
      </p:cxnSp>
      <p:sp>
        <p:nvSpPr>
          <p:cNvPr id="159" name="Google Shape;159;p29"/>
          <p:cNvSpPr txBox="1">
            <a:spLocks noGrp="1"/>
          </p:cNvSpPr>
          <p:nvPr>
            <p:ph type="subTitle" idx="36"/>
          </p:nvPr>
        </p:nvSpPr>
        <p:spPr>
          <a:xfrm>
            <a:off x="9596767" y="2818003"/>
            <a:ext cx="1828800" cy="244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900"/>
              <a:buNone/>
              <a:defRPr sz="1200"/>
            </a:lvl1pPr>
            <a:lvl2pPr lvl="1" algn="l">
              <a:lnSpc>
                <a:spcPct val="100000"/>
              </a:lnSpc>
              <a:spcBef>
                <a:spcPts val="267"/>
              </a:spcBef>
              <a:spcAft>
                <a:spcPts val="0"/>
              </a:spcAft>
              <a:buSzPts val="1000"/>
              <a:buNone/>
              <a:defRPr sz="1333"/>
            </a:lvl2pPr>
            <a:lvl3pPr lvl="2" algn="l">
              <a:lnSpc>
                <a:spcPct val="100000"/>
              </a:lnSpc>
              <a:spcBef>
                <a:spcPts val="267"/>
              </a:spcBef>
              <a:spcAft>
                <a:spcPts val="0"/>
              </a:spcAft>
              <a:buSzPts val="1000"/>
              <a:buNone/>
              <a:defRPr sz="1333"/>
            </a:lvl3pPr>
            <a:lvl4pPr lvl="3" algn="l">
              <a:lnSpc>
                <a:spcPct val="100000"/>
              </a:lnSpc>
              <a:spcBef>
                <a:spcPts val="267"/>
              </a:spcBef>
              <a:spcAft>
                <a:spcPts val="0"/>
              </a:spcAft>
              <a:buSzPts val="1000"/>
              <a:buNone/>
              <a:defRPr sz="1333"/>
            </a:lvl4pPr>
            <a:lvl5pPr lvl="4" algn="l">
              <a:lnSpc>
                <a:spcPct val="100000"/>
              </a:lnSpc>
              <a:spcBef>
                <a:spcPts val="267"/>
              </a:spcBef>
              <a:spcAft>
                <a:spcPts val="0"/>
              </a:spcAft>
              <a:buSzPts val="1000"/>
              <a:buNone/>
              <a:defRPr sz="1333"/>
            </a:lvl5pPr>
            <a:lvl6pPr lvl="5" algn="l">
              <a:lnSpc>
                <a:spcPct val="100000"/>
              </a:lnSpc>
              <a:spcBef>
                <a:spcPts val="267"/>
              </a:spcBef>
              <a:spcAft>
                <a:spcPts val="0"/>
              </a:spcAft>
              <a:buSzPts val="1000"/>
              <a:buNone/>
              <a:defRPr sz="1333"/>
            </a:lvl6pPr>
            <a:lvl7pPr lvl="6" algn="l">
              <a:lnSpc>
                <a:spcPct val="100000"/>
              </a:lnSpc>
              <a:spcBef>
                <a:spcPts val="267"/>
              </a:spcBef>
              <a:spcAft>
                <a:spcPts val="0"/>
              </a:spcAft>
              <a:buSzPts val="1000"/>
              <a:buNone/>
              <a:defRPr sz="1333"/>
            </a:lvl7pPr>
            <a:lvl8pPr lvl="7" algn="l">
              <a:lnSpc>
                <a:spcPct val="100000"/>
              </a:lnSpc>
              <a:spcBef>
                <a:spcPts val="267"/>
              </a:spcBef>
              <a:spcAft>
                <a:spcPts val="0"/>
              </a:spcAft>
              <a:buSzPts val="1000"/>
              <a:buNone/>
              <a:defRPr sz="1333"/>
            </a:lvl8pPr>
            <a:lvl9pPr lvl="8" algn="l">
              <a:lnSpc>
                <a:spcPct val="100000"/>
              </a:lnSpc>
              <a:spcBef>
                <a:spcPts val="267"/>
              </a:spcBef>
              <a:spcAft>
                <a:spcPts val="267"/>
              </a:spcAft>
              <a:buSzPts val="1000"/>
              <a:buNone/>
              <a:defRPr sz="1333"/>
            </a:lvl9pPr>
          </a:lstStyle>
          <a:p>
            <a:endParaRPr/>
          </a:p>
        </p:txBody>
      </p:sp>
      <p:sp>
        <p:nvSpPr>
          <p:cNvPr id="160" name="Google Shape;160;p29"/>
          <p:cNvSpPr txBox="1">
            <a:spLocks noGrp="1"/>
          </p:cNvSpPr>
          <p:nvPr>
            <p:ph type="subTitle" idx="37"/>
          </p:nvPr>
        </p:nvSpPr>
        <p:spPr>
          <a:xfrm>
            <a:off x="9596767" y="2588411"/>
            <a:ext cx="1828800" cy="244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Clr>
                <a:schemeClr val="accent1"/>
              </a:buClr>
              <a:buSzPts val="1000"/>
              <a:buNone/>
              <a:defRPr sz="1333" b="1">
                <a:solidFill>
                  <a:schemeClr val="accent1"/>
                </a:solidFill>
              </a:defRPr>
            </a:lvl1pPr>
            <a:lvl2pPr lvl="1" algn="ctr">
              <a:lnSpc>
                <a:spcPct val="100000"/>
              </a:lnSpc>
              <a:spcBef>
                <a:spcPts val="267"/>
              </a:spcBef>
              <a:spcAft>
                <a:spcPts val="0"/>
              </a:spcAft>
              <a:buClr>
                <a:schemeClr val="accent1"/>
              </a:buClr>
              <a:buSzPts val="1000"/>
              <a:buNone/>
              <a:defRPr sz="1333" b="1">
                <a:solidFill>
                  <a:schemeClr val="accent1"/>
                </a:solidFill>
              </a:defRPr>
            </a:lvl2pPr>
            <a:lvl3pPr lvl="2" algn="ctr">
              <a:lnSpc>
                <a:spcPct val="100000"/>
              </a:lnSpc>
              <a:spcBef>
                <a:spcPts val="267"/>
              </a:spcBef>
              <a:spcAft>
                <a:spcPts val="0"/>
              </a:spcAft>
              <a:buClr>
                <a:schemeClr val="accent1"/>
              </a:buClr>
              <a:buSzPts val="1000"/>
              <a:buNone/>
              <a:defRPr sz="1333" b="1">
                <a:solidFill>
                  <a:schemeClr val="accent1"/>
                </a:solidFill>
              </a:defRPr>
            </a:lvl3pPr>
            <a:lvl4pPr lvl="3" algn="ctr">
              <a:lnSpc>
                <a:spcPct val="100000"/>
              </a:lnSpc>
              <a:spcBef>
                <a:spcPts val="267"/>
              </a:spcBef>
              <a:spcAft>
                <a:spcPts val="0"/>
              </a:spcAft>
              <a:buClr>
                <a:schemeClr val="accent1"/>
              </a:buClr>
              <a:buSzPts val="1000"/>
              <a:buNone/>
              <a:defRPr sz="1333" b="1">
                <a:solidFill>
                  <a:schemeClr val="accent1"/>
                </a:solidFill>
              </a:defRPr>
            </a:lvl4pPr>
            <a:lvl5pPr lvl="4" algn="ctr">
              <a:lnSpc>
                <a:spcPct val="100000"/>
              </a:lnSpc>
              <a:spcBef>
                <a:spcPts val="267"/>
              </a:spcBef>
              <a:spcAft>
                <a:spcPts val="0"/>
              </a:spcAft>
              <a:buClr>
                <a:schemeClr val="accent1"/>
              </a:buClr>
              <a:buSzPts val="1000"/>
              <a:buNone/>
              <a:defRPr sz="1333" b="1">
                <a:solidFill>
                  <a:schemeClr val="accent1"/>
                </a:solidFill>
              </a:defRPr>
            </a:lvl5pPr>
            <a:lvl6pPr lvl="5" algn="ctr">
              <a:lnSpc>
                <a:spcPct val="100000"/>
              </a:lnSpc>
              <a:spcBef>
                <a:spcPts val="267"/>
              </a:spcBef>
              <a:spcAft>
                <a:spcPts val="0"/>
              </a:spcAft>
              <a:buClr>
                <a:schemeClr val="accent1"/>
              </a:buClr>
              <a:buSzPts val="1000"/>
              <a:buNone/>
              <a:defRPr sz="1333" b="1">
                <a:solidFill>
                  <a:schemeClr val="accent1"/>
                </a:solidFill>
              </a:defRPr>
            </a:lvl6pPr>
            <a:lvl7pPr lvl="6" algn="ctr">
              <a:lnSpc>
                <a:spcPct val="100000"/>
              </a:lnSpc>
              <a:spcBef>
                <a:spcPts val="267"/>
              </a:spcBef>
              <a:spcAft>
                <a:spcPts val="0"/>
              </a:spcAft>
              <a:buClr>
                <a:schemeClr val="accent1"/>
              </a:buClr>
              <a:buSzPts val="1000"/>
              <a:buNone/>
              <a:defRPr sz="1333" b="1">
                <a:solidFill>
                  <a:schemeClr val="accent1"/>
                </a:solidFill>
              </a:defRPr>
            </a:lvl7pPr>
            <a:lvl8pPr lvl="7" algn="ctr">
              <a:lnSpc>
                <a:spcPct val="100000"/>
              </a:lnSpc>
              <a:spcBef>
                <a:spcPts val="267"/>
              </a:spcBef>
              <a:spcAft>
                <a:spcPts val="0"/>
              </a:spcAft>
              <a:buClr>
                <a:schemeClr val="accent1"/>
              </a:buClr>
              <a:buSzPts val="1000"/>
              <a:buNone/>
              <a:defRPr sz="1333" b="1">
                <a:solidFill>
                  <a:schemeClr val="accent1"/>
                </a:solidFill>
              </a:defRPr>
            </a:lvl8pPr>
            <a:lvl9pPr lvl="8" algn="ctr">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161" name="Google Shape;161;p29"/>
          <p:cNvSpPr txBox="1">
            <a:spLocks noGrp="1"/>
          </p:cNvSpPr>
          <p:nvPr>
            <p:ph type="subTitle" idx="38"/>
          </p:nvPr>
        </p:nvSpPr>
        <p:spPr>
          <a:xfrm>
            <a:off x="9596767" y="3178831"/>
            <a:ext cx="1828800" cy="244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800"/>
              <a:buNone/>
              <a:defRPr sz="1067"/>
            </a:lvl1pPr>
            <a:lvl2pPr lvl="1" algn="l">
              <a:lnSpc>
                <a:spcPct val="100000"/>
              </a:lnSpc>
              <a:spcBef>
                <a:spcPts val="267"/>
              </a:spcBef>
              <a:spcAft>
                <a:spcPts val="0"/>
              </a:spcAft>
              <a:buSzPts val="1000"/>
              <a:buNone/>
              <a:defRPr sz="1333"/>
            </a:lvl2pPr>
            <a:lvl3pPr lvl="2" algn="l">
              <a:lnSpc>
                <a:spcPct val="100000"/>
              </a:lnSpc>
              <a:spcBef>
                <a:spcPts val="267"/>
              </a:spcBef>
              <a:spcAft>
                <a:spcPts val="0"/>
              </a:spcAft>
              <a:buSzPts val="1000"/>
              <a:buNone/>
              <a:defRPr sz="1333"/>
            </a:lvl3pPr>
            <a:lvl4pPr lvl="3" algn="l">
              <a:lnSpc>
                <a:spcPct val="100000"/>
              </a:lnSpc>
              <a:spcBef>
                <a:spcPts val="267"/>
              </a:spcBef>
              <a:spcAft>
                <a:spcPts val="0"/>
              </a:spcAft>
              <a:buSzPts val="1000"/>
              <a:buNone/>
              <a:defRPr sz="1333"/>
            </a:lvl4pPr>
            <a:lvl5pPr lvl="4" algn="l">
              <a:lnSpc>
                <a:spcPct val="100000"/>
              </a:lnSpc>
              <a:spcBef>
                <a:spcPts val="267"/>
              </a:spcBef>
              <a:spcAft>
                <a:spcPts val="0"/>
              </a:spcAft>
              <a:buSzPts val="1000"/>
              <a:buNone/>
              <a:defRPr sz="1333"/>
            </a:lvl5pPr>
            <a:lvl6pPr lvl="5" algn="l">
              <a:lnSpc>
                <a:spcPct val="100000"/>
              </a:lnSpc>
              <a:spcBef>
                <a:spcPts val="267"/>
              </a:spcBef>
              <a:spcAft>
                <a:spcPts val="0"/>
              </a:spcAft>
              <a:buSzPts val="1000"/>
              <a:buNone/>
              <a:defRPr sz="1333"/>
            </a:lvl6pPr>
            <a:lvl7pPr lvl="6" algn="l">
              <a:lnSpc>
                <a:spcPct val="100000"/>
              </a:lnSpc>
              <a:spcBef>
                <a:spcPts val="267"/>
              </a:spcBef>
              <a:spcAft>
                <a:spcPts val="0"/>
              </a:spcAft>
              <a:buSzPts val="1000"/>
              <a:buNone/>
              <a:defRPr sz="1333"/>
            </a:lvl7pPr>
            <a:lvl8pPr lvl="7" algn="l">
              <a:lnSpc>
                <a:spcPct val="100000"/>
              </a:lnSpc>
              <a:spcBef>
                <a:spcPts val="267"/>
              </a:spcBef>
              <a:spcAft>
                <a:spcPts val="0"/>
              </a:spcAft>
              <a:buSzPts val="1000"/>
              <a:buNone/>
              <a:defRPr sz="1333"/>
            </a:lvl8pPr>
            <a:lvl9pPr lvl="8" algn="l">
              <a:lnSpc>
                <a:spcPct val="100000"/>
              </a:lnSpc>
              <a:spcBef>
                <a:spcPts val="267"/>
              </a:spcBef>
              <a:spcAft>
                <a:spcPts val="267"/>
              </a:spcAft>
              <a:buSzPts val="1000"/>
              <a:buNone/>
              <a:defRPr sz="1333"/>
            </a:lvl9pPr>
          </a:lstStyle>
          <a:p>
            <a:endParaRPr/>
          </a:p>
        </p:txBody>
      </p:sp>
      <p:sp>
        <p:nvSpPr>
          <p:cNvPr id="162" name="Google Shape;162;p29"/>
          <p:cNvSpPr>
            <a:spLocks noGrp="1"/>
          </p:cNvSpPr>
          <p:nvPr>
            <p:ph type="pic" idx="39"/>
          </p:nvPr>
        </p:nvSpPr>
        <p:spPr>
          <a:xfrm>
            <a:off x="10053967" y="1461173"/>
            <a:ext cx="914400" cy="914400"/>
          </a:xfrm>
          <a:prstGeom prst="ellipse">
            <a:avLst/>
          </a:prstGeom>
          <a:noFill/>
          <a:ln w="19050" cap="flat" cmpd="sng">
            <a:solidFill>
              <a:schemeClr val="dk1"/>
            </a:solidFill>
            <a:prstDash val="solid"/>
            <a:round/>
            <a:headEnd type="none" w="sm" len="sm"/>
            <a:tailEnd type="none" w="sm" len="sm"/>
          </a:ln>
        </p:spPr>
        <p:txBody>
          <a:bodyPr/>
          <a:lstStyle/>
          <a:p>
            <a:endParaRPr lang="en-IN"/>
          </a:p>
        </p:txBody>
      </p:sp>
      <p:sp>
        <p:nvSpPr>
          <p:cNvPr id="163" name="Google Shape;163;p29"/>
          <p:cNvSpPr/>
          <p:nvPr/>
        </p:nvSpPr>
        <p:spPr>
          <a:xfrm>
            <a:off x="9962567" y="4044868"/>
            <a:ext cx="1097200" cy="10972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cxnSp>
        <p:nvCxnSpPr>
          <p:cNvPr id="164" name="Google Shape;164;p29"/>
          <p:cNvCxnSpPr/>
          <p:nvPr/>
        </p:nvCxnSpPr>
        <p:spPr>
          <a:xfrm>
            <a:off x="9939967" y="5769892"/>
            <a:ext cx="1142400" cy="0"/>
          </a:xfrm>
          <a:prstGeom prst="straightConnector1">
            <a:avLst/>
          </a:prstGeom>
          <a:noFill/>
          <a:ln w="9525" cap="flat" cmpd="sng">
            <a:solidFill>
              <a:schemeClr val="accent3"/>
            </a:solidFill>
            <a:prstDash val="solid"/>
            <a:miter lim="800000"/>
            <a:headEnd type="none" w="sm" len="sm"/>
            <a:tailEnd type="none" w="sm" len="sm"/>
          </a:ln>
        </p:spPr>
      </p:cxnSp>
      <p:sp>
        <p:nvSpPr>
          <p:cNvPr id="165" name="Google Shape;165;p29"/>
          <p:cNvSpPr txBox="1">
            <a:spLocks noGrp="1"/>
          </p:cNvSpPr>
          <p:nvPr>
            <p:ph type="subTitle" idx="40"/>
          </p:nvPr>
        </p:nvSpPr>
        <p:spPr>
          <a:xfrm>
            <a:off x="9596767" y="5493096"/>
            <a:ext cx="1828800" cy="244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900"/>
              <a:buNone/>
              <a:defRPr sz="1200"/>
            </a:lvl1pPr>
            <a:lvl2pPr lvl="1" algn="l">
              <a:lnSpc>
                <a:spcPct val="100000"/>
              </a:lnSpc>
              <a:spcBef>
                <a:spcPts val="267"/>
              </a:spcBef>
              <a:spcAft>
                <a:spcPts val="0"/>
              </a:spcAft>
              <a:buSzPts val="1000"/>
              <a:buNone/>
              <a:defRPr sz="1333"/>
            </a:lvl2pPr>
            <a:lvl3pPr lvl="2" algn="l">
              <a:lnSpc>
                <a:spcPct val="100000"/>
              </a:lnSpc>
              <a:spcBef>
                <a:spcPts val="267"/>
              </a:spcBef>
              <a:spcAft>
                <a:spcPts val="0"/>
              </a:spcAft>
              <a:buSzPts val="1000"/>
              <a:buNone/>
              <a:defRPr sz="1333"/>
            </a:lvl3pPr>
            <a:lvl4pPr lvl="3" algn="l">
              <a:lnSpc>
                <a:spcPct val="100000"/>
              </a:lnSpc>
              <a:spcBef>
                <a:spcPts val="267"/>
              </a:spcBef>
              <a:spcAft>
                <a:spcPts val="0"/>
              </a:spcAft>
              <a:buSzPts val="1000"/>
              <a:buNone/>
              <a:defRPr sz="1333"/>
            </a:lvl4pPr>
            <a:lvl5pPr lvl="4" algn="l">
              <a:lnSpc>
                <a:spcPct val="100000"/>
              </a:lnSpc>
              <a:spcBef>
                <a:spcPts val="267"/>
              </a:spcBef>
              <a:spcAft>
                <a:spcPts val="0"/>
              </a:spcAft>
              <a:buSzPts val="1000"/>
              <a:buNone/>
              <a:defRPr sz="1333"/>
            </a:lvl5pPr>
            <a:lvl6pPr lvl="5" algn="l">
              <a:lnSpc>
                <a:spcPct val="100000"/>
              </a:lnSpc>
              <a:spcBef>
                <a:spcPts val="267"/>
              </a:spcBef>
              <a:spcAft>
                <a:spcPts val="0"/>
              </a:spcAft>
              <a:buSzPts val="1000"/>
              <a:buNone/>
              <a:defRPr sz="1333"/>
            </a:lvl6pPr>
            <a:lvl7pPr lvl="6" algn="l">
              <a:lnSpc>
                <a:spcPct val="100000"/>
              </a:lnSpc>
              <a:spcBef>
                <a:spcPts val="267"/>
              </a:spcBef>
              <a:spcAft>
                <a:spcPts val="0"/>
              </a:spcAft>
              <a:buSzPts val="1000"/>
              <a:buNone/>
              <a:defRPr sz="1333"/>
            </a:lvl7pPr>
            <a:lvl8pPr lvl="7" algn="l">
              <a:lnSpc>
                <a:spcPct val="100000"/>
              </a:lnSpc>
              <a:spcBef>
                <a:spcPts val="267"/>
              </a:spcBef>
              <a:spcAft>
                <a:spcPts val="0"/>
              </a:spcAft>
              <a:buSzPts val="1000"/>
              <a:buNone/>
              <a:defRPr sz="1333"/>
            </a:lvl8pPr>
            <a:lvl9pPr lvl="8" algn="l">
              <a:lnSpc>
                <a:spcPct val="100000"/>
              </a:lnSpc>
              <a:spcBef>
                <a:spcPts val="267"/>
              </a:spcBef>
              <a:spcAft>
                <a:spcPts val="267"/>
              </a:spcAft>
              <a:buSzPts val="1000"/>
              <a:buNone/>
              <a:defRPr sz="1333"/>
            </a:lvl9pPr>
          </a:lstStyle>
          <a:p>
            <a:endParaRPr/>
          </a:p>
        </p:txBody>
      </p:sp>
      <p:sp>
        <p:nvSpPr>
          <p:cNvPr id="166" name="Google Shape;166;p29"/>
          <p:cNvSpPr txBox="1">
            <a:spLocks noGrp="1"/>
          </p:cNvSpPr>
          <p:nvPr>
            <p:ph type="subTitle" idx="41"/>
          </p:nvPr>
        </p:nvSpPr>
        <p:spPr>
          <a:xfrm>
            <a:off x="9596767" y="5263505"/>
            <a:ext cx="1828800" cy="244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Clr>
                <a:schemeClr val="accent1"/>
              </a:buClr>
              <a:buSzPts val="1000"/>
              <a:buNone/>
              <a:defRPr sz="1333" b="1">
                <a:solidFill>
                  <a:schemeClr val="accent1"/>
                </a:solidFill>
              </a:defRPr>
            </a:lvl1pPr>
            <a:lvl2pPr lvl="1" algn="ctr">
              <a:lnSpc>
                <a:spcPct val="100000"/>
              </a:lnSpc>
              <a:spcBef>
                <a:spcPts val="267"/>
              </a:spcBef>
              <a:spcAft>
                <a:spcPts val="0"/>
              </a:spcAft>
              <a:buClr>
                <a:schemeClr val="accent1"/>
              </a:buClr>
              <a:buSzPts val="1000"/>
              <a:buNone/>
              <a:defRPr sz="1333" b="1">
                <a:solidFill>
                  <a:schemeClr val="accent1"/>
                </a:solidFill>
              </a:defRPr>
            </a:lvl2pPr>
            <a:lvl3pPr lvl="2" algn="ctr">
              <a:lnSpc>
                <a:spcPct val="100000"/>
              </a:lnSpc>
              <a:spcBef>
                <a:spcPts val="267"/>
              </a:spcBef>
              <a:spcAft>
                <a:spcPts val="0"/>
              </a:spcAft>
              <a:buClr>
                <a:schemeClr val="accent1"/>
              </a:buClr>
              <a:buSzPts val="1000"/>
              <a:buNone/>
              <a:defRPr sz="1333" b="1">
                <a:solidFill>
                  <a:schemeClr val="accent1"/>
                </a:solidFill>
              </a:defRPr>
            </a:lvl3pPr>
            <a:lvl4pPr lvl="3" algn="ctr">
              <a:lnSpc>
                <a:spcPct val="100000"/>
              </a:lnSpc>
              <a:spcBef>
                <a:spcPts val="267"/>
              </a:spcBef>
              <a:spcAft>
                <a:spcPts val="0"/>
              </a:spcAft>
              <a:buClr>
                <a:schemeClr val="accent1"/>
              </a:buClr>
              <a:buSzPts val="1000"/>
              <a:buNone/>
              <a:defRPr sz="1333" b="1">
                <a:solidFill>
                  <a:schemeClr val="accent1"/>
                </a:solidFill>
              </a:defRPr>
            </a:lvl4pPr>
            <a:lvl5pPr lvl="4" algn="ctr">
              <a:lnSpc>
                <a:spcPct val="100000"/>
              </a:lnSpc>
              <a:spcBef>
                <a:spcPts val="267"/>
              </a:spcBef>
              <a:spcAft>
                <a:spcPts val="0"/>
              </a:spcAft>
              <a:buClr>
                <a:schemeClr val="accent1"/>
              </a:buClr>
              <a:buSzPts val="1000"/>
              <a:buNone/>
              <a:defRPr sz="1333" b="1">
                <a:solidFill>
                  <a:schemeClr val="accent1"/>
                </a:solidFill>
              </a:defRPr>
            </a:lvl5pPr>
            <a:lvl6pPr lvl="5" algn="ctr">
              <a:lnSpc>
                <a:spcPct val="100000"/>
              </a:lnSpc>
              <a:spcBef>
                <a:spcPts val="267"/>
              </a:spcBef>
              <a:spcAft>
                <a:spcPts val="0"/>
              </a:spcAft>
              <a:buClr>
                <a:schemeClr val="accent1"/>
              </a:buClr>
              <a:buSzPts val="1000"/>
              <a:buNone/>
              <a:defRPr sz="1333" b="1">
                <a:solidFill>
                  <a:schemeClr val="accent1"/>
                </a:solidFill>
              </a:defRPr>
            </a:lvl6pPr>
            <a:lvl7pPr lvl="6" algn="ctr">
              <a:lnSpc>
                <a:spcPct val="100000"/>
              </a:lnSpc>
              <a:spcBef>
                <a:spcPts val="267"/>
              </a:spcBef>
              <a:spcAft>
                <a:spcPts val="0"/>
              </a:spcAft>
              <a:buClr>
                <a:schemeClr val="accent1"/>
              </a:buClr>
              <a:buSzPts val="1000"/>
              <a:buNone/>
              <a:defRPr sz="1333" b="1">
                <a:solidFill>
                  <a:schemeClr val="accent1"/>
                </a:solidFill>
              </a:defRPr>
            </a:lvl7pPr>
            <a:lvl8pPr lvl="7" algn="ctr">
              <a:lnSpc>
                <a:spcPct val="100000"/>
              </a:lnSpc>
              <a:spcBef>
                <a:spcPts val="267"/>
              </a:spcBef>
              <a:spcAft>
                <a:spcPts val="0"/>
              </a:spcAft>
              <a:buClr>
                <a:schemeClr val="accent1"/>
              </a:buClr>
              <a:buSzPts val="1000"/>
              <a:buNone/>
              <a:defRPr sz="1333" b="1">
                <a:solidFill>
                  <a:schemeClr val="accent1"/>
                </a:solidFill>
              </a:defRPr>
            </a:lvl8pPr>
            <a:lvl9pPr lvl="8" algn="ctr">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167" name="Google Shape;167;p29"/>
          <p:cNvSpPr txBox="1">
            <a:spLocks noGrp="1"/>
          </p:cNvSpPr>
          <p:nvPr>
            <p:ph type="subTitle" idx="42"/>
          </p:nvPr>
        </p:nvSpPr>
        <p:spPr>
          <a:xfrm>
            <a:off x="9596767" y="5853924"/>
            <a:ext cx="1828800" cy="244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800"/>
              <a:buNone/>
              <a:defRPr sz="1067"/>
            </a:lvl1pPr>
            <a:lvl2pPr lvl="1" algn="l">
              <a:lnSpc>
                <a:spcPct val="100000"/>
              </a:lnSpc>
              <a:spcBef>
                <a:spcPts val="267"/>
              </a:spcBef>
              <a:spcAft>
                <a:spcPts val="0"/>
              </a:spcAft>
              <a:buSzPts val="1000"/>
              <a:buNone/>
              <a:defRPr sz="1333"/>
            </a:lvl2pPr>
            <a:lvl3pPr lvl="2" algn="l">
              <a:lnSpc>
                <a:spcPct val="100000"/>
              </a:lnSpc>
              <a:spcBef>
                <a:spcPts val="267"/>
              </a:spcBef>
              <a:spcAft>
                <a:spcPts val="0"/>
              </a:spcAft>
              <a:buSzPts val="1000"/>
              <a:buNone/>
              <a:defRPr sz="1333"/>
            </a:lvl3pPr>
            <a:lvl4pPr lvl="3" algn="l">
              <a:lnSpc>
                <a:spcPct val="100000"/>
              </a:lnSpc>
              <a:spcBef>
                <a:spcPts val="267"/>
              </a:spcBef>
              <a:spcAft>
                <a:spcPts val="0"/>
              </a:spcAft>
              <a:buSzPts val="1000"/>
              <a:buNone/>
              <a:defRPr sz="1333"/>
            </a:lvl4pPr>
            <a:lvl5pPr lvl="4" algn="l">
              <a:lnSpc>
                <a:spcPct val="100000"/>
              </a:lnSpc>
              <a:spcBef>
                <a:spcPts val="267"/>
              </a:spcBef>
              <a:spcAft>
                <a:spcPts val="0"/>
              </a:spcAft>
              <a:buSzPts val="1000"/>
              <a:buNone/>
              <a:defRPr sz="1333"/>
            </a:lvl5pPr>
            <a:lvl6pPr lvl="5" algn="l">
              <a:lnSpc>
                <a:spcPct val="100000"/>
              </a:lnSpc>
              <a:spcBef>
                <a:spcPts val="267"/>
              </a:spcBef>
              <a:spcAft>
                <a:spcPts val="0"/>
              </a:spcAft>
              <a:buSzPts val="1000"/>
              <a:buNone/>
              <a:defRPr sz="1333"/>
            </a:lvl6pPr>
            <a:lvl7pPr lvl="6" algn="l">
              <a:lnSpc>
                <a:spcPct val="100000"/>
              </a:lnSpc>
              <a:spcBef>
                <a:spcPts val="267"/>
              </a:spcBef>
              <a:spcAft>
                <a:spcPts val="0"/>
              </a:spcAft>
              <a:buSzPts val="1000"/>
              <a:buNone/>
              <a:defRPr sz="1333"/>
            </a:lvl7pPr>
            <a:lvl8pPr lvl="7" algn="l">
              <a:lnSpc>
                <a:spcPct val="100000"/>
              </a:lnSpc>
              <a:spcBef>
                <a:spcPts val="267"/>
              </a:spcBef>
              <a:spcAft>
                <a:spcPts val="0"/>
              </a:spcAft>
              <a:buSzPts val="1000"/>
              <a:buNone/>
              <a:defRPr sz="1333"/>
            </a:lvl8pPr>
            <a:lvl9pPr lvl="8" algn="l">
              <a:lnSpc>
                <a:spcPct val="100000"/>
              </a:lnSpc>
              <a:spcBef>
                <a:spcPts val="267"/>
              </a:spcBef>
              <a:spcAft>
                <a:spcPts val="267"/>
              </a:spcAft>
              <a:buSzPts val="1000"/>
              <a:buNone/>
              <a:defRPr sz="1333"/>
            </a:lvl9pPr>
          </a:lstStyle>
          <a:p>
            <a:endParaRPr/>
          </a:p>
        </p:txBody>
      </p:sp>
      <p:sp>
        <p:nvSpPr>
          <p:cNvPr id="168" name="Google Shape;168;p29"/>
          <p:cNvSpPr>
            <a:spLocks noGrp="1"/>
          </p:cNvSpPr>
          <p:nvPr>
            <p:ph type="pic" idx="43"/>
          </p:nvPr>
        </p:nvSpPr>
        <p:spPr>
          <a:xfrm>
            <a:off x="10053967" y="4136268"/>
            <a:ext cx="914400" cy="914400"/>
          </a:xfrm>
          <a:prstGeom prst="ellipse">
            <a:avLst/>
          </a:prstGeom>
          <a:noFill/>
          <a:ln w="19050" cap="flat" cmpd="sng">
            <a:solidFill>
              <a:schemeClr val="dk1"/>
            </a:solidFill>
            <a:prstDash val="solid"/>
            <a:round/>
            <a:headEnd type="none" w="sm" len="sm"/>
            <a:tailEnd type="none" w="sm" len="sm"/>
          </a:ln>
        </p:spPr>
        <p:txBody>
          <a:bodyPr/>
          <a:lstStyle/>
          <a:p>
            <a:endParaRPr lang="en-IN"/>
          </a:p>
        </p:txBody>
      </p:sp>
      <p:pic>
        <p:nvPicPr>
          <p:cNvPr id="169" name="Google Shape;169;p29"/>
          <p:cNvPicPr preferRelativeResize="0"/>
          <p:nvPr/>
        </p:nvPicPr>
        <p:blipFill rotWithShape="1">
          <a:blip r:embed="rId2">
            <a:alphaModFix/>
          </a:blip>
          <a:srcRect/>
          <a:stretch/>
        </p:blipFill>
        <p:spPr>
          <a:xfrm>
            <a:off x="0" y="6811001"/>
            <a:ext cx="12192000" cy="50800"/>
          </a:xfrm>
          <a:prstGeom prst="rect">
            <a:avLst/>
          </a:prstGeom>
          <a:noFill/>
          <a:ln>
            <a:noFill/>
          </a:ln>
        </p:spPr>
      </p:pic>
    </p:spTree>
    <p:extLst>
      <p:ext uri="{BB962C8B-B14F-4D97-AF65-F5344CB8AC3E}">
        <p14:creationId xmlns:p14="http://schemas.microsoft.com/office/powerpoint/2010/main" val="4127268951"/>
      </p:ext>
    </p:extLst>
  </p:cSld>
  <p:clrMapOvr>
    <a:masterClrMapping/>
  </p:clrMapOvr>
  <p:extLst>
    <p:ext uri="{DCECCB84-F9BA-43D5-87BE-67443E8EF086}">
      <p15:sldGuideLst xmlns:p15="http://schemas.microsoft.com/office/powerpoint/2012/main">
        <p15:guide id="1" orient="horz" pos="518">
          <p15:clr>
            <a:srgbClr val="FA7B17"/>
          </p15:clr>
        </p15:guide>
        <p15:guide id="2" orient="horz" pos="3068">
          <p15:clr>
            <a:srgbClr val="FA7B17"/>
          </p15:clr>
        </p15:guide>
        <p15:guide id="3" pos="259">
          <p15:clr>
            <a:srgbClr val="FA7B17"/>
          </p15:clr>
        </p15:guide>
        <p15:guide id="4" pos="5501">
          <p15:clr>
            <a:srgbClr val="FA7B17"/>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eam - 25 Photos">
  <p:cSld name="Team - 25 Photos">
    <p:spTree>
      <p:nvGrpSpPr>
        <p:cNvPr id="1" name="Shape 170"/>
        <p:cNvGrpSpPr/>
        <p:nvPr/>
      </p:nvGrpSpPr>
      <p:grpSpPr>
        <a:xfrm>
          <a:off x="0" y="0"/>
          <a:ext cx="0" cy="0"/>
          <a:chOff x="0" y="0"/>
          <a:chExt cx="0" cy="0"/>
        </a:xfrm>
      </p:grpSpPr>
      <p:sp>
        <p:nvSpPr>
          <p:cNvPr id="171" name="Google Shape;171;p30"/>
          <p:cNvSpPr/>
          <p:nvPr/>
        </p:nvSpPr>
        <p:spPr>
          <a:xfrm>
            <a:off x="554151" y="1220695"/>
            <a:ext cx="730800" cy="7308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172" name="Google Shape;172;p30"/>
          <p:cNvSpPr/>
          <p:nvPr/>
        </p:nvSpPr>
        <p:spPr>
          <a:xfrm>
            <a:off x="2785645" y="1220695"/>
            <a:ext cx="730800" cy="7308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173" name="Google Shape;173;p30"/>
          <p:cNvSpPr txBox="1">
            <a:spLocks noGrp="1"/>
          </p:cNvSpPr>
          <p:nvPr>
            <p:ph type="title"/>
          </p:nvPr>
        </p:nvSpPr>
        <p:spPr>
          <a:xfrm>
            <a:off x="554167" y="496800"/>
            <a:ext cx="11083600" cy="6116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1800"/>
              <a:buNone/>
              <a:defRPr sz="2400">
                <a:solidFill>
                  <a:schemeClr val="lt1"/>
                </a:solidFill>
              </a:defRPr>
            </a:lvl1pPr>
            <a:lvl2pPr lvl="1" algn="l">
              <a:lnSpc>
                <a:spcPct val="100000"/>
              </a:lnSpc>
              <a:spcBef>
                <a:spcPts val="0"/>
              </a:spcBef>
              <a:spcAft>
                <a:spcPts val="0"/>
              </a:spcAft>
              <a:buSzPts val="1800"/>
              <a:buNone/>
              <a:defRPr sz="2400"/>
            </a:lvl2pPr>
            <a:lvl3pPr lvl="2" algn="l">
              <a:lnSpc>
                <a:spcPct val="100000"/>
              </a:lnSpc>
              <a:spcBef>
                <a:spcPts val="0"/>
              </a:spcBef>
              <a:spcAft>
                <a:spcPts val="0"/>
              </a:spcAft>
              <a:buSzPts val="1800"/>
              <a:buNone/>
              <a:defRPr sz="2400"/>
            </a:lvl3pPr>
            <a:lvl4pPr lvl="3" algn="l">
              <a:lnSpc>
                <a:spcPct val="100000"/>
              </a:lnSpc>
              <a:spcBef>
                <a:spcPts val="0"/>
              </a:spcBef>
              <a:spcAft>
                <a:spcPts val="0"/>
              </a:spcAft>
              <a:buSzPts val="1800"/>
              <a:buNone/>
              <a:defRPr sz="2400"/>
            </a:lvl4pPr>
            <a:lvl5pPr lvl="4" algn="l">
              <a:lnSpc>
                <a:spcPct val="100000"/>
              </a:lnSpc>
              <a:spcBef>
                <a:spcPts val="0"/>
              </a:spcBef>
              <a:spcAft>
                <a:spcPts val="0"/>
              </a:spcAft>
              <a:buSzPts val="1800"/>
              <a:buNone/>
              <a:defRPr sz="2400"/>
            </a:lvl5pPr>
            <a:lvl6pPr lvl="5" algn="l">
              <a:lnSpc>
                <a:spcPct val="100000"/>
              </a:lnSpc>
              <a:spcBef>
                <a:spcPts val="0"/>
              </a:spcBef>
              <a:spcAft>
                <a:spcPts val="0"/>
              </a:spcAft>
              <a:buSzPts val="1800"/>
              <a:buNone/>
              <a:defRPr sz="2400"/>
            </a:lvl6pPr>
            <a:lvl7pPr lvl="6" algn="l">
              <a:lnSpc>
                <a:spcPct val="100000"/>
              </a:lnSpc>
              <a:spcBef>
                <a:spcPts val="0"/>
              </a:spcBef>
              <a:spcAft>
                <a:spcPts val="0"/>
              </a:spcAft>
              <a:buSzPts val="1800"/>
              <a:buNone/>
              <a:defRPr sz="2400"/>
            </a:lvl7pPr>
            <a:lvl8pPr lvl="7" algn="l">
              <a:lnSpc>
                <a:spcPct val="100000"/>
              </a:lnSpc>
              <a:spcBef>
                <a:spcPts val="0"/>
              </a:spcBef>
              <a:spcAft>
                <a:spcPts val="0"/>
              </a:spcAft>
              <a:buSzPts val="1800"/>
              <a:buNone/>
              <a:defRPr sz="2400"/>
            </a:lvl8pPr>
            <a:lvl9pPr lvl="8" algn="l">
              <a:lnSpc>
                <a:spcPct val="100000"/>
              </a:lnSpc>
              <a:spcBef>
                <a:spcPts val="0"/>
              </a:spcBef>
              <a:spcAft>
                <a:spcPts val="0"/>
              </a:spcAft>
              <a:buSzPts val="1800"/>
              <a:buNone/>
              <a:defRPr sz="2400"/>
            </a:lvl9pPr>
          </a:lstStyle>
          <a:p>
            <a:endParaRPr/>
          </a:p>
        </p:txBody>
      </p:sp>
      <p:sp>
        <p:nvSpPr>
          <p:cNvPr id="174" name="Google Shape;174;p30"/>
          <p:cNvSpPr/>
          <p:nvPr/>
        </p:nvSpPr>
        <p:spPr>
          <a:xfrm>
            <a:off x="11792595" y="6494883"/>
            <a:ext cx="304800" cy="306000"/>
          </a:xfrm>
          <a:prstGeom prst="ellipse">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US" sz="933" b="0" i="0" u="none" strike="noStrike" cap="none">
                <a:solidFill>
                  <a:schemeClr val="lt1"/>
                </a:solidFill>
                <a:latin typeface="Calibri"/>
                <a:ea typeface="Calibri"/>
                <a:cs typeface="Calibri"/>
                <a:sym typeface="Calibri"/>
              </a:rPr>
              <a:pPr marL="0" marR="0" lvl="0" indent="0" algn="r" rtl="0">
                <a:lnSpc>
                  <a:spcPct val="100000"/>
                </a:lnSpc>
                <a:spcBef>
                  <a:spcPts val="0"/>
                </a:spcBef>
                <a:spcAft>
                  <a:spcPts val="0"/>
                </a:spcAft>
                <a:buClr>
                  <a:srgbClr val="000000"/>
                </a:buClr>
                <a:buSzPts val="700"/>
                <a:buFont typeface="Arial"/>
                <a:buNone/>
              </a:pPr>
              <a:t>‹#›</a:t>
            </a:fld>
            <a:endParaRPr sz="933" b="0" i="0" u="none" strike="noStrike" cap="none" dirty="0">
              <a:solidFill>
                <a:schemeClr val="lt1"/>
              </a:solidFill>
              <a:latin typeface="Calibri"/>
              <a:ea typeface="Calibri"/>
              <a:cs typeface="Calibri"/>
              <a:sym typeface="Calibri"/>
            </a:endParaRPr>
          </a:p>
        </p:txBody>
      </p:sp>
      <p:sp>
        <p:nvSpPr>
          <p:cNvPr id="175" name="Google Shape;175;p30"/>
          <p:cNvSpPr/>
          <p:nvPr/>
        </p:nvSpPr>
        <p:spPr>
          <a:xfrm>
            <a:off x="3" y="1"/>
            <a:ext cx="301543" cy="347263"/>
          </a:xfrm>
          <a:custGeom>
            <a:avLst/>
            <a:gdLst/>
            <a:ahLst/>
            <a:cxnLst/>
            <a:rect l="l" t="t" r="r" b="b"/>
            <a:pathLst>
              <a:path w="1675237" h="1929234" extrusionOk="0">
                <a:moveTo>
                  <a:pt x="461556" y="1897854"/>
                </a:moveTo>
                <a:lnTo>
                  <a:pt x="469774" y="1899513"/>
                </a:lnTo>
                <a:lnTo>
                  <a:pt x="443985" y="1904118"/>
                </a:lnTo>
                <a:lnTo>
                  <a:pt x="449737" y="1900240"/>
                </a:lnTo>
                <a:cubicBezTo>
                  <a:pt x="453370" y="1898704"/>
                  <a:pt x="457364" y="1897854"/>
                  <a:pt x="461556" y="1897854"/>
                </a:cubicBezTo>
                <a:close/>
                <a:moveTo>
                  <a:pt x="389002" y="1897854"/>
                </a:moveTo>
                <a:cubicBezTo>
                  <a:pt x="397386" y="1897854"/>
                  <a:pt x="404977" y="1901253"/>
                  <a:pt x="410472" y="1906747"/>
                </a:cubicBezTo>
                <a:lnTo>
                  <a:pt x="411766" y="1909872"/>
                </a:lnTo>
                <a:lnTo>
                  <a:pt x="400388" y="1911904"/>
                </a:lnTo>
                <a:lnTo>
                  <a:pt x="363451" y="1916598"/>
                </a:lnTo>
                <a:lnTo>
                  <a:pt x="367531" y="1906747"/>
                </a:lnTo>
                <a:cubicBezTo>
                  <a:pt x="373026" y="1901253"/>
                  <a:pt x="380617" y="1897854"/>
                  <a:pt x="389002" y="1897854"/>
                </a:cubicBezTo>
                <a:close/>
                <a:moveTo>
                  <a:pt x="316447" y="1897854"/>
                </a:moveTo>
                <a:cubicBezTo>
                  <a:pt x="324832" y="1897854"/>
                  <a:pt x="332422" y="1901253"/>
                  <a:pt x="337917" y="1906747"/>
                </a:cubicBezTo>
                <a:lnTo>
                  <a:pt x="343070" y="1919187"/>
                </a:lnTo>
                <a:lnTo>
                  <a:pt x="325117" y="1921469"/>
                </a:lnTo>
                <a:lnTo>
                  <a:pt x="287700" y="1924314"/>
                </a:lnTo>
                <a:lnTo>
                  <a:pt x="294977" y="1906747"/>
                </a:lnTo>
                <a:cubicBezTo>
                  <a:pt x="300471" y="1901253"/>
                  <a:pt x="308062" y="1897854"/>
                  <a:pt x="316447" y="1897854"/>
                </a:cubicBezTo>
                <a:close/>
                <a:moveTo>
                  <a:pt x="243892" y="1897854"/>
                </a:moveTo>
                <a:cubicBezTo>
                  <a:pt x="252277" y="1897854"/>
                  <a:pt x="259868" y="1901253"/>
                  <a:pt x="265363" y="1906747"/>
                </a:cubicBezTo>
                <a:lnTo>
                  <a:pt x="273099" y="1925425"/>
                </a:lnTo>
                <a:lnTo>
                  <a:pt x="248735" y="1927277"/>
                </a:lnTo>
                <a:lnTo>
                  <a:pt x="213550" y="1928167"/>
                </a:lnTo>
                <a:lnTo>
                  <a:pt x="222422" y="1906747"/>
                </a:lnTo>
                <a:cubicBezTo>
                  <a:pt x="227917" y="1901253"/>
                  <a:pt x="235508" y="1897854"/>
                  <a:pt x="243892" y="1897854"/>
                </a:cubicBezTo>
                <a:close/>
                <a:moveTo>
                  <a:pt x="171339" y="1897854"/>
                </a:moveTo>
                <a:cubicBezTo>
                  <a:pt x="188107" y="1897854"/>
                  <a:pt x="201701" y="1911448"/>
                  <a:pt x="201701" y="1928218"/>
                </a:cubicBezTo>
                <a:lnTo>
                  <a:pt x="201597" y="1928469"/>
                </a:lnTo>
                <a:lnTo>
                  <a:pt x="171336" y="1929234"/>
                </a:lnTo>
                <a:lnTo>
                  <a:pt x="141087" y="1928469"/>
                </a:lnTo>
                <a:lnTo>
                  <a:pt x="140982" y="1928218"/>
                </a:lnTo>
                <a:cubicBezTo>
                  <a:pt x="140982" y="1911448"/>
                  <a:pt x="154577" y="1897854"/>
                  <a:pt x="171339" y="1897854"/>
                </a:cubicBezTo>
                <a:close/>
                <a:moveTo>
                  <a:pt x="98792" y="1897854"/>
                </a:moveTo>
                <a:cubicBezTo>
                  <a:pt x="107177" y="1897854"/>
                  <a:pt x="114768" y="1901253"/>
                  <a:pt x="120263" y="1906747"/>
                </a:cubicBezTo>
                <a:lnTo>
                  <a:pt x="129135" y="1928167"/>
                </a:lnTo>
                <a:lnTo>
                  <a:pt x="93938" y="1927277"/>
                </a:lnTo>
                <a:lnTo>
                  <a:pt x="69586" y="1925425"/>
                </a:lnTo>
                <a:lnTo>
                  <a:pt x="77322" y="1906747"/>
                </a:lnTo>
                <a:cubicBezTo>
                  <a:pt x="82817" y="1901253"/>
                  <a:pt x="90408" y="1897854"/>
                  <a:pt x="98792" y="1897854"/>
                </a:cubicBezTo>
                <a:close/>
                <a:moveTo>
                  <a:pt x="26239" y="1897854"/>
                </a:moveTo>
                <a:cubicBezTo>
                  <a:pt x="34623" y="1897854"/>
                  <a:pt x="42214" y="1901253"/>
                  <a:pt x="47709" y="1906747"/>
                </a:cubicBezTo>
                <a:lnTo>
                  <a:pt x="54985" y="1924315"/>
                </a:lnTo>
                <a:lnTo>
                  <a:pt x="17556" y="1921469"/>
                </a:lnTo>
                <a:lnTo>
                  <a:pt x="0" y="1919238"/>
                </a:lnTo>
                <a:lnTo>
                  <a:pt x="0" y="1918259"/>
                </a:lnTo>
                <a:lnTo>
                  <a:pt x="4768" y="1906747"/>
                </a:lnTo>
                <a:cubicBezTo>
                  <a:pt x="10263" y="1901253"/>
                  <a:pt x="17854" y="1897854"/>
                  <a:pt x="26239" y="1897854"/>
                </a:cubicBezTo>
                <a:close/>
                <a:moveTo>
                  <a:pt x="679220" y="1817400"/>
                </a:moveTo>
                <a:cubicBezTo>
                  <a:pt x="687604" y="1817400"/>
                  <a:pt x="695195" y="1820799"/>
                  <a:pt x="700690" y="1826293"/>
                </a:cubicBezTo>
                <a:lnTo>
                  <a:pt x="702587" y="1830873"/>
                </a:lnTo>
                <a:lnTo>
                  <a:pt x="649855" y="1850174"/>
                </a:lnTo>
                <a:lnTo>
                  <a:pt x="648856" y="1847763"/>
                </a:lnTo>
                <a:cubicBezTo>
                  <a:pt x="648856" y="1830994"/>
                  <a:pt x="662450" y="1817400"/>
                  <a:pt x="679220" y="1817400"/>
                </a:cubicBezTo>
                <a:close/>
                <a:moveTo>
                  <a:pt x="606665" y="1817400"/>
                </a:moveTo>
                <a:cubicBezTo>
                  <a:pt x="623435" y="1817400"/>
                  <a:pt x="637029" y="1830994"/>
                  <a:pt x="637029" y="1847763"/>
                </a:cubicBezTo>
                <a:lnTo>
                  <a:pt x="633560" y="1856138"/>
                </a:lnTo>
                <a:lnTo>
                  <a:pt x="618594" y="1861615"/>
                </a:lnTo>
                <a:lnTo>
                  <a:pt x="587142" y="1870547"/>
                </a:lnTo>
                <a:lnTo>
                  <a:pt x="585195" y="1869234"/>
                </a:lnTo>
                <a:cubicBezTo>
                  <a:pt x="579700" y="1863739"/>
                  <a:pt x="576302" y="1856148"/>
                  <a:pt x="576302" y="1847763"/>
                </a:cubicBezTo>
                <a:cubicBezTo>
                  <a:pt x="576302" y="1830994"/>
                  <a:pt x="589896" y="1817400"/>
                  <a:pt x="606665" y="1817400"/>
                </a:cubicBezTo>
                <a:close/>
                <a:moveTo>
                  <a:pt x="534111" y="1817400"/>
                </a:moveTo>
                <a:cubicBezTo>
                  <a:pt x="550880" y="1817400"/>
                  <a:pt x="564474" y="1830994"/>
                  <a:pt x="564474" y="1847763"/>
                </a:cubicBezTo>
                <a:cubicBezTo>
                  <a:pt x="564474" y="1864533"/>
                  <a:pt x="550880" y="1878127"/>
                  <a:pt x="534111" y="1878127"/>
                </a:cubicBezTo>
                <a:cubicBezTo>
                  <a:pt x="517341" y="1878127"/>
                  <a:pt x="503747" y="1864533"/>
                  <a:pt x="503747" y="1847763"/>
                </a:cubicBezTo>
                <a:cubicBezTo>
                  <a:pt x="503747" y="1830994"/>
                  <a:pt x="517341" y="1817400"/>
                  <a:pt x="534111" y="1817400"/>
                </a:cubicBezTo>
                <a:close/>
                <a:moveTo>
                  <a:pt x="461556" y="1817400"/>
                </a:moveTo>
                <a:cubicBezTo>
                  <a:pt x="478326" y="1817400"/>
                  <a:pt x="491920" y="1830994"/>
                  <a:pt x="491920" y="1847763"/>
                </a:cubicBezTo>
                <a:cubicBezTo>
                  <a:pt x="491920" y="1864533"/>
                  <a:pt x="478326" y="1878127"/>
                  <a:pt x="461556" y="1878127"/>
                </a:cubicBezTo>
                <a:cubicBezTo>
                  <a:pt x="444787" y="1878127"/>
                  <a:pt x="431192" y="1864533"/>
                  <a:pt x="431192" y="1847763"/>
                </a:cubicBezTo>
                <a:cubicBezTo>
                  <a:pt x="431192" y="1830994"/>
                  <a:pt x="444787" y="1817400"/>
                  <a:pt x="461556" y="1817400"/>
                </a:cubicBezTo>
                <a:close/>
                <a:moveTo>
                  <a:pt x="389002" y="1817400"/>
                </a:moveTo>
                <a:cubicBezTo>
                  <a:pt x="405771" y="1817400"/>
                  <a:pt x="419365" y="1830994"/>
                  <a:pt x="419365" y="1847763"/>
                </a:cubicBezTo>
                <a:cubicBezTo>
                  <a:pt x="419365" y="1864533"/>
                  <a:pt x="405771" y="1878127"/>
                  <a:pt x="389002" y="1878127"/>
                </a:cubicBezTo>
                <a:cubicBezTo>
                  <a:pt x="372232" y="1878127"/>
                  <a:pt x="358638" y="1864533"/>
                  <a:pt x="358638" y="1847763"/>
                </a:cubicBezTo>
                <a:cubicBezTo>
                  <a:pt x="358638" y="1830994"/>
                  <a:pt x="372232" y="1817400"/>
                  <a:pt x="389002" y="1817400"/>
                </a:cubicBezTo>
                <a:close/>
                <a:moveTo>
                  <a:pt x="316447" y="1817400"/>
                </a:moveTo>
                <a:cubicBezTo>
                  <a:pt x="333216" y="1817400"/>
                  <a:pt x="346810" y="1830994"/>
                  <a:pt x="346810" y="1847763"/>
                </a:cubicBezTo>
                <a:cubicBezTo>
                  <a:pt x="346810" y="1864533"/>
                  <a:pt x="333216" y="1878127"/>
                  <a:pt x="316447" y="1878127"/>
                </a:cubicBezTo>
                <a:cubicBezTo>
                  <a:pt x="299677" y="1878127"/>
                  <a:pt x="286084" y="1864533"/>
                  <a:pt x="286084" y="1847763"/>
                </a:cubicBezTo>
                <a:cubicBezTo>
                  <a:pt x="286084" y="1830994"/>
                  <a:pt x="299677" y="1817400"/>
                  <a:pt x="316447" y="1817400"/>
                </a:cubicBezTo>
                <a:close/>
                <a:moveTo>
                  <a:pt x="243892" y="1817400"/>
                </a:moveTo>
                <a:cubicBezTo>
                  <a:pt x="260662" y="1817400"/>
                  <a:pt x="274256" y="1830994"/>
                  <a:pt x="274256" y="1847763"/>
                </a:cubicBezTo>
                <a:cubicBezTo>
                  <a:pt x="274256" y="1864533"/>
                  <a:pt x="260662" y="1878127"/>
                  <a:pt x="243892" y="1878127"/>
                </a:cubicBezTo>
                <a:cubicBezTo>
                  <a:pt x="227123" y="1878127"/>
                  <a:pt x="213529" y="1864533"/>
                  <a:pt x="213529" y="1847763"/>
                </a:cubicBezTo>
                <a:cubicBezTo>
                  <a:pt x="213529" y="1830994"/>
                  <a:pt x="227123" y="1817400"/>
                  <a:pt x="243892" y="1817400"/>
                </a:cubicBezTo>
                <a:close/>
                <a:moveTo>
                  <a:pt x="171339" y="1817400"/>
                </a:moveTo>
                <a:cubicBezTo>
                  <a:pt x="188107" y="1817400"/>
                  <a:pt x="201701" y="1830994"/>
                  <a:pt x="201701" y="1847763"/>
                </a:cubicBezTo>
                <a:cubicBezTo>
                  <a:pt x="201701" y="1864533"/>
                  <a:pt x="188107" y="1878127"/>
                  <a:pt x="171339" y="1878127"/>
                </a:cubicBezTo>
                <a:cubicBezTo>
                  <a:pt x="154583" y="1878127"/>
                  <a:pt x="140989" y="1864533"/>
                  <a:pt x="140989" y="1847763"/>
                </a:cubicBezTo>
                <a:cubicBezTo>
                  <a:pt x="140989" y="1830994"/>
                  <a:pt x="154583" y="1817400"/>
                  <a:pt x="171339" y="1817400"/>
                </a:cubicBezTo>
                <a:close/>
                <a:moveTo>
                  <a:pt x="98799" y="1817400"/>
                </a:moveTo>
                <a:cubicBezTo>
                  <a:pt x="115568" y="1817400"/>
                  <a:pt x="129162" y="1830994"/>
                  <a:pt x="129162" y="1847763"/>
                </a:cubicBezTo>
                <a:cubicBezTo>
                  <a:pt x="129162" y="1864533"/>
                  <a:pt x="115568" y="1878127"/>
                  <a:pt x="98799" y="1878127"/>
                </a:cubicBezTo>
                <a:cubicBezTo>
                  <a:pt x="82029" y="1878127"/>
                  <a:pt x="68435" y="1864533"/>
                  <a:pt x="68435" y="1847763"/>
                </a:cubicBezTo>
                <a:cubicBezTo>
                  <a:pt x="68435" y="1830994"/>
                  <a:pt x="82029" y="1817400"/>
                  <a:pt x="98799" y="1817400"/>
                </a:cubicBezTo>
                <a:close/>
                <a:moveTo>
                  <a:pt x="26245" y="1817400"/>
                </a:moveTo>
                <a:cubicBezTo>
                  <a:pt x="43014" y="1817400"/>
                  <a:pt x="56608" y="1830994"/>
                  <a:pt x="56608" y="1847763"/>
                </a:cubicBezTo>
                <a:cubicBezTo>
                  <a:pt x="56608" y="1864533"/>
                  <a:pt x="43014" y="1878127"/>
                  <a:pt x="26245" y="1878127"/>
                </a:cubicBezTo>
                <a:cubicBezTo>
                  <a:pt x="17860" y="1878127"/>
                  <a:pt x="10269" y="1874729"/>
                  <a:pt x="4775" y="1869234"/>
                </a:cubicBezTo>
                <a:lnTo>
                  <a:pt x="0" y="1857707"/>
                </a:lnTo>
                <a:lnTo>
                  <a:pt x="0" y="1837819"/>
                </a:lnTo>
                <a:lnTo>
                  <a:pt x="4775" y="1826293"/>
                </a:lnTo>
                <a:cubicBezTo>
                  <a:pt x="10269" y="1820799"/>
                  <a:pt x="17860" y="1817400"/>
                  <a:pt x="26245" y="1817400"/>
                </a:cubicBezTo>
                <a:close/>
                <a:moveTo>
                  <a:pt x="896883" y="1736948"/>
                </a:moveTo>
                <a:lnTo>
                  <a:pt x="903696" y="1738324"/>
                </a:lnTo>
                <a:lnTo>
                  <a:pt x="888255" y="1747704"/>
                </a:lnTo>
                <a:lnTo>
                  <a:pt x="871248" y="1755896"/>
                </a:lnTo>
                <a:lnTo>
                  <a:pt x="875413" y="1745841"/>
                </a:lnTo>
                <a:cubicBezTo>
                  <a:pt x="880908" y="1740347"/>
                  <a:pt x="888499" y="1736948"/>
                  <a:pt x="896883" y="1736948"/>
                </a:cubicBezTo>
                <a:close/>
                <a:moveTo>
                  <a:pt x="824329" y="1736948"/>
                </a:moveTo>
                <a:cubicBezTo>
                  <a:pt x="832714" y="1736948"/>
                  <a:pt x="840304" y="1740347"/>
                  <a:pt x="845799" y="1745841"/>
                </a:cubicBezTo>
                <a:lnTo>
                  <a:pt x="853504" y="1764444"/>
                </a:lnTo>
                <a:lnTo>
                  <a:pt x="802910" y="1788817"/>
                </a:lnTo>
                <a:lnTo>
                  <a:pt x="802858" y="1788782"/>
                </a:lnTo>
                <a:cubicBezTo>
                  <a:pt x="797364" y="1783287"/>
                  <a:pt x="793965" y="1775696"/>
                  <a:pt x="793965" y="1767312"/>
                </a:cubicBezTo>
                <a:cubicBezTo>
                  <a:pt x="793965" y="1750542"/>
                  <a:pt x="807559" y="1736948"/>
                  <a:pt x="824329" y="1736948"/>
                </a:cubicBezTo>
                <a:close/>
                <a:moveTo>
                  <a:pt x="751774" y="1736948"/>
                </a:moveTo>
                <a:cubicBezTo>
                  <a:pt x="768544" y="1736948"/>
                  <a:pt x="782138" y="1750542"/>
                  <a:pt x="782138" y="1767312"/>
                </a:cubicBezTo>
                <a:cubicBezTo>
                  <a:pt x="782138" y="1784081"/>
                  <a:pt x="768544" y="1797675"/>
                  <a:pt x="751774" y="1797675"/>
                </a:cubicBezTo>
                <a:cubicBezTo>
                  <a:pt x="735005" y="1797675"/>
                  <a:pt x="721411" y="1784081"/>
                  <a:pt x="721411" y="1767312"/>
                </a:cubicBezTo>
                <a:cubicBezTo>
                  <a:pt x="721411" y="1750542"/>
                  <a:pt x="735005" y="1736948"/>
                  <a:pt x="751774" y="1736948"/>
                </a:cubicBezTo>
                <a:close/>
                <a:moveTo>
                  <a:pt x="679220" y="1736948"/>
                </a:moveTo>
                <a:cubicBezTo>
                  <a:pt x="695989" y="1736948"/>
                  <a:pt x="709583" y="1750542"/>
                  <a:pt x="709583" y="1767312"/>
                </a:cubicBezTo>
                <a:cubicBezTo>
                  <a:pt x="709583" y="1784081"/>
                  <a:pt x="695989" y="1797675"/>
                  <a:pt x="679220" y="1797675"/>
                </a:cubicBezTo>
                <a:cubicBezTo>
                  <a:pt x="662450" y="1797675"/>
                  <a:pt x="648856" y="1784081"/>
                  <a:pt x="648856" y="1767312"/>
                </a:cubicBezTo>
                <a:cubicBezTo>
                  <a:pt x="648856" y="1750542"/>
                  <a:pt x="662450" y="1736948"/>
                  <a:pt x="679220" y="1736948"/>
                </a:cubicBezTo>
                <a:close/>
                <a:moveTo>
                  <a:pt x="606665" y="1736948"/>
                </a:moveTo>
                <a:cubicBezTo>
                  <a:pt x="623435" y="1736948"/>
                  <a:pt x="637029" y="1750542"/>
                  <a:pt x="637029" y="1767312"/>
                </a:cubicBezTo>
                <a:cubicBezTo>
                  <a:pt x="637029" y="1784081"/>
                  <a:pt x="623435" y="1797675"/>
                  <a:pt x="606665" y="1797675"/>
                </a:cubicBezTo>
                <a:cubicBezTo>
                  <a:pt x="589896" y="1797675"/>
                  <a:pt x="576302" y="1784081"/>
                  <a:pt x="576302" y="1767312"/>
                </a:cubicBezTo>
                <a:cubicBezTo>
                  <a:pt x="576302" y="1750542"/>
                  <a:pt x="589896" y="1736948"/>
                  <a:pt x="606665" y="1736948"/>
                </a:cubicBezTo>
                <a:close/>
                <a:moveTo>
                  <a:pt x="534111" y="1736948"/>
                </a:moveTo>
                <a:cubicBezTo>
                  <a:pt x="550880" y="1736948"/>
                  <a:pt x="564474" y="1750542"/>
                  <a:pt x="564474" y="1767312"/>
                </a:cubicBezTo>
                <a:cubicBezTo>
                  <a:pt x="564474" y="1784081"/>
                  <a:pt x="550880" y="1797675"/>
                  <a:pt x="534111" y="1797675"/>
                </a:cubicBezTo>
                <a:cubicBezTo>
                  <a:pt x="517341" y="1797675"/>
                  <a:pt x="503747" y="1784081"/>
                  <a:pt x="503747" y="1767312"/>
                </a:cubicBezTo>
                <a:cubicBezTo>
                  <a:pt x="503747" y="1750542"/>
                  <a:pt x="517341" y="1736948"/>
                  <a:pt x="534111" y="1736948"/>
                </a:cubicBezTo>
                <a:close/>
                <a:moveTo>
                  <a:pt x="461556" y="1736948"/>
                </a:moveTo>
                <a:cubicBezTo>
                  <a:pt x="478326" y="1736948"/>
                  <a:pt x="491920" y="1750542"/>
                  <a:pt x="491920" y="1767312"/>
                </a:cubicBezTo>
                <a:cubicBezTo>
                  <a:pt x="491920" y="1784081"/>
                  <a:pt x="478326" y="1797675"/>
                  <a:pt x="461556" y="1797675"/>
                </a:cubicBezTo>
                <a:cubicBezTo>
                  <a:pt x="444787" y="1797675"/>
                  <a:pt x="431192" y="1784081"/>
                  <a:pt x="431192" y="1767312"/>
                </a:cubicBezTo>
                <a:cubicBezTo>
                  <a:pt x="431192" y="1750542"/>
                  <a:pt x="444787" y="1736948"/>
                  <a:pt x="461556" y="1736948"/>
                </a:cubicBezTo>
                <a:close/>
                <a:moveTo>
                  <a:pt x="389002" y="1736948"/>
                </a:moveTo>
                <a:cubicBezTo>
                  <a:pt x="405771" y="1736948"/>
                  <a:pt x="419365" y="1750542"/>
                  <a:pt x="419365" y="1767312"/>
                </a:cubicBezTo>
                <a:cubicBezTo>
                  <a:pt x="419365" y="1784081"/>
                  <a:pt x="405771" y="1797675"/>
                  <a:pt x="389002" y="1797675"/>
                </a:cubicBezTo>
                <a:cubicBezTo>
                  <a:pt x="372232" y="1797675"/>
                  <a:pt x="358638" y="1784081"/>
                  <a:pt x="358638" y="1767312"/>
                </a:cubicBezTo>
                <a:cubicBezTo>
                  <a:pt x="358638" y="1750542"/>
                  <a:pt x="372232" y="1736948"/>
                  <a:pt x="389002" y="1736948"/>
                </a:cubicBezTo>
                <a:close/>
                <a:moveTo>
                  <a:pt x="316447" y="1736948"/>
                </a:moveTo>
                <a:cubicBezTo>
                  <a:pt x="333216" y="1736948"/>
                  <a:pt x="346810" y="1750542"/>
                  <a:pt x="346810" y="1767312"/>
                </a:cubicBezTo>
                <a:cubicBezTo>
                  <a:pt x="346810" y="1784081"/>
                  <a:pt x="333216" y="1797675"/>
                  <a:pt x="316447" y="1797675"/>
                </a:cubicBezTo>
                <a:cubicBezTo>
                  <a:pt x="299677" y="1797675"/>
                  <a:pt x="286084" y="1784081"/>
                  <a:pt x="286084" y="1767312"/>
                </a:cubicBezTo>
                <a:cubicBezTo>
                  <a:pt x="286084" y="1750542"/>
                  <a:pt x="299677" y="1736948"/>
                  <a:pt x="316447" y="1736948"/>
                </a:cubicBezTo>
                <a:close/>
                <a:moveTo>
                  <a:pt x="243892" y="1736948"/>
                </a:moveTo>
                <a:cubicBezTo>
                  <a:pt x="260662" y="1736948"/>
                  <a:pt x="274256" y="1750542"/>
                  <a:pt x="274256" y="1767312"/>
                </a:cubicBezTo>
                <a:cubicBezTo>
                  <a:pt x="274256" y="1784081"/>
                  <a:pt x="260662" y="1797675"/>
                  <a:pt x="243892" y="1797675"/>
                </a:cubicBezTo>
                <a:cubicBezTo>
                  <a:pt x="227123" y="1797675"/>
                  <a:pt x="213529" y="1784081"/>
                  <a:pt x="213529" y="1767312"/>
                </a:cubicBezTo>
                <a:cubicBezTo>
                  <a:pt x="213529" y="1750542"/>
                  <a:pt x="227123" y="1736948"/>
                  <a:pt x="243892" y="1736948"/>
                </a:cubicBezTo>
                <a:close/>
                <a:moveTo>
                  <a:pt x="171339" y="1736948"/>
                </a:moveTo>
                <a:cubicBezTo>
                  <a:pt x="188107" y="1736948"/>
                  <a:pt x="201701" y="1750542"/>
                  <a:pt x="201701" y="1767312"/>
                </a:cubicBezTo>
                <a:cubicBezTo>
                  <a:pt x="201701" y="1784081"/>
                  <a:pt x="188107" y="1797675"/>
                  <a:pt x="171339" y="1797675"/>
                </a:cubicBezTo>
                <a:cubicBezTo>
                  <a:pt x="154588" y="1797675"/>
                  <a:pt x="140995" y="1784081"/>
                  <a:pt x="140995" y="1767312"/>
                </a:cubicBezTo>
                <a:cubicBezTo>
                  <a:pt x="140995" y="1750542"/>
                  <a:pt x="154588" y="1736948"/>
                  <a:pt x="171339" y="1736948"/>
                </a:cubicBezTo>
                <a:close/>
                <a:moveTo>
                  <a:pt x="98806" y="1736948"/>
                </a:moveTo>
                <a:cubicBezTo>
                  <a:pt x="115574" y="1736948"/>
                  <a:pt x="129168" y="1750542"/>
                  <a:pt x="129168" y="1767312"/>
                </a:cubicBezTo>
                <a:cubicBezTo>
                  <a:pt x="129168" y="1784081"/>
                  <a:pt x="115574" y="1797675"/>
                  <a:pt x="98806" y="1797675"/>
                </a:cubicBezTo>
                <a:cubicBezTo>
                  <a:pt x="82035" y="1797675"/>
                  <a:pt x="68442" y="1784081"/>
                  <a:pt x="68442" y="1767312"/>
                </a:cubicBezTo>
                <a:cubicBezTo>
                  <a:pt x="68442" y="1750542"/>
                  <a:pt x="82035" y="1736948"/>
                  <a:pt x="98806" y="1736948"/>
                </a:cubicBezTo>
                <a:close/>
                <a:moveTo>
                  <a:pt x="26251" y="1736948"/>
                </a:moveTo>
                <a:cubicBezTo>
                  <a:pt x="43020" y="1736948"/>
                  <a:pt x="56614" y="1750542"/>
                  <a:pt x="56614" y="1767312"/>
                </a:cubicBezTo>
                <a:cubicBezTo>
                  <a:pt x="56614" y="1784081"/>
                  <a:pt x="43020" y="1797675"/>
                  <a:pt x="26251" y="1797675"/>
                </a:cubicBezTo>
                <a:cubicBezTo>
                  <a:pt x="17866" y="1797675"/>
                  <a:pt x="10276" y="1794277"/>
                  <a:pt x="4781" y="1788782"/>
                </a:cubicBezTo>
                <a:lnTo>
                  <a:pt x="0" y="1777239"/>
                </a:lnTo>
                <a:lnTo>
                  <a:pt x="0" y="1757384"/>
                </a:lnTo>
                <a:lnTo>
                  <a:pt x="4781" y="1745841"/>
                </a:lnTo>
                <a:cubicBezTo>
                  <a:pt x="10276" y="1740347"/>
                  <a:pt x="17866" y="1736948"/>
                  <a:pt x="26251" y="1736948"/>
                </a:cubicBezTo>
                <a:close/>
                <a:moveTo>
                  <a:pt x="1030341" y="1658849"/>
                </a:moveTo>
                <a:lnTo>
                  <a:pt x="1020041" y="1666551"/>
                </a:lnTo>
                <a:lnTo>
                  <a:pt x="1020522" y="1665390"/>
                </a:lnTo>
                <a:cubicBezTo>
                  <a:pt x="1023269" y="1662642"/>
                  <a:pt x="1026541" y="1660419"/>
                  <a:pt x="1030173" y="1658883"/>
                </a:cubicBezTo>
                <a:close/>
                <a:moveTo>
                  <a:pt x="969438" y="1656497"/>
                </a:moveTo>
                <a:cubicBezTo>
                  <a:pt x="977823" y="1656497"/>
                  <a:pt x="985413" y="1659895"/>
                  <a:pt x="990908" y="1665390"/>
                </a:cubicBezTo>
                <a:lnTo>
                  <a:pt x="997511" y="1681329"/>
                </a:lnTo>
                <a:lnTo>
                  <a:pt x="950384" y="1709959"/>
                </a:lnTo>
                <a:lnTo>
                  <a:pt x="947968" y="1708330"/>
                </a:lnTo>
                <a:cubicBezTo>
                  <a:pt x="942473" y="1702836"/>
                  <a:pt x="939075" y="1695245"/>
                  <a:pt x="939075" y="1686860"/>
                </a:cubicBezTo>
                <a:cubicBezTo>
                  <a:pt x="939075" y="1670091"/>
                  <a:pt x="952669" y="1656497"/>
                  <a:pt x="969438" y="1656497"/>
                </a:cubicBezTo>
                <a:close/>
                <a:moveTo>
                  <a:pt x="896883" y="1656497"/>
                </a:moveTo>
                <a:cubicBezTo>
                  <a:pt x="913653" y="1656497"/>
                  <a:pt x="927247" y="1670091"/>
                  <a:pt x="927247" y="1686860"/>
                </a:cubicBezTo>
                <a:cubicBezTo>
                  <a:pt x="927247" y="1703630"/>
                  <a:pt x="913653" y="1717224"/>
                  <a:pt x="896883" y="1717224"/>
                </a:cubicBezTo>
                <a:cubicBezTo>
                  <a:pt x="880114" y="1717224"/>
                  <a:pt x="866520" y="1703630"/>
                  <a:pt x="866520" y="1686860"/>
                </a:cubicBezTo>
                <a:cubicBezTo>
                  <a:pt x="866520" y="1670091"/>
                  <a:pt x="880114" y="1656497"/>
                  <a:pt x="896883" y="1656497"/>
                </a:cubicBezTo>
                <a:close/>
                <a:moveTo>
                  <a:pt x="824329" y="1656497"/>
                </a:moveTo>
                <a:cubicBezTo>
                  <a:pt x="841098" y="1656497"/>
                  <a:pt x="854692" y="1670091"/>
                  <a:pt x="854692" y="1686860"/>
                </a:cubicBezTo>
                <a:cubicBezTo>
                  <a:pt x="854692" y="1703630"/>
                  <a:pt x="841098" y="1717224"/>
                  <a:pt x="824329" y="1717224"/>
                </a:cubicBezTo>
                <a:cubicBezTo>
                  <a:pt x="807559" y="1717224"/>
                  <a:pt x="793965" y="1703630"/>
                  <a:pt x="793965" y="1686860"/>
                </a:cubicBezTo>
                <a:cubicBezTo>
                  <a:pt x="793965" y="1670091"/>
                  <a:pt x="807559" y="1656497"/>
                  <a:pt x="824329" y="1656497"/>
                </a:cubicBezTo>
                <a:close/>
                <a:moveTo>
                  <a:pt x="751774" y="1656497"/>
                </a:moveTo>
                <a:cubicBezTo>
                  <a:pt x="768544" y="1656497"/>
                  <a:pt x="782138" y="1670091"/>
                  <a:pt x="782138" y="1686860"/>
                </a:cubicBezTo>
                <a:cubicBezTo>
                  <a:pt x="782138" y="1703630"/>
                  <a:pt x="768544" y="1717224"/>
                  <a:pt x="751774" y="1717224"/>
                </a:cubicBezTo>
                <a:cubicBezTo>
                  <a:pt x="735005" y="1717224"/>
                  <a:pt x="721411" y="1703630"/>
                  <a:pt x="721411" y="1686860"/>
                </a:cubicBezTo>
                <a:cubicBezTo>
                  <a:pt x="721411" y="1670091"/>
                  <a:pt x="735005" y="1656497"/>
                  <a:pt x="751774" y="1656497"/>
                </a:cubicBezTo>
                <a:close/>
                <a:moveTo>
                  <a:pt x="679220" y="1656497"/>
                </a:moveTo>
                <a:cubicBezTo>
                  <a:pt x="695989" y="1656497"/>
                  <a:pt x="709583" y="1670091"/>
                  <a:pt x="709583" y="1686860"/>
                </a:cubicBezTo>
                <a:cubicBezTo>
                  <a:pt x="709583" y="1703630"/>
                  <a:pt x="695989" y="1717224"/>
                  <a:pt x="679220" y="1717224"/>
                </a:cubicBezTo>
                <a:cubicBezTo>
                  <a:pt x="662450" y="1717224"/>
                  <a:pt x="648856" y="1703630"/>
                  <a:pt x="648856" y="1686860"/>
                </a:cubicBezTo>
                <a:cubicBezTo>
                  <a:pt x="648856" y="1670091"/>
                  <a:pt x="662450" y="1656497"/>
                  <a:pt x="679220" y="1656497"/>
                </a:cubicBezTo>
                <a:close/>
                <a:moveTo>
                  <a:pt x="606665" y="1656497"/>
                </a:moveTo>
                <a:cubicBezTo>
                  <a:pt x="623435" y="1656497"/>
                  <a:pt x="637029" y="1670091"/>
                  <a:pt x="637029" y="1686860"/>
                </a:cubicBezTo>
                <a:cubicBezTo>
                  <a:pt x="637029" y="1703630"/>
                  <a:pt x="623435" y="1717224"/>
                  <a:pt x="606665" y="1717224"/>
                </a:cubicBezTo>
                <a:cubicBezTo>
                  <a:pt x="589896" y="1717224"/>
                  <a:pt x="576302" y="1703630"/>
                  <a:pt x="576302" y="1686860"/>
                </a:cubicBezTo>
                <a:cubicBezTo>
                  <a:pt x="576302" y="1670091"/>
                  <a:pt x="589896" y="1656497"/>
                  <a:pt x="606665" y="1656497"/>
                </a:cubicBezTo>
                <a:close/>
                <a:moveTo>
                  <a:pt x="534111" y="1656497"/>
                </a:moveTo>
                <a:cubicBezTo>
                  <a:pt x="550880" y="1656497"/>
                  <a:pt x="564474" y="1670091"/>
                  <a:pt x="564474" y="1686860"/>
                </a:cubicBezTo>
                <a:cubicBezTo>
                  <a:pt x="564474" y="1703630"/>
                  <a:pt x="550880" y="1717224"/>
                  <a:pt x="534111" y="1717224"/>
                </a:cubicBezTo>
                <a:cubicBezTo>
                  <a:pt x="517341" y="1717224"/>
                  <a:pt x="503747" y="1703630"/>
                  <a:pt x="503747" y="1686860"/>
                </a:cubicBezTo>
                <a:cubicBezTo>
                  <a:pt x="503747" y="1670091"/>
                  <a:pt x="517341" y="1656497"/>
                  <a:pt x="534111" y="1656497"/>
                </a:cubicBezTo>
                <a:close/>
                <a:moveTo>
                  <a:pt x="461556" y="1656497"/>
                </a:moveTo>
                <a:cubicBezTo>
                  <a:pt x="478326" y="1656497"/>
                  <a:pt x="491920" y="1670091"/>
                  <a:pt x="491920" y="1686860"/>
                </a:cubicBezTo>
                <a:cubicBezTo>
                  <a:pt x="491920" y="1703630"/>
                  <a:pt x="478326" y="1717224"/>
                  <a:pt x="461556" y="1717224"/>
                </a:cubicBezTo>
                <a:cubicBezTo>
                  <a:pt x="444787" y="1717224"/>
                  <a:pt x="431192" y="1703630"/>
                  <a:pt x="431192" y="1686860"/>
                </a:cubicBezTo>
                <a:cubicBezTo>
                  <a:pt x="431192" y="1670091"/>
                  <a:pt x="444787" y="1656497"/>
                  <a:pt x="461556" y="1656497"/>
                </a:cubicBezTo>
                <a:close/>
                <a:moveTo>
                  <a:pt x="389002" y="1656497"/>
                </a:moveTo>
                <a:cubicBezTo>
                  <a:pt x="405771" y="1656497"/>
                  <a:pt x="419365" y="1670091"/>
                  <a:pt x="419365" y="1686860"/>
                </a:cubicBezTo>
                <a:cubicBezTo>
                  <a:pt x="419365" y="1703630"/>
                  <a:pt x="405771" y="1717224"/>
                  <a:pt x="389002" y="1717224"/>
                </a:cubicBezTo>
                <a:cubicBezTo>
                  <a:pt x="372232" y="1717224"/>
                  <a:pt x="358638" y="1703630"/>
                  <a:pt x="358638" y="1686860"/>
                </a:cubicBezTo>
                <a:cubicBezTo>
                  <a:pt x="358638" y="1670091"/>
                  <a:pt x="372232" y="1656497"/>
                  <a:pt x="389002" y="1656497"/>
                </a:cubicBezTo>
                <a:close/>
                <a:moveTo>
                  <a:pt x="316447" y="1656497"/>
                </a:moveTo>
                <a:cubicBezTo>
                  <a:pt x="333216" y="1656497"/>
                  <a:pt x="346810" y="1670091"/>
                  <a:pt x="346810" y="1686860"/>
                </a:cubicBezTo>
                <a:cubicBezTo>
                  <a:pt x="346810" y="1703630"/>
                  <a:pt x="333216" y="1717224"/>
                  <a:pt x="316447" y="1717224"/>
                </a:cubicBezTo>
                <a:cubicBezTo>
                  <a:pt x="299677" y="1717224"/>
                  <a:pt x="286084" y="1703630"/>
                  <a:pt x="286084" y="1686860"/>
                </a:cubicBezTo>
                <a:cubicBezTo>
                  <a:pt x="286084" y="1670091"/>
                  <a:pt x="299677" y="1656497"/>
                  <a:pt x="316447" y="1656497"/>
                </a:cubicBezTo>
                <a:close/>
                <a:moveTo>
                  <a:pt x="243892" y="1656497"/>
                </a:moveTo>
                <a:cubicBezTo>
                  <a:pt x="260662" y="1656497"/>
                  <a:pt x="274256" y="1670091"/>
                  <a:pt x="274256" y="1686860"/>
                </a:cubicBezTo>
                <a:cubicBezTo>
                  <a:pt x="274256" y="1703630"/>
                  <a:pt x="260662" y="1717224"/>
                  <a:pt x="243892" y="1717224"/>
                </a:cubicBezTo>
                <a:cubicBezTo>
                  <a:pt x="227123" y="1717224"/>
                  <a:pt x="213529" y="1703630"/>
                  <a:pt x="213529" y="1686860"/>
                </a:cubicBezTo>
                <a:cubicBezTo>
                  <a:pt x="213529" y="1670091"/>
                  <a:pt x="227123" y="1656497"/>
                  <a:pt x="243892" y="1656497"/>
                </a:cubicBezTo>
                <a:close/>
                <a:moveTo>
                  <a:pt x="171339" y="1656497"/>
                </a:moveTo>
                <a:cubicBezTo>
                  <a:pt x="188107" y="1656497"/>
                  <a:pt x="201701" y="1670091"/>
                  <a:pt x="201701" y="1686860"/>
                </a:cubicBezTo>
                <a:cubicBezTo>
                  <a:pt x="201701" y="1703630"/>
                  <a:pt x="188107" y="1717224"/>
                  <a:pt x="171339" y="1717224"/>
                </a:cubicBezTo>
                <a:cubicBezTo>
                  <a:pt x="154594" y="1717224"/>
                  <a:pt x="141001" y="1703630"/>
                  <a:pt x="141001" y="1686860"/>
                </a:cubicBezTo>
                <a:cubicBezTo>
                  <a:pt x="141001" y="1670091"/>
                  <a:pt x="154594" y="1656497"/>
                  <a:pt x="171339" y="1656497"/>
                </a:cubicBezTo>
                <a:close/>
                <a:moveTo>
                  <a:pt x="98812" y="1656497"/>
                </a:moveTo>
                <a:cubicBezTo>
                  <a:pt x="115580" y="1656497"/>
                  <a:pt x="129174" y="1670091"/>
                  <a:pt x="129174" y="1686860"/>
                </a:cubicBezTo>
                <a:cubicBezTo>
                  <a:pt x="129174" y="1703630"/>
                  <a:pt x="115580" y="1717224"/>
                  <a:pt x="98812" y="1717224"/>
                </a:cubicBezTo>
                <a:cubicBezTo>
                  <a:pt x="82042" y="1717224"/>
                  <a:pt x="68448" y="1703630"/>
                  <a:pt x="68448" y="1686860"/>
                </a:cubicBezTo>
                <a:cubicBezTo>
                  <a:pt x="68448" y="1670091"/>
                  <a:pt x="82042" y="1656497"/>
                  <a:pt x="98812" y="1656497"/>
                </a:cubicBezTo>
                <a:close/>
                <a:moveTo>
                  <a:pt x="26257" y="1656497"/>
                </a:moveTo>
                <a:cubicBezTo>
                  <a:pt x="43026" y="1656497"/>
                  <a:pt x="56620" y="1670091"/>
                  <a:pt x="56620" y="1686860"/>
                </a:cubicBezTo>
                <a:cubicBezTo>
                  <a:pt x="56620" y="1703630"/>
                  <a:pt x="43026" y="1717224"/>
                  <a:pt x="26257" y="1717224"/>
                </a:cubicBezTo>
                <a:cubicBezTo>
                  <a:pt x="17873" y="1717224"/>
                  <a:pt x="10282" y="1713826"/>
                  <a:pt x="4787" y="1708331"/>
                </a:cubicBezTo>
                <a:lnTo>
                  <a:pt x="0" y="1696773"/>
                </a:lnTo>
                <a:lnTo>
                  <a:pt x="0" y="1676947"/>
                </a:lnTo>
                <a:lnTo>
                  <a:pt x="4787" y="1665390"/>
                </a:lnTo>
                <a:cubicBezTo>
                  <a:pt x="10282" y="1659896"/>
                  <a:pt x="17873" y="1656497"/>
                  <a:pt x="26257" y="1656497"/>
                </a:cubicBezTo>
                <a:close/>
                <a:moveTo>
                  <a:pt x="1114547" y="1576045"/>
                </a:moveTo>
                <a:cubicBezTo>
                  <a:pt x="1118739" y="1576045"/>
                  <a:pt x="1122733" y="1576894"/>
                  <a:pt x="1126366" y="1578431"/>
                </a:cubicBezTo>
                <a:lnTo>
                  <a:pt x="1131977" y="1582214"/>
                </a:lnTo>
                <a:lnTo>
                  <a:pt x="1128051" y="1585783"/>
                </a:lnTo>
                <a:lnTo>
                  <a:pt x="1088035" y="1615706"/>
                </a:lnTo>
                <a:lnTo>
                  <a:pt x="1084184" y="1606408"/>
                </a:lnTo>
                <a:cubicBezTo>
                  <a:pt x="1084184" y="1589639"/>
                  <a:pt x="1097778" y="1576045"/>
                  <a:pt x="1114547" y="1576045"/>
                </a:cubicBezTo>
                <a:close/>
                <a:moveTo>
                  <a:pt x="1041993" y="1576045"/>
                </a:moveTo>
                <a:cubicBezTo>
                  <a:pt x="1058762" y="1576045"/>
                  <a:pt x="1072356" y="1589639"/>
                  <a:pt x="1072356" y="1606408"/>
                </a:cubicBezTo>
                <a:cubicBezTo>
                  <a:pt x="1072356" y="1623178"/>
                  <a:pt x="1058762" y="1636772"/>
                  <a:pt x="1041993" y="1636772"/>
                </a:cubicBezTo>
                <a:cubicBezTo>
                  <a:pt x="1025223" y="1636772"/>
                  <a:pt x="1011629" y="1623178"/>
                  <a:pt x="1011629" y="1606408"/>
                </a:cubicBezTo>
                <a:cubicBezTo>
                  <a:pt x="1011629" y="1589639"/>
                  <a:pt x="1025223" y="1576045"/>
                  <a:pt x="1041993" y="1576045"/>
                </a:cubicBezTo>
                <a:close/>
                <a:moveTo>
                  <a:pt x="969438" y="1576045"/>
                </a:moveTo>
                <a:cubicBezTo>
                  <a:pt x="986208" y="1576045"/>
                  <a:pt x="999801" y="1589639"/>
                  <a:pt x="999801" y="1606408"/>
                </a:cubicBezTo>
                <a:cubicBezTo>
                  <a:pt x="999801" y="1623178"/>
                  <a:pt x="986208" y="1636772"/>
                  <a:pt x="969438" y="1636772"/>
                </a:cubicBezTo>
                <a:cubicBezTo>
                  <a:pt x="952669" y="1636772"/>
                  <a:pt x="939075" y="1623178"/>
                  <a:pt x="939075" y="1606408"/>
                </a:cubicBezTo>
                <a:cubicBezTo>
                  <a:pt x="939075" y="1589639"/>
                  <a:pt x="952669" y="1576045"/>
                  <a:pt x="969438" y="1576045"/>
                </a:cubicBezTo>
                <a:close/>
                <a:moveTo>
                  <a:pt x="896883" y="1576045"/>
                </a:moveTo>
                <a:cubicBezTo>
                  <a:pt x="913653" y="1576045"/>
                  <a:pt x="927247" y="1589639"/>
                  <a:pt x="927247" y="1606408"/>
                </a:cubicBezTo>
                <a:cubicBezTo>
                  <a:pt x="927247" y="1623178"/>
                  <a:pt x="913653" y="1636772"/>
                  <a:pt x="896883" y="1636772"/>
                </a:cubicBezTo>
                <a:cubicBezTo>
                  <a:pt x="880114" y="1636772"/>
                  <a:pt x="866520" y="1623178"/>
                  <a:pt x="866520" y="1606408"/>
                </a:cubicBezTo>
                <a:cubicBezTo>
                  <a:pt x="866520" y="1589639"/>
                  <a:pt x="880114" y="1576045"/>
                  <a:pt x="896883" y="1576045"/>
                </a:cubicBezTo>
                <a:close/>
                <a:moveTo>
                  <a:pt x="824329" y="1576045"/>
                </a:moveTo>
                <a:cubicBezTo>
                  <a:pt x="841098" y="1576045"/>
                  <a:pt x="854692" y="1589639"/>
                  <a:pt x="854692" y="1606408"/>
                </a:cubicBezTo>
                <a:cubicBezTo>
                  <a:pt x="854692" y="1623178"/>
                  <a:pt x="841098" y="1636772"/>
                  <a:pt x="824329" y="1636772"/>
                </a:cubicBezTo>
                <a:cubicBezTo>
                  <a:pt x="807559" y="1636772"/>
                  <a:pt x="793965" y="1623178"/>
                  <a:pt x="793965" y="1606408"/>
                </a:cubicBezTo>
                <a:cubicBezTo>
                  <a:pt x="793965" y="1589639"/>
                  <a:pt x="807559" y="1576045"/>
                  <a:pt x="824329" y="1576045"/>
                </a:cubicBezTo>
                <a:close/>
                <a:moveTo>
                  <a:pt x="751774" y="1576045"/>
                </a:moveTo>
                <a:cubicBezTo>
                  <a:pt x="768544" y="1576045"/>
                  <a:pt x="782138" y="1589639"/>
                  <a:pt x="782138" y="1606408"/>
                </a:cubicBezTo>
                <a:cubicBezTo>
                  <a:pt x="782138" y="1623178"/>
                  <a:pt x="768544" y="1636772"/>
                  <a:pt x="751774" y="1636772"/>
                </a:cubicBezTo>
                <a:cubicBezTo>
                  <a:pt x="735005" y="1636772"/>
                  <a:pt x="721411" y="1623178"/>
                  <a:pt x="721411" y="1606408"/>
                </a:cubicBezTo>
                <a:cubicBezTo>
                  <a:pt x="721411" y="1589639"/>
                  <a:pt x="735005" y="1576045"/>
                  <a:pt x="751774" y="1576045"/>
                </a:cubicBezTo>
                <a:close/>
                <a:moveTo>
                  <a:pt x="679220" y="1576045"/>
                </a:moveTo>
                <a:cubicBezTo>
                  <a:pt x="695989" y="1576045"/>
                  <a:pt x="709583" y="1589639"/>
                  <a:pt x="709583" y="1606408"/>
                </a:cubicBezTo>
                <a:cubicBezTo>
                  <a:pt x="709583" y="1623178"/>
                  <a:pt x="695989" y="1636772"/>
                  <a:pt x="679220" y="1636772"/>
                </a:cubicBezTo>
                <a:cubicBezTo>
                  <a:pt x="662450" y="1636772"/>
                  <a:pt x="648856" y="1623178"/>
                  <a:pt x="648856" y="1606408"/>
                </a:cubicBezTo>
                <a:cubicBezTo>
                  <a:pt x="648856" y="1589639"/>
                  <a:pt x="662450" y="1576045"/>
                  <a:pt x="679220" y="1576045"/>
                </a:cubicBezTo>
                <a:close/>
                <a:moveTo>
                  <a:pt x="606665" y="1576045"/>
                </a:moveTo>
                <a:cubicBezTo>
                  <a:pt x="623435" y="1576045"/>
                  <a:pt x="637029" y="1589639"/>
                  <a:pt x="637029" y="1606408"/>
                </a:cubicBezTo>
                <a:cubicBezTo>
                  <a:pt x="637029" y="1623178"/>
                  <a:pt x="623435" y="1636772"/>
                  <a:pt x="606665" y="1636772"/>
                </a:cubicBezTo>
                <a:cubicBezTo>
                  <a:pt x="589896" y="1636772"/>
                  <a:pt x="576302" y="1623178"/>
                  <a:pt x="576302" y="1606408"/>
                </a:cubicBezTo>
                <a:cubicBezTo>
                  <a:pt x="576302" y="1589639"/>
                  <a:pt x="589896" y="1576045"/>
                  <a:pt x="606665" y="1576045"/>
                </a:cubicBezTo>
                <a:close/>
                <a:moveTo>
                  <a:pt x="534111" y="1576045"/>
                </a:moveTo>
                <a:cubicBezTo>
                  <a:pt x="550880" y="1576045"/>
                  <a:pt x="564474" y="1589639"/>
                  <a:pt x="564474" y="1606408"/>
                </a:cubicBezTo>
                <a:cubicBezTo>
                  <a:pt x="564474" y="1623178"/>
                  <a:pt x="550880" y="1636772"/>
                  <a:pt x="534111" y="1636772"/>
                </a:cubicBezTo>
                <a:cubicBezTo>
                  <a:pt x="517341" y="1636772"/>
                  <a:pt x="503747" y="1623178"/>
                  <a:pt x="503747" y="1606408"/>
                </a:cubicBezTo>
                <a:cubicBezTo>
                  <a:pt x="503747" y="1589639"/>
                  <a:pt x="517341" y="1576045"/>
                  <a:pt x="534111" y="1576045"/>
                </a:cubicBezTo>
                <a:close/>
                <a:moveTo>
                  <a:pt x="461556" y="1576045"/>
                </a:moveTo>
                <a:cubicBezTo>
                  <a:pt x="478326" y="1576045"/>
                  <a:pt x="491920" y="1589639"/>
                  <a:pt x="491920" y="1606408"/>
                </a:cubicBezTo>
                <a:cubicBezTo>
                  <a:pt x="491920" y="1623178"/>
                  <a:pt x="478326" y="1636772"/>
                  <a:pt x="461556" y="1636772"/>
                </a:cubicBezTo>
                <a:cubicBezTo>
                  <a:pt x="444787" y="1636772"/>
                  <a:pt x="431192" y="1623178"/>
                  <a:pt x="431192" y="1606408"/>
                </a:cubicBezTo>
                <a:cubicBezTo>
                  <a:pt x="431192" y="1589639"/>
                  <a:pt x="444787" y="1576045"/>
                  <a:pt x="461556" y="1576045"/>
                </a:cubicBezTo>
                <a:close/>
                <a:moveTo>
                  <a:pt x="389002" y="1576045"/>
                </a:moveTo>
                <a:cubicBezTo>
                  <a:pt x="405771" y="1576045"/>
                  <a:pt x="419365" y="1589639"/>
                  <a:pt x="419365" y="1606408"/>
                </a:cubicBezTo>
                <a:cubicBezTo>
                  <a:pt x="419365" y="1623178"/>
                  <a:pt x="405771" y="1636772"/>
                  <a:pt x="389002" y="1636772"/>
                </a:cubicBezTo>
                <a:cubicBezTo>
                  <a:pt x="372232" y="1636772"/>
                  <a:pt x="358638" y="1623178"/>
                  <a:pt x="358638" y="1606408"/>
                </a:cubicBezTo>
                <a:cubicBezTo>
                  <a:pt x="358638" y="1589639"/>
                  <a:pt x="372232" y="1576045"/>
                  <a:pt x="389002" y="1576045"/>
                </a:cubicBezTo>
                <a:close/>
                <a:moveTo>
                  <a:pt x="316447" y="1576045"/>
                </a:moveTo>
                <a:cubicBezTo>
                  <a:pt x="333216" y="1576045"/>
                  <a:pt x="346810" y="1589639"/>
                  <a:pt x="346810" y="1606408"/>
                </a:cubicBezTo>
                <a:cubicBezTo>
                  <a:pt x="346810" y="1623178"/>
                  <a:pt x="333216" y="1636772"/>
                  <a:pt x="316447" y="1636772"/>
                </a:cubicBezTo>
                <a:cubicBezTo>
                  <a:pt x="299677" y="1636772"/>
                  <a:pt x="286084" y="1623178"/>
                  <a:pt x="286084" y="1606408"/>
                </a:cubicBezTo>
                <a:cubicBezTo>
                  <a:pt x="286084" y="1589639"/>
                  <a:pt x="299677" y="1576045"/>
                  <a:pt x="316447" y="1576045"/>
                </a:cubicBezTo>
                <a:close/>
                <a:moveTo>
                  <a:pt x="243892" y="1576045"/>
                </a:moveTo>
                <a:cubicBezTo>
                  <a:pt x="260662" y="1576045"/>
                  <a:pt x="274256" y="1589639"/>
                  <a:pt x="274256" y="1606408"/>
                </a:cubicBezTo>
                <a:cubicBezTo>
                  <a:pt x="274256" y="1623178"/>
                  <a:pt x="260662" y="1636772"/>
                  <a:pt x="243892" y="1636772"/>
                </a:cubicBezTo>
                <a:cubicBezTo>
                  <a:pt x="227123" y="1636772"/>
                  <a:pt x="213529" y="1623178"/>
                  <a:pt x="213529" y="1606408"/>
                </a:cubicBezTo>
                <a:cubicBezTo>
                  <a:pt x="213529" y="1589639"/>
                  <a:pt x="227123" y="1576045"/>
                  <a:pt x="243892" y="1576045"/>
                </a:cubicBezTo>
                <a:close/>
                <a:moveTo>
                  <a:pt x="171339" y="1576045"/>
                </a:moveTo>
                <a:cubicBezTo>
                  <a:pt x="188107" y="1576045"/>
                  <a:pt x="201701" y="1589639"/>
                  <a:pt x="201701" y="1606408"/>
                </a:cubicBezTo>
                <a:cubicBezTo>
                  <a:pt x="201701" y="1623178"/>
                  <a:pt x="188107" y="1636772"/>
                  <a:pt x="171339" y="1636772"/>
                </a:cubicBezTo>
                <a:cubicBezTo>
                  <a:pt x="154599" y="1636772"/>
                  <a:pt x="141006" y="1623178"/>
                  <a:pt x="141006" y="1606408"/>
                </a:cubicBezTo>
                <a:cubicBezTo>
                  <a:pt x="141006" y="1589639"/>
                  <a:pt x="154599" y="1576045"/>
                  <a:pt x="171339" y="1576045"/>
                </a:cubicBezTo>
                <a:close/>
                <a:moveTo>
                  <a:pt x="98818" y="1576045"/>
                </a:moveTo>
                <a:cubicBezTo>
                  <a:pt x="115586" y="1576045"/>
                  <a:pt x="129180" y="1589639"/>
                  <a:pt x="129180" y="1606408"/>
                </a:cubicBezTo>
                <a:cubicBezTo>
                  <a:pt x="129180" y="1623178"/>
                  <a:pt x="115586" y="1636772"/>
                  <a:pt x="98818" y="1636772"/>
                </a:cubicBezTo>
                <a:cubicBezTo>
                  <a:pt x="82048" y="1636772"/>
                  <a:pt x="68454" y="1623178"/>
                  <a:pt x="68454" y="1606408"/>
                </a:cubicBezTo>
                <a:cubicBezTo>
                  <a:pt x="68454" y="1589639"/>
                  <a:pt x="82048" y="1576045"/>
                  <a:pt x="98818" y="1576045"/>
                </a:cubicBezTo>
                <a:close/>
                <a:moveTo>
                  <a:pt x="26264" y="1576045"/>
                </a:moveTo>
                <a:cubicBezTo>
                  <a:pt x="43032" y="1576045"/>
                  <a:pt x="56626" y="1589639"/>
                  <a:pt x="56626" y="1606408"/>
                </a:cubicBezTo>
                <a:cubicBezTo>
                  <a:pt x="56626" y="1623178"/>
                  <a:pt x="43032" y="1636772"/>
                  <a:pt x="26264" y="1636772"/>
                </a:cubicBezTo>
                <a:cubicBezTo>
                  <a:pt x="17880" y="1636772"/>
                  <a:pt x="10289" y="1633374"/>
                  <a:pt x="4794" y="1627879"/>
                </a:cubicBezTo>
                <a:lnTo>
                  <a:pt x="0" y="1616304"/>
                </a:lnTo>
                <a:lnTo>
                  <a:pt x="0" y="1596512"/>
                </a:lnTo>
                <a:lnTo>
                  <a:pt x="4794" y="1584938"/>
                </a:lnTo>
                <a:cubicBezTo>
                  <a:pt x="10289" y="1579444"/>
                  <a:pt x="17880" y="1576045"/>
                  <a:pt x="26264" y="1576045"/>
                </a:cubicBezTo>
                <a:close/>
                <a:moveTo>
                  <a:pt x="1187102" y="1495593"/>
                </a:moveTo>
                <a:cubicBezTo>
                  <a:pt x="1195486" y="1495593"/>
                  <a:pt x="1203077" y="1498992"/>
                  <a:pt x="1208572" y="1504486"/>
                </a:cubicBezTo>
                <a:lnTo>
                  <a:pt x="1211014" y="1510381"/>
                </a:lnTo>
                <a:lnTo>
                  <a:pt x="1168285" y="1549216"/>
                </a:lnTo>
                <a:lnTo>
                  <a:pt x="1165631" y="1547427"/>
                </a:lnTo>
                <a:cubicBezTo>
                  <a:pt x="1160137" y="1541932"/>
                  <a:pt x="1156738" y="1534341"/>
                  <a:pt x="1156738" y="1525957"/>
                </a:cubicBezTo>
                <a:cubicBezTo>
                  <a:pt x="1156738" y="1509187"/>
                  <a:pt x="1170332" y="1495593"/>
                  <a:pt x="1187102" y="1495593"/>
                </a:cubicBezTo>
                <a:close/>
                <a:moveTo>
                  <a:pt x="1114547" y="1495593"/>
                </a:moveTo>
                <a:cubicBezTo>
                  <a:pt x="1131317" y="1495593"/>
                  <a:pt x="1144911" y="1509187"/>
                  <a:pt x="1144911" y="1525957"/>
                </a:cubicBezTo>
                <a:cubicBezTo>
                  <a:pt x="1144911" y="1542726"/>
                  <a:pt x="1131317" y="1556320"/>
                  <a:pt x="1114547" y="1556320"/>
                </a:cubicBezTo>
                <a:cubicBezTo>
                  <a:pt x="1097778" y="1556320"/>
                  <a:pt x="1084184" y="1542726"/>
                  <a:pt x="1084184" y="1525957"/>
                </a:cubicBezTo>
                <a:cubicBezTo>
                  <a:pt x="1084184" y="1509187"/>
                  <a:pt x="1097778" y="1495593"/>
                  <a:pt x="1114547" y="1495593"/>
                </a:cubicBezTo>
                <a:close/>
                <a:moveTo>
                  <a:pt x="1041993" y="1495593"/>
                </a:moveTo>
                <a:cubicBezTo>
                  <a:pt x="1058762" y="1495593"/>
                  <a:pt x="1072356" y="1509187"/>
                  <a:pt x="1072356" y="1525957"/>
                </a:cubicBezTo>
                <a:cubicBezTo>
                  <a:pt x="1072356" y="1542726"/>
                  <a:pt x="1058762" y="1556320"/>
                  <a:pt x="1041993" y="1556320"/>
                </a:cubicBezTo>
                <a:cubicBezTo>
                  <a:pt x="1025223" y="1556320"/>
                  <a:pt x="1011629" y="1542726"/>
                  <a:pt x="1011629" y="1525957"/>
                </a:cubicBezTo>
                <a:cubicBezTo>
                  <a:pt x="1011629" y="1509187"/>
                  <a:pt x="1025223" y="1495593"/>
                  <a:pt x="1041993" y="1495593"/>
                </a:cubicBezTo>
                <a:close/>
                <a:moveTo>
                  <a:pt x="969438" y="1495593"/>
                </a:moveTo>
                <a:cubicBezTo>
                  <a:pt x="986208" y="1495593"/>
                  <a:pt x="999801" y="1509187"/>
                  <a:pt x="999801" y="1525957"/>
                </a:cubicBezTo>
                <a:cubicBezTo>
                  <a:pt x="999801" y="1542726"/>
                  <a:pt x="986208" y="1556320"/>
                  <a:pt x="969438" y="1556320"/>
                </a:cubicBezTo>
                <a:cubicBezTo>
                  <a:pt x="952669" y="1556320"/>
                  <a:pt x="939075" y="1542726"/>
                  <a:pt x="939075" y="1525957"/>
                </a:cubicBezTo>
                <a:cubicBezTo>
                  <a:pt x="939075" y="1509187"/>
                  <a:pt x="952669" y="1495593"/>
                  <a:pt x="969438" y="1495593"/>
                </a:cubicBezTo>
                <a:close/>
                <a:moveTo>
                  <a:pt x="896883" y="1495593"/>
                </a:moveTo>
                <a:cubicBezTo>
                  <a:pt x="913653" y="1495593"/>
                  <a:pt x="927247" y="1509187"/>
                  <a:pt x="927247" y="1525957"/>
                </a:cubicBezTo>
                <a:cubicBezTo>
                  <a:pt x="927247" y="1542726"/>
                  <a:pt x="913653" y="1556320"/>
                  <a:pt x="896883" y="1556320"/>
                </a:cubicBezTo>
                <a:cubicBezTo>
                  <a:pt x="880114" y="1556320"/>
                  <a:pt x="866520" y="1542726"/>
                  <a:pt x="866520" y="1525957"/>
                </a:cubicBezTo>
                <a:cubicBezTo>
                  <a:pt x="866520" y="1509187"/>
                  <a:pt x="880114" y="1495593"/>
                  <a:pt x="896883" y="1495593"/>
                </a:cubicBezTo>
                <a:close/>
                <a:moveTo>
                  <a:pt x="824329" y="1495593"/>
                </a:moveTo>
                <a:cubicBezTo>
                  <a:pt x="841098" y="1495593"/>
                  <a:pt x="854692" y="1509187"/>
                  <a:pt x="854692" y="1525957"/>
                </a:cubicBezTo>
                <a:cubicBezTo>
                  <a:pt x="854692" y="1542726"/>
                  <a:pt x="841098" y="1556320"/>
                  <a:pt x="824329" y="1556320"/>
                </a:cubicBezTo>
                <a:cubicBezTo>
                  <a:pt x="807559" y="1556320"/>
                  <a:pt x="793965" y="1542726"/>
                  <a:pt x="793965" y="1525957"/>
                </a:cubicBezTo>
                <a:cubicBezTo>
                  <a:pt x="793965" y="1509187"/>
                  <a:pt x="807559" y="1495593"/>
                  <a:pt x="824329" y="1495593"/>
                </a:cubicBezTo>
                <a:close/>
                <a:moveTo>
                  <a:pt x="751774" y="1495593"/>
                </a:moveTo>
                <a:cubicBezTo>
                  <a:pt x="768544" y="1495593"/>
                  <a:pt x="782138" y="1509187"/>
                  <a:pt x="782138" y="1525957"/>
                </a:cubicBezTo>
                <a:cubicBezTo>
                  <a:pt x="782138" y="1542726"/>
                  <a:pt x="768544" y="1556320"/>
                  <a:pt x="751774" y="1556320"/>
                </a:cubicBezTo>
                <a:cubicBezTo>
                  <a:pt x="735005" y="1556320"/>
                  <a:pt x="721411" y="1542726"/>
                  <a:pt x="721411" y="1525957"/>
                </a:cubicBezTo>
                <a:cubicBezTo>
                  <a:pt x="721411" y="1509187"/>
                  <a:pt x="735005" y="1495593"/>
                  <a:pt x="751774" y="1495593"/>
                </a:cubicBezTo>
                <a:close/>
                <a:moveTo>
                  <a:pt x="679220" y="1495593"/>
                </a:moveTo>
                <a:cubicBezTo>
                  <a:pt x="695989" y="1495593"/>
                  <a:pt x="709583" y="1509187"/>
                  <a:pt x="709583" y="1525957"/>
                </a:cubicBezTo>
                <a:cubicBezTo>
                  <a:pt x="709583" y="1542726"/>
                  <a:pt x="695989" y="1556320"/>
                  <a:pt x="679220" y="1556320"/>
                </a:cubicBezTo>
                <a:cubicBezTo>
                  <a:pt x="662450" y="1556320"/>
                  <a:pt x="648856" y="1542726"/>
                  <a:pt x="648856" y="1525957"/>
                </a:cubicBezTo>
                <a:cubicBezTo>
                  <a:pt x="648856" y="1509187"/>
                  <a:pt x="662450" y="1495593"/>
                  <a:pt x="679220" y="1495593"/>
                </a:cubicBezTo>
                <a:close/>
                <a:moveTo>
                  <a:pt x="606665" y="1495593"/>
                </a:moveTo>
                <a:cubicBezTo>
                  <a:pt x="623435" y="1495593"/>
                  <a:pt x="637029" y="1509187"/>
                  <a:pt x="637029" y="1525957"/>
                </a:cubicBezTo>
                <a:cubicBezTo>
                  <a:pt x="637029" y="1542726"/>
                  <a:pt x="623435" y="1556320"/>
                  <a:pt x="606665" y="1556320"/>
                </a:cubicBezTo>
                <a:cubicBezTo>
                  <a:pt x="589896" y="1556320"/>
                  <a:pt x="576302" y="1542726"/>
                  <a:pt x="576302" y="1525957"/>
                </a:cubicBezTo>
                <a:cubicBezTo>
                  <a:pt x="576302" y="1509187"/>
                  <a:pt x="589896" y="1495593"/>
                  <a:pt x="606665" y="1495593"/>
                </a:cubicBezTo>
                <a:close/>
                <a:moveTo>
                  <a:pt x="534111" y="1495593"/>
                </a:moveTo>
                <a:cubicBezTo>
                  <a:pt x="550880" y="1495593"/>
                  <a:pt x="564474" y="1509187"/>
                  <a:pt x="564474" y="1525957"/>
                </a:cubicBezTo>
                <a:cubicBezTo>
                  <a:pt x="564474" y="1542726"/>
                  <a:pt x="550880" y="1556320"/>
                  <a:pt x="534111" y="1556320"/>
                </a:cubicBezTo>
                <a:cubicBezTo>
                  <a:pt x="517341" y="1556320"/>
                  <a:pt x="503747" y="1542726"/>
                  <a:pt x="503747" y="1525957"/>
                </a:cubicBezTo>
                <a:cubicBezTo>
                  <a:pt x="503747" y="1509187"/>
                  <a:pt x="517341" y="1495593"/>
                  <a:pt x="534111" y="1495593"/>
                </a:cubicBezTo>
                <a:close/>
                <a:moveTo>
                  <a:pt x="461556" y="1495593"/>
                </a:moveTo>
                <a:cubicBezTo>
                  <a:pt x="478326" y="1495593"/>
                  <a:pt x="491920" y="1509187"/>
                  <a:pt x="491920" y="1525957"/>
                </a:cubicBezTo>
                <a:cubicBezTo>
                  <a:pt x="491920" y="1542726"/>
                  <a:pt x="478326" y="1556320"/>
                  <a:pt x="461556" y="1556320"/>
                </a:cubicBezTo>
                <a:cubicBezTo>
                  <a:pt x="444787" y="1556320"/>
                  <a:pt x="431192" y="1542726"/>
                  <a:pt x="431192" y="1525957"/>
                </a:cubicBezTo>
                <a:cubicBezTo>
                  <a:pt x="431192" y="1509187"/>
                  <a:pt x="444787" y="1495593"/>
                  <a:pt x="461556" y="1495593"/>
                </a:cubicBezTo>
                <a:close/>
                <a:moveTo>
                  <a:pt x="389002" y="1495593"/>
                </a:moveTo>
                <a:cubicBezTo>
                  <a:pt x="405771" y="1495593"/>
                  <a:pt x="419365" y="1509187"/>
                  <a:pt x="419365" y="1525957"/>
                </a:cubicBezTo>
                <a:cubicBezTo>
                  <a:pt x="419365" y="1542726"/>
                  <a:pt x="405771" y="1556320"/>
                  <a:pt x="389002" y="1556320"/>
                </a:cubicBezTo>
                <a:cubicBezTo>
                  <a:pt x="372232" y="1556320"/>
                  <a:pt x="358638" y="1542726"/>
                  <a:pt x="358638" y="1525957"/>
                </a:cubicBezTo>
                <a:cubicBezTo>
                  <a:pt x="358638" y="1509187"/>
                  <a:pt x="372232" y="1495593"/>
                  <a:pt x="389002" y="1495593"/>
                </a:cubicBezTo>
                <a:close/>
                <a:moveTo>
                  <a:pt x="316447" y="1495593"/>
                </a:moveTo>
                <a:cubicBezTo>
                  <a:pt x="333216" y="1495593"/>
                  <a:pt x="346810" y="1509187"/>
                  <a:pt x="346810" y="1525957"/>
                </a:cubicBezTo>
                <a:cubicBezTo>
                  <a:pt x="346810" y="1542726"/>
                  <a:pt x="333216" y="1556320"/>
                  <a:pt x="316447" y="1556320"/>
                </a:cubicBezTo>
                <a:cubicBezTo>
                  <a:pt x="299677" y="1556320"/>
                  <a:pt x="286084" y="1542726"/>
                  <a:pt x="286084" y="1525957"/>
                </a:cubicBezTo>
                <a:cubicBezTo>
                  <a:pt x="286084" y="1509187"/>
                  <a:pt x="299677" y="1495593"/>
                  <a:pt x="316447" y="1495593"/>
                </a:cubicBezTo>
                <a:close/>
                <a:moveTo>
                  <a:pt x="243892" y="1495593"/>
                </a:moveTo>
                <a:cubicBezTo>
                  <a:pt x="260662" y="1495593"/>
                  <a:pt x="274256" y="1509187"/>
                  <a:pt x="274256" y="1525957"/>
                </a:cubicBezTo>
                <a:cubicBezTo>
                  <a:pt x="274256" y="1542726"/>
                  <a:pt x="260662" y="1556320"/>
                  <a:pt x="243892" y="1556320"/>
                </a:cubicBezTo>
                <a:cubicBezTo>
                  <a:pt x="227123" y="1556320"/>
                  <a:pt x="213529" y="1542726"/>
                  <a:pt x="213529" y="1525957"/>
                </a:cubicBezTo>
                <a:cubicBezTo>
                  <a:pt x="213529" y="1509187"/>
                  <a:pt x="227123" y="1495593"/>
                  <a:pt x="243892" y="1495593"/>
                </a:cubicBezTo>
                <a:close/>
                <a:moveTo>
                  <a:pt x="171339" y="1495593"/>
                </a:moveTo>
                <a:cubicBezTo>
                  <a:pt x="188107" y="1495593"/>
                  <a:pt x="201701" y="1509187"/>
                  <a:pt x="201701" y="1525957"/>
                </a:cubicBezTo>
                <a:cubicBezTo>
                  <a:pt x="201701" y="1542726"/>
                  <a:pt x="188107" y="1556320"/>
                  <a:pt x="171339" y="1556320"/>
                </a:cubicBezTo>
                <a:cubicBezTo>
                  <a:pt x="154606" y="1556320"/>
                  <a:pt x="141012" y="1542726"/>
                  <a:pt x="141012" y="1525957"/>
                </a:cubicBezTo>
                <a:cubicBezTo>
                  <a:pt x="141012" y="1509187"/>
                  <a:pt x="154606" y="1495593"/>
                  <a:pt x="171339" y="1495593"/>
                </a:cubicBezTo>
                <a:close/>
                <a:moveTo>
                  <a:pt x="98825" y="1495593"/>
                </a:moveTo>
                <a:cubicBezTo>
                  <a:pt x="115592" y="1495593"/>
                  <a:pt x="129186" y="1509187"/>
                  <a:pt x="129186" y="1525957"/>
                </a:cubicBezTo>
                <a:cubicBezTo>
                  <a:pt x="129186" y="1542726"/>
                  <a:pt x="115592" y="1556320"/>
                  <a:pt x="98825" y="1556320"/>
                </a:cubicBezTo>
                <a:cubicBezTo>
                  <a:pt x="82054" y="1556320"/>
                  <a:pt x="68461" y="1542726"/>
                  <a:pt x="68461" y="1525957"/>
                </a:cubicBezTo>
                <a:cubicBezTo>
                  <a:pt x="68461" y="1509187"/>
                  <a:pt x="82054" y="1495593"/>
                  <a:pt x="98825" y="1495593"/>
                </a:cubicBezTo>
                <a:close/>
                <a:moveTo>
                  <a:pt x="26270" y="1495593"/>
                </a:moveTo>
                <a:cubicBezTo>
                  <a:pt x="43038" y="1495593"/>
                  <a:pt x="56632" y="1509187"/>
                  <a:pt x="56632" y="1525957"/>
                </a:cubicBezTo>
                <a:cubicBezTo>
                  <a:pt x="56632" y="1542726"/>
                  <a:pt x="43038" y="1556320"/>
                  <a:pt x="26270" y="1556320"/>
                </a:cubicBezTo>
                <a:cubicBezTo>
                  <a:pt x="17886" y="1556320"/>
                  <a:pt x="10295" y="1552922"/>
                  <a:pt x="4801" y="1547427"/>
                </a:cubicBezTo>
                <a:lnTo>
                  <a:pt x="0" y="1535836"/>
                </a:lnTo>
                <a:lnTo>
                  <a:pt x="0" y="1516078"/>
                </a:lnTo>
                <a:lnTo>
                  <a:pt x="4801" y="1504486"/>
                </a:lnTo>
                <a:cubicBezTo>
                  <a:pt x="10295" y="1498992"/>
                  <a:pt x="17886" y="1495593"/>
                  <a:pt x="26270" y="1495593"/>
                </a:cubicBezTo>
                <a:close/>
                <a:moveTo>
                  <a:pt x="1259656" y="1415141"/>
                </a:moveTo>
                <a:cubicBezTo>
                  <a:pt x="1268041" y="1415141"/>
                  <a:pt x="1275632" y="1418540"/>
                  <a:pt x="1281127" y="1424035"/>
                </a:cubicBezTo>
                <a:lnTo>
                  <a:pt x="1285044" y="1433492"/>
                </a:lnTo>
                <a:lnTo>
                  <a:pt x="1248565" y="1473629"/>
                </a:lnTo>
                <a:lnTo>
                  <a:pt x="1247837" y="1473482"/>
                </a:lnTo>
                <a:cubicBezTo>
                  <a:pt x="1236940" y="1468873"/>
                  <a:pt x="1229293" y="1458082"/>
                  <a:pt x="1229293" y="1445505"/>
                </a:cubicBezTo>
                <a:cubicBezTo>
                  <a:pt x="1229293" y="1428735"/>
                  <a:pt x="1242887" y="1415141"/>
                  <a:pt x="1259656" y="1415141"/>
                </a:cubicBezTo>
                <a:close/>
                <a:moveTo>
                  <a:pt x="1187102" y="1415141"/>
                </a:moveTo>
                <a:cubicBezTo>
                  <a:pt x="1203871" y="1415141"/>
                  <a:pt x="1217465" y="1428735"/>
                  <a:pt x="1217465" y="1445505"/>
                </a:cubicBezTo>
                <a:cubicBezTo>
                  <a:pt x="1217465" y="1462274"/>
                  <a:pt x="1203871" y="1475868"/>
                  <a:pt x="1187102" y="1475868"/>
                </a:cubicBezTo>
                <a:cubicBezTo>
                  <a:pt x="1170332" y="1475868"/>
                  <a:pt x="1156738" y="1462274"/>
                  <a:pt x="1156738" y="1445505"/>
                </a:cubicBezTo>
                <a:cubicBezTo>
                  <a:pt x="1156738" y="1428735"/>
                  <a:pt x="1170332" y="1415141"/>
                  <a:pt x="1187102" y="1415141"/>
                </a:cubicBezTo>
                <a:close/>
                <a:moveTo>
                  <a:pt x="1114547" y="1415141"/>
                </a:moveTo>
                <a:cubicBezTo>
                  <a:pt x="1131317" y="1415141"/>
                  <a:pt x="1144911" y="1428735"/>
                  <a:pt x="1144911" y="1445505"/>
                </a:cubicBezTo>
                <a:cubicBezTo>
                  <a:pt x="1144911" y="1462274"/>
                  <a:pt x="1131317" y="1475868"/>
                  <a:pt x="1114547" y="1475868"/>
                </a:cubicBezTo>
                <a:cubicBezTo>
                  <a:pt x="1097778" y="1475868"/>
                  <a:pt x="1084184" y="1462274"/>
                  <a:pt x="1084184" y="1445505"/>
                </a:cubicBezTo>
                <a:cubicBezTo>
                  <a:pt x="1084184" y="1428735"/>
                  <a:pt x="1097778" y="1415141"/>
                  <a:pt x="1114547" y="1415141"/>
                </a:cubicBezTo>
                <a:close/>
                <a:moveTo>
                  <a:pt x="1041993" y="1415141"/>
                </a:moveTo>
                <a:cubicBezTo>
                  <a:pt x="1058762" y="1415141"/>
                  <a:pt x="1072356" y="1428735"/>
                  <a:pt x="1072356" y="1445505"/>
                </a:cubicBezTo>
                <a:cubicBezTo>
                  <a:pt x="1072356" y="1462274"/>
                  <a:pt x="1058762" y="1475868"/>
                  <a:pt x="1041993" y="1475868"/>
                </a:cubicBezTo>
                <a:cubicBezTo>
                  <a:pt x="1025223" y="1475868"/>
                  <a:pt x="1011629" y="1462274"/>
                  <a:pt x="1011629" y="1445505"/>
                </a:cubicBezTo>
                <a:cubicBezTo>
                  <a:pt x="1011629" y="1428735"/>
                  <a:pt x="1025223" y="1415141"/>
                  <a:pt x="1041993" y="1415141"/>
                </a:cubicBezTo>
                <a:close/>
                <a:moveTo>
                  <a:pt x="969438" y="1415141"/>
                </a:moveTo>
                <a:cubicBezTo>
                  <a:pt x="986208" y="1415141"/>
                  <a:pt x="999801" y="1428735"/>
                  <a:pt x="999801" y="1445505"/>
                </a:cubicBezTo>
                <a:cubicBezTo>
                  <a:pt x="999801" y="1462274"/>
                  <a:pt x="986208" y="1475868"/>
                  <a:pt x="969438" y="1475868"/>
                </a:cubicBezTo>
                <a:cubicBezTo>
                  <a:pt x="952669" y="1475868"/>
                  <a:pt x="939075" y="1462274"/>
                  <a:pt x="939075" y="1445505"/>
                </a:cubicBezTo>
                <a:cubicBezTo>
                  <a:pt x="939075" y="1428735"/>
                  <a:pt x="952669" y="1415141"/>
                  <a:pt x="969438" y="1415141"/>
                </a:cubicBezTo>
                <a:close/>
                <a:moveTo>
                  <a:pt x="896883" y="1415141"/>
                </a:moveTo>
                <a:cubicBezTo>
                  <a:pt x="913653" y="1415141"/>
                  <a:pt x="927247" y="1428735"/>
                  <a:pt x="927247" y="1445505"/>
                </a:cubicBezTo>
                <a:cubicBezTo>
                  <a:pt x="927247" y="1462274"/>
                  <a:pt x="913653" y="1475868"/>
                  <a:pt x="896883" y="1475868"/>
                </a:cubicBezTo>
                <a:cubicBezTo>
                  <a:pt x="880114" y="1475868"/>
                  <a:pt x="866520" y="1462274"/>
                  <a:pt x="866520" y="1445505"/>
                </a:cubicBezTo>
                <a:cubicBezTo>
                  <a:pt x="866520" y="1428735"/>
                  <a:pt x="880114" y="1415141"/>
                  <a:pt x="896883" y="1415141"/>
                </a:cubicBezTo>
                <a:close/>
                <a:moveTo>
                  <a:pt x="824329" y="1415141"/>
                </a:moveTo>
                <a:cubicBezTo>
                  <a:pt x="841098" y="1415141"/>
                  <a:pt x="854692" y="1428735"/>
                  <a:pt x="854692" y="1445505"/>
                </a:cubicBezTo>
                <a:cubicBezTo>
                  <a:pt x="854692" y="1462274"/>
                  <a:pt x="841098" y="1475868"/>
                  <a:pt x="824329" y="1475868"/>
                </a:cubicBezTo>
                <a:cubicBezTo>
                  <a:pt x="807559" y="1475868"/>
                  <a:pt x="793965" y="1462274"/>
                  <a:pt x="793965" y="1445505"/>
                </a:cubicBezTo>
                <a:cubicBezTo>
                  <a:pt x="793965" y="1428735"/>
                  <a:pt x="807559" y="1415141"/>
                  <a:pt x="824329" y="1415141"/>
                </a:cubicBezTo>
                <a:close/>
                <a:moveTo>
                  <a:pt x="751774" y="1415141"/>
                </a:moveTo>
                <a:cubicBezTo>
                  <a:pt x="768544" y="1415141"/>
                  <a:pt x="782138" y="1428735"/>
                  <a:pt x="782138" y="1445505"/>
                </a:cubicBezTo>
                <a:cubicBezTo>
                  <a:pt x="782138" y="1462274"/>
                  <a:pt x="768544" y="1475868"/>
                  <a:pt x="751774" y="1475868"/>
                </a:cubicBezTo>
                <a:cubicBezTo>
                  <a:pt x="735005" y="1475868"/>
                  <a:pt x="721411" y="1462274"/>
                  <a:pt x="721411" y="1445505"/>
                </a:cubicBezTo>
                <a:cubicBezTo>
                  <a:pt x="721411" y="1428735"/>
                  <a:pt x="735005" y="1415141"/>
                  <a:pt x="751774" y="1415141"/>
                </a:cubicBezTo>
                <a:close/>
                <a:moveTo>
                  <a:pt x="679220" y="1415141"/>
                </a:moveTo>
                <a:cubicBezTo>
                  <a:pt x="695989" y="1415141"/>
                  <a:pt x="709583" y="1428735"/>
                  <a:pt x="709583" y="1445505"/>
                </a:cubicBezTo>
                <a:cubicBezTo>
                  <a:pt x="709583" y="1462274"/>
                  <a:pt x="695989" y="1475868"/>
                  <a:pt x="679220" y="1475868"/>
                </a:cubicBezTo>
                <a:cubicBezTo>
                  <a:pt x="662450" y="1475868"/>
                  <a:pt x="648856" y="1462274"/>
                  <a:pt x="648856" y="1445505"/>
                </a:cubicBezTo>
                <a:cubicBezTo>
                  <a:pt x="648856" y="1428735"/>
                  <a:pt x="662450" y="1415141"/>
                  <a:pt x="679220" y="1415141"/>
                </a:cubicBezTo>
                <a:close/>
                <a:moveTo>
                  <a:pt x="606665" y="1415141"/>
                </a:moveTo>
                <a:cubicBezTo>
                  <a:pt x="623435" y="1415141"/>
                  <a:pt x="637029" y="1428735"/>
                  <a:pt x="637029" y="1445505"/>
                </a:cubicBezTo>
                <a:cubicBezTo>
                  <a:pt x="637029" y="1462274"/>
                  <a:pt x="623435" y="1475868"/>
                  <a:pt x="606665" y="1475868"/>
                </a:cubicBezTo>
                <a:cubicBezTo>
                  <a:pt x="589896" y="1475868"/>
                  <a:pt x="576302" y="1462274"/>
                  <a:pt x="576302" y="1445505"/>
                </a:cubicBezTo>
                <a:cubicBezTo>
                  <a:pt x="576302" y="1428735"/>
                  <a:pt x="589896" y="1415141"/>
                  <a:pt x="606665" y="1415141"/>
                </a:cubicBezTo>
                <a:close/>
                <a:moveTo>
                  <a:pt x="534111" y="1415141"/>
                </a:moveTo>
                <a:cubicBezTo>
                  <a:pt x="550880" y="1415141"/>
                  <a:pt x="564474" y="1428735"/>
                  <a:pt x="564474" y="1445505"/>
                </a:cubicBezTo>
                <a:cubicBezTo>
                  <a:pt x="564474" y="1462274"/>
                  <a:pt x="550880" y="1475868"/>
                  <a:pt x="534111" y="1475868"/>
                </a:cubicBezTo>
                <a:cubicBezTo>
                  <a:pt x="517341" y="1475868"/>
                  <a:pt x="503747" y="1462274"/>
                  <a:pt x="503747" y="1445505"/>
                </a:cubicBezTo>
                <a:cubicBezTo>
                  <a:pt x="503747" y="1428735"/>
                  <a:pt x="517341" y="1415141"/>
                  <a:pt x="534111" y="1415141"/>
                </a:cubicBezTo>
                <a:close/>
                <a:moveTo>
                  <a:pt x="461556" y="1415141"/>
                </a:moveTo>
                <a:cubicBezTo>
                  <a:pt x="478326" y="1415141"/>
                  <a:pt x="491920" y="1428735"/>
                  <a:pt x="491920" y="1445505"/>
                </a:cubicBezTo>
                <a:cubicBezTo>
                  <a:pt x="491920" y="1462274"/>
                  <a:pt x="478326" y="1475868"/>
                  <a:pt x="461556" y="1475868"/>
                </a:cubicBezTo>
                <a:cubicBezTo>
                  <a:pt x="444787" y="1475868"/>
                  <a:pt x="431192" y="1462274"/>
                  <a:pt x="431192" y="1445505"/>
                </a:cubicBezTo>
                <a:cubicBezTo>
                  <a:pt x="431192" y="1428735"/>
                  <a:pt x="444787" y="1415141"/>
                  <a:pt x="461556" y="1415141"/>
                </a:cubicBezTo>
                <a:close/>
                <a:moveTo>
                  <a:pt x="389002" y="1415141"/>
                </a:moveTo>
                <a:cubicBezTo>
                  <a:pt x="405771" y="1415141"/>
                  <a:pt x="419365" y="1428735"/>
                  <a:pt x="419365" y="1445505"/>
                </a:cubicBezTo>
                <a:cubicBezTo>
                  <a:pt x="419365" y="1462274"/>
                  <a:pt x="405771" y="1475868"/>
                  <a:pt x="389002" y="1475868"/>
                </a:cubicBezTo>
                <a:cubicBezTo>
                  <a:pt x="372232" y="1475868"/>
                  <a:pt x="358638" y="1462274"/>
                  <a:pt x="358638" y="1445505"/>
                </a:cubicBezTo>
                <a:cubicBezTo>
                  <a:pt x="358638" y="1428735"/>
                  <a:pt x="372232" y="1415141"/>
                  <a:pt x="389002" y="1415141"/>
                </a:cubicBezTo>
                <a:close/>
                <a:moveTo>
                  <a:pt x="316447" y="1415141"/>
                </a:moveTo>
                <a:cubicBezTo>
                  <a:pt x="333216" y="1415141"/>
                  <a:pt x="346810" y="1428735"/>
                  <a:pt x="346810" y="1445505"/>
                </a:cubicBezTo>
                <a:cubicBezTo>
                  <a:pt x="346810" y="1462274"/>
                  <a:pt x="333216" y="1475868"/>
                  <a:pt x="316447" y="1475868"/>
                </a:cubicBezTo>
                <a:cubicBezTo>
                  <a:pt x="299677" y="1475868"/>
                  <a:pt x="286084" y="1462274"/>
                  <a:pt x="286084" y="1445505"/>
                </a:cubicBezTo>
                <a:cubicBezTo>
                  <a:pt x="286084" y="1428735"/>
                  <a:pt x="299677" y="1415141"/>
                  <a:pt x="316447" y="1415141"/>
                </a:cubicBezTo>
                <a:close/>
                <a:moveTo>
                  <a:pt x="243892" y="1415141"/>
                </a:moveTo>
                <a:cubicBezTo>
                  <a:pt x="260662" y="1415141"/>
                  <a:pt x="274256" y="1428735"/>
                  <a:pt x="274256" y="1445505"/>
                </a:cubicBezTo>
                <a:cubicBezTo>
                  <a:pt x="274256" y="1462274"/>
                  <a:pt x="260662" y="1475868"/>
                  <a:pt x="243892" y="1475868"/>
                </a:cubicBezTo>
                <a:cubicBezTo>
                  <a:pt x="227123" y="1475868"/>
                  <a:pt x="213529" y="1462274"/>
                  <a:pt x="213529" y="1445505"/>
                </a:cubicBezTo>
                <a:cubicBezTo>
                  <a:pt x="213529" y="1428735"/>
                  <a:pt x="227123" y="1415141"/>
                  <a:pt x="243892" y="1415141"/>
                </a:cubicBezTo>
                <a:close/>
                <a:moveTo>
                  <a:pt x="171339" y="1415141"/>
                </a:moveTo>
                <a:cubicBezTo>
                  <a:pt x="188107" y="1415141"/>
                  <a:pt x="201701" y="1428735"/>
                  <a:pt x="201701" y="1445505"/>
                </a:cubicBezTo>
                <a:cubicBezTo>
                  <a:pt x="201701" y="1462274"/>
                  <a:pt x="188107" y="1475868"/>
                  <a:pt x="171339" y="1475868"/>
                </a:cubicBezTo>
                <a:cubicBezTo>
                  <a:pt x="154611" y="1475868"/>
                  <a:pt x="141018" y="1462274"/>
                  <a:pt x="141018" y="1445505"/>
                </a:cubicBezTo>
                <a:cubicBezTo>
                  <a:pt x="141018" y="1428735"/>
                  <a:pt x="154611" y="1415141"/>
                  <a:pt x="171339" y="1415141"/>
                </a:cubicBezTo>
                <a:close/>
                <a:moveTo>
                  <a:pt x="98831" y="1415141"/>
                </a:moveTo>
                <a:cubicBezTo>
                  <a:pt x="115598" y="1415141"/>
                  <a:pt x="129192" y="1428735"/>
                  <a:pt x="129192" y="1445505"/>
                </a:cubicBezTo>
                <a:cubicBezTo>
                  <a:pt x="129192" y="1462274"/>
                  <a:pt x="115598" y="1475868"/>
                  <a:pt x="98831" y="1475868"/>
                </a:cubicBezTo>
                <a:cubicBezTo>
                  <a:pt x="82060" y="1475868"/>
                  <a:pt x="68467" y="1462274"/>
                  <a:pt x="68467" y="1445505"/>
                </a:cubicBezTo>
                <a:cubicBezTo>
                  <a:pt x="68467" y="1428735"/>
                  <a:pt x="82060" y="1415141"/>
                  <a:pt x="98831" y="1415141"/>
                </a:cubicBezTo>
                <a:close/>
                <a:moveTo>
                  <a:pt x="26277" y="1415141"/>
                </a:moveTo>
                <a:cubicBezTo>
                  <a:pt x="43044" y="1415141"/>
                  <a:pt x="56638" y="1428735"/>
                  <a:pt x="56638" y="1445505"/>
                </a:cubicBezTo>
                <a:cubicBezTo>
                  <a:pt x="56638" y="1462274"/>
                  <a:pt x="43044" y="1475868"/>
                  <a:pt x="26277" y="1475868"/>
                </a:cubicBezTo>
                <a:cubicBezTo>
                  <a:pt x="17892" y="1475868"/>
                  <a:pt x="10301" y="1472470"/>
                  <a:pt x="4807" y="1466975"/>
                </a:cubicBezTo>
                <a:lnTo>
                  <a:pt x="0" y="1455370"/>
                </a:lnTo>
                <a:lnTo>
                  <a:pt x="0" y="1435640"/>
                </a:lnTo>
                <a:lnTo>
                  <a:pt x="4807" y="1424034"/>
                </a:lnTo>
                <a:cubicBezTo>
                  <a:pt x="10301" y="1418540"/>
                  <a:pt x="17892" y="1415141"/>
                  <a:pt x="26277" y="1415141"/>
                </a:cubicBezTo>
                <a:close/>
                <a:moveTo>
                  <a:pt x="1332211" y="1334690"/>
                </a:moveTo>
                <a:cubicBezTo>
                  <a:pt x="1340596" y="1334690"/>
                  <a:pt x="1348186" y="1338088"/>
                  <a:pt x="1353681" y="1343583"/>
                </a:cubicBezTo>
                <a:lnTo>
                  <a:pt x="1356143" y="1349526"/>
                </a:lnTo>
                <a:lnTo>
                  <a:pt x="1331934" y="1381900"/>
                </a:lnTo>
                <a:lnTo>
                  <a:pt x="1321597" y="1393274"/>
                </a:lnTo>
                <a:lnTo>
                  <a:pt x="1320392" y="1393030"/>
                </a:lnTo>
                <a:cubicBezTo>
                  <a:pt x="1309494" y="1388421"/>
                  <a:pt x="1301847" y="1377631"/>
                  <a:pt x="1301847" y="1365053"/>
                </a:cubicBezTo>
                <a:cubicBezTo>
                  <a:pt x="1301847" y="1348284"/>
                  <a:pt x="1315441" y="1334690"/>
                  <a:pt x="1332211" y="1334690"/>
                </a:cubicBezTo>
                <a:close/>
                <a:moveTo>
                  <a:pt x="1259656" y="1334690"/>
                </a:moveTo>
                <a:cubicBezTo>
                  <a:pt x="1276426" y="1334690"/>
                  <a:pt x="1290020" y="1348284"/>
                  <a:pt x="1290020" y="1365053"/>
                </a:cubicBezTo>
                <a:cubicBezTo>
                  <a:pt x="1290020" y="1381823"/>
                  <a:pt x="1276426" y="1395417"/>
                  <a:pt x="1259656" y="1395417"/>
                </a:cubicBezTo>
                <a:cubicBezTo>
                  <a:pt x="1242887" y="1395417"/>
                  <a:pt x="1229293" y="1381823"/>
                  <a:pt x="1229293" y="1365053"/>
                </a:cubicBezTo>
                <a:cubicBezTo>
                  <a:pt x="1229293" y="1348284"/>
                  <a:pt x="1242887" y="1334690"/>
                  <a:pt x="1259656" y="1334690"/>
                </a:cubicBezTo>
                <a:close/>
                <a:moveTo>
                  <a:pt x="1187102" y="1334690"/>
                </a:moveTo>
                <a:cubicBezTo>
                  <a:pt x="1203871" y="1334690"/>
                  <a:pt x="1217465" y="1348284"/>
                  <a:pt x="1217465" y="1365053"/>
                </a:cubicBezTo>
                <a:cubicBezTo>
                  <a:pt x="1217465" y="1381823"/>
                  <a:pt x="1203871" y="1395417"/>
                  <a:pt x="1187102" y="1395417"/>
                </a:cubicBezTo>
                <a:cubicBezTo>
                  <a:pt x="1170332" y="1395417"/>
                  <a:pt x="1156738" y="1381823"/>
                  <a:pt x="1156738" y="1365053"/>
                </a:cubicBezTo>
                <a:cubicBezTo>
                  <a:pt x="1156738" y="1348284"/>
                  <a:pt x="1170332" y="1334690"/>
                  <a:pt x="1187102" y="1334690"/>
                </a:cubicBezTo>
                <a:close/>
                <a:moveTo>
                  <a:pt x="1114547" y="1334690"/>
                </a:moveTo>
                <a:cubicBezTo>
                  <a:pt x="1131317" y="1334690"/>
                  <a:pt x="1144911" y="1348284"/>
                  <a:pt x="1144911" y="1365053"/>
                </a:cubicBezTo>
                <a:cubicBezTo>
                  <a:pt x="1144911" y="1381823"/>
                  <a:pt x="1131317" y="1395417"/>
                  <a:pt x="1114547" y="1395417"/>
                </a:cubicBezTo>
                <a:cubicBezTo>
                  <a:pt x="1097778" y="1395417"/>
                  <a:pt x="1084184" y="1381823"/>
                  <a:pt x="1084184" y="1365053"/>
                </a:cubicBezTo>
                <a:cubicBezTo>
                  <a:pt x="1084184" y="1348284"/>
                  <a:pt x="1097778" y="1334690"/>
                  <a:pt x="1114547" y="1334690"/>
                </a:cubicBezTo>
                <a:close/>
                <a:moveTo>
                  <a:pt x="1041993" y="1334690"/>
                </a:moveTo>
                <a:cubicBezTo>
                  <a:pt x="1058762" y="1334690"/>
                  <a:pt x="1072356" y="1348284"/>
                  <a:pt x="1072356" y="1365053"/>
                </a:cubicBezTo>
                <a:cubicBezTo>
                  <a:pt x="1072356" y="1381823"/>
                  <a:pt x="1058762" y="1395417"/>
                  <a:pt x="1041993" y="1395417"/>
                </a:cubicBezTo>
                <a:cubicBezTo>
                  <a:pt x="1025223" y="1395417"/>
                  <a:pt x="1011629" y="1381823"/>
                  <a:pt x="1011629" y="1365053"/>
                </a:cubicBezTo>
                <a:cubicBezTo>
                  <a:pt x="1011629" y="1348284"/>
                  <a:pt x="1025223" y="1334690"/>
                  <a:pt x="1041993" y="1334690"/>
                </a:cubicBezTo>
                <a:close/>
                <a:moveTo>
                  <a:pt x="969438" y="1334690"/>
                </a:moveTo>
                <a:cubicBezTo>
                  <a:pt x="986208" y="1334690"/>
                  <a:pt x="999801" y="1348284"/>
                  <a:pt x="999801" y="1365053"/>
                </a:cubicBezTo>
                <a:cubicBezTo>
                  <a:pt x="999801" y="1381823"/>
                  <a:pt x="986208" y="1395417"/>
                  <a:pt x="969438" y="1395417"/>
                </a:cubicBezTo>
                <a:cubicBezTo>
                  <a:pt x="952669" y="1395417"/>
                  <a:pt x="939075" y="1381823"/>
                  <a:pt x="939075" y="1365053"/>
                </a:cubicBezTo>
                <a:cubicBezTo>
                  <a:pt x="939075" y="1348284"/>
                  <a:pt x="952669" y="1334690"/>
                  <a:pt x="969438" y="1334690"/>
                </a:cubicBezTo>
                <a:close/>
                <a:moveTo>
                  <a:pt x="896883" y="1334690"/>
                </a:moveTo>
                <a:cubicBezTo>
                  <a:pt x="913653" y="1334690"/>
                  <a:pt x="927247" y="1348284"/>
                  <a:pt x="927247" y="1365053"/>
                </a:cubicBezTo>
                <a:cubicBezTo>
                  <a:pt x="927247" y="1381823"/>
                  <a:pt x="913653" y="1395417"/>
                  <a:pt x="896883" y="1395417"/>
                </a:cubicBezTo>
                <a:cubicBezTo>
                  <a:pt x="880114" y="1395417"/>
                  <a:pt x="866520" y="1381823"/>
                  <a:pt x="866520" y="1365053"/>
                </a:cubicBezTo>
                <a:cubicBezTo>
                  <a:pt x="866520" y="1348284"/>
                  <a:pt x="880114" y="1334690"/>
                  <a:pt x="896883" y="1334690"/>
                </a:cubicBezTo>
                <a:close/>
                <a:moveTo>
                  <a:pt x="824329" y="1334690"/>
                </a:moveTo>
                <a:cubicBezTo>
                  <a:pt x="841098" y="1334690"/>
                  <a:pt x="854692" y="1348284"/>
                  <a:pt x="854692" y="1365053"/>
                </a:cubicBezTo>
                <a:cubicBezTo>
                  <a:pt x="854692" y="1381823"/>
                  <a:pt x="841098" y="1395417"/>
                  <a:pt x="824329" y="1395417"/>
                </a:cubicBezTo>
                <a:cubicBezTo>
                  <a:pt x="807559" y="1395417"/>
                  <a:pt x="793965" y="1381823"/>
                  <a:pt x="793965" y="1365053"/>
                </a:cubicBezTo>
                <a:cubicBezTo>
                  <a:pt x="793965" y="1348284"/>
                  <a:pt x="807559" y="1334690"/>
                  <a:pt x="824329" y="1334690"/>
                </a:cubicBezTo>
                <a:close/>
                <a:moveTo>
                  <a:pt x="751774" y="1334690"/>
                </a:moveTo>
                <a:cubicBezTo>
                  <a:pt x="768544" y="1334690"/>
                  <a:pt x="782138" y="1348284"/>
                  <a:pt x="782138" y="1365053"/>
                </a:cubicBezTo>
                <a:cubicBezTo>
                  <a:pt x="782138" y="1381823"/>
                  <a:pt x="768544" y="1395417"/>
                  <a:pt x="751774" y="1395417"/>
                </a:cubicBezTo>
                <a:cubicBezTo>
                  <a:pt x="735005" y="1395417"/>
                  <a:pt x="721411" y="1381823"/>
                  <a:pt x="721411" y="1365053"/>
                </a:cubicBezTo>
                <a:cubicBezTo>
                  <a:pt x="721411" y="1348284"/>
                  <a:pt x="735005" y="1334690"/>
                  <a:pt x="751774" y="1334690"/>
                </a:cubicBezTo>
                <a:close/>
                <a:moveTo>
                  <a:pt x="679220" y="1334690"/>
                </a:moveTo>
                <a:cubicBezTo>
                  <a:pt x="695989" y="1334690"/>
                  <a:pt x="709583" y="1348284"/>
                  <a:pt x="709583" y="1365053"/>
                </a:cubicBezTo>
                <a:cubicBezTo>
                  <a:pt x="709583" y="1381823"/>
                  <a:pt x="695989" y="1395417"/>
                  <a:pt x="679220" y="1395417"/>
                </a:cubicBezTo>
                <a:cubicBezTo>
                  <a:pt x="662450" y="1395417"/>
                  <a:pt x="648856" y="1381823"/>
                  <a:pt x="648856" y="1365053"/>
                </a:cubicBezTo>
                <a:cubicBezTo>
                  <a:pt x="648856" y="1348284"/>
                  <a:pt x="662450" y="1334690"/>
                  <a:pt x="679220" y="1334690"/>
                </a:cubicBezTo>
                <a:close/>
                <a:moveTo>
                  <a:pt x="606665" y="1334690"/>
                </a:moveTo>
                <a:cubicBezTo>
                  <a:pt x="623435" y="1334690"/>
                  <a:pt x="637029" y="1348284"/>
                  <a:pt x="637029" y="1365053"/>
                </a:cubicBezTo>
                <a:cubicBezTo>
                  <a:pt x="637029" y="1381823"/>
                  <a:pt x="623435" y="1395417"/>
                  <a:pt x="606665" y="1395417"/>
                </a:cubicBezTo>
                <a:cubicBezTo>
                  <a:pt x="589896" y="1395417"/>
                  <a:pt x="576302" y="1381823"/>
                  <a:pt x="576302" y="1365053"/>
                </a:cubicBezTo>
                <a:cubicBezTo>
                  <a:pt x="576302" y="1348284"/>
                  <a:pt x="589896" y="1334690"/>
                  <a:pt x="606665" y="1334690"/>
                </a:cubicBezTo>
                <a:close/>
                <a:moveTo>
                  <a:pt x="534111" y="1334690"/>
                </a:moveTo>
                <a:cubicBezTo>
                  <a:pt x="550880" y="1334690"/>
                  <a:pt x="564474" y="1348284"/>
                  <a:pt x="564474" y="1365053"/>
                </a:cubicBezTo>
                <a:cubicBezTo>
                  <a:pt x="564474" y="1381823"/>
                  <a:pt x="550880" y="1395417"/>
                  <a:pt x="534111" y="1395417"/>
                </a:cubicBezTo>
                <a:cubicBezTo>
                  <a:pt x="517341" y="1395417"/>
                  <a:pt x="503747" y="1381823"/>
                  <a:pt x="503747" y="1365053"/>
                </a:cubicBezTo>
                <a:cubicBezTo>
                  <a:pt x="503747" y="1348284"/>
                  <a:pt x="517341" y="1334690"/>
                  <a:pt x="534111" y="1334690"/>
                </a:cubicBezTo>
                <a:close/>
                <a:moveTo>
                  <a:pt x="461556" y="1334690"/>
                </a:moveTo>
                <a:cubicBezTo>
                  <a:pt x="478326" y="1334690"/>
                  <a:pt x="491920" y="1348284"/>
                  <a:pt x="491920" y="1365053"/>
                </a:cubicBezTo>
                <a:cubicBezTo>
                  <a:pt x="491920" y="1381823"/>
                  <a:pt x="478326" y="1395417"/>
                  <a:pt x="461556" y="1395417"/>
                </a:cubicBezTo>
                <a:cubicBezTo>
                  <a:pt x="444787" y="1395417"/>
                  <a:pt x="431192" y="1381823"/>
                  <a:pt x="431192" y="1365053"/>
                </a:cubicBezTo>
                <a:cubicBezTo>
                  <a:pt x="431192" y="1348284"/>
                  <a:pt x="444787" y="1334690"/>
                  <a:pt x="461556" y="1334690"/>
                </a:cubicBezTo>
                <a:close/>
                <a:moveTo>
                  <a:pt x="389002" y="1334690"/>
                </a:moveTo>
                <a:cubicBezTo>
                  <a:pt x="405771" y="1334690"/>
                  <a:pt x="419365" y="1348284"/>
                  <a:pt x="419365" y="1365053"/>
                </a:cubicBezTo>
                <a:cubicBezTo>
                  <a:pt x="419365" y="1381823"/>
                  <a:pt x="405771" y="1395417"/>
                  <a:pt x="389002" y="1395417"/>
                </a:cubicBezTo>
                <a:cubicBezTo>
                  <a:pt x="372232" y="1395417"/>
                  <a:pt x="358638" y="1381823"/>
                  <a:pt x="358638" y="1365053"/>
                </a:cubicBezTo>
                <a:cubicBezTo>
                  <a:pt x="358638" y="1348284"/>
                  <a:pt x="372232" y="1334690"/>
                  <a:pt x="389002" y="1334690"/>
                </a:cubicBezTo>
                <a:close/>
                <a:moveTo>
                  <a:pt x="316447" y="1334690"/>
                </a:moveTo>
                <a:cubicBezTo>
                  <a:pt x="333216" y="1334690"/>
                  <a:pt x="346810" y="1348284"/>
                  <a:pt x="346810" y="1365053"/>
                </a:cubicBezTo>
                <a:cubicBezTo>
                  <a:pt x="346810" y="1381823"/>
                  <a:pt x="333216" y="1395417"/>
                  <a:pt x="316447" y="1395417"/>
                </a:cubicBezTo>
                <a:cubicBezTo>
                  <a:pt x="299677" y="1395417"/>
                  <a:pt x="286084" y="1381823"/>
                  <a:pt x="286084" y="1365053"/>
                </a:cubicBezTo>
                <a:cubicBezTo>
                  <a:pt x="286084" y="1348284"/>
                  <a:pt x="299677" y="1334690"/>
                  <a:pt x="316447" y="1334690"/>
                </a:cubicBezTo>
                <a:close/>
                <a:moveTo>
                  <a:pt x="243892" y="1334690"/>
                </a:moveTo>
                <a:cubicBezTo>
                  <a:pt x="260662" y="1334690"/>
                  <a:pt x="274256" y="1348284"/>
                  <a:pt x="274256" y="1365053"/>
                </a:cubicBezTo>
                <a:cubicBezTo>
                  <a:pt x="274256" y="1381823"/>
                  <a:pt x="260662" y="1395417"/>
                  <a:pt x="243892" y="1395417"/>
                </a:cubicBezTo>
                <a:cubicBezTo>
                  <a:pt x="227123" y="1395417"/>
                  <a:pt x="213529" y="1381823"/>
                  <a:pt x="213529" y="1365053"/>
                </a:cubicBezTo>
                <a:cubicBezTo>
                  <a:pt x="213529" y="1348284"/>
                  <a:pt x="227123" y="1334690"/>
                  <a:pt x="243892" y="1334690"/>
                </a:cubicBezTo>
                <a:close/>
                <a:moveTo>
                  <a:pt x="171339" y="1334690"/>
                </a:moveTo>
                <a:cubicBezTo>
                  <a:pt x="188107" y="1334690"/>
                  <a:pt x="201701" y="1348284"/>
                  <a:pt x="201701" y="1365053"/>
                </a:cubicBezTo>
                <a:cubicBezTo>
                  <a:pt x="201701" y="1381823"/>
                  <a:pt x="188107" y="1395417"/>
                  <a:pt x="171339" y="1395417"/>
                </a:cubicBezTo>
                <a:cubicBezTo>
                  <a:pt x="154616" y="1395417"/>
                  <a:pt x="141023" y="1381823"/>
                  <a:pt x="141023" y="1365053"/>
                </a:cubicBezTo>
                <a:cubicBezTo>
                  <a:pt x="141023" y="1348284"/>
                  <a:pt x="154616" y="1334690"/>
                  <a:pt x="171339" y="1334690"/>
                </a:cubicBezTo>
                <a:close/>
                <a:moveTo>
                  <a:pt x="98838" y="1334690"/>
                </a:moveTo>
                <a:cubicBezTo>
                  <a:pt x="115605" y="1334690"/>
                  <a:pt x="129198" y="1348284"/>
                  <a:pt x="129198" y="1365053"/>
                </a:cubicBezTo>
                <a:cubicBezTo>
                  <a:pt x="129198" y="1381823"/>
                  <a:pt x="115605" y="1395417"/>
                  <a:pt x="98838" y="1395417"/>
                </a:cubicBezTo>
                <a:cubicBezTo>
                  <a:pt x="82067" y="1395417"/>
                  <a:pt x="68474" y="1381823"/>
                  <a:pt x="68474" y="1365053"/>
                </a:cubicBezTo>
                <a:cubicBezTo>
                  <a:pt x="68474" y="1348284"/>
                  <a:pt x="82067" y="1334690"/>
                  <a:pt x="98838" y="1334690"/>
                </a:cubicBezTo>
                <a:close/>
                <a:moveTo>
                  <a:pt x="26283" y="1334690"/>
                </a:moveTo>
                <a:cubicBezTo>
                  <a:pt x="43051" y="1334690"/>
                  <a:pt x="56645" y="1348284"/>
                  <a:pt x="56645" y="1365053"/>
                </a:cubicBezTo>
                <a:cubicBezTo>
                  <a:pt x="56645" y="1381823"/>
                  <a:pt x="43051" y="1395417"/>
                  <a:pt x="26283" y="1395417"/>
                </a:cubicBezTo>
                <a:cubicBezTo>
                  <a:pt x="17898" y="1395417"/>
                  <a:pt x="10308" y="1392019"/>
                  <a:pt x="4813" y="1386524"/>
                </a:cubicBezTo>
                <a:lnTo>
                  <a:pt x="0" y="1374903"/>
                </a:lnTo>
                <a:lnTo>
                  <a:pt x="0" y="1355203"/>
                </a:lnTo>
                <a:lnTo>
                  <a:pt x="4813" y="1343583"/>
                </a:lnTo>
                <a:cubicBezTo>
                  <a:pt x="10308" y="1338089"/>
                  <a:pt x="17898" y="1334690"/>
                  <a:pt x="26283" y="1334690"/>
                </a:cubicBezTo>
                <a:close/>
                <a:moveTo>
                  <a:pt x="1404765" y="1254238"/>
                </a:moveTo>
                <a:cubicBezTo>
                  <a:pt x="1408957" y="1254238"/>
                  <a:pt x="1412951" y="1255088"/>
                  <a:pt x="1416584" y="1256624"/>
                </a:cubicBezTo>
                <a:lnTo>
                  <a:pt x="1422045" y="1260306"/>
                </a:lnTo>
                <a:lnTo>
                  <a:pt x="1418517" y="1266114"/>
                </a:lnTo>
                <a:lnTo>
                  <a:pt x="1386846" y="1308466"/>
                </a:lnTo>
                <a:lnTo>
                  <a:pt x="1383295" y="1306072"/>
                </a:lnTo>
                <a:cubicBezTo>
                  <a:pt x="1377800" y="1300577"/>
                  <a:pt x="1374402" y="1292986"/>
                  <a:pt x="1374402" y="1284602"/>
                </a:cubicBezTo>
                <a:cubicBezTo>
                  <a:pt x="1374402" y="1267832"/>
                  <a:pt x="1387996" y="1254238"/>
                  <a:pt x="1404765" y="1254238"/>
                </a:cubicBezTo>
                <a:close/>
                <a:moveTo>
                  <a:pt x="1332211" y="1254238"/>
                </a:moveTo>
                <a:cubicBezTo>
                  <a:pt x="1348980" y="1254238"/>
                  <a:pt x="1362574" y="1267832"/>
                  <a:pt x="1362574" y="1284602"/>
                </a:cubicBezTo>
                <a:cubicBezTo>
                  <a:pt x="1362574" y="1301371"/>
                  <a:pt x="1348980" y="1314965"/>
                  <a:pt x="1332211" y="1314965"/>
                </a:cubicBezTo>
                <a:cubicBezTo>
                  <a:pt x="1315441" y="1314965"/>
                  <a:pt x="1301847" y="1301371"/>
                  <a:pt x="1301847" y="1284602"/>
                </a:cubicBezTo>
                <a:cubicBezTo>
                  <a:pt x="1301847" y="1267832"/>
                  <a:pt x="1315441" y="1254238"/>
                  <a:pt x="1332211" y="1254238"/>
                </a:cubicBezTo>
                <a:close/>
                <a:moveTo>
                  <a:pt x="1259656" y="1254238"/>
                </a:moveTo>
                <a:cubicBezTo>
                  <a:pt x="1276426" y="1254238"/>
                  <a:pt x="1290020" y="1267832"/>
                  <a:pt x="1290020" y="1284602"/>
                </a:cubicBezTo>
                <a:cubicBezTo>
                  <a:pt x="1290020" y="1301371"/>
                  <a:pt x="1276426" y="1314965"/>
                  <a:pt x="1259656" y="1314965"/>
                </a:cubicBezTo>
                <a:cubicBezTo>
                  <a:pt x="1242887" y="1314965"/>
                  <a:pt x="1229293" y="1301371"/>
                  <a:pt x="1229293" y="1284602"/>
                </a:cubicBezTo>
                <a:cubicBezTo>
                  <a:pt x="1229293" y="1267832"/>
                  <a:pt x="1242887" y="1254238"/>
                  <a:pt x="1259656" y="1254238"/>
                </a:cubicBezTo>
                <a:close/>
                <a:moveTo>
                  <a:pt x="1187102" y="1254238"/>
                </a:moveTo>
                <a:cubicBezTo>
                  <a:pt x="1203871" y="1254238"/>
                  <a:pt x="1217465" y="1267832"/>
                  <a:pt x="1217465" y="1284602"/>
                </a:cubicBezTo>
                <a:cubicBezTo>
                  <a:pt x="1217465" y="1301371"/>
                  <a:pt x="1203871" y="1314965"/>
                  <a:pt x="1187102" y="1314965"/>
                </a:cubicBezTo>
                <a:cubicBezTo>
                  <a:pt x="1170332" y="1314965"/>
                  <a:pt x="1156738" y="1301371"/>
                  <a:pt x="1156738" y="1284602"/>
                </a:cubicBezTo>
                <a:cubicBezTo>
                  <a:pt x="1156738" y="1267832"/>
                  <a:pt x="1170332" y="1254238"/>
                  <a:pt x="1187102" y="1254238"/>
                </a:cubicBezTo>
                <a:close/>
                <a:moveTo>
                  <a:pt x="1114547" y="1254238"/>
                </a:moveTo>
                <a:cubicBezTo>
                  <a:pt x="1131317" y="1254238"/>
                  <a:pt x="1144911" y="1267832"/>
                  <a:pt x="1144911" y="1284602"/>
                </a:cubicBezTo>
                <a:cubicBezTo>
                  <a:pt x="1144911" y="1301371"/>
                  <a:pt x="1131317" y="1314965"/>
                  <a:pt x="1114547" y="1314965"/>
                </a:cubicBezTo>
                <a:cubicBezTo>
                  <a:pt x="1097778" y="1314965"/>
                  <a:pt x="1084184" y="1301371"/>
                  <a:pt x="1084184" y="1284602"/>
                </a:cubicBezTo>
                <a:cubicBezTo>
                  <a:pt x="1084184" y="1267832"/>
                  <a:pt x="1097778" y="1254238"/>
                  <a:pt x="1114547" y="1254238"/>
                </a:cubicBezTo>
                <a:close/>
                <a:moveTo>
                  <a:pt x="1041993" y="1254238"/>
                </a:moveTo>
                <a:cubicBezTo>
                  <a:pt x="1058762" y="1254238"/>
                  <a:pt x="1072356" y="1267832"/>
                  <a:pt x="1072356" y="1284602"/>
                </a:cubicBezTo>
                <a:cubicBezTo>
                  <a:pt x="1072356" y="1301371"/>
                  <a:pt x="1058762" y="1314965"/>
                  <a:pt x="1041993" y="1314965"/>
                </a:cubicBezTo>
                <a:cubicBezTo>
                  <a:pt x="1025223" y="1314965"/>
                  <a:pt x="1011629" y="1301371"/>
                  <a:pt x="1011629" y="1284602"/>
                </a:cubicBezTo>
                <a:cubicBezTo>
                  <a:pt x="1011629" y="1267832"/>
                  <a:pt x="1025223" y="1254238"/>
                  <a:pt x="1041993" y="1254238"/>
                </a:cubicBezTo>
                <a:close/>
                <a:moveTo>
                  <a:pt x="969438" y="1254238"/>
                </a:moveTo>
                <a:cubicBezTo>
                  <a:pt x="986208" y="1254238"/>
                  <a:pt x="999801" y="1267832"/>
                  <a:pt x="999801" y="1284602"/>
                </a:cubicBezTo>
                <a:cubicBezTo>
                  <a:pt x="999801" y="1301371"/>
                  <a:pt x="986208" y="1314965"/>
                  <a:pt x="969438" y="1314965"/>
                </a:cubicBezTo>
                <a:cubicBezTo>
                  <a:pt x="952669" y="1314965"/>
                  <a:pt x="939075" y="1301371"/>
                  <a:pt x="939075" y="1284602"/>
                </a:cubicBezTo>
                <a:cubicBezTo>
                  <a:pt x="939075" y="1267832"/>
                  <a:pt x="952669" y="1254238"/>
                  <a:pt x="969438" y="1254238"/>
                </a:cubicBezTo>
                <a:close/>
                <a:moveTo>
                  <a:pt x="896883" y="1254238"/>
                </a:moveTo>
                <a:cubicBezTo>
                  <a:pt x="913653" y="1254238"/>
                  <a:pt x="927247" y="1267832"/>
                  <a:pt x="927247" y="1284602"/>
                </a:cubicBezTo>
                <a:cubicBezTo>
                  <a:pt x="927247" y="1301371"/>
                  <a:pt x="913653" y="1314965"/>
                  <a:pt x="896883" y="1314965"/>
                </a:cubicBezTo>
                <a:cubicBezTo>
                  <a:pt x="880114" y="1314965"/>
                  <a:pt x="866520" y="1301371"/>
                  <a:pt x="866520" y="1284602"/>
                </a:cubicBezTo>
                <a:cubicBezTo>
                  <a:pt x="866520" y="1267832"/>
                  <a:pt x="880114" y="1254238"/>
                  <a:pt x="896883" y="1254238"/>
                </a:cubicBezTo>
                <a:close/>
                <a:moveTo>
                  <a:pt x="824329" y="1254238"/>
                </a:moveTo>
                <a:cubicBezTo>
                  <a:pt x="841098" y="1254238"/>
                  <a:pt x="854692" y="1267832"/>
                  <a:pt x="854692" y="1284602"/>
                </a:cubicBezTo>
                <a:cubicBezTo>
                  <a:pt x="854692" y="1301371"/>
                  <a:pt x="841098" y="1314965"/>
                  <a:pt x="824329" y="1314965"/>
                </a:cubicBezTo>
                <a:cubicBezTo>
                  <a:pt x="807559" y="1314965"/>
                  <a:pt x="793965" y="1301371"/>
                  <a:pt x="793965" y="1284602"/>
                </a:cubicBezTo>
                <a:cubicBezTo>
                  <a:pt x="793965" y="1267832"/>
                  <a:pt x="807559" y="1254238"/>
                  <a:pt x="824329" y="1254238"/>
                </a:cubicBezTo>
                <a:close/>
                <a:moveTo>
                  <a:pt x="751774" y="1254238"/>
                </a:moveTo>
                <a:cubicBezTo>
                  <a:pt x="768544" y="1254238"/>
                  <a:pt x="782138" y="1267832"/>
                  <a:pt x="782138" y="1284602"/>
                </a:cubicBezTo>
                <a:cubicBezTo>
                  <a:pt x="782138" y="1301371"/>
                  <a:pt x="768544" y="1314965"/>
                  <a:pt x="751774" y="1314965"/>
                </a:cubicBezTo>
                <a:cubicBezTo>
                  <a:pt x="735005" y="1314965"/>
                  <a:pt x="721411" y="1301371"/>
                  <a:pt x="721411" y="1284602"/>
                </a:cubicBezTo>
                <a:cubicBezTo>
                  <a:pt x="721411" y="1267832"/>
                  <a:pt x="735005" y="1254238"/>
                  <a:pt x="751774" y="1254238"/>
                </a:cubicBezTo>
                <a:close/>
                <a:moveTo>
                  <a:pt x="679220" y="1254238"/>
                </a:moveTo>
                <a:cubicBezTo>
                  <a:pt x="695989" y="1254238"/>
                  <a:pt x="709583" y="1267832"/>
                  <a:pt x="709583" y="1284602"/>
                </a:cubicBezTo>
                <a:cubicBezTo>
                  <a:pt x="709583" y="1301371"/>
                  <a:pt x="695989" y="1314965"/>
                  <a:pt x="679220" y="1314965"/>
                </a:cubicBezTo>
                <a:cubicBezTo>
                  <a:pt x="662450" y="1314965"/>
                  <a:pt x="648856" y="1301371"/>
                  <a:pt x="648856" y="1284602"/>
                </a:cubicBezTo>
                <a:cubicBezTo>
                  <a:pt x="648856" y="1267832"/>
                  <a:pt x="662450" y="1254238"/>
                  <a:pt x="679220" y="1254238"/>
                </a:cubicBezTo>
                <a:close/>
                <a:moveTo>
                  <a:pt x="606665" y="1254238"/>
                </a:moveTo>
                <a:cubicBezTo>
                  <a:pt x="623435" y="1254238"/>
                  <a:pt x="637029" y="1267832"/>
                  <a:pt x="637029" y="1284602"/>
                </a:cubicBezTo>
                <a:cubicBezTo>
                  <a:pt x="637029" y="1301371"/>
                  <a:pt x="623435" y="1314965"/>
                  <a:pt x="606665" y="1314965"/>
                </a:cubicBezTo>
                <a:cubicBezTo>
                  <a:pt x="589896" y="1314965"/>
                  <a:pt x="576302" y="1301371"/>
                  <a:pt x="576302" y="1284602"/>
                </a:cubicBezTo>
                <a:cubicBezTo>
                  <a:pt x="576302" y="1267832"/>
                  <a:pt x="589896" y="1254238"/>
                  <a:pt x="606665" y="1254238"/>
                </a:cubicBezTo>
                <a:close/>
                <a:moveTo>
                  <a:pt x="534111" y="1254238"/>
                </a:moveTo>
                <a:cubicBezTo>
                  <a:pt x="550880" y="1254238"/>
                  <a:pt x="564474" y="1267832"/>
                  <a:pt x="564474" y="1284602"/>
                </a:cubicBezTo>
                <a:cubicBezTo>
                  <a:pt x="564474" y="1301371"/>
                  <a:pt x="550880" y="1314965"/>
                  <a:pt x="534111" y="1314965"/>
                </a:cubicBezTo>
                <a:cubicBezTo>
                  <a:pt x="517341" y="1314965"/>
                  <a:pt x="503747" y="1301371"/>
                  <a:pt x="503747" y="1284602"/>
                </a:cubicBezTo>
                <a:cubicBezTo>
                  <a:pt x="503747" y="1267832"/>
                  <a:pt x="517341" y="1254238"/>
                  <a:pt x="534111" y="1254238"/>
                </a:cubicBezTo>
                <a:close/>
                <a:moveTo>
                  <a:pt x="461556" y="1254238"/>
                </a:moveTo>
                <a:cubicBezTo>
                  <a:pt x="478326" y="1254238"/>
                  <a:pt x="491920" y="1267832"/>
                  <a:pt x="491920" y="1284602"/>
                </a:cubicBezTo>
                <a:cubicBezTo>
                  <a:pt x="491920" y="1301371"/>
                  <a:pt x="478326" y="1314965"/>
                  <a:pt x="461556" y="1314965"/>
                </a:cubicBezTo>
                <a:cubicBezTo>
                  <a:pt x="444787" y="1314965"/>
                  <a:pt x="431192" y="1301371"/>
                  <a:pt x="431192" y="1284602"/>
                </a:cubicBezTo>
                <a:cubicBezTo>
                  <a:pt x="431192" y="1267832"/>
                  <a:pt x="444787" y="1254238"/>
                  <a:pt x="461556" y="1254238"/>
                </a:cubicBezTo>
                <a:close/>
                <a:moveTo>
                  <a:pt x="389002" y="1254238"/>
                </a:moveTo>
                <a:cubicBezTo>
                  <a:pt x="405771" y="1254238"/>
                  <a:pt x="419365" y="1267832"/>
                  <a:pt x="419365" y="1284602"/>
                </a:cubicBezTo>
                <a:cubicBezTo>
                  <a:pt x="419365" y="1301371"/>
                  <a:pt x="405771" y="1314965"/>
                  <a:pt x="389002" y="1314965"/>
                </a:cubicBezTo>
                <a:cubicBezTo>
                  <a:pt x="372232" y="1314965"/>
                  <a:pt x="358638" y="1301371"/>
                  <a:pt x="358638" y="1284602"/>
                </a:cubicBezTo>
                <a:cubicBezTo>
                  <a:pt x="358638" y="1267832"/>
                  <a:pt x="372232" y="1254238"/>
                  <a:pt x="389002" y="1254238"/>
                </a:cubicBezTo>
                <a:close/>
                <a:moveTo>
                  <a:pt x="316447" y="1254238"/>
                </a:moveTo>
                <a:cubicBezTo>
                  <a:pt x="333216" y="1254238"/>
                  <a:pt x="346810" y="1267832"/>
                  <a:pt x="346810" y="1284602"/>
                </a:cubicBezTo>
                <a:cubicBezTo>
                  <a:pt x="346810" y="1301371"/>
                  <a:pt x="333216" y="1314965"/>
                  <a:pt x="316447" y="1314965"/>
                </a:cubicBezTo>
                <a:cubicBezTo>
                  <a:pt x="299677" y="1314965"/>
                  <a:pt x="286084" y="1301371"/>
                  <a:pt x="286084" y="1284602"/>
                </a:cubicBezTo>
                <a:cubicBezTo>
                  <a:pt x="286084" y="1267832"/>
                  <a:pt x="299677" y="1254238"/>
                  <a:pt x="316447" y="1254238"/>
                </a:cubicBezTo>
                <a:close/>
                <a:moveTo>
                  <a:pt x="243892" y="1254238"/>
                </a:moveTo>
                <a:cubicBezTo>
                  <a:pt x="260662" y="1254238"/>
                  <a:pt x="274256" y="1267832"/>
                  <a:pt x="274256" y="1284602"/>
                </a:cubicBezTo>
                <a:cubicBezTo>
                  <a:pt x="274256" y="1301371"/>
                  <a:pt x="260662" y="1314965"/>
                  <a:pt x="243892" y="1314965"/>
                </a:cubicBezTo>
                <a:cubicBezTo>
                  <a:pt x="227123" y="1314965"/>
                  <a:pt x="213529" y="1301371"/>
                  <a:pt x="213529" y="1284602"/>
                </a:cubicBezTo>
                <a:cubicBezTo>
                  <a:pt x="213529" y="1267832"/>
                  <a:pt x="227123" y="1254238"/>
                  <a:pt x="243892" y="1254238"/>
                </a:cubicBezTo>
                <a:close/>
                <a:moveTo>
                  <a:pt x="171339" y="1254238"/>
                </a:moveTo>
                <a:cubicBezTo>
                  <a:pt x="188107" y="1254238"/>
                  <a:pt x="201701" y="1267832"/>
                  <a:pt x="201701" y="1284602"/>
                </a:cubicBezTo>
                <a:cubicBezTo>
                  <a:pt x="201701" y="1301371"/>
                  <a:pt x="188107" y="1314965"/>
                  <a:pt x="171339" y="1314965"/>
                </a:cubicBezTo>
                <a:cubicBezTo>
                  <a:pt x="154622" y="1314965"/>
                  <a:pt x="141029" y="1301371"/>
                  <a:pt x="141029" y="1284602"/>
                </a:cubicBezTo>
                <a:cubicBezTo>
                  <a:pt x="141029" y="1267832"/>
                  <a:pt x="154622" y="1254238"/>
                  <a:pt x="171339" y="1254238"/>
                </a:cubicBezTo>
                <a:close/>
                <a:moveTo>
                  <a:pt x="98845" y="1254238"/>
                </a:moveTo>
                <a:cubicBezTo>
                  <a:pt x="115610" y="1254238"/>
                  <a:pt x="129204" y="1267832"/>
                  <a:pt x="129204" y="1284602"/>
                </a:cubicBezTo>
                <a:cubicBezTo>
                  <a:pt x="129204" y="1301371"/>
                  <a:pt x="115610" y="1314965"/>
                  <a:pt x="98845" y="1314965"/>
                </a:cubicBezTo>
                <a:cubicBezTo>
                  <a:pt x="82074" y="1314965"/>
                  <a:pt x="68480" y="1301371"/>
                  <a:pt x="68480" y="1284602"/>
                </a:cubicBezTo>
                <a:cubicBezTo>
                  <a:pt x="68480" y="1267832"/>
                  <a:pt x="82074" y="1254238"/>
                  <a:pt x="98845" y="1254238"/>
                </a:cubicBezTo>
                <a:close/>
                <a:moveTo>
                  <a:pt x="26290" y="1254238"/>
                </a:moveTo>
                <a:cubicBezTo>
                  <a:pt x="43057" y="1254238"/>
                  <a:pt x="56651" y="1267832"/>
                  <a:pt x="56651" y="1284602"/>
                </a:cubicBezTo>
                <a:cubicBezTo>
                  <a:pt x="56651" y="1301371"/>
                  <a:pt x="43057" y="1314965"/>
                  <a:pt x="26290" y="1314965"/>
                </a:cubicBezTo>
                <a:cubicBezTo>
                  <a:pt x="17905" y="1314965"/>
                  <a:pt x="10314" y="1311567"/>
                  <a:pt x="4819" y="1306072"/>
                </a:cubicBezTo>
                <a:lnTo>
                  <a:pt x="0" y="1294437"/>
                </a:lnTo>
                <a:lnTo>
                  <a:pt x="0" y="1274766"/>
                </a:lnTo>
                <a:lnTo>
                  <a:pt x="4819" y="1263131"/>
                </a:lnTo>
                <a:cubicBezTo>
                  <a:pt x="10314" y="1257637"/>
                  <a:pt x="17905" y="1254238"/>
                  <a:pt x="26290" y="1254238"/>
                </a:cubicBezTo>
                <a:close/>
                <a:moveTo>
                  <a:pt x="1474228" y="1174410"/>
                </a:moveTo>
                <a:lnTo>
                  <a:pt x="1450688" y="1213159"/>
                </a:lnTo>
                <a:lnTo>
                  <a:pt x="1446956" y="1204150"/>
                </a:lnTo>
                <a:cubicBezTo>
                  <a:pt x="1446956" y="1191573"/>
                  <a:pt x="1454603" y="1180782"/>
                  <a:pt x="1465501" y="1176173"/>
                </a:cubicBezTo>
                <a:close/>
                <a:moveTo>
                  <a:pt x="1404765" y="1173786"/>
                </a:moveTo>
                <a:cubicBezTo>
                  <a:pt x="1421535" y="1173786"/>
                  <a:pt x="1435129" y="1187380"/>
                  <a:pt x="1435129" y="1204150"/>
                </a:cubicBezTo>
                <a:cubicBezTo>
                  <a:pt x="1435129" y="1220919"/>
                  <a:pt x="1421535" y="1234513"/>
                  <a:pt x="1404765" y="1234513"/>
                </a:cubicBezTo>
                <a:cubicBezTo>
                  <a:pt x="1387996" y="1234513"/>
                  <a:pt x="1374402" y="1220919"/>
                  <a:pt x="1374402" y="1204150"/>
                </a:cubicBezTo>
                <a:cubicBezTo>
                  <a:pt x="1374402" y="1187380"/>
                  <a:pt x="1387996" y="1173786"/>
                  <a:pt x="1404765" y="1173786"/>
                </a:cubicBezTo>
                <a:close/>
                <a:moveTo>
                  <a:pt x="1332211" y="1173786"/>
                </a:moveTo>
                <a:cubicBezTo>
                  <a:pt x="1348980" y="1173786"/>
                  <a:pt x="1362574" y="1187380"/>
                  <a:pt x="1362574" y="1204150"/>
                </a:cubicBezTo>
                <a:cubicBezTo>
                  <a:pt x="1362574" y="1220919"/>
                  <a:pt x="1348980" y="1234513"/>
                  <a:pt x="1332211" y="1234513"/>
                </a:cubicBezTo>
                <a:cubicBezTo>
                  <a:pt x="1315441" y="1234513"/>
                  <a:pt x="1301847" y="1220919"/>
                  <a:pt x="1301847" y="1204150"/>
                </a:cubicBezTo>
                <a:cubicBezTo>
                  <a:pt x="1301847" y="1187380"/>
                  <a:pt x="1315441" y="1173786"/>
                  <a:pt x="1332211" y="1173786"/>
                </a:cubicBezTo>
                <a:close/>
                <a:moveTo>
                  <a:pt x="1259656" y="1173786"/>
                </a:moveTo>
                <a:cubicBezTo>
                  <a:pt x="1276426" y="1173786"/>
                  <a:pt x="1290020" y="1187380"/>
                  <a:pt x="1290020" y="1204150"/>
                </a:cubicBezTo>
                <a:cubicBezTo>
                  <a:pt x="1290020" y="1220919"/>
                  <a:pt x="1276426" y="1234513"/>
                  <a:pt x="1259656" y="1234513"/>
                </a:cubicBezTo>
                <a:cubicBezTo>
                  <a:pt x="1242887" y="1234513"/>
                  <a:pt x="1229293" y="1220919"/>
                  <a:pt x="1229293" y="1204150"/>
                </a:cubicBezTo>
                <a:cubicBezTo>
                  <a:pt x="1229293" y="1187380"/>
                  <a:pt x="1242887" y="1173786"/>
                  <a:pt x="1259656" y="1173786"/>
                </a:cubicBezTo>
                <a:close/>
                <a:moveTo>
                  <a:pt x="1187102" y="1173786"/>
                </a:moveTo>
                <a:cubicBezTo>
                  <a:pt x="1203871" y="1173786"/>
                  <a:pt x="1217465" y="1187380"/>
                  <a:pt x="1217465" y="1204150"/>
                </a:cubicBezTo>
                <a:cubicBezTo>
                  <a:pt x="1217465" y="1220919"/>
                  <a:pt x="1203871" y="1234513"/>
                  <a:pt x="1187102" y="1234513"/>
                </a:cubicBezTo>
                <a:cubicBezTo>
                  <a:pt x="1170332" y="1234513"/>
                  <a:pt x="1156738" y="1220919"/>
                  <a:pt x="1156738" y="1204150"/>
                </a:cubicBezTo>
                <a:cubicBezTo>
                  <a:pt x="1156738" y="1187380"/>
                  <a:pt x="1170332" y="1173786"/>
                  <a:pt x="1187102" y="1173786"/>
                </a:cubicBezTo>
                <a:close/>
                <a:moveTo>
                  <a:pt x="1114547" y="1173786"/>
                </a:moveTo>
                <a:cubicBezTo>
                  <a:pt x="1131317" y="1173786"/>
                  <a:pt x="1144911" y="1187380"/>
                  <a:pt x="1144911" y="1204150"/>
                </a:cubicBezTo>
                <a:cubicBezTo>
                  <a:pt x="1144911" y="1220919"/>
                  <a:pt x="1131317" y="1234513"/>
                  <a:pt x="1114547" y="1234513"/>
                </a:cubicBezTo>
                <a:cubicBezTo>
                  <a:pt x="1097778" y="1234513"/>
                  <a:pt x="1084184" y="1220919"/>
                  <a:pt x="1084184" y="1204150"/>
                </a:cubicBezTo>
                <a:cubicBezTo>
                  <a:pt x="1084184" y="1187380"/>
                  <a:pt x="1097778" y="1173786"/>
                  <a:pt x="1114547" y="1173786"/>
                </a:cubicBezTo>
                <a:close/>
                <a:moveTo>
                  <a:pt x="1041993" y="1173786"/>
                </a:moveTo>
                <a:cubicBezTo>
                  <a:pt x="1058762" y="1173786"/>
                  <a:pt x="1072356" y="1187380"/>
                  <a:pt x="1072356" y="1204150"/>
                </a:cubicBezTo>
                <a:cubicBezTo>
                  <a:pt x="1072356" y="1220919"/>
                  <a:pt x="1058762" y="1234513"/>
                  <a:pt x="1041993" y="1234513"/>
                </a:cubicBezTo>
                <a:cubicBezTo>
                  <a:pt x="1025223" y="1234513"/>
                  <a:pt x="1011629" y="1220919"/>
                  <a:pt x="1011629" y="1204150"/>
                </a:cubicBezTo>
                <a:cubicBezTo>
                  <a:pt x="1011629" y="1187380"/>
                  <a:pt x="1025223" y="1173786"/>
                  <a:pt x="1041993" y="1173786"/>
                </a:cubicBezTo>
                <a:close/>
                <a:moveTo>
                  <a:pt x="969438" y="1173786"/>
                </a:moveTo>
                <a:cubicBezTo>
                  <a:pt x="986208" y="1173786"/>
                  <a:pt x="999801" y="1187380"/>
                  <a:pt x="999801" y="1204150"/>
                </a:cubicBezTo>
                <a:cubicBezTo>
                  <a:pt x="999801" y="1220919"/>
                  <a:pt x="986208" y="1234513"/>
                  <a:pt x="969438" y="1234513"/>
                </a:cubicBezTo>
                <a:cubicBezTo>
                  <a:pt x="952669" y="1234513"/>
                  <a:pt x="939075" y="1220919"/>
                  <a:pt x="939075" y="1204150"/>
                </a:cubicBezTo>
                <a:cubicBezTo>
                  <a:pt x="939075" y="1187380"/>
                  <a:pt x="952669" y="1173786"/>
                  <a:pt x="969438" y="1173786"/>
                </a:cubicBezTo>
                <a:close/>
                <a:moveTo>
                  <a:pt x="896883" y="1173786"/>
                </a:moveTo>
                <a:cubicBezTo>
                  <a:pt x="913653" y="1173786"/>
                  <a:pt x="927247" y="1187380"/>
                  <a:pt x="927247" y="1204150"/>
                </a:cubicBezTo>
                <a:cubicBezTo>
                  <a:pt x="927247" y="1220919"/>
                  <a:pt x="913653" y="1234513"/>
                  <a:pt x="896883" y="1234513"/>
                </a:cubicBezTo>
                <a:cubicBezTo>
                  <a:pt x="880114" y="1234513"/>
                  <a:pt x="866520" y="1220919"/>
                  <a:pt x="866520" y="1204150"/>
                </a:cubicBezTo>
                <a:cubicBezTo>
                  <a:pt x="866520" y="1187380"/>
                  <a:pt x="880114" y="1173786"/>
                  <a:pt x="896883" y="1173786"/>
                </a:cubicBezTo>
                <a:close/>
                <a:moveTo>
                  <a:pt x="824329" y="1173786"/>
                </a:moveTo>
                <a:cubicBezTo>
                  <a:pt x="841098" y="1173786"/>
                  <a:pt x="854692" y="1187380"/>
                  <a:pt x="854692" y="1204150"/>
                </a:cubicBezTo>
                <a:cubicBezTo>
                  <a:pt x="854692" y="1220919"/>
                  <a:pt x="841098" y="1234513"/>
                  <a:pt x="824329" y="1234513"/>
                </a:cubicBezTo>
                <a:cubicBezTo>
                  <a:pt x="807559" y="1234513"/>
                  <a:pt x="793965" y="1220919"/>
                  <a:pt x="793965" y="1204150"/>
                </a:cubicBezTo>
                <a:cubicBezTo>
                  <a:pt x="793965" y="1187380"/>
                  <a:pt x="807559" y="1173786"/>
                  <a:pt x="824329" y="1173786"/>
                </a:cubicBezTo>
                <a:close/>
                <a:moveTo>
                  <a:pt x="751774" y="1173786"/>
                </a:moveTo>
                <a:cubicBezTo>
                  <a:pt x="768544" y="1173786"/>
                  <a:pt x="782138" y="1187380"/>
                  <a:pt x="782138" y="1204150"/>
                </a:cubicBezTo>
                <a:cubicBezTo>
                  <a:pt x="782138" y="1220919"/>
                  <a:pt x="768544" y="1234513"/>
                  <a:pt x="751774" y="1234513"/>
                </a:cubicBezTo>
                <a:cubicBezTo>
                  <a:pt x="735005" y="1234513"/>
                  <a:pt x="721411" y="1220919"/>
                  <a:pt x="721411" y="1204150"/>
                </a:cubicBezTo>
                <a:cubicBezTo>
                  <a:pt x="721411" y="1187380"/>
                  <a:pt x="735005" y="1173786"/>
                  <a:pt x="751774" y="1173786"/>
                </a:cubicBezTo>
                <a:close/>
                <a:moveTo>
                  <a:pt x="679220" y="1173786"/>
                </a:moveTo>
                <a:cubicBezTo>
                  <a:pt x="695989" y="1173786"/>
                  <a:pt x="709583" y="1187380"/>
                  <a:pt x="709583" y="1204150"/>
                </a:cubicBezTo>
                <a:cubicBezTo>
                  <a:pt x="709583" y="1220919"/>
                  <a:pt x="695989" y="1234513"/>
                  <a:pt x="679220" y="1234513"/>
                </a:cubicBezTo>
                <a:cubicBezTo>
                  <a:pt x="662450" y="1234513"/>
                  <a:pt x="648856" y="1220919"/>
                  <a:pt x="648856" y="1204150"/>
                </a:cubicBezTo>
                <a:cubicBezTo>
                  <a:pt x="648856" y="1187380"/>
                  <a:pt x="662450" y="1173786"/>
                  <a:pt x="679220" y="1173786"/>
                </a:cubicBezTo>
                <a:close/>
                <a:moveTo>
                  <a:pt x="606665" y="1173786"/>
                </a:moveTo>
                <a:cubicBezTo>
                  <a:pt x="623435" y="1173786"/>
                  <a:pt x="637029" y="1187380"/>
                  <a:pt x="637029" y="1204150"/>
                </a:cubicBezTo>
                <a:cubicBezTo>
                  <a:pt x="637029" y="1220919"/>
                  <a:pt x="623435" y="1234513"/>
                  <a:pt x="606665" y="1234513"/>
                </a:cubicBezTo>
                <a:cubicBezTo>
                  <a:pt x="589896" y="1234513"/>
                  <a:pt x="576302" y="1220919"/>
                  <a:pt x="576302" y="1204150"/>
                </a:cubicBezTo>
                <a:cubicBezTo>
                  <a:pt x="576302" y="1187380"/>
                  <a:pt x="589896" y="1173786"/>
                  <a:pt x="606665" y="1173786"/>
                </a:cubicBezTo>
                <a:close/>
                <a:moveTo>
                  <a:pt x="534111" y="1173786"/>
                </a:moveTo>
                <a:cubicBezTo>
                  <a:pt x="550880" y="1173786"/>
                  <a:pt x="564474" y="1187380"/>
                  <a:pt x="564474" y="1204150"/>
                </a:cubicBezTo>
                <a:cubicBezTo>
                  <a:pt x="564474" y="1220919"/>
                  <a:pt x="550880" y="1234513"/>
                  <a:pt x="534111" y="1234513"/>
                </a:cubicBezTo>
                <a:cubicBezTo>
                  <a:pt x="517341" y="1234513"/>
                  <a:pt x="503747" y="1220919"/>
                  <a:pt x="503747" y="1204150"/>
                </a:cubicBezTo>
                <a:cubicBezTo>
                  <a:pt x="503747" y="1187380"/>
                  <a:pt x="517341" y="1173786"/>
                  <a:pt x="534111" y="1173786"/>
                </a:cubicBezTo>
                <a:close/>
                <a:moveTo>
                  <a:pt x="461556" y="1173786"/>
                </a:moveTo>
                <a:cubicBezTo>
                  <a:pt x="478326" y="1173786"/>
                  <a:pt x="491920" y="1187380"/>
                  <a:pt x="491920" y="1204150"/>
                </a:cubicBezTo>
                <a:cubicBezTo>
                  <a:pt x="491920" y="1220919"/>
                  <a:pt x="478326" y="1234513"/>
                  <a:pt x="461556" y="1234513"/>
                </a:cubicBezTo>
                <a:cubicBezTo>
                  <a:pt x="444787" y="1234513"/>
                  <a:pt x="431192" y="1220919"/>
                  <a:pt x="431192" y="1204150"/>
                </a:cubicBezTo>
                <a:cubicBezTo>
                  <a:pt x="431192" y="1187380"/>
                  <a:pt x="444787" y="1173786"/>
                  <a:pt x="461556" y="1173786"/>
                </a:cubicBezTo>
                <a:close/>
                <a:moveTo>
                  <a:pt x="389002" y="1173786"/>
                </a:moveTo>
                <a:cubicBezTo>
                  <a:pt x="405771" y="1173786"/>
                  <a:pt x="419365" y="1187380"/>
                  <a:pt x="419365" y="1204150"/>
                </a:cubicBezTo>
                <a:cubicBezTo>
                  <a:pt x="419365" y="1220919"/>
                  <a:pt x="405771" y="1234513"/>
                  <a:pt x="389002" y="1234513"/>
                </a:cubicBezTo>
                <a:cubicBezTo>
                  <a:pt x="372232" y="1234513"/>
                  <a:pt x="358638" y="1220919"/>
                  <a:pt x="358638" y="1204150"/>
                </a:cubicBezTo>
                <a:cubicBezTo>
                  <a:pt x="358638" y="1187380"/>
                  <a:pt x="372232" y="1173786"/>
                  <a:pt x="389002" y="1173786"/>
                </a:cubicBezTo>
                <a:close/>
                <a:moveTo>
                  <a:pt x="316447" y="1173786"/>
                </a:moveTo>
                <a:cubicBezTo>
                  <a:pt x="333216" y="1173786"/>
                  <a:pt x="346810" y="1187380"/>
                  <a:pt x="346810" y="1204150"/>
                </a:cubicBezTo>
                <a:cubicBezTo>
                  <a:pt x="346810" y="1220919"/>
                  <a:pt x="333216" y="1234513"/>
                  <a:pt x="316447" y="1234513"/>
                </a:cubicBezTo>
                <a:cubicBezTo>
                  <a:pt x="299677" y="1234513"/>
                  <a:pt x="286084" y="1220919"/>
                  <a:pt x="286084" y="1204150"/>
                </a:cubicBezTo>
                <a:cubicBezTo>
                  <a:pt x="286084" y="1187380"/>
                  <a:pt x="299677" y="1173786"/>
                  <a:pt x="316447" y="1173786"/>
                </a:cubicBezTo>
                <a:close/>
                <a:moveTo>
                  <a:pt x="243892" y="1173786"/>
                </a:moveTo>
                <a:cubicBezTo>
                  <a:pt x="260662" y="1173786"/>
                  <a:pt x="274256" y="1187380"/>
                  <a:pt x="274256" y="1204150"/>
                </a:cubicBezTo>
                <a:cubicBezTo>
                  <a:pt x="274256" y="1220919"/>
                  <a:pt x="260662" y="1234513"/>
                  <a:pt x="243892" y="1234513"/>
                </a:cubicBezTo>
                <a:cubicBezTo>
                  <a:pt x="227123" y="1234513"/>
                  <a:pt x="213529" y="1220919"/>
                  <a:pt x="213529" y="1204150"/>
                </a:cubicBezTo>
                <a:cubicBezTo>
                  <a:pt x="213529" y="1187380"/>
                  <a:pt x="227123" y="1173786"/>
                  <a:pt x="243892" y="1173786"/>
                </a:cubicBezTo>
                <a:close/>
                <a:moveTo>
                  <a:pt x="171339" y="1173786"/>
                </a:moveTo>
                <a:cubicBezTo>
                  <a:pt x="188107" y="1173786"/>
                  <a:pt x="201701" y="1187380"/>
                  <a:pt x="201701" y="1204150"/>
                </a:cubicBezTo>
                <a:cubicBezTo>
                  <a:pt x="201701" y="1220919"/>
                  <a:pt x="188107" y="1234513"/>
                  <a:pt x="171339" y="1234513"/>
                </a:cubicBezTo>
                <a:cubicBezTo>
                  <a:pt x="154627" y="1234513"/>
                  <a:pt x="141034" y="1220919"/>
                  <a:pt x="141034" y="1204150"/>
                </a:cubicBezTo>
                <a:cubicBezTo>
                  <a:pt x="141034" y="1187380"/>
                  <a:pt x="154627" y="1173786"/>
                  <a:pt x="171339" y="1173786"/>
                </a:cubicBezTo>
                <a:close/>
                <a:moveTo>
                  <a:pt x="98852" y="1173786"/>
                </a:moveTo>
                <a:cubicBezTo>
                  <a:pt x="115616" y="1173786"/>
                  <a:pt x="129210" y="1187380"/>
                  <a:pt x="129210" y="1204150"/>
                </a:cubicBezTo>
                <a:cubicBezTo>
                  <a:pt x="129210" y="1220919"/>
                  <a:pt x="115616" y="1234513"/>
                  <a:pt x="98852" y="1234513"/>
                </a:cubicBezTo>
                <a:cubicBezTo>
                  <a:pt x="82080" y="1234513"/>
                  <a:pt x="68486" y="1220919"/>
                  <a:pt x="68486" y="1204150"/>
                </a:cubicBezTo>
                <a:cubicBezTo>
                  <a:pt x="68486" y="1187380"/>
                  <a:pt x="82080" y="1173786"/>
                  <a:pt x="98852" y="1173786"/>
                </a:cubicBezTo>
                <a:close/>
                <a:moveTo>
                  <a:pt x="26297" y="1173786"/>
                </a:moveTo>
                <a:cubicBezTo>
                  <a:pt x="43063" y="1173786"/>
                  <a:pt x="56658" y="1187380"/>
                  <a:pt x="56658" y="1204150"/>
                </a:cubicBezTo>
                <a:cubicBezTo>
                  <a:pt x="56658" y="1220919"/>
                  <a:pt x="43063" y="1234513"/>
                  <a:pt x="26297" y="1234513"/>
                </a:cubicBezTo>
                <a:cubicBezTo>
                  <a:pt x="17912" y="1234513"/>
                  <a:pt x="10321" y="1231115"/>
                  <a:pt x="4826" y="1225620"/>
                </a:cubicBezTo>
                <a:lnTo>
                  <a:pt x="0" y="1213970"/>
                </a:lnTo>
                <a:lnTo>
                  <a:pt x="0" y="1194329"/>
                </a:lnTo>
                <a:lnTo>
                  <a:pt x="4826" y="1182679"/>
                </a:lnTo>
                <a:cubicBezTo>
                  <a:pt x="10321" y="1177185"/>
                  <a:pt x="17912" y="1173786"/>
                  <a:pt x="26297" y="1173786"/>
                </a:cubicBezTo>
                <a:close/>
                <a:moveTo>
                  <a:pt x="1477320" y="1093335"/>
                </a:moveTo>
                <a:cubicBezTo>
                  <a:pt x="1485705" y="1093335"/>
                  <a:pt x="1493295" y="1096733"/>
                  <a:pt x="1498790" y="1102228"/>
                </a:cubicBezTo>
                <a:lnTo>
                  <a:pt x="1505389" y="1118160"/>
                </a:lnTo>
                <a:lnTo>
                  <a:pt x="1493855" y="1142105"/>
                </a:lnTo>
                <a:lnTo>
                  <a:pt x="1487887" y="1151929"/>
                </a:lnTo>
                <a:lnTo>
                  <a:pt x="1477320" y="1154062"/>
                </a:lnTo>
                <a:cubicBezTo>
                  <a:pt x="1460550" y="1154062"/>
                  <a:pt x="1446956" y="1140468"/>
                  <a:pt x="1446956" y="1123698"/>
                </a:cubicBezTo>
                <a:cubicBezTo>
                  <a:pt x="1446956" y="1106929"/>
                  <a:pt x="1460550" y="1093335"/>
                  <a:pt x="1477320" y="1093335"/>
                </a:cubicBezTo>
                <a:close/>
                <a:moveTo>
                  <a:pt x="1404765" y="1093335"/>
                </a:moveTo>
                <a:cubicBezTo>
                  <a:pt x="1421535" y="1093335"/>
                  <a:pt x="1435129" y="1106929"/>
                  <a:pt x="1435129" y="1123698"/>
                </a:cubicBezTo>
                <a:cubicBezTo>
                  <a:pt x="1435129" y="1140468"/>
                  <a:pt x="1421535" y="1154062"/>
                  <a:pt x="1404765" y="1154062"/>
                </a:cubicBezTo>
                <a:cubicBezTo>
                  <a:pt x="1387996" y="1154062"/>
                  <a:pt x="1374402" y="1140468"/>
                  <a:pt x="1374402" y="1123698"/>
                </a:cubicBezTo>
                <a:cubicBezTo>
                  <a:pt x="1374402" y="1106929"/>
                  <a:pt x="1387996" y="1093335"/>
                  <a:pt x="1404765" y="1093335"/>
                </a:cubicBezTo>
                <a:close/>
                <a:moveTo>
                  <a:pt x="1332211" y="1093335"/>
                </a:moveTo>
                <a:cubicBezTo>
                  <a:pt x="1348980" y="1093335"/>
                  <a:pt x="1362574" y="1106929"/>
                  <a:pt x="1362574" y="1123698"/>
                </a:cubicBezTo>
                <a:cubicBezTo>
                  <a:pt x="1362574" y="1140468"/>
                  <a:pt x="1348980" y="1154062"/>
                  <a:pt x="1332211" y="1154062"/>
                </a:cubicBezTo>
                <a:cubicBezTo>
                  <a:pt x="1315441" y="1154062"/>
                  <a:pt x="1301847" y="1140468"/>
                  <a:pt x="1301847" y="1123698"/>
                </a:cubicBezTo>
                <a:cubicBezTo>
                  <a:pt x="1301847" y="1106929"/>
                  <a:pt x="1315441" y="1093335"/>
                  <a:pt x="1332211" y="1093335"/>
                </a:cubicBezTo>
                <a:close/>
                <a:moveTo>
                  <a:pt x="1259656" y="1093335"/>
                </a:moveTo>
                <a:cubicBezTo>
                  <a:pt x="1276426" y="1093335"/>
                  <a:pt x="1290020" y="1106929"/>
                  <a:pt x="1290020" y="1123698"/>
                </a:cubicBezTo>
                <a:cubicBezTo>
                  <a:pt x="1290020" y="1140468"/>
                  <a:pt x="1276426" y="1154062"/>
                  <a:pt x="1259656" y="1154062"/>
                </a:cubicBezTo>
                <a:cubicBezTo>
                  <a:pt x="1242887" y="1154062"/>
                  <a:pt x="1229293" y="1140468"/>
                  <a:pt x="1229293" y="1123698"/>
                </a:cubicBezTo>
                <a:cubicBezTo>
                  <a:pt x="1229293" y="1106929"/>
                  <a:pt x="1242887" y="1093335"/>
                  <a:pt x="1259656" y="1093335"/>
                </a:cubicBezTo>
                <a:close/>
                <a:moveTo>
                  <a:pt x="1187102" y="1093335"/>
                </a:moveTo>
                <a:cubicBezTo>
                  <a:pt x="1203871" y="1093335"/>
                  <a:pt x="1217465" y="1106929"/>
                  <a:pt x="1217465" y="1123698"/>
                </a:cubicBezTo>
                <a:cubicBezTo>
                  <a:pt x="1217465" y="1140468"/>
                  <a:pt x="1203871" y="1154062"/>
                  <a:pt x="1187102" y="1154062"/>
                </a:cubicBezTo>
                <a:cubicBezTo>
                  <a:pt x="1170332" y="1154062"/>
                  <a:pt x="1156738" y="1140468"/>
                  <a:pt x="1156738" y="1123698"/>
                </a:cubicBezTo>
                <a:cubicBezTo>
                  <a:pt x="1156738" y="1106929"/>
                  <a:pt x="1170332" y="1093335"/>
                  <a:pt x="1187102" y="1093335"/>
                </a:cubicBezTo>
                <a:close/>
                <a:moveTo>
                  <a:pt x="1114547" y="1093335"/>
                </a:moveTo>
                <a:cubicBezTo>
                  <a:pt x="1131317" y="1093335"/>
                  <a:pt x="1144911" y="1106929"/>
                  <a:pt x="1144911" y="1123698"/>
                </a:cubicBezTo>
                <a:cubicBezTo>
                  <a:pt x="1144911" y="1140468"/>
                  <a:pt x="1131317" y="1154062"/>
                  <a:pt x="1114547" y="1154062"/>
                </a:cubicBezTo>
                <a:cubicBezTo>
                  <a:pt x="1097778" y="1154062"/>
                  <a:pt x="1084184" y="1140468"/>
                  <a:pt x="1084184" y="1123698"/>
                </a:cubicBezTo>
                <a:cubicBezTo>
                  <a:pt x="1084184" y="1106929"/>
                  <a:pt x="1097778" y="1093335"/>
                  <a:pt x="1114547" y="1093335"/>
                </a:cubicBezTo>
                <a:close/>
                <a:moveTo>
                  <a:pt x="1041993" y="1093335"/>
                </a:moveTo>
                <a:cubicBezTo>
                  <a:pt x="1058762" y="1093335"/>
                  <a:pt x="1072356" y="1106929"/>
                  <a:pt x="1072356" y="1123698"/>
                </a:cubicBezTo>
                <a:cubicBezTo>
                  <a:pt x="1072356" y="1140468"/>
                  <a:pt x="1058762" y="1154062"/>
                  <a:pt x="1041993" y="1154062"/>
                </a:cubicBezTo>
                <a:cubicBezTo>
                  <a:pt x="1025223" y="1154062"/>
                  <a:pt x="1011629" y="1140468"/>
                  <a:pt x="1011629" y="1123698"/>
                </a:cubicBezTo>
                <a:cubicBezTo>
                  <a:pt x="1011629" y="1106929"/>
                  <a:pt x="1025223" y="1093335"/>
                  <a:pt x="1041993" y="1093335"/>
                </a:cubicBezTo>
                <a:close/>
                <a:moveTo>
                  <a:pt x="969438" y="1093335"/>
                </a:moveTo>
                <a:cubicBezTo>
                  <a:pt x="986208" y="1093335"/>
                  <a:pt x="999801" y="1106929"/>
                  <a:pt x="999801" y="1123698"/>
                </a:cubicBezTo>
                <a:cubicBezTo>
                  <a:pt x="999801" y="1140468"/>
                  <a:pt x="986208" y="1154062"/>
                  <a:pt x="969438" y="1154062"/>
                </a:cubicBezTo>
                <a:cubicBezTo>
                  <a:pt x="952669" y="1154062"/>
                  <a:pt x="939075" y="1140468"/>
                  <a:pt x="939075" y="1123698"/>
                </a:cubicBezTo>
                <a:cubicBezTo>
                  <a:pt x="939075" y="1106929"/>
                  <a:pt x="952669" y="1093335"/>
                  <a:pt x="969438" y="1093335"/>
                </a:cubicBezTo>
                <a:close/>
                <a:moveTo>
                  <a:pt x="896883" y="1093335"/>
                </a:moveTo>
                <a:cubicBezTo>
                  <a:pt x="913653" y="1093335"/>
                  <a:pt x="927247" y="1106929"/>
                  <a:pt x="927247" y="1123698"/>
                </a:cubicBezTo>
                <a:cubicBezTo>
                  <a:pt x="927247" y="1140468"/>
                  <a:pt x="913653" y="1154062"/>
                  <a:pt x="896883" y="1154062"/>
                </a:cubicBezTo>
                <a:cubicBezTo>
                  <a:pt x="880114" y="1154062"/>
                  <a:pt x="866520" y="1140468"/>
                  <a:pt x="866520" y="1123698"/>
                </a:cubicBezTo>
                <a:cubicBezTo>
                  <a:pt x="866520" y="1106929"/>
                  <a:pt x="880114" y="1093335"/>
                  <a:pt x="896883" y="1093335"/>
                </a:cubicBezTo>
                <a:close/>
                <a:moveTo>
                  <a:pt x="824329" y="1093335"/>
                </a:moveTo>
                <a:cubicBezTo>
                  <a:pt x="841098" y="1093335"/>
                  <a:pt x="854692" y="1106929"/>
                  <a:pt x="854692" y="1123698"/>
                </a:cubicBezTo>
                <a:cubicBezTo>
                  <a:pt x="854692" y="1140468"/>
                  <a:pt x="841098" y="1154062"/>
                  <a:pt x="824329" y="1154062"/>
                </a:cubicBezTo>
                <a:cubicBezTo>
                  <a:pt x="807559" y="1154062"/>
                  <a:pt x="793965" y="1140468"/>
                  <a:pt x="793965" y="1123698"/>
                </a:cubicBezTo>
                <a:cubicBezTo>
                  <a:pt x="793965" y="1106929"/>
                  <a:pt x="807559" y="1093335"/>
                  <a:pt x="824329" y="1093335"/>
                </a:cubicBezTo>
                <a:close/>
                <a:moveTo>
                  <a:pt x="751774" y="1093335"/>
                </a:moveTo>
                <a:cubicBezTo>
                  <a:pt x="768544" y="1093335"/>
                  <a:pt x="782138" y="1106929"/>
                  <a:pt x="782138" y="1123698"/>
                </a:cubicBezTo>
                <a:cubicBezTo>
                  <a:pt x="782138" y="1140468"/>
                  <a:pt x="768544" y="1154062"/>
                  <a:pt x="751774" y="1154062"/>
                </a:cubicBezTo>
                <a:cubicBezTo>
                  <a:pt x="735005" y="1154062"/>
                  <a:pt x="721411" y="1140468"/>
                  <a:pt x="721411" y="1123698"/>
                </a:cubicBezTo>
                <a:cubicBezTo>
                  <a:pt x="721411" y="1106929"/>
                  <a:pt x="735005" y="1093335"/>
                  <a:pt x="751774" y="1093335"/>
                </a:cubicBezTo>
                <a:close/>
                <a:moveTo>
                  <a:pt x="679220" y="1093335"/>
                </a:moveTo>
                <a:cubicBezTo>
                  <a:pt x="695989" y="1093335"/>
                  <a:pt x="709583" y="1106929"/>
                  <a:pt x="709583" y="1123698"/>
                </a:cubicBezTo>
                <a:cubicBezTo>
                  <a:pt x="709583" y="1140468"/>
                  <a:pt x="695989" y="1154062"/>
                  <a:pt x="679220" y="1154062"/>
                </a:cubicBezTo>
                <a:cubicBezTo>
                  <a:pt x="662450" y="1154062"/>
                  <a:pt x="648856" y="1140468"/>
                  <a:pt x="648856" y="1123698"/>
                </a:cubicBezTo>
                <a:cubicBezTo>
                  <a:pt x="648856" y="1106929"/>
                  <a:pt x="662450" y="1093335"/>
                  <a:pt x="679220" y="1093335"/>
                </a:cubicBezTo>
                <a:close/>
                <a:moveTo>
                  <a:pt x="606665" y="1093335"/>
                </a:moveTo>
                <a:cubicBezTo>
                  <a:pt x="623435" y="1093335"/>
                  <a:pt x="637029" y="1106929"/>
                  <a:pt x="637029" y="1123698"/>
                </a:cubicBezTo>
                <a:cubicBezTo>
                  <a:pt x="637029" y="1140468"/>
                  <a:pt x="623435" y="1154062"/>
                  <a:pt x="606665" y="1154062"/>
                </a:cubicBezTo>
                <a:cubicBezTo>
                  <a:pt x="589896" y="1154062"/>
                  <a:pt x="576302" y="1140468"/>
                  <a:pt x="576302" y="1123698"/>
                </a:cubicBezTo>
                <a:cubicBezTo>
                  <a:pt x="576302" y="1106929"/>
                  <a:pt x="589896" y="1093335"/>
                  <a:pt x="606665" y="1093335"/>
                </a:cubicBezTo>
                <a:close/>
                <a:moveTo>
                  <a:pt x="534111" y="1093335"/>
                </a:moveTo>
                <a:cubicBezTo>
                  <a:pt x="550880" y="1093335"/>
                  <a:pt x="564474" y="1106929"/>
                  <a:pt x="564474" y="1123698"/>
                </a:cubicBezTo>
                <a:cubicBezTo>
                  <a:pt x="564474" y="1140468"/>
                  <a:pt x="550880" y="1154062"/>
                  <a:pt x="534111" y="1154062"/>
                </a:cubicBezTo>
                <a:cubicBezTo>
                  <a:pt x="517341" y="1154062"/>
                  <a:pt x="503747" y="1140468"/>
                  <a:pt x="503747" y="1123698"/>
                </a:cubicBezTo>
                <a:cubicBezTo>
                  <a:pt x="503747" y="1106929"/>
                  <a:pt x="517341" y="1093335"/>
                  <a:pt x="534111" y="1093335"/>
                </a:cubicBezTo>
                <a:close/>
                <a:moveTo>
                  <a:pt x="461556" y="1093335"/>
                </a:moveTo>
                <a:cubicBezTo>
                  <a:pt x="478326" y="1093335"/>
                  <a:pt x="491920" y="1106929"/>
                  <a:pt x="491920" y="1123698"/>
                </a:cubicBezTo>
                <a:cubicBezTo>
                  <a:pt x="491920" y="1140468"/>
                  <a:pt x="478326" y="1154062"/>
                  <a:pt x="461556" y="1154062"/>
                </a:cubicBezTo>
                <a:cubicBezTo>
                  <a:pt x="444787" y="1154062"/>
                  <a:pt x="431192" y="1140468"/>
                  <a:pt x="431192" y="1123698"/>
                </a:cubicBezTo>
                <a:cubicBezTo>
                  <a:pt x="431192" y="1106929"/>
                  <a:pt x="444787" y="1093335"/>
                  <a:pt x="461556" y="1093335"/>
                </a:cubicBezTo>
                <a:close/>
                <a:moveTo>
                  <a:pt x="389002" y="1093335"/>
                </a:moveTo>
                <a:cubicBezTo>
                  <a:pt x="405771" y="1093335"/>
                  <a:pt x="419365" y="1106929"/>
                  <a:pt x="419365" y="1123698"/>
                </a:cubicBezTo>
                <a:cubicBezTo>
                  <a:pt x="419365" y="1140468"/>
                  <a:pt x="405771" y="1154062"/>
                  <a:pt x="389002" y="1154062"/>
                </a:cubicBezTo>
                <a:cubicBezTo>
                  <a:pt x="372232" y="1154062"/>
                  <a:pt x="358638" y="1140468"/>
                  <a:pt x="358638" y="1123698"/>
                </a:cubicBezTo>
                <a:cubicBezTo>
                  <a:pt x="358638" y="1106929"/>
                  <a:pt x="372232" y="1093335"/>
                  <a:pt x="389002" y="1093335"/>
                </a:cubicBezTo>
                <a:close/>
                <a:moveTo>
                  <a:pt x="316447" y="1093335"/>
                </a:moveTo>
                <a:cubicBezTo>
                  <a:pt x="333216" y="1093335"/>
                  <a:pt x="346810" y="1106929"/>
                  <a:pt x="346810" y="1123698"/>
                </a:cubicBezTo>
                <a:cubicBezTo>
                  <a:pt x="346810" y="1140468"/>
                  <a:pt x="333216" y="1154062"/>
                  <a:pt x="316447" y="1154062"/>
                </a:cubicBezTo>
                <a:cubicBezTo>
                  <a:pt x="299677" y="1154062"/>
                  <a:pt x="286084" y="1140468"/>
                  <a:pt x="286084" y="1123698"/>
                </a:cubicBezTo>
                <a:cubicBezTo>
                  <a:pt x="286084" y="1106929"/>
                  <a:pt x="299677" y="1093335"/>
                  <a:pt x="316447" y="1093335"/>
                </a:cubicBezTo>
                <a:close/>
                <a:moveTo>
                  <a:pt x="243892" y="1093335"/>
                </a:moveTo>
                <a:cubicBezTo>
                  <a:pt x="260662" y="1093335"/>
                  <a:pt x="274256" y="1106929"/>
                  <a:pt x="274256" y="1123698"/>
                </a:cubicBezTo>
                <a:cubicBezTo>
                  <a:pt x="274256" y="1140468"/>
                  <a:pt x="260662" y="1154062"/>
                  <a:pt x="243892" y="1154062"/>
                </a:cubicBezTo>
                <a:cubicBezTo>
                  <a:pt x="227123" y="1154062"/>
                  <a:pt x="213529" y="1140468"/>
                  <a:pt x="213529" y="1123698"/>
                </a:cubicBezTo>
                <a:cubicBezTo>
                  <a:pt x="213529" y="1106929"/>
                  <a:pt x="227123" y="1093335"/>
                  <a:pt x="243892" y="1093335"/>
                </a:cubicBezTo>
                <a:close/>
                <a:moveTo>
                  <a:pt x="171339" y="1093335"/>
                </a:moveTo>
                <a:cubicBezTo>
                  <a:pt x="188107" y="1093335"/>
                  <a:pt x="201701" y="1106929"/>
                  <a:pt x="201701" y="1123698"/>
                </a:cubicBezTo>
                <a:cubicBezTo>
                  <a:pt x="201701" y="1140468"/>
                  <a:pt x="188107" y="1154062"/>
                  <a:pt x="171339" y="1154062"/>
                </a:cubicBezTo>
                <a:cubicBezTo>
                  <a:pt x="154633" y="1154062"/>
                  <a:pt x="141040" y="1140468"/>
                  <a:pt x="141040" y="1123698"/>
                </a:cubicBezTo>
                <a:cubicBezTo>
                  <a:pt x="141040" y="1106929"/>
                  <a:pt x="154633" y="1093335"/>
                  <a:pt x="171339" y="1093335"/>
                </a:cubicBezTo>
                <a:close/>
                <a:moveTo>
                  <a:pt x="98858" y="1093335"/>
                </a:moveTo>
                <a:cubicBezTo>
                  <a:pt x="115622" y="1093335"/>
                  <a:pt x="129216" y="1106929"/>
                  <a:pt x="129216" y="1123698"/>
                </a:cubicBezTo>
                <a:cubicBezTo>
                  <a:pt x="129216" y="1140468"/>
                  <a:pt x="115622" y="1154062"/>
                  <a:pt x="98858" y="1154062"/>
                </a:cubicBezTo>
                <a:cubicBezTo>
                  <a:pt x="82086" y="1154062"/>
                  <a:pt x="68492" y="1140468"/>
                  <a:pt x="68492" y="1123698"/>
                </a:cubicBezTo>
                <a:cubicBezTo>
                  <a:pt x="68492" y="1106929"/>
                  <a:pt x="82086" y="1093335"/>
                  <a:pt x="98858" y="1093335"/>
                </a:cubicBezTo>
                <a:close/>
                <a:moveTo>
                  <a:pt x="26303" y="1093335"/>
                </a:moveTo>
                <a:cubicBezTo>
                  <a:pt x="43069" y="1093335"/>
                  <a:pt x="56664" y="1106929"/>
                  <a:pt x="56664" y="1123698"/>
                </a:cubicBezTo>
                <a:cubicBezTo>
                  <a:pt x="56664" y="1140468"/>
                  <a:pt x="43069" y="1154062"/>
                  <a:pt x="26303" y="1154062"/>
                </a:cubicBezTo>
                <a:cubicBezTo>
                  <a:pt x="17918" y="1154062"/>
                  <a:pt x="10327" y="1150664"/>
                  <a:pt x="4832" y="1145169"/>
                </a:cubicBezTo>
                <a:lnTo>
                  <a:pt x="0" y="1133503"/>
                </a:lnTo>
                <a:lnTo>
                  <a:pt x="0" y="1113894"/>
                </a:lnTo>
                <a:lnTo>
                  <a:pt x="4832" y="1102228"/>
                </a:lnTo>
                <a:cubicBezTo>
                  <a:pt x="10327" y="1096734"/>
                  <a:pt x="17918" y="1093335"/>
                  <a:pt x="26303" y="1093335"/>
                </a:cubicBezTo>
                <a:close/>
                <a:moveTo>
                  <a:pt x="1549874" y="1012883"/>
                </a:moveTo>
                <a:lnTo>
                  <a:pt x="1555552" y="1014029"/>
                </a:lnTo>
                <a:lnTo>
                  <a:pt x="1530465" y="1066106"/>
                </a:lnTo>
                <a:lnTo>
                  <a:pt x="1528404" y="1064717"/>
                </a:lnTo>
                <a:cubicBezTo>
                  <a:pt x="1522910" y="1059222"/>
                  <a:pt x="1519511" y="1051631"/>
                  <a:pt x="1519511" y="1043246"/>
                </a:cubicBezTo>
                <a:cubicBezTo>
                  <a:pt x="1519511" y="1026477"/>
                  <a:pt x="1533105" y="1012883"/>
                  <a:pt x="1549874" y="1012883"/>
                </a:cubicBezTo>
                <a:close/>
                <a:moveTo>
                  <a:pt x="1477320" y="1012883"/>
                </a:moveTo>
                <a:cubicBezTo>
                  <a:pt x="1494089" y="1012883"/>
                  <a:pt x="1507683" y="1026477"/>
                  <a:pt x="1507683" y="1043246"/>
                </a:cubicBezTo>
                <a:cubicBezTo>
                  <a:pt x="1507683" y="1060016"/>
                  <a:pt x="1494089" y="1073610"/>
                  <a:pt x="1477320" y="1073610"/>
                </a:cubicBezTo>
                <a:cubicBezTo>
                  <a:pt x="1460550" y="1073610"/>
                  <a:pt x="1446956" y="1060016"/>
                  <a:pt x="1446956" y="1043246"/>
                </a:cubicBezTo>
                <a:cubicBezTo>
                  <a:pt x="1446956" y="1026477"/>
                  <a:pt x="1460550" y="1012883"/>
                  <a:pt x="1477320" y="1012883"/>
                </a:cubicBezTo>
                <a:close/>
                <a:moveTo>
                  <a:pt x="1404765" y="1012883"/>
                </a:moveTo>
                <a:cubicBezTo>
                  <a:pt x="1421535" y="1012883"/>
                  <a:pt x="1435129" y="1026477"/>
                  <a:pt x="1435129" y="1043246"/>
                </a:cubicBezTo>
                <a:cubicBezTo>
                  <a:pt x="1435129" y="1060016"/>
                  <a:pt x="1421535" y="1073610"/>
                  <a:pt x="1404765" y="1073610"/>
                </a:cubicBezTo>
                <a:cubicBezTo>
                  <a:pt x="1387996" y="1073610"/>
                  <a:pt x="1374402" y="1060016"/>
                  <a:pt x="1374402" y="1043246"/>
                </a:cubicBezTo>
                <a:cubicBezTo>
                  <a:pt x="1374402" y="1026477"/>
                  <a:pt x="1387996" y="1012883"/>
                  <a:pt x="1404765" y="1012883"/>
                </a:cubicBezTo>
                <a:close/>
                <a:moveTo>
                  <a:pt x="1332211" y="1012883"/>
                </a:moveTo>
                <a:cubicBezTo>
                  <a:pt x="1348980" y="1012883"/>
                  <a:pt x="1362574" y="1026477"/>
                  <a:pt x="1362574" y="1043246"/>
                </a:cubicBezTo>
                <a:cubicBezTo>
                  <a:pt x="1362574" y="1060016"/>
                  <a:pt x="1348980" y="1073610"/>
                  <a:pt x="1332211" y="1073610"/>
                </a:cubicBezTo>
                <a:cubicBezTo>
                  <a:pt x="1315441" y="1073610"/>
                  <a:pt x="1301847" y="1060016"/>
                  <a:pt x="1301847" y="1043246"/>
                </a:cubicBezTo>
                <a:cubicBezTo>
                  <a:pt x="1301847" y="1026477"/>
                  <a:pt x="1315441" y="1012883"/>
                  <a:pt x="1332211" y="1012883"/>
                </a:cubicBezTo>
                <a:close/>
                <a:moveTo>
                  <a:pt x="1259656" y="1012883"/>
                </a:moveTo>
                <a:cubicBezTo>
                  <a:pt x="1276426" y="1012883"/>
                  <a:pt x="1290020" y="1026477"/>
                  <a:pt x="1290020" y="1043246"/>
                </a:cubicBezTo>
                <a:cubicBezTo>
                  <a:pt x="1290020" y="1060016"/>
                  <a:pt x="1276426" y="1073610"/>
                  <a:pt x="1259656" y="1073610"/>
                </a:cubicBezTo>
                <a:cubicBezTo>
                  <a:pt x="1242887" y="1073610"/>
                  <a:pt x="1229293" y="1060016"/>
                  <a:pt x="1229293" y="1043246"/>
                </a:cubicBezTo>
                <a:cubicBezTo>
                  <a:pt x="1229293" y="1026477"/>
                  <a:pt x="1242887" y="1012883"/>
                  <a:pt x="1259656" y="1012883"/>
                </a:cubicBezTo>
                <a:close/>
                <a:moveTo>
                  <a:pt x="1187102" y="1012883"/>
                </a:moveTo>
                <a:cubicBezTo>
                  <a:pt x="1203871" y="1012883"/>
                  <a:pt x="1217465" y="1026477"/>
                  <a:pt x="1217465" y="1043246"/>
                </a:cubicBezTo>
                <a:cubicBezTo>
                  <a:pt x="1217465" y="1060016"/>
                  <a:pt x="1203871" y="1073610"/>
                  <a:pt x="1187102" y="1073610"/>
                </a:cubicBezTo>
                <a:cubicBezTo>
                  <a:pt x="1170332" y="1073610"/>
                  <a:pt x="1156738" y="1060016"/>
                  <a:pt x="1156738" y="1043246"/>
                </a:cubicBezTo>
                <a:cubicBezTo>
                  <a:pt x="1156738" y="1026477"/>
                  <a:pt x="1170332" y="1012883"/>
                  <a:pt x="1187102" y="1012883"/>
                </a:cubicBezTo>
                <a:close/>
                <a:moveTo>
                  <a:pt x="1114547" y="1012883"/>
                </a:moveTo>
                <a:cubicBezTo>
                  <a:pt x="1131317" y="1012883"/>
                  <a:pt x="1144911" y="1026477"/>
                  <a:pt x="1144911" y="1043246"/>
                </a:cubicBezTo>
                <a:cubicBezTo>
                  <a:pt x="1144911" y="1060016"/>
                  <a:pt x="1131317" y="1073610"/>
                  <a:pt x="1114547" y="1073610"/>
                </a:cubicBezTo>
                <a:cubicBezTo>
                  <a:pt x="1097778" y="1073610"/>
                  <a:pt x="1084184" y="1060016"/>
                  <a:pt x="1084184" y="1043246"/>
                </a:cubicBezTo>
                <a:cubicBezTo>
                  <a:pt x="1084184" y="1026477"/>
                  <a:pt x="1097778" y="1012883"/>
                  <a:pt x="1114547" y="1012883"/>
                </a:cubicBezTo>
                <a:close/>
                <a:moveTo>
                  <a:pt x="1041993" y="1012883"/>
                </a:moveTo>
                <a:cubicBezTo>
                  <a:pt x="1058762" y="1012883"/>
                  <a:pt x="1072356" y="1026477"/>
                  <a:pt x="1072356" y="1043246"/>
                </a:cubicBezTo>
                <a:cubicBezTo>
                  <a:pt x="1072356" y="1060016"/>
                  <a:pt x="1058762" y="1073610"/>
                  <a:pt x="1041993" y="1073610"/>
                </a:cubicBezTo>
                <a:cubicBezTo>
                  <a:pt x="1025223" y="1073610"/>
                  <a:pt x="1011629" y="1060016"/>
                  <a:pt x="1011629" y="1043246"/>
                </a:cubicBezTo>
                <a:cubicBezTo>
                  <a:pt x="1011629" y="1026477"/>
                  <a:pt x="1025223" y="1012883"/>
                  <a:pt x="1041993" y="1012883"/>
                </a:cubicBezTo>
                <a:close/>
                <a:moveTo>
                  <a:pt x="969438" y="1012883"/>
                </a:moveTo>
                <a:cubicBezTo>
                  <a:pt x="986208" y="1012883"/>
                  <a:pt x="999801" y="1026477"/>
                  <a:pt x="999801" y="1043246"/>
                </a:cubicBezTo>
                <a:cubicBezTo>
                  <a:pt x="999801" y="1060016"/>
                  <a:pt x="986208" y="1073610"/>
                  <a:pt x="969438" y="1073610"/>
                </a:cubicBezTo>
                <a:cubicBezTo>
                  <a:pt x="952669" y="1073610"/>
                  <a:pt x="939075" y="1060016"/>
                  <a:pt x="939075" y="1043246"/>
                </a:cubicBezTo>
                <a:cubicBezTo>
                  <a:pt x="939075" y="1026477"/>
                  <a:pt x="952669" y="1012883"/>
                  <a:pt x="969438" y="1012883"/>
                </a:cubicBezTo>
                <a:close/>
                <a:moveTo>
                  <a:pt x="896883" y="1012883"/>
                </a:moveTo>
                <a:cubicBezTo>
                  <a:pt x="913653" y="1012883"/>
                  <a:pt x="927247" y="1026477"/>
                  <a:pt x="927247" y="1043246"/>
                </a:cubicBezTo>
                <a:cubicBezTo>
                  <a:pt x="927247" y="1060016"/>
                  <a:pt x="913653" y="1073610"/>
                  <a:pt x="896883" y="1073610"/>
                </a:cubicBezTo>
                <a:cubicBezTo>
                  <a:pt x="880114" y="1073610"/>
                  <a:pt x="866520" y="1060016"/>
                  <a:pt x="866520" y="1043246"/>
                </a:cubicBezTo>
                <a:cubicBezTo>
                  <a:pt x="866520" y="1026477"/>
                  <a:pt x="880114" y="1012883"/>
                  <a:pt x="896883" y="1012883"/>
                </a:cubicBezTo>
                <a:close/>
                <a:moveTo>
                  <a:pt x="824329" y="1012883"/>
                </a:moveTo>
                <a:cubicBezTo>
                  <a:pt x="841098" y="1012883"/>
                  <a:pt x="854692" y="1026477"/>
                  <a:pt x="854692" y="1043246"/>
                </a:cubicBezTo>
                <a:cubicBezTo>
                  <a:pt x="854692" y="1060016"/>
                  <a:pt x="841098" y="1073610"/>
                  <a:pt x="824329" y="1073610"/>
                </a:cubicBezTo>
                <a:cubicBezTo>
                  <a:pt x="807559" y="1073610"/>
                  <a:pt x="793965" y="1060016"/>
                  <a:pt x="793965" y="1043246"/>
                </a:cubicBezTo>
                <a:cubicBezTo>
                  <a:pt x="793965" y="1026477"/>
                  <a:pt x="807559" y="1012883"/>
                  <a:pt x="824329" y="1012883"/>
                </a:cubicBezTo>
                <a:close/>
                <a:moveTo>
                  <a:pt x="751774" y="1012883"/>
                </a:moveTo>
                <a:cubicBezTo>
                  <a:pt x="768544" y="1012883"/>
                  <a:pt x="782138" y="1026477"/>
                  <a:pt x="782138" y="1043246"/>
                </a:cubicBezTo>
                <a:cubicBezTo>
                  <a:pt x="782138" y="1060016"/>
                  <a:pt x="768544" y="1073610"/>
                  <a:pt x="751774" y="1073610"/>
                </a:cubicBezTo>
                <a:cubicBezTo>
                  <a:pt x="735005" y="1073610"/>
                  <a:pt x="721411" y="1060016"/>
                  <a:pt x="721411" y="1043246"/>
                </a:cubicBezTo>
                <a:cubicBezTo>
                  <a:pt x="721411" y="1026477"/>
                  <a:pt x="735005" y="1012883"/>
                  <a:pt x="751774" y="1012883"/>
                </a:cubicBezTo>
                <a:close/>
                <a:moveTo>
                  <a:pt x="679220" y="1012883"/>
                </a:moveTo>
                <a:cubicBezTo>
                  <a:pt x="695989" y="1012883"/>
                  <a:pt x="709583" y="1026477"/>
                  <a:pt x="709583" y="1043246"/>
                </a:cubicBezTo>
                <a:cubicBezTo>
                  <a:pt x="709583" y="1060016"/>
                  <a:pt x="695989" y="1073610"/>
                  <a:pt x="679220" y="1073610"/>
                </a:cubicBezTo>
                <a:cubicBezTo>
                  <a:pt x="662450" y="1073610"/>
                  <a:pt x="648856" y="1060016"/>
                  <a:pt x="648856" y="1043246"/>
                </a:cubicBezTo>
                <a:cubicBezTo>
                  <a:pt x="648856" y="1026477"/>
                  <a:pt x="662450" y="1012883"/>
                  <a:pt x="679220" y="1012883"/>
                </a:cubicBezTo>
                <a:close/>
                <a:moveTo>
                  <a:pt x="606665" y="1012883"/>
                </a:moveTo>
                <a:cubicBezTo>
                  <a:pt x="623435" y="1012883"/>
                  <a:pt x="637029" y="1026477"/>
                  <a:pt x="637029" y="1043246"/>
                </a:cubicBezTo>
                <a:cubicBezTo>
                  <a:pt x="637029" y="1060016"/>
                  <a:pt x="623435" y="1073610"/>
                  <a:pt x="606665" y="1073610"/>
                </a:cubicBezTo>
                <a:cubicBezTo>
                  <a:pt x="589896" y="1073610"/>
                  <a:pt x="576302" y="1060016"/>
                  <a:pt x="576302" y="1043246"/>
                </a:cubicBezTo>
                <a:cubicBezTo>
                  <a:pt x="576302" y="1026477"/>
                  <a:pt x="589896" y="1012883"/>
                  <a:pt x="606665" y="1012883"/>
                </a:cubicBezTo>
                <a:close/>
                <a:moveTo>
                  <a:pt x="534111" y="1012883"/>
                </a:moveTo>
                <a:cubicBezTo>
                  <a:pt x="550880" y="1012883"/>
                  <a:pt x="564474" y="1026477"/>
                  <a:pt x="564474" y="1043246"/>
                </a:cubicBezTo>
                <a:cubicBezTo>
                  <a:pt x="564474" y="1060016"/>
                  <a:pt x="550880" y="1073610"/>
                  <a:pt x="534111" y="1073610"/>
                </a:cubicBezTo>
                <a:cubicBezTo>
                  <a:pt x="517341" y="1073610"/>
                  <a:pt x="503747" y="1060016"/>
                  <a:pt x="503747" y="1043246"/>
                </a:cubicBezTo>
                <a:cubicBezTo>
                  <a:pt x="503747" y="1026477"/>
                  <a:pt x="517341" y="1012883"/>
                  <a:pt x="534111" y="1012883"/>
                </a:cubicBezTo>
                <a:close/>
                <a:moveTo>
                  <a:pt x="461556" y="1012883"/>
                </a:moveTo>
                <a:cubicBezTo>
                  <a:pt x="478326" y="1012883"/>
                  <a:pt x="491920" y="1026477"/>
                  <a:pt x="491920" y="1043246"/>
                </a:cubicBezTo>
                <a:cubicBezTo>
                  <a:pt x="491920" y="1060016"/>
                  <a:pt x="478326" y="1073610"/>
                  <a:pt x="461556" y="1073610"/>
                </a:cubicBezTo>
                <a:cubicBezTo>
                  <a:pt x="444787" y="1073610"/>
                  <a:pt x="431192" y="1060016"/>
                  <a:pt x="431192" y="1043246"/>
                </a:cubicBezTo>
                <a:cubicBezTo>
                  <a:pt x="431192" y="1026477"/>
                  <a:pt x="444787" y="1012883"/>
                  <a:pt x="461556" y="1012883"/>
                </a:cubicBezTo>
                <a:close/>
                <a:moveTo>
                  <a:pt x="389002" y="1012883"/>
                </a:moveTo>
                <a:cubicBezTo>
                  <a:pt x="405771" y="1012883"/>
                  <a:pt x="419365" y="1026477"/>
                  <a:pt x="419365" y="1043246"/>
                </a:cubicBezTo>
                <a:cubicBezTo>
                  <a:pt x="419365" y="1060016"/>
                  <a:pt x="405771" y="1073610"/>
                  <a:pt x="389002" y="1073610"/>
                </a:cubicBezTo>
                <a:cubicBezTo>
                  <a:pt x="372232" y="1073610"/>
                  <a:pt x="358638" y="1060016"/>
                  <a:pt x="358638" y="1043246"/>
                </a:cubicBezTo>
                <a:cubicBezTo>
                  <a:pt x="358638" y="1026477"/>
                  <a:pt x="372232" y="1012883"/>
                  <a:pt x="389002" y="1012883"/>
                </a:cubicBezTo>
                <a:close/>
                <a:moveTo>
                  <a:pt x="316447" y="1012883"/>
                </a:moveTo>
                <a:cubicBezTo>
                  <a:pt x="333216" y="1012883"/>
                  <a:pt x="346810" y="1026477"/>
                  <a:pt x="346810" y="1043246"/>
                </a:cubicBezTo>
                <a:cubicBezTo>
                  <a:pt x="346810" y="1060016"/>
                  <a:pt x="333216" y="1073610"/>
                  <a:pt x="316447" y="1073610"/>
                </a:cubicBezTo>
                <a:cubicBezTo>
                  <a:pt x="299677" y="1073610"/>
                  <a:pt x="286084" y="1060016"/>
                  <a:pt x="286084" y="1043246"/>
                </a:cubicBezTo>
                <a:cubicBezTo>
                  <a:pt x="286084" y="1026477"/>
                  <a:pt x="299677" y="1012883"/>
                  <a:pt x="316447" y="1012883"/>
                </a:cubicBezTo>
                <a:close/>
                <a:moveTo>
                  <a:pt x="243892" y="1012883"/>
                </a:moveTo>
                <a:cubicBezTo>
                  <a:pt x="260662" y="1012883"/>
                  <a:pt x="274256" y="1026477"/>
                  <a:pt x="274256" y="1043246"/>
                </a:cubicBezTo>
                <a:cubicBezTo>
                  <a:pt x="274256" y="1060016"/>
                  <a:pt x="260662" y="1073610"/>
                  <a:pt x="243892" y="1073610"/>
                </a:cubicBezTo>
                <a:cubicBezTo>
                  <a:pt x="227123" y="1073610"/>
                  <a:pt x="213529" y="1060016"/>
                  <a:pt x="213529" y="1043246"/>
                </a:cubicBezTo>
                <a:cubicBezTo>
                  <a:pt x="213529" y="1026477"/>
                  <a:pt x="227123" y="1012883"/>
                  <a:pt x="243892" y="1012883"/>
                </a:cubicBezTo>
                <a:close/>
                <a:moveTo>
                  <a:pt x="171339" y="1012883"/>
                </a:moveTo>
                <a:cubicBezTo>
                  <a:pt x="188107" y="1012883"/>
                  <a:pt x="201701" y="1026477"/>
                  <a:pt x="201701" y="1043246"/>
                </a:cubicBezTo>
                <a:cubicBezTo>
                  <a:pt x="201701" y="1060016"/>
                  <a:pt x="188107" y="1073610"/>
                  <a:pt x="171339" y="1073610"/>
                </a:cubicBezTo>
                <a:cubicBezTo>
                  <a:pt x="154639" y="1073610"/>
                  <a:pt x="141045" y="1060016"/>
                  <a:pt x="141045" y="1043246"/>
                </a:cubicBezTo>
                <a:cubicBezTo>
                  <a:pt x="141045" y="1026477"/>
                  <a:pt x="154639" y="1012883"/>
                  <a:pt x="171339" y="1012883"/>
                </a:cubicBezTo>
                <a:close/>
                <a:moveTo>
                  <a:pt x="98865" y="1012883"/>
                </a:moveTo>
                <a:cubicBezTo>
                  <a:pt x="115628" y="1012883"/>
                  <a:pt x="129222" y="1026477"/>
                  <a:pt x="129222" y="1043246"/>
                </a:cubicBezTo>
                <a:cubicBezTo>
                  <a:pt x="129222" y="1060016"/>
                  <a:pt x="115628" y="1073610"/>
                  <a:pt x="98865" y="1073610"/>
                </a:cubicBezTo>
                <a:cubicBezTo>
                  <a:pt x="82093" y="1073610"/>
                  <a:pt x="68498" y="1060016"/>
                  <a:pt x="68498" y="1043246"/>
                </a:cubicBezTo>
                <a:cubicBezTo>
                  <a:pt x="68498" y="1026477"/>
                  <a:pt x="82093" y="1012883"/>
                  <a:pt x="98865" y="1012883"/>
                </a:cubicBezTo>
                <a:close/>
                <a:moveTo>
                  <a:pt x="26309" y="1012883"/>
                </a:moveTo>
                <a:cubicBezTo>
                  <a:pt x="43075" y="1012883"/>
                  <a:pt x="56670" y="1026477"/>
                  <a:pt x="56670" y="1043246"/>
                </a:cubicBezTo>
                <a:cubicBezTo>
                  <a:pt x="56670" y="1060016"/>
                  <a:pt x="43075" y="1073610"/>
                  <a:pt x="26309" y="1073610"/>
                </a:cubicBezTo>
                <a:cubicBezTo>
                  <a:pt x="17924" y="1073610"/>
                  <a:pt x="10333" y="1070212"/>
                  <a:pt x="4838" y="1064717"/>
                </a:cubicBezTo>
                <a:lnTo>
                  <a:pt x="0" y="1053036"/>
                </a:lnTo>
                <a:lnTo>
                  <a:pt x="0" y="1033457"/>
                </a:lnTo>
                <a:lnTo>
                  <a:pt x="4838" y="1021776"/>
                </a:lnTo>
                <a:cubicBezTo>
                  <a:pt x="10333" y="1016282"/>
                  <a:pt x="17924" y="1012883"/>
                  <a:pt x="26309" y="1012883"/>
                </a:cubicBezTo>
                <a:close/>
                <a:moveTo>
                  <a:pt x="1549874" y="932431"/>
                </a:moveTo>
                <a:cubicBezTo>
                  <a:pt x="1558259" y="932431"/>
                  <a:pt x="1565850" y="935830"/>
                  <a:pt x="1571345" y="941324"/>
                </a:cubicBezTo>
                <a:lnTo>
                  <a:pt x="1577296" y="955693"/>
                </a:lnTo>
                <a:lnTo>
                  <a:pt x="1565363" y="988298"/>
                </a:lnTo>
                <a:lnTo>
                  <a:pt x="1561694" y="990772"/>
                </a:lnTo>
                <a:cubicBezTo>
                  <a:pt x="1558061" y="992309"/>
                  <a:pt x="1554067" y="993158"/>
                  <a:pt x="1549874" y="993158"/>
                </a:cubicBezTo>
                <a:cubicBezTo>
                  <a:pt x="1533105" y="993158"/>
                  <a:pt x="1519511" y="979564"/>
                  <a:pt x="1519511" y="962795"/>
                </a:cubicBezTo>
                <a:cubicBezTo>
                  <a:pt x="1519511" y="946025"/>
                  <a:pt x="1533105" y="932431"/>
                  <a:pt x="1549874" y="932431"/>
                </a:cubicBezTo>
                <a:close/>
                <a:moveTo>
                  <a:pt x="1477320" y="932431"/>
                </a:moveTo>
                <a:cubicBezTo>
                  <a:pt x="1494089" y="932431"/>
                  <a:pt x="1507683" y="946025"/>
                  <a:pt x="1507683" y="962795"/>
                </a:cubicBezTo>
                <a:cubicBezTo>
                  <a:pt x="1507683" y="979564"/>
                  <a:pt x="1494089" y="993158"/>
                  <a:pt x="1477320" y="993158"/>
                </a:cubicBezTo>
                <a:cubicBezTo>
                  <a:pt x="1460550" y="993158"/>
                  <a:pt x="1446956" y="979564"/>
                  <a:pt x="1446956" y="962795"/>
                </a:cubicBezTo>
                <a:cubicBezTo>
                  <a:pt x="1446956" y="946025"/>
                  <a:pt x="1460550" y="932431"/>
                  <a:pt x="1477320" y="932431"/>
                </a:cubicBezTo>
                <a:close/>
                <a:moveTo>
                  <a:pt x="1404765" y="932431"/>
                </a:moveTo>
                <a:cubicBezTo>
                  <a:pt x="1421535" y="932431"/>
                  <a:pt x="1435129" y="946025"/>
                  <a:pt x="1435129" y="962795"/>
                </a:cubicBezTo>
                <a:cubicBezTo>
                  <a:pt x="1435129" y="979564"/>
                  <a:pt x="1421535" y="993158"/>
                  <a:pt x="1404765" y="993158"/>
                </a:cubicBezTo>
                <a:cubicBezTo>
                  <a:pt x="1387996" y="993158"/>
                  <a:pt x="1374402" y="979564"/>
                  <a:pt x="1374402" y="962795"/>
                </a:cubicBezTo>
                <a:cubicBezTo>
                  <a:pt x="1374402" y="946025"/>
                  <a:pt x="1387996" y="932431"/>
                  <a:pt x="1404765" y="932431"/>
                </a:cubicBezTo>
                <a:close/>
                <a:moveTo>
                  <a:pt x="1332211" y="932431"/>
                </a:moveTo>
                <a:cubicBezTo>
                  <a:pt x="1348980" y="932431"/>
                  <a:pt x="1362574" y="946025"/>
                  <a:pt x="1362574" y="962795"/>
                </a:cubicBezTo>
                <a:cubicBezTo>
                  <a:pt x="1362574" y="979564"/>
                  <a:pt x="1348980" y="993158"/>
                  <a:pt x="1332211" y="993158"/>
                </a:cubicBezTo>
                <a:cubicBezTo>
                  <a:pt x="1315441" y="993158"/>
                  <a:pt x="1301847" y="979564"/>
                  <a:pt x="1301847" y="962795"/>
                </a:cubicBezTo>
                <a:cubicBezTo>
                  <a:pt x="1301847" y="946025"/>
                  <a:pt x="1315441" y="932431"/>
                  <a:pt x="1332211" y="932431"/>
                </a:cubicBezTo>
                <a:close/>
                <a:moveTo>
                  <a:pt x="1259656" y="932431"/>
                </a:moveTo>
                <a:cubicBezTo>
                  <a:pt x="1276426" y="932431"/>
                  <a:pt x="1290020" y="946025"/>
                  <a:pt x="1290020" y="962795"/>
                </a:cubicBezTo>
                <a:cubicBezTo>
                  <a:pt x="1290020" y="979564"/>
                  <a:pt x="1276426" y="993158"/>
                  <a:pt x="1259656" y="993158"/>
                </a:cubicBezTo>
                <a:cubicBezTo>
                  <a:pt x="1242887" y="993158"/>
                  <a:pt x="1229293" y="979564"/>
                  <a:pt x="1229293" y="962795"/>
                </a:cubicBezTo>
                <a:cubicBezTo>
                  <a:pt x="1229293" y="946025"/>
                  <a:pt x="1242887" y="932431"/>
                  <a:pt x="1259656" y="932431"/>
                </a:cubicBezTo>
                <a:close/>
                <a:moveTo>
                  <a:pt x="1187102" y="932431"/>
                </a:moveTo>
                <a:cubicBezTo>
                  <a:pt x="1203871" y="932431"/>
                  <a:pt x="1217465" y="946025"/>
                  <a:pt x="1217465" y="962795"/>
                </a:cubicBezTo>
                <a:cubicBezTo>
                  <a:pt x="1217465" y="979564"/>
                  <a:pt x="1203871" y="993158"/>
                  <a:pt x="1187102" y="993158"/>
                </a:cubicBezTo>
                <a:cubicBezTo>
                  <a:pt x="1170332" y="993158"/>
                  <a:pt x="1156738" y="979564"/>
                  <a:pt x="1156738" y="962795"/>
                </a:cubicBezTo>
                <a:cubicBezTo>
                  <a:pt x="1156738" y="946025"/>
                  <a:pt x="1170332" y="932431"/>
                  <a:pt x="1187102" y="932431"/>
                </a:cubicBezTo>
                <a:close/>
                <a:moveTo>
                  <a:pt x="1114547" y="932431"/>
                </a:moveTo>
                <a:cubicBezTo>
                  <a:pt x="1131317" y="932431"/>
                  <a:pt x="1144911" y="946025"/>
                  <a:pt x="1144911" y="962795"/>
                </a:cubicBezTo>
                <a:cubicBezTo>
                  <a:pt x="1144911" y="979564"/>
                  <a:pt x="1131317" y="993158"/>
                  <a:pt x="1114547" y="993158"/>
                </a:cubicBezTo>
                <a:cubicBezTo>
                  <a:pt x="1097778" y="993158"/>
                  <a:pt x="1084184" y="979564"/>
                  <a:pt x="1084184" y="962795"/>
                </a:cubicBezTo>
                <a:cubicBezTo>
                  <a:pt x="1084184" y="946025"/>
                  <a:pt x="1097778" y="932431"/>
                  <a:pt x="1114547" y="932431"/>
                </a:cubicBezTo>
                <a:close/>
                <a:moveTo>
                  <a:pt x="1041993" y="932431"/>
                </a:moveTo>
                <a:cubicBezTo>
                  <a:pt x="1058762" y="932431"/>
                  <a:pt x="1072356" y="946025"/>
                  <a:pt x="1072356" y="962795"/>
                </a:cubicBezTo>
                <a:cubicBezTo>
                  <a:pt x="1072356" y="979564"/>
                  <a:pt x="1058762" y="993158"/>
                  <a:pt x="1041993" y="993158"/>
                </a:cubicBezTo>
                <a:cubicBezTo>
                  <a:pt x="1025223" y="993158"/>
                  <a:pt x="1011629" y="979564"/>
                  <a:pt x="1011629" y="962795"/>
                </a:cubicBezTo>
                <a:cubicBezTo>
                  <a:pt x="1011629" y="946025"/>
                  <a:pt x="1025223" y="932431"/>
                  <a:pt x="1041993" y="932431"/>
                </a:cubicBezTo>
                <a:close/>
                <a:moveTo>
                  <a:pt x="969438" y="932431"/>
                </a:moveTo>
                <a:cubicBezTo>
                  <a:pt x="986208" y="932431"/>
                  <a:pt x="999801" y="946025"/>
                  <a:pt x="999801" y="962795"/>
                </a:cubicBezTo>
                <a:cubicBezTo>
                  <a:pt x="999801" y="979564"/>
                  <a:pt x="986208" y="993158"/>
                  <a:pt x="969438" y="993158"/>
                </a:cubicBezTo>
                <a:cubicBezTo>
                  <a:pt x="952669" y="993158"/>
                  <a:pt x="939075" y="979564"/>
                  <a:pt x="939075" y="962795"/>
                </a:cubicBezTo>
                <a:cubicBezTo>
                  <a:pt x="939075" y="946025"/>
                  <a:pt x="952669" y="932431"/>
                  <a:pt x="969438" y="932431"/>
                </a:cubicBezTo>
                <a:close/>
                <a:moveTo>
                  <a:pt x="896883" y="932431"/>
                </a:moveTo>
                <a:cubicBezTo>
                  <a:pt x="913653" y="932431"/>
                  <a:pt x="927247" y="946025"/>
                  <a:pt x="927247" y="962795"/>
                </a:cubicBezTo>
                <a:cubicBezTo>
                  <a:pt x="927247" y="979564"/>
                  <a:pt x="913653" y="993158"/>
                  <a:pt x="896883" y="993158"/>
                </a:cubicBezTo>
                <a:cubicBezTo>
                  <a:pt x="880114" y="993158"/>
                  <a:pt x="866520" y="979564"/>
                  <a:pt x="866520" y="962795"/>
                </a:cubicBezTo>
                <a:cubicBezTo>
                  <a:pt x="866520" y="946025"/>
                  <a:pt x="880114" y="932431"/>
                  <a:pt x="896883" y="932431"/>
                </a:cubicBezTo>
                <a:close/>
                <a:moveTo>
                  <a:pt x="824329" y="932431"/>
                </a:moveTo>
                <a:cubicBezTo>
                  <a:pt x="841098" y="932431"/>
                  <a:pt x="854692" y="946025"/>
                  <a:pt x="854692" y="962795"/>
                </a:cubicBezTo>
                <a:cubicBezTo>
                  <a:pt x="854692" y="979564"/>
                  <a:pt x="841098" y="993158"/>
                  <a:pt x="824329" y="993158"/>
                </a:cubicBezTo>
                <a:cubicBezTo>
                  <a:pt x="807559" y="993158"/>
                  <a:pt x="793965" y="979564"/>
                  <a:pt x="793965" y="962795"/>
                </a:cubicBezTo>
                <a:cubicBezTo>
                  <a:pt x="793965" y="946025"/>
                  <a:pt x="807559" y="932431"/>
                  <a:pt x="824329" y="932431"/>
                </a:cubicBezTo>
                <a:close/>
                <a:moveTo>
                  <a:pt x="751774" y="932431"/>
                </a:moveTo>
                <a:cubicBezTo>
                  <a:pt x="768544" y="932431"/>
                  <a:pt x="782138" y="946025"/>
                  <a:pt x="782138" y="962795"/>
                </a:cubicBezTo>
                <a:cubicBezTo>
                  <a:pt x="782138" y="979564"/>
                  <a:pt x="768544" y="993158"/>
                  <a:pt x="751774" y="993158"/>
                </a:cubicBezTo>
                <a:cubicBezTo>
                  <a:pt x="735005" y="993158"/>
                  <a:pt x="721411" y="979564"/>
                  <a:pt x="721411" y="962795"/>
                </a:cubicBezTo>
                <a:cubicBezTo>
                  <a:pt x="721411" y="946025"/>
                  <a:pt x="735005" y="932431"/>
                  <a:pt x="751774" y="932431"/>
                </a:cubicBezTo>
                <a:close/>
                <a:moveTo>
                  <a:pt x="679220" y="932431"/>
                </a:moveTo>
                <a:cubicBezTo>
                  <a:pt x="695989" y="932431"/>
                  <a:pt x="709583" y="946025"/>
                  <a:pt x="709583" y="962795"/>
                </a:cubicBezTo>
                <a:cubicBezTo>
                  <a:pt x="709583" y="979564"/>
                  <a:pt x="695989" y="993158"/>
                  <a:pt x="679220" y="993158"/>
                </a:cubicBezTo>
                <a:cubicBezTo>
                  <a:pt x="662450" y="993158"/>
                  <a:pt x="648856" y="979564"/>
                  <a:pt x="648856" y="962795"/>
                </a:cubicBezTo>
                <a:cubicBezTo>
                  <a:pt x="648856" y="946025"/>
                  <a:pt x="662450" y="932431"/>
                  <a:pt x="679220" y="932431"/>
                </a:cubicBezTo>
                <a:close/>
                <a:moveTo>
                  <a:pt x="606665" y="932431"/>
                </a:moveTo>
                <a:cubicBezTo>
                  <a:pt x="623435" y="932431"/>
                  <a:pt x="637029" y="946025"/>
                  <a:pt x="637029" y="962795"/>
                </a:cubicBezTo>
                <a:cubicBezTo>
                  <a:pt x="637029" y="979564"/>
                  <a:pt x="623435" y="993158"/>
                  <a:pt x="606665" y="993158"/>
                </a:cubicBezTo>
                <a:cubicBezTo>
                  <a:pt x="589896" y="993158"/>
                  <a:pt x="576302" y="979564"/>
                  <a:pt x="576302" y="962795"/>
                </a:cubicBezTo>
                <a:cubicBezTo>
                  <a:pt x="576302" y="946025"/>
                  <a:pt x="589896" y="932431"/>
                  <a:pt x="606665" y="932431"/>
                </a:cubicBezTo>
                <a:close/>
                <a:moveTo>
                  <a:pt x="534111" y="932431"/>
                </a:moveTo>
                <a:cubicBezTo>
                  <a:pt x="550880" y="932431"/>
                  <a:pt x="564474" y="946025"/>
                  <a:pt x="564474" y="962795"/>
                </a:cubicBezTo>
                <a:cubicBezTo>
                  <a:pt x="564474" y="979564"/>
                  <a:pt x="550880" y="993158"/>
                  <a:pt x="534111" y="993158"/>
                </a:cubicBezTo>
                <a:cubicBezTo>
                  <a:pt x="517341" y="993158"/>
                  <a:pt x="503747" y="979564"/>
                  <a:pt x="503747" y="962795"/>
                </a:cubicBezTo>
                <a:cubicBezTo>
                  <a:pt x="503747" y="946025"/>
                  <a:pt x="517341" y="932431"/>
                  <a:pt x="534111" y="932431"/>
                </a:cubicBezTo>
                <a:close/>
                <a:moveTo>
                  <a:pt x="461556" y="932431"/>
                </a:moveTo>
                <a:cubicBezTo>
                  <a:pt x="478326" y="932431"/>
                  <a:pt x="491920" y="946025"/>
                  <a:pt x="491920" y="962795"/>
                </a:cubicBezTo>
                <a:cubicBezTo>
                  <a:pt x="491920" y="979564"/>
                  <a:pt x="478326" y="993158"/>
                  <a:pt x="461556" y="993158"/>
                </a:cubicBezTo>
                <a:cubicBezTo>
                  <a:pt x="444787" y="993158"/>
                  <a:pt x="431192" y="979564"/>
                  <a:pt x="431192" y="962795"/>
                </a:cubicBezTo>
                <a:cubicBezTo>
                  <a:pt x="431192" y="946025"/>
                  <a:pt x="444787" y="932431"/>
                  <a:pt x="461556" y="932431"/>
                </a:cubicBezTo>
                <a:close/>
                <a:moveTo>
                  <a:pt x="389002" y="932431"/>
                </a:moveTo>
                <a:cubicBezTo>
                  <a:pt x="405771" y="932431"/>
                  <a:pt x="419365" y="946025"/>
                  <a:pt x="419365" y="962795"/>
                </a:cubicBezTo>
                <a:cubicBezTo>
                  <a:pt x="419365" y="979564"/>
                  <a:pt x="405771" y="993158"/>
                  <a:pt x="389002" y="993158"/>
                </a:cubicBezTo>
                <a:cubicBezTo>
                  <a:pt x="372232" y="993158"/>
                  <a:pt x="358638" y="979564"/>
                  <a:pt x="358638" y="962795"/>
                </a:cubicBezTo>
                <a:cubicBezTo>
                  <a:pt x="358638" y="946025"/>
                  <a:pt x="372232" y="932431"/>
                  <a:pt x="389002" y="932431"/>
                </a:cubicBezTo>
                <a:close/>
                <a:moveTo>
                  <a:pt x="316447" y="932431"/>
                </a:moveTo>
                <a:cubicBezTo>
                  <a:pt x="333216" y="932431"/>
                  <a:pt x="346810" y="946025"/>
                  <a:pt x="346810" y="962795"/>
                </a:cubicBezTo>
                <a:cubicBezTo>
                  <a:pt x="346810" y="979564"/>
                  <a:pt x="333216" y="993158"/>
                  <a:pt x="316447" y="993158"/>
                </a:cubicBezTo>
                <a:cubicBezTo>
                  <a:pt x="299677" y="993158"/>
                  <a:pt x="286084" y="979564"/>
                  <a:pt x="286084" y="962795"/>
                </a:cubicBezTo>
                <a:cubicBezTo>
                  <a:pt x="286084" y="946025"/>
                  <a:pt x="299677" y="932431"/>
                  <a:pt x="316447" y="932431"/>
                </a:cubicBezTo>
                <a:close/>
                <a:moveTo>
                  <a:pt x="243892" y="932431"/>
                </a:moveTo>
                <a:cubicBezTo>
                  <a:pt x="260662" y="932431"/>
                  <a:pt x="274256" y="946025"/>
                  <a:pt x="274256" y="962795"/>
                </a:cubicBezTo>
                <a:cubicBezTo>
                  <a:pt x="274256" y="979564"/>
                  <a:pt x="260662" y="993158"/>
                  <a:pt x="243892" y="993158"/>
                </a:cubicBezTo>
                <a:cubicBezTo>
                  <a:pt x="227123" y="993158"/>
                  <a:pt x="213529" y="979564"/>
                  <a:pt x="213529" y="962795"/>
                </a:cubicBezTo>
                <a:cubicBezTo>
                  <a:pt x="213529" y="946025"/>
                  <a:pt x="227123" y="932431"/>
                  <a:pt x="243892" y="932431"/>
                </a:cubicBezTo>
                <a:close/>
                <a:moveTo>
                  <a:pt x="171339" y="932431"/>
                </a:moveTo>
                <a:cubicBezTo>
                  <a:pt x="188107" y="932431"/>
                  <a:pt x="201701" y="946025"/>
                  <a:pt x="201701" y="962795"/>
                </a:cubicBezTo>
                <a:cubicBezTo>
                  <a:pt x="201701" y="979564"/>
                  <a:pt x="188107" y="993158"/>
                  <a:pt x="171339" y="993158"/>
                </a:cubicBezTo>
                <a:cubicBezTo>
                  <a:pt x="154645" y="993158"/>
                  <a:pt x="141051" y="979564"/>
                  <a:pt x="141051" y="962795"/>
                </a:cubicBezTo>
                <a:cubicBezTo>
                  <a:pt x="141051" y="946025"/>
                  <a:pt x="154645" y="932431"/>
                  <a:pt x="171339" y="932431"/>
                </a:cubicBezTo>
                <a:close/>
                <a:moveTo>
                  <a:pt x="98870" y="932431"/>
                </a:moveTo>
                <a:cubicBezTo>
                  <a:pt x="115634" y="932431"/>
                  <a:pt x="129228" y="946025"/>
                  <a:pt x="129228" y="962795"/>
                </a:cubicBezTo>
                <a:cubicBezTo>
                  <a:pt x="129228" y="979564"/>
                  <a:pt x="115634" y="993158"/>
                  <a:pt x="98870" y="993158"/>
                </a:cubicBezTo>
                <a:cubicBezTo>
                  <a:pt x="82099" y="993158"/>
                  <a:pt x="68505" y="979564"/>
                  <a:pt x="68505" y="962795"/>
                </a:cubicBezTo>
                <a:cubicBezTo>
                  <a:pt x="68505" y="946025"/>
                  <a:pt x="82099" y="932431"/>
                  <a:pt x="98870" y="932431"/>
                </a:cubicBezTo>
                <a:close/>
                <a:moveTo>
                  <a:pt x="26316" y="932431"/>
                </a:moveTo>
                <a:cubicBezTo>
                  <a:pt x="43081" y="932431"/>
                  <a:pt x="56676" y="946025"/>
                  <a:pt x="56676" y="962795"/>
                </a:cubicBezTo>
                <a:cubicBezTo>
                  <a:pt x="56676" y="979564"/>
                  <a:pt x="43081" y="993158"/>
                  <a:pt x="26316" y="993158"/>
                </a:cubicBezTo>
                <a:cubicBezTo>
                  <a:pt x="17931" y="993158"/>
                  <a:pt x="10340" y="989760"/>
                  <a:pt x="4845" y="984265"/>
                </a:cubicBezTo>
                <a:lnTo>
                  <a:pt x="0" y="972570"/>
                </a:lnTo>
                <a:lnTo>
                  <a:pt x="0" y="953020"/>
                </a:lnTo>
                <a:lnTo>
                  <a:pt x="4845" y="941324"/>
                </a:lnTo>
                <a:cubicBezTo>
                  <a:pt x="10340" y="935830"/>
                  <a:pt x="17931" y="932431"/>
                  <a:pt x="26316" y="932431"/>
                </a:cubicBezTo>
                <a:close/>
                <a:moveTo>
                  <a:pt x="1612513" y="853981"/>
                </a:moveTo>
                <a:lnTo>
                  <a:pt x="1607766" y="872445"/>
                </a:lnTo>
                <a:lnTo>
                  <a:pt x="1598477" y="897823"/>
                </a:lnTo>
                <a:lnTo>
                  <a:pt x="1592066" y="882343"/>
                </a:lnTo>
                <a:cubicBezTo>
                  <a:pt x="1592066" y="869766"/>
                  <a:pt x="1599712" y="858975"/>
                  <a:pt x="1610610" y="854366"/>
                </a:cubicBezTo>
                <a:close/>
                <a:moveTo>
                  <a:pt x="1549874" y="851979"/>
                </a:moveTo>
                <a:cubicBezTo>
                  <a:pt x="1566644" y="851979"/>
                  <a:pt x="1580238" y="865573"/>
                  <a:pt x="1580238" y="882343"/>
                </a:cubicBezTo>
                <a:cubicBezTo>
                  <a:pt x="1580238" y="899112"/>
                  <a:pt x="1566644" y="912706"/>
                  <a:pt x="1549874" y="912706"/>
                </a:cubicBezTo>
                <a:cubicBezTo>
                  <a:pt x="1533105" y="912706"/>
                  <a:pt x="1519511" y="899112"/>
                  <a:pt x="1519511" y="882343"/>
                </a:cubicBezTo>
                <a:cubicBezTo>
                  <a:pt x="1519511" y="865573"/>
                  <a:pt x="1533105" y="851979"/>
                  <a:pt x="1549874" y="851979"/>
                </a:cubicBezTo>
                <a:close/>
                <a:moveTo>
                  <a:pt x="1477320" y="851979"/>
                </a:moveTo>
                <a:cubicBezTo>
                  <a:pt x="1494089" y="851979"/>
                  <a:pt x="1507683" y="865573"/>
                  <a:pt x="1507683" y="882343"/>
                </a:cubicBezTo>
                <a:cubicBezTo>
                  <a:pt x="1507683" y="899112"/>
                  <a:pt x="1494089" y="912706"/>
                  <a:pt x="1477320" y="912706"/>
                </a:cubicBezTo>
                <a:cubicBezTo>
                  <a:pt x="1460550" y="912706"/>
                  <a:pt x="1446956" y="899112"/>
                  <a:pt x="1446956" y="882343"/>
                </a:cubicBezTo>
                <a:cubicBezTo>
                  <a:pt x="1446956" y="865573"/>
                  <a:pt x="1460550" y="851979"/>
                  <a:pt x="1477320" y="851979"/>
                </a:cubicBezTo>
                <a:close/>
                <a:moveTo>
                  <a:pt x="1404765" y="851979"/>
                </a:moveTo>
                <a:cubicBezTo>
                  <a:pt x="1421535" y="851979"/>
                  <a:pt x="1435129" y="865573"/>
                  <a:pt x="1435129" y="882343"/>
                </a:cubicBezTo>
                <a:cubicBezTo>
                  <a:pt x="1435129" y="899112"/>
                  <a:pt x="1421535" y="912706"/>
                  <a:pt x="1404765" y="912706"/>
                </a:cubicBezTo>
                <a:cubicBezTo>
                  <a:pt x="1387996" y="912706"/>
                  <a:pt x="1374402" y="899112"/>
                  <a:pt x="1374402" y="882343"/>
                </a:cubicBezTo>
                <a:cubicBezTo>
                  <a:pt x="1374402" y="865573"/>
                  <a:pt x="1387996" y="851979"/>
                  <a:pt x="1404765" y="851979"/>
                </a:cubicBezTo>
                <a:close/>
                <a:moveTo>
                  <a:pt x="1332211" y="851979"/>
                </a:moveTo>
                <a:cubicBezTo>
                  <a:pt x="1348980" y="851979"/>
                  <a:pt x="1362574" y="865573"/>
                  <a:pt x="1362574" y="882343"/>
                </a:cubicBezTo>
                <a:cubicBezTo>
                  <a:pt x="1362574" y="899112"/>
                  <a:pt x="1348980" y="912706"/>
                  <a:pt x="1332211" y="912706"/>
                </a:cubicBezTo>
                <a:cubicBezTo>
                  <a:pt x="1315441" y="912706"/>
                  <a:pt x="1301847" y="899112"/>
                  <a:pt x="1301847" y="882343"/>
                </a:cubicBezTo>
                <a:cubicBezTo>
                  <a:pt x="1301847" y="865573"/>
                  <a:pt x="1315441" y="851979"/>
                  <a:pt x="1332211" y="851979"/>
                </a:cubicBezTo>
                <a:close/>
                <a:moveTo>
                  <a:pt x="1259656" y="851979"/>
                </a:moveTo>
                <a:cubicBezTo>
                  <a:pt x="1276426" y="851979"/>
                  <a:pt x="1290020" y="865573"/>
                  <a:pt x="1290020" y="882343"/>
                </a:cubicBezTo>
                <a:cubicBezTo>
                  <a:pt x="1290020" y="899112"/>
                  <a:pt x="1276426" y="912706"/>
                  <a:pt x="1259656" y="912706"/>
                </a:cubicBezTo>
                <a:cubicBezTo>
                  <a:pt x="1242887" y="912706"/>
                  <a:pt x="1229293" y="899112"/>
                  <a:pt x="1229293" y="882343"/>
                </a:cubicBezTo>
                <a:cubicBezTo>
                  <a:pt x="1229293" y="865573"/>
                  <a:pt x="1242887" y="851979"/>
                  <a:pt x="1259656" y="851979"/>
                </a:cubicBezTo>
                <a:close/>
                <a:moveTo>
                  <a:pt x="1187102" y="851979"/>
                </a:moveTo>
                <a:cubicBezTo>
                  <a:pt x="1203871" y="851979"/>
                  <a:pt x="1217465" y="865573"/>
                  <a:pt x="1217465" y="882343"/>
                </a:cubicBezTo>
                <a:cubicBezTo>
                  <a:pt x="1217465" y="899112"/>
                  <a:pt x="1203871" y="912706"/>
                  <a:pt x="1187102" y="912706"/>
                </a:cubicBezTo>
                <a:cubicBezTo>
                  <a:pt x="1170332" y="912706"/>
                  <a:pt x="1156738" y="899112"/>
                  <a:pt x="1156738" y="882343"/>
                </a:cubicBezTo>
                <a:cubicBezTo>
                  <a:pt x="1156738" y="865573"/>
                  <a:pt x="1170332" y="851979"/>
                  <a:pt x="1187102" y="851979"/>
                </a:cubicBezTo>
                <a:close/>
                <a:moveTo>
                  <a:pt x="1114547" y="851979"/>
                </a:moveTo>
                <a:cubicBezTo>
                  <a:pt x="1131317" y="851979"/>
                  <a:pt x="1144911" y="865573"/>
                  <a:pt x="1144911" y="882343"/>
                </a:cubicBezTo>
                <a:cubicBezTo>
                  <a:pt x="1144911" y="899112"/>
                  <a:pt x="1131317" y="912706"/>
                  <a:pt x="1114547" y="912706"/>
                </a:cubicBezTo>
                <a:cubicBezTo>
                  <a:pt x="1097778" y="912706"/>
                  <a:pt x="1084184" y="899112"/>
                  <a:pt x="1084184" y="882343"/>
                </a:cubicBezTo>
                <a:cubicBezTo>
                  <a:pt x="1084184" y="865573"/>
                  <a:pt x="1097778" y="851979"/>
                  <a:pt x="1114547" y="851979"/>
                </a:cubicBezTo>
                <a:close/>
                <a:moveTo>
                  <a:pt x="1041993" y="851979"/>
                </a:moveTo>
                <a:cubicBezTo>
                  <a:pt x="1058762" y="851979"/>
                  <a:pt x="1072356" y="865573"/>
                  <a:pt x="1072356" y="882343"/>
                </a:cubicBezTo>
                <a:cubicBezTo>
                  <a:pt x="1072356" y="899112"/>
                  <a:pt x="1058762" y="912706"/>
                  <a:pt x="1041993" y="912706"/>
                </a:cubicBezTo>
                <a:cubicBezTo>
                  <a:pt x="1025223" y="912706"/>
                  <a:pt x="1011629" y="899112"/>
                  <a:pt x="1011629" y="882343"/>
                </a:cubicBezTo>
                <a:cubicBezTo>
                  <a:pt x="1011629" y="865573"/>
                  <a:pt x="1025223" y="851979"/>
                  <a:pt x="1041993" y="851979"/>
                </a:cubicBezTo>
                <a:close/>
                <a:moveTo>
                  <a:pt x="969438" y="851979"/>
                </a:moveTo>
                <a:cubicBezTo>
                  <a:pt x="986208" y="851979"/>
                  <a:pt x="999801" y="865573"/>
                  <a:pt x="999801" y="882343"/>
                </a:cubicBezTo>
                <a:cubicBezTo>
                  <a:pt x="999801" y="899112"/>
                  <a:pt x="986208" y="912706"/>
                  <a:pt x="969438" y="912706"/>
                </a:cubicBezTo>
                <a:cubicBezTo>
                  <a:pt x="952669" y="912706"/>
                  <a:pt x="939075" y="899112"/>
                  <a:pt x="939075" y="882343"/>
                </a:cubicBezTo>
                <a:cubicBezTo>
                  <a:pt x="939075" y="865573"/>
                  <a:pt x="952669" y="851979"/>
                  <a:pt x="969438" y="851979"/>
                </a:cubicBezTo>
                <a:close/>
                <a:moveTo>
                  <a:pt x="896883" y="851979"/>
                </a:moveTo>
                <a:cubicBezTo>
                  <a:pt x="913653" y="851979"/>
                  <a:pt x="927247" y="865573"/>
                  <a:pt x="927247" y="882343"/>
                </a:cubicBezTo>
                <a:cubicBezTo>
                  <a:pt x="927247" y="899112"/>
                  <a:pt x="913653" y="912706"/>
                  <a:pt x="896883" y="912706"/>
                </a:cubicBezTo>
                <a:cubicBezTo>
                  <a:pt x="880114" y="912706"/>
                  <a:pt x="866520" y="899112"/>
                  <a:pt x="866520" y="882343"/>
                </a:cubicBezTo>
                <a:cubicBezTo>
                  <a:pt x="866520" y="865573"/>
                  <a:pt x="880114" y="851979"/>
                  <a:pt x="896883" y="851979"/>
                </a:cubicBezTo>
                <a:close/>
                <a:moveTo>
                  <a:pt x="824329" y="851979"/>
                </a:moveTo>
                <a:cubicBezTo>
                  <a:pt x="841098" y="851979"/>
                  <a:pt x="854692" y="865573"/>
                  <a:pt x="854692" y="882343"/>
                </a:cubicBezTo>
                <a:cubicBezTo>
                  <a:pt x="854692" y="899112"/>
                  <a:pt x="841098" y="912706"/>
                  <a:pt x="824329" y="912706"/>
                </a:cubicBezTo>
                <a:cubicBezTo>
                  <a:pt x="807559" y="912706"/>
                  <a:pt x="793965" y="899112"/>
                  <a:pt x="793965" y="882343"/>
                </a:cubicBezTo>
                <a:cubicBezTo>
                  <a:pt x="793965" y="865573"/>
                  <a:pt x="807559" y="851979"/>
                  <a:pt x="824329" y="851979"/>
                </a:cubicBezTo>
                <a:close/>
                <a:moveTo>
                  <a:pt x="751774" y="851979"/>
                </a:moveTo>
                <a:cubicBezTo>
                  <a:pt x="768544" y="851979"/>
                  <a:pt x="782138" y="865573"/>
                  <a:pt x="782138" y="882343"/>
                </a:cubicBezTo>
                <a:cubicBezTo>
                  <a:pt x="782138" y="899112"/>
                  <a:pt x="768544" y="912706"/>
                  <a:pt x="751774" y="912706"/>
                </a:cubicBezTo>
                <a:cubicBezTo>
                  <a:pt x="735005" y="912706"/>
                  <a:pt x="721411" y="899112"/>
                  <a:pt x="721411" y="882343"/>
                </a:cubicBezTo>
                <a:cubicBezTo>
                  <a:pt x="721411" y="865573"/>
                  <a:pt x="735005" y="851979"/>
                  <a:pt x="751774" y="851979"/>
                </a:cubicBezTo>
                <a:close/>
                <a:moveTo>
                  <a:pt x="679220" y="851979"/>
                </a:moveTo>
                <a:cubicBezTo>
                  <a:pt x="695989" y="851979"/>
                  <a:pt x="709583" y="865573"/>
                  <a:pt x="709583" y="882343"/>
                </a:cubicBezTo>
                <a:cubicBezTo>
                  <a:pt x="709583" y="899112"/>
                  <a:pt x="695989" y="912706"/>
                  <a:pt x="679220" y="912706"/>
                </a:cubicBezTo>
                <a:cubicBezTo>
                  <a:pt x="662450" y="912706"/>
                  <a:pt x="648856" y="899112"/>
                  <a:pt x="648856" y="882343"/>
                </a:cubicBezTo>
                <a:cubicBezTo>
                  <a:pt x="648856" y="865573"/>
                  <a:pt x="662450" y="851979"/>
                  <a:pt x="679220" y="851979"/>
                </a:cubicBezTo>
                <a:close/>
                <a:moveTo>
                  <a:pt x="606665" y="851979"/>
                </a:moveTo>
                <a:cubicBezTo>
                  <a:pt x="623435" y="851979"/>
                  <a:pt x="637029" y="865573"/>
                  <a:pt x="637029" y="882343"/>
                </a:cubicBezTo>
                <a:cubicBezTo>
                  <a:pt x="637029" y="899112"/>
                  <a:pt x="623435" y="912706"/>
                  <a:pt x="606665" y="912706"/>
                </a:cubicBezTo>
                <a:cubicBezTo>
                  <a:pt x="589896" y="912706"/>
                  <a:pt x="576302" y="899112"/>
                  <a:pt x="576302" y="882343"/>
                </a:cubicBezTo>
                <a:cubicBezTo>
                  <a:pt x="576302" y="865573"/>
                  <a:pt x="589896" y="851979"/>
                  <a:pt x="606665" y="851979"/>
                </a:cubicBezTo>
                <a:close/>
                <a:moveTo>
                  <a:pt x="534111" y="851979"/>
                </a:moveTo>
                <a:cubicBezTo>
                  <a:pt x="550880" y="851979"/>
                  <a:pt x="564474" y="865573"/>
                  <a:pt x="564474" y="882343"/>
                </a:cubicBezTo>
                <a:cubicBezTo>
                  <a:pt x="564474" y="899112"/>
                  <a:pt x="550880" y="912706"/>
                  <a:pt x="534111" y="912706"/>
                </a:cubicBezTo>
                <a:cubicBezTo>
                  <a:pt x="517341" y="912706"/>
                  <a:pt x="503747" y="899112"/>
                  <a:pt x="503747" y="882343"/>
                </a:cubicBezTo>
                <a:cubicBezTo>
                  <a:pt x="503747" y="865573"/>
                  <a:pt x="517341" y="851979"/>
                  <a:pt x="534111" y="851979"/>
                </a:cubicBezTo>
                <a:close/>
                <a:moveTo>
                  <a:pt x="461556" y="851979"/>
                </a:moveTo>
                <a:cubicBezTo>
                  <a:pt x="478326" y="851979"/>
                  <a:pt x="491920" y="865573"/>
                  <a:pt x="491920" y="882343"/>
                </a:cubicBezTo>
                <a:cubicBezTo>
                  <a:pt x="491920" y="899112"/>
                  <a:pt x="478326" y="912706"/>
                  <a:pt x="461556" y="912706"/>
                </a:cubicBezTo>
                <a:cubicBezTo>
                  <a:pt x="444787" y="912706"/>
                  <a:pt x="431192" y="899112"/>
                  <a:pt x="431192" y="882343"/>
                </a:cubicBezTo>
                <a:cubicBezTo>
                  <a:pt x="431192" y="865573"/>
                  <a:pt x="444787" y="851979"/>
                  <a:pt x="461556" y="851979"/>
                </a:cubicBezTo>
                <a:close/>
                <a:moveTo>
                  <a:pt x="389002" y="851979"/>
                </a:moveTo>
                <a:cubicBezTo>
                  <a:pt x="405771" y="851979"/>
                  <a:pt x="419365" y="865573"/>
                  <a:pt x="419365" y="882343"/>
                </a:cubicBezTo>
                <a:cubicBezTo>
                  <a:pt x="419365" y="899112"/>
                  <a:pt x="405771" y="912706"/>
                  <a:pt x="389002" y="912706"/>
                </a:cubicBezTo>
                <a:cubicBezTo>
                  <a:pt x="372232" y="912706"/>
                  <a:pt x="358638" y="899112"/>
                  <a:pt x="358638" y="882343"/>
                </a:cubicBezTo>
                <a:cubicBezTo>
                  <a:pt x="358638" y="865573"/>
                  <a:pt x="372232" y="851979"/>
                  <a:pt x="389002" y="851979"/>
                </a:cubicBezTo>
                <a:close/>
                <a:moveTo>
                  <a:pt x="316447" y="851979"/>
                </a:moveTo>
                <a:cubicBezTo>
                  <a:pt x="333216" y="851979"/>
                  <a:pt x="346810" y="865573"/>
                  <a:pt x="346810" y="882343"/>
                </a:cubicBezTo>
                <a:cubicBezTo>
                  <a:pt x="346810" y="899112"/>
                  <a:pt x="333216" y="912706"/>
                  <a:pt x="316447" y="912706"/>
                </a:cubicBezTo>
                <a:cubicBezTo>
                  <a:pt x="299677" y="912706"/>
                  <a:pt x="286084" y="899112"/>
                  <a:pt x="286084" y="882343"/>
                </a:cubicBezTo>
                <a:cubicBezTo>
                  <a:pt x="286084" y="865573"/>
                  <a:pt x="299677" y="851979"/>
                  <a:pt x="316447" y="851979"/>
                </a:cubicBezTo>
                <a:close/>
                <a:moveTo>
                  <a:pt x="243892" y="851979"/>
                </a:moveTo>
                <a:cubicBezTo>
                  <a:pt x="260662" y="851979"/>
                  <a:pt x="274256" y="865573"/>
                  <a:pt x="274256" y="882343"/>
                </a:cubicBezTo>
                <a:cubicBezTo>
                  <a:pt x="274256" y="899112"/>
                  <a:pt x="260662" y="912706"/>
                  <a:pt x="243892" y="912706"/>
                </a:cubicBezTo>
                <a:cubicBezTo>
                  <a:pt x="227123" y="912706"/>
                  <a:pt x="213529" y="899112"/>
                  <a:pt x="213529" y="882343"/>
                </a:cubicBezTo>
                <a:cubicBezTo>
                  <a:pt x="213529" y="865573"/>
                  <a:pt x="227123" y="851979"/>
                  <a:pt x="243892" y="851979"/>
                </a:cubicBezTo>
                <a:close/>
                <a:moveTo>
                  <a:pt x="171339" y="851979"/>
                </a:moveTo>
                <a:cubicBezTo>
                  <a:pt x="188107" y="851979"/>
                  <a:pt x="201701" y="865573"/>
                  <a:pt x="201701" y="882343"/>
                </a:cubicBezTo>
                <a:cubicBezTo>
                  <a:pt x="201701" y="899112"/>
                  <a:pt x="188107" y="912706"/>
                  <a:pt x="171339" y="912706"/>
                </a:cubicBezTo>
                <a:cubicBezTo>
                  <a:pt x="154651" y="912706"/>
                  <a:pt x="141056" y="899112"/>
                  <a:pt x="141056" y="882343"/>
                </a:cubicBezTo>
                <a:cubicBezTo>
                  <a:pt x="141056" y="865573"/>
                  <a:pt x="154651" y="851979"/>
                  <a:pt x="171339" y="851979"/>
                </a:cubicBezTo>
                <a:close/>
                <a:moveTo>
                  <a:pt x="98877" y="851979"/>
                </a:moveTo>
                <a:cubicBezTo>
                  <a:pt x="115640" y="851979"/>
                  <a:pt x="129234" y="865573"/>
                  <a:pt x="129234" y="882343"/>
                </a:cubicBezTo>
                <a:cubicBezTo>
                  <a:pt x="129234" y="899112"/>
                  <a:pt x="115640" y="912706"/>
                  <a:pt x="98877" y="912706"/>
                </a:cubicBezTo>
                <a:cubicBezTo>
                  <a:pt x="82106" y="912706"/>
                  <a:pt x="68511" y="899112"/>
                  <a:pt x="68511" y="882343"/>
                </a:cubicBezTo>
                <a:cubicBezTo>
                  <a:pt x="68511" y="865573"/>
                  <a:pt x="82106" y="851979"/>
                  <a:pt x="98877" y="851979"/>
                </a:cubicBezTo>
                <a:close/>
                <a:moveTo>
                  <a:pt x="26322" y="851979"/>
                </a:moveTo>
                <a:cubicBezTo>
                  <a:pt x="43087" y="851979"/>
                  <a:pt x="56682" y="865573"/>
                  <a:pt x="56682" y="882343"/>
                </a:cubicBezTo>
                <a:cubicBezTo>
                  <a:pt x="56682" y="899112"/>
                  <a:pt x="43087" y="912706"/>
                  <a:pt x="26322" y="912706"/>
                </a:cubicBezTo>
                <a:cubicBezTo>
                  <a:pt x="17937" y="912706"/>
                  <a:pt x="10346" y="909308"/>
                  <a:pt x="4851" y="903813"/>
                </a:cubicBezTo>
                <a:lnTo>
                  <a:pt x="0" y="892101"/>
                </a:lnTo>
                <a:lnTo>
                  <a:pt x="0" y="872585"/>
                </a:lnTo>
                <a:lnTo>
                  <a:pt x="4851" y="860872"/>
                </a:lnTo>
                <a:cubicBezTo>
                  <a:pt x="10346" y="855378"/>
                  <a:pt x="17937" y="851979"/>
                  <a:pt x="26322" y="851979"/>
                </a:cubicBezTo>
                <a:close/>
                <a:moveTo>
                  <a:pt x="1622429" y="771528"/>
                </a:moveTo>
                <a:lnTo>
                  <a:pt x="1633158" y="773694"/>
                </a:lnTo>
                <a:lnTo>
                  <a:pt x="1618313" y="831424"/>
                </a:lnTo>
                <a:lnTo>
                  <a:pt x="1610610" y="829868"/>
                </a:lnTo>
                <a:cubicBezTo>
                  <a:pt x="1599712" y="825259"/>
                  <a:pt x="1592066" y="814469"/>
                  <a:pt x="1592066" y="801891"/>
                </a:cubicBezTo>
                <a:cubicBezTo>
                  <a:pt x="1592066" y="785122"/>
                  <a:pt x="1605659" y="771528"/>
                  <a:pt x="1622429" y="771528"/>
                </a:cubicBezTo>
                <a:close/>
                <a:moveTo>
                  <a:pt x="1549874" y="771528"/>
                </a:moveTo>
                <a:cubicBezTo>
                  <a:pt x="1566644" y="771528"/>
                  <a:pt x="1580238" y="785122"/>
                  <a:pt x="1580238" y="801891"/>
                </a:cubicBezTo>
                <a:cubicBezTo>
                  <a:pt x="1580238" y="818661"/>
                  <a:pt x="1566644" y="832255"/>
                  <a:pt x="1549874" y="832255"/>
                </a:cubicBezTo>
                <a:cubicBezTo>
                  <a:pt x="1533105" y="832255"/>
                  <a:pt x="1519511" y="818661"/>
                  <a:pt x="1519511" y="801891"/>
                </a:cubicBezTo>
                <a:cubicBezTo>
                  <a:pt x="1519511" y="785122"/>
                  <a:pt x="1533105" y="771528"/>
                  <a:pt x="1549874" y="771528"/>
                </a:cubicBezTo>
                <a:close/>
                <a:moveTo>
                  <a:pt x="1477320" y="771528"/>
                </a:moveTo>
                <a:cubicBezTo>
                  <a:pt x="1494089" y="771528"/>
                  <a:pt x="1507683" y="785122"/>
                  <a:pt x="1507683" y="801891"/>
                </a:cubicBezTo>
                <a:cubicBezTo>
                  <a:pt x="1507683" y="818661"/>
                  <a:pt x="1494089" y="832255"/>
                  <a:pt x="1477320" y="832255"/>
                </a:cubicBezTo>
                <a:cubicBezTo>
                  <a:pt x="1460550" y="832255"/>
                  <a:pt x="1446956" y="818661"/>
                  <a:pt x="1446956" y="801891"/>
                </a:cubicBezTo>
                <a:cubicBezTo>
                  <a:pt x="1446956" y="785122"/>
                  <a:pt x="1460550" y="771528"/>
                  <a:pt x="1477320" y="771528"/>
                </a:cubicBezTo>
                <a:close/>
                <a:moveTo>
                  <a:pt x="1404765" y="771528"/>
                </a:moveTo>
                <a:cubicBezTo>
                  <a:pt x="1421535" y="771528"/>
                  <a:pt x="1435129" y="785122"/>
                  <a:pt x="1435129" y="801891"/>
                </a:cubicBezTo>
                <a:cubicBezTo>
                  <a:pt x="1435129" y="818661"/>
                  <a:pt x="1421535" y="832255"/>
                  <a:pt x="1404765" y="832255"/>
                </a:cubicBezTo>
                <a:cubicBezTo>
                  <a:pt x="1387996" y="832255"/>
                  <a:pt x="1374402" y="818661"/>
                  <a:pt x="1374402" y="801891"/>
                </a:cubicBezTo>
                <a:cubicBezTo>
                  <a:pt x="1374402" y="785122"/>
                  <a:pt x="1387996" y="771528"/>
                  <a:pt x="1404765" y="771528"/>
                </a:cubicBezTo>
                <a:close/>
                <a:moveTo>
                  <a:pt x="1332211" y="771528"/>
                </a:moveTo>
                <a:cubicBezTo>
                  <a:pt x="1348980" y="771528"/>
                  <a:pt x="1362574" y="785122"/>
                  <a:pt x="1362574" y="801891"/>
                </a:cubicBezTo>
                <a:cubicBezTo>
                  <a:pt x="1362574" y="818661"/>
                  <a:pt x="1348980" y="832255"/>
                  <a:pt x="1332211" y="832255"/>
                </a:cubicBezTo>
                <a:cubicBezTo>
                  <a:pt x="1315441" y="832255"/>
                  <a:pt x="1301847" y="818661"/>
                  <a:pt x="1301847" y="801891"/>
                </a:cubicBezTo>
                <a:cubicBezTo>
                  <a:pt x="1301847" y="785122"/>
                  <a:pt x="1315441" y="771528"/>
                  <a:pt x="1332211" y="771528"/>
                </a:cubicBezTo>
                <a:close/>
                <a:moveTo>
                  <a:pt x="1259656" y="771528"/>
                </a:moveTo>
                <a:cubicBezTo>
                  <a:pt x="1276426" y="771528"/>
                  <a:pt x="1290020" y="785122"/>
                  <a:pt x="1290020" y="801891"/>
                </a:cubicBezTo>
                <a:cubicBezTo>
                  <a:pt x="1290020" y="818661"/>
                  <a:pt x="1276426" y="832255"/>
                  <a:pt x="1259656" y="832255"/>
                </a:cubicBezTo>
                <a:cubicBezTo>
                  <a:pt x="1242887" y="832255"/>
                  <a:pt x="1229293" y="818661"/>
                  <a:pt x="1229293" y="801891"/>
                </a:cubicBezTo>
                <a:cubicBezTo>
                  <a:pt x="1229293" y="785122"/>
                  <a:pt x="1242887" y="771528"/>
                  <a:pt x="1259656" y="771528"/>
                </a:cubicBezTo>
                <a:close/>
                <a:moveTo>
                  <a:pt x="1187102" y="771528"/>
                </a:moveTo>
                <a:cubicBezTo>
                  <a:pt x="1203871" y="771528"/>
                  <a:pt x="1217465" y="785122"/>
                  <a:pt x="1217465" y="801891"/>
                </a:cubicBezTo>
                <a:cubicBezTo>
                  <a:pt x="1217465" y="818661"/>
                  <a:pt x="1203871" y="832255"/>
                  <a:pt x="1187102" y="832255"/>
                </a:cubicBezTo>
                <a:cubicBezTo>
                  <a:pt x="1170332" y="832255"/>
                  <a:pt x="1156738" y="818661"/>
                  <a:pt x="1156738" y="801891"/>
                </a:cubicBezTo>
                <a:cubicBezTo>
                  <a:pt x="1156738" y="785122"/>
                  <a:pt x="1170332" y="771528"/>
                  <a:pt x="1187102" y="771528"/>
                </a:cubicBezTo>
                <a:close/>
                <a:moveTo>
                  <a:pt x="1114547" y="771528"/>
                </a:moveTo>
                <a:cubicBezTo>
                  <a:pt x="1131317" y="771528"/>
                  <a:pt x="1144911" y="785122"/>
                  <a:pt x="1144911" y="801891"/>
                </a:cubicBezTo>
                <a:cubicBezTo>
                  <a:pt x="1144911" y="818661"/>
                  <a:pt x="1131317" y="832255"/>
                  <a:pt x="1114547" y="832255"/>
                </a:cubicBezTo>
                <a:cubicBezTo>
                  <a:pt x="1097778" y="832255"/>
                  <a:pt x="1084184" y="818661"/>
                  <a:pt x="1084184" y="801891"/>
                </a:cubicBezTo>
                <a:cubicBezTo>
                  <a:pt x="1084184" y="785122"/>
                  <a:pt x="1097778" y="771528"/>
                  <a:pt x="1114547" y="771528"/>
                </a:cubicBezTo>
                <a:close/>
                <a:moveTo>
                  <a:pt x="1041993" y="771528"/>
                </a:moveTo>
                <a:cubicBezTo>
                  <a:pt x="1058762" y="771528"/>
                  <a:pt x="1072356" y="785122"/>
                  <a:pt x="1072356" y="801891"/>
                </a:cubicBezTo>
                <a:cubicBezTo>
                  <a:pt x="1072356" y="818661"/>
                  <a:pt x="1058762" y="832255"/>
                  <a:pt x="1041993" y="832255"/>
                </a:cubicBezTo>
                <a:cubicBezTo>
                  <a:pt x="1025223" y="832255"/>
                  <a:pt x="1011629" y="818661"/>
                  <a:pt x="1011629" y="801891"/>
                </a:cubicBezTo>
                <a:cubicBezTo>
                  <a:pt x="1011629" y="785122"/>
                  <a:pt x="1025223" y="771528"/>
                  <a:pt x="1041993" y="771528"/>
                </a:cubicBezTo>
                <a:close/>
                <a:moveTo>
                  <a:pt x="969438" y="771528"/>
                </a:moveTo>
                <a:cubicBezTo>
                  <a:pt x="986208" y="771528"/>
                  <a:pt x="999801" y="785122"/>
                  <a:pt x="999801" y="801891"/>
                </a:cubicBezTo>
                <a:cubicBezTo>
                  <a:pt x="999801" y="818661"/>
                  <a:pt x="986208" y="832255"/>
                  <a:pt x="969438" y="832255"/>
                </a:cubicBezTo>
                <a:cubicBezTo>
                  <a:pt x="952669" y="832255"/>
                  <a:pt x="939075" y="818661"/>
                  <a:pt x="939075" y="801891"/>
                </a:cubicBezTo>
                <a:cubicBezTo>
                  <a:pt x="939075" y="785122"/>
                  <a:pt x="952669" y="771528"/>
                  <a:pt x="969438" y="771528"/>
                </a:cubicBezTo>
                <a:close/>
                <a:moveTo>
                  <a:pt x="896883" y="771528"/>
                </a:moveTo>
                <a:cubicBezTo>
                  <a:pt x="913653" y="771528"/>
                  <a:pt x="927247" y="785122"/>
                  <a:pt x="927247" y="801891"/>
                </a:cubicBezTo>
                <a:cubicBezTo>
                  <a:pt x="927247" y="818661"/>
                  <a:pt x="913653" y="832255"/>
                  <a:pt x="896883" y="832255"/>
                </a:cubicBezTo>
                <a:cubicBezTo>
                  <a:pt x="880114" y="832255"/>
                  <a:pt x="866520" y="818661"/>
                  <a:pt x="866520" y="801891"/>
                </a:cubicBezTo>
                <a:cubicBezTo>
                  <a:pt x="866520" y="785122"/>
                  <a:pt x="880114" y="771528"/>
                  <a:pt x="896883" y="771528"/>
                </a:cubicBezTo>
                <a:close/>
                <a:moveTo>
                  <a:pt x="824329" y="771528"/>
                </a:moveTo>
                <a:cubicBezTo>
                  <a:pt x="841098" y="771528"/>
                  <a:pt x="854692" y="785122"/>
                  <a:pt x="854692" y="801891"/>
                </a:cubicBezTo>
                <a:cubicBezTo>
                  <a:pt x="854692" y="818661"/>
                  <a:pt x="841098" y="832255"/>
                  <a:pt x="824329" y="832255"/>
                </a:cubicBezTo>
                <a:cubicBezTo>
                  <a:pt x="807559" y="832255"/>
                  <a:pt x="793965" y="818661"/>
                  <a:pt x="793965" y="801891"/>
                </a:cubicBezTo>
                <a:cubicBezTo>
                  <a:pt x="793965" y="785122"/>
                  <a:pt x="807559" y="771528"/>
                  <a:pt x="824329" y="771528"/>
                </a:cubicBezTo>
                <a:close/>
                <a:moveTo>
                  <a:pt x="751774" y="771528"/>
                </a:moveTo>
                <a:cubicBezTo>
                  <a:pt x="768544" y="771528"/>
                  <a:pt x="782138" y="785122"/>
                  <a:pt x="782138" y="801891"/>
                </a:cubicBezTo>
                <a:cubicBezTo>
                  <a:pt x="782138" y="818661"/>
                  <a:pt x="768544" y="832255"/>
                  <a:pt x="751774" y="832255"/>
                </a:cubicBezTo>
                <a:cubicBezTo>
                  <a:pt x="735005" y="832255"/>
                  <a:pt x="721411" y="818661"/>
                  <a:pt x="721411" y="801891"/>
                </a:cubicBezTo>
                <a:cubicBezTo>
                  <a:pt x="721411" y="785122"/>
                  <a:pt x="735005" y="771528"/>
                  <a:pt x="751774" y="771528"/>
                </a:cubicBezTo>
                <a:close/>
                <a:moveTo>
                  <a:pt x="679220" y="771528"/>
                </a:moveTo>
                <a:cubicBezTo>
                  <a:pt x="695989" y="771528"/>
                  <a:pt x="709583" y="785122"/>
                  <a:pt x="709583" y="801891"/>
                </a:cubicBezTo>
                <a:cubicBezTo>
                  <a:pt x="709583" y="818661"/>
                  <a:pt x="695989" y="832255"/>
                  <a:pt x="679220" y="832255"/>
                </a:cubicBezTo>
                <a:cubicBezTo>
                  <a:pt x="662450" y="832255"/>
                  <a:pt x="648856" y="818661"/>
                  <a:pt x="648856" y="801891"/>
                </a:cubicBezTo>
                <a:cubicBezTo>
                  <a:pt x="648856" y="785122"/>
                  <a:pt x="662450" y="771528"/>
                  <a:pt x="679220" y="771528"/>
                </a:cubicBezTo>
                <a:close/>
                <a:moveTo>
                  <a:pt x="606665" y="771528"/>
                </a:moveTo>
                <a:cubicBezTo>
                  <a:pt x="623435" y="771528"/>
                  <a:pt x="637029" y="785122"/>
                  <a:pt x="637029" y="801891"/>
                </a:cubicBezTo>
                <a:cubicBezTo>
                  <a:pt x="637029" y="818661"/>
                  <a:pt x="623435" y="832255"/>
                  <a:pt x="606665" y="832255"/>
                </a:cubicBezTo>
                <a:cubicBezTo>
                  <a:pt x="589896" y="832255"/>
                  <a:pt x="576302" y="818661"/>
                  <a:pt x="576302" y="801891"/>
                </a:cubicBezTo>
                <a:cubicBezTo>
                  <a:pt x="576302" y="785122"/>
                  <a:pt x="589896" y="771528"/>
                  <a:pt x="606665" y="771528"/>
                </a:cubicBezTo>
                <a:close/>
                <a:moveTo>
                  <a:pt x="534111" y="771528"/>
                </a:moveTo>
                <a:cubicBezTo>
                  <a:pt x="550880" y="771528"/>
                  <a:pt x="564474" y="785122"/>
                  <a:pt x="564474" y="801891"/>
                </a:cubicBezTo>
                <a:cubicBezTo>
                  <a:pt x="564474" y="818661"/>
                  <a:pt x="550880" y="832255"/>
                  <a:pt x="534111" y="832255"/>
                </a:cubicBezTo>
                <a:cubicBezTo>
                  <a:pt x="517341" y="832255"/>
                  <a:pt x="503747" y="818661"/>
                  <a:pt x="503747" y="801891"/>
                </a:cubicBezTo>
                <a:cubicBezTo>
                  <a:pt x="503747" y="785122"/>
                  <a:pt x="517341" y="771528"/>
                  <a:pt x="534111" y="771528"/>
                </a:cubicBezTo>
                <a:close/>
                <a:moveTo>
                  <a:pt x="461556" y="771528"/>
                </a:moveTo>
                <a:cubicBezTo>
                  <a:pt x="478326" y="771528"/>
                  <a:pt x="491920" y="785122"/>
                  <a:pt x="491920" y="801891"/>
                </a:cubicBezTo>
                <a:cubicBezTo>
                  <a:pt x="491920" y="818661"/>
                  <a:pt x="478326" y="832255"/>
                  <a:pt x="461556" y="832255"/>
                </a:cubicBezTo>
                <a:cubicBezTo>
                  <a:pt x="444787" y="832255"/>
                  <a:pt x="431192" y="818661"/>
                  <a:pt x="431192" y="801891"/>
                </a:cubicBezTo>
                <a:cubicBezTo>
                  <a:pt x="431192" y="785122"/>
                  <a:pt x="444787" y="771528"/>
                  <a:pt x="461556" y="771528"/>
                </a:cubicBezTo>
                <a:close/>
                <a:moveTo>
                  <a:pt x="389002" y="771528"/>
                </a:moveTo>
                <a:cubicBezTo>
                  <a:pt x="405771" y="771528"/>
                  <a:pt x="419365" y="785122"/>
                  <a:pt x="419365" y="801891"/>
                </a:cubicBezTo>
                <a:cubicBezTo>
                  <a:pt x="419365" y="818661"/>
                  <a:pt x="405771" y="832255"/>
                  <a:pt x="389002" y="832255"/>
                </a:cubicBezTo>
                <a:cubicBezTo>
                  <a:pt x="372232" y="832255"/>
                  <a:pt x="358638" y="818661"/>
                  <a:pt x="358638" y="801891"/>
                </a:cubicBezTo>
                <a:cubicBezTo>
                  <a:pt x="358638" y="785122"/>
                  <a:pt x="372232" y="771528"/>
                  <a:pt x="389002" y="771528"/>
                </a:cubicBezTo>
                <a:close/>
                <a:moveTo>
                  <a:pt x="316447" y="771528"/>
                </a:moveTo>
                <a:cubicBezTo>
                  <a:pt x="333216" y="771528"/>
                  <a:pt x="346810" y="785122"/>
                  <a:pt x="346810" y="801891"/>
                </a:cubicBezTo>
                <a:cubicBezTo>
                  <a:pt x="346810" y="818661"/>
                  <a:pt x="333216" y="832255"/>
                  <a:pt x="316447" y="832255"/>
                </a:cubicBezTo>
                <a:cubicBezTo>
                  <a:pt x="299677" y="832255"/>
                  <a:pt x="286084" y="818661"/>
                  <a:pt x="286084" y="801891"/>
                </a:cubicBezTo>
                <a:cubicBezTo>
                  <a:pt x="286084" y="785122"/>
                  <a:pt x="299677" y="771528"/>
                  <a:pt x="316447" y="771528"/>
                </a:cubicBezTo>
                <a:close/>
                <a:moveTo>
                  <a:pt x="243892" y="771528"/>
                </a:moveTo>
                <a:cubicBezTo>
                  <a:pt x="260662" y="771528"/>
                  <a:pt x="274256" y="785122"/>
                  <a:pt x="274256" y="801891"/>
                </a:cubicBezTo>
                <a:cubicBezTo>
                  <a:pt x="274256" y="818661"/>
                  <a:pt x="260662" y="832255"/>
                  <a:pt x="243892" y="832255"/>
                </a:cubicBezTo>
                <a:cubicBezTo>
                  <a:pt x="227123" y="832255"/>
                  <a:pt x="213529" y="818661"/>
                  <a:pt x="213529" y="801891"/>
                </a:cubicBezTo>
                <a:cubicBezTo>
                  <a:pt x="213529" y="785122"/>
                  <a:pt x="227123" y="771528"/>
                  <a:pt x="243892" y="771528"/>
                </a:cubicBezTo>
                <a:close/>
                <a:moveTo>
                  <a:pt x="171339" y="771528"/>
                </a:moveTo>
                <a:cubicBezTo>
                  <a:pt x="188107" y="771528"/>
                  <a:pt x="201701" y="785122"/>
                  <a:pt x="201701" y="801891"/>
                </a:cubicBezTo>
                <a:cubicBezTo>
                  <a:pt x="201701" y="818661"/>
                  <a:pt x="188107" y="832255"/>
                  <a:pt x="171339" y="832255"/>
                </a:cubicBezTo>
                <a:cubicBezTo>
                  <a:pt x="154656" y="832255"/>
                  <a:pt x="141062" y="818661"/>
                  <a:pt x="141062" y="801891"/>
                </a:cubicBezTo>
                <a:cubicBezTo>
                  <a:pt x="141062" y="785122"/>
                  <a:pt x="154656" y="771528"/>
                  <a:pt x="171339" y="771528"/>
                </a:cubicBezTo>
                <a:close/>
                <a:moveTo>
                  <a:pt x="98884" y="771528"/>
                </a:moveTo>
                <a:cubicBezTo>
                  <a:pt x="115646" y="771528"/>
                  <a:pt x="129240" y="785122"/>
                  <a:pt x="129240" y="801891"/>
                </a:cubicBezTo>
                <a:cubicBezTo>
                  <a:pt x="129240" y="818661"/>
                  <a:pt x="115646" y="832255"/>
                  <a:pt x="98884" y="832255"/>
                </a:cubicBezTo>
                <a:cubicBezTo>
                  <a:pt x="82112" y="832255"/>
                  <a:pt x="68517" y="818661"/>
                  <a:pt x="68517" y="801891"/>
                </a:cubicBezTo>
                <a:cubicBezTo>
                  <a:pt x="68517" y="785122"/>
                  <a:pt x="82112" y="771528"/>
                  <a:pt x="98884" y="771528"/>
                </a:cubicBezTo>
                <a:close/>
                <a:moveTo>
                  <a:pt x="26329" y="771528"/>
                </a:moveTo>
                <a:cubicBezTo>
                  <a:pt x="43093" y="771528"/>
                  <a:pt x="56688" y="785122"/>
                  <a:pt x="56688" y="801891"/>
                </a:cubicBezTo>
                <a:cubicBezTo>
                  <a:pt x="56688" y="818661"/>
                  <a:pt x="43093" y="832255"/>
                  <a:pt x="26329" y="832255"/>
                </a:cubicBezTo>
                <a:cubicBezTo>
                  <a:pt x="17944" y="832255"/>
                  <a:pt x="10353" y="828857"/>
                  <a:pt x="4858" y="823362"/>
                </a:cubicBezTo>
                <a:lnTo>
                  <a:pt x="0" y="811633"/>
                </a:lnTo>
                <a:lnTo>
                  <a:pt x="0" y="792150"/>
                </a:lnTo>
                <a:lnTo>
                  <a:pt x="4858" y="780421"/>
                </a:lnTo>
                <a:cubicBezTo>
                  <a:pt x="10353" y="774927"/>
                  <a:pt x="17944" y="771528"/>
                  <a:pt x="26329" y="771528"/>
                </a:cubicBezTo>
                <a:close/>
                <a:moveTo>
                  <a:pt x="1622429" y="691076"/>
                </a:moveTo>
                <a:cubicBezTo>
                  <a:pt x="1630814" y="691076"/>
                  <a:pt x="1638404" y="694475"/>
                  <a:pt x="1643899" y="699969"/>
                </a:cubicBezTo>
                <a:lnTo>
                  <a:pt x="1647739" y="709237"/>
                </a:lnTo>
                <a:lnTo>
                  <a:pt x="1644828" y="728305"/>
                </a:lnTo>
                <a:lnTo>
                  <a:pt x="1640480" y="745215"/>
                </a:lnTo>
                <a:lnTo>
                  <a:pt x="1634248" y="749417"/>
                </a:lnTo>
                <a:cubicBezTo>
                  <a:pt x="1630615" y="750953"/>
                  <a:pt x="1626621" y="751803"/>
                  <a:pt x="1622429" y="751803"/>
                </a:cubicBezTo>
                <a:cubicBezTo>
                  <a:pt x="1605659" y="751803"/>
                  <a:pt x="1592066" y="738209"/>
                  <a:pt x="1592066" y="721440"/>
                </a:cubicBezTo>
                <a:cubicBezTo>
                  <a:pt x="1592066" y="704670"/>
                  <a:pt x="1605659" y="691076"/>
                  <a:pt x="1622429" y="691076"/>
                </a:cubicBezTo>
                <a:close/>
                <a:moveTo>
                  <a:pt x="1549874" y="691076"/>
                </a:moveTo>
                <a:cubicBezTo>
                  <a:pt x="1566644" y="691076"/>
                  <a:pt x="1580238" y="704670"/>
                  <a:pt x="1580238" y="721440"/>
                </a:cubicBezTo>
                <a:cubicBezTo>
                  <a:pt x="1580238" y="738209"/>
                  <a:pt x="1566644" y="751803"/>
                  <a:pt x="1549874" y="751803"/>
                </a:cubicBezTo>
                <a:cubicBezTo>
                  <a:pt x="1533105" y="751803"/>
                  <a:pt x="1519511" y="738209"/>
                  <a:pt x="1519511" y="721440"/>
                </a:cubicBezTo>
                <a:cubicBezTo>
                  <a:pt x="1519511" y="704670"/>
                  <a:pt x="1533105" y="691076"/>
                  <a:pt x="1549874" y="691076"/>
                </a:cubicBezTo>
                <a:close/>
                <a:moveTo>
                  <a:pt x="1477320" y="691076"/>
                </a:moveTo>
                <a:cubicBezTo>
                  <a:pt x="1494089" y="691076"/>
                  <a:pt x="1507683" y="704670"/>
                  <a:pt x="1507683" y="721440"/>
                </a:cubicBezTo>
                <a:cubicBezTo>
                  <a:pt x="1507683" y="738209"/>
                  <a:pt x="1494089" y="751803"/>
                  <a:pt x="1477320" y="751803"/>
                </a:cubicBezTo>
                <a:cubicBezTo>
                  <a:pt x="1460550" y="751803"/>
                  <a:pt x="1446956" y="738209"/>
                  <a:pt x="1446956" y="721440"/>
                </a:cubicBezTo>
                <a:cubicBezTo>
                  <a:pt x="1446956" y="704670"/>
                  <a:pt x="1460550" y="691076"/>
                  <a:pt x="1477320" y="691076"/>
                </a:cubicBezTo>
                <a:close/>
                <a:moveTo>
                  <a:pt x="1404765" y="691076"/>
                </a:moveTo>
                <a:cubicBezTo>
                  <a:pt x="1421535" y="691076"/>
                  <a:pt x="1435129" y="704670"/>
                  <a:pt x="1435129" y="721440"/>
                </a:cubicBezTo>
                <a:cubicBezTo>
                  <a:pt x="1435129" y="738209"/>
                  <a:pt x="1421535" y="751803"/>
                  <a:pt x="1404765" y="751803"/>
                </a:cubicBezTo>
                <a:cubicBezTo>
                  <a:pt x="1387996" y="751803"/>
                  <a:pt x="1374402" y="738209"/>
                  <a:pt x="1374402" y="721440"/>
                </a:cubicBezTo>
                <a:cubicBezTo>
                  <a:pt x="1374402" y="704670"/>
                  <a:pt x="1387996" y="691076"/>
                  <a:pt x="1404765" y="691076"/>
                </a:cubicBezTo>
                <a:close/>
                <a:moveTo>
                  <a:pt x="1332211" y="691076"/>
                </a:moveTo>
                <a:cubicBezTo>
                  <a:pt x="1348980" y="691076"/>
                  <a:pt x="1362574" y="704670"/>
                  <a:pt x="1362574" y="721440"/>
                </a:cubicBezTo>
                <a:cubicBezTo>
                  <a:pt x="1362574" y="738209"/>
                  <a:pt x="1348980" y="751803"/>
                  <a:pt x="1332211" y="751803"/>
                </a:cubicBezTo>
                <a:cubicBezTo>
                  <a:pt x="1315441" y="751803"/>
                  <a:pt x="1301847" y="738209"/>
                  <a:pt x="1301847" y="721440"/>
                </a:cubicBezTo>
                <a:cubicBezTo>
                  <a:pt x="1301847" y="704670"/>
                  <a:pt x="1315441" y="691076"/>
                  <a:pt x="1332211" y="691076"/>
                </a:cubicBezTo>
                <a:close/>
                <a:moveTo>
                  <a:pt x="1259656" y="691076"/>
                </a:moveTo>
                <a:cubicBezTo>
                  <a:pt x="1276426" y="691076"/>
                  <a:pt x="1290020" y="704670"/>
                  <a:pt x="1290020" y="721440"/>
                </a:cubicBezTo>
                <a:cubicBezTo>
                  <a:pt x="1290020" y="738209"/>
                  <a:pt x="1276426" y="751803"/>
                  <a:pt x="1259656" y="751803"/>
                </a:cubicBezTo>
                <a:cubicBezTo>
                  <a:pt x="1242887" y="751803"/>
                  <a:pt x="1229293" y="738209"/>
                  <a:pt x="1229293" y="721440"/>
                </a:cubicBezTo>
                <a:cubicBezTo>
                  <a:pt x="1229293" y="704670"/>
                  <a:pt x="1242887" y="691076"/>
                  <a:pt x="1259656" y="691076"/>
                </a:cubicBezTo>
                <a:close/>
                <a:moveTo>
                  <a:pt x="1187102" y="691076"/>
                </a:moveTo>
                <a:cubicBezTo>
                  <a:pt x="1203871" y="691076"/>
                  <a:pt x="1217465" y="704670"/>
                  <a:pt x="1217465" y="721440"/>
                </a:cubicBezTo>
                <a:cubicBezTo>
                  <a:pt x="1217465" y="738209"/>
                  <a:pt x="1203871" y="751803"/>
                  <a:pt x="1187102" y="751803"/>
                </a:cubicBezTo>
                <a:cubicBezTo>
                  <a:pt x="1170332" y="751803"/>
                  <a:pt x="1156738" y="738209"/>
                  <a:pt x="1156738" y="721440"/>
                </a:cubicBezTo>
                <a:cubicBezTo>
                  <a:pt x="1156738" y="704670"/>
                  <a:pt x="1170332" y="691076"/>
                  <a:pt x="1187102" y="691076"/>
                </a:cubicBezTo>
                <a:close/>
                <a:moveTo>
                  <a:pt x="1114547" y="691076"/>
                </a:moveTo>
                <a:cubicBezTo>
                  <a:pt x="1131317" y="691076"/>
                  <a:pt x="1144911" y="704670"/>
                  <a:pt x="1144911" y="721440"/>
                </a:cubicBezTo>
                <a:cubicBezTo>
                  <a:pt x="1144911" y="738209"/>
                  <a:pt x="1131317" y="751803"/>
                  <a:pt x="1114547" y="751803"/>
                </a:cubicBezTo>
                <a:cubicBezTo>
                  <a:pt x="1097778" y="751803"/>
                  <a:pt x="1084184" y="738209"/>
                  <a:pt x="1084184" y="721440"/>
                </a:cubicBezTo>
                <a:cubicBezTo>
                  <a:pt x="1084184" y="704670"/>
                  <a:pt x="1097778" y="691076"/>
                  <a:pt x="1114547" y="691076"/>
                </a:cubicBezTo>
                <a:close/>
                <a:moveTo>
                  <a:pt x="1041993" y="691076"/>
                </a:moveTo>
                <a:cubicBezTo>
                  <a:pt x="1058762" y="691076"/>
                  <a:pt x="1072356" y="704670"/>
                  <a:pt x="1072356" y="721440"/>
                </a:cubicBezTo>
                <a:cubicBezTo>
                  <a:pt x="1072356" y="738209"/>
                  <a:pt x="1058762" y="751803"/>
                  <a:pt x="1041993" y="751803"/>
                </a:cubicBezTo>
                <a:cubicBezTo>
                  <a:pt x="1025223" y="751803"/>
                  <a:pt x="1011629" y="738209"/>
                  <a:pt x="1011629" y="721440"/>
                </a:cubicBezTo>
                <a:cubicBezTo>
                  <a:pt x="1011629" y="704670"/>
                  <a:pt x="1025223" y="691076"/>
                  <a:pt x="1041993" y="691076"/>
                </a:cubicBezTo>
                <a:close/>
                <a:moveTo>
                  <a:pt x="969438" y="691076"/>
                </a:moveTo>
                <a:cubicBezTo>
                  <a:pt x="986208" y="691076"/>
                  <a:pt x="999801" y="704670"/>
                  <a:pt x="999801" y="721440"/>
                </a:cubicBezTo>
                <a:cubicBezTo>
                  <a:pt x="999801" y="738209"/>
                  <a:pt x="986208" y="751803"/>
                  <a:pt x="969438" y="751803"/>
                </a:cubicBezTo>
                <a:cubicBezTo>
                  <a:pt x="952669" y="751803"/>
                  <a:pt x="939075" y="738209"/>
                  <a:pt x="939075" y="721440"/>
                </a:cubicBezTo>
                <a:cubicBezTo>
                  <a:pt x="939075" y="704670"/>
                  <a:pt x="952669" y="691076"/>
                  <a:pt x="969438" y="691076"/>
                </a:cubicBezTo>
                <a:close/>
                <a:moveTo>
                  <a:pt x="896883" y="691076"/>
                </a:moveTo>
                <a:cubicBezTo>
                  <a:pt x="913653" y="691076"/>
                  <a:pt x="927247" y="704670"/>
                  <a:pt x="927247" y="721440"/>
                </a:cubicBezTo>
                <a:cubicBezTo>
                  <a:pt x="927247" y="738209"/>
                  <a:pt x="913653" y="751803"/>
                  <a:pt x="896883" y="751803"/>
                </a:cubicBezTo>
                <a:cubicBezTo>
                  <a:pt x="880114" y="751803"/>
                  <a:pt x="866520" y="738209"/>
                  <a:pt x="866520" y="721440"/>
                </a:cubicBezTo>
                <a:cubicBezTo>
                  <a:pt x="866520" y="704670"/>
                  <a:pt x="880114" y="691076"/>
                  <a:pt x="896883" y="691076"/>
                </a:cubicBezTo>
                <a:close/>
                <a:moveTo>
                  <a:pt x="824329" y="691076"/>
                </a:moveTo>
                <a:cubicBezTo>
                  <a:pt x="841098" y="691076"/>
                  <a:pt x="854692" y="704670"/>
                  <a:pt x="854692" y="721440"/>
                </a:cubicBezTo>
                <a:cubicBezTo>
                  <a:pt x="854692" y="738209"/>
                  <a:pt x="841098" y="751803"/>
                  <a:pt x="824329" y="751803"/>
                </a:cubicBezTo>
                <a:cubicBezTo>
                  <a:pt x="807559" y="751803"/>
                  <a:pt x="793965" y="738209"/>
                  <a:pt x="793965" y="721440"/>
                </a:cubicBezTo>
                <a:cubicBezTo>
                  <a:pt x="793965" y="704670"/>
                  <a:pt x="807559" y="691076"/>
                  <a:pt x="824329" y="691076"/>
                </a:cubicBezTo>
                <a:close/>
                <a:moveTo>
                  <a:pt x="751774" y="691076"/>
                </a:moveTo>
                <a:cubicBezTo>
                  <a:pt x="768544" y="691076"/>
                  <a:pt x="782138" y="704670"/>
                  <a:pt x="782138" y="721440"/>
                </a:cubicBezTo>
                <a:cubicBezTo>
                  <a:pt x="782138" y="738209"/>
                  <a:pt x="768544" y="751803"/>
                  <a:pt x="751774" y="751803"/>
                </a:cubicBezTo>
                <a:cubicBezTo>
                  <a:pt x="735005" y="751803"/>
                  <a:pt x="721411" y="738209"/>
                  <a:pt x="721411" y="721440"/>
                </a:cubicBezTo>
                <a:cubicBezTo>
                  <a:pt x="721411" y="704670"/>
                  <a:pt x="735005" y="691076"/>
                  <a:pt x="751774" y="691076"/>
                </a:cubicBezTo>
                <a:close/>
                <a:moveTo>
                  <a:pt x="679220" y="691076"/>
                </a:moveTo>
                <a:cubicBezTo>
                  <a:pt x="695989" y="691076"/>
                  <a:pt x="709583" y="704670"/>
                  <a:pt x="709583" y="721440"/>
                </a:cubicBezTo>
                <a:cubicBezTo>
                  <a:pt x="709583" y="738209"/>
                  <a:pt x="695989" y="751803"/>
                  <a:pt x="679220" y="751803"/>
                </a:cubicBezTo>
                <a:cubicBezTo>
                  <a:pt x="662450" y="751803"/>
                  <a:pt x="648856" y="738209"/>
                  <a:pt x="648856" y="721440"/>
                </a:cubicBezTo>
                <a:cubicBezTo>
                  <a:pt x="648856" y="704670"/>
                  <a:pt x="662450" y="691076"/>
                  <a:pt x="679220" y="691076"/>
                </a:cubicBezTo>
                <a:close/>
                <a:moveTo>
                  <a:pt x="606665" y="691076"/>
                </a:moveTo>
                <a:cubicBezTo>
                  <a:pt x="623435" y="691076"/>
                  <a:pt x="637029" y="704670"/>
                  <a:pt x="637029" y="721440"/>
                </a:cubicBezTo>
                <a:cubicBezTo>
                  <a:pt x="637029" y="738209"/>
                  <a:pt x="623435" y="751803"/>
                  <a:pt x="606665" y="751803"/>
                </a:cubicBezTo>
                <a:cubicBezTo>
                  <a:pt x="589896" y="751803"/>
                  <a:pt x="576302" y="738209"/>
                  <a:pt x="576302" y="721440"/>
                </a:cubicBezTo>
                <a:cubicBezTo>
                  <a:pt x="576302" y="704670"/>
                  <a:pt x="589896" y="691076"/>
                  <a:pt x="606665" y="691076"/>
                </a:cubicBezTo>
                <a:close/>
                <a:moveTo>
                  <a:pt x="534111" y="691076"/>
                </a:moveTo>
                <a:cubicBezTo>
                  <a:pt x="550880" y="691076"/>
                  <a:pt x="564474" y="704670"/>
                  <a:pt x="564474" y="721440"/>
                </a:cubicBezTo>
                <a:cubicBezTo>
                  <a:pt x="564474" y="738209"/>
                  <a:pt x="550880" y="751803"/>
                  <a:pt x="534111" y="751803"/>
                </a:cubicBezTo>
                <a:cubicBezTo>
                  <a:pt x="517341" y="751803"/>
                  <a:pt x="503747" y="738209"/>
                  <a:pt x="503747" y="721440"/>
                </a:cubicBezTo>
                <a:cubicBezTo>
                  <a:pt x="503747" y="704670"/>
                  <a:pt x="517341" y="691076"/>
                  <a:pt x="534111" y="691076"/>
                </a:cubicBezTo>
                <a:close/>
                <a:moveTo>
                  <a:pt x="461556" y="691076"/>
                </a:moveTo>
                <a:cubicBezTo>
                  <a:pt x="478326" y="691076"/>
                  <a:pt x="491920" y="704670"/>
                  <a:pt x="491920" y="721440"/>
                </a:cubicBezTo>
                <a:cubicBezTo>
                  <a:pt x="491920" y="738209"/>
                  <a:pt x="478326" y="751803"/>
                  <a:pt x="461556" y="751803"/>
                </a:cubicBezTo>
                <a:cubicBezTo>
                  <a:pt x="444787" y="751803"/>
                  <a:pt x="431192" y="738209"/>
                  <a:pt x="431192" y="721440"/>
                </a:cubicBezTo>
                <a:cubicBezTo>
                  <a:pt x="431192" y="704670"/>
                  <a:pt x="444787" y="691076"/>
                  <a:pt x="461556" y="691076"/>
                </a:cubicBezTo>
                <a:close/>
                <a:moveTo>
                  <a:pt x="389002" y="691076"/>
                </a:moveTo>
                <a:cubicBezTo>
                  <a:pt x="405771" y="691076"/>
                  <a:pt x="419365" y="704670"/>
                  <a:pt x="419365" y="721440"/>
                </a:cubicBezTo>
                <a:cubicBezTo>
                  <a:pt x="419365" y="738209"/>
                  <a:pt x="405771" y="751803"/>
                  <a:pt x="389002" y="751803"/>
                </a:cubicBezTo>
                <a:cubicBezTo>
                  <a:pt x="372232" y="751803"/>
                  <a:pt x="358638" y="738209"/>
                  <a:pt x="358638" y="721440"/>
                </a:cubicBezTo>
                <a:cubicBezTo>
                  <a:pt x="358638" y="704670"/>
                  <a:pt x="372232" y="691076"/>
                  <a:pt x="389002" y="691076"/>
                </a:cubicBezTo>
                <a:close/>
                <a:moveTo>
                  <a:pt x="316447" y="691076"/>
                </a:moveTo>
                <a:cubicBezTo>
                  <a:pt x="333216" y="691076"/>
                  <a:pt x="346810" y="704670"/>
                  <a:pt x="346810" y="721440"/>
                </a:cubicBezTo>
                <a:cubicBezTo>
                  <a:pt x="346810" y="738209"/>
                  <a:pt x="333216" y="751803"/>
                  <a:pt x="316447" y="751803"/>
                </a:cubicBezTo>
                <a:cubicBezTo>
                  <a:pt x="299677" y="751803"/>
                  <a:pt x="286084" y="738209"/>
                  <a:pt x="286084" y="721440"/>
                </a:cubicBezTo>
                <a:cubicBezTo>
                  <a:pt x="286084" y="704670"/>
                  <a:pt x="299677" y="691076"/>
                  <a:pt x="316447" y="691076"/>
                </a:cubicBezTo>
                <a:close/>
                <a:moveTo>
                  <a:pt x="243892" y="691076"/>
                </a:moveTo>
                <a:cubicBezTo>
                  <a:pt x="260662" y="691076"/>
                  <a:pt x="274256" y="704670"/>
                  <a:pt x="274256" y="721440"/>
                </a:cubicBezTo>
                <a:cubicBezTo>
                  <a:pt x="274256" y="738209"/>
                  <a:pt x="260662" y="751803"/>
                  <a:pt x="243892" y="751803"/>
                </a:cubicBezTo>
                <a:cubicBezTo>
                  <a:pt x="227123" y="751803"/>
                  <a:pt x="213529" y="738209"/>
                  <a:pt x="213529" y="721440"/>
                </a:cubicBezTo>
                <a:cubicBezTo>
                  <a:pt x="213529" y="704670"/>
                  <a:pt x="227123" y="691076"/>
                  <a:pt x="243892" y="691076"/>
                </a:cubicBezTo>
                <a:close/>
                <a:moveTo>
                  <a:pt x="171339" y="691076"/>
                </a:moveTo>
                <a:cubicBezTo>
                  <a:pt x="188107" y="691076"/>
                  <a:pt x="201701" y="704670"/>
                  <a:pt x="201701" y="721440"/>
                </a:cubicBezTo>
                <a:cubicBezTo>
                  <a:pt x="201701" y="738209"/>
                  <a:pt x="188107" y="751803"/>
                  <a:pt x="171339" y="751803"/>
                </a:cubicBezTo>
                <a:cubicBezTo>
                  <a:pt x="154662" y="751803"/>
                  <a:pt x="141067" y="738209"/>
                  <a:pt x="141067" y="721440"/>
                </a:cubicBezTo>
                <a:cubicBezTo>
                  <a:pt x="141067" y="704670"/>
                  <a:pt x="154662" y="691076"/>
                  <a:pt x="171339" y="691076"/>
                </a:cubicBezTo>
                <a:close/>
                <a:moveTo>
                  <a:pt x="98890" y="691076"/>
                </a:moveTo>
                <a:cubicBezTo>
                  <a:pt x="115653" y="691076"/>
                  <a:pt x="129246" y="704670"/>
                  <a:pt x="129246" y="721440"/>
                </a:cubicBezTo>
                <a:cubicBezTo>
                  <a:pt x="129246" y="738209"/>
                  <a:pt x="115653" y="751803"/>
                  <a:pt x="98890" y="751803"/>
                </a:cubicBezTo>
                <a:cubicBezTo>
                  <a:pt x="82117" y="751803"/>
                  <a:pt x="68523" y="738209"/>
                  <a:pt x="68523" y="721440"/>
                </a:cubicBezTo>
                <a:cubicBezTo>
                  <a:pt x="68523" y="704670"/>
                  <a:pt x="82117" y="691076"/>
                  <a:pt x="98890" y="691076"/>
                </a:cubicBezTo>
                <a:close/>
                <a:moveTo>
                  <a:pt x="26336" y="691076"/>
                </a:moveTo>
                <a:cubicBezTo>
                  <a:pt x="43099" y="691076"/>
                  <a:pt x="56694" y="704670"/>
                  <a:pt x="56694" y="721440"/>
                </a:cubicBezTo>
                <a:cubicBezTo>
                  <a:pt x="56694" y="738209"/>
                  <a:pt x="43099" y="751803"/>
                  <a:pt x="26336" y="751803"/>
                </a:cubicBezTo>
                <a:cubicBezTo>
                  <a:pt x="17950" y="751803"/>
                  <a:pt x="10359" y="748405"/>
                  <a:pt x="4864" y="742910"/>
                </a:cubicBezTo>
                <a:lnTo>
                  <a:pt x="0" y="731167"/>
                </a:lnTo>
                <a:lnTo>
                  <a:pt x="0" y="711713"/>
                </a:lnTo>
                <a:lnTo>
                  <a:pt x="4864" y="699969"/>
                </a:lnTo>
                <a:cubicBezTo>
                  <a:pt x="10359" y="694475"/>
                  <a:pt x="17950" y="691076"/>
                  <a:pt x="26336" y="691076"/>
                </a:cubicBezTo>
                <a:close/>
                <a:moveTo>
                  <a:pt x="1622429" y="610624"/>
                </a:moveTo>
                <a:cubicBezTo>
                  <a:pt x="1639199" y="610624"/>
                  <a:pt x="1652792" y="624218"/>
                  <a:pt x="1652792" y="640988"/>
                </a:cubicBezTo>
                <a:cubicBezTo>
                  <a:pt x="1652792" y="657757"/>
                  <a:pt x="1639199" y="671351"/>
                  <a:pt x="1622429" y="671351"/>
                </a:cubicBezTo>
                <a:cubicBezTo>
                  <a:pt x="1605659" y="671351"/>
                  <a:pt x="1592066" y="657757"/>
                  <a:pt x="1592066" y="640988"/>
                </a:cubicBezTo>
                <a:cubicBezTo>
                  <a:pt x="1592066" y="624218"/>
                  <a:pt x="1605659" y="610624"/>
                  <a:pt x="1622429" y="610624"/>
                </a:cubicBezTo>
                <a:close/>
                <a:moveTo>
                  <a:pt x="1549874" y="610624"/>
                </a:moveTo>
                <a:cubicBezTo>
                  <a:pt x="1566644" y="610624"/>
                  <a:pt x="1580238" y="624218"/>
                  <a:pt x="1580238" y="640988"/>
                </a:cubicBezTo>
                <a:cubicBezTo>
                  <a:pt x="1580238" y="657757"/>
                  <a:pt x="1566644" y="671351"/>
                  <a:pt x="1549874" y="671351"/>
                </a:cubicBezTo>
                <a:cubicBezTo>
                  <a:pt x="1533105" y="671351"/>
                  <a:pt x="1519511" y="657757"/>
                  <a:pt x="1519511" y="640988"/>
                </a:cubicBezTo>
                <a:cubicBezTo>
                  <a:pt x="1519511" y="624218"/>
                  <a:pt x="1533105" y="610624"/>
                  <a:pt x="1549874" y="610624"/>
                </a:cubicBezTo>
                <a:close/>
                <a:moveTo>
                  <a:pt x="1477320" y="610624"/>
                </a:moveTo>
                <a:cubicBezTo>
                  <a:pt x="1494089" y="610624"/>
                  <a:pt x="1507683" y="624218"/>
                  <a:pt x="1507683" y="640988"/>
                </a:cubicBezTo>
                <a:cubicBezTo>
                  <a:pt x="1507683" y="657757"/>
                  <a:pt x="1494089" y="671351"/>
                  <a:pt x="1477320" y="671351"/>
                </a:cubicBezTo>
                <a:cubicBezTo>
                  <a:pt x="1460550" y="671351"/>
                  <a:pt x="1446956" y="657757"/>
                  <a:pt x="1446956" y="640988"/>
                </a:cubicBezTo>
                <a:cubicBezTo>
                  <a:pt x="1446956" y="624218"/>
                  <a:pt x="1460550" y="610624"/>
                  <a:pt x="1477320" y="610624"/>
                </a:cubicBezTo>
                <a:close/>
                <a:moveTo>
                  <a:pt x="1404765" y="610624"/>
                </a:moveTo>
                <a:cubicBezTo>
                  <a:pt x="1421535" y="610624"/>
                  <a:pt x="1435129" y="624218"/>
                  <a:pt x="1435129" y="640988"/>
                </a:cubicBezTo>
                <a:cubicBezTo>
                  <a:pt x="1435129" y="657757"/>
                  <a:pt x="1421535" y="671351"/>
                  <a:pt x="1404765" y="671351"/>
                </a:cubicBezTo>
                <a:cubicBezTo>
                  <a:pt x="1387996" y="671351"/>
                  <a:pt x="1374402" y="657757"/>
                  <a:pt x="1374402" y="640988"/>
                </a:cubicBezTo>
                <a:cubicBezTo>
                  <a:pt x="1374402" y="624218"/>
                  <a:pt x="1387996" y="610624"/>
                  <a:pt x="1404765" y="610624"/>
                </a:cubicBezTo>
                <a:close/>
                <a:moveTo>
                  <a:pt x="1332211" y="610624"/>
                </a:moveTo>
                <a:cubicBezTo>
                  <a:pt x="1348980" y="610624"/>
                  <a:pt x="1362574" y="624218"/>
                  <a:pt x="1362574" y="640988"/>
                </a:cubicBezTo>
                <a:cubicBezTo>
                  <a:pt x="1362574" y="657757"/>
                  <a:pt x="1348980" y="671351"/>
                  <a:pt x="1332211" y="671351"/>
                </a:cubicBezTo>
                <a:cubicBezTo>
                  <a:pt x="1315441" y="671351"/>
                  <a:pt x="1301847" y="657757"/>
                  <a:pt x="1301847" y="640988"/>
                </a:cubicBezTo>
                <a:cubicBezTo>
                  <a:pt x="1301847" y="624218"/>
                  <a:pt x="1315441" y="610624"/>
                  <a:pt x="1332211" y="610624"/>
                </a:cubicBezTo>
                <a:close/>
                <a:moveTo>
                  <a:pt x="1259656" y="610624"/>
                </a:moveTo>
                <a:cubicBezTo>
                  <a:pt x="1276426" y="610624"/>
                  <a:pt x="1290020" y="624218"/>
                  <a:pt x="1290020" y="640988"/>
                </a:cubicBezTo>
                <a:cubicBezTo>
                  <a:pt x="1290020" y="657757"/>
                  <a:pt x="1276426" y="671351"/>
                  <a:pt x="1259656" y="671351"/>
                </a:cubicBezTo>
                <a:cubicBezTo>
                  <a:pt x="1242887" y="671351"/>
                  <a:pt x="1229293" y="657757"/>
                  <a:pt x="1229293" y="640988"/>
                </a:cubicBezTo>
                <a:cubicBezTo>
                  <a:pt x="1229293" y="624218"/>
                  <a:pt x="1242887" y="610624"/>
                  <a:pt x="1259656" y="610624"/>
                </a:cubicBezTo>
                <a:close/>
                <a:moveTo>
                  <a:pt x="1187102" y="610624"/>
                </a:moveTo>
                <a:cubicBezTo>
                  <a:pt x="1203871" y="610624"/>
                  <a:pt x="1217465" y="624218"/>
                  <a:pt x="1217465" y="640988"/>
                </a:cubicBezTo>
                <a:cubicBezTo>
                  <a:pt x="1217465" y="657757"/>
                  <a:pt x="1203871" y="671351"/>
                  <a:pt x="1187102" y="671351"/>
                </a:cubicBezTo>
                <a:cubicBezTo>
                  <a:pt x="1170332" y="671351"/>
                  <a:pt x="1156738" y="657757"/>
                  <a:pt x="1156738" y="640988"/>
                </a:cubicBezTo>
                <a:cubicBezTo>
                  <a:pt x="1156738" y="624218"/>
                  <a:pt x="1170332" y="610624"/>
                  <a:pt x="1187102" y="610624"/>
                </a:cubicBezTo>
                <a:close/>
                <a:moveTo>
                  <a:pt x="1114547" y="610624"/>
                </a:moveTo>
                <a:cubicBezTo>
                  <a:pt x="1131317" y="610624"/>
                  <a:pt x="1144911" y="624218"/>
                  <a:pt x="1144911" y="640988"/>
                </a:cubicBezTo>
                <a:cubicBezTo>
                  <a:pt x="1144911" y="657757"/>
                  <a:pt x="1131317" y="671351"/>
                  <a:pt x="1114547" y="671351"/>
                </a:cubicBezTo>
                <a:cubicBezTo>
                  <a:pt x="1097778" y="671351"/>
                  <a:pt x="1084184" y="657757"/>
                  <a:pt x="1084184" y="640988"/>
                </a:cubicBezTo>
                <a:cubicBezTo>
                  <a:pt x="1084184" y="624218"/>
                  <a:pt x="1097778" y="610624"/>
                  <a:pt x="1114547" y="610624"/>
                </a:cubicBezTo>
                <a:close/>
                <a:moveTo>
                  <a:pt x="1041993" y="610624"/>
                </a:moveTo>
                <a:cubicBezTo>
                  <a:pt x="1058762" y="610624"/>
                  <a:pt x="1072356" y="624218"/>
                  <a:pt x="1072356" y="640988"/>
                </a:cubicBezTo>
                <a:cubicBezTo>
                  <a:pt x="1072356" y="657757"/>
                  <a:pt x="1058762" y="671351"/>
                  <a:pt x="1041993" y="671351"/>
                </a:cubicBezTo>
                <a:cubicBezTo>
                  <a:pt x="1025223" y="671351"/>
                  <a:pt x="1011629" y="657757"/>
                  <a:pt x="1011629" y="640988"/>
                </a:cubicBezTo>
                <a:cubicBezTo>
                  <a:pt x="1011629" y="624218"/>
                  <a:pt x="1025223" y="610624"/>
                  <a:pt x="1041993" y="610624"/>
                </a:cubicBezTo>
                <a:close/>
                <a:moveTo>
                  <a:pt x="969438" y="610624"/>
                </a:moveTo>
                <a:cubicBezTo>
                  <a:pt x="986208" y="610624"/>
                  <a:pt x="999801" y="624218"/>
                  <a:pt x="999801" y="640988"/>
                </a:cubicBezTo>
                <a:cubicBezTo>
                  <a:pt x="999801" y="657757"/>
                  <a:pt x="986208" y="671351"/>
                  <a:pt x="969438" y="671351"/>
                </a:cubicBezTo>
                <a:cubicBezTo>
                  <a:pt x="952669" y="671351"/>
                  <a:pt x="939075" y="657757"/>
                  <a:pt x="939075" y="640988"/>
                </a:cubicBezTo>
                <a:cubicBezTo>
                  <a:pt x="939075" y="624218"/>
                  <a:pt x="952669" y="610624"/>
                  <a:pt x="969438" y="610624"/>
                </a:cubicBezTo>
                <a:close/>
                <a:moveTo>
                  <a:pt x="896883" y="610624"/>
                </a:moveTo>
                <a:cubicBezTo>
                  <a:pt x="913653" y="610624"/>
                  <a:pt x="927247" y="624218"/>
                  <a:pt x="927247" y="640988"/>
                </a:cubicBezTo>
                <a:cubicBezTo>
                  <a:pt x="927247" y="657757"/>
                  <a:pt x="913653" y="671351"/>
                  <a:pt x="896883" y="671351"/>
                </a:cubicBezTo>
                <a:cubicBezTo>
                  <a:pt x="880114" y="671351"/>
                  <a:pt x="866520" y="657757"/>
                  <a:pt x="866520" y="640988"/>
                </a:cubicBezTo>
                <a:cubicBezTo>
                  <a:pt x="866520" y="624218"/>
                  <a:pt x="880114" y="610624"/>
                  <a:pt x="896883" y="610624"/>
                </a:cubicBezTo>
                <a:close/>
                <a:moveTo>
                  <a:pt x="824329" y="610624"/>
                </a:moveTo>
                <a:cubicBezTo>
                  <a:pt x="841098" y="610624"/>
                  <a:pt x="854692" y="624218"/>
                  <a:pt x="854692" y="640988"/>
                </a:cubicBezTo>
                <a:cubicBezTo>
                  <a:pt x="854692" y="657757"/>
                  <a:pt x="841098" y="671351"/>
                  <a:pt x="824329" y="671351"/>
                </a:cubicBezTo>
                <a:cubicBezTo>
                  <a:pt x="807559" y="671351"/>
                  <a:pt x="793965" y="657757"/>
                  <a:pt x="793965" y="640988"/>
                </a:cubicBezTo>
                <a:cubicBezTo>
                  <a:pt x="793965" y="624218"/>
                  <a:pt x="807559" y="610624"/>
                  <a:pt x="824329" y="610624"/>
                </a:cubicBezTo>
                <a:close/>
                <a:moveTo>
                  <a:pt x="751774" y="610624"/>
                </a:moveTo>
                <a:cubicBezTo>
                  <a:pt x="768544" y="610624"/>
                  <a:pt x="782138" y="624218"/>
                  <a:pt x="782138" y="640988"/>
                </a:cubicBezTo>
                <a:cubicBezTo>
                  <a:pt x="782138" y="657757"/>
                  <a:pt x="768544" y="671351"/>
                  <a:pt x="751774" y="671351"/>
                </a:cubicBezTo>
                <a:cubicBezTo>
                  <a:pt x="735005" y="671351"/>
                  <a:pt x="721411" y="657757"/>
                  <a:pt x="721411" y="640988"/>
                </a:cubicBezTo>
                <a:cubicBezTo>
                  <a:pt x="721411" y="624218"/>
                  <a:pt x="735005" y="610624"/>
                  <a:pt x="751774" y="610624"/>
                </a:cubicBezTo>
                <a:close/>
                <a:moveTo>
                  <a:pt x="679220" y="610624"/>
                </a:moveTo>
                <a:cubicBezTo>
                  <a:pt x="695989" y="610624"/>
                  <a:pt x="709583" y="624218"/>
                  <a:pt x="709583" y="640988"/>
                </a:cubicBezTo>
                <a:cubicBezTo>
                  <a:pt x="709583" y="657757"/>
                  <a:pt x="695989" y="671351"/>
                  <a:pt x="679220" y="671351"/>
                </a:cubicBezTo>
                <a:cubicBezTo>
                  <a:pt x="662450" y="671351"/>
                  <a:pt x="648856" y="657757"/>
                  <a:pt x="648856" y="640988"/>
                </a:cubicBezTo>
                <a:cubicBezTo>
                  <a:pt x="648856" y="624218"/>
                  <a:pt x="662450" y="610624"/>
                  <a:pt x="679220" y="610624"/>
                </a:cubicBezTo>
                <a:close/>
                <a:moveTo>
                  <a:pt x="606665" y="610624"/>
                </a:moveTo>
                <a:cubicBezTo>
                  <a:pt x="623435" y="610624"/>
                  <a:pt x="637029" y="624218"/>
                  <a:pt x="637029" y="640988"/>
                </a:cubicBezTo>
                <a:cubicBezTo>
                  <a:pt x="637029" y="657757"/>
                  <a:pt x="623435" y="671351"/>
                  <a:pt x="606665" y="671351"/>
                </a:cubicBezTo>
                <a:cubicBezTo>
                  <a:pt x="589896" y="671351"/>
                  <a:pt x="576302" y="657757"/>
                  <a:pt x="576302" y="640988"/>
                </a:cubicBezTo>
                <a:cubicBezTo>
                  <a:pt x="576302" y="624218"/>
                  <a:pt x="589896" y="610624"/>
                  <a:pt x="606665" y="610624"/>
                </a:cubicBezTo>
                <a:close/>
                <a:moveTo>
                  <a:pt x="534111" y="610624"/>
                </a:moveTo>
                <a:cubicBezTo>
                  <a:pt x="550880" y="610624"/>
                  <a:pt x="564474" y="624218"/>
                  <a:pt x="564474" y="640988"/>
                </a:cubicBezTo>
                <a:cubicBezTo>
                  <a:pt x="564474" y="657757"/>
                  <a:pt x="550880" y="671351"/>
                  <a:pt x="534111" y="671351"/>
                </a:cubicBezTo>
                <a:cubicBezTo>
                  <a:pt x="517341" y="671351"/>
                  <a:pt x="503747" y="657757"/>
                  <a:pt x="503747" y="640988"/>
                </a:cubicBezTo>
                <a:cubicBezTo>
                  <a:pt x="503747" y="624218"/>
                  <a:pt x="517341" y="610624"/>
                  <a:pt x="534111" y="610624"/>
                </a:cubicBezTo>
                <a:close/>
                <a:moveTo>
                  <a:pt x="461556" y="610624"/>
                </a:moveTo>
                <a:cubicBezTo>
                  <a:pt x="478326" y="610624"/>
                  <a:pt x="491920" y="624218"/>
                  <a:pt x="491920" y="640988"/>
                </a:cubicBezTo>
                <a:cubicBezTo>
                  <a:pt x="491920" y="657757"/>
                  <a:pt x="478326" y="671351"/>
                  <a:pt x="461556" y="671351"/>
                </a:cubicBezTo>
                <a:cubicBezTo>
                  <a:pt x="444787" y="671351"/>
                  <a:pt x="431192" y="657757"/>
                  <a:pt x="431192" y="640988"/>
                </a:cubicBezTo>
                <a:cubicBezTo>
                  <a:pt x="431192" y="624218"/>
                  <a:pt x="444787" y="610624"/>
                  <a:pt x="461556" y="610624"/>
                </a:cubicBezTo>
                <a:close/>
                <a:moveTo>
                  <a:pt x="389002" y="610624"/>
                </a:moveTo>
                <a:cubicBezTo>
                  <a:pt x="405771" y="610624"/>
                  <a:pt x="419365" y="624218"/>
                  <a:pt x="419365" y="640988"/>
                </a:cubicBezTo>
                <a:cubicBezTo>
                  <a:pt x="419365" y="657757"/>
                  <a:pt x="405771" y="671351"/>
                  <a:pt x="389002" y="671351"/>
                </a:cubicBezTo>
                <a:cubicBezTo>
                  <a:pt x="372232" y="671351"/>
                  <a:pt x="358638" y="657757"/>
                  <a:pt x="358638" y="640988"/>
                </a:cubicBezTo>
                <a:cubicBezTo>
                  <a:pt x="358638" y="624218"/>
                  <a:pt x="372232" y="610624"/>
                  <a:pt x="389002" y="610624"/>
                </a:cubicBezTo>
                <a:close/>
                <a:moveTo>
                  <a:pt x="316447" y="610624"/>
                </a:moveTo>
                <a:cubicBezTo>
                  <a:pt x="333216" y="610624"/>
                  <a:pt x="346810" y="624218"/>
                  <a:pt x="346810" y="640988"/>
                </a:cubicBezTo>
                <a:cubicBezTo>
                  <a:pt x="346810" y="657757"/>
                  <a:pt x="333216" y="671351"/>
                  <a:pt x="316447" y="671351"/>
                </a:cubicBezTo>
                <a:cubicBezTo>
                  <a:pt x="299677" y="671351"/>
                  <a:pt x="286084" y="657757"/>
                  <a:pt x="286084" y="640988"/>
                </a:cubicBezTo>
                <a:cubicBezTo>
                  <a:pt x="286084" y="624218"/>
                  <a:pt x="299677" y="610624"/>
                  <a:pt x="316447" y="610624"/>
                </a:cubicBezTo>
                <a:close/>
                <a:moveTo>
                  <a:pt x="243892" y="610624"/>
                </a:moveTo>
                <a:cubicBezTo>
                  <a:pt x="260662" y="610624"/>
                  <a:pt x="274256" y="624218"/>
                  <a:pt x="274256" y="640988"/>
                </a:cubicBezTo>
                <a:cubicBezTo>
                  <a:pt x="274256" y="657757"/>
                  <a:pt x="260662" y="671351"/>
                  <a:pt x="243892" y="671351"/>
                </a:cubicBezTo>
                <a:cubicBezTo>
                  <a:pt x="227123" y="671351"/>
                  <a:pt x="213529" y="657757"/>
                  <a:pt x="213529" y="640988"/>
                </a:cubicBezTo>
                <a:cubicBezTo>
                  <a:pt x="213529" y="624218"/>
                  <a:pt x="227123" y="610624"/>
                  <a:pt x="243892" y="610624"/>
                </a:cubicBezTo>
                <a:close/>
                <a:moveTo>
                  <a:pt x="171339" y="610624"/>
                </a:moveTo>
                <a:cubicBezTo>
                  <a:pt x="188107" y="610624"/>
                  <a:pt x="201701" y="624218"/>
                  <a:pt x="201701" y="640988"/>
                </a:cubicBezTo>
                <a:cubicBezTo>
                  <a:pt x="201701" y="657757"/>
                  <a:pt x="188107" y="671351"/>
                  <a:pt x="171339" y="671351"/>
                </a:cubicBezTo>
                <a:cubicBezTo>
                  <a:pt x="154667" y="671351"/>
                  <a:pt x="141073" y="657757"/>
                  <a:pt x="141073" y="640988"/>
                </a:cubicBezTo>
                <a:cubicBezTo>
                  <a:pt x="141073" y="624218"/>
                  <a:pt x="154667" y="610624"/>
                  <a:pt x="171339" y="610624"/>
                </a:cubicBezTo>
                <a:close/>
                <a:moveTo>
                  <a:pt x="98897" y="610624"/>
                </a:moveTo>
                <a:cubicBezTo>
                  <a:pt x="115658" y="610624"/>
                  <a:pt x="129252" y="624218"/>
                  <a:pt x="129252" y="640988"/>
                </a:cubicBezTo>
                <a:cubicBezTo>
                  <a:pt x="129252" y="657757"/>
                  <a:pt x="115658" y="671351"/>
                  <a:pt x="98897" y="671351"/>
                </a:cubicBezTo>
                <a:cubicBezTo>
                  <a:pt x="82124" y="671351"/>
                  <a:pt x="68530" y="657757"/>
                  <a:pt x="68530" y="640988"/>
                </a:cubicBezTo>
                <a:cubicBezTo>
                  <a:pt x="68530" y="624218"/>
                  <a:pt x="82124" y="610624"/>
                  <a:pt x="98897" y="610624"/>
                </a:cubicBezTo>
                <a:close/>
                <a:moveTo>
                  <a:pt x="26342" y="610624"/>
                </a:moveTo>
                <a:cubicBezTo>
                  <a:pt x="43106" y="610624"/>
                  <a:pt x="56701" y="624218"/>
                  <a:pt x="56701" y="640988"/>
                </a:cubicBezTo>
                <a:cubicBezTo>
                  <a:pt x="56701" y="657757"/>
                  <a:pt x="43106" y="671351"/>
                  <a:pt x="26342" y="671351"/>
                </a:cubicBezTo>
                <a:cubicBezTo>
                  <a:pt x="17956" y="671351"/>
                  <a:pt x="10365" y="667953"/>
                  <a:pt x="4871" y="662458"/>
                </a:cubicBezTo>
                <a:lnTo>
                  <a:pt x="0" y="650698"/>
                </a:lnTo>
                <a:lnTo>
                  <a:pt x="0" y="631277"/>
                </a:lnTo>
                <a:lnTo>
                  <a:pt x="4871" y="619517"/>
                </a:lnTo>
                <a:cubicBezTo>
                  <a:pt x="10365" y="614023"/>
                  <a:pt x="17956" y="610624"/>
                  <a:pt x="26342" y="610624"/>
                </a:cubicBezTo>
                <a:close/>
                <a:moveTo>
                  <a:pt x="1669096" y="549730"/>
                </a:moveTo>
                <a:lnTo>
                  <a:pt x="1668124" y="568994"/>
                </a:lnTo>
                <a:lnTo>
                  <a:pt x="1664620" y="560536"/>
                </a:lnTo>
                <a:close/>
                <a:moveTo>
                  <a:pt x="1622429" y="530173"/>
                </a:moveTo>
                <a:cubicBezTo>
                  <a:pt x="1639199" y="530173"/>
                  <a:pt x="1652792" y="543767"/>
                  <a:pt x="1652792" y="560536"/>
                </a:cubicBezTo>
                <a:cubicBezTo>
                  <a:pt x="1652792" y="577306"/>
                  <a:pt x="1639199" y="590900"/>
                  <a:pt x="1622429" y="590900"/>
                </a:cubicBezTo>
                <a:cubicBezTo>
                  <a:pt x="1605659" y="590900"/>
                  <a:pt x="1592066" y="577306"/>
                  <a:pt x="1592066" y="560536"/>
                </a:cubicBezTo>
                <a:cubicBezTo>
                  <a:pt x="1592066" y="543767"/>
                  <a:pt x="1605659" y="530173"/>
                  <a:pt x="1622429" y="530173"/>
                </a:cubicBezTo>
                <a:close/>
                <a:moveTo>
                  <a:pt x="1549874" y="530173"/>
                </a:moveTo>
                <a:cubicBezTo>
                  <a:pt x="1566644" y="530173"/>
                  <a:pt x="1580238" y="543767"/>
                  <a:pt x="1580238" y="560536"/>
                </a:cubicBezTo>
                <a:cubicBezTo>
                  <a:pt x="1580238" y="577306"/>
                  <a:pt x="1566644" y="590900"/>
                  <a:pt x="1549874" y="590900"/>
                </a:cubicBezTo>
                <a:cubicBezTo>
                  <a:pt x="1533105" y="590900"/>
                  <a:pt x="1519511" y="577306"/>
                  <a:pt x="1519511" y="560536"/>
                </a:cubicBezTo>
                <a:cubicBezTo>
                  <a:pt x="1519511" y="543767"/>
                  <a:pt x="1533105" y="530173"/>
                  <a:pt x="1549874" y="530173"/>
                </a:cubicBezTo>
                <a:close/>
                <a:moveTo>
                  <a:pt x="1477320" y="530173"/>
                </a:moveTo>
                <a:cubicBezTo>
                  <a:pt x="1494089" y="530173"/>
                  <a:pt x="1507683" y="543767"/>
                  <a:pt x="1507683" y="560536"/>
                </a:cubicBezTo>
                <a:cubicBezTo>
                  <a:pt x="1507683" y="577306"/>
                  <a:pt x="1494089" y="590900"/>
                  <a:pt x="1477320" y="590900"/>
                </a:cubicBezTo>
                <a:cubicBezTo>
                  <a:pt x="1460550" y="590900"/>
                  <a:pt x="1446956" y="577306"/>
                  <a:pt x="1446956" y="560536"/>
                </a:cubicBezTo>
                <a:cubicBezTo>
                  <a:pt x="1446956" y="543767"/>
                  <a:pt x="1460550" y="530173"/>
                  <a:pt x="1477320" y="530173"/>
                </a:cubicBezTo>
                <a:close/>
                <a:moveTo>
                  <a:pt x="1404765" y="530173"/>
                </a:moveTo>
                <a:cubicBezTo>
                  <a:pt x="1421535" y="530173"/>
                  <a:pt x="1435129" y="543767"/>
                  <a:pt x="1435129" y="560536"/>
                </a:cubicBezTo>
                <a:cubicBezTo>
                  <a:pt x="1435129" y="577306"/>
                  <a:pt x="1421535" y="590900"/>
                  <a:pt x="1404765" y="590900"/>
                </a:cubicBezTo>
                <a:cubicBezTo>
                  <a:pt x="1387996" y="590900"/>
                  <a:pt x="1374402" y="577306"/>
                  <a:pt x="1374402" y="560536"/>
                </a:cubicBezTo>
                <a:cubicBezTo>
                  <a:pt x="1374402" y="543767"/>
                  <a:pt x="1387996" y="530173"/>
                  <a:pt x="1404765" y="530173"/>
                </a:cubicBezTo>
                <a:close/>
                <a:moveTo>
                  <a:pt x="1332211" y="530173"/>
                </a:moveTo>
                <a:cubicBezTo>
                  <a:pt x="1348980" y="530173"/>
                  <a:pt x="1362574" y="543767"/>
                  <a:pt x="1362574" y="560536"/>
                </a:cubicBezTo>
                <a:cubicBezTo>
                  <a:pt x="1362574" y="577306"/>
                  <a:pt x="1348980" y="590900"/>
                  <a:pt x="1332211" y="590900"/>
                </a:cubicBezTo>
                <a:cubicBezTo>
                  <a:pt x="1315441" y="590900"/>
                  <a:pt x="1301847" y="577306"/>
                  <a:pt x="1301847" y="560536"/>
                </a:cubicBezTo>
                <a:cubicBezTo>
                  <a:pt x="1301847" y="543767"/>
                  <a:pt x="1315441" y="530173"/>
                  <a:pt x="1332211" y="530173"/>
                </a:cubicBezTo>
                <a:close/>
                <a:moveTo>
                  <a:pt x="1259656" y="530173"/>
                </a:moveTo>
                <a:cubicBezTo>
                  <a:pt x="1276426" y="530173"/>
                  <a:pt x="1290020" y="543767"/>
                  <a:pt x="1290020" y="560536"/>
                </a:cubicBezTo>
                <a:cubicBezTo>
                  <a:pt x="1290020" y="577306"/>
                  <a:pt x="1276426" y="590900"/>
                  <a:pt x="1259656" y="590900"/>
                </a:cubicBezTo>
                <a:cubicBezTo>
                  <a:pt x="1242887" y="590900"/>
                  <a:pt x="1229293" y="577306"/>
                  <a:pt x="1229293" y="560536"/>
                </a:cubicBezTo>
                <a:cubicBezTo>
                  <a:pt x="1229293" y="543767"/>
                  <a:pt x="1242887" y="530173"/>
                  <a:pt x="1259656" y="530173"/>
                </a:cubicBezTo>
                <a:close/>
                <a:moveTo>
                  <a:pt x="1187102" y="530173"/>
                </a:moveTo>
                <a:cubicBezTo>
                  <a:pt x="1203871" y="530173"/>
                  <a:pt x="1217465" y="543767"/>
                  <a:pt x="1217465" y="560536"/>
                </a:cubicBezTo>
                <a:cubicBezTo>
                  <a:pt x="1217465" y="577306"/>
                  <a:pt x="1203871" y="590900"/>
                  <a:pt x="1187102" y="590900"/>
                </a:cubicBezTo>
                <a:cubicBezTo>
                  <a:pt x="1170332" y="590900"/>
                  <a:pt x="1156738" y="577306"/>
                  <a:pt x="1156738" y="560536"/>
                </a:cubicBezTo>
                <a:cubicBezTo>
                  <a:pt x="1156738" y="543767"/>
                  <a:pt x="1170332" y="530173"/>
                  <a:pt x="1187102" y="530173"/>
                </a:cubicBezTo>
                <a:close/>
                <a:moveTo>
                  <a:pt x="1114547" y="530173"/>
                </a:moveTo>
                <a:cubicBezTo>
                  <a:pt x="1131317" y="530173"/>
                  <a:pt x="1144911" y="543767"/>
                  <a:pt x="1144911" y="560536"/>
                </a:cubicBezTo>
                <a:cubicBezTo>
                  <a:pt x="1144911" y="577306"/>
                  <a:pt x="1131317" y="590900"/>
                  <a:pt x="1114547" y="590900"/>
                </a:cubicBezTo>
                <a:cubicBezTo>
                  <a:pt x="1097778" y="590900"/>
                  <a:pt x="1084184" y="577306"/>
                  <a:pt x="1084184" y="560536"/>
                </a:cubicBezTo>
                <a:cubicBezTo>
                  <a:pt x="1084184" y="543767"/>
                  <a:pt x="1097778" y="530173"/>
                  <a:pt x="1114547" y="530173"/>
                </a:cubicBezTo>
                <a:close/>
                <a:moveTo>
                  <a:pt x="1041993" y="530173"/>
                </a:moveTo>
                <a:cubicBezTo>
                  <a:pt x="1058762" y="530173"/>
                  <a:pt x="1072356" y="543767"/>
                  <a:pt x="1072356" y="560536"/>
                </a:cubicBezTo>
                <a:cubicBezTo>
                  <a:pt x="1072356" y="577306"/>
                  <a:pt x="1058762" y="590900"/>
                  <a:pt x="1041993" y="590900"/>
                </a:cubicBezTo>
                <a:cubicBezTo>
                  <a:pt x="1025223" y="590900"/>
                  <a:pt x="1011629" y="577306"/>
                  <a:pt x="1011629" y="560536"/>
                </a:cubicBezTo>
                <a:cubicBezTo>
                  <a:pt x="1011629" y="543767"/>
                  <a:pt x="1025223" y="530173"/>
                  <a:pt x="1041993" y="530173"/>
                </a:cubicBezTo>
                <a:close/>
                <a:moveTo>
                  <a:pt x="969438" y="530173"/>
                </a:moveTo>
                <a:cubicBezTo>
                  <a:pt x="986208" y="530173"/>
                  <a:pt x="999801" y="543767"/>
                  <a:pt x="999801" y="560536"/>
                </a:cubicBezTo>
                <a:cubicBezTo>
                  <a:pt x="999801" y="577306"/>
                  <a:pt x="986208" y="590900"/>
                  <a:pt x="969438" y="590900"/>
                </a:cubicBezTo>
                <a:cubicBezTo>
                  <a:pt x="952669" y="590900"/>
                  <a:pt x="939075" y="577306"/>
                  <a:pt x="939075" y="560536"/>
                </a:cubicBezTo>
                <a:cubicBezTo>
                  <a:pt x="939075" y="543767"/>
                  <a:pt x="952669" y="530173"/>
                  <a:pt x="969438" y="530173"/>
                </a:cubicBezTo>
                <a:close/>
                <a:moveTo>
                  <a:pt x="896883" y="530173"/>
                </a:moveTo>
                <a:cubicBezTo>
                  <a:pt x="913653" y="530173"/>
                  <a:pt x="927247" y="543767"/>
                  <a:pt x="927247" y="560536"/>
                </a:cubicBezTo>
                <a:cubicBezTo>
                  <a:pt x="927247" y="577306"/>
                  <a:pt x="913653" y="590900"/>
                  <a:pt x="896883" y="590900"/>
                </a:cubicBezTo>
                <a:cubicBezTo>
                  <a:pt x="880114" y="590900"/>
                  <a:pt x="866520" y="577306"/>
                  <a:pt x="866520" y="560536"/>
                </a:cubicBezTo>
                <a:cubicBezTo>
                  <a:pt x="866520" y="543767"/>
                  <a:pt x="880114" y="530173"/>
                  <a:pt x="896883" y="530173"/>
                </a:cubicBezTo>
                <a:close/>
                <a:moveTo>
                  <a:pt x="824329" y="530173"/>
                </a:moveTo>
                <a:cubicBezTo>
                  <a:pt x="841098" y="530173"/>
                  <a:pt x="854692" y="543767"/>
                  <a:pt x="854692" y="560536"/>
                </a:cubicBezTo>
                <a:cubicBezTo>
                  <a:pt x="854692" y="577306"/>
                  <a:pt x="841098" y="590900"/>
                  <a:pt x="824329" y="590900"/>
                </a:cubicBezTo>
                <a:cubicBezTo>
                  <a:pt x="807559" y="590900"/>
                  <a:pt x="793965" y="577306"/>
                  <a:pt x="793965" y="560536"/>
                </a:cubicBezTo>
                <a:cubicBezTo>
                  <a:pt x="793965" y="543767"/>
                  <a:pt x="807559" y="530173"/>
                  <a:pt x="824329" y="530173"/>
                </a:cubicBezTo>
                <a:close/>
                <a:moveTo>
                  <a:pt x="751774" y="530173"/>
                </a:moveTo>
                <a:cubicBezTo>
                  <a:pt x="768544" y="530173"/>
                  <a:pt x="782138" y="543767"/>
                  <a:pt x="782138" y="560536"/>
                </a:cubicBezTo>
                <a:cubicBezTo>
                  <a:pt x="782138" y="577306"/>
                  <a:pt x="768544" y="590900"/>
                  <a:pt x="751774" y="590900"/>
                </a:cubicBezTo>
                <a:cubicBezTo>
                  <a:pt x="735005" y="590900"/>
                  <a:pt x="721411" y="577306"/>
                  <a:pt x="721411" y="560536"/>
                </a:cubicBezTo>
                <a:cubicBezTo>
                  <a:pt x="721411" y="543767"/>
                  <a:pt x="735005" y="530173"/>
                  <a:pt x="751774" y="530173"/>
                </a:cubicBezTo>
                <a:close/>
                <a:moveTo>
                  <a:pt x="679220" y="530173"/>
                </a:moveTo>
                <a:cubicBezTo>
                  <a:pt x="695989" y="530173"/>
                  <a:pt x="709583" y="543767"/>
                  <a:pt x="709583" y="560536"/>
                </a:cubicBezTo>
                <a:cubicBezTo>
                  <a:pt x="709583" y="577306"/>
                  <a:pt x="695989" y="590900"/>
                  <a:pt x="679220" y="590900"/>
                </a:cubicBezTo>
                <a:cubicBezTo>
                  <a:pt x="662450" y="590900"/>
                  <a:pt x="648856" y="577306"/>
                  <a:pt x="648856" y="560536"/>
                </a:cubicBezTo>
                <a:cubicBezTo>
                  <a:pt x="648856" y="543767"/>
                  <a:pt x="662450" y="530173"/>
                  <a:pt x="679220" y="530173"/>
                </a:cubicBezTo>
                <a:close/>
                <a:moveTo>
                  <a:pt x="606665" y="530173"/>
                </a:moveTo>
                <a:cubicBezTo>
                  <a:pt x="623435" y="530173"/>
                  <a:pt x="637029" y="543767"/>
                  <a:pt x="637029" y="560536"/>
                </a:cubicBezTo>
                <a:cubicBezTo>
                  <a:pt x="637029" y="577306"/>
                  <a:pt x="623435" y="590900"/>
                  <a:pt x="606665" y="590900"/>
                </a:cubicBezTo>
                <a:cubicBezTo>
                  <a:pt x="589896" y="590900"/>
                  <a:pt x="576302" y="577306"/>
                  <a:pt x="576302" y="560536"/>
                </a:cubicBezTo>
                <a:cubicBezTo>
                  <a:pt x="576302" y="543767"/>
                  <a:pt x="589896" y="530173"/>
                  <a:pt x="606665" y="530173"/>
                </a:cubicBezTo>
                <a:close/>
                <a:moveTo>
                  <a:pt x="534111" y="530173"/>
                </a:moveTo>
                <a:cubicBezTo>
                  <a:pt x="550880" y="530173"/>
                  <a:pt x="564474" y="543767"/>
                  <a:pt x="564474" y="560536"/>
                </a:cubicBezTo>
                <a:cubicBezTo>
                  <a:pt x="564474" y="577306"/>
                  <a:pt x="550880" y="590900"/>
                  <a:pt x="534111" y="590900"/>
                </a:cubicBezTo>
                <a:cubicBezTo>
                  <a:pt x="517341" y="590900"/>
                  <a:pt x="503747" y="577306"/>
                  <a:pt x="503747" y="560536"/>
                </a:cubicBezTo>
                <a:cubicBezTo>
                  <a:pt x="503747" y="543767"/>
                  <a:pt x="517341" y="530173"/>
                  <a:pt x="534111" y="530173"/>
                </a:cubicBezTo>
                <a:close/>
                <a:moveTo>
                  <a:pt x="461556" y="530173"/>
                </a:moveTo>
                <a:cubicBezTo>
                  <a:pt x="478326" y="530173"/>
                  <a:pt x="491920" y="543767"/>
                  <a:pt x="491920" y="560536"/>
                </a:cubicBezTo>
                <a:cubicBezTo>
                  <a:pt x="491920" y="577306"/>
                  <a:pt x="478326" y="590900"/>
                  <a:pt x="461556" y="590900"/>
                </a:cubicBezTo>
                <a:cubicBezTo>
                  <a:pt x="444787" y="590900"/>
                  <a:pt x="431192" y="577306"/>
                  <a:pt x="431192" y="560536"/>
                </a:cubicBezTo>
                <a:cubicBezTo>
                  <a:pt x="431192" y="543767"/>
                  <a:pt x="444787" y="530173"/>
                  <a:pt x="461556" y="530173"/>
                </a:cubicBezTo>
                <a:close/>
                <a:moveTo>
                  <a:pt x="389002" y="530173"/>
                </a:moveTo>
                <a:cubicBezTo>
                  <a:pt x="405771" y="530173"/>
                  <a:pt x="419365" y="543767"/>
                  <a:pt x="419365" y="560536"/>
                </a:cubicBezTo>
                <a:cubicBezTo>
                  <a:pt x="419365" y="577306"/>
                  <a:pt x="405771" y="590900"/>
                  <a:pt x="389002" y="590900"/>
                </a:cubicBezTo>
                <a:cubicBezTo>
                  <a:pt x="372232" y="590900"/>
                  <a:pt x="358638" y="577306"/>
                  <a:pt x="358638" y="560536"/>
                </a:cubicBezTo>
                <a:cubicBezTo>
                  <a:pt x="358638" y="543767"/>
                  <a:pt x="372232" y="530173"/>
                  <a:pt x="389002" y="530173"/>
                </a:cubicBezTo>
                <a:close/>
                <a:moveTo>
                  <a:pt x="316447" y="530173"/>
                </a:moveTo>
                <a:cubicBezTo>
                  <a:pt x="333216" y="530173"/>
                  <a:pt x="346810" y="543767"/>
                  <a:pt x="346810" y="560536"/>
                </a:cubicBezTo>
                <a:cubicBezTo>
                  <a:pt x="346810" y="577306"/>
                  <a:pt x="333216" y="590900"/>
                  <a:pt x="316447" y="590900"/>
                </a:cubicBezTo>
                <a:cubicBezTo>
                  <a:pt x="299677" y="590900"/>
                  <a:pt x="286084" y="577306"/>
                  <a:pt x="286084" y="560536"/>
                </a:cubicBezTo>
                <a:cubicBezTo>
                  <a:pt x="286084" y="543767"/>
                  <a:pt x="299677" y="530173"/>
                  <a:pt x="316447" y="530173"/>
                </a:cubicBezTo>
                <a:close/>
                <a:moveTo>
                  <a:pt x="243892" y="530173"/>
                </a:moveTo>
                <a:cubicBezTo>
                  <a:pt x="260662" y="530173"/>
                  <a:pt x="274256" y="543767"/>
                  <a:pt x="274256" y="560536"/>
                </a:cubicBezTo>
                <a:cubicBezTo>
                  <a:pt x="274256" y="577306"/>
                  <a:pt x="260662" y="590900"/>
                  <a:pt x="243892" y="590900"/>
                </a:cubicBezTo>
                <a:cubicBezTo>
                  <a:pt x="227123" y="590900"/>
                  <a:pt x="213529" y="577306"/>
                  <a:pt x="213529" y="560536"/>
                </a:cubicBezTo>
                <a:cubicBezTo>
                  <a:pt x="213529" y="543767"/>
                  <a:pt x="227123" y="530173"/>
                  <a:pt x="243892" y="530173"/>
                </a:cubicBezTo>
                <a:close/>
                <a:moveTo>
                  <a:pt x="171339" y="530173"/>
                </a:moveTo>
                <a:cubicBezTo>
                  <a:pt x="188107" y="530173"/>
                  <a:pt x="201701" y="543767"/>
                  <a:pt x="201701" y="560536"/>
                </a:cubicBezTo>
                <a:cubicBezTo>
                  <a:pt x="201701" y="577306"/>
                  <a:pt x="188107" y="590900"/>
                  <a:pt x="171339" y="590900"/>
                </a:cubicBezTo>
                <a:cubicBezTo>
                  <a:pt x="154673" y="590900"/>
                  <a:pt x="141079" y="577306"/>
                  <a:pt x="141079" y="560536"/>
                </a:cubicBezTo>
                <a:cubicBezTo>
                  <a:pt x="141079" y="543767"/>
                  <a:pt x="154673" y="530173"/>
                  <a:pt x="171339" y="530173"/>
                </a:cubicBezTo>
                <a:close/>
                <a:moveTo>
                  <a:pt x="98904" y="530173"/>
                </a:moveTo>
                <a:cubicBezTo>
                  <a:pt x="115664" y="530173"/>
                  <a:pt x="129258" y="543767"/>
                  <a:pt x="129258" y="560536"/>
                </a:cubicBezTo>
                <a:cubicBezTo>
                  <a:pt x="129258" y="577306"/>
                  <a:pt x="115664" y="590900"/>
                  <a:pt x="98904" y="590900"/>
                </a:cubicBezTo>
                <a:cubicBezTo>
                  <a:pt x="82130" y="590900"/>
                  <a:pt x="68536" y="577306"/>
                  <a:pt x="68536" y="560536"/>
                </a:cubicBezTo>
                <a:cubicBezTo>
                  <a:pt x="68536" y="543767"/>
                  <a:pt x="82130" y="530173"/>
                  <a:pt x="98904" y="530173"/>
                </a:cubicBezTo>
                <a:close/>
                <a:moveTo>
                  <a:pt x="26349" y="530173"/>
                </a:moveTo>
                <a:cubicBezTo>
                  <a:pt x="43112" y="530173"/>
                  <a:pt x="56707" y="543767"/>
                  <a:pt x="56707" y="560536"/>
                </a:cubicBezTo>
                <a:cubicBezTo>
                  <a:pt x="56707" y="577306"/>
                  <a:pt x="43112" y="590900"/>
                  <a:pt x="26349" y="590900"/>
                </a:cubicBezTo>
                <a:cubicBezTo>
                  <a:pt x="17963" y="590900"/>
                  <a:pt x="10372" y="587502"/>
                  <a:pt x="4877" y="582007"/>
                </a:cubicBezTo>
                <a:lnTo>
                  <a:pt x="0" y="570232"/>
                </a:lnTo>
                <a:lnTo>
                  <a:pt x="0" y="550840"/>
                </a:lnTo>
                <a:lnTo>
                  <a:pt x="4877" y="539066"/>
                </a:lnTo>
                <a:cubicBezTo>
                  <a:pt x="10372" y="533572"/>
                  <a:pt x="17963" y="530173"/>
                  <a:pt x="26349" y="530173"/>
                </a:cubicBezTo>
                <a:close/>
                <a:moveTo>
                  <a:pt x="1673704" y="458486"/>
                </a:moveTo>
                <a:lnTo>
                  <a:pt x="1671744" y="497284"/>
                </a:lnTo>
                <a:lnTo>
                  <a:pt x="1664620" y="480084"/>
                </a:lnTo>
                <a:cubicBezTo>
                  <a:pt x="1664620" y="471700"/>
                  <a:pt x="1668019" y="464109"/>
                  <a:pt x="1673514" y="458614"/>
                </a:cubicBezTo>
                <a:close/>
                <a:moveTo>
                  <a:pt x="1622429" y="449721"/>
                </a:moveTo>
                <a:cubicBezTo>
                  <a:pt x="1639199" y="449721"/>
                  <a:pt x="1652792" y="463315"/>
                  <a:pt x="1652792" y="480084"/>
                </a:cubicBezTo>
                <a:cubicBezTo>
                  <a:pt x="1652792" y="496854"/>
                  <a:pt x="1639199" y="510448"/>
                  <a:pt x="1622429" y="510448"/>
                </a:cubicBezTo>
                <a:cubicBezTo>
                  <a:pt x="1605659" y="510448"/>
                  <a:pt x="1592066" y="496854"/>
                  <a:pt x="1592066" y="480084"/>
                </a:cubicBezTo>
                <a:cubicBezTo>
                  <a:pt x="1592066" y="463315"/>
                  <a:pt x="1605659" y="449721"/>
                  <a:pt x="1622429" y="449721"/>
                </a:cubicBezTo>
                <a:close/>
                <a:moveTo>
                  <a:pt x="1549874" y="449721"/>
                </a:moveTo>
                <a:cubicBezTo>
                  <a:pt x="1566644" y="449721"/>
                  <a:pt x="1580238" y="463315"/>
                  <a:pt x="1580238" y="480084"/>
                </a:cubicBezTo>
                <a:cubicBezTo>
                  <a:pt x="1580238" y="496854"/>
                  <a:pt x="1566644" y="510448"/>
                  <a:pt x="1549874" y="510448"/>
                </a:cubicBezTo>
                <a:cubicBezTo>
                  <a:pt x="1533105" y="510448"/>
                  <a:pt x="1519511" y="496854"/>
                  <a:pt x="1519511" y="480084"/>
                </a:cubicBezTo>
                <a:cubicBezTo>
                  <a:pt x="1519511" y="463315"/>
                  <a:pt x="1533105" y="449721"/>
                  <a:pt x="1549874" y="449721"/>
                </a:cubicBezTo>
                <a:close/>
                <a:moveTo>
                  <a:pt x="1477320" y="449721"/>
                </a:moveTo>
                <a:cubicBezTo>
                  <a:pt x="1494089" y="449721"/>
                  <a:pt x="1507683" y="463315"/>
                  <a:pt x="1507683" y="480084"/>
                </a:cubicBezTo>
                <a:cubicBezTo>
                  <a:pt x="1507683" y="496854"/>
                  <a:pt x="1494089" y="510448"/>
                  <a:pt x="1477320" y="510448"/>
                </a:cubicBezTo>
                <a:cubicBezTo>
                  <a:pt x="1460550" y="510448"/>
                  <a:pt x="1446956" y="496854"/>
                  <a:pt x="1446956" y="480084"/>
                </a:cubicBezTo>
                <a:cubicBezTo>
                  <a:pt x="1446956" y="463315"/>
                  <a:pt x="1460550" y="449721"/>
                  <a:pt x="1477320" y="449721"/>
                </a:cubicBezTo>
                <a:close/>
                <a:moveTo>
                  <a:pt x="1404765" y="449721"/>
                </a:moveTo>
                <a:cubicBezTo>
                  <a:pt x="1421535" y="449721"/>
                  <a:pt x="1435129" y="463315"/>
                  <a:pt x="1435129" y="480084"/>
                </a:cubicBezTo>
                <a:cubicBezTo>
                  <a:pt x="1435129" y="496854"/>
                  <a:pt x="1421535" y="510448"/>
                  <a:pt x="1404765" y="510448"/>
                </a:cubicBezTo>
                <a:cubicBezTo>
                  <a:pt x="1387996" y="510448"/>
                  <a:pt x="1374402" y="496854"/>
                  <a:pt x="1374402" y="480084"/>
                </a:cubicBezTo>
                <a:cubicBezTo>
                  <a:pt x="1374402" y="463315"/>
                  <a:pt x="1387996" y="449721"/>
                  <a:pt x="1404765" y="449721"/>
                </a:cubicBezTo>
                <a:close/>
                <a:moveTo>
                  <a:pt x="1332211" y="449721"/>
                </a:moveTo>
                <a:cubicBezTo>
                  <a:pt x="1348980" y="449721"/>
                  <a:pt x="1362574" y="463315"/>
                  <a:pt x="1362574" y="480084"/>
                </a:cubicBezTo>
                <a:cubicBezTo>
                  <a:pt x="1362574" y="496854"/>
                  <a:pt x="1348980" y="510448"/>
                  <a:pt x="1332211" y="510448"/>
                </a:cubicBezTo>
                <a:cubicBezTo>
                  <a:pt x="1315441" y="510448"/>
                  <a:pt x="1301847" y="496854"/>
                  <a:pt x="1301847" y="480084"/>
                </a:cubicBezTo>
                <a:cubicBezTo>
                  <a:pt x="1301847" y="463315"/>
                  <a:pt x="1315441" y="449721"/>
                  <a:pt x="1332211" y="449721"/>
                </a:cubicBezTo>
                <a:close/>
                <a:moveTo>
                  <a:pt x="1259656" y="449721"/>
                </a:moveTo>
                <a:cubicBezTo>
                  <a:pt x="1276426" y="449721"/>
                  <a:pt x="1290020" y="463315"/>
                  <a:pt x="1290020" y="480084"/>
                </a:cubicBezTo>
                <a:cubicBezTo>
                  <a:pt x="1290020" y="496854"/>
                  <a:pt x="1276426" y="510448"/>
                  <a:pt x="1259656" y="510448"/>
                </a:cubicBezTo>
                <a:cubicBezTo>
                  <a:pt x="1242887" y="510448"/>
                  <a:pt x="1229293" y="496854"/>
                  <a:pt x="1229293" y="480084"/>
                </a:cubicBezTo>
                <a:cubicBezTo>
                  <a:pt x="1229293" y="463315"/>
                  <a:pt x="1242887" y="449721"/>
                  <a:pt x="1259656" y="449721"/>
                </a:cubicBezTo>
                <a:close/>
                <a:moveTo>
                  <a:pt x="1187102" y="449721"/>
                </a:moveTo>
                <a:cubicBezTo>
                  <a:pt x="1203871" y="449721"/>
                  <a:pt x="1217465" y="463315"/>
                  <a:pt x="1217465" y="480084"/>
                </a:cubicBezTo>
                <a:cubicBezTo>
                  <a:pt x="1217465" y="496854"/>
                  <a:pt x="1203871" y="510448"/>
                  <a:pt x="1187102" y="510448"/>
                </a:cubicBezTo>
                <a:cubicBezTo>
                  <a:pt x="1170332" y="510448"/>
                  <a:pt x="1156738" y="496854"/>
                  <a:pt x="1156738" y="480084"/>
                </a:cubicBezTo>
                <a:cubicBezTo>
                  <a:pt x="1156738" y="463315"/>
                  <a:pt x="1170332" y="449721"/>
                  <a:pt x="1187102" y="449721"/>
                </a:cubicBezTo>
                <a:close/>
                <a:moveTo>
                  <a:pt x="1114547" y="449721"/>
                </a:moveTo>
                <a:cubicBezTo>
                  <a:pt x="1131317" y="449721"/>
                  <a:pt x="1144911" y="463315"/>
                  <a:pt x="1144911" y="480084"/>
                </a:cubicBezTo>
                <a:cubicBezTo>
                  <a:pt x="1144911" y="496854"/>
                  <a:pt x="1131317" y="510448"/>
                  <a:pt x="1114547" y="510448"/>
                </a:cubicBezTo>
                <a:cubicBezTo>
                  <a:pt x="1097778" y="510448"/>
                  <a:pt x="1084184" y="496854"/>
                  <a:pt x="1084184" y="480084"/>
                </a:cubicBezTo>
                <a:cubicBezTo>
                  <a:pt x="1084184" y="463315"/>
                  <a:pt x="1097778" y="449721"/>
                  <a:pt x="1114547" y="449721"/>
                </a:cubicBezTo>
                <a:close/>
                <a:moveTo>
                  <a:pt x="1041993" y="449721"/>
                </a:moveTo>
                <a:cubicBezTo>
                  <a:pt x="1058762" y="449721"/>
                  <a:pt x="1072356" y="463315"/>
                  <a:pt x="1072356" y="480084"/>
                </a:cubicBezTo>
                <a:cubicBezTo>
                  <a:pt x="1072356" y="496854"/>
                  <a:pt x="1058762" y="510448"/>
                  <a:pt x="1041993" y="510448"/>
                </a:cubicBezTo>
                <a:cubicBezTo>
                  <a:pt x="1025223" y="510448"/>
                  <a:pt x="1011629" y="496854"/>
                  <a:pt x="1011629" y="480084"/>
                </a:cubicBezTo>
                <a:cubicBezTo>
                  <a:pt x="1011629" y="463315"/>
                  <a:pt x="1025223" y="449721"/>
                  <a:pt x="1041993" y="449721"/>
                </a:cubicBezTo>
                <a:close/>
                <a:moveTo>
                  <a:pt x="969438" y="449721"/>
                </a:moveTo>
                <a:cubicBezTo>
                  <a:pt x="986208" y="449721"/>
                  <a:pt x="999801" y="463315"/>
                  <a:pt x="999801" y="480084"/>
                </a:cubicBezTo>
                <a:cubicBezTo>
                  <a:pt x="999801" y="496854"/>
                  <a:pt x="986208" y="510448"/>
                  <a:pt x="969438" y="510448"/>
                </a:cubicBezTo>
                <a:cubicBezTo>
                  <a:pt x="952669" y="510448"/>
                  <a:pt x="939075" y="496854"/>
                  <a:pt x="939075" y="480084"/>
                </a:cubicBezTo>
                <a:cubicBezTo>
                  <a:pt x="939075" y="463315"/>
                  <a:pt x="952669" y="449721"/>
                  <a:pt x="969438" y="449721"/>
                </a:cubicBezTo>
                <a:close/>
                <a:moveTo>
                  <a:pt x="896883" y="449721"/>
                </a:moveTo>
                <a:cubicBezTo>
                  <a:pt x="913653" y="449721"/>
                  <a:pt x="927247" y="463315"/>
                  <a:pt x="927247" y="480084"/>
                </a:cubicBezTo>
                <a:cubicBezTo>
                  <a:pt x="927247" y="496854"/>
                  <a:pt x="913653" y="510448"/>
                  <a:pt x="896883" y="510448"/>
                </a:cubicBezTo>
                <a:cubicBezTo>
                  <a:pt x="880114" y="510448"/>
                  <a:pt x="866520" y="496854"/>
                  <a:pt x="866520" y="480084"/>
                </a:cubicBezTo>
                <a:cubicBezTo>
                  <a:pt x="866520" y="463315"/>
                  <a:pt x="880114" y="449721"/>
                  <a:pt x="896883" y="449721"/>
                </a:cubicBezTo>
                <a:close/>
                <a:moveTo>
                  <a:pt x="824329" y="449721"/>
                </a:moveTo>
                <a:cubicBezTo>
                  <a:pt x="841098" y="449721"/>
                  <a:pt x="854692" y="463315"/>
                  <a:pt x="854692" y="480084"/>
                </a:cubicBezTo>
                <a:cubicBezTo>
                  <a:pt x="854692" y="496854"/>
                  <a:pt x="841098" y="510448"/>
                  <a:pt x="824329" y="510448"/>
                </a:cubicBezTo>
                <a:cubicBezTo>
                  <a:pt x="807559" y="510448"/>
                  <a:pt x="793965" y="496854"/>
                  <a:pt x="793965" y="480084"/>
                </a:cubicBezTo>
                <a:cubicBezTo>
                  <a:pt x="793965" y="463315"/>
                  <a:pt x="807559" y="449721"/>
                  <a:pt x="824329" y="449721"/>
                </a:cubicBezTo>
                <a:close/>
                <a:moveTo>
                  <a:pt x="751774" y="449721"/>
                </a:moveTo>
                <a:cubicBezTo>
                  <a:pt x="768544" y="449721"/>
                  <a:pt x="782138" y="463315"/>
                  <a:pt x="782138" y="480084"/>
                </a:cubicBezTo>
                <a:cubicBezTo>
                  <a:pt x="782138" y="496854"/>
                  <a:pt x="768544" y="510448"/>
                  <a:pt x="751774" y="510448"/>
                </a:cubicBezTo>
                <a:cubicBezTo>
                  <a:pt x="735005" y="510448"/>
                  <a:pt x="721411" y="496854"/>
                  <a:pt x="721411" y="480084"/>
                </a:cubicBezTo>
                <a:cubicBezTo>
                  <a:pt x="721411" y="463315"/>
                  <a:pt x="735005" y="449721"/>
                  <a:pt x="751774" y="449721"/>
                </a:cubicBezTo>
                <a:close/>
                <a:moveTo>
                  <a:pt x="679220" y="449721"/>
                </a:moveTo>
                <a:cubicBezTo>
                  <a:pt x="695989" y="449721"/>
                  <a:pt x="709583" y="463315"/>
                  <a:pt x="709583" y="480084"/>
                </a:cubicBezTo>
                <a:cubicBezTo>
                  <a:pt x="709583" y="496854"/>
                  <a:pt x="695989" y="510448"/>
                  <a:pt x="679220" y="510448"/>
                </a:cubicBezTo>
                <a:cubicBezTo>
                  <a:pt x="662450" y="510448"/>
                  <a:pt x="648856" y="496854"/>
                  <a:pt x="648856" y="480084"/>
                </a:cubicBezTo>
                <a:cubicBezTo>
                  <a:pt x="648856" y="463315"/>
                  <a:pt x="662450" y="449721"/>
                  <a:pt x="679220" y="449721"/>
                </a:cubicBezTo>
                <a:close/>
                <a:moveTo>
                  <a:pt x="606665" y="449721"/>
                </a:moveTo>
                <a:cubicBezTo>
                  <a:pt x="623435" y="449721"/>
                  <a:pt x="637029" y="463315"/>
                  <a:pt x="637029" y="480084"/>
                </a:cubicBezTo>
                <a:cubicBezTo>
                  <a:pt x="637029" y="496854"/>
                  <a:pt x="623435" y="510448"/>
                  <a:pt x="606665" y="510448"/>
                </a:cubicBezTo>
                <a:cubicBezTo>
                  <a:pt x="589896" y="510448"/>
                  <a:pt x="576302" y="496854"/>
                  <a:pt x="576302" y="480084"/>
                </a:cubicBezTo>
                <a:cubicBezTo>
                  <a:pt x="576302" y="463315"/>
                  <a:pt x="589896" y="449721"/>
                  <a:pt x="606665" y="449721"/>
                </a:cubicBezTo>
                <a:close/>
                <a:moveTo>
                  <a:pt x="534111" y="449721"/>
                </a:moveTo>
                <a:cubicBezTo>
                  <a:pt x="550880" y="449721"/>
                  <a:pt x="564474" y="463315"/>
                  <a:pt x="564474" y="480084"/>
                </a:cubicBezTo>
                <a:cubicBezTo>
                  <a:pt x="564474" y="496854"/>
                  <a:pt x="550880" y="510448"/>
                  <a:pt x="534111" y="510448"/>
                </a:cubicBezTo>
                <a:cubicBezTo>
                  <a:pt x="517341" y="510448"/>
                  <a:pt x="503747" y="496854"/>
                  <a:pt x="503747" y="480084"/>
                </a:cubicBezTo>
                <a:cubicBezTo>
                  <a:pt x="503747" y="463315"/>
                  <a:pt x="517341" y="449721"/>
                  <a:pt x="534111" y="449721"/>
                </a:cubicBezTo>
                <a:close/>
                <a:moveTo>
                  <a:pt x="461556" y="449721"/>
                </a:moveTo>
                <a:cubicBezTo>
                  <a:pt x="478326" y="449721"/>
                  <a:pt x="491920" y="463315"/>
                  <a:pt x="491920" y="480084"/>
                </a:cubicBezTo>
                <a:cubicBezTo>
                  <a:pt x="491920" y="496854"/>
                  <a:pt x="478326" y="510448"/>
                  <a:pt x="461556" y="510448"/>
                </a:cubicBezTo>
                <a:cubicBezTo>
                  <a:pt x="444787" y="510448"/>
                  <a:pt x="431192" y="496854"/>
                  <a:pt x="431192" y="480084"/>
                </a:cubicBezTo>
                <a:cubicBezTo>
                  <a:pt x="431192" y="463315"/>
                  <a:pt x="444787" y="449721"/>
                  <a:pt x="461556" y="449721"/>
                </a:cubicBezTo>
                <a:close/>
                <a:moveTo>
                  <a:pt x="389002" y="449721"/>
                </a:moveTo>
                <a:cubicBezTo>
                  <a:pt x="405771" y="449721"/>
                  <a:pt x="419365" y="463315"/>
                  <a:pt x="419365" y="480084"/>
                </a:cubicBezTo>
                <a:cubicBezTo>
                  <a:pt x="419365" y="496854"/>
                  <a:pt x="405771" y="510448"/>
                  <a:pt x="389002" y="510448"/>
                </a:cubicBezTo>
                <a:cubicBezTo>
                  <a:pt x="372232" y="510448"/>
                  <a:pt x="358638" y="496854"/>
                  <a:pt x="358638" y="480084"/>
                </a:cubicBezTo>
                <a:cubicBezTo>
                  <a:pt x="358638" y="463315"/>
                  <a:pt x="372232" y="449721"/>
                  <a:pt x="389002" y="449721"/>
                </a:cubicBezTo>
                <a:close/>
                <a:moveTo>
                  <a:pt x="316447" y="449721"/>
                </a:moveTo>
                <a:cubicBezTo>
                  <a:pt x="333216" y="449721"/>
                  <a:pt x="346810" y="463315"/>
                  <a:pt x="346810" y="480084"/>
                </a:cubicBezTo>
                <a:cubicBezTo>
                  <a:pt x="346810" y="496854"/>
                  <a:pt x="333216" y="510448"/>
                  <a:pt x="316447" y="510448"/>
                </a:cubicBezTo>
                <a:cubicBezTo>
                  <a:pt x="299677" y="510448"/>
                  <a:pt x="286084" y="496854"/>
                  <a:pt x="286084" y="480084"/>
                </a:cubicBezTo>
                <a:cubicBezTo>
                  <a:pt x="286084" y="463315"/>
                  <a:pt x="299677" y="449721"/>
                  <a:pt x="316447" y="449721"/>
                </a:cubicBezTo>
                <a:close/>
                <a:moveTo>
                  <a:pt x="243892" y="449721"/>
                </a:moveTo>
                <a:cubicBezTo>
                  <a:pt x="260662" y="449721"/>
                  <a:pt x="274256" y="463315"/>
                  <a:pt x="274256" y="480084"/>
                </a:cubicBezTo>
                <a:cubicBezTo>
                  <a:pt x="274256" y="496854"/>
                  <a:pt x="260662" y="510448"/>
                  <a:pt x="243892" y="510448"/>
                </a:cubicBezTo>
                <a:cubicBezTo>
                  <a:pt x="227123" y="510448"/>
                  <a:pt x="213529" y="496854"/>
                  <a:pt x="213529" y="480084"/>
                </a:cubicBezTo>
                <a:cubicBezTo>
                  <a:pt x="213529" y="463315"/>
                  <a:pt x="227123" y="449721"/>
                  <a:pt x="243892" y="449721"/>
                </a:cubicBezTo>
                <a:close/>
                <a:moveTo>
                  <a:pt x="171339" y="449721"/>
                </a:moveTo>
                <a:cubicBezTo>
                  <a:pt x="188107" y="449721"/>
                  <a:pt x="201701" y="463315"/>
                  <a:pt x="201701" y="480084"/>
                </a:cubicBezTo>
                <a:cubicBezTo>
                  <a:pt x="201701" y="496854"/>
                  <a:pt x="188107" y="510448"/>
                  <a:pt x="171339" y="510448"/>
                </a:cubicBezTo>
                <a:cubicBezTo>
                  <a:pt x="154679" y="510448"/>
                  <a:pt x="141085" y="496854"/>
                  <a:pt x="141085" y="480084"/>
                </a:cubicBezTo>
                <a:cubicBezTo>
                  <a:pt x="141085" y="463315"/>
                  <a:pt x="154679" y="449721"/>
                  <a:pt x="171339" y="449721"/>
                </a:cubicBezTo>
                <a:close/>
                <a:moveTo>
                  <a:pt x="98910" y="449721"/>
                </a:moveTo>
                <a:cubicBezTo>
                  <a:pt x="115670" y="449721"/>
                  <a:pt x="129264" y="463315"/>
                  <a:pt x="129264" y="480084"/>
                </a:cubicBezTo>
                <a:cubicBezTo>
                  <a:pt x="129264" y="496854"/>
                  <a:pt x="115670" y="510448"/>
                  <a:pt x="98910" y="510448"/>
                </a:cubicBezTo>
                <a:cubicBezTo>
                  <a:pt x="82136" y="510448"/>
                  <a:pt x="68542" y="496854"/>
                  <a:pt x="68542" y="480084"/>
                </a:cubicBezTo>
                <a:cubicBezTo>
                  <a:pt x="68542" y="463315"/>
                  <a:pt x="82136" y="449721"/>
                  <a:pt x="98910" y="449721"/>
                </a:cubicBezTo>
                <a:close/>
                <a:moveTo>
                  <a:pt x="26355" y="449721"/>
                </a:moveTo>
                <a:cubicBezTo>
                  <a:pt x="43118" y="449721"/>
                  <a:pt x="56713" y="463315"/>
                  <a:pt x="56713" y="480084"/>
                </a:cubicBezTo>
                <a:cubicBezTo>
                  <a:pt x="56713" y="496854"/>
                  <a:pt x="43118" y="510448"/>
                  <a:pt x="26355" y="510448"/>
                </a:cubicBezTo>
                <a:cubicBezTo>
                  <a:pt x="17970" y="510448"/>
                  <a:pt x="10379" y="507050"/>
                  <a:pt x="4884" y="501555"/>
                </a:cubicBezTo>
                <a:lnTo>
                  <a:pt x="0" y="489763"/>
                </a:lnTo>
                <a:lnTo>
                  <a:pt x="0" y="470405"/>
                </a:lnTo>
                <a:lnTo>
                  <a:pt x="4884" y="458614"/>
                </a:lnTo>
                <a:cubicBezTo>
                  <a:pt x="10379" y="453120"/>
                  <a:pt x="17970" y="449721"/>
                  <a:pt x="26355" y="449721"/>
                </a:cubicBezTo>
                <a:close/>
                <a:moveTo>
                  <a:pt x="1673066" y="379245"/>
                </a:moveTo>
                <a:lnTo>
                  <a:pt x="1675237" y="422266"/>
                </a:lnTo>
                <a:lnTo>
                  <a:pt x="1673514" y="421103"/>
                </a:lnTo>
                <a:cubicBezTo>
                  <a:pt x="1668019" y="415609"/>
                  <a:pt x="1664620" y="408017"/>
                  <a:pt x="1664620" y="399633"/>
                </a:cubicBezTo>
                <a:close/>
                <a:moveTo>
                  <a:pt x="1622429" y="369269"/>
                </a:moveTo>
                <a:cubicBezTo>
                  <a:pt x="1639199" y="369269"/>
                  <a:pt x="1652792" y="382864"/>
                  <a:pt x="1652792" y="399633"/>
                </a:cubicBezTo>
                <a:cubicBezTo>
                  <a:pt x="1652792" y="416402"/>
                  <a:pt x="1639199" y="429997"/>
                  <a:pt x="1622429" y="429997"/>
                </a:cubicBezTo>
                <a:cubicBezTo>
                  <a:pt x="1605659" y="429997"/>
                  <a:pt x="1592066" y="416402"/>
                  <a:pt x="1592066" y="399633"/>
                </a:cubicBezTo>
                <a:cubicBezTo>
                  <a:pt x="1592066" y="382864"/>
                  <a:pt x="1605659" y="369269"/>
                  <a:pt x="1622429" y="369269"/>
                </a:cubicBezTo>
                <a:close/>
                <a:moveTo>
                  <a:pt x="1549874" y="369269"/>
                </a:moveTo>
                <a:cubicBezTo>
                  <a:pt x="1566644" y="369269"/>
                  <a:pt x="1580238" y="382864"/>
                  <a:pt x="1580238" y="399633"/>
                </a:cubicBezTo>
                <a:cubicBezTo>
                  <a:pt x="1580238" y="416402"/>
                  <a:pt x="1566644" y="429997"/>
                  <a:pt x="1549874" y="429997"/>
                </a:cubicBezTo>
                <a:cubicBezTo>
                  <a:pt x="1533105" y="429997"/>
                  <a:pt x="1519511" y="416402"/>
                  <a:pt x="1519511" y="399633"/>
                </a:cubicBezTo>
                <a:cubicBezTo>
                  <a:pt x="1519511" y="382864"/>
                  <a:pt x="1533105" y="369269"/>
                  <a:pt x="1549874" y="369269"/>
                </a:cubicBezTo>
                <a:close/>
                <a:moveTo>
                  <a:pt x="1477320" y="369269"/>
                </a:moveTo>
                <a:cubicBezTo>
                  <a:pt x="1494089" y="369269"/>
                  <a:pt x="1507683" y="382864"/>
                  <a:pt x="1507683" y="399633"/>
                </a:cubicBezTo>
                <a:cubicBezTo>
                  <a:pt x="1507683" y="416402"/>
                  <a:pt x="1494089" y="429997"/>
                  <a:pt x="1477320" y="429997"/>
                </a:cubicBezTo>
                <a:cubicBezTo>
                  <a:pt x="1460550" y="429997"/>
                  <a:pt x="1446956" y="416402"/>
                  <a:pt x="1446956" y="399633"/>
                </a:cubicBezTo>
                <a:cubicBezTo>
                  <a:pt x="1446956" y="382864"/>
                  <a:pt x="1460550" y="369269"/>
                  <a:pt x="1477320" y="369269"/>
                </a:cubicBezTo>
                <a:close/>
                <a:moveTo>
                  <a:pt x="1404765" y="369269"/>
                </a:moveTo>
                <a:cubicBezTo>
                  <a:pt x="1421535" y="369269"/>
                  <a:pt x="1435129" y="382864"/>
                  <a:pt x="1435129" y="399633"/>
                </a:cubicBezTo>
                <a:cubicBezTo>
                  <a:pt x="1435129" y="416402"/>
                  <a:pt x="1421535" y="429997"/>
                  <a:pt x="1404765" y="429997"/>
                </a:cubicBezTo>
                <a:cubicBezTo>
                  <a:pt x="1387996" y="429997"/>
                  <a:pt x="1374402" y="416402"/>
                  <a:pt x="1374402" y="399633"/>
                </a:cubicBezTo>
                <a:cubicBezTo>
                  <a:pt x="1374402" y="382864"/>
                  <a:pt x="1387996" y="369269"/>
                  <a:pt x="1404765" y="369269"/>
                </a:cubicBezTo>
                <a:close/>
                <a:moveTo>
                  <a:pt x="1332211" y="369269"/>
                </a:moveTo>
                <a:cubicBezTo>
                  <a:pt x="1348980" y="369269"/>
                  <a:pt x="1362574" y="382864"/>
                  <a:pt x="1362574" y="399633"/>
                </a:cubicBezTo>
                <a:cubicBezTo>
                  <a:pt x="1362574" y="416402"/>
                  <a:pt x="1348980" y="429997"/>
                  <a:pt x="1332211" y="429997"/>
                </a:cubicBezTo>
                <a:cubicBezTo>
                  <a:pt x="1315441" y="429997"/>
                  <a:pt x="1301847" y="416402"/>
                  <a:pt x="1301847" y="399633"/>
                </a:cubicBezTo>
                <a:cubicBezTo>
                  <a:pt x="1301847" y="382864"/>
                  <a:pt x="1315441" y="369269"/>
                  <a:pt x="1332211" y="369269"/>
                </a:cubicBezTo>
                <a:close/>
                <a:moveTo>
                  <a:pt x="1259656" y="369269"/>
                </a:moveTo>
                <a:cubicBezTo>
                  <a:pt x="1276426" y="369269"/>
                  <a:pt x="1290020" y="382864"/>
                  <a:pt x="1290020" y="399633"/>
                </a:cubicBezTo>
                <a:cubicBezTo>
                  <a:pt x="1290020" y="416402"/>
                  <a:pt x="1276426" y="429997"/>
                  <a:pt x="1259656" y="429997"/>
                </a:cubicBezTo>
                <a:cubicBezTo>
                  <a:pt x="1242887" y="429997"/>
                  <a:pt x="1229293" y="416402"/>
                  <a:pt x="1229293" y="399633"/>
                </a:cubicBezTo>
                <a:cubicBezTo>
                  <a:pt x="1229293" y="382864"/>
                  <a:pt x="1242887" y="369269"/>
                  <a:pt x="1259656" y="369269"/>
                </a:cubicBezTo>
                <a:close/>
                <a:moveTo>
                  <a:pt x="1187102" y="369269"/>
                </a:moveTo>
                <a:cubicBezTo>
                  <a:pt x="1203871" y="369269"/>
                  <a:pt x="1217465" y="382864"/>
                  <a:pt x="1217465" y="399633"/>
                </a:cubicBezTo>
                <a:cubicBezTo>
                  <a:pt x="1217465" y="416402"/>
                  <a:pt x="1203871" y="429997"/>
                  <a:pt x="1187102" y="429997"/>
                </a:cubicBezTo>
                <a:cubicBezTo>
                  <a:pt x="1170332" y="429997"/>
                  <a:pt x="1156738" y="416402"/>
                  <a:pt x="1156738" y="399633"/>
                </a:cubicBezTo>
                <a:cubicBezTo>
                  <a:pt x="1156738" y="382864"/>
                  <a:pt x="1170332" y="369269"/>
                  <a:pt x="1187102" y="369269"/>
                </a:cubicBezTo>
                <a:close/>
                <a:moveTo>
                  <a:pt x="1114547" y="369269"/>
                </a:moveTo>
                <a:cubicBezTo>
                  <a:pt x="1131317" y="369269"/>
                  <a:pt x="1144911" y="382864"/>
                  <a:pt x="1144911" y="399633"/>
                </a:cubicBezTo>
                <a:cubicBezTo>
                  <a:pt x="1144911" y="416402"/>
                  <a:pt x="1131317" y="429997"/>
                  <a:pt x="1114547" y="429997"/>
                </a:cubicBezTo>
                <a:cubicBezTo>
                  <a:pt x="1097778" y="429997"/>
                  <a:pt x="1084184" y="416402"/>
                  <a:pt x="1084184" y="399633"/>
                </a:cubicBezTo>
                <a:cubicBezTo>
                  <a:pt x="1084184" y="382864"/>
                  <a:pt x="1097778" y="369269"/>
                  <a:pt x="1114547" y="369269"/>
                </a:cubicBezTo>
                <a:close/>
                <a:moveTo>
                  <a:pt x="1041993" y="369269"/>
                </a:moveTo>
                <a:cubicBezTo>
                  <a:pt x="1058762" y="369269"/>
                  <a:pt x="1072356" y="382864"/>
                  <a:pt x="1072356" y="399633"/>
                </a:cubicBezTo>
                <a:cubicBezTo>
                  <a:pt x="1072356" y="416402"/>
                  <a:pt x="1058762" y="429997"/>
                  <a:pt x="1041993" y="429997"/>
                </a:cubicBezTo>
                <a:cubicBezTo>
                  <a:pt x="1025223" y="429997"/>
                  <a:pt x="1011629" y="416402"/>
                  <a:pt x="1011629" y="399633"/>
                </a:cubicBezTo>
                <a:cubicBezTo>
                  <a:pt x="1011629" y="382864"/>
                  <a:pt x="1025223" y="369269"/>
                  <a:pt x="1041993" y="369269"/>
                </a:cubicBezTo>
                <a:close/>
                <a:moveTo>
                  <a:pt x="969438" y="369269"/>
                </a:moveTo>
                <a:cubicBezTo>
                  <a:pt x="986208" y="369269"/>
                  <a:pt x="999801" y="382864"/>
                  <a:pt x="999801" y="399633"/>
                </a:cubicBezTo>
                <a:cubicBezTo>
                  <a:pt x="999801" y="416402"/>
                  <a:pt x="986208" y="429997"/>
                  <a:pt x="969438" y="429997"/>
                </a:cubicBezTo>
                <a:cubicBezTo>
                  <a:pt x="952669" y="429997"/>
                  <a:pt x="939075" y="416402"/>
                  <a:pt x="939075" y="399633"/>
                </a:cubicBezTo>
                <a:cubicBezTo>
                  <a:pt x="939075" y="382864"/>
                  <a:pt x="952669" y="369269"/>
                  <a:pt x="969438" y="369269"/>
                </a:cubicBezTo>
                <a:close/>
                <a:moveTo>
                  <a:pt x="896883" y="369269"/>
                </a:moveTo>
                <a:cubicBezTo>
                  <a:pt x="913653" y="369269"/>
                  <a:pt x="927247" y="382864"/>
                  <a:pt x="927247" y="399633"/>
                </a:cubicBezTo>
                <a:cubicBezTo>
                  <a:pt x="927247" y="416402"/>
                  <a:pt x="913653" y="429997"/>
                  <a:pt x="896883" y="429997"/>
                </a:cubicBezTo>
                <a:cubicBezTo>
                  <a:pt x="880114" y="429997"/>
                  <a:pt x="866520" y="416402"/>
                  <a:pt x="866520" y="399633"/>
                </a:cubicBezTo>
                <a:cubicBezTo>
                  <a:pt x="866520" y="382864"/>
                  <a:pt x="880114" y="369269"/>
                  <a:pt x="896883" y="369269"/>
                </a:cubicBezTo>
                <a:close/>
                <a:moveTo>
                  <a:pt x="824329" y="369269"/>
                </a:moveTo>
                <a:cubicBezTo>
                  <a:pt x="841098" y="369269"/>
                  <a:pt x="854692" y="382864"/>
                  <a:pt x="854692" y="399633"/>
                </a:cubicBezTo>
                <a:cubicBezTo>
                  <a:pt x="854692" y="416402"/>
                  <a:pt x="841098" y="429997"/>
                  <a:pt x="824329" y="429997"/>
                </a:cubicBezTo>
                <a:cubicBezTo>
                  <a:pt x="807559" y="429997"/>
                  <a:pt x="793965" y="416402"/>
                  <a:pt x="793965" y="399633"/>
                </a:cubicBezTo>
                <a:cubicBezTo>
                  <a:pt x="793965" y="382864"/>
                  <a:pt x="807559" y="369269"/>
                  <a:pt x="824329" y="369269"/>
                </a:cubicBezTo>
                <a:close/>
                <a:moveTo>
                  <a:pt x="751774" y="369269"/>
                </a:moveTo>
                <a:cubicBezTo>
                  <a:pt x="768544" y="369269"/>
                  <a:pt x="782138" y="382864"/>
                  <a:pt x="782138" y="399633"/>
                </a:cubicBezTo>
                <a:cubicBezTo>
                  <a:pt x="782138" y="416402"/>
                  <a:pt x="768544" y="429997"/>
                  <a:pt x="751774" y="429997"/>
                </a:cubicBezTo>
                <a:cubicBezTo>
                  <a:pt x="735005" y="429997"/>
                  <a:pt x="721411" y="416402"/>
                  <a:pt x="721411" y="399633"/>
                </a:cubicBezTo>
                <a:cubicBezTo>
                  <a:pt x="721411" y="382864"/>
                  <a:pt x="735005" y="369269"/>
                  <a:pt x="751774" y="369269"/>
                </a:cubicBezTo>
                <a:close/>
                <a:moveTo>
                  <a:pt x="679220" y="369269"/>
                </a:moveTo>
                <a:cubicBezTo>
                  <a:pt x="695989" y="369269"/>
                  <a:pt x="709583" y="382864"/>
                  <a:pt x="709583" y="399633"/>
                </a:cubicBezTo>
                <a:cubicBezTo>
                  <a:pt x="709583" y="416402"/>
                  <a:pt x="695989" y="429997"/>
                  <a:pt x="679220" y="429997"/>
                </a:cubicBezTo>
                <a:cubicBezTo>
                  <a:pt x="662450" y="429997"/>
                  <a:pt x="648856" y="416402"/>
                  <a:pt x="648856" y="399633"/>
                </a:cubicBezTo>
                <a:cubicBezTo>
                  <a:pt x="648856" y="382864"/>
                  <a:pt x="662450" y="369269"/>
                  <a:pt x="679220" y="369269"/>
                </a:cubicBezTo>
                <a:close/>
                <a:moveTo>
                  <a:pt x="606665" y="369269"/>
                </a:moveTo>
                <a:cubicBezTo>
                  <a:pt x="623435" y="369269"/>
                  <a:pt x="637029" y="382864"/>
                  <a:pt x="637029" y="399633"/>
                </a:cubicBezTo>
                <a:cubicBezTo>
                  <a:pt x="637029" y="416402"/>
                  <a:pt x="623435" y="429997"/>
                  <a:pt x="606665" y="429997"/>
                </a:cubicBezTo>
                <a:cubicBezTo>
                  <a:pt x="589896" y="429997"/>
                  <a:pt x="576302" y="416402"/>
                  <a:pt x="576302" y="399633"/>
                </a:cubicBezTo>
                <a:cubicBezTo>
                  <a:pt x="576302" y="382864"/>
                  <a:pt x="589896" y="369269"/>
                  <a:pt x="606665" y="369269"/>
                </a:cubicBezTo>
                <a:close/>
                <a:moveTo>
                  <a:pt x="534111" y="369269"/>
                </a:moveTo>
                <a:cubicBezTo>
                  <a:pt x="550880" y="369269"/>
                  <a:pt x="564474" y="382864"/>
                  <a:pt x="564474" y="399633"/>
                </a:cubicBezTo>
                <a:cubicBezTo>
                  <a:pt x="564474" y="416402"/>
                  <a:pt x="550880" y="429997"/>
                  <a:pt x="534111" y="429997"/>
                </a:cubicBezTo>
                <a:cubicBezTo>
                  <a:pt x="517341" y="429997"/>
                  <a:pt x="503747" y="416402"/>
                  <a:pt x="503747" y="399633"/>
                </a:cubicBezTo>
                <a:cubicBezTo>
                  <a:pt x="503747" y="382864"/>
                  <a:pt x="517341" y="369269"/>
                  <a:pt x="534111" y="369269"/>
                </a:cubicBezTo>
                <a:close/>
                <a:moveTo>
                  <a:pt x="461556" y="369269"/>
                </a:moveTo>
                <a:cubicBezTo>
                  <a:pt x="478326" y="369269"/>
                  <a:pt x="491920" y="382864"/>
                  <a:pt x="491920" y="399633"/>
                </a:cubicBezTo>
                <a:cubicBezTo>
                  <a:pt x="491920" y="416402"/>
                  <a:pt x="478326" y="429997"/>
                  <a:pt x="461556" y="429997"/>
                </a:cubicBezTo>
                <a:cubicBezTo>
                  <a:pt x="444787" y="429997"/>
                  <a:pt x="431192" y="416402"/>
                  <a:pt x="431192" y="399633"/>
                </a:cubicBezTo>
                <a:cubicBezTo>
                  <a:pt x="431192" y="382864"/>
                  <a:pt x="444787" y="369269"/>
                  <a:pt x="461556" y="369269"/>
                </a:cubicBezTo>
                <a:close/>
                <a:moveTo>
                  <a:pt x="389002" y="369269"/>
                </a:moveTo>
                <a:cubicBezTo>
                  <a:pt x="405771" y="369269"/>
                  <a:pt x="419365" y="382864"/>
                  <a:pt x="419365" y="399633"/>
                </a:cubicBezTo>
                <a:cubicBezTo>
                  <a:pt x="419365" y="416402"/>
                  <a:pt x="405771" y="429997"/>
                  <a:pt x="389002" y="429997"/>
                </a:cubicBezTo>
                <a:cubicBezTo>
                  <a:pt x="372232" y="429997"/>
                  <a:pt x="358638" y="416402"/>
                  <a:pt x="358638" y="399633"/>
                </a:cubicBezTo>
                <a:cubicBezTo>
                  <a:pt x="358638" y="382864"/>
                  <a:pt x="372232" y="369269"/>
                  <a:pt x="389002" y="369269"/>
                </a:cubicBezTo>
                <a:close/>
                <a:moveTo>
                  <a:pt x="316447" y="369269"/>
                </a:moveTo>
                <a:cubicBezTo>
                  <a:pt x="333216" y="369269"/>
                  <a:pt x="346810" y="382864"/>
                  <a:pt x="346810" y="399633"/>
                </a:cubicBezTo>
                <a:cubicBezTo>
                  <a:pt x="346810" y="416402"/>
                  <a:pt x="333216" y="429997"/>
                  <a:pt x="316447" y="429997"/>
                </a:cubicBezTo>
                <a:cubicBezTo>
                  <a:pt x="299677" y="429997"/>
                  <a:pt x="286084" y="416402"/>
                  <a:pt x="286084" y="399633"/>
                </a:cubicBezTo>
                <a:cubicBezTo>
                  <a:pt x="286084" y="382864"/>
                  <a:pt x="299677" y="369269"/>
                  <a:pt x="316447" y="369269"/>
                </a:cubicBezTo>
                <a:close/>
                <a:moveTo>
                  <a:pt x="243892" y="369269"/>
                </a:moveTo>
                <a:cubicBezTo>
                  <a:pt x="260662" y="369269"/>
                  <a:pt x="274256" y="382864"/>
                  <a:pt x="274256" y="399633"/>
                </a:cubicBezTo>
                <a:cubicBezTo>
                  <a:pt x="274256" y="416402"/>
                  <a:pt x="260662" y="429997"/>
                  <a:pt x="243892" y="429997"/>
                </a:cubicBezTo>
                <a:cubicBezTo>
                  <a:pt x="227123" y="429997"/>
                  <a:pt x="213529" y="416402"/>
                  <a:pt x="213529" y="399633"/>
                </a:cubicBezTo>
                <a:cubicBezTo>
                  <a:pt x="213529" y="382864"/>
                  <a:pt x="227123" y="369269"/>
                  <a:pt x="243892" y="369269"/>
                </a:cubicBezTo>
                <a:close/>
                <a:moveTo>
                  <a:pt x="171339" y="369269"/>
                </a:moveTo>
                <a:cubicBezTo>
                  <a:pt x="188107" y="369269"/>
                  <a:pt x="201701" y="382864"/>
                  <a:pt x="201701" y="399633"/>
                </a:cubicBezTo>
                <a:cubicBezTo>
                  <a:pt x="201701" y="416402"/>
                  <a:pt x="188107" y="429997"/>
                  <a:pt x="171339" y="429997"/>
                </a:cubicBezTo>
                <a:cubicBezTo>
                  <a:pt x="154685" y="429997"/>
                  <a:pt x="141090" y="416402"/>
                  <a:pt x="141090" y="399633"/>
                </a:cubicBezTo>
                <a:cubicBezTo>
                  <a:pt x="141090" y="382864"/>
                  <a:pt x="154685" y="369269"/>
                  <a:pt x="171339" y="369269"/>
                </a:cubicBezTo>
                <a:close/>
                <a:moveTo>
                  <a:pt x="98917" y="369269"/>
                </a:moveTo>
                <a:cubicBezTo>
                  <a:pt x="115677" y="369269"/>
                  <a:pt x="129270" y="382864"/>
                  <a:pt x="129270" y="399633"/>
                </a:cubicBezTo>
                <a:cubicBezTo>
                  <a:pt x="129270" y="416402"/>
                  <a:pt x="115677" y="429997"/>
                  <a:pt x="98917" y="429997"/>
                </a:cubicBezTo>
                <a:cubicBezTo>
                  <a:pt x="82143" y="429997"/>
                  <a:pt x="68549" y="416402"/>
                  <a:pt x="68549" y="399633"/>
                </a:cubicBezTo>
                <a:cubicBezTo>
                  <a:pt x="68549" y="382864"/>
                  <a:pt x="82143" y="369269"/>
                  <a:pt x="98917" y="369269"/>
                </a:cubicBezTo>
                <a:close/>
                <a:moveTo>
                  <a:pt x="26362" y="369269"/>
                </a:moveTo>
                <a:cubicBezTo>
                  <a:pt x="43124" y="369269"/>
                  <a:pt x="56719" y="382864"/>
                  <a:pt x="56719" y="399633"/>
                </a:cubicBezTo>
                <a:cubicBezTo>
                  <a:pt x="56719" y="416402"/>
                  <a:pt x="43124" y="429997"/>
                  <a:pt x="26362" y="429997"/>
                </a:cubicBezTo>
                <a:cubicBezTo>
                  <a:pt x="17976" y="429997"/>
                  <a:pt x="10385" y="426598"/>
                  <a:pt x="4890" y="421103"/>
                </a:cubicBezTo>
                <a:lnTo>
                  <a:pt x="0" y="409299"/>
                </a:lnTo>
                <a:lnTo>
                  <a:pt x="0" y="389967"/>
                </a:lnTo>
                <a:lnTo>
                  <a:pt x="4890" y="378163"/>
                </a:lnTo>
                <a:cubicBezTo>
                  <a:pt x="10385" y="372668"/>
                  <a:pt x="17976" y="369269"/>
                  <a:pt x="26362" y="369269"/>
                </a:cubicBezTo>
                <a:close/>
                <a:moveTo>
                  <a:pt x="1669444" y="307535"/>
                </a:moveTo>
                <a:lnTo>
                  <a:pt x="1670784" y="334061"/>
                </a:lnTo>
                <a:lnTo>
                  <a:pt x="1664620" y="319181"/>
                </a:lnTo>
                <a:close/>
                <a:moveTo>
                  <a:pt x="1622429" y="288818"/>
                </a:moveTo>
                <a:cubicBezTo>
                  <a:pt x="1639199" y="288818"/>
                  <a:pt x="1652792" y="302412"/>
                  <a:pt x="1652792" y="319181"/>
                </a:cubicBezTo>
                <a:cubicBezTo>
                  <a:pt x="1652792" y="335950"/>
                  <a:pt x="1639199" y="349545"/>
                  <a:pt x="1622429" y="349545"/>
                </a:cubicBezTo>
                <a:cubicBezTo>
                  <a:pt x="1605659" y="349545"/>
                  <a:pt x="1592066" y="335950"/>
                  <a:pt x="1592066" y="319181"/>
                </a:cubicBezTo>
                <a:cubicBezTo>
                  <a:pt x="1592066" y="302412"/>
                  <a:pt x="1605659" y="288818"/>
                  <a:pt x="1622429" y="288818"/>
                </a:cubicBezTo>
                <a:close/>
                <a:moveTo>
                  <a:pt x="1549874" y="288818"/>
                </a:moveTo>
                <a:cubicBezTo>
                  <a:pt x="1566644" y="288818"/>
                  <a:pt x="1580238" y="302412"/>
                  <a:pt x="1580238" y="319181"/>
                </a:cubicBezTo>
                <a:cubicBezTo>
                  <a:pt x="1580238" y="335950"/>
                  <a:pt x="1566644" y="349545"/>
                  <a:pt x="1549874" y="349545"/>
                </a:cubicBezTo>
                <a:cubicBezTo>
                  <a:pt x="1533105" y="349545"/>
                  <a:pt x="1519511" y="335950"/>
                  <a:pt x="1519511" y="319181"/>
                </a:cubicBezTo>
                <a:cubicBezTo>
                  <a:pt x="1519511" y="302412"/>
                  <a:pt x="1533105" y="288818"/>
                  <a:pt x="1549874" y="288818"/>
                </a:cubicBezTo>
                <a:close/>
                <a:moveTo>
                  <a:pt x="1477320" y="288818"/>
                </a:moveTo>
                <a:cubicBezTo>
                  <a:pt x="1494089" y="288818"/>
                  <a:pt x="1507683" y="302412"/>
                  <a:pt x="1507683" y="319181"/>
                </a:cubicBezTo>
                <a:cubicBezTo>
                  <a:pt x="1507683" y="335950"/>
                  <a:pt x="1494089" y="349545"/>
                  <a:pt x="1477320" y="349545"/>
                </a:cubicBezTo>
                <a:cubicBezTo>
                  <a:pt x="1460550" y="349545"/>
                  <a:pt x="1446956" y="335950"/>
                  <a:pt x="1446956" y="319181"/>
                </a:cubicBezTo>
                <a:cubicBezTo>
                  <a:pt x="1446956" y="302412"/>
                  <a:pt x="1460550" y="288818"/>
                  <a:pt x="1477320" y="288818"/>
                </a:cubicBezTo>
                <a:close/>
                <a:moveTo>
                  <a:pt x="1404765" y="288818"/>
                </a:moveTo>
                <a:cubicBezTo>
                  <a:pt x="1421535" y="288818"/>
                  <a:pt x="1435129" y="302412"/>
                  <a:pt x="1435129" y="319181"/>
                </a:cubicBezTo>
                <a:cubicBezTo>
                  <a:pt x="1435129" y="335950"/>
                  <a:pt x="1421535" y="349545"/>
                  <a:pt x="1404765" y="349545"/>
                </a:cubicBezTo>
                <a:cubicBezTo>
                  <a:pt x="1387996" y="349545"/>
                  <a:pt x="1374402" y="335950"/>
                  <a:pt x="1374402" y="319181"/>
                </a:cubicBezTo>
                <a:cubicBezTo>
                  <a:pt x="1374402" y="302412"/>
                  <a:pt x="1387996" y="288818"/>
                  <a:pt x="1404765" y="288818"/>
                </a:cubicBezTo>
                <a:close/>
                <a:moveTo>
                  <a:pt x="1332211" y="288818"/>
                </a:moveTo>
                <a:cubicBezTo>
                  <a:pt x="1348980" y="288818"/>
                  <a:pt x="1362574" y="302412"/>
                  <a:pt x="1362574" y="319181"/>
                </a:cubicBezTo>
                <a:cubicBezTo>
                  <a:pt x="1362574" y="335950"/>
                  <a:pt x="1348980" y="349545"/>
                  <a:pt x="1332211" y="349545"/>
                </a:cubicBezTo>
                <a:cubicBezTo>
                  <a:pt x="1315441" y="349545"/>
                  <a:pt x="1301847" y="335950"/>
                  <a:pt x="1301847" y="319181"/>
                </a:cubicBezTo>
                <a:cubicBezTo>
                  <a:pt x="1301847" y="302412"/>
                  <a:pt x="1315441" y="288818"/>
                  <a:pt x="1332211" y="288818"/>
                </a:cubicBezTo>
                <a:close/>
                <a:moveTo>
                  <a:pt x="1259656" y="288818"/>
                </a:moveTo>
                <a:cubicBezTo>
                  <a:pt x="1276426" y="288818"/>
                  <a:pt x="1290020" y="302412"/>
                  <a:pt x="1290020" y="319181"/>
                </a:cubicBezTo>
                <a:cubicBezTo>
                  <a:pt x="1290020" y="335950"/>
                  <a:pt x="1276426" y="349545"/>
                  <a:pt x="1259656" y="349545"/>
                </a:cubicBezTo>
                <a:cubicBezTo>
                  <a:pt x="1242887" y="349545"/>
                  <a:pt x="1229293" y="335950"/>
                  <a:pt x="1229293" y="319181"/>
                </a:cubicBezTo>
                <a:cubicBezTo>
                  <a:pt x="1229293" y="302412"/>
                  <a:pt x="1242887" y="288818"/>
                  <a:pt x="1259656" y="288818"/>
                </a:cubicBezTo>
                <a:close/>
                <a:moveTo>
                  <a:pt x="1187102" y="288818"/>
                </a:moveTo>
                <a:cubicBezTo>
                  <a:pt x="1203871" y="288818"/>
                  <a:pt x="1217465" y="302412"/>
                  <a:pt x="1217465" y="319181"/>
                </a:cubicBezTo>
                <a:cubicBezTo>
                  <a:pt x="1217465" y="335950"/>
                  <a:pt x="1203871" y="349545"/>
                  <a:pt x="1187102" y="349545"/>
                </a:cubicBezTo>
                <a:cubicBezTo>
                  <a:pt x="1170332" y="349545"/>
                  <a:pt x="1156738" y="335950"/>
                  <a:pt x="1156738" y="319181"/>
                </a:cubicBezTo>
                <a:cubicBezTo>
                  <a:pt x="1156738" y="302412"/>
                  <a:pt x="1170332" y="288818"/>
                  <a:pt x="1187102" y="288818"/>
                </a:cubicBezTo>
                <a:close/>
                <a:moveTo>
                  <a:pt x="1114547" y="288818"/>
                </a:moveTo>
                <a:cubicBezTo>
                  <a:pt x="1131317" y="288818"/>
                  <a:pt x="1144911" y="302412"/>
                  <a:pt x="1144911" y="319181"/>
                </a:cubicBezTo>
                <a:cubicBezTo>
                  <a:pt x="1144911" y="335950"/>
                  <a:pt x="1131317" y="349545"/>
                  <a:pt x="1114547" y="349545"/>
                </a:cubicBezTo>
                <a:cubicBezTo>
                  <a:pt x="1097778" y="349545"/>
                  <a:pt x="1084184" y="335950"/>
                  <a:pt x="1084184" y="319181"/>
                </a:cubicBezTo>
                <a:cubicBezTo>
                  <a:pt x="1084184" y="302412"/>
                  <a:pt x="1097778" y="288818"/>
                  <a:pt x="1114547" y="288818"/>
                </a:cubicBezTo>
                <a:close/>
                <a:moveTo>
                  <a:pt x="1041993" y="288818"/>
                </a:moveTo>
                <a:cubicBezTo>
                  <a:pt x="1058762" y="288818"/>
                  <a:pt x="1072356" y="302412"/>
                  <a:pt x="1072356" y="319181"/>
                </a:cubicBezTo>
                <a:cubicBezTo>
                  <a:pt x="1072356" y="335950"/>
                  <a:pt x="1058762" y="349545"/>
                  <a:pt x="1041993" y="349545"/>
                </a:cubicBezTo>
                <a:cubicBezTo>
                  <a:pt x="1025223" y="349545"/>
                  <a:pt x="1011629" y="335950"/>
                  <a:pt x="1011629" y="319181"/>
                </a:cubicBezTo>
                <a:cubicBezTo>
                  <a:pt x="1011629" y="302412"/>
                  <a:pt x="1025223" y="288818"/>
                  <a:pt x="1041993" y="288818"/>
                </a:cubicBezTo>
                <a:close/>
                <a:moveTo>
                  <a:pt x="969438" y="288818"/>
                </a:moveTo>
                <a:cubicBezTo>
                  <a:pt x="986208" y="288818"/>
                  <a:pt x="999801" y="302412"/>
                  <a:pt x="999801" y="319181"/>
                </a:cubicBezTo>
                <a:cubicBezTo>
                  <a:pt x="999801" y="335950"/>
                  <a:pt x="986208" y="349545"/>
                  <a:pt x="969438" y="349545"/>
                </a:cubicBezTo>
                <a:cubicBezTo>
                  <a:pt x="952669" y="349545"/>
                  <a:pt x="939075" y="335950"/>
                  <a:pt x="939075" y="319181"/>
                </a:cubicBezTo>
                <a:cubicBezTo>
                  <a:pt x="939075" y="302412"/>
                  <a:pt x="952669" y="288818"/>
                  <a:pt x="969438" y="288818"/>
                </a:cubicBezTo>
                <a:close/>
                <a:moveTo>
                  <a:pt x="896883" y="288818"/>
                </a:moveTo>
                <a:cubicBezTo>
                  <a:pt x="913653" y="288818"/>
                  <a:pt x="927247" y="302412"/>
                  <a:pt x="927247" y="319181"/>
                </a:cubicBezTo>
                <a:cubicBezTo>
                  <a:pt x="927247" y="335950"/>
                  <a:pt x="913653" y="349545"/>
                  <a:pt x="896883" y="349545"/>
                </a:cubicBezTo>
                <a:cubicBezTo>
                  <a:pt x="880114" y="349545"/>
                  <a:pt x="866520" y="335950"/>
                  <a:pt x="866520" y="319181"/>
                </a:cubicBezTo>
                <a:cubicBezTo>
                  <a:pt x="866520" y="302412"/>
                  <a:pt x="880114" y="288818"/>
                  <a:pt x="896883" y="288818"/>
                </a:cubicBezTo>
                <a:close/>
                <a:moveTo>
                  <a:pt x="824329" y="288818"/>
                </a:moveTo>
                <a:cubicBezTo>
                  <a:pt x="841098" y="288818"/>
                  <a:pt x="854692" y="302412"/>
                  <a:pt x="854692" y="319181"/>
                </a:cubicBezTo>
                <a:cubicBezTo>
                  <a:pt x="854692" y="335950"/>
                  <a:pt x="841098" y="349545"/>
                  <a:pt x="824329" y="349545"/>
                </a:cubicBezTo>
                <a:cubicBezTo>
                  <a:pt x="807559" y="349545"/>
                  <a:pt x="793965" y="335950"/>
                  <a:pt x="793965" y="319181"/>
                </a:cubicBezTo>
                <a:cubicBezTo>
                  <a:pt x="793965" y="302412"/>
                  <a:pt x="807559" y="288818"/>
                  <a:pt x="824329" y="288818"/>
                </a:cubicBezTo>
                <a:close/>
                <a:moveTo>
                  <a:pt x="751774" y="288818"/>
                </a:moveTo>
                <a:cubicBezTo>
                  <a:pt x="768544" y="288818"/>
                  <a:pt x="782138" y="302412"/>
                  <a:pt x="782138" y="319181"/>
                </a:cubicBezTo>
                <a:cubicBezTo>
                  <a:pt x="782138" y="335950"/>
                  <a:pt x="768544" y="349545"/>
                  <a:pt x="751774" y="349545"/>
                </a:cubicBezTo>
                <a:cubicBezTo>
                  <a:pt x="735005" y="349545"/>
                  <a:pt x="721411" y="335950"/>
                  <a:pt x="721411" y="319181"/>
                </a:cubicBezTo>
                <a:cubicBezTo>
                  <a:pt x="721411" y="302412"/>
                  <a:pt x="735005" y="288818"/>
                  <a:pt x="751774" y="288818"/>
                </a:cubicBezTo>
                <a:close/>
                <a:moveTo>
                  <a:pt x="679220" y="288818"/>
                </a:moveTo>
                <a:cubicBezTo>
                  <a:pt x="695989" y="288818"/>
                  <a:pt x="709583" y="302412"/>
                  <a:pt x="709583" y="319181"/>
                </a:cubicBezTo>
                <a:cubicBezTo>
                  <a:pt x="709583" y="335950"/>
                  <a:pt x="695989" y="349545"/>
                  <a:pt x="679220" y="349545"/>
                </a:cubicBezTo>
                <a:cubicBezTo>
                  <a:pt x="662450" y="349545"/>
                  <a:pt x="648856" y="335950"/>
                  <a:pt x="648856" y="319181"/>
                </a:cubicBezTo>
                <a:cubicBezTo>
                  <a:pt x="648856" y="302412"/>
                  <a:pt x="662450" y="288818"/>
                  <a:pt x="679220" y="288818"/>
                </a:cubicBezTo>
                <a:close/>
                <a:moveTo>
                  <a:pt x="606665" y="288818"/>
                </a:moveTo>
                <a:cubicBezTo>
                  <a:pt x="623435" y="288818"/>
                  <a:pt x="637029" y="302412"/>
                  <a:pt x="637029" y="319181"/>
                </a:cubicBezTo>
                <a:cubicBezTo>
                  <a:pt x="637029" y="335950"/>
                  <a:pt x="623435" y="349545"/>
                  <a:pt x="606665" y="349545"/>
                </a:cubicBezTo>
                <a:cubicBezTo>
                  <a:pt x="589896" y="349545"/>
                  <a:pt x="576302" y="335950"/>
                  <a:pt x="576302" y="319181"/>
                </a:cubicBezTo>
                <a:cubicBezTo>
                  <a:pt x="576302" y="302412"/>
                  <a:pt x="589896" y="288818"/>
                  <a:pt x="606665" y="288818"/>
                </a:cubicBezTo>
                <a:close/>
                <a:moveTo>
                  <a:pt x="534111" y="288818"/>
                </a:moveTo>
                <a:cubicBezTo>
                  <a:pt x="550880" y="288818"/>
                  <a:pt x="564474" y="302412"/>
                  <a:pt x="564474" y="319181"/>
                </a:cubicBezTo>
                <a:cubicBezTo>
                  <a:pt x="564474" y="335950"/>
                  <a:pt x="550880" y="349545"/>
                  <a:pt x="534111" y="349545"/>
                </a:cubicBezTo>
                <a:cubicBezTo>
                  <a:pt x="517341" y="349545"/>
                  <a:pt x="503747" y="335950"/>
                  <a:pt x="503747" y="319181"/>
                </a:cubicBezTo>
                <a:cubicBezTo>
                  <a:pt x="503747" y="302412"/>
                  <a:pt x="517341" y="288818"/>
                  <a:pt x="534111" y="288818"/>
                </a:cubicBezTo>
                <a:close/>
                <a:moveTo>
                  <a:pt x="461556" y="288818"/>
                </a:moveTo>
                <a:cubicBezTo>
                  <a:pt x="478326" y="288818"/>
                  <a:pt x="491920" y="302412"/>
                  <a:pt x="491920" y="319181"/>
                </a:cubicBezTo>
                <a:cubicBezTo>
                  <a:pt x="491920" y="335950"/>
                  <a:pt x="478326" y="349545"/>
                  <a:pt x="461556" y="349545"/>
                </a:cubicBezTo>
                <a:cubicBezTo>
                  <a:pt x="444787" y="349545"/>
                  <a:pt x="431192" y="335950"/>
                  <a:pt x="431192" y="319181"/>
                </a:cubicBezTo>
                <a:cubicBezTo>
                  <a:pt x="431192" y="302412"/>
                  <a:pt x="444787" y="288818"/>
                  <a:pt x="461556" y="288818"/>
                </a:cubicBezTo>
                <a:close/>
                <a:moveTo>
                  <a:pt x="389002" y="288818"/>
                </a:moveTo>
                <a:cubicBezTo>
                  <a:pt x="405771" y="288818"/>
                  <a:pt x="419365" y="302412"/>
                  <a:pt x="419365" y="319181"/>
                </a:cubicBezTo>
                <a:cubicBezTo>
                  <a:pt x="419365" y="335950"/>
                  <a:pt x="405771" y="349545"/>
                  <a:pt x="389002" y="349545"/>
                </a:cubicBezTo>
                <a:cubicBezTo>
                  <a:pt x="372232" y="349545"/>
                  <a:pt x="358638" y="335950"/>
                  <a:pt x="358638" y="319181"/>
                </a:cubicBezTo>
                <a:cubicBezTo>
                  <a:pt x="358638" y="302412"/>
                  <a:pt x="372232" y="288818"/>
                  <a:pt x="389002" y="288818"/>
                </a:cubicBezTo>
                <a:close/>
                <a:moveTo>
                  <a:pt x="316447" y="288818"/>
                </a:moveTo>
                <a:cubicBezTo>
                  <a:pt x="333216" y="288818"/>
                  <a:pt x="346810" y="302412"/>
                  <a:pt x="346810" y="319181"/>
                </a:cubicBezTo>
                <a:cubicBezTo>
                  <a:pt x="346810" y="335950"/>
                  <a:pt x="333216" y="349545"/>
                  <a:pt x="316447" y="349545"/>
                </a:cubicBezTo>
                <a:cubicBezTo>
                  <a:pt x="299677" y="349545"/>
                  <a:pt x="286084" y="335950"/>
                  <a:pt x="286084" y="319181"/>
                </a:cubicBezTo>
                <a:cubicBezTo>
                  <a:pt x="286084" y="302412"/>
                  <a:pt x="299677" y="288818"/>
                  <a:pt x="316447" y="288818"/>
                </a:cubicBezTo>
                <a:close/>
                <a:moveTo>
                  <a:pt x="243892" y="288818"/>
                </a:moveTo>
                <a:cubicBezTo>
                  <a:pt x="260662" y="288818"/>
                  <a:pt x="274256" y="302412"/>
                  <a:pt x="274256" y="319181"/>
                </a:cubicBezTo>
                <a:cubicBezTo>
                  <a:pt x="274256" y="335950"/>
                  <a:pt x="260662" y="349545"/>
                  <a:pt x="243892" y="349545"/>
                </a:cubicBezTo>
                <a:cubicBezTo>
                  <a:pt x="227123" y="349545"/>
                  <a:pt x="213529" y="335950"/>
                  <a:pt x="213529" y="319181"/>
                </a:cubicBezTo>
                <a:cubicBezTo>
                  <a:pt x="213529" y="302412"/>
                  <a:pt x="227123" y="288818"/>
                  <a:pt x="243892" y="288818"/>
                </a:cubicBezTo>
                <a:close/>
                <a:moveTo>
                  <a:pt x="171339" y="288818"/>
                </a:moveTo>
                <a:cubicBezTo>
                  <a:pt x="188107" y="288818"/>
                  <a:pt x="201701" y="302412"/>
                  <a:pt x="201701" y="319181"/>
                </a:cubicBezTo>
                <a:cubicBezTo>
                  <a:pt x="201701" y="335950"/>
                  <a:pt x="188107" y="349545"/>
                  <a:pt x="171339" y="349545"/>
                </a:cubicBezTo>
                <a:cubicBezTo>
                  <a:pt x="154691" y="349545"/>
                  <a:pt x="141096" y="335950"/>
                  <a:pt x="141096" y="319181"/>
                </a:cubicBezTo>
                <a:cubicBezTo>
                  <a:pt x="141096" y="302412"/>
                  <a:pt x="154691" y="288818"/>
                  <a:pt x="171339" y="288818"/>
                </a:cubicBezTo>
                <a:close/>
                <a:moveTo>
                  <a:pt x="98923" y="288818"/>
                </a:moveTo>
                <a:cubicBezTo>
                  <a:pt x="115682" y="288818"/>
                  <a:pt x="129276" y="302412"/>
                  <a:pt x="129276" y="319181"/>
                </a:cubicBezTo>
                <a:cubicBezTo>
                  <a:pt x="129276" y="335950"/>
                  <a:pt x="115682" y="349545"/>
                  <a:pt x="98923" y="349545"/>
                </a:cubicBezTo>
                <a:cubicBezTo>
                  <a:pt x="82149" y="349545"/>
                  <a:pt x="68554" y="335950"/>
                  <a:pt x="68554" y="319181"/>
                </a:cubicBezTo>
                <a:cubicBezTo>
                  <a:pt x="68554" y="302412"/>
                  <a:pt x="82149" y="288818"/>
                  <a:pt x="98923" y="288818"/>
                </a:cubicBezTo>
                <a:close/>
                <a:moveTo>
                  <a:pt x="26368" y="288818"/>
                </a:moveTo>
                <a:cubicBezTo>
                  <a:pt x="43131" y="288818"/>
                  <a:pt x="56725" y="302412"/>
                  <a:pt x="56725" y="319181"/>
                </a:cubicBezTo>
                <a:cubicBezTo>
                  <a:pt x="56725" y="335950"/>
                  <a:pt x="43131" y="349545"/>
                  <a:pt x="26368" y="349545"/>
                </a:cubicBezTo>
                <a:cubicBezTo>
                  <a:pt x="17983" y="349545"/>
                  <a:pt x="10391" y="346146"/>
                  <a:pt x="4896" y="340651"/>
                </a:cubicBezTo>
                <a:lnTo>
                  <a:pt x="0" y="328831"/>
                </a:lnTo>
                <a:lnTo>
                  <a:pt x="0" y="309532"/>
                </a:lnTo>
                <a:lnTo>
                  <a:pt x="4896" y="297711"/>
                </a:lnTo>
                <a:cubicBezTo>
                  <a:pt x="10391" y="292217"/>
                  <a:pt x="17983" y="288818"/>
                  <a:pt x="26368" y="288818"/>
                </a:cubicBezTo>
                <a:close/>
                <a:moveTo>
                  <a:pt x="1622429" y="208366"/>
                </a:moveTo>
                <a:cubicBezTo>
                  <a:pt x="1639199" y="208366"/>
                  <a:pt x="1652792" y="221960"/>
                  <a:pt x="1652792" y="238729"/>
                </a:cubicBezTo>
                <a:cubicBezTo>
                  <a:pt x="1652792" y="255499"/>
                  <a:pt x="1639199" y="269093"/>
                  <a:pt x="1622429" y="269093"/>
                </a:cubicBezTo>
                <a:cubicBezTo>
                  <a:pt x="1605659" y="269093"/>
                  <a:pt x="1592066" y="255499"/>
                  <a:pt x="1592066" y="238729"/>
                </a:cubicBezTo>
                <a:cubicBezTo>
                  <a:pt x="1592066" y="221960"/>
                  <a:pt x="1605659" y="208366"/>
                  <a:pt x="1622429" y="208366"/>
                </a:cubicBezTo>
                <a:close/>
                <a:moveTo>
                  <a:pt x="1549874" y="208366"/>
                </a:moveTo>
                <a:cubicBezTo>
                  <a:pt x="1566644" y="208366"/>
                  <a:pt x="1580238" y="221960"/>
                  <a:pt x="1580238" y="238729"/>
                </a:cubicBezTo>
                <a:cubicBezTo>
                  <a:pt x="1580238" y="255499"/>
                  <a:pt x="1566644" y="269093"/>
                  <a:pt x="1549874" y="269093"/>
                </a:cubicBezTo>
                <a:cubicBezTo>
                  <a:pt x="1533105" y="269093"/>
                  <a:pt x="1519511" y="255499"/>
                  <a:pt x="1519511" y="238729"/>
                </a:cubicBezTo>
                <a:cubicBezTo>
                  <a:pt x="1519511" y="221960"/>
                  <a:pt x="1533105" y="208366"/>
                  <a:pt x="1549874" y="208366"/>
                </a:cubicBezTo>
                <a:close/>
                <a:moveTo>
                  <a:pt x="1477320" y="208366"/>
                </a:moveTo>
                <a:cubicBezTo>
                  <a:pt x="1494089" y="208366"/>
                  <a:pt x="1507683" y="221960"/>
                  <a:pt x="1507683" y="238729"/>
                </a:cubicBezTo>
                <a:cubicBezTo>
                  <a:pt x="1507683" y="255499"/>
                  <a:pt x="1494089" y="269093"/>
                  <a:pt x="1477320" y="269093"/>
                </a:cubicBezTo>
                <a:cubicBezTo>
                  <a:pt x="1460550" y="269093"/>
                  <a:pt x="1446956" y="255499"/>
                  <a:pt x="1446956" y="238729"/>
                </a:cubicBezTo>
                <a:cubicBezTo>
                  <a:pt x="1446956" y="221960"/>
                  <a:pt x="1460550" y="208366"/>
                  <a:pt x="1477320" y="208366"/>
                </a:cubicBezTo>
                <a:close/>
                <a:moveTo>
                  <a:pt x="1404765" y="208366"/>
                </a:moveTo>
                <a:cubicBezTo>
                  <a:pt x="1421535" y="208366"/>
                  <a:pt x="1435129" y="221960"/>
                  <a:pt x="1435129" y="238729"/>
                </a:cubicBezTo>
                <a:cubicBezTo>
                  <a:pt x="1435129" y="255499"/>
                  <a:pt x="1421535" y="269093"/>
                  <a:pt x="1404765" y="269093"/>
                </a:cubicBezTo>
                <a:cubicBezTo>
                  <a:pt x="1387996" y="269093"/>
                  <a:pt x="1374402" y="255499"/>
                  <a:pt x="1374402" y="238729"/>
                </a:cubicBezTo>
                <a:cubicBezTo>
                  <a:pt x="1374402" y="221960"/>
                  <a:pt x="1387996" y="208366"/>
                  <a:pt x="1404765" y="208366"/>
                </a:cubicBezTo>
                <a:close/>
                <a:moveTo>
                  <a:pt x="1332211" y="208366"/>
                </a:moveTo>
                <a:cubicBezTo>
                  <a:pt x="1348980" y="208366"/>
                  <a:pt x="1362574" y="221960"/>
                  <a:pt x="1362574" y="238729"/>
                </a:cubicBezTo>
                <a:cubicBezTo>
                  <a:pt x="1362574" y="255499"/>
                  <a:pt x="1348980" y="269093"/>
                  <a:pt x="1332211" y="269093"/>
                </a:cubicBezTo>
                <a:cubicBezTo>
                  <a:pt x="1315441" y="269093"/>
                  <a:pt x="1301847" y="255499"/>
                  <a:pt x="1301847" y="238729"/>
                </a:cubicBezTo>
                <a:cubicBezTo>
                  <a:pt x="1301847" y="221960"/>
                  <a:pt x="1315441" y="208366"/>
                  <a:pt x="1332211" y="208366"/>
                </a:cubicBezTo>
                <a:close/>
                <a:moveTo>
                  <a:pt x="1259656" y="208366"/>
                </a:moveTo>
                <a:cubicBezTo>
                  <a:pt x="1276426" y="208366"/>
                  <a:pt x="1290020" y="221960"/>
                  <a:pt x="1290020" y="238729"/>
                </a:cubicBezTo>
                <a:cubicBezTo>
                  <a:pt x="1290020" y="255499"/>
                  <a:pt x="1276426" y="269093"/>
                  <a:pt x="1259656" y="269093"/>
                </a:cubicBezTo>
                <a:cubicBezTo>
                  <a:pt x="1242887" y="269093"/>
                  <a:pt x="1229293" y="255499"/>
                  <a:pt x="1229293" y="238729"/>
                </a:cubicBezTo>
                <a:cubicBezTo>
                  <a:pt x="1229293" y="221960"/>
                  <a:pt x="1242887" y="208366"/>
                  <a:pt x="1259656" y="208366"/>
                </a:cubicBezTo>
                <a:close/>
                <a:moveTo>
                  <a:pt x="1187102" y="208366"/>
                </a:moveTo>
                <a:cubicBezTo>
                  <a:pt x="1203871" y="208366"/>
                  <a:pt x="1217465" y="221960"/>
                  <a:pt x="1217465" y="238729"/>
                </a:cubicBezTo>
                <a:cubicBezTo>
                  <a:pt x="1217465" y="255499"/>
                  <a:pt x="1203871" y="269093"/>
                  <a:pt x="1187102" y="269093"/>
                </a:cubicBezTo>
                <a:cubicBezTo>
                  <a:pt x="1170332" y="269093"/>
                  <a:pt x="1156738" y="255499"/>
                  <a:pt x="1156738" y="238729"/>
                </a:cubicBezTo>
                <a:cubicBezTo>
                  <a:pt x="1156738" y="221960"/>
                  <a:pt x="1170332" y="208366"/>
                  <a:pt x="1187102" y="208366"/>
                </a:cubicBezTo>
                <a:close/>
                <a:moveTo>
                  <a:pt x="1114547" y="208366"/>
                </a:moveTo>
                <a:cubicBezTo>
                  <a:pt x="1131317" y="208366"/>
                  <a:pt x="1144911" y="221960"/>
                  <a:pt x="1144911" y="238729"/>
                </a:cubicBezTo>
                <a:cubicBezTo>
                  <a:pt x="1144911" y="255499"/>
                  <a:pt x="1131317" y="269093"/>
                  <a:pt x="1114547" y="269093"/>
                </a:cubicBezTo>
                <a:cubicBezTo>
                  <a:pt x="1097778" y="269093"/>
                  <a:pt x="1084184" y="255499"/>
                  <a:pt x="1084184" y="238729"/>
                </a:cubicBezTo>
                <a:cubicBezTo>
                  <a:pt x="1084184" y="221960"/>
                  <a:pt x="1097778" y="208366"/>
                  <a:pt x="1114547" y="208366"/>
                </a:cubicBezTo>
                <a:close/>
                <a:moveTo>
                  <a:pt x="1041993" y="208366"/>
                </a:moveTo>
                <a:cubicBezTo>
                  <a:pt x="1058762" y="208366"/>
                  <a:pt x="1072356" y="221960"/>
                  <a:pt x="1072356" y="238729"/>
                </a:cubicBezTo>
                <a:cubicBezTo>
                  <a:pt x="1072356" y="255499"/>
                  <a:pt x="1058762" y="269093"/>
                  <a:pt x="1041993" y="269093"/>
                </a:cubicBezTo>
                <a:cubicBezTo>
                  <a:pt x="1025223" y="269093"/>
                  <a:pt x="1011629" y="255499"/>
                  <a:pt x="1011629" y="238729"/>
                </a:cubicBezTo>
                <a:cubicBezTo>
                  <a:pt x="1011629" y="221960"/>
                  <a:pt x="1025223" y="208366"/>
                  <a:pt x="1041993" y="208366"/>
                </a:cubicBezTo>
                <a:close/>
                <a:moveTo>
                  <a:pt x="969438" y="208366"/>
                </a:moveTo>
                <a:cubicBezTo>
                  <a:pt x="986208" y="208366"/>
                  <a:pt x="999801" y="221960"/>
                  <a:pt x="999801" y="238729"/>
                </a:cubicBezTo>
                <a:cubicBezTo>
                  <a:pt x="999801" y="255499"/>
                  <a:pt x="986208" y="269093"/>
                  <a:pt x="969438" y="269093"/>
                </a:cubicBezTo>
                <a:cubicBezTo>
                  <a:pt x="952669" y="269093"/>
                  <a:pt x="939075" y="255499"/>
                  <a:pt x="939075" y="238729"/>
                </a:cubicBezTo>
                <a:cubicBezTo>
                  <a:pt x="939075" y="221960"/>
                  <a:pt x="952669" y="208366"/>
                  <a:pt x="969438" y="208366"/>
                </a:cubicBezTo>
                <a:close/>
                <a:moveTo>
                  <a:pt x="896883" y="208366"/>
                </a:moveTo>
                <a:cubicBezTo>
                  <a:pt x="913653" y="208366"/>
                  <a:pt x="927247" y="221960"/>
                  <a:pt x="927247" y="238729"/>
                </a:cubicBezTo>
                <a:cubicBezTo>
                  <a:pt x="927247" y="255499"/>
                  <a:pt x="913653" y="269093"/>
                  <a:pt x="896883" y="269093"/>
                </a:cubicBezTo>
                <a:cubicBezTo>
                  <a:pt x="880114" y="269093"/>
                  <a:pt x="866520" y="255499"/>
                  <a:pt x="866520" y="238729"/>
                </a:cubicBezTo>
                <a:cubicBezTo>
                  <a:pt x="866520" y="221960"/>
                  <a:pt x="880114" y="208366"/>
                  <a:pt x="896883" y="208366"/>
                </a:cubicBezTo>
                <a:close/>
                <a:moveTo>
                  <a:pt x="824329" y="208366"/>
                </a:moveTo>
                <a:cubicBezTo>
                  <a:pt x="841098" y="208366"/>
                  <a:pt x="854692" y="221960"/>
                  <a:pt x="854692" y="238729"/>
                </a:cubicBezTo>
                <a:cubicBezTo>
                  <a:pt x="854692" y="255499"/>
                  <a:pt x="841098" y="269093"/>
                  <a:pt x="824329" y="269093"/>
                </a:cubicBezTo>
                <a:cubicBezTo>
                  <a:pt x="807559" y="269093"/>
                  <a:pt x="793965" y="255499"/>
                  <a:pt x="793965" y="238729"/>
                </a:cubicBezTo>
                <a:cubicBezTo>
                  <a:pt x="793965" y="221960"/>
                  <a:pt x="807559" y="208366"/>
                  <a:pt x="824329" y="208366"/>
                </a:cubicBezTo>
                <a:close/>
                <a:moveTo>
                  <a:pt x="751774" y="208366"/>
                </a:moveTo>
                <a:cubicBezTo>
                  <a:pt x="768544" y="208366"/>
                  <a:pt x="782138" y="221960"/>
                  <a:pt x="782138" y="238729"/>
                </a:cubicBezTo>
                <a:cubicBezTo>
                  <a:pt x="782138" y="255499"/>
                  <a:pt x="768544" y="269093"/>
                  <a:pt x="751774" y="269093"/>
                </a:cubicBezTo>
                <a:cubicBezTo>
                  <a:pt x="735005" y="269093"/>
                  <a:pt x="721411" y="255499"/>
                  <a:pt x="721411" y="238729"/>
                </a:cubicBezTo>
                <a:cubicBezTo>
                  <a:pt x="721411" y="221960"/>
                  <a:pt x="735005" y="208366"/>
                  <a:pt x="751774" y="208366"/>
                </a:cubicBezTo>
                <a:close/>
                <a:moveTo>
                  <a:pt x="679220" y="208366"/>
                </a:moveTo>
                <a:cubicBezTo>
                  <a:pt x="695989" y="208366"/>
                  <a:pt x="709583" y="221960"/>
                  <a:pt x="709583" y="238729"/>
                </a:cubicBezTo>
                <a:cubicBezTo>
                  <a:pt x="709583" y="255499"/>
                  <a:pt x="695989" y="269093"/>
                  <a:pt x="679220" y="269093"/>
                </a:cubicBezTo>
                <a:cubicBezTo>
                  <a:pt x="662450" y="269093"/>
                  <a:pt x="648856" y="255499"/>
                  <a:pt x="648856" y="238729"/>
                </a:cubicBezTo>
                <a:cubicBezTo>
                  <a:pt x="648856" y="221960"/>
                  <a:pt x="662450" y="208366"/>
                  <a:pt x="679220" y="208366"/>
                </a:cubicBezTo>
                <a:close/>
                <a:moveTo>
                  <a:pt x="606665" y="208366"/>
                </a:moveTo>
                <a:cubicBezTo>
                  <a:pt x="623435" y="208366"/>
                  <a:pt x="637029" y="221960"/>
                  <a:pt x="637029" y="238729"/>
                </a:cubicBezTo>
                <a:cubicBezTo>
                  <a:pt x="637029" y="255499"/>
                  <a:pt x="623435" y="269093"/>
                  <a:pt x="606665" y="269093"/>
                </a:cubicBezTo>
                <a:cubicBezTo>
                  <a:pt x="589896" y="269093"/>
                  <a:pt x="576302" y="255499"/>
                  <a:pt x="576302" y="238729"/>
                </a:cubicBezTo>
                <a:cubicBezTo>
                  <a:pt x="576302" y="221960"/>
                  <a:pt x="589896" y="208366"/>
                  <a:pt x="606665" y="208366"/>
                </a:cubicBezTo>
                <a:close/>
                <a:moveTo>
                  <a:pt x="534111" y="208366"/>
                </a:moveTo>
                <a:cubicBezTo>
                  <a:pt x="550880" y="208366"/>
                  <a:pt x="564474" y="221960"/>
                  <a:pt x="564474" y="238729"/>
                </a:cubicBezTo>
                <a:cubicBezTo>
                  <a:pt x="564474" y="255499"/>
                  <a:pt x="550880" y="269093"/>
                  <a:pt x="534111" y="269093"/>
                </a:cubicBezTo>
                <a:cubicBezTo>
                  <a:pt x="517341" y="269093"/>
                  <a:pt x="503747" y="255499"/>
                  <a:pt x="503747" y="238729"/>
                </a:cubicBezTo>
                <a:cubicBezTo>
                  <a:pt x="503747" y="221960"/>
                  <a:pt x="517341" y="208366"/>
                  <a:pt x="534111" y="208366"/>
                </a:cubicBezTo>
                <a:close/>
                <a:moveTo>
                  <a:pt x="461556" y="208366"/>
                </a:moveTo>
                <a:cubicBezTo>
                  <a:pt x="478326" y="208366"/>
                  <a:pt x="491920" y="221960"/>
                  <a:pt x="491920" y="238729"/>
                </a:cubicBezTo>
                <a:cubicBezTo>
                  <a:pt x="491920" y="255499"/>
                  <a:pt x="478326" y="269093"/>
                  <a:pt x="461556" y="269093"/>
                </a:cubicBezTo>
                <a:cubicBezTo>
                  <a:pt x="444787" y="269093"/>
                  <a:pt x="431192" y="255499"/>
                  <a:pt x="431192" y="238729"/>
                </a:cubicBezTo>
                <a:cubicBezTo>
                  <a:pt x="431192" y="221960"/>
                  <a:pt x="444787" y="208366"/>
                  <a:pt x="461556" y="208366"/>
                </a:cubicBezTo>
                <a:close/>
                <a:moveTo>
                  <a:pt x="389002" y="208366"/>
                </a:moveTo>
                <a:cubicBezTo>
                  <a:pt x="405771" y="208366"/>
                  <a:pt x="419365" y="221960"/>
                  <a:pt x="419365" y="238729"/>
                </a:cubicBezTo>
                <a:cubicBezTo>
                  <a:pt x="419365" y="255499"/>
                  <a:pt x="405771" y="269093"/>
                  <a:pt x="389002" y="269093"/>
                </a:cubicBezTo>
                <a:cubicBezTo>
                  <a:pt x="372232" y="269093"/>
                  <a:pt x="358638" y="255499"/>
                  <a:pt x="358638" y="238729"/>
                </a:cubicBezTo>
                <a:cubicBezTo>
                  <a:pt x="358638" y="221960"/>
                  <a:pt x="372232" y="208366"/>
                  <a:pt x="389002" y="208366"/>
                </a:cubicBezTo>
                <a:close/>
                <a:moveTo>
                  <a:pt x="316447" y="208366"/>
                </a:moveTo>
                <a:cubicBezTo>
                  <a:pt x="333216" y="208366"/>
                  <a:pt x="346810" y="221960"/>
                  <a:pt x="346810" y="238729"/>
                </a:cubicBezTo>
                <a:cubicBezTo>
                  <a:pt x="346810" y="255499"/>
                  <a:pt x="333216" y="269093"/>
                  <a:pt x="316447" y="269093"/>
                </a:cubicBezTo>
                <a:cubicBezTo>
                  <a:pt x="299677" y="269093"/>
                  <a:pt x="286084" y="255499"/>
                  <a:pt x="286084" y="238729"/>
                </a:cubicBezTo>
                <a:cubicBezTo>
                  <a:pt x="286084" y="221960"/>
                  <a:pt x="299677" y="208366"/>
                  <a:pt x="316447" y="208366"/>
                </a:cubicBezTo>
                <a:close/>
                <a:moveTo>
                  <a:pt x="243892" y="208366"/>
                </a:moveTo>
                <a:cubicBezTo>
                  <a:pt x="260662" y="208366"/>
                  <a:pt x="274256" y="221960"/>
                  <a:pt x="274256" y="238729"/>
                </a:cubicBezTo>
                <a:cubicBezTo>
                  <a:pt x="274256" y="255499"/>
                  <a:pt x="260662" y="269093"/>
                  <a:pt x="243892" y="269093"/>
                </a:cubicBezTo>
                <a:cubicBezTo>
                  <a:pt x="227123" y="269093"/>
                  <a:pt x="213529" y="255499"/>
                  <a:pt x="213529" y="238729"/>
                </a:cubicBezTo>
                <a:cubicBezTo>
                  <a:pt x="213529" y="221960"/>
                  <a:pt x="227123" y="208366"/>
                  <a:pt x="243892" y="208366"/>
                </a:cubicBezTo>
                <a:close/>
                <a:moveTo>
                  <a:pt x="171339" y="208366"/>
                </a:moveTo>
                <a:cubicBezTo>
                  <a:pt x="188107" y="208366"/>
                  <a:pt x="201701" y="221960"/>
                  <a:pt x="201701" y="238729"/>
                </a:cubicBezTo>
                <a:cubicBezTo>
                  <a:pt x="201701" y="255499"/>
                  <a:pt x="188107" y="269093"/>
                  <a:pt x="171339" y="269093"/>
                </a:cubicBezTo>
                <a:cubicBezTo>
                  <a:pt x="154697" y="269093"/>
                  <a:pt x="141102" y="255499"/>
                  <a:pt x="141102" y="238729"/>
                </a:cubicBezTo>
                <a:cubicBezTo>
                  <a:pt x="141102" y="221960"/>
                  <a:pt x="154697" y="208366"/>
                  <a:pt x="171339" y="208366"/>
                </a:cubicBezTo>
                <a:close/>
                <a:moveTo>
                  <a:pt x="98929" y="208366"/>
                </a:moveTo>
                <a:cubicBezTo>
                  <a:pt x="115688" y="208366"/>
                  <a:pt x="129282" y="221960"/>
                  <a:pt x="129282" y="238729"/>
                </a:cubicBezTo>
                <a:cubicBezTo>
                  <a:pt x="129282" y="255499"/>
                  <a:pt x="115688" y="269093"/>
                  <a:pt x="98929" y="269093"/>
                </a:cubicBezTo>
                <a:cubicBezTo>
                  <a:pt x="82155" y="269093"/>
                  <a:pt x="68561" y="255499"/>
                  <a:pt x="68561" y="238729"/>
                </a:cubicBezTo>
                <a:cubicBezTo>
                  <a:pt x="68561" y="221960"/>
                  <a:pt x="82155" y="208366"/>
                  <a:pt x="98929" y="208366"/>
                </a:cubicBezTo>
                <a:close/>
                <a:moveTo>
                  <a:pt x="26375" y="208366"/>
                </a:moveTo>
                <a:cubicBezTo>
                  <a:pt x="43137" y="208366"/>
                  <a:pt x="56732" y="221960"/>
                  <a:pt x="56732" y="238729"/>
                </a:cubicBezTo>
                <a:cubicBezTo>
                  <a:pt x="56732" y="255499"/>
                  <a:pt x="43137" y="269093"/>
                  <a:pt x="26375" y="269093"/>
                </a:cubicBezTo>
                <a:cubicBezTo>
                  <a:pt x="17989" y="269093"/>
                  <a:pt x="10398" y="265695"/>
                  <a:pt x="4903" y="260200"/>
                </a:cubicBezTo>
                <a:lnTo>
                  <a:pt x="0" y="248364"/>
                </a:lnTo>
                <a:lnTo>
                  <a:pt x="0" y="229094"/>
                </a:lnTo>
                <a:lnTo>
                  <a:pt x="4903" y="217259"/>
                </a:lnTo>
                <a:cubicBezTo>
                  <a:pt x="10398" y="211765"/>
                  <a:pt x="17989" y="208366"/>
                  <a:pt x="26375" y="208366"/>
                </a:cubicBezTo>
                <a:close/>
                <a:moveTo>
                  <a:pt x="1622429" y="127914"/>
                </a:moveTo>
                <a:cubicBezTo>
                  <a:pt x="1630814" y="127914"/>
                  <a:pt x="1638404" y="131313"/>
                  <a:pt x="1643899" y="136808"/>
                </a:cubicBezTo>
                <a:lnTo>
                  <a:pt x="1648931" y="148957"/>
                </a:lnTo>
                <a:lnTo>
                  <a:pt x="1651011" y="162579"/>
                </a:lnTo>
                <a:lnTo>
                  <a:pt x="1643899" y="179748"/>
                </a:lnTo>
                <a:cubicBezTo>
                  <a:pt x="1638404" y="185243"/>
                  <a:pt x="1630814" y="188641"/>
                  <a:pt x="1622429" y="188641"/>
                </a:cubicBezTo>
                <a:cubicBezTo>
                  <a:pt x="1605659" y="188641"/>
                  <a:pt x="1592066" y="175047"/>
                  <a:pt x="1592066" y="158278"/>
                </a:cubicBezTo>
                <a:cubicBezTo>
                  <a:pt x="1592066" y="141508"/>
                  <a:pt x="1605659" y="127914"/>
                  <a:pt x="1622429" y="127914"/>
                </a:cubicBezTo>
                <a:close/>
                <a:moveTo>
                  <a:pt x="1549874" y="127914"/>
                </a:moveTo>
                <a:cubicBezTo>
                  <a:pt x="1566644" y="127914"/>
                  <a:pt x="1580238" y="141508"/>
                  <a:pt x="1580238" y="158278"/>
                </a:cubicBezTo>
                <a:cubicBezTo>
                  <a:pt x="1580238" y="175047"/>
                  <a:pt x="1566644" y="188641"/>
                  <a:pt x="1549874" y="188641"/>
                </a:cubicBezTo>
                <a:cubicBezTo>
                  <a:pt x="1533105" y="188641"/>
                  <a:pt x="1519511" y="175047"/>
                  <a:pt x="1519511" y="158278"/>
                </a:cubicBezTo>
                <a:cubicBezTo>
                  <a:pt x="1519511" y="141508"/>
                  <a:pt x="1533105" y="127914"/>
                  <a:pt x="1549874" y="127914"/>
                </a:cubicBezTo>
                <a:close/>
                <a:moveTo>
                  <a:pt x="1477320" y="127914"/>
                </a:moveTo>
                <a:cubicBezTo>
                  <a:pt x="1494089" y="127914"/>
                  <a:pt x="1507683" y="141508"/>
                  <a:pt x="1507683" y="158278"/>
                </a:cubicBezTo>
                <a:cubicBezTo>
                  <a:pt x="1507683" y="175047"/>
                  <a:pt x="1494089" y="188641"/>
                  <a:pt x="1477320" y="188641"/>
                </a:cubicBezTo>
                <a:cubicBezTo>
                  <a:pt x="1460550" y="188641"/>
                  <a:pt x="1446956" y="175047"/>
                  <a:pt x="1446956" y="158278"/>
                </a:cubicBezTo>
                <a:cubicBezTo>
                  <a:pt x="1446956" y="141508"/>
                  <a:pt x="1460550" y="127914"/>
                  <a:pt x="1477320" y="127914"/>
                </a:cubicBezTo>
                <a:close/>
                <a:moveTo>
                  <a:pt x="1404765" y="127914"/>
                </a:moveTo>
                <a:cubicBezTo>
                  <a:pt x="1421535" y="127914"/>
                  <a:pt x="1435129" y="141508"/>
                  <a:pt x="1435129" y="158278"/>
                </a:cubicBezTo>
                <a:cubicBezTo>
                  <a:pt x="1435129" y="175047"/>
                  <a:pt x="1421535" y="188641"/>
                  <a:pt x="1404765" y="188641"/>
                </a:cubicBezTo>
                <a:cubicBezTo>
                  <a:pt x="1387996" y="188641"/>
                  <a:pt x="1374402" y="175047"/>
                  <a:pt x="1374402" y="158278"/>
                </a:cubicBezTo>
                <a:cubicBezTo>
                  <a:pt x="1374402" y="141508"/>
                  <a:pt x="1387996" y="127914"/>
                  <a:pt x="1404765" y="127914"/>
                </a:cubicBezTo>
                <a:close/>
                <a:moveTo>
                  <a:pt x="1332211" y="127914"/>
                </a:moveTo>
                <a:cubicBezTo>
                  <a:pt x="1348980" y="127914"/>
                  <a:pt x="1362574" y="141508"/>
                  <a:pt x="1362574" y="158278"/>
                </a:cubicBezTo>
                <a:cubicBezTo>
                  <a:pt x="1362574" y="175047"/>
                  <a:pt x="1348980" y="188641"/>
                  <a:pt x="1332211" y="188641"/>
                </a:cubicBezTo>
                <a:cubicBezTo>
                  <a:pt x="1315441" y="188641"/>
                  <a:pt x="1301847" y="175047"/>
                  <a:pt x="1301847" y="158278"/>
                </a:cubicBezTo>
                <a:cubicBezTo>
                  <a:pt x="1301847" y="141508"/>
                  <a:pt x="1315441" y="127914"/>
                  <a:pt x="1332211" y="127914"/>
                </a:cubicBezTo>
                <a:close/>
                <a:moveTo>
                  <a:pt x="1259656" y="127914"/>
                </a:moveTo>
                <a:cubicBezTo>
                  <a:pt x="1276426" y="127914"/>
                  <a:pt x="1290020" y="141508"/>
                  <a:pt x="1290020" y="158278"/>
                </a:cubicBezTo>
                <a:cubicBezTo>
                  <a:pt x="1290020" y="175047"/>
                  <a:pt x="1276426" y="188641"/>
                  <a:pt x="1259656" y="188641"/>
                </a:cubicBezTo>
                <a:cubicBezTo>
                  <a:pt x="1242887" y="188641"/>
                  <a:pt x="1229293" y="175047"/>
                  <a:pt x="1229293" y="158278"/>
                </a:cubicBezTo>
                <a:cubicBezTo>
                  <a:pt x="1229293" y="141508"/>
                  <a:pt x="1242887" y="127914"/>
                  <a:pt x="1259656" y="127914"/>
                </a:cubicBezTo>
                <a:close/>
                <a:moveTo>
                  <a:pt x="1187102" y="127914"/>
                </a:moveTo>
                <a:cubicBezTo>
                  <a:pt x="1203871" y="127914"/>
                  <a:pt x="1217465" y="141508"/>
                  <a:pt x="1217465" y="158278"/>
                </a:cubicBezTo>
                <a:cubicBezTo>
                  <a:pt x="1217465" y="175047"/>
                  <a:pt x="1203871" y="188641"/>
                  <a:pt x="1187102" y="188641"/>
                </a:cubicBezTo>
                <a:cubicBezTo>
                  <a:pt x="1170332" y="188641"/>
                  <a:pt x="1156738" y="175047"/>
                  <a:pt x="1156738" y="158278"/>
                </a:cubicBezTo>
                <a:cubicBezTo>
                  <a:pt x="1156738" y="141508"/>
                  <a:pt x="1170332" y="127914"/>
                  <a:pt x="1187102" y="127914"/>
                </a:cubicBezTo>
                <a:close/>
                <a:moveTo>
                  <a:pt x="1114547" y="127914"/>
                </a:moveTo>
                <a:cubicBezTo>
                  <a:pt x="1131317" y="127914"/>
                  <a:pt x="1144911" y="141508"/>
                  <a:pt x="1144911" y="158278"/>
                </a:cubicBezTo>
                <a:cubicBezTo>
                  <a:pt x="1144911" y="175047"/>
                  <a:pt x="1131317" y="188641"/>
                  <a:pt x="1114547" y="188641"/>
                </a:cubicBezTo>
                <a:cubicBezTo>
                  <a:pt x="1097778" y="188641"/>
                  <a:pt x="1084184" y="175047"/>
                  <a:pt x="1084184" y="158278"/>
                </a:cubicBezTo>
                <a:cubicBezTo>
                  <a:pt x="1084184" y="141508"/>
                  <a:pt x="1097778" y="127914"/>
                  <a:pt x="1114547" y="127914"/>
                </a:cubicBezTo>
                <a:close/>
                <a:moveTo>
                  <a:pt x="1041993" y="127914"/>
                </a:moveTo>
                <a:cubicBezTo>
                  <a:pt x="1058762" y="127914"/>
                  <a:pt x="1072356" y="141508"/>
                  <a:pt x="1072356" y="158278"/>
                </a:cubicBezTo>
                <a:cubicBezTo>
                  <a:pt x="1072356" y="175047"/>
                  <a:pt x="1058762" y="188641"/>
                  <a:pt x="1041993" y="188641"/>
                </a:cubicBezTo>
                <a:cubicBezTo>
                  <a:pt x="1025223" y="188641"/>
                  <a:pt x="1011629" y="175047"/>
                  <a:pt x="1011629" y="158278"/>
                </a:cubicBezTo>
                <a:cubicBezTo>
                  <a:pt x="1011629" y="141508"/>
                  <a:pt x="1025223" y="127914"/>
                  <a:pt x="1041993" y="127914"/>
                </a:cubicBezTo>
                <a:close/>
                <a:moveTo>
                  <a:pt x="969438" y="127914"/>
                </a:moveTo>
                <a:cubicBezTo>
                  <a:pt x="986208" y="127914"/>
                  <a:pt x="999801" y="141508"/>
                  <a:pt x="999801" y="158278"/>
                </a:cubicBezTo>
                <a:cubicBezTo>
                  <a:pt x="999801" y="175047"/>
                  <a:pt x="986208" y="188641"/>
                  <a:pt x="969438" y="188641"/>
                </a:cubicBezTo>
                <a:cubicBezTo>
                  <a:pt x="952669" y="188641"/>
                  <a:pt x="939075" y="175047"/>
                  <a:pt x="939075" y="158278"/>
                </a:cubicBezTo>
                <a:cubicBezTo>
                  <a:pt x="939075" y="141508"/>
                  <a:pt x="952669" y="127914"/>
                  <a:pt x="969438" y="127914"/>
                </a:cubicBezTo>
                <a:close/>
                <a:moveTo>
                  <a:pt x="896883" y="127914"/>
                </a:moveTo>
                <a:cubicBezTo>
                  <a:pt x="913653" y="127914"/>
                  <a:pt x="927247" y="141508"/>
                  <a:pt x="927247" y="158278"/>
                </a:cubicBezTo>
                <a:cubicBezTo>
                  <a:pt x="927247" y="175047"/>
                  <a:pt x="913653" y="188641"/>
                  <a:pt x="896883" y="188641"/>
                </a:cubicBezTo>
                <a:cubicBezTo>
                  <a:pt x="880114" y="188641"/>
                  <a:pt x="866520" y="175047"/>
                  <a:pt x="866520" y="158278"/>
                </a:cubicBezTo>
                <a:cubicBezTo>
                  <a:pt x="866520" y="141508"/>
                  <a:pt x="880114" y="127914"/>
                  <a:pt x="896883" y="127914"/>
                </a:cubicBezTo>
                <a:close/>
                <a:moveTo>
                  <a:pt x="824329" y="127914"/>
                </a:moveTo>
                <a:cubicBezTo>
                  <a:pt x="841098" y="127914"/>
                  <a:pt x="854692" y="141508"/>
                  <a:pt x="854692" y="158278"/>
                </a:cubicBezTo>
                <a:cubicBezTo>
                  <a:pt x="854692" y="175047"/>
                  <a:pt x="841098" y="188641"/>
                  <a:pt x="824329" y="188641"/>
                </a:cubicBezTo>
                <a:cubicBezTo>
                  <a:pt x="807559" y="188641"/>
                  <a:pt x="793965" y="175047"/>
                  <a:pt x="793965" y="158278"/>
                </a:cubicBezTo>
                <a:cubicBezTo>
                  <a:pt x="793965" y="141508"/>
                  <a:pt x="807559" y="127914"/>
                  <a:pt x="824329" y="127914"/>
                </a:cubicBezTo>
                <a:close/>
                <a:moveTo>
                  <a:pt x="751774" y="127914"/>
                </a:moveTo>
                <a:cubicBezTo>
                  <a:pt x="768544" y="127914"/>
                  <a:pt x="782138" y="141508"/>
                  <a:pt x="782138" y="158278"/>
                </a:cubicBezTo>
                <a:cubicBezTo>
                  <a:pt x="782138" y="175047"/>
                  <a:pt x="768544" y="188641"/>
                  <a:pt x="751774" y="188641"/>
                </a:cubicBezTo>
                <a:cubicBezTo>
                  <a:pt x="735005" y="188641"/>
                  <a:pt x="721411" y="175047"/>
                  <a:pt x="721411" y="158278"/>
                </a:cubicBezTo>
                <a:cubicBezTo>
                  <a:pt x="721411" y="141508"/>
                  <a:pt x="735005" y="127914"/>
                  <a:pt x="751774" y="127914"/>
                </a:cubicBezTo>
                <a:close/>
                <a:moveTo>
                  <a:pt x="679220" y="127914"/>
                </a:moveTo>
                <a:cubicBezTo>
                  <a:pt x="695989" y="127914"/>
                  <a:pt x="709583" y="141508"/>
                  <a:pt x="709583" y="158278"/>
                </a:cubicBezTo>
                <a:cubicBezTo>
                  <a:pt x="709583" y="175047"/>
                  <a:pt x="695989" y="188641"/>
                  <a:pt x="679220" y="188641"/>
                </a:cubicBezTo>
                <a:cubicBezTo>
                  <a:pt x="662450" y="188641"/>
                  <a:pt x="648856" y="175047"/>
                  <a:pt x="648856" y="158278"/>
                </a:cubicBezTo>
                <a:cubicBezTo>
                  <a:pt x="648856" y="141508"/>
                  <a:pt x="662450" y="127914"/>
                  <a:pt x="679220" y="127914"/>
                </a:cubicBezTo>
                <a:close/>
                <a:moveTo>
                  <a:pt x="606665" y="127914"/>
                </a:moveTo>
                <a:cubicBezTo>
                  <a:pt x="623435" y="127914"/>
                  <a:pt x="637029" y="141508"/>
                  <a:pt x="637029" y="158278"/>
                </a:cubicBezTo>
                <a:cubicBezTo>
                  <a:pt x="637029" y="175047"/>
                  <a:pt x="623435" y="188641"/>
                  <a:pt x="606665" y="188641"/>
                </a:cubicBezTo>
                <a:cubicBezTo>
                  <a:pt x="589896" y="188641"/>
                  <a:pt x="576302" y="175047"/>
                  <a:pt x="576302" y="158278"/>
                </a:cubicBezTo>
                <a:cubicBezTo>
                  <a:pt x="576302" y="141508"/>
                  <a:pt x="589896" y="127914"/>
                  <a:pt x="606665" y="127914"/>
                </a:cubicBezTo>
                <a:close/>
                <a:moveTo>
                  <a:pt x="534111" y="127914"/>
                </a:moveTo>
                <a:cubicBezTo>
                  <a:pt x="550880" y="127914"/>
                  <a:pt x="564474" y="141508"/>
                  <a:pt x="564474" y="158278"/>
                </a:cubicBezTo>
                <a:cubicBezTo>
                  <a:pt x="564474" y="175047"/>
                  <a:pt x="550880" y="188641"/>
                  <a:pt x="534111" y="188641"/>
                </a:cubicBezTo>
                <a:cubicBezTo>
                  <a:pt x="517341" y="188641"/>
                  <a:pt x="503747" y="175047"/>
                  <a:pt x="503747" y="158278"/>
                </a:cubicBezTo>
                <a:cubicBezTo>
                  <a:pt x="503747" y="141508"/>
                  <a:pt x="517341" y="127914"/>
                  <a:pt x="534111" y="127914"/>
                </a:cubicBezTo>
                <a:close/>
                <a:moveTo>
                  <a:pt x="461556" y="127914"/>
                </a:moveTo>
                <a:cubicBezTo>
                  <a:pt x="478326" y="127914"/>
                  <a:pt x="491920" y="141508"/>
                  <a:pt x="491920" y="158278"/>
                </a:cubicBezTo>
                <a:cubicBezTo>
                  <a:pt x="491920" y="175047"/>
                  <a:pt x="478326" y="188641"/>
                  <a:pt x="461556" y="188641"/>
                </a:cubicBezTo>
                <a:cubicBezTo>
                  <a:pt x="444787" y="188641"/>
                  <a:pt x="431192" y="175047"/>
                  <a:pt x="431192" y="158278"/>
                </a:cubicBezTo>
                <a:cubicBezTo>
                  <a:pt x="431192" y="141508"/>
                  <a:pt x="444787" y="127914"/>
                  <a:pt x="461556" y="127914"/>
                </a:cubicBezTo>
                <a:close/>
                <a:moveTo>
                  <a:pt x="389002" y="127914"/>
                </a:moveTo>
                <a:cubicBezTo>
                  <a:pt x="405771" y="127914"/>
                  <a:pt x="419365" y="141508"/>
                  <a:pt x="419365" y="158278"/>
                </a:cubicBezTo>
                <a:cubicBezTo>
                  <a:pt x="419365" y="175047"/>
                  <a:pt x="405771" y="188641"/>
                  <a:pt x="389002" y="188641"/>
                </a:cubicBezTo>
                <a:cubicBezTo>
                  <a:pt x="372232" y="188641"/>
                  <a:pt x="358638" y="175047"/>
                  <a:pt x="358638" y="158278"/>
                </a:cubicBezTo>
                <a:cubicBezTo>
                  <a:pt x="358638" y="141508"/>
                  <a:pt x="372232" y="127914"/>
                  <a:pt x="389002" y="127914"/>
                </a:cubicBezTo>
                <a:close/>
                <a:moveTo>
                  <a:pt x="316447" y="127914"/>
                </a:moveTo>
                <a:cubicBezTo>
                  <a:pt x="333216" y="127914"/>
                  <a:pt x="346810" y="141508"/>
                  <a:pt x="346810" y="158278"/>
                </a:cubicBezTo>
                <a:cubicBezTo>
                  <a:pt x="346810" y="175047"/>
                  <a:pt x="333216" y="188641"/>
                  <a:pt x="316447" y="188641"/>
                </a:cubicBezTo>
                <a:cubicBezTo>
                  <a:pt x="299677" y="188641"/>
                  <a:pt x="286084" y="175047"/>
                  <a:pt x="286084" y="158278"/>
                </a:cubicBezTo>
                <a:cubicBezTo>
                  <a:pt x="286084" y="141508"/>
                  <a:pt x="299677" y="127914"/>
                  <a:pt x="316447" y="127914"/>
                </a:cubicBezTo>
                <a:close/>
                <a:moveTo>
                  <a:pt x="243892" y="127914"/>
                </a:moveTo>
                <a:cubicBezTo>
                  <a:pt x="260662" y="127914"/>
                  <a:pt x="274256" y="141508"/>
                  <a:pt x="274256" y="158278"/>
                </a:cubicBezTo>
                <a:cubicBezTo>
                  <a:pt x="274256" y="175047"/>
                  <a:pt x="260662" y="188641"/>
                  <a:pt x="243892" y="188641"/>
                </a:cubicBezTo>
                <a:cubicBezTo>
                  <a:pt x="227123" y="188641"/>
                  <a:pt x="213529" y="175047"/>
                  <a:pt x="213529" y="158278"/>
                </a:cubicBezTo>
                <a:cubicBezTo>
                  <a:pt x="213529" y="141508"/>
                  <a:pt x="227123" y="127914"/>
                  <a:pt x="243892" y="127914"/>
                </a:cubicBezTo>
                <a:close/>
                <a:moveTo>
                  <a:pt x="171339" y="127914"/>
                </a:moveTo>
                <a:cubicBezTo>
                  <a:pt x="188107" y="127914"/>
                  <a:pt x="201701" y="141508"/>
                  <a:pt x="201701" y="158278"/>
                </a:cubicBezTo>
                <a:cubicBezTo>
                  <a:pt x="201701" y="175047"/>
                  <a:pt x="188107" y="188641"/>
                  <a:pt x="171339" y="188641"/>
                </a:cubicBezTo>
                <a:cubicBezTo>
                  <a:pt x="154702" y="188641"/>
                  <a:pt x="141108" y="175047"/>
                  <a:pt x="141108" y="158278"/>
                </a:cubicBezTo>
                <a:cubicBezTo>
                  <a:pt x="141108" y="141508"/>
                  <a:pt x="154702" y="127914"/>
                  <a:pt x="171339" y="127914"/>
                </a:cubicBezTo>
                <a:close/>
                <a:moveTo>
                  <a:pt x="98936" y="127914"/>
                </a:moveTo>
                <a:cubicBezTo>
                  <a:pt x="115695" y="127914"/>
                  <a:pt x="129288" y="141508"/>
                  <a:pt x="129288" y="158278"/>
                </a:cubicBezTo>
                <a:cubicBezTo>
                  <a:pt x="129288" y="175047"/>
                  <a:pt x="115695" y="188641"/>
                  <a:pt x="98936" y="188641"/>
                </a:cubicBezTo>
                <a:cubicBezTo>
                  <a:pt x="82162" y="188641"/>
                  <a:pt x="68567" y="175047"/>
                  <a:pt x="68567" y="158278"/>
                </a:cubicBezTo>
                <a:cubicBezTo>
                  <a:pt x="68567" y="141508"/>
                  <a:pt x="82162" y="127914"/>
                  <a:pt x="98936" y="127914"/>
                </a:cubicBezTo>
                <a:close/>
                <a:moveTo>
                  <a:pt x="26381" y="127914"/>
                </a:moveTo>
                <a:cubicBezTo>
                  <a:pt x="43143" y="127914"/>
                  <a:pt x="56738" y="141508"/>
                  <a:pt x="56738" y="158278"/>
                </a:cubicBezTo>
                <a:cubicBezTo>
                  <a:pt x="56738" y="175047"/>
                  <a:pt x="43143" y="188641"/>
                  <a:pt x="26381" y="188641"/>
                </a:cubicBezTo>
                <a:cubicBezTo>
                  <a:pt x="17995" y="188641"/>
                  <a:pt x="10404" y="185243"/>
                  <a:pt x="4909" y="179748"/>
                </a:cubicBezTo>
                <a:lnTo>
                  <a:pt x="0" y="167898"/>
                </a:lnTo>
                <a:lnTo>
                  <a:pt x="0" y="148658"/>
                </a:lnTo>
                <a:lnTo>
                  <a:pt x="4909" y="136807"/>
                </a:lnTo>
                <a:cubicBezTo>
                  <a:pt x="10404" y="131313"/>
                  <a:pt x="17995" y="127914"/>
                  <a:pt x="26381" y="127914"/>
                </a:cubicBezTo>
                <a:close/>
                <a:moveTo>
                  <a:pt x="1622429" y="47462"/>
                </a:moveTo>
                <a:lnTo>
                  <a:pt x="1625821" y="48147"/>
                </a:lnTo>
                <a:lnTo>
                  <a:pt x="1639701" y="102127"/>
                </a:lnTo>
                <a:lnTo>
                  <a:pt x="1634248" y="105804"/>
                </a:lnTo>
                <a:cubicBezTo>
                  <a:pt x="1630615" y="107340"/>
                  <a:pt x="1626621" y="108189"/>
                  <a:pt x="1622429" y="108189"/>
                </a:cubicBezTo>
                <a:cubicBezTo>
                  <a:pt x="1605659" y="108189"/>
                  <a:pt x="1592066" y="94595"/>
                  <a:pt x="1592066" y="77826"/>
                </a:cubicBezTo>
                <a:cubicBezTo>
                  <a:pt x="1592066" y="61056"/>
                  <a:pt x="1605659" y="47462"/>
                  <a:pt x="1622429" y="47462"/>
                </a:cubicBezTo>
                <a:close/>
                <a:moveTo>
                  <a:pt x="1549874" y="47462"/>
                </a:moveTo>
                <a:cubicBezTo>
                  <a:pt x="1566644" y="47462"/>
                  <a:pt x="1580238" y="61056"/>
                  <a:pt x="1580238" y="77826"/>
                </a:cubicBezTo>
                <a:cubicBezTo>
                  <a:pt x="1580238" y="94595"/>
                  <a:pt x="1566644" y="108189"/>
                  <a:pt x="1549874" y="108189"/>
                </a:cubicBezTo>
                <a:cubicBezTo>
                  <a:pt x="1533105" y="108189"/>
                  <a:pt x="1519511" y="94595"/>
                  <a:pt x="1519511" y="77826"/>
                </a:cubicBezTo>
                <a:cubicBezTo>
                  <a:pt x="1519511" y="61056"/>
                  <a:pt x="1533105" y="47462"/>
                  <a:pt x="1549874" y="47462"/>
                </a:cubicBezTo>
                <a:close/>
                <a:moveTo>
                  <a:pt x="1477320" y="47462"/>
                </a:moveTo>
                <a:cubicBezTo>
                  <a:pt x="1494089" y="47462"/>
                  <a:pt x="1507683" y="61056"/>
                  <a:pt x="1507683" y="77826"/>
                </a:cubicBezTo>
                <a:cubicBezTo>
                  <a:pt x="1507683" y="94595"/>
                  <a:pt x="1494089" y="108189"/>
                  <a:pt x="1477320" y="108189"/>
                </a:cubicBezTo>
                <a:cubicBezTo>
                  <a:pt x="1460550" y="108189"/>
                  <a:pt x="1446956" y="94595"/>
                  <a:pt x="1446956" y="77826"/>
                </a:cubicBezTo>
                <a:cubicBezTo>
                  <a:pt x="1446956" y="61056"/>
                  <a:pt x="1460550" y="47462"/>
                  <a:pt x="1477320" y="47462"/>
                </a:cubicBezTo>
                <a:close/>
                <a:moveTo>
                  <a:pt x="1404765" y="47462"/>
                </a:moveTo>
                <a:cubicBezTo>
                  <a:pt x="1421535" y="47462"/>
                  <a:pt x="1435129" y="61056"/>
                  <a:pt x="1435129" y="77826"/>
                </a:cubicBezTo>
                <a:cubicBezTo>
                  <a:pt x="1435129" y="94595"/>
                  <a:pt x="1421535" y="108189"/>
                  <a:pt x="1404765" y="108189"/>
                </a:cubicBezTo>
                <a:cubicBezTo>
                  <a:pt x="1387996" y="108189"/>
                  <a:pt x="1374402" y="94595"/>
                  <a:pt x="1374402" y="77826"/>
                </a:cubicBezTo>
                <a:cubicBezTo>
                  <a:pt x="1374402" y="61056"/>
                  <a:pt x="1387996" y="47462"/>
                  <a:pt x="1404765" y="47462"/>
                </a:cubicBezTo>
                <a:close/>
                <a:moveTo>
                  <a:pt x="1332211" y="47462"/>
                </a:moveTo>
                <a:cubicBezTo>
                  <a:pt x="1348980" y="47462"/>
                  <a:pt x="1362574" y="61056"/>
                  <a:pt x="1362574" y="77826"/>
                </a:cubicBezTo>
                <a:cubicBezTo>
                  <a:pt x="1362574" y="94595"/>
                  <a:pt x="1348980" y="108189"/>
                  <a:pt x="1332211" y="108189"/>
                </a:cubicBezTo>
                <a:cubicBezTo>
                  <a:pt x="1315441" y="108189"/>
                  <a:pt x="1301847" y="94595"/>
                  <a:pt x="1301847" y="77826"/>
                </a:cubicBezTo>
                <a:cubicBezTo>
                  <a:pt x="1301847" y="61056"/>
                  <a:pt x="1315441" y="47462"/>
                  <a:pt x="1332211" y="47462"/>
                </a:cubicBezTo>
                <a:close/>
                <a:moveTo>
                  <a:pt x="1259656" y="47462"/>
                </a:moveTo>
                <a:cubicBezTo>
                  <a:pt x="1276426" y="47462"/>
                  <a:pt x="1290020" y="61056"/>
                  <a:pt x="1290020" y="77826"/>
                </a:cubicBezTo>
                <a:cubicBezTo>
                  <a:pt x="1290020" y="94595"/>
                  <a:pt x="1276426" y="108189"/>
                  <a:pt x="1259656" y="108189"/>
                </a:cubicBezTo>
                <a:cubicBezTo>
                  <a:pt x="1242887" y="108189"/>
                  <a:pt x="1229293" y="94595"/>
                  <a:pt x="1229293" y="77826"/>
                </a:cubicBezTo>
                <a:cubicBezTo>
                  <a:pt x="1229293" y="61056"/>
                  <a:pt x="1242887" y="47462"/>
                  <a:pt x="1259656" y="47462"/>
                </a:cubicBezTo>
                <a:close/>
                <a:moveTo>
                  <a:pt x="1187102" y="47462"/>
                </a:moveTo>
                <a:cubicBezTo>
                  <a:pt x="1203871" y="47462"/>
                  <a:pt x="1217465" y="61056"/>
                  <a:pt x="1217465" y="77826"/>
                </a:cubicBezTo>
                <a:cubicBezTo>
                  <a:pt x="1217465" y="94595"/>
                  <a:pt x="1203871" y="108189"/>
                  <a:pt x="1187102" y="108189"/>
                </a:cubicBezTo>
                <a:cubicBezTo>
                  <a:pt x="1170332" y="108189"/>
                  <a:pt x="1156738" y="94595"/>
                  <a:pt x="1156738" y="77826"/>
                </a:cubicBezTo>
                <a:cubicBezTo>
                  <a:pt x="1156738" y="61056"/>
                  <a:pt x="1170332" y="47462"/>
                  <a:pt x="1187102" y="47462"/>
                </a:cubicBezTo>
                <a:close/>
                <a:moveTo>
                  <a:pt x="1114547" y="47462"/>
                </a:moveTo>
                <a:cubicBezTo>
                  <a:pt x="1131317" y="47462"/>
                  <a:pt x="1144911" y="61056"/>
                  <a:pt x="1144911" y="77826"/>
                </a:cubicBezTo>
                <a:cubicBezTo>
                  <a:pt x="1144911" y="94595"/>
                  <a:pt x="1131317" y="108189"/>
                  <a:pt x="1114547" y="108189"/>
                </a:cubicBezTo>
                <a:cubicBezTo>
                  <a:pt x="1097778" y="108189"/>
                  <a:pt x="1084184" y="94595"/>
                  <a:pt x="1084184" y="77826"/>
                </a:cubicBezTo>
                <a:cubicBezTo>
                  <a:pt x="1084184" y="61056"/>
                  <a:pt x="1097778" y="47462"/>
                  <a:pt x="1114547" y="47462"/>
                </a:cubicBezTo>
                <a:close/>
                <a:moveTo>
                  <a:pt x="1041993" y="47462"/>
                </a:moveTo>
                <a:cubicBezTo>
                  <a:pt x="1058762" y="47462"/>
                  <a:pt x="1072356" y="61056"/>
                  <a:pt x="1072356" y="77826"/>
                </a:cubicBezTo>
                <a:cubicBezTo>
                  <a:pt x="1072356" y="94595"/>
                  <a:pt x="1058762" y="108189"/>
                  <a:pt x="1041993" y="108189"/>
                </a:cubicBezTo>
                <a:cubicBezTo>
                  <a:pt x="1025223" y="108189"/>
                  <a:pt x="1011629" y="94595"/>
                  <a:pt x="1011629" y="77826"/>
                </a:cubicBezTo>
                <a:cubicBezTo>
                  <a:pt x="1011629" y="61056"/>
                  <a:pt x="1025223" y="47462"/>
                  <a:pt x="1041993" y="47462"/>
                </a:cubicBezTo>
                <a:close/>
                <a:moveTo>
                  <a:pt x="969438" y="47462"/>
                </a:moveTo>
                <a:cubicBezTo>
                  <a:pt x="986208" y="47462"/>
                  <a:pt x="999801" y="61056"/>
                  <a:pt x="999801" y="77826"/>
                </a:cubicBezTo>
                <a:cubicBezTo>
                  <a:pt x="999801" y="94595"/>
                  <a:pt x="986208" y="108189"/>
                  <a:pt x="969438" y="108189"/>
                </a:cubicBezTo>
                <a:cubicBezTo>
                  <a:pt x="952669" y="108189"/>
                  <a:pt x="939075" y="94595"/>
                  <a:pt x="939075" y="77826"/>
                </a:cubicBezTo>
                <a:cubicBezTo>
                  <a:pt x="939075" y="61056"/>
                  <a:pt x="952669" y="47462"/>
                  <a:pt x="969438" y="47462"/>
                </a:cubicBezTo>
                <a:close/>
                <a:moveTo>
                  <a:pt x="896883" y="47462"/>
                </a:moveTo>
                <a:cubicBezTo>
                  <a:pt x="913653" y="47462"/>
                  <a:pt x="927247" y="61056"/>
                  <a:pt x="927247" y="77826"/>
                </a:cubicBezTo>
                <a:cubicBezTo>
                  <a:pt x="927247" y="94595"/>
                  <a:pt x="913653" y="108189"/>
                  <a:pt x="896883" y="108189"/>
                </a:cubicBezTo>
                <a:cubicBezTo>
                  <a:pt x="880114" y="108189"/>
                  <a:pt x="866520" y="94595"/>
                  <a:pt x="866520" y="77826"/>
                </a:cubicBezTo>
                <a:cubicBezTo>
                  <a:pt x="866520" y="61056"/>
                  <a:pt x="880114" y="47462"/>
                  <a:pt x="896883" y="47462"/>
                </a:cubicBezTo>
                <a:close/>
                <a:moveTo>
                  <a:pt x="824329" y="47462"/>
                </a:moveTo>
                <a:cubicBezTo>
                  <a:pt x="841098" y="47462"/>
                  <a:pt x="854692" y="61056"/>
                  <a:pt x="854692" y="77826"/>
                </a:cubicBezTo>
                <a:cubicBezTo>
                  <a:pt x="854692" y="94595"/>
                  <a:pt x="841098" y="108189"/>
                  <a:pt x="824329" y="108189"/>
                </a:cubicBezTo>
                <a:cubicBezTo>
                  <a:pt x="807559" y="108189"/>
                  <a:pt x="793965" y="94595"/>
                  <a:pt x="793965" y="77826"/>
                </a:cubicBezTo>
                <a:cubicBezTo>
                  <a:pt x="793965" y="61056"/>
                  <a:pt x="807559" y="47462"/>
                  <a:pt x="824329" y="47462"/>
                </a:cubicBezTo>
                <a:close/>
                <a:moveTo>
                  <a:pt x="751774" y="47462"/>
                </a:moveTo>
                <a:cubicBezTo>
                  <a:pt x="768544" y="47462"/>
                  <a:pt x="782138" y="61056"/>
                  <a:pt x="782138" y="77826"/>
                </a:cubicBezTo>
                <a:cubicBezTo>
                  <a:pt x="782138" y="94595"/>
                  <a:pt x="768544" y="108189"/>
                  <a:pt x="751774" y="108189"/>
                </a:cubicBezTo>
                <a:cubicBezTo>
                  <a:pt x="735005" y="108189"/>
                  <a:pt x="721411" y="94595"/>
                  <a:pt x="721411" y="77826"/>
                </a:cubicBezTo>
                <a:cubicBezTo>
                  <a:pt x="721411" y="61056"/>
                  <a:pt x="735005" y="47462"/>
                  <a:pt x="751774" y="47462"/>
                </a:cubicBezTo>
                <a:close/>
                <a:moveTo>
                  <a:pt x="679220" y="47462"/>
                </a:moveTo>
                <a:cubicBezTo>
                  <a:pt x="695989" y="47462"/>
                  <a:pt x="709583" y="61056"/>
                  <a:pt x="709583" y="77826"/>
                </a:cubicBezTo>
                <a:cubicBezTo>
                  <a:pt x="709583" y="94595"/>
                  <a:pt x="695989" y="108189"/>
                  <a:pt x="679220" y="108189"/>
                </a:cubicBezTo>
                <a:cubicBezTo>
                  <a:pt x="662450" y="108189"/>
                  <a:pt x="648856" y="94595"/>
                  <a:pt x="648856" y="77826"/>
                </a:cubicBezTo>
                <a:cubicBezTo>
                  <a:pt x="648856" y="61056"/>
                  <a:pt x="662450" y="47462"/>
                  <a:pt x="679220" y="47462"/>
                </a:cubicBezTo>
                <a:close/>
                <a:moveTo>
                  <a:pt x="606665" y="47462"/>
                </a:moveTo>
                <a:cubicBezTo>
                  <a:pt x="623435" y="47462"/>
                  <a:pt x="637029" y="61056"/>
                  <a:pt x="637029" y="77826"/>
                </a:cubicBezTo>
                <a:cubicBezTo>
                  <a:pt x="637029" y="94595"/>
                  <a:pt x="623435" y="108189"/>
                  <a:pt x="606665" y="108189"/>
                </a:cubicBezTo>
                <a:cubicBezTo>
                  <a:pt x="589896" y="108189"/>
                  <a:pt x="576302" y="94595"/>
                  <a:pt x="576302" y="77826"/>
                </a:cubicBezTo>
                <a:cubicBezTo>
                  <a:pt x="576302" y="61056"/>
                  <a:pt x="589896" y="47462"/>
                  <a:pt x="606665" y="47462"/>
                </a:cubicBezTo>
                <a:close/>
                <a:moveTo>
                  <a:pt x="534111" y="47462"/>
                </a:moveTo>
                <a:cubicBezTo>
                  <a:pt x="550880" y="47462"/>
                  <a:pt x="564474" y="61056"/>
                  <a:pt x="564474" y="77826"/>
                </a:cubicBezTo>
                <a:cubicBezTo>
                  <a:pt x="564474" y="94595"/>
                  <a:pt x="550880" y="108189"/>
                  <a:pt x="534111" y="108189"/>
                </a:cubicBezTo>
                <a:cubicBezTo>
                  <a:pt x="517341" y="108189"/>
                  <a:pt x="503747" y="94595"/>
                  <a:pt x="503747" y="77826"/>
                </a:cubicBezTo>
                <a:cubicBezTo>
                  <a:pt x="503747" y="61056"/>
                  <a:pt x="517341" y="47462"/>
                  <a:pt x="534111" y="47462"/>
                </a:cubicBezTo>
                <a:close/>
                <a:moveTo>
                  <a:pt x="461556" y="47462"/>
                </a:moveTo>
                <a:cubicBezTo>
                  <a:pt x="478326" y="47462"/>
                  <a:pt x="491920" y="61056"/>
                  <a:pt x="491920" y="77826"/>
                </a:cubicBezTo>
                <a:cubicBezTo>
                  <a:pt x="491920" y="94595"/>
                  <a:pt x="478326" y="108189"/>
                  <a:pt x="461556" y="108189"/>
                </a:cubicBezTo>
                <a:cubicBezTo>
                  <a:pt x="444787" y="108189"/>
                  <a:pt x="431192" y="94595"/>
                  <a:pt x="431192" y="77826"/>
                </a:cubicBezTo>
                <a:cubicBezTo>
                  <a:pt x="431192" y="61056"/>
                  <a:pt x="444787" y="47462"/>
                  <a:pt x="461556" y="47462"/>
                </a:cubicBezTo>
                <a:close/>
                <a:moveTo>
                  <a:pt x="389002" y="47462"/>
                </a:moveTo>
                <a:cubicBezTo>
                  <a:pt x="405771" y="47462"/>
                  <a:pt x="419365" y="61056"/>
                  <a:pt x="419365" y="77826"/>
                </a:cubicBezTo>
                <a:cubicBezTo>
                  <a:pt x="419365" y="94595"/>
                  <a:pt x="405771" y="108189"/>
                  <a:pt x="389002" y="108189"/>
                </a:cubicBezTo>
                <a:cubicBezTo>
                  <a:pt x="372232" y="108189"/>
                  <a:pt x="358638" y="94595"/>
                  <a:pt x="358638" y="77826"/>
                </a:cubicBezTo>
                <a:cubicBezTo>
                  <a:pt x="358638" y="61056"/>
                  <a:pt x="372232" y="47462"/>
                  <a:pt x="389002" y="47462"/>
                </a:cubicBezTo>
                <a:close/>
                <a:moveTo>
                  <a:pt x="316447" y="47462"/>
                </a:moveTo>
                <a:cubicBezTo>
                  <a:pt x="333216" y="47462"/>
                  <a:pt x="346810" y="61056"/>
                  <a:pt x="346810" y="77826"/>
                </a:cubicBezTo>
                <a:cubicBezTo>
                  <a:pt x="346810" y="94595"/>
                  <a:pt x="333216" y="108189"/>
                  <a:pt x="316447" y="108189"/>
                </a:cubicBezTo>
                <a:cubicBezTo>
                  <a:pt x="299677" y="108189"/>
                  <a:pt x="286084" y="94595"/>
                  <a:pt x="286084" y="77826"/>
                </a:cubicBezTo>
                <a:cubicBezTo>
                  <a:pt x="286084" y="61056"/>
                  <a:pt x="299677" y="47462"/>
                  <a:pt x="316447" y="47462"/>
                </a:cubicBezTo>
                <a:close/>
                <a:moveTo>
                  <a:pt x="243892" y="47462"/>
                </a:moveTo>
                <a:cubicBezTo>
                  <a:pt x="260662" y="47462"/>
                  <a:pt x="274256" y="61056"/>
                  <a:pt x="274256" y="77826"/>
                </a:cubicBezTo>
                <a:cubicBezTo>
                  <a:pt x="274256" y="94595"/>
                  <a:pt x="260662" y="108189"/>
                  <a:pt x="243892" y="108189"/>
                </a:cubicBezTo>
                <a:cubicBezTo>
                  <a:pt x="227123" y="108189"/>
                  <a:pt x="213529" y="94595"/>
                  <a:pt x="213529" y="77826"/>
                </a:cubicBezTo>
                <a:cubicBezTo>
                  <a:pt x="213529" y="61056"/>
                  <a:pt x="227123" y="47462"/>
                  <a:pt x="243892" y="47462"/>
                </a:cubicBezTo>
                <a:close/>
                <a:moveTo>
                  <a:pt x="171339" y="47462"/>
                </a:moveTo>
                <a:cubicBezTo>
                  <a:pt x="188107" y="47462"/>
                  <a:pt x="201701" y="61056"/>
                  <a:pt x="201701" y="77826"/>
                </a:cubicBezTo>
                <a:cubicBezTo>
                  <a:pt x="201701" y="94595"/>
                  <a:pt x="188107" y="108189"/>
                  <a:pt x="171339" y="108189"/>
                </a:cubicBezTo>
                <a:cubicBezTo>
                  <a:pt x="154708" y="108189"/>
                  <a:pt x="141113" y="94595"/>
                  <a:pt x="141113" y="77826"/>
                </a:cubicBezTo>
                <a:cubicBezTo>
                  <a:pt x="141113" y="61056"/>
                  <a:pt x="154708" y="47462"/>
                  <a:pt x="171339" y="47462"/>
                </a:cubicBezTo>
                <a:close/>
                <a:moveTo>
                  <a:pt x="98942" y="47462"/>
                </a:moveTo>
                <a:cubicBezTo>
                  <a:pt x="115700" y="47462"/>
                  <a:pt x="129294" y="61056"/>
                  <a:pt x="129294" y="77826"/>
                </a:cubicBezTo>
                <a:cubicBezTo>
                  <a:pt x="129294" y="94595"/>
                  <a:pt x="115700" y="108189"/>
                  <a:pt x="98942" y="108189"/>
                </a:cubicBezTo>
                <a:cubicBezTo>
                  <a:pt x="82168" y="108189"/>
                  <a:pt x="68573" y="94595"/>
                  <a:pt x="68573" y="77826"/>
                </a:cubicBezTo>
                <a:cubicBezTo>
                  <a:pt x="68573" y="61056"/>
                  <a:pt x="82168" y="47462"/>
                  <a:pt x="98942" y="47462"/>
                </a:cubicBezTo>
                <a:close/>
                <a:moveTo>
                  <a:pt x="26388" y="47462"/>
                </a:moveTo>
                <a:cubicBezTo>
                  <a:pt x="43149" y="47462"/>
                  <a:pt x="56744" y="61056"/>
                  <a:pt x="56744" y="77826"/>
                </a:cubicBezTo>
                <a:cubicBezTo>
                  <a:pt x="56744" y="94595"/>
                  <a:pt x="43149" y="108189"/>
                  <a:pt x="26388" y="108189"/>
                </a:cubicBezTo>
                <a:cubicBezTo>
                  <a:pt x="18002" y="108189"/>
                  <a:pt x="10410" y="104791"/>
                  <a:pt x="4916" y="99296"/>
                </a:cubicBezTo>
                <a:lnTo>
                  <a:pt x="0" y="87429"/>
                </a:lnTo>
                <a:lnTo>
                  <a:pt x="0" y="68222"/>
                </a:lnTo>
                <a:lnTo>
                  <a:pt x="4916" y="56355"/>
                </a:lnTo>
                <a:cubicBezTo>
                  <a:pt x="10410" y="50861"/>
                  <a:pt x="18002" y="47462"/>
                  <a:pt x="26388" y="47462"/>
                </a:cubicBezTo>
                <a:close/>
                <a:moveTo>
                  <a:pt x="1592868" y="0"/>
                </a:moveTo>
                <a:lnTo>
                  <a:pt x="1613441" y="0"/>
                </a:lnTo>
                <a:lnTo>
                  <a:pt x="1620472" y="27343"/>
                </a:lnTo>
                <a:lnTo>
                  <a:pt x="1610610" y="25352"/>
                </a:lnTo>
                <a:cubicBezTo>
                  <a:pt x="1605161" y="23047"/>
                  <a:pt x="1600525" y="19197"/>
                  <a:pt x="1597251" y="14351"/>
                </a:cubicBezTo>
                <a:close/>
                <a:moveTo>
                  <a:pt x="1520598" y="0"/>
                </a:moveTo>
                <a:lnTo>
                  <a:pt x="1579150" y="0"/>
                </a:lnTo>
                <a:lnTo>
                  <a:pt x="1571345" y="18844"/>
                </a:lnTo>
                <a:cubicBezTo>
                  <a:pt x="1565850" y="24339"/>
                  <a:pt x="1558259" y="27738"/>
                  <a:pt x="1549874" y="27738"/>
                </a:cubicBezTo>
                <a:cubicBezTo>
                  <a:pt x="1541490" y="27738"/>
                  <a:pt x="1533899" y="24339"/>
                  <a:pt x="1528404" y="18844"/>
                </a:cubicBezTo>
                <a:close/>
                <a:moveTo>
                  <a:pt x="1448044" y="0"/>
                </a:moveTo>
                <a:lnTo>
                  <a:pt x="1506596" y="0"/>
                </a:lnTo>
                <a:lnTo>
                  <a:pt x="1498790" y="18844"/>
                </a:lnTo>
                <a:cubicBezTo>
                  <a:pt x="1493295" y="24339"/>
                  <a:pt x="1485705" y="27738"/>
                  <a:pt x="1477320" y="27738"/>
                </a:cubicBezTo>
                <a:cubicBezTo>
                  <a:pt x="1468935" y="27738"/>
                  <a:pt x="1461344" y="24339"/>
                  <a:pt x="1455850" y="18844"/>
                </a:cubicBezTo>
                <a:close/>
                <a:moveTo>
                  <a:pt x="1375489" y="0"/>
                </a:moveTo>
                <a:lnTo>
                  <a:pt x="1434041" y="0"/>
                </a:lnTo>
                <a:lnTo>
                  <a:pt x="1426236" y="18844"/>
                </a:lnTo>
                <a:cubicBezTo>
                  <a:pt x="1420741" y="24339"/>
                  <a:pt x="1413150" y="27738"/>
                  <a:pt x="1404765" y="27738"/>
                </a:cubicBezTo>
                <a:cubicBezTo>
                  <a:pt x="1396381" y="27738"/>
                  <a:pt x="1388790" y="24339"/>
                  <a:pt x="1383295" y="18844"/>
                </a:cubicBezTo>
                <a:close/>
                <a:moveTo>
                  <a:pt x="1302935" y="0"/>
                </a:moveTo>
                <a:lnTo>
                  <a:pt x="1361486" y="0"/>
                </a:lnTo>
                <a:lnTo>
                  <a:pt x="1353681" y="18844"/>
                </a:lnTo>
                <a:cubicBezTo>
                  <a:pt x="1348186" y="24339"/>
                  <a:pt x="1340596" y="27738"/>
                  <a:pt x="1332211" y="27738"/>
                </a:cubicBezTo>
                <a:cubicBezTo>
                  <a:pt x="1323826" y="27738"/>
                  <a:pt x="1316235" y="24339"/>
                  <a:pt x="1310740" y="18844"/>
                </a:cubicBezTo>
                <a:close/>
                <a:moveTo>
                  <a:pt x="1230380" y="0"/>
                </a:moveTo>
                <a:lnTo>
                  <a:pt x="1288932" y="0"/>
                </a:lnTo>
                <a:lnTo>
                  <a:pt x="1281126" y="18844"/>
                </a:lnTo>
                <a:cubicBezTo>
                  <a:pt x="1275632" y="24339"/>
                  <a:pt x="1268041" y="27738"/>
                  <a:pt x="1259656" y="27738"/>
                </a:cubicBezTo>
                <a:cubicBezTo>
                  <a:pt x="1251271" y="27738"/>
                  <a:pt x="1243680" y="24339"/>
                  <a:pt x="1238186" y="18844"/>
                </a:cubicBezTo>
                <a:close/>
                <a:moveTo>
                  <a:pt x="1157826" y="0"/>
                </a:moveTo>
                <a:lnTo>
                  <a:pt x="1216377" y="0"/>
                </a:lnTo>
                <a:lnTo>
                  <a:pt x="1208572" y="18844"/>
                </a:lnTo>
                <a:cubicBezTo>
                  <a:pt x="1203077" y="24339"/>
                  <a:pt x="1195486" y="27738"/>
                  <a:pt x="1187102" y="27738"/>
                </a:cubicBezTo>
                <a:cubicBezTo>
                  <a:pt x="1178717" y="27738"/>
                  <a:pt x="1171126" y="24339"/>
                  <a:pt x="1165631" y="18844"/>
                </a:cubicBezTo>
                <a:close/>
                <a:moveTo>
                  <a:pt x="1085271" y="0"/>
                </a:moveTo>
                <a:lnTo>
                  <a:pt x="1143823" y="0"/>
                </a:lnTo>
                <a:lnTo>
                  <a:pt x="1136017" y="18844"/>
                </a:lnTo>
                <a:cubicBezTo>
                  <a:pt x="1130523" y="24339"/>
                  <a:pt x="1122932" y="27738"/>
                  <a:pt x="1114547" y="27738"/>
                </a:cubicBezTo>
                <a:cubicBezTo>
                  <a:pt x="1106162" y="27738"/>
                  <a:pt x="1098571" y="24339"/>
                  <a:pt x="1093077" y="18844"/>
                </a:cubicBezTo>
                <a:close/>
                <a:moveTo>
                  <a:pt x="1012717" y="0"/>
                </a:moveTo>
                <a:lnTo>
                  <a:pt x="1071268" y="0"/>
                </a:lnTo>
                <a:lnTo>
                  <a:pt x="1063463" y="18844"/>
                </a:lnTo>
                <a:cubicBezTo>
                  <a:pt x="1057968" y="24339"/>
                  <a:pt x="1050377" y="27738"/>
                  <a:pt x="1041993" y="27738"/>
                </a:cubicBezTo>
                <a:cubicBezTo>
                  <a:pt x="1033608" y="27738"/>
                  <a:pt x="1026017" y="24339"/>
                  <a:pt x="1020522" y="18844"/>
                </a:cubicBezTo>
                <a:close/>
                <a:moveTo>
                  <a:pt x="940162" y="0"/>
                </a:moveTo>
                <a:lnTo>
                  <a:pt x="998714" y="0"/>
                </a:lnTo>
                <a:lnTo>
                  <a:pt x="990908" y="18844"/>
                </a:lnTo>
                <a:cubicBezTo>
                  <a:pt x="985414" y="24339"/>
                  <a:pt x="977823" y="27738"/>
                  <a:pt x="969438" y="27738"/>
                </a:cubicBezTo>
                <a:cubicBezTo>
                  <a:pt x="961053" y="27738"/>
                  <a:pt x="953462" y="24339"/>
                  <a:pt x="947968" y="18844"/>
                </a:cubicBezTo>
                <a:close/>
                <a:moveTo>
                  <a:pt x="867607" y="0"/>
                </a:moveTo>
                <a:lnTo>
                  <a:pt x="926159" y="0"/>
                </a:lnTo>
                <a:lnTo>
                  <a:pt x="918354" y="18844"/>
                </a:lnTo>
                <a:cubicBezTo>
                  <a:pt x="912859" y="24339"/>
                  <a:pt x="905268" y="27738"/>
                  <a:pt x="896883" y="27738"/>
                </a:cubicBezTo>
                <a:cubicBezTo>
                  <a:pt x="888499" y="27738"/>
                  <a:pt x="880908" y="24339"/>
                  <a:pt x="875413" y="18844"/>
                </a:cubicBezTo>
                <a:close/>
                <a:moveTo>
                  <a:pt x="795053" y="0"/>
                </a:moveTo>
                <a:lnTo>
                  <a:pt x="853605" y="0"/>
                </a:lnTo>
                <a:lnTo>
                  <a:pt x="845799" y="18844"/>
                </a:lnTo>
                <a:cubicBezTo>
                  <a:pt x="840304" y="24339"/>
                  <a:pt x="832714" y="27738"/>
                  <a:pt x="824329" y="27738"/>
                </a:cubicBezTo>
                <a:cubicBezTo>
                  <a:pt x="815944" y="27738"/>
                  <a:pt x="808353" y="24339"/>
                  <a:pt x="802858" y="18844"/>
                </a:cubicBezTo>
                <a:close/>
                <a:moveTo>
                  <a:pt x="722498" y="0"/>
                </a:moveTo>
                <a:lnTo>
                  <a:pt x="781050" y="0"/>
                </a:lnTo>
                <a:lnTo>
                  <a:pt x="773245" y="18844"/>
                </a:lnTo>
                <a:cubicBezTo>
                  <a:pt x="767750" y="24339"/>
                  <a:pt x="760159" y="27738"/>
                  <a:pt x="751774" y="27738"/>
                </a:cubicBezTo>
                <a:cubicBezTo>
                  <a:pt x="743390" y="27738"/>
                  <a:pt x="735799" y="24339"/>
                  <a:pt x="730304" y="18844"/>
                </a:cubicBezTo>
                <a:close/>
                <a:moveTo>
                  <a:pt x="649944" y="0"/>
                </a:moveTo>
                <a:lnTo>
                  <a:pt x="708496" y="0"/>
                </a:lnTo>
                <a:lnTo>
                  <a:pt x="700690" y="18844"/>
                </a:lnTo>
                <a:cubicBezTo>
                  <a:pt x="695195" y="24339"/>
                  <a:pt x="687604" y="27738"/>
                  <a:pt x="679220" y="27738"/>
                </a:cubicBezTo>
                <a:cubicBezTo>
                  <a:pt x="670835" y="27738"/>
                  <a:pt x="663244" y="24339"/>
                  <a:pt x="657749" y="18844"/>
                </a:cubicBezTo>
                <a:close/>
                <a:moveTo>
                  <a:pt x="577389" y="0"/>
                </a:moveTo>
                <a:lnTo>
                  <a:pt x="635941" y="0"/>
                </a:lnTo>
                <a:lnTo>
                  <a:pt x="628135" y="18844"/>
                </a:lnTo>
                <a:cubicBezTo>
                  <a:pt x="622641" y="24339"/>
                  <a:pt x="615050" y="27738"/>
                  <a:pt x="606665" y="27738"/>
                </a:cubicBezTo>
                <a:cubicBezTo>
                  <a:pt x="598280" y="27738"/>
                  <a:pt x="590690" y="24339"/>
                  <a:pt x="585195" y="18844"/>
                </a:cubicBezTo>
                <a:close/>
                <a:moveTo>
                  <a:pt x="504835" y="0"/>
                </a:moveTo>
                <a:lnTo>
                  <a:pt x="563386" y="0"/>
                </a:lnTo>
                <a:lnTo>
                  <a:pt x="555581" y="18844"/>
                </a:lnTo>
                <a:cubicBezTo>
                  <a:pt x="550086" y="24339"/>
                  <a:pt x="542495" y="27738"/>
                  <a:pt x="534111" y="27738"/>
                </a:cubicBezTo>
                <a:cubicBezTo>
                  <a:pt x="525726" y="27738"/>
                  <a:pt x="518135" y="24339"/>
                  <a:pt x="512640" y="18844"/>
                </a:cubicBezTo>
                <a:close/>
                <a:moveTo>
                  <a:pt x="432280" y="0"/>
                </a:moveTo>
                <a:lnTo>
                  <a:pt x="490832" y="0"/>
                </a:lnTo>
                <a:lnTo>
                  <a:pt x="483026" y="18844"/>
                </a:lnTo>
                <a:cubicBezTo>
                  <a:pt x="477532" y="24339"/>
                  <a:pt x="469941" y="27738"/>
                  <a:pt x="461556" y="27738"/>
                </a:cubicBezTo>
                <a:cubicBezTo>
                  <a:pt x="453171" y="27738"/>
                  <a:pt x="445580" y="24339"/>
                  <a:pt x="440086" y="18844"/>
                </a:cubicBezTo>
                <a:close/>
                <a:moveTo>
                  <a:pt x="359726" y="0"/>
                </a:moveTo>
                <a:lnTo>
                  <a:pt x="418277" y="0"/>
                </a:lnTo>
                <a:lnTo>
                  <a:pt x="410472" y="18844"/>
                </a:lnTo>
                <a:cubicBezTo>
                  <a:pt x="404977" y="24339"/>
                  <a:pt x="397386" y="27738"/>
                  <a:pt x="389002" y="27738"/>
                </a:cubicBezTo>
                <a:cubicBezTo>
                  <a:pt x="380617" y="27738"/>
                  <a:pt x="373026" y="24339"/>
                  <a:pt x="367531" y="18844"/>
                </a:cubicBezTo>
                <a:close/>
                <a:moveTo>
                  <a:pt x="287171" y="0"/>
                </a:moveTo>
                <a:lnTo>
                  <a:pt x="345723" y="0"/>
                </a:lnTo>
                <a:lnTo>
                  <a:pt x="337917" y="18844"/>
                </a:lnTo>
                <a:cubicBezTo>
                  <a:pt x="332423" y="24339"/>
                  <a:pt x="324832" y="27738"/>
                  <a:pt x="316447" y="27738"/>
                </a:cubicBezTo>
                <a:cubicBezTo>
                  <a:pt x="308062" y="27738"/>
                  <a:pt x="300471" y="24339"/>
                  <a:pt x="294977" y="18844"/>
                </a:cubicBezTo>
                <a:close/>
                <a:moveTo>
                  <a:pt x="214617" y="0"/>
                </a:moveTo>
                <a:lnTo>
                  <a:pt x="273168" y="0"/>
                </a:lnTo>
                <a:lnTo>
                  <a:pt x="265363" y="18844"/>
                </a:lnTo>
                <a:cubicBezTo>
                  <a:pt x="259868" y="24339"/>
                  <a:pt x="252277" y="27738"/>
                  <a:pt x="243892" y="27738"/>
                </a:cubicBezTo>
                <a:cubicBezTo>
                  <a:pt x="235508" y="27738"/>
                  <a:pt x="227917" y="24339"/>
                  <a:pt x="222422" y="18844"/>
                </a:cubicBezTo>
                <a:close/>
                <a:moveTo>
                  <a:pt x="142204" y="0"/>
                </a:moveTo>
                <a:lnTo>
                  <a:pt x="200614" y="0"/>
                </a:lnTo>
                <a:lnTo>
                  <a:pt x="192808" y="18844"/>
                </a:lnTo>
                <a:cubicBezTo>
                  <a:pt x="187314" y="24339"/>
                  <a:pt x="179723" y="27738"/>
                  <a:pt x="171339" y="27738"/>
                </a:cubicBezTo>
                <a:cubicBezTo>
                  <a:pt x="163026" y="27738"/>
                  <a:pt x="155471" y="24339"/>
                  <a:pt x="149994" y="18844"/>
                </a:cubicBezTo>
                <a:close/>
                <a:moveTo>
                  <a:pt x="69668" y="0"/>
                </a:moveTo>
                <a:lnTo>
                  <a:pt x="128212" y="0"/>
                </a:lnTo>
                <a:lnTo>
                  <a:pt x="120408" y="18844"/>
                </a:lnTo>
                <a:cubicBezTo>
                  <a:pt x="114915" y="24339"/>
                  <a:pt x="107328" y="27738"/>
                  <a:pt x="98949" y="27738"/>
                </a:cubicBezTo>
                <a:cubicBezTo>
                  <a:pt x="90562" y="27738"/>
                  <a:pt x="82969" y="24339"/>
                  <a:pt x="77474" y="18844"/>
                </a:cubicBezTo>
                <a:close/>
                <a:moveTo>
                  <a:pt x="0" y="0"/>
                </a:moveTo>
                <a:lnTo>
                  <a:pt x="55662" y="0"/>
                </a:lnTo>
                <a:lnTo>
                  <a:pt x="47858" y="18844"/>
                </a:lnTo>
                <a:cubicBezTo>
                  <a:pt x="42364" y="24339"/>
                  <a:pt x="34775" y="27738"/>
                  <a:pt x="26394" y="27738"/>
                </a:cubicBezTo>
                <a:cubicBezTo>
                  <a:pt x="18009" y="27738"/>
                  <a:pt x="10417" y="24339"/>
                  <a:pt x="4922" y="18844"/>
                </a:cubicBezTo>
                <a:lnTo>
                  <a:pt x="0" y="6962"/>
                </a:lnTo>
                <a:close/>
              </a:path>
            </a:pathLst>
          </a:custGeom>
          <a:solidFill>
            <a:schemeClr val="accent1">
              <a:alpha val="60000"/>
            </a:schemeClr>
          </a:soli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176" name="Google Shape;176;p30"/>
          <p:cNvSpPr/>
          <p:nvPr/>
        </p:nvSpPr>
        <p:spPr>
          <a:xfrm>
            <a:off x="2" y="2"/>
            <a:ext cx="403373" cy="496797"/>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177" name="Google Shape;177;p30"/>
          <p:cNvSpPr txBox="1">
            <a:spLocks noGrp="1"/>
          </p:cNvSpPr>
          <p:nvPr>
            <p:ph type="subTitle" idx="1"/>
          </p:nvPr>
        </p:nvSpPr>
        <p:spPr>
          <a:xfrm>
            <a:off x="1390533" y="1556588"/>
            <a:ext cx="12192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800"/>
              <a:buNone/>
              <a:defRPr sz="1067"/>
            </a:lvl1pPr>
            <a:lvl2pPr lvl="1" algn="l">
              <a:lnSpc>
                <a:spcPct val="100000"/>
              </a:lnSpc>
              <a:spcBef>
                <a:spcPts val="267"/>
              </a:spcBef>
              <a:spcAft>
                <a:spcPts val="0"/>
              </a:spcAft>
              <a:buSzPts val="800"/>
              <a:buNone/>
              <a:defRPr sz="1067"/>
            </a:lvl2pPr>
            <a:lvl3pPr lvl="2" algn="l">
              <a:lnSpc>
                <a:spcPct val="100000"/>
              </a:lnSpc>
              <a:spcBef>
                <a:spcPts val="267"/>
              </a:spcBef>
              <a:spcAft>
                <a:spcPts val="0"/>
              </a:spcAft>
              <a:buSzPts val="800"/>
              <a:buNone/>
              <a:defRPr sz="1067"/>
            </a:lvl3pPr>
            <a:lvl4pPr lvl="3" algn="l">
              <a:lnSpc>
                <a:spcPct val="100000"/>
              </a:lnSpc>
              <a:spcBef>
                <a:spcPts val="267"/>
              </a:spcBef>
              <a:spcAft>
                <a:spcPts val="0"/>
              </a:spcAft>
              <a:buSzPts val="800"/>
              <a:buNone/>
              <a:defRPr sz="1067"/>
            </a:lvl4pPr>
            <a:lvl5pPr lvl="4" algn="l">
              <a:lnSpc>
                <a:spcPct val="100000"/>
              </a:lnSpc>
              <a:spcBef>
                <a:spcPts val="267"/>
              </a:spcBef>
              <a:spcAft>
                <a:spcPts val="0"/>
              </a:spcAft>
              <a:buSzPts val="800"/>
              <a:buNone/>
              <a:defRPr sz="1067"/>
            </a:lvl5pPr>
            <a:lvl6pPr lvl="5" algn="l">
              <a:lnSpc>
                <a:spcPct val="100000"/>
              </a:lnSpc>
              <a:spcBef>
                <a:spcPts val="267"/>
              </a:spcBef>
              <a:spcAft>
                <a:spcPts val="0"/>
              </a:spcAft>
              <a:buSzPts val="800"/>
              <a:buNone/>
              <a:defRPr sz="1067"/>
            </a:lvl6pPr>
            <a:lvl7pPr lvl="6" algn="l">
              <a:lnSpc>
                <a:spcPct val="100000"/>
              </a:lnSpc>
              <a:spcBef>
                <a:spcPts val="267"/>
              </a:spcBef>
              <a:spcAft>
                <a:spcPts val="0"/>
              </a:spcAft>
              <a:buSzPts val="800"/>
              <a:buNone/>
              <a:defRPr sz="1067"/>
            </a:lvl7pPr>
            <a:lvl8pPr lvl="7" algn="l">
              <a:lnSpc>
                <a:spcPct val="100000"/>
              </a:lnSpc>
              <a:spcBef>
                <a:spcPts val="267"/>
              </a:spcBef>
              <a:spcAft>
                <a:spcPts val="0"/>
              </a:spcAft>
              <a:buSzPts val="800"/>
              <a:buNone/>
              <a:defRPr sz="1067"/>
            </a:lvl8pPr>
            <a:lvl9pPr lvl="8" algn="l">
              <a:lnSpc>
                <a:spcPct val="100000"/>
              </a:lnSpc>
              <a:spcBef>
                <a:spcPts val="267"/>
              </a:spcBef>
              <a:spcAft>
                <a:spcPts val="267"/>
              </a:spcAft>
              <a:buSzPts val="800"/>
              <a:buNone/>
              <a:defRPr sz="1067"/>
            </a:lvl9pPr>
          </a:lstStyle>
          <a:p>
            <a:endParaRPr/>
          </a:p>
        </p:txBody>
      </p:sp>
      <p:sp>
        <p:nvSpPr>
          <p:cNvPr id="178" name="Google Shape;178;p30"/>
          <p:cNvSpPr txBox="1">
            <a:spLocks noGrp="1"/>
          </p:cNvSpPr>
          <p:nvPr>
            <p:ph type="subTitle" idx="2"/>
          </p:nvPr>
        </p:nvSpPr>
        <p:spPr>
          <a:xfrm>
            <a:off x="1390533" y="1360103"/>
            <a:ext cx="12192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900"/>
              <a:buNone/>
              <a:defRPr sz="1200" b="1">
                <a:solidFill>
                  <a:schemeClr val="accent1"/>
                </a:solidFill>
              </a:defRPr>
            </a:lvl1pPr>
            <a:lvl2pPr lvl="1" algn="ctr">
              <a:lnSpc>
                <a:spcPct val="100000"/>
              </a:lnSpc>
              <a:spcBef>
                <a:spcPts val="267"/>
              </a:spcBef>
              <a:spcAft>
                <a:spcPts val="0"/>
              </a:spcAft>
              <a:buClr>
                <a:schemeClr val="accent1"/>
              </a:buClr>
              <a:buSzPts val="1000"/>
              <a:buNone/>
              <a:defRPr sz="1333" b="1">
                <a:solidFill>
                  <a:schemeClr val="accent1"/>
                </a:solidFill>
              </a:defRPr>
            </a:lvl2pPr>
            <a:lvl3pPr lvl="2" algn="ctr">
              <a:lnSpc>
                <a:spcPct val="100000"/>
              </a:lnSpc>
              <a:spcBef>
                <a:spcPts val="267"/>
              </a:spcBef>
              <a:spcAft>
                <a:spcPts val="0"/>
              </a:spcAft>
              <a:buClr>
                <a:schemeClr val="accent1"/>
              </a:buClr>
              <a:buSzPts val="1000"/>
              <a:buNone/>
              <a:defRPr sz="1333" b="1">
                <a:solidFill>
                  <a:schemeClr val="accent1"/>
                </a:solidFill>
              </a:defRPr>
            </a:lvl3pPr>
            <a:lvl4pPr lvl="3" algn="ctr">
              <a:lnSpc>
                <a:spcPct val="100000"/>
              </a:lnSpc>
              <a:spcBef>
                <a:spcPts val="267"/>
              </a:spcBef>
              <a:spcAft>
                <a:spcPts val="0"/>
              </a:spcAft>
              <a:buClr>
                <a:schemeClr val="accent1"/>
              </a:buClr>
              <a:buSzPts val="1000"/>
              <a:buNone/>
              <a:defRPr sz="1333" b="1">
                <a:solidFill>
                  <a:schemeClr val="accent1"/>
                </a:solidFill>
              </a:defRPr>
            </a:lvl4pPr>
            <a:lvl5pPr lvl="4" algn="ctr">
              <a:lnSpc>
                <a:spcPct val="100000"/>
              </a:lnSpc>
              <a:spcBef>
                <a:spcPts val="267"/>
              </a:spcBef>
              <a:spcAft>
                <a:spcPts val="0"/>
              </a:spcAft>
              <a:buClr>
                <a:schemeClr val="accent1"/>
              </a:buClr>
              <a:buSzPts val="1000"/>
              <a:buNone/>
              <a:defRPr sz="1333" b="1">
                <a:solidFill>
                  <a:schemeClr val="accent1"/>
                </a:solidFill>
              </a:defRPr>
            </a:lvl5pPr>
            <a:lvl6pPr lvl="5" algn="ctr">
              <a:lnSpc>
                <a:spcPct val="100000"/>
              </a:lnSpc>
              <a:spcBef>
                <a:spcPts val="267"/>
              </a:spcBef>
              <a:spcAft>
                <a:spcPts val="0"/>
              </a:spcAft>
              <a:buClr>
                <a:schemeClr val="accent1"/>
              </a:buClr>
              <a:buSzPts val="1000"/>
              <a:buNone/>
              <a:defRPr sz="1333" b="1">
                <a:solidFill>
                  <a:schemeClr val="accent1"/>
                </a:solidFill>
              </a:defRPr>
            </a:lvl6pPr>
            <a:lvl7pPr lvl="6" algn="ctr">
              <a:lnSpc>
                <a:spcPct val="100000"/>
              </a:lnSpc>
              <a:spcBef>
                <a:spcPts val="267"/>
              </a:spcBef>
              <a:spcAft>
                <a:spcPts val="0"/>
              </a:spcAft>
              <a:buClr>
                <a:schemeClr val="accent1"/>
              </a:buClr>
              <a:buSzPts val="1000"/>
              <a:buNone/>
              <a:defRPr sz="1333" b="1">
                <a:solidFill>
                  <a:schemeClr val="accent1"/>
                </a:solidFill>
              </a:defRPr>
            </a:lvl7pPr>
            <a:lvl8pPr lvl="7" algn="ctr">
              <a:lnSpc>
                <a:spcPct val="100000"/>
              </a:lnSpc>
              <a:spcBef>
                <a:spcPts val="267"/>
              </a:spcBef>
              <a:spcAft>
                <a:spcPts val="0"/>
              </a:spcAft>
              <a:buClr>
                <a:schemeClr val="accent1"/>
              </a:buClr>
              <a:buSzPts val="1000"/>
              <a:buNone/>
              <a:defRPr sz="1333" b="1">
                <a:solidFill>
                  <a:schemeClr val="accent1"/>
                </a:solidFill>
              </a:defRPr>
            </a:lvl8pPr>
            <a:lvl9pPr lvl="8" algn="ctr">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179" name="Google Shape;179;p30"/>
          <p:cNvSpPr txBox="1">
            <a:spLocks noGrp="1"/>
          </p:cNvSpPr>
          <p:nvPr>
            <p:ph type="subTitle" idx="3"/>
          </p:nvPr>
        </p:nvSpPr>
        <p:spPr>
          <a:xfrm>
            <a:off x="3622028" y="1556588"/>
            <a:ext cx="12192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800"/>
              <a:buNone/>
              <a:defRPr sz="1067"/>
            </a:lvl1pPr>
            <a:lvl2pPr lvl="1" algn="l">
              <a:lnSpc>
                <a:spcPct val="100000"/>
              </a:lnSpc>
              <a:spcBef>
                <a:spcPts val="267"/>
              </a:spcBef>
              <a:spcAft>
                <a:spcPts val="0"/>
              </a:spcAft>
              <a:buSzPts val="800"/>
              <a:buNone/>
              <a:defRPr sz="1067"/>
            </a:lvl2pPr>
            <a:lvl3pPr lvl="2" algn="l">
              <a:lnSpc>
                <a:spcPct val="100000"/>
              </a:lnSpc>
              <a:spcBef>
                <a:spcPts val="267"/>
              </a:spcBef>
              <a:spcAft>
                <a:spcPts val="0"/>
              </a:spcAft>
              <a:buSzPts val="800"/>
              <a:buNone/>
              <a:defRPr sz="1067"/>
            </a:lvl3pPr>
            <a:lvl4pPr lvl="3" algn="l">
              <a:lnSpc>
                <a:spcPct val="100000"/>
              </a:lnSpc>
              <a:spcBef>
                <a:spcPts val="267"/>
              </a:spcBef>
              <a:spcAft>
                <a:spcPts val="0"/>
              </a:spcAft>
              <a:buSzPts val="800"/>
              <a:buNone/>
              <a:defRPr sz="1067"/>
            </a:lvl4pPr>
            <a:lvl5pPr lvl="4" algn="l">
              <a:lnSpc>
                <a:spcPct val="100000"/>
              </a:lnSpc>
              <a:spcBef>
                <a:spcPts val="267"/>
              </a:spcBef>
              <a:spcAft>
                <a:spcPts val="0"/>
              </a:spcAft>
              <a:buSzPts val="800"/>
              <a:buNone/>
              <a:defRPr sz="1067"/>
            </a:lvl5pPr>
            <a:lvl6pPr lvl="5" algn="l">
              <a:lnSpc>
                <a:spcPct val="100000"/>
              </a:lnSpc>
              <a:spcBef>
                <a:spcPts val="267"/>
              </a:spcBef>
              <a:spcAft>
                <a:spcPts val="0"/>
              </a:spcAft>
              <a:buSzPts val="800"/>
              <a:buNone/>
              <a:defRPr sz="1067"/>
            </a:lvl6pPr>
            <a:lvl7pPr lvl="6" algn="l">
              <a:lnSpc>
                <a:spcPct val="100000"/>
              </a:lnSpc>
              <a:spcBef>
                <a:spcPts val="267"/>
              </a:spcBef>
              <a:spcAft>
                <a:spcPts val="0"/>
              </a:spcAft>
              <a:buSzPts val="800"/>
              <a:buNone/>
              <a:defRPr sz="1067"/>
            </a:lvl7pPr>
            <a:lvl8pPr lvl="7" algn="l">
              <a:lnSpc>
                <a:spcPct val="100000"/>
              </a:lnSpc>
              <a:spcBef>
                <a:spcPts val="267"/>
              </a:spcBef>
              <a:spcAft>
                <a:spcPts val="0"/>
              </a:spcAft>
              <a:buSzPts val="800"/>
              <a:buNone/>
              <a:defRPr sz="1067"/>
            </a:lvl8pPr>
            <a:lvl9pPr lvl="8" algn="l">
              <a:lnSpc>
                <a:spcPct val="100000"/>
              </a:lnSpc>
              <a:spcBef>
                <a:spcPts val="267"/>
              </a:spcBef>
              <a:spcAft>
                <a:spcPts val="267"/>
              </a:spcAft>
              <a:buSzPts val="800"/>
              <a:buNone/>
              <a:defRPr sz="1067"/>
            </a:lvl9pPr>
          </a:lstStyle>
          <a:p>
            <a:endParaRPr/>
          </a:p>
        </p:txBody>
      </p:sp>
      <p:sp>
        <p:nvSpPr>
          <p:cNvPr id="180" name="Google Shape;180;p30"/>
          <p:cNvSpPr txBox="1">
            <a:spLocks noGrp="1"/>
          </p:cNvSpPr>
          <p:nvPr>
            <p:ph type="subTitle" idx="4"/>
          </p:nvPr>
        </p:nvSpPr>
        <p:spPr>
          <a:xfrm>
            <a:off x="3622028" y="1360103"/>
            <a:ext cx="12192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900"/>
              <a:buNone/>
              <a:defRPr sz="1200" b="1">
                <a:solidFill>
                  <a:schemeClr val="accent1"/>
                </a:solidFill>
              </a:defRPr>
            </a:lvl1pPr>
            <a:lvl2pPr lvl="1" algn="ctr">
              <a:lnSpc>
                <a:spcPct val="100000"/>
              </a:lnSpc>
              <a:spcBef>
                <a:spcPts val="267"/>
              </a:spcBef>
              <a:spcAft>
                <a:spcPts val="0"/>
              </a:spcAft>
              <a:buClr>
                <a:schemeClr val="accent1"/>
              </a:buClr>
              <a:buSzPts val="1000"/>
              <a:buNone/>
              <a:defRPr sz="1333" b="1">
                <a:solidFill>
                  <a:schemeClr val="accent1"/>
                </a:solidFill>
              </a:defRPr>
            </a:lvl2pPr>
            <a:lvl3pPr lvl="2" algn="ctr">
              <a:lnSpc>
                <a:spcPct val="100000"/>
              </a:lnSpc>
              <a:spcBef>
                <a:spcPts val="267"/>
              </a:spcBef>
              <a:spcAft>
                <a:spcPts val="0"/>
              </a:spcAft>
              <a:buClr>
                <a:schemeClr val="accent1"/>
              </a:buClr>
              <a:buSzPts val="1000"/>
              <a:buNone/>
              <a:defRPr sz="1333" b="1">
                <a:solidFill>
                  <a:schemeClr val="accent1"/>
                </a:solidFill>
              </a:defRPr>
            </a:lvl3pPr>
            <a:lvl4pPr lvl="3" algn="ctr">
              <a:lnSpc>
                <a:spcPct val="100000"/>
              </a:lnSpc>
              <a:spcBef>
                <a:spcPts val="267"/>
              </a:spcBef>
              <a:spcAft>
                <a:spcPts val="0"/>
              </a:spcAft>
              <a:buClr>
                <a:schemeClr val="accent1"/>
              </a:buClr>
              <a:buSzPts val="1000"/>
              <a:buNone/>
              <a:defRPr sz="1333" b="1">
                <a:solidFill>
                  <a:schemeClr val="accent1"/>
                </a:solidFill>
              </a:defRPr>
            </a:lvl4pPr>
            <a:lvl5pPr lvl="4" algn="ctr">
              <a:lnSpc>
                <a:spcPct val="100000"/>
              </a:lnSpc>
              <a:spcBef>
                <a:spcPts val="267"/>
              </a:spcBef>
              <a:spcAft>
                <a:spcPts val="0"/>
              </a:spcAft>
              <a:buClr>
                <a:schemeClr val="accent1"/>
              </a:buClr>
              <a:buSzPts val="1000"/>
              <a:buNone/>
              <a:defRPr sz="1333" b="1">
                <a:solidFill>
                  <a:schemeClr val="accent1"/>
                </a:solidFill>
              </a:defRPr>
            </a:lvl5pPr>
            <a:lvl6pPr lvl="5" algn="ctr">
              <a:lnSpc>
                <a:spcPct val="100000"/>
              </a:lnSpc>
              <a:spcBef>
                <a:spcPts val="267"/>
              </a:spcBef>
              <a:spcAft>
                <a:spcPts val="0"/>
              </a:spcAft>
              <a:buClr>
                <a:schemeClr val="accent1"/>
              </a:buClr>
              <a:buSzPts val="1000"/>
              <a:buNone/>
              <a:defRPr sz="1333" b="1">
                <a:solidFill>
                  <a:schemeClr val="accent1"/>
                </a:solidFill>
              </a:defRPr>
            </a:lvl6pPr>
            <a:lvl7pPr lvl="6" algn="ctr">
              <a:lnSpc>
                <a:spcPct val="100000"/>
              </a:lnSpc>
              <a:spcBef>
                <a:spcPts val="267"/>
              </a:spcBef>
              <a:spcAft>
                <a:spcPts val="0"/>
              </a:spcAft>
              <a:buClr>
                <a:schemeClr val="accent1"/>
              </a:buClr>
              <a:buSzPts val="1000"/>
              <a:buNone/>
              <a:defRPr sz="1333" b="1">
                <a:solidFill>
                  <a:schemeClr val="accent1"/>
                </a:solidFill>
              </a:defRPr>
            </a:lvl7pPr>
            <a:lvl8pPr lvl="7" algn="ctr">
              <a:lnSpc>
                <a:spcPct val="100000"/>
              </a:lnSpc>
              <a:spcBef>
                <a:spcPts val="267"/>
              </a:spcBef>
              <a:spcAft>
                <a:spcPts val="0"/>
              </a:spcAft>
              <a:buClr>
                <a:schemeClr val="accent1"/>
              </a:buClr>
              <a:buSzPts val="1000"/>
              <a:buNone/>
              <a:defRPr sz="1333" b="1">
                <a:solidFill>
                  <a:schemeClr val="accent1"/>
                </a:solidFill>
              </a:defRPr>
            </a:lvl8pPr>
            <a:lvl9pPr lvl="8" algn="ctr">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181" name="Google Shape;181;p30"/>
          <p:cNvSpPr txBox="1">
            <a:spLocks noGrp="1"/>
          </p:cNvSpPr>
          <p:nvPr>
            <p:ph type="subTitle" idx="5"/>
          </p:nvPr>
        </p:nvSpPr>
        <p:spPr>
          <a:xfrm>
            <a:off x="5853524" y="1556588"/>
            <a:ext cx="12192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800"/>
              <a:buNone/>
              <a:defRPr sz="1067"/>
            </a:lvl1pPr>
            <a:lvl2pPr lvl="1" algn="l">
              <a:lnSpc>
                <a:spcPct val="100000"/>
              </a:lnSpc>
              <a:spcBef>
                <a:spcPts val="267"/>
              </a:spcBef>
              <a:spcAft>
                <a:spcPts val="0"/>
              </a:spcAft>
              <a:buSzPts val="800"/>
              <a:buNone/>
              <a:defRPr sz="1067"/>
            </a:lvl2pPr>
            <a:lvl3pPr lvl="2" algn="l">
              <a:lnSpc>
                <a:spcPct val="100000"/>
              </a:lnSpc>
              <a:spcBef>
                <a:spcPts val="267"/>
              </a:spcBef>
              <a:spcAft>
                <a:spcPts val="0"/>
              </a:spcAft>
              <a:buSzPts val="800"/>
              <a:buNone/>
              <a:defRPr sz="1067"/>
            </a:lvl3pPr>
            <a:lvl4pPr lvl="3" algn="l">
              <a:lnSpc>
                <a:spcPct val="100000"/>
              </a:lnSpc>
              <a:spcBef>
                <a:spcPts val="267"/>
              </a:spcBef>
              <a:spcAft>
                <a:spcPts val="0"/>
              </a:spcAft>
              <a:buSzPts val="800"/>
              <a:buNone/>
              <a:defRPr sz="1067"/>
            </a:lvl4pPr>
            <a:lvl5pPr lvl="4" algn="l">
              <a:lnSpc>
                <a:spcPct val="100000"/>
              </a:lnSpc>
              <a:spcBef>
                <a:spcPts val="267"/>
              </a:spcBef>
              <a:spcAft>
                <a:spcPts val="0"/>
              </a:spcAft>
              <a:buSzPts val="800"/>
              <a:buNone/>
              <a:defRPr sz="1067"/>
            </a:lvl5pPr>
            <a:lvl6pPr lvl="5" algn="l">
              <a:lnSpc>
                <a:spcPct val="100000"/>
              </a:lnSpc>
              <a:spcBef>
                <a:spcPts val="267"/>
              </a:spcBef>
              <a:spcAft>
                <a:spcPts val="0"/>
              </a:spcAft>
              <a:buSzPts val="800"/>
              <a:buNone/>
              <a:defRPr sz="1067"/>
            </a:lvl6pPr>
            <a:lvl7pPr lvl="6" algn="l">
              <a:lnSpc>
                <a:spcPct val="100000"/>
              </a:lnSpc>
              <a:spcBef>
                <a:spcPts val="267"/>
              </a:spcBef>
              <a:spcAft>
                <a:spcPts val="0"/>
              </a:spcAft>
              <a:buSzPts val="800"/>
              <a:buNone/>
              <a:defRPr sz="1067"/>
            </a:lvl7pPr>
            <a:lvl8pPr lvl="7" algn="l">
              <a:lnSpc>
                <a:spcPct val="100000"/>
              </a:lnSpc>
              <a:spcBef>
                <a:spcPts val="267"/>
              </a:spcBef>
              <a:spcAft>
                <a:spcPts val="0"/>
              </a:spcAft>
              <a:buSzPts val="800"/>
              <a:buNone/>
              <a:defRPr sz="1067"/>
            </a:lvl8pPr>
            <a:lvl9pPr lvl="8" algn="l">
              <a:lnSpc>
                <a:spcPct val="100000"/>
              </a:lnSpc>
              <a:spcBef>
                <a:spcPts val="267"/>
              </a:spcBef>
              <a:spcAft>
                <a:spcPts val="267"/>
              </a:spcAft>
              <a:buSzPts val="800"/>
              <a:buNone/>
              <a:defRPr sz="1067"/>
            </a:lvl9pPr>
          </a:lstStyle>
          <a:p>
            <a:endParaRPr/>
          </a:p>
        </p:txBody>
      </p:sp>
      <p:sp>
        <p:nvSpPr>
          <p:cNvPr id="182" name="Google Shape;182;p30"/>
          <p:cNvSpPr txBox="1">
            <a:spLocks noGrp="1"/>
          </p:cNvSpPr>
          <p:nvPr>
            <p:ph type="subTitle" idx="6"/>
          </p:nvPr>
        </p:nvSpPr>
        <p:spPr>
          <a:xfrm>
            <a:off x="5853524" y="1360103"/>
            <a:ext cx="12192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900"/>
              <a:buNone/>
              <a:defRPr sz="1200" b="1">
                <a:solidFill>
                  <a:schemeClr val="accent1"/>
                </a:solidFill>
              </a:defRPr>
            </a:lvl1pPr>
            <a:lvl2pPr lvl="1" algn="ctr">
              <a:lnSpc>
                <a:spcPct val="100000"/>
              </a:lnSpc>
              <a:spcBef>
                <a:spcPts val="267"/>
              </a:spcBef>
              <a:spcAft>
                <a:spcPts val="0"/>
              </a:spcAft>
              <a:buClr>
                <a:schemeClr val="accent1"/>
              </a:buClr>
              <a:buSzPts val="1000"/>
              <a:buNone/>
              <a:defRPr sz="1333" b="1">
                <a:solidFill>
                  <a:schemeClr val="accent1"/>
                </a:solidFill>
              </a:defRPr>
            </a:lvl2pPr>
            <a:lvl3pPr lvl="2" algn="ctr">
              <a:lnSpc>
                <a:spcPct val="100000"/>
              </a:lnSpc>
              <a:spcBef>
                <a:spcPts val="267"/>
              </a:spcBef>
              <a:spcAft>
                <a:spcPts val="0"/>
              </a:spcAft>
              <a:buClr>
                <a:schemeClr val="accent1"/>
              </a:buClr>
              <a:buSzPts val="1000"/>
              <a:buNone/>
              <a:defRPr sz="1333" b="1">
                <a:solidFill>
                  <a:schemeClr val="accent1"/>
                </a:solidFill>
              </a:defRPr>
            </a:lvl3pPr>
            <a:lvl4pPr lvl="3" algn="ctr">
              <a:lnSpc>
                <a:spcPct val="100000"/>
              </a:lnSpc>
              <a:spcBef>
                <a:spcPts val="267"/>
              </a:spcBef>
              <a:spcAft>
                <a:spcPts val="0"/>
              </a:spcAft>
              <a:buClr>
                <a:schemeClr val="accent1"/>
              </a:buClr>
              <a:buSzPts val="1000"/>
              <a:buNone/>
              <a:defRPr sz="1333" b="1">
                <a:solidFill>
                  <a:schemeClr val="accent1"/>
                </a:solidFill>
              </a:defRPr>
            </a:lvl4pPr>
            <a:lvl5pPr lvl="4" algn="ctr">
              <a:lnSpc>
                <a:spcPct val="100000"/>
              </a:lnSpc>
              <a:spcBef>
                <a:spcPts val="267"/>
              </a:spcBef>
              <a:spcAft>
                <a:spcPts val="0"/>
              </a:spcAft>
              <a:buClr>
                <a:schemeClr val="accent1"/>
              </a:buClr>
              <a:buSzPts val="1000"/>
              <a:buNone/>
              <a:defRPr sz="1333" b="1">
                <a:solidFill>
                  <a:schemeClr val="accent1"/>
                </a:solidFill>
              </a:defRPr>
            </a:lvl5pPr>
            <a:lvl6pPr lvl="5" algn="ctr">
              <a:lnSpc>
                <a:spcPct val="100000"/>
              </a:lnSpc>
              <a:spcBef>
                <a:spcPts val="267"/>
              </a:spcBef>
              <a:spcAft>
                <a:spcPts val="0"/>
              </a:spcAft>
              <a:buClr>
                <a:schemeClr val="accent1"/>
              </a:buClr>
              <a:buSzPts val="1000"/>
              <a:buNone/>
              <a:defRPr sz="1333" b="1">
                <a:solidFill>
                  <a:schemeClr val="accent1"/>
                </a:solidFill>
              </a:defRPr>
            </a:lvl6pPr>
            <a:lvl7pPr lvl="6" algn="ctr">
              <a:lnSpc>
                <a:spcPct val="100000"/>
              </a:lnSpc>
              <a:spcBef>
                <a:spcPts val="267"/>
              </a:spcBef>
              <a:spcAft>
                <a:spcPts val="0"/>
              </a:spcAft>
              <a:buClr>
                <a:schemeClr val="accent1"/>
              </a:buClr>
              <a:buSzPts val="1000"/>
              <a:buNone/>
              <a:defRPr sz="1333" b="1">
                <a:solidFill>
                  <a:schemeClr val="accent1"/>
                </a:solidFill>
              </a:defRPr>
            </a:lvl7pPr>
            <a:lvl8pPr lvl="7" algn="ctr">
              <a:lnSpc>
                <a:spcPct val="100000"/>
              </a:lnSpc>
              <a:spcBef>
                <a:spcPts val="267"/>
              </a:spcBef>
              <a:spcAft>
                <a:spcPts val="0"/>
              </a:spcAft>
              <a:buClr>
                <a:schemeClr val="accent1"/>
              </a:buClr>
              <a:buSzPts val="1000"/>
              <a:buNone/>
              <a:defRPr sz="1333" b="1">
                <a:solidFill>
                  <a:schemeClr val="accent1"/>
                </a:solidFill>
              </a:defRPr>
            </a:lvl8pPr>
            <a:lvl9pPr lvl="8" algn="ctr">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183" name="Google Shape;183;p30"/>
          <p:cNvSpPr txBox="1">
            <a:spLocks noGrp="1"/>
          </p:cNvSpPr>
          <p:nvPr>
            <p:ph type="subTitle" idx="7"/>
          </p:nvPr>
        </p:nvSpPr>
        <p:spPr>
          <a:xfrm>
            <a:off x="8085019" y="1556588"/>
            <a:ext cx="12192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800"/>
              <a:buNone/>
              <a:defRPr sz="1067"/>
            </a:lvl1pPr>
            <a:lvl2pPr lvl="1" algn="l">
              <a:lnSpc>
                <a:spcPct val="100000"/>
              </a:lnSpc>
              <a:spcBef>
                <a:spcPts val="267"/>
              </a:spcBef>
              <a:spcAft>
                <a:spcPts val="0"/>
              </a:spcAft>
              <a:buSzPts val="800"/>
              <a:buNone/>
              <a:defRPr sz="1067"/>
            </a:lvl2pPr>
            <a:lvl3pPr lvl="2" algn="l">
              <a:lnSpc>
                <a:spcPct val="100000"/>
              </a:lnSpc>
              <a:spcBef>
                <a:spcPts val="267"/>
              </a:spcBef>
              <a:spcAft>
                <a:spcPts val="0"/>
              </a:spcAft>
              <a:buSzPts val="800"/>
              <a:buNone/>
              <a:defRPr sz="1067"/>
            </a:lvl3pPr>
            <a:lvl4pPr lvl="3" algn="l">
              <a:lnSpc>
                <a:spcPct val="100000"/>
              </a:lnSpc>
              <a:spcBef>
                <a:spcPts val="267"/>
              </a:spcBef>
              <a:spcAft>
                <a:spcPts val="0"/>
              </a:spcAft>
              <a:buSzPts val="800"/>
              <a:buNone/>
              <a:defRPr sz="1067"/>
            </a:lvl4pPr>
            <a:lvl5pPr lvl="4" algn="l">
              <a:lnSpc>
                <a:spcPct val="100000"/>
              </a:lnSpc>
              <a:spcBef>
                <a:spcPts val="267"/>
              </a:spcBef>
              <a:spcAft>
                <a:spcPts val="0"/>
              </a:spcAft>
              <a:buSzPts val="800"/>
              <a:buNone/>
              <a:defRPr sz="1067"/>
            </a:lvl5pPr>
            <a:lvl6pPr lvl="5" algn="l">
              <a:lnSpc>
                <a:spcPct val="100000"/>
              </a:lnSpc>
              <a:spcBef>
                <a:spcPts val="267"/>
              </a:spcBef>
              <a:spcAft>
                <a:spcPts val="0"/>
              </a:spcAft>
              <a:buSzPts val="800"/>
              <a:buNone/>
              <a:defRPr sz="1067"/>
            </a:lvl6pPr>
            <a:lvl7pPr lvl="6" algn="l">
              <a:lnSpc>
                <a:spcPct val="100000"/>
              </a:lnSpc>
              <a:spcBef>
                <a:spcPts val="267"/>
              </a:spcBef>
              <a:spcAft>
                <a:spcPts val="0"/>
              </a:spcAft>
              <a:buSzPts val="800"/>
              <a:buNone/>
              <a:defRPr sz="1067"/>
            </a:lvl7pPr>
            <a:lvl8pPr lvl="7" algn="l">
              <a:lnSpc>
                <a:spcPct val="100000"/>
              </a:lnSpc>
              <a:spcBef>
                <a:spcPts val="267"/>
              </a:spcBef>
              <a:spcAft>
                <a:spcPts val="0"/>
              </a:spcAft>
              <a:buSzPts val="800"/>
              <a:buNone/>
              <a:defRPr sz="1067"/>
            </a:lvl8pPr>
            <a:lvl9pPr lvl="8" algn="l">
              <a:lnSpc>
                <a:spcPct val="100000"/>
              </a:lnSpc>
              <a:spcBef>
                <a:spcPts val="267"/>
              </a:spcBef>
              <a:spcAft>
                <a:spcPts val="267"/>
              </a:spcAft>
              <a:buSzPts val="800"/>
              <a:buNone/>
              <a:defRPr sz="1067"/>
            </a:lvl9pPr>
          </a:lstStyle>
          <a:p>
            <a:endParaRPr/>
          </a:p>
        </p:txBody>
      </p:sp>
      <p:sp>
        <p:nvSpPr>
          <p:cNvPr id="184" name="Google Shape;184;p30"/>
          <p:cNvSpPr txBox="1">
            <a:spLocks noGrp="1"/>
          </p:cNvSpPr>
          <p:nvPr>
            <p:ph type="subTitle" idx="8"/>
          </p:nvPr>
        </p:nvSpPr>
        <p:spPr>
          <a:xfrm>
            <a:off x="8085019" y="1360103"/>
            <a:ext cx="12192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900"/>
              <a:buNone/>
              <a:defRPr sz="1200" b="1">
                <a:solidFill>
                  <a:schemeClr val="accent1"/>
                </a:solidFill>
              </a:defRPr>
            </a:lvl1pPr>
            <a:lvl2pPr lvl="1" algn="ctr">
              <a:lnSpc>
                <a:spcPct val="100000"/>
              </a:lnSpc>
              <a:spcBef>
                <a:spcPts val="267"/>
              </a:spcBef>
              <a:spcAft>
                <a:spcPts val="0"/>
              </a:spcAft>
              <a:buClr>
                <a:schemeClr val="accent1"/>
              </a:buClr>
              <a:buSzPts val="1000"/>
              <a:buNone/>
              <a:defRPr sz="1333" b="1">
                <a:solidFill>
                  <a:schemeClr val="accent1"/>
                </a:solidFill>
              </a:defRPr>
            </a:lvl2pPr>
            <a:lvl3pPr lvl="2" algn="ctr">
              <a:lnSpc>
                <a:spcPct val="100000"/>
              </a:lnSpc>
              <a:spcBef>
                <a:spcPts val="267"/>
              </a:spcBef>
              <a:spcAft>
                <a:spcPts val="0"/>
              </a:spcAft>
              <a:buClr>
                <a:schemeClr val="accent1"/>
              </a:buClr>
              <a:buSzPts val="1000"/>
              <a:buNone/>
              <a:defRPr sz="1333" b="1">
                <a:solidFill>
                  <a:schemeClr val="accent1"/>
                </a:solidFill>
              </a:defRPr>
            </a:lvl3pPr>
            <a:lvl4pPr lvl="3" algn="ctr">
              <a:lnSpc>
                <a:spcPct val="100000"/>
              </a:lnSpc>
              <a:spcBef>
                <a:spcPts val="267"/>
              </a:spcBef>
              <a:spcAft>
                <a:spcPts val="0"/>
              </a:spcAft>
              <a:buClr>
                <a:schemeClr val="accent1"/>
              </a:buClr>
              <a:buSzPts val="1000"/>
              <a:buNone/>
              <a:defRPr sz="1333" b="1">
                <a:solidFill>
                  <a:schemeClr val="accent1"/>
                </a:solidFill>
              </a:defRPr>
            </a:lvl4pPr>
            <a:lvl5pPr lvl="4" algn="ctr">
              <a:lnSpc>
                <a:spcPct val="100000"/>
              </a:lnSpc>
              <a:spcBef>
                <a:spcPts val="267"/>
              </a:spcBef>
              <a:spcAft>
                <a:spcPts val="0"/>
              </a:spcAft>
              <a:buClr>
                <a:schemeClr val="accent1"/>
              </a:buClr>
              <a:buSzPts val="1000"/>
              <a:buNone/>
              <a:defRPr sz="1333" b="1">
                <a:solidFill>
                  <a:schemeClr val="accent1"/>
                </a:solidFill>
              </a:defRPr>
            </a:lvl5pPr>
            <a:lvl6pPr lvl="5" algn="ctr">
              <a:lnSpc>
                <a:spcPct val="100000"/>
              </a:lnSpc>
              <a:spcBef>
                <a:spcPts val="267"/>
              </a:spcBef>
              <a:spcAft>
                <a:spcPts val="0"/>
              </a:spcAft>
              <a:buClr>
                <a:schemeClr val="accent1"/>
              </a:buClr>
              <a:buSzPts val="1000"/>
              <a:buNone/>
              <a:defRPr sz="1333" b="1">
                <a:solidFill>
                  <a:schemeClr val="accent1"/>
                </a:solidFill>
              </a:defRPr>
            </a:lvl6pPr>
            <a:lvl7pPr lvl="6" algn="ctr">
              <a:lnSpc>
                <a:spcPct val="100000"/>
              </a:lnSpc>
              <a:spcBef>
                <a:spcPts val="267"/>
              </a:spcBef>
              <a:spcAft>
                <a:spcPts val="0"/>
              </a:spcAft>
              <a:buClr>
                <a:schemeClr val="accent1"/>
              </a:buClr>
              <a:buSzPts val="1000"/>
              <a:buNone/>
              <a:defRPr sz="1333" b="1">
                <a:solidFill>
                  <a:schemeClr val="accent1"/>
                </a:solidFill>
              </a:defRPr>
            </a:lvl7pPr>
            <a:lvl8pPr lvl="7" algn="ctr">
              <a:lnSpc>
                <a:spcPct val="100000"/>
              </a:lnSpc>
              <a:spcBef>
                <a:spcPts val="267"/>
              </a:spcBef>
              <a:spcAft>
                <a:spcPts val="0"/>
              </a:spcAft>
              <a:buClr>
                <a:schemeClr val="accent1"/>
              </a:buClr>
              <a:buSzPts val="1000"/>
              <a:buNone/>
              <a:defRPr sz="1333" b="1">
                <a:solidFill>
                  <a:schemeClr val="accent1"/>
                </a:solidFill>
              </a:defRPr>
            </a:lvl8pPr>
            <a:lvl9pPr lvl="8" algn="ctr">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185" name="Google Shape;185;p30"/>
          <p:cNvSpPr txBox="1">
            <a:spLocks noGrp="1"/>
          </p:cNvSpPr>
          <p:nvPr>
            <p:ph type="subTitle" idx="9"/>
          </p:nvPr>
        </p:nvSpPr>
        <p:spPr>
          <a:xfrm>
            <a:off x="10316515" y="1556588"/>
            <a:ext cx="12192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800"/>
              <a:buNone/>
              <a:defRPr sz="1067"/>
            </a:lvl1pPr>
            <a:lvl2pPr lvl="1" algn="l">
              <a:lnSpc>
                <a:spcPct val="100000"/>
              </a:lnSpc>
              <a:spcBef>
                <a:spcPts val="267"/>
              </a:spcBef>
              <a:spcAft>
                <a:spcPts val="0"/>
              </a:spcAft>
              <a:buSzPts val="800"/>
              <a:buNone/>
              <a:defRPr sz="1067"/>
            </a:lvl2pPr>
            <a:lvl3pPr lvl="2" algn="l">
              <a:lnSpc>
                <a:spcPct val="100000"/>
              </a:lnSpc>
              <a:spcBef>
                <a:spcPts val="267"/>
              </a:spcBef>
              <a:spcAft>
                <a:spcPts val="0"/>
              </a:spcAft>
              <a:buSzPts val="800"/>
              <a:buNone/>
              <a:defRPr sz="1067"/>
            </a:lvl3pPr>
            <a:lvl4pPr lvl="3" algn="l">
              <a:lnSpc>
                <a:spcPct val="100000"/>
              </a:lnSpc>
              <a:spcBef>
                <a:spcPts val="267"/>
              </a:spcBef>
              <a:spcAft>
                <a:spcPts val="0"/>
              </a:spcAft>
              <a:buSzPts val="800"/>
              <a:buNone/>
              <a:defRPr sz="1067"/>
            </a:lvl4pPr>
            <a:lvl5pPr lvl="4" algn="l">
              <a:lnSpc>
                <a:spcPct val="100000"/>
              </a:lnSpc>
              <a:spcBef>
                <a:spcPts val="267"/>
              </a:spcBef>
              <a:spcAft>
                <a:spcPts val="0"/>
              </a:spcAft>
              <a:buSzPts val="800"/>
              <a:buNone/>
              <a:defRPr sz="1067"/>
            </a:lvl5pPr>
            <a:lvl6pPr lvl="5" algn="l">
              <a:lnSpc>
                <a:spcPct val="100000"/>
              </a:lnSpc>
              <a:spcBef>
                <a:spcPts val="267"/>
              </a:spcBef>
              <a:spcAft>
                <a:spcPts val="0"/>
              </a:spcAft>
              <a:buSzPts val="800"/>
              <a:buNone/>
              <a:defRPr sz="1067"/>
            </a:lvl6pPr>
            <a:lvl7pPr lvl="6" algn="l">
              <a:lnSpc>
                <a:spcPct val="100000"/>
              </a:lnSpc>
              <a:spcBef>
                <a:spcPts val="267"/>
              </a:spcBef>
              <a:spcAft>
                <a:spcPts val="0"/>
              </a:spcAft>
              <a:buSzPts val="800"/>
              <a:buNone/>
              <a:defRPr sz="1067"/>
            </a:lvl7pPr>
            <a:lvl8pPr lvl="7" algn="l">
              <a:lnSpc>
                <a:spcPct val="100000"/>
              </a:lnSpc>
              <a:spcBef>
                <a:spcPts val="267"/>
              </a:spcBef>
              <a:spcAft>
                <a:spcPts val="0"/>
              </a:spcAft>
              <a:buSzPts val="800"/>
              <a:buNone/>
              <a:defRPr sz="1067"/>
            </a:lvl8pPr>
            <a:lvl9pPr lvl="8" algn="l">
              <a:lnSpc>
                <a:spcPct val="100000"/>
              </a:lnSpc>
              <a:spcBef>
                <a:spcPts val="267"/>
              </a:spcBef>
              <a:spcAft>
                <a:spcPts val="267"/>
              </a:spcAft>
              <a:buSzPts val="800"/>
              <a:buNone/>
              <a:defRPr sz="1067"/>
            </a:lvl9pPr>
          </a:lstStyle>
          <a:p>
            <a:endParaRPr/>
          </a:p>
        </p:txBody>
      </p:sp>
      <p:sp>
        <p:nvSpPr>
          <p:cNvPr id="186" name="Google Shape;186;p30"/>
          <p:cNvSpPr txBox="1">
            <a:spLocks noGrp="1"/>
          </p:cNvSpPr>
          <p:nvPr>
            <p:ph type="subTitle" idx="13"/>
          </p:nvPr>
        </p:nvSpPr>
        <p:spPr>
          <a:xfrm>
            <a:off x="10316515" y="1360103"/>
            <a:ext cx="12192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900"/>
              <a:buNone/>
              <a:defRPr sz="1200" b="1">
                <a:solidFill>
                  <a:schemeClr val="accent1"/>
                </a:solidFill>
              </a:defRPr>
            </a:lvl1pPr>
            <a:lvl2pPr lvl="1" algn="ctr">
              <a:lnSpc>
                <a:spcPct val="100000"/>
              </a:lnSpc>
              <a:spcBef>
                <a:spcPts val="267"/>
              </a:spcBef>
              <a:spcAft>
                <a:spcPts val="0"/>
              </a:spcAft>
              <a:buClr>
                <a:schemeClr val="accent1"/>
              </a:buClr>
              <a:buSzPts val="1000"/>
              <a:buNone/>
              <a:defRPr sz="1333" b="1">
                <a:solidFill>
                  <a:schemeClr val="accent1"/>
                </a:solidFill>
              </a:defRPr>
            </a:lvl2pPr>
            <a:lvl3pPr lvl="2" algn="ctr">
              <a:lnSpc>
                <a:spcPct val="100000"/>
              </a:lnSpc>
              <a:spcBef>
                <a:spcPts val="267"/>
              </a:spcBef>
              <a:spcAft>
                <a:spcPts val="0"/>
              </a:spcAft>
              <a:buClr>
                <a:schemeClr val="accent1"/>
              </a:buClr>
              <a:buSzPts val="1000"/>
              <a:buNone/>
              <a:defRPr sz="1333" b="1">
                <a:solidFill>
                  <a:schemeClr val="accent1"/>
                </a:solidFill>
              </a:defRPr>
            </a:lvl3pPr>
            <a:lvl4pPr lvl="3" algn="ctr">
              <a:lnSpc>
                <a:spcPct val="100000"/>
              </a:lnSpc>
              <a:spcBef>
                <a:spcPts val="267"/>
              </a:spcBef>
              <a:spcAft>
                <a:spcPts val="0"/>
              </a:spcAft>
              <a:buClr>
                <a:schemeClr val="accent1"/>
              </a:buClr>
              <a:buSzPts val="1000"/>
              <a:buNone/>
              <a:defRPr sz="1333" b="1">
                <a:solidFill>
                  <a:schemeClr val="accent1"/>
                </a:solidFill>
              </a:defRPr>
            </a:lvl4pPr>
            <a:lvl5pPr lvl="4" algn="ctr">
              <a:lnSpc>
                <a:spcPct val="100000"/>
              </a:lnSpc>
              <a:spcBef>
                <a:spcPts val="267"/>
              </a:spcBef>
              <a:spcAft>
                <a:spcPts val="0"/>
              </a:spcAft>
              <a:buClr>
                <a:schemeClr val="accent1"/>
              </a:buClr>
              <a:buSzPts val="1000"/>
              <a:buNone/>
              <a:defRPr sz="1333" b="1">
                <a:solidFill>
                  <a:schemeClr val="accent1"/>
                </a:solidFill>
              </a:defRPr>
            </a:lvl5pPr>
            <a:lvl6pPr lvl="5" algn="ctr">
              <a:lnSpc>
                <a:spcPct val="100000"/>
              </a:lnSpc>
              <a:spcBef>
                <a:spcPts val="267"/>
              </a:spcBef>
              <a:spcAft>
                <a:spcPts val="0"/>
              </a:spcAft>
              <a:buClr>
                <a:schemeClr val="accent1"/>
              </a:buClr>
              <a:buSzPts val="1000"/>
              <a:buNone/>
              <a:defRPr sz="1333" b="1">
                <a:solidFill>
                  <a:schemeClr val="accent1"/>
                </a:solidFill>
              </a:defRPr>
            </a:lvl6pPr>
            <a:lvl7pPr lvl="6" algn="ctr">
              <a:lnSpc>
                <a:spcPct val="100000"/>
              </a:lnSpc>
              <a:spcBef>
                <a:spcPts val="267"/>
              </a:spcBef>
              <a:spcAft>
                <a:spcPts val="0"/>
              </a:spcAft>
              <a:buClr>
                <a:schemeClr val="accent1"/>
              </a:buClr>
              <a:buSzPts val="1000"/>
              <a:buNone/>
              <a:defRPr sz="1333" b="1">
                <a:solidFill>
                  <a:schemeClr val="accent1"/>
                </a:solidFill>
              </a:defRPr>
            </a:lvl7pPr>
            <a:lvl8pPr lvl="7" algn="ctr">
              <a:lnSpc>
                <a:spcPct val="100000"/>
              </a:lnSpc>
              <a:spcBef>
                <a:spcPts val="267"/>
              </a:spcBef>
              <a:spcAft>
                <a:spcPts val="0"/>
              </a:spcAft>
              <a:buClr>
                <a:schemeClr val="accent1"/>
              </a:buClr>
              <a:buSzPts val="1000"/>
              <a:buNone/>
              <a:defRPr sz="1333" b="1">
                <a:solidFill>
                  <a:schemeClr val="accent1"/>
                </a:solidFill>
              </a:defRPr>
            </a:lvl8pPr>
            <a:lvl9pPr lvl="8" algn="ctr">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187" name="Google Shape;187;p30"/>
          <p:cNvSpPr/>
          <p:nvPr/>
        </p:nvSpPr>
        <p:spPr>
          <a:xfrm>
            <a:off x="5017141" y="1220695"/>
            <a:ext cx="730800" cy="7308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188" name="Google Shape;188;p30"/>
          <p:cNvSpPr/>
          <p:nvPr/>
        </p:nvSpPr>
        <p:spPr>
          <a:xfrm>
            <a:off x="7248636" y="1220695"/>
            <a:ext cx="730800" cy="7308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189" name="Google Shape;189;p30"/>
          <p:cNvSpPr/>
          <p:nvPr/>
        </p:nvSpPr>
        <p:spPr>
          <a:xfrm>
            <a:off x="9480132" y="1220695"/>
            <a:ext cx="730800" cy="7308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190" name="Google Shape;190;p30"/>
          <p:cNvSpPr>
            <a:spLocks noGrp="1"/>
          </p:cNvSpPr>
          <p:nvPr>
            <p:ph type="pic" idx="14"/>
          </p:nvPr>
        </p:nvSpPr>
        <p:spPr>
          <a:xfrm>
            <a:off x="614751" y="1281295"/>
            <a:ext cx="609600" cy="609600"/>
          </a:xfrm>
          <a:prstGeom prst="ellipse">
            <a:avLst/>
          </a:prstGeom>
          <a:noFill/>
          <a:ln w="19050" cap="flat" cmpd="sng">
            <a:solidFill>
              <a:schemeClr val="dk1"/>
            </a:solidFill>
            <a:prstDash val="solid"/>
            <a:round/>
            <a:headEnd type="none" w="sm" len="sm"/>
            <a:tailEnd type="none" w="sm" len="sm"/>
          </a:ln>
        </p:spPr>
        <p:txBody>
          <a:bodyPr/>
          <a:lstStyle/>
          <a:p>
            <a:endParaRPr lang="en-IN"/>
          </a:p>
        </p:txBody>
      </p:sp>
      <p:sp>
        <p:nvSpPr>
          <p:cNvPr id="191" name="Google Shape;191;p30"/>
          <p:cNvSpPr>
            <a:spLocks noGrp="1"/>
          </p:cNvSpPr>
          <p:nvPr>
            <p:ph type="pic" idx="15"/>
          </p:nvPr>
        </p:nvSpPr>
        <p:spPr>
          <a:xfrm>
            <a:off x="2846245" y="1281295"/>
            <a:ext cx="609600" cy="609600"/>
          </a:xfrm>
          <a:prstGeom prst="ellipse">
            <a:avLst/>
          </a:prstGeom>
          <a:noFill/>
          <a:ln w="19050" cap="flat" cmpd="sng">
            <a:solidFill>
              <a:schemeClr val="dk1"/>
            </a:solidFill>
            <a:prstDash val="solid"/>
            <a:round/>
            <a:headEnd type="none" w="sm" len="sm"/>
            <a:tailEnd type="none" w="sm" len="sm"/>
          </a:ln>
        </p:spPr>
        <p:txBody>
          <a:bodyPr/>
          <a:lstStyle/>
          <a:p>
            <a:endParaRPr lang="en-IN"/>
          </a:p>
        </p:txBody>
      </p:sp>
      <p:sp>
        <p:nvSpPr>
          <p:cNvPr id="192" name="Google Shape;192;p30"/>
          <p:cNvSpPr>
            <a:spLocks noGrp="1"/>
          </p:cNvSpPr>
          <p:nvPr>
            <p:ph type="pic" idx="16"/>
          </p:nvPr>
        </p:nvSpPr>
        <p:spPr>
          <a:xfrm>
            <a:off x="5077741" y="1281295"/>
            <a:ext cx="609600" cy="609600"/>
          </a:xfrm>
          <a:prstGeom prst="ellipse">
            <a:avLst/>
          </a:prstGeom>
          <a:noFill/>
          <a:ln w="19050" cap="flat" cmpd="sng">
            <a:solidFill>
              <a:schemeClr val="dk1"/>
            </a:solidFill>
            <a:prstDash val="solid"/>
            <a:round/>
            <a:headEnd type="none" w="sm" len="sm"/>
            <a:tailEnd type="none" w="sm" len="sm"/>
          </a:ln>
        </p:spPr>
        <p:txBody>
          <a:bodyPr/>
          <a:lstStyle/>
          <a:p>
            <a:endParaRPr lang="en-IN"/>
          </a:p>
        </p:txBody>
      </p:sp>
      <p:sp>
        <p:nvSpPr>
          <p:cNvPr id="193" name="Google Shape;193;p30"/>
          <p:cNvSpPr>
            <a:spLocks noGrp="1"/>
          </p:cNvSpPr>
          <p:nvPr>
            <p:ph type="pic" idx="17"/>
          </p:nvPr>
        </p:nvSpPr>
        <p:spPr>
          <a:xfrm>
            <a:off x="7309236" y="1281295"/>
            <a:ext cx="609600" cy="609600"/>
          </a:xfrm>
          <a:prstGeom prst="ellipse">
            <a:avLst/>
          </a:prstGeom>
          <a:noFill/>
          <a:ln w="19050" cap="flat" cmpd="sng">
            <a:solidFill>
              <a:schemeClr val="dk1"/>
            </a:solidFill>
            <a:prstDash val="solid"/>
            <a:round/>
            <a:headEnd type="none" w="sm" len="sm"/>
            <a:tailEnd type="none" w="sm" len="sm"/>
          </a:ln>
        </p:spPr>
        <p:txBody>
          <a:bodyPr/>
          <a:lstStyle/>
          <a:p>
            <a:endParaRPr lang="en-IN"/>
          </a:p>
        </p:txBody>
      </p:sp>
      <p:sp>
        <p:nvSpPr>
          <p:cNvPr id="194" name="Google Shape;194;p30"/>
          <p:cNvSpPr>
            <a:spLocks noGrp="1"/>
          </p:cNvSpPr>
          <p:nvPr>
            <p:ph type="pic" idx="18"/>
          </p:nvPr>
        </p:nvSpPr>
        <p:spPr>
          <a:xfrm>
            <a:off x="9540732" y="1281295"/>
            <a:ext cx="609600" cy="609600"/>
          </a:xfrm>
          <a:prstGeom prst="ellipse">
            <a:avLst/>
          </a:prstGeom>
          <a:noFill/>
          <a:ln w="19050" cap="flat" cmpd="sng">
            <a:solidFill>
              <a:schemeClr val="dk1"/>
            </a:solidFill>
            <a:prstDash val="solid"/>
            <a:round/>
            <a:headEnd type="none" w="sm" len="sm"/>
            <a:tailEnd type="none" w="sm" len="sm"/>
          </a:ln>
        </p:spPr>
        <p:txBody>
          <a:bodyPr/>
          <a:lstStyle/>
          <a:p>
            <a:endParaRPr lang="en-IN"/>
          </a:p>
        </p:txBody>
      </p:sp>
      <p:sp>
        <p:nvSpPr>
          <p:cNvPr id="195" name="Google Shape;195;p30"/>
          <p:cNvSpPr/>
          <p:nvPr/>
        </p:nvSpPr>
        <p:spPr>
          <a:xfrm>
            <a:off x="554151" y="2305828"/>
            <a:ext cx="730800" cy="7308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196" name="Google Shape;196;p30"/>
          <p:cNvSpPr/>
          <p:nvPr/>
        </p:nvSpPr>
        <p:spPr>
          <a:xfrm>
            <a:off x="2785645" y="2305828"/>
            <a:ext cx="730800" cy="7308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197" name="Google Shape;197;p30"/>
          <p:cNvSpPr txBox="1">
            <a:spLocks noGrp="1"/>
          </p:cNvSpPr>
          <p:nvPr>
            <p:ph type="subTitle" idx="19"/>
          </p:nvPr>
        </p:nvSpPr>
        <p:spPr>
          <a:xfrm>
            <a:off x="1390533" y="2641721"/>
            <a:ext cx="12192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800"/>
              <a:buNone/>
              <a:defRPr sz="1067"/>
            </a:lvl1pPr>
            <a:lvl2pPr lvl="1" algn="l">
              <a:lnSpc>
                <a:spcPct val="100000"/>
              </a:lnSpc>
              <a:spcBef>
                <a:spcPts val="267"/>
              </a:spcBef>
              <a:spcAft>
                <a:spcPts val="0"/>
              </a:spcAft>
              <a:buSzPts val="800"/>
              <a:buNone/>
              <a:defRPr sz="1067"/>
            </a:lvl2pPr>
            <a:lvl3pPr lvl="2" algn="l">
              <a:lnSpc>
                <a:spcPct val="100000"/>
              </a:lnSpc>
              <a:spcBef>
                <a:spcPts val="267"/>
              </a:spcBef>
              <a:spcAft>
                <a:spcPts val="0"/>
              </a:spcAft>
              <a:buSzPts val="800"/>
              <a:buNone/>
              <a:defRPr sz="1067"/>
            </a:lvl3pPr>
            <a:lvl4pPr lvl="3" algn="l">
              <a:lnSpc>
                <a:spcPct val="100000"/>
              </a:lnSpc>
              <a:spcBef>
                <a:spcPts val="267"/>
              </a:spcBef>
              <a:spcAft>
                <a:spcPts val="0"/>
              </a:spcAft>
              <a:buSzPts val="800"/>
              <a:buNone/>
              <a:defRPr sz="1067"/>
            </a:lvl4pPr>
            <a:lvl5pPr lvl="4" algn="l">
              <a:lnSpc>
                <a:spcPct val="100000"/>
              </a:lnSpc>
              <a:spcBef>
                <a:spcPts val="267"/>
              </a:spcBef>
              <a:spcAft>
                <a:spcPts val="0"/>
              </a:spcAft>
              <a:buSzPts val="800"/>
              <a:buNone/>
              <a:defRPr sz="1067"/>
            </a:lvl5pPr>
            <a:lvl6pPr lvl="5" algn="l">
              <a:lnSpc>
                <a:spcPct val="100000"/>
              </a:lnSpc>
              <a:spcBef>
                <a:spcPts val="267"/>
              </a:spcBef>
              <a:spcAft>
                <a:spcPts val="0"/>
              </a:spcAft>
              <a:buSzPts val="800"/>
              <a:buNone/>
              <a:defRPr sz="1067"/>
            </a:lvl6pPr>
            <a:lvl7pPr lvl="6" algn="l">
              <a:lnSpc>
                <a:spcPct val="100000"/>
              </a:lnSpc>
              <a:spcBef>
                <a:spcPts val="267"/>
              </a:spcBef>
              <a:spcAft>
                <a:spcPts val="0"/>
              </a:spcAft>
              <a:buSzPts val="800"/>
              <a:buNone/>
              <a:defRPr sz="1067"/>
            </a:lvl7pPr>
            <a:lvl8pPr lvl="7" algn="l">
              <a:lnSpc>
                <a:spcPct val="100000"/>
              </a:lnSpc>
              <a:spcBef>
                <a:spcPts val="267"/>
              </a:spcBef>
              <a:spcAft>
                <a:spcPts val="0"/>
              </a:spcAft>
              <a:buSzPts val="800"/>
              <a:buNone/>
              <a:defRPr sz="1067"/>
            </a:lvl8pPr>
            <a:lvl9pPr lvl="8" algn="l">
              <a:lnSpc>
                <a:spcPct val="100000"/>
              </a:lnSpc>
              <a:spcBef>
                <a:spcPts val="267"/>
              </a:spcBef>
              <a:spcAft>
                <a:spcPts val="267"/>
              </a:spcAft>
              <a:buSzPts val="800"/>
              <a:buNone/>
              <a:defRPr sz="1067"/>
            </a:lvl9pPr>
          </a:lstStyle>
          <a:p>
            <a:endParaRPr/>
          </a:p>
        </p:txBody>
      </p:sp>
      <p:sp>
        <p:nvSpPr>
          <p:cNvPr id="198" name="Google Shape;198;p30"/>
          <p:cNvSpPr txBox="1">
            <a:spLocks noGrp="1"/>
          </p:cNvSpPr>
          <p:nvPr>
            <p:ph type="subTitle" idx="20"/>
          </p:nvPr>
        </p:nvSpPr>
        <p:spPr>
          <a:xfrm>
            <a:off x="1390533" y="2445236"/>
            <a:ext cx="12192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900"/>
              <a:buNone/>
              <a:defRPr sz="1200" b="1">
                <a:solidFill>
                  <a:schemeClr val="accent1"/>
                </a:solidFill>
              </a:defRPr>
            </a:lvl1pPr>
            <a:lvl2pPr lvl="1" algn="ctr">
              <a:lnSpc>
                <a:spcPct val="100000"/>
              </a:lnSpc>
              <a:spcBef>
                <a:spcPts val="267"/>
              </a:spcBef>
              <a:spcAft>
                <a:spcPts val="0"/>
              </a:spcAft>
              <a:buClr>
                <a:schemeClr val="accent1"/>
              </a:buClr>
              <a:buSzPts val="1000"/>
              <a:buNone/>
              <a:defRPr sz="1333" b="1">
                <a:solidFill>
                  <a:schemeClr val="accent1"/>
                </a:solidFill>
              </a:defRPr>
            </a:lvl2pPr>
            <a:lvl3pPr lvl="2" algn="ctr">
              <a:lnSpc>
                <a:spcPct val="100000"/>
              </a:lnSpc>
              <a:spcBef>
                <a:spcPts val="267"/>
              </a:spcBef>
              <a:spcAft>
                <a:spcPts val="0"/>
              </a:spcAft>
              <a:buClr>
                <a:schemeClr val="accent1"/>
              </a:buClr>
              <a:buSzPts val="1000"/>
              <a:buNone/>
              <a:defRPr sz="1333" b="1">
                <a:solidFill>
                  <a:schemeClr val="accent1"/>
                </a:solidFill>
              </a:defRPr>
            </a:lvl3pPr>
            <a:lvl4pPr lvl="3" algn="ctr">
              <a:lnSpc>
                <a:spcPct val="100000"/>
              </a:lnSpc>
              <a:spcBef>
                <a:spcPts val="267"/>
              </a:spcBef>
              <a:spcAft>
                <a:spcPts val="0"/>
              </a:spcAft>
              <a:buClr>
                <a:schemeClr val="accent1"/>
              </a:buClr>
              <a:buSzPts val="1000"/>
              <a:buNone/>
              <a:defRPr sz="1333" b="1">
                <a:solidFill>
                  <a:schemeClr val="accent1"/>
                </a:solidFill>
              </a:defRPr>
            </a:lvl4pPr>
            <a:lvl5pPr lvl="4" algn="ctr">
              <a:lnSpc>
                <a:spcPct val="100000"/>
              </a:lnSpc>
              <a:spcBef>
                <a:spcPts val="267"/>
              </a:spcBef>
              <a:spcAft>
                <a:spcPts val="0"/>
              </a:spcAft>
              <a:buClr>
                <a:schemeClr val="accent1"/>
              </a:buClr>
              <a:buSzPts val="1000"/>
              <a:buNone/>
              <a:defRPr sz="1333" b="1">
                <a:solidFill>
                  <a:schemeClr val="accent1"/>
                </a:solidFill>
              </a:defRPr>
            </a:lvl5pPr>
            <a:lvl6pPr lvl="5" algn="ctr">
              <a:lnSpc>
                <a:spcPct val="100000"/>
              </a:lnSpc>
              <a:spcBef>
                <a:spcPts val="267"/>
              </a:spcBef>
              <a:spcAft>
                <a:spcPts val="0"/>
              </a:spcAft>
              <a:buClr>
                <a:schemeClr val="accent1"/>
              </a:buClr>
              <a:buSzPts val="1000"/>
              <a:buNone/>
              <a:defRPr sz="1333" b="1">
                <a:solidFill>
                  <a:schemeClr val="accent1"/>
                </a:solidFill>
              </a:defRPr>
            </a:lvl6pPr>
            <a:lvl7pPr lvl="6" algn="ctr">
              <a:lnSpc>
                <a:spcPct val="100000"/>
              </a:lnSpc>
              <a:spcBef>
                <a:spcPts val="267"/>
              </a:spcBef>
              <a:spcAft>
                <a:spcPts val="0"/>
              </a:spcAft>
              <a:buClr>
                <a:schemeClr val="accent1"/>
              </a:buClr>
              <a:buSzPts val="1000"/>
              <a:buNone/>
              <a:defRPr sz="1333" b="1">
                <a:solidFill>
                  <a:schemeClr val="accent1"/>
                </a:solidFill>
              </a:defRPr>
            </a:lvl7pPr>
            <a:lvl8pPr lvl="7" algn="ctr">
              <a:lnSpc>
                <a:spcPct val="100000"/>
              </a:lnSpc>
              <a:spcBef>
                <a:spcPts val="267"/>
              </a:spcBef>
              <a:spcAft>
                <a:spcPts val="0"/>
              </a:spcAft>
              <a:buClr>
                <a:schemeClr val="accent1"/>
              </a:buClr>
              <a:buSzPts val="1000"/>
              <a:buNone/>
              <a:defRPr sz="1333" b="1">
                <a:solidFill>
                  <a:schemeClr val="accent1"/>
                </a:solidFill>
              </a:defRPr>
            </a:lvl8pPr>
            <a:lvl9pPr lvl="8" algn="ctr">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199" name="Google Shape;199;p30"/>
          <p:cNvSpPr txBox="1">
            <a:spLocks noGrp="1"/>
          </p:cNvSpPr>
          <p:nvPr>
            <p:ph type="subTitle" idx="21"/>
          </p:nvPr>
        </p:nvSpPr>
        <p:spPr>
          <a:xfrm>
            <a:off x="3622028" y="2641721"/>
            <a:ext cx="12192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800"/>
              <a:buNone/>
              <a:defRPr sz="1067"/>
            </a:lvl1pPr>
            <a:lvl2pPr lvl="1" algn="l">
              <a:lnSpc>
                <a:spcPct val="100000"/>
              </a:lnSpc>
              <a:spcBef>
                <a:spcPts val="267"/>
              </a:spcBef>
              <a:spcAft>
                <a:spcPts val="0"/>
              </a:spcAft>
              <a:buSzPts val="800"/>
              <a:buNone/>
              <a:defRPr sz="1067"/>
            </a:lvl2pPr>
            <a:lvl3pPr lvl="2" algn="l">
              <a:lnSpc>
                <a:spcPct val="100000"/>
              </a:lnSpc>
              <a:spcBef>
                <a:spcPts val="267"/>
              </a:spcBef>
              <a:spcAft>
                <a:spcPts val="0"/>
              </a:spcAft>
              <a:buSzPts val="800"/>
              <a:buNone/>
              <a:defRPr sz="1067"/>
            </a:lvl3pPr>
            <a:lvl4pPr lvl="3" algn="l">
              <a:lnSpc>
                <a:spcPct val="100000"/>
              </a:lnSpc>
              <a:spcBef>
                <a:spcPts val="267"/>
              </a:spcBef>
              <a:spcAft>
                <a:spcPts val="0"/>
              </a:spcAft>
              <a:buSzPts val="800"/>
              <a:buNone/>
              <a:defRPr sz="1067"/>
            </a:lvl4pPr>
            <a:lvl5pPr lvl="4" algn="l">
              <a:lnSpc>
                <a:spcPct val="100000"/>
              </a:lnSpc>
              <a:spcBef>
                <a:spcPts val="267"/>
              </a:spcBef>
              <a:spcAft>
                <a:spcPts val="0"/>
              </a:spcAft>
              <a:buSzPts val="800"/>
              <a:buNone/>
              <a:defRPr sz="1067"/>
            </a:lvl5pPr>
            <a:lvl6pPr lvl="5" algn="l">
              <a:lnSpc>
                <a:spcPct val="100000"/>
              </a:lnSpc>
              <a:spcBef>
                <a:spcPts val="267"/>
              </a:spcBef>
              <a:spcAft>
                <a:spcPts val="0"/>
              </a:spcAft>
              <a:buSzPts val="800"/>
              <a:buNone/>
              <a:defRPr sz="1067"/>
            </a:lvl6pPr>
            <a:lvl7pPr lvl="6" algn="l">
              <a:lnSpc>
                <a:spcPct val="100000"/>
              </a:lnSpc>
              <a:spcBef>
                <a:spcPts val="267"/>
              </a:spcBef>
              <a:spcAft>
                <a:spcPts val="0"/>
              </a:spcAft>
              <a:buSzPts val="800"/>
              <a:buNone/>
              <a:defRPr sz="1067"/>
            </a:lvl7pPr>
            <a:lvl8pPr lvl="7" algn="l">
              <a:lnSpc>
                <a:spcPct val="100000"/>
              </a:lnSpc>
              <a:spcBef>
                <a:spcPts val="267"/>
              </a:spcBef>
              <a:spcAft>
                <a:spcPts val="0"/>
              </a:spcAft>
              <a:buSzPts val="800"/>
              <a:buNone/>
              <a:defRPr sz="1067"/>
            </a:lvl8pPr>
            <a:lvl9pPr lvl="8" algn="l">
              <a:lnSpc>
                <a:spcPct val="100000"/>
              </a:lnSpc>
              <a:spcBef>
                <a:spcPts val="267"/>
              </a:spcBef>
              <a:spcAft>
                <a:spcPts val="267"/>
              </a:spcAft>
              <a:buSzPts val="800"/>
              <a:buNone/>
              <a:defRPr sz="1067"/>
            </a:lvl9pPr>
          </a:lstStyle>
          <a:p>
            <a:endParaRPr/>
          </a:p>
        </p:txBody>
      </p:sp>
      <p:sp>
        <p:nvSpPr>
          <p:cNvPr id="200" name="Google Shape;200;p30"/>
          <p:cNvSpPr txBox="1">
            <a:spLocks noGrp="1"/>
          </p:cNvSpPr>
          <p:nvPr>
            <p:ph type="subTitle" idx="22"/>
          </p:nvPr>
        </p:nvSpPr>
        <p:spPr>
          <a:xfrm>
            <a:off x="3622028" y="2445236"/>
            <a:ext cx="12192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900"/>
              <a:buNone/>
              <a:defRPr sz="1200" b="1">
                <a:solidFill>
                  <a:schemeClr val="accent1"/>
                </a:solidFill>
              </a:defRPr>
            </a:lvl1pPr>
            <a:lvl2pPr lvl="1" algn="ctr">
              <a:lnSpc>
                <a:spcPct val="100000"/>
              </a:lnSpc>
              <a:spcBef>
                <a:spcPts val="267"/>
              </a:spcBef>
              <a:spcAft>
                <a:spcPts val="0"/>
              </a:spcAft>
              <a:buClr>
                <a:schemeClr val="accent1"/>
              </a:buClr>
              <a:buSzPts val="1000"/>
              <a:buNone/>
              <a:defRPr sz="1333" b="1">
                <a:solidFill>
                  <a:schemeClr val="accent1"/>
                </a:solidFill>
              </a:defRPr>
            </a:lvl2pPr>
            <a:lvl3pPr lvl="2" algn="ctr">
              <a:lnSpc>
                <a:spcPct val="100000"/>
              </a:lnSpc>
              <a:spcBef>
                <a:spcPts val="267"/>
              </a:spcBef>
              <a:spcAft>
                <a:spcPts val="0"/>
              </a:spcAft>
              <a:buClr>
                <a:schemeClr val="accent1"/>
              </a:buClr>
              <a:buSzPts val="1000"/>
              <a:buNone/>
              <a:defRPr sz="1333" b="1">
                <a:solidFill>
                  <a:schemeClr val="accent1"/>
                </a:solidFill>
              </a:defRPr>
            </a:lvl3pPr>
            <a:lvl4pPr lvl="3" algn="ctr">
              <a:lnSpc>
                <a:spcPct val="100000"/>
              </a:lnSpc>
              <a:spcBef>
                <a:spcPts val="267"/>
              </a:spcBef>
              <a:spcAft>
                <a:spcPts val="0"/>
              </a:spcAft>
              <a:buClr>
                <a:schemeClr val="accent1"/>
              </a:buClr>
              <a:buSzPts val="1000"/>
              <a:buNone/>
              <a:defRPr sz="1333" b="1">
                <a:solidFill>
                  <a:schemeClr val="accent1"/>
                </a:solidFill>
              </a:defRPr>
            </a:lvl4pPr>
            <a:lvl5pPr lvl="4" algn="ctr">
              <a:lnSpc>
                <a:spcPct val="100000"/>
              </a:lnSpc>
              <a:spcBef>
                <a:spcPts val="267"/>
              </a:spcBef>
              <a:spcAft>
                <a:spcPts val="0"/>
              </a:spcAft>
              <a:buClr>
                <a:schemeClr val="accent1"/>
              </a:buClr>
              <a:buSzPts val="1000"/>
              <a:buNone/>
              <a:defRPr sz="1333" b="1">
                <a:solidFill>
                  <a:schemeClr val="accent1"/>
                </a:solidFill>
              </a:defRPr>
            </a:lvl5pPr>
            <a:lvl6pPr lvl="5" algn="ctr">
              <a:lnSpc>
                <a:spcPct val="100000"/>
              </a:lnSpc>
              <a:spcBef>
                <a:spcPts val="267"/>
              </a:spcBef>
              <a:spcAft>
                <a:spcPts val="0"/>
              </a:spcAft>
              <a:buClr>
                <a:schemeClr val="accent1"/>
              </a:buClr>
              <a:buSzPts val="1000"/>
              <a:buNone/>
              <a:defRPr sz="1333" b="1">
                <a:solidFill>
                  <a:schemeClr val="accent1"/>
                </a:solidFill>
              </a:defRPr>
            </a:lvl6pPr>
            <a:lvl7pPr lvl="6" algn="ctr">
              <a:lnSpc>
                <a:spcPct val="100000"/>
              </a:lnSpc>
              <a:spcBef>
                <a:spcPts val="267"/>
              </a:spcBef>
              <a:spcAft>
                <a:spcPts val="0"/>
              </a:spcAft>
              <a:buClr>
                <a:schemeClr val="accent1"/>
              </a:buClr>
              <a:buSzPts val="1000"/>
              <a:buNone/>
              <a:defRPr sz="1333" b="1">
                <a:solidFill>
                  <a:schemeClr val="accent1"/>
                </a:solidFill>
              </a:defRPr>
            </a:lvl7pPr>
            <a:lvl8pPr lvl="7" algn="ctr">
              <a:lnSpc>
                <a:spcPct val="100000"/>
              </a:lnSpc>
              <a:spcBef>
                <a:spcPts val="267"/>
              </a:spcBef>
              <a:spcAft>
                <a:spcPts val="0"/>
              </a:spcAft>
              <a:buClr>
                <a:schemeClr val="accent1"/>
              </a:buClr>
              <a:buSzPts val="1000"/>
              <a:buNone/>
              <a:defRPr sz="1333" b="1">
                <a:solidFill>
                  <a:schemeClr val="accent1"/>
                </a:solidFill>
              </a:defRPr>
            </a:lvl8pPr>
            <a:lvl9pPr lvl="8" algn="ctr">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201" name="Google Shape;201;p30"/>
          <p:cNvSpPr txBox="1">
            <a:spLocks noGrp="1"/>
          </p:cNvSpPr>
          <p:nvPr>
            <p:ph type="subTitle" idx="23"/>
          </p:nvPr>
        </p:nvSpPr>
        <p:spPr>
          <a:xfrm>
            <a:off x="5853524" y="2641721"/>
            <a:ext cx="12192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800"/>
              <a:buNone/>
              <a:defRPr sz="1067"/>
            </a:lvl1pPr>
            <a:lvl2pPr lvl="1" algn="l">
              <a:lnSpc>
                <a:spcPct val="100000"/>
              </a:lnSpc>
              <a:spcBef>
                <a:spcPts val="267"/>
              </a:spcBef>
              <a:spcAft>
                <a:spcPts val="0"/>
              </a:spcAft>
              <a:buSzPts val="800"/>
              <a:buNone/>
              <a:defRPr sz="1067"/>
            </a:lvl2pPr>
            <a:lvl3pPr lvl="2" algn="l">
              <a:lnSpc>
                <a:spcPct val="100000"/>
              </a:lnSpc>
              <a:spcBef>
                <a:spcPts val="267"/>
              </a:spcBef>
              <a:spcAft>
                <a:spcPts val="0"/>
              </a:spcAft>
              <a:buSzPts val="800"/>
              <a:buNone/>
              <a:defRPr sz="1067"/>
            </a:lvl3pPr>
            <a:lvl4pPr lvl="3" algn="l">
              <a:lnSpc>
                <a:spcPct val="100000"/>
              </a:lnSpc>
              <a:spcBef>
                <a:spcPts val="267"/>
              </a:spcBef>
              <a:spcAft>
                <a:spcPts val="0"/>
              </a:spcAft>
              <a:buSzPts val="800"/>
              <a:buNone/>
              <a:defRPr sz="1067"/>
            </a:lvl4pPr>
            <a:lvl5pPr lvl="4" algn="l">
              <a:lnSpc>
                <a:spcPct val="100000"/>
              </a:lnSpc>
              <a:spcBef>
                <a:spcPts val="267"/>
              </a:spcBef>
              <a:spcAft>
                <a:spcPts val="0"/>
              </a:spcAft>
              <a:buSzPts val="800"/>
              <a:buNone/>
              <a:defRPr sz="1067"/>
            </a:lvl5pPr>
            <a:lvl6pPr lvl="5" algn="l">
              <a:lnSpc>
                <a:spcPct val="100000"/>
              </a:lnSpc>
              <a:spcBef>
                <a:spcPts val="267"/>
              </a:spcBef>
              <a:spcAft>
                <a:spcPts val="0"/>
              </a:spcAft>
              <a:buSzPts val="800"/>
              <a:buNone/>
              <a:defRPr sz="1067"/>
            </a:lvl6pPr>
            <a:lvl7pPr lvl="6" algn="l">
              <a:lnSpc>
                <a:spcPct val="100000"/>
              </a:lnSpc>
              <a:spcBef>
                <a:spcPts val="267"/>
              </a:spcBef>
              <a:spcAft>
                <a:spcPts val="0"/>
              </a:spcAft>
              <a:buSzPts val="800"/>
              <a:buNone/>
              <a:defRPr sz="1067"/>
            </a:lvl7pPr>
            <a:lvl8pPr lvl="7" algn="l">
              <a:lnSpc>
                <a:spcPct val="100000"/>
              </a:lnSpc>
              <a:spcBef>
                <a:spcPts val="267"/>
              </a:spcBef>
              <a:spcAft>
                <a:spcPts val="0"/>
              </a:spcAft>
              <a:buSzPts val="800"/>
              <a:buNone/>
              <a:defRPr sz="1067"/>
            </a:lvl8pPr>
            <a:lvl9pPr lvl="8" algn="l">
              <a:lnSpc>
                <a:spcPct val="100000"/>
              </a:lnSpc>
              <a:spcBef>
                <a:spcPts val="267"/>
              </a:spcBef>
              <a:spcAft>
                <a:spcPts val="267"/>
              </a:spcAft>
              <a:buSzPts val="800"/>
              <a:buNone/>
              <a:defRPr sz="1067"/>
            </a:lvl9pPr>
          </a:lstStyle>
          <a:p>
            <a:endParaRPr/>
          </a:p>
        </p:txBody>
      </p:sp>
      <p:sp>
        <p:nvSpPr>
          <p:cNvPr id="202" name="Google Shape;202;p30"/>
          <p:cNvSpPr txBox="1">
            <a:spLocks noGrp="1"/>
          </p:cNvSpPr>
          <p:nvPr>
            <p:ph type="subTitle" idx="24"/>
          </p:nvPr>
        </p:nvSpPr>
        <p:spPr>
          <a:xfrm>
            <a:off x="5853524" y="2445236"/>
            <a:ext cx="12192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900"/>
              <a:buNone/>
              <a:defRPr sz="1200" b="1">
                <a:solidFill>
                  <a:schemeClr val="accent1"/>
                </a:solidFill>
              </a:defRPr>
            </a:lvl1pPr>
            <a:lvl2pPr lvl="1" algn="ctr">
              <a:lnSpc>
                <a:spcPct val="100000"/>
              </a:lnSpc>
              <a:spcBef>
                <a:spcPts val="267"/>
              </a:spcBef>
              <a:spcAft>
                <a:spcPts val="0"/>
              </a:spcAft>
              <a:buClr>
                <a:schemeClr val="accent1"/>
              </a:buClr>
              <a:buSzPts val="1000"/>
              <a:buNone/>
              <a:defRPr sz="1333" b="1">
                <a:solidFill>
                  <a:schemeClr val="accent1"/>
                </a:solidFill>
              </a:defRPr>
            </a:lvl2pPr>
            <a:lvl3pPr lvl="2" algn="ctr">
              <a:lnSpc>
                <a:spcPct val="100000"/>
              </a:lnSpc>
              <a:spcBef>
                <a:spcPts val="267"/>
              </a:spcBef>
              <a:spcAft>
                <a:spcPts val="0"/>
              </a:spcAft>
              <a:buClr>
                <a:schemeClr val="accent1"/>
              </a:buClr>
              <a:buSzPts val="1000"/>
              <a:buNone/>
              <a:defRPr sz="1333" b="1">
                <a:solidFill>
                  <a:schemeClr val="accent1"/>
                </a:solidFill>
              </a:defRPr>
            </a:lvl3pPr>
            <a:lvl4pPr lvl="3" algn="ctr">
              <a:lnSpc>
                <a:spcPct val="100000"/>
              </a:lnSpc>
              <a:spcBef>
                <a:spcPts val="267"/>
              </a:spcBef>
              <a:spcAft>
                <a:spcPts val="0"/>
              </a:spcAft>
              <a:buClr>
                <a:schemeClr val="accent1"/>
              </a:buClr>
              <a:buSzPts val="1000"/>
              <a:buNone/>
              <a:defRPr sz="1333" b="1">
                <a:solidFill>
                  <a:schemeClr val="accent1"/>
                </a:solidFill>
              </a:defRPr>
            </a:lvl4pPr>
            <a:lvl5pPr lvl="4" algn="ctr">
              <a:lnSpc>
                <a:spcPct val="100000"/>
              </a:lnSpc>
              <a:spcBef>
                <a:spcPts val="267"/>
              </a:spcBef>
              <a:spcAft>
                <a:spcPts val="0"/>
              </a:spcAft>
              <a:buClr>
                <a:schemeClr val="accent1"/>
              </a:buClr>
              <a:buSzPts val="1000"/>
              <a:buNone/>
              <a:defRPr sz="1333" b="1">
                <a:solidFill>
                  <a:schemeClr val="accent1"/>
                </a:solidFill>
              </a:defRPr>
            </a:lvl5pPr>
            <a:lvl6pPr lvl="5" algn="ctr">
              <a:lnSpc>
                <a:spcPct val="100000"/>
              </a:lnSpc>
              <a:spcBef>
                <a:spcPts val="267"/>
              </a:spcBef>
              <a:spcAft>
                <a:spcPts val="0"/>
              </a:spcAft>
              <a:buClr>
                <a:schemeClr val="accent1"/>
              </a:buClr>
              <a:buSzPts val="1000"/>
              <a:buNone/>
              <a:defRPr sz="1333" b="1">
                <a:solidFill>
                  <a:schemeClr val="accent1"/>
                </a:solidFill>
              </a:defRPr>
            </a:lvl6pPr>
            <a:lvl7pPr lvl="6" algn="ctr">
              <a:lnSpc>
                <a:spcPct val="100000"/>
              </a:lnSpc>
              <a:spcBef>
                <a:spcPts val="267"/>
              </a:spcBef>
              <a:spcAft>
                <a:spcPts val="0"/>
              </a:spcAft>
              <a:buClr>
                <a:schemeClr val="accent1"/>
              </a:buClr>
              <a:buSzPts val="1000"/>
              <a:buNone/>
              <a:defRPr sz="1333" b="1">
                <a:solidFill>
                  <a:schemeClr val="accent1"/>
                </a:solidFill>
              </a:defRPr>
            </a:lvl7pPr>
            <a:lvl8pPr lvl="7" algn="ctr">
              <a:lnSpc>
                <a:spcPct val="100000"/>
              </a:lnSpc>
              <a:spcBef>
                <a:spcPts val="267"/>
              </a:spcBef>
              <a:spcAft>
                <a:spcPts val="0"/>
              </a:spcAft>
              <a:buClr>
                <a:schemeClr val="accent1"/>
              </a:buClr>
              <a:buSzPts val="1000"/>
              <a:buNone/>
              <a:defRPr sz="1333" b="1">
                <a:solidFill>
                  <a:schemeClr val="accent1"/>
                </a:solidFill>
              </a:defRPr>
            </a:lvl8pPr>
            <a:lvl9pPr lvl="8" algn="ctr">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203" name="Google Shape;203;p30"/>
          <p:cNvSpPr txBox="1">
            <a:spLocks noGrp="1"/>
          </p:cNvSpPr>
          <p:nvPr>
            <p:ph type="subTitle" idx="25"/>
          </p:nvPr>
        </p:nvSpPr>
        <p:spPr>
          <a:xfrm>
            <a:off x="8085019" y="2641721"/>
            <a:ext cx="12192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800"/>
              <a:buNone/>
              <a:defRPr sz="1067"/>
            </a:lvl1pPr>
            <a:lvl2pPr lvl="1" algn="l">
              <a:lnSpc>
                <a:spcPct val="100000"/>
              </a:lnSpc>
              <a:spcBef>
                <a:spcPts val="267"/>
              </a:spcBef>
              <a:spcAft>
                <a:spcPts val="0"/>
              </a:spcAft>
              <a:buSzPts val="800"/>
              <a:buNone/>
              <a:defRPr sz="1067"/>
            </a:lvl2pPr>
            <a:lvl3pPr lvl="2" algn="l">
              <a:lnSpc>
                <a:spcPct val="100000"/>
              </a:lnSpc>
              <a:spcBef>
                <a:spcPts val="267"/>
              </a:spcBef>
              <a:spcAft>
                <a:spcPts val="0"/>
              </a:spcAft>
              <a:buSzPts val="800"/>
              <a:buNone/>
              <a:defRPr sz="1067"/>
            </a:lvl3pPr>
            <a:lvl4pPr lvl="3" algn="l">
              <a:lnSpc>
                <a:spcPct val="100000"/>
              </a:lnSpc>
              <a:spcBef>
                <a:spcPts val="267"/>
              </a:spcBef>
              <a:spcAft>
                <a:spcPts val="0"/>
              </a:spcAft>
              <a:buSzPts val="800"/>
              <a:buNone/>
              <a:defRPr sz="1067"/>
            </a:lvl4pPr>
            <a:lvl5pPr lvl="4" algn="l">
              <a:lnSpc>
                <a:spcPct val="100000"/>
              </a:lnSpc>
              <a:spcBef>
                <a:spcPts val="267"/>
              </a:spcBef>
              <a:spcAft>
                <a:spcPts val="0"/>
              </a:spcAft>
              <a:buSzPts val="800"/>
              <a:buNone/>
              <a:defRPr sz="1067"/>
            </a:lvl5pPr>
            <a:lvl6pPr lvl="5" algn="l">
              <a:lnSpc>
                <a:spcPct val="100000"/>
              </a:lnSpc>
              <a:spcBef>
                <a:spcPts val="267"/>
              </a:spcBef>
              <a:spcAft>
                <a:spcPts val="0"/>
              </a:spcAft>
              <a:buSzPts val="800"/>
              <a:buNone/>
              <a:defRPr sz="1067"/>
            </a:lvl6pPr>
            <a:lvl7pPr lvl="6" algn="l">
              <a:lnSpc>
                <a:spcPct val="100000"/>
              </a:lnSpc>
              <a:spcBef>
                <a:spcPts val="267"/>
              </a:spcBef>
              <a:spcAft>
                <a:spcPts val="0"/>
              </a:spcAft>
              <a:buSzPts val="800"/>
              <a:buNone/>
              <a:defRPr sz="1067"/>
            </a:lvl7pPr>
            <a:lvl8pPr lvl="7" algn="l">
              <a:lnSpc>
                <a:spcPct val="100000"/>
              </a:lnSpc>
              <a:spcBef>
                <a:spcPts val="267"/>
              </a:spcBef>
              <a:spcAft>
                <a:spcPts val="0"/>
              </a:spcAft>
              <a:buSzPts val="800"/>
              <a:buNone/>
              <a:defRPr sz="1067"/>
            </a:lvl8pPr>
            <a:lvl9pPr lvl="8" algn="l">
              <a:lnSpc>
                <a:spcPct val="100000"/>
              </a:lnSpc>
              <a:spcBef>
                <a:spcPts val="267"/>
              </a:spcBef>
              <a:spcAft>
                <a:spcPts val="267"/>
              </a:spcAft>
              <a:buSzPts val="800"/>
              <a:buNone/>
              <a:defRPr sz="1067"/>
            </a:lvl9pPr>
          </a:lstStyle>
          <a:p>
            <a:endParaRPr/>
          </a:p>
        </p:txBody>
      </p:sp>
      <p:sp>
        <p:nvSpPr>
          <p:cNvPr id="204" name="Google Shape;204;p30"/>
          <p:cNvSpPr txBox="1">
            <a:spLocks noGrp="1"/>
          </p:cNvSpPr>
          <p:nvPr>
            <p:ph type="subTitle" idx="26"/>
          </p:nvPr>
        </p:nvSpPr>
        <p:spPr>
          <a:xfrm>
            <a:off x="8085019" y="2445236"/>
            <a:ext cx="12192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900"/>
              <a:buNone/>
              <a:defRPr sz="1200" b="1">
                <a:solidFill>
                  <a:schemeClr val="accent1"/>
                </a:solidFill>
              </a:defRPr>
            </a:lvl1pPr>
            <a:lvl2pPr lvl="1" algn="ctr">
              <a:lnSpc>
                <a:spcPct val="100000"/>
              </a:lnSpc>
              <a:spcBef>
                <a:spcPts val="267"/>
              </a:spcBef>
              <a:spcAft>
                <a:spcPts val="0"/>
              </a:spcAft>
              <a:buClr>
                <a:schemeClr val="accent1"/>
              </a:buClr>
              <a:buSzPts val="1000"/>
              <a:buNone/>
              <a:defRPr sz="1333" b="1">
                <a:solidFill>
                  <a:schemeClr val="accent1"/>
                </a:solidFill>
              </a:defRPr>
            </a:lvl2pPr>
            <a:lvl3pPr lvl="2" algn="ctr">
              <a:lnSpc>
                <a:spcPct val="100000"/>
              </a:lnSpc>
              <a:spcBef>
                <a:spcPts val="267"/>
              </a:spcBef>
              <a:spcAft>
                <a:spcPts val="0"/>
              </a:spcAft>
              <a:buClr>
                <a:schemeClr val="accent1"/>
              </a:buClr>
              <a:buSzPts val="1000"/>
              <a:buNone/>
              <a:defRPr sz="1333" b="1">
                <a:solidFill>
                  <a:schemeClr val="accent1"/>
                </a:solidFill>
              </a:defRPr>
            </a:lvl3pPr>
            <a:lvl4pPr lvl="3" algn="ctr">
              <a:lnSpc>
                <a:spcPct val="100000"/>
              </a:lnSpc>
              <a:spcBef>
                <a:spcPts val="267"/>
              </a:spcBef>
              <a:spcAft>
                <a:spcPts val="0"/>
              </a:spcAft>
              <a:buClr>
                <a:schemeClr val="accent1"/>
              </a:buClr>
              <a:buSzPts val="1000"/>
              <a:buNone/>
              <a:defRPr sz="1333" b="1">
                <a:solidFill>
                  <a:schemeClr val="accent1"/>
                </a:solidFill>
              </a:defRPr>
            </a:lvl4pPr>
            <a:lvl5pPr lvl="4" algn="ctr">
              <a:lnSpc>
                <a:spcPct val="100000"/>
              </a:lnSpc>
              <a:spcBef>
                <a:spcPts val="267"/>
              </a:spcBef>
              <a:spcAft>
                <a:spcPts val="0"/>
              </a:spcAft>
              <a:buClr>
                <a:schemeClr val="accent1"/>
              </a:buClr>
              <a:buSzPts val="1000"/>
              <a:buNone/>
              <a:defRPr sz="1333" b="1">
                <a:solidFill>
                  <a:schemeClr val="accent1"/>
                </a:solidFill>
              </a:defRPr>
            </a:lvl5pPr>
            <a:lvl6pPr lvl="5" algn="ctr">
              <a:lnSpc>
                <a:spcPct val="100000"/>
              </a:lnSpc>
              <a:spcBef>
                <a:spcPts val="267"/>
              </a:spcBef>
              <a:spcAft>
                <a:spcPts val="0"/>
              </a:spcAft>
              <a:buClr>
                <a:schemeClr val="accent1"/>
              </a:buClr>
              <a:buSzPts val="1000"/>
              <a:buNone/>
              <a:defRPr sz="1333" b="1">
                <a:solidFill>
                  <a:schemeClr val="accent1"/>
                </a:solidFill>
              </a:defRPr>
            </a:lvl6pPr>
            <a:lvl7pPr lvl="6" algn="ctr">
              <a:lnSpc>
                <a:spcPct val="100000"/>
              </a:lnSpc>
              <a:spcBef>
                <a:spcPts val="267"/>
              </a:spcBef>
              <a:spcAft>
                <a:spcPts val="0"/>
              </a:spcAft>
              <a:buClr>
                <a:schemeClr val="accent1"/>
              </a:buClr>
              <a:buSzPts val="1000"/>
              <a:buNone/>
              <a:defRPr sz="1333" b="1">
                <a:solidFill>
                  <a:schemeClr val="accent1"/>
                </a:solidFill>
              </a:defRPr>
            </a:lvl7pPr>
            <a:lvl8pPr lvl="7" algn="ctr">
              <a:lnSpc>
                <a:spcPct val="100000"/>
              </a:lnSpc>
              <a:spcBef>
                <a:spcPts val="267"/>
              </a:spcBef>
              <a:spcAft>
                <a:spcPts val="0"/>
              </a:spcAft>
              <a:buClr>
                <a:schemeClr val="accent1"/>
              </a:buClr>
              <a:buSzPts val="1000"/>
              <a:buNone/>
              <a:defRPr sz="1333" b="1">
                <a:solidFill>
                  <a:schemeClr val="accent1"/>
                </a:solidFill>
              </a:defRPr>
            </a:lvl8pPr>
            <a:lvl9pPr lvl="8" algn="ctr">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205" name="Google Shape;205;p30"/>
          <p:cNvSpPr txBox="1">
            <a:spLocks noGrp="1"/>
          </p:cNvSpPr>
          <p:nvPr>
            <p:ph type="subTitle" idx="27"/>
          </p:nvPr>
        </p:nvSpPr>
        <p:spPr>
          <a:xfrm>
            <a:off x="10316515" y="2641721"/>
            <a:ext cx="12192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800"/>
              <a:buNone/>
              <a:defRPr sz="1067"/>
            </a:lvl1pPr>
            <a:lvl2pPr lvl="1" algn="l">
              <a:lnSpc>
                <a:spcPct val="100000"/>
              </a:lnSpc>
              <a:spcBef>
                <a:spcPts val="267"/>
              </a:spcBef>
              <a:spcAft>
                <a:spcPts val="0"/>
              </a:spcAft>
              <a:buSzPts val="800"/>
              <a:buNone/>
              <a:defRPr sz="1067"/>
            </a:lvl2pPr>
            <a:lvl3pPr lvl="2" algn="l">
              <a:lnSpc>
                <a:spcPct val="100000"/>
              </a:lnSpc>
              <a:spcBef>
                <a:spcPts val="267"/>
              </a:spcBef>
              <a:spcAft>
                <a:spcPts val="0"/>
              </a:spcAft>
              <a:buSzPts val="800"/>
              <a:buNone/>
              <a:defRPr sz="1067"/>
            </a:lvl3pPr>
            <a:lvl4pPr lvl="3" algn="l">
              <a:lnSpc>
                <a:spcPct val="100000"/>
              </a:lnSpc>
              <a:spcBef>
                <a:spcPts val="267"/>
              </a:spcBef>
              <a:spcAft>
                <a:spcPts val="0"/>
              </a:spcAft>
              <a:buSzPts val="800"/>
              <a:buNone/>
              <a:defRPr sz="1067"/>
            </a:lvl4pPr>
            <a:lvl5pPr lvl="4" algn="l">
              <a:lnSpc>
                <a:spcPct val="100000"/>
              </a:lnSpc>
              <a:spcBef>
                <a:spcPts val="267"/>
              </a:spcBef>
              <a:spcAft>
                <a:spcPts val="0"/>
              </a:spcAft>
              <a:buSzPts val="800"/>
              <a:buNone/>
              <a:defRPr sz="1067"/>
            </a:lvl5pPr>
            <a:lvl6pPr lvl="5" algn="l">
              <a:lnSpc>
                <a:spcPct val="100000"/>
              </a:lnSpc>
              <a:spcBef>
                <a:spcPts val="267"/>
              </a:spcBef>
              <a:spcAft>
                <a:spcPts val="0"/>
              </a:spcAft>
              <a:buSzPts val="800"/>
              <a:buNone/>
              <a:defRPr sz="1067"/>
            </a:lvl6pPr>
            <a:lvl7pPr lvl="6" algn="l">
              <a:lnSpc>
                <a:spcPct val="100000"/>
              </a:lnSpc>
              <a:spcBef>
                <a:spcPts val="267"/>
              </a:spcBef>
              <a:spcAft>
                <a:spcPts val="0"/>
              </a:spcAft>
              <a:buSzPts val="800"/>
              <a:buNone/>
              <a:defRPr sz="1067"/>
            </a:lvl7pPr>
            <a:lvl8pPr lvl="7" algn="l">
              <a:lnSpc>
                <a:spcPct val="100000"/>
              </a:lnSpc>
              <a:spcBef>
                <a:spcPts val="267"/>
              </a:spcBef>
              <a:spcAft>
                <a:spcPts val="0"/>
              </a:spcAft>
              <a:buSzPts val="800"/>
              <a:buNone/>
              <a:defRPr sz="1067"/>
            </a:lvl8pPr>
            <a:lvl9pPr lvl="8" algn="l">
              <a:lnSpc>
                <a:spcPct val="100000"/>
              </a:lnSpc>
              <a:spcBef>
                <a:spcPts val="267"/>
              </a:spcBef>
              <a:spcAft>
                <a:spcPts val="267"/>
              </a:spcAft>
              <a:buSzPts val="800"/>
              <a:buNone/>
              <a:defRPr sz="1067"/>
            </a:lvl9pPr>
          </a:lstStyle>
          <a:p>
            <a:endParaRPr/>
          </a:p>
        </p:txBody>
      </p:sp>
      <p:sp>
        <p:nvSpPr>
          <p:cNvPr id="206" name="Google Shape;206;p30"/>
          <p:cNvSpPr txBox="1">
            <a:spLocks noGrp="1"/>
          </p:cNvSpPr>
          <p:nvPr>
            <p:ph type="subTitle" idx="28"/>
          </p:nvPr>
        </p:nvSpPr>
        <p:spPr>
          <a:xfrm>
            <a:off x="10316515" y="2445236"/>
            <a:ext cx="12192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900"/>
              <a:buNone/>
              <a:defRPr sz="1200" b="1">
                <a:solidFill>
                  <a:schemeClr val="accent1"/>
                </a:solidFill>
              </a:defRPr>
            </a:lvl1pPr>
            <a:lvl2pPr lvl="1" algn="ctr">
              <a:lnSpc>
                <a:spcPct val="100000"/>
              </a:lnSpc>
              <a:spcBef>
                <a:spcPts val="267"/>
              </a:spcBef>
              <a:spcAft>
                <a:spcPts val="0"/>
              </a:spcAft>
              <a:buClr>
                <a:schemeClr val="accent1"/>
              </a:buClr>
              <a:buSzPts val="1000"/>
              <a:buNone/>
              <a:defRPr sz="1333" b="1">
                <a:solidFill>
                  <a:schemeClr val="accent1"/>
                </a:solidFill>
              </a:defRPr>
            </a:lvl2pPr>
            <a:lvl3pPr lvl="2" algn="ctr">
              <a:lnSpc>
                <a:spcPct val="100000"/>
              </a:lnSpc>
              <a:spcBef>
                <a:spcPts val="267"/>
              </a:spcBef>
              <a:spcAft>
                <a:spcPts val="0"/>
              </a:spcAft>
              <a:buClr>
                <a:schemeClr val="accent1"/>
              </a:buClr>
              <a:buSzPts val="1000"/>
              <a:buNone/>
              <a:defRPr sz="1333" b="1">
                <a:solidFill>
                  <a:schemeClr val="accent1"/>
                </a:solidFill>
              </a:defRPr>
            </a:lvl3pPr>
            <a:lvl4pPr lvl="3" algn="ctr">
              <a:lnSpc>
                <a:spcPct val="100000"/>
              </a:lnSpc>
              <a:spcBef>
                <a:spcPts val="267"/>
              </a:spcBef>
              <a:spcAft>
                <a:spcPts val="0"/>
              </a:spcAft>
              <a:buClr>
                <a:schemeClr val="accent1"/>
              </a:buClr>
              <a:buSzPts val="1000"/>
              <a:buNone/>
              <a:defRPr sz="1333" b="1">
                <a:solidFill>
                  <a:schemeClr val="accent1"/>
                </a:solidFill>
              </a:defRPr>
            </a:lvl4pPr>
            <a:lvl5pPr lvl="4" algn="ctr">
              <a:lnSpc>
                <a:spcPct val="100000"/>
              </a:lnSpc>
              <a:spcBef>
                <a:spcPts val="267"/>
              </a:spcBef>
              <a:spcAft>
                <a:spcPts val="0"/>
              </a:spcAft>
              <a:buClr>
                <a:schemeClr val="accent1"/>
              </a:buClr>
              <a:buSzPts val="1000"/>
              <a:buNone/>
              <a:defRPr sz="1333" b="1">
                <a:solidFill>
                  <a:schemeClr val="accent1"/>
                </a:solidFill>
              </a:defRPr>
            </a:lvl5pPr>
            <a:lvl6pPr lvl="5" algn="ctr">
              <a:lnSpc>
                <a:spcPct val="100000"/>
              </a:lnSpc>
              <a:spcBef>
                <a:spcPts val="267"/>
              </a:spcBef>
              <a:spcAft>
                <a:spcPts val="0"/>
              </a:spcAft>
              <a:buClr>
                <a:schemeClr val="accent1"/>
              </a:buClr>
              <a:buSzPts val="1000"/>
              <a:buNone/>
              <a:defRPr sz="1333" b="1">
                <a:solidFill>
                  <a:schemeClr val="accent1"/>
                </a:solidFill>
              </a:defRPr>
            </a:lvl6pPr>
            <a:lvl7pPr lvl="6" algn="ctr">
              <a:lnSpc>
                <a:spcPct val="100000"/>
              </a:lnSpc>
              <a:spcBef>
                <a:spcPts val="267"/>
              </a:spcBef>
              <a:spcAft>
                <a:spcPts val="0"/>
              </a:spcAft>
              <a:buClr>
                <a:schemeClr val="accent1"/>
              </a:buClr>
              <a:buSzPts val="1000"/>
              <a:buNone/>
              <a:defRPr sz="1333" b="1">
                <a:solidFill>
                  <a:schemeClr val="accent1"/>
                </a:solidFill>
              </a:defRPr>
            </a:lvl7pPr>
            <a:lvl8pPr lvl="7" algn="ctr">
              <a:lnSpc>
                <a:spcPct val="100000"/>
              </a:lnSpc>
              <a:spcBef>
                <a:spcPts val="267"/>
              </a:spcBef>
              <a:spcAft>
                <a:spcPts val="0"/>
              </a:spcAft>
              <a:buClr>
                <a:schemeClr val="accent1"/>
              </a:buClr>
              <a:buSzPts val="1000"/>
              <a:buNone/>
              <a:defRPr sz="1333" b="1">
                <a:solidFill>
                  <a:schemeClr val="accent1"/>
                </a:solidFill>
              </a:defRPr>
            </a:lvl8pPr>
            <a:lvl9pPr lvl="8" algn="ctr">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207" name="Google Shape;207;p30"/>
          <p:cNvSpPr/>
          <p:nvPr/>
        </p:nvSpPr>
        <p:spPr>
          <a:xfrm>
            <a:off x="5017141" y="2305828"/>
            <a:ext cx="730800" cy="7308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208" name="Google Shape;208;p30"/>
          <p:cNvSpPr/>
          <p:nvPr/>
        </p:nvSpPr>
        <p:spPr>
          <a:xfrm>
            <a:off x="7248636" y="2305828"/>
            <a:ext cx="730800" cy="7308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209" name="Google Shape;209;p30"/>
          <p:cNvSpPr/>
          <p:nvPr/>
        </p:nvSpPr>
        <p:spPr>
          <a:xfrm>
            <a:off x="9480132" y="2305828"/>
            <a:ext cx="730800" cy="7308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210" name="Google Shape;210;p30"/>
          <p:cNvSpPr>
            <a:spLocks noGrp="1"/>
          </p:cNvSpPr>
          <p:nvPr>
            <p:ph type="pic" idx="29"/>
          </p:nvPr>
        </p:nvSpPr>
        <p:spPr>
          <a:xfrm>
            <a:off x="614751" y="2366428"/>
            <a:ext cx="609600" cy="609600"/>
          </a:xfrm>
          <a:prstGeom prst="ellipse">
            <a:avLst/>
          </a:prstGeom>
          <a:noFill/>
          <a:ln w="19050" cap="flat" cmpd="sng">
            <a:solidFill>
              <a:schemeClr val="dk1"/>
            </a:solidFill>
            <a:prstDash val="solid"/>
            <a:round/>
            <a:headEnd type="none" w="sm" len="sm"/>
            <a:tailEnd type="none" w="sm" len="sm"/>
          </a:ln>
        </p:spPr>
        <p:txBody>
          <a:bodyPr/>
          <a:lstStyle/>
          <a:p>
            <a:endParaRPr lang="en-IN"/>
          </a:p>
        </p:txBody>
      </p:sp>
      <p:sp>
        <p:nvSpPr>
          <p:cNvPr id="211" name="Google Shape;211;p30"/>
          <p:cNvSpPr>
            <a:spLocks noGrp="1"/>
          </p:cNvSpPr>
          <p:nvPr>
            <p:ph type="pic" idx="30"/>
          </p:nvPr>
        </p:nvSpPr>
        <p:spPr>
          <a:xfrm>
            <a:off x="2846245" y="2366428"/>
            <a:ext cx="609600" cy="609600"/>
          </a:xfrm>
          <a:prstGeom prst="ellipse">
            <a:avLst/>
          </a:prstGeom>
          <a:noFill/>
          <a:ln w="19050" cap="flat" cmpd="sng">
            <a:solidFill>
              <a:schemeClr val="dk1"/>
            </a:solidFill>
            <a:prstDash val="solid"/>
            <a:round/>
            <a:headEnd type="none" w="sm" len="sm"/>
            <a:tailEnd type="none" w="sm" len="sm"/>
          </a:ln>
        </p:spPr>
        <p:txBody>
          <a:bodyPr/>
          <a:lstStyle/>
          <a:p>
            <a:endParaRPr lang="en-IN"/>
          </a:p>
        </p:txBody>
      </p:sp>
      <p:sp>
        <p:nvSpPr>
          <p:cNvPr id="212" name="Google Shape;212;p30"/>
          <p:cNvSpPr>
            <a:spLocks noGrp="1"/>
          </p:cNvSpPr>
          <p:nvPr>
            <p:ph type="pic" idx="31"/>
          </p:nvPr>
        </p:nvSpPr>
        <p:spPr>
          <a:xfrm>
            <a:off x="5077741" y="2366428"/>
            <a:ext cx="609600" cy="609600"/>
          </a:xfrm>
          <a:prstGeom prst="ellipse">
            <a:avLst/>
          </a:prstGeom>
          <a:noFill/>
          <a:ln w="19050" cap="flat" cmpd="sng">
            <a:solidFill>
              <a:schemeClr val="dk1"/>
            </a:solidFill>
            <a:prstDash val="solid"/>
            <a:round/>
            <a:headEnd type="none" w="sm" len="sm"/>
            <a:tailEnd type="none" w="sm" len="sm"/>
          </a:ln>
        </p:spPr>
        <p:txBody>
          <a:bodyPr/>
          <a:lstStyle/>
          <a:p>
            <a:endParaRPr lang="en-IN"/>
          </a:p>
        </p:txBody>
      </p:sp>
      <p:sp>
        <p:nvSpPr>
          <p:cNvPr id="213" name="Google Shape;213;p30"/>
          <p:cNvSpPr>
            <a:spLocks noGrp="1"/>
          </p:cNvSpPr>
          <p:nvPr>
            <p:ph type="pic" idx="32"/>
          </p:nvPr>
        </p:nvSpPr>
        <p:spPr>
          <a:xfrm>
            <a:off x="7309236" y="2366428"/>
            <a:ext cx="609600" cy="609600"/>
          </a:xfrm>
          <a:prstGeom prst="ellipse">
            <a:avLst/>
          </a:prstGeom>
          <a:noFill/>
          <a:ln w="19050" cap="flat" cmpd="sng">
            <a:solidFill>
              <a:schemeClr val="dk1"/>
            </a:solidFill>
            <a:prstDash val="solid"/>
            <a:round/>
            <a:headEnd type="none" w="sm" len="sm"/>
            <a:tailEnd type="none" w="sm" len="sm"/>
          </a:ln>
        </p:spPr>
        <p:txBody>
          <a:bodyPr/>
          <a:lstStyle/>
          <a:p>
            <a:endParaRPr lang="en-IN"/>
          </a:p>
        </p:txBody>
      </p:sp>
      <p:sp>
        <p:nvSpPr>
          <p:cNvPr id="214" name="Google Shape;214;p30"/>
          <p:cNvSpPr>
            <a:spLocks noGrp="1"/>
          </p:cNvSpPr>
          <p:nvPr>
            <p:ph type="pic" idx="33"/>
          </p:nvPr>
        </p:nvSpPr>
        <p:spPr>
          <a:xfrm>
            <a:off x="9540732" y="2366428"/>
            <a:ext cx="609600" cy="609600"/>
          </a:xfrm>
          <a:prstGeom prst="ellipse">
            <a:avLst/>
          </a:prstGeom>
          <a:noFill/>
          <a:ln w="19050" cap="flat" cmpd="sng">
            <a:solidFill>
              <a:schemeClr val="dk1"/>
            </a:solidFill>
            <a:prstDash val="solid"/>
            <a:round/>
            <a:headEnd type="none" w="sm" len="sm"/>
            <a:tailEnd type="none" w="sm" len="sm"/>
          </a:ln>
        </p:spPr>
        <p:txBody>
          <a:bodyPr/>
          <a:lstStyle/>
          <a:p>
            <a:endParaRPr lang="en-IN"/>
          </a:p>
        </p:txBody>
      </p:sp>
      <p:sp>
        <p:nvSpPr>
          <p:cNvPr id="215" name="Google Shape;215;p30"/>
          <p:cNvSpPr/>
          <p:nvPr/>
        </p:nvSpPr>
        <p:spPr>
          <a:xfrm>
            <a:off x="554151" y="3390961"/>
            <a:ext cx="730800" cy="7308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216" name="Google Shape;216;p30"/>
          <p:cNvSpPr/>
          <p:nvPr/>
        </p:nvSpPr>
        <p:spPr>
          <a:xfrm>
            <a:off x="2785645" y="3390961"/>
            <a:ext cx="730800" cy="7308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217" name="Google Shape;217;p30"/>
          <p:cNvSpPr txBox="1">
            <a:spLocks noGrp="1"/>
          </p:cNvSpPr>
          <p:nvPr>
            <p:ph type="subTitle" idx="34"/>
          </p:nvPr>
        </p:nvSpPr>
        <p:spPr>
          <a:xfrm>
            <a:off x="1390533" y="3726855"/>
            <a:ext cx="12192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800"/>
              <a:buNone/>
              <a:defRPr sz="1067"/>
            </a:lvl1pPr>
            <a:lvl2pPr lvl="1" algn="l">
              <a:lnSpc>
                <a:spcPct val="100000"/>
              </a:lnSpc>
              <a:spcBef>
                <a:spcPts val="267"/>
              </a:spcBef>
              <a:spcAft>
                <a:spcPts val="0"/>
              </a:spcAft>
              <a:buSzPts val="800"/>
              <a:buNone/>
              <a:defRPr sz="1067"/>
            </a:lvl2pPr>
            <a:lvl3pPr lvl="2" algn="l">
              <a:lnSpc>
                <a:spcPct val="100000"/>
              </a:lnSpc>
              <a:spcBef>
                <a:spcPts val="267"/>
              </a:spcBef>
              <a:spcAft>
                <a:spcPts val="0"/>
              </a:spcAft>
              <a:buSzPts val="800"/>
              <a:buNone/>
              <a:defRPr sz="1067"/>
            </a:lvl3pPr>
            <a:lvl4pPr lvl="3" algn="l">
              <a:lnSpc>
                <a:spcPct val="100000"/>
              </a:lnSpc>
              <a:spcBef>
                <a:spcPts val="267"/>
              </a:spcBef>
              <a:spcAft>
                <a:spcPts val="0"/>
              </a:spcAft>
              <a:buSzPts val="800"/>
              <a:buNone/>
              <a:defRPr sz="1067"/>
            </a:lvl4pPr>
            <a:lvl5pPr lvl="4" algn="l">
              <a:lnSpc>
                <a:spcPct val="100000"/>
              </a:lnSpc>
              <a:spcBef>
                <a:spcPts val="267"/>
              </a:spcBef>
              <a:spcAft>
                <a:spcPts val="0"/>
              </a:spcAft>
              <a:buSzPts val="800"/>
              <a:buNone/>
              <a:defRPr sz="1067"/>
            </a:lvl5pPr>
            <a:lvl6pPr lvl="5" algn="l">
              <a:lnSpc>
                <a:spcPct val="100000"/>
              </a:lnSpc>
              <a:spcBef>
                <a:spcPts val="267"/>
              </a:spcBef>
              <a:spcAft>
                <a:spcPts val="0"/>
              </a:spcAft>
              <a:buSzPts val="800"/>
              <a:buNone/>
              <a:defRPr sz="1067"/>
            </a:lvl6pPr>
            <a:lvl7pPr lvl="6" algn="l">
              <a:lnSpc>
                <a:spcPct val="100000"/>
              </a:lnSpc>
              <a:spcBef>
                <a:spcPts val="267"/>
              </a:spcBef>
              <a:spcAft>
                <a:spcPts val="0"/>
              </a:spcAft>
              <a:buSzPts val="800"/>
              <a:buNone/>
              <a:defRPr sz="1067"/>
            </a:lvl7pPr>
            <a:lvl8pPr lvl="7" algn="l">
              <a:lnSpc>
                <a:spcPct val="100000"/>
              </a:lnSpc>
              <a:spcBef>
                <a:spcPts val="267"/>
              </a:spcBef>
              <a:spcAft>
                <a:spcPts val="0"/>
              </a:spcAft>
              <a:buSzPts val="800"/>
              <a:buNone/>
              <a:defRPr sz="1067"/>
            </a:lvl8pPr>
            <a:lvl9pPr lvl="8" algn="l">
              <a:lnSpc>
                <a:spcPct val="100000"/>
              </a:lnSpc>
              <a:spcBef>
                <a:spcPts val="267"/>
              </a:spcBef>
              <a:spcAft>
                <a:spcPts val="267"/>
              </a:spcAft>
              <a:buSzPts val="800"/>
              <a:buNone/>
              <a:defRPr sz="1067"/>
            </a:lvl9pPr>
          </a:lstStyle>
          <a:p>
            <a:endParaRPr/>
          </a:p>
        </p:txBody>
      </p:sp>
      <p:sp>
        <p:nvSpPr>
          <p:cNvPr id="218" name="Google Shape;218;p30"/>
          <p:cNvSpPr txBox="1">
            <a:spLocks noGrp="1"/>
          </p:cNvSpPr>
          <p:nvPr>
            <p:ph type="subTitle" idx="35"/>
          </p:nvPr>
        </p:nvSpPr>
        <p:spPr>
          <a:xfrm>
            <a:off x="1390533" y="3530369"/>
            <a:ext cx="12192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900"/>
              <a:buNone/>
              <a:defRPr sz="1200" b="1">
                <a:solidFill>
                  <a:schemeClr val="accent1"/>
                </a:solidFill>
              </a:defRPr>
            </a:lvl1pPr>
            <a:lvl2pPr lvl="1" algn="ctr">
              <a:lnSpc>
                <a:spcPct val="100000"/>
              </a:lnSpc>
              <a:spcBef>
                <a:spcPts val="267"/>
              </a:spcBef>
              <a:spcAft>
                <a:spcPts val="0"/>
              </a:spcAft>
              <a:buClr>
                <a:schemeClr val="accent1"/>
              </a:buClr>
              <a:buSzPts val="1000"/>
              <a:buNone/>
              <a:defRPr sz="1333" b="1">
                <a:solidFill>
                  <a:schemeClr val="accent1"/>
                </a:solidFill>
              </a:defRPr>
            </a:lvl2pPr>
            <a:lvl3pPr lvl="2" algn="ctr">
              <a:lnSpc>
                <a:spcPct val="100000"/>
              </a:lnSpc>
              <a:spcBef>
                <a:spcPts val="267"/>
              </a:spcBef>
              <a:spcAft>
                <a:spcPts val="0"/>
              </a:spcAft>
              <a:buClr>
                <a:schemeClr val="accent1"/>
              </a:buClr>
              <a:buSzPts val="1000"/>
              <a:buNone/>
              <a:defRPr sz="1333" b="1">
                <a:solidFill>
                  <a:schemeClr val="accent1"/>
                </a:solidFill>
              </a:defRPr>
            </a:lvl3pPr>
            <a:lvl4pPr lvl="3" algn="ctr">
              <a:lnSpc>
                <a:spcPct val="100000"/>
              </a:lnSpc>
              <a:spcBef>
                <a:spcPts val="267"/>
              </a:spcBef>
              <a:spcAft>
                <a:spcPts val="0"/>
              </a:spcAft>
              <a:buClr>
                <a:schemeClr val="accent1"/>
              </a:buClr>
              <a:buSzPts val="1000"/>
              <a:buNone/>
              <a:defRPr sz="1333" b="1">
                <a:solidFill>
                  <a:schemeClr val="accent1"/>
                </a:solidFill>
              </a:defRPr>
            </a:lvl4pPr>
            <a:lvl5pPr lvl="4" algn="ctr">
              <a:lnSpc>
                <a:spcPct val="100000"/>
              </a:lnSpc>
              <a:spcBef>
                <a:spcPts val="267"/>
              </a:spcBef>
              <a:spcAft>
                <a:spcPts val="0"/>
              </a:spcAft>
              <a:buClr>
                <a:schemeClr val="accent1"/>
              </a:buClr>
              <a:buSzPts val="1000"/>
              <a:buNone/>
              <a:defRPr sz="1333" b="1">
                <a:solidFill>
                  <a:schemeClr val="accent1"/>
                </a:solidFill>
              </a:defRPr>
            </a:lvl5pPr>
            <a:lvl6pPr lvl="5" algn="ctr">
              <a:lnSpc>
                <a:spcPct val="100000"/>
              </a:lnSpc>
              <a:spcBef>
                <a:spcPts val="267"/>
              </a:spcBef>
              <a:spcAft>
                <a:spcPts val="0"/>
              </a:spcAft>
              <a:buClr>
                <a:schemeClr val="accent1"/>
              </a:buClr>
              <a:buSzPts val="1000"/>
              <a:buNone/>
              <a:defRPr sz="1333" b="1">
                <a:solidFill>
                  <a:schemeClr val="accent1"/>
                </a:solidFill>
              </a:defRPr>
            </a:lvl6pPr>
            <a:lvl7pPr lvl="6" algn="ctr">
              <a:lnSpc>
                <a:spcPct val="100000"/>
              </a:lnSpc>
              <a:spcBef>
                <a:spcPts val="267"/>
              </a:spcBef>
              <a:spcAft>
                <a:spcPts val="0"/>
              </a:spcAft>
              <a:buClr>
                <a:schemeClr val="accent1"/>
              </a:buClr>
              <a:buSzPts val="1000"/>
              <a:buNone/>
              <a:defRPr sz="1333" b="1">
                <a:solidFill>
                  <a:schemeClr val="accent1"/>
                </a:solidFill>
              </a:defRPr>
            </a:lvl7pPr>
            <a:lvl8pPr lvl="7" algn="ctr">
              <a:lnSpc>
                <a:spcPct val="100000"/>
              </a:lnSpc>
              <a:spcBef>
                <a:spcPts val="267"/>
              </a:spcBef>
              <a:spcAft>
                <a:spcPts val="0"/>
              </a:spcAft>
              <a:buClr>
                <a:schemeClr val="accent1"/>
              </a:buClr>
              <a:buSzPts val="1000"/>
              <a:buNone/>
              <a:defRPr sz="1333" b="1">
                <a:solidFill>
                  <a:schemeClr val="accent1"/>
                </a:solidFill>
              </a:defRPr>
            </a:lvl8pPr>
            <a:lvl9pPr lvl="8" algn="ctr">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219" name="Google Shape;219;p30"/>
          <p:cNvSpPr txBox="1">
            <a:spLocks noGrp="1"/>
          </p:cNvSpPr>
          <p:nvPr>
            <p:ph type="subTitle" idx="36"/>
          </p:nvPr>
        </p:nvSpPr>
        <p:spPr>
          <a:xfrm>
            <a:off x="3622028" y="3726855"/>
            <a:ext cx="12192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800"/>
              <a:buNone/>
              <a:defRPr sz="1067"/>
            </a:lvl1pPr>
            <a:lvl2pPr lvl="1" algn="l">
              <a:lnSpc>
                <a:spcPct val="100000"/>
              </a:lnSpc>
              <a:spcBef>
                <a:spcPts val="267"/>
              </a:spcBef>
              <a:spcAft>
                <a:spcPts val="0"/>
              </a:spcAft>
              <a:buSzPts val="800"/>
              <a:buNone/>
              <a:defRPr sz="1067"/>
            </a:lvl2pPr>
            <a:lvl3pPr lvl="2" algn="l">
              <a:lnSpc>
                <a:spcPct val="100000"/>
              </a:lnSpc>
              <a:spcBef>
                <a:spcPts val="267"/>
              </a:spcBef>
              <a:spcAft>
                <a:spcPts val="0"/>
              </a:spcAft>
              <a:buSzPts val="800"/>
              <a:buNone/>
              <a:defRPr sz="1067"/>
            </a:lvl3pPr>
            <a:lvl4pPr lvl="3" algn="l">
              <a:lnSpc>
                <a:spcPct val="100000"/>
              </a:lnSpc>
              <a:spcBef>
                <a:spcPts val="267"/>
              </a:spcBef>
              <a:spcAft>
                <a:spcPts val="0"/>
              </a:spcAft>
              <a:buSzPts val="800"/>
              <a:buNone/>
              <a:defRPr sz="1067"/>
            </a:lvl4pPr>
            <a:lvl5pPr lvl="4" algn="l">
              <a:lnSpc>
                <a:spcPct val="100000"/>
              </a:lnSpc>
              <a:spcBef>
                <a:spcPts val="267"/>
              </a:spcBef>
              <a:spcAft>
                <a:spcPts val="0"/>
              </a:spcAft>
              <a:buSzPts val="800"/>
              <a:buNone/>
              <a:defRPr sz="1067"/>
            </a:lvl5pPr>
            <a:lvl6pPr lvl="5" algn="l">
              <a:lnSpc>
                <a:spcPct val="100000"/>
              </a:lnSpc>
              <a:spcBef>
                <a:spcPts val="267"/>
              </a:spcBef>
              <a:spcAft>
                <a:spcPts val="0"/>
              </a:spcAft>
              <a:buSzPts val="800"/>
              <a:buNone/>
              <a:defRPr sz="1067"/>
            </a:lvl6pPr>
            <a:lvl7pPr lvl="6" algn="l">
              <a:lnSpc>
                <a:spcPct val="100000"/>
              </a:lnSpc>
              <a:spcBef>
                <a:spcPts val="267"/>
              </a:spcBef>
              <a:spcAft>
                <a:spcPts val="0"/>
              </a:spcAft>
              <a:buSzPts val="800"/>
              <a:buNone/>
              <a:defRPr sz="1067"/>
            </a:lvl7pPr>
            <a:lvl8pPr lvl="7" algn="l">
              <a:lnSpc>
                <a:spcPct val="100000"/>
              </a:lnSpc>
              <a:spcBef>
                <a:spcPts val="267"/>
              </a:spcBef>
              <a:spcAft>
                <a:spcPts val="0"/>
              </a:spcAft>
              <a:buSzPts val="800"/>
              <a:buNone/>
              <a:defRPr sz="1067"/>
            </a:lvl8pPr>
            <a:lvl9pPr lvl="8" algn="l">
              <a:lnSpc>
                <a:spcPct val="100000"/>
              </a:lnSpc>
              <a:spcBef>
                <a:spcPts val="267"/>
              </a:spcBef>
              <a:spcAft>
                <a:spcPts val="267"/>
              </a:spcAft>
              <a:buSzPts val="800"/>
              <a:buNone/>
              <a:defRPr sz="1067"/>
            </a:lvl9pPr>
          </a:lstStyle>
          <a:p>
            <a:endParaRPr/>
          </a:p>
        </p:txBody>
      </p:sp>
      <p:sp>
        <p:nvSpPr>
          <p:cNvPr id="220" name="Google Shape;220;p30"/>
          <p:cNvSpPr txBox="1">
            <a:spLocks noGrp="1"/>
          </p:cNvSpPr>
          <p:nvPr>
            <p:ph type="subTitle" idx="37"/>
          </p:nvPr>
        </p:nvSpPr>
        <p:spPr>
          <a:xfrm>
            <a:off x="3622028" y="3530369"/>
            <a:ext cx="12192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900"/>
              <a:buNone/>
              <a:defRPr sz="1200" b="1">
                <a:solidFill>
                  <a:schemeClr val="accent1"/>
                </a:solidFill>
              </a:defRPr>
            </a:lvl1pPr>
            <a:lvl2pPr lvl="1" algn="ctr">
              <a:lnSpc>
                <a:spcPct val="100000"/>
              </a:lnSpc>
              <a:spcBef>
                <a:spcPts val="267"/>
              </a:spcBef>
              <a:spcAft>
                <a:spcPts val="0"/>
              </a:spcAft>
              <a:buClr>
                <a:schemeClr val="accent1"/>
              </a:buClr>
              <a:buSzPts val="1000"/>
              <a:buNone/>
              <a:defRPr sz="1333" b="1">
                <a:solidFill>
                  <a:schemeClr val="accent1"/>
                </a:solidFill>
              </a:defRPr>
            </a:lvl2pPr>
            <a:lvl3pPr lvl="2" algn="ctr">
              <a:lnSpc>
                <a:spcPct val="100000"/>
              </a:lnSpc>
              <a:spcBef>
                <a:spcPts val="267"/>
              </a:spcBef>
              <a:spcAft>
                <a:spcPts val="0"/>
              </a:spcAft>
              <a:buClr>
                <a:schemeClr val="accent1"/>
              </a:buClr>
              <a:buSzPts val="1000"/>
              <a:buNone/>
              <a:defRPr sz="1333" b="1">
                <a:solidFill>
                  <a:schemeClr val="accent1"/>
                </a:solidFill>
              </a:defRPr>
            </a:lvl3pPr>
            <a:lvl4pPr lvl="3" algn="ctr">
              <a:lnSpc>
                <a:spcPct val="100000"/>
              </a:lnSpc>
              <a:spcBef>
                <a:spcPts val="267"/>
              </a:spcBef>
              <a:spcAft>
                <a:spcPts val="0"/>
              </a:spcAft>
              <a:buClr>
                <a:schemeClr val="accent1"/>
              </a:buClr>
              <a:buSzPts val="1000"/>
              <a:buNone/>
              <a:defRPr sz="1333" b="1">
                <a:solidFill>
                  <a:schemeClr val="accent1"/>
                </a:solidFill>
              </a:defRPr>
            </a:lvl4pPr>
            <a:lvl5pPr lvl="4" algn="ctr">
              <a:lnSpc>
                <a:spcPct val="100000"/>
              </a:lnSpc>
              <a:spcBef>
                <a:spcPts val="267"/>
              </a:spcBef>
              <a:spcAft>
                <a:spcPts val="0"/>
              </a:spcAft>
              <a:buClr>
                <a:schemeClr val="accent1"/>
              </a:buClr>
              <a:buSzPts val="1000"/>
              <a:buNone/>
              <a:defRPr sz="1333" b="1">
                <a:solidFill>
                  <a:schemeClr val="accent1"/>
                </a:solidFill>
              </a:defRPr>
            </a:lvl5pPr>
            <a:lvl6pPr lvl="5" algn="ctr">
              <a:lnSpc>
                <a:spcPct val="100000"/>
              </a:lnSpc>
              <a:spcBef>
                <a:spcPts val="267"/>
              </a:spcBef>
              <a:spcAft>
                <a:spcPts val="0"/>
              </a:spcAft>
              <a:buClr>
                <a:schemeClr val="accent1"/>
              </a:buClr>
              <a:buSzPts val="1000"/>
              <a:buNone/>
              <a:defRPr sz="1333" b="1">
                <a:solidFill>
                  <a:schemeClr val="accent1"/>
                </a:solidFill>
              </a:defRPr>
            </a:lvl6pPr>
            <a:lvl7pPr lvl="6" algn="ctr">
              <a:lnSpc>
                <a:spcPct val="100000"/>
              </a:lnSpc>
              <a:spcBef>
                <a:spcPts val="267"/>
              </a:spcBef>
              <a:spcAft>
                <a:spcPts val="0"/>
              </a:spcAft>
              <a:buClr>
                <a:schemeClr val="accent1"/>
              </a:buClr>
              <a:buSzPts val="1000"/>
              <a:buNone/>
              <a:defRPr sz="1333" b="1">
                <a:solidFill>
                  <a:schemeClr val="accent1"/>
                </a:solidFill>
              </a:defRPr>
            </a:lvl7pPr>
            <a:lvl8pPr lvl="7" algn="ctr">
              <a:lnSpc>
                <a:spcPct val="100000"/>
              </a:lnSpc>
              <a:spcBef>
                <a:spcPts val="267"/>
              </a:spcBef>
              <a:spcAft>
                <a:spcPts val="0"/>
              </a:spcAft>
              <a:buClr>
                <a:schemeClr val="accent1"/>
              </a:buClr>
              <a:buSzPts val="1000"/>
              <a:buNone/>
              <a:defRPr sz="1333" b="1">
                <a:solidFill>
                  <a:schemeClr val="accent1"/>
                </a:solidFill>
              </a:defRPr>
            </a:lvl8pPr>
            <a:lvl9pPr lvl="8" algn="ctr">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221" name="Google Shape;221;p30"/>
          <p:cNvSpPr txBox="1">
            <a:spLocks noGrp="1"/>
          </p:cNvSpPr>
          <p:nvPr>
            <p:ph type="subTitle" idx="38"/>
          </p:nvPr>
        </p:nvSpPr>
        <p:spPr>
          <a:xfrm>
            <a:off x="5853524" y="3726855"/>
            <a:ext cx="12192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800"/>
              <a:buNone/>
              <a:defRPr sz="1067"/>
            </a:lvl1pPr>
            <a:lvl2pPr lvl="1" algn="l">
              <a:lnSpc>
                <a:spcPct val="100000"/>
              </a:lnSpc>
              <a:spcBef>
                <a:spcPts val="267"/>
              </a:spcBef>
              <a:spcAft>
                <a:spcPts val="0"/>
              </a:spcAft>
              <a:buSzPts val="800"/>
              <a:buNone/>
              <a:defRPr sz="1067"/>
            </a:lvl2pPr>
            <a:lvl3pPr lvl="2" algn="l">
              <a:lnSpc>
                <a:spcPct val="100000"/>
              </a:lnSpc>
              <a:spcBef>
                <a:spcPts val="267"/>
              </a:spcBef>
              <a:spcAft>
                <a:spcPts val="0"/>
              </a:spcAft>
              <a:buSzPts val="800"/>
              <a:buNone/>
              <a:defRPr sz="1067"/>
            </a:lvl3pPr>
            <a:lvl4pPr lvl="3" algn="l">
              <a:lnSpc>
                <a:spcPct val="100000"/>
              </a:lnSpc>
              <a:spcBef>
                <a:spcPts val="267"/>
              </a:spcBef>
              <a:spcAft>
                <a:spcPts val="0"/>
              </a:spcAft>
              <a:buSzPts val="800"/>
              <a:buNone/>
              <a:defRPr sz="1067"/>
            </a:lvl4pPr>
            <a:lvl5pPr lvl="4" algn="l">
              <a:lnSpc>
                <a:spcPct val="100000"/>
              </a:lnSpc>
              <a:spcBef>
                <a:spcPts val="267"/>
              </a:spcBef>
              <a:spcAft>
                <a:spcPts val="0"/>
              </a:spcAft>
              <a:buSzPts val="800"/>
              <a:buNone/>
              <a:defRPr sz="1067"/>
            </a:lvl5pPr>
            <a:lvl6pPr lvl="5" algn="l">
              <a:lnSpc>
                <a:spcPct val="100000"/>
              </a:lnSpc>
              <a:spcBef>
                <a:spcPts val="267"/>
              </a:spcBef>
              <a:spcAft>
                <a:spcPts val="0"/>
              </a:spcAft>
              <a:buSzPts val="800"/>
              <a:buNone/>
              <a:defRPr sz="1067"/>
            </a:lvl6pPr>
            <a:lvl7pPr lvl="6" algn="l">
              <a:lnSpc>
                <a:spcPct val="100000"/>
              </a:lnSpc>
              <a:spcBef>
                <a:spcPts val="267"/>
              </a:spcBef>
              <a:spcAft>
                <a:spcPts val="0"/>
              </a:spcAft>
              <a:buSzPts val="800"/>
              <a:buNone/>
              <a:defRPr sz="1067"/>
            </a:lvl7pPr>
            <a:lvl8pPr lvl="7" algn="l">
              <a:lnSpc>
                <a:spcPct val="100000"/>
              </a:lnSpc>
              <a:spcBef>
                <a:spcPts val="267"/>
              </a:spcBef>
              <a:spcAft>
                <a:spcPts val="0"/>
              </a:spcAft>
              <a:buSzPts val="800"/>
              <a:buNone/>
              <a:defRPr sz="1067"/>
            </a:lvl8pPr>
            <a:lvl9pPr lvl="8" algn="l">
              <a:lnSpc>
                <a:spcPct val="100000"/>
              </a:lnSpc>
              <a:spcBef>
                <a:spcPts val="267"/>
              </a:spcBef>
              <a:spcAft>
                <a:spcPts val="267"/>
              </a:spcAft>
              <a:buSzPts val="800"/>
              <a:buNone/>
              <a:defRPr sz="1067"/>
            </a:lvl9pPr>
          </a:lstStyle>
          <a:p>
            <a:endParaRPr/>
          </a:p>
        </p:txBody>
      </p:sp>
      <p:sp>
        <p:nvSpPr>
          <p:cNvPr id="222" name="Google Shape;222;p30"/>
          <p:cNvSpPr txBox="1">
            <a:spLocks noGrp="1"/>
          </p:cNvSpPr>
          <p:nvPr>
            <p:ph type="subTitle" idx="39"/>
          </p:nvPr>
        </p:nvSpPr>
        <p:spPr>
          <a:xfrm>
            <a:off x="5853524" y="3530369"/>
            <a:ext cx="12192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900"/>
              <a:buNone/>
              <a:defRPr sz="1200" b="1">
                <a:solidFill>
                  <a:schemeClr val="accent1"/>
                </a:solidFill>
              </a:defRPr>
            </a:lvl1pPr>
            <a:lvl2pPr lvl="1" algn="ctr">
              <a:lnSpc>
                <a:spcPct val="100000"/>
              </a:lnSpc>
              <a:spcBef>
                <a:spcPts val="267"/>
              </a:spcBef>
              <a:spcAft>
                <a:spcPts val="0"/>
              </a:spcAft>
              <a:buClr>
                <a:schemeClr val="accent1"/>
              </a:buClr>
              <a:buSzPts val="1000"/>
              <a:buNone/>
              <a:defRPr sz="1333" b="1">
                <a:solidFill>
                  <a:schemeClr val="accent1"/>
                </a:solidFill>
              </a:defRPr>
            </a:lvl2pPr>
            <a:lvl3pPr lvl="2" algn="ctr">
              <a:lnSpc>
                <a:spcPct val="100000"/>
              </a:lnSpc>
              <a:spcBef>
                <a:spcPts val="267"/>
              </a:spcBef>
              <a:spcAft>
                <a:spcPts val="0"/>
              </a:spcAft>
              <a:buClr>
                <a:schemeClr val="accent1"/>
              </a:buClr>
              <a:buSzPts val="1000"/>
              <a:buNone/>
              <a:defRPr sz="1333" b="1">
                <a:solidFill>
                  <a:schemeClr val="accent1"/>
                </a:solidFill>
              </a:defRPr>
            </a:lvl3pPr>
            <a:lvl4pPr lvl="3" algn="ctr">
              <a:lnSpc>
                <a:spcPct val="100000"/>
              </a:lnSpc>
              <a:spcBef>
                <a:spcPts val="267"/>
              </a:spcBef>
              <a:spcAft>
                <a:spcPts val="0"/>
              </a:spcAft>
              <a:buClr>
                <a:schemeClr val="accent1"/>
              </a:buClr>
              <a:buSzPts val="1000"/>
              <a:buNone/>
              <a:defRPr sz="1333" b="1">
                <a:solidFill>
                  <a:schemeClr val="accent1"/>
                </a:solidFill>
              </a:defRPr>
            </a:lvl4pPr>
            <a:lvl5pPr lvl="4" algn="ctr">
              <a:lnSpc>
                <a:spcPct val="100000"/>
              </a:lnSpc>
              <a:spcBef>
                <a:spcPts val="267"/>
              </a:spcBef>
              <a:spcAft>
                <a:spcPts val="0"/>
              </a:spcAft>
              <a:buClr>
                <a:schemeClr val="accent1"/>
              </a:buClr>
              <a:buSzPts val="1000"/>
              <a:buNone/>
              <a:defRPr sz="1333" b="1">
                <a:solidFill>
                  <a:schemeClr val="accent1"/>
                </a:solidFill>
              </a:defRPr>
            </a:lvl5pPr>
            <a:lvl6pPr lvl="5" algn="ctr">
              <a:lnSpc>
                <a:spcPct val="100000"/>
              </a:lnSpc>
              <a:spcBef>
                <a:spcPts val="267"/>
              </a:spcBef>
              <a:spcAft>
                <a:spcPts val="0"/>
              </a:spcAft>
              <a:buClr>
                <a:schemeClr val="accent1"/>
              </a:buClr>
              <a:buSzPts val="1000"/>
              <a:buNone/>
              <a:defRPr sz="1333" b="1">
                <a:solidFill>
                  <a:schemeClr val="accent1"/>
                </a:solidFill>
              </a:defRPr>
            </a:lvl6pPr>
            <a:lvl7pPr lvl="6" algn="ctr">
              <a:lnSpc>
                <a:spcPct val="100000"/>
              </a:lnSpc>
              <a:spcBef>
                <a:spcPts val="267"/>
              </a:spcBef>
              <a:spcAft>
                <a:spcPts val="0"/>
              </a:spcAft>
              <a:buClr>
                <a:schemeClr val="accent1"/>
              </a:buClr>
              <a:buSzPts val="1000"/>
              <a:buNone/>
              <a:defRPr sz="1333" b="1">
                <a:solidFill>
                  <a:schemeClr val="accent1"/>
                </a:solidFill>
              </a:defRPr>
            </a:lvl7pPr>
            <a:lvl8pPr lvl="7" algn="ctr">
              <a:lnSpc>
                <a:spcPct val="100000"/>
              </a:lnSpc>
              <a:spcBef>
                <a:spcPts val="267"/>
              </a:spcBef>
              <a:spcAft>
                <a:spcPts val="0"/>
              </a:spcAft>
              <a:buClr>
                <a:schemeClr val="accent1"/>
              </a:buClr>
              <a:buSzPts val="1000"/>
              <a:buNone/>
              <a:defRPr sz="1333" b="1">
                <a:solidFill>
                  <a:schemeClr val="accent1"/>
                </a:solidFill>
              </a:defRPr>
            </a:lvl8pPr>
            <a:lvl9pPr lvl="8" algn="ctr">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223" name="Google Shape;223;p30"/>
          <p:cNvSpPr txBox="1">
            <a:spLocks noGrp="1"/>
          </p:cNvSpPr>
          <p:nvPr>
            <p:ph type="subTitle" idx="40"/>
          </p:nvPr>
        </p:nvSpPr>
        <p:spPr>
          <a:xfrm>
            <a:off x="8085019" y="3726855"/>
            <a:ext cx="12192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800"/>
              <a:buNone/>
              <a:defRPr sz="1067"/>
            </a:lvl1pPr>
            <a:lvl2pPr lvl="1" algn="l">
              <a:lnSpc>
                <a:spcPct val="100000"/>
              </a:lnSpc>
              <a:spcBef>
                <a:spcPts val="267"/>
              </a:spcBef>
              <a:spcAft>
                <a:spcPts val="0"/>
              </a:spcAft>
              <a:buSzPts val="800"/>
              <a:buNone/>
              <a:defRPr sz="1067"/>
            </a:lvl2pPr>
            <a:lvl3pPr lvl="2" algn="l">
              <a:lnSpc>
                <a:spcPct val="100000"/>
              </a:lnSpc>
              <a:spcBef>
                <a:spcPts val="267"/>
              </a:spcBef>
              <a:spcAft>
                <a:spcPts val="0"/>
              </a:spcAft>
              <a:buSzPts val="800"/>
              <a:buNone/>
              <a:defRPr sz="1067"/>
            </a:lvl3pPr>
            <a:lvl4pPr lvl="3" algn="l">
              <a:lnSpc>
                <a:spcPct val="100000"/>
              </a:lnSpc>
              <a:spcBef>
                <a:spcPts val="267"/>
              </a:spcBef>
              <a:spcAft>
                <a:spcPts val="0"/>
              </a:spcAft>
              <a:buSzPts val="800"/>
              <a:buNone/>
              <a:defRPr sz="1067"/>
            </a:lvl4pPr>
            <a:lvl5pPr lvl="4" algn="l">
              <a:lnSpc>
                <a:spcPct val="100000"/>
              </a:lnSpc>
              <a:spcBef>
                <a:spcPts val="267"/>
              </a:spcBef>
              <a:spcAft>
                <a:spcPts val="0"/>
              </a:spcAft>
              <a:buSzPts val="800"/>
              <a:buNone/>
              <a:defRPr sz="1067"/>
            </a:lvl5pPr>
            <a:lvl6pPr lvl="5" algn="l">
              <a:lnSpc>
                <a:spcPct val="100000"/>
              </a:lnSpc>
              <a:spcBef>
                <a:spcPts val="267"/>
              </a:spcBef>
              <a:spcAft>
                <a:spcPts val="0"/>
              </a:spcAft>
              <a:buSzPts val="800"/>
              <a:buNone/>
              <a:defRPr sz="1067"/>
            </a:lvl6pPr>
            <a:lvl7pPr lvl="6" algn="l">
              <a:lnSpc>
                <a:spcPct val="100000"/>
              </a:lnSpc>
              <a:spcBef>
                <a:spcPts val="267"/>
              </a:spcBef>
              <a:spcAft>
                <a:spcPts val="0"/>
              </a:spcAft>
              <a:buSzPts val="800"/>
              <a:buNone/>
              <a:defRPr sz="1067"/>
            </a:lvl7pPr>
            <a:lvl8pPr lvl="7" algn="l">
              <a:lnSpc>
                <a:spcPct val="100000"/>
              </a:lnSpc>
              <a:spcBef>
                <a:spcPts val="267"/>
              </a:spcBef>
              <a:spcAft>
                <a:spcPts val="0"/>
              </a:spcAft>
              <a:buSzPts val="800"/>
              <a:buNone/>
              <a:defRPr sz="1067"/>
            </a:lvl8pPr>
            <a:lvl9pPr lvl="8" algn="l">
              <a:lnSpc>
                <a:spcPct val="100000"/>
              </a:lnSpc>
              <a:spcBef>
                <a:spcPts val="267"/>
              </a:spcBef>
              <a:spcAft>
                <a:spcPts val="267"/>
              </a:spcAft>
              <a:buSzPts val="800"/>
              <a:buNone/>
              <a:defRPr sz="1067"/>
            </a:lvl9pPr>
          </a:lstStyle>
          <a:p>
            <a:endParaRPr/>
          </a:p>
        </p:txBody>
      </p:sp>
      <p:sp>
        <p:nvSpPr>
          <p:cNvPr id="224" name="Google Shape;224;p30"/>
          <p:cNvSpPr txBox="1">
            <a:spLocks noGrp="1"/>
          </p:cNvSpPr>
          <p:nvPr>
            <p:ph type="subTitle" idx="41"/>
          </p:nvPr>
        </p:nvSpPr>
        <p:spPr>
          <a:xfrm>
            <a:off x="8085019" y="3530369"/>
            <a:ext cx="12192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900"/>
              <a:buNone/>
              <a:defRPr sz="1200" b="1">
                <a:solidFill>
                  <a:schemeClr val="accent1"/>
                </a:solidFill>
              </a:defRPr>
            </a:lvl1pPr>
            <a:lvl2pPr lvl="1" algn="ctr">
              <a:lnSpc>
                <a:spcPct val="100000"/>
              </a:lnSpc>
              <a:spcBef>
                <a:spcPts val="267"/>
              </a:spcBef>
              <a:spcAft>
                <a:spcPts val="0"/>
              </a:spcAft>
              <a:buClr>
                <a:schemeClr val="accent1"/>
              </a:buClr>
              <a:buSzPts val="1000"/>
              <a:buNone/>
              <a:defRPr sz="1333" b="1">
                <a:solidFill>
                  <a:schemeClr val="accent1"/>
                </a:solidFill>
              </a:defRPr>
            </a:lvl2pPr>
            <a:lvl3pPr lvl="2" algn="ctr">
              <a:lnSpc>
                <a:spcPct val="100000"/>
              </a:lnSpc>
              <a:spcBef>
                <a:spcPts val="267"/>
              </a:spcBef>
              <a:spcAft>
                <a:spcPts val="0"/>
              </a:spcAft>
              <a:buClr>
                <a:schemeClr val="accent1"/>
              </a:buClr>
              <a:buSzPts val="1000"/>
              <a:buNone/>
              <a:defRPr sz="1333" b="1">
                <a:solidFill>
                  <a:schemeClr val="accent1"/>
                </a:solidFill>
              </a:defRPr>
            </a:lvl3pPr>
            <a:lvl4pPr lvl="3" algn="ctr">
              <a:lnSpc>
                <a:spcPct val="100000"/>
              </a:lnSpc>
              <a:spcBef>
                <a:spcPts val="267"/>
              </a:spcBef>
              <a:spcAft>
                <a:spcPts val="0"/>
              </a:spcAft>
              <a:buClr>
                <a:schemeClr val="accent1"/>
              </a:buClr>
              <a:buSzPts val="1000"/>
              <a:buNone/>
              <a:defRPr sz="1333" b="1">
                <a:solidFill>
                  <a:schemeClr val="accent1"/>
                </a:solidFill>
              </a:defRPr>
            </a:lvl4pPr>
            <a:lvl5pPr lvl="4" algn="ctr">
              <a:lnSpc>
                <a:spcPct val="100000"/>
              </a:lnSpc>
              <a:spcBef>
                <a:spcPts val="267"/>
              </a:spcBef>
              <a:spcAft>
                <a:spcPts val="0"/>
              </a:spcAft>
              <a:buClr>
                <a:schemeClr val="accent1"/>
              </a:buClr>
              <a:buSzPts val="1000"/>
              <a:buNone/>
              <a:defRPr sz="1333" b="1">
                <a:solidFill>
                  <a:schemeClr val="accent1"/>
                </a:solidFill>
              </a:defRPr>
            </a:lvl5pPr>
            <a:lvl6pPr lvl="5" algn="ctr">
              <a:lnSpc>
                <a:spcPct val="100000"/>
              </a:lnSpc>
              <a:spcBef>
                <a:spcPts val="267"/>
              </a:spcBef>
              <a:spcAft>
                <a:spcPts val="0"/>
              </a:spcAft>
              <a:buClr>
                <a:schemeClr val="accent1"/>
              </a:buClr>
              <a:buSzPts val="1000"/>
              <a:buNone/>
              <a:defRPr sz="1333" b="1">
                <a:solidFill>
                  <a:schemeClr val="accent1"/>
                </a:solidFill>
              </a:defRPr>
            </a:lvl6pPr>
            <a:lvl7pPr lvl="6" algn="ctr">
              <a:lnSpc>
                <a:spcPct val="100000"/>
              </a:lnSpc>
              <a:spcBef>
                <a:spcPts val="267"/>
              </a:spcBef>
              <a:spcAft>
                <a:spcPts val="0"/>
              </a:spcAft>
              <a:buClr>
                <a:schemeClr val="accent1"/>
              </a:buClr>
              <a:buSzPts val="1000"/>
              <a:buNone/>
              <a:defRPr sz="1333" b="1">
                <a:solidFill>
                  <a:schemeClr val="accent1"/>
                </a:solidFill>
              </a:defRPr>
            </a:lvl7pPr>
            <a:lvl8pPr lvl="7" algn="ctr">
              <a:lnSpc>
                <a:spcPct val="100000"/>
              </a:lnSpc>
              <a:spcBef>
                <a:spcPts val="267"/>
              </a:spcBef>
              <a:spcAft>
                <a:spcPts val="0"/>
              </a:spcAft>
              <a:buClr>
                <a:schemeClr val="accent1"/>
              </a:buClr>
              <a:buSzPts val="1000"/>
              <a:buNone/>
              <a:defRPr sz="1333" b="1">
                <a:solidFill>
                  <a:schemeClr val="accent1"/>
                </a:solidFill>
              </a:defRPr>
            </a:lvl8pPr>
            <a:lvl9pPr lvl="8" algn="ctr">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225" name="Google Shape;225;p30"/>
          <p:cNvSpPr txBox="1">
            <a:spLocks noGrp="1"/>
          </p:cNvSpPr>
          <p:nvPr>
            <p:ph type="subTitle" idx="42"/>
          </p:nvPr>
        </p:nvSpPr>
        <p:spPr>
          <a:xfrm>
            <a:off x="10316515" y="3726855"/>
            <a:ext cx="12192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800"/>
              <a:buNone/>
              <a:defRPr sz="1067"/>
            </a:lvl1pPr>
            <a:lvl2pPr lvl="1" algn="l">
              <a:lnSpc>
                <a:spcPct val="100000"/>
              </a:lnSpc>
              <a:spcBef>
                <a:spcPts val="267"/>
              </a:spcBef>
              <a:spcAft>
                <a:spcPts val="0"/>
              </a:spcAft>
              <a:buSzPts val="800"/>
              <a:buNone/>
              <a:defRPr sz="1067"/>
            </a:lvl2pPr>
            <a:lvl3pPr lvl="2" algn="l">
              <a:lnSpc>
                <a:spcPct val="100000"/>
              </a:lnSpc>
              <a:spcBef>
                <a:spcPts val="267"/>
              </a:spcBef>
              <a:spcAft>
                <a:spcPts val="0"/>
              </a:spcAft>
              <a:buSzPts val="800"/>
              <a:buNone/>
              <a:defRPr sz="1067"/>
            </a:lvl3pPr>
            <a:lvl4pPr lvl="3" algn="l">
              <a:lnSpc>
                <a:spcPct val="100000"/>
              </a:lnSpc>
              <a:spcBef>
                <a:spcPts val="267"/>
              </a:spcBef>
              <a:spcAft>
                <a:spcPts val="0"/>
              </a:spcAft>
              <a:buSzPts val="800"/>
              <a:buNone/>
              <a:defRPr sz="1067"/>
            </a:lvl4pPr>
            <a:lvl5pPr lvl="4" algn="l">
              <a:lnSpc>
                <a:spcPct val="100000"/>
              </a:lnSpc>
              <a:spcBef>
                <a:spcPts val="267"/>
              </a:spcBef>
              <a:spcAft>
                <a:spcPts val="0"/>
              </a:spcAft>
              <a:buSzPts val="800"/>
              <a:buNone/>
              <a:defRPr sz="1067"/>
            </a:lvl5pPr>
            <a:lvl6pPr lvl="5" algn="l">
              <a:lnSpc>
                <a:spcPct val="100000"/>
              </a:lnSpc>
              <a:spcBef>
                <a:spcPts val="267"/>
              </a:spcBef>
              <a:spcAft>
                <a:spcPts val="0"/>
              </a:spcAft>
              <a:buSzPts val="800"/>
              <a:buNone/>
              <a:defRPr sz="1067"/>
            </a:lvl6pPr>
            <a:lvl7pPr lvl="6" algn="l">
              <a:lnSpc>
                <a:spcPct val="100000"/>
              </a:lnSpc>
              <a:spcBef>
                <a:spcPts val="267"/>
              </a:spcBef>
              <a:spcAft>
                <a:spcPts val="0"/>
              </a:spcAft>
              <a:buSzPts val="800"/>
              <a:buNone/>
              <a:defRPr sz="1067"/>
            </a:lvl7pPr>
            <a:lvl8pPr lvl="7" algn="l">
              <a:lnSpc>
                <a:spcPct val="100000"/>
              </a:lnSpc>
              <a:spcBef>
                <a:spcPts val="267"/>
              </a:spcBef>
              <a:spcAft>
                <a:spcPts val="0"/>
              </a:spcAft>
              <a:buSzPts val="800"/>
              <a:buNone/>
              <a:defRPr sz="1067"/>
            </a:lvl8pPr>
            <a:lvl9pPr lvl="8" algn="l">
              <a:lnSpc>
                <a:spcPct val="100000"/>
              </a:lnSpc>
              <a:spcBef>
                <a:spcPts val="267"/>
              </a:spcBef>
              <a:spcAft>
                <a:spcPts val="267"/>
              </a:spcAft>
              <a:buSzPts val="800"/>
              <a:buNone/>
              <a:defRPr sz="1067"/>
            </a:lvl9pPr>
          </a:lstStyle>
          <a:p>
            <a:endParaRPr/>
          </a:p>
        </p:txBody>
      </p:sp>
      <p:sp>
        <p:nvSpPr>
          <p:cNvPr id="226" name="Google Shape;226;p30"/>
          <p:cNvSpPr txBox="1">
            <a:spLocks noGrp="1"/>
          </p:cNvSpPr>
          <p:nvPr>
            <p:ph type="subTitle" idx="43"/>
          </p:nvPr>
        </p:nvSpPr>
        <p:spPr>
          <a:xfrm>
            <a:off x="10316515" y="3530369"/>
            <a:ext cx="12192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900"/>
              <a:buNone/>
              <a:defRPr sz="1200" b="1">
                <a:solidFill>
                  <a:schemeClr val="accent1"/>
                </a:solidFill>
              </a:defRPr>
            </a:lvl1pPr>
            <a:lvl2pPr lvl="1" algn="ctr">
              <a:lnSpc>
                <a:spcPct val="100000"/>
              </a:lnSpc>
              <a:spcBef>
                <a:spcPts val="267"/>
              </a:spcBef>
              <a:spcAft>
                <a:spcPts val="0"/>
              </a:spcAft>
              <a:buClr>
                <a:schemeClr val="accent1"/>
              </a:buClr>
              <a:buSzPts val="1000"/>
              <a:buNone/>
              <a:defRPr sz="1333" b="1">
                <a:solidFill>
                  <a:schemeClr val="accent1"/>
                </a:solidFill>
              </a:defRPr>
            </a:lvl2pPr>
            <a:lvl3pPr lvl="2" algn="ctr">
              <a:lnSpc>
                <a:spcPct val="100000"/>
              </a:lnSpc>
              <a:spcBef>
                <a:spcPts val="267"/>
              </a:spcBef>
              <a:spcAft>
                <a:spcPts val="0"/>
              </a:spcAft>
              <a:buClr>
                <a:schemeClr val="accent1"/>
              </a:buClr>
              <a:buSzPts val="1000"/>
              <a:buNone/>
              <a:defRPr sz="1333" b="1">
                <a:solidFill>
                  <a:schemeClr val="accent1"/>
                </a:solidFill>
              </a:defRPr>
            </a:lvl3pPr>
            <a:lvl4pPr lvl="3" algn="ctr">
              <a:lnSpc>
                <a:spcPct val="100000"/>
              </a:lnSpc>
              <a:spcBef>
                <a:spcPts val="267"/>
              </a:spcBef>
              <a:spcAft>
                <a:spcPts val="0"/>
              </a:spcAft>
              <a:buClr>
                <a:schemeClr val="accent1"/>
              </a:buClr>
              <a:buSzPts val="1000"/>
              <a:buNone/>
              <a:defRPr sz="1333" b="1">
                <a:solidFill>
                  <a:schemeClr val="accent1"/>
                </a:solidFill>
              </a:defRPr>
            </a:lvl4pPr>
            <a:lvl5pPr lvl="4" algn="ctr">
              <a:lnSpc>
                <a:spcPct val="100000"/>
              </a:lnSpc>
              <a:spcBef>
                <a:spcPts val="267"/>
              </a:spcBef>
              <a:spcAft>
                <a:spcPts val="0"/>
              </a:spcAft>
              <a:buClr>
                <a:schemeClr val="accent1"/>
              </a:buClr>
              <a:buSzPts val="1000"/>
              <a:buNone/>
              <a:defRPr sz="1333" b="1">
                <a:solidFill>
                  <a:schemeClr val="accent1"/>
                </a:solidFill>
              </a:defRPr>
            </a:lvl5pPr>
            <a:lvl6pPr lvl="5" algn="ctr">
              <a:lnSpc>
                <a:spcPct val="100000"/>
              </a:lnSpc>
              <a:spcBef>
                <a:spcPts val="267"/>
              </a:spcBef>
              <a:spcAft>
                <a:spcPts val="0"/>
              </a:spcAft>
              <a:buClr>
                <a:schemeClr val="accent1"/>
              </a:buClr>
              <a:buSzPts val="1000"/>
              <a:buNone/>
              <a:defRPr sz="1333" b="1">
                <a:solidFill>
                  <a:schemeClr val="accent1"/>
                </a:solidFill>
              </a:defRPr>
            </a:lvl6pPr>
            <a:lvl7pPr lvl="6" algn="ctr">
              <a:lnSpc>
                <a:spcPct val="100000"/>
              </a:lnSpc>
              <a:spcBef>
                <a:spcPts val="267"/>
              </a:spcBef>
              <a:spcAft>
                <a:spcPts val="0"/>
              </a:spcAft>
              <a:buClr>
                <a:schemeClr val="accent1"/>
              </a:buClr>
              <a:buSzPts val="1000"/>
              <a:buNone/>
              <a:defRPr sz="1333" b="1">
                <a:solidFill>
                  <a:schemeClr val="accent1"/>
                </a:solidFill>
              </a:defRPr>
            </a:lvl7pPr>
            <a:lvl8pPr lvl="7" algn="ctr">
              <a:lnSpc>
                <a:spcPct val="100000"/>
              </a:lnSpc>
              <a:spcBef>
                <a:spcPts val="267"/>
              </a:spcBef>
              <a:spcAft>
                <a:spcPts val="0"/>
              </a:spcAft>
              <a:buClr>
                <a:schemeClr val="accent1"/>
              </a:buClr>
              <a:buSzPts val="1000"/>
              <a:buNone/>
              <a:defRPr sz="1333" b="1">
                <a:solidFill>
                  <a:schemeClr val="accent1"/>
                </a:solidFill>
              </a:defRPr>
            </a:lvl8pPr>
            <a:lvl9pPr lvl="8" algn="ctr">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227" name="Google Shape;227;p30"/>
          <p:cNvSpPr/>
          <p:nvPr/>
        </p:nvSpPr>
        <p:spPr>
          <a:xfrm>
            <a:off x="5017141" y="3390961"/>
            <a:ext cx="730800" cy="7308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228" name="Google Shape;228;p30"/>
          <p:cNvSpPr/>
          <p:nvPr/>
        </p:nvSpPr>
        <p:spPr>
          <a:xfrm>
            <a:off x="7248636" y="3390961"/>
            <a:ext cx="730800" cy="7308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229" name="Google Shape;229;p30"/>
          <p:cNvSpPr/>
          <p:nvPr/>
        </p:nvSpPr>
        <p:spPr>
          <a:xfrm>
            <a:off x="9480132" y="3390961"/>
            <a:ext cx="730800" cy="7308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230" name="Google Shape;230;p30"/>
          <p:cNvSpPr>
            <a:spLocks noGrp="1"/>
          </p:cNvSpPr>
          <p:nvPr>
            <p:ph type="pic" idx="44"/>
          </p:nvPr>
        </p:nvSpPr>
        <p:spPr>
          <a:xfrm>
            <a:off x="614751" y="3451561"/>
            <a:ext cx="609600" cy="609600"/>
          </a:xfrm>
          <a:prstGeom prst="ellipse">
            <a:avLst/>
          </a:prstGeom>
          <a:noFill/>
          <a:ln w="19050" cap="flat" cmpd="sng">
            <a:solidFill>
              <a:schemeClr val="dk1"/>
            </a:solidFill>
            <a:prstDash val="solid"/>
            <a:round/>
            <a:headEnd type="none" w="sm" len="sm"/>
            <a:tailEnd type="none" w="sm" len="sm"/>
          </a:ln>
        </p:spPr>
        <p:txBody>
          <a:bodyPr/>
          <a:lstStyle/>
          <a:p>
            <a:endParaRPr lang="en-IN"/>
          </a:p>
        </p:txBody>
      </p:sp>
      <p:sp>
        <p:nvSpPr>
          <p:cNvPr id="231" name="Google Shape;231;p30"/>
          <p:cNvSpPr>
            <a:spLocks noGrp="1"/>
          </p:cNvSpPr>
          <p:nvPr>
            <p:ph type="pic" idx="45"/>
          </p:nvPr>
        </p:nvSpPr>
        <p:spPr>
          <a:xfrm>
            <a:off x="2846245" y="3451561"/>
            <a:ext cx="609600" cy="609600"/>
          </a:xfrm>
          <a:prstGeom prst="ellipse">
            <a:avLst/>
          </a:prstGeom>
          <a:noFill/>
          <a:ln w="19050" cap="flat" cmpd="sng">
            <a:solidFill>
              <a:schemeClr val="dk1"/>
            </a:solidFill>
            <a:prstDash val="solid"/>
            <a:round/>
            <a:headEnd type="none" w="sm" len="sm"/>
            <a:tailEnd type="none" w="sm" len="sm"/>
          </a:ln>
        </p:spPr>
        <p:txBody>
          <a:bodyPr/>
          <a:lstStyle/>
          <a:p>
            <a:endParaRPr lang="en-IN"/>
          </a:p>
        </p:txBody>
      </p:sp>
      <p:sp>
        <p:nvSpPr>
          <p:cNvPr id="232" name="Google Shape;232;p30"/>
          <p:cNvSpPr>
            <a:spLocks noGrp="1"/>
          </p:cNvSpPr>
          <p:nvPr>
            <p:ph type="pic" idx="46"/>
          </p:nvPr>
        </p:nvSpPr>
        <p:spPr>
          <a:xfrm>
            <a:off x="5077741" y="3451561"/>
            <a:ext cx="609600" cy="609600"/>
          </a:xfrm>
          <a:prstGeom prst="ellipse">
            <a:avLst/>
          </a:prstGeom>
          <a:noFill/>
          <a:ln w="19050" cap="flat" cmpd="sng">
            <a:solidFill>
              <a:schemeClr val="dk1"/>
            </a:solidFill>
            <a:prstDash val="solid"/>
            <a:round/>
            <a:headEnd type="none" w="sm" len="sm"/>
            <a:tailEnd type="none" w="sm" len="sm"/>
          </a:ln>
        </p:spPr>
        <p:txBody>
          <a:bodyPr/>
          <a:lstStyle/>
          <a:p>
            <a:endParaRPr lang="en-IN"/>
          </a:p>
        </p:txBody>
      </p:sp>
      <p:sp>
        <p:nvSpPr>
          <p:cNvPr id="233" name="Google Shape;233;p30"/>
          <p:cNvSpPr>
            <a:spLocks noGrp="1"/>
          </p:cNvSpPr>
          <p:nvPr>
            <p:ph type="pic" idx="47"/>
          </p:nvPr>
        </p:nvSpPr>
        <p:spPr>
          <a:xfrm>
            <a:off x="7309236" y="3451561"/>
            <a:ext cx="609600" cy="609600"/>
          </a:xfrm>
          <a:prstGeom prst="ellipse">
            <a:avLst/>
          </a:prstGeom>
          <a:noFill/>
          <a:ln w="19050" cap="flat" cmpd="sng">
            <a:solidFill>
              <a:schemeClr val="dk1"/>
            </a:solidFill>
            <a:prstDash val="solid"/>
            <a:round/>
            <a:headEnd type="none" w="sm" len="sm"/>
            <a:tailEnd type="none" w="sm" len="sm"/>
          </a:ln>
        </p:spPr>
        <p:txBody>
          <a:bodyPr/>
          <a:lstStyle/>
          <a:p>
            <a:endParaRPr lang="en-IN"/>
          </a:p>
        </p:txBody>
      </p:sp>
      <p:sp>
        <p:nvSpPr>
          <p:cNvPr id="234" name="Google Shape;234;p30"/>
          <p:cNvSpPr>
            <a:spLocks noGrp="1"/>
          </p:cNvSpPr>
          <p:nvPr>
            <p:ph type="pic" idx="48"/>
          </p:nvPr>
        </p:nvSpPr>
        <p:spPr>
          <a:xfrm>
            <a:off x="9540732" y="3451561"/>
            <a:ext cx="609600" cy="609600"/>
          </a:xfrm>
          <a:prstGeom prst="ellipse">
            <a:avLst/>
          </a:prstGeom>
          <a:noFill/>
          <a:ln w="19050" cap="flat" cmpd="sng">
            <a:solidFill>
              <a:schemeClr val="dk1"/>
            </a:solidFill>
            <a:prstDash val="solid"/>
            <a:round/>
            <a:headEnd type="none" w="sm" len="sm"/>
            <a:tailEnd type="none" w="sm" len="sm"/>
          </a:ln>
        </p:spPr>
        <p:txBody>
          <a:bodyPr/>
          <a:lstStyle/>
          <a:p>
            <a:endParaRPr lang="en-IN"/>
          </a:p>
        </p:txBody>
      </p:sp>
      <p:sp>
        <p:nvSpPr>
          <p:cNvPr id="235" name="Google Shape;235;p30"/>
          <p:cNvSpPr/>
          <p:nvPr/>
        </p:nvSpPr>
        <p:spPr>
          <a:xfrm>
            <a:off x="554151" y="4476095"/>
            <a:ext cx="730800" cy="7308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236" name="Google Shape;236;p30"/>
          <p:cNvSpPr/>
          <p:nvPr/>
        </p:nvSpPr>
        <p:spPr>
          <a:xfrm>
            <a:off x="2785645" y="4476095"/>
            <a:ext cx="730800" cy="7308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237" name="Google Shape;237;p30"/>
          <p:cNvSpPr txBox="1">
            <a:spLocks noGrp="1"/>
          </p:cNvSpPr>
          <p:nvPr>
            <p:ph type="subTitle" idx="49"/>
          </p:nvPr>
        </p:nvSpPr>
        <p:spPr>
          <a:xfrm>
            <a:off x="1390533" y="4811988"/>
            <a:ext cx="12192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800"/>
              <a:buNone/>
              <a:defRPr sz="1067"/>
            </a:lvl1pPr>
            <a:lvl2pPr lvl="1" algn="l">
              <a:lnSpc>
                <a:spcPct val="100000"/>
              </a:lnSpc>
              <a:spcBef>
                <a:spcPts val="267"/>
              </a:spcBef>
              <a:spcAft>
                <a:spcPts val="0"/>
              </a:spcAft>
              <a:buSzPts val="800"/>
              <a:buNone/>
              <a:defRPr sz="1067"/>
            </a:lvl2pPr>
            <a:lvl3pPr lvl="2" algn="l">
              <a:lnSpc>
                <a:spcPct val="100000"/>
              </a:lnSpc>
              <a:spcBef>
                <a:spcPts val="267"/>
              </a:spcBef>
              <a:spcAft>
                <a:spcPts val="0"/>
              </a:spcAft>
              <a:buSzPts val="800"/>
              <a:buNone/>
              <a:defRPr sz="1067"/>
            </a:lvl3pPr>
            <a:lvl4pPr lvl="3" algn="l">
              <a:lnSpc>
                <a:spcPct val="100000"/>
              </a:lnSpc>
              <a:spcBef>
                <a:spcPts val="267"/>
              </a:spcBef>
              <a:spcAft>
                <a:spcPts val="0"/>
              </a:spcAft>
              <a:buSzPts val="800"/>
              <a:buNone/>
              <a:defRPr sz="1067"/>
            </a:lvl4pPr>
            <a:lvl5pPr lvl="4" algn="l">
              <a:lnSpc>
                <a:spcPct val="100000"/>
              </a:lnSpc>
              <a:spcBef>
                <a:spcPts val="267"/>
              </a:spcBef>
              <a:spcAft>
                <a:spcPts val="0"/>
              </a:spcAft>
              <a:buSzPts val="800"/>
              <a:buNone/>
              <a:defRPr sz="1067"/>
            </a:lvl5pPr>
            <a:lvl6pPr lvl="5" algn="l">
              <a:lnSpc>
                <a:spcPct val="100000"/>
              </a:lnSpc>
              <a:spcBef>
                <a:spcPts val="267"/>
              </a:spcBef>
              <a:spcAft>
                <a:spcPts val="0"/>
              </a:spcAft>
              <a:buSzPts val="800"/>
              <a:buNone/>
              <a:defRPr sz="1067"/>
            </a:lvl6pPr>
            <a:lvl7pPr lvl="6" algn="l">
              <a:lnSpc>
                <a:spcPct val="100000"/>
              </a:lnSpc>
              <a:spcBef>
                <a:spcPts val="267"/>
              </a:spcBef>
              <a:spcAft>
                <a:spcPts val="0"/>
              </a:spcAft>
              <a:buSzPts val="800"/>
              <a:buNone/>
              <a:defRPr sz="1067"/>
            </a:lvl7pPr>
            <a:lvl8pPr lvl="7" algn="l">
              <a:lnSpc>
                <a:spcPct val="100000"/>
              </a:lnSpc>
              <a:spcBef>
                <a:spcPts val="267"/>
              </a:spcBef>
              <a:spcAft>
                <a:spcPts val="0"/>
              </a:spcAft>
              <a:buSzPts val="800"/>
              <a:buNone/>
              <a:defRPr sz="1067"/>
            </a:lvl8pPr>
            <a:lvl9pPr lvl="8" algn="l">
              <a:lnSpc>
                <a:spcPct val="100000"/>
              </a:lnSpc>
              <a:spcBef>
                <a:spcPts val="267"/>
              </a:spcBef>
              <a:spcAft>
                <a:spcPts val="267"/>
              </a:spcAft>
              <a:buSzPts val="800"/>
              <a:buNone/>
              <a:defRPr sz="1067"/>
            </a:lvl9pPr>
          </a:lstStyle>
          <a:p>
            <a:endParaRPr/>
          </a:p>
        </p:txBody>
      </p:sp>
      <p:sp>
        <p:nvSpPr>
          <p:cNvPr id="238" name="Google Shape;238;p30"/>
          <p:cNvSpPr txBox="1">
            <a:spLocks noGrp="1"/>
          </p:cNvSpPr>
          <p:nvPr>
            <p:ph type="subTitle" idx="50"/>
          </p:nvPr>
        </p:nvSpPr>
        <p:spPr>
          <a:xfrm>
            <a:off x="1390533" y="4615503"/>
            <a:ext cx="12192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900"/>
              <a:buNone/>
              <a:defRPr sz="1200" b="1">
                <a:solidFill>
                  <a:schemeClr val="accent1"/>
                </a:solidFill>
              </a:defRPr>
            </a:lvl1pPr>
            <a:lvl2pPr lvl="1" algn="ctr">
              <a:lnSpc>
                <a:spcPct val="100000"/>
              </a:lnSpc>
              <a:spcBef>
                <a:spcPts val="267"/>
              </a:spcBef>
              <a:spcAft>
                <a:spcPts val="0"/>
              </a:spcAft>
              <a:buClr>
                <a:schemeClr val="accent1"/>
              </a:buClr>
              <a:buSzPts val="1000"/>
              <a:buNone/>
              <a:defRPr sz="1333" b="1">
                <a:solidFill>
                  <a:schemeClr val="accent1"/>
                </a:solidFill>
              </a:defRPr>
            </a:lvl2pPr>
            <a:lvl3pPr lvl="2" algn="ctr">
              <a:lnSpc>
                <a:spcPct val="100000"/>
              </a:lnSpc>
              <a:spcBef>
                <a:spcPts val="267"/>
              </a:spcBef>
              <a:spcAft>
                <a:spcPts val="0"/>
              </a:spcAft>
              <a:buClr>
                <a:schemeClr val="accent1"/>
              </a:buClr>
              <a:buSzPts val="1000"/>
              <a:buNone/>
              <a:defRPr sz="1333" b="1">
                <a:solidFill>
                  <a:schemeClr val="accent1"/>
                </a:solidFill>
              </a:defRPr>
            </a:lvl3pPr>
            <a:lvl4pPr lvl="3" algn="ctr">
              <a:lnSpc>
                <a:spcPct val="100000"/>
              </a:lnSpc>
              <a:spcBef>
                <a:spcPts val="267"/>
              </a:spcBef>
              <a:spcAft>
                <a:spcPts val="0"/>
              </a:spcAft>
              <a:buClr>
                <a:schemeClr val="accent1"/>
              </a:buClr>
              <a:buSzPts val="1000"/>
              <a:buNone/>
              <a:defRPr sz="1333" b="1">
                <a:solidFill>
                  <a:schemeClr val="accent1"/>
                </a:solidFill>
              </a:defRPr>
            </a:lvl4pPr>
            <a:lvl5pPr lvl="4" algn="ctr">
              <a:lnSpc>
                <a:spcPct val="100000"/>
              </a:lnSpc>
              <a:spcBef>
                <a:spcPts val="267"/>
              </a:spcBef>
              <a:spcAft>
                <a:spcPts val="0"/>
              </a:spcAft>
              <a:buClr>
                <a:schemeClr val="accent1"/>
              </a:buClr>
              <a:buSzPts val="1000"/>
              <a:buNone/>
              <a:defRPr sz="1333" b="1">
                <a:solidFill>
                  <a:schemeClr val="accent1"/>
                </a:solidFill>
              </a:defRPr>
            </a:lvl5pPr>
            <a:lvl6pPr lvl="5" algn="ctr">
              <a:lnSpc>
                <a:spcPct val="100000"/>
              </a:lnSpc>
              <a:spcBef>
                <a:spcPts val="267"/>
              </a:spcBef>
              <a:spcAft>
                <a:spcPts val="0"/>
              </a:spcAft>
              <a:buClr>
                <a:schemeClr val="accent1"/>
              </a:buClr>
              <a:buSzPts val="1000"/>
              <a:buNone/>
              <a:defRPr sz="1333" b="1">
                <a:solidFill>
                  <a:schemeClr val="accent1"/>
                </a:solidFill>
              </a:defRPr>
            </a:lvl6pPr>
            <a:lvl7pPr lvl="6" algn="ctr">
              <a:lnSpc>
                <a:spcPct val="100000"/>
              </a:lnSpc>
              <a:spcBef>
                <a:spcPts val="267"/>
              </a:spcBef>
              <a:spcAft>
                <a:spcPts val="0"/>
              </a:spcAft>
              <a:buClr>
                <a:schemeClr val="accent1"/>
              </a:buClr>
              <a:buSzPts val="1000"/>
              <a:buNone/>
              <a:defRPr sz="1333" b="1">
                <a:solidFill>
                  <a:schemeClr val="accent1"/>
                </a:solidFill>
              </a:defRPr>
            </a:lvl7pPr>
            <a:lvl8pPr lvl="7" algn="ctr">
              <a:lnSpc>
                <a:spcPct val="100000"/>
              </a:lnSpc>
              <a:spcBef>
                <a:spcPts val="267"/>
              </a:spcBef>
              <a:spcAft>
                <a:spcPts val="0"/>
              </a:spcAft>
              <a:buClr>
                <a:schemeClr val="accent1"/>
              </a:buClr>
              <a:buSzPts val="1000"/>
              <a:buNone/>
              <a:defRPr sz="1333" b="1">
                <a:solidFill>
                  <a:schemeClr val="accent1"/>
                </a:solidFill>
              </a:defRPr>
            </a:lvl8pPr>
            <a:lvl9pPr lvl="8" algn="ctr">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239" name="Google Shape;239;p30"/>
          <p:cNvSpPr txBox="1">
            <a:spLocks noGrp="1"/>
          </p:cNvSpPr>
          <p:nvPr>
            <p:ph type="subTitle" idx="51"/>
          </p:nvPr>
        </p:nvSpPr>
        <p:spPr>
          <a:xfrm>
            <a:off x="3622028" y="4811988"/>
            <a:ext cx="12192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800"/>
              <a:buNone/>
              <a:defRPr sz="1067"/>
            </a:lvl1pPr>
            <a:lvl2pPr lvl="1" algn="l">
              <a:lnSpc>
                <a:spcPct val="100000"/>
              </a:lnSpc>
              <a:spcBef>
                <a:spcPts val="267"/>
              </a:spcBef>
              <a:spcAft>
                <a:spcPts val="0"/>
              </a:spcAft>
              <a:buSzPts val="800"/>
              <a:buNone/>
              <a:defRPr sz="1067"/>
            </a:lvl2pPr>
            <a:lvl3pPr lvl="2" algn="l">
              <a:lnSpc>
                <a:spcPct val="100000"/>
              </a:lnSpc>
              <a:spcBef>
                <a:spcPts val="267"/>
              </a:spcBef>
              <a:spcAft>
                <a:spcPts val="0"/>
              </a:spcAft>
              <a:buSzPts val="800"/>
              <a:buNone/>
              <a:defRPr sz="1067"/>
            </a:lvl3pPr>
            <a:lvl4pPr lvl="3" algn="l">
              <a:lnSpc>
                <a:spcPct val="100000"/>
              </a:lnSpc>
              <a:spcBef>
                <a:spcPts val="267"/>
              </a:spcBef>
              <a:spcAft>
                <a:spcPts val="0"/>
              </a:spcAft>
              <a:buSzPts val="800"/>
              <a:buNone/>
              <a:defRPr sz="1067"/>
            </a:lvl4pPr>
            <a:lvl5pPr lvl="4" algn="l">
              <a:lnSpc>
                <a:spcPct val="100000"/>
              </a:lnSpc>
              <a:spcBef>
                <a:spcPts val="267"/>
              </a:spcBef>
              <a:spcAft>
                <a:spcPts val="0"/>
              </a:spcAft>
              <a:buSzPts val="800"/>
              <a:buNone/>
              <a:defRPr sz="1067"/>
            </a:lvl5pPr>
            <a:lvl6pPr lvl="5" algn="l">
              <a:lnSpc>
                <a:spcPct val="100000"/>
              </a:lnSpc>
              <a:spcBef>
                <a:spcPts val="267"/>
              </a:spcBef>
              <a:spcAft>
                <a:spcPts val="0"/>
              </a:spcAft>
              <a:buSzPts val="800"/>
              <a:buNone/>
              <a:defRPr sz="1067"/>
            </a:lvl6pPr>
            <a:lvl7pPr lvl="6" algn="l">
              <a:lnSpc>
                <a:spcPct val="100000"/>
              </a:lnSpc>
              <a:spcBef>
                <a:spcPts val="267"/>
              </a:spcBef>
              <a:spcAft>
                <a:spcPts val="0"/>
              </a:spcAft>
              <a:buSzPts val="800"/>
              <a:buNone/>
              <a:defRPr sz="1067"/>
            </a:lvl7pPr>
            <a:lvl8pPr lvl="7" algn="l">
              <a:lnSpc>
                <a:spcPct val="100000"/>
              </a:lnSpc>
              <a:spcBef>
                <a:spcPts val="267"/>
              </a:spcBef>
              <a:spcAft>
                <a:spcPts val="0"/>
              </a:spcAft>
              <a:buSzPts val="800"/>
              <a:buNone/>
              <a:defRPr sz="1067"/>
            </a:lvl8pPr>
            <a:lvl9pPr lvl="8" algn="l">
              <a:lnSpc>
                <a:spcPct val="100000"/>
              </a:lnSpc>
              <a:spcBef>
                <a:spcPts val="267"/>
              </a:spcBef>
              <a:spcAft>
                <a:spcPts val="267"/>
              </a:spcAft>
              <a:buSzPts val="800"/>
              <a:buNone/>
              <a:defRPr sz="1067"/>
            </a:lvl9pPr>
          </a:lstStyle>
          <a:p>
            <a:endParaRPr/>
          </a:p>
        </p:txBody>
      </p:sp>
      <p:sp>
        <p:nvSpPr>
          <p:cNvPr id="240" name="Google Shape;240;p30"/>
          <p:cNvSpPr txBox="1">
            <a:spLocks noGrp="1"/>
          </p:cNvSpPr>
          <p:nvPr>
            <p:ph type="subTitle" idx="52"/>
          </p:nvPr>
        </p:nvSpPr>
        <p:spPr>
          <a:xfrm>
            <a:off x="3622028" y="4615503"/>
            <a:ext cx="12192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900"/>
              <a:buNone/>
              <a:defRPr sz="1200" b="1">
                <a:solidFill>
                  <a:schemeClr val="accent1"/>
                </a:solidFill>
              </a:defRPr>
            </a:lvl1pPr>
            <a:lvl2pPr lvl="1" algn="ctr">
              <a:lnSpc>
                <a:spcPct val="100000"/>
              </a:lnSpc>
              <a:spcBef>
                <a:spcPts val="267"/>
              </a:spcBef>
              <a:spcAft>
                <a:spcPts val="0"/>
              </a:spcAft>
              <a:buClr>
                <a:schemeClr val="accent1"/>
              </a:buClr>
              <a:buSzPts val="1000"/>
              <a:buNone/>
              <a:defRPr sz="1333" b="1">
                <a:solidFill>
                  <a:schemeClr val="accent1"/>
                </a:solidFill>
              </a:defRPr>
            </a:lvl2pPr>
            <a:lvl3pPr lvl="2" algn="ctr">
              <a:lnSpc>
                <a:spcPct val="100000"/>
              </a:lnSpc>
              <a:spcBef>
                <a:spcPts val="267"/>
              </a:spcBef>
              <a:spcAft>
                <a:spcPts val="0"/>
              </a:spcAft>
              <a:buClr>
                <a:schemeClr val="accent1"/>
              </a:buClr>
              <a:buSzPts val="1000"/>
              <a:buNone/>
              <a:defRPr sz="1333" b="1">
                <a:solidFill>
                  <a:schemeClr val="accent1"/>
                </a:solidFill>
              </a:defRPr>
            </a:lvl3pPr>
            <a:lvl4pPr lvl="3" algn="ctr">
              <a:lnSpc>
                <a:spcPct val="100000"/>
              </a:lnSpc>
              <a:spcBef>
                <a:spcPts val="267"/>
              </a:spcBef>
              <a:spcAft>
                <a:spcPts val="0"/>
              </a:spcAft>
              <a:buClr>
                <a:schemeClr val="accent1"/>
              </a:buClr>
              <a:buSzPts val="1000"/>
              <a:buNone/>
              <a:defRPr sz="1333" b="1">
                <a:solidFill>
                  <a:schemeClr val="accent1"/>
                </a:solidFill>
              </a:defRPr>
            </a:lvl4pPr>
            <a:lvl5pPr lvl="4" algn="ctr">
              <a:lnSpc>
                <a:spcPct val="100000"/>
              </a:lnSpc>
              <a:spcBef>
                <a:spcPts val="267"/>
              </a:spcBef>
              <a:spcAft>
                <a:spcPts val="0"/>
              </a:spcAft>
              <a:buClr>
                <a:schemeClr val="accent1"/>
              </a:buClr>
              <a:buSzPts val="1000"/>
              <a:buNone/>
              <a:defRPr sz="1333" b="1">
                <a:solidFill>
                  <a:schemeClr val="accent1"/>
                </a:solidFill>
              </a:defRPr>
            </a:lvl5pPr>
            <a:lvl6pPr lvl="5" algn="ctr">
              <a:lnSpc>
                <a:spcPct val="100000"/>
              </a:lnSpc>
              <a:spcBef>
                <a:spcPts val="267"/>
              </a:spcBef>
              <a:spcAft>
                <a:spcPts val="0"/>
              </a:spcAft>
              <a:buClr>
                <a:schemeClr val="accent1"/>
              </a:buClr>
              <a:buSzPts val="1000"/>
              <a:buNone/>
              <a:defRPr sz="1333" b="1">
                <a:solidFill>
                  <a:schemeClr val="accent1"/>
                </a:solidFill>
              </a:defRPr>
            </a:lvl6pPr>
            <a:lvl7pPr lvl="6" algn="ctr">
              <a:lnSpc>
                <a:spcPct val="100000"/>
              </a:lnSpc>
              <a:spcBef>
                <a:spcPts val="267"/>
              </a:spcBef>
              <a:spcAft>
                <a:spcPts val="0"/>
              </a:spcAft>
              <a:buClr>
                <a:schemeClr val="accent1"/>
              </a:buClr>
              <a:buSzPts val="1000"/>
              <a:buNone/>
              <a:defRPr sz="1333" b="1">
                <a:solidFill>
                  <a:schemeClr val="accent1"/>
                </a:solidFill>
              </a:defRPr>
            </a:lvl7pPr>
            <a:lvl8pPr lvl="7" algn="ctr">
              <a:lnSpc>
                <a:spcPct val="100000"/>
              </a:lnSpc>
              <a:spcBef>
                <a:spcPts val="267"/>
              </a:spcBef>
              <a:spcAft>
                <a:spcPts val="0"/>
              </a:spcAft>
              <a:buClr>
                <a:schemeClr val="accent1"/>
              </a:buClr>
              <a:buSzPts val="1000"/>
              <a:buNone/>
              <a:defRPr sz="1333" b="1">
                <a:solidFill>
                  <a:schemeClr val="accent1"/>
                </a:solidFill>
              </a:defRPr>
            </a:lvl8pPr>
            <a:lvl9pPr lvl="8" algn="ctr">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241" name="Google Shape;241;p30"/>
          <p:cNvSpPr txBox="1">
            <a:spLocks noGrp="1"/>
          </p:cNvSpPr>
          <p:nvPr>
            <p:ph type="subTitle" idx="53"/>
          </p:nvPr>
        </p:nvSpPr>
        <p:spPr>
          <a:xfrm>
            <a:off x="5853524" y="4811988"/>
            <a:ext cx="12192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800"/>
              <a:buNone/>
              <a:defRPr sz="1067"/>
            </a:lvl1pPr>
            <a:lvl2pPr lvl="1" algn="l">
              <a:lnSpc>
                <a:spcPct val="100000"/>
              </a:lnSpc>
              <a:spcBef>
                <a:spcPts val="267"/>
              </a:spcBef>
              <a:spcAft>
                <a:spcPts val="0"/>
              </a:spcAft>
              <a:buSzPts val="800"/>
              <a:buNone/>
              <a:defRPr sz="1067"/>
            </a:lvl2pPr>
            <a:lvl3pPr lvl="2" algn="l">
              <a:lnSpc>
                <a:spcPct val="100000"/>
              </a:lnSpc>
              <a:spcBef>
                <a:spcPts val="267"/>
              </a:spcBef>
              <a:spcAft>
                <a:spcPts val="0"/>
              </a:spcAft>
              <a:buSzPts val="800"/>
              <a:buNone/>
              <a:defRPr sz="1067"/>
            </a:lvl3pPr>
            <a:lvl4pPr lvl="3" algn="l">
              <a:lnSpc>
                <a:spcPct val="100000"/>
              </a:lnSpc>
              <a:spcBef>
                <a:spcPts val="267"/>
              </a:spcBef>
              <a:spcAft>
                <a:spcPts val="0"/>
              </a:spcAft>
              <a:buSzPts val="800"/>
              <a:buNone/>
              <a:defRPr sz="1067"/>
            </a:lvl4pPr>
            <a:lvl5pPr lvl="4" algn="l">
              <a:lnSpc>
                <a:spcPct val="100000"/>
              </a:lnSpc>
              <a:spcBef>
                <a:spcPts val="267"/>
              </a:spcBef>
              <a:spcAft>
                <a:spcPts val="0"/>
              </a:spcAft>
              <a:buSzPts val="800"/>
              <a:buNone/>
              <a:defRPr sz="1067"/>
            </a:lvl5pPr>
            <a:lvl6pPr lvl="5" algn="l">
              <a:lnSpc>
                <a:spcPct val="100000"/>
              </a:lnSpc>
              <a:spcBef>
                <a:spcPts val="267"/>
              </a:spcBef>
              <a:spcAft>
                <a:spcPts val="0"/>
              </a:spcAft>
              <a:buSzPts val="800"/>
              <a:buNone/>
              <a:defRPr sz="1067"/>
            </a:lvl6pPr>
            <a:lvl7pPr lvl="6" algn="l">
              <a:lnSpc>
                <a:spcPct val="100000"/>
              </a:lnSpc>
              <a:spcBef>
                <a:spcPts val="267"/>
              </a:spcBef>
              <a:spcAft>
                <a:spcPts val="0"/>
              </a:spcAft>
              <a:buSzPts val="800"/>
              <a:buNone/>
              <a:defRPr sz="1067"/>
            </a:lvl7pPr>
            <a:lvl8pPr lvl="7" algn="l">
              <a:lnSpc>
                <a:spcPct val="100000"/>
              </a:lnSpc>
              <a:spcBef>
                <a:spcPts val="267"/>
              </a:spcBef>
              <a:spcAft>
                <a:spcPts val="0"/>
              </a:spcAft>
              <a:buSzPts val="800"/>
              <a:buNone/>
              <a:defRPr sz="1067"/>
            </a:lvl8pPr>
            <a:lvl9pPr lvl="8" algn="l">
              <a:lnSpc>
                <a:spcPct val="100000"/>
              </a:lnSpc>
              <a:spcBef>
                <a:spcPts val="267"/>
              </a:spcBef>
              <a:spcAft>
                <a:spcPts val="267"/>
              </a:spcAft>
              <a:buSzPts val="800"/>
              <a:buNone/>
              <a:defRPr sz="1067"/>
            </a:lvl9pPr>
          </a:lstStyle>
          <a:p>
            <a:endParaRPr/>
          </a:p>
        </p:txBody>
      </p:sp>
      <p:sp>
        <p:nvSpPr>
          <p:cNvPr id="242" name="Google Shape;242;p30"/>
          <p:cNvSpPr txBox="1">
            <a:spLocks noGrp="1"/>
          </p:cNvSpPr>
          <p:nvPr>
            <p:ph type="subTitle" idx="54"/>
          </p:nvPr>
        </p:nvSpPr>
        <p:spPr>
          <a:xfrm>
            <a:off x="5853524" y="4615503"/>
            <a:ext cx="12192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900"/>
              <a:buNone/>
              <a:defRPr sz="1200" b="1">
                <a:solidFill>
                  <a:schemeClr val="accent1"/>
                </a:solidFill>
              </a:defRPr>
            </a:lvl1pPr>
            <a:lvl2pPr lvl="1" algn="ctr">
              <a:lnSpc>
                <a:spcPct val="100000"/>
              </a:lnSpc>
              <a:spcBef>
                <a:spcPts val="267"/>
              </a:spcBef>
              <a:spcAft>
                <a:spcPts val="0"/>
              </a:spcAft>
              <a:buClr>
                <a:schemeClr val="accent1"/>
              </a:buClr>
              <a:buSzPts val="1000"/>
              <a:buNone/>
              <a:defRPr sz="1333" b="1">
                <a:solidFill>
                  <a:schemeClr val="accent1"/>
                </a:solidFill>
              </a:defRPr>
            </a:lvl2pPr>
            <a:lvl3pPr lvl="2" algn="ctr">
              <a:lnSpc>
                <a:spcPct val="100000"/>
              </a:lnSpc>
              <a:spcBef>
                <a:spcPts val="267"/>
              </a:spcBef>
              <a:spcAft>
                <a:spcPts val="0"/>
              </a:spcAft>
              <a:buClr>
                <a:schemeClr val="accent1"/>
              </a:buClr>
              <a:buSzPts val="1000"/>
              <a:buNone/>
              <a:defRPr sz="1333" b="1">
                <a:solidFill>
                  <a:schemeClr val="accent1"/>
                </a:solidFill>
              </a:defRPr>
            </a:lvl3pPr>
            <a:lvl4pPr lvl="3" algn="ctr">
              <a:lnSpc>
                <a:spcPct val="100000"/>
              </a:lnSpc>
              <a:spcBef>
                <a:spcPts val="267"/>
              </a:spcBef>
              <a:spcAft>
                <a:spcPts val="0"/>
              </a:spcAft>
              <a:buClr>
                <a:schemeClr val="accent1"/>
              </a:buClr>
              <a:buSzPts val="1000"/>
              <a:buNone/>
              <a:defRPr sz="1333" b="1">
                <a:solidFill>
                  <a:schemeClr val="accent1"/>
                </a:solidFill>
              </a:defRPr>
            </a:lvl4pPr>
            <a:lvl5pPr lvl="4" algn="ctr">
              <a:lnSpc>
                <a:spcPct val="100000"/>
              </a:lnSpc>
              <a:spcBef>
                <a:spcPts val="267"/>
              </a:spcBef>
              <a:spcAft>
                <a:spcPts val="0"/>
              </a:spcAft>
              <a:buClr>
                <a:schemeClr val="accent1"/>
              </a:buClr>
              <a:buSzPts val="1000"/>
              <a:buNone/>
              <a:defRPr sz="1333" b="1">
                <a:solidFill>
                  <a:schemeClr val="accent1"/>
                </a:solidFill>
              </a:defRPr>
            </a:lvl5pPr>
            <a:lvl6pPr lvl="5" algn="ctr">
              <a:lnSpc>
                <a:spcPct val="100000"/>
              </a:lnSpc>
              <a:spcBef>
                <a:spcPts val="267"/>
              </a:spcBef>
              <a:spcAft>
                <a:spcPts val="0"/>
              </a:spcAft>
              <a:buClr>
                <a:schemeClr val="accent1"/>
              </a:buClr>
              <a:buSzPts val="1000"/>
              <a:buNone/>
              <a:defRPr sz="1333" b="1">
                <a:solidFill>
                  <a:schemeClr val="accent1"/>
                </a:solidFill>
              </a:defRPr>
            </a:lvl6pPr>
            <a:lvl7pPr lvl="6" algn="ctr">
              <a:lnSpc>
                <a:spcPct val="100000"/>
              </a:lnSpc>
              <a:spcBef>
                <a:spcPts val="267"/>
              </a:spcBef>
              <a:spcAft>
                <a:spcPts val="0"/>
              </a:spcAft>
              <a:buClr>
                <a:schemeClr val="accent1"/>
              </a:buClr>
              <a:buSzPts val="1000"/>
              <a:buNone/>
              <a:defRPr sz="1333" b="1">
                <a:solidFill>
                  <a:schemeClr val="accent1"/>
                </a:solidFill>
              </a:defRPr>
            </a:lvl7pPr>
            <a:lvl8pPr lvl="7" algn="ctr">
              <a:lnSpc>
                <a:spcPct val="100000"/>
              </a:lnSpc>
              <a:spcBef>
                <a:spcPts val="267"/>
              </a:spcBef>
              <a:spcAft>
                <a:spcPts val="0"/>
              </a:spcAft>
              <a:buClr>
                <a:schemeClr val="accent1"/>
              </a:buClr>
              <a:buSzPts val="1000"/>
              <a:buNone/>
              <a:defRPr sz="1333" b="1">
                <a:solidFill>
                  <a:schemeClr val="accent1"/>
                </a:solidFill>
              </a:defRPr>
            </a:lvl8pPr>
            <a:lvl9pPr lvl="8" algn="ctr">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243" name="Google Shape;243;p30"/>
          <p:cNvSpPr txBox="1">
            <a:spLocks noGrp="1"/>
          </p:cNvSpPr>
          <p:nvPr>
            <p:ph type="subTitle" idx="55"/>
          </p:nvPr>
        </p:nvSpPr>
        <p:spPr>
          <a:xfrm>
            <a:off x="8085019" y="4811988"/>
            <a:ext cx="12192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800"/>
              <a:buNone/>
              <a:defRPr sz="1067"/>
            </a:lvl1pPr>
            <a:lvl2pPr lvl="1" algn="l">
              <a:lnSpc>
                <a:spcPct val="100000"/>
              </a:lnSpc>
              <a:spcBef>
                <a:spcPts val="267"/>
              </a:spcBef>
              <a:spcAft>
                <a:spcPts val="0"/>
              </a:spcAft>
              <a:buSzPts val="800"/>
              <a:buNone/>
              <a:defRPr sz="1067"/>
            </a:lvl2pPr>
            <a:lvl3pPr lvl="2" algn="l">
              <a:lnSpc>
                <a:spcPct val="100000"/>
              </a:lnSpc>
              <a:spcBef>
                <a:spcPts val="267"/>
              </a:spcBef>
              <a:spcAft>
                <a:spcPts val="0"/>
              </a:spcAft>
              <a:buSzPts val="800"/>
              <a:buNone/>
              <a:defRPr sz="1067"/>
            </a:lvl3pPr>
            <a:lvl4pPr lvl="3" algn="l">
              <a:lnSpc>
                <a:spcPct val="100000"/>
              </a:lnSpc>
              <a:spcBef>
                <a:spcPts val="267"/>
              </a:spcBef>
              <a:spcAft>
                <a:spcPts val="0"/>
              </a:spcAft>
              <a:buSzPts val="800"/>
              <a:buNone/>
              <a:defRPr sz="1067"/>
            </a:lvl4pPr>
            <a:lvl5pPr lvl="4" algn="l">
              <a:lnSpc>
                <a:spcPct val="100000"/>
              </a:lnSpc>
              <a:spcBef>
                <a:spcPts val="267"/>
              </a:spcBef>
              <a:spcAft>
                <a:spcPts val="0"/>
              </a:spcAft>
              <a:buSzPts val="800"/>
              <a:buNone/>
              <a:defRPr sz="1067"/>
            </a:lvl5pPr>
            <a:lvl6pPr lvl="5" algn="l">
              <a:lnSpc>
                <a:spcPct val="100000"/>
              </a:lnSpc>
              <a:spcBef>
                <a:spcPts val="267"/>
              </a:spcBef>
              <a:spcAft>
                <a:spcPts val="0"/>
              </a:spcAft>
              <a:buSzPts val="800"/>
              <a:buNone/>
              <a:defRPr sz="1067"/>
            </a:lvl6pPr>
            <a:lvl7pPr lvl="6" algn="l">
              <a:lnSpc>
                <a:spcPct val="100000"/>
              </a:lnSpc>
              <a:spcBef>
                <a:spcPts val="267"/>
              </a:spcBef>
              <a:spcAft>
                <a:spcPts val="0"/>
              </a:spcAft>
              <a:buSzPts val="800"/>
              <a:buNone/>
              <a:defRPr sz="1067"/>
            </a:lvl7pPr>
            <a:lvl8pPr lvl="7" algn="l">
              <a:lnSpc>
                <a:spcPct val="100000"/>
              </a:lnSpc>
              <a:spcBef>
                <a:spcPts val="267"/>
              </a:spcBef>
              <a:spcAft>
                <a:spcPts val="0"/>
              </a:spcAft>
              <a:buSzPts val="800"/>
              <a:buNone/>
              <a:defRPr sz="1067"/>
            </a:lvl8pPr>
            <a:lvl9pPr lvl="8" algn="l">
              <a:lnSpc>
                <a:spcPct val="100000"/>
              </a:lnSpc>
              <a:spcBef>
                <a:spcPts val="267"/>
              </a:spcBef>
              <a:spcAft>
                <a:spcPts val="267"/>
              </a:spcAft>
              <a:buSzPts val="800"/>
              <a:buNone/>
              <a:defRPr sz="1067"/>
            </a:lvl9pPr>
          </a:lstStyle>
          <a:p>
            <a:endParaRPr/>
          </a:p>
        </p:txBody>
      </p:sp>
      <p:sp>
        <p:nvSpPr>
          <p:cNvPr id="244" name="Google Shape;244;p30"/>
          <p:cNvSpPr txBox="1">
            <a:spLocks noGrp="1"/>
          </p:cNvSpPr>
          <p:nvPr>
            <p:ph type="subTitle" idx="56"/>
          </p:nvPr>
        </p:nvSpPr>
        <p:spPr>
          <a:xfrm>
            <a:off x="8085019" y="4615503"/>
            <a:ext cx="12192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900"/>
              <a:buNone/>
              <a:defRPr sz="1200" b="1">
                <a:solidFill>
                  <a:schemeClr val="accent1"/>
                </a:solidFill>
              </a:defRPr>
            </a:lvl1pPr>
            <a:lvl2pPr lvl="1" algn="ctr">
              <a:lnSpc>
                <a:spcPct val="100000"/>
              </a:lnSpc>
              <a:spcBef>
                <a:spcPts val="267"/>
              </a:spcBef>
              <a:spcAft>
                <a:spcPts val="0"/>
              </a:spcAft>
              <a:buClr>
                <a:schemeClr val="accent1"/>
              </a:buClr>
              <a:buSzPts val="1000"/>
              <a:buNone/>
              <a:defRPr sz="1333" b="1">
                <a:solidFill>
                  <a:schemeClr val="accent1"/>
                </a:solidFill>
              </a:defRPr>
            </a:lvl2pPr>
            <a:lvl3pPr lvl="2" algn="ctr">
              <a:lnSpc>
                <a:spcPct val="100000"/>
              </a:lnSpc>
              <a:spcBef>
                <a:spcPts val="267"/>
              </a:spcBef>
              <a:spcAft>
                <a:spcPts val="0"/>
              </a:spcAft>
              <a:buClr>
                <a:schemeClr val="accent1"/>
              </a:buClr>
              <a:buSzPts val="1000"/>
              <a:buNone/>
              <a:defRPr sz="1333" b="1">
                <a:solidFill>
                  <a:schemeClr val="accent1"/>
                </a:solidFill>
              </a:defRPr>
            </a:lvl3pPr>
            <a:lvl4pPr lvl="3" algn="ctr">
              <a:lnSpc>
                <a:spcPct val="100000"/>
              </a:lnSpc>
              <a:spcBef>
                <a:spcPts val="267"/>
              </a:spcBef>
              <a:spcAft>
                <a:spcPts val="0"/>
              </a:spcAft>
              <a:buClr>
                <a:schemeClr val="accent1"/>
              </a:buClr>
              <a:buSzPts val="1000"/>
              <a:buNone/>
              <a:defRPr sz="1333" b="1">
                <a:solidFill>
                  <a:schemeClr val="accent1"/>
                </a:solidFill>
              </a:defRPr>
            </a:lvl4pPr>
            <a:lvl5pPr lvl="4" algn="ctr">
              <a:lnSpc>
                <a:spcPct val="100000"/>
              </a:lnSpc>
              <a:spcBef>
                <a:spcPts val="267"/>
              </a:spcBef>
              <a:spcAft>
                <a:spcPts val="0"/>
              </a:spcAft>
              <a:buClr>
                <a:schemeClr val="accent1"/>
              </a:buClr>
              <a:buSzPts val="1000"/>
              <a:buNone/>
              <a:defRPr sz="1333" b="1">
                <a:solidFill>
                  <a:schemeClr val="accent1"/>
                </a:solidFill>
              </a:defRPr>
            </a:lvl5pPr>
            <a:lvl6pPr lvl="5" algn="ctr">
              <a:lnSpc>
                <a:spcPct val="100000"/>
              </a:lnSpc>
              <a:spcBef>
                <a:spcPts val="267"/>
              </a:spcBef>
              <a:spcAft>
                <a:spcPts val="0"/>
              </a:spcAft>
              <a:buClr>
                <a:schemeClr val="accent1"/>
              </a:buClr>
              <a:buSzPts val="1000"/>
              <a:buNone/>
              <a:defRPr sz="1333" b="1">
                <a:solidFill>
                  <a:schemeClr val="accent1"/>
                </a:solidFill>
              </a:defRPr>
            </a:lvl6pPr>
            <a:lvl7pPr lvl="6" algn="ctr">
              <a:lnSpc>
                <a:spcPct val="100000"/>
              </a:lnSpc>
              <a:spcBef>
                <a:spcPts val="267"/>
              </a:spcBef>
              <a:spcAft>
                <a:spcPts val="0"/>
              </a:spcAft>
              <a:buClr>
                <a:schemeClr val="accent1"/>
              </a:buClr>
              <a:buSzPts val="1000"/>
              <a:buNone/>
              <a:defRPr sz="1333" b="1">
                <a:solidFill>
                  <a:schemeClr val="accent1"/>
                </a:solidFill>
              </a:defRPr>
            </a:lvl7pPr>
            <a:lvl8pPr lvl="7" algn="ctr">
              <a:lnSpc>
                <a:spcPct val="100000"/>
              </a:lnSpc>
              <a:spcBef>
                <a:spcPts val="267"/>
              </a:spcBef>
              <a:spcAft>
                <a:spcPts val="0"/>
              </a:spcAft>
              <a:buClr>
                <a:schemeClr val="accent1"/>
              </a:buClr>
              <a:buSzPts val="1000"/>
              <a:buNone/>
              <a:defRPr sz="1333" b="1">
                <a:solidFill>
                  <a:schemeClr val="accent1"/>
                </a:solidFill>
              </a:defRPr>
            </a:lvl8pPr>
            <a:lvl9pPr lvl="8" algn="ctr">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245" name="Google Shape;245;p30"/>
          <p:cNvSpPr txBox="1">
            <a:spLocks noGrp="1"/>
          </p:cNvSpPr>
          <p:nvPr>
            <p:ph type="subTitle" idx="57"/>
          </p:nvPr>
        </p:nvSpPr>
        <p:spPr>
          <a:xfrm>
            <a:off x="10316515" y="4811988"/>
            <a:ext cx="12192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800"/>
              <a:buNone/>
              <a:defRPr sz="1067"/>
            </a:lvl1pPr>
            <a:lvl2pPr lvl="1" algn="l">
              <a:lnSpc>
                <a:spcPct val="100000"/>
              </a:lnSpc>
              <a:spcBef>
                <a:spcPts val="267"/>
              </a:spcBef>
              <a:spcAft>
                <a:spcPts val="0"/>
              </a:spcAft>
              <a:buSzPts val="800"/>
              <a:buNone/>
              <a:defRPr sz="1067"/>
            </a:lvl2pPr>
            <a:lvl3pPr lvl="2" algn="l">
              <a:lnSpc>
                <a:spcPct val="100000"/>
              </a:lnSpc>
              <a:spcBef>
                <a:spcPts val="267"/>
              </a:spcBef>
              <a:spcAft>
                <a:spcPts val="0"/>
              </a:spcAft>
              <a:buSzPts val="800"/>
              <a:buNone/>
              <a:defRPr sz="1067"/>
            </a:lvl3pPr>
            <a:lvl4pPr lvl="3" algn="l">
              <a:lnSpc>
                <a:spcPct val="100000"/>
              </a:lnSpc>
              <a:spcBef>
                <a:spcPts val="267"/>
              </a:spcBef>
              <a:spcAft>
                <a:spcPts val="0"/>
              </a:spcAft>
              <a:buSzPts val="800"/>
              <a:buNone/>
              <a:defRPr sz="1067"/>
            </a:lvl4pPr>
            <a:lvl5pPr lvl="4" algn="l">
              <a:lnSpc>
                <a:spcPct val="100000"/>
              </a:lnSpc>
              <a:spcBef>
                <a:spcPts val="267"/>
              </a:spcBef>
              <a:spcAft>
                <a:spcPts val="0"/>
              </a:spcAft>
              <a:buSzPts val="800"/>
              <a:buNone/>
              <a:defRPr sz="1067"/>
            </a:lvl5pPr>
            <a:lvl6pPr lvl="5" algn="l">
              <a:lnSpc>
                <a:spcPct val="100000"/>
              </a:lnSpc>
              <a:spcBef>
                <a:spcPts val="267"/>
              </a:spcBef>
              <a:spcAft>
                <a:spcPts val="0"/>
              </a:spcAft>
              <a:buSzPts val="800"/>
              <a:buNone/>
              <a:defRPr sz="1067"/>
            </a:lvl6pPr>
            <a:lvl7pPr lvl="6" algn="l">
              <a:lnSpc>
                <a:spcPct val="100000"/>
              </a:lnSpc>
              <a:spcBef>
                <a:spcPts val="267"/>
              </a:spcBef>
              <a:spcAft>
                <a:spcPts val="0"/>
              </a:spcAft>
              <a:buSzPts val="800"/>
              <a:buNone/>
              <a:defRPr sz="1067"/>
            </a:lvl7pPr>
            <a:lvl8pPr lvl="7" algn="l">
              <a:lnSpc>
                <a:spcPct val="100000"/>
              </a:lnSpc>
              <a:spcBef>
                <a:spcPts val="267"/>
              </a:spcBef>
              <a:spcAft>
                <a:spcPts val="0"/>
              </a:spcAft>
              <a:buSzPts val="800"/>
              <a:buNone/>
              <a:defRPr sz="1067"/>
            </a:lvl8pPr>
            <a:lvl9pPr lvl="8" algn="l">
              <a:lnSpc>
                <a:spcPct val="100000"/>
              </a:lnSpc>
              <a:spcBef>
                <a:spcPts val="267"/>
              </a:spcBef>
              <a:spcAft>
                <a:spcPts val="267"/>
              </a:spcAft>
              <a:buSzPts val="800"/>
              <a:buNone/>
              <a:defRPr sz="1067"/>
            </a:lvl9pPr>
          </a:lstStyle>
          <a:p>
            <a:endParaRPr/>
          </a:p>
        </p:txBody>
      </p:sp>
      <p:sp>
        <p:nvSpPr>
          <p:cNvPr id="246" name="Google Shape;246;p30"/>
          <p:cNvSpPr txBox="1">
            <a:spLocks noGrp="1"/>
          </p:cNvSpPr>
          <p:nvPr>
            <p:ph type="subTitle" idx="58"/>
          </p:nvPr>
        </p:nvSpPr>
        <p:spPr>
          <a:xfrm>
            <a:off x="10316515" y="4615503"/>
            <a:ext cx="12192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900"/>
              <a:buNone/>
              <a:defRPr sz="1200" b="1">
                <a:solidFill>
                  <a:schemeClr val="accent1"/>
                </a:solidFill>
              </a:defRPr>
            </a:lvl1pPr>
            <a:lvl2pPr lvl="1" algn="ctr">
              <a:lnSpc>
                <a:spcPct val="100000"/>
              </a:lnSpc>
              <a:spcBef>
                <a:spcPts val="267"/>
              </a:spcBef>
              <a:spcAft>
                <a:spcPts val="0"/>
              </a:spcAft>
              <a:buClr>
                <a:schemeClr val="accent1"/>
              </a:buClr>
              <a:buSzPts val="1000"/>
              <a:buNone/>
              <a:defRPr sz="1333" b="1">
                <a:solidFill>
                  <a:schemeClr val="accent1"/>
                </a:solidFill>
              </a:defRPr>
            </a:lvl2pPr>
            <a:lvl3pPr lvl="2" algn="ctr">
              <a:lnSpc>
                <a:spcPct val="100000"/>
              </a:lnSpc>
              <a:spcBef>
                <a:spcPts val="267"/>
              </a:spcBef>
              <a:spcAft>
                <a:spcPts val="0"/>
              </a:spcAft>
              <a:buClr>
                <a:schemeClr val="accent1"/>
              </a:buClr>
              <a:buSzPts val="1000"/>
              <a:buNone/>
              <a:defRPr sz="1333" b="1">
                <a:solidFill>
                  <a:schemeClr val="accent1"/>
                </a:solidFill>
              </a:defRPr>
            </a:lvl3pPr>
            <a:lvl4pPr lvl="3" algn="ctr">
              <a:lnSpc>
                <a:spcPct val="100000"/>
              </a:lnSpc>
              <a:spcBef>
                <a:spcPts val="267"/>
              </a:spcBef>
              <a:spcAft>
                <a:spcPts val="0"/>
              </a:spcAft>
              <a:buClr>
                <a:schemeClr val="accent1"/>
              </a:buClr>
              <a:buSzPts val="1000"/>
              <a:buNone/>
              <a:defRPr sz="1333" b="1">
                <a:solidFill>
                  <a:schemeClr val="accent1"/>
                </a:solidFill>
              </a:defRPr>
            </a:lvl4pPr>
            <a:lvl5pPr lvl="4" algn="ctr">
              <a:lnSpc>
                <a:spcPct val="100000"/>
              </a:lnSpc>
              <a:spcBef>
                <a:spcPts val="267"/>
              </a:spcBef>
              <a:spcAft>
                <a:spcPts val="0"/>
              </a:spcAft>
              <a:buClr>
                <a:schemeClr val="accent1"/>
              </a:buClr>
              <a:buSzPts val="1000"/>
              <a:buNone/>
              <a:defRPr sz="1333" b="1">
                <a:solidFill>
                  <a:schemeClr val="accent1"/>
                </a:solidFill>
              </a:defRPr>
            </a:lvl5pPr>
            <a:lvl6pPr lvl="5" algn="ctr">
              <a:lnSpc>
                <a:spcPct val="100000"/>
              </a:lnSpc>
              <a:spcBef>
                <a:spcPts val="267"/>
              </a:spcBef>
              <a:spcAft>
                <a:spcPts val="0"/>
              </a:spcAft>
              <a:buClr>
                <a:schemeClr val="accent1"/>
              </a:buClr>
              <a:buSzPts val="1000"/>
              <a:buNone/>
              <a:defRPr sz="1333" b="1">
                <a:solidFill>
                  <a:schemeClr val="accent1"/>
                </a:solidFill>
              </a:defRPr>
            </a:lvl6pPr>
            <a:lvl7pPr lvl="6" algn="ctr">
              <a:lnSpc>
                <a:spcPct val="100000"/>
              </a:lnSpc>
              <a:spcBef>
                <a:spcPts val="267"/>
              </a:spcBef>
              <a:spcAft>
                <a:spcPts val="0"/>
              </a:spcAft>
              <a:buClr>
                <a:schemeClr val="accent1"/>
              </a:buClr>
              <a:buSzPts val="1000"/>
              <a:buNone/>
              <a:defRPr sz="1333" b="1">
                <a:solidFill>
                  <a:schemeClr val="accent1"/>
                </a:solidFill>
              </a:defRPr>
            </a:lvl7pPr>
            <a:lvl8pPr lvl="7" algn="ctr">
              <a:lnSpc>
                <a:spcPct val="100000"/>
              </a:lnSpc>
              <a:spcBef>
                <a:spcPts val="267"/>
              </a:spcBef>
              <a:spcAft>
                <a:spcPts val="0"/>
              </a:spcAft>
              <a:buClr>
                <a:schemeClr val="accent1"/>
              </a:buClr>
              <a:buSzPts val="1000"/>
              <a:buNone/>
              <a:defRPr sz="1333" b="1">
                <a:solidFill>
                  <a:schemeClr val="accent1"/>
                </a:solidFill>
              </a:defRPr>
            </a:lvl8pPr>
            <a:lvl9pPr lvl="8" algn="ctr">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247" name="Google Shape;247;p30"/>
          <p:cNvSpPr/>
          <p:nvPr/>
        </p:nvSpPr>
        <p:spPr>
          <a:xfrm>
            <a:off x="5017141" y="4476095"/>
            <a:ext cx="730800" cy="7308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248" name="Google Shape;248;p30"/>
          <p:cNvSpPr/>
          <p:nvPr/>
        </p:nvSpPr>
        <p:spPr>
          <a:xfrm>
            <a:off x="7248636" y="4476095"/>
            <a:ext cx="730800" cy="7308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249" name="Google Shape;249;p30"/>
          <p:cNvSpPr/>
          <p:nvPr/>
        </p:nvSpPr>
        <p:spPr>
          <a:xfrm>
            <a:off x="9480132" y="4476095"/>
            <a:ext cx="730800" cy="7308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250" name="Google Shape;250;p30"/>
          <p:cNvSpPr>
            <a:spLocks noGrp="1"/>
          </p:cNvSpPr>
          <p:nvPr>
            <p:ph type="pic" idx="59"/>
          </p:nvPr>
        </p:nvSpPr>
        <p:spPr>
          <a:xfrm>
            <a:off x="614751" y="4536695"/>
            <a:ext cx="609600" cy="609600"/>
          </a:xfrm>
          <a:prstGeom prst="ellipse">
            <a:avLst/>
          </a:prstGeom>
          <a:noFill/>
          <a:ln w="19050" cap="flat" cmpd="sng">
            <a:solidFill>
              <a:schemeClr val="dk1"/>
            </a:solidFill>
            <a:prstDash val="solid"/>
            <a:round/>
            <a:headEnd type="none" w="sm" len="sm"/>
            <a:tailEnd type="none" w="sm" len="sm"/>
          </a:ln>
        </p:spPr>
        <p:txBody>
          <a:bodyPr/>
          <a:lstStyle/>
          <a:p>
            <a:endParaRPr lang="en-IN"/>
          </a:p>
        </p:txBody>
      </p:sp>
      <p:sp>
        <p:nvSpPr>
          <p:cNvPr id="251" name="Google Shape;251;p30"/>
          <p:cNvSpPr>
            <a:spLocks noGrp="1"/>
          </p:cNvSpPr>
          <p:nvPr>
            <p:ph type="pic" idx="60"/>
          </p:nvPr>
        </p:nvSpPr>
        <p:spPr>
          <a:xfrm>
            <a:off x="2846245" y="4536695"/>
            <a:ext cx="609600" cy="609600"/>
          </a:xfrm>
          <a:prstGeom prst="ellipse">
            <a:avLst/>
          </a:prstGeom>
          <a:noFill/>
          <a:ln w="19050" cap="flat" cmpd="sng">
            <a:solidFill>
              <a:schemeClr val="dk1"/>
            </a:solidFill>
            <a:prstDash val="solid"/>
            <a:round/>
            <a:headEnd type="none" w="sm" len="sm"/>
            <a:tailEnd type="none" w="sm" len="sm"/>
          </a:ln>
        </p:spPr>
        <p:txBody>
          <a:bodyPr/>
          <a:lstStyle/>
          <a:p>
            <a:endParaRPr lang="en-IN"/>
          </a:p>
        </p:txBody>
      </p:sp>
      <p:sp>
        <p:nvSpPr>
          <p:cNvPr id="252" name="Google Shape;252;p30"/>
          <p:cNvSpPr>
            <a:spLocks noGrp="1"/>
          </p:cNvSpPr>
          <p:nvPr>
            <p:ph type="pic" idx="61"/>
          </p:nvPr>
        </p:nvSpPr>
        <p:spPr>
          <a:xfrm>
            <a:off x="5077741" y="4536695"/>
            <a:ext cx="609600" cy="609600"/>
          </a:xfrm>
          <a:prstGeom prst="ellipse">
            <a:avLst/>
          </a:prstGeom>
          <a:noFill/>
          <a:ln w="19050" cap="flat" cmpd="sng">
            <a:solidFill>
              <a:schemeClr val="dk1"/>
            </a:solidFill>
            <a:prstDash val="solid"/>
            <a:round/>
            <a:headEnd type="none" w="sm" len="sm"/>
            <a:tailEnd type="none" w="sm" len="sm"/>
          </a:ln>
        </p:spPr>
        <p:txBody>
          <a:bodyPr/>
          <a:lstStyle/>
          <a:p>
            <a:endParaRPr lang="en-IN"/>
          </a:p>
        </p:txBody>
      </p:sp>
      <p:sp>
        <p:nvSpPr>
          <p:cNvPr id="253" name="Google Shape;253;p30"/>
          <p:cNvSpPr>
            <a:spLocks noGrp="1"/>
          </p:cNvSpPr>
          <p:nvPr>
            <p:ph type="pic" idx="62"/>
          </p:nvPr>
        </p:nvSpPr>
        <p:spPr>
          <a:xfrm>
            <a:off x="7309236" y="4536695"/>
            <a:ext cx="609600" cy="609600"/>
          </a:xfrm>
          <a:prstGeom prst="ellipse">
            <a:avLst/>
          </a:prstGeom>
          <a:noFill/>
          <a:ln w="19050" cap="flat" cmpd="sng">
            <a:solidFill>
              <a:schemeClr val="dk1"/>
            </a:solidFill>
            <a:prstDash val="solid"/>
            <a:round/>
            <a:headEnd type="none" w="sm" len="sm"/>
            <a:tailEnd type="none" w="sm" len="sm"/>
          </a:ln>
        </p:spPr>
        <p:txBody>
          <a:bodyPr/>
          <a:lstStyle/>
          <a:p>
            <a:endParaRPr lang="en-IN"/>
          </a:p>
        </p:txBody>
      </p:sp>
      <p:sp>
        <p:nvSpPr>
          <p:cNvPr id="254" name="Google Shape;254;p30"/>
          <p:cNvSpPr>
            <a:spLocks noGrp="1"/>
          </p:cNvSpPr>
          <p:nvPr>
            <p:ph type="pic" idx="63"/>
          </p:nvPr>
        </p:nvSpPr>
        <p:spPr>
          <a:xfrm>
            <a:off x="9540732" y="4536695"/>
            <a:ext cx="609600" cy="609600"/>
          </a:xfrm>
          <a:prstGeom prst="ellipse">
            <a:avLst/>
          </a:prstGeom>
          <a:noFill/>
          <a:ln w="19050" cap="flat" cmpd="sng">
            <a:solidFill>
              <a:schemeClr val="dk1"/>
            </a:solidFill>
            <a:prstDash val="solid"/>
            <a:round/>
            <a:headEnd type="none" w="sm" len="sm"/>
            <a:tailEnd type="none" w="sm" len="sm"/>
          </a:ln>
        </p:spPr>
        <p:txBody>
          <a:bodyPr/>
          <a:lstStyle/>
          <a:p>
            <a:endParaRPr lang="en-IN"/>
          </a:p>
        </p:txBody>
      </p:sp>
      <p:sp>
        <p:nvSpPr>
          <p:cNvPr id="255" name="Google Shape;255;p30"/>
          <p:cNvSpPr/>
          <p:nvPr/>
        </p:nvSpPr>
        <p:spPr>
          <a:xfrm>
            <a:off x="554151" y="5561228"/>
            <a:ext cx="730800" cy="7308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256" name="Google Shape;256;p30"/>
          <p:cNvSpPr/>
          <p:nvPr/>
        </p:nvSpPr>
        <p:spPr>
          <a:xfrm>
            <a:off x="2785645" y="5561228"/>
            <a:ext cx="730800" cy="7308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257" name="Google Shape;257;p30"/>
          <p:cNvSpPr txBox="1">
            <a:spLocks noGrp="1"/>
          </p:cNvSpPr>
          <p:nvPr>
            <p:ph type="subTitle" idx="64"/>
          </p:nvPr>
        </p:nvSpPr>
        <p:spPr>
          <a:xfrm>
            <a:off x="1390533" y="5897121"/>
            <a:ext cx="12192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800"/>
              <a:buNone/>
              <a:defRPr sz="1067"/>
            </a:lvl1pPr>
            <a:lvl2pPr lvl="1" algn="l">
              <a:lnSpc>
                <a:spcPct val="100000"/>
              </a:lnSpc>
              <a:spcBef>
                <a:spcPts val="267"/>
              </a:spcBef>
              <a:spcAft>
                <a:spcPts val="0"/>
              </a:spcAft>
              <a:buSzPts val="800"/>
              <a:buNone/>
              <a:defRPr sz="1067"/>
            </a:lvl2pPr>
            <a:lvl3pPr lvl="2" algn="l">
              <a:lnSpc>
                <a:spcPct val="100000"/>
              </a:lnSpc>
              <a:spcBef>
                <a:spcPts val="267"/>
              </a:spcBef>
              <a:spcAft>
                <a:spcPts val="0"/>
              </a:spcAft>
              <a:buSzPts val="800"/>
              <a:buNone/>
              <a:defRPr sz="1067"/>
            </a:lvl3pPr>
            <a:lvl4pPr lvl="3" algn="l">
              <a:lnSpc>
                <a:spcPct val="100000"/>
              </a:lnSpc>
              <a:spcBef>
                <a:spcPts val="267"/>
              </a:spcBef>
              <a:spcAft>
                <a:spcPts val="0"/>
              </a:spcAft>
              <a:buSzPts val="800"/>
              <a:buNone/>
              <a:defRPr sz="1067"/>
            </a:lvl4pPr>
            <a:lvl5pPr lvl="4" algn="l">
              <a:lnSpc>
                <a:spcPct val="100000"/>
              </a:lnSpc>
              <a:spcBef>
                <a:spcPts val="267"/>
              </a:spcBef>
              <a:spcAft>
                <a:spcPts val="0"/>
              </a:spcAft>
              <a:buSzPts val="800"/>
              <a:buNone/>
              <a:defRPr sz="1067"/>
            </a:lvl5pPr>
            <a:lvl6pPr lvl="5" algn="l">
              <a:lnSpc>
                <a:spcPct val="100000"/>
              </a:lnSpc>
              <a:spcBef>
                <a:spcPts val="267"/>
              </a:spcBef>
              <a:spcAft>
                <a:spcPts val="0"/>
              </a:spcAft>
              <a:buSzPts val="800"/>
              <a:buNone/>
              <a:defRPr sz="1067"/>
            </a:lvl6pPr>
            <a:lvl7pPr lvl="6" algn="l">
              <a:lnSpc>
                <a:spcPct val="100000"/>
              </a:lnSpc>
              <a:spcBef>
                <a:spcPts val="267"/>
              </a:spcBef>
              <a:spcAft>
                <a:spcPts val="0"/>
              </a:spcAft>
              <a:buSzPts val="800"/>
              <a:buNone/>
              <a:defRPr sz="1067"/>
            </a:lvl7pPr>
            <a:lvl8pPr lvl="7" algn="l">
              <a:lnSpc>
                <a:spcPct val="100000"/>
              </a:lnSpc>
              <a:spcBef>
                <a:spcPts val="267"/>
              </a:spcBef>
              <a:spcAft>
                <a:spcPts val="0"/>
              </a:spcAft>
              <a:buSzPts val="800"/>
              <a:buNone/>
              <a:defRPr sz="1067"/>
            </a:lvl8pPr>
            <a:lvl9pPr lvl="8" algn="l">
              <a:lnSpc>
                <a:spcPct val="100000"/>
              </a:lnSpc>
              <a:spcBef>
                <a:spcPts val="267"/>
              </a:spcBef>
              <a:spcAft>
                <a:spcPts val="267"/>
              </a:spcAft>
              <a:buSzPts val="800"/>
              <a:buNone/>
              <a:defRPr sz="1067"/>
            </a:lvl9pPr>
          </a:lstStyle>
          <a:p>
            <a:endParaRPr/>
          </a:p>
        </p:txBody>
      </p:sp>
      <p:sp>
        <p:nvSpPr>
          <p:cNvPr id="258" name="Google Shape;258;p30"/>
          <p:cNvSpPr txBox="1">
            <a:spLocks noGrp="1"/>
          </p:cNvSpPr>
          <p:nvPr>
            <p:ph type="subTitle" idx="65"/>
          </p:nvPr>
        </p:nvSpPr>
        <p:spPr>
          <a:xfrm>
            <a:off x="1390533" y="5700636"/>
            <a:ext cx="12192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900"/>
              <a:buNone/>
              <a:defRPr sz="1200" b="1">
                <a:solidFill>
                  <a:schemeClr val="accent1"/>
                </a:solidFill>
              </a:defRPr>
            </a:lvl1pPr>
            <a:lvl2pPr lvl="1" algn="ctr">
              <a:lnSpc>
                <a:spcPct val="100000"/>
              </a:lnSpc>
              <a:spcBef>
                <a:spcPts val="267"/>
              </a:spcBef>
              <a:spcAft>
                <a:spcPts val="0"/>
              </a:spcAft>
              <a:buClr>
                <a:schemeClr val="accent1"/>
              </a:buClr>
              <a:buSzPts val="1000"/>
              <a:buNone/>
              <a:defRPr sz="1333" b="1">
                <a:solidFill>
                  <a:schemeClr val="accent1"/>
                </a:solidFill>
              </a:defRPr>
            </a:lvl2pPr>
            <a:lvl3pPr lvl="2" algn="ctr">
              <a:lnSpc>
                <a:spcPct val="100000"/>
              </a:lnSpc>
              <a:spcBef>
                <a:spcPts val="267"/>
              </a:spcBef>
              <a:spcAft>
                <a:spcPts val="0"/>
              </a:spcAft>
              <a:buClr>
                <a:schemeClr val="accent1"/>
              </a:buClr>
              <a:buSzPts val="1000"/>
              <a:buNone/>
              <a:defRPr sz="1333" b="1">
                <a:solidFill>
                  <a:schemeClr val="accent1"/>
                </a:solidFill>
              </a:defRPr>
            </a:lvl3pPr>
            <a:lvl4pPr lvl="3" algn="ctr">
              <a:lnSpc>
                <a:spcPct val="100000"/>
              </a:lnSpc>
              <a:spcBef>
                <a:spcPts val="267"/>
              </a:spcBef>
              <a:spcAft>
                <a:spcPts val="0"/>
              </a:spcAft>
              <a:buClr>
                <a:schemeClr val="accent1"/>
              </a:buClr>
              <a:buSzPts val="1000"/>
              <a:buNone/>
              <a:defRPr sz="1333" b="1">
                <a:solidFill>
                  <a:schemeClr val="accent1"/>
                </a:solidFill>
              </a:defRPr>
            </a:lvl4pPr>
            <a:lvl5pPr lvl="4" algn="ctr">
              <a:lnSpc>
                <a:spcPct val="100000"/>
              </a:lnSpc>
              <a:spcBef>
                <a:spcPts val="267"/>
              </a:spcBef>
              <a:spcAft>
                <a:spcPts val="0"/>
              </a:spcAft>
              <a:buClr>
                <a:schemeClr val="accent1"/>
              </a:buClr>
              <a:buSzPts val="1000"/>
              <a:buNone/>
              <a:defRPr sz="1333" b="1">
                <a:solidFill>
                  <a:schemeClr val="accent1"/>
                </a:solidFill>
              </a:defRPr>
            </a:lvl5pPr>
            <a:lvl6pPr lvl="5" algn="ctr">
              <a:lnSpc>
                <a:spcPct val="100000"/>
              </a:lnSpc>
              <a:spcBef>
                <a:spcPts val="267"/>
              </a:spcBef>
              <a:spcAft>
                <a:spcPts val="0"/>
              </a:spcAft>
              <a:buClr>
                <a:schemeClr val="accent1"/>
              </a:buClr>
              <a:buSzPts val="1000"/>
              <a:buNone/>
              <a:defRPr sz="1333" b="1">
                <a:solidFill>
                  <a:schemeClr val="accent1"/>
                </a:solidFill>
              </a:defRPr>
            </a:lvl6pPr>
            <a:lvl7pPr lvl="6" algn="ctr">
              <a:lnSpc>
                <a:spcPct val="100000"/>
              </a:lnSpc>
              <a:spcBef>
                <a:spcPts val="267"/>
              </a:spcBef>
              <a:spcAft>
                <a:spcPts val="0"/>
              </a:spcAft>
              <a:buClr>
                <a:schemeClr val="accent1"/>
              </a:buClr>
              <a:buSzPts val="1000"/>
              <a:buNone/>
              <a:defRPr sz="1333" b="1">
                <a:solidFill>
                  <a:schemeClr val="accent1"/>
                </a:solidFill>
              </a:defRPr>
            </a:lvl7pPr>
            <a:lvl8pPr lvl="7" algn="ctr">
              <a:lnSpc>
                <a:spcPct val="100000"/>
              </a:lnSpc>
              <a:spcBef>
                <a:spcPts val="267"/>
              </a:spcBef>
              <a:spcAft>
                <a:spcPts val="0"/>
              </a:spcAft>
              <a:buClr>
                <a:schemeClr val="accent1"/>
              </a:buClr>
              <a:buSzPts val="1000"/>
              <a:buNone/>
              <a:defRPr sz="1333" b="1">
                <a:solidFill>
                  <a:schemeClr val="accent1"/>
                </a:solidFill>
              </a:defRPr>
            </a:lvl8pPr>
            <a:lvl9pPr lvl="8" algn="ctr">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259" name="Google Shape;259;p30"/>
          <p:cNvSpPr txBox="1">
            <a:spLocks noGrp="1"/>
          </p:cNvSpPr>
          <p:nvPr>
            <p:ph type="subTitle" idx="66"/>
          </p:nvPr>
        </p:nvSpPr>
        <p:spPr>
          <a:xfrm>
            <a:off x="3622028" y="5897121"/>
            <a:ext cx="12192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800"/>
              <a:buNone/>
              <a:defRPr sz="1067"/>
            </a:lvl1pPr>
            <a:lvl2pPr lvl="1" algn="l">
              <a:lnSpc>
                <a:spcPct val="100000"/>
              </a:lnSpc>
              <a:spcBef>
                <a:spcPts val="267"/>
              </a:spcBef>
              <a:spcAft>
                <a:spcPts val="0"/>
              </a:spcAft>
              <a:buSzPts val="800"/>
              <a:buNone/>
              <a:defRPr sz="1067"/>
            </a:lvl2pPr>
            <a:lvl3pPr lvl="2" algn="l">
              <a:lnSpc>
                <a:spcPct val="100000"/>
              </a:lnSpc>
              <a:spcBef>
                <a:spcPts val="267"/>
              </a:spcBef>
              <a:spcAft>
                <a:spcPts val="0"/>
              </a:spcAft>
              <a:buSzPts val="800"/>
              <a:buNone/>
              <a:defRPr sz="1067"/>
            </a:lvl3pPr>
            <a:lvl4pPr lvl="3" algn="l">
              <a:lnSpc>
                <a:spcPct val="100000"/>
              </a:lnSpc>
              <a:spcBef>
                <a:spcPts val="267"/>
              </a:spcBef>
              <a:spcAft>
                <a:spcPts val="0"/>
              </a:spcAft>
              <a:buSzPts val="800"/>
              <a:buNone/>
              <a:defRPr sz="1067"/>
            </a:lvl4pPr>
            <a:lvl5pPr lvl="4" algn="l">
              <a:lnSpc>
                <a:spcPct val="100000"/>
              </a:lnSpc>
              <a:spcBef>
                <a:spcPts val="267"/>
              </a:spcBef>
              <a:spcAft>
                <a:spcPts val="0"/>
              </a:spcAft>
              <a:buSzPts val="800"/>
              <a:buNone/>
              <a:defRPr sz="1067"/>
            </a:lvl5pPr>
            <a:lvl6pPr lvl="5" algn="l">
              <a:lnSpc>
                <a:spcPct val="100000"/>
              </a:lnSpc>
              <a:spcBef>
                <a:spcPts val="267"/>
              </a:spcBef>
              <a:spcAft>
                <a:spcPts val="0"/>
              </a:spcAft>
              <a:buSzPts val="800"/>
              <a:buNone/>
              <a:defRPr sz="1067"/>
            </a:lvl6pPr>
            <a:lvl7pPr lvl="6" algn="l">
              <a:lnSpc>
                <a:spcPct val="100000"/>
              </a:lnSpc>
              <a:spcBef>
                <a:spcPts val="267"/>
              </a:spcBef>
              <a:spcAft>
                <a:spcPts val="0"/>
              </a:spcAft>
              <a:buSzPts val="800"/>
              <a:buNone/>
              <a:defRPr sz="1067"/>
            </a:lvl7pPr>
            <a:lvl8pPr lvl="7" algn="l">
              <a:lnSpc>
                <a:spcPct val="100000"/>
              </a:lnSpc>
              <a:spcBef>
                <a:spcPts val="267"/>
              </a:spcBef>
              <a:spcAft>
                <a:spcPts val="0"/>
              </a:spcAft>
              <a:buSzPts val="800"/>
              <a:buNone/>
              <a:defRPr sz="1067"/>
            </a:lvl8pPr>
            <a:lvl9pPr lvl="8" algn="l">
              <a:lnSpc>
                <a:spcPct val="100000"/>
              </a:lnSpc>
              <a:spcBef>
                <a:spcPts val="267"/>
              </a:spcBef>
              <a:spcAft>
                <a:spcPts val="267"/>
              </a:spcAft>
              <a:buSzPts val="800"/>
              <a:buNone/>
              <a:defRPr sz="1067"/>
            </a:lvl9pPr>
          </a:lstStyle>
          <a:p>
            <a:endParaRPr/>
          </a:p>
        </p:txBody>
      </p:sp>
      <p:sp>
        <p:nvSpPr>
          <p:cNvPr id="260" name="Google Shape;260;p30"/>
          <p:cNvSpPr txBox="1">
            <a:spLocks noGrp="1"/>
          </p:cNvSpPr>
          <p:nvPr>
            <p:ph type="subTitle" idx="67"/>
          </p:nvPr>
        </p:nvSpPr>
        <p:spPr>
          <a:xfrm>
            <a:off x="3622028" y="5700636"/>
            <a:ext cx="12192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900"/>
              <a:buNone/>
              <a:defRPr sz="1200" b="1">
                <a:solidFill>
                  <a:schemeClr val="accent1"/>
                </a:solidFill>
              </a:defRPr>
            </a:lvl1pPr>
            <a:lvl2pPr lvl="1" algn="ctr">
              <a:lnSpc>
                <a:spcPct val="100000"/>
              </a:lnSpc>
              <a:spcBef>
                <a:spcPts val="267"/>
              </a:spcBef>
              <a:spcAft>
                <a:spcPts val="0"/>
              </a:spcAft>
              <a:buClr>
                <a:schemeClr val="accent1"/>
              </a:buClr>
              <a:buSzPts val="1000"/>
              <a:buNone/>
              <a:defRPr sz="1333" b="1">
                <a:solidFill>
                  <a:schemeClr val="accent1"/>
                </a:solidFill>
              </a:defRPr>
            </a:lvl2pPr>
            <a:lvl3pPr lvl="2" algn="ctr">
              <a:lnSpc>
                <a:spcPct val="100000"/>
              </a:lnSpc>
              <a:spcBef>
                <a:spcPts val="267"/>
              </a:spcBef>
              <a:spcAft>
                <a:spcPts val="0"/>
              </a:spcAft>
              <a:buClr>
                <a:schemeClr val="accent1"/>
              </a:buClr>
              <a:buSzPts val="1000"/>
              <a:buNone/>
              <a:defRPr sz="1333" b="1">
                <a:solidFill>
                  <a:schemeClr val="accent1"/>
                </a:solidFill>
              </a:defRPr>
            </a:lvl3pPr>
            <a:lvl4pPr lvl="3" algn="ctr">
              <a:lnSpc>
                <a:spcPct val="100000"/>
              </a:lnSpc>
              <a:spcBef>
                <a:spcPts val="267"/>
              </a:spcBef>
              <a:spcAft>
                <a:spcPts val="0"/>
              </a:spcAft>
              <a:buClr>
                <a:schemeClr val="accent1"/>
              </a:buClr>
              <a:buSzPts val="1000"/>
              <a:buNone/>
              <a:defRPr sz="1333" b="1">
                <a:solidFill>
                  <a:schemeClr val="accent1"/>
                </a:solidFill>
              </a:defRPr>
            </a:lvl4pPr>
            <a:lvl5pPr lvl="4" algn="ctr">
              <a:lnSpc>
                <a:spcPct val="100000"/>
              </a:lnSpc>
              <a:spcBef>
                <a:spcPts val="267"/>
              </a:spcBef>
              <a:spcAft>
                <a:spcPts val="0"/>
              </a:spcAft>
              <a:buClr>
                <a:schemeClr val="accent1"/>
              </a:buClr>
              <a:buSzPts val="1000"/>
              <a:buNone/>
              <a:defRPr sz="1333" b="1">
                <a:solidFill>
                  <a:schemeClr val="accent1"/>
                </a:solidFill>
              </a:defRPr>
            </a:lvl5pPr>
            <a:lvl6pPr lvl="5" algn="ctr">
              <a:lnSpc>
                <a:spcPct val="100000"/>
              </a:lnSpc>
              <a:spcBef>
                <a:spcPts val="267"/>
              </a:spcBef>
              <a:spcAft>
                <a:spcPts val="0"/>
              </a:spcAft>
              <a:buClr>
                <a:schemeClr val="accent1"/>
              </a:buClr>
              <a:buSzPts val="1000"/>
              <a:buNone/>
              <a:defRPr sz="1333" b="1">
                <a:solidFill>
                  <a:schemeClr val="accent1"/>
                </a:solidFill>
              </a:defRPr>
            </a:lvl6pPr>
            <a:lvl7pPr lvl="6" algn="ctr">
              <a:lnSpc>
                <a:spcPct val="100000"/>
              </a:lnSpc>
              <a:spcBef>
                <a:spcPts val="267"/>
              </a:spcBef>
              <a:spcAft>
                <a:spcPts val="0"/>
              </a:spcAft>
              <a:buClr>
                <a:schemeClr val="accent1"/>
              </a:buClr>
              <a:buSzPts val="1000"/>
              <a:buNone/>
              <a:defRPr sz="1333" b="1">
                <a:solidFill>
                  <a:schemeClr val="accent1"/>
                </a:solidFill>
              </a:defRPr>
            </a:lvl7pPr>
            <a:lvl8pPr lvl="7" algn="ctr">
              <a:lnSpc>
                <a:spcPct val="100000"/>
              </a:lnSpc>
              <a:spcBef>
                <a:spcPts val="267"/>
              </a:spcBef>
              <a:spcAft>
                <a:spcPts val="0"/>
              </a:spcAft>
              <a:buClr>
                <a:schemeClr val="accent1"/>
              </a:buClr>
              <a:buSzPts val="1000"/>
              <a:buNone/>
              <a:defRPr sz="1333" b="1">
                <a:solidFill>
                  <a:schemeClr val="accent1"/>
                </a:solidFill>
              </a:defRPr>
            </a:lvl8pPr>
            <a:lvl9pPr lvl="8" algn="ctr">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261" name="Google Shape;261;p30"/>
          <p:cNvSpPr txBox="1">
            <a:spLocks noGrp="1"/>
          </p:cNvSpPr>
          <p:nvPr>
            <p:ph type="subTitle" idx="68"/>
          </p:nvPr>
        </p:nvSpPr>
        <p:spPr>
          <a:xfrm>
            <a:off x="5853524" y="5897121"/>
            <a:ext cx="12192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800"/>
              <a:buNone/>
              <a:defRPr sz="1067"/>
            </a:lvl1pPr>
            <a:lvl2pPr lvl="1" algn="l">
              <a:lnSpc>
                <a:spcPct val="100000"/>
              </a:lnSpc>
              <a:spcBef>
                <a:spcPts val="267"/>
              </a:spcBef>
              <a:spcAft>
                <a:spcPts val="0"/>
              </a:spcAft>
              <a:buSzPts val="800"/>
              <a:buNone/>
              <a:defRPr sz="1067"/>
            </a:lvl2pPr>
            <a:lvl3pPr lvl="2" algn="l">
              <a:lnSpc>
                <a:spcPct val="100000"/>
              </a:lnSpc>
              <a:spcBef>
                <a:spcPts val="267"/>
              </a:spcBef>
              <a:spcAft>
                <a:spcPts val="0"/>
              </a:spcAft>
              <a:buSzPts val="800"/>
              <a:buNone/>
              <a:defRPr sz="1067"/>
            </a:lvl3pPr>
            <a:lvl4pPr lvl="3" algn="l">
              <a:lnSpc>
                <a:spcPct val="100000"/>
              </a:lnSpc>
              <a:spcBef>
                <a:spcPts val="267"/>
              </a:spcBef>
              <a:spcAft>
                <a:spcPts val="0"/>
              </a:spcAft>
              <a:buSzPts val="800"/>
              <a:buNone/>
              <a:defRPr sz="1067"/>
            </a:lvl4pPr>
            <a:lvl5pPr lvl="4" algn="l">
              <a:lnSpc>
                <a:spcPct val="100000"/>
              </a:lnSpc>
              <a:spcBef>
                <a:spcPts val="267"/>
              </a:spcBef>
              <a:spcAft>
                <a:spcPts val="0"/>
              </a:spcAft>
              <a:buSzPts val="800"/>
              <a:buNone/>
              <a:defRPr sz="1067"/>
            </a:lvl5pPr>
            <a:lvl6pPr lvl="5" algn="l">
              <a:lnSpc>
                <a:spcPct val="100000"/>
              </a:lnSpc>
              <a:spcBef>
                <a:spcPts val="267"/>
              </a:spcBef>
              <a:spcAft>
                <a:spcPts val="0"/>
              </a:spcAft>
              <a:buSzPts val="800"/>
              <a:buNone/>
              <a:defRPr sz="1067"/>
            </a:lvl6pPr>
            <a:lvl7pPr lvl="6" algn="l">
              <a:lnSpc>
                <a:spcPct val="100000"/>
              </a:lnSpc>
              <a:spcBef>
                <a:spcPts val="267"/>
              </a:spcBef>
              <a:spcAft>
                <a:spcPts val="0"/>
              </a:spcAft>
              <a:buSzPts val="800"/>
              <a:buNone/>
              <a:defRPr sz="1067"/>
            </a:lvl7pPr>
            <a:lvl8pPr lvl="7" algn="l">
              <a:lnSpc>
                <a:spcPct val="100000"/>
              </a:lnSpc>
              <a:spcBef>
                <a:spcPts val="267"/>
              </a:spcBef>
              <a:spcAft>
                <a:spcPts val="0"/>
              </a:spcAft>
              <a:buSzPts val="800"/>
              <a:buNone/>
              <a:defRPr sz="1067"/>
            </a:lvl8pPr>
            <a:lvl9pPr lvl="8" algn="l">
              <a:lnSpc>
                <a:spcPct val="100000"/>
              </a:lnSpc>
              <a:spcBef>
                <a:spcPts val="267"/>
              </a:spcBef>
              <a:spcAft>
                <a:spcPts val="267"/>
              </a:spcAft>
              <a:buSzPts val="800"/>
              <a:buNone/>
              <a:defRPr sz="1067"/>
            </a:lvl9pPr>
          </a:lstStyle>
          <a:p>
            <a:endParaRPr/>
          </a:p>
        </p:txBody>
      </p:sp>
      <p:sp>
        <p:nvSpPr>
          <p:cNvPr id="262" name="Google Shape;262;p30"/>
          <p:cNvSpPr txBox="1">
            <a:spLocks noGrp="1"/>
          </p:cNvSpPr>
          <p:nvPr>
            <p:ph type="subTitle" idx="69"/>
          </p:nvPr>
        </p:nvSpPr>
        <p:spPr>
          <a:xfrm>
            <a:off x="5853524" y="5700636"/>
            <a:ext cx="12192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900"/>
              <a:buNone/>
              <a:defRPr sz="1200" b="1">
                <a:solidFill>
                  <a:schemeClr val="accent1"/>
                </a:solidFill>
              </a:defRPr>
            </a:lvl1pPr>
            <a:lvl2pPr lvl="1" algn="ctr">
              <a:lnSpc>
                <a:spcPct val="100000"/>
              </a:lnSpc>
              <a:spcBef>
                <a:spcPts val="267"/>
              </a:spcBef>
              <a:spcAft>
                <a:spcPts val="0"/>
              </a:spcAft>
              <a:buClr>
                <a:schemeClr val="accent1"/>
              </a:buClr>
              <a:buSzPts val="1000"/>
              <a:buNone/>
              <a:defRPr sz="1333" b="1">
                <a:solidFill>
                  <a:schemeClr val="accent1"/>
                </a:solidFill>
              </a:defRPr>
            </a:lvl2pPr>
            <a:lvl3pPr lvl="2" algn="ctr">
              <a:lnSpc>
                <a:spcPct val="100000"/>
              </a:lnSpc>
              <a:spcBef>
                <a:spcPts val="267"/>
              </a:spcBef>
              <a:spcAft>
                <a:spcPts val="0"/>
              </a:spcAft>
              <a:buClr>
                <a:schemeClr val="accent1"/>
              </a:buClr>
              <a:buSzPts val="1000"/>
              <a:buNone/>
              <a:defRPr sz="1333" b="1">
                <a:solidFill>
                  <a:schemeClr val="accent1"/>
                </a:solidFill>
              </a:defRPr>
            </a:lvl3pPr>
            <a:lvl4pPr lvl="3" algn="ctr">
              <a:lnSpc>
                <a:spcPct val="100000"/>
              </a:lnSpc>
              <a:spcBef>
                <a:spcPts val="267"/>
              </a:spcBef>
              <a:spcAft>
                <a:spcPts val="0"/>
              </a:spcAft>
              <a:buClr>
                <a:schemeClr val="accent1"/>
              </a:buClr>
              <a:buSzPts val="1000"/>
              <a:buNone/>
              <a:defRPr sz="1333" b="1">
                <a:solidFill>
                  <a:schemeClr val="accent1"/>
                </a:solidFill>
              </a:defRPr>
            </a:lvl4pPr>
            <a:lvl5pPr lvl="4" algn="ctr">
              <a:lnSpc>
                <a:spcPct val="100000"/>
              </a:lnSpc>
              <a:spcBef>
                <a:spcPts val="267"/>
              </a:spcBef>
              <a:spcAft>
                <a:spcPts val="0"/>
              </a:spcAft>
              <a:buClr>
                <a:schemeClr val="accent1"/>
              </a:buClr>
              <a:buSzPts val="1000"/>
              <a:buNone/>
              <a:defRPr sz="1333" b="1">
                <a:solidFill>
                  <a:schemeClr val="accent1"/>
                </a:solidFill>
              </a:defRPr>
            </a:lvl5pPr>
            <a:lvl6pPr lvl="5" algn="ctr">
              <a:lnSpc>
                <a:spcPct val="100000"/>
              </a:lnSpc>
              <a:spcBef>
                <a:spcPts val="267"/>
              </a:spcBef>
              <a:spcAft>
                <a:spcPts val="0"/>
              </a:spcAft>
              <a:buClr>
                <a:schemeClr val="accent1"/>
              </a:buClr>
              <a:buSzPts val="1000"/>
              <a:buNone/>
              <a:defRPr sz="1333" b="1">
                <a:solidFill>
                  <a:schemeClr val="accent1"/>
                </a:solidFill>
              </a:defRPr>
            </a:lvl6pPr>
            <a:lvl7pPr lvl="6" algn="ctr">
              <a:lnSpc>
                <a:spcPct val="100000"/>
              </a:lnSpc>
              <a:spcBef>
                <a:spcPts val="267"/>
              </a:spcBef>
              <a:spcAft>
                <a:spcPts val="0"/>
              </a:spcAft>
              <a:buClr>
                <a:schemeClr val="accent1"/>
              </a:buClr>
              <a:buSzPts val="1000"/>
              <a:buNone/>
              <a:defRPr sz="1333" b="1">
                <a:solidFill>
                  <a:schemeClr val="accent1"/>
                </a:solidFill>
              </a:defRPr>
            </a:lvl7pPr>
            <a:lvl8pPr lvl="7" algn="ctr">
              <a:lnSpc>
                <a:spcPct val="100000"/>
              </a:lnSpc>
              <a:spcBef>
                <a:spcPts val="267"/>
              </a:spcBef>
              <a:spcAft>
                <a:spcPts val="0"/>
              </a:spcAft>
              <a:buClr>
                <a:schemeClr val="accent1"/>
              </a:buClr>
              <a:buSzPts val="1000"/>
              <a:buNone/>
              <a:defRPr sz="1333" b="1">
                <a:solidFill>
                  <a:schemeClr val="accent1"/>
                </a:solidFill>
              </a:defRPr>
            </a:lvl8pPr>
            <a:lvl9pPr lvl="8" algn="ctr">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263" name="Google Shape;263;p30"/>
          <p:cNvSpPr txBox="1">
            <a:spLocks noGrp="1"/>
          </p:cNvSpPr>
          <p:nvPr>
            <p:ph type="subTitle" idx="70"/>
          </p:nvPr>
        </p:nvSpPr>
        <p:spPr>
          <a:xfrm>
            <a:off x="8085019" y="5897121"/>
            <a:ext cx="12192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800"/>
              <a:buNone/>
              <a:defRPr sz="1067"/>
            </a:lvl1pPr>
            <a:lvl2pPr lvl="1" algn="l">
              <a:lnSpc>
                <a:spcPct val="100000"/>
              </a:lnSpc>
              <a:spcBef>
                <a:spcPts val="267"/>
              </a:spcBef>
              <a:spcAft>
                <a:spcPts val="0"/>
              </a:spcAft>
              <a:buSzPts val="800"/>
              <a:buNone/>
              <a:defRPr sz="1067"/>
            </a:lvl2pPr>
            <a:lvl3pPr lvl="2" algn="l">
              <a:lnSpc>
                <a:spcPct val="100000"/>
              </a:lnSpc>
              <a:spcBef>
                <a:spcPts val="267"/>
              </a:spcBef>
              <a:spcAft>
                <a:spcPts val="0"/>
              </a:spcAft>
              <a:buSzPts val="800"/>
              <a:buNone/>
              <a:defRPr sz="1067"/>
            </a:lvl3pPr>
            <a:lvl4pPr lvl="3" algn="l">
              <a:lnSpc>
                <a:spcPct val="100000"/>
              </a:lnSpc>
              <a:spcBef>
                <a:spcPts val="267"/>
              </a:spcBef>
              <a:spcAft>
                <a:spcPts val="0"/>
              </a:spcAft>
              <a:buSzPts val="800"/>
              <a:buNone/>
              <a:defRPr sz="1067"/>
            </a:lvl4pPr>
            <a:lvl5pPr lvl="4" algn="l">
              <a:lnSpc>
                <a:spcPct val="100000"/>
              </a:lnSpc>
              <a:spcBef>
                <a:spcPts val="267"/>
              </a:spcBef>
              <a:spcAft>
                <a:spcPts val="0"/>
              </a:spcAft>
              <a:buSzPts val="800"/>
              <a:buNone/>
              <a:defRPr sz="1067"/>
            </a:lvl5pPr>
            <a:lvl6pPr lvl="5" algn="l">
              <a:lnSpc>
                <a:spcPct val="100000"/>
              </a:lnSpc>
              <a:spcBef>
                <a:spcPts val="267"/>
              </a:spcBef>
              <a:spcAft>
                <a:spcPts val="0"/>
              </a:spcAft>
              <a:buSzPts val="800"/>
              <a:buNone/>
              <a:defRPr sz="1067"/>
            </a:lvl6pPr>
            <a:lvl7pPr lvl="6" algn="l">
              <a:lnSpc>
                <a:spcPct val="100000"/>
              </a:lnSpc>
              <a:spcBef>
                <a:spcPts val="267"/>
              </a:spcBef>
              <a:spcAft>
                <a:spcPts val="0"/>
              </a:spcAft>
              <a:buSzPts val="800"/>
              <a:buNone/>
              <a:defRPr sz="1067"/>
            </a:lvl7pPr>
            <a:lvl8pPr lvl="7" algn="l">
              <a:lnSpc>
                <a:spcPct val="100000"/>
              </a:lnSpc>
              <a:spcBef>
                <a:spcPts val="267"/>
              </a:spcBef>
              <a:spcAft>
                <a:spcPts val="0"/>
              </a:spcAft>
              <a:buSzPts val="800"/>
              <a:buNone/>
              <a:defRPr sz="1067"/>
            </a:lvl8pPr>
            <a:lvl9pPr lvl="8" algn="l">
              <a:lnSpc>
                <a:spcPct val="100000"/>
              </a:lnSpc>
              <a:spcBef>
                <a:spcPts val="267"/>
              </a:spcBef>
              <a:spcAft>
                <a:spcPts val="267"/>
              </a:spcAft>
              <a:buSzPts val="800"/>
              <a:buNone/>
              <a:defRPr sz="1067"/>
            </a:lvl9pPr>
          </a:lstStyle>
          <a:p>
            <a:endParaRPr/>
          </a:p>
        </p:txBody>
      </p:sp>
      <p:sp>
        <p:nvSpPr>
          <p:cNvPr id="264" name="Google Shape;264;p30"/>
          <p:cNvSpPr txBox="1">
            <a:spLocks noGrp="1"/>
          </p:cNvSpPr>
          <p:nvPr>
            <p:ph type="subTitle" idx="71"/>
          </p:nvPr>
        </p:nvSpPr>
        <p:spPr>
          <a:xfrm>
            <a:off x="8085019" y="5700636"/>
            <a:ext cx="12192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900"/>
              <a:buNone/>
              <a:defRPr sz="1200" b="1">
                <a:solidFill>
                  <a:schemeClr val="accent1"/>
                </a:solidFill>
              </a:defRPr>
            </a:lvl1pPr>
            <a:lvl2pPr lvl="1" algn="ctr">
              <a:lnSpc>
                <a:spcPct val="100000"/>
              </a:lnSpc>
              <a:spcBef>
                <a:spcPts val="267"/>
              </a:spcBef>
              <a:spcAft>
                <a:spcPts val="0"/>
              </a:spcAft>
              <a:buClr>
                <a:schemeClr val="accent1"/>
              </a:buClr>
              <a:buSzPts val="1000"/>
              <a:buNone/>
              <a:defRPr sz="1333" b="1">
                <a:solidFill>
                  <a:schemeClr val="accent1"/>
                </a:solidFill>
              </a:defRPr>
            </a:lvl2pPr>
            <a:lvl3pPr lvl="2" algn="ctr">
              <a:lnSpc>
                <a:spcPct val="100000"/>
              </a:lnSpc>
              <a:spcBef>
                <a:spcPts val="267"/>
              </a:spcBef>
              <a:spcAft>
                <a:spcPts val="0"/>
              </a:spcAft>
              <a:buClr>
                <a:schemeClr val="accent1"/>
              </a:buClr>
              <a:buSzPts val="1000"/>
              <a:buNone/>
              <a:defRPr sz="1333" b="1">
                <a:solidFill>
                  <a:schemeClr val="accent1"/>
                </a:solidFill>
              </a:defRPr>
            </a:lvl3pPr>
            <a:lvl4pPr lvl="3" algn="ctr">
              <a:lnSpc>
                <a:spcPct val="100000"/>
              </a:lnSpc>
              <a:spcBef>
                <a:spcPts val="267"/>
              </a:spcBef>
              <a:spcAft>
                <a:spcPts val="0"/>
              </a:spcAft>
              <a:buClr>
                <a:schemeClr val="accent1"/>
              </a:buClr>
              <a:buSzPts val="1000"/>
              <a:buNone/>
              <a:defRPr sz="1333" b="1">
                <a:solidFill>
                  <a:schemeClr val="accent1"/>
                </a:solidFill>
              </a:defRPr>
            </a:lvl4pPr>
            <a:lvl5pPr lvl="4" algn="ctr">
              <a:lnSpc>
                <a:spcPct val="100000"/>
              </a:lnSpc>
              <a:spcBef>
                <a:spcPts val="267"/>
              </a:spcBef>
              <a:spcAft>
                <a:spcPts val="0"/>
              </a:spcAft>
              <a:buClr>
                <a:schemeClr val="accent1"/>
              </a:buClr>
              <a:buSzPts val="1000"/>
              <a:buNone/>
              <a:defRPr sz="1333" b="1">
                <a:solidFill>
                  <a:schemeClr val="accent1"/>
                </a:solidFill>
              </a:defRPr>
            </a:lvl5pPr>
            <a:lvl6pPr lvl="5" algn="ctr">
              <a:lnSpc>
                <a:spcPct val="100000"/>
              </a:lnSpc>
              <a:spcBef>
                <a:spcPts val="267"/>
              </a:spcBef>
              <a:spcAft>
                <a:spcPts val="0"/>
              </a:spcAft>
              <a:buClr>
                <a:schemeClr val="accent1"/>
              </a:buClr>
              <a:buSzPts val="1000"/>
              <a:buNone/>
              <a:defRPr sz="1333" b="1">
                <a:solidFill>
                  <a:schemeClr val="accent1"/>
                </a:solidFill>
              </a:defRPr>
            </a:lvl6pPr>
            <a:lvl7pPr lvl="6" algn="ctr">
              <a:lnSpc>
                <a:spcPct val="100000"/>
              </a:lnSpc>
              <a:spcBef>
                <a:spcPts val="267"/>
              </a:spcBef>
              <a:spcAft>
                <a:spcPts val="0"/>
              </a:spcAft>
              <a:buClr>
                <a:schemeClr val="accent1"/>
              </a:buClr>
              <a:buSzPts val="1000"/>
              <a:buNone/>
              <a:defRPr sz="1333" b="1">
                <a:solidFill>
                  <a:schemeClr val="accent1"/>
                </a:solidFill>
              </a:defRPr>
            </a:lvl7pPr>
            <a:lvl8pPr lvl="7" algn="ctr">
              <a:lnSpc>
                <a:spcPct val="100000"/>
              </a:lnSpc>
              <a:spcBef>
                <a:spcPts val="267"/>
              </a:spcBef>
              <a:spcAft>
                <a:spcPts val="0"/>
              </a:spcAft>
              <a:buClr>
                <a:schemeClr val="accent1"/>
              </a:buClr>
              <a:buSzPts val="1000"/>
              <a:buNone/>
              <a:defRPr sz="1333" b="1">
                <a:solidFill>
                  <a:schemeClr val="accent1"/>
                </a:solidFill>
              </a:defRPr>
            </a:lvl8pPr>
            <a:lvl9pPr lvl="8" algn="ctr">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265" name="Google Shape;265;p30"/>
          <p:cNvSpPr txBox="1">
            <a:spLocks noGrp="1"/>
          </p:cNvSpPr>
          <p:nvPr>
            <p:ph type="subTitle" idx="72"/>
          </p:nvPr>
        </p:nvSpPr>
        <p:spPr>
          <a:xfrm>
            <a:off x="10316515" y="5897121"/>
            <a:ext cx="12192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800"/>
              <a:buNone/>
              <a:defRPr sz="1067">
                <a:solidFill>
                  <a:schemeClr val="dk1"/>
                </a:solidFill>
              </a:defRPr>
            </a:lvl1pPr>
            <a:lvl2pPr lvl="1" algn="l">
              <a:lnSpc>
                <a:spcPct val="100000"/>
              </a:lnSpc>
              <a:spcBef>
                <a:spcPts val="267"/>
              </a:spcBef>
              <a:spcAft>
                <a:spcPts val="0"/>
              </a:spcAft>
              <a:buSzPts val="800"/>
              <a:buNone/>
              <a:defRPr sz="1067"/>
            </a:lvl2pPr>
            <a:lvl3pPr lvl="2" algn="l">
              <a:lnSpc>
                <a:spcPct val="100000"/>
              </a:lnSpc>
              <a:spcBef>
                <a:spcPts val="267"/>
              </a:spcBef>
              <a:spcAft>
                <a:spcPts val="0"/>
              </a:spcAft>
              <a:buSzPts val="800"/>
              <a:buNone/>
              <a:defRPr sz="1067"/>
            </a:lvl3pPr>
            <a:lvl4pPr lvl="3" algn="l">
              <a:lnSpc>
                <a:spcPct val="100000"/>
              </a:lnSpc>
              <a:spcBef>
                <a:spcPts val="267"/>
              </a:spcBef>
              <a:spcAft>
                <a:spcPts val="0"/>
              </a:spcAft>
              <a:buSzPts val="800"/>
              <a:buNone/>
              <a:defRPr sz="1067"/>
            </a:lvl4pPr>
            <a:lvl5pPr lvl="4" algn="l">
              <a:lnSpc>
                <a:spcPct val="100000"/>
              </a:lnSpc>
              <a:spcBef>
                <a:spcPts val="267"/>
              </a:spcBef>
              <a:spcAft>
                <a:spcPts val="0"/>
              </a:spcAft>
              <a:buSzPts val="800"/>
              <a:buNone/>
              <a:defRPr sz="1067"/>
            </a:lvl5pPr>
            <a:lvl6pPr lvl="5" algn="l">
              <a:lnSpc>
                <a:spcPct val="100000"/>
              </a:lnSpc>
              <a:spcBef>
                <a:spcPts val="267"/>
              </a:spcBef>
              <a:spcAft>
                <a:spcPts val="0"/>
              </a:spcAft>
              <a:buSzPts val="800"/>
              <a:buNone/>
              <a:defRPr sz="1067"/>
            </a:lvl6pPr>
            <a:lvl7pPr lvl="6" algn="l">
              <a:lnSpc>
                <a:spcPct val="100000"/>
              </a:lnSpc>
              <a:spcBef>
                <a:spcPts val="267"/>
              </a:spcBef>
              <a:spcAft>
                <a:spcPts val="0"/>
              </a:spcAft>
              <a:buSzPts val="800"/>
              <a:buNone/>
              <a:defRPr sz="1067"/>
            </a:lvl7pPr>
            <a:lvl8pPr lvl="7" algn="l">
              <a:lnSpc>
                <a:spcPct val="100000"/>
              </a:lnSpc>
              <a:spcBef>
                <a:spcPts val="267"/>
              </a:spcBef>
              <a:spcAft>
                <a:spcPts val="0"/>
              </a:spcAft>
              <a:buSzPts val="800"/>
              <a:buNone/>
              <a:defRPr sz="1067"/>
            </a:lvl8pPr>
            <a:lvl9pPr lvl="8" algn="l">
              <a:lnSpc>
                <a:spcPct val="100000"/>
              </a:lnSpc>
              <a:spcBef>
                <a:spcPts val="267"/>
              </a:spcBef>
              <a:spcAft>
                <a:spcPts val="267"/>
              </a:spcAft>
              <a:buSzPts val="800"/>
              <a:buNone/>
              <a:defRPr sz="1067"/>
            </a:lvl9pPr>
          </a:lstStyle>
          <a:p>
            <a:endParaRPr/>
          </a:p>
        </p:txBody>
      </p:sp>
      <p:sp>
        <p:nvSpPr>
          <p:cNvPr id="266" name="Google Shape;266;p30"/>
          <p:cNvSpPr txBox="1">
            <a:spLocks noGrp="1"/>
          </p:cNvSpPr>
          <p:nvPr>
            <p:ph type="subTitle" idx="73"/>
          </p:nvPr>
        </p:nvSpPr>
        <p:spPr>
          <a:xfrm>
            <a:off x="10316515" y="5700636"/>
            <a:ext cx="12192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900"/>
              <a:buNone/>
              <a:defRPr sz="1200" b="1">
                <a:solidFill>
                  <a:schemeClr val="accent1"/>
                </a:solidFill>
              </a:defRPr>
            </a:lvl1pPr>
            <a:lvl2pPr lvl="1" algn="ctr">
              <a:lnSpc>
                <a:spcPct val="100000"/>
              </a:lnSpc>
              <a:spcBef>
                <a:spcPts val="267"/>
              </a:spcBef>
              <a:spcAft>
                <a:spcPts val="0"/>
              </a:spcAft>
              <a:buClr>
                <a:schemeClr val="accent1"/>
              </a:buClr>
              <a:buSzPts val="1000"/>
              <a:buNone/>
              <a:defRPr sz="1333" b="1">
                <a:solidFill>
                  <a:schemeClr val="accent1"/>
                </a:solidFill>
              </a:defRPr>
            </a:lvl2pPr>
            <a:lvl3pPr lvl="2" algn="ctr">
              <a:lnSpc>
                <a:spcPct val="100000"/>
              </a:lnSpc>
              <a:spcBef>
                <a:spcPts val="267"/>
              </a:spcBef>
              <a:spcAft>
                <a:spcPts val="0"/>
              </a:spcAft>
              <a:buClr>
                <a:schemeClr val="accent1"/>
              </a:buClr>
              <a:buSzPts val="1000"/>
              <a:buNone/>
              <a:defRPr sz="1333" b="1">
                <a:solidFill>
                  <a:schemeClr val="accent1"/>
                </a:solidFill>
              </a:defRPr>
            </a:lvl3pPr>
            <a:lvl4pPr lvl="3" algn="ctr">
              <a:lnSpc>
                <a:spcPct val="100000"/>
              </a:lnSpc>
              <a:spcBef>
                <a:spcPts val="267"/>
              </a:spcBef>
              <a:spcAft>
                <a:spcPts val="0"/>
              </a:spcAft>
              <a:buClr>
                <a:schemeClr val="accent1"/>
              </a:buClr>
              <a:buSzPts val="1000"/>
              <a:buNone/>
              <a:defRPr sz="1333" b="1">
                <a:solidFill>
                  <a:schemeClr val="accent1"/>
                </a:solidFill>
              </a:defRPr>
            </a:lvl4pPr>
            <a:lvl5pPr lvl="4" algn="ctr">
              <a:lnSpc>
                <a:spcPct val="100000"/>
              </a:lnSpc>
              <a:spcBef>
                <a:spcPts val="267"/>
              </a:spcBef>
              <a:spcAft>
                <a:spcPts val="0"/>
              </a:spcAft>
              <a:buClr>
                <a:schemeClr val="accent1"/>
              </a:buClr>
              <a:buSzPts val="1000"/>
              <a:buNone/>
              <a:defRPr sz="1333" b="1">
                <a:solidFill>
                  <a:schemeClr val="accent1"/>
                </a:solidFill>
              </a:defRPr>
            </a:lvl5pPr>
            <a:lvl6pPr lvl="5" algn="ctr">
              <a:lnSpc>
                <a:spcPct val="100000"/>
              </a:lnSpc>
              <a:spcBef>
                <a:spcPts val="267"/>
              </a:spcBef>
              <a:spcAft>
                <a:spcPts val="0"/>
              </a:spcAft>
              <a:buClr>
                <a:schemeClr val="accent1"/>
              </a:buClr>
              <a:buSzPts val="1000"/>
              <a:buNone/>
              <a:defRPr sz="1333" b="1">
                <a:solidFill>
                  <a:schemeClr val="accent1"/>
                </a:solidFill>
              </a:defRPr>
            </a:lvl6pPr>
            <a:lvl7pPr lvl="6" algn="ctr">
              <a:lnSpc>
                <a:spcPct val="100000"/>
              </a:lnSpc>
              <a:spcBef>
                <a:spcPts val="267"/>
              </a:spcBef>
              <a:spcAft>
                <a:spcPts val="0"/>
              </a:spcAft>
              <a:buClr>
                <a:schemeClr val="accent1"/>
              </a:buClr>
              <a:buSzPts val="1000"/>
              <a:buNone/>
              <a:defRPr sz="1333" b="1">
                <a:solidFill>
                  <a:schemeClr val="accent1"/>
                </a:solidFill>
              </a:defRPr>
            </a:lvl7pPr>
            <a:lvl8pPr lvl="7" algn="ctr">
              <a:lnSpc>
                <a:spcPct val="100000"/>
              </a:lnSpc>
              <a:spcBef>
                <a:spcPts val="267"/>
              </a:spcBef>
              <a:spcAft>
                <a:spcPts val="0"/>
              </a:spcAft>
              <a:buClr>
                <a:schemeClr val="accent1"/>
              </a:buClr>
              <a:buSzPts val="1000"/>
              <a:buNone/>
              <a:defRPr sz="1333" b="1">
                <a:solidFill>
                  <a:schemeClr val="accent1"/>
                </a:solidFill>
              </a:defRPr>
            </a:lvl8pPr>
            <a:lvl9pPr lvl="8" algn="ctr">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267" name="Google Shape;267;p30"/>
          <p:cNvSpPr/>
          <p:nvPr/>
        </p:nvSpPr>
        <p:spPr>
          <a:xfrm>
            <a:off x="5017141" y="5561228"/>
            <a:ext cx="730800" cy="7308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268" name="Google Shape;268;p30"/>
          <p:cNvSpPr/>
          <p:nvPr/>
        </p:nvSpPr>
        <p:spPr>
          <a:xfrm>
            <a:off x="7248636" y="5561228"/>
            <a:ext cx="730800" cy="7308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269" name="Google Shape;269;p30"/>
          <p:cNvSpPr/>
          <p:nvPr/>
        </p:nvSpPr>
        <p:spPr>
          <a:xfrm>
            <a:off x="9480132" y="5561228"/>
            <a:ext cx="730800" cy="7308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270" name="Google Shape;270;p30"/>
          <p:cNvSpPr>
            <a:spLocks noGrp="1"/>
          </p:cNvSpPr>
          <p:nvPr>
            <p:ph type="pic" idx="74"/>
          </p:nvPr>
        </p:nvSpPr>
        <p:spPr>
          <a:xfrm>
            <a:off x="614751" y="5621828"/>
            <a:ext cx="609600" cy="609600"/>
          </a:xfrm>
          <a:prstGeom prst="ellipse">
            <a:avLst/>
          </a:prstGeom>
          <a:noFill/>
          <a:ln w="19050" cap="flat" cmpd="sng">
            <a:solidFill>
              <a:schemeClr val="dk1"/>
            </a:solidFill>
            <a:prstDash val="solid"/>
            <a:round/>
            <a:headEnd type="none" w="sm" len="sm"/>
            <a:tailEnd type="none" w="sm" len="sm"/>
          </a:ln>
        </p:spPr>
        <p:txBody>
          <a:bodyPr/>
          <a:lstStyle/>
          <a:p>
            <a:endParaRPr lang="en-IN"/>
          </a:p>
        </p:txBody>
      </p:sp>
      <p:sp>
        <p:nvSpPr>
          <p:cNvPr id="271" name="Google Shape;271;p30"/>
          <p:cNvSpPr>
            <a:spLocks noGrp="1"/>
          </p:cNvSpPr>
          <p:nvPr>
            <p:ph type="pic" idx="75"/>
          </p:nvPr>
        </p:nvSpPr>
        <p:spPr>
          <a:xfrm>
            <a:off x="2846245" y="5621828"/>
            <a:ext cx="609600" cy="609600"/>
          </a:xfrm>
          <a:prstGeom prst="ellipse">
            <a:avLst/>
          </a:prstGeom>
          <a:noFill/>
          <a:ln w="19050" cap="flat" cmpd="sng">
            <a:solidFill>
              <a:schemeClr val="dk1"/>
            </a:solidFill>
            <a:prstDash val="solid"/>
            <a:round/>
            <a:headEnd type="none" w="sm" len="sm"/>
            <a:tailEnd type="none" w="sm" len="sm"/>
          </a:ln>
        </p:spPr>
        <p:txBody>
          <a:bodyPr/>
          <a:lstStyle/>
          <a:p>
            <a:endParaRPr lang="en-IN"/>
          </a:p>
        </p:txBody>
      </p:sp>
      <p:sp>
        <p:nvSpPr>
          <p:cNvPr id="272" name="Google Shape;272;p30"/>
          <p:cNvSpPr>
            <a:spLocks noGrp="1"/>
          </p:cNvSpPr>
          <p:nvPr>
            <p:ph type="pic" idx="76"/>
          </p:nvPr>
        </p:nvSpPr>
        <p:spPr>
          <a:xfrm>
            <a:off x="5077741" y="5621828"/>
            <a:ext cx="609600" cy="609600"/>
          </a:xfrm>
          <a:prstGeom prst="ellipse">
            <a:avLst/>
          </a:prstGeom>
          <a:noFill/>
          <a:ln w="19050" cap="flat" cmpd="sng">
            <a:solidFill>
              <a:schemeClr val="dk1"/>
            </a:solidFill>
            <a:prstDash val="solid"/>
            <a:round/>
            <a:headEnd type="none" w="sm" len="sm"/>
            <a:tailEnd type="none" w="sm" len="sm"/>
          </a:ln>
        </p:spPr>
        <p:txBody>
          <a:bodyPr/>
          <a:lstStyle/>
          <a:p>
            <a:endParaRPr lang="en-IN"/>
          </a:p>
        </p:txBody>
      </p:sp>
      <p:sp>
        <p:nvSpPr>
          <p:cNvPr id="273" name="Google Shape;273;p30"/>
          <p:cNvSpPr>
            <a:spLocks noGrp="1"/>
          </p:cNvSpPr>
          <p:nvPr>
            <p:ph type="pic" idx="77"/>
          </p:nvPr>
        </p:nvSpPr>
        <p:spPr>
          <a:xfrm>
            <a:off x="7309236" y="5621828"/>
            <a:ext cx="609600" cy="609600"/>
          </a:xfrm>
          <a:prstGeom prst="ellipse">
            <a:avLst/>
          </a:prstGeom>
          <a:noFill/>
          <a:ln w="19050" cap="flat" cmpd="sng">
            <a:solidFill>
              <a:schemeClr val="dk1"/>
            </a:solidFill>
            <a:prstDash val="solid"/>
            <a:round/>
            <a:headEnd type="none" w="sm" len="sm"/>
            <a:tailEnd type="none" w="sm" len="sm"/>
          </a:ln>
        </p:spPr>
        <p:txBody>
          <a:bodyPr/>
          <a:lstStyle/>
          <a:p>
            <a:endParaRPr lang="en-IN"/>
          </a:p>
        </p:txBody>
      </p:sp>
      <p:sp>
        <p:nvSpPr>
          <p:cNvPr id="274" name="Google Shape;274;p30"/>
          <p:cNvSpPr>
            <a:spLocks noGrp="1"/>
          </p:cNvSpPr>
          <p:nvPr>
            <p:ph type="pic" idx="78"/>
          </p:nvPr>
        </p:nvSpPr>
        <p:spPr>
          <a:xfrm>
            <a:off x="9540732" y="5621828"/>
            <a:ext cx="609600" cy="609600"/>
          </a:xfrm>
          <a:prstGeom prst="ellipse">
            <a:avLst/>
          </a:prstGeom>
          <a:noFill/>
          <a:ln w="19050" cap="flat" cmpd="sng">
            <a:solidFill>
              <a:schemeClr val="dk1"/>
            </a:solidFill>
            <a:prstDash val="solid"/>
            <a:round/>
            <a:headEnd type="none" w="sm" len="sm"/>
            <a:tailEnd type="none" w="sm" len="sm"/>
          </a:ln>
        </p:spPr>
        <p:txBody>
          <a:bodyPr/>
          <a:lstStyle/>
          <a:p>
            <a:endParaRPr lang="en-IN"/>
          </a:p>
        </p:txBody>
      </p:sp>
      <p:pic>
        <p:nvPicPr>
          <p:cNvPr id="275" name="Google Shape;275;p30"/>
          <p:cNvPicPr preferRelativeResize="0"/>
          <p:nvPr/>
        </p:nvPicPr>
        <p:blipFill rotWithShape="1">
          <a:blip r:embed="rId2">
            <a:alphaModFix/>
          </a:blip>
          <a:srcRect/>
          <a:stretch/>
        </p:blipFill>
        <p:spPr>
          <a:xfrm>
            <a:off x="0" y="6811001"/>
            <a:ext cx="12192000" cy="50800"/>
          </a:xfrm>
          <a:prstGeom prst="rect">
            <a:avLst/>
          </a:prstGeom>
          <a:noFill/>
          <a:ln>
            <a:noFill/>
          </a:ln>
        </p:spPr>
      </p:pic>
    </p:spTree>
    <p:extLst>
      <p:ext uri="{BB962C8B-B14F-4D97-AF65-F5344CB8AC3E}">
        <p14:creationId xmlns:p14="http://schemas.microsoft.com/office/powerpoint/2010/main" val="3027296073"/>
      </p:ext>
    </p:extLst>
  </p:cSld>
  <p:clrMapOvr>
    <a:masterClrMapping/>
  </p:clrMapOvr>
  <p:extLst>
    <p:ext uri="{DCECCB84-F9BA-43D5-87BE-67443E8EF086}">
      <p15:sldGuideLst xmlns:p15="http://schemas.microsoft.com/office/powerpoint/2012/main">
        <p15:guide id="1" orient="horz" pos="518">
          <p15:clr>
            <a:srgbClr val="FA7B17"/>
          </p15:clr>
        </p15:guide>
        <p15:guide id="2" orient="horz" pos="3068">
          <p15:clr>
            <a:srgbClr val="FA7B17"/>
          </p15:clr>
        </p15:guide>
        <p15:guide id="3" pos="259">
          <p15:clr>
            <a:srgbClr val="FA7B17"/>
          </p15:clr>
        </p15:guide>
        <p15:guide id="4" pos="5501">
          <p15:clr>
            <a:srgbClr val="FA7B17"/>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eam - 10 Photos (Org. Chart)">
  <p:cSld name="Team - 10 Photos (Org. Chart)">
    <p:spTree>
      <p:nvGrpSpPr>
        <p:cNvPr id="1" name="Shape 276"/>
        <p:cNvGrpSpPr/>
        <p:nvPr/>
      </p:nvGrpSpPr>
      <p:grpSpPr>
        <a:xfrm>
          <a:off x="0" y="0"/>
          <a:ext cx="0" cy="0"/>
          <a:chOff x="0" y="0"/>
          <a:chExt cx="0" cy="0"/>
        </a:xfrm>
      </p:grpSpPr>
      <p:sp>
        <p:nvSpPr>
          <p:cNvPr id="277" name="Google Shape;277;p31"/>
          <p:cNvSpPr txBox="1">
            <a:spLocks noGrp="1"/>
          </p:cNvSpPr>
          <p:nvPr>
            <p:ph type="title"/>
          </p:nvPr>
        </p:nvSpPr>
        <p:spPr>
          <a:xfrm>
            <a:off x="554167" y="496800"/>
            <a:ext cx="11083600" cy="6116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1800"/>
              <a:buNone/>
              <a:defRPr sz="2400">
                <a:solidFill>
                  <a:schemeClr val="lt1"/>
                </a:solidFill>
              </a:defRPr>
            </a:lvl1pPr>
            <a:lvl2pPr lvl="1" algn="l">
              <a:lnSpc>
                <a:spcPct val="100000"/>
              </a:lnSpc>
              <a:spcBef>
                <a:spcPts val="0"/>
              </a:spcBef>
              <a:spcAft>
                <a:spcPts val="0"/>
              </a:spcAft>
              <a:buClr>
                <a:schemeClr val="lt1"/>
              </a:buClr>
              <a:buSzPts val="1800"/>
              <a:buNone/>
              <a:defRPr sz="2400">
                <a:solidFill>
                  <a:schemeClr val="lt1"/>
                </a:solidFill>
              </a:defRPr>
            </a:lvl2pPr>
            <a:lvl3pPr lvl="2" algn="l">
              <a:lnSpc>
                <a:spcPct val="100000"/>
              </a:lnSpc>
              <a:spcBef>
                <a:spcPts val="0"/>
              </a:spcBef>
              <a:spcAft>
                <a:spcPts val="0"/>
              </a:spcAft>
              <a:buClr>
                <a:schemeClr val="lt1"/>
              </a:buClr>
              <a:buSzPts val="1800"/>
              <a:buNone/>
              <a:defRPr sz="2400">
                <a:solidFill>
                  <a:schemeClr val="lt1"/>
                </a:solidFill>
              </a:defRPr>
            </a:lvl3pPr>
            <a:lvl4pPr lvl="3" algn="l">
              <a:lnSpc>
                <a:spcPct val="100000"/>
              </a:lnSpc>
              <a:spcBef>
                <a:spcPts val="0"/>
              </a:spcBef>
              <a:spcAft>
                <a:spcPts val="0"/>
              </a:spcAft>
              <a:buClr>
                <a:schemeClr val="lt1"/>
              </a:buClr>
              <a:buSzPts val="1800"/>
              <a:buNone/>
              <a:defRPr sz="2400">
                <a:solidFill>
                  <a:schemeClr val="lt1"/>
                </a:solidFill>
              </a:defRPr>
            </a:lvl4pPr>
            <a:lvl5pPr lvl="4" algn="l">
              <a:lnSpc>
                <a:spcPct val="100000"/>
              </a:lnSpc>
              <a:spcBef>
                <a:spcPts val="0"/>
              </a:spcBef>
              <a:spcAft>
                <a:spcPts val="0"/>
              </a:spcAft>
              <a:buClr>
                <a:schemeClr val="lt1"/>
              </a:buClr>
              <a:buSzPts val="1800"/>
              <a:buNone/>
              <a:defRPr sz="2400">
                <a:solidFill>
                  <a:schemeClr val="lt1"/>
                </a:solidFill>
              </a:defRPr>
            </a:lvl5pPr>
            <a:lvl6pPr lvl="5" algn="l">
              <a:lnSpc>
                <a:spcPct val="100000"/>
              </a:lnSpc>
              <a:spcBef>
                <a:spcPts val="0"/>
              </a:spcBef>
              <a:spcAft>
                <a:spcPts val="0"/>
              </a:spcAft>
              <a:buClr>
                <a:schemeClr val="lt1"/>
              </a:buClr>
              <a:buSzPts val="1800"/>
              <a:buNone/>
              <a:defRPr sz="2400">
                <a:solidFill>
                  <a:schemeClr val="lt1"/>
                </a:solidFill>
              </a:defRPr>
            </a:lvl6pPr>
            <a:lvl7pPr lvl="6" algn="l">
              <a:lnSpc>
                <a:spcPct val="100000"/>
              </a:lnSpc>
              <a:spcBef>
                <a:spcPts val="0"/>
              </a:spcBef>
              <a:spcAft>
                <a:spcPts val="0"/>
              </a:spcAft>
              <a:buClr>
                <a:schemeClr val="lt1"/>
              </a:buClr>
              <a:buSzPts val="1800"/>
              <a:buNone/>
              <a:defRPr sz="2400">
                <a:solidFill>
                  <a:schemeClr val="lt1"/>
                </a:solidFill>
              </a:defRPr>
            </a:lvl7pPr>
            <a:lvl8pPr lvl="7" algn="l">
              <a:lnSpc>
                <a:spcPct val="100000"/>
              </a:lnSpc>
              <a:spcBef>
                <a:spcPts val="0"/>
              </a:spcBef>
              <a:spcAft>
                <a:spcPts val="0"/>
              </a:spcAft>
              <a:buClr>
                <a:schemeClr val="lt1"/>
              </a:buClr>
              <a:buSzPts val="1800"/>
              <a:buNone/>
              <a:defRPr sz="2400">
                <a:solidFill>
                  <a:schemeClr val="lt1"/>
                </a:solidFill>
              </a:defRPr>
            </a:lvl8pPr>
            <a:lvl9pPr lvl="8" algn="l">
              <a:lnSpc>
                <a:spcPct val="100000"/>
              </a:lnSpc>
              <a:spcBef>
                <a:spcPts val="0"/>
              </a:spcBef>
              <a:spcAft>
                <a:spcPts val="0"/>
              </a:spcAft>
              <a:buClr>
                <a:schemeClr val="lt1"/>
              </a:buClr>
              <a:buSzPts val="1800"/>
              <a:buNone/>
              <a:defRPr sz="2400">
                <a:solidFill>
                  <a:schemeClr val="lt1"/>
                </a:solidFill>
              </a:defRPr>
            </a:lvl9pPr>
          </a:lstStyle>
          <a:p>
            <a:endParaRPr/>
          </a:p>
        </p:txBody>
      </p:sp>
      <p:sp>
        <p:nvSpPr>
          <p:cNvPr id="278" name="Google Shape;278;p31"/>
          <p:cNvSpPr/>
          <p:nvPr/>
        </p:nvSpPr>
        <p:spPr>
          <a:xfrm>
            <a:off x="11792595" y="6494883"/>
            <a:ext cx="304800" cy="306000"/>
          </a:xfrm>
          <a:prstGeom prst="ellipse">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US" sz="933" b="0" i="0" u="none" strike="noStrike" cap="none">
                <a:solidFill>
                  <a:schemeClr val="lt1"/>
                </a:solidFill>
                <a:latin typeface="Calibri"/>
                <a:ea typeface="Calibri"/>
                <a:cs typeface="Calibri"/>
                <a:sym typeface="Calibri"/>
              </a:rPr>
              <a:pPr marL="0" marR="0" lvl="0" indent="0" algn="r" rtl="0">
                <a:lnSpc>
                  <a:spcPct val="100000"/>
                </a:lnSpc>
                <a:spcBef>
                  <a:spcPts val="0"/>
                </a:spcBef>
                <a:spcAft>
                  <a:spcPts val="0"/>
                </a:spcAft>
                <a:buClr>
                  <a:srgbClr val="000000"/>
                </a:buClr>
                <a:buSzPts val="700"/>
                <a:buFont typeface="Arial"/>
                <a:buNone/>
              </a:pPr>
              <a:t>‹#›</a:t>
            </a:fld>
            <a:endParaRPr sz="933" b="0" i="0" u="none" strike="noStrike" cap="none" dirty="0">
              <a:solidFill>
                <a:schemeClr val="lt1"/>
              </a:solidFill>
              <a:latin typeface="Calibri"/>
              <a:ea typeface="Calibri"/>
              <a:cs typeface="Calibri"/>
              <a:sym typeface="Calibri"/>
            </a:endParaRPr>
          </a:p>
        </p:txBody>
      </p:sp>
      <p:sp>
        <p:nvSpPr>
          <p:cNvPr id="279" name="Google Shape;279;p31"/>
          <p:cNvSpPr/>
          <p:nvPr/>
        </p:nvSpPr>
        <p:spPr>
          <a:xfrm>
            <a:off x="3" y="1"/>
            <a:ext cx="301543" cy="347263"/>
          </a:xfrm>
          <a:custGeom>
            <a:avLst/>
            <a:gdLst/>
            <a:ahLst/>
            <a:cxnLst/>
            <a:rect l="l" t="t" r="r" b="b"/>
            <a:pathLst>
              <a:path w="1675237" h="1929234" extrusionOk="0">
                <a:moveTo>
                  <a:pt x="461556" y="1897854"/>
                </a:moveTo>
                <a:lnTo>
                  <a:pt x="469774" y="1899513"/>
                </a:lnTo>
                <a:lnTo>
                  <a:pt x="443985" y="1904118"/>
                </a:lnTo>
                <a:lnTo>
                  <a:pt x="449737" y="1900240"/>
                </a:lnTo>
                <a:cubicBezTo>
                  <a:pt x="453370" y="1898704"/>
                  <a:pt x="457364" y="1897854"/>
                  <a:pt x="461556" y="1897854"/>
                </a:cubicBezTo>
                <a:close/>
                <a:moveTo>
                  <a:pt x="389002" y="1897854"/>
                </a:moveTo>
                <a:cubicBezTo>
                  <a:pt x="397386" y="1897854"/>
                  <a:pt x="404977" y="1901253"/>
                  <a:pt x="410472" y="1906747"/>
                </a:cubicBezTo>
                <a:lnTo>
                  <a:pt x="411766" y="1909872"/>
                </a:lnTo>
                <a:lnTo>
                  <a:pt x="400388" y="1911904"/>
                </a:lnTo>
                <a:lnTo>
                  <a:pt x="363451" y="1916598"/>
                </a:lnTo>
                <a:lnTo>
                  <a:pt x="367531" y="1906747"/>
                </a:lnTo>
                <a:cubicBezTo>
                  <a:pt x="373026" y="1901253"/>
                  <a:pt x="380617" y="1897854"/>
                  <a:pt x="389002" y="1897854"/>
                </a:cubicBezTo>
                <a:close/>
                <a:moveTo>
                  <a:pt x="316447" y="1897854"/>
                </a:moveTo>
                <a:cubicBezTo>
                  <a:pt x="324832" y="1897854"/>
                  <a:pt x="332422" y="1901253"/>
                  <a:pt x="337917" y="1906747"/>
                </a:cubicBezTo>
                <a:lnTo>
                  <a:pt x="343070" y="1919187"/>
                </a:lnTo>
                <a:lnTo>
                  <a:pt x="325117" y="1921469"/>
                </a:lnTo>
                <a:lnTo>
                  <a:pt x="287700" y="1924314"/>
                </a:lnTo>
                <a:lnTo>
                  <a:pt x="294977" y="1906747"/>
                </a:lnTo>
                <a:cubicBezTo>
                  <a:pt x="300471" y="1901253"/>
                  <a:pt x="308062" y="1897854"/>
                  <a:pt x="316447" y="1897854"/>
                </a:cubicBezTo>
                <a:close/>
                <a:moveTo>
                  <a:pt x="243892" y="1897854"/>
                </a:moveTo>
                <a:cubicBezTo>
                  <a:pt x="252277" y="1897854"/>
                  <a:pt x="259868" y="1901253"/>
                  <a:pt x="265363" y="1906747"/>
                </a:cubicBezTo>
                <a:lnTo>
                  <a:pt x="273099" y="1925425"/>
                </a:lnTo>
                <a:lnTo>
                  <a:pt x="248735" y="1927277"/>
                </a:lnTo>
                <a:lnTo>
                  <a:pt x="213550" y="1928167"/>
                </a:lnTo>
                <a:lnTo>
                  <a:pt x="222422" y="1906747"/>
                </a:lnTo>
                <a:cubicBezTo>
                  <a:pt x="227917" y="1901253"/>
                  <a:pt x="235508" y="1897854"/>
                  <a:pt x="243892" y="1897854"/>
                </a:cubicBezTo>
                <a:close/>
                <a:moveTo>
                  <a:pt x="171339" y="1897854"/>
                </a:moveTo>
                <a:cubicBezTo>
                  <a:pt x="188107" y="1897854"/>
                  <a:pt x="201701" y="1911448"/>
                  <a:pt x="201701" y="1928218"/>
                </a:cubicBezTo>
                <a:lnTo>
                  <a:pt x="201597" y="1928469"/>
                </a:lnTo>
                <a:lnTo>
                  <a:pt x="171336" y="1929234"/>
                </a:lnTo>
                <a:lnTo>
                  <a:pt x="141087" y="1928469"/>
                </a:lnTo>
                <a:lnTo>
                  <a:pt x="140982" y="1928218"/>
                </a:lnTo>
                <a:cubicBezTo>
                  <a:pt x="140982" y="1911448"/>
                  <a:pt x="154577" y="1897854"/>
                  <a:pt x="171339" y="1897854"/>
                </a:cubicBezTo>
                <a:close/>
                <a:moveTo>
                  <a:pt x="98792" y="1897854"/>
                </a:moveTo>
                <a:cubicBezTo>
                  <a:pt x="107177" y="1897854"/>
                  <a:pt x="114768" y="1901253"/>
                  <a:pt x="120263" y="1906747"/>
                </a:cubicBezTo>
                <a:lnTo>
                  <a:pt x="129135" y="1928167"/>
                </a:lnTo>
                <a:lnTo>
                  <a:pt x="93938" y="1927277"/>
                </a:lnTo>
                <a:lnTo>
                  <a:pt x="69586" y="1925425"/>
                </a:lnTo>
                <a:lnTo>
                  <a:pt x="77322" y="1906747"/>
                </a:lnTo>
                <a:cubicBezTo>
                  <a:pt x="82817" y="1901253"/>
                  <a:pt x="90408" y="1897854"/>
                  <a:pt x="98792" y="1897854"/>
                </a:cubicBezTo>
                <a:close/>
                <a:moveTo>
                  <a:pt x="26239" y="1897854"/>
                </a:moveTo>
                <a:cubicBezTo>
                  <a:pt x="34623" y="1897854"/>
                  <a:pt x="42214" y="1901253"/>
                  <a:pt x="47709" y="1906747"/>
                </a:cubicBezTo>
                <a:lnTo>
                  <a:pt x="54985" y="1924315"/>
                </a:lnTo>
                <a:lnTo>
                  <a:pt x="17556" y="1921469"/>
                </a:lnTo>
                <a:lnTo>
                  <a:pt x="0" y="1919238"/>
                </a:lnTo>
                <a:lnTo>
                  <a:pt x="0" y="1918259"/>
                </a:lnTo>
                <a:lnTo>
                  <a:pt x="4768" y="1906747"/>
                </a:lnTo>
                <a:cubicBezTo>
                  <a:pt x="10263" y="1901253"/>
                  <a:pt x="17854" y="1897854"/>
                  <a:pt x="26239" y="1897854"/>
                </a:cubicBezTo>
                <a:close/>
                <a:moveTo>
                  <a:pt x="679220" y="1817400"/>
                </a:moveTo>
                <a:cubicBezTo>
                  <a:pt x="687604" y="1817400"/>
                  <a:pt x="695195" y="1820799"/>
                  <a:pt x="700690" y="1826293"/>
                </a:cubicBezTo>
                <a:lnTo>
                  <a:pt x="702587" y="1830873"/>
                </a:lnTo>
                <a:lnTo>
                  <a:pt x="649855" y="1850174"/>
                </a:lnTo>
                <a:lnTo>
                  <a:pt x="648856" y="1847763"/>
                </a:lnTo>
                <a:cubicBezTo>
                  <a:pt x="648856" y="1830994"/>
                  <a:pt x="662450" y="1817400"/>
                  <a:pt x="679220" y="1817400"/>
                </a:cubicBezTo>
                <a:close/>
                <a:moveTo>
                  <a:pt x="606665" y="1817400"/>
                </a:moveTo>
                <a:cubicBezTo>
                  <a:pt x="623435" y="1817400"/>
                  <a:pt x="637029" y="1830994"/>
                  <a:pt x="637029" y="1847763"/>
                </a:cubicBezTo>
                <a:lnTo>
                  <a:pt x="633560" y="1856138"/>
                </a:lnTo>
                <a:lnTo>
                  <a:pt x="618594" y="1861615"/>
                </a:lnTo>
                <a:lnTo>
                  <a:pt x="587142" y="1870547"/>
                </a:lnTo>
                <a:lnTo>
                  <a:pt x="585195" y="1869234"/>
                </a:lnTo>
                <a:cubicBezTo>
                  <a:pt x="579700" y="1863739"/>
                  <a:pt x="576302" y="1856148"/>
                  <a:pt x="576302" y="1847763"/>
                </a:cubicBezTo>
                <a:cubicBezTo>
                  <a:pt x="576302" y="1830994"/>
                  <a:pt x="589896" y="1817400"/>
                  <a:pt x="606665" y="1817400"/>
                </a:cubicBezTo>
                <a:close/>
                <a:moveTo>
                  <a:pt x="534111" y="1817400"/>
                </a:moveTo>
                <a:cubicBezTo>
                  <a:pt x="550880" y="1817400"/>
                  <a:pt x="564474" y="1830994"/>
                  <a:pt x="564474" y="1847763"/>
                </a:cubicBezTo>
                <a:cubicBezTo>
                  <a:pt x="564474" y="1864533"/>
                  <a:pt x="550880" y="1878127"/>
                  <a:pt x="534111" y="1878127"/>
                </a:cubicBezTo>
                <a:cubicBezTo>
                  <a:pt x="517341" y="1878127"/>
                  <a:pt x="503747" y="1864533"/>
                  <a:pt x="503747" y="1847763"/>
                </a:cubicBezTo>
                <a:cubicBezTo>
                  <a:pt x="503747" y="1830994"/>
                  <a:pt x="517341" y="1817400"/>
                  <a:pt x="534111" y="1817400"/>
                </a:cubicBezTo>
                <a:close/>
                <a:moveTo>
                  <a:pt x="461556" y="1817400"/>
                </a:moveTo>
                <a:cubicBezTo>
                  <a:pt x="478326" y="1817400"/>
                  <a:pt x="491920" y="1830994"/>
                  <a:pt x="491920" y="1847763"/>
                </a:cubicBezTo>
                <a:cubicBezTo>
                  <a:pt x="491920" y="1864533"/>
                  <a:pt x="478326" y="1878127"/>
                  <a:pt x="461556" y="1878127"/>
                </a:cubicBezTo>
                <a:cubicBezTo>
                  <a:pt x="444787" y="1878127"/>
                  <a:pt x="431192" y="1864533"/>
                  <a:pt x="431192" y="1847763"/>
                </a:cubicBezTo>
                <a:cubicBezTo>
                  <a:pt x="431192" y="1830994"/>
                  <a:pt x="444787" y="1817400"/>
                  <a:pt x="461556" y="1817400"/>
                </a:cubicBezTo>
                <a:close/>
                <a:moveTo>
                  <a:pt x="389002" y="1817400"/>
                </a:moveTo>
                <a:cubicBezTo>
                  <a:pt x="405771" y="1817400"/>
                  <a:pt x="419365" y="1830994"/>
                  <a:pt x="419365" y="1847763"/>
                </a:cubicBezTo>
                <a:cubicBezTo>
                  <a:pt x="419365" y="1864533"/>
                  <a:pt x="405771" y="1878127"/>
                  <a:pt x="389002" y="1878127"/>
                </a:cubicBezTo>
                <a:cubicBezTo>
                  <a:pt x="372232" y="1878127"/>
                  <a:pt x="358638" y="1864533"/>
                  <a:pt x="358638" y="1847763"/>
                </a:cubicBezTo>
                <a:cubicBezTo>
                  <a:pt x="358638" y="1830994"/>
                  <a:pt x="372232" y="1817400"/>
                  <a:pt x="389002" y="1817400"/>
                </a:cubicBezTo>
                <a:close/>
                <a:moveTo>
                  <a:pt x="316447" y="1817400"/>
                </a:moveTo>
                <a:cubicBezTo>
                  <a:pt x="333216" y="1817400"/>
                  <a:pt x="346810" y="1830994"/>
                  <a:pt x="346810" y="1847763"/>
                </a:cubicBezTo>
                <a:cubicBezTo>
                  <a:pt x="346810" y="1864533"/>
                  <a:pt x="333216" y="1878127"/>
                  <a:pt x="316447" y="1878127"/>
                </a:cubicBezTo>
                <a:cubicBezTo>
                  <a:pt x="299677" y="1878127"/>
                  <a:pt x="286084" y="1864533"/>
                  <a:pt x="286084" y="1847763"/>
                </a:cubicBezTo>
                <a:cubicBezTo>
                  <a:pt x="286084" y="1830994"/>
                  <a:pt x="299677" y="1817400"/>
                  <a:pt x="316447" y="1817400"/>
                </a:cubicBezTo>
                <a:close/>
                <a:moveTo>
                  <a:pt x="243892" y="1817400"/>
                </a:moveTo>
                <a:cubicBezTo>
                  <a:pt x="260662" y="1817400"/>
                  <a:pt x="274256" y="1830994"/>
                  <a:pt x="274256" y="1847763"/>
                </a:cubicBezTo>
                <a:cubicBezTo>
                  <a:pt x="274256" y="1864533"/>
                  <a:pt x="260662" y="1878127"/>
                  <a:pt x="243892" y="1878127"/>
                </a:cubicBezTo>
                <a:cubicBezTo>
                  <a:pt x="227123" y="1878127"/>
                  <a:pt x="213529" y="1864533"/>
                  <a:pt x="213529" y="1847763"/>
                </a:cubicBezTo>
                <a:cubicBezTo>
                  <a:pt x="213529" y="1830994"/>
                  <a:pt x="227123" y="1817400"/>
                  <a:pt x="243892" y="1817400"/>
                </a:cubicBezTo>
                <a:close/>
                <a:moveTo>
                  <a:pt x="171339" y="1817400"/>
                </a:moveTo>
                <a:cubicBezTo>
                  <a:pt x="188107" y="1817400"/>
                  <a:pt x="201701" y="1830994"/>
                  <a:pt x="201701" y="1847763"/>
                </a:cubicBezTo>
                <a:cubicBezTo>
                  <a:pt x="201701" y="1864533"/>
                  <a:pt x="188107" y="1878127"/>
                  <a:pt x="171339" y="1878127"/>
                </a:cubicBezTo>
                <a:cubicBezTo>
                  <a:pt x="154583" y="1878127"/>
                  <a:pt x="140989" y="1864533"/>
                  <a:pt x="140989" y="1847763"/>
                </a:cubicBezTo>
                <a:cubicBezTo>
                  <a:pt x="140989" y="1830994"/>
                  <a:pt x="154583" y="1817400"/>
                  <a:pt x="171339" y="1817400"/>
                </a:cubicBezTo>
                <a:close/>
                <a:moveTo>
                  <a:pt x="98799" y="1817400"/>
                </a:moveTo>
                <a:cubicBezTo>
                  <a:pt x="115568" y="1817400"/>
                  <a:pt x="129162" y="1830994"/>
                  <a:pt x="129162" y="1847763"/>
                </a:cubicBezTo>
                <a:cubicBezTo>
                  <a:pt x="129162" y="1864533"/>
                  <a:pt x="115568" y="1878127"/>
                  <a:pt x="98799" y="1878127"/>
                </a:cubicBezTo>
                <a:cubicBezTo>
                  <a:pt x="82029" y="1878127"/>
                  <a:pt x="68435" y="1864533"/>
                  <a:pt x="68435" y="1847763"/>
                </a:cubicBezTo>
                <a:cubicBezTo>
                  <a:pt x="68435" y="1830994"/>
                  <a:pt x="82029" y="1817400"/>
                  <a:pt x="98799" y="1817400"/>
                </a:cubicBezTo>
                <a:close/>
                <a:moveTo>
                  <a:pt x="26245" y="1817400"/>
                </a:moveTo>
                <a:cubicBezTo>
                  <a:pt x="43014" y="1817400"/>
                  <a:pt x="56608" y="1830994"/>
                  <a:pt x="56608" y="1847763"/>
                </a:cubicBezTo>
                <a:cubicBezTo>
                  <a:pt x="56608" y="1864533"/>
                  <a:pt x="43014" y="1878127"/>
                  <a:pt x="26245" y="1878127"/>
                </a:cubicBezTo>
                <a:cubicBezTo>
                  <a:pt x="17860" y="1878127"/>
                  <a:pt x="10269" y="1874729"/>
                  <a:pt x="4775" y="1869234"/>
                </a:cubicBezTo>
                <a:lnTo>
                  <a:pt x="0" y="1857707"/>
                </a:lnTo>
                <a:lnTo>
                  <a:pt x="0" y="1837819"/>
                </a:lnTo>
                <a:lnTo>
                  <a:pt x="4775" y="1826293"/>
                </a:lnTo>
                <a:cubicBezTo>
                  <a:pt x="10269" y="1820799"/>
                  <a:pt x="17860" y="1817400"/>
                  <a:pt x="26245" y="1817400"/>
                </a:cubicBezTo>
                <a:close/>
                <a:moveTo>
                  <a:pt x="896883" y="1736948"/>
                </a:moveTo>
                <a:lnTo>
                  <a:pt x="903696" y="1738324"/>
                </a:lnTo>
                <a:lnTo>
                  <a:pt x="888255" y="1747704"/>
                </a:lnTo>
                <a:lnTo>
                  <a:pt x="871248" y="1755896"/>
                </a:lnTo>
                <a:lnTo>
                  <a:pt x="875413" y="1745841"/>
                </a:lnTo>
                <a:cubicBezTo>
                  <a:pt x="880908" y="1740347"/>
                  <a:pt x="888499" y="1736948"/>
                  <a:pt x="896883" y="1736948"/>
                </a:cubicBezTo>
                <a:close/>
                <a:moveTo>
                  <a:pt x="824329" y="1736948"/>
                </a:moveTo>
                <a:cubicBezTo>
                  <a:pt x="832714" y="1736948"/>
                  <a:pt x="840304" y="1740347"/>
                  <a:pt x="845799" y="1745841"/>
                </a:cubicBezTo>
                <a:lnTo>
                  <a:pt x="853504" y="1764444"/>
                </a:lnTo>
                <a:lnTo>
                  <a:pt x="802910" y="1788817"/>
                </a:lnTo>
                <a:lnTo>
                  <a:pt x="802858" y="1788782"/>
                </a:lnTo>
                <a:cubicBezTo>
                  <a:pt x="797364" y="1783287"/>
                  <a:pt x="793965" y="1775696"/>
                  <a:pt x="793965" y="1767312"/>
                </a:cubicBezTo>
                <a:cubicBezTo>
                  <a:pt x="793965" y="1750542"/>
                  <a:pt x="807559" y="1736948"/>
                  <a:pt x="824329" y="1736948"/>
                </a:cubicBezTo>
                <a:close/>
                <a:moveTo>
                  <a:pt x="751774" y="1736948"/>
                </a:moveTo>
                <a:cubicBezTo>
                  <a:pt x="768544" y="1736948"/>
                  <a:pt x="782138" y="1750542"/>
                  <a:pt x="782138" y="1767312"/>
                </a:cubicBezTo>
                <a:cubicBezTo>
                  <a:pt x="782138" y="1784081"/>
                  <a:pt x="768544" y="1797675"/>
                  <a:pt x="751774" y="1797675"/>
                </a:cubicBezTo>
                <a:cubicBezTo>
                  <a:pt x="735005" y="1797675"/>
                  <a:pt x="721411" y="1784081"/>
                  <a:pt x="721411" y="1767312"/>
                </a:cubicBezTo>
                <a:cubicBezTo>
                  <a:pt x="721411" y="1750542"/>
                  <a:pt x="735005" y="1736948"/>
                  <a:pt x="751774" y="1736948"/>
                </a:cubicBezTo>
                <a:close/>
                <a:moveTo>
                  <a:pt x="679220" y="1736948"/>
                </a:moveTo>
                <a:cubicBezTo>
                  <a:pt x="695989" y="1736948"/>
                  <a:pt x="709583" y="1750542"/>
                  <a:pt x="709583" y="1767312"/>
                </a:cubicBezTo>
                <a:cubicBezTo>
                  <a:pt x="709583" y="1784081"/>
                  <a:pt x="695989" y="1797675"/>
                  <a:pt x="679220" y="1797675"/>
                </a:cubicBezTo>
                <a:cubicBezTo>
                  <a:pt x="662450" y="1797675"/>
                  <a:pt x="648856" y="1784081"/>
                  <a:pt x="648856" y="1767312"/>
                </a:cubicBezTo>
                <a:cubicBezTo>
                  <a:pt x="648856" y="1750542"/>
                  <a:pt x="662450" y="1736948"/>
                  <a:pt x="679220" y="1736948"/>
                </a:cubicBezTo>
                <a:close/>
                <a:moveTo>
                  <a:pt x="606665" y="1736948"/>
                </a:moveTo>
                <a:cubicBezTo>
                  <a:pt x="623435" y="1736948"/>
                  <a:pt x="637029" y="1750542"/>
                  <a:pt x="637029" y="1767312"/>
                </a:cubicBezTo>
                <a:cubicBezTo>
                  <a:pt x="637029" y="1784081"/>
                  <a:pt x="623435" y="1797675"/>
                  <a:pt x="606665" y="1797675"/>
                </a:cubicBezTo>
                <a:cubicBezTo>
                  <a:pt x="589896" y="1797675"/>
                  <a:pt x="576302" y="1784081"/>
                  <a:pt x="576302" y="1767312"/>
                </a:cubicBezTo>
                <a:cubicBezTo>
                  <a:pt x="576302" y="1750542"/>
                  <a:pt x="589896" y="1736948"/>
                  <a:pt x="606665" y="1736948"/>
                </a:cubicBezTo>
                <a:close/>
                <a:moveTo>
                  <a:pt x="534111" y="1736948"/>
                </a:moveTo>
                <a:cubicBezTo>
                  <a:pt x="550880" y="1736948"/>
                  <a:pt x="564474" y="1750542"/>
                  <a:pt x="564474" y="1767312"/>
                </a:cubicBezTo>
                <a:cubicBezTo>
                  <a:pt x="564474" y="1784081"/>
                  <a:pt x="550880" y="1797675"/>
                  <a:pt x="534111" y="1797675"/>
                </a:cubicBezTo>
                <a:cubicBezTo>
                  <a:pt x="517341" y="1797675"/>
                  <a:pt x="503747" y="1784081"/>
                  <a:pt x="503747" y="1767312"/>
                </a:cubicBezTo>
                <a:cubicBezTo>
                  <a:pt x="503747" y="1750542"/>
                  <a:pt x="517341" y="1736948"/>
                  <a:pt x="534111" y="1736948"/>
                </a:cubicBezTo>
                <a:close/>
                <a:moveTo>
                  <a:pt x="461556" y="1736948"/>
                </a:moveTo>
                <a:cubicBezTo>
                  <a:pt x="478326" y="1736948"/>
                  <a:pt x="491920" y="1750542"/>
                  <a:pt x="491920" y="1767312"/>
                </a:cubicBezTo>
                <a:cubicBezTo>
                  <a:pt x="491920" y="1784081"/>
                  <a:pt x="478326" y="1797675"/>
                  <a:pt x="461556" y="1797675"/>
                </a:cubicBezTo>
                <a:cubicBezTo>
                  <a:pt x="444787" y="1797675"/>
                  <a:pt x="431192" y="1784081"/>
                  <a:pt x="431192" y="1767312"/>
                </a:cubicBezTo>
                <a:cubicBezTo>
                  <a:pt x="431192" y="1750542"/>
                  <a:pt x="444787" y="1736948"/>
                  <a:pt x="461556" y="1736948"/>
                </a:cubicBezTo>
                <a:close/>
                <a:moveTo>
                  <a:pt x="389002" y="1736948"/>
                </a:moveTo>
                <a:cubicBezTo>
                  <a:pt x="405771" y="1736948"/>
                  <a:pt x="419365" y="1750542"/>
                  <a:pt x="419365" y="1767312"/>
                </a:cubicBezTo>
                <a:cubicBezTo>
                  <a:pt x="419365" y="1784081"/>
                  <a:pt x="405771" y="1797675"/>
                  <a:pt x="389002" y="1797675"/>
                </a:cubicBezTo>
                <a:cubicBezTo>
                  <a:pt x="372232" y="1797675"/>
                  <a:pt x="358638" y="1784081"/>
                  <a:pt x="358638" y="1767312"/>
                </a:cubicBezTo>
                <a:cubicBezTo>
                  <a:pt x="358638" y="1750542"/>
                  <a:pt x="372232" y="1736948"/>
                  <a:pt x="389002" y="1736948"/>
                </a:cubicBezTo>
                <a:close/>
                <a:moveTo>
                  <a:pt x="316447" y="1736948"/>
                </a:moveTo>
                <a:cubicBezTo>
                  <a:pt x="333216" y="1736948"/>
                  <a:pt x="346810" y="1750542"/>
                  <a:pt x="346810" y="1767312"/>
                </a:cubicBezTo>
                <a:cubicBezTo>
                  <a:pt x="346810" y="1784081"/>
                  <a:pt x="333216" y="1797675"/>
                  <a:pt x="316447" y="1797675"/>
                </a:cubicBezTo>
                <a:cubicBezTo>
                  <a:pt x="299677" y="1797675"/>
                  <a:pt x="286084" y="1784081"/>
                  <a:pt x="286084" y="1767312"/>
                </a:cubicBezTo>
                <a:cubicBezTo>
                  <a:pt x="286084" y="1750542"/>
                  <a:pt x="299677" y="1736948"/>
                  <a:pt x="316447" y="1736948"/>
                </a:cubicBezTo>
                <a:close/>
                <a:moveTo>
                  <a:pt x="243892" y="1736948"/>
                </a:moveTo>
                <a:cubicBezTo>
                  <a:pt x="260662" y="1736948"/>
                  <a:pt x="274256" y="1750542"/>
                  <a:pt x="274256" y="1767312"/>
                </a:cubicBezTo>
                <a:cubicBezTo>
                  <a:pt x="274256" y="1784081"/>
                  <a:pt x="260662" y="1797675"/>
                  <a:pt x="243892" y="1797675"/>
                </a:cubicBezTo>
                <a:cubicBezTo>
                  <a:pt x="227123" y="1797675"/>
                  <a:pt x="213529" y="1784081"/>
                  <a:pt x="213529" y="1767312"/>
                </a:cubicBezTo>
                <a:cubicBezTo>
                  <a:pt x="213529" y="1750542"/>
                  <a:pt x="227123" y="1736948"/>
                  <a:pt x="243892" y="1736948"/>
                </a:cubicBezTo>
                <a:close/>
                <a:moveTo>
                  <a:pt x="171339" y="1736948"/>
                </a:moveTo>
                <a:cubicBezTo>
                  <a:pt x="188107" y="1736948"/>
                  <a:pt x="201701" y="1750542"/>
                  <a:pt x="201701" y="1767312"/>
                </a:cubicBezTo>
                <a:cubicBezTo>
                  <a:pt x="201701" y="1784081"/>
                  <a:pt x="188107" y="1797675"/>
                  <a:pt x="171339" y="1797675"/>
                </a:cubicBezTo>
                <a:cubicBezTo>
                  <a:pt x="154588" y="1797675"/>
                  <a:pt x="140995" y="1784081"/>
                  <a:pt x="140995" y="1767312"/>
                </a:cubicBezTo>
                <a:cubicBezTo>
                  <a:pt x="140995" y="1750542"/>
                  <a:pt x="154588" y="1736948"/>
                  <a:pt x="171339" y="1736948"/>
                </a:cubicBezTo>
                <a:close/>
                <a:moveTo>
                  <a:pt x="98806" y="1736948"/>
                </a:moveTo>
                <a:cubicBezTo>
                  <a:pt x="115574" y="1736948"/>
                  <a:pt x="129168" y="1750542"/>
                  <a:pt x="129168" y="1767312"/>
                </a:cubicBezTo>
                <a:cubicBezTo>
                  <a:pt x="129168" y="1784081"/>
                  <a:pt x="115574" y="1797675"/>
                  <a:pt x="98806" y="1797675"/>
                </a:cubicBezTo>
                <a:cubicBezTo>
                  <a:pt x="82035" y="1797675"/>
                  <a:pt x="68442" y="1784081"/>
                  <a:pt x="68442" y="1767312"/>
                </a:cubicBezTo>
                <a:cubicBezTo>
                  <a:pt x="68442" y="1750542"/>
                  <a:pt x="82035" y="1736948"/>
                  <a:pt x="98806" y="1736948"/>
                </a:cubicBezTo>
                <a:close/>
                <a:moveTo>
                  <a:pt x="26251" y="1736948"/>
                </a:moveTo>
                <a:cubicBezTo>
                  <a:pt x="43020" y="1736948"/>
                  <a:pt x="56614" y="1750542"/>
                  <a:pt x="56614" y="1767312"/>
                </a:cubicBezTo>
                <a:cubicBezTo>
                  <a:pt x="56614" y="1784081"/>
                  <a:pt x="43020" y="1797675"/>
                  <a:pt x="26251" y="1797675"/>
                </a:cubicBezTo>
                <a:cubicBezTo>
                  <a:pt x="17866" y="1797675"/>
                  <a:pt x="10276" y="1794277"/>
                  <a:pt x="4781" y="1788782"/>
                </a:cubicBezTo>
                <a:lnTo>
                  <a:pt x="0" y="1777239"/>
                </a:lnTo>
                <a:lnTo>
                  <a:pt x="0" y="1757384"/>
                </a:lnTo>
                <a:lnTo>
                  <a:pt x="4781" y="1745841"/>
                </a:lnTo>
                <a:cubicBezTo>
                  <a:pt x="10276" y="1740347"/>
                  <a:pt x="17866" y="1736948"/>
                  <a:pt x="26251" y="1736948"/>
                </a:cubicBezTo>
                <a:close/>
                <a:moveTo>
                  <a:pt x="1030341" y="1658849"/>
                </a:moveTo>
                <a:lnTo>
                  <a:pt x="1020041" y="1666551"/>
                </a:lnTo>
                <a:lnTo>
                  <a:pt x="1020522" y="1665390"/>
                </a:lnTo>
                <a:cubicBezTo>
                  <a:pt x="1023269" y="1662642"/>
                  <a:pt x="1026541" y="1660419"/>
                  <a:pt x="1030173" y="1658883"/>
                </a:cubicBezTo>
                <a:close/>
                <a:moveTo>
                  <a:pt x="969438" y="1656497"/>
                </a:moveTo>
                <a:cubicBezTo>
                  <a:pt x="977823" y="1656497"/>
                  <a:pt x="985413" y="1659895"/>
                  <a:pt x="990908" y="1665390"/>
                </a:cubicBezTo>
                <a:lnTo>
                  <a:pt x="997511" y="1681329"/>
                </a:lnTo>
                <a:lnTo>
                  <a:pt x="950384" y="1709959"/>
                </a:lnTo>
                <a:lnTo>
                  <a:pt x="947968" y="1708330"/>
                </a:lnTo>
                <a:cubicBezTo>
                  <a:pt x="942473" y="1702836"/>
                  <a:pt x="939075" y="1695245"/>
                  <a:pt x="939075" y="1686860"/>
                </a:cubicBezTo>
                <a:cubicBezTo>
                  <a:pt x="939075" y="1670091"/>
                  <a:pt x="952669" y="1656497"/>
                  <a:pt x="969438" y="1656497"/>
                </a:cubicBezTo>
                <a:close/>
                <a:moveTo>
                  <a:pt x="896883" y="1656497"/>
                </a:moveTo>
                <a:cubicBezTo>
                  <a:pt x="913653" y="1656497"/>
                  <a:pt x="927247" y="1670091"/>
                  <a:pt x="927247" y="1686860"/>
                </a:cubicBezTo>
                <a:cubicBezTo>
                  <a:pt x="927247" y="1703630"/>
                  <a:pt x="913653" y="1717224"/>
                  <a:pt x="896883" y="1717224"/>
                </a:cubicBezTo>
                <a:cubicBezTo>
                  <a:pt x="880114" y="1717224"/>
                  <a:pt x="866520" y="1703630"/>
                  <a:pt x="866520" y="1686860"/>
                </a:cubicBezTo>
                <a:cubicBezTo>
                  <a:pt x="866520" y="1670091"/>
                  <a:pt x="880114" y="1656497"/>
                  <a:pt x="896883" y="1656497"/>
                </a:cubicBezTo>
                <a:close/>
                <a:moveTo>
                  <a:pt x="824329" y="1656497"/>
                </a:moveTo>
                <a:cubicBezTo>
                  <a:pt x="841098" y="1656497"/>
                  <a:pt x="854692" y="1670091"/>
                  <a:pt x="854692" y="1686860"/>
                </a:cubicBezTo>
                <a:cubicBezTo>
                  <a:pt x="854692" y="1703630"/>
                  <a:pt x="841098" y="1717224"/>
                  <a:pt x="824329" y="1717224"/>
                </a:cubicBezTo>
                <a:cubicBezTo>
                  <a:pt x="807559" y="1717224"/>
                  <a:pt x="793965" y="1703630"/>
                  <a:pt x="793965" y="1686860"/>
                </a:cubicBezTo>
                <a:cubicBezTo>
                  <a:pt x="793965" y="1670091"/>
                  <a:pt x="807559" y="1656497"/>
                  <a:pt x="824329" y="1656497"/>
                </a:cubicBezTo>
                <a:close/>
                <a:moveTo>
                  <a:pt x="751774" y="1656497"/>
                </a:moveTo>
                <a:cubicBezTo>
                  <a:pt x="768544" y="1656497"/>
                  <a:pt x="782138" y="1670091"/>
                  <a:pt x="782138" y="1686860"/>
                </a:cubicBezTo>
                <a:cubicBezTo>
                  <a:pt x="782138" y="1703630"/>
                  <a:pt x="768544" y="1717224"/>
                  <a:pt x="751774" y="1717224"/>
                </a:cubicBezTo>
                <a:cubicBezTo>
                  <a:pt x="735005" y="1717224"/>
                  <a:pt x="721411" y="1703630"/>
                  <a:pt x="721411" y="1686860"/>
                </a:cubicBezTo>
                <a:cubicBezTo>
                  <a:pt x="721411" y="1670091"/>
                  <a:pt x="735005" y="1656497"/>
                  <a:pt x="751774" y="1656497"/>
                </a:cubicBezTo>
                <a:close/>
                <a:moveTo>
                  <a:pt x="679220" y="1656497"/>
                </a:moveTo>
                <a:cubicBezTo>
                  <a:pt x="695989" y="1656497"/>
                  <a:pt x="709583" y="1670091"/>
                  <a:pt x="709583" y="1686860"/>
                </a:cubicBezTo>
                <a:cubicBezTo>
                  <a:pt x="709583" y="1703630"/>
                  <a:pt x="695989" y="1717224"/>
                  <a:pt x="679220" y="1717224"/>
                </a:cubicBezTo>
                <a:cubicBezTo>
                  <a:pt x="662450" y="1717224"/>
                  <a:pt x="648856" y="1703630"/>
                  <a:pt x="648856" y="1686860"/>
                </a:cubicBezTo>
                <a:cubicBezTo>
                  <a:pt x="648856" y="1670091"/>
                  <a:pt x="662450" y="1656497"/>
                  <a:pt x="679220" y="1656497"/>
                </a:cubicBezTo>
                <a:close/>
                <a:moveTo>
                  <a:pt x="606665" y="1656497"/>
                </a:moveTo>
                <a:cubicBezTo>
                  <a:pt x="623435" y="1656497"/>
                  <a:pt x="637029" y="1670091"/>
                  <a:pt x="637029" y="1686860"/>
                </a:cubicBezTo>
                <a:cubicBezTo>
                  <a:pt x="637029" y="1703630"/>
                  <a:pt x="623435" y="1717224"/>
                  <a:pt x="606665" y="1717224"/>
                </a:cubicBezTo>
                <a:cubicBezTo>
                  <a:pt x="589896" y="1717224"/>
                  <a:pt x="576302" y="1703630"/>
                  <a:pt x="576302" y="1686860"/>
                </a:cubicBezTo>
                <a:cubicBezTo>
                  <a:pt x="576302" y="1670091"/>
                  <a:pt x="589896" y="1656497"/>
                  <a:pt x="606665" y="1656497"/>
                </a:cubicBezTo>
                <a:close/>
                <a:moveTo>
                  <a:pt x="534111" y="1656497"/>
                </a:moveTo>
                <a:cubicBezTo>
                  <a:pt x="550880" y="1656497"/>
                  <a:pt x="564474" y="1670091"/>
                  <a:pt x="564474" y="1686860"/>
                </a:cubicBezTo>
                <a:cubicBezTo>
                  <a:pt x="564474" y="1703630"/>
                  <a:pt x="550880" y="1717224"/>
                  <a:pt x="534111" y="1717224"/>
                </a:cubicBezTo>
                <a:cubicBezTo>
                  <a:pt x="517341" y="1717224"/>
                  <a:pt x="503747" y="1703630"/>
                  <a:pt x="503747" y="1686860"/>
                </a:cubicBezTo>
                <a:cubicBezTo>
                  <a:pt x="503747" y="1670091"/>
                  <a:pt x="517341" y="1656497"/>
                  <a:pt x="534111" y="1656497"/>
                </a:cubicBezTo>
                <a:close/>
                <a:moveTo>
                  <a:pt x="461556" y="1656497"/>
                </a:moveTo>
                <a:cubicBezTo>
                  <a:pt x="478326" y="1656497"/>
                  <a:pt x="491920" y="1670091"/>
                  <a:pt x="491920" y="1686860"/>
                </a:cubicBezTo>
                <a:cubicBezTo>
                  <a:pt x="491920" y="1703630"/>
                  <a:pt x="478326" y="1717224"/>
                  <a:pt x="461556" y="1717224"/>
                </a:cubicBezTo>
                <a:cubicBezTo>
                  <a:pt x="444787" y="1717224"/>
                  <a:pt x="431192" y="1703630"/>
                  <a:pt x="431192" y="1686860"/>
                </a:cubicBezTo>
                <a:cubicBezTo>
                  <a:pt x="431192" y="1670091"/>
                  <a:pt x="444787" y="1656497"/>
                  <a:pt x="461556" y="1656497"/>
                </a:cubicBezTo>
                <a:close/>
                <a:moveTo>
                  <a:pt x="389002" y="1656497"/>
                </a:moveTo>
                <a:cubicBezTo>
                  <a:pt x="405771" y="1656497"/>
                  <a:pt x="419365" y="1670091"/>
                  <a:pt x="419365" y="1686860"/>
                </a:cubicBezTo>
                <a:cubicBezTo>
                  <a:pt x="419365" y="1703630"/>
                  <a:pt x="405771" y="1717224"/>
                  <a:pt x="389002" y="1717224"/>
                </a:cubicBezTo>
                <a:cubicBezTo>
                  <a:pt x="372232" y="1717224"/>
                  <a:pt x="358638" y="1703630"/>
                  <a:pt x="358638" y="1686860"/>
                </a:cubicBezTo>
                <a:cubicBezTo>
                  <a:pt x="358638" y="1670091"/>
                  <a:pt x="372232" y="1656497"/>
                  <a:pt x="389002" y="1656497"/>
                </a:cubicBezTo>
                <a:close/>
                <a:moveTo>
                  <a:pt x="316447" y="1656497"/>
                </a:moveTo>
                <a:cubicBezTo>
                  <a:pt x="333216" y="1656497"/>
                  <a:pt x="346810" y="1670091"/>
                  <a:pt x="346810" y="1686860"/>
                </a:cubicBezTo>
                <a:cubicBezTo>
                  <a:pt x="346810" y="1703630"/>
                  <a:pt x="333216" y="1717224"/>
                  <a:pt x="316447" y="1717224"/>
                </a:cubicBezTo>
                <a:cubicBezTo>
                  <a:pt x="299677" y="1717224"/>
                  <a:pt x="286084" y="1703630"/>
                  <a:pt x="286084" y="1686860"/>
                </a:cubicBezTo>
                <a:cubicBezTo>
                  <a:pt x="286084" y="1670091"/>
                  <a:pt x="299677" y="1656497"/>
                  <a:pt x="316447" y="1656497"/>
                </a:cubicBezTo>
                <a:close/>
                <a:moveTo>
                  <a:pt x="243892" y="1656497"/>
                </a:moveTo>
                <a:cubicBezTo>
                  <a:pt x="260662" y="1656497"/>
                  <a:pt x="274256" y="1670091"/>
                  <a:pt x="274256" y="1686860"/>
                </a:cubicBezTo>
                <a:cubicBezTo>
                  <a:pt x="274256" y="1703630"/>
                  <a:pt x="260662" y="1717224"/>
                  <a:pt x="243892" y="1717224"/>
                </a:cubicBezTo>
                <a:cubicBezTo>
                  <a:pt x="227123" y="1717224"/>
                  <a:pt x="213529" y="1703630"/>
                  <a:pt x="213529" y="1686860"/>
                </a:cubicBezTo>
                <a:cubicBezTo>
                  <a:pt x="213529" y="1670091"/>
                  <a:pt x="227123" y="1656497"/>
                  <a:pt x="243892" y="1656497"/>
                </a:cubicBezTo>
                <a:close/>
                <a:moveTo>
                  <a:pt x="171339" y="1656497"/>
                </a:moveTo>
                <a:cubicBezTo>
                  <a:pt x="188107" y="1656497"/>
                  <a:pt x="201701" y="1670091"/>
                  <a:pt x="201701" y="1686860"/>
                </a:cubicBezTo>
                <a:cubicBezTo>
                  <a:pt x="201701" y="1703630"/>
                  <a:pt x="188107" y="1717224"/>
                  <a:pt x="171339" y="1717224"/>
                </a:cubicBezTo>
                <a:cubicBezTo>
                  <a:pt x="154594" y="1717224"/>
                  <a:pt x="141001" y="1703630"/>
                  <a:pt x="141001" y="1686860"/>
                </a:cubicBezTo>
                <a:cubicBezTo>
                  <a:pt x="141001" y="1670091"/>
                  <a:pt x="154594" y="1656497"/>
                  <a:pt x="171339" y="1656497"/>
                </a:cubicBezTo>
                <a:close/>
                <a:moveTo>
                  <a:pt x="98812" y="1656497"/>
                </a:moveTo>
                <a:cubicBezTo>
                  <a:pt x="115580" y="1656497"/>
                  <a:pt x="129174" y="1670091"/>
                  <a:pt x="129174" y="1686860"/>
                </a:cubicBezTo>
                <a:cubicBezTo>
                  <a:pt x="129174" y="1703630"/>
                  <a:pt x="115580" y="1717224"/>
                  <a:pt x="98812" y="1717224"/>
                </a:cubicBezTo>
                <a:cubicBezTo>
                  <a:pt x="82042" y="1717224"/>
                  <a:pt x="68448" y="1703630"/>
                  <a:pt x="68448" y="1686860"/>
                </a:cubicBezTo>
                <a:cubicBezTo>
                  <a:pt x="68448" y="1670091"/>
                  <a:pt x="82042" y="1656497"/>
                  <a:pt x="98812" y="1656497"/>
                </a:cubicBezTo>
                <a:close/>
                <a:moveTo>
                  <a:pt x="26257" y="1656497"/>
                </a:moveTo>
                <a:cubicBezTo>
                  <a:pt x="43026" y="1656497"/>
                  <a:pt x="56620" y="1670091"/>
                  <a:pt x="56620" y="1686860"/>
                </a:cubicBezTo>
                <a:cubicBezTo>
                  <a:pt x="56620" y="1703630"/>
                  <a:pt x="43026" y="1717224"/>
                  <a:pt x="26257" y="1717224"/>
                </a:cubicBezTo>
                <a:cubicBezTo>
                  <a:pt x="17873" y="1717224"/>
                  <a:pt x="10282" y="1713826"/>
                  <a:pt x="4787" y="1708331"/>
                </a:cubicBezTo>
                <a:lnTo>
                  <a:pt x="0" y="1696773"/>
                </a:lnTo>
                <a:lnTo>
                  <a:pt x="0" y="1676947"/>
                </a:lnTo>
                <a:lnTo>
                  <a:pt x="4787" y="1665390"/>
                </a:lnTo>
                <a:cubicBezTo>
                  <a:pt x="10282" y="1659896"/>
                  <a:pt x="17873" y="1656497"/>
                  <a:pt x="26257" y="1656497"/>
                </a:cubicBezTo>
                <a:close/>
                <a:moveTo>
                  <a:pt x="1114547" y="1576045"/>
                </a:moveTo>
                <a:cubicBezTo>
                  <a:pt x="1118739" y="1576045"/>
                  <a:pt x="1122733" y="1576894"/>
                  <a:pt x="1126366" y="1578431"/>
                </a:cubicBezTo>
                <a:lnTo>
                  <a:pt x="1131977" y="1582214"/>
                </a:lnTo>
                <a:lnTo>
                  <a:pt x="1128051" y="1585783"/>
                </a:lnTo>
                <a:lnTo>
                  <a:pt x="1088035" y="1615706"/>
                </a:lnTo>
                <a:lnTo>
                  <a:pt x="1084184" y="1606408"/>
                </a:lnTo>
                <a:cubicBezTo>
                  <a:pt x="1084184" y="1589639"/>
                  <a:pt x="1097778" y="1576045"/>
                  <a:pt x="1114547" y="1576045"/>
                </a:cubicBezTo>
                <a:close/>
                <a:moveTo>
                  <a:pt x="1041993" y="1576045"/>
                </a:moveTo>
                <a:cubicBezTo>
                  <a:pt x="1058762" y="1576045"/>
                  <a:pt x="1072356" y="1589639"/>
                  <a:pt x="1072356" y="1606408"/>
                </a:cubicBezTo>
                <a:cubicBezTo>
                  <a:pt x="1072356" y="1623178"/>
                  <a:pt x="1058762" y="1636772"/>
                  <a:pt x="1041993" y="1636772"/>
                </a:cubicBezTo>
                <a:cubicBezTo>
                  <a:pt x="1025223" y="1636772"/>
                  <a:pt x="1011629" y="1623178"/>
                  <a:pt x="1011629" y="1606408"/>
                </a:cubicBezTo>
                <a:cubicBezTo>
                  <a:pt x="1011629" y="1589639"/>
                  <a:pt x="1025223" y="1576045"/>
                  <a:pt x="1041993" y="1576045"/>
                </a:cubicBezTo>
                <a:close/>
                <a:moveTo>
                  <a:pt x="969438" y="1576045"/>
                </a:moveTo>
                <a:cubicBezTo>
                  <a:pt x="986208" y="1576045"/>
                  <a:pt x="999801" y="1589639"/>
                  <a:pt x="999801" y="1606408"/>
                </a:cubicBezTo>
                <a:cubicBezTo>
                  <a:pt x="999801" y="1623178"/>
                  <a:pt x="986208" y="1636772"/>
                  <a:pt x="969438" y="1636772"/>
                </a:cubicBezTo>
                <a:cubicBezTo>
                  <a:pt x="952669" y="1636772"/>
                  <a:pt x="939075" y="1623178"/>
                  <a:pt x="939075" y="1606408"/>
                </a:cubicBezTo>
                <a:cubicBezTo>
                  <a:pt x="939075" y="1589639"/>
                  <a:pt x="952669" y="1576045"/>
                  <a:pt x="969438" y="1576045"/>
                </a:cubicBezTo>
                <a:close/>
                <a:moveTo>
                  <a:pt x="896883" y="1576045"/>
                </a:moveTo>
                <a:cubicBezTo>
                  <a:pt x="913653" y="1576045"/>
                  <a:pt x="927247" y="1589639"/>
                  <a:pt x="927247" y="1606408"/>
                </a:cubicBezTo>
                <a:cubicBezTo>
                  <a:pt x="927247" y="1623178"/>
                  <a:pt x="913653" y="1636772"/>
                  <a:pt x="896883" y="1636772"/>
                </a:cubicBezTo>
                <a:cubicBezTo>
                  <a:pt x="880114" y="1636772"/>
                  <a:pt x="866520" y="1623178"/>
                  <a:pt x="866520" y="1606408"/>
                </a:cubicBezTo>
                <a:cubicBezTo>
                  <a:pt x="866520" y="1589639"/>
                  <a:pt x="880114" y="1576045"/>
                  <a:pt x="896883" y="1576045"/>
                </a:cubicBezTo>
                <a:close/>
                <a:moveTo>
                  <a:pt x="824329" y="1576045"/>
                </a:moveTo>
                <a:cubicBezTo>
                  <a:pt x="841098" y="1576045"/>
                  <a:pt x="854692" y="1589639"/>
                  <a:pt x="854692" y="1606408"/>
                </a:cubicBezTo>
                <a:cubicBezTo>
                  <a:pt x="854692" y="1623178"/>
                  <a:pt x="841098" y="1636772"/>
                  <a:pt x="824329" y="1636772"/>
                </a:cubicBezTo>
                <a:cubicBezTo>
                  <a:pt x="807559" y="1636772"/>
                  <a:pt x="793965" y="1623178"/>
                  <a:pt x="793965" y="1606408"/>
                </a:cubicBezTo>
                <a:cubicBezTo>
                  <a:pt x="793965" y="1589639"/>
                  <a:pt x="807559" y="1576045"/>
                  <a:pt x="824329" y="1576045"/>
                </a:cubicBezTo>
                <a:close/>
                <a:moveTo>
                  <a:pt x="751774" y="1576045"/>
                </a:moveTo>
                <a:cubicBezTo>
                  <a:pt x="768544" y="1576045"/>
                  <a:pt x="782138" y="1589639"/>
                  <a:pt x="782138" y="1606408"/>
                </a:cubicBezTo>
                <a:cubicBezTo>
                  <a:pt x="782138" y="1623178"/>
                  <a:pt x="768544" y="1636772"/>
                  <a:pt x="751774" y="1636772"/>
                </a:cubicBezTo>
                <a:cubicBezTo>
                  <a:pt x="735005" y="1636772"/>
                  <a:pt x="721411" y="1623178"/>
                  <a:pt x="721411" y="1606408"/>
                </a:cubicBezTo>
                <a:cubicBezTo>
                  <a:pt x="721411" y="1589639"/>
                  <a:pt x="735005" y="1576045"/>
                  <a:pt x="751774" y="1576045"/>
                </a:cubicBezTo>
                <a:close/>
                <a:moveTo>
                  <a:pt x="679220" y="1576045"/>
                </a:moveTo>
                <a:cubicBezTo>
                  <a:pt x="695989" y="1576045"/>
                  <a:pt x="709583" y="1589639"/>
                  <a:pt x="709583" y="1606408"/>
                </a:cubicBezTo>
                <a:cubicBezTo>
                  <a:pt x="709583" y="1623178"/>
                  <a:pt x="695989" y="1636772"/>
                  <a:pt x="679220" y="1636772"/>
                </a:cubicBezTo>
                <a:cubicBezTo>
                  <a:pt x="662450" y="1636772"/>
                  <a:pt x="648856" y="1623178"/>
                  <a:pt x="648856" y="1606408"/>
                </a:cubicBezTo>
                <a:cubicBezTo>
                  <a:pt x="648856" y="1589639"/>
                  <a:pt x="662450" y="1576045"/>
                  <a:pt x="679220" y="1576045"/>
                </a:cubicBezTo>
                <a:close/>
                <a:moveTo>
                  <a:pt x="606665" y="1576045"/>
                </a:moveTo>
                <a:cubicBezTo>
                  <a:pt x="623435" y="1576045"/>
                  <a:pt x="637029" y="1589639"/>
                  <a:pt x="637029" y="1606408"/>
                </a:cubicBezTo>
                <a:cubicBezTo>
                  <a:pt x="637029" y="1623178"/>
                  <a:pt x="623435" y="1636772"/>
                  <a:pt x="606665" y="1636772"/>
                </a:cubicBezTo>
                <a:cubicBezTo>
                  <a:pt x="589896" y="1636772"/>
                  <a:pt x="576302" y="1623178"/>
                  <a:pt x="576302" y="1606408"/>
                </a:cubicBezTo>
                <a:cubicBezTo>
                  <a:pt x="576302" y="1589639"/>
                  <a:pt x="589896" y="1576045"/>
                  <a:pt x="606665" y="1576045"/>
                </a:cubicBezTo>
                <a:close/>
                <a:moveTo>
                  <a:pt x="534111" y="1576045"/>
                </a:moveTo>
                <a:cubicBezTo>
                  <a:pt x="550880" y="1576045"/>
                  <a:pt x="564474" y="1589639"/>
                  <a:pt x="564474" y="1606408"/>
                </a:cubicBezTo>
                <a:cubicBezTo>
                  <a:pt x="564474" y="1623178"/>
                  <a:pt x="550880" y="1636772"/>
                  <a:pt x="534111" y="1636772"/>
                </a:cubicBezTo>
                <a:cubicBezTo>
                  <a:pt x="517341" y="1636772"/>
                  <a:pt x="503747" y="1623178"/>
                  <a:pt x="503747" y="1606408"/>
                </a:cubicBezTo>
                <a:cubicBezTo>
                  <a:pt x="503747" y="1589639"/>
                  <a:pt x="517341" y="1576045"/>
                  <a:pt x="534111" y="1576045"/>
                </a:cubicBezTo>
                <a:close/>
                <a:moveTo>
                  <a:pt x="461556" y="1576045"/>
                </a:moveTo>
                <a:cubicBezTo>
                  <a:pt x="478326" y="1576045"/>
                  <a:pt x="491920" y="1589639"/>
                  <a:pt x="491920" y="1606408"/>
                </a:cubicBezTo>
                <a:cubicBezTo>
                  <a:pt x="491920" y="1623178"/>
                  <a:pt x="478326" y="1636772"/>
                  <a:pt x="461556" y="1636772"/>
                </a:cubicBezTo>
                <a:cubicBezTo>
                  <a:pt x="444787" y="1636772"/>
                  <a:pt x="431192" y="1623178"/>
                  <a:pt x="431192" y="1606408"/>
                </a:cubicBezTo>
                <a:cubicBezTo>
                  <a:pt x="431192" y="1589639"/>
                  <a:pt x="444787" y="1576045"/>
                  <a:pt x="461556" y="1576045"/>
                </a:cubicBezTo>
                <a:close/>
                <a:moveTo>
                  <a:pt x="389002" y="1576045"/>
                </a:moveTo>
                <a:cubicBezTo>
                  <a:pt x="405771" y="1576045"/>
                  <a:pt x="419365" y="1589639"/>
                  <a:pt x="419365" y="1606408"/>
                </a:cubicBezTo>
                <a:cubicBezTo>
                  <a:pt x="419365" y="1623178"/>
                  <a:pt x="405771" y="1636772"/>
                  <a:pt x="389002" y="1636772"/>
                </a:cubicBezTo>
                <a:cubicBezTo>
                  <a:pt x="372232" y="1636772"/>
                  <a:pt x="358638" y="1623178"/>
                  <a:pt x="358638" y="1606408"/>
                </a:cubicBezTo>
                <a:cubicBezTo>
                  <a:pt x="358638" y="1589639"/>
                  <a:pt x="372232" y="1576045"/>
                  <a:pt x="389002" y="1576045"/>
                </a:cubicBezTo>
                <a:close/>
                <a:moveTo>
                  <a:pt x="316447" y="1576045"/>
                </a:moveTo>
                <a:cubicBezTo>
                  <a:pt x="333216" y="1576045"/>
                  <a:pt x="346810" y="1589639"/>
                  <a:pt x="346810" y="1606408"/>
                </a:cubicBezTo>
                <a:cubicBezTo>
                  <a:pt x="346810" y="1623178"/>
                  <a:pt x="333216" y="1636772"/>
                  <a:pt x="316447" y="1636772"/>
                </a:cubicBezTo>
                <a:cubicBezTo>
                  <a:pt x="299677" y="1636772"/>
                  <a:pt x="286084" y="1623178"/>
                  <a:pt x="286084" y="1606408"/>
                </a:cubicBezTo>
                <a:cubicBezTo>
                  <a:pt x="286084" y="1589639"/>
                  <a:pt x="299677" y="1576045"/>
                  <a:pt x="316447" y="1576045"/>
                </a:cubicBezTo>
                <a:close/>
                <a:moveTo>
                  <a:pt x="243892" y="1576045"/>
                </a:moveTo>
                <a:cubicBezTo>
                  <a:pt x="260662" y="1576045"/>
                  <a:pt x="274256" y="1589639"/>
                  <a:pt x="274256" y="1606408"/>
                </a:cubicBezTo>
                <a:cubicBezTo>
                  <a:pt x="274256" y="1623178"/>
                  <a:pt x="260662" y="1636772"/>
                  <a:pt x="243892" y="1636772"/>
                </a:cubicBezTo>
                <a:cubicBezTo>
                  <a:pt x="227123" y="1636772"/>
                  <a:pt x="213529" y="1623178"/>
                  <a:pt x="213529" y="1606408"/>
                </a:cubicBezTo>
                <a:cubicBezTo>
                  <a:pt x="213529" y="1589639"/>
                  <a:pt x="227123" y="1576045"/>
                  <a:pt x="243892" y="1576045"/>
                </a:cubicBezTo>
                <a:close/>
                <a:moveTo>
                  <a:pt x="171339" y="1576045"/>
                </a:moveTo>
                <a:cubicBezTo>
                  <a:pt x="188107" y="1576045"/>
                  <a:pt x="201701" y="1589639"/>
                  <a:pt x="201701" y="1606408"/>
                </a:cubicBezTo>
                <a:cubicBezTo>
                  <a:pt x="201701" y="1623178"/>
                  <a:pt x="188107" y="1636772"/>
                  <a:pt x="171339" y="1636772"/>
                </a:cubicBezTo>
                <a:cubicBezTo>
                  <a:pt x="154599" y="1636772"/>
                  <a:pt x="141006" y="1623178"/>
                  <a:pt x="141006" y="1606408"/>
                </a:cubicBezTo>
                <a:cubicBezTo>
                  <a:pt x="141006" y="1589639"/>
                  <a:pt x="154599" y="1576045"/>
                  <a:pt x="171339" y="1576045"/>
                </a:cubicBezTo>
                <a:close/>
                <a:moveTo>
                  <a:pt x="98818" y="1576045"/>
                </a:moveTo>
                <a:cubicBezTo>
                  <a:pt x="115586" y="1576045"/>
                  <a:pt x="129180" y="1589639"/>
                  <a:pt x="129180" y="1606408"/>
                </a:cubicBezTo>
                <a:cubicBezTo>
                  <a:pt x="129180" y="1623178"/>
                  <a:pt x="115586" y="1636772"/>
                  <a:pt x="98818" y="1636772"/>
                </a:cubicBezTo>
                <a:cubicBezTo>
                  <a:pt x="82048" y="1636772"/>
                  <a:pt x="68454" y="1623178"/>
                  <a:pt x="68454" y="1606408"/>
                </a:cubicBezTo>
                <a:cubicBezTo>
                  <a:pt x="68454" y="1589639"/>
                  <a:pt x="82048" y="1576045"/>
                  <a:pt x="98818" y="1576045"/>
                </a:cubicBezTo>
                <a:close/>
                <a:moveTo>
                  <a:pt x="26264" y="1576045"/>
                </a:moveTo>
                <a:cubicBezTo>
                  <a:pt x="43032" y="1576045"/>
                  <a:pt x="56626" y="1589639"/>
                  <a:pt x="56626" y="1606408"/>
                </a:cubicBezTo>
                <a:cubicBezTo>
                  <a:pt x="56626" y="1623178"/>
                  <a:pt x="43032" y="1636772"/>
                  <a:pt x="26264" y="1636772"/>
                </a:cubicBezTo>
                <a:cubicBezTo>
                  <a:pt x="17880" y="1636772"/>
                  <a:pt x="10289" y="1633374"/>
                  <a:pt x="4794" y="1627879"/>
                </a:cubicBezTo>
                <a:lnTo>
                  <a:pt x="0" y="1616304"/>
                </a:lnTo>
                <a:lnTo>
                  <a:pt x="0" y="1596512"/>
                </a:lnTo>
                <a:lnTo>
                  <a:pt x="4794" y="1584938"/>
                </a:lnTo>
                <a:cubicBezTo>
                  <a:pt x="10289" y="1579444"/>
                  <a:pt x="17880" y="1576045"/>
                  <a:pt x="26264" y="1576045"/>
                </a:cubicBezTo>
                <a:close/>
                <a:moveTo>
                  <a:pt x="1187102" y="1495593"/>
                </a:moveTo>
                <a:cubicBezTo>
                  <a:pt x="1195486" y="1495593"/>
                  <a:pt x="1203077" y="1498992"/>
                  <a:pt x="1208572" y="1504486"/>
                </a:cubicBezTo>
                <a:lnTo>
                  <a:pt x="1211014" y="1510381"/>
                </a:lnTo>
                <a:lnTo>
                  <a:pt x="1168285" y="1549216"/>
                </a:lnTo>
                <a:lnTo>
                  <a:pt x="1165631" y="1547427"/>
                </a:lnTo>
                <a:cubicBezTo>
                  <a:pt x="1160137" y="1541932"/>
                  <a:pt x="1156738" y="1534341"/>
                  <a:pt x="1156738" y="1525957"/>
                </a:cubicBezTo>
                <a:cubicBezTo>
                  <a:pt x="1156738" y="1509187"/>
                  <a:pt x="1170332" y="1495593"/>
                  <a:pt x="1187102" y="1495593"/>
                </a:cubicBezTo>
                <a:close/>
                <a:moveTo>
                  <a:pt x="1114547" y="1495593"/>
                </a:moveTo>
                <a:cubicBezTo>
                  <a:pt x="1131317" y="1495593"/>
                  <a:pt x="1144911" y="1509187"/>
                  <a:pt x="1144911" y="1525957"/>
                </a:cubicBezTo>
                <a:cubicBezTo>
                  <a:pt x="1144911" y="1542726"/>
                  <a:pt x="1131317" y="1556320"/>
                  <a:pt x="1114547" y="1556320"/>
                </a:cubicBezTo>
                <a:cubicBezTo>
                  <a:pt x="1097778" y="1556320"/>
                  <a:pt x="1084184" y="1542726"/>
                  <a:pt x="1084184" y="1525957"/>
                </a:cubicBezTo>
                <a:cubicBezTo>
                  <a:pt x="1084184" y="1509187"/>
                  <a:pt x="1097778" y="1495593"/>
                  <a:pt x="1114547" y="1495593"/>
                </a:cubicBezTo>
                <a:close/>
                <a:moveTo>
                  <a:pt x="1041993" y="1495593"/>
                </a:moveTo>
                <a:cubicBezTo>
                  <a:pt x="1058762" y="1495593"/>
                  <a:pt x="1072356" y="1509187"/>
                  <a:pt x="1072356" y="1525957"/>
                </a:cubicBezTo>
                <a:cubicBezTo>
                  <a:pt x="1072356" y="1542726"/>
                  <a:pt x="1058762" y="1556320"/>
                  <a:pt x="1041993" y="1556320"/>
                </a:cubicBezTo>
                <a:cubicBezTo>
                  <a:pt x="1025223" y="1556320"/>
                  <a:pt x="1011629" y="1542726"/>
                  <a:pt x="1011629" y="1525957"/>
                </a:cubicBezTo>
                <a:cubicBezTo>
                  <a:pt x="1011629" y="1509187"/>
                  <a:pt x="1025223" y="1495593"/>
                  <a:pt x="1041993" y="1495593"/>
                </a:cubicBezTo>
                <a:close/>
                <a:moveTo>
                  <a:pt x="969438" y="1495593"/>
                </a:moveTo>
                <a:cubicBezTo>
                  <a:pt x="986208" y="1495593"/>
                  <a:pt x="999801" y="1509187"/>
                  <a:pt x="999801" y="1525957"/>
                </a:cubicBezTo>
                <a:cubicBezTo>
                  <a:pt x="999801" y="1542726"/>
                  <a:pt x="986208" y="1556320"/>
                  <a:pt x="969438" y="1556320"/>
                </a:cubicBezTo>
                <a:cubicBezTo>
                  <a:pt x="952669" y="1556320"/>
                  <a:pt x="939075" y="1542726"/>
                  <a:pt x="939075" y="1525957"/>
                </a:cubicBezTo>
                <a:cubicBezTo>
                  <a:pt x="939075" y="1509187"/>
                  <a:pt x="952669" y="1495593"/>
                  <a:pt x="969438" y="1495593"/>
                </a:cubicBezTo>
                <a:close/>
                <a:moveTo>
                  <a:pt x="896883" y="1495593"/>
                </a:moveTo>
                <a:cubicBezTo>
                  <a:pt x="913653" y="1495593"/>
                  <a:pt x="927247" y="1509187"/>
                  <a:pt x="927247" y="1525957"/>
                </a:cubicBezTo>
                <a:cubicBezTo>
                  <a:pt x="927247" y="1542726"/>
                  <a:pt x="913653" y="1556320"/>
                  <a:pt x="896883" y="1556320"/>
                </a:cubicBezTo>
                <a:cubicBezTo>
                  <a:pt x="880114" y="1556320"/>
                  <a:pt x="866520" y="1542726"/>
                  <a:pt x="866520" y="1525957"/>
                </a:cubicBezTo>
                <a:cubicBezTo>
                  <a:pt x="866520" y="1509187"/>
                  <a:pt x="880114" y="1495593"/>
                  <a:pt x="896883" y="1495593"/>
                </a:cubicBezTo>
                <a:close/>
                <a:moveTo>
                  <a:pt x="824329" y="1495593"/>
                </a:moveTo>
                <a:cubicBezTo>
                  <a:pt x="841098" y="1495593"/>
                  <a:pt x="854692" y="1509187"/>
                  <a:pt x="854692" y="1525957"/>
                </a:cubicBezTo>
                <a:cubicBezTo>
                  <a:pt x="854692" y="1542726"/>
                  <a:pt x="841098" y="1556320"/>
                  <a:pt x="824329" y="1556320"/>
                </a:cubicBezTo>
                <a:cubicBezTo>
                  <a:pt x="807559" y="1556320"/>
                  <a:pt x="793965" y="1542726"/>
                  <a:pt x="793965" y="1525957"/>
                </a:cubicBezTo>
                <a:cubicBezTo>
                  <a:pt x="793965" y="1509187"/>
                  <a:pt x="807559" y="1495593"/>
                  <a:pt x="824329" y="1495593"/>
                </a:cubicBezTo>
                <a:close/>
                <a:moveTo>
                  <a:pt x="751774" y="1495593"/>
                </a:moveTo>
                <a:cubicBezTo>
                  <a:pt x="768544" y="1495593"/>
                  <a:pt x="782138" y="1509187"/>
                  <a:pt x="782138" y="1525957"/>
                </a:cubicBezTo>
                <a:cubicBezTo>
                  <a:pt x="782138" y="1542726"/>
                  <a:pt x="768544" y="1556320"/>
                  <a:pt x="751774" y="1556320"/>
                </a:cubicBezTo>
                <a:cubicBezTo>
                  <a:pt x="735005" y="1556320"/>
                  <a:pt x="721411" y="1542726"/>
                  <a:pt x="721411" y="1525957"/>
                </a:cubicBezTo>
                <a:cubicBezTo>
                  <a:pt x="721411" y="1509187"/>
                  <a:pt x="735005" y="1495593"/>
                  <a:pt x="751774" y="1495593"/>
                </a:cubicBezTo>
                <a:close/>
                <a:moveTo>
                  <a:pt x="679220" y="1495593"/>
                </a:moveTo>
                <a:cubicBezTo>
                  <a:pt x="695989" y="1495593"/>
                  <a:pt x="709583" y="1509187"/>
                  <a:pt x="709583" y="1525957"/>
                </a:cubicBezTo>
                <a:cubicBezTo>
                  <a:pt x="709583" y="1542726"/>
                  <a:pt x="695989" y="1556320"/>
                  <a:pt x="679220" y="1556320"/>
                </a:cubicBezTo>
                <a:cubicBezTo>
                  <a:pt x="662450" y="1556320"/>
                  <a:pt x="648856" y="1542726"/>
                  <a:pt x="648856" y="1525957"/>
                </a:cubicBezTo>
                <a:cubicBezTo>
                  <a:pt x="648856" y="1509187"/>
                  <a:pt x="662450" y="1495593"/>
                  <a:pt x="679220" y="1495593"/>
                </a:cubicBezTo>
                <a:close/>
                <a:moveTo>
                  <a:pt x="606665" y="1495593"/>
                </a:moveTo>
                <a:cubicBezTo>
                  <a:pt x="623435" y="1495593"/>
                  <a:pt x="637029" y="1509187"/>
                  <a:pt x="637029" y="1525957"/>
                </a:cubicBezTo>
                <a:cubicBezTo>
                  <a:pt x="637029" y="1542726"/>
                  <a:pt x="623435" y="1556320"/>
                  <a:pt x="606665" y="1556320"/>
                </a:cubicBezTo>
                <a:cubicBezTo>
                  <a:pt x="589896" y="1556320"/>
                  <a:pt x="576302" y="1542726"/>
                  <a:pt x="576302" y="1525957"/>
                </a:cubicBezTo>
                <a:cubicBezTo>
                  <a:pt x="576302" y="1509187"/>
                  <a:pt x="589896" y="1495593"/>
                  <a:pt x="606665" y="1495593"/>
                </a:cubicBezTo>
                <a:close/>
                <a:moveTo>
                  <a:pt x="534111" y="1495593"/>
                </a:moveTo>
                <a:cubicBezTo>
                  <a:pt x="550880" y="1495593"/>
                  <a:pt x="564474" y="1509187"/>
                  <a:pt x="564474" y="1525957"/>
                </a:cubicBezTo>
                <a:cubicBezTo>
                  <a:pt x="564474" y="1542726"/>
                  <a:pt x="550880" y="1556320"/>
                  <a:pt x="534111" y="1556320"/>
                </a:cubicBezTo>
                <a:cubicBezTo>
                  <a:pt x="517341" y="1556320"/>
                  <a:pt x="503747" y="1542726"/>
                  <a:pt x="503747" y="1525957"/>
                </a:cubicBezTo>
                <a:cubicBezTo>
                  <a:pt x="503747" y="1509187"/>
                  <a:pt x="517341" y="1495593"/>
                  <a:pt x="534111" y="1495593"/>
                </a:cubicBezTo>
                <a:close/>
                <a:moveTo>
                  <a:pt x="461556" y="1495593"/>
                </a:moveTo>
                <a:cubicBezTo>
                  <a:pt x="478326" y="1495593"/>
                  <a:pt x="491920" y="1509187"/>
                  <a:pt x="491920" y="1525957"/>
                </a:cubicBezTo>
                <a:cubicBezTo>
                  <a:pt x="491920" y="1542726"/>
                  <a:pt x="478326" y="1556320"/>
                  <a:pt x="461556" y="1556320"/>
                </a:cubicBezTo>
                <a:cubicBezTo>
                  <a:pt x="444787" y="1556320"/>
                  <a:pt x="431192" y="1542726"/>
                  <a:pt x="431192" y="1525957"/>
                </a:cubicBezTo>
                <a:cubicBezTo>
                  <a:pt x="431192" y="1509187"/>
                  <a:pt x="444787" y="1495593"/>
                  <a:pt x="461556" y="1495593"/>
                </a:cubicBezTo>
                <a:close/>
                <a:moveTo>
                  <a:pt x="389002" y="1495593"/>
                </a:moveTo>
                <a:cubicBezTo>
                  <a:pt x="405771" y="1495593"/>
                  <a:pt x="419365" y="1509187"/>
                  <a:pt x="419365" y="1525957"/>
                </a:cubicBezTo>
                <a:cubicBezTo>
                  <a:pt x="419365" y="1542726"/>
                  <a:pt x="405771" y="1556320"/>
                  <a:pt x="389002" y="1556320"/>
                </a:cubicBezTo>
                <a:cubicBezTo>
                  <a:pt x="372232" y="1556320"/>
                  <a:pt x="358638" y="1542726"/>
                  <a:pt x="358638" y="1525957"/>
                </a:cubicBezTo>
                <a:cubicBezTo>
                  <a:pt x="358638" y="1509187"/>
                  <a:pt x="372232" y="1495593"/>
                  <a:pt x="389002" y="1495593"/>
                </a:cubicBezTo>
                <a:close/>
                <a:moveTo>
                  <a:pt x="316447" y="1495593"/>
                </a:moveTo>
                <a:cubicBezTo>
                  <a:pt x="333216" y="1495593"/>
                  <a:pt x="346810" y="1509187"/>
                  <a:pt x="346810" y="1525957"/>
                </a:cubicBezTo>
                <a:cubicBezTo>
                  <a:pt x="346810" y="1542726"/>
                  <a:pt x="333216" y="1556320"/>
                  <a:pt x="316447" y="1556320"/>
                </a:cubicBezTo>
                <a:cubicBezTo>
                  <a:pt x="299677" y="1556320"/>
                  <a:pt x="286084" y="1542726"/>
                  <a:pt x="286084" y="1525957"/>
                </a:cubicBezTo>
                <a:cubicBezTo>
                  <a:pt x="286084" y="1509187"/>
                  <a:pt x="299677" y="1495593"/>
                  <a:pt x="316447" y="1495593"/>
                </a:cubicBezTo>
                <a:close/>
                <a:moveTo>
                  <a:pt x="243892" y="1495593"/>
                </a:moveTo>
                <a:cubicBezTo>
                  <a:pt x="260662" y="1495593"/>
                  <a:pt x="274256" y="1509187"/>
                  <a:pt x="274256" y="1525957"/>
                </a:cubicBezTo>
                <a:cubicBezTo>
                  <a:pt x="274256" y="1542726"/>
                  <a:pt x="260662" y="1556320"/>
                  <a:pt x="243892" y="1556320"/>
                </a:cubicBezTo>
                <a:cubicBezTo>
                  <a:pt x="227123" y="1556320"/>
                  <a:pt x="213529" y="1542726"/>
                  <a:pt x="213529" y="1525957"/>
                </a:cubicBezTo>
                <a:cubicBezTo>
                  <a:pt x="213529" y="1509187"/>
                  <a:pt x="227123" y="1495593"/>
                  <a:pt x="243892" y="1495593"/>
                </a:cubicBezTo>
                <a:close/>
                <a:moveTo>
                  <a:pt x="171339" y="1495593"/>
                </a:moveTo>
                <a:cubicBezTo>
                  <a:pt x="188107" y="1495593"/>
                  <a:pt x="201701" y="1509187"/>
                  <a:pt x="201701" y="1525957"/>
                </a:cubicBezTo>
                <a:cubicBezTo>
                  <a:pt x="201701" y="1542726"/>
                  <a:pt x="188107" y="1556320"/>
                  <a:pt x="171339" y="1556320"/>
                </a:cubicBezTo>
                <a:cubicBezTo>
                  <a:pt x="154606" y="1556320"/>
                  <a:pt x="141012" y="1542726"/>
                  <a:pt x="141012" y="1525957"/>
                </a:cubicBezTo>
                <a:cubicBezTo>
                  <a:pt x="141012" y="1509187"/>
                  <a:pt x="154606" y="1495593"/>
                  <a:pt x="171339" y="1495593"/>
                </a:cubicBezTo>
                <a:close/>
                <a:moveTo>
                  <a:pt x="98825" y="1495593"/>
                </a:moveTo>
                <a:cubicBezTo>
                  <a:pt x="115592" y="1495593"/>
                  <a:pt x="129186" y="1509187"/>
                  <a:pt x="129186" y="1525957"/>
                </a:cubicBezTo>
                <a:cubicBezTo>
                  <a:pt x="129186" y="1542726"/>
                  <a:pt x="115592" y="1556320"/>
                  <a:pt x="98825" y="1556320"/>
                </a:cubicBezTo>
                <a:cubicBezTo>
                  <a:pt x="82054" y="1556320"/>
                  <a:pt x="68461" y="1542726"/>
                  <a:pt x="68461" y="1525957"/>
                </a:cubicBezTo>
                <a:cubicBezTo>
                  <a:pt x="68461" y="1509187"/>
                  <a:pt x="82054" y="1495593"/>
                  <a:pt x="98825" y="1495593"/>
                </a:cubicBezTo>
                <a:close/>
                <a:moveTo>
                  <a:pt x="26270" y="1495593"/>
                </a:moveTo>
                <a:cubicBezTo>
                  <a:pt x="43038" y="1495593"/>
                  <a:pt x="56632" y="1509187"/>
                  <a:pt x="56632" y="1525957"/>
                </a:cubicBezTo>
                <a:cubicBezTo>
                  <a:pt x="56632" y="1542726"/>
                  <a:pt x="43038" y="1556320"/>
                  <a:pt x="26270" y="1556320"/>
                </a:cubicBezTo>
                <a:cubicBezTo>
                  <a:pt x="17886" y="1556320"/>
                  <a:pt x="10295" y="1552922"/>
                  <a:pt x="4801" y="1547427"/>
                </a:cubicBezTo>
                <a:lnTo>
                  <a:pt x="0" y="1535836"/>
                </a:lnTo>
                <a:lnTo>
                  <a:pt x="0" y="1516078"/>
                </a:lnTo>
                <a:lnTo>
                  <a:pt x="4801" y="1504486"/>
                </a:lnTo>
                <a:cubicBezTo>
                  <a:pt x="10295" y="1498992"/>
                  <a:pt x="17886" y="1495593"/>
                  <a:pt x="26270" y="1495593"/>
                </a:cubicBezTo>
                <a:close/>
                <a:moveTo>
                  <a:pt x="1259656" y="1415141"/>
                </a:moveTo>
                <a:cubicBezTo>
                  <a:pt x="1268041" y="1415141"/>
                  <a:pt x="1275632" y="1418540"/>
                  <a:pt x="1281127" y="1424035"/>
                </a:cubicBezTo>
                <a:lnTo>
                  <a:pt x="1285044" y="1433492"/>
                </a:lnTo>
                <a:lnTo>
                  <a:pt x="1248565" y="1473629"/>
                </a:lnTo>
                <a:lnTo>
                  <a:pt x="1247837" y="1473482"/>
                </a:lnTo>
                <a:cubicBezTo>
                  <a:pt x="1236940" y="1468873"/>
                  <a:pt x="1229293" y="1458082"/>
                  <a:pt x="1229293" y="1445505"/>
                </a:cubicBezTo>
                <a:cubicBezTo>
                  <a:pt x="1229293" y="1428735"/>
                  <a:pt x="1242887" y="1415141"/>
                  <a:pt x="1259656" y="1415141"/>
                </a:cubicBezTo>
                <a:close/>
                <a:moveTo>
                  <a:pt x="1187102" y="1415141"/>
                </a:moveTo>
                <a:cubicBezTo>
                  <a:pt x="1203871" y="1415141"/>
                  <a:pt x="1217465" y="1428735"/>
                  <a:pt x="1217465" y="1445505"/>
                </a:cubicBezTo>
                <a:cubicBezTo>
                  <a:pt x="1217465" y="1462274"/>
                  <a:pt x="1203871" y="1475868"/>
                  <a:pt x="1187102" y="1475868"/>
                </a:cubicBezTo>
                <a:cubicBezTo>
                  <a:pt x="1170332" y="1475868"/>
                  <a:pt x="1156738" y="1462274"/>
                  <a:pt x="1156738" y="1445505"/>
                </a:cubicBezTo>
                <a:cubicBezTo>
                  <a:pt x="1156738" y="1428735"/>
                  <a:pt x="1170332" y="1415141"/>
                  <a:pt x="1187102" y="1415141"/>
                </a:cubicBezTo>
                <a:close/>
                <a:moveTo>
                  <a:pt x="1114547" y="1415141"/>
                </a:moveTo>
                <a:cubicBezTo>
                  <a:pt x="1131317" y="1415141"/>
                  <a:pt x="1144911" y="1428735"/>
                  <a:pt x="1144911" y="1445505"/>
                </a:cubicBezTo>
                <a:cubicBezTo>
                  <a:pt x="1144911" y="1462274"/>
                  <a:pt x="1131317" y="1475868"/>
                  <a:pt x="1114547" y="1475868"/>
                </a:cubicBezTo>
                <a:cubicBezTo>
                  <a:pt x="1097778" y="1475868"/>
                  <a:pt x="1084184" y="1462274"/>
                  <a:pt x="1084184" y="1445505"/>
                </a:cubicBezTo>
                <a:cubicBezTo>
                  <a:pt x="1084184" y="1428735"/>
                  <a:pt x="1097778" y="1415141"/>
                  <a:pt x="1114547" y="1415141"/>
                </a:cubicBezTo>
                <a:close/>
                <a:moveTo>
                  <a:pt x="1041993" y="1415141"/>
                </a:moveTo>
                <a:cubicBezTo>
                  <a:pt x="1058762" y="1415141"/>
                  <a:pt x="1072356" y="1428735"/>
                  <a:pt x="1072356" y="1445505"/>
                </a:cubicBezTo>
                <a:cubicBezTo>
                  <a:pt x="1072356" y="1462274"/>
                  <a:pt x="1058762" y="1475868"/>
                  <a:pt x="1041993" y="1475868"/>
                </a:cubicBezTo>
                <a:cubicBezTo>
                  <a:pt x="1025223" y="1475868"/>
                  <a:pt x="1011629" y="1462274"/>
                  <a:pt x="1011629" y="1445505"/>
                </a:cubicBezTo>
                <a:cubicBezTo>
                  <a:pt x="1011629" y="1428735"/>
                  <a:pt x="1025223" y="1415141"/>
                  <a:pt x="1041993" y="1415141"/>
                </a:cubicBezTo>
                <a:close/>
                <a:moveTo>
                  <a:pt x="969438" y="1415141"/>
                </a:moveTo>
                <a:cubicBezTo>
                  <a:pt x="986208" y="1415141"/>
                  <a:pt x="999801" y="1428735"/>
                  <a:pt x="999801" y="1445505"/>
                </a:cubicBezTo>
                <a:cubicBezTo>
                  <a:pt x="999801" y="1462274"/>
                  <a:pt x="986208" y="1475868"/>
                  <a:pt x="969438" y="1475868"/>
                </a:cubicBezTo>
                <a:cubicBezTo>
                  <a:pt x="952669" y="1475868"/>
                  <a:pt x="939075" y="1462274"/>
                  <a:pt x="939075" y="1445505"/>
                </a:cubicBezTo>
                <a:cubicBezTo>
                  <a:pt x="939075" y="1428735"/>
                  <a:pt x="952669" y="1415141"/>
                  <a:pt x="969438" y="1415141"/>
                </a:cubicBezTo>
                <a:close/>
                <a:moveTo>
                  <a:pt x="896883" y="1415141"/>
                </a:moveTo>
                <a:cubicBezTo>
                  <a:pt x="913653" y="1415141"/>
                  <a:pt x="927247" y="1428735"/>
                  <a:pt x="927247" y="1445505"/>
                </a:cubicBezTo>
                <a:cubicBezTo>
                  <a:pt x="927247" y="1462274"/>
                  <a:pt x="913653" y="1475868"/>
                  <a:pt x="896883" y="1475868"/>
                </a:cubicBezTo>
                <a:cubicBezTo>
                  <a:pt x="880114" y="1475868"/>
                  <a:pt x="866520" y="1462274"/>
                  <a:pt x="866520" y="1445505"/>
                </a:cubicBezTo>
                <a:cubicBezTo>
                  <a:pt x="866520" y="1428735"/>
                  <a:pt x="880114" y="1415141"/>
                  <a:pt x="896883" y="1415141"/>
                </a:cubicBezTo>
                <a:close/>
                <a:moveTo>
                  <a:pt x="824329" y="1415141"/>
                </a:moveTo>
                <a:cubicBezTo>
                  <a:pt x="841098" y="1415141"/>
                  <a:pt x="854692" y="1428735"/>
                  <a:pt x="854692" y="1445505"/>
                </a:cubicBezTo>
                <a:cubicBezTo>
                  <a:pt x="854692" y="1462274"/>
                  <a:pt x="841098" y="1475868"/>
                  <a:pt x="824329" y="1475868"/>
                </a:cubicBezTo>
                <a:cubicBezTo>
                  <a:pt x="807559" y="1475868"/>
                  <a:pt x="793965" y="1462274"/>
                  <a:pt x="793965" y="1445505"/>
                </a:cubicBezTo>
                <a:cubicBezTo>
                  <a:pt x="793965" y="1428735"/>
                  <a:pt x="807559" y="1415141"/>
                  <a:pt x="824329" y="1415141"/>
                </a:cubicBezTo>
                <a:close/>
                <a:moveTo>
                  <a:pt x="751774" y="1415141"/>
                </a:moveTo>
                <a:cubicBezTo>
                  <a:pt x="768544" y="1415141"/>
                  <a:pt x="782138" y="1428735"/>
                  <a:pt x="782138" y="1445505"/>
                </a:cubicBezTo>
                <a:cubicBezTo>
                  <a:pt x="782138" y="1462274"/>
                  <a:pt x="768544" y="1475868"/>
                  <a:pt x="751774" y="1475868"/>
                </a:cubicBezTo>
                <a:cubicBezTo>
                  <a:pt x="735005" y="1475868"/>
                  <a:pt x="721411" y="1462274"/>
                  <a:pt x="721411" y="1445505"/>
                </a:cubicBezTo>
                <a:cubicBezTo>
                  <a:pt x="721411" y="1428735"/>
                  <a:pt x="735005" y="1415141"/>
                  <a:pt x="751774" y="1415141"/>
                </a:cubicBezTo>
                <a:close/>
                <a:moveTo>
                  <a:pt x="679220" y="1415141"/>
                </a:moveTo>
                <a:cubicBezTo>
                  <a:pt x="695989" y="1415141"/>
                  <a:pt x="709583" y="1428735"/>
                  <a:pt x="709583" y="1445505"/>
                </a:cubicBezTo>
                <a:cubicBezTo>
                  <a:pt x="709583" y="1462274"/>
                  <a:pt x="695989" y="1475868"/>
                  <a:pt x="679220" y="1475868"/>
                </a:cubicBezTo>
                <a:cubicBezTo>
                  <a:pt x="662450" y="1475868"/>
                  <a:pt x="648856" y="1462274"/>
                  <a:pt x="648856" y="1445505"/>
                </a:cubicBezTo>
                <a:cubicBezTo>
                  <a:pt x="648856" y="1428735"/>
                  <a:pt x="662450" y="1415141"/>
                  <a:pt x="679220" y="1415141"/>
                </a:cubicBezTo>
                <a:close/>
                <a:moveTo>
                  <a:pt x="606665" y="1415141"/>
                </a:moveTo>
                <a:cubicBezTo>
                  <a:pt x="623435" y="1415141"/>
                  <a:pt x="637029" y="1428735"/>
                  <a:pt x="637029" y="1445505"/>
                </a:cubicBezTo>
                <a:cubicBezTo>
                  <a:pt x="637029" y="1462274"/>
                  <a:pt x="623435" y="1475868"/>
                  <a:pt x="606665" y="1475868"/>
                </a:cubicBezTo>
                <a:cubicBezTo>
                  <a:pt x="589896" y="1475868"/>
                  <a:pt x="576302" y="1462274"/>
                  <a:pt x="576302" y="1445505"/>
                </a:cubicBezTo>
                <a:cubicBezTo>
                  <a:pt x="576302" y="1428735"/>
                  <a:pt x="589896" y="1415141"/>
                  <a:pt x="606665" y="1415141"/>
                </a:cubicBezTo>
                <a:close/>
                <a:moveTo>
                  <a:pt x="534111" y="1415141"/>
                </a:moveTo>
                <a:cubicBezTo>
                  <a:pt x="550880" y="1415141"/>
                  <a:pt x="564474" y="1428735"/>
                  <a:pt x="564474" y="1445505"/>
                </a:cubicBezTo>
                <a:cubicBezTo>
                  <a:pt x="564474" y="1462274"/>
                  <a:pt x="550880" y="1475868"/>
                  <a:pt x="534111" y="1475868"/>
                </a:cubicBezTo>
                <a:cubicBezTo>
                  <a:pt x="517341" y="1475868"/>
                  <a:pt x="503747" y="1462274"/>
                  <a:pt x="503747" y="1445505"/>
                </a:cubicBezTo>
                <a:cubicBezTo>
                  <a:pt x="503747" y="1428735"/>
                  <a:pt x="517341" y="1415141"/>
                  <a:pt x="534111" y="1415141"/>
                </a:cubicBezTo>
                <a:close/>
                <a:moveTo>
                  <a:pt x="461556" y="1415141"/>
                </a:moveTo>
                <a:cubicBezTo>
                  <a:pt x="478326" y="1415141"/>
                  <a:pt x="491920" y="1428735"/>
                  <a:pt x="491920" y="1445505"/>
                </a:cubicBezTo>
                <a:cubicBezTo>
                  <a:pt x="491920" y="1462274"/>
                  <a:pt x="478326" y="1475868"/>
                  <a:pt x="461556" y="1475868"/>
                </a:cubicBezTo>
                <a:cubicBezTo>
                  <a:pt x="444787" y="1475868"/>
                  <a:pt x="431192" y="1462274"/>
                  <a:pt x="431192" y="1445505"/>
                </a:cubicBezTo>
                <a:cubicBezTo>
                  <a:pt x="431192" y="1428735"/>
                  <a:pt x="444787" y="1415141"/>
                  <a:pt x="461556" y="1415141"/>
                </a:cubicBezTo>
                <a:close/>
                <a:moveTo>
                  <a:pt x="389002" y="1415141"/>
                </a:moveTo>
                <a:cubicBezTo>
                  <a:pt x="405771" y="1415141"/>
                  <a:pt x="419365" y="1428735"/>
                  <a:pt x="419365" y="1445505"/>
                </a:cubicBezTo>
                <a:cubicBezTo>
                  <a:pt x="419365" y="1462274"/>
                  <a:pt x="405771" y="1475868"/>
                  <a:pt x="389002" y="1475868"/>
                </a:cubicBezTo>
                <a:cubicBezTo>
                  <a:pt x="372232" y="1475868"/>
                  <a:pt x="358638" y="1462274"/>
                  <a:pt x="358638" y="1445505"/>
                </a:cubicBezTo>
                <a:cubicBezTo>
                  <a:pt x="358638" y="1428735"/>
                  <a:pt x="372232" y="1415141"/>
                  <a:pt x="389002" y="1415141"/>
                </a:cubicBezTo>
                <a:close/>
                <a:moveTo>
                  <a:pt x="316447" y="1415141"/>
                </a:moveTo>
                <a:cubicBezTo>
                  <a:pt x="333216" y="1415141"/>
                  <a:pt x="346810" y="1428735"/>
                  <a:pt x="346810" y="1445505"/>
                </a:cubicBezTo>
                <a:cubicBezTo>
                  <a:pt x="346810" y="1462274"/>
                  <a:pt x="333216" y="1475868"/>
                  <a:pt x="316447" y="1475868"/>
                </a:cubicBezTo>
                <a:cubicBezTo>
                  <a:pt x="299677" y="1475868"/>
                  <a:pt x="286084" y="1462274"/>
                  <a:pt x="286084" y="1445505"/>
                </a:cubicBezTo>
                <a:cubicBezTo>
                  <a:pt x="286084" y="1428735"/>
                  <a:pt x="299677" y="1415141"/>
                  <a:pt x="316447" y="1415141"/>
                </a:cubicBezTo>
                <a:close/>
                <a:moveTo>
                  <a:pt x="243892" y="1415141"/>
                </a:moveTo>
                <a:cubicBezTo>
                  <a:pt x="260662" y="1415141"/>
                  <a:pt x="274256" y="1428735"/>
                  <a:pt x="274256" y="1445505"/>
                </a:cubicBezTo>
                <a:cubicBezTo>
                  <a:pt x="274256" y="1462274"/>
                  <a:pt x="260662" y="1475868"/>
                  <a:pt x="243892" y="1475868"/>
                </a:cubicBezTo>
                <a:cubicBezTo>
                  <a:pt x="227123" y="1475868"/>
                  <a:pt x="213529" y="1462274"/>
                  <a:pt x="213529" y="1445505"/>
                </a:cubicBezTo>
                <a:cubicBezTo>
                  <a:pt x="213529" y="1428735"/>
                  <a:pt x="227123" y="1415141"/>
                  <a:pt x="243892" y="1415141"/>
                </a:cubicBezTo>
                <a:close/>
                <a:moveTo>
                  <a:pt x="171339" y="1415141"/>
                </a:moveTo>
                <a:cubicBezTo>
                  <a:pt x="188107" y="1415141"/>
                  <a:pt x="201701" y="1428735"/>
                  <a:pt x="201701" y="1445505"/>
                </a:cubicBezTo>
                <a:cubicBezTo>
                  <a:pt x="201701" y="1462274"/>
                  <a:pt x="188107" y="1475868"/>
                  <a:pt x="171339" y="1475868"/>
                </a:cubicBezTo>
                <a:cubicBezTo>
                  <a:pt x="154611" y="1475868"/>
                  <a:pt x="141018" y="1462274"/>
                  <a:pt x="141018" y="1445505"/>
                </a:cubicBezTo>
                <a:cubicBezTo>
                  <a:pt x="141018" y="1428735"/>
                  <a:pt x="154611" y="1415141"/>
                  <a:pt x="171339" y="1415141"/>
                </a:cubicBezTo>
                <a:close/>
                <a:moveTo>
                  <a:pt x="98831" y="1415141"/>
                </a:moveTo>
                <a:cubicBezTo>
                  <a:pt x="115598" y="1415141"/>
                  <a:pt x="129192" y="1428735"/>
                  <a:pt x="129192" y="1445505"/>
                </a:cubicBezTo>
                <a:cubicBezTo>
                  <a:pt x="129192" y="1462274"/>
                  <a:pt x="115598" y="1475868"/>
                  <a:pt x="98831" y="1475868"/>
                </a:cubicBezTo>
                <a:cubicBezTo>
                  <a:pt x="82060" y="1475868"/>
                  <a:pt x="68467" y="1462274"/>
                  <a:pt x="68467" y="1445505"/>
                </a:cubicBezTo>
                <a:cubicBezTo>
                  <a:pt x="68467" y="1428735"/>
                  <a:pt x="82060" y="1415141"/>
                  <a:pt x="98831" y="1415141"/>
                </a:cubicBezTo>
                <a:close/>
                <a:moveTo>
                  <a:pt x="26277" y="1415141"/>
                </a:moveTo>
                <a:cubicBezTo>
                  <a:pt x="43044" y="1415141"/>
                  <a:pt x="56638" y="1428735"/>
                  <a:pt x="56638" y="1445505"/>
                </a:cubicBezTo>
                <a:cubicBezTo>
                  <a:pt x="56638" y="1462274"/>
                  <a:pt x="43044" y="1475868"/>
                  <a:pt x="26277" y="1475868"/>
                </a:cubicBezTo>
                <a:cubicBezTo>
                  <a:pt x="17892" y="1475868"/>
                  <a:pt x="10301" y="1472470"/>
                  <a:pt x="4807" y="1466975"/>
                </a:cubicBezTo>
                <a:lnTo>
                  <a:pt x="0" y="1455370"/>
                </a:lnTo>
                <a:lnTo>
                  <a:pt x="0" y="1435640"/>
                </a:lnTo>
                <a:lnTo>
                  <a:pt x="4807" y="1424034"/>
                </a:lnTo>
                <a:cubicBezTo>
                  <a:pt x="10301" y="1418540"/>
                  <a:pt x="17892" y="1415141"/>
                  <a:pt x="26277" y="1415141"/>
                </a:cubicBezTo>
                <a:close/>
                <a:moveTo>
                  <a:pt x="1332211" y="1334690"/>
                </a:moveTo>
                <a:cubicBezTo>
                  <a:pt x="1340596" y="1334690"/>
                  <a:pt x="1348186" y="1338088"/>
                  <a:pt x="1353681" y="1343583"/>
                </a:cubicBezTo>
                <a:lnTo>
                  <a:pt x="1356143" y="1349526"/>
                </a:lnTo>
                <a:lnTo>
                  <a:pt x="1331934" y="1381900"/>
                </a:lnTo>
                <a:lnTo>
                  <a:pt x="1321597" y="1393274"/>
                </a:lnTo>
                <a:lnTo>
                  <a:pt x="1320392" y="1393030"/>
                </a:lnTo>
                <a:cubicBezTo>
                  <a:pt x="1309494" y="1388421"/>
                  <a:pt x="1301847" y="1377631"/>
                  <a:pt x="1301847" y="1365053"/>
                </a:cubicBezTo>
                <a:cubicBezTo>
                  <a:pt x="1301847" y="1348284"/>
                  <a:pt x="1315441" y="1334690"/>
                  <a:pt x="1332211" y="1334690"/>
                </a:cubicBezTo>
                <a:close/>
                <a:moveTo>
                  <a:pt x="1259656" y="1334690"/>
                </a:moveTo>
                <a:cubicBezTo>
                  <a:pt x="1276426" y="1334690"/>
                  <a:pt x="1290020" y="1348284"/>
                  <a:pt x="1290020" y="1365053"/>
                </a:cubicBezTo>
                <a:cubicBezTo>
                  <a:pt x="1290020" y="1381823"/>
                  <a:pt x="1276426" y="1395417"/>
                  <a:pt x="1259656" y="1395417"/>
                </a:cubicBezTo>
                <a:cubicBezTo>
                  <a:pt x="1242887" y="1395417"/>
                  <a:pt x="1229293" y="1381823"/>
                  <a:pt x="1229293" y="1365053"/>
                </a:cubicBezTo>
                <a:cubicBezTo>
                  <a:pt x="1229293" y="1348284"/>
                  <a:pt x="1242887" y="1334690"/>
                  <a:pt x="1259656" y="1334690"/>
                </a:cubicBezTo>
                <a:close/>
                <a:moveTo>
                  <a:pt x="1187102" y="1334690"/>
                </a:moveTo>
                <a:cubicBezTo>
                  <a:pt x="1203871" y="1334690"/>
                  <a:pt x="1217465" y="1348284"/>
                  <a:pt x="1217465" y="1365053"/>
                </a:cubicBezTo>
                <a:cubicBezTo>
                  <a:pt x="1217465" y="1381823"/>
                  <a:pt x="1203871" y="1395417"/>
                  <a:pt x="1187102" y="1395417"/>
                </a:cubicBezTo>
                <a:cubicBezTo>
                  <a:pt x="1170332" y="1395417"/>
                  <a:pt x="1156738" y="1381823"/>
                  <a:pt x="1156738" y="1365053"/>
                </a:cubicBezTo>
                <a:cubicBezTo>
                  <a:pt x="1156738" y="1348284"/>
                  <a:pt x="1170332" y="1334690"/>
                  <a:pt x="1187102" y="1334690"/>
                </a:cubicBezTo>
                <a:close/>
                <a:moveTo>
                  <a:pt x="1114547" y="1334690"/>
                </a:moveTo>
                <a:cubicBezTo>
                  <a:pt x="1131317" y="1334690"/>
                  <a:pt x="1144911" y="1348284"/>
                  <a:pt x="1144911" y="1365053"/>
                </a:cubicBezTo>
                <a:cubicBezTo>
                  <a:pt x="1144911" y="1381823"/>
                  <a:pt x="1131317" y="1395417"/>
                  <a:pt x="1114547" y="1395417"/>
                </a:cubicBezTo>
                <a:cubicBezTo>
                  <a:pt x="1097778" y="1395417"/>
                  <a:pt x="1084184" y="1381823"/>
                  <a:pt x="1084184" y="1365053"/>
                </a:cubicBezTo>
                <a:cubicBezTo>
                  <a:pt x="1084184" y="1348284"/>
                  <a:pt x="1097778" y="1334690"/>
                  <a:pt x="1114547" y="1334690"/>
                </a:cubicBezTo>
                <a:close/>
                <a:moveTo>
                  <a:pt x="1041993" y="1334690"/>
                </a:moveTo>
                <a:cubicBezTo>
                  <a:pt x="1058762" y="1334690"/>
                  <a:pt x="1072356" y="1348284"/>
                  <a:pt x="1072356" y="1365053"/>
                </a:cubicBezTo>
                <a:cubicBezTo>
                  <a:pt x="1072356" y="1381823"/>
                  <a:pt x="1058762" y="1395417"/>
                  <a:pt x="1041993" y="1395417"/>
                </a:cubicBezTo>
                <a:cubicBezTo>
                  <a:pt x="1025223" y="1395417"/>
                  <a:pt x="1011629" y="1381823"/>
                  <a:pt x="1011629" y="1365053"/>
                </a:cubicBezTo>
                <a:cubicBezTo>
                  <a:pt x="1011629" y="1348284"/>
                  <a:pt x="1025223" y="1334690"/>
                  <a:pt x="1041993" y="1334690"/>
                </a:cubicBezTo>
                <a:close/>
                <a:moveTo>
                  <a:pt x="969438" y="1334690"/>
                </a:moveTo>
                <a:cubicBezTo>
                  <a:pt x="986208" y="1334690"/>
                  <a:pt x="999801" y="1348284"/>
                  <a:pt x="999801" y="1365053"/>
                </a:cubicBezTo>
                <a:cubicBezTo>
                  <a:pt x="999801" y="1381823"/>
                  <a:pt x="986208" y="1395417"/>
                  <a:pt x="969438" y="1395417"/>
                </a:cubicBezTo>
                <a:cubicBezTo>
                  <a:pt x="952669" y="1395417"/>
                  <a:pt x="939075" y="1381823"/>
                  <a:pt x="939075" y="1365053"/>
                </a:cubicBezTo>
                <a:cubicBezTo>
                  <a:pt x="939075" y="1348284"/>
                  <a:pt x="952669" y="1334690"/>
                  <a:pt x="969438" y="1334690"/>
                </a:cubicBezTo>
                <a:close/>
                <a:moveTo>
                  <a:pt x="896883" y="1334690"/>
                </a:moveTo>
                <a:cubicBezTo>
                  <a:pt x="913653" y="1334690"/>
                  <a:pt x="927247" y="1348284"/>
                  <a:pt x="927247" y="1365053"/>
                </a:cubicBezTo>
                <a:cubicBezTo>
                  <a:pt x="927247" y="1381823"/>
                  <a:pt x="913653" y="1395417"/>
                  <a:pt x="896883" y="1395417"/>
                </a:cubicBezTo>
                <a:cubicBezTo>
                  <a:pt x="880114" y="1395417"/>
                  <a:pt x="866520" y="1381823"/>
                  <a:pt x="866520" y="1365053"/>
                </a:cubicBezTo>
                <a:cubicBezTo>
                  <a:pt x="866520" y="1348284"/>
                  <a:pt x="880114" y="1334690"/>
                  <a:pt x="896883" y="1334690"/>
                </a:cubicBezTo>
                <a:close/>
                <a:moveTo>
                  <a:pt x="824329" y="1334690"/>
                </a:moveTo>
                <a:cubicBezTo>
                  <a:pt x="841098" y="1334690"/>
                  <a:pt x="854692" y="1348284"/>
                  <a:pt x="854692" y="1365053"/>
                </a:cubicBezTo>
                <a:cubicBezTo>
                  <a:pt x="854692" y="1381823"/>
                  <a:pt x="841098" y="1395417"/>
                  <a:pt x="824329" y="1395417"/>
                </a:cubicBezTo>
                <a:cubicBezTo>
                  <a:pt x="807559" y="1395417"/>
                  <a:pt x="793965" y="1381823"/>
                  <a:pt x="793965" y="1365053"/>
                </a:cubicBezTo>
                <a:cubicBezTo>
                  <a:pt x="793965" y="1348284"/>
                  <a:pt x="807559" y="1334690"/>
                  <a:pt x="824329" y="1334690"/>
                </a:cubicBezTo>
                <a:close/>
                <a:moveTo>
                  <a:pt x="751774" y="1334690"/>
                </a:moveTo>
                <a:cubicBezTo>
                  <a:pt x="768544" y="1334690"/>
                  <a:pt x="782138" y="1348284"/>
                  <a:pt x="782138" y="1365053"/>
                </a:cubicBezTo>
                <a:cubicBezTo>
                  <a:pt x="782138" y="1381823"/>
                  <a:pt x="768544" y="1395417"/>
                  <a:pt x="751774" y="1395417"/>
                </a:cubicBezTo>
                <a:cubicBezTo>
                  <a:pt x="735005" y="1395417"/>
                  <a:pt x="721411" y="1381823"/>
                  <a:pt x="721411" y="1365053"/>
                </a:cubicBezTo>
                <a:cubicBezTo>
                  <a:pt x="721411" y="1348284"/>
                  <a:pt x="735005" y="1334690"/>
                  <a:pt x="751774" y="1334690"/>
                </a:cubicBezTo>
                <a:close/>
                <a:moveTo>
                  <a:pt x="679220" y="1334690"/>
                </a:moveTo>
                <a:cubicBezTo>
                  <a:pt x="695989" y="1334690"/>
                  <a:pt x="709583" y="1348284"/>
                  <a:pt x="709583" y="1365053"/>
                </a:cubicBezTo>
                <a:cubicBezTo>
                  <a:pt x="709583" y="1381823"/>
                  <a:pt x="695989" y="1395417"/>
                  <a:pt x="679220" y="1395417"/>
                </a:cubicBezTo>
                <a:cubicBezTo>
                  <a:pt x="662450" y="1395417"/>
                  <a:pt x="648856" y="1381823"/>
                  <a:pt x="648856" y="1365053"/>
                </a:cubicBezTo>
                <a:cubicBezTo>
                  <a:pt x="648856" y="1348284"/>
                  <a:pt x="662450" y="1334690"/>
                  <a:pt x="679220" y="1334690"/>
                </a:cubicBezTo>
                <a:close/>
                <a:moveTo>
                  <a:pt x="606665" y="1334690"/>
                </a:moveTo>
                <a:cubicBezTo>
                  <a:pt x="623435" y="1334690"/>
                  <a:pt x="637029" y="1348284"/>
                  <a:pt x="637029" y="1365053"/>
                </a:cubicBezTo>
                <a:cubicBezTo>
                  <a:pt x="637029" y="1381823"/>
                  <a:pt x="623435" y="1395417"/>
                  <a:pt x="606665" y="1395417"/>
                </a:cubicBezTo>
                <a:cubicBezTo>
                  <a:pt x="589896" y="1395417"/>
                  <a:pt x="576302" y="1381823"/>
                  <a:pt x="576302" y="1365053"/>
                </a:cubicBezTo>
                <a:cubicBezTo>
                  <a:pt x="576302" y="1348284"/>
                  <a:pt x="589896" y="1334690"/>
                  <a:pt x="606665" y="1334690"/>
                </a:cubicBezTo>
                <a:close/>
                <a:moveTo>
                  <a:pt x="534111" y="1334690"/>
                </a:moveTo>
                <a:cubicBezTo>
                  <a:pt x="550880" y="1334690"/>
                  <a:pt x="564474" y="1348284"/>
                  <a:pt x="564474" y="1365053"/>
                </a:cubicBezTo>
                <a:cubicBezTo>
                  <a:pt x="564474" y="1381823"/>
                  <a:pt x="550880" y="1395417"/>
                  <a:pt x="534111" y="1395417"/>
                </a:cubicBezTo>
                <a:cubicBezTo>
                  <a:pt x="517341" y="1395417"/>
                  <a:pt x="503747" y="1381823"/>
                  <a:pt x="503747" y="1365053"/>
                </a:cubicBezTo>
                <a:cubicBezTo>
                  <a:pt x="503747" y="1348284"/>
                  <a:pt x="517341" y="1334690"/>
                  <a:pt x="534111" y="1334690"/>
                </a:cubicBezTo>
                <a:close/>
                <a:moveTo>
                  <a:pt x="461556" y="1334690"/>
                </a:moveTo>
                <a:cubicBezTo>
                  <a:pt x="478326" y="1334690"/>
                  <a:pt x="491920" y="1348284"/>
                  <a:pt x="491920" y="1365053"/>
                </a:cubicBezTo>
                <a:cubicBezTo>
                  <a:pt x="491920" y="1381823"/>
                  <a:pt x="478326" y="1395417"/>
                  <a:pt x="461556" y="1395417"/>
                </a:cubicBezTo>
                <a:cubicBezTo>
                  <a:pt x="444787" y="1395417"/>
                  <a:pt x="431192" y="1381823"/>
                  <a:pt x="431192" y="1365053"/>
                </a:cubicBezTo>
                <a:cubicBezTo>
                  <a:pt x="431192" y="1348284"/>
                  <a:pt x="444787" y="1334690"/>
                  <a:pt x="461556" y="1334690"/>
                </a:cubicBezTo>
                <a:close/>
                <a:moveTo>
                  <a:pt x="389002" y="1334690"/>
                </a:moveTo>
                <a:cubicBezTo>
                  <a:pt x="405771" y="1334690"/>
                  <a:pt x="419365" y="1348284"/>
                  <a:pt x="419365" y="1365053"/>
                </a:cubicBezTo>
                <a:cubicBezTo>
                  <a:pt x="419365" y="1381823"/>
                  <a:pt x="405771" y="1395417"/>
                  <a:pt x="389002" y="1395417"/>
                </a:cubicBezTo>
                <a:cubicBezTo>
                  <a:pt x="372232" y="1395417"/>
                  <a:pt x="358638" y="1381823"/>
                  <a:pt x="358638" y="1365053"/>
                </a:cubicBezTo>
                <a:cubicBezTo>
                  <a:pt x="358638" y="1348284"/>
                  <a:pt x="372232" y="1334690"/>
                  <a:pt x="389002" y="1334690"/>
                </a:cubicBezTo>
                <a:close/>
                <a:moveTo>
                  <a:pt x="316447" y="1334690"/>
                </a:moveTo>
                <a:cubicBezTo>
                  <a:pt x="333216" y="1334690"/>
                  <a:pt x="346810" y="1348284"/>
                  <a:pt x="346810" y="1365053"/>
                </a:cubicBezTo>
                <a:cubicBezTo>
                  <a:pt x="346810" y="1381823"/>
                  <a:pt x="333216" y="1395417"/>
                  <a:pt x="316447" y="1395417"/>
                </a:cubicBezTo>
                <a:cubicBezTo>
                  <a:pt x="299677" y="1395417"/>
                  <a:pt x="286084" y="1381823"/>
                  <a:pt x="286084" y="1365053"/>
                </a:cubicBezTo>
                <a:cubicBezTo>
                  <a:pt x="286084" y="1348284"/>
                  <a:pt x="299677" y="1334690"/>
                  <a:pt x="316447" y="1334690"/>
                </a:cubicBezTo>
                <a:close/>
                <a:moveTo>
                  <a:pt x="243892" y="1334690"/>
                </a:moveTo>
                <a:cubicBezTo>
                  <a:pt x="260662" y="1334690"/>
                  <a:pt x="274256" y="1348284"/>
                  <a:pt x="274256" y="1365053"/>
                </a:cubicBezTo>
                <a:cubicBezTo>
                  <a:pt x="274256" y="1381823"/>
                  <a:pt x="260662" y="1395417"/>
                  <a:pt x="243892" y="1395417"/>
                </a:cubicBezTo>
                <a:cubicBezTo>
                  <a:pt x="227123" y="1395417"/>
                  <a:pt x="213529" y="1381823"/>
                  <a:pt x="213529" y="1365053"/>
                </a:cubicBezTo>
                <a:cubicBezTo>
                  <a:pt x="213529" y="1348284"/>
                  <a:pt x="227123" y="1334690"/>
                  <a:pt x="243892" y="1334690"/>
                </a:cubicBezTo>
                <a:close/>
                <a:moveTo>
                  <a:pt x="171339" y="1334690"/>
                </a:moveTo>
                <a:cubicBezTo>
                  <a:pt x="188107" y="1334690"/>
                  <a:pt x="201701" y="1348284"/>
                  <a:pt x="201701" y="1365053"/>
                </a:cubicBezTo>
                <a:cubicBezTo>
                  <a:pt x="201701" y="1381823"/>
                  <a:pt x="188107" y="1395417"/>
                  <a:pt x="171339" y="1395417"/>
                </a:cubicBezTo>
                <a:cubicBezTo>
                  <a:pt x="154616" y="1395417"/>
                  <a:pt x="141023" y="1381823"/>
                  <a:pt x="141023" y="1365053"/>
                </a:cubicBezTo>
                <a:cubicBezTo>
                  <a:pt x="141023" y="1348284"/>
                  <a:pt x="154616" y="1334690"/>
                  <a:pt x="171339" y="1334690"/>
                </a:cubicBezTo>
                <a:close/>
                <a:moveTo>
                  <a:pt x="98838" y="1334690"/>
                </a:moveTo>
                <a:cubicBezTo>
                  <a:pt x="115605" y="1334690"/>
                  <a:pt x="129198" y="1348284"/>
                  <a:pt x="129198" y="1365053"/>
                </a:cubicBezTo>
                <a:cubicBezTo>
                  <a:pt x="129198" y="1381823"/>
                  <a:pt x="115605" y="1395417"/>
                  <a:pt x="98838" y="1395417"/>
                </a:cubicBezTo>
                <a:cubicBezTo>
                  <a:pt x="82067" y="1395417"/>
                  <a:pt x="68474" y="1381823"/>
                  <a:pt x="68474" y="1365053"/>
                </a:cubicBezTo>
                <a:cubicBezTo>
                  <a:pt x="68474" y="1348284"/>
                  <a:pt x="82067" y="1334690"/>
                  <a:pt x="98838" y="1334690"/>
                </a:cubicBezTo>
                <a:close/>
                <a:moveTo>
                  <a:pt x="26283" y="1334690"/>
                </a:moveTo>
                <a:cubicBezTo>
                  <a:pt x="43051" y="1334690"/>
                  <a:pt x="56645" y="1348284"/>
                  <a:pt x="56645" y="1365053"/>
                </a:cubicBezTo>
                <a:cubicBezTo>
                  <a:pt x="56645" y="1381823"/>
                  <a:pt x="43051" y="1395417"/>
                  <a:pt x="26283" y="1395417"/>
                </a:cubicBezTo>
                <a:cubicBezTo>
                  <a:pt x="17898" y="1395417"/>
                  <a:pt x="10308" y="1392019"/>
                  <a:pt x="4813" y="1386524"/>
                </a:cubicBezTo>
                <a:lnTo>
                  <a:pt x="0" y="1374903"/>
                </a:lnTo>
                <a:lnTo>
                  <a:pt x="0" y="1355203"/>
                </a:lnTo>
                <a:lnTo>
                  <a:pt x="4813" y="1343583"/>
                </a:lnTo>
                <a:cubicBezTo>
                  <a:pt x="10308" y="1338089"/>
                  <a:pt x="17898" y="1334690"/>
                  <a:pt x="26283" y="1334690"/>
                </a:cubicBezTo>
                <a:close/>
                <a:moveTo>
                  <a:pt x="1404765" y="1254238"/>
                </a:moveTo>
                <a:cubicBezTo>
                  <a:pt x="1408957" y="1254238"/>
                  <a:pt x="1412951" y="1255088"/>
                  <a:pt x="1416584" y="1256624"/>
                </a:cubicBezTo>
                <a:lnTo>
                  <a:pt x="1422045" y="1260306"/>
                </a:lnTo>
                <a:lnTo>
                  <a:pt x="1418517" y="1266114"/>
                </a:lnTo>
                <a:lnTo>
                  <a:pt x="1386846" y="1308466"/>
                </a:lnTo>
                <a:lnTo>
                  <a:pt x="1383295" y="1306072"/>
                </a:lnTo>
                <a:cubicBezTo>
                  <a:pt x="1377800" y="1300577"/>
                  <a:pt x="1374402" y="1292986"/>
                  <a:pt x="1374402" y="1284602"/>
                </a:cubicBezTo>
                <a:cubicBezTo>
                  <a:pt x="1374402" y="1267832"/>
                  <a:pt x="1387996" y="1254238"/>
                  <a:pt x="1404765" y="1254238"/>
                </a:cubicBezTo>
                <a:close/>
                <a:moveTo>
                  <a:pt x="1332211" y="1254238"/>
                </a:moveTo>
                <a:cubicBezTo>
                  <a:pt x="1348980" y="1254238"/>
                  <a:pt x="1362574" y="1267832"/>
                  <a:pt x="1362574" y="1284602"/>
                </a:cubicBezTo>
                <a:cubicBezTo>
                  <a:pt x="1362574" y="1301371"/>
                  <a:pt x="1348980" y="1314965"/>
                  <a:pt x="1332211" y="1314965"/>
                </a:cubicBezTo>
                <a:cubicBezTo>
                  <a:pt x="1315441" y="1314965"/>
                  <a:pt x="1301847" y="1301371"/>
                  <a:pt x="1301847" y="1284602"/>
                </a:cubicBezTo>
                <a:cubicBezTo>
                  <a:pt x="1301847" y="1267832"/>
                  <a:pt x="1315441" y="1254238"/>
                  <a:pt x="1332211" y="1254238"/>
                </a:cubicBezTo>
                <a:close/>
                <a:moveTo>
                  <a:pt x="1259656" y="1254238"/>
                </a:moveTo>
                <a:cubicBezTo>
                  <a:pt x="1276426" y="1254238"/>
                  <a:pt x="1290020" y="1267832"/>
                  <a:pt x="1290020" y="1284602"/>
                </a:cubicBezTo>
                <a:cubicBezTo>
                  <a:pt x="1290020" y="1301371"/>
                  <a:pt x="1276426" y="1314965"/>
                  <a:pt x="1259656" y="1314965"/>
                </a:cubicBezTo>
                <a:cubicBezTo>
                  <a:pt x="1242887" y="1314965"/>
                  <a:pt x="1229293" y="1301371"/>
                  <a:pt x="1229293" y="1284602"/>
                </a:cubicBezTo>
                <a:cubicBezTo>
                  <a:pt x="1229293" y="1267832"/>
                  <a:pt x="1242887" y="1254238"/>
                  <a:pt x="1259656" y="1254238"/>
                </a:cubicBezTo>
                <a:close/>
                <a:moveTo>
                  <a:pt x="1187102" y="1254238"/>
                </a:moveTo>
                <a:cubicBezTo>
                  <a:pt x="1203871" y="1254238"/>
                  <a:pt x="1217465" y="1267832"/>
                  <a:pt x="1217465" y="1284602"/>
                </a:cubicBezTo>
                <a:cubicBezTo>
                  <a:pt x="1217465" y="1301371"/>
                  <a:pt x="1203871" y="1314965"/>
                  <a:pt x="1187102" y="1314965"/>
                </a:cubicBezTo>
                <a:cubicBezTo>
                  <a:pt x="1170332" y="1314965"/>
                  <a:pt x="1156738" y="1301371"/>
                  <a:pt x="1156738" y="1284602"/>
                </a:cubicBezTo>
                <a:cubicBezTo>
                  <a:pt x="1156738" y="1267832"/>
                  <a:pt x="1170332" y="1254238"/>
                  <a:pt x="1187102" y="1254238"/>
                </a:cubicBezTo>
                <a:close/>
                <a:moveTo>
                  <a:pt x="1114547" y="1254238"/>
                </a:moveTo>
                <a:cubicBezTo>
                  <a:pt x="1131317" y="1254238"/>
                  <a:pt x="1144911" y="1267832"/>
                  <a:pt x="1144911" y="1284602"/>
                </a:cubicBezTo>
                <a:cubicBezTo>
                  <a:pt x="1144911" y="1301371"/>
                  <a:pt x="1131317" y="1314965"/>
                  <a:pt x="1114547" y="1314965"/>
                </a:cubicBezTo>
                <a:cubicBezTo>
                  <a:pt x="1097778" y="1314965"/>
                  <a:pt x="1084184" y="1301371"/>
                  <a:pt x="1084184" y="1284602"/>
                </a:cubicBezTo>
                <a:cubicBezTo>
                  <a:pt x="1084184" y="1267832"/>
                  <a:pt x="1097778" y="1254238"/>
                  <a:pt x="1114547" y="1254238"/>
                </a:cubicBezTo>
                <a:close/>
                <a:moveTo>
                  <a:pt x="1041993" y="1254238"/>
                </a:moveTo>
                <a:cubicBezTo>
                  <a:pt x="1058762" y="1254238"/>
                  <a:pt x="1072356" y="1267832"/>
                  <a:pt x="1072356" y="1284602"/>
                </a:cubicBezTo>
                <a:cubicBezTo>
                  <a:pt x="1072356" y="1301371"/>
                  <a:pt x="1058762" y="1314965"/>
                  <a:pt x="1041993" y="1314965"/>
                </a:cubicBezTo>
                <a:cubicBezTo>
                  <a:pt x="1025223" y="1314965"/>
                  <a:pt x="1011629" y="1301371"/>
                  <a:pt x="1011629" y="1284602"/>
                </a:cubicBezTo>
                <a:cubicBezTo>
                  <a:pt x="1011629" y="1267832"/>
                  <a:pt x="1025223" y="1254238"/>
                  <a:pt x="1041993" y="1254238"/>
                </a:cubicBezTo>
                <a:close/>
                <a:moveTo>
                  <a:pt x="969438" y="1254238"/>
                </a:moveTo>
                <a:cubicBezTo>
                  <a:pt x="986208" y="1254238"/>
                  <a:pt x="999801" y="1267832"/>
                  <a:pt x="999801" y="1284602"/>
                </a:cubicBezTo>
                <a:cubicBezTo>
                  <a:pt x="999801" y="1301371"/>
                  <a:pt x="986208" y="1314965"/>
                  <a:pt x="969438" y="1314965"/>
                </a:cubicBezTo>
                <a:cubicBezTo>
                  <a:pt x="952669" y="1314965"/>
                  <a:pt x="939075" y="1301371"/>
                  <a:pt x="939075" y="1284602"/>
                </a:cubicBezTo>
                <a:cubicBezTo>
                  <a:pt x="939075" y="1267832"/>
                  <a:pt x="952669" y="1254238"/>
                  <a:pt x="969438" y="1254238"/>
                </a:cubicBezTo>
                <a:close/>
                <a:moveTo>
                  <a:pt x="896883" y="1254238"/>
                </a:moveTo>
                <a:cubicBezTo>
                  <a:pt x="913653" y="1254238"/>
                  <a:pt x="927247" y="1267832"/>
                  <a:pt x="927247" y="1284602"/>
                </a:cubicBezTo>
                <a:cubicBezTo>
                  <a:pt x="927247" y="1301371"/>
                  <a:pt x="913653" y="1314965"/>
                  <a:pt x="896883" y="1314965"/>
                </a:cubicBezTo>
                <a:cubicBezTo>
                  <a:pt x="880114" y="1314965"/>
                  <a:pt x="866520" y="1301371"/>
                  <a:pt x="866520" y="1284602"/>
                </a:cubicBezTo>
                <a:cubicBezTo>
                  <a:pt x="866520" y="1267832"/>
                  <a:pt x="880114" y="1254238"/>
                  <a:pt x="896883" y="1254238"/>
                </a:cubicBezTo>
                <a:close/>
                <a:moveTo>
                  <a:pt x="824329" y="1254238"/>
                </a:moveTo>
                <a:cubicBezTo>
                  <a:pt x="841098" y="1254238"/>
                  <a:pt x="854692" y="1267832"/>
                  <a:pt x="854692" y="1284602"/>
                </a:cubicBezTo>
                <a:cubicBezTo>
                  <a:pt x="854692" y="1301371"/>
                  <a:pt x="841098" y="1314965"/>
                  <a:pt x="824329" y="1314965"/>
                </a:cubicBezTo>
                <a:cubicBezTo>
                  <a:pt x="807559" y="1314965"/>
                  <a:pt x="793965" y="1301371"/>
                  <a:pt x="793965" y="1284602"/>
                </a:cubicBezTo>
                <a:cubicBezTo>
                  <a:pt x="793965" y="1267832"/>
                  <a:pt x="807559" y="1254238"/>
                  <a:pt x="824329" y="1254238"/>
                </a:cubicBezTo>
                <a:close/>
                <a:moveTo>
                  <a:pt x="751774" y="1254238"/>
                </a:moveTo>
                <a:cubicBezTo>
                  <a:pt x="768544" y="1254238"/>
                  <a:pt x="782138" y="1267832"/>
                  <a:pt x="782138" y="1284602"/>
                </a:cubicBezTo>
                <a:cubicBezTo>
                  <a:pt x="782138" y="1301371"/>
                  <a:pt x="768544" y="1314965"/>
                  <a:pt x="751774" y="1314965"/>
                </a:cubicBezTo>
                <a:cubicBezTo>
                  <a:pt x="735005" y="1314965"/>
                  <a:pt x="721411" y="1301371"/>
                  <a:pt x="721411" y="1284602"/>
                </a:cubicBezTo>
                <a:cubicBezTo>
                  <a:pt x="721411" y="1267832"/>
                  <a:pt x="735005" y="1254238"/>
                  <a:pt x="751774" y="1254238"/>
                </a:cubicBezTo>
                <a:close/>
                <a:moveTo>
                  <a:pt x="679220" y="1254238"/>
                </a:moveTo>
                <a:cubicBezTo>
                  <a:pt x="695989" y="1254238"/>
                  <a:pt x="709583" y="1267832"/>
                  <a:pt x="709583" y="1284602"/>
                </a:cubicBezTo>
                <a:cubicBezTo>
                  <a:pt x="709583" y="1301371"/>
                  <a:pt x="695989" y="1314965"/>
                  <a:pt x="679220" y="1314965"/>
                </a:cubicBezTo>
                <a:cubicBezTo>
                  <a:pt x="662450" y="1314965"/>
                  <a:pt x="648856" y="1301371"/>
                  <a:pt x="648856" y="1284602"/>
                </a:cubicBezTo>
                <a:cubicBezTo>
                  <a:pt x="648856" y="1267832"/>
                  <a:pt x="662450" y="1254238"/>
                  <a:pt x="679220" y="1254238"/>
                </a:cubicBezTo>
                <a:close/>
                <a:moveTo>
                  <a:pt x="606665" y="1254238"/>
                </a:moveTo>
                <a:cubicBezTo>
                  <a:pt x="623435" y="1254238"/>
                  <a:pt x="637029" y="1267832"/>
                  <a:pt x="637029" y="1284602"/>
                </a:cubicBezTo>
                <a:cubicBezTo>
                  <a:pt x="637029" y="1301371"/>
                  <a:pt x="623435" y="1314965"/>
                  <a:pt x="606665" y="1314965"/>
                </a:cubicBezTo>
                <a:cubicBezTo>
                  <a:pt x="589896" y="1314965"/>
                  <a:pt x="576302" y="1301371"/>
                  <a:pt x="576302" y="1284602"/>
                </a:cubicBezTo>
                <a:cubicBezTo>
                  <a:pt x="576302" y="1267832"/>
                  <a:pt x="589896" y="1254238"/>
                  <a:pt x="606665" y="1254238"/>
                </a:cubicBezTo>
                <a:close/>
                <a:moveTo>
                  <a:pt x="534111" y="1254238"/>
                </a:moveTo>
                <a:cubicBezTo>
                  <a:pt x="550880" y="1254238"/>
                  <a:pt x="564474" y="1267832"/>
                  <a:pt x="564474" y="1284602"/>
                </a:cubicBezTo>
                <a:cubicBezTo>
                  <a:pt x="564474" y="1301371"/>
                  <a:pt x="550880" y="1314965"/>
                  <a:pt x="534111" y="1314965"/>
                </a:cubicBezTo>
                <a:cubicBezTo>
                  <a:pt x="517341" y="1314965"/>
                  <a:pt x="503747" y="1301371"/>
                  <a:pt x="503747" y="1284602"/>
                </a:cubicBezTo>
                <a:cubicBezTo>
                  <a:pt x="503747" y="1267832"/>
                  <a:pt x="517341" y="1254238"/>
                  <a:pt x="534111" y="1254238"/>
                </a:cubicBezTo>
                <a:close/>
                <a:moveTo>
                  <a:pt x="461556" y="1254238"/>
                </a:moveTo>
                <a:cubicBezTo>
                  <a:pt x="478326" y="1254238"/>
                  <a:pt x="491920" y="1267832"/>
                  <a:pt x="491920" y="1284602"/>
                </a:cubicBezTo>
                <a:cubicBezTo>
                  <a:pt x="491920" y="1301371"/>
                  <a:pt x="478326" y="1314965"/>
                  <a:pt x="461556" y="1314965"/>
                </a:cubicBezTo>
                <a:cubicBezTo>
                  <a:pt x="444787" y="1314965"/>
                  <a:pt x="431192" y="1301371"/>
                  <a:pt x="431192" y="1284602"/>
                </a:cubicBezTo>
                <a:cubicBezTo>
                  <a:pt x="431192" y="1267832"/>
                  <a:pt x="444787" y="1254238"/>
                  <a:pt x="461556" y="1254238"/>
                </a:cubicBezTo>
                <a:close/>
                <a:moveTo>
                  <a:pt x="389002" y="1254238"/>
                </a:moveTo>
                <a:cubicBezTo>
                  <a:pt x="405771" y="1254238"/>
                  <a:pt x="419365" y="1267832"/>
                  <a:pt x="419365" y="1284602"/>
                </a:cubicBezTo>
                <a:cubicBezTo>
                  <a:pt x="419365" y="1301371"/>
                  <a:pt x="405771" y="1314965"/>
                  <a:pt x="389002" y="1314965"/>
                </a:cubicBezTo>
                <a:cubicBezTo>
                  <a:pt x="372232" y="1314965"/>
                  <a:pt x="358638" y="1301371"/>
                  <a:pt x="358638" y="1284602"/>
                </a:cubicBezTo>
                <a:cubicBezTo>
                  <a:pt x="358638" y="1267832"/>
                  <a:pt x="372232" y="1254238"/>
                  <a:pt x="389002" y="1254238"/>
                </a:cubicBezTo>
                <a:close/>
                <a:moveTo>
                  <a:pt x="316447" y="1254238"/>
                </a:moveTo>
                <a:cubicBezTo>
                  <a:pt x="333216" y="1254238"/>
                  <a:pt x="346810" y="1267832"/>
                  <a:pt x="346810" y="1284602"/>
                </a:cubicBezTo>
                <a:cubicBezTo>
                  <a:pt x="346810" y="1301371"/>
                  <a:pt x="333216" y="1314965"/>
                  <a:pt x="316447" y="1314965"/>
                </a:cubicBezTo>
                <a:cubicBezTo>
                  <a:pt x="299677" y="1314965"/>
                  <a:pt x="286084" y="1301371"/>
                  <a:pt x="286084" y="1284602"/>
                </a:cubicBezTo>
                <a:cubicBezTo>
                  <a:pt x="286084" y="1267832"/>
                  <a:pt x="299677" y="1254238"/>
                  <a:pt x="316447" y="1254238"/>
                </a:cubicBezTo>
                <a:close/>
                <a:moveTo>
                  <a:pt x="243892" y="1254238"/>
                </a:moveTo>
                <a:cubicBezTo>
                  <a:pt x="260662" y="1254238"/>
                  <a:pt x="274256" y="1267832"/>
                  <a:pt x="274256" y="1284602"/>
                </a:cubicBezTo>
                <a:cubicBezTo>
                  <a:pt x="274256" y="1301371"/>
                  <a:pt x="260662" y="1314965"/>
                  <a:pt x="243892" y="1314965"/>
                </a:cubicBezTo>
                <a:cubicBezTo>
                  <a:pt x="227123" y="1314965"/>
                  <a:pt x="213529" y="1301371"/>
                  <a:pt x="213529" y="1284602"/>
                </a:cubicBezTo>
                <a:cubicBezTo>
                  <a:pt x="213529" y="1267832"/>
                  <a:pt x="227123" y="1254238"/>
                  <a:pt x="243892" y="1254238"/>
                </a:cubicBezTo>
                <a:close/>
                <a:moveTo>
                  <a:pt x="171339" y="1254238"/>
                </a:moveTo>
                <a:cubicBezTo>
                  <a:pt x="188107" y="1254238"/>
                  <a:pt x="201701" y="1267832"/>
                  <a:pt x="201701" y="1284602"/>
                </a:cubicBezTo>
                <a:cubicBezTo>
                  <a:pt x="201701" y="1301371"/>
                  <a:pt x="188107" y="1314965"/>
                  <a:pt x="171339" y="1314965"/>
                </a:cubicBezTo>
                <a:cubicBezTo>
                  <a:pt x="154622" y="1314965"/>
                  <a:pt x="141029" y="1301371"/>
                  <a:pt x="141029" y="1284602"/>
                </a:cubicBezTo>
                <a:cubicBezTo>
                  <a:pt x="141029" y="1267832"/>
                  <a:pt x="154622" y="1254238"/>
                  <a:pt x="171339" y="1254238"/>
                </a:cubicBezTo>
                <a:close/>
                <a:moveTo>
                  <a:pt x="98845" y="1254238"/>
                </a:moveTo>
                <a:cubicBezTo>
                  <a:pt x="115610" y="1254238"/>
                  <a:pt x="129204" y="1267832"/>
                  <a:pt x="129204" y="1284602"/>
                </a:cubicBezTo>
                <a:cubicBezTo>
                  <a:pt x="129204" y="1301371"/>
                  <a:pt x="115610" y="1314965"/>
                  <a:pt x="98845" y="1314965"/>
                </a:cubicBezTo>
                <a:cubicBezTo>
                  <a:pt x="82074" y="1314965"/>
                  <a:pt x="68480" y="1301371"/>
                  <a:pt x="68480" y="1284602"/>
                </a:cubicBezTo>
                <a:cubicBezTo>
                  <a:pt x="68480" y="1267832"/>
                  <a:pt x="82074" y="1254238"/>
                  <a:pt x="98845" y="1254238"/>
                </a:cubicBezTo>
                <a:close/>
                <a:moveTo>
                  <a:pt x="26290" y="1254238"/>
                </a:moveTo>
                <a:cubicBezTo>
                  <a:pt x="43057" y="1254238"/>
                  <a:pt x="56651" y="1267832"/>
                  <a:pt x="56651" y="1284602"/>
                </a:cubicBezTo>
                <a:cubicBezTo>
                  <a:pt x="56651" y="1301371"/>
                  <a:pt x="43057" y="1314965"/>
                  <a:pt x="26290" y="1314965"/>
                </a:cubicBezTo>
                <a:cubicBezTo>
                  <a:pt x="17905" y="1314965"/>
                  <a:pt x="10314" y="1311567"/>
                  <a:pt x="4819" y="1306072"/>
                </a:cubicBezTo>
                <a:lnTo>
                  <a:pt x="0" y="1294437"/>
                </a:lnTo>
                <a:lnTo>
                  <a:pt x="0" y="1274766"/>
                </a:lnTo>
                <a:lnTo>
                  <a:pt x="4819" y="1263131"/>
                </a:lnTo>
                <a:cubicBezTo>
                  <a:pt x="10314" y="1257637"/>
                  <a:pt x="17905" y="1254238"/>
                  <a:pt x="26290" y="1254238"/>
                </a:cubicBezTo>
                <a:close/>
                <a:moveTo>
                  <a:pt x="1474228" y="1174410"/>
                </a:moveTo>
                <a:lnTo>
                  <a:pt x="1450688" y="1213159"/>
                </a:lnTo>
                <a:lnTo>
                  <a:pt x="1446956" y="1204150"/>
                </a:lnTo>
                <a:cubicBezTo>
                  <a:pt x="1446956" y="1191573"/>
                  <a:pt x="1454603" y="1180782"/>
                  <a:pt x="1465501" y="1176173"/>
                </a:cubicBezTo>
                <a:close/>
                <a:moveTo>
                  <a:pt x="1404765" y="1173786"/>
                </a:moveTo>
                <a:cubicBezTo>
                  <a:pt x="1421535" y="1173786"/>
                  <a:pt x="1435129" y="1187380"/>
                  <a:pt x="1435129" y="1204150"/>
                </a:cubicBezTo>
                <a:cubicBezTo>
                  <a:pt x="1435129" y="1220919"/>
                  <a:pt x="1421535" y="1234513"/>
                  <a:pt x="1404765" y="1234513"/>
                </a:cubicBezTo>
                <a:cubicBezTo>
                  <a:pt x="1387996" y="1234513"/>
                  <a:pt x="1374402" y="1220919"/>
                  <a:pt x="1374402" y="1204150"/>
                </a:cubicBezTo>
                <a:cubicBezTo>
                  <a:pt x="1374402" y="1187380"/>
                  <a:pt x="1387996" y="1173786"/>
                  <a:pt x="1404765" y="1173786"/>
                </a:cubicBezTo>
                <a:close/>
                <a:moveTo>
                  <a:pt x="1332211" y="1173786"/>
                </a:moveTo>
                <a:cubicBezTo>
                  <a:pt x="1348980" y="1173786"/>
                  <a:pt x="1362574" y="1187380"/>
                  <a:pt x="1362574" y="1204150"/>
                </a:cubicBezTo>
                <a:cubicBezTo>
                  <a:pt x="1362574" y="1220919"/>
                  <a:pt x="1348980" y="1234513"/>
                  <a:pt x="1332211" y="1234513"/>
                </a:cubicBezTo>
                <a:cubicBezTo>
                  <a:pt x="1315441" y="1234513"/>
                  <a:pt x="1301847" y="1220919"/>
                  <a:pt x="1301847" y="1204150"/>
                </a:cubicBezTo>
                <a:cubicBezTo>
                  <a:pt x="1301847" y="1187380"/>
                  <a:pt x="1315441" y="1173786"/>
                  <a:pt x="1332211" y="1173786"/>
                </a:cubicBezTo>
                <a:close/>
                <a:moveTo>
                  <a:pt x="1259656" y="1173786"/>
                </a:moveTo>
                <a:cubicBezTo>
                  <a:pt x="1276426" y="1173786"/>
                  <a:pt x="1290020" y="1187380"/>
                  <a:pt x="1290020" y="1204150"/>
                </a:cubicBezTo>
                <a:cubicBezTo>
                  <a:pt x="1290020" y="1220919"/>
                  <a:pt x="1276426" y="1234513"/>
                  <a:pt x="1259656" y="1234513"/>
                </a:cubicBezTo>
                <a:cubicBezTo>
                  <a:pt x="1242887" y="1234513"/>
                  <a:pt x="1229293" y="1220919"/>
                  <a:pt x="1229293" y="1204150"/>
                </a:cubicBezTo>
                <a:cubicBezTo>
                  <a:pt x="1229293" y="1187380"/>
                  <a:pt x="1242887" y="1173786"/>
                  <a:pt x="1259656" y="1173786"/>
                </a:cubicBezTo>
                <a:close/>
                <a:moveTo>
                  <a:pt x="1187102" y="1173786"/>
                </a:moveTo>
                <a:cubicBezTo>
                  <a:pt x="1203871" y="1173786"/>
                  <a:pt x="1217465" y="1187380"/>
                  <a:pt x="1217465" y="1204150"/>
                </a:cubicBezTo>
                <a:cubicBezTo>
                  <a:pt x="1217465" y="1220919"/>
                  <a:pt x="1203871" y="1234513"/>
                  <a:pt x="1187102" y="1234513"/>
                </a:cubicBezTo>
                <a:cubicBezTo>
                  <a:pt x="1170332" y="1234513"/>
                  <a:pt x="1156738" y="1220919"/>
                  <a:pt x="1156738" y="1204150"/>
                </a:cubicBezTo>
                <a:cubicBezTo>
                  <a:pt x="1156738" y="1187380"/>
                  <a:pt x="1170332" y="1173786"/>
                  <a:pt x="1187102" y="1173786"/>
                </a:cubicBezTo>
                <a:close/>
                <a:moveTo>
                  <a:pt x="1114547" y="1173786"/>
                </a:moveTo>
                <a:cubicBezTo>
                  <a:pt x="1131317" y="1173786"/>
                  <a:pt x="1144911" y="1187380"/>
                  <a:pt x="1144911" y="1204150"/>
                </a:cubicBezTo>
                <a:cubicBezTo>
                  <a:pt x="1144911" y="1220919"/>
                  <a:pt x="1131317" y="1234513"/>
                  <a:pt x="1114547" y="1234513"/>
                </a:cubicBezTo>
                <a:cubicBezTo>
                  <a:pt x="1097778" y="1234513"/>
                  <a:pt x="1084184" y="1220919"/>
                  <a:pt x="1084184" y="1204150"/>
                </a:cubicBezTo>
                <a:cubicBezTo>
                  <a:pt x="1084184" y="1187380"/>
                  <a:pt x="1097778" y="1173786"/>
                  <a:pt x="1114547" y="1173786"/>
                </a:cubicBezTo>
                <a:close/>
                <a:moveTo>
                  <a:pt x="1041993" y="1173786"/>
                </a:moveTo>
                <a:cubicBezTo>
                  <a:pt x="1058762" y="1173786"/>
                  <a:pt x="1072356" y="1187380"/>
                  <a:pt x="1072356" y="1204150"/>
                </a:cubicBezTo>
                <a:cubicBezTo>
                  <a:pt x="1072356" y="1220919"/>
                  <a:pt x="1058762" y="1234513"/>
                  <a:pt x="1041993" y="1234513"/>
                </a:cubicBezTo>
                <a:cubicBezTo>
                  <a:pt x="1025223" y="1234513"/>
                  <a:pt x="1011629" y="1220919"/>
                  <a:pt x="1011629" y="1204150"/>
                </a:cubicBezTo>
                <a:cubicBezTo>
                  <a:pt x="1011629" y="1187380"/>
                  <a:pt x="1025223" y="1173786"/>
                  <a:pt x="1041993" y="1173786"/>
                </a:cubicBezTo>
                <a:close/>
                <a:moveTo>
                  <a:pt x="969438" y="1173786"/>
                </a:moveTo>
                <a:cubicBezTo>
                  <a:pt x="986208" y="1173786"/>
                  <a:pt x="999801" y="1187380"/>
                  <a:pt x="999801" y="1204150"/>
                </a:cubicBezTo>
                <a:cubicBezTo>
                  <a:pt x="999801" y="1220919"/>
                  <a:pt x="986208" y="1234513"/>
                  <a:pt x="969438" y="1234513"/>
                </a:cubicBezTo>
                <a:cubicBezTo>
                  <a:pt x="952669" y="1234513"/>
                  <a:pt x="939075" y="1220919"/>
                  <a:pt x="939075" y="1204150"/>
                </a:cubicBezTo>
                <a:cubicBezTo>
                  <a:pt x="939075" y="1187380"/>
                  <a:pt x="952669" y="1173786"/>
                  <a:pt x="969438" y="1173786"/>
                </a:cubicBezTo>
                <a:close/>
                <a:moveTo>
                  <a:pt x="896883" y="1173786"/>
                </a:moveTo>
                <a:cubicBezTo>
                  <a:pt x="913653" y="1173786"/>
                  <a:pt x="927247" y="1187380"/>
                  <a:pt x="927247" y="1204150"/>
                </a:cubicBezTo>
                <a:cubicBezTo>
                  <a:pt x="927247" y="1220919"/>
                  <a:pt x="913653" y="1234513"/>
                  <a:pt x="896883" y="1234513"/>
                </a:cubicBezTo>
                <a:cubicBezTo>
                  <a:pt x="880114" y="1234513"/>
                  <a:pt x="866520" y="1220919"/>
                  <a:pt x="866520" y="1204150"/>
                </a:cubicBezTo>
                <a:cubicBezTo>
                  <a:pt x="866520" y="1187380"/>
                  <a:pt x="880114" y="1173786"/>
                  <a:pt x="896883" y="1173786"/>
                </a:cubicBezTo>
                <a:close/>
                <a:moveTo>
                  <a:pt x="824329" y="1173786"/>
                </a:moveTo>
                <a:cubicBezTo>
                  <a:pt x="841098" y="1173786"/>
                  <a:pt x="854692" y="1187380"/>
                  <a:pt x="854692" y="1204150"/>
                </a:cubicBezTo>
                <a:cubicBezTo>
                  <a:pt x="854692" y="1220919"/>
                  <a:pt x="841098" y="1234513"/>
                  <a:pt x="824329" y="1234513"/>
                </a:cubicBezTo>
                <a:cubicBezTo>
                  <a:pt x="807559" y="1234513"/>
                  <a:pt x="793965" y="1220919"/>
                  <a:pt x="793965" y="1204150"/>
                </a:cubicBezTo>
                <a:cubicBezTo>
                  <a:pt x="793965" y="1187380"/>
                  <a:pt x="807559" y="1173786"/>
                  <a:pt x="824329" y="1173786"/>
                </a:cubicBezTo>
                <a:close/>
                <a:moveTo>
                  <a:pt x="751774" y="1173786"/>
                </a:moveTo>
                <a:cubicBezTo>
                  <a:pt x="768544" y="1173786"/>
                  <a:pt x="782138" y="1187380"/>
                  <a:pt x="782138" y="1204150"/>
                </a:cubicBezTo>
                <a:cubicBezTo>
                  <a:pt x="782138" y="1220919"/>
                  <a:pt x="768544" y="1234513"/>
                  <a:pt x="751774" y="1234513"/>
                </a:cubicBezTo>
                <a:cubicBezTo>
                  <a:pt x="735005" y="1234513"/>
                  <a:pt x="721411" y="1220919"/>
                  <a:pt x="721411" y="1204150"/>
                </a:cubicBezTo>
                <a:cubicBezTo>
                  <a:pt x="721411" y="1187380"/>
                  <a:pt x="735005" y="1173786"/>
                  <a:pt x="751774" y="1173786"/>
                </a:cubicBezTo>
                <a:close/>
                <a:moveTo>
                  <a:pt x="679220" y="1173786"/>
                </a:moveTo>
                <a:cubicBezTo>
                  <a:pt x="695989" y="1173786"/>
                  <a:pt x="709583" y="1187380"/>
                  <a:pt x="709583" y="1204150"/>
                </a:cubicBezTo>
                <a:cubicBezTo>
                  <a:pt x="709583" y="1220919"/>
                  <a:pt x="695989" y="1234513"/>
                  <a:pt x="679220" y="1234513"/>
                </a:cubicBezTo>
                <a:cubicBezTo>
                  <a:pt x="662450" y="1234513"/>
                  <a:pt x="648856" y="1220919"/>
                  <a:pt x="648856" y="1204150"/>
                </a:cubicBezTo>
                <a:cubicBezTo>
                  <a:pt x="648856" y="1187380"/>
                  <a:pt x="662450" y="1173786"/>
                  <a:pt x="679220" y="1173786"/>
                </a:cubicBezTo>
                <a:close/>
                <a:moveTo>
                  <a:pt x="606665" y="1173786"/>
                </a:moveTo>
                <a:cubicBezTo>
                  <a:pt x="623435" y="1173786"/>
                  <a:pt x="637029" y="1187380"/>
                  <a:pt x="637029" y="1204150"/>
                </a:cubicBezTo>
                <a:cubicBezTo>
                  <a:pt x="637029" y="1220919"/>
                  <a:pt x="623435" y="1234513"/>
                  <a:pt x="606665" y="1234513"/>
                </a:cubicBezTo>
                <a:cubicBezTo>
                  <a:pt x="589896" y="1234513"/>
                  <a:pt x="576302" y="1220919"/>
                  <a:pt x="576302" y="1204150"/>
                </a:cubicBezTo>
                <a:cubicBezTo>
                  <a:pt x="576302" y="1187380"/>
                  <a:pt x="589896" y="1173786"/>
                  <a:pt x="606665" y="1173786"/>
                </a:cubicBezTo>
                <a:close/>
                <a:moveTo>
                  <a:pt x="534111" y="1173786"/>
                </a:moveTo>
                <a:cubicBezTo>
                  <a:pt x="550880" y="1173786"/>
                  <a:pt x="564474" y="1187380"/>
                  <a:pt x="564474" y="1204150"/>
                </a:cubicBezTo>
                <a:cubicBezTo>
                  <a:pt x="564474" y="1220919"/>
                  <a:pt x="550880" y="1234513"/>
                  <a:pt x="534111" y="1234513"/>
                </a:cubicBezTo>
                <a:cubicBezTo>
                  <a:pt x="517341" y="1234513"/>
                  <a:pt x="503747" y="1220919"/>
                  <a:pt x="503747" y="1204150"/>
                </a:cubicBezTo>
                <a:cubicBezTo>
                  <a:pt x="503747" y="1187380"/>
                  <a:pt x="517341" y="1173786"/>
                  <a:pt x="534111" y="1173786"/>
                </a:cubicBezTo>
                <a:close/>
                <a:moveTo>
                  <a:pt x="461556" y="1173786"/>
                </a:moveTo>
                <a:cubicBezTo>
                  <a:pt x="478326" y="1173786"/>
                  <a:pt x="491920" y="1187380"/>
                  <a:pt x="491920" y="1204150"/>
                </a:cubicBezTo>
                <a:cubicBezTo>
                  <a:pt x="491920" y="1220919"/>
                  <a:pt x="478326" y="1234513"/>
                  <a:pt x="461556" y="1234513"/>
                </a:cubicBezTo>
                <a:cubicBezTo>
                  <a:pt x="444787" y="1234513"/>
                  <a:pt x="431192" y="1220919"/>
                  <a:pt x="431192" y="1204150"/>
                </a:cubicBezTo>
                <a:cubicBezTo>
                  <a:pt x="431192" y="1187380"/>
                  <a:pt x="444787" y="1173786"/>
                  <a:pt x="461556" y="1173786"/>
                </a:cubicBezTo>
                <a:close/>
                <a:moveTo>
                  <a:pt x="389002" y="1173786"/>
                </a:moveTo>
                <a:cubicBezTo>
                  <a:pt x="405771" y="1173786"/>
                  <a:pt x="419365" y="1187380"/>
                  <a:pt x="419365" y="1204150"/>
                </a:cubicBezTo>
                <a:cubicBezTo>
                  <a:pt x="419365" y="1220919"/>
                  <a:pt x="405771" y="1234513"/>
                  <a:pt x="389002" y="1234513"/>
                </a:cubicBezTo>
                <a:cubicBezTo>
                  <a:pt x="372232" y="1234513"/>
                  <a:pt x="358638" y="1220919"/>
                  <a:pt x="358638" y="1204150"/>
                </a:cubicBezTo>
                <a:cubicBezTo>
                  <a:pt x="358638" y="1187380"/>
                  <a:pt x="372232" y="1173786"/>
                  <a:pt x="389002" y="1173786"/>
                </a:cubicBezTo>
                <a:close/>
                <a:moveTo>
                  <a:pt x="316447" y="1173786"/>
                </a:moveTo>
                <a:cubicBezTo>
                  <a:pt x="333216" y="1173786"/>
                  <a:pt x="346810" y="1187380"/>
                  <a:pt x="346810" y="1204150"/>
                </a:cubicBezTo>
                <a:cubicBezTo>
                  <a:pt x="346810" y="1220919"/>
                  <a:pt x="333216" y="1234513"/>
                  <a:pt x="316447" y="1234513"/>
                </a:cubicBezTo>
                <a:cubicBezTo>
                  <a:pt x="299677" y="1234513"/>
                  <a:pt x="286084" y="1220919"/>
                  <a:pt x="286084" y="1204150"/>
                </a:cubicBezTo>
                <a:cubicBezTo>
                  <a:pt x="286084" y="1187380"/>
                  <a:pt x="299677" y="1173786"/>
                  <a:pt x="316447" y="1173786"/>
                </a:cubicBezTo>
                <a:close/>
                <a:moveTo>
                  <a:pt x="243892" y="1173786"/>
                </a:moveTo>
                <a:cubicBezTo>
                  <a:pt x="260662" y="1173786"/>
                  <a:pt x="274256" y="1187380"/>
                  <a:pt x="274256" y="1204150"/>
                </a:cubicBezTo>
                <a:cubicBezTo>
                  <a:pt x="274256" y="1220919"/>
                  <a:pt x="260662" y="1234513"/>
                  <a:pt x="243892" y="1234513"/>
                </a:cubicBezTo>
                <a:cubicBezTo>
                  <a:pt x="227123" y="1234513"/>
                  <a:pt x="213529" y="1220919"/>
                  <a:pt x="213529" y="1204150"/>
                </a:cubicBezTo>
                <a:cubicBezTo>
                  <a:pt x="213529" y="1187380"/>
                  <a:pt x="227123" y="1173786"/>
                  <a:pt x="243892" y="1173786"/>
                </a:cubicBezTo>
                <a:close/>
                <a:moveTo>
                  <a:pt x="171339" y="1173786"/>
                </a:moveTo>
                <a:cubicBezTo>
                  <a:pt x="188107" y="1173786"/>
                  <a:pt x="201701" y="1187380"/>
                  <a:pt x="201701" y="1204150"/>
                </a:cubicBezTo>
                <a:cubicBezTo>
                  <a:pt x="201701" y="1220919"/>
                  <a:pt x="188107" y="1234513"/>
                  <a:pt x="171339" y="1234513"/>
                </a:cubicBezTo>
                <a:cubicBezTo>
                  <a:pt x="154627" y="1234513"/>
                  <a:pt x="141034" y="1220919"/>
                  <a:pt x="141034" y="1204150"/>
                </a:cubicBezTo>
                <a:cubicBezTo>
                  <a:pt x="141034" y="1187380"/>
                  <a:pt x="154627" y="1173786"/>
                  <a:pt x="171339" y="1173786"/>
                </a:cubicBezTo>
                <a:close/>
                <a:moveTo>
                  <a:pt x="98852" y="1173786"/>
                </a:moveTo>
                <a:cubicBezTo>
                  <a:pt x="115616" y="1173786"/>
                  <a:pt x="129210" y="1187380"/>
                  <a:pt x="129210" y="1204150"/>
                </a:cubicBezTo>
                <a:cubicBezTo>
                  <a:pt x="129210" y="1220919"/>
                  <a:pt x="115616" y="1234513"/>
                  <a:pt x="98852" y="1234513"/>
                </a:cubicBezTo>
                <a:cubicBezTo>
                  <a:pt x="82080" y="1234513"/>
                  <a:pt x="68486" y="1220919"/>
                  <a:pt x="68486" y="1204150"/>
                </a:cubicBezTo>
                <a:cubicBezTo>
                  <a:pt x="68486" y="1187380"/>
                  <a:pt x="82080" y="1173786"/>
                  <a:pt x="98852" y="1173786"/>
                </a:cubicBezTo>
                <a:close/>
                <a:moveTo>
                  <a:pt x="26297" y="1173786"/>
                </a:moveTo>
                <a:cubicBezTo>
                  <a:pt x="43063" y="1173786"/>
                  <a:pt x="56658" y="1187380"/>
                  <a:pt x="56658" y="1204150"/>
                </a:cubicBezTo>
                <a:cubicBezTo>
                  <a:pt x="56658" y="1220919"/>
                  <a:pt x="43063" y="1234513"/>
                  <a:pt x="26297" y="1234513"/>
                </a:cubicBezTo>
                <a:cubicBezTo>
                  <a:pt x="17912" y="1234513"/>
                  <a:pt x="10321" y="1231115"/>
                  <a:pt x="4826" y="1225620"/>
                </a:cubicBezTo>
                <a:lnTo>
                  <a:pt x="0" y="1213970"/>
                </a:lnTo>
                <a:lnTo>
                  <a:pt x="0" y="1194329"/>
                </a:lnTo>
                <a:lnTo>
                  <a:pt x="4826" y="1182679"/>
                </a:lnTo>
                <a:cubicBezTo>
                  <a:pt x="10321" y="1177185"/>
                  <a:pt x="17912" y="1173786"/>
                  <a:pt x="26297" y="1173786"/>
                </a:cubicBezTo>
                <a:close/>
                <a:moveTo>
                  <a:pt x="1477320" y="1093335"/>
                </a:moveTo>
                <a:cubicBezTo>
                  <a:pt x="1485705" y="1093335"/>
                  <a:pt x="1493295" y="1096733"/>
                  <a:pt x="1498790" y="1102228"/>
                </a:cubicBezTo>
                <a:lnTo>
                  <a:pt x="1505389" y="1118160"/>
                </a:lnTo>
                <a:lnTo>
                  <a:pt x="1493855" y="1142105"/>
                </a:lnTo>
                <a:lnTo>
                  <a:pt x="1487887" y="1151929"/>
                </a:lnTo>
                <a:lnTo>
                  <a:pt x="1477320" y="1154062"/>
                </a:lnTo>
                <a:cubicBezTo>
                  <a:pt x="1460550" y="1154062"/>
                  <a:pt x="1446956" y="1140468"/>
                  <a:pt x="1446956" y="1123698"/>
                </a:cubicBezTo>
                <a:cubicBezTo>
                  <a:pt x="1446956" y="1106929"/>
                  <a:pt x="1460550" y="1093335"/>
                  <a:pt x="1477320" y="1093335"/>
                </a:cubicBezTo>
                <a:close/>
                <a:moveTo>
                  <a:pt x="1404765" y="1093335"/>
                </a:moveTo>
                <a:cubicBezTo>
                  <a:pt x="1421535" y="1093335"/>
                  <a:pt x="1435129" y="1106929"/>
                  <a:pt x="1435129" y="1123698"/>
                </a:cubicBezTo>
                <a:cubicBezTo>
                  <a:pt x="1435129" y="1140468"/>
                  <a:pt x="1421535" y="1154062"/>
                  <a:pt x="1404765" y="1154062"/>
                </a:cubicBezTo>
                <a:cubicBezTo>
                  <a:pt x="1387996" y="1154062"/>
                  <a:pt x="1374402" y="1140468"/>
                  <a:pt x="1374402" y="1123698"/>
                </a:cubicBezTo>
                <a:cubicBezTo>
                  <a:pt x="1374402" y="1106929"/>
                  <a:pt x="1387996" y="1093335"/>
                  <a:pt x="1404765" y="1093335"/>
                </a:cubicBezTo>
                <a:close/>
                <a:moveTo>
                  <a:pt x="1332211" y="1093335"/>
                </a:moveTo>
                <a:cubicBezTo>
                  <a:pt x="1348980" y="1093335"/>
                  <a:pt x="1362574" y="1106929"/>
                  <a:pt x="1362574" y="1123698"/>
                </a:cubicBezTo>
                <a:cubicBezTo>
                  <a:pt x="1362574" y="1140468"/>
                  <a:pt x="1348980" y="1154062"/>
                  <a:pt x="1332211" y="1154062"/>
                </a:cubicBezTo>
                <a:cubicBezTo>
                  <a:pt x="1315441" y="1154062"/>
                  <a:pt x="1301847" y="1140468"/>
                  <a:pt x="1301847" y="1123698"/>
                </a:cubicBezTo>
                <a:cubicBezTo>
                  <a:pt x="1301847" y="1106929"/>
                  <a:pt x="1315441" y="1093335"/>
                  <a:pt x="1332211" y="1093335"/>
                </a:cubicBezTo>
                <a:close/>
                <a:moveTo>
                  <a:pt x="1259656" y="1093335"/>
                </a:moveTo>
                <a:cubicBezTo>
                  <a:pt x="1276426" y="1093335"/>
                  <a:pt x="1290020" y="1106929"/>
                  <a:pt x="1290020" y="1123698"/>
                </a:cubicBezTo>
                <a:cubicBezTo>
                  <a:pt x="1290020" y="1140468"/>
                  <a:pt x="1276426" y="1154062"/>
                  <a:pt x="1259656" y="1154062"/>
                </a:cubicBezTo>
                <a:cubicBezTo>
                  <a:pt x="1242887" y="1154062"/>
                  <a:pt x="1229293" y="1140468"/>
                  <a:pt x="1229293" y="1123698"/>
                </a:cubicBezTo>
                <a:cubicBezTo>
                  <a:pt x="1229293" y="1106929"/>
                  <a:pt x="1242887" y="1093335"/>
                  <a:pt x="1259656" y="1093335"/>
                </a:cubicBezTo>
                <a:close/>
                <a:moveTo>
                  <a:pt x="1187102" y="1093335"/>
                </a:moveTo>
                <a:cubicBezTo>
                  <a:pt x="1203871" y="1093335"/>
                  <a:pt x="1217465" y="1106929"/>
                  <a:pt x="1217465" y="1123698"/>
                </a:cubicBezTo>
                <a:cubicBezTo>
                  <a:pt x="1217465" y="1140468"/>
                  <a:pt x="1203871" y="1154062"/>
                  <a:pt x="1187102" y="1154062"/>
                </a:cubicBezTo>
                <a:cubicBezTo>
                  <a:pt x="1170332" y="1154062"/>
                  <a:pt x="1156738" y="1140468"/>
                  <a:pt x="1156738" y="1123698"/>
                </a:cubicBezTo>
                <a:cubicBezTo>
                  <a:pt x="1156738" y="1106929"/>
                  <a:pt x="1170332" y="1093335"/>
                  <a:pt x="1187102" y="1093335"/>
                </a:cubicBezTo>
                <a:close/>
                <a:moveTo>
                  <a:pt x="1114547" y="1093335"/>
                </a:moveTo>
                <a:cubicBezTo>
                  <a:pt x="1131317" y="1093335"/>
                  <a:pt x="1144911" y="1106929"/>
                  <a:pt x="1144911" y="1123698"/>
                </a:cubicBezTo>
                <a:cubicBezTo>
                  <a:pt x="1144911" y="1140468"/>
                  <a:pt x="1131317" y="1154062"/>
                  <a:pt x="1114547" y="1154062"/>
                </a:cubicBezTo>
                <a:cubicBezTo>
                  <a:pt x="1097778" y="1154062"/>
                  <a:pt x="1084184" y="1140468"/>
                  <a:pt x="1084184" y="1123698"/>
                </a:cubicBezTo>
                <a:cubicBezTo>
                  <a:pt x="1084184" y="1106929"/>
                  <a:pt x="1097778" y="1093335"/>
                  <a:pt x="1114547" y="1093335"/>
                </a:cubicBezTo>
                <a:close/>
                <a:moveTo>
                  <a:pt x="1041993" y="1093335"/>
                </a:moveTo>
                <a:cubicBezTo>
                  <a:pt x="1058762" y="1093335"/>
                  <a:pt x="1072356" y="1106929"/>
                  <a:pt x="1072356" y="1123698"/>
                </a:cubicBezTo>
                <a:cubicBezTo>
                  <a:pt x="1072356" y="1140468"/>
                  <a:pt x="1058762" y="1154062"/>
                  <a:pt x="1041993" y="1154062"/>
                </a:cubicBezTo>
                <a:cubicBezTo>
                  <a:pt x="1025223" y="1154062"/>
                  <a:pt x="1011629" y="1140468"/>
                  <a:pt x="1011629" y="1123698"/>
                </a:cubicBezTo>
                <a:cubicBezTo>
                  <a:pt x="1011629" y="1106929"/>
                  <a:pt x="1025223" y="1093335"/>
                  <a:pt x="1041993" y="1093335"/>
                </a:cubicBezTo>
                <a:close/>
                <a:moveTo>
                  <a:pt x="969438" y="1093335"/>
                </a:moveTo>
                <a:cubicBezTo>
                  <a:pt x="986208" y="1093335"/>
                  <a:pt x="999801" y="1106929"/>
                  <a:pt x="999801" y="1123698"/>
                </a:cubicBezTo>
                <a:cubicBezTo>
                  <a:pt x="999801" y="1140468"/>
                  <a:pt x="986208" y="1154062"/>
                  <a:pt x="969438" y="1154062"/>
                </a:cubicBezTo>
                <a:cubicBezTo>
                  <a:pt x="952669" y="1154062"/>
                  <a:pt x="939075" y="1140468"/>
                  <a:pt x="939075" y="1123698"/>
                </a:cubicBezTo>
                <a:cubicBezTo>
                  <a:pt x="939075" y="1106929"/>
                  <a:pt x="952669" y="1093335"/>
                  <a:pt x="969438" y="1093335"/>
                </a:cubicBezTo>
                <a:close/>
                <a:moveTo>
                  <a:pt x="896883" y="1093335"/>
                </a:moveTo>
                <a:cubicBezTo>
                  <a:pt x="913653" y="1093335"/>
                  <a:pt x="927247" y="1106929"/>
                  <a:pt x="927247" y="1123698"/>
                </a:cubicBezTo>
                <a:cubicBezTo>
                  <a:pt x="927247" y="1140468"/>
                  <a:pt x="913653" y="1154062"/>
                  <a:pt x="896883" y="1154062"/>
                </a:cubicBezTo>
                <a:cubicBezTo>
                  <a:pt x="880114" y="1154062"/>
                  <a:pt x="866520" y="1140468"/>
                  <a:pt x="866520" y="1123698"/>
                </a:cubicBezTo>
                <a:cubicBezTo>
                  <a:pt x="866520" y="1106929"/>
                  <a:pt x="880114" y="1093335"/>
                  <a:pt x="896883" y="1093335"/>
                </a:cubicBezTo>
                <a:close/>
                <a:moveTo>
                  <a:pt x="824329" y="1093335"/>
                </a:moveTo>
                <a:cubicBezTo>
                  <a:pt x="841098" y="1093335"/>
                  <a:pt x="854692" y="1106929"/>
                  <a:pt x="854692" y="1123698"/>
                </a:cubicBezTo>
                <a:cubicBezTo>
                  <a:pt x="854692" y="1140468"/>
                  <a:pt x="841098" y="1154062"/>
                  <a:pt x="824329" y="1154062"/>
                </a:cubicBezTo>
                <a:cubicBezTo>
                  <a:pt x="807559" y="1154062"/>
                  <a:pt x="793965" y="1140468"/>
                  <a:pt x="793965" y="1123698"/>
                </a:cubicBezTo>
                <a:cubicBezTo>
                  <a:pt x="793965" y="1106929"/>
                  <a:pt x="807559" y="1093335"/>
                  <a:pt x="824329" y="1093335"/>
                </a:cubicBezTo>
                <a:close/>
                <a:moveTo>
                  <a:pt x="751774" y="1093335"/>
                </a:moveTo>
                <a:cubicBezTo>
                  <a:pt x="768544" y="1093335"/>
                  <a:pt x="782138" y="1106929"/>
                  <a:pt x="782138" y="1123698"/>
                </a:cubicBezTo>
                <a:cubicBezTo>
                  <a:pt x="782138" y="1140468"/>
                  <a:pt x="768544" y="1154062"/>
                  <a:pt x="751774" y="1154062"/>
                </a:cubicBezTo>
                <a:cubicBezTo>
                  <a:pt x="735005" y="1154062"/>
                  <a:pt x="721411" y="1140468"/>
                  <a:pt x="721411" y="1123698"/>
                </a:cubicBezTo>
                <a:cubicBezTo>
                  <a:pt x="721411" y="1106929"/>
                  <a:pt x="735005" y="1093335"/>
                  <a:pt x="751774" y="1093335"/>
                </a:cubicBezTo>
                <a:close/>
                <a:moveTo>
                  <a:pt x="679220" y="1093335"/>
                </a:moveTo>
                <a:cubicBezTo>
                  <a:pt x="695989" y="1093335"/>
                  <a:pt x="709583" y="1106929"/>
                  <a:pt x="709583" y="1123698"/>
                </a:cubicBezTo>
                <a:cubicBezTo>
                  <a:pt x="709583" y="1140468"/>
                  <a:pt x="695989" y="1154062"/>
                  <a:pt x="679220" y="1154062"/>
                </a:cubicBezTo>
                <a:cubicBezTo>
                  <a:pt x="662450" y="1154062"/>
                  <a:pt x="648856" y="1140468"/>
                  <a:pt x="648856" y="1123698"/>
                </a:cubicBezTo>
                <a:cubicBezTo>
                  <a:pt x="648856" y="1106929"/>
                  <a:pt x="662450" y="1093335"/>
                  <a:pt x="679220" y="1093335"/>
                </a:cubicBezTo>
                <a:close/>
                <a:moveTo>
                  <a:pt x="606665" y="1093335"/>
                </a:moveTo>
                <a:cubicBezTo>
                  <a:pt x="623435" y="1093335"/>
                  <a:pt x="637029" y="1106929"/>
                  <a:pt x="637029" y="1123698"/>
                </a:cubicBezTo>
                <a:cubicBezTo>
                  <a:pt x="637029" y="1140468"/>
                  <a:pt x="623435" y="1154062"/>
                  <a:pt x="606665" y="1154062"/>
                </a:cubicBezTo>
                <a:cubicBezTo>
                  <a:pt x="589896" y="1154062"/>
                  <a:pt x="576302" y="1140468"/>
                  <a:pt x="576302" y="1123698"/>
                </a:cubicBezTo>
                <a:cubicBezTo>
                  <a:pt x="576302" y="1106929"/>
                  <a:pt x="589896" y="1093335"/>
                  <a:pt x="606665" y="1093335"/>
                </a:cubicBezTo>
                <a:close/>
                <a:moveTo>
                  <a:pt x="534111" y="1093335"/>
                </a:moveTo>
                <a:cubicBezTo>
                  <a:pt x="550880" y="1093335"/>
                  <a:pt x="564474" y="1106929"/>
                  <a:pt x="564474" y="1123698"/>
                </a:cubicBezTo>
                <a:cubicBezTo>
                  <a:pt x="564474" y="1140468"/>
                  <a:pt x="550880" y="1154062"/>
                  <a:pt x="534111" y="1154062"/>
                </a:cubicBezTo>
                <a:cubicBezTo>
                  <a:pt x="517341" y="1154062"/>
                  <a:pt x="503747" y="1140468"/>
                  <a:pt x="503747" y="1123698"/>
                </a:cubicBezTo>
                <a:cubicBezTo>
                  <a:pt x="503747" y="1106929"/>
                  <a:pt x="517341" y="1093335"/>
                  <a:pt x="534111" y="1093335"/>
                </a:cubicBezTo>
                <a:close/>
                <a:moveTo>
                  <a:pt x="461556" y="1093335"/>
                </a:moveTo>
                <a:cubicBezTo>
                  <a:pt x="478326" y="1093335"/>
                  <a:pt x="491920" y="1106929"/>
                  <a:pt x="491920" y="1123698"/>
                </a:cubicBezTo>
                <a:cubicBezTo>
                  <a:pt x="491920" y="1140468"/>
                  <a:pt x="478326" y="1154062"/>
                  <a:pt x="461556" y="1154062"/>
                </a:cubicBezTo>
                <a:cubicBezTo>
                  <a:pt x="444787" y="1154062"/>
                  <a:pt x="431192" y="1140468"/>
                  <a:pt x="431192" y="1123698"/>
                </a:cubicBezTo>
                <a:cubicBezTo>
                  <a:pt x="431192" y="1106929"/>
                  <a:pt x="444787" y="1093335"/>
                  <a:pt x="461556" y="1093335"/>
                </a:cubicBezTo>
                <a:close/>
                <a:moveTo>
                  <a:pt x="389002" y="1093335"/>
                </a:moveTo>
                <a:cubicBezTo>
                  <a:pt x="405771" y="1093335"/>
                  <a:pt x="419365" y="1106929"/>
                  <a:pt x="419365" y="1123698"/>
                </a:cubicBezTo>
                <a:cubicBezTo>
                  <a:pt x="419365" y="1140468"/>
                  <a:pt x="405771" y="1154062"/>
                  <a:pt x="389002" y="1154062"/>
                </a:cubicBezTo>
                <a:cubicBezTo>
                  <a:pt x="372232" y="1154062"/>
                  <a:pt x="358638" y="1140468"/>
                  <a:pt x="358638" y="1123698"/>
                </a:cubicBezTo>
                <a:cubicBezTo>
                  <a:pt x="358638" y="1106929"/>
                  <a:pt x="372232" y="1093335"/>
                  <a:pt x="389002" y="1093335"/>
                </a:cubicBezTo>
                <a:close/>
                <a:moveTo>
                  <a:pt x="316447" y="1093335"/>
                </a:moveTo>
                <a:cubicBezTo>
                  <a:pt x="333216" y="1093335"/>
                  <a:pt x="346810" y="1106929"/>
                  <a:pt x="346810" y="1123698"/>
                </a:cubicBezTo>
                <a:cubicBezTo>
                  <a:pt x="346810" y="1140468"/>
                  <a:pt x="333216" y="1154062"/>
                  <a:pt x="316447" y="1154062"/>
                </a:cubicBezTo>
                <a:cubicBezTo>
                  <a:pt x="299677" y="1154062"/>
                  <a:pt x="286084" y="1140468"/>
                  <a:pt x="286084" y="1123698"/>
                </a:cubicBezTo>
                <a:cubicBezTo>
                  <a:pt x="286084" y="1106929"/>
                  <a:pt x="299677" y="1093335"/>
                  <a:pt x="316447" y="1093335"/>
                </a:cubicBezTo>
                <a:close/>
                <a:moveTo>
                  <a:pt x="243892" y="1093335"/>
                </a:moveTo>
                <a:cubicBezTo>
                  <a:pt x="260662" y="1093335"/>
                  <a:pt x="274256" y="1106929"/>
                  <a:pt x="274256" y="1123698"/>
                </a:cubicBezTo>
                <a:cubicBezTo>
                  <a:pt x="274256" y="1140468"/>
                  <a:pt x="260662" y="1154062"/>
                  <a:pt x="243892" y="1154062"/>
                </a:cubicBezTo>
                <a:cubicBezTo>
                  <a:pt x="227123" y="1154062"/>
                  <a:pt x="213529" y="1140468"/>
                  <a:pt x="213529" y="1123698"/>
                </a:cubicBezTo>
                <a:cubicBezTo>
                  <a:pt x="213529" y="1106929"/>
                  <a:pt x="227123" y="1093335"/>
                  <a:pt x="243892" y="1093335"/>
                </a:cubicBezTo>
                <a:close/>
                <a:moveTo>
                  <a:pt x="171339" y="1093335"/>
                </a:moveTo>
                <a:cubicBezTo>
                  <a:pt x="188107" y="1093335"/>
                  <a:pt x="201701" y="1106929"/>
                  <a:pt x="201701" y="1123698"/>
                </a:cubicBezTo>
                <a:cubicBezTo>
                  <a:pt x="201701" y="1140468"/>
                  <a:pt x="188107" y="1154062"/>
                  <a:pt x="171339" y="1154062"/>
                </a:cubicBezTo>
                <a:cubicBezTo>
                  <a:pt x="154633" y="1154062"/>
                  <a:pt x="141040" y="1140468"/>
                  <a:pt x="141040" y="1123698"/>
                </a:cubicBezTo>
                <a:cubicBezTo>
                  <a:pt x="141040" y="1106929"/>
                  <a:pt x="154633" y="1093335"/>
                  <a:pt x="171339" y="1093335"/>
                </a:cubicBezTo>
                <a:close/>
                <a:moveTo>
                  <a:pt x="98858" y="1093335"/>
                </a:moveTo>
                <a:cubicBezTo>
                  <a:pt x="115622" y="1093335"/>
                  <a:pt x="129216" y="1106929"/>
                  <a:pt x="129216" y="1123698"/>
                </a:cubicBezTo>
                <a:cubicBezTo>
                  <a:pt x="129216" y="1140468"/>
                  <a:pt x="115622" y="1154062"/>
                  <a:pt x="98858" y="1154062"/>
                </a:cubicBezTo>
                <a:cubicBezTo>
                  <a:pt x="82086" y="1154062"/>
                  <a:pt x="68492" y="1140468"/>
                  <a:pt x="68492" y="1123698"/>
                </a:cubicBezTo>
                <a:cubicBezTo>
                  <a:pt x="68492" y="1106929"/>
                  <a:pt x="82086" y="1093335"/>
                  <a:pt x="98858" y="1093335"/>
                </a:cubicBezTo>
                <a:close/>
                <a:moveTo>
                  <a:pt x="26303" y="1093335"/>
                </a:moveTo>
                <a:cubicBezTo>
                  <a:pt x="43069" y="1093335"/>
                  <a:pt x="56664" y="1106929"/>
                  <a:pt x="56664" y="1123698"/>
                </a:cubicBezTo>
                <a:cubicBezTo>
                  <a:pt x="56664" y="1140468"/>
                  <a:pt x="43069" y="1154062"/>
                  <a:pt x="26303" y="1154062"/>
                </a:cubicBezTo>
                <a:cubicBezTo>
                  <a:pt x="17918" y="1154062"/>
                  <a:pt x="10327" y="1150664"/>
                  <a:pt x="4832" y="1145169"/>
                </a:cubicBezTo>
                <a:lnTo>
                  <a:pt x="0" y="1133503"/>
                </a:lnTo>
                <a:lnTo>
                  <a:pt x="0" y="1113894"/>
                </a:lnTo>
                <a:lnTo>
                  <a:pt x="4832" y="1102228"/>
                </a:lnTo>
                <a:cubicBezTo>
                  <a:pt x="10327" y="1096734"/>
                  <a:pt x="17918" y="1093335"/>
                  <a:pt x="26303" y="1093335"/>
                </a:cubicBezTo>
                <a:close/>
                <a:moveTo>
                  <a:pt x="1549874" y="1012883"/>
                </a:moveTo>
                <a:lnTo>
                  <a:pt x="1555552" y="1014029"/>
                </a:lnTo>
                <a:lnTo>
                  <a:pt x="1530465" y="1066106"/>
                </a:lnTo>
                <a:lnTo>
                  <a:pt x="1528404" y="1064717"/>
                </a:lnTo>
                <a:cubicBezTo>
                  <a:pt x="1522910" y="1059222"/>
                  <a:pt x="1519511" y="1051631"/>
                  <a:pt x="1519511" y="1043246"/>
                </a:cubicBezTo>
                <a:cubicBezTo>
                  <a:pt x="1519511" y="1026477"/>
                  <a:pt x="1533105" y="1012883"/>
                  <a:pt x="1549874" y="1012883"/>
                </a:cubicBezTo>
                <a:close/>
                <a:moveTo>
                  <a:pt x="1477320" y="1012883"/>
                </a:moveTo>
                <a:cubicBezTo>
                  <a:pt x="1494089" y="1012883"/>
                  <a:pt x="1507683" y="1026477"/>
                  <a:pt x="1507683" y="1043246"/>
                </a:cubicBezTo>
                <a:cubicBezTo>
                  <a:pt x="1507683" y="1060016"/>
                  <a:pt x="1494089" y="1073610"/>
                  <a:pt x="1477320" y="1073610"/>
                </a:cubicBezTo>
                <a:cubicBezTo>
                  <a:pt x="1460550" y="1073610"/>
                  <a:pt x="1446956" y="1060016"/>
                  <a:pt x="1446956" y="1043246"/>
                </a:cubicBezTo>
                <a:cubicBezTo>
                  <a:pt x="1446956" y="1026477"/>
                  <a:pt x="1460550" y="1012883"/>
                  <a:pt x="1477320" y="1012883"/>
                </a:cubicBezTo>
                <a:close/>
                <a:moveTo>
                  <a:pt x="1404765" y="1012883"/>
                </a:moveTo>
                <a:cubicBezTo>
                  <a:pt x="1421535" y="1012883"/>
                  <a:pt x="1435129" y="1026477"/>
                  <a:pt x="1435129" y="1043246"/>
                </a:cubicBezTo>
                <a:cubicBezTo>
                  <a:pt x="1435129" y="1060016"/>
                  <a:pt x="1421535" y="1073610"/>
                  <a:pt x="1404765" y="1073610"/>
                </a:cubicBezTo>
                <a:cubicBezTo>
                  <a:pt x="1387996" y="1073610"/>
                  <a:pt x="1374402" y="1060016"/>
                  <a:pt x="1374402" y="1043246"/>
                </a:cubicBezTo>
                <a:cubicBezTo>
                  <a:pt x="1374402" y="1026477"/>
                  <a:pt x="1387996" y="1012883"/>
                  <a:pt x="1404765" y="1012883"/>
                </a:cubicBezTo>
                <a:close/>
                <a:moveTo>
                  <a:pt x="1332211" y="1012883"/>
                </a:moveTo>
                <a:cubicBezTo>
                  <a:pt x="1348980" y="1012883"/>
                  <a:pt x="1362574" y="1026477"/>
                  <a:pt x="1362574" y="1043246"/>
                </a:cubicBezTo>
                <a:cubicBezTo>
                  <a:pt x="1362574" y="1060016"/>
                  <a:pt x="1348980" y="1073610"/>
                  <a:pt x="1332211" y="1073610"/>
                </a:cubicBezTo>
                <a:cubicBezTo>
                  <a:pt x="1315441" y="1073610"/>
                  <a:pt x="1301847" y="1060016"/>
                  <a:pt x="1301847" y="1043246"/>
                </a:cubicBezTo>
                <a:cubicBezTo>
                  <a:pt x="1301847" y="1026477"/>
                  <a:pt x="1315441" y="1012883"/>
                  <a:pt x="1332211" y="1012883"/>
                </a:cubicBezTo>
                <a:close/>
                <a:moveTo>
                  <a:pt x="1259656" y="1012883"/>
                </a:moveTo>
                <a:cubicBezTo>
                  <a:pt x="1276426" y="1012883"/>
                  <a:pt x="1290020" y="1026477"/>
                  <a:pt x="1290020" y="1043246"/>
                </a:cubicBezTo>
                <a:cubicBezTo>
                  <a:pt x="1290020" y="1060016"/>
                  <a:pt x="1276426" y="1073610"/>
                  <a:pt x="1259656" y="1073610"/>
                </a:cubicBezTo>
                <a:cubicBezTo>
                  <a:pt x="1242887" y="1073610"/>
                  <a:pt x="1229293" y="1060016"/>
                  <a:pt x="1229293" y="1043246"/>
                </a:cubicBezTo>
                <a:cubicBezTo>
                  <a:pt x="1229293" y="1026477"/>
                  <a:pt x="1242887" y="1012883"/>
                  <a:pt x="1259656" y="1012883"/>
                </a:cubicBezTo>
                <a:close/>
                <a:moveTo>
                  <a:pt x="1187102" y="1012883"/>
                </a:moveTo>
                <a:cubicBezTo>
                  <a:pt x="1203871" y="1012883"/>
                  <a:pt x="1217465" y="1026477"/>
                  <a:pt x="1217465" y="1043246"/>
                </a:cubicBezTo>
                <a:cubicBezTo>
                  <a:pt x="1217465" y="1060016"/>
                  <a:pt x="1203871" y="1073610"/>
                  <a:pt x="1187102" y="1073610"/>
                </a:cubicBezTo>
                <a:cubicBezTo>
                  <a:pt x="1170332" y="1073610"/>
                  <a:pt x="1156738" y="1060016"/>
                  <a:pt x="1156738" y="1043246"/>
                </a:cubicBezTo>
                <a:cubicBezTo>
                  <a:pt x="1156738" y="1026477"/>
                  <a:pt x="1170332" y="1012883"/>
                  <a:pt x="1187102" y="1012883"/>
                </a:cubicBezTo>
                <a:close/>
                <a:moveTo>
                  <a:pt x="1114547" y="1012883"/>
                </a:moveTo>
                <a:cubicBezTo>
                  <a:pt x="1131317" y="1012883"/>
                  <a:pt x="1144911" y="1026477"/>
                  <a:pt x="1144911" y="1043246"/>
                </a:cubicBezTo>
                <a:cubicBezTo>
                  <a:pt x="1144911" y="1060016"/>
                  <a:pt x="1131317" y="1073610"/>
                  <a:pt x="1114547" y="1073610"/>
                </a:cubicBezTo>
                <a:cubicBezTo>
                  <a:pt x="1097778" y="1073610"/>
                  <a:pt x="1084184" y="1060016"/>
                  <a:pt x="1084184" y="1043246"/>
                </a:cubicBezTo>
                <a:cubicBezTo>
                  <a:pt x="1084184" y="1026477"/>
                  <a:pt x="1097778" y="1012883"/>
                  <a:pt x="1114547" y="1012883"/>
                </a:cubicBezTo>
                <a:close/>
                <a:moveTo>
                  <a:pt x="1041993" y="1012883"/>
                </a:moveTo>
                <a:cubicBezTo>
                  <a:pt x="1058762" y="1012883"/>
                  <a:pt x="1072356" y="1026477"/>
                  <a:pt x="1072356" y="1043246"/>
                </a:cubicBezTo>
                <a:cubicBezTo>
                  <a:pt x="1072356" y="1060016"/>
                  <a:pt x="1058762" y="1073610"/>
                  <a:pt x="1041993" y="1073610"/>
                </a:cubicBezTo>
                <a:cubicBezTo>
                  <a:pt x="1025223" y="1073610"/>
                  <a:pt x="1011629" y="1060016"/>
                  <a:pt x="1011629" y="1043246"/>
                </a:cubicBezTo>
                <a:cubicBezTo>
                  <a:pt x="1011629" y="1026477"/>
                  <a:pt x="1025223" y="1012883"/>
                  <a:pt x="1041993" y="1012883"/>
                </a:cubicBezTo>
                <a:close/>
                <a:moveTo>
                  <a:pt x="969438" y="1012883"/>
                </a:moveTo>
                <a:cubicBezTo>
                  <a:pt x="986208" y="1012883"/>
                  <a:pt x="999801" y="1026477"/>
                  <a:pt x="999801" y="1043246"/>
                </a:cubicBezTo>
                <a:cubicBezTo>
                  <a:pt x="999801" y="1060016"/>
                  <a:pt x="986208" y="1073610"/>
                  <a:pt x="969438" y="1073610"/>
                </a:cubicBezTo>
                <a:cubicBezTo>
                  <a:pt x="952669" y="1073610"/>
                  <a:pt x="939075" y="1060016"/>
                  <a:pt x="939075" y="1043246"/>
                </a:cubicBezTo>
                <a:cubicBezTo>
                  <a:pt x="939075" y="1026477"/>
                  <a:pt x="952669" y="1012883"/>
                  <a:pt x="969438" y="1012883"/>
                </a:cubicBezTo>
                <a:close/>
                <a:moveTo>
                  <a:pt x="896883" y="1012883"/>
                </a:moveTo>
                <a:cubicBezTo>
                  <a:pt x="913653" y="1012883"/>
                  <a:pt x="927247" y="1026477"/>
                  <a:pt x="927247" y="1043246"/>
                </a:cubicBezTo>
                <a:cubicBezTo>
                  <a:pt x="927247" y="1060016"/>
                  <a:pt x="913653" y="1073610"/>
                  <a:pt x="896883" y="1073610"/>
                </a:cubicBezTo>
                <a:cubicBezTo>
                  <a:pt x="880114" y="1073610"/>
                  <a:pt x="866520" y="1060016"/>
                  <a:pt x="866520" y="1043246"/>
                </a:cubicBezTo>
                <a:cubicBezTo>
                  <a:pt x="866520" y="1026477"/>
                  <a:pt x="880114" y="1012883"/>
                  <a:pt x="896883" y="1012883"/>
                </a:cubicBezTo>
                <a:close/>
                <a:moveTo>
                  <a:pt x="824329" y="1012883"/>
                </a:moveTo>
                <a:cubicBezTo>
                  <a:pt x="841098" y="1012883"/>
                  <a:pt x="854692" y="1026477"/>
                  <a:pt x="854692" y="1043246"/>
                </a:cubicBezTo>
                <a:cubicBezTo>
                  <a:pt x="854692" y="1060016"/>
                  <a:pt x="841098" y="1073610"/>
                  <a:pt x="824329" y="1073610"/>
                </a:cubicBezTo>
                <a:cubicBezTo>
                  <a:pt x="807559" y="1073610"/>
                  <a:pt x="793965" y="1060016"/>
                  <a:pt x="793965" y="1043246"/>
                </a:cubicBezTo>
                <a:cubicBezTo>
                  <a:pt x="793965" y="1026477"/>
                  <a:pt x="807559" y="1012883"/>
                  <a:pt x="824329" y="1012883"/>
                </a:cubicBezTo>
                <a:close/>
                <a:moveTo>
                  <a:pt x="751774" y="1012883"/>
                </a:moveTo>
                <a:cubicBezTo>
                  <a:pt x="768544" y="1012883"/>
                  <a:pt x="782138" y="1026477"/>
                  <a:pt x="782138" y="1043246"/>
                </a:cubicBezTo>
                <a:cubicBezTo>
                  <a:pt x="782138" y="1060016"/>
                  <a:pt x="768544" y="1073610"/>
                  <a:pt x="751774" y="1073610"/>
                </a:cubicBezTo>
                <a:cubicBezTo>
                  <a:pt x="735005" y="1073610"/>
                  <a:pt x="721411" y="1060016"/>
                  <a:pt x="721411" y="1043246"/>
                </a:cubicBezTo>
                <a:cubicBezTo>
                  <a:pt x="721411" y="1026477"/>
                  <a:pt x="735005" y="1012883"/>
                  <a:pt x="751774" y="1012883"/>
                </a:cubicBezTo>
                <a:close/>
                <a:moveTo>
                  <a:pt x="679220" y="1012883"/>
                </a:moveTo>
                <a:cubicBezTo>
                  <a:pt x="695989" y="1012883"/>
                  <a:pt x="709583" y="1026477"/>
                  <a:pt x="709583" y="1043246"/>
                </a:cubicBezTo>
                <a:cubicBezTo>
                  <a:pt x="709583" y="1060016"/>
                  <a:pt x="695989" y="1073610"/>
                  <a:pt x="679220" y="1073610"/>
                </a:cubicBezTo>
                <a:cubicBezTo>
                  <a:pt x="662450" y="1073610"/>
                  <a:pt x="648856" y="1060016"/>
                  <a:pt x="648856" y="1043246"/>
                </a:cubicBezTo>
                <a:cubicBezTo>
                  <a:pt x="648856" y="1026477"/>
                  <a:pt x="662450" y="1012883"/>
                  <a:pt x="679220" y="1012883"/>
                </a:cubicBezTo>
                <a:close/>
                <a:moveTo>
                  <a:pt x="606665" y="1012883"/>
                </a:moveTo>
                <a:cubicBezTo>
                  <a:pt x="623435" y="1012883"/>
                  <a:pt x="637029" y="1026477"/>
                  <a:pt x="637029" y="1043246"/>
                </a:cubicBezTo>
                <a:cubicBezTo>
                  <a:pt x="637029" y="1060016"/>
                  <a:pt x="623435" y="1073610"/>
                  <a:pt x="606665" y="1073610"/>
                </a:cubicBezTo>
                <a:cubicBezTo>
                  <a:pt x="589896" y="1073610"/>
                  <a:pt x="576302" y="1060016"/>
                  <a:pt x="576302" y="1043246"/>
                </a:cubicBezTo>
                <a:cubicBezTo>
                  <a:pt x="576302" y="1026477"/>
                  <a:pt x="589896" y="1012883"/>
                  <a:pt x="606665" y="1012883"/>
                </a:cubicBezTo>
                <a:close/>
                <a:moveTo>
                  <a:pt x="534111" y="1012883"/>
                </a:moveTo>
                <a:cubicBezTo>
                  <a:pt x="550880" y="1012883"/>
                  <a:pt x="564474" y="1026477"/>
                  <a:pt x="564474" y="1043246"/>
                </a:cubicBezTo>
                <a:cubicBezTo>
                  <a:pt x="564474" y="1060016"/>
                  <a:pt x="550880" y="1073610"/>
                  <a:pt x="534111" y="1073610"/>
                </a:cubicBezTo>
                <a:cubicBezTo>
                  <a:pt x="517341" y="1073610"/>
                  <a:pt x="503747" y="1060016"/>
                  <a:pt x="503747" y="1043246"/>
                </a:cubicBezTo>
                <a:cubicBezTo>
                  <a:pt x="503747" y="1026477"/>
                  <a:pt x="517341" y="1012883"/>
                  <a:pt x="534111" y="1012883"/>
                </a:cubicBezTo>
                <a:close/>
                <a:moveTo>
                  <a:pt x="461556" y="1012883"/>
                </a:moveTo>
                <a:cubicBezTo>
                  <a:pt x="478326" y="1012883"/>
                  <a:pt x="491920" y="1026477"/>
                  <a:pt x="491920" y="1043246"/>
                </a:cubicBezTo>
                <a:cubicBezTo>
                  <a:pt x="491920" y="1060016"/>
                  <a:pt x="478326" y="1073610"/>
                  <a:pt x="461556" y="1073610"/>
                </a:cubicBezTo>
                <a:cubicBezTo>
                  <a:pt x="444787" y="1073610"/>
                  <a:pt x="431192" y="1060016"/>
                  <a:pt x="431192" y="1043246"/>
                </a:cubicBezTo>
                <a:cubicBezTo>
                  <a:pt x="431192" y="1026477"/>
                  <a:pt x="444787" y="1012883"/>
                  <a:pt x="461556" y="1012883"/>
                </a:cubicBezTo>
                <a:close/>
                <a:moveTo>
                  <a:pt x="389002" y="1012883"/>
                </a:moveTo>
                <a:cubicBezTo>
                  <a:pt x="405771" y="1012883"/>
                  <a:pt x="419365" y="1026477"/>
                  <a:pt x="419365" y="1043246"/>
                </a:cubicBezTo>
                <a:cubicBezTo>
                  <a:pt x="419365" y="1060016"/>
                  <a:pt x="405771" y="1073610"/>
                  <a:pt x="389002" y="1073610"/>
                </a:cubicBezTo>
                <a:cubicBezTo>
                  <a:pt x="372232" y="1073610"/>
                  <a:pt x="358638" y="1060016"/>
                  <a:pt x="358638" y="1043246"/>
                </a:cubicBezTo>
                <a:cubicBezTo>
                  <a:pt x="358638" y="1026477"/>
                  <a:pt x="372232" y="1012883"/>
                  <a:pt x="389002" y="1012883"/>
                </a:cubicBezTo>
                <a:close/>
                <a:moveTo>
                  <a:pt x="316447" y="1012883"/>
                </a:moveTo>
                <a:cubicBezTo>
                  <a:pt x="333216" y="1012883"/>
                  <a:pt x="346810" y="1026477"/>
                  <a:pt x="346810" y="1043246"/>
                </a:cubicBezTo>
                <a:cubicBezTo>
                  <a:pt x="346810" y="1060016"/>
                  <a:pt x="333216" y="1073610"/>
                  <a:pt x="316447" y="1073610"/>
                </a:cubicBezTo>
                <a:cubicBezTo>
                  <a:pt x="299677" y="1073610"/>
                  <a:pt x="286084" y="1060016"/>
                  <a:pt x="286084" y="1043246"/>
                </a:cubicBezTo>
                <a:cubicBezTo>
                  <a:pt x="286084" y="1026477"/>
                  <a:pt x="299677" y="1012883"/>
                  <a:pt x="316447" y="1012883"/>
                </a:cubicBezTo>
                <a:close/>
                <a:moveTo>
                  <a:pt x="243892" y="1012883"/>
                </a:moveTo>
                <a:cubicBezTo>
                  <a:pt x="260662" y="1012883"/>
                  <a:pt x="274256" y="1026477"/>
                  <a:pt x="274256" y="1043246"/>
                </a:cubicBezTo>
                <a:cubicBezTo>
                  <a:pt x="274256" y="1060016"/>
                  <a:pt x="260662" y="1073610"/>
                  <a:pt x="243892" y="1073610"/>
                </a:cubicBezTo>
                <a:cubicBezTo>
                  <a:pt x="227123" y="1073610"/>
                  <a:pt x="213529" y="1060016"/>
                  <a:pt x="213529" y="1043246"/>
                </a:cubicBezTo>
                <a:cubicBezTo>
                  <a:pt x="213529" y="1026477"/>
                  <a:pt x="227123" y="1012883"/>
                  <a:pt x="243892" y="1012883"/>
                </a:cubicBezTo>
                <a:close/>
                <a:moveTo>
                  <a:pt x="171339" y="1012883"/>
                </a:moveTo>
                <a:cubicBezTo>
                  <a:pt x="188107" y="1012883"/>
                  <a:pt x="201701" y="1026477"/>
                  <a:pt x="201701" y="1043246"/>
                </a:cubicBezTo>
                <a:cubicBezTo>
                  <a:pt x="201701" y="1060016"/>
                  <a:pt x="188107" y="1073610"/>
                  <a:pt x="171339" y="1073610"/>
                </a:cubicBezTo>
                <a:cubicBezTo>
                  <a:pt x="154639" y="1073610"/>
                  <a:pt x="141045" y="1060016"/>
                  <a:pt x="141045" y="1043246"/>
                </a:cubicBezTo>
                <a:cubicBezTo>
                  <a:pt x="141045" y="1026477"/>
                  <a:pt x="154639" y="1012883"/>
                  <a:pt x="171339" y="1012883"/>
                </a:cubicBezTo>
                <a:close/>
                <a:moveTo>
                  <a:pt x="98865" y="1012883"/>
                </a:moveTo>
                <a:cubicBezTo>
                  <a:pt x="115628" y="1012883"/>
                  <a:pt x="129222" y="1026477"/>
                  <a:pt x="129222" y="1043246"/>
                </a:cubicBezTo>
                <a:cubicBezTo>
                  <a:pt x="129222" y="1060016"/>
                  <a:pt x="115628" y="1073610"/>
                  <a:pt x="98865" y="1073610"/>
                </a:cubicBezTo>
                <a:cubicBezTo>
                  <a:pt x="82093" y="1073610"/>
                  <a:pt x="68498" y="1060016"/>
                  <a:pt x="68498" y="1043246"/>
                </a:cubicBezTo>
                <a:cubicBezTo>
                  <a:pt x="68498" y="1026477"/>
                  <a:pt x="82093" y="1012883"/>
                  <a:pt x="98865" y="1012883"/>
                </a:cubicBezTo>
                <a:close/>
                <a:moveTo>
                  <a:pt x="26309" y="1012883"/>
                </a:moveTo>
                <a:cubicBezTo>
                  <a:pt x="43075" y="1012883"/>
                  <a:pt x="56670" y="1026477"/>
                  <a:pt x="56670" y="1043246"/>
                </a:cubicBezTo>
                <a:cubicBezTo>
                  <a:pt x="56670" y="1060016"/>
                  <a:pt x="43075" y="1073610"/>
                  <a:pt x="26309" y="1073610"/>
                </a:cubicBezTo>
                <a:cubicBezTo>
                  <a:pt x="17924" y="1073610"/>
                  <a:pt x="10333" y="1070212"/>
                  <a:pt x="4838" y="1064717"/>
                </a:cubicBezTo>
                <a:lnTo>
                  <a:pt x="0" y="1053036"/>
                </a:lnTo>
                <a:lnTo>
                  <a:pt x="0" y="1033457"/>
                </a:lnTo>
                <a:lnTo>
                  <a:pt x="4838" y="1021776"/>
                </a:lnTo>
                <a:cubicBezTo>
                  <a:pt x="10333" y="1016282"/>
                  <a:pt x="17924" y="1012883"/>
                  <a:pt x="26309" y="1012883"/>
                </a:cubicBezTo>
                <a:close/>
                <a:moveTo>
                  <a:pt x="1549874" y="932431"/>
                </a:moveTo>
                <a:cubicBezTo>
                  <a:pt x="1558259" y="932431"/>
                  <a:pt x="1565850" y="935830"/>
                  <a:pt x="1571345" y="941324"/>
                </a:cubicBezTo>
                <a:lnTo>
                  <a:pt x="1577296" y="955693"/>
                </a:lnTo>
                <a:lnTo>
                  <a:pt x="1565363" y="988298"/>
                </a:lnTo>
                <a:lnTo>
                  <a:pt x="1561694" y="990772"/>
                </a:lnTo>
                <a:cubicBezTo>
                  <a:pt x="1558061" y="992309"/>
                  <a:pt x="1554067" y="993158"/>
                  <a:pt x="1549874" y="993158"/>
                </a:cubicBezTo>
                <a:cubicBezTo>
                  <a:pt x="1533105" y="993158"/>
                  <a:pt x="1519511" y="979564"/>
                  <a:pt x="1519511" y="962795"/>
                </a:cubicBezTo>
                <a:cubicBezTo>
                  <a:pt x="1519511" y="946025"/>
                  <a:pt x="1533105" y="932431"/>
                  <a:pt x="1549874" y="932431"/>
                </a:cubicBezTo>
                <a:close/>
                <a:moveTo>
                  <a:pt x="1477320" y="932431"/>
                </a:moveTo>
                <a:cubicBezTo>
                  <a:pt x="1494089" y="932431"/>
                  <a:pt x="1507683" y="946025"/>
                  <a:pt x="1507683" y="962795"/>
                </a:cubicBezTo>
                <a:cubicBezTo>
                  <a:pt x="1507683" y="979564"/>
                  <a:pt x="1494089" y="993158"/>
                  <a:pt x="1477320" y="993158"/>
                </a:cubicBezTo>
                <a:cubicBezTo>
                  <a:pt x="1460550" y="993158"/>
                  <a:pt x="1446956" y="979564"/>
                  <a:pt x="1446956" y="962795"/>
                </a:cubicBezTo>
                <a:cubicBezTo>
                  <a:pt x="1446956" y="946025"/>
                  <a:pt x="1460550" y="932431"/>
                  <a:pt x="1477320" y="932431"/>
                </a:cubicBezTo>
                <a:close/>
                <a:moveTo>
                  <a:pt x="1404765" y="932431"/>
                </a:moveTo>
                <a:cubicBezTo>
                  <a:pt x="1421535" y="932431"/>
                  <a:pt x="1435129" y="946025"/>
                  <a:pt x="1435129" y="962795"/>
                </a:cubicBezTo>
                <a:cubicBezTo>
                  <a:pt x="1435129" y="979564"/>
                  <a:pt x="1421535" y="993158"/>
                  <a:pt x="1404765" y="993158"/>
                </a:cubicBezTo>
                <a:cubicBezTo>
                  <a:pt x="1387996" y="993158"/>
                  <a:pt x="1374402" y="979564"/>
                  <a:pt x="1374402" y="962795"/>
                </a:cubicBezTo>
                <a:cubicBezTo>
                  <a:pt x="1374402" y="946025"/>
                  <a:pt x="1387996" y="932431"/>
                  <a:pt x="1404765" y="932431"/>
                </a:cubicBezTo>
                <a:close/>
                <a:moveTo>
                  <a:pt x="1332211" y="932431"/>
                </a:moveTo>
                <a:cubicBezTo>
                  <a:pt x="1348980" y="932431"/>
                  <a:pt x="1362574" y="946025"/>
                  <a:pt x="1362574" y="962795"/>
                </a:cubicBezTo>
                <a:cubicBezTo>
                  <a:pt x="1362574" y="979564"/>
                  <a:pt x="1348980" y="993158"/>
                  <a:pt x="1332211" y="993158"/>
                </a:cubicBezTo>
                <a:cubicBezTo>
                  <a:pt x="1315441" y="993158"/>
                  <a:pt x="1301847" y="979564"/>
                  <a:pt x="1301847" y="962795"/>
                </a:cubicBezTo>
                <a:cubicBezTo>
                  <a:pt x="1301847" y="946025"/>
                  <a:pt x="1315441" y="932431"/>
                  <a:pt x="1332211" y="932431"/>
                </a:cubicBezTo>
                <a:close/>
                <a:moveTo>
                  <a:pt x="1259656" y="932431"/>
                </a:moveTo>
                <a:cubicBezTo>
                  <a:pt x="1276426" y="932431"/>
                  <a:pt x="1290020" y="946025"/>
                  <a:pt x="1290020" y="962795"/>
                </a:cubicBezTo>
                <a:cubicBezTo>
                  <a:pt x="1290020" y="979564"/>
                  <a:pt x="1276426" y="993158"/>
                  <a:pt x="1259656" y="993158"/>
                </a:cubicBezTo>
                <a:cubicBezTo>
                  <a:pt x="1242887" y="993158"/>
                  <a:pt x="1229293" y="979564"/>
                  <a:pt x="1229293" y="962795"/>
                </a:cubicBezTo>
                <a:cubicBezTo>
                  <a:pt x="1229293" y="946025"/>
                  <a:pt x="1242887" y="932431"/>
                  <a:pt x="1259656" y="932431"/>
                </a:cubicBezTo>
                <a:close/>
                <a:moveTo>
                  <a:pt x="1187102" y="932431"/>
                </a:moveTo>
                <a:cubicBezTo>
                  <a:pt x="1203871" y="932431"/>
                  <a:pt x="1217465" y="946025"/>
                  <a:pt x="1217465" y="962795"/>
                </a:cubicBezTo>
                <a:cubicBezTo>
                  <a:pt x="1217465" y="979564"/>
                  <a:pt x="1203871" y="993158"/>
                  <a:pt x="1187102" y="993158"/>
                </a:cubicBezTo>
                <a:cubicBezTo>
                  <a:pt x="1170332" y="993158"/>
                  <a:pt x="1156738" y="979564"/>
                  <a:pt x="1156738" y="962795"/>
                </a:cubicBezTo>
                <a:cubicBezTo>
                  <a:pt x="1156738" y="946025"/>
                  <a:pt x="1170332" y="932431"/>
                  <a:pt x="1187102" y="932431"/>
                </a:cubicBezTo>
                <a:close/>
                <a:moveTo>
                  <a:pt x="1114547" y="932431"/>
                </a:moveTo>
                <a:cubicBezTo>
                  <a:pt x="1131317" y="932431"/>
                  <a:pt x="1144911" y="946025"/>
                  <a:pt x="1144911" y="962795"/>
                </a:cubicBezTo>
                <a:cubicBezTo>
                  <a:pt x="1144911" y="979564"/>
                  <a:pt x="1131317" y="993158"/>
                  <a:pt x="1114547" y="993158"/>
                </a:cubicBezTo>
                <a:cubicBezTo>
                  <a:pt x="1097778" y="993158"/>
                  <a:pt x="1084184" y="979564"/>
                  <a:pt x="1084184" y="962795"/>
                </a:cubicBezTo>
                <a:cubicBezTo>
                  <a:pt x="1084184" y="946025"/>
                  <a:pt x="1097778" y="932431"/>
                  <a:pt x="1114547" y="932431"/>
                </a:cubicBezTo>
                <a:close/>
                <a:moveTo>
                  <a:pt x="1041993" y="932431"/>
                </a:moveTo>
                <a:cubicBezTo>
                  <a:pt x="1058762" y="932431"/>
                  <a:pt x="1072356" y="946025"/>
                  <a:pt x="1072356" y="962795"/>
                </a:cubicBezTo>
                <a:cubicBezTo>
                  <a:pt x="1072356" y="979564"/>
                  <a:pt x="1058762" y="993158"/>
                  <a:pt x="1041993" y="993158"/>
                </a:cubicBezTo>
                <a:cubicBezTo>
                  <a:pt x="1025223" y="993158"/>
                  <a:pt x="1011629" y="979564"/>
                  <a:pt x="1011629" y="962795"/>
                </a:cubicBezTo>
                <a:cubicBezTo>
                  <a:pt x="1011629" y="946025"/>
                  <a:pt x="1025223" y="932431"/>
                  <a:pt x="1041993" y="932431"/>
                </a:cubicBezTo>
                <a:close/>
                <a:moveTo>
                  <a:pt x="969438" y="932431"/>
                </a:moveTo>
                <a:cubicBezTo>
                  <a:pt x="986208" y="932431"/>
                  <a:pt x="999801" y="946025"/>
                  <a:pt x="999801" y="962795"/>
                </a:cubicBezTo>
                <a:cubicBezTo>
                  <a:pt x="999801" y="979564"/>
                  <a:pt x="986208" y="993158"/>
                  <a:pt x="969438" y="993158"/>
                </a:cubicBezTo>
                <a:cubicBezTo>
                  <a:pt x="952669" y="993158"/>
                  <a:pt x="939075" y="979564"/>
                  <a:pt x="939075" y="962795"/>
                </a:cubicBezTo>
                <a:cubicBezTo>
                  <a:pt x="939075" y="946025"/>
                  <a:pt x="952669" y="932431"/>
                  <a:pt x="969438" y="932431"/>
                </a:cubicBezTo>
                <a:close/>
                <a:moveTo>
                  <a:pt x="896883" y="932431"/>
                </a:moveTo>
                <a:cubicBezTo>
                  <a:pt x="913653" y="932431"/>
                  <a:pt x="927247" y="946025"/>
                  <a:pt x="927247" y="962795"/>
                </a:cubicBezTo>
                <a:cubicBezTo>
                  <a:pt x="927247" y="979564"/>
                  <a:pt x="913653" y="993158"/>
                  <a:pt x="896883" y="993158"/>
                </a:cubicBezTo>
                <a:cubicBezTo>
                  <a:pt x="880114" y="993158"/>
                  <a:pt x="866520" y="979564"/>
                  <a:pt x="866520" y="962795"/>
                </a:cubicBezTo>
                <a:cubicBezTo>
                  <a:pt x="866520" y="946025"/>
                  <a:pt x="880114" y="932431"/>
                  <a:pt x="896883" y="932431"/>
                </a:cubicBezTo>
                <a:close/>
                <a:moveTo>
                  <a:pt x="824329" y="932431"/>
                </a:moveTo>
                <a:cubicBezTo>
                  <a:pt x="841098" y="932431"/>
                  <a:pt x="854692" y="946025"/>
                  <a:pt x="854692" y="962795"/>
                </a:cubicBezTo>
                <a:cubicBezTo>
                  <a:pt x="854692" y="979564"/>
                  <a:pt x="841098" y="993158"/>
                  <a:pt x="824329" y="993158"/>
                </a:cubicBezTo>
                <a:cubicBezTo>
                  <a:pt x="807559" y="993158"/>
                  <a:pt x="793965" y="979564"/>
                  <a:pt x="793965" y="962795"/>
                </a:cubicBezTo>
                <a:cubicBezTo>
                  <a:pt x="793965" y="946025"/>
                  <a:pt x="807559" y="932431"/>
                  <a:pt x="824329" y="932431"/>
                </a:cubicBezTo>
                <a:close/>
                <a:moveTo>
                  <a:pt x="751774" y="932431"/>
                </a:moveTo>
                <a:cubicBezTo>
                  <a:pt x="768544" y="932431"/>
                  <a:pt x="782138" y="946025"/>
                  <a:pt x="782138" y="962795"/>
                </a:cubicBezTo>
                <a:cubicBezTo>
                  <a:pt x="782138" y="979564"/>
                  <a:pt x="768544" y="993158"/>
                  <a:pt x="751774" y="993158"/>
                </a:cubicBezTo>
                <a:cubicBezTo>
                  <a:pt x="735005" y="993158"/>
                  <a:pt x="721411" y="979564"/>
                  <a:pt x="721411" y="962795"/>
                </a:cubicBezTo>
                <a:cubicBezTo>
                  <a:pt x="721411" y="946025"/>
                  <a:pt x="735005" y="932431"/>
                  <a:pt x="751774" y="932431"/>
                </a:cubicBezTo>
                <a:close/>
                <a:moveTo>
                  <a:pt x="679220" y="932431"/>
                </a:moveTo>
                <a:cubicBezTo>
                  <a:pt x="695989" y="932431"/>
                  <a:pt x="709583" y="946025"/>
                  <a:pt x="709583" y="962795"/>
                </a:cubicBezTo>
                <a:cubicBezTo>
                  <a:pt x="709583" y="979564"/>
                  <a:pt x="695989" y="993158"/>
                  <a:pt x="679220" y="993158"/>
                </a:cubicBezTo>
                <a:cubicBezTo>
                  <a:pt x="662450" y="993158"/>
                  <a:pt x="648856" y="979564"/>
                  <a:pt x="648856" y="962795"/>
                </a:cubicBezTo>
                <a:cubicBezTo>
                  <a:pt x="648856" y="946025"/>
                  <a:pt x="662450" y="932431"/>
                  <a:pt x="679220" y="932431"/>
                </a:cubicBezTo>
                <a:close/>
                <a:moveTo>
                  <a:pt x="606665" y="932431"/>
                </a:moveTo>
                <a:cubicBezTo>
                  <a:pt x="623435" y="932431"/>
                  <a:pt x="637029" y="946025"/>
                  <a:pt x="637029" y="962795"/>
                </a:cubicBezTo>
                <a:cubicBezTo>
                  <a:pt x="637029" y="979564"/>
                  <a:pt x="623435" y="993158"/>
                  <a:pt x="606665" y="993158"/>
                </a:cubicBezTo>
                <a:cubicBezTo>
                  <a:pt x="589896" y="993158"/>
                  <a:pt x="576302" y="979564"/>
                  <a:pt x="576302" y="962795"/>
                </a:cubicBezTo>
                <a:cubicBezTo>
                  <a:pt x="576302" y="946025"/>
                  <a:pt x="589896" y="932431"/>
                  <a:pt x="606665" y="932431"/>
                </a:cubicBezTo>
                <a:close/>
                <a:moveTo>
                  <a:pt x="534111" y="932431"/>
                </a:moveTo>
                <a:cubicBezTo>
                  <a:pt x="550880" y="932431"/>
                  <a:pt x="564474" y="946025"/>
                  <a:pt x="564474" y="962795"/>
                </a:cubicBezTo>
                <a:cubicBezTo>
                  <a:pt x="564474" y="979564"/>
                  <a:pt x="550880" y="993158"/>
                  <a:pt x="534111" y="993158"/>
                </a:cubicBezTo>
                <a:cubicBezTo>
                  <a:pt x="517341" y="993158"/>
                  <a:pt x="503747" y="979564"/>
                  <a:pt x="503747" y="962795"/>
                </a:cubicBezTo>
                <a:cubicBezTo>
                  <a:pt x="503747" y="946025"/>
                  <a:pt x="517341" y="932431"/>
                  <a:pt x="534111" y="932431"/>
                </a:cubicBezTo>
                <a:close/>
                <a:moveTo>
                  <a:pt x="461556" y="932431"/>
                </a:moveTo>
                <a:cubicBezTo>
                  <a:pt x="478326" y="932431"/>
                  <a:pt x="491920" y="946025"/>
                  <a:pt x="491920" y="962795"/>
                </a:cubicBezTo>
                <a:cubicBezTo>
                  <a:pt x="491920" y="979564"/>
                  <a:pt x="478326" y="993158"/>
                  <a:pt x="461556" y="993158"/>
                </a:cubicBezTo>
                <a:cubicBezTo>
                  <a:pt x="444787" y="993158"/>
                  <a:pt x="431192" y="979564"/>
                  <a:pt x="431192" y="962795"/>
                </a:cubicBezTo>
                <a:cubicBezTo>
                  <a:pt x="431192" y="946025"/>
                  <a:pt x="444787" y="932431"/>
                  <a:pt x="461556" y="932431"/>
                </a:cubicBezTo>
                <a:close/>
                <a:moveTo>
                  <a:pt x="389002" y="932431"/>
                </a:moveTo>
                <a:cubicBezTo>
                  <a:pt x="405771" y="932431"/>
                  <a:pt x="419365" y="946025"/>
                  <a:pt x="419365" y="962795"/>
                </a:cubicBezTo>
                <a:cubicBezTo>
                  <a:pt x="419365" y="979564"/>
                  <a:pt x="405771" y="993158"/>
                  <a:pt x="389002" y="993158"/>
                </a:cubicBezTo>
                <a:cubicBezTo>
                  <a:pt x="372232" y="993158"/>
                  <a:pt x="358638" y="979564"/>
                  <a:pt x="358638" y="962795"/>
                </a:cubicBezTo>
                <a:cubicBezTo>
                  <a:pt x="358638" y="946025"/>
                  <a:pt x="372232" y="932431"/>
                  <a:pt x="389002" y="932431"/>
                </a:cubicBezTo>
                <a:close/>
                <a:moveTo>
                  <a:pt x="316447" y="932431"/>
                </a:moveTo>
                <a:cubicBezTo>
                  <a:pt x="333216" y="932431"/>
                  <a:pt x="346810" y="946025"/>
                  <a:pt x="346810" y="962795"/>
                </a:cubicBezTo>
                <a:cubicBezTo>
                  <a:pt x="346810" y="979564"/>
                  <a:pt x="333216" y="993158"/>
                  <a:pt x="316447" y="993158"/>
                </a:cubicBezTo>
                <a:cubicBezTo>
                  <a:pt x="299677" y="993158"/>
                  <a:pt x="286084" y="979564"/>
                  <a:pt x="286084" y="962795"/>
                </a:cubicBezTo>
                <a:cubicBezTo>
                  <a:pt x="286084" y="946025"/>
                  <a:pt x="299677" y="932431"/>
                  <a:pt x="316447" y="932431"/>
                </a:cubicBezTo>
                <a:close/>
                <a:moveTo>
                  <a:pt x="243892" y="932431"/>
                </a:moveTo>
                <a:cubicBezTo>
                  <a:pt x="260662" y="932431"/>
                  <a:pt x="274256" y="946025"/>
                  <a:pt x="274256" y="962795"/>
                </a:cubicBezTo>
                <a:cubicBezTo>
                  <a:pt x="274256" y="979564"/>
                  <a:pt x="260662" y="993158"/>
                  <a:pt x="243892" y="993158"/>
                </a:cubicBezTo>
                <a:cubicBezTo>
                  <a:pt x="227123" y="993158"/>
                  <a:pt x="213529" y="979564"/>
                  <a:pt x="213529" y="962795"/>
                </a:cubicBezTo>
                <a:cubicBezTo>
                  <a:pt x="213529" y="946025"/>
                  <a:pt x="227123" y="932431"/>
                  <a:pt x="243892" y="932431"/>
                </a:cubicBezTo>
                <a:close/>
                <a:moveTo>
                  <a:pt x="171339" y="932431"/>
                </a:moveTo>
                <a:cubicBezTo>
                  <a:pt x="188107" y="932431"/>
                  <a:pt x="201701" y="946025"/>
                  <a:pt x="201701" y="962795"/>
                </a:cubicBezTo>
                <a:cubicBezTo>
                  <a:pt x="201701" y="979564"/>
                  <a:pt x="188107" y="993158"/>
                  <a:pt x="171339" y="993158"/>
                </a:cubicBezTo>
                <a:cubicBezTo>
                  <a:pt x="154645" y="993158"/>
                  <a:pt x="141051" y="979564"/>
                  <a:pt x="141051" y="962795"/>
                </a:cubicBezTo>
                <a:cubicBezTo>
                  <a:pt x="141051" y="946025"/>
                  <a:pt x="154645" y="932431"/>
                  <a:pt x="171339" y="932431"/>
                </a:cubicBezTo>
                <a:close/>
                <a:moveTo>
                  <a:pt x="98870" y="932431"/>
                </a:moveTo>
                <a:cubicBezTo>
                  <a:pt x="115634" y="932431"/>
                  <a:pt x="129228" y="946025"/>
                  <a:pt x="129228" y="962795"/>
                </a:cubicBezTo>
                <a:cubicBezTo>
                  <a:pt x="129228" y="979564"/>
                  <a:pt x="115634" y="993158"/>
                  <a:pt x="98870" y="993158"/>
                </a:cubicBezTo>
                <a:cubicBezTo>
                  <a:pt x="82099" y="993158"/>
                  <a:pt x="68505" y="979564"/>
                  <a:pt x="68505" y="962795"/>
                </a:cubicBezTo>
                <a:cubicBezTo>
                  <a:pt x="68505" y="946025"/>
                  <a:pt x="82099" y="932431"/>
                  <a:pt x="98870" y="932431"/>
                </a:cubicBezTo>
                <a:close/>
                <a:moveTo>
                  <a:pt x="26316" y="932431"/>
                </a:moveTo>
                <a:cubicBezTo>
                  <a:pt x="43081" y="932431"/>
                  <a:pt x="56676" y="946025"/>
                  <a:pt x="56676" y="962795"/>
                </a:cubicBezTo>
                <a:cubicBezTo>
                  <a:pt x="56676" y="979564"/>
                  <a:pt x="43081" y="993158"/>
                  <a:pt x="26316" y="993158"/>
                </a:cubicBezTo>
                <a:cubicBezTo>
                  <a:pt x="17931" y="993158"/>
                  <a:pt x="10340" y="989760"/>
                  <a:pt x="4845" y="984265"/>
                </a:cubicBezTo>
                <a:lnTo>
                  <a:pt x="0" y="972570"/>
                </a:lnTo>
                <a:lnTo>
                  <a:pt x="0" y="953020"/>
                </a:lnTo>
                <a:lnTo>
                  <a:pt x="4845" y="941324"/>
                </a:lnTo>
                <a:cubicBezTo>
                  <a:pt x="10340" y="935830"/>
                  <a:pt x="17931" y="932431"/>
                  <a:pt x="26316" y="932431"/>
                </a:cubicBezTo>
                <a:close/>
                <a:moveTo>
                  <a:pt x="1612513" y="853981"/>
                </a:moveTo>
                <a:lnTo>
                  <a:pt x="1607766" y="872445"/>
                </a:lnTo>
                <a:lnTo>
                  <a:pt x="1598477" y="897823"/>
                </a:lnTo>
                <a:lnTo>
                  <a:pt x="1592066" y="882343"/>
                </a:lnTo>
                <a:cubicBezTo>
                  <a:pt x="1592066" y="869766"/>
                  <a:pt x="1599712" y="858975"/>
                  <a:pt x="1610610" y="854366"/>
                </a:cubicBezTo>
                <a:close/>
                <a:moveTo>
                  <a:pt x="1549874" y="851979"/>
                </a:moveTo>
                <a:cubicBezTo>
                  <a:pt x="1566644" y="851979"/>
                  <a:pt x="1580238" y="865573"/>
                  <a:pt x="1580238" y="882343"/>
                </a:cubicBezTo>
                <a:cubicBezTo>
                  <a:pt x="1580238" y="899112"/>
                  <a:pt x="1566644" y="912706"/>
                  <a:pt x="1549874" y="912706"/>
                </a:cubicBezTo>
                <a:cubicBezTo>
                  <a:pt x="1533105" y="912706"/>
                  <a:pt x="1519511" y="899112"/>
                  <a:pt x="1519511" y="882343"/>
                </a:cubicBezTo>
                <a:cubicBezTo>
                  <a:pt x="1519511" y="865573"/>
                  <a:pt x="1533105" y="851979"/>
                  <a:pt x="1549874" y="851979"/>
                </a:cubicBezTo>
                <a:close/>
                <a:moveTo>
                  <a:pt x="1477320" y="851979"/>
                </a:moveTo>
                <a:cubicBezTo>
                  <a:pt x="1494089" y="851979"/>
                  <a:pt x="1507683" y="865573"/>
                  <a:pt x="1507683" y="882343"/>
                </a:cubicBezTo>
                <a:cubicBezTo>
                  <a:pt x="1507683" y="899112"/>
                  <a:pt x="1494089" y="912706"/>
                  <a:pt x="1477320" y="912706"/>
                </a:cubicBezTo>
                <a:cubicBezTo>
                  <a:pt x="1460550" y="912706"/>
                  <a:pt x="1446956" y="899112"/>
                  <a:pt x="1446956" y="882343"/>
                </a:cubicBezTo>
                <a:cubicBezTo>
                  <a:pt x="1446956" y="865573"/>
                  <a:pt x="1460550" y="851979"/>
                  <a:pt x="1477320" y="851979"/>
                </a:cubicBezTo>
                <a:close/>
                <a:moveTo>
                  <a:pt x="1404765" y="851979"/>
                </a:moveTo>
                <a:cubicBezTo>
                  <a:pt x="1421535" y="851979"/>
                  <a:pt x="1435129" y="865573"/>
                  <a:pt x="1435129" y="882343"/>
                </a:cubicBezTo>
                <a:cubicBezTo>
                  <a:pt x="1435129" y="899112"/>
                  <a:pt x="1421535" y="912706"/>
                  <a:pt x="1404765" y="912706"/>
                </a:cubicBezTo>
                <a:cubicBezTo>
                  <a:pt x="1387996" y="912706"/>
                  <a:pt x="1374402" y="899112"/>
                  <a:pt x="1374402" y="882343"/>
                </a:cubicBezTo>
                <a:cubicBezTo>
                  <a:pt x="1374402" y="865573"/>
                  <a:pt x="1387996" y="851979"/>
                  <a:pt x="1404765" y="851979"/>
                </a:cubicBezTo>
                <a:close/>
                <a:moveTo>
                  <a:pt x="1332211" y="851979"/>
                </a:moveTo>
                <a:cubicBezTo>
                  <a:pt x="1348980" y="851979"/>
                  <a:pt x="1362574" y="865573"/>
                  <a:pt x="1362574" y="882343"/>
                </a:cubicBezTo>
                <a:cubicBezTo>
                  <a:pt x="1362574" y="899112"/>
                  <a:pt x="1348980" y="912706"/>
                  <a:pt x="1332211" y="912706"/>
                </a:cubicBezTo>
                <a:cubicBezTo>
                  <a:pt x="1315441" y="912706"/>
                  <a:pt x="1301847" y="899112"/>
                  <a:pt x="1301847" y="882343"/>
                </a:cubicBezTo>
                <a:cubicBezTo>
                  <a:pt x="1301847" y="865573"/>
                  <a:pt x="1315441" y="851979"/>
                  <a:pt x="1332211" y="851979"/>
                </a:cubicBezTo>
                <a:close/>
                <a:moveTo>
                  <a:pt x="1259656" y="851979"/>
                </a:moveTo>
                <a:cubicBezTo>
                  <a:pt x="1276426" y="851979"/>
                  <a:pt x="1290020" y="865573"/>
                  <a:pt x="1290020" y="882343"/>
                </a:cubicBezTo>
                <a:cubicBezTo>
                  <a:pt x="1290020" y="899112"/>
                  <a:pt x="1276426" y="912706"/>
                  <a:pt x="1259656" y="912706"/>
                </a:cubicBezTo>
                <a:cubicBezTo>
                  <a:pt x="1242887" y="912706"/>
                  <a:pt x="1229293" y="899112"/>
                  <a:pt x="1229293" y="882343"/>
                </a:cubicBezTo>
                <a:cubicBezTo>
                  <a:pt x="1229293" y="865573"/>
                  <a:pt x="1242887" y="851979"/>
                  <a:pt x="1259656" y="851979"/>
                </a:cubicBezTo>
                <a:close/>
                <a:moveTo>
                  <a:pt x="1187102" y="851979"/>
                </a:moveTo>
                <a:cubicBezTo>
                  <a:pt x="1203871" y="851979"/>
                  <a:pt x="1217465" y="865573"/>
                  <a:pt x="1217465" y="882343"/>
                </a:cubicBezTo>
                <a:cubicBezTo>
                  <a:pt x="1217465" y="899112"/>
                  <a:pt x="1203871" y="912706"/>
                  <a:pt x="1187102" y="912706"/>
                </a:cubicBezTo>
                <a:cubicBezTo>
                  <a:pt x="1170332" y="912706"/>
                  <a:pt x="1156738" y="899112"/>
                  <a:pt x="1156738" y="882343"/>
                </a:cubicBezTo>
                <a:cubicBezTo>
                  <a:pt x="1156738" y="865573"/>
                  <a:pt x="1170332" y="851979"/>
                  <a:pt x="1187102" y="851979"/>
                </a:cubicBezTo>
                <a:close/>
                <a:moveTo>
                  <a:pt x="1114547" y="851979"/>
                </a:moveTo>
                <a:cubicBezTo>
                  <a:pt x="1131317" y="851979"/>
                  <a:pt x="1144911" y="865573"/>
                  <a:pt x="1144911" y="882343"/>
                </a:cubicBezTo>
                <a:cubicBezTo>
                  <a:pt x="1144911" y="899112"/>
                  <a:pt x="1131317" y="912706"/>
                  <a:pt x="1114547" y="912706"/>
                </a:cubicBezTo>
                <a:cubicBezTo>
                  <a:pt x="1097778" y="912706"/>
                  <a:pt x="1084184" y="899112"/>
                  <a:pt x="1084184" y="882343"/>
                </a:cubicBezTo>
                <a:cubicBezTo>
                  <a:pt x="1084184" y="865573"/>
                  <a:pt x="1097778" y="851979"/>
                  <a:pt x="1114547" y="851979"/>
                </a:cubicBezTo>
                <a:close/>
                <a:moveTo>
                  <a:pt x="1041993" y="851979"/>
                </a:moveTo>
                <a:cubicBezTo>
                  <a:pt x="1058762" y="851979"/>
                  <a:pt x="1072356" y="865573"/>
                  <a:pt x="1072356" y="882343"/>
                </a:cubicBezTo>
                <a:cubicBezTo>
                  <a:pt x="1072356" y="899112"/>
                  <a:pt x="1058762" y="912706"/>
                  <a:pt x="1041993" y="912706"/>
                </a:cubicBezTo>
                <a:cubicBezTo>
                  <a:pt x="1025223" y="912706"/>
                  <a:pt x="1011629" y="899112"/>
                  <a:pt x="1011629" y="882343"/>
                </a:cubicBezTo>
                <a:cubicBezTo>
                  <a:pt x="1011629" y="865573"/>
                  <a:pt x="1025223" y="851979"/>
                  <a:pt x="1041993" y="851979"/>
                </a:cubicBezTo>
                <a:close/>
                <a:moveTo>
                  <a:pt x="969438" y="851979"/>
                </a:moveTo>
                <a:cubicBezTo>
                  <a:pt x="986208" y="851979"/>
                  <a:pt x="999801" y="865573"/>
                  <a:pt x="999801" y="882343"/>
                </a:cubicBezTo>
                <a:cubicBezTo>
                  <a:pt x="999801" y="899112"/>
                  <a:pt x="986208" y="912706"/>
                  <a:pt x="969438" y="912706"/>
                </a:cubicBezTo>
                <a:cubicBezTo>
                  <a:pt x="952669" y="912706"/>
                  <a:pt x="939075" y="899112"/>
                  <a:pt x="939075" y="882343"/>
                </a:cubicBezTo>
                <a:cubicBezTo>
                  <a:pt x="939075" y="865573"/>
                  <a:pt x="952669" y="851979"/>
                  <a:pt x="969438" y="851979"/>
                </a:cubicBezTo>
                <a:close/>
                <a:moveTo>
                  <a:pt x="896883" y="851979"/>
                </a:moveTo>
                <a:cubicBezTo>
                  <a:pt x="913653" y="851979"/>
                  <a:pt x="927247" y="865573"/>
                  <a:pt x="927247" y="882343"/>
                </a:cubicBezTo>
                <a:cubicBezTo>
                  <a:pt x="927247" y="899112"/>
                  <a:pt x="913653" y="912706"/>
                  <a:pt x="896883" y="912706"/>
                </a:cubicBezTo>
                <a:cubicBezTo>
                  <a:pt x="880114" y="912706"/>
                  <a:pt x="866520" y="899112"/>
                  <a:pt x="866520" y="882343"/>
                </a:cubicBezTo>
                <a:cubicBezTo>
                  <a:pt x="866520" y="865573"/>
                  <a:pt x="880114" y="851979"/>
                  <a:pt x="896883" y="851979"/>
                </a:cubicBezTo>
                <a:close/>
                <a:moveTo>
                  <a:pt x="824329" y="851979"/>
                </a:moveTo>
                <a:cubicBezTo>
                  <a:pt x="841098" y="851979"/>
                  <a:pt x="854692" y="865573"/>
                  <a:pt x="854692" y="882343"/>
                </a:cubicBezTo>
                <a:cubicBezTo>
                  <a:pt x="854692" y="899112"/>
                  <a:pt x="841098" y="912706"/>
                  <a:pt x="824329" y="912706"/>
                </a:cubicBezTo>
                <a:cubicBezTo>
                  <a:pt x="807559" y="912706"/>
                  <a:pt x="793965" y="899112"/>
                  <a:pt x="793965" y="882343"/>
                </a:cubicBezTo>
                <a:cubicBezTo>
                  <a:pt x="793965" y="865573"/>
                  <a:pt x="807559" y="851979"/>
                  <a:pt x="824329" y="851979"/>
                </a:cubicBezTo>
                <a:close/>
                <a:moveTo>
                  <a:pt x="751774" y="851979"/>
                </a:moveTo>
                <a:cubicBezTo>
                  <a:pt x="768544" y="851979"/>
                  <a:pt x="782138" y="865573"/>
                  <a:pt x="782138" y="882343"/>
                </a:cubicBezTo>
                <a:cubicBezTo>
                  <a:pt x="782138" y="899112"/>
                  <a:pt x="768544" y="912706"/>
                  <a:pt x="751774" y="912706"/>
                </a:cubicBezTo>
                <a:cubicBezTo>
                  <a:pt x="735005" y="912706"/>
                  <a:pt x="721411" y="899112"/>
                  <a:pt x="721411" y="882343"/>
                </a:cubicBezTo>
                <a:cubicBezTo>
                  <a:pt x="721411" y="865573"/>
                  <a:pt x="735005" y="851979"/>
                  <a:pt x="751774" y="851979"/>
                </a:cubicBezTo>
                <a:close/>
                <a:moveTo>
                  <a:pt x="679220" y="851979"/>
                </a:moveTo>
                <a:cubicBezTo>
                  <a:pt x="695989" y="851979"/>
                  <a:pt x="709583" y="865573"/>
                  <a:pt x="709583" y="882343"/>
                </a:cubicBezTo>
                <a:cubicBezTo>
                  <a:pt x="709583" y="899112"/>
                  <a:pt x="695989" y="912706"/>
                  <a:pt x="679220" y="912706"/>
                </a:cubicBezTo>
                <a:cubicBezTo>
                  <a:pt x="662450" y="912706"/>
                  <a:pt x="648856" y="899112"/>
                  <a:pt x="648856" y="882343"/>
                </a:cubicBezTo>
                <a:cubicBezTo>
                  <a:pt x="648856" y="865573"/>
                  <a:pt x="662450" y="851979"/>
                  <a:pt x="679220" y="851979"/>
                </a:cubicBezTo>
                <a:close/>
                <a:moveTo>
                  <a:pt x="606665" y="851979"/>
                </a:moveTo>
                <a:cubicBezTo>
                  <a:pt x="623435" y="851979"/>
                  <a:pt x="637029" y="865573"/>
                  <a:pt x="637029" y="882343"/>
                </a:cubicBezTo>
                <a:cubicBezTo>
                  <a:pt x="637029" y="899112"/>
                  <a:pt x="623435" y="912706"/>
                  <a:pt x="606665" y="912706"/>
                </a:cubicBezTo>
                <a:cubicBezTo>
                  <a:pt x="589896" y="912706"/>
                  <a:pt x="576302" y="899112"/>
                  <a:pt x="576302" y="882343"/>
                </a:cubicBezTo>
                <a:cubicBezTo>
                  <a:pt x="576302" y="865573"/>
                  <a:pt x="589896" y="851979"/>
                  <a:pt x="606665" y="851979"/>
                </a:cubicBezTo>
                <a:close/>
                <a:moveTo>
                  <a:pt x="534111" y="851979"/>
                </a:moveTo>
                <a:cubicBezTo>
                  <a:pt x="550880" y="851979"/>
                  <a:pt x="564474" y="865573"/>
                  <a:pt x="564474" y="882343"/>
                </a:cubicBezTo>
                <a:cubicBezTo>
                  <a:pt x="564474" y="899112"/>
                  <a:pt x="550880" y="912706"/>
                  <a:pt x="534111" y="912706"/>
                </a:cubicBezTo>
                <a:cubicBezTo>
                  <a:pt x="517341" y="912706"/>
                  <a:pt x="503747" y="899112"/>
                  <a:pt x="503747" y="882343"/>
                </a:cubicBezTo>
                <a:cubicBezTo>
                  <a:pt x="503747" y="865573"/>
                  <a:pt x="517341" y="851979"/>
                  <a:pt x="534111" y="851979"/>
                </a:cubicBezTo>
                <a:close/>
                <a:moveTo>
                  <a:pt x="461556" y="851979"/>
                </a:moveTo>
                <a:cubicBezTo>
                  <a:pt x="478326" y="851979"/>
                  <a:pt x="491920" y="865573"/>
                  <a:pt x="491920" y="882343"/>
                </a:cubicBezTo>
                <a:cubicBezTo>
                  <a:pt x="491920" y="899112"/>
                  <a:pt x="478326" y="912706"/>
                  <a:pt x="461556" y="912706"/>
                </a:cubicBezTo>
                <a:cubicBezTo>
                  <a:pt x="444787" y="912706"/>
                  <a:pt x="431192" y="899112"/>
                  <a:pt x="431192" y="882343"/>
                </a:cubicBezTo>
                <a:cubicBezTo>
                  <a:pt x="431192" y="865573"/>
                  <a:pt x="444787" y="851979"/>
                  <a:pt x="461556" y="851979"/>
                </a:cubicBezTo>
                <a:close/>
                <a:moveTo>
                  <a:pt x="389002" y="851979"/>
                </a:moveTo>
                <a:cubicBezTo>
                  <a:pt x="405771" y="851979"/>
                  <a:pt x="419365" y="865573"/>
                  <a:pt x="419365" y="882343"/>
                </a:cubicBezTo>
                <a:cubicBezTo>
                  <a:pt x="419365" y="899112"/>
                  <a:pt x="405771" y="912706"/>
                  <a:pt x="389002" y="912706"/>
                </a:cubicBezTo>
                <a:cubicBezTo>
                  <a:pt x="372232" y="912706"/>
                  <a:pt x="358638" y="899112"/>
                  <a:pt x="358638" y="882343"/>
                </a:cubicBezTo>
                <a:cubicBezTo>
                  <a:pt x="358638" y="865573"/>
                  <a:pt x="372232" y="851979"/>
                  <a:pt x="389002" y="851979"/>
                </a:cubicBezTo>
                <a:close/>
                <a:moveTo>
                  <a:pt x="316447" y="851979"/>
                </a:moveTo>
                <a:cubicBezTo>
                  <a:pt x="333216" y="851979"/>
                  <a:pt x="346810" y="865573"/>
                  <a:pt x="346810" y="882343"/>
                </a:cubicBezTo>
                <a:cubicBezTo>
                  <a:pt x="346810" y="899112"/>
                  <a:pt x="333216" y="912706"/>
                  <a:pt x="316447" y="912706"/>
                </a:cubicBezTo>
                <a:cubicBezTo>
                  <a:pt x="299677" y="912706"/>
                  <a:pt x="286084" y="899112"/>
                  <a:pt x="286084" y="882343"/>
                </a:cubicBezTo>
                <a:cubicBezTo>
                  <a:pt x="286084" y="865573"/>
                  <a:pt x="299677" y="851979"/>
                  <a:pt x="316447" y="851979"/>
                </a:cubicBezTo>
                <a:close/>
                <a:moveTo>
                  <a:pt x="243892" y="851979"/>
                </a:moveTo>
                <a:cubicBezTo>
                  <a:pt x="260662" y="851979"/>
                  <a:pt x="274256" y="865573"/>
                  <a:pt x="274256" y="882343"/>
                </a:cubicBezTo>
                <a:cubicBezTo>
                  <a:pt x="274256" y="899112"/>
                  <a:pt x="260662" y="912706"/>
                  <a:pt x="243892" y="912706"/>
                </a:cubicBezTo>
                <a:cubicBezTo>
                  <a:pt x="227123" y="912706"/>
                  <a:pt x="213529" y="899112"/>
                  <a:pt x="213529" y="882343"/>
                </a:cubicBezTo>
                <a:cubicBezTo>
                  <a:pt x="213529" y="865573"/>
                  <a:pt x="227123" y="851979"/>
                  <a:pt x="243892" y="851979"/>
                </a:cubicBezTo>
                <a:close/>
                <a:moveTo>
                  <a:pt x="171339" y="851979"/>
                </a:moveTo>
                <a:cubicBezTo>
                  <a:pt x="188107" y="851979"/>
                  <a:pt x="201701" y="865573"/>
                  <a:pt x="201701" y="882343"/>
                </a:cubicBezTo>
                <a:cubicBezTo>
                  <a:pt x="201701" y="899112"/>
                  <a:pt x="188107" y="912706"/>
                  <a:pt x="171339" y="912706"/>
                </a:cubicBezTo>
                <a:cubicBezTo>
                  <a:pt x="154651" y="912706"/>
                  <a:pt x="141056" y="899112"/>
                  <a:pt x="141056" y="882343"/>
                </a:cubicBezTo>
                <a:cubicBezTo>
                  <a:pt x="141056" y="865573"/>
                  <a:pt x="154651" y="851979"/>
                  <a:pt x="171339" y="851979"/>
                </a:cubicBezTo>
                <a:close/>
                <a:moveTo>
                  <a:pt x="98877" y="851979"/>
                </a:moveTo>
                <a:cubicBezTo>
                  <a:pt x="115640" y="851979"/>
                  <a:pt x="129234" y="865573"/>
                  <a:pt x="129234" y="882343"/>
                </a:cubicBezTo>
                <a:cubicBezTo>
                  <a:pt x="129234" y="899112"/>
                  <a:pt x="115640" y="912706"/>
                  <a:pt x="98877" y="912706"/>
                </a:cubicBezTo>
                <a:cubicBezTo>
                  <a:pt x="82106" y="912706"/>
                  <a:pt x="68511" y="899112"/>
                  <a:pt x="68511" y="882343"/>
                </a:cubicBezTo>
                <a:cubicBezTo>
                  <a:pt x="68511" y="865573"/>
                  <a:pt x="82106" y="851979"/>
                  <a:pt x="98877" y="851979"/>
                </a:cubicBezTo>
                <a:close/>
                <a:moveTo>
                  <a:pt x="26322" y="851979"/>
                </a:moveTo>
                <a:cubicBezTo>
                  <a:pt x="43087" y="851979"/>
                  <a:pt x="56682" y="865573"/>
                  <a:pt x="56682" y="882343"/>
                </a:cubicBezTo>
                <a:cubicBezTo>
                  <a:pt x="56682" y="899112"/>
                  <a:pt x="43087" y="912706"/>
                  <a:pt x="26322" y="912706"/>
                </a:cubicBezTo>
                <a:cubicBezTo>
                  <a:pt x="17937" y="912706"/>
                  <a:pt x="10346" y="909308"/>
                  <a:pt x="4851" y="903813"/>
                </a:cubicBezTo>
                <a:lnTo>
                  <a:pt x="0" y="892101"/>
                </a:lnTo>
                <a:lnTo>
                  <a:pt x="0" y="872585"/>
                </a:lnTo>
                <a:lnTo>
                  <a:pt x="4851" y="860872"/>
                </a:lnTo>
                <a:cubicBezTo>
                  <a:pt x="10346" y="855378"/>
                  <a:pt x="17937" y="851979"/>
                  <a:pt x="26322" y="851979"/>
                </a:cubicBezTo>
                <a:close/>
                <a:moveTo>
                  <a:pt x="1622429" y="771528"/>
                </a:moveTo>
                <a:lnTo>
                  <a:pt x="1633158" y="773694"/>
                </a:lnTo>
                <a:lnTo>
                  <a:pt x="1618313" y="831424"/>
                </a:lnTo>
                <a:lnTo>
                  <a:pt x="1610610" y="829868"/>
                </a:lnTo>
                <a:cubicBezTo>
                  <a:pt x="1599712" y="825259"/>
                  <a:pt x="1592066" y="814469"/>
                  <a:pt x="1592066" y="801891"/>
                </a:cubicBezTo>
                <a:cubicBezTo>
                  <a:pt x="1592066" y="785122"/>
                  <a:pt x="1605659" y="771528"/>
                  <a:pt x="1622429" y="771528"/>
                </a:cubicBezTo>
                <a:close/>
                <a:moveTo>
                  <a:pt x="1549874" y="771528"/>
                </a:moveTo>
                <a:cubicBezTo>
                  <a:pt x="1566644" y="771528"/>
                  <a:pt x="1580238" y="785122"/>
                  <a:pt x="1580238" y="801891"/>
                </a:cubicBezTo>
                <a:cubicBezTo>
                  <a:pt x="1580238" y="818661"/>
                  <a:pt x="1566644" y="832255"/>
                  <a:pt x="1549874" y="832255"/>
                </a:cubicBezTo>
                <a:cubicBezTo>
                  <a:pt x="1533105" y="832255"/>
                  <a:pt x="1519511" y="818661"/>
                  <a:pt x="1519511" y="801891"/>
                </a:cubicBezTo>
                <a:cubicBezTo>
                  <a:pt x="1519511" y="785122"/>
                  <a:pt x="1533105" y="771528"/>
                  <a:pt x="1549874" y="771528"/>
                </a:cubicBezTo>
                <a:close/>
                <a:moveTo>
                  <a:pt x="1477320" y="771528"/>
                </a:moveTo>
                <a:cubicBezTo>
                  <a:pt x="1494089" y="771528"/>
                  <a:pt x="1507683" y="785122"/>
                  <a:pt x="1507683" y="801891"/>
                </a:cubicBezTo>
                <a:cubicBezTo>
                  <a:pt x="1507683" y="818661"/>
                  <a:pt x="1494089" y="832255"/>
                  <a:pt x="1477320" y="832255"/>
                </a:cubicBezTo>
                <a:cubicBezTo>
                  <a:pt x="1460550" y="832255"/>
                  <a:pt x="1446956" y="818661"/>
                  <a:pt x="1446956" y="801891"/>
                </a:cubicBezTo>
                <a:cubicBezTo>
                  <a:pt x="1446956" y="785122"/>
                  <a:pt x="1460550" y="771528"/>
                  <a:pt x="1477320" y="771528"/>
                </a:cubicBezTo>
                <a:close/>
                <a:moveTo>
                  <a:pt x="1404765" y="771528"/>
                </a:moveTo>
                <a:cubicBezTo>
                  <a:pt x="1421535" y="771528"/>
                  <a:pt x="1435129" y="785122"/>
                  <a:pt x="1435129" y="801891"/>
                </a:cubicBezTo>
                <a:cubicBezTo>
                  <a:pt x="1435129" y="818661"/>
                  <a:pt x="1421535" y="832255"/>
                  <a:pt x="1404765" y="832255"/>
                </a:cubicBezTo>
                <a:cubicBezTo>
                  <a:pt x="1387996" y="832255"/>
                  <a:pt x="1374402" y="818661"/>
                  <a:pt x="1374402" y="801891"/>
                </a:cubicBezTo>
                <a:cubicBezTo>
                  <a:pt x="1374402" y="785122"/>
                  <a:pt x="1387996" y="771528"/>
                  <a:pt x="1404765" y="771528"/>
                </a:cubicBezTo>
                <a:close/>
                <a:moveTo>
                  <a:pt x="1332211" y="771528"/>
                </a:moveTo>
                <a:cubicBezTo>
                  <a:pt x="1348980" y="771528"/>
                  <a:pt x="1362574" y="785122"/>
                  <a:pt x="1362574" y="801891"/>
                </a:cubicBezTo>
                <a:cubicBezTo>
                  <a:pt x="1362574" y="818661"/>
                  <a:pt x="1348980" y="832255"/>
                  <a:pt x="1332211" y="832255"/>
                </a:cubicBezTo>
                <a:cubicBezTo>
                  <a:pt x="1315441" y="832255"/>
                  <a:pt x="1301847" y="818661"/>
                  <a:pt x="1301847" y="801891"/>
                </a:cubicBezTo>
                <a:cubicBezTo>
                  <a:pt x="1301847" y="785122"/>
                  <a:pt x="1315441" y="771528"/>
                  <a:pt x="1332211" y="771528"/>
                </a:cubicBezTo>
                <a:close/>
                <a:moveTo>
                  <a:pt x="1259656" y="771528"/>
                </a:moveTo>
                <a:cubicBezTo>
                  <a:pt x="1276426" y="771528"/>
                  <a:pt x="1290020" y="785122"/>
                  <a:pt x="1290020" y="801891"/>
                </a:cubicBezTo>
                <a:cubicBezTo>
                  <a:pt x="1290020" y="818661"/>
                  <a:pt x="1276426" y="832255"/>
                  <a:pt x="1259656" y="832255"/>
                </a:cubicBezTo>
                <a:cubicBezTo>
                  <a:pt x="1242887" y="832255"/>
                  <a:pt x="1229293" y="818661"/>
                  <a:pt x="1229293" y="801891"/>
                </a:cubicBezTo>
                <a:cubicBezTo>
                  <a:pt x="1229293" y="785122"/>
                  <a:pt x="1242887" y="771528"/>
                  <a:pt x="1259656" y="771528"/>
                </a:cubicBezTo>
                <a:close/>
                <a:moveTo>
                  <a:pt x="1187102" y="771528"/>
                </a:moveTo>
                <a:cubicBezTo>
                  <a:pt x="1203871" y="771528"/>
                  <a:pt x="1217465" y="785122"/>
                  <a:pt x="1217465" y="801891"/>
                </a:cubicBezTo>
                <a:cubicBezTo>
                  <a:pt x="1217465" y="818661"/>
                  <a:pt x="1203871" y="832255"/>
                  <a:pt x="1187102" y="832255"/>
                </a:cubicBezTo>
                <a:cubicBezTo>
                  <a:pt x="1170332" y="832255"/>
                  <a:pt x="1156738" y="818661"/>
                  <a:pt x="1156738" y="801891"/>
                </a:cubicBezTo>
                <a:cubicBezTo>
                  <a:pt x="1156738" y="785122"/>
                  <a:pt x="1170332" y="771528"/>
                  <a:pt x="1187102" y="771528"/>
                </a:cubicBezTo>
                <a:close/>
                <a:moveTo>
                  <a:pt x="1114547" y="771528"/>
                </a:moveTo>
                <a:cubicBezTo>
                  <a:pt x="1131317" y="771528"/>
                  <a:pt x="1144911" y="785122"/>
                  <a:pt x="1144911" y="801891"/>
                </a:cubicBezTo>
                <a:cubicBezTo>
                  <a:pt x="1144911" y="818661"/>
                  <a:pt x="1131317" y="832255"/>
                  <a:pt x="1114547" y="832255"/>
                </a:cubicBezTo>
                <a:cubicBezTo>
                  <a:pt x="1097778" y="832255"/>
                  <a:pt x="1084184" y="818661"/>
                  <a:pt x="1084184" y="801891"/>
                </a:cubicBezTo>
                <a:cubicBezTo>
                  <a:pt x="1084184" y="785122"/>
                  <a:pt x="1097778" y="771528"/>
                  <a:pt x="1114547" y="771528"/>
                </a:cubicBezTo>
                <a:close/>
                <a:moveTo>
                  <a:pt x="1041993" y="771528"/>
                </a:moveTo>
                <a:cubicBezTo>
                  <a:pt x="1058762" y="771528"/>
                  <a:pt x="1072356" y="785122"/>
                  <a:pt x="1072356" y="801891"/>
                </a:cubicBezTo>
                <a:cubicBezTo>
                  <a:pt x="1072356" y="818661"/>
                  <a:pt x="1058762" y="832255"/>
                  <a:pt x="1041993" y="832255"/>
                </a:cubicBezTo>
                <a:cubicBezTo>
                  <a:pt x="1025223" y="832255"/>
                  <a:pt x="1011629" y="818661"/>
                  <a:pt x="1011629" y="801891"/>
                </a:cubicBezTo>
                <a:cubicBezTo>
                  <a:pt x="1011629" y="785122"/>
                  <a:pt x="1025223" y="771528"/>
                  <a:pt x="1041993" y="771528"/>
                </a:cubicBezTo>
                <a:close/>
                <a:moveTo>
                  <a:pt x="969438" y="771528"/>
                </a:moveTo>
                <a:cubicBezTo>
                  <a:pt x="986208" y="771528"/>
                  <a:pt x="999801" y="785122"/>
                  <a:pt x="999801" y="801891"/>
                </a:cubicBezTo>
                <a:cubicBezTo>
                  <a:pt x="999801" y="818661"/>
                  <a:pt x="986208" y="832255"/>
                  <a:pt x="969438" y="832255"/>
                </a:cubicBezTo>
                <a:cubicBezTo>
                  <a:pt x="952669" y="832255"/>
                  <a:pt x="939075" y="818661"/>
                  <a:pt x="939075" y="801891"/>
                </a:cubicBezTo>
                <a:cubicBezTo>
                  <a:pt x="939075" y="785122"/>
                  <a:pt x="952669" y="771528"/>
                  <a:pt x="969438" y="771528"/>
                </a:cubicBezTo>
                <a:close/>
                <a:moveTo>
                  <a:pt x="896883" y="771528"/>
                </a:moveTo>
                <a:cubicBezTo>
                  <a:pt x="913653" y="771528"/>
                  <a:pt x="927247" y="785122"/>
                  <a:pt x="927247" y="801891"/>
                </a:cubicBezTo>
                <a:cubicBezTo>
                  <a:pt x="927247" y="818661"/>
                  <a:pt x="913653" y="832255"/>
                  <a:pt x="896883" y="832255"/>
                </a:cubicBezTo>
                <a:cubicBezTo>
                  <a:pt x="880114" y="832255"/>
                  <a:pt x="866520" y="818661"/>
                  <a:pt x="866520" y="801891"/>
                </a:cubicBezTo>
                <a:cubicBezTo>
                  <a:pt x="866520" y="785122"/>
                  <a:pt x="880114" y="771528"/>
                  <a:pt x="896883" y="771528"/>
                </a:cubicBezTo>
                <a:close/>
                <a:moveTo>
                  <a:pt x="824329" y="771528"/>
                </a:moveTo>
                <a:cubicBezTo>
                  <a:pt x="841098" y="771528"/>
                  <a:pt x="854692" y="785122"/>
                  <a:pt x="854692" y="801891"/>
                </a:cubicBezTo>
                <a:cubicBezTo>
                  <a:pt x="854692" y="818661"/>
                  <a:pt x="841098" y="832255"/>
                  <a:pt x="824329" y="832255"/>
                </a:cubicBezTo>
                <a:cubicBezTo>
                  <a:pt x="807559" y="832255"/>
                  <a:pt x="793965" y="818661"/>
                  <a:pt x="793965" y="801891"/>
                </a:cubicBezTo>
                <a:cubicBezTo>
                  <a:pt x="793965" y="785122"/>
                  <a:pt x="807559" y="771528"/>
                  <a:pt x="824329" y="771528"/>
                </a:cubicBezTo>
                <a:close/>
                <a:moveTo>
                  <a:pt x="751774" y="771528"/>
                </a:moveTo>
                <a:cubicBezTo>
                  <a:pt x="768544" y="771528"/>
                  <a:pt x="782138" y="785122"/>
                  <a:pt x="782138" y="801891"/>
                </a:cubicBezTo>
                <a:cubicBezTo>
                  <a:pt x="782138" y="818661"/>
                  <a:pt x="768544" y="832255"/>
                  <a:pt x="751774" y="832255"/>
                </a:cubicBezTo>
                <a:cubicBezTo>
                  <a:pt x="735005" y="832255"/>
                  <a:pt x="721411" y="818661"/>
                  <a:pt x="721411" y="801891"/>
                </a:cubicBezTo>
                <a:cubicBezTo>
                  <a:pt x="721411" y="785122"/>
                  <a:pt x="735005" y="771528"/>
                  <a:pt x="751774" y="771528"/>
                </a:cubicBezTo>
                <a:close/>
                <a:moveTo>
                  <a:pt x="679220" y="771528"/>
                </a:moveTo>
                <a:cubicBezTo>
                  <a:pt x="695989" y="771528"/>
                  <a:pt x="709583" y="785122"/>
                  <a:pt x="709583" y="801891"/>
                </a:cubicBezTo>
                <a:cubicBezTo>
                  <a:pt x="709583" y="818661"/>
                  <a:pt x="695989" y="832255"/>
                  <a:pt x="679220" y="832255"/>
                </a:cubicBezTo>
                <a:cubicBezTo>
                  <a:pt x="662450" y="832255"/>
                  <a:pt x="648856" y="818661"/>
                  <a:pt x="648856" y="801891"/>
                </a:cubicBezTo>
                <a:cubicBezTo>
                  <a:pt x="648856" y="785122"/>
                  <a:pt x="662450" y="771528"/>
                  <a:pt x="679220" y="771528"/>
                </a:cubicBezTo>
                <a:close/>
                <a:moveTo>
                  <a:pt x="606665" y="771528"/>
                </a:moveTo>
                <a:cubicBezTo>
                  <a:pt x="623435" y="771528"/>
                  <a:pt x="637029" y="785122"/>
                  <a:pt x="637029" y="801891"/>
                </a:cubicBezTo>
                <a:cubicBezTo>
                  <a:pt x="637029" y="818661"/>
                  <a:pt x="623435" y="832255"/>
                  <a:pt x="606665" y="832255"/>
                </a:cubicBezTo>
                <a:cubicBezTo>
                  <a:pt x="589896" y="832255"/>
                  <a:pt x="576302" y="818661"/>
                  <a:pt x="576302" y="801891"/>
                </a:cubicBezTo>
                <a:cubicBezTo>
                  <a:pt x="576302" y="785122"/>
                  <a:pt x="589896" y="771528"/>
                  <a:pt x="606665" y="771528"/>
                </a:cubicBezTo>
                <a:close/>
                <a:moveTo>
                  <a:pt x="534111" y="771528"/>
                </a:moveTo>
                <a:cubicBezTo>
                  <a:pt x="550880" y="771528"/>
                  <a:pt x="564474" y="785122"/>
                  <a:pt x="564474" y="801891"/>
                </a:cubicBezTo>
                <a:cubicBezTo>
                  <a:pt x="564474" y="818661"/>
                  <a:pt x="550880" y="832255"/>
                  <a:pt x="534111" y="832255"/>
                </a:cubicBezTo>
                <a:cubicBezTo>
                  <a:pt x="517341" y="832255"/>
                  <a:pt x="503747" y="818661"/>
                  <a:pt x="503747" y="801891"/>
                </a:cubicBezTo>
                <a:cubicBezTo>
                  <a:pt x="503747" y="785122"/>
                  <a:pt x="517341" y="771528"/>
                  <a:pt x="534111" y="771528"/>
                </a:cubicBezTo>
                <a:close/>
                <a:moveTo>
                  <a:pt x="461556" y="771528"/>
                </a:moveTo>
                <a:cubicBezTo>
                  <a:pt x="478326" y="771528"/>
                  <a:pt x="491920" y="785122"/>
                  <a:pt x="491920" y="801891"/>
                </a:cubicBezTo>
                <a:cubicBezTo>
                  <a:pt x="491920" y="818661"/>
                  <a:pt x="478326" y="832255"/>
                  <a:pt x="461556" y="832255"/>
                </a:cubicBezTo>
                <a:cubicBezTo>
                  <a:pt x="444787" y="832255"/>
                  <a:pt x="431192" y="818661"/>
                  <a:pt x="431192" y="801891"/>
                </a:cubicBezTo>
                <a:cubicBezTo>
                  <a:pt x="431192" y="785122"/>
                  <a:pt x="444787" y="771528"/>
                  <a:pt x="461556" y="771528"/>
                </a:cubicBezTo>
                <a:close/>
                <a:moveTo>
                  <a:pt x="389002" y="771528"/>
                </a:moveTo>
                <a:cubicBezTo>
                  <a:pt x="405771" y="771528"/>
                  <a:pt x="419365" y="785122"/>
                  <a:pt x="419365" y="801891"/>
                </a:cubicBezTo>
                <a:cubicBezTo>
                  <a:pt x="419365" y="818661"/>
                  <a:pt x="405771" y="832255"/>
                  <a:pt x="389002" y="832255"/>
                </a:cubicBezTo>
                <a:cubicBezTo>
                  <a:pt x="372232" y="832255"/>
                  <a:pt x="358638" y="818661"/>
                  <a:pt x="358638" y="801891"/>
                </a:cubicBezTo>
                <a:cubicBezTo>
                  <a:pt x="358638" y="785122"/>
                  <a:pt x="372232" y="771528"/>
                  <a:pt x="389002" y="771528"/>
                </a:cubicBezTo>
                <a:close/>
                <a:moveTo>
                  <a:pt x="316447" y="771528"/>
                </a:moveTo>
                <a:cubicBezTo>
                  <a:pt x="333216" y="771528"/>
                  <a:pt x="346810" y="785122"/>
                  <a:pt x="346810" y="801891"/>
                </a:cubicBezTo>
                <a:cubicBezTo>
                  <a:pt x="346810" y="818661"/>
                  <a:pt x="333216" y="832255"/>
                  <a:pt x="316447" y="832255"/>
                </a:cubicBezTo>
                <a:cubicBezTo>
                  <a:pt x="299677" y="832255"/>
                  <a:pt x="286084" y="818661"/>
                  <a:pt x="286084" y="801891"/>
                </a:cubicBezTo>
                <a:cubicBezTo>
                  <a:pt x="286084" y="785122"/>
                  <a:pt x="299677" y="771528"/>
                  <a:pt x="316447" y="771528"/>
                </a:cubicBezTo>
                <a:close/>
                <a:moveTo>
                  <a:pt x="243892" y="771528"/>
                </a:moveTo>
                <a:cubicBezTo>
                  <a:pt x="260662" y="771528"/>
                  <a:pt x="274256" y="785122"/>
                  <a:pt x="274256" y="801891"/>
                </a:cubicBezTo>
                <a:cubicBezTo>
                  <a:pt x="274256" y="818661"/>
                  <a:pt x="260662" y="832255"/>
                  <a:pt x="243892" y="832255"/>
                </a:cubicBezTo>
                <a:cubicBezTo>
                  <a:pt x="227123" y="832255"/>
                  <a:pt x="213529" y="818661"/>
                  <a:pt x="213529" y="801891"/>
                </a:cubicBezTo>
                <a:cubicBezTo>
                  <a:pt x="213529" y="785122"/>
                  <a:pt x="227123" y="771528"/>
                  <a:pt x="243892" y="771528"/>
                </a:cubicBezTo>
                <a:close/>
                <a:moveTo>
                  <a:pt x="171339" y="771528"/>
                </a:moveTo>
                <a:cubicBezTo>
                  <a:pt x="188107" y="771528"/>
                  <a:pt x="201701" y="785122"/>
                  <a:pt x="201701" y="801891"/>
                </a:cubicBezTo>
                <a:cubicBezTo>
                  <a:pt x="201701" y="818661"/>
                  <a:pt x="188107" y="832255"/>
                  <a:pt x="171339" y="832255"/>
                </a:cubicBezTo>
                <a:cubicBezTo>
                  <a:pt x="154656" y="832255"/>
                  <a:pt x="141062" y="818661"/>
                  <a:pt x="141062" y="801891"/>
                </a:cubicBezTo>
                <a:cubicBezTo>
                  <a:pt x="141062" y="785122"/>
                  <a:pt x="154656" y="771528"/>
                  <a:pt x="171339" y="771528"/>
                </a:cubicBezTo>
                <a:close/>
                <a:moveTo>
                  <a:pt x="98884" y="771528"/>
                </a:moveTo>
                <a:cubicBezTo>
                  <a:pt x="115646" y="771528"/>
                  <a:pt x="129240" y="785122"/>
                  <a:pt x="129240" y="801891"/>
                </a:cubicBezTo>
                <a:cubicBezTo>
                  <a:pt x="129240" y="818661"/>
                  <a:pt x="115646" y="832255"/>
                  <a:pt x="98884" y="832255"/>
                </a:cubicBezTo>
                <a:cubicBezTo>
                  <a:pt x="82112" y="832255"/>
                  <a:pt x="68517" y="818661"/>
                  <a:pt x="68517" y="801891"/>
                </a:cubicBezTo>
                <a:cubicBezTo>
                  <a:pt x="68517" y="785122"/>
                  <a:pt x="82112" y="771528"/>
                  <a:pt x="98884" y="771528"/>
                </a:cubicBezTo>
                <a:close/>
                <a:moveTo>
                  <a:pt x="26329" y="771528"/>
                </a:moveTo>
                <a:cubicBezTo>
                  <a:pt x="43093" y="771528"/>
                  <a:pt x="56688" y="785122"/>
                  <a:pt x="56688" y="801891"/>
                </a:cubicBezTo>
                <a:cubicBezTo>
                  <a:pt x="56688" y="818661"/>
                  <a:pt x="43093" y="832255"/>
                  <a:pt x="26329" y="832255"/>
                </a:cubicBezTo>
                <a:cubicBezTo>
                  <a:pt x="17944" y="832255"/>
                  <a:pt x="10353" y="828857"/>
                  <a:pt x="4858" y="823362"/>
                </a:cubicBezTo>
                <a:lnTo>
                  <a:pt x="0" y="811633"/>
                </a:lnTo>
                <a:lnTo>
                  <a:pt x="0" y="792150"/>
                </a:lnTo>
                <a:lnTo>
                  <a:pt x="4858" y="780421"/>
                </a:lnTo>
                <a:cubicBezTo>
                  <a:pt x="10353" y="774927"/>
                  <a:pt x="17944" y="771528"/>
                  <a:pt x="26329" y="771528"/>
                </a:cubicBezTo>
                <a:close/>
                <a:moveTo>
                  <a:pt x="1622429" y="691076"/>
                </a:moveTo>
                <a:cubicBezTo>
                  <a:pt x="1630814" y="691076"/>
                  <a:pt x="1638404" y="694475"/>
                  <a:pt x="1643899" y="699969"/>
                </a:cubicBezTo>
                <a:lnTo>
                  <a:pt x="1647739" y="709237"/>
                </a:lnTo>
                <a:lnTo>
                  <a:pt x="1644828" y="728305"/>
                </a:lnTo>
                <a:lnTo>
                  <a:pt x="1640480" y="745215"/>
                </a:lnTo>
                <a:lnTo>
                  <a:pt x="1634248" y="749417"/>
                </a:lnTo>
                <a:cubicBezTo>
                  <a:pt x="1630615" y="750953"/>
                  <a:pt x="1626621" y="751803"/>
                  <a:pt x="1622429" y="751803"/>
                </a:cubicBezTo>
                <a:cubicBezTo>
                  <a:pt x="1605659" y="751803"/>
                  <a:pt x="1592066" y="738209"/>
                  <a:pt x="1592066" y="721440"/>
                </a:cubicBezTo>
                <a:cubicBezTo>
                  <a:pt x="1592066" y="704670"/>
                  <a:pt x="1605659" y="691076"/>
                  <a:pt x="1622429" y="691076"/>
                </a:cubicBezTo>
                <a:close/>
                <a:moveTo>
                  <a:pt x="1549874" y="691076"/>
                </a:moveTo>
                <a:cubicBezTo>
                  <a:pt x="1566644" y="691076"/>
                  <a:pt x="1580238" y="704670"/>
                  <a:pt x="1580238" y="721440"/>
                </a:cubicBezTo>
                <a:cubicBezTo>
                  <a:pt x="1580238" y="738209"/>
                  <a:pt x="1566644" y="751803"/>
                  <a:pt x="1549874" y="751803"/>
                </a:cubicBezTo>
                <a:cubicBezTo>
                  <a:pt x="1533105" y="751803"/>
                  <a:pt x="1519511" y="738209"/>
                  <a:pt x="1519511" y="721440"/>
                </a:cubicBezTo>
                <a:cubicBezTo>
                  <a:pt x="1519511" y="704670"/>
                  <a:pt x="1533105" y="691076"/>
                  <a:pt x="1549874" y="691076"/>
                </a:cubicBezTo>
                <a:close/>
                <a:moveTo>
                  <a:pt x="1477320" y="691076"/>
                </a:moveTo>
                <a:cubicBezTo>
                  <a:pt x="1494089" y="691076"/>
                  <a:pt x="1507683" y="704670"/>
                  <a:pt x="1507683" y="721440"/>
                </a:cubicBezTo>
                <a:cubicBezTo>
                  <a:pt x="1507683" y="738209"/>
                  <a:pt x="1494089" y="751803"/>
                  <a:pt x="1477320" y="751803"/>
                </a:cubicBezTo>
                <a:cubicBezTo>
                  <a:pt x="1460550" y="751803"/>
                  <a:pt x="1446956" y="738209"/>
                  <a:pt x="1446956" y="721440"/>
                </a:cubicBezTo>
                <a:cubicBezTo>
                  <a:pt x="1446956" y="704670"/>
                  <a:pt x="1460550" y="691076"/>
                  <a:pt x="1477320" y="691076"/>
                </a:cubicBezTo>
                <a:close/>
                <a:moveTo>
                  <a:pt x="1404765" y="691076"/>
                </a:moveTo>
                <a:cubicBezTo>
                  <a:pt x="1421535" y="691076"/>
                  <a:pt x="1435129" y="704670"/>
                  <a:pt x="1435129" y="721440"/>
                </a:cubicBezTo>
                <a:cubicBezTo>
                  <a:pt x="1435129" y="738209"/>
                  <a:pt x="1421535" y="751803"/>
                  <a:pt x="1404765" y="751803"/>
                </a:cubicBezTo>
                <a:cubicBezTo>
                  <a:pt x="1387996" y="751803"/>
                  <a:pt x="1374402" y="738209"/>
                  <a:pt x="1374402" y="721440"/>
                </a:cubicBezTo>
                <a:cubicBezTo>
                  <a:pt x="1374402" y="704670"/>
                  <a:pt x="1387996" y="691076"/>
                  <a:pt x="1404765" y="691076"/>
                </a:cubicBezTo>
                <a:close/>
                <a:moveTo>
                  <a:pt x="1332211" y="691076"/>
                </a:moveTo>
                <a:cubicBezTo>
                  <a:pt x="1348980" y="691076"/>
                  <a:pt x="1362574" y="704670"/>
                  <a:pt x="1362574" y="721440"/>
                </a:cubicBezTo>
                <a:cubicBezTo>
                  <a:pt x="1362574" y="738209"/>
                  <a:pt x="1348980" y="751803"/>
                  <a:pt x="1332211" y="751803"/>
                </a:cubicBezTo>
                <a:cubicBezTo>
                  <a:pt x="1315441" y="751803"/>
                  <a:pt x="1301847" y="738209"/>
                  <a:pt x="1301847" y="721440"/>
                </a:cubicBezTo>
                <a:cubicBezTo>
                  <a:pt x="1301847" y="704670"/>
                  <a:pt x="1315441" y="691076"/>
                  <a:pt x="1332211" y="691076"/>
                </a:cubicBezTo>
                <a:close/>
                <a:moveTo>
                  <a:pt x="1259656" y="691076"/>
                </a:moveTo>
                <a:cubicBezTo>
                  <a:pt x="1276426" y="691076"/>
                  <a:pt x="1290020" y="704670"/>
                  <a:pt x="1290020" y="721440"/>
                </a:cubicBezTo>
                <a:cubicBezTo>
                  <a:pt x="1290020" y="738209"/>
                  <a:pt x="1276426" y="751803"/>
                  <a:pt x="1259656" y="751803"/>
                </a:cubicBezTo>
                <a:cubicBezTo>
                  <a:pt x="1242887" y="751803"/>
                  <a:pt x="1229293" y="738209"/>
                  <a:pt x="1229293" y="721440"/>
                </a:cubicBezTo>
                <a:cubicBezTo>
                  <a:pt x="1229293" y="704670"/>
                  <a:pt x="1242887" y="691076"/>
                  <a:pt x="1259656" y="691076"/>
                </a:cubicBezTo>
                <a:close/>
                <a:moveTo>
                  <a:pt x="1187102" y="691076"/>
                </a:moveTo>
                <a:cubicBezTo>
                  <a:pt x="1203871" y="691076"/>
                  <a:pt x="1217465" y="704670"/>
                  <a:pt x="1217465" y="721440"/>
                </a:cubicBezTo>
                <a:cubicBezTo>
                  <a:pt x="1217465" y="738209"/>
                  <a:pt x="1203871" y="751803"/>
                  <a:pt x="1187102" y="751803"/>
                </a:cubicBezTo>
                <a:cubicBezTo>
                  <a:pt x="1170332" y="751803"/>
                  <a:pt x="1156738" y="738209"/>
                  <a:pt x="1156738" y="721440"/>
                </a:cubicBezTo>
                <a:cubicBezTo>
                  <a:pt x="1156738" y="704670"/>
                  <a:pt x="1170332" y="691076"/>
                  <a:pt x="1187102" y="691076"/>
                </a:cubicBezTo>
                <a:close/>
                <a:moveTo>
                  <a:pt x="1114547" y="691076"/>
                </a:moveTo>
                <a:cubicBezTo>
                  <a:pt x="1131317" y="691076"/>
                  <a:pt x="1144911" y="704670"/>
                  <a:pt x="1144911" y="721440"/>
                </a:cubicBezTo>
                <a:cubicBezTo>
                  <a:pt x="1144911" y="738209"/>
                  <a:pt x="1131317" y="751803"/>
                  <a:pt x="1114547" y="751803"/>
                </a:cubicBezTo>
                <a:cubicBezTo>
                  <a:pt x="1097778" y="751803"/>
                  <a:pt x="1084184" y="738209"/>
                  <a:pt x="1084184" y="721440"/>
                </a:cubicBezTo>
                <a:cubicBezTo>
                  <a:pt x="1084184" y="704670"/>
                  <a:pt x="1097778" y="691076"/>
                  <a:pt x="1114547" y="691076"/>
                </a:cubicBezTo>
                <a:close/>
                <a:moveTo>
                  <a:pt x="1041993" y="691076"/>
                </a:moveTo>
                <a:cubicBezTo>
                  <a:pt x="1058762" y="691076"/>
                  <a:pt x="1072356" y="704670"/>
                  <a:pt x="1072356" y="721440"/>
                </a:cubicBezTo>
                <a:cubicBezTo>
                  <a:pt x="1072356" y="738209"/>
                  <a:pt x="1058762" y="751803"/>
                  <a:pt x="1041993" y="751803"/>
                </a:cubicBezTo>
                <a:cubicBezTo>
                  <a:pt x="1025223" y="751803"/>
                  <a:pt x="1011629" y="738209"/>
                  <a:pt x="1011629" y="721440"/>
                </a:cubicBezTo>
                <a:cubicBezTo>
                  <a:pt x="1011629" y="704670"/>
                  <a:pt x="1025223" y="691076"/>
                  <a:pt x="1041993" y="691076"/>
                </a:cubicBezTo>
                <a:close/>
                <a:moveTo>
                  <a:pt x="969438" y="691076"/>
                </a:moveTo>
                <a:cubicBezTo>
                  <a:pt x="986208" y="691076"/>
                  <a:pt x="999801" y="704670"/>
                  <a:pt x="999801" y="721440"/>
                </a:cubicBezTo>
                <a:cubicBezTo>
                  <a:pt x="999801" y="738209"/>
                  <a:pt x="986208" y="751803"/>
                  <a:pt x="969438" y="751803"/>
                </a:cubicBezTo>
                <a:cubicBezTo>
                  <a:pt x="952669" y="751803"/>
                  <a:pt x="939075" y="738209"/>
                  <a:pt x="939075" y="721440"/>
                </a:cubicBezTo>
                <a:cubicBezTo>
                  <a:pt x="939075" y="704670"/>
                  <a:pt x="952669" y="691076"/>
                  <a:pt x="969438" y="691076"/>
                </a:cubicBezTo>
                <a:close/>
                <a:moveTo>
                  <a:pt x="896883" y="691076"/>
                </a:moveTo>
                <a:cubicBezTo>
                  <a:pt x="913653" y="691076"/>
                  <a:pt x="927247" y="704670"/>
                  <a:pt x="927247" y="721440"/>
                </a:cubicBezTo>
                <a:cubicBezTo>
                  <a:pt x="927247" y="738209"/>
                  <a:pt x="913653" y="751803"/>
                  <a:pt x="896883" y="751803"/>
                </a:cubicBezTo>
                <a:cubicBezTo>
                  <a:pt x="880114" y="751803"/>
                  <a:pt x="866520" y="738209"/>
                  <a:pt x="866520" y="721440"/>
                </a:cubicBezTo>
                <a:cubicBezTo>
                  <a:pt x="866520" y="704670"/>
                  <a:pt x="880114" y="691076"/>
                  <a:pt x="896883" y="691076"/>
                </a:cubicBezTo>
                <a:close/>
                <a:moveTo>
                  <a:pt x="824329" y="691076"/>
                </a:moveTo>
                <a:cubicBezTo>
                  <a:pt x="841098" y="691076"/>
                  <a:pt x="854692" y="704670"/>
                  <a:pt x="854692" y="721440"/>
                </a:cubicBezTo>
                <a:cubicBezTo>
                  <a:pt x="854692" y="738209"/>
                  <a:pt x="841098" y="751803"/>
                  <a:pt x="824329" y="751803"/>
                </a:cubicBezTo>
                <a:cubicBezTo>
                  <a:pt x="807559" y="751803"/>
                  <a:pt x="793965" y="738209"/>
                  <a:pt x="793965" y="721440"/>
                </a:cubicBezTo>
                <a:cubicBezTo>
                  <a:pt x="793965" y="704670"/>
                  <a:pt x="807559" y="691076"/>
                  <a:pt x="824329" y="691076"/>
                </a:cubicBezTo>
                <a:close/>
                <a:moveTo>
                  <a:pt x="751774" y="691076"/>
                </a:moveTo>
                <a:cubicBezTo>
                  <a:pt x="768544" y="691076"/>
                  <a:pt x="782138" y="704670"/>
                  <a:pt x="782138" y="721440"/>
                </a:cubicBezTo>
                <a:cubicBezTo>
                  <a:pt x="782138" y="738209"/>
                  <a:pt x="768544" y="751803"/>
                  <a:pt x="751774" y="751803"/>
                </a:cubicBezTo>
                <a:cubicBezTo>
                  <a:pt x="735005" y="751803"/>
                  <a:pt x="721411" y="738209"/>
                  <a:pt x="721411" y="721440"/>
                </a:cubicBezTo>
                <a:cubicBezTo>
                  <a:pt x="721411" y="704670"/>
                  <a:pt x="735005" y="691076"/>
                  <a:pt x="751774" y="691076"/>
                </a:cubicBezTo>
                <a:close/>
                <a:moveTo>
                  <a:pt x="679220" y="691076"/>
                </a:moveTo>
                <a:cubicBezTo>
                  <a:pt x="695989" y="691076"/>
                  <a:pt x="709583" y="704670"/>
                  <a:pt x="709583" y="721440"/>
                </a:cubicBezTo>
                <a:cubicBezTo>
                  <a:pt x="709583" y="738209"/>
                  <a:pt x="695989" y="751803"/>
                  <a:pt x="679220" y="751803"/>
                </a:cubicBezTo>
                <a:cubicBezTo>
                  <a:pt x="662450" y="751803"/>
                  <a:pt x="648856" y="738209"/>
                  <a:pt x="648856" y="721440"/>
                </a:cubicBezTo>
                <a:cubicBezTo>
                  <a:pt x="648856" y="704670"/>
                  <a:pt x="662450" y="691076"/>
                  <a:pt x="679220" y="691076"/>
                </a:cubicBezTo>
                <a:close/>
                <a:moveTo>
                  <a:pt x="606665" y="691076"/>
                </a:moveTo>
                <a:cubicBezTo>
                  <a:pt x="623435" y="691076"/>
                  <a:pt x="637029" y="704670"/>
                  <a:pt x="637029" y="721440"/>
                </a:cubicBezTo>
                <a:cubicBezTo>
                  <a:pt x="637029" y="738209"/>
                  <a:pt x="623435" y="751803"/>
                  <a:pt x="606665" y="751803"/>
                </a:cubicBezTo>
                <a:cubicBezTo>
                  <a:pt x="589896" y="751803"/>
                  <a:pt x="576302" y="738209"/>
                  <a:pt x="576302" y="721440"/>
                </a:cubicBezTo>
                <a:cubicBezTo>
                  <a:pt x="576302" y="704670"/>
                  <a:pt x="589896" y="691076"/>
                  <a:pt x="606665" y="691076"/>
                </a:cubicBezTo>
                <a:close/>
                <a:moveTo>
                  <a:pt x="534111" y="691076"/>
                </a:moveTo>
                <a:cubicBezTo>
                  <a:pt x="550880" y="691076"/>
                  <a:pt x="564474" y="704670"/>
                  <a:pt x="564474" y="721440"/>
                </a:cubicBezTo>
                <a:cubicBezTo>
                  <a:pt x="564474" y="738209"/>
                  <a:pt x="550880" y="751803"/>
                  <a:pt x="534111" y="751803"/>
                </a:cubicBezTo>
                <a:cubicBezTo>
                  <a:pt x="517341" y="751803"/>
                  <a:pt x="503747" y="738209"/>
                  <a:pt x="503747" y="721440"/>
                </a:cubicBezTo>
                <a:cubicBezTo>
                  <a:pt x="503747" y="704670"/>
                  <a:pt x="517341" y="691076"/>
                  <a:pt x="534111" y="691076"/>
                </a:cubicBezTo>
                <a:close/>
                <a:moveTo>
                  <a:pt x="461556" y="691076"/>
                </a:moveTo>
                <a:cubicBezTo>
                  <a:pt x="478326" y="691076"/>
                  <a:pt x="491920" y="704670"/>
                  <a:pt x="491920" y="721440"/>
                </a:cubicBezTo>
                <a:cubicBezTo>
                  <a:pt x="491920" y="738209"/>
                  <a:pt x="478326" y="751803"/>
                  <a:pt x="461556" y="751803"/>
                </a:cubicBezTo>
                <a:cubicBezTo>
                  <a:pt x="444787" y="751803"/>
                  <a:pt x="431192" y="738209"/>
                  <a:pt x="431192" y="721440"/>
                </a:cubicBezTo>
                <a:cubicBezTo>
                  <a:pt x="431192" y="704670"/>
                  <a:pt x="444787" y="691076"/>
                  <a:pt x="461556" y="691076"/>
                </a:cubicBezTo>
                <a:close/>
                <a:moveTo>
                  <a:pt x="389002" y="691076"/>
                </a:moveTo>
                <a:cubicBezTo>
                  <a:pt x="405771" y="691076"/>
                  <a:pt x="419365" y="704670"/>
                  <a:pt x="419365" y="721440"/>
                </a:cubicBezTo>
                <a:cubicBezTo>
                  <a:pt x="419365" y="738209"/>
                  <a:pt x="405771" y="751803"/>
                  <a:pt x="389002" y="751803"/>
                </a:cubicBezTo>
                <a:cubicBezTo>
                  <a:pt x="372232" y="751803"/>
                  <a:pt x="358638" y="738209"/>
                  <a:pt x="358638" y="721440"/>
                </a:cubicBezTo>
                <a:cubicBezTo>
                  <a:pt x="358638" y="704670"/>
                  <a:pt x="372232" y="691076"/>
                  <a:pt x="389002" y="691076"/>
                </a:cubicBezTo>
                <a:close/>
                <a:moveTo>
                  <a:pt x="316447" y="691076"/>
                </a:moveTo>
                <a:cubicBezTo>
                  <a:pt x="333216" y="691076"/>
                  <a:pt x="346810" y="704670"/>
                  <a:pt x="346810" y="721440"/>
                </a:cubicBezTo>
                <a:cubicBezTo>
                  <a:pt x="346810" y="738209"/>
                  <a:pt x="333216" y="751803"/>
                  <a:pt x="316447" y="751803"/>
                </a:cubicBezTo>
                <a:cubicBezTo>
                  <a:pt x="299677" y="751803"/>
                  <a:pt x="286084" y="738209"/>
                  <a:pt x="286084" y="721440"/>
                </a:cubicBezTo>
                <a:cubicBezTo>
                  <a:pt x="286084" y="704670"/>
                  <a:pt x="299677" y="691076"/>
                  <a:pt x="316447" y="691076"/>
                </a:cubicBezTo>
                <a:close/>
                <a:moveTo>
                  <a:pt x="243892" y="691076"/>
                </a:moveTo>
                <a:cubicBezTo>
                  <a:pt x="260662" y="691076"/>
                  <a:pt x="274256" y="704670"/>
                  <a:pt x="274256" y="721440"/>
                </a:cubicBezTo>
                <a:cubicBezTo>
                  <a:pt x="274256" y="738209"/>
                  <a:pt x="260662" y="751803"/>
                  <a:pt x="243892" y="751803"/>
                </a:cubicBezTo>
                <a:cubicBezTo>
                  <a:pt x="227123" y="751803"/>
                  <a:pt x="213529" y="738209"/>
                  <a:pt x="213529" y="721440"/>
                </a:cubicBezTo>
                <a:cubicBezTo>
                  <a:pt x="213529" y="704670"/>
                  <a:pt x="227123" y="691076"/>
                  <a:pt x="243892" y="691076"/>
                </a:cubicBezTo>
                <a:close/>
                <a:moveTo>
                  <a:pt x="171339" y="691076"/>
                </a:moveTo>
                <a:cubicBezTo>
                  <a:pt x="188107" y="691076"/>
                  <a:pt x="201701" y="704670"/>
                  <a:pt x="201701" y="721440"/>
                </a:cubicBezTo>
                <a:cubicBezTo>
                  <a:pt x="201701" y="738209"/>
                  <a:pt x="188107" y="751803"/>
                  <a:pt x="171339" y="751803"/>
                </a:cubicBezTo>
                <a:cubicBezTo>
                  <a:pt x="154662" y="751803"/>
                  <a:pt x="141067" y="738209"/>
                  <a:pt x="141067" y="721440"/>
                </a:cubicBezTo>
                <a:cubicBezTo>
                  <a:pt x="141067" y="704670"/>
                  <a:pt x="154662" y="691076"/>
                  <a:pt x="171339" y="691076"/>
                </a:cubicBezTo>
                <a:close/>
                <a:moveTo>
                  <a:pt x="98890" y="691076"/>
                </a:moveTo>
                <a:cubicBezTo>
                  <a:pt x="115653" y="691076"/>
                  <a:pt x="129246" y="704670"/>
                  <a:pt x="129246" y="721440"/>
                </a:cubicBezTo>
                <a:cubicBezTo>
                  <a:pt x="129246" y="738209"/>
                  <a:pt x="115653" y="751803"/>
                  <a:pt x="98890" y="751803"/>
                </a:cubicBezTo>
                <a:cubicBezTo>
                  <a:pt x="82117" y="751803"/>
                  <a:pt x="68523" y="738209"/>
                  <a:pt x="68523" y="721440"/>
                </a:cubicBezTo>
                <a:cubicBezTo>
                  <a:pt x="68523" y="704670"/>
                  <a:pt x="82117" y="691076"/>
                  <a:pt x="98890" y="691076"/>
                </a:cubicBezTo>
                <a:close/>
                <a:moveTo>
                  <a:pt x="26336" y="691076"/>
                </a:moveTo>
                <a:cubicBezTo>
                  <a:pt x="43099" y="691076"/>
                  <a:pt x="56694" y="704670"/>
                  <a:pt x="56694" y="721440"/>
                </a:cubicBezTo>
                <a:cubicBezTo>
                  <a:pt x="56694" y="738209"/>
                  <a:pt x="43099" y="751803"/>
                  <a:pt x="26336" y="751803"/>
                </a:cubicBezTo>
                <a:cubicBezTo>
                  <a:pt x="17950" y="751803"/>
                  <a:pt x="10359" y="748405"/>
                  <a:pt x="4864" y="742910"/>
                </a:cubicBezTo>
                <a:lnTo>
                  <a:pt x="0" y="731167"/>
                </a:lnTo>
                <a:lnTo>
                  <a:pt x="0" y="711713"/>
                </a:lnTo>
                <a:lnTo>
                  <a:pt x="4864" y="699969"/>
                </a:lnTo>
                <a:cubicBezTo>
                  <a:pt x="10359" y="694475"/>
                  <a:pt x="17950" y="691076"/>
                  <a:pt x="26336" y="691076"/>
                </a:cubicBezTo>
                <a:close/>
                <a:moveTo>
                  <a:pt x="1622429" y="610624"/>
                </a:moveTo>
                <a:cubicBezTo>
                  <a:pt x="1639199" y="610624"/>
                  <a:pt x="1652792" y="624218"/>
                  <a:pt x="1652792" y="640988"/>
                </a:cubicBezTo>
                <a:cubicBezTo>
                  <a:pt x="1652792" y="657757"/>
                  <a:pt x="1639199" y="671351"/>
                  <a:pt x="1622429" y="671351"/>
                </a:cubicBezTo>
                <a:cubicBezTo>
                  <a:pt x="1605659" y="671351"/>
                  <a:pt x="1592066" y="657757"/>
                  <a:pt x="1592066" y="640988"/>
                </a:cubicBezTo>
                <a:cubicBezTo>
                  <a:pt x="1592066" y="624218"/>
                  <a:pt x="1605659" y="610624"/>
                  <a:pt x="1622429" y="610624"/>
                </a:cubicBezTo>
                <a:close/>
                <a:moveTo>
                  <a:pt x="1549874" y="610624"/>
                </a:moveTo>
                <a:cubicBezTo>
                  <a:pt x="1566644" y="610624"/>
                  <a:pt x="1580238" y="624218"/>
                  <a:pt x="1580238" y="640988"/>
                </a:cubicBezTo>
                <a:cubicBezTo>
                  <a:pt x="1580238" y="657757"/>
                  <a:pt x="1566644" y="671351"/>
                  <a:pt x="1549874" y="671351"/>
                </a:cubicBezTo>
                <a:cubicBezTo>
                  <a:pt x="1533105" y="671351"/>
                  <a:pt x="1519511" y="657757"/>
                  <a:pt x="1519511" y="640988"/>
                </a:cubicBezTo>
                <a:cubicBezTo>
                  <a:pt x="1519511" y="624218"/>
                  <a:pt x="1533105" y="610624"/>
                  <a:pt x="1549874" y="610624"/>
                </a:cubicBezTo>
                <a:close/>
                <a:moveTo>
                  <a:pt x="1477320" y="610624"/>
                </a:moveTo>
                <a:cubicBezTo>
                  <a:pt x="1494089" y="610624"/>
                  <a:pt x="1507683" y="624218"/>
                  <a:pt x="1507683" y="640988"/>
                </a:cubicBezTo>
                <a:cubicBezTo>
                  <a:pt x="1507683" y="657757"/>
                  <a:pt x="1494089" y="671351"/>
                  <a:pt x="1477320" y="671351"/>
                </a:cubicBezTo>
                <a:cubicBezTo>
                  <a:pt x="1460550" y="671351"/>
                  <a:pt x="1446956" y="657757"/>
                  <a:pt x="1446956" y="640988"/>
                </a:cubicBezTo>
                <a:cubicBezTo>
                  <a:pt x="1446956" y="624218"/>
                  <a:pt x="1460550" y="610624"/>
                  <a:pt x="1477320" y="610624"/>
                </a:cubicBezTo>
                <a:close/>
                <a:moveTo>
                  <a:pt x="1404765" y="610624"/>
                </a:moveTo>
                <a:cubicBezTo>
                  <a:pt x="1421535" y="610624"/>
                  <a:pt x="1435129" y="624218"/>
                  <a:pt x="1435129" y="640988"/>
                </a:cubicBezTo>
                <a:cubicBezTo>
                  <a:pt x="1435129" y="657757"/>
                  <a:pt x="1421535" y="671351"/>
                  <a:pt x="1404765" y="671351"/>
                </a:cubicBezTo>
                <a:cubicBezTo>
                  <a:pt x="1387996" y="671351"/>
                  <a:pt x="1374402" y="657757"/>
                  <a:pt x="1374402" y="640988"/>
                </a:cubicBezTo>
                <a:cubicBezTo>
                  <a:pt x="1374402" y="624218"/>
                  <a:pt x="1387996" y="610624"/>
                  <a:pt x="1404765" y="610624"/>
                </a:cubicBezTo>
                <a:close/>
                <a:moveTo>
                  <a:pt x="1332211" y="610624"/>
                </a:moveTo>
                <a:cubicBezTo>
                  <a:pt x="1348980" y="610624"/>
                  <a:pt x="1362574" y="624218"/>
                  <a:pt x="1362574" y="640988"/>
                </a:cubicBezTo>
                <a:cubicBezTo>
                  <a:pt x="1362574" y="657757"/>
                  <a:pt x="1348980" y="671351"/>
                  <a:pt x="1332211" y="671351"/>
                </a:cubicBezTo>
                <a:cubicBezTo>
                  <a:pt x="1315441" y="671351"/>
                  <a:pt x="1301847" y="657757"/>
                  <a:pt x="1301847" y="640988"/>
                </a:cubicBezTo>
                <a:cubicBezTo>
                  <a:pt x="1301847" y="624218"/>
                  <a:pt x="1315441" y="610624"/>
                  <a:pt x="1332211" y="610624"/>
                </a:cubicBezTo>
                <a:close/>
                <a:moveTo>
                  <a:pt x="1259656" y="610624"/>
                </a:moveTo>
                <a:cubicBezTo>
                  <a:pt x="1276426" y="610624"/>
                  <a:pt x="1290020" y="624218"/>
                  <a:pt x="1290020" y="640988"/>
                </a:cubicBezTo>
                <a:cubicBezTo>
                  <a:pt x="1290020" y="657757"/>
                  <a:pt x="1276426" y="671351"/>
                  <a:pt x="1259656" y="671351"/>
                </a:cubicBezTo>
                <a:cubicBezTo>
                  <a:pt x="1242887" y="671351"/>
                  <a:pt x="1229293" y="657757"/>
                  <a:pt x="1229293" y="640988"/>
                </a:cubicBezTo>
                <a:cubicBezTo>
                  <a:pt x="1229293" y="624218"/>
                  <a:pt x="1242887" y="610624"/>
                  <a:pt x="1259656" y="610624"/>
                </a:cubicBezTo>
                <a:close/>
                <a:moveTo>
                  <a:pt x="1187102" y="610624"/>
                </a:moveTo>
                <a:cubicBezTo>
                  <a:pt x="1203871" y="610624"/>
                  <a:pt x="1217465" y="624218"/>
                  <a:pt x="1217465" y="640988"/>
                </a:cubicBezTo>
                <a:cubicBezTo>
                  <a:pt x="1217465" y="657757"/>
                  <a:pt x="1203871" y="671351"/>
                  <a:pt x="1187102" y="671351"/>
                </a:cubicBezTo>
                <a:cubicBezTo>
                  <a:pt x="1170332" y="671351"/>
                  <a:pt x="1156738" y="657757"/>
                  <a:pt x="1156738" y="640988"/>
                </a:cubicBezTo>
                <a:cubicBezTo>
                  <a:pt x="1156738" y="624218"/>
                  <a:pt x="1170332" y="610624"/>
                  <a:pt x="1187102" y="610624"/>
                </a:cubicBezTo>
                <a:close/>
                <a:moveTo>
                  <a:pt x="1114547" y="610624"/>
                </a:moveTo>
                <a:cubicBezTo>
                  <a:pt x="1131317" y="610624"/>
                  <a:pt x="1144911" y="624218"/>
                  <a:pt x="1144911" y="640988"/>
                </a:cubicBezTo>
                <a:cubicBezTo>
                  <a:pt x="1144911" y="657757"/>
                  <a:pt x="1131317" y="671351"/>
                  <a:pt x="1114547" y="671351"/>
                </a:cubicBezTo>
                <a:cubicBezTo>
                  <a:pt x="1097778" y="671351"/>
                  <a:pt x="1084184" y="657757"/>
                  <a:pt x="1084184" y="640988"/>
                </a:cubicBezTo>
                <a:cubicBezTo>
                  <a:pt x="1084184" y="624218"/>
                  <a:pt x="1097778" y="610624"/>
                  <a:pt x="1114547" y="610624"/>
                </a:cubicBezTo>
                <a:close/>
                <a:moveTo>
                  <a:pt x="1041993" y="610624"/>
                </a:moveTo>
                <a:cubicBezTo>
                  <a:pt x="1058762" y="610624"/>
                  <a:pt x="1072356" y="624218"/>
                  <a:pt x="1072356" y="640988"/>
                </a:cubicBezTo>
                <a:cubicBezTo>
                  <a:pt x="1072356" y="657757"/>
                  <a:pt x="1058762" y="671351"/>
                  <a:pt x="1041993" y="671351"/>
                </a:cubicBezTo>
                <a:cubicBezTo>
                  <a:pt x="1025223" y="671351"/>
                  <a:pt x="1011629" y="657757"/>
                  <a:pt x="1011629" y="640988"/>
                </a:cubicBezTo>
                <a:cubicBezTo>
                  <a:pt x="1011629" y="624218"/>
                  <a:pt x="1025223" y="610624"/>
                  <a:pt x="1041993" y="610624"/>
                </a:cubicBezTo>
                <a:close/>
                <a:moveTo>
                  <a:pt x="969438" y="610624"/>
                </a:moveTo>
                <a:cubicBezTo>
                  <a:pt x="986208" y="610624"/>
                  <a:pt x="999801" y="624218"/>
                  <a:pt x="999801" y="640988"/>
                </a:cubicBezTo>
                <a:cubicBezTo>
                  <a:pt x="999801" y="657757"/>
                  <a:pt x="986208" y="671351"/>
                  <a:pt x="969438" y="671351"/>
                </a:cubicBezTo>
                <a:cubicBezTo>
                  <a:pt x="952669" y="671351"/>
                  <a:pt x="939075" y="657757"/>
                  <a:pt x="939075" y="640988"/>
                </a:cubicBezTo>
                <a:cubicBezTo>
                  <a:pt x="939075" y="624218"/>
                  <a:pt x="952669" y="610624"/>
                  <a:pt x="969438" y="610624"/>
                </a:cubicBezTo>
                <a:close/>
                <a:moveTo>
                  <a:pt x="896883" y="610624"/>
                </a:moveTo>
                <a:cubicBezTo>
                  <a:pt x="913653" y="610624"/>
                  <a:pt x="927247" y="624218"/>
                  <a:pt x="927247" y="640988"/>
                </a:cubicBezTo>
                <a:cubicBezTo>
                  <a:pt x="927247" y="657757"/>
                  <a:pt x="913653" y="671351"/>
                  <a:pt x="896883" y="671351"/>
                </a:cubicBezTo>
                <a:cubicBezTo>
                  <a:pt x="880114" y="671351"/>
                  <a:pt x="866520" y="657757"/>
                  <a:pt x="866520" y="640988"/>
                </a:cubicBezTo>
                <a:cubicBezTo>
                  <a:pt x="866520" y="624218"/>
                  <a:pt x="880114" y="610624"/>
                  <a:pt x="896883" y="610624"/>
                </a:cubicBezTo>
                <a:close/>
                <a:moveTo>
                  <a:pt x="824329" y="610624"/>
                </a:moveTo>
                <a:cubicBezTo>
                  <a:pt x="841098" y="610624"/>
                  <a:pt x="854692" y="624218"/>
                  <a:pt x="854692" y="640988"/>
                </a:cubicBezTo>
                <a:cubicBezTo>
                  <a:pt x="854692" y="657757"/>
                  <a:pt x="841098" y="671351"/>
                  <a:pt x="824329" y="671351"/>
                </a:cubicBezTo>
                <a:cubicBezTo>
                  <a:pt x="807559" y="671351"/>
                  <a:pt x="793965" y="657757"/>
                  <a:pt x="793965" y="640988"/>
                </a:cubicBezTo>
                <a:cubicBezTo>
                  <a:pt x="793965" y="624218"/>
                  <a:pt x="807559" y="610624"/>
                  <a:pt x="824329" y="610624"/>
                </a:cubicBezTo>
                <a:close/>
                <a:moveTo>
                  <a:pt x="751774" y="610624"/>
                </a:moveTo>
                <a:cubicBezTo>
                  <a:pt x="768544" y="610624"/>
                  <a:pt x="782138" y="624218"/>
                  <a:pt x="782138" y="640988"/>
                </a:cubicBezTo>
                <a:cubicBezTo>
                  <a:pt x="782138" y="657757"/>
                  <a:pt x="768544" y="671351"/>
                  <a:pt x="751774" y="671351"/>
                </a:cubicBezTo>
                <a:cubicBezTo>
                  <a:pt x="735005" y="671351"/>
                  <a:pt x="721411" y="657757"/>
                  <a:pt x="721411" y="640988"/>
                </a:cubicBezTo>
                <a:cubicBezTo>
                  <a:pt x="721411" y="624218"/>
                  <a:pt x="735005" y="610624"/>
                  <a:pt x="751774" y="610624"/>
                </a:cubicBezTo>
                <a:close/>
                <a:moveTo>
                  <a:pt x="679220" y="610624"/>
                </a:moveTo>
                <a:cubicBezTo>
                  <a:pt x="695989" y="610624"/>
                  <a:pt x="709583" y="624218"/>
                  <a:pt x="709583" y="640988"/>
                </a:cubicBezTo>
                <a:cubicBezTo>
                  <a:pt x="709583" y="657757"/>
                  <a:pt x="695989" y="671351"/>
                  <a:pt x="679220" y="671351"/>
                </a:cubicBezTo>
                <a:cubicBezTo>
                  <a:pt x="662450" y="671351"/>
                  <a:pt x="648856" y="657757"/>
                  <a:pt x="648856" y="640988"/>
                </a:cubicBezTo>
                <a:cubicBezTo>
                  <a:pt x="648856" y="624218"/>
                  <a:pt x="662450" y="610624"/>
                  <a:pt x="679220" y="610624"/>
                </a:cubicBezTo>
                <a:close/>
                <a:moveTo>
                  <a:pt x="606665" y="610624"/>
                </a:moveTo>
                <a:cubicBezTo>
                  <a:pt x="623435" y="610624"/>
                  <a:pt x="637029" y="624218"/>
                  <a:pt x="637029" y="640988"/>
                </a:cubicBezTo>
                <a:cubicBezTo>
                  <a:pt x="637029" y="657757"/>
                  <a:pt x="623435" y="671351"/>
                  <a:pt x="606665" y="671351"/>
                </a:cubicBezTo>
                <a:cubicBezTo>
                  <a:pt x="589896" y="671351"/>
                  <a:pt x="576302" y="657757"/>
                  <a:pt x="576302" y="640988"/>
                </a:cubicBezTo>
                <a:cubicBezTo>
                  <a:pt x="576302" y="624218"/>
                  <a:pt x="589896" y="610624"/>
                  <a:pt x="606665" y="610624"/>
                </a:cubicBezTo>
                <a:close/>
                <a:moveTo>
                  <a:pt x="534111" y="610624"/>
                </a:moveTo>
                <a:cubicBezTo>
                  <a:pt x="550880" y="610624"/>
                  <a:pt x="564474" y="624218"/>
                  <a:pt x="564474" y="640988"/>
                </a:cubicBezTo>
                <a:cubicBezTo>
                  <a:pt x="564474" y="657757"/>
                  <a:pt x="550880" y="671351"/>
                  <a:pt x="534111" y="671351"/>
                </a:cubicBezTo>
                <a:cubicBezTo>
                  <a:pt x="517341" y="671351"/>
                  <a:pt x="503747" y="657757"/>
                  <a:pt x="503747" y="640988"/>
                </a:cubicBezTo>
                <a:cubicBezTo>
                  <a:pt x="503747" y="624218"/>
                  <a:pt x="517341" y="610624"/>
                  <a:pt x="534111" y="610624"/>
                </a:cubicBezTo>
                <a:close/>
                <a:moveTo>
                  <a:pt x="461556" y="610624"/>
                </a:moveTo>
                <a:cubicBezTo>
                  <a:pt x="478326" y="610624"/>
                  <a:pt x="491920" y="624218"/>
                  <a:pt x="491920" y="640988"/>
                </a:cubicBezTo>
                <a:cubicBezTo>
                  <a:pt x="491920" y="657757"/>
                  <a:pt x="478326" y="671351"/>
                  <a:pt x="461556" y="671351"/>
                </a:cubicBezTo>
                <a:cubicBezTo>
                  <a:pt x="444787" y="671351"/>
                  <a:pt x="431192" y="657757"/>
                  <a:pt x="431192" y="640988"/>
                </a:cubicBezTo>
                <a:cubicBezTo>
                  <a:pt x="431192" y="624218"/>
                  <a:pt x="444787" y="610624"/>
                  <a:pt x="461556" y="610624"/>
                </a:cubicBezTo>
                <a:close/>
                <a:moveTo>
                  <a:pt x="389002" y="610624"/>
                </a:moveTo>
                <a:cubicBezTo>
                  <a:pt x="405771" y="610624"/>
                  <a:pt x="419365" y="624218"/>
                  <a:pt x="419365" y="640988"/>
                </a:cubicBezTo>
                <a:cubicBezTo>
                  <a:pt x="419365" y="657757"/>
                  <a:pt x="405771" y="671351"/>
                  <a:pt x="389002" y="671351"/>
                </a:cubicBezTo>
                <a:cubicBezTo>
                  <a:pt x="372232" y="671351"/>
                  <a:pt x="358638" y="657757"/>
                  <a:pt x="358638" y="640988"/>
                </a:cubicBezTo>
                <a:cubicBezTo>
                  <a:pt x="358638" y="624218"/>
                  <a:pt x="372232" y="610624"/>
                  <a:pt x="389002" y="610624"/>
                </a:cubicBezTo>
                <a:close/>
                <a:moveTo>
                  <a:pt x="316447" y="610624"/>
                </a:moveTo>
                <a:cubicBezTo>
                  <a:pt x="333216" y="610624"/>
                  <a:pt x="346810" y="624218"/>
                  <a:pt x="346810" y="640988"/>
                </a:cubicBezTo>
                <a:cubicBezTo>
                  <a:pt x="346810" y="657757"/>
                  <a:pt x="333216" y="671351"/>
                  <a:pt x="316447" y="671351"/>
                </a:cubicBezTo>
                <a:cubicBezTo>
                  <a:pt x="299677" y="671351"/>
                  <a:pt x="286084" y="657757"/>
                  <a:pt x="286084" y="640988"/>
                </a:cubicBezTo>
                <a:cubicBezTo>
                  <a:pt x="286084" y="624218"/>
                  <a:pt x="299677" y="610624"/>
                  <a:pt x="316447" y="610624"/>
                </a:cubicBezTo>
                <a:close/>
                <a:moveTo>
                  <a:pt x="243892" y="610624"/>
                </a:moveTo>
                <a:cubicBezTo>
                  <a:pt x="260662" y="610624"/>
                  <a:pt x="274256" y="624218"/>
                  <a:pt x="274256" y="640988"/>
                </a:cubicBezTo>
                <a:cubicBezTo>
                  <a:pt x="274256" y="657757"/>
                  <a:pt x="260662" y="671351"/>
                  <a:pt x="243892" y="671351"/>
                </a:cubicBezTo>
                <a:cubicBezTo>
                  <a:pt x="227123" y="671351"/>
                  <a:pt x="213529" y="657757"/>
                  <a:pt x="213529" y="640988"/>
                </a:cubicBezTo>
                <a:cubicBezTo>
                  <a:pt x="213529" y="624218"/>
                  <a:pt x="227123" y="610624"/>
                  <a:pt x="243892" y="610624"/>
                </a:cubicBezTo>
                <a:close/>
                <a:moveTo>
                  <a:pt x="171339" y="610624"/>
                </a:moveTo>
                <a:cubicBezTo>
                  <a:pt x="188107" y="610624"/>
                  <a:pt x="201701" y="624218"/>
                  <a:pt x="201701" y="640988"/>
                </a:cubicBezTo>
                <a:cubicBezTo>
                  <a:pt x="201701" y="657757"/>
                  <a:pt x="188107" y="671351"/>
                  <a:pt x="171339" y="671351"/>
                </a:cubicBezTo>
                <a:cubicBezTo>
                  <a:pt x="154667" y="671351"/>
                  <a:pt x="141073" y="657757"/>
                  <a:pt x="141073" y="640988"/>
                </a:cubicBezTo>
                <a:cubicBezTo>
                  <a:pt x="141073" y="624218"/>
                  <a:pt x="154667" y="610624"/>
                  <a:pt x="171339" y="610624"/>
                </a:cubicBezTo>
                <a:close/>
                <a:moveTo>
                  <a:pt x="98897" y="610624"/>
                </a:moveTo>
                <a:cubicBezTo>
                  <a:pt x="115658" y="610624"/>
                  <a:pt x="129252" y="624218"/>
                  <a:pt x="129252" y="640988"/>
                </a:cubicBezTo>
                <a:cubicBezTo>
                  <a:pt x="129252" y="657757"/>
                  <a:pt x="115658" y="671351"/>
                  <a:pt x="98897" y="671351"/>
                </a:cubicBezTo>
                <a:cubicBezTo>
                  <a:pt x="82124" y="671351"/>
                  <a:pt x="68530" y="657757"/>
                  <a:pt x="68530" y="640988"/>
                </a:cubicBezTo>
                <a:cubicBezTo>
                  <a:pt x="68530" y="624218"/>
                  <a:pt x="82124" y="610624"/>
                  <a:pt x="98897" y="610624"/>
                </a:cubicBezTo>
                <a:close/>
                <a:moveTo>
                  <a:pt x="26342" y="610624"/>
                </a:moveTo>
                <a:cubicBezTo>
                  <a:pt x="43106" y="610624"/>
                  <a:pt x="56701" y="624218"/>
                  <a:pt x="56701" y="640988"/>
                </a:cubicBezTo>
                <a:cubicBezTo>
                  <a:pt x="56701" y="657757"/>
                  <a:pt x="43106" y="671351"/>
                  <a:pt x="26342" y="671351"/>
                </a:cubicBezTo>
                <a:cubicBezTo>
                  <a:pt x="17956" y="671351"/>
                  <a:pt x="10365" y="667953"/>
                  <a:pt x="4871" y="662458"/>
                </a:cubicBezTo>
                <a:lnTo>
                  <a:pt x="0" y="650698"/>
                </a:lnTo>
                <a:lnTo>
                  <a:pt x="0" y="631277"/>
                </a:lnTo>
                <a:lnTo>
                  <a:pt x="4871" y="619517"/>
                </a:lnTo>
                <a:cubicBezTo>
                  <a:pt x="10365" y="614023"/>
                  <a:pt x="17956" y="610624"/>
                  <a:pt x="26342" y="610624"/>
                </a:cubicBezTo>
                <a:close/>
                <a:moveTo>
                  <a:pt x="1669096" y="549730"/>
                </a:moveTo>
                <a:lnTo>
                  <a:pt x="1668124" y="568994"/>
                </a:lnTo>
                <a:lnTo>
                  <a:pt x="1664620" y="560536"/>
                </a:lnTo>
                <a:close/>
                <a:moveTo>
                  <a:pt x="1622429" y="530173"/>
                </a:moveTo>
                <a:cubicBezTo>
                  <a:pt x="1639199" y="530173"/>
                  <a:pt x="1652792" y="543767"/>
                  <a:pt x="1652792" y="560536"/>
                </a:cubicBezTo>
                <a:cubicBezTo>
                  <a:pt x="1652792" y="577306"/>
                  <a:pt x="1639199" y="590900"/>
                  <a:pt x="1622429" y="590900"/>
                </a:cubicBezTo>
                <a:cubicBezTo>
                  <a:pt x="1605659" y="590900"/>
                  <a:pt x="1592066" y="577306"/>
                  <a:pt x="1592066" y="560536"/>
                </a:cubicBezTo>
                <a:cubicBezTo>
                  <a:pt x="1592066" y="543767"/>
                  <a:pt x="1605659" y="530173"/>
                  <a:pt x="1622429" y="530173"/>
                </a:cubicBezTo>
                <a:close/>
                <a:moveTo>
                  <a:pt x="1549874" y="530173"/>
                </a:moveTo>
                <a:cubicBezTo>
                  <a:pt x="1566644" y="530173"/>
                  <a:pt x="1580238" y="543767"/>
                  <a:pt x="1580238" y="560536"/>
                </a:cubicBezTo>
                <a:cubicBezTo>
                  <a:pt x="1580238" y="577306"/>
                  <a:pt x="1566644" y="590900"/>
                  <a:pt x="1549874" y="590900"/>
                </a:cubicBezTo>
                <a:cubicBezTo>
                  <a:pt x="1533105" y="590900"/>
                  <a:pt x="1519511" y="577306"/>
                  <a:pt x="1519511" y="560536"/>
                </a:cubicBezTo>
                <a:cubicBezTo>
                  <a:pt x="1519511" y="543767"/>
                  <a:pt x="1533105" y="530173"/>
                  <a:pt x="1549874" y="530173"/>
                </a:cubicBezTo>
                <a:close/>
                <a:moveTo>
                  <a:pt x="1477320" y="530173"/>
                </a:moveTo>
                <a:cubicBezTo>
                  <a:pt x="1494089" y="530173"/>
                  <a:pt x="1507683" y="543767"/>
                  <a:pt x="1507683" y="560536"/>
                </a:cubicBezTo>
                <a:cubicBezTo>
                  <a:pt x="1507683" y="577306"/>
                  <a:pt x="1494089" y="590900"/>
                  <a:pt x="1477320" y="590900"/>
                </a:cubicBezTo>
                <a:cubicBezTo>
                  <a:pt x="1460550" y="590900"/>
                  <a:pt x="1446956" y="577306"/>
                  <a:pt x="1446956" y="560536"/>
                </a:cubicBezTo>
                <a:cubicBezTo>
                  <a:pt x="1446956" y="543767"/>
                  <a:pt x="1460550" y="530173"/>
                  <a:pt x="1477320" y="530173"/>
                </a:cubicBezTo>
                <a:close/>
                <a:moveTo>
                  <a:pt x="1404765" y="530173"/>
                </a:moveTo>
                <a:cubicBezTo>
                  <a:pt x="1421535" y="530173"/>
                  <a:pt x="1435129" y="543767"/>
                  <a:pt x="1435129" y="560536"/>
                </a:cubicBezTo>
                <a:cubicBezTo>
                  <a:pt x="1435129" y="577306"/>
                  <a:pt x="1421535" y="590900"/>
                  <a:pt x="1404765" y="590900"/>
                </a:cubicBezTo>
                <a:cubicBezTo>
                  <a:pt x="1387996" y="590900"/>
                  <a:pt x="1374402" y="577306"/>
                  <a:pt x="1374402" y="560536"/>
                </a:cubicBezTo>
                <a:cubicBezTo>
                  <a:pt x="1374402" y="543767"/>
                  <a:pt x="1387996" y="530173"/>
                  <a:pt x="1404765" y="530173"/>
                </a:cubicBezTo>
                <a:close/>
                <a:moveTo>
                  <a:pt x="1332211" y="530173"/>
                </a:moveTo>
                <a:cubicBezTo>
                  <a:pt x="1348980" y="530173"/>
                  <a:pt x="1362574" y="543767"/>
                  <a:pt x="1362574" y="560536"/>
                </a:cubicBezTo>
                <a:cubicBezTo>
                  <a:pt x="1362574" y="577306"/>
                  <a:pt x="1348980" y="590900"/>
                  <a:pt x="1332211" y="590900"/>
                </a:cubicBezTo>
                <a:cubicBezTo>
                  <a:pt x="1315441" y="590900"/>
                  <a:pt x="1301847" y="577306"/>
                  <a:pt x="1301847" y="560536"/>
                </a:cubicBezTo>
                <a:cubicBezTo>
                  <a:pt x="1301847" y="543767"/>
                  <a:pt x="1315441" y="530173"/>
                  <a:pt x="1332211" y="530173"/>
                </a:cubicBezTo>
                <a:close/>
                <a:moveTo>
                  <a:pt x="1259656" y="530173"/>
                </a:moveTo>
                <a:cubicBezTo>
                  <a:pt x="1276426" y="530173"/>
                  <a:pt x="1290020" y="543767"/>
                  <a:pt x="1290020" y="560536"/>
                </a:cubicBezTo>
                <a:cubicBezTo>
                  <a:pt x="1290020" y="577306"/>
                  <a:pt x="1276426" y="590900"/>
                  <a:pt x="1259656" y="590900"/>
                </a:cubicBezTo>
                <a:cubicBezTo>
                  <a:pt x="1242887" y="590900"/>
                  <a:pt x="1229293" y="577306"/>
                  <a:pt x="1229293" y="560536"/>
                </a:cubicBezTo>
                <a:cubicBezTo>
                  <a:pt x="1229293" y="543767"/>
                  <a:pt x="1242887" y="530173"/>
                  <a:pt x="1259656" y="530173"/>
                </a:cubicBezTo>
                <a:close/>
                <a:moveTo>
                  <a:pt x="1187102" y="530173"/>
                </a:moveTo>
                <a:cubicBezTo>
                  <a:pt x="1203871" y="530173"/>
                  <a:pt x="1217465" y="543767"/>
                  <a:pt x="1217465" y="560536"/>
                </a:cubicBezTo>
                <a:cubicBezTo>
                  <a:pt x="1217465" y="577306"/>
                  <a:pt x="1203871" y="590900"/>
                  <a:pt x="1187102" y="590900"/>
                </a:cubicBezTo>
                <a:cubicBezTo>
                  <a:pt x="1170332" y="590900"/>
                  <a:pt x="1156738" y="577306"/>
                  <a:pt x="1156738" y="560536"/>
                </a:cubicBezTo>
                <a:cubicBezTo>
                  <a:pt x="1156738" y="543767"/>
                  <a:pt x="1170332" y="530173"/>
                  <a:pt x="1187102" y="530173"/>
                </a:cubicBezTo>
                <a:close/>
                <a:moveTo>
                  <a:pt x="1114547" y="530173"/>
                </a:moveTo>
                <a:cubicBezTo>
                  <a:pt x="1131317" y="530173"/>
                  <a:pt x="1144911" y="543767"/>
                  <a:pt x="1144911" y="560536"/>
                </a:cubicBezTo>
                <a:cubicBezTo>
                  <a:pt x="1144911" y="577306"/>
                  <a:pt x="1131317" y="590900"/>
                  <a:pt x="1114547" y="590900"/>
                </a:cubicBezTo>
                <a:cubicBezTo>
                  <a:pt x="1097778" y="590900"/>
                  <a:pt x="1084184" y="577306"/>
                  <a:pt x="1084184" y="560536"/>
                </a:cubicBezTo>
                <a:cubicBezTo>
                  <a:pt x="1084184" y="543767"/>
                  <a:pt x="1097778" y="530173"/>
                  <a:pt x="1114547" y="530173"/>
                </a:cubicBezTo>
                <a:close/>
                <a:moveTo>
                  <a:pt x="1041993" y="530173"/>
                </a:moveTo>
                <a:cubicBezTo>
                  <a:pt x="1058762" y="530173"/>
                  <a:pt x="1072356" y="543767"/>
                  <a:pt x="1072356" y="560536"/>
                </a:cubicBezTo>
                <a:cubicBezTo>
                  <a:pt x="1072356" y="577306"/>
                  <a:pt x="1058762" y="590900"/>
                  <a:pt x="1041993" y="590900"/>
                </a:cubicBezTo>
                <a:cubicBezTo>
                  <a:pt x="1025223" y="590900"/>
                  <a:pt x="1011629" y="577306"/>
                  <a:pt x="1011629" y="560536"/>
                </a:cubicBezTo>
                <a:cubicBezTo>
                  <a:pt x="1011629" y="543767"/>
                  <a:pt x="1025223" y="530173"/>
                  <a:pt x="1041993" y="530173"/>
                </a:cubicBezTo>
                <a:close/>
                <a:moveTo>
                  <a:pt x="969438" y="530173"/>
                </a:moveTo>
                <a:cubicBezTo>
                  <a:pt x="986208" y="530173"/>
                  <a:pt x="999801" y="543767"/>
                  <a:pt x="999801" y="560536"/>
                </a:cubicBezTo>
                <a:cubicBezTo>
                  <a:pt x="999801" y="577306"/>
                  <a:pt x="986208" y="590900"/>
                  <a:pt x="969438" y="590900"/>
                </a:cubicBezTo>
                <a:cubicBezTo>
                  <a:pt x="952669" y="590900"/>
                  <a:pt x="939075" y="577306"/>
                  <a:pt x="939075" y="560536"/>
                </a:cubicBezTo>
                <a:cubicBezTo>
                  <a:pt x="939075" y="543767"/>
                  <a:pt x="952669" y="530173"/>
                  <a:pt x="969438" y="530173"/>
                </a:cubicBezTo>
                <a:close/>
                <a:moveTo>
                  <a:pt x="896883" y="530173"/>
                </a:moveTo>
                <a:cubicBezTo>
                  <a:pt x="913653" y="530173"/>
                  <a:pt x="927247" y="543767"/>
                  <a:pt x="927247" y="560536"/>
                </a:cubicBezTo>
                <a:cubicBezTo>
                  <a:pt x="927247" y="577306"/>
                  <a:pt x="913653" y="590900"/>
                  <a:pt x="896883" y="590900"/>
                </a:cubicBezTo>
                <a:cubicBezTo>
                  <a:pt x="880114" y="590900"/>
                  <a:pt x="866520" y="577306"/>
                  <a:pt x="866520" y="560536"/>
                </a:cubicBezTo>
                <a:cubicBezTo>
                  <a:pt x="866520" y="543767"/>
                  <a:pt x="880114" y="530173"/>
                  <a:pt x="896883" y="530173"/>
                </a:cubicBezTo>
                <a:close/>
                <a:moveTo>
                  <a:pt x="824329" y="530173"/>
                </a:moveTo>
                <a:cubicBezTo>
                  <a:pt x="841098" y="530173"/>
                  <a:pt x="854692" y="543767"/>
                  <a:pt x="854692" y="560536"/>
                </a:cubicBezTo>
                <a:cubicBezTo>
                  <a:pt x="854692" y="577306"/>
                  <a:pt x="841098" y="590900"/>
                  <a:pt x="824329" y="590900"/>
                </a:cubicBezTo>
                <a:cubicBezTo>
                  <a:pt x="807559" y="590900"/>
                  <a:pt x="793965" y="577306"/>
                  <a:pt x="793965" y="560536"/>
                </a:cubicBezTo>
                <a:cubicBezTo>
                  <a:pt x="793965" y="543767"/>
                  <a:pt x="807559" y="530173"/>
                  <a:pt x="824329" y="530173"/>
                </a:cubicBezTo>
                <a:close/>
                <a:moveTo>
                  <a:pt x="751774" y="530173"/>
                </a:moveTo>
                <a:cubicBezTo>
                  <a:pt x="768544" y="530173"/>
                  <a:pt x="782138" y="543767"/>
                  <a:pt x="782138" y="560536"/>
                </a:cubicBezTo>
                <a:cubicBezTo>
                  <a:pt x="782138" y="577306"/>
                  <a:pt x="768544" y="590900"/>
                  <a:pt x="751774" y="590900"/>
                </a:cubicBezTo>
                <a:cubicBezTo>
                  <a:pt x="735005" y="590900"/>
                  <a:pt x="721411" y="577306"/>
                  <a:pt x="721411" y="560536"/>
                </a:cubicBezTo>
                <a:cubicBezTo>
                  <a:pt x="721411" y="543767"/>
                  <a:pt x="735005" y="530173"/>
                  <a:pt x="751774" y="530173"/>
                </a:cubicBezTo>
                <a:close/>
                <a:moveTo>
                  <a:pt x="679220" y="530173"/>
                </a:moveTo>
                <a:cubicBezTo>
                  <a:pt x="695989" y="530173"/>
                  <a:pt x="709583" y="543767"/>
                  <a:pt x="709583" y="560536"/>
                </a:cubicBezTo>
                <a:cubicBezTo>
                  <a:pt x="709583" y="577306"/>
                  <a:pt x="695989" y="590900"/>
                  <a:pt x="679220" y="590900"/>
                </a:cubicBezTo>
                <a:cubicBezTo>
                  <a:pt x="662450" y="590900"/>
                  <a:pt x="648856" y="577306"/>
                  <a:pt x="648856" y="560536"/>
                </a:cubicBezTo>
                <a:cubicBezTo>
                  <a:pt x="648856" y="543767"/>
                  <a:pt x="662450" y="530173"/>
                  <a:pt x="679220" y="530173"/>
                </a:cubicBezTo>
                <a:close/>
                <a:moveTo>
                  <a:pt x="606665" y="530173"/>
                </a:moveTo>
                <a:cubicBezTo>
                  <a:pt x="623435" y="530173"/>
                  <a:pt x="637029" y="543767"/>
                  <a:pt x="637029" y="560536"/>
                </a:cubicBezTo>
                <a:cubicBezTo>
                  <a:pt x="637029" y="577306"/>
                  <a:pt x="623435" y="590900"/>
                  <a:pt x="606665" y="590900"/>
                </a:cubicBezTo>
                <a:cubicBezTo>
                  <a:pt x="589896" y="590900"/>
                  <a:pt x="576302" y="577306"/>
                  <a:pt x="576302" y="560536"/>
                </a:cubicBezTo>
                <a:cubicBezTo>
                  <a:pt x="576302" y="543767"/>
                  <a:pt x="589896" y="530173"/>
                  <a:pt x="606665" y="530173"/>
                </a:cubicBezTo>
                <a:close/>
                <a:moveTo>
                  <a:pt x="534111" y="530173"/>
                </a:moveTo>
                <a:cubicBezTo>
                  <a:pt x="550880" y="530173"/>
                  <a:pt x="564474" y="543767"/>
                  <a:pt x="564474" y="560536"/>
                </a:cubicBezTo>
                <a:cubicBezTo>
                  <a:pt x="564474" y="577306"/>
                  <a:pt x="550880" y="590900"/>
                  <a:pt x="534111" y="590900"/>
                </a:cubicBezTo>
                <a:cubicBezTo>
                  <a:pt x="517341" y="590900"/>
                  <a:pt x="503747" y="577306"/>
                  <a:pt x="503747" y="560536"/>
                </a:cubicBezTo>
                <a:cubicBezTo>
                  <a:pt x="503747" y="543767"/>
                  <a:pt x="517341" y="530173"/>
                  <a:pt x="534111" y="530173"/>
                </a:cubicBezTo>
                <a:close/>
                <a:moveTo>
                  <a:pt x="461556" y="530173"/>
                </a:moveTo>
                <a:cubicBezTo>
                  <a:pt x="478326" y="530173"/>
                  <a:pt x="491920" y="543767"/>
                  <a:pt x="491920" y="560536"/>
                </a:cubicBezTo>
                <a:cubicBezTo>
                  <a:pt x="491920" y="577306"/>
                  <a:pt x="478326" y="590900"/>
                  <a:pt x="461556" y="590900"/>
                </a:cubicBezTo>
                <a:cubicBezTo>
                  <a:pt x="444787" y="590900"/>
                  <a:pt x="431192" y="577306"/>
                  <a:pt x="431192" y="560536"/>
                </a:cubicBezTo>
                <a:cubicBezTo>
                  <a:pt x="431192" y="543767"/>
                  <a:pt x="444787" y="530173"/>
                  <a:pt x="461556" y="530173"/>
                </a:cubicBezTo>
                <a:close/>
                <a:moveTo>
                  <a:pt x="389002" y="530173"/>
                </a:moveTo>
                <a:cubicBezTo>
                  <a:pt x="405771" y="530173"/>
                  <a:pt x="419365" y="543767"/>
                  <a:pt x="419365" y="560536"/>
                </a:cubicBezTo>
                <a:cubicBezTo>
                  <a:pt x="419365" y="577306"/>
                  <a:pt x="405771" y="590900"/>
                  <a:pt x="389002" y="590900"/>
                </a:cubicBezTo>
                <a:cubicBezTo>
                  <a:pt x="372232" y="590900"/>
                  <a:pt x="358638" y="577306"/>
                  <a:pt x="358638" y="560536"/>
                </a:cubicBezTo>
                <a:cubicBezTo>
                  <a:pt x="358638" y="543767"/>
                  <a:pt x="372232" y="530173"/>
                  <a:pt x="389002" y="530173"/>
                </a:cubicBezTo>
                <a:close/>
                <a:moveTo>
                  <a:pt x="316447" y="530173"/>
                </a:moveTo>
                <a:cubicBezTo>
                  <a:pt x="333216" y="530173"/>
                  <a:pt x="346810" y="543767"/>
                  <a:pt x="346810" y="560536"/>
                </a:cubicBezTo>
                <a:cubicBezTo>
                  <a:pt x="346810" y="577306"/>
                  <a:pt x="333216" y="590900"/>
                  <a:pt x="316447" y="590900"/>
                </a:cubicBezTo>
                <a:cubicBezTo>
                  <a:pt x="299677" y="590900"/>
                  <a:pt x="286084" y="577306"/>
                  <a:pt x="286084" y="560536"/>
                </a:cubicBezTo>
                <a:cubicBezTo>
                  <a:pt x="286084" y="543767"/>
                  <a:pt x="299677" y="530173"/>
                  <a:pt x="316447" y="530173"/>
                </a:cubicBezTo>
                <a:close/>
                <a:moveTo>
                  <a:pt x="243892" y="530173"/>
                </a:moveTo>
                <a:cubicBezTo>
                  <a:pt x="260662" y="530173"/>
                  <a:pt x="274256" y="543767"/>
                  <a:pt x="274256" y="560536"/>
                </a:cubicBezTo>
                <a:cubicBezTo>
                  <a:pt x="274256" y="577306"/>
                  <a:pt x="260662" y="590900"/>
                  <a:pt x="243892" y="590900"/>
                </a:cubicBezTo>
                <a:cubicBezTo>
                  <a:pt x="227123" y="590900"/>
                  <a:pt x="213529" y="577306"/>
                  <a:pt x="213529" y="560536"/>
                </a:cubicBezTo>
                <a:cubicBezTo>
                  <a:pt x="213529" y="543767"/>
                  <a:pt x="227123" y="530173"/>
                  <a:pt x="243892" y="530173"/>
                </a:cubicBezTo>
                <a:close/>
                <a:moveTo>
                  <a:pt x="171339" y="530173"/>
                </a:moveTo>
                <a:cubicBezTo>
                  <a:pt x="188107" y="530173"/>
                  <a:pt x="201701" y="543767"/>
                  <a:pt x="201701" y="560536"/>
                </a:cubicBezTo>
                <a:cubicBezTo>
                  <a:pt x="201701" y="577306"/>
                  <a:pt x="188107" y="590900"/>
                  <a:pt x="171339" y="590900"/>
                </a:cubicBezTo>
                <a:cubicBezTo>
                  <a:pt x="154673" y="590900"/>
                  <a:pt x="141079" y="577306"/>
                  <a:pt x="141079" y="560536"/>
                </a:cubicBezTo>
                <a:cubicBezTo>
                  <a:pt x="141079" y="543767"/>
                  <a:pt x="154673" y="530173"/>
                  <a:pt x="171339" y="530173"/>
                </a:cubicBezTo>
                <a:close/>
                <a:moveTo>
                  <a:pt x="98904" y="530173"/>
                </a:moveTo>
                <a:cubicBezTo>
                  <a:pt x="115664" y="530173"/>
                  <a:pt x="129258" y="543767"/>
                  <a:pt x="129258" y="560536"/>
                </a:cubicBezTo>
                <a:cubicBezTo>
                  <a:pt x="129258" y="577306"/>
                  <a:pt x="115664" y="590900"/>
                  <a:pt x="98904" y="590900"/>
                </a:cubicBezTo>
                <a:cubicBezTo>
                  <a:pt x="82130" y="590900"/>
                  <a:pt x="68536" y="577306"/>
                  <a:pt x="68536" y="560536"/>
                </a:cubicBezTo>
                <a:cubicBezTo>
                  <a:pt x="68536" y="543767"/>
                  <a:pt x="82130" y="530173"/>
                  <a:pt x="98904" y="530173"/>
                </a:cubicBezTo>
                <a:close/>
                <a:moveTo>
                  <a:pt x="26349" y="530173"/>
                </a:moveTo>
                <a:cubicBezTo>
                  <a:pt x="43112" y="530173"/>
                  <a:pt x="56707" y="543767"/>
                  <a:pt x="56707" y="560536"/>
                </a:cubicBezTo>
                <a:cubicBezTo>
                  <a:pt x="56707" y="577306"/>
                  <a:pt x="43112" y="590900"/>
                  <a:pt x="26349" y="590900"/>
                </a:cubicBezTo>
                <a:cubicBezTo>
                  <a:pt x="17963" y="590900"/>
                  <a:pt x="10372" y="587502"/>
                  <a:pt x="4877" y="582007"/>
                </a:cubicBezTo>
                <a:lnTo>
                  <a:pt x="0" y="570232"/>
                </a:lnTo>
                <a:lnTo>
                  <a:pt x="0" y="550840"/>
                </a:lnTo>
                <a:lnTo>
                  <a:pt x="4877" y="539066"/>
                </a:lnTo>
                <a:cubicBezTo>
                  <a:pt x="10372" y="533572"/>
                  <a:pt x="17963" y="530173"/>
                  <a:pt x="26349" y="530173"/>
                </a:cubicBezTo>
                <a:close/>
                <a:moveTo>
                  <a:pt x="1673704" y="458486"/>
                </a:moveTo>
                <a:lnTo>
                  <a:pt x="1671744" y="497284"/>
                </a:lnTo>
                <a:lnTo>
                  <a:pt x="1664620" y="480084"/>
                </a:lnTo>
                <a:cubicBezTo>
                  <a:pt x="1664620" y="471700"/>
                  <a:pt x="1668019" y="464109"/>
                  <a:pt x="1673514" y="458614"/>
                </a:cubicBezTo>
                <a:close/>
                <a:moveTo>
                  <a:pt x="1622429" y="449721"/>
                </a:moveTo>
                <a:cubicBezTo>
                  <a:pt x="1639199" y="449721"/>
                  <a:pt x="1652792" y="463315"/>
                  <a:pt x="1652792" y="480084"/>
                </a:cubicBezTo>
                <a:cubicBezTo>
                  <a:pt x="1652792" y="496854"/>
                  <a:pt x="1639199" y="510448"/>
                  <a:pt x="1622429" y="510448"/>
                </a:cubicBezTo>
                <a:cubicBezTo>
                  <a:pt x="1605659" y="510448"/>
                  <a:pt x="1592066" y="496854"/>
                  <a:pt x="1592066" y="480084"/>
                </a:cubicBezTo>
                <a:cubicBezTo>
                  <a:pt x="1592066" y="463315"/>
                  <a:pt x="1605659" y="449721"/>
                  <a:pt x="1622429" y="449721"/>
                </a:cubicBezTo>
                <a:close/>
                <a:moveTo>
                  <a:pt x="1549874" y="449721"/>
                </a:moveTo>
                <a:cubicBezTo>
                  <a:pt x="1566644" y="449721"/>
                  <a:pt x="1580238" y="463315"/>
                  <a:pt x="1580238" y="480084"/>
                </a:cubicBezTo>
                <a:cubicBezTo>
                  <a:pt x="1580238" y="496854"/>
                  <a:pt x="1566644" y="510448"/>
                  <a:pt x="1549874" y="510448"/>
                </a:cubicBezTo>
                <a:cubicBezTo>
                  <a:pt x="1533105" y="510448"/>
                  <a:pt x="1519511" y="496854"/>
                  <a:pt x="1519511" y="480084"/>
                </a:cubicBezTo>
                <a:cubicBezTo>
                  <a:pt x="1519511" y="463315"/>
                  <a:pt x="1533105" y="449721"/>
                  <a:pt x="1549874" y="449721"/>
                </a:cubicBezTo>
                <a:close/>
                <a:moveTo>
                  <a:pt x="1477320" y="449721"/>
                </a:moveTo>
                <a:cubicBezTo>
                  <a:pt x="1494089" y="449721"/>
                  <a:pt x="1507683" y="463315"/>
                  <a:pt x="1507683" y="480084"/>
                </a:cubicBezTo>
                <a:cubicBezTo>
                  <a:pt x="1507683" y="496854"/>
                  <a:pt x="1494089" y="510448"/>
                  <a:pt x="1477320" y="510448"/>
                </a:cubicBezTo>
                <a:cubicBezTo>
                  <a:pt x="1460550" y="510448"/>
                  <a:pt x="1446956" y="496854"/>
                  <a:pt x="1446956" y="480084"/>
                </a:cubicBezTo>
                <a:cubicBezTo>
                  <a:pt x="1446956" y="463315"/>
                  <a:pt x="1460550" y="449721"/>
                  <a:pt x="1477320" y="449721"/>
                </a:cubicBezTo>
                <a:close/>
                <a:moveTo>
                  <a:pt x="1404765" y="449721"/>
                </a:moveTo>
                <a:cubicBezTo>
                  <a:pt x="1421535" y="449721"/>
                  <a:pt x="1435129" y="463315"/>
                  <a:pt x="1435129" y="480084"/>
                </a:cubicBezTo>
                <a:cubicBezTo>
                  <a:pt x="1435129" y="496854"/>
                  <a:pt x="1421535" y="510448"/>
                  <a:pt x="1404765" y="510448"/>
                </a:cubicBezTo>
                <a:cubicBezTo>
                  <a:pt x="1387996" y="510448"/>
                  <a:pt x="1374402" y="496854"/>
                  <a:pt x="1374402" y="480084"/>
                </a:cubicBezTo>
                <a:cubicBezTo>
                  <a:pt x="1374402" y="463315"/>
                  <a:pt x="1387996" y="449721"/>
                  <a:pt x="1404765" y="449721"/>
                </a:cubicBezTo>
                <a:close/>
                <a:moveTo>
                  <a:pt x="1332211" y="449721"/>
                </a:moveTo>
                <a:cubicBezTo>
                  <a:pt x="1348980" y="449721"/>
                  <a:pt x="1362574" y="463315"/>
                  <a:pt x="1362574" y="480084"/>
                </a:cubicBezTo>
                <a:cubicBezTo>
                  <a:pt x="1362574" y="496854"/>
                  <a:pt x="1348980" y="510448"/>
                  <a:pt x="1332211" y="510448"/>
                </a:cubicBezTo>
                <a:cubicBezTo>
                  <a:pt x="1315441" y="510448"/>
                  <a:pt x="1301847" y="496854"/>
                  <a:pt x="1301847" y="480084"/>
                </a:cubicBezTo>
                <a:cubicBezTo>
                  <a:pt x="1301847" y="463315"/>
                  <a:pt x="1315441" y="449721"/>
                  <a:pt x="1332211" y="449721"/>
                </a:cubicBezTo>
                <a:close/>
                <a:moveTo>
                  <a:pt x="1259656" y="449721"/>
                </a:moveTo>
                <a:cubicBezTo>
                  <a:pt x="1276426" y="449721"/>
                  <a:pt x="1290020" y="463315"/>
                  <a:pt x="1290020" y="480084"/>
                </a:cubicBezTo>
                <a:cubicBezTo>
                  <a:pt x="1290020" y="496854"/>
                  <a:pt x="1276426" y="510448"/>
                  <a:pt x="1259656" y="510448"/>
                </a:cubicBezTo>
                <a:cubicBezTo>
                  <a:pt x="1242887" y="510448"/>
                  <a:pt x="1229293" y="496854"/>
                  <a:pt x="1229293" y="480084"/>
                </a:cubicBezTo>
                <a:cubicBezTo>
                  <a:pt x="1229293" y="463315"/>
                  <a:pt x="1242887" y="449721"/>
                  <a:pt x="1259656" y="449721"/>
                </a:cubicBezTo>
                <a:close/>
                <a:moveTo>
                  <a:pt x="1187102" y="449721"/>
                </a:moveTo>
                <a:cubicBezTo>
                  <a:pt x="1203871" y="449721"/>
                  <a:pt x="1217465" y="463315"/>
                  <a:pt x="1217465" y="480084"/>
                </a:cubicBezTo>
                <a:cubicBezTo>
                  <a:pt x="1217465" y="496854"/>
                  <a:pt x="1203871" y="510448"/>
                  <a:pt x="1187102" y="510448"/>
                </a:cubicBezTo>
                <a:cubicBezTo>
                  <a:pt x="1170332" y="510448"/>
                  <a:pt x="1156738" y="496854"/>
                  <a:pt x="1156738" y="480084"/>
                </a:cubicBezTo>
                <a:cubicBezTo>
                  <a:pt x="1156738" y="463315"/>
                  <a:pt x="1170332" y="449721"/>
                  <a:pt x="1187102" y="449721"/>
                </a:cubicBezTo>
                <a:close/>
                <a:moveTo>
                  <a:pt x="1114547" y="449721"/>
                </a:moveTo>
                <a:cubicBezTo>
                  <a:pt x="1131317" y="449721"/>
                  <a:pt x="1144911" y="463315"/>
                  <a:pt x="1144911" y="480084"/>
                </a:cubicBezTo>
                <a:cubicBezTo>
                  <a:pt x="1144911" y="496854"/>
                  <a:pt x="1131317" y="510448"/>
                  <a:pt x="1114547" y="510448"/>
                </a:cubicBezTo>
                <a:cubicBezTo>
                  <a:pt x="1097778" y="510448"/>
                  <a:pt x="1084184" y="496854"/>
                  <a:pt x="1084184" y="480084"/>
                </a:cubicBezTo>
                <a:cubicBezTo>
                  <a:pt x="1084184" y="463315"/>
                  <a:pt x="1097778" y="449721"/>
                  <a:pt x="1114547" y="449721"/>
                </a:cubicBezTo>
                <a:close/>
                <a:moveTo>
                  <a:pt x="1041993" y="449721"/>
                </a:moveTo>
                <a:cubicBezTo>
                  <a:pt x="1058762" y="449721"/>
                  <a:pt x="1072356" y="463315"/>
                  <a:pt x="1072356" y="480084"/>
                </a:cubicBezTo>
                <a:cubicBezTo>
                  <a:pt x="1072356" y="496854"/>
                  <a:pt x="1058762" y="510448"/>
                  <a:pt x="1041993" y="510448"/>
                </a:cubicBezTo>
                <a:cubicBezTo>
                  <a:pt x="1025223" y="510448"/>
                  <a:pt x="1011629" y="496854"/>
                  <a:pt x="1011629" y="480084"/>
                </a:cubicBezTo>
                <a:cubicBezTo>
                  <a:pt x="1011629" y="463315"/>
                  <a:pt x="1025223" y="449721"/>
                  <a:pt x="1041993" y="449721"/>
                </a:cubicBezTo>
                <a:close/>
                <a:moveTo>
                  <a:pt x="969438" y="449721"/>
                </a:moveTo>
                <a:cubicBezTo>
                  <a:pt x="986208" y="449721"/>
                  <a:pt x="999801" y="463315"/>
                  <a:pt x="999801" y="480084"/>
                </a:cubicBezTo>
                <a:cubicBezTo>
                  <a:pt x="999801" y="496854"/>
                  <a:pt x="986208" y="510448"/>
                  <a:pt x="969438" y="510448"/>
                </a:cubicBezTo>
                <a:cubicBezTo>
                  <a:pt x="952669" y="510448"/>
                  <a:pt x="939075" y="496854"/>
                  <a:pt x="939075" y="480084"/>
                </a:cubicBezTo>
                <a:cubicBezTo>
                  <a:pt x="939075" y="463315"/>
                  <a:pt x="952669" y="449721"/>
                  <a:pt x="969438" y="449721"/>
                </a:cubicBezTo>
                <a:close/>
                <a:moveTo>
                  <a:pt x="896883" y="449721"/>
                </a:moveTo>
                <a:cubicBezTo>
                  <a:pt x="913653" y="449721"/>
                  <a:pt x="927247" y="463315"/>
                  <a:pt x="927247" y="480084"/>
                </a:cubicBezTo>
                <a:cubicBezTo>
                  <a:pt x="927247" y="496854"/>
                  <a:pt x="913653" y="510448"/>
                  <a:pt x="896883" y="510448"/>
                </a:cubicBezTo>
                <a:cubicBezTo>
                  <a:pt x="880114" y="510448"/>
                  <a:pt x="866520" y="496854"/>
                  <a:pt x="866520" y="480084"/>
                </a:cubicBezTo>
                <a:cubicBezTo>
                  <a:pt x="866520" y="463315"/>
                  <a:pt x="880114" y="449721"/>
                  <a:pt x="896883" y="449721"/>
                </a:cubicBezTo>
                <a:close/>
                <a:moveTo>
                  <a:pt x="824329" y="449721"/>
                </a:moveTo>
                <a:cubicBezTo>
                  <a:pt x="841098" y="449721"/>
                  <a:pt x="854692" y="463315"/>
                  <a:pt x="854692" y="480084"/>
                </a:cubicBezTo>
                <a:cubicBezTo>
                  <a:pt x="854692" y="496854"/>
                  <a:pt x="841098" y="510448"/>
                  <a:pt x="824329" y="510448"/>
                </a:cubicBezTo>
                <a:cubicBezTo>
                  <a:pt x="807559" y="510448"/>
                  <a:pt x="793965" y="496854"/>
                  <a:pt x="793965" y="480084"/>
                </a:cubicBezTo>
                <a:cubicBezTo>
                  <a:pt x="793965" y="463315"/>
                  <a:pt x="807559" y="449721"/>
                  <a:pt x="824329" y="449721"/>
                </a:cubicBezTo>
                <a:close/>
                <a:moveTo>
                  <a:pt x="751774" y="449721"/>
                </a:moveTo>
                <a:cubicBezTo>
                  <a:pt x="768544" y="449721"/>
                  <a:pt x="782138" y="463315"/>
                  <a:pt x="782138" y="480084"/>
                </a:cubicBezTo>
                <a:cubicBezTo>
                  <a:pt x="782138" y="496854"/>
                  <a:pt x="768544" y="510448"/>
                  <a:pt x="751774" y="510448"/>
                </a:cubicBezTo>
                <a:cubicBezTo>
                  <a:pt x="735005" y="510448"/>
                  <a:pt x="721411" y="496854"/>
                  <a:pt x="721411" y="480084"/>
                </a:cubicBezTo>
                <a:cubicBezTo>
                  <a:pt x="721411" y="463315"/>
                  <a:pt x="735005" y="449721"/>
                  <a:pt x="751774" y="449721"/>
                </a:cubicBezTo>
                <a:close/>
                <a:moveTo>
                  <a:pt x="679220" y="449721"/>
                </a:moveTo>
                <a:cubicBezTo>
                  <a:pt x="695989" y="449721"/>
                  <a:pt x="709583" y="463315"/>
                  <a:pt x="709583" y="480084"/>
                </a:cubicBezTo>
                <a:cubicBezTo>
                  <a:pt x="709583" y="496854"/>
                  <a:pt x="695989" y="510448"/>
                  <a:pt x="679220" y="510448"/>
                </a:cubicBezTo>
                <a:cubicBezTo>
                  <a:pt x="662450" y="510448"/>
                  <a:pt x="648856" y="496854"/>
                  <a:pt x="648856" y="480084"/>
                </a:cubicBezTo>
                <a:cubicBezTo>
                  <a:pt x="648856" y="463315"/>
                  <a:pt x="662450" y="449721"/>
                  <a:pt x="679220" y="449721"/>
                </a:cubicBezTo>
                <a:close/>
                <a:moveTo>
                  <a:pt x="606665" y="449721"/>
                </a:moveTo>
                <a:cubicBezTo>
                  <a:pt x="623435" y="449721"/>
                  <a:pt x="637029" y="463315"/>
                  <a:pt x="637029" y="480084"/>
                </a:cubicBezTo>
                <a:cubicBezTo>
                  <a:pt x="637029" y="496854"/>
                  <a:pt x="623435" y="510448"/>
                  <a:pt x="606665" y="510448"/>
                </a:cubicBezTo>
                <a:cubicBezTo>
                  <a:pt x="589896" y="510448"/>
                  <a:pt x="576302" y="496854"/>
                  <a:pt x="576302" y="480084"/>
                </a:cubicBezTo>
                <a:cubicBezTo>
                  <a:pt x="576302" y="463315"/>
                  <a:pt x="589896" y="449721"/>
                  <a:pt x="606665" y="449721"/>
                </a:cubicBezTo>
                <a:close/>
                <a:moveTo>
                  <a:pt x="534111" y="449721"/>
                </a:moveTo>
                <a:cubicBezTo>
                  <a:pt x="550880" y="449721"/>
                  <a:pt x="564474" y="463315"/>
                  <a:pt x="564474" y="480084"/>
                </a:cubicBezTo>
                <a:cubicBezTo>
                  <a:pt x="564474" y="496854"/>
                  <a:pt x="550880" y="510448"/>
                  <a:pt x="534111" y="510448"/>
                </a:cubicBezTo>
                <a:cubicBezTo>
                  <a:pt x="517341" y="510448"/>
                  <a:pt x="503747" y="496854"/>
                  <a:pt x="503747" y="480084"/>
                </a:cubicBezTo>
                <a:cubicBezTo>
                  <a:pt x="503747" y="463315"/>
                  <a:pt x="517341" y="449721"/>
                  <a:pt x="534111" y="449721"/>
                </a:cubicBezTo>
                <a:close/>
                <a:moveTo>
                  <a:pt x="461556" y="449721"/>
                </a:moveTo>
                <a:cubicBezTo>
                  <a:pt x="478326" y="449721"/>
                  <a:pt x="491920" y="463315"/>
                  <a:pt x="491920" y="480084"/>
                </a:cubicBezTo>
                <a:cubicBezTo>
                  <a:pt x="491920" y="496854"/>
                  <a:pt x="478326" y="510448"/>
                  <a:pt x="461556" y="510448"/>
                </a:cubicBezTo>
                <a:cubicBezTo>
                  <a:pt x="444787" y="510448"/>
                  <a:pt x="431192" y="496854"/>
                  <a:pt x="431192" y="480084"/>
                </a:cubicBezTo>
                <a:cubicBezTo>
                  <a:pt x="431192" y="463315"/>
                  <a:pt x="444787" y="449721"/>
                  <a:pt x="461556" y="449721"/>
                </a:cubicBezTo>
                <a:close/>
                <a:moveTo>
                  <a:pt x="389002" y="449721"/>
                </a:moveTo>
                <a:cubicBezTo>
                  <a:pt x="405771" y="449721"/>
                  <a:pt x="419365" y="463315"/>
                  <a:pt x="419365" y="480084"/>
                </a:cubicBezTo>
                <a:cubicBezTo>
                  <a:pt x="419365" y="496854"/>
                  <a:pt x="405771" y="510448"/>
                  <a:pt x="389002" y="510448"/>
                </a:cubicBezTo>
                <a:cubicBezTo>
                  <a:pt x="372232" y="510448"/>
                  <a:pt x="358638" y="496854"/>
                  <a:pt x="358638" y="480084"/>
                </a:cubicBezTo>
                <a:cubicBezTo>
                  <a:pt x="358638" y="463315"/>
                  <a:pt x="372232" y="449721"/>
                  <a:pt x="389002" y="449721"/>
                </a:cubicBezTo>
                <a:close/>
                <a:moveTo>
                  <a:pt x="316447" y="449721"/>
                </a:moveTo>
                <a:cubicBezTo>
                  <a:pt x="333216" y="449721"/>
                  <a:pt x="346810" y="463315"/>
                  <a:pt x="346810" y="480084"/>
                </a:cubicBezTo>
                <a:cubicBezTo>
                  <a:pt x="346810" y="496854"/>
                  <a:pt x="333216" y="510448"/>
                  <a:pt x="316447" y="510448"/>
                </a:cubicBezTo>
                <a:cubicBezTo>
                  <a:pt x="299677" y="510448"/>
                  <a:pt x="286084" y="496854"/>
                  <a:pt x="286084" y="480084"/>
                </a:cubicBezTo>
                <a:cubicBezTo>
                  <a:pt x="286084" y="463315"/>
                  <a:pt x="299677" y="449721"/>
                  <a:pt x="316447" y="449721"/>
                </a:cubicBezTo>
                <a:close/>
                <a:moveTo>
                  <a:pt x="243892" y="449721"/>
                </a:moveTo>
                <a:cubicBezTo>
                  <a:pt x="260662" y="449721"/>
                  <a:pt x="274256" y="463315"/>
                  <a:pt x="274256" y="480084"/>
                </a:cubicBezTo>
                <a:cubicBezTo>
                  <a:pt x="274256" y="496854"/>
                  <a:pt x="260662" y="510448"/>
                  <a:pt x="243892" y="510448"/>
                </a:cubicBezTo>
                <a:cubicBezTo>
                  <a:pt x="227123" y="510448"/>
                  <a:pt x="213529" y="496854"/>
                  <a:pt x="213529" y="480084"/>
                </a:cubicBezTo>
                <a:cubicBezTo>
                  <a:pt x="213529" y="463315"/>
                  <a:pt x="227123" y="449721"/>
                  <a:pt x="243892" y="449721"/>
                </a:cubicBezTo>
                <a:close/>
                <a:moveTo>
                  <a:pt x="171339" y="449721"/>
                </a:moveTo>
                <a:cubicBezTo>
                  <a:pt x="188107" y="449721"/>
                  <a:pt x="201701" y="463315"/>
                  <a:pt x="201701" y="480084"/>
                </a:cubicBezTo>
                <a:cubicBezTo>
                  <a:pt x="201701" y="496854"/>
                  <a:pt x="188107" y="510448"/>
                  <a:pt x="171339" y="510448"/>
                </a:cubicBezTo>
                <a:cubicBezTo>
                  <a:pt x="154679" y="510448"/>
                  <a:pt x="141085" y="496854"/>
                  <a:pt x="141085" y="480084"/>
                </a:cubicBezTo>
                <a:cubicBezTo>
                  <a:pt x="141085" y="463315"/>
                  <a:pt x="154679" y="449721"/>
                  <a:pt x="171339" y="449721"/>
                </a:cubicBezTo>
                <a:close/>
                <a:moveTo>
                  <a:pt x="98910" y="449721"/>
                </a:moveTo>
                <a:cubicBezTo>
                  <a:pt x="115670" y="449721"/>
                  <a:pt x="129264" y="463315"/>
                  <a:pt x="129264" y="480084"/>
                </a:cubicBezTo>
                <a:cubicBezTo>
                  <a:pt x="129264" y="496854"/>
                  <a:pt x="115670" y="510448"/>
                  <a:pt x="98910" y="510448"/>
                </a:cubicBezTo>
                <a:cubicBezTo>
                  <a:pt x="82136" y="510448"/>
                  <a:pt x="68542" y="496854"/>
                  <a:pt x="68542" y="480084"/>
                </a:cubicBezTo>
                <a:cubicBezTo>
                  <a:pt x="68542" y="463315"/>
                  <a:pt x="82136" y="449721"/>
                  <a:pt x="98910" y="449721"/>
                </a:cubicBezTo>
                <a:close/>
                <a:moveTo>
                  <a:pt x="26355" y="449721"/>
                </a:moveTo>
                <a:cubicBezTo>
                  <a:pt x="43118" y="449721"/>
                  <a:pt x="56713" y="463315"/>
                  <a:pt x="56713" y="480084"/>
                </a:cubicBezTo>
                <a:cubicBezTo>
                  <a:pt x="56713" y="496854"/>
                  <a:pt x="43118" y="510448"/>
                  <a:pt x="26355" y="510448"/>
                </a:cubicBezTo>
                <a:cubicBezTo>
                  <a:pt x="17970" y="510448"/>
                  <a:pt x="10379" y="507050"/>
                  <a:pt x="4884" y="501555"/>
                </a:cubicBezTo>
                <a:lnTo>
                  <a:pt x="0" y="489763"/>
                </a:lnTo>
                <a:lnTo>
                  <a:pt x="0" y="470405"/>
                </a:lnTo>
                <a:lnTo>
                  <a:pt x="4884" y="458614"/>
                </a:lnTo>
                <a:cubicBezTo>
                  <a:pt x="10379" y="453120"/>
                  <a:pt x="17970" y="449721"/>
                  <a:pt x="26355" y="449721"/>
                </a:cubicBezTo>
                <a:close/>
                <a:moveTo>
                  <a:pt x="1673066" y="379245"/>
                </a:moveTo>
                <a:lnTo>
                  <a:pt x="1675237" y="422266"/>
                </a:lnTo>
                <a:lnTo>
                  <a:pt x="1673514" y="421103"/>
                </a:lnTo>
                <a:cubicBezTo>
                  <a:pt x="1668019" y="415609"/>
                  <a:pt x="1664620" y="408017"/>
                  <a:pt x="1664620" y="399633"/>
                </a:cubicBezTo>
                <a:close/>
                <a:moveTo>
                  <a:pt x="1622429" y="369269"/>
                </a:moveTo>
                <a:cubicBezTo>
                  <a:pt x="1639199" y="369269"/>
                  <a:pt x="1652792" y="382864"/>
                  <a:pt x="1652792" y="399633"/>
                </a:cubicBezTo>
                <a:cubicBezTo>
                  <a:pt x="1652792" y="416402"/>
                  <a:pt x="1639199" y="429997"/>
                  <a:pt x="1622429" y="429997"/>
                </a:cubicBezTo>
                <a:cubicBezTo>
                  <a:pt x="1605659" y="429997"/>
                  <a:pt x="1592066" y="416402"/>
                  <a:pt x="1592066" y="399633"/>
                </a:cubicBezTo>
                <a:cubicBezTo>
                  <a:pt x="1592066" y="382864"/>
                  <a:pt x="1605659" y="369269"/>
                  <a:pt x="1622429" y="369269"/>
                </a:cubicBezTo>
                <a:close/>
                <a:moveTo>
                  <a:pt x="1549874" y="369269"/>
                </a:moveTo>
                <a:cubicBezTo>
                  <a:pt x="1566644" y="369269"/>
                  <a:pt x="1580238" y="382864"/>
                  <a:pt x="1580238" y="399633"/>
                </a:cubicBezTo>
                <a:cubicBezTo>
                  <a:pt x="1580238" y="416402"/>
                  <a:pt x="1566644" y="429997"/>
                  <a:pt x="1549874" y="429997"/>
                </a:cubicBezTo>
                <a:cubicBezTo>
                  <a:pt x="1533105" y="429997"/>
                  <a:pt x="1519511" y="416402"/>
                  <a:pt x="1519511" y="399633"/>
                </a:cubicBezTo>
                <a:cubicBezTo>
                  <a:pt x="1519511" y="382864"/>
                  <a:pt x="1533105" y="369269"/>
                  <a:pt x="1549874" y="369269"/>
                </a:cubicBezTo>
                <a:close/>
                <a:moveTo>
                  <a:pt x="1477320" y="369269"/>
                </a:moveTo>
                <a:cubicBezTo>
                  <a:pt x="1494089" y="369269"/>
                  <a:pt x="1507683" y="382864"/>
                  <a:pt x="1507683" y="399633"/>
                </a:cubicBezTo>
                <a:cubicBezTo>
                  <a:pt x="1507683" y="416402"/>
                  <a:pt x="1494089" y="429997"/>
                  <a:pt x="1477320" y="429997"/>
                </a:cubicBezTo>
                <a:cubicBezTo>
                  <a:pt x="1460550" y="429997"/>
                  <a:pt x="1446956" y="416402"/>
                  <a:pt x="1446956" y="399633"/>
                </a:cubicBezTo>
                <a:cubicBezTo>
                  <a:pt x="1446956" y="382864"/>
                  <a:pt x="1460550" y="369269"/>
                  <a:pt x="1477320" y="369269"/>
                </a:cubicBezTo>
                <a:close/>
                <a:moveTo>
                  <a:pt x="1404765" y="369269"/>
                </a:moveTo>
                <a:cubicBezTo>
                  <a:pt x="1421535" y="369269"/>
                  <a:pt x="1435129" y="382864"/>
                  <a:pt x="1435129" y="399633"/>
                </a:cubicBezTo>
                <a:cubicBezTo>
                  <a:pt x="1435129" y="416402"/>
                  <a:pt x="1421535" y="429997"/>
                  <a:pt x="1404765" y="429997"/>
                </a:cubicBezTo>
                <a:cubicBezTo>
                  <a:pt x="1387996" y="429997"/>
                  <a:pt x="1374402" y="416402"/>
                  <a:pt x="1374402" y="399633"/>
                </a:cubicBezTo>
                <a:cubicBezTo>
                  <a:pt x="1374402" y="382864"/>
                  <a:pt x="1387996" y="369269"/>
                  <a:pt x="1404765" y="369269"/>
                </a:cubicBezTo>
                <a:close/>
                <a:moveTo>
                  <a:pt x="1332211" y="369269"/>
                </a:moveTo>
                <a:cubicBezTo>
                  <a:pt x="1348980" y="369269"/>
                  <a:pt x="1362574" y="382864"/>
                  <a:pt x="1362574" y="399633"/>
                </a:cubicBezTo>
                <a:cubicBezTo>
                  <a:pt x="1362574" y="416402"/>
                  <a:pt x="1348980" y="429997"/>
                  <a:pt x="1332211" y="429997"/>
                </a:cubicBezTo>
                <a:cubicBezTo>
                  <a:pt x="1315441" y="429997"/>
                  <a:pt x="1301847" y="416402"/>
                  <a:pt x="1301847" y="399633"/>
                </a:cubicBezTo>
                <a:cubicBezTo>
                  <a:pt x="1301847" y="382864"/>
                  <a:pt x="1315441" y="369269"/>
                  <a:pt x="1332211" y="369269"/>
                </a:cubicBezTo>
                <a:close/>
                <a:moveTo>
                  <a:pt x="1259656" y="369269"/>
                </a:moveTo>
                <a:cubicBezTo>
                  <a:pt x="1276426" y="369269"/>
                  <a:pt x="1290020" y="382864"/>
                  <a:pt x="1290020" y="399633"/>
                </a:cubicBezTo>
                <a:cubicBezTo>
                  <a:pt x="1290020" y="416402"/>
                  <a:pt x="1276426" y="429997"/>
                  <a:pt x="1259656" y="429997"/>
                </a:cubicBezTo>
                <a:cubicBezTo>
                  <a:pt x="1242887" y="429997"/>
                  <a:pt x="1229293" y="416402"/>
                  <a:pt x="1229293" y="399633"/>
                </a:cubicBezTo>
                <a:cubicBezTo>
                  <a:pt x="1229293" y="382864"/>
                  <a:pt x="1242887" y="369269"/>
                  <a:pt x="1259656" y="369269"/>
                </a:cubicBezTo>
                <a:close/>
                <a:moveTo>
                  <a:pt x="1187102" y="369269"/>
                </a:moveTo>
                <a:cubicBezTo>
                  <a:pt x="1203871" y="369269"/>
                  <a:pt x="1217465" y="382864"/>
                  <a:pt x="1217465" y="399633"/>
                </a:cubicBezTo>
                <a:cubicBezTo>
                  <a:pt x="1217465" y="416402"/>
                  <a:pt x="1203871" y="429997"/>
                  <a:pt x="1187102" y="429997"/>
                </a:cubicBezTo>
                <a:cubicBezTo>
                  <a:pt x="1170332" y="429997"/>
                  <a:pt x="1156738" y="416402"/>
                  <a:pt x="1156738" y="399633"/>
                </a:cubicBezTo>
                <a:cubicBezTo>
                  <a:pt x="1156738" y="382864"/>
                  <a:pt x="1170332" y="369269"/>
                  <a:pt x="1187102" y="369269"/>
                </a:cubicBezTo>
                <a:close/>
                <a:moveTo>
                  <a:pt x="1114547" y="369269"/>
                </a:moveTo>
                <a:cubicBezTo>
                  <a:pt x="1131317" y="369269"/>
                  <a:pt x="1144911" y="382864"/>
                  <a:pt x="1144911" y="399633"/>
                </a:cubicBezTo>
                <a:cubicBezTo>
                  <a:pt x="1144911" y="416402"/>
                  <a:pt x="1131317" y="429997"/>
                  <a:pt x="1114547" y="429997"/>
                </a:cubicBezTo>
                <a:cubicBezTo>
                  <a:pt x="1097778" y="429997"/>
                  <a:pt x="1084184" y="416402"/>
                  <a:pt x="1084184" y="399633"/>
                </a:cubicBezTo>
                <a:cubicBezTo>
                  <a:pt x="1084184" y="382864"/>
                  <a:pt x="1097778" y="369269"/>
                  <a:pt x="1114547" y="369269"/>
                </a:cubicBezTo>
                <a:close/>
                <a:moveTo>
                  <a:pt x="1041993" y="369269"/>
                </a:moveTo>
                <a:cubicBezTo>
                  <a:pt x="1058762" y="369269"/>
                  <a:pt x="1072356" y="382864"/>
                  <a:pt x="1072356" y="399633"/>
                </a:cubicBezTo>
                <a:cubicBezTo>
                  <a:pt x="1072356" y="416402"/>
                  <a:pt x="1058762" y="429997"/>
                  <a:pt x="1041993" y="429997"/>
                </a:cubicBezTo>
                <a:cubicBezTo>
                  <a:pt x="1025223" y="429997"/>
                  <a:pt x="1011629" y="416402"/>
                  <a:pt x="1011629" y="399633"/>
                </a:cubicBezTo>
                <a:cubicBezTo>
                  <a:pt x="1011629" y="382864"/>
                  <a:pt x="1025223" y="369269"/>
                  <a:pt x="1041993" y="369269"/>
                </a:cubicBezTo>
                <a:close/>
                <a:moveTo>
                  <a:pt x="969438" y="369269"/>
                </a:moveTo>
                <a:cubicBezTo>
                  <a:pt x="986208" y="369269"/>
                  <a:pt x="999801" y="382864"/>
                  <a:pt x="999801" y="399633"/>
                </a:cubicBezTo>
                <a:cubicBezTo>
                  <a:pt x="999801" y="416402"/>
                  <a:pt x="986208" y="429997"/>
                  <a:pt x="969438" y="429997"/>
                </a:cubicBezTo>
                <a:cubicBezTo>
                  <a:pt x="952669" y="429997"/>
                  <a:pt x="939075" y="416402"/>
                  <a:pt x="939075" y="399633"/>
                </a:cubicBezTo>
                <a:cubicBezTo>
                  <a:pt x="939075" y="382864"/>
                  <a:pt x="952669" y="369269"/>
                  <a:pt x="969438" y="369269"/>
                </a:cubicBezTo>
                <a:close/>
                <a:moveTo>
                  <a:pt x="896883" y="369269"/>
                </a:moveTo>
                <a:cubicBezTo>
                  <a:pt x="913653" y="369269"/>
                  <a:pt x="927247" y="382864"/>
                  <a:pt x="927247" y="399633"/>
                </a:cubicBezTo>
                <a:cubicBezTo>
                  <a:pt x="927247" y="416402"/>
                  <a:pt x="913653" y="429997"/>
                  <a:pt x="896883" y="429997"/>
                </a:cubicBezTo>
                <a:cubicBezTo>
                  <a:pt x="880114" y="429997"/>
                  <a:pt x="866520" y="416402"/>
                  <a:pt x="866520" y="399633"/>
                </a:cubicBezTo>
                <a:cubicBezTo>
                  <a:pt x="866520" y="382864"/>
                  <a:pt x="880114" y="369269"/>
                  <a:pt x="896883" y="369269"/>
                </a:cubicBezTo>
                <a:close/>
                <a:moveTo>
                  <a:pt x="824329" y="369269"/>
                </a:moveTo>
                <a:cubicBezTo>
                  <a:pt x="841098" y="369269"/>
                  <a:pt x="854692" y="382864"/>
                  <a:pt x="854692" y="399633"/>
                </a:cubicBezTo>
                <a:cubicBezTo>
                  <a:pt x="854692" y="416402"/>
                  <a:pt x="841098" y="429997"/>
                  <a:pt x="824329" y="429997"/>
                </a:cubicBezTo>
                <a:cubicBezTo>
                  <a:pt x="807559" y="429997"/>
                  <a:pt x="793965" y="416402"/>
                  <a:pt x="793965" y="399633"/>
                </a:cubicBezTo>
                <a:cubicBezTo>
                  <a:pt x="793965" y="382864"/>
                  <a:pt x="807559" y="369269"/>
                  <a:pt x="824329" y="369269"/>
                </a:cubicBezTo>
                <a:close/>
                <a:moveTo>
                  <a:pt x="751774" y="369269"/>
                </a:moveTo>
                <a:cubicBezTo>
                  <a:pt x="768544" y="369269"/>
                  <a:pt x="782138" y="382864"/>
                  <a:pt x="782138" y="399633"/>
                </a:cubicBezTo>
                <a:cubicBezTo>
                  <a:pt x="782138" y="416402"/>
                  <a:pt x="768544" y="429997"/>
                  <a:pt x="751774" y="429997"/>
                </a:cubicBezTo>
                <a:cubicBezTo>
                  <a:pt x="735005" y="429997"/>
                  <a:pt x="721411" y="416402"/>
                  <a:pt x="721411" y="399633"/>
                </a:cubicBezTo>
                <a:cubicBezTo>
                  <a:pt x="721411" y="382864"/>
                  <a:pt x="735005" y="369269"/>
                  <a:pt x="751774" y="369269"/>
                </a:cubicBezTo>
                <a:close/>
                <a:moveTo>
                  <a:pt x="679220" y="369269"/>
                </a:moveTo>
                <a:cubicBezTo>
                  <a:pt x="695989" y="369269"/>
                  <a:pt x="709583" y="382864"/>
                  <a:pt x="709583" y="399633"/>
                </a:cubicBezTo>
                <a:cubicBezTo>
                  <a:pt x="709583" y="416402"/>
                  <a:pt x="695989" y="429997"/>
                  <a:pt x="679220" y="429997"/>
                </a:cubicBezTo>
                <a:cubicBezTo>
                  <a:pt x="662450" y="429997"/>
                  <a:pt x="648856" y="416402"/>
                  <a:pt x="648856" y="399633"/>
                </a:cubicBezTo>
                <a:cubicBezTo>
                  <a:pt x="648856" y="382864"/>
                  <a:pt x="662450" y="369269"/>
                  <a:pt x="679220" y="369269"/>
                </a:cubicBezTo>
                <a:close/>
                <a:moveTo>
                  <a:pt x="606665" y="369269"/>
                </a:moveTo>
                <a:cubicBezTo>
                  <a:pt x="623435" y="369269"/>
                  <a:pt x="637029" y="382864"/>
                  <a:pt x="637029" y="399633"/>
                </a:cubicBezTo>
                <a:cubicBezTo>
                  <a:pt x="637029" y="416402"/>
                  <a:pt x="623435" y="429997"/>
                  <a:pt x="606665" y="429997"/>
                </a:cubicBezTo>
                <a:cubicBezTo>
                  <a:pt x="589896" y="429997"/>
                  <a:pt x="576302" y="416402"/>
                  <a:pt x="576302" y="399633"/>
                </a:cubicBezTo>
                <a:cubicBezTo>
                  <a:pt x="576302" y="382864"/>
                  <a:pt x="589896" y="369269"/>
                  <a:pt x="606665" y="369269"/>
                </a:cubicBezTo>
                <a:close/>
                <a:moveTo>
                  <a:pt x="534111" y="369269"/>
                </a:moveTo>
                <a:cubicBezTo>
                  <a:pt x="550880" y="369269"/>
                  <a:pt x="564474" y="382864"/>
                  <a:pt x="564474" y="399633"/>
                </a:cubicBezTo>
                <a:cubicBezTo>
                  <a:pt x="564474" y="416402"/>
                  <a:pt x="550880" y="429997"/>
                  <a:pt x="534111" y="429997"/>
                </a:cubicBezTo>
                <a:cubicBezTo>
                  <a:pt x="517341" y="429997"/>
                  <a:pt x="503747" y="416402"/>
                  <a:pt x="503747" y="399633"/>
                </a:cubicBezTo>
                <a:cubicBezTo>
                  <a:pt x="503747" y="382864"/>
                  <a:pt x="517341" y="369269"/>
                  <a:pt x="534111" y="369269"/>
                </a:cubicBezTo>
                <a:close/>
                <a:moveTo>
                  <a:pt x="461556" y="369269"/>
                </a:moveTo>
                <a:cubicBezTo>
                  <a:pt x="478326" y="369269"/>
                  <a:pt x="491920" y="382864"/>
                  <a:pt x="491920" y="399633"/>
                </a:cubicBezTo>
                <a:cubicBezTo>
                  <a:pt x="491920" y="416402"/>
                  <a:pt x="478326" y="429997"/>
                  <a:pt x="461556" y="429997"/>
                </a:cubicBezTo>
                <a:cubicBezTo>
                  <a:pt x="444787" y="429997"/>
                  <a:pt x="431192" y="416402"/>
                  <a:pt x="431192" y="399633"/>
                </a:cubicBezTo>
                <a:cubicBezTo>
                  <a:pt x="431192" y="382864"/>
                  <a:pt x="444787" y="369269"/>
                  <a:pt x="461556" y="369269"/>
                </a:cubicBezTo>
                <a:close/>
                <a:moveTo>
                  <a:pt x="389002" y="369269"/>
                </a:moveTo>
                <a:cubicBezTo>
                  <a:pt x="405771" y="369269"/>
                  <a:pt x="419365" y="382864"/>
                  <a:pt x="419365" y="399633"/>
                </a:cubicBezTo>
                <a:cubicBezTo>
                  <a:pt x="419365" y="416402"/>
                  <a:pt x="405771" y="429997"/>
                  <a:pt x="389002" y="429997"/>
                </a:cubicBezTo>
                <a:cubicBezTo>
                  <a:pt x="372232" y="429997"/>
                  <a:pt x="358638" y="416402"/>
                  <a:pt x="358638" y="399633"/>
                </a:cubicBezTo>
                <a:cubicBezTo>
                  <a:pt x="358638" y="382864"/>
                  <a:pt x="372232" y="369269"/>
                  <a:pt x="389002" y="369269"/>
                </a:cubicBezTo>
                <a:close/>
                <a:moveTo>
                  <a:pt x="316447" y="369269"/>
                </a:moveTo>
                <a:cubicBezTo>
                  <a:pt x="333216" y="369269"/>
                  <a:pt x="346810" y="382864"/>
                  <a:pt x="346810" y="399633"/>
                </a:cubicBezTo>
                <a:cubicBezTo>
                  <a:pt x="346810" y="416402"/>
                  <a:pt x="333216" y="429997"/>
                  <a:pt x="316447" y="429997"/>
                </a:cubicBezTo>
                <a:cubicBezTo>
                  <a:pt x="299677" y="429997"/>
                  <a:pt x="286084" y="416402"/>
                  <a:pt x="286084" y="399633"/>
                </a:cubicBezTo>
                <a:cubicBezTo>
                  <a:pt x="286084" y="382864"/>
                  <a:pt x="299677" y="369269"/>
                  <a:pt x="316447" y="369269"/>
                </a:cubicBezTo>
                <a:close/>
                <a:moveTo>
                  <a:pt x="243892" y="369269"/>
                </a:moveTo>
                <a:cubicBezTo>
                  <a:pt x="260662" y="369269"/>
                  <a:pt x="274256" y="382864"/>
                  <a:pt x="274256" y="399633"/>
                </a:cubicBezTo>
                <a:cubicBezTo>
                  <a:pt x="274256" y="416402"/>
                  <a:pt x="260662" y="429997"/>
                  <a:pt x="243892" y="429997"/>
                </a:cubicBezTo>
                <a:cubicBezTo>
                  <a:pt x="227123" y="429997"/>
                  <a:pt x="213529" y="416402"/>
                  <a:pt x="213529" y="399633"/>
                </a:cubicBezTo>
                <a:cubicBezTo>
                  <a:pt x="213529" y="382864"/>
                  <a:pt x="227123" y="369269"/>
                  <a:pt x="243892" y="369269"/>
                </a:cubicBezTo>
                <a:close/>
                <a:moveTo>
                  <a:pt x="171339" y="369269"/>
                </a:moveTo>
                <a:cubicBezTo>
                  <a:pt x="188107" y="369269"/>
                  <a:pt x="201701" y="382864"/>
                  <a:pt x="201701" y="399633"/>
                </a:cubicBezTo>
                <a:cubicBezTo>
                  <a:pt x="201701" y="416402"/>
                  <a:pt x="188107" y="429997"/>
                  <a:pt x="171339" y="429997"/>
                </a:cubicBezTo>
                <a:cubicBezTo>
                  <a:pt x="154685" y="429997"/>
                  <a:pt x="141090" y="416402"/>
                  <a:pt x="141090" y="399633"/>
                </a:cubicBezTo>
                <a:cubicBezTo>
                  <a:pt x="141090" y="382864"/>
                  <a:pt x="154685" y="369269"/>
                  <a:pt x="171339" y="369269"/>
                </a:cubicBezTo>
                <a:close/>
                <a:moveTo>
                  <a:pt x="98917" y="369269"/>
                </a:moveTo>
                <a:cubicBezTo>
                  <a:pt x="115677" y="369269"/>
                  <a:pt x="129270" y="382864"/>
                  <a:pt x="129270" y="399633"/>
                </a:cubicBezTo>
                <a:cubicBezTo>
                  <a:pt x="129270" y="416402"/>
                  <a:pt x="115677" y="429997"/>
                  <a:pt x="98917" y="429997"/>
                </a:cubicBezTo>
                <a:cubicBezTo>
                  <a:pt x="82143" y="429997"/>
                  <a:pt x="68549" y="416402"/>
                  <a:pt x="68549" y="399633"/>
                </a:cubicBezTo>
                <a:cubicBezTo>
                  <a:pt x="68549" y="382864"/>
                  <a:pt x="82143" y="369269"/>
                  <a:pt x="98917" y="369269"/>
                </a:cubicBezTo>
                <a:close/>
                <a:moveTo>
                  <a:pt x="26362" y="369269"/>
                </a:moveTo>
                <a:cubicBezTo>
                  <a:pt x="43124" y="369269"/>
                  <a:pt x="56719" y="382864"/>
                  <a:pt x="56719" y="399633"/>
                </a:cubicBezTo>
                <a:cubicBezTo>
                  <a:pt x="56719" y="416402"/>
                  <a:pt x="43124" y="429997"/>
                  <a:pt x="26362" y="429997"/>
                </a:cubicBezTo>
                <a:cubicBezTo>
                  <a:pt x="17976" y="429997"/>
                  <a:pt x="10385" y="426598"/>
                  <a:pt x="4890" y="421103"/>
                </a:cubicBezTo>
                <a:lnTo>
                  <a:pt x="0" y="409299"/>
                </a:lnTo>
                <a:lnTo>
                  <a:pt x="0" y="389967"/>
                </a:lnTo>
                <a:lnTo>
                  <a:pt x="4890" y="378163"/>
                </a:lnTo>
                <a:cubicBezTo>
                  <a:pt x="10385" y="372668"/>
                  <a:pt x="17976" y="369269"/>
                  <a:pt x="26362" y="369269"/>
                </a:cubicBezTo>
                <a:close/>
                <a:moveTo>
                  <a:pt x="1669444" y="307535"/>
                </a:moveTo>
                <a:lnTo>
                  <a:pt x="1670784" y="334061"/>
                </a:lnTo>
                <a:lnTo>
                  <a:pt x="1664620" y="319181"/>
                </a:lnTo>
                <a:close/>
                <a:moveTo>
                  <a:pt x="1622429" y="288818"/>
                </a:moveTo>
                <a:cubicBezTo>
                  <a:pt x="1639199" y="288818"/>
                  <a:pt x="1652792" y="302412"/>
                  <a:pt x="1652792" y="319181"/>
                </a:cubicBezTo>
                <a:cubicBezTo>
                  <a:pt x="1652792" y="335950"/>
                  <a:pt x="1639199" y="349545"/>
                  <a:pt x="1622429" y="349545"/>
                </a:cubicBezTo>
                <a:cubicBezTo>
                  <a:pt x="1605659" y="349545"/>
                  <a:pt x="1592066" y="335950"/>
                  <a:pt x="1592066" y="319181"/>
                </a:cubicBezTo>
                <a:cubicBezTo>
                  <a:pt x="1592066" y="302412"/>
                  <a:pt x="1605659" y="288818"/>
                  <a:pt x="1622429" y="288818"/>
                </a:cubicBezTo>
                <a:close/>
                <a:moveTo>
                  <a:pt x="1549874" y="288818"/>
                </a:moveTo>
                <a:cubicBezTo>
                  <a:pt x="1566644" y="288818"/>
                  <a:pt x="1580238" y="302412"/>
                  <a:pt x="1580238" y="319181"/>
                </a:cubicBezTo>
                <a:cubicBezTo>
                  <a:pt x="1580238" y="335950"/>
                  <a:pt x="1566644" y="349545"/>
                  <a:pt x="1549874" y="349545"/>
                </a:cubicBezTo>
                <a:cubicBezTo>
                  <a:pt x="1533105" y="349545"/>
                  <a:pt x="1519511" y="335950"/>
                  <a:pt x="1519511" y="319181"/>
                </a:cubicBezTo>
                <a:cubicBezTo>
                  <a:pt x="1519511" y="302412"/>
                  <a:pt x="1533105" y="288818"/>
                  <a:pt x="1549874" y="288818"/>
                </a:cubicBezTo>
                <a:close/>
                <a:moveTo>
                  <a:pt x="1477320" y="288818"/>
                </a:moveTo>
                <a:cubicBezTo>
                  <a:pt x="1494089" y="288818"/>
                  <a:pt x="1507683" y="302412"/>
                  <a:pt x="1507683" y="319181"/>
                </a:cubicBezTo>
                <a:cubicBezTo>
                  <a:pt x="1507683" y="335950"/>
                  <a:pt x="1494089" y="349545"/>
                  <a:pt x="1477320" y="349545"/>
                </a:cubicBezTo>
                <a:cubicBezTo>
                  <a:pt x="1460550" y="349545"/>
                  <a:pt x="1446956" y="335950"/>
                  <a:pt x="1446956" y="319181"/>
                </a:cubicBezTo>
                <a:cubicBezTo>
                  <a:pt x="1446956" y="302412"/>
                  <a:pt x="1460550" y="288818"/>
                  <a:pt x="1477320" y="288818"/>
                </a:cubicBezTo>
                <a:close/>
                <a:moveTo>
                  <a:pt x="1404765" y="288818"/>
                </a:moveTo>
                <a:cubicBezTo>
                  <a:pt x="1421535" y="288818"/>
                  <a:pt x="1435129" y="302412"/>
                  <a:pt x="1435129" y="319181"/>
                </a:cubicBezTo>
                <a:cubicBezTo>
                  <a:pt x="1435129" y="335950"/>
                  <a:pt x="1421535" y="349545"/>
                  <a:pt x="1404765" y="349545"/>
                </a:cubicBezTo>
                <a:cubicBezTo>
                  <a:pt x="1387996" y="349545"/>
                  <a:pt x="1374402" y="335950"/>
                  <a:pt x="1374402" y="319181"/>
                </a:cubicBezTo>
                <a:cubicBezTo>
                  <a:pt x="1374402" y="302412"/>
                  <a:pt x="1387996" y="288818"/>
                  <a:pt x="1404765" y="288818"/>
                </a:cubicBezTo>
                <a:close/>
                <a:moveTo>
                  <a:pt x="1332211" y="288818"/>
                </a:moveTo>
                <a:cubicBezTo>
                  <a:pt x="1348980" y="288818"/>
                  <a:pt x="1362574" y="302412"/>
                  <a:pt x="1362574" y="319181"/>
                </a:cubicBezTo>
                <a:cubicBezTo>
                  <a:pt x="1362574" y="335950"/>
                  <a:pt x="1348980" y="349545"/>
                  <a:pt x="1332211" y="349545"/>
                </a:cubicBezTo>
                <a:cubicBezTo>
                  <a:pt x="1315441" y="349545"/>
                  <a:pt x="1301847" y="335950"/>
                  <a:pt x="1301847" y="319181"/>
                </a:cubicBezTo>
                <a:cubicBezTo>
                  <a:pt x="1301847" y="302412"/>
                  <a:pt x="1315441" y="288818"/>
                  <a:pt x="1332211" y="288818"/>
                </a:cubicBezTo>
                <a:close/>
                <a:moveTo>
                  <a:pt x="1259656" y="288818"/>
                </a:moveTo>
                <a:cubicBezTo>
                  <a:pt x="1276426" y="288818"/>
                  <a:pt x="1290020" y="302412"/>
                  <a:pt x="1290020" y="319181"/>
                </a:cubicBezTo>
                <a:cubicBezTo>
                  <a:pt x="1290020" y="335950"/>
                  <a:pt x="1276426" y="349545"/>
                  <a:pt x="1259656" y="349545"/>
                </a:cubicBezTo>
                <a:cubicBezTo>
                  <a:pt x="1242887" y="349545"/>
                  <a:pt x="1229293" y="335950"/>
                  <a:pt x="1229293" y="319181"/>
                </a:cubicBezTo>
                <a:cubicBezTo>
                  <a:pt x="1229293" y="302412"/>
                  <a:pt x="1242887" y="288818"/>
                  <a:pt x="1259656" y="288818"/>
                </a:cubicBezTo>
                <a:close/>
                <a:moveTo>
                  <a:pt x="1187102" y="288818"/>
                </a:moveTo>
                <a:cubicBezTo>
                  <a:pt x="1203871" y="288818"/>
                  <a:pt x="1217465" y="302412"/>
                  <a:pt x="1217465" y="319181"/>
                </a:cubicBezTo>
                <a:cubicBezTo>
                  <a:pt x="1217465" y="335950"/>
                  <a:pt x="1203871" y="349545"/>
                  <a:pt x="1187102" y="349545"/>
                </a:cubicBezTo>
                <a:cubicBezTo>
                  <a:pt x="1170332" y="349545"/>
                  <a:pt x="1156738" y="335950"/>
                  <a:pt x="1156738" y="319181"/>
                </a:cubicBezTo>
                <a:cubicBezTo>
                  <a:pt x="1156738" y="302412"/>
                  <a:pt x="1170332" y="288818"/>
                  <a:pt x="1187102" y="288818"/>
                </a:cubicBezTo>
                <a:close/>
                <a:moveTo>
                  <a:pt x="1114547" y="288818"/>
                </a:moveTo>
                <a:cubicBezTo>
                  <a:pt x="1131317" y="288818"/>
                  <a:pt x="1144911" y="302412"/>
                  <a:pt x="1144911" y="319181"/>
                </a:cubicBezTo>
                <a:cubicBezTo>
                  <a:pt x="1144911" y="335950"/>
                  <a:pt x="1131317" y="349545"/>
                  <a:pt x="1114547" y="349545"/>
                </a:cubicBezTo>
                <a:cubicBezTo>
                  <a:pt x="1097778" y="349545"/>
                  <a:pt x="1084184" y="335950"/>
                  <a:pt x="1084184" y="319181"/>
                </a:cubicBezTo>
                <a:cubicBezTo>
                  <a:pt x="1084184" y="302412"/>
                  <a:pt x="1097778" y="288818"/>
                  <a:pt x="1114547" y="288818"/>
                </a:cubicBezTo>
                <a:close/>
                <a:moveTo>
                  <a:pt x="1041993" y="288818"/>
                </a:moveTo>
                <a:cubicBezTo>
                  <a:pt x="1058762" y="288818"/>
                  <a:pt x="1072356" y="302412"/>
                  <a:pt x="1072356" y="319181"/>
                </a:cubicBezTo>
                <a:cubicBezTo>
                  <a:pt x="1072356" y="335950"/>
                  <a:pt x="1058762" y="349545"/>
                  <a:pt x="1041993" y="349545"/>
                </a:cubicBezTo>
                <a:cubicBezTo>
                  <a:pt x="1025223" y="349545"/>
                  <a:pt x="1011629" y="335950"/>
                  <a:pt x="1011629" y="319181"/>
                </a:cubicBezTo>
                <a:cubicBezTo>
                  <a:pt x="1011629" y="302412"/>
                  <a:pt x="1025223" y="288818"/>
                  <a:pt x="1041993" y="288818"/>
                </a:cubicBezTo>
                <a:close/>
                <a:moveTo>
                  <a:pt x="969438" y="288818"/>
                </a:moveTo>
                <a:cubicBezTo>
                  <a:pt x="986208" y="288818"/>
                  <a:pt x="999801" y="302412"/>
                  <a:pt x="999801" y="319181"/>
                </a:cubicBezTo>
                <a:cubicBezTo>
                  <a:pt x="999801" y="335950"/>
                  <a:pt x="986208" y="349545"/>
                  <a:pt x="969438" y="349545"/>
                </a:cubicBezTo>
                <a:cubicBezTo>
                  <a:pt x="952669" y="349545"/>
                  <a:pt x="939075" y="335950"/>
                  <a:pt x="939075" y="319181"/>
                </a:cubicBezTo>
                <a:cubicBezTo>
                  <a:pt x="939075" y="302412"/>
                  <a:pt x="952669" y="288818"/>
                  <a:pt x="969438" y="288818"/>
                </a:cubicBezTo>
                <a:close/>
                <a:moveTo>
                  <a:pt x="896883" y="288818"/>
                </a:moveTo>
                <a:cubicBezTo>
                  <a:pt x="913653" y="288818"/>
                  <a:pt x="927247" y="302412"/>
                  <a:pt x="927247" y="319181"/>
                </a:cubicBezTo>
                <a:cubicBezTo>
                  <a:pt x="927247" y="335950"/>
                  <a:pt x="913653" y="349545"/>
                  <a:pt x="896883" y="349545"/>
                </a:cubicBezTo>
                <a:cubicBezTo>
                  <a:pt x="880114" y="349545"/>
                  <a:pt x="866520" y="335950"/>
                  <a:pt x="866520" y="319181"/>
                </a:cubicBezTo>
                <a:cubicBezTo>
                  <a:pt x="866520" y="302412"/>
                  <a:pt x="880114" y="288818"/>
                  <a:pt x="896883" y="288818"/>
                </a:cubicBezTo>
                <a:close/>
                <a:moveTo>
                  <a:pt x="824329" y="288818"/>
                </a:moveTo>
                <a:cubicBezTo>
                  <a:pt x="841098" y="288818"/>
                  <a:pt x="854692" y="302412"/>
                  <a:pt x="854692" y="319181"/>
                </a:cubicBezTo>
                <a:cubicBezTo>
                  <a:pt x="854692" y="335950"/>
                  <a:pt x="841098" y="349545"/>
                  <a:pt x="824329" y="349545"/>
                </a:cubicBezTo>
                <a:cubicBezTo>
                  <a:pt x="807559" y="349545"/>
                  <a:pt x="793965" y="335950"/>
                  <a:pt x="793965" y="319181"/>
                </a:cubicBezTo>
                <a:cubicBezTo>
                  <a:pt x="793965" y="302412"/>
                  <a:pt x="807559" y="288818"/>
                  <a:pt x="824329" y="288818"/>
                </a:cubicBezTo>
                <a:close/>
                <a:moveTo>
                  <a:pt x="751774" y="288818"/>
                </a:moveTo>
                <a:cubicBezTo>
                  <a:pt x="768544" y="288818"/>
                  <a:pt x="782138" y="302412"/>
                  <a:pt x="782138" y="319181"/>
                </a:cubicBezTo>
                <a:cubicBezTo>
                  <a:pt x="782138" y="335950"/>
                  <a:pt x="768544" y="349545"/>
                  <a:pt x="751774" y="349545"/>
                </a:cubicBezTo>
                <a:cubicBezTo>
                  <a:pt x="735005" y="349545"/>
                  <a:pt x="721411" y="335950"/>
                  <a:pt x="721411" y="319181"/>
                </a:cubicBezTo>
                <a:cubicBezTo>
                  <a:pt x="721411" y="302412"/>
                  <a:pt x="735005" y="288818"/>
                  <a:pt x="751774" y="288818"/>
                </a:cubicBezTo>
                <a:close/>
                <a:moveTo>
                  <a:pt x="679220" y="288818"/>
                </a:moveTo>
                <a:cubicBezTo>
                  <a:pt x="695989" y="288818"/>
                  <a:pt x="709583" y="302412"/>
                  <a:pt x="709583" y="319181"/>
                </a:cubicBezTo>
                <a:cubicBezTo>
                  <a:pt x="709583" y="335950"/>
                  <a:pt x="695989" y="349545"/>
                  <a:pt x="679220" y="349545"/>
                </a:cubicBezTo>
                <a:cubicBezTo>
                  <a:pt x="662450" y="349545"/>
                  <a:pt x="648856" y="335950"/>
                  <a:pt x="648856" y="319181"/>
                </a:cubicBezTo>
                <a:cubicBezTo>
                  <a:pt x="648856" y="302412"/>
                  <a:pt x="662450" y="288818"/>
                  <a:pt x="679220" y="288818"/>
                </a:cubicBezTo>
                <a:close/>
                <a:moveTo>
                  <a:pt x="606665" y="288818"/>
                </a:moveTo>
                <a:cubicBezTo>
                  <a:pt x="623435" y="288818"/>
                  <a:pt x="637029" y="302412"/>
                  <a:pt x="637029" y="319181"/>
                </a:cubicBezTo>
                <a:cubicBezTo>
                  <a:pt x="637029" y="335950"/>
                  <a:pt x="623435" y="349545"/>
                  <a:pt x="606665" y="349545"/>
                </a:cubicBezTo>
                <a:cubicBezTo>
                  <a:pt x="589896" y="349545"/>
                  <a:pt x="576302" y="335950"/>
                  <a:pt x="576302" y="319181"/>
                </a:cubicBezTo>
                <a:cubicBezTo>
                  <a:pt x="576302" y="302412"/>
                  <a:pt x="589896" y="288818"/>
                  <a:pt x="606665" y="288818"/>
                </a:cubicBezTo>
                <a:close/>
                <a:moveTo>
                  <a:pt x="534111" y="288818"/>
                </a:moveTo>
                <a:cubicBezTo>
                  <a:pt x="550880" y="288818"/>
                  <a:pt x="564474" y="302412"/>
                  <a:pt x="564474" y="319181"/>
                </a:cubicBezTo>
                <a:cubicBezTo>
                  <a:pt x="564474" y="335950"/>
                  <a:pt x="550880" y="349545"/>
                  <a:pt x="534111" y="349545"/>
                </a:cubicBezTo>
                <a:cubicBezTo>
                  <a:pt x="517341" y="349545"/>
                  <a:pt x="503747" y="335950"/>
                  <a:pt x="503747" y="319181"/>
                </a:cubicBezTo>
                <a:cubicBezTo>
                  <a:pt x="503747" y="302412"/>
                  <a:pt x="517341" y="288818"/>
                  <a:pt x="534111" y="288818"/>
                </a:cubicBezTo>
                <a:close/>
                <a:moveTo>
                  <a:pt x="461556" y="288818"/>
                </a:moveTo>
                <a:cubicBezTo>
                  <a:pt x="478326" y="288818"/>
                  <a:pt x="491920" y="302412"/>
                  <a:pt x="491920" y="319181"/>
                </a:cubicBezTo>
                <a:cubicBezTo>
                  <a:pt x="491920" y="335950"/>
                  <a:pt x="478326" y="349545"/>
                  <a:pt x="461556" y="349545"/>
                </a:cubicBezTo>
                <a:cubicBezTo>
                  <a:pt x="444787" y="349545"/>
                  <a:pt x="431192" y="335950"/>
                  <a:pt x="431192" y="319181"/>
                </a:cubicBezTo>
                <a:cubicBezTo>
                  <a:pt x="431192" y="302412"/>
                  <a:pt x="444787" y="288818"/>
                  <a:pt x="461556" y="288818"/>
                </a:cubicBezTo>
                <a:close/>
                <a:moveTo>
                  <a:pt x="389002" y="288818"/>
                </a:moveTo>
                <a:cubicBezTo>
                  <a:pt x="405771" y="288818"/>
                  <a:pt x="419365" y="302412"/>
                  <a:pt x="419365" y="319181"/>
                </a:cubicBezTo>
                <a:cubicBezTo>
                  <a:pt x="419365" y="335950"/>
                  <a:pt x="405771" y="349545"/>
                  <a:pt x="389002" y="349545"/>
                </a:cubicBezTo>
                <a:cubicBezTo>
                  <a:pt x="372232" y="349545"/>
                  <a:pt x="358638" y="335950"/>
                  <a:pt x="358638" y="319181"/>
                </a:cubicBezTo>
                <a:cubicBezTo>
                  <a:pt x="358638" y="302412"/>
                  <a:pt x="372232" y="288818"/>
                  <a:pt x="389002" y="288818"/>
                </a:cubicBezTo>
                <a:close/>
                <a:moveTo>
                  <a:pt x="316447" y="288818"/>
                </a:moveTo>
                <a:cubicBezTo>
                  <a:pt x="333216" y="288818"/>
                  <a:pt x="346810" y="302412"/>
                  <a:pt x="346810" y="319181"/>
                </a:cubicBezTo>
                <a:cubicBezTo>
                  <a:pt x="346810" y="335950"/>
                  <a:pt x="333216" y="349545"/>
                  <a:pt x="316447" y="349545"/>
                </a:cubicBezTo>
                <a:cubicBezTo>
                  <a:pt x="299677" y="349545"/>
                  <a:pt x="286084" y="335950"/>
                  <a:pt x="286084" y="319181"/>
                </a:cubicBezTo>
                <a:cubicBezTo>
                  <a:pt x="286084" y="302412"/>
                  <a:pt x="299677" y="288818"/>
                  <a:pt x="316447" y="288818"/>
                </a:cubicBezTo>
                <a:close/>
                <a:moveTo>
                  <a:pt x="243892" y="288818"/>
                </a:moveTo>
                <a:cubicBezTo>
                  <a:pt x="260662" y="288818"/>
                  <a:pt x="274256" y="302412"/>
                  <a:pt x="274256" y="319181"/>
                </a:cubicBezTo>
                <a:cubicBezTo>
                  <a:pt x="274256" y="335950"/>
                  <a:pt x="260662" y="349545"/>
                  <a:pt x="243892" y="349545"/>
                </a:cubicBezTo>
                <a:cubicBezTo>
                  <a:pt x="227123" y="349545"/>
                  <a:pt x="213529" y="335950"/>
                  <a:pt x="213529" y="319181"/>
                </a:cubicBezTo>
                <a:cubicBezTo>
                  <a:pt x="213529" y="302412"/>
                  <a:pt x="227123" y="288818"/>
                  <a:pt x="243892" y="288818"/>
                </a:cubicBezTo>
                <a:close/>
                <a:moveTo>
                  <a:pt x="171339" y="288818"/>
                </a:moveTo>
                <a:cubicBezTo>
                  <a:pt x="188107" y="288818"/>
                  <a:pt x="201701" y="302412"/>
                  <a:pt x="201701" y="319181"/>
                </a:cubicBezTo>
                <a:cubicBezTo>
                  <a:pt x="201701" y="335950"/>
                  <a:pt x="188107" y="349545"/>
                  <a:pt x="171339" y="349545"/>
                </a:cubicBezTo>
                <a:cubicBezTo>
                  <a:pt x="154691" y="349545"/>
                  <a:pt x="141096" y="335950"/>
                  <a:pt x="141096" y="319181"/>
                </a:cubicBezTo>
                <a:cubicBezTo>
                  <a:pt x="141096" y="302412"/>
                  <a:pt x="154691" y="288818"/>
                  <a:pt x="171339" y="288818"/>
                </a:cubicBezTo>
                <a:close/>
                <a:moveTo>
                  <a:pt x="98923" y="288818"/>
                </a:moveTo>
                <a:cubicBezTo>
                  <a:pt x="115682" y="288818"/>
                  <a:pt x="129276" y="302412"/>
                  <a:pt x="129276" y="319181"/>
                </a:cubicBezTo>
                <a:cubicBezTo>
                  <a:pt x="129276" y="335950"/>
                  <a:pt x="115682" y="349545"/>
                  <a:pt x="98923" y="349545"/>
                </a:cubicBezTo>
                <a:cubicBezTo>
                  <a:pt x="82149" y="349545"/>
                  <a:pt x="68554" y="335950"/>
                  <a:pt x="68554" y="319181"/>
                </a:cubicBezTo>
                <a:cubicBezTo>
                  <a:pt x="68554" y="302412"/>
                  <a:pt x="82149" y="288818"/>
                  <a:pt x="98923" y="288818"/>
                </a:cubicBezTo>
                <a:close/>
                <a:moveTo>
                  <a:pt x="26368" y="288818"/>
                </a:moveTo>
                <a:cubicBezTo>
                  <a:pt x="43131" y="288818"/>
                  <a:pt x="56725" y="302412"/>
                  <a:pt x="56725" y="319181"/>
                </a:cubicBezTo>
                <a:cubicBezTo>
                  <a:pt x="56725" y="335950"/>
                  <a:pt x="43131" y="349545"/>
                  <a:pt x="26368" y="349545"/>
                </a:cubicBezTo>
                <a:cubicBezTo>
                  <a:pt x="17983" y="349545"/>
                  <a:pt x="10391" y="346146"/>
                  <a:pt x="4896" y="340651"/>
                </a:cubicBezTo>
                <a:lnTo>
                  <a:pt x="0" y="328831"/>
                </a:lnTo>
                <a:lnTo>
                  <a:pt x="0" y="309532"/>
                </a:lnTo>
                <a:lnTo>
                  <a:pt x="4896" y="297711"/>
                </a:lnTo>
                <a:cubicBezTo>
                  <a:pt x="10391" y="292217"/>
                  <a:pt x="17983" y="288818"/>
                  <a:pt x="26368" y="288818"/>
                </a:cubicBezTo>
                <a:close/>
                <a:moveTo>
                  <a:pt x="1622429" y="208366"/>
                </a:moveTo>
                <a:cubicBezTo>
                  <a:pt x="1639199" y="208366"/>
                  <a:pt x="1652792" y="221960"/>
                  <a:pt x="1652792" y="238729"/>
                </a:cubicBezTo>
                <a:cubicBezTo>
                  <a:pt x="1652792" y="255499"/>
                  <a:pt x="1639199" y="269093"/>
                  <a:pt x="1622429" y="269093"/>
                </a:cubicBezTo>
                <a:cubicBezTo>
                  <a:pt x="1605659" y="269093"/>
                  <a:pt x="1592066" y="255499"/>
                  <a:pt x="1592066" y="238729"/>
                </a:cubicBezTo>
                <a:cubicBezTo>
                  <a:pt x="1592066" y="221960"/>
                  <a:pt x="1605659" y="208366"/>
                  <a:pt x="1622429" y="208366"/>
                </a:cubicBezTo>
                <a:close/>
                <a:moveTo>
                  <a:pt x="1549874" y="208366"/>
                </a:moveTo>
                <a:cubicBezTo>
                  <a:pt x="1566644" y="208366"/>
                  <a:pt x="1580238" y="221960"/>
                  <a:pt x="1580238" y="238729"/>
                </a:cubicBezTo>
                <a:cubicBezTo>
                  <a:pt x="1580238" y="255499"/>
                  <a:pt x="1566644" y="269093"/>
                  <a:pt x="1549874" y="269093"/>
                </a:cubicBezTo>
                <a:cubicBezTo>
                  <a:pt x="1533105" y="269093"/>
                  <a:pt x="1519511" y="255499"/>
                  <a:pt x="1519511" y="238729"/>
                </a:cubicBezTo>
                <a:cubicBezTo>
                  <a:pt x="1519511" y="221960"/>
                  <a:pt x="1533105" y="208366"/>
                  <a:pt x="1549874" y="208366"/>
                </a:cubicBezTo>
                <a:close/>
                <a:moveTo>
                  <a:pt x="1477320" y="208366"/>
                </a:moveTo>
                <a:cubicBezTo>
                  <a:pt x="1494089" y="208366"/>
                  <a:pt x="1507683" y="221960"/>
                  <a:pt x="1507683" y="238729"/>
                </a:cubicBezTo>
                <a:cubicBezTo>
                  <a:pt x="1507683" y="255499"/>
                  <a:pt x="1494089" y="269093"/>
                  <a:pt x="1477320" y="269093"/>
                </a:cubicBezTo>
                <a:cubicBezTo>
                  <a:pt x="1460550" y="269093"/>
                  <a:pt x="1446956" y="255499"/>
                  <a:pt x="1446956" y="238729"/>
                </a:cubicBezTo>
                <a:cubicBezTo>
                  <a:pt x="1446956" y="221960"/>
                  <a:pt x="1460550" y="208366"/>
                  <a:pt x="1477320" y="208366"/>
                </a:cubicBezTo>
                <a:close/>
                <a:moveTo>
                  <a:pt x="1404765" y="208366"/>
                </a:moveTo>
                <a:cubicBezTo>
                  <a:pt x="1421535" y="208366"/>
                  <a:pt x="1435129" y="221960"/>
                  <a:pt x="1435129" y="238729"/>
                </a:cubicBezTo>
                <a:cubicBezTo>
                  <a:pt x="1435129" y="255499"/>
                  <a:pt x="1421535" y="269093"/>
                  <a:pt x="1404765" y="269093"/>
                </a:cubicBezTo>
                <a:cubicBezTo>
                  <a:pt x="1387996" y="269093"/>
                  <a:pt x="1374402" y="255499"/>
                  <a:pt x="1374402" y="238729"/>
                </a:cubicBezTo>
                <a:cubicBezTo>
                  <a:pt x="1374402" y="221960"/>
                  <a:pt x="1387996" y="208366"/>
                  <a:pt x="1404765" y="208366"/>
                </a:cubicBezTo>
                <a:close/>
                <a:moveTo>
                  <a:pt x="1332211" y="208366"/>
                </a:moveTo>
                <a:cubicBezTo>
                  <a:pt x="1348980" y="208366"/>
                  <a:pt x="1362574" y="221960"/>
                  <a:pt x="1362574" y="238729"/>
                </a:cubicBezTo>
                <a:cubicBezTo>
                  <a:pt x="1362574" y="255499"/>
                  <a:pt x="1348980" y="269093"/>
                  <a:pt x="1332211" y="269093"/>
                </a:cubicBezTo>
                <a:cubicBezTo>
                  <a:pt x="1315441" y="269093"/>
                  <a:pt x="1301847" y="255499"/>
                  <a:pt x="1301847" y="238729"/>
                </a:cubicBezTo>
                <a:cubicBezTo>
                  <a:pt x="1301847" y="221960"/>
                  <a:pt x="1315441" y="208366"/>
                  <a:pt x="1332211" y="208366"/>
                </a:cubicBezTo>
                <a:close/>
                <a:moveTo>
                  <a:pt x="1259656" y="208366"/>
                </a:moveTo>
                <a:cubicBezTo>
                  <a:pt x="1276426" y="208366"/>
                  <a:pt x="1290020" y="221960"/>
                  <a:pt x="1290020" y="238729"/>
                </a:cubicBezTo>
                <a:cubicBezTo>
                  <a:pt x="1290020" y="255499"/>
                  <a:pt x="1276426" y="269093"/>
                  <a:pt x="1259656" y="269093"/>
                </a:cubicBezTo>
                <a:cubicBezTo>
                  <a:pt x="1242887" y="269093"/>
                  <a:pt x="1229293" y="255499"/>
                  <a:pt x="1229293" y="238729"/>
                </a:cubicBezTo>
                <a:cubicBezTo>
                  <a:pt x="1229293" y="221960"/>
                  <a:pt x="1242887" y="208366"/>
                  <a:pt x="1259656" y="208366"/>
                </a:cubicBezTo>
                <a:close/>
                <a:moveTo>
                  <a:pt x="1187102" y="208366"/>
                </a:moveTo>
                <a:cubicBezTo>
                  <a:pt x="1203871" y="208366"/>
                  <a:pt x="1217465" y="221960"/>
                  <a:pt x="1217465" y="238729"/>
                </a:cubicBezTo>
                <a:cubicBezTo>
                  <a:pt x="1217465" y="255499"/>
                  <a:pt x="1203871" y="269093"/>
                  <a:pt x="1187102" y="269093"/>
                </a:cubicBezTo>
                <a:cubicBezTo>
                  <a:pt x="1170332" y="269093"/>
                  <a:pt x="1156738" y="255499"/>
                  <a:pt x="1156738" y="238729"/>
                </a:cubicBezTo>
                <a:cubicBezTo>
                  <a:pt x="1156738" y="221960"/>
                  <a:pt x="1170332" y="208366"/>
                  <a:pt x="1187102" y="208366"/>
                </a:cubicBezTo>
                <a:close/>
                <a:moveTo>
                  <a:pt x="1114547" y="208366"/>
                </a:moveTo>
                <a:cubicBezTo>
                  <a:pt x="1131317" y="208366"/>
                  <a:pt x="1144911" y="221960"/>
                  <a:pt x="1144911" y="238729"/>
                </a:cubicBezTo>
                <a:cubicBezTo>
                  <a:pt x="1144911" y="255499"/>
                  <a:pt x="1131317" y="269093"/>
                  <a:pt x="1114547" y="269093"/>
                </a:cubicBezTo>
                <a:cubicBezTo>
                  <a:pt x="1097778" y="269093"/>
                  <a:pt x="1084184" y="255499"/>
                  <a:pt x="1084184" y="238729"/>
                </a:cubicBezTo>
                <a:cubicBezTo>
                  <a:pt x="1084184" y="221960"/>
                  <a:pt x="1097778" y="208366"/>
                  <a:pt x="1114547" y="208366"/>
                </a:cubicBezTo>
                <a:close/>
                <a:moveTo>
                  <a:pt x="1041993" y="208366"/>
                </a:moveTo>
                <a:cubicBezTo>
                  <a:pt x="1058762" y="208366"/>
                  <a:pt x="1072356" y="221960"/>
                  <a:pt x="1072356" y="238729"/>
                </a:cubicBezTo>
                <a:cubicBezTo>
                  <a:pt x="1072356" y="255499"/>
                  <a:pt x="1058762" y="269093"/>
                  <a:pt x="1041993" y="269093"/>
                </a:cubicBezTo>
                <a:cubicBezTo>
                  <a:pt x="1025223" y="269093"/>
                  <a:pt x="1011629" y="255499"/>
                  <a:pt x="1011629" y="238729"/>
                </a:cubicBezTo>
                <a:cubicBezTo>
                  <a:pt x="1011629" y="221960"/>
                  <a:pt x="1025223" y="208366"/>
                  <a:pt x="1041993" y="208366"/>
                </a:cubicBezTo>
                <a:close/>
                <a:moveTo>
                  <a:pt x="969438" y="208366"/>
                </a:moveTo>
                <a:cubicBezTo>
                  <a:pt x="986208" y="208366"/>
                  <a:pt x="999801" y="221960"/>
                  <a:pt x="999801" y="238729"/>
                </a:cubicBezTo>
                <a:cubicBezTo>
                  <a:pt x="999801" y="255499"/>
                  <a:pt x="986208" y="269093"/>
                  <a:pt x="969438" y="269093"/>
                </a:cubicBezTo>
                <a:cubicBezTo>
                  <a:pt x="952669" y="269093"/>
                  <a:pt x="939075" y="255499"/>
                  <a:pt x="939075" y="238729"/>
                </a:cubicBezTo>
                <a:cubicBezTo>
                  <a:pt x="939075" y="221960"/>
                  <a:pt x="952669" y="208366"/>
                  <a:pt x="969438" y="208366"/>
                </a:cubicBezTo>
                <a:close/>
                <a:moveTo>
                  <a:pt x="896883" y="208366"/>
                </a:moveTo>
                <a:cubicBezTo>
                  <a:pt x="913653" y="208366"/>
                  <a:pt x="927247" y="221960"/>
                  <a:pt x="927247" y="238729"/>
                </a:cubicBezTo>
                <a:cubicBezTo>
                  <a:pt x="927247" y="255499"/>
                  <a:pt x="913653" y="269093"/>
                  <a:pt x="896883" y="269093"/>
                </a:cubicBezTo>
                <a:cubicBezTo>
                  <a:pt x="880114" y="269093"/>
                  <a:pt x="866520" y="255499"/>
                  <a:pt x="866520" y="238729"/>
                </a:cubicBezTo>
                <a:cubicBezTo>
                  <a:pt x="866520" y="221960"/>
                  <a:pt x="880114" y="208366"/>
                  <a:pt x="896883" y="208366"/>
                </a:cubicBezTo>
                <a:close/>
                <a:moveTo>
                  <a:pt x="824329" y="208366"/>
                </a:moveTo>
                <a:cubicBezTo>
                  <a:pt x="841098" y="208366"/>
                  <a:pt x="854692" y="221960"/>
                  <a:pt x="854692" y="238729"/>
                </a:cubicBezTo>
                <a:cubicBezTo>
                  <a:pt x="854692" y="255499"/>
                  <a:pt x="841098" y="269093"/>
                  <a:pt x="824329" y="269093"/>
                </a:cubicBezTo>
                <a:cubicBezTo>
                  <a:pt x="807559" y="269093"/>
                  <a:pt x="793965" y="255499"/>
                  <a:pt x="793965" y="238729"/>
                </a:cubicBezTo>
                <a:cubicBezTo>
                  <a:pt x="793965" y="221960"/>
                  <a:pt x="807559" y="208366"/>
                  <a:pt x="824329" y="208366"/>
                </a:cubicBezTo>
                <a:close/>
                <a:moveTo>
                  <a:pt x="751774" y="208366"/>
                </a:moveTo>
                <a:cubicBezTo>
                  <a:pt x="768544" y="208366"/>
                  <a:pt x="782138" y="221960"/>
                  <a:pt x="782138" y="238729"/>
                </a:cubicBezTo>
                <a:cubicBezTo>
                  <a:pt x="782138" y="255499"/>
                  <a:pt x="768544" y="269093"/>
                  <a:pt x="751774" y="269093"/>
                </a:cubicBezTo>
                <a:cubicBezTo>
                  <a:pt x="735005" y="269093"/>
                  <a:pt x="721411" y="255499"/>
                  <a:pt x="721411" y="238729"/>
                </a:cubicBezTo>
                <a:cubicBezTo>
                  <a:pt x="721411" y="221960"/>
                  <a:pt x="735005" y="208366"/>
                  <a:pt x="751774" y="208366"/>
                </a:cubicBezTo>
                <a:close/>
                <a:moveTo>
                  <a:pt x="679220" y="208366"/>
                </a:moveTo>
                <a:cubicBezTo>
                  <a:pt x="695989" y="208366"/>
                  <a:pt x="709583" y="221960"/>
                  <a:pt x="709583" y="238729"/>
                </a:cubicBezTo>
                <a:cubicBezTo>
                  <a:pt x="709583" y="255499"/>
                  <a:pt x="695989" y="269093"/>
                  <a:pt x="679220" y="269093"/>
                </a:cubicBezTo>
                <a:cubicBezTo>
                  <a:pt x="662450" y="269093"/>
                  <a:pt x="648856" y="255499"/>
                  <a:pt x="648856" y="238729"/>
                </a:cubicBezTo>
                <a:cubicBezTo>
                  <a:pt x="648856" y="221960"/>
                  <a:pt x="662450" y="208366"/>
                  <a:pt x="679220" y="208366"/>
                </a:cubicBezTo>
                <a:close/>
                <a:moveTo>
                  <a:pt x="606665" y="208366"/>
                </a:moveTo>
                <a:cubicBezTo>
                  <a:pt x="623435" y="208366"/>
                  <a:pt x="637029" y="221960"/>
                  <a:pt x="637029" y="238729"/>
                </a:cubicBezTo>
                <a:cubicBezTo>
                  <a:pt x="637029" y="255499"/>
                  <a:pt x="623435" y="269093"/>
                  <a:pt x="606665" y="269093"/>
                </a:cubicBezTo>
                <a:cubicBezTo>
                  <a:pt x="589896" y="269093"/>
                  <a:pt x="576302" y="255499"/>
                  <a:pt x="576302" y="238729"/>
                </a:cubicBezTo>
                <a:cubicBezTo>
                  <a:pt x="576302" y="221960"/>
                  <a:pt x="589896" y="208366"/>
                  <a:pt x="606665" y="208366"/>
                </a:cubicBezTo>
                <a:close/>
                <a:moveTo>
                  <a:pt x="534111" y="208366"/>
                </a:moveTo>
                <a:cubicBezTo>
                  <a:pt x="550880" y="208366"/>
                  <a:pt x="564474" y="221960"/>
                  <a:pt x="564474" y="238729"/>
                </a:cubicBezTo>
                <a:cubicBezTo>
                  <a:pt x="564474" y="255499"/>
                  <a:pt x="550880" y="269093"/>
                  <a:pt x="534111" y="269093"/>
                </a:cubicBezTo>
                <a:cubicBezTo>
                  <a:pt x="517341" y="269093"/>
                  <a:pt x="503747" y="255499"/>
                  <a:pt x="503747" y="238729"/>
                </a:cubicBezTo>
                <a:cubicBezTo>
                  <a:pt x="503747" y="221960"/>
                  <a:pt x="517341" y="208366"/>
                  <a:pt x="534111" y="208366"/>
                </a:cubicBezTo>
                <a:close/>
                <a:moveTo>
                  <a:pt x="461556" y="208366"/>
                </a:moveTo>
                <a:cubicBezTo>
                  <a:pt x="478326" y="208366"/>
                  <a:pt x="491920" y="221960"/>
                  <a:pt x="491920" y="238729"/>
                </a:cubicBezTo>
                <a:cubicBezTo>
                  <a:pt x="491920" y="255499"/>
                  <a:pt x="478326" y="269093"/>
                  <a:pt x="461556" y="269093"/>
                </a:cubicBezTo>
                <a:cubicBezTo>
                  <a:pt x="444787" y="269093"/>
                  <a:pt x="431192" y="255499"/>
                  <a:pt x="431192" y="238729"/>
                </a:cubicBezTo>
                <a:cubicBezTo>
                  <a:pt x="431192" y="221960"/>
                  <a:pt x="444787" y="208366"/>
                  <a:pt x="461556" y="208366"/>
                </a:cubicBezTo>
                <a:close/>
                <a:moveTo>
                  <a:pt x="389002" y="208366"/>
                </a:moveTo>
                <a:cubicBezTo>
                  <a:pt x="405771" y="208366"/>
                  <a:pt x="419365" y="221960"/>
                  <a:pt x="419365" y="238729"/>
                </a:cubicBezTo>
                <a:cubicBezTo>
                  <a:pt x="419365" y="255499"/>
                  <a:pt x="405771" y="269093"/>
                  <a:pt x="389002" y="269093"/>
                </a:cubicBezTo>
                <a:cubicBezTo>
                  <a:pt x="372232" y="269093"/>
                  <a:pt x="358638" y="255499"/>
                  <a:pt x="358638" y="238729"/>
                </a:cubicBezTo>
                <a:cubicBezTo>
                  <a:pt x="358638" y="221960"/>
                  <a:pt x="372232" y="208366"/>
                  <a:pt x="389002" y="208366"/>
                </a:cubicBezTo>
                <a:close/>
                <a:moveTo>
                  <a:pt x="316447" y="208366"/>
                </a:moveTo>
                <a:cubicBezTo>
                  <a:pt x="333216" y="208366"/>
                  <a:pt x="346810" y="221960"/>
                  <a:pt x="346810" y="238729"/>
                </a:cubicBezTo>
                <a:cubicBezTo>
                  <a:pt x="346810" y="255499"/>
                  <a:pt x="333216" y="269093"/>
                  <a:pt x="316447" y="269093"/>
                </a:cubicBezTo>
                <a:cubicBezTo>
                  <a:pt x="299677" y="269093"/>
                  <a:pt x="286084" y="255499"/>
                  <a:pt x="286084" y="238729"/>
                </a:cubicBezTo>
                <a:cubicBezTo>
                  <a:pt x="286084" y="221960"/>
                  <a:pt x="299677" y="208366"/>
                  <a:pt x="316447" y="208366"/>
                </a:cubicBezTo>
                <a:close/>
                <a:moveTo>
                  <a:pt x="243892" y="208366"/>
                </a:moveTo>
                <a:cubicBezTo>
                  <a:pt x="260662" y="208366"/>
                  <a:pt x="274256" y="221960"/>
                  <a:pt x="274256" y="238729"/>
                </a:cubicBezTo>
                <a:cubicBezTo>
                  <a:pt x="274256" y="255499"/>
                  <a:pt x="260662" y="269093"/>
                  <a:pt x="243892" y="269093"/>
                </a:cubicBezTo>
                <a:cubicBezTo>
                  <a:pt x="227123" y="269093"/>
                  <a:pt x="213529" y="255499"/>
                  <a:pt x="213529" y="238729"/>
                </a:cubicBezTo>
                <a:cubicBezTo>
                  <a:pt x="213529" y="221960"/>
                  <a:pt x="227123" y="208366"/>
                  <a:pt x="243892" y="208366"/>
                </a:cubicBezTo>
                <a:close/>
                <a:moveTo>
                  <a:pt x="171339" y="208366"/>
                </a:moveTo>
                <a:cubicBezTo>
                  <a:pt x="188107" y="208366"/>
                  <a:pt x="201701" y="221960"/>
                  <a:pt x="201701" y="238729"/>
                </a:cubicBezTo>
                <a:cubicBezTo>
                  <a:pt x="201701" y="255499"/>
                  <a:pt x="188107" y="269093"/>
                  <a:pt x="171339" y="269093"/>
                </a:cubicBezTo>
                <a:cubicBezTo>
                  <a:pt x="154697" y="269093"/>
                  <a:pt x="141102" y="255499"/>
                  <a:pt x="141102" y="238729"/>
                </a:cubicBezTo>
                <a:cubicBezTo>
                  <a:pt x="141102" y="221960"/>
                  <a:pt x="154697" y="208366"/>
                  <a:pt x="171339" y="208366"/>
                </a:cubicBezTo>
                <a:close/>
                <a:moveTo>
                  <a:pt x="98929" y="208366"/>
                </a:moveTo>
                <a:cubicBezTo>
                  <a:pt x="115688" y="208366"/>
                  <a:pt x="129282" y="221960"/>
                  <a:pt x="129282" y="238729"/>
                </a:cubicBezTo>
                <a:cubicBezTo>
                  <a:pt x="129282" y="255499"/>
                  <a:pt x="115688" y="269093"/>
                  <a:pt x="98929" y="269093"/>
                </a:cubicBezTo>
                <a:cubicBezTo>
                  <a:pt x="82155" y="269093"/>
                  <a:pt x="68561" y="255499"/>
                  <a:pt x="68561" y="238729"/>
                </a:cubicBezTo>
                <a:cubicBezTo>
                  <a:pt x="68561" y="221960"/>
                  <a:pt x="82155" y="208366"/>
                  <a:pt x="98929" y="208366"/>
                </a:cubicBezTo>
                <a:close/>
                <a:moveTo>
                  <a:pt x="26375" y="208366"/>
                </a:moveTo>
                <a:cubicBezTo>
                  <a:pt x="43137" y="208366"/>
                  <a:pt x="56732" y="221960"/>
                  <a:pt x="56732" y="238729"/>
                </a:cubicBezTo>
                <a:cubicBezTo>
                  <a:pt x="56732" y="255499"/>
                  <a:pt x="43137" y="269093"/>
                  <a:pt x="26375" y="269093"/>
                </a:cubicBezTo>
                <a:cubicBezTo>
                  <a:pt x="17989" y="269093"/>
                  <a:pt x="10398" y="265695"/>
                  <a:pt x="4903" y="260200"/>
                </a:cubicBezTo>
                <a:lnTo>
                  <a:pt x="0" y="248364"/>
                </a:lnTo>
                <a:lnTo>
                  <a:pt x="0" y="229094"/>
                </a:lnTo>
                <a:lnTo>
                  <a:pt x="4903" y="217259"/>
                </a:lnTo>
                <a:cubicBezTo>
                  <a:pt x="10398" y="211765"/>
                  <a:pt x="17989" y="208366"/>
                  <a:pt x="26375" y="208366"/>
                </a:cubicBezTo>
                <a:close/>
                <a:moveTo>
                  <a:pt x="1622429" y="127914"/>
                </a:moveTo>
                <a:cubicBezTo>
                  <a:pt x="1630814" y="127914"/>
                  <a:pt x="1638404" y="131313"/>
                  <a:pt x="1643899" y="136808"/>
                </a:cubicBezTo>
                <a:lnTo>
                  <a:pt x="1648931" y="148957"/>
                </a:lnTo>
                <a:lnTo>
                  <a:pt x="1651011" y="162579"/>
                </a:lnTo>
                <a:lnTo>
                  <a:pt x="1643899" y="179748"/>
                </a:lnTo>
                <a:cubicBezTo>
                  <a:pt x="1638404" y="185243"/>
                  <a:pt x="1630814" y="188641"/>
                  <a:pt x="1622429" y="188641"/>
                </a:cubicBezTo>
                <a:cubicBezTo>
                  <a:pt x="1605659" y="188641"/>
                  <a:pt x="1592066" y="175047"/>
                  <a:pt x="1592066" y="158278"/>
                </a:cubicBezTo>
                <a:cubicBezTo>
                  <a:pt x="1592066" y="141508"/>
                  <a:pt x="1605659" y="127914"/>
                  <a:pt x="1622429" y="127914"/>
                </a:cubicBezTo>
                <a:close/>
                <a:moveTo>
                  <a:pt x="1549874" y="127914"/>
                </a:moveTo>
                <a:cubicBezTo>
                  <a:pt x="1566644" y="127914"/>
                  <a:pt x="1580238" y="141508"/>
                  <a:pt x="1580238" y="158278"/>
                </a:cubicBezTo>
                <a:cubicBezTo>
                  <a:pt x="1580238" y="175047"/>
                  <a:pt x="1566644" y="188641"/>
                  <a:pt x="1549874" y="188641"/>
                </a:cubicBezTo>
                <a:cubicBezTo>
                  <a:pt x="1533105" y="188641"/>
                  <a:pt x="1519511" y="175047"/>
                  <a:pt x="1519511" y="158278"/>
                </a:cubicBezTo>
                <a:cubicBezTo>
                  <a:pt x="1519511" y="141508"/>
                  <a:pt x="1533105" y="127914"/>
                  <a:pt x="1549874" y="127914"/>
                </a:cubicBezTo>
                <a:close/>
                <a:moveTo>
                  <a:pt x="1477320" y="127914"/>
                </a:moveTo>
                <a:cubicBezTo>
                  <a:pt x="1494089" y="127914"/>
                  <a:pt x="1507683" y="141508"/>
                  <a:pt x="1507683" y="158278"/>
                </a:cubicBezTo>
                <a:cubicBezTo>
                  <a:pt x="1507683" y="175047"/>
                  <a:pt x="1494089" y="188641"/>
                  <a:pt x="1477320" y="188641"/>
                </a:cubicBezTo>
                <a:cubicBezTo>
                  <a:pt x="1460550" y="188641"/>
                  <a:pt x="1446956" y="175047"/>
                  <a:pt x="1446956" y="158278"/>
                </a:cubicBezTo>
                <a:cubicBezTo>
                  <a:pt x="1446956" y="141508"/>
                  <a:pt x="1460550" y="127914"/>
                  <a:pt x="1477320" y="127914"/>
                </a:cubicBezTo>
                <a:close/>
                <a:moveTo>
                  <a:pt x="1404765" y="127914"/>
                </a:moveTo>
                <a:cubicBezTo>
                  <a:pt x="1421535" y="127914"/>
                  <a:pt x="1435129" y="141508"/>
                  <a:pt x="1435129" y="158278"/>
                </a:cubicBezTo>
                <a:cubicBezTo>
                  <a:pt x="1435129" y="175047"/>
                  <a:pt x="1421535" y="188641"/>
                  <a:pt x="1404765" y="188641"/>
                </a:cubicBezTo>
                <a:cubicBezTo>
                  <a:pt x="1387996" y="188641"/>
                  <a:pt x="1374402" y="175047"/>
                  <a:pt x="1374402" y="158278"/>
                </a:cubicBezTo>
                <a:cubicBezTo>
                  <a:pt x="1374402" y="141508"/>
                  <a:pt x="1387996" y="127914"/>
                  <a:pt x="1404765" y="127914"/>
                </a:cubicBezTo>
                <a:close/>
                <a:moveTo>
                  <a:pt x="1332211" y="127914"/>
                </a:moveTo>
                <a:cubicBezTo>
                  <a:pt x="1348980" y="127914"/>
                  <a:pt x="1362574" y="141508"/>
                  <a:pt x="1362574" y="158278"/>
                </a:cubicBezTo>
                <a:cubicBezTo>
                  <a:pt x="1362574" y="175047"/>
                  <a:pt x="1348980" y="188641"/>
                  <a:pt x="1332211" y="188641"/>
                </a:cubicBezTo>
                <a:cubicBezTo>
                  <a:pt x="1315441" y="188641"/>
                  <a:pt x="1301847" y="175047"/>
                  <a:pt x="1301847" y="158278"/>
                </a:cubicBezTo>
                <a:cubicBezTo>
                  <a:pt x="1301847" y="141508"/>
                  <a:pt x="1315441" y="127914"/>
                  <a:pt x="1332211" y="127914"/>
                </a:cubicBezTo>
                <a:close/>
                <a:moveTo>
                  <a:pt x="1259656" y="127914"/>
                </a:moveTo>
                <a:cubicBezTo>
                  <a:pt x="1276426" y="127914"/>
                  <a:pt x="1290020" y="141508"/>
                  <a:pt x="1290020" y="158278"/>
                </a:cubicBezTo>
                <a:cubicBezTo>
                  <a:pt x="1290020" y="175047"/>
                  <a:pt x="1276426" y="188641"/>
                  <a:pt x="1259656" y="188641"/>
                </a:cubicBezTo>
                <a:cubicBezTo>
                  <a:pt x="1242887" y="188641"/>
                  <a:pt x="1229293" y="175047"/>
                  <a:pt x="1229293" y="158278"/>
                </a:cubicBezTo>
                <a:cubicBezTo>
                  <a:pt x="1229293" y="141508"/>
                  <a:pt x="1242887" y="127914"/>
                  <a:pt x="1259656" y="127914"/>
                </a:cubicBezTo>
                <a:close/>
                <a:moveTo>
                  <a:pt x="1187102" y="127914"/>
                </a:moveTo>
                <a:cubicBezTo>
                  <a:pt x="1203871" y="127914"/>
                  <a:pt x="1217465" y="141508"/>
                  <a:pt x="1217465" y="158278"/>
                </a:cubicBezTo>
                <a:cubicBezTo>
                  <a:pt x="1217465" y="175047"/>
                  <a:pt x="1203871" y="188641"/>
                  <a:pt x="1187102" y="188641"/>
                </a:cubicBezTo>
                <a:cubicBezTo>
                  <a:pt x="1170332" y="188641"/>
                  <a:pt x="1156738" y="175047"/>
                  <a:pt x="1156738" y="158278"/>
                </a:cubicBezTo>
                <a:cubicBezTo>
                  <a:pt x="1156738" y="141508"/>
                  <a:pt x="1170332" y="127914"/>
                  <a:pt x="1187102" y="127914"/>
                </a:cubicBezTo>
                <a:close/>
                <a:moveTo>
                  <a:pt x="1114547" y="127914"/>
                </a:moveTo>
                <a:cubicBezTo>
                  <a:pt x="1131317" y="127914"/>
                  <a:pt x="1144911" y="141508"/>
                  <a:pt x="1144911" y="158278"/>
                </a:cubicBezTo>
                <a:cubicBezTo>
                  <a:pt x="1144911" y="175047"/>
                  <a:pt x="1131317" y="188641"/>
                  <a:pt x="1114547" y="188641"/>
                </a:cubicBezTo>
                <a:cubicBezTo>
                  <a:pt x="1097778" y="188641"/>
                  <a:pt x="1084184" y="175047"/>
                  <a:pt x="1084184" y="158278"/>
                </a:cubicBezTo>
                <a:cubicBezTo>
                  <a:pt x="1084184" y="141508"/>
                  <a:pt x="1097778" y="127914"/>
                  <a:pt x="1114547" y="127914"/>
                </a:cubicBezTo>
                <a:close/>
                <a:moveTo>
                  <a:pt x="1041993" y="127914"/>
                </a:moveTo>
                <a:cubicBezTo>
                  <a:pt x="1058762" y="127914"/>
                  <a:pt x="1072356" y="141508"/>
                  <a:pt x="1072356" y="158278"/>
                </a:cubicBezTo>
                <a:cubicBezTo>
                  <a:pt x="1072356" y="175047"/>
                  <a:pt x="1058762" y="188641"/>
                  <a:pt x="1041993" y="188641"/>
                </a:cubicBezTo>
                <a:cubicBezTo>
                  <a:pt x="1025223" y="188641"/>
                  <a:pt x="1011629" y="175047"/>
                  <a:pt x="1011629" y="158278"/>
                </a:cubicBezTo>
                <a:cubicBezTo>
                  <a:pt x="1011629" y="141508"/>
                  <a:pt x="1025223" y="127914"/>
                  <a:pt x="1041993" y="127914"/>
                </a:cubicBezTo>
                <a:close/>
                <a:moveTo>
                  <a:pt x="969438" y="127914"/>
                </a:moveTo>
                <a:cubicBezTo>
                  <a:pt x="986208" y="127914"/>
                  <a:pt x="999801" y="141508"/>
                  <a:pt x="999801" y="158278"/>
                </a:cubicBezTo>
                <a:cubicBezTo>
                  <a:pt x="999801" y="175047"/>
                  <a:pt x="986208" y="188641"/>
                  <a:pt x="969438" y="188641"/>
                </a:cubicBezTo>
                <a:cubicBezTo>
                  <a:pt x="952669" y="188641"/>
                  <a:pt x="939075" y="175047"/>
                  <a:pt x="939075" y="158278"/>
                </a:cubicBezTo>
                <a:cubicBezTo>
                  <a:pt x="939075" y="141508"/>
                  <a:pt x="952669" y="127914"/>
                  <a:pt x="969438" y="127914"/>
                </a:cubicBezTo>
                <a:close/>
                <a:moveTo>
                  <a:pt x="896883" y="127914"/>
                </a:moveTo>
                <a:cubicBezTo>
                  <a:pt x="913653" y="127914"/>
                  <a:pt x="927247" y="141508"/>
                  <a:pt x="927247" y="158278"/>
                </a:cubicBezTo>
                <a:cubicBezTo>
                  <a:pt x="927247" y="175047"/>
                  <a:pt x="913653" y="188641"/>
                  <a:pt x="896883" y="188641"/>
                </a:cubicBezTo>
                <a:cubicBezTo>
                  <a:pt x="880114" y="188641"/>
                  <a:pt x="866520" y="175047"/>
                  <a:pt x="866520" y="158278"/>
                </a:cubicBezTo>
                <a:cubicBezTo>
                  <a:pt x="866520" y="141508"/>
                  <a:pt x="880114" y="127914"/>
                  <a:pt x="896883" y="127914"/>
                </a:cubicBezTo>
                <a:close/>
                <a:moveTo>
                  <a:pt x="824329" y="127914"/>
                </a:moveTo>
                <a:cubicBezTo>
                  <a:pt x="841098" y="127914"/>
                  <a:pt x="854692" y="141508"/>
                  <a:pt x="854692" y="158278"/>
                </a:cubicBezTo>
                <a:cubicBezTo>
                  <a:pt x="854692" y="175047"/>
                  <a:pt x="841098" y="188641"/>
                  <a:pt x="824329" y="188641"/>
                </a:cubicBezTo>
                <a:cubicBezTo>
                  <a:pt x="807559" y="188641"/>
                  <a:pt x="793965" y="175047"/>
                  <a:pt x="793965" y="158278"/>
                </a:cubicBezTo>
                <a:cubicBezTo>
                  <a:pt x="793965" y="141508"/>
                  <a:pt x="807559" y="127914"/>
                  <a:pt x="824329" y="127914"/>
                </a:cubicBezTo>
                <a:close/>
                <a:moveTo>
                  <a:pt x="751774" y="127914"/>
                </a:moveTo>
                <a:cubicBezTo>
                  <a:pt x="768544" y="127914"/>
                  <a:pt x="782138" y="141508"/>
                  <a:pt x="782138" y="158278"/>
                </a:cubicBezTo>
                <a:cubicBezTo>
                  <a:pt x="782138" y="175047"/>
                  <a:pt x="768544" y="188641"/>
                  <a:pt x="751774" y="188641"/>
                </a:cubicBezTo>
                <a:cubicBezTo>
                  <a:pt x="735005" y="188641"/>
                  <a:pt x="721411" y="175047"/>
                  <a:pt x="721411" y="158278"/>
                </a:cubicBezTo>
                <a:cubicBezTo>
                  <a:pt x="721411" y="141508"/>
                  <a:pt x="735005" y="127914"/>
                  <a:pt x="751774" y="127914"/>
                </a:cubicBezTo>
                <a:close/>
                <a:moveTo>
                  <a:pt x="679220" y="127914"/>
                </a:moveTo>
                <a:cubicBezTo>
                  <a:pt x="695989" y="127914"/>
                  <a:pt x="709583" y="141508"/>
                  <a:pt x="709583" y="158278"/>
                </a:cubicBezTo>
                <a:cubicBezTo>
                  <a:pt x="709583" y="175047"/>
                  <a:pt x="695989" y="188641"/>
                  <a:pt x="679220" y="188641"/>
                </a:cubicBezTo>
                <a:cubicBezTo>
                  <a:pt x="662450" y="188641"/>
                  <a:pt x="648856" y="175047"/>
                  <a:pt x="648856" y="158278"/>
                </a:cubicBezTo>
                <a:cubicBezTo>
                  <a:pt x="648856" y="141508"/>
                  <a:pt x="662450" y="127914"/>
                  <a:pt x="679220" y="127914"/>
                </a:cubicBezTo>
                <a:close/>
                <a:moveTo>
                  <a:pt x="606665" y="127914"/>
                </a:moveTo>
                <a:cubicBezTo>
                  <a:pt x="623435" y="127914"/>
                  <a:pt x="637029" y="141508"/>
                  <a:pt x="637029" y="158278"/>
                </a:cubicBezTo>
                <a:cubicBezTo>
                  <a:pt x="637029" y="175047"/>
                  <a:pt x="623435" y="188641"/>
                  <a:pt x="606665" y="188641"/>
                </a:cubicBezTo>
                <a:cubicBezTo>
                  <a:pt x="589896" y="188641"/>
                  <a:pt x="576302" y="175047"/>
                  <a:pt x="576302" y="158278"/>
                </a:cubicBezTo>
                <a:cubicBezTo>
                  <a:pt x="576302" y="141508"/>
                  <a:pt x="589896" y="127914"/>
                  <a:pt x="606665" y="127914"/>
                </a:cubicBezTo>
                <a:close/>
                <a:moveTo>
                  <a:pt x="534111" y="127914"/>
                </a:moveTo>
                <a:cubicBezTo>
                  <a:pt x="550880" y="127914"/>
                  <a:pt x="564474" y="141508"/>
                  <a:pt x="564474" y="158278"/>
                </a:cubicBezTo>
                <a:cubicBezTo>
                  <a:pt x="564474" y="175047"/>
                  <a:pt x="550880" y="188641"/>
                  <a:pt x="534111" y="188641"/>
                </a:cubicBezTo>
                <a:cubicBezTo>
                  <a:pt x="517341" y="188641"/>
                  <a:pt x="503747" y="175047"/>
                  <a:pt x="503747" y="158278"/>
                </a:cubicBezTo>
                <a:cubicBezTo>
                  <a:pt x="503747" y="141508"/>
                  <a:pt x="517341" y="127914"/>
                  <a:pt x="534111" y="127914"/>
                </a:cubicBezTo>
                <a:close/>
                <a:moveTo>
                  <a:pt x="461556" y="127914"/>
                </a:moveTo>
                <a:cubicBezTo>
                  <a:pt x="478326" y="127914"/>
                  <a:pt x="491920" y="141508"/>
                  <a:pt x="491920" y="158278"/>
                </a:cubicBezTo>
                <a:cubicBezTo>
                  <a:pt x="491920" y="175047"/>
                  <a:pt x="478326" y="188641"/>
                  <a:pt x="461556" y="188641"/>
                </a:cubicBezTo>
                <a:cubicBezTo>
                  <a:pt x="444787" y="188641"/>
                  <a:pt x="431192" y="175047"/>
                  <a:pt x="431192" y="158278"/>
                </a:cubicBezTo>
                <a:cubicBezTo>
                  <a:pt x="431192" y="141508"/>
                  <a:pt x="444787" y="127914"/>
                  <a:pt x="461556" y="127914"/>
                </a:cubicBezTo>
                <a:close/>
                <a:moveTo>
                  <a:pt x="389002" y="127914"/>
                </a:moveTo>
                <a:cubicBezTo>
                  <a:pt x="405771" y="127914"/>
                  <a:pt x="419365" y="141508"/>
                  <a:pt x="419365" y="158278"/>
                </a:cubicBezTo>
                <a:cubicBezTo>
                  <a:pt x="419365" y="175047"/>
                  <a:pt x="405771" y="188641"/>
                  <a:pt x="389002" y="188641"/>
                </a:cubicBezTo>
                <a:cubicBezTo>
                  <a:pt x="372232" y="188641"/>
                  <a:pt x="358638" y="175047"/>
                  <a:pt x="358638" y="158278"/>
                </a:cubicBezTo>
                <a:cubicBezTo>
                  <a:pt x="358638" y="141508"/>
                  <a:pt x="372232" y="127914"/>
                  <a:pt x="389002" y="127914"/>
                </a:cubicBezTo>
                <a:close/>
                <a:moveTo>
                  <a:pt x="316447" y="127914"/>
                </a:moveTo>
                <a:cubicBezTo>
                  <a:pt x="333216" y="127914"/>
                  <a:pt x="346810" y="141508"/>
                  <a:pt x="346810" y="158278"/>
                </a:cubicBezTo>
                <a:cubicBezTo>
                  <a:pt x="346810" y="175047"/>
                  <a:pt x="333216" y="188641"/>
                  <a:pt x="316447" y="188641"/>
                </a:cubicBezTo>
                <a:cubicBezTo>
                  <a:pt x="299677" y="188641"/>
                  <a:pt x="286084" y="175047"/>
                  <a:pt x="286084" y="158278"/>
                </a:cubicBezTo>
                <a:cubicBezTo>
                  <a:pt x="286084" y="141508"/>
                  <a:pt x="299677" y="127914"/>
                  <a:pt x="316447" y="127914"/>
                </a:cubicBezTo>
                <a:close/>
                <a:moveTo>
                  <a:pt x="243892" y="127914"/>
                </a:moveTo>
                <a:cubicBezTo>
                  <a:pt x="260662" y="127914"/>
                  <a:pt x="274256" y="141508"/>
                  <a:pt x="274256" y="158278"/>
                </a:cubicBezTo>
                <a:cubicBezTo>
                  <a:pt x="274256" y="175047"/>
                  <a:pt x="260662" y="188641"/>
                  <a:pt x="243892" y="188641"/>
                </a:cubicBezTo>
                <a:cubicBezTo>
                  <a:pt x="227123" y="188641"/>
                  <a:pt x="213529" y="175047"/>
                  <a:pt x="213529" y="158278"/>
                </a:cubicBezTo>
                <a:cubicBezTo>
                  <a:pt x="213529" y="141508"/>
                  <a:pt x="227123" y="127914"/>
                  <a:pt x="243892" y="127914"/>
                </a:cubicBezTo>
                <a:close/>
                <a:moveTo>
                  <a:pt x="171339" y="127914"/>
                </a:moveTo>
                <a:cubicBezTo>
                  <a:pt x="188107" y="127914"/>
                  <a:pt x="201701" y="141508"/>
                  <a:pt x="201701" y="158278"/>
                </a:cubicBezTo>
                <a:cubicBezTo>
                  <a:pt x="201701" y="175047"/>
                  <a:pt x="188107" y="188641"/>
                  <a:pt x="171339" y="188641"/>
                </a:cubicBezTo>
                <a:cubicBezTo>
                  <a:pt x="154702" y="188641"/>
                  <a:pt x="141108" y="175047"/>
                  <a:pt x="141108" y="158278"/>
                </a:cubicBezTo>
                <a:cubicBezTo>
                  <a:pt x="141108" y="141508"/>
                  <a:pt x="154702" y="127914"/>
                  <a:pt x="171339" y="127914"/>
                </a:cubicBezTo>
                <a:close/>
                <a:moveTo>
                  <a:pt x="98936" y="127914"/>
                </a:moveTo>
                <a:cubicBezTo>
                  <a:pt x="115695" y="127914"/>
                  <a:pt x="129288" y="141508"/>
                  <a:pt x="129288" y="158278"/>
                </a:cubicBezTo>
                <a:cubicBezTo>
                  <a:pt x="129288" y="175047"/>
                  <a:pt x="115695" y="188641"/>
                  <a:pt x="98936" y="188641"/>
                </a:cubicBezTo>
                <a:cubicBezTo>
                  <a:pt x="82162" y="188641"/>
                  <a:pt x="68567" y="175047"/>
                  <a:pt x="68567" y="158278"/>
                </a:cubicBezTo>
                <a:cubicBezTo>
                  <a:pt x="68567" y="141508"/>
                  <a:pt x="82162" y="127914"/>
                  <a:pt x="98936" y="127914"/>
                </a:cubicBezTo>
                <a:close/>
                <a:moveTo>
                  <a:pt x="26381" y="127914"/>
                </a:moveTo>
                <a:cubicBezTo>
                  <a:pt x="43143" y="127914"/>
                  <a:pt x="56738" y="141508"/>
                  <a:pt x="56738" y="158278"/>
                </a:cubicBezTo>
                <a:cubicBezTo>
                  <a:pt x="56738" y="175047"/>
                  <a:pt x="43143" y="188641"/>
                  <a:pt x="26381" y="188641"/>
                </a:cubicBezTo>
                <a:cubicBezTo>
                  <a:pt x="17995" y="188641"/>
                  <a:pt x="10404" y="185243"/>
                  <a:pt x="4909" y="179748"/>
                </a:cubicBezTo>
                <a:lnTo>
                  <a:pt x="0" y="167898"/>
                </a:lnTo>
                <a:lnTo>
                  <a:pt x="0" y="148658"/>
                </a:lnTo>
                <a:lnTo>
                  <a:pt x="4909" y="136807"/>
                </a:lnTo>
                <a:cubicBezTo>
                  <a:pt x="10404" y="131313"/>
                  <a:pt x="17995" y="127914"/>
                  <a:pt x="26381" y="127914"/>
                </a:cubicBezTo>
                <a:close/>
                <a:moveTo>
                  <a:pt x="1622429" y="47462"/>
                </a:moveTo>
                <a:lnTo>
                  <a:pt x="1625821" y="48147"/>
                </a:lnTo>
                <a:lnTo>
                  <a:pt x="1639701" y="102127"/>
                </a:lnTo>
                <a:lnTo>
                  <a:pt x="1634248" y="105804"/>
                </a:lnTo>
                <a:cubicBezTo>
                  <a:pt x="1630615" y="107340"/>
                  <a:pt x="1626621" y="108189"/>
                  <a:pt x="1622429" y="108189"/>
                </a:cubicBezTo>
                <a:cubicBezTo>
                  <a:pt x="1605659" y="108189"/>
                  <a:pt x="1592066" y="94595"/>
                  <a:pt x="1592066" y="77826"/>
                </a:cubicBezTo>
                <a:cubicBezTo>
                  <a:pt x="1592066" y="61056"/>
                  <a:pt x="1605659" y="47462"/>
                  <a:pt x="1622429" y="47462"/>
                </a:cubicBezTo>
                <a:close/>
                <a:moveTo>
                  <a:pt x="1549874" y="47462"/>
                </a:moveTo>
                <a:cubicBezTo>
                  <a:pt x="1566644" y="47462"/>
                  <a:pt x="1580238" y="61056"/>
                  <a:pt x="1580238" y="77826"/>
                </a:cubicBezTo>
                <a:cubicBezTo>
                  <a:pt x="1580238" y="94595"/>
                  <a:pt x="1566644" y="108189"/>
                  <a:pt x="1549874" y="108189"/>
                </a:cubicBezTo>
                <a:cubicBezTo>
                  <a:pt x="1533105" y="108189"/>
                  <a:pt x="1519511" y="94595"/>
                  <a:pt x="1519511" y="77826"/>
                </a:cubicBezTo>
                <a:cubicBezTo>
                  <a:pt x="1519511" y="61056"/>
                  <a:pt x="1533105" y="47462"/>
                  <a:pt x="1549874" y="47462"/>
                </a:cubicBezTo>
                <a:close/>
                <a:moveTo>
                  <a:pt x="1477320" y="47462"/>
                </a:moveTo>
                <a:cubicBezTo>
                  <a:pt x="1494089" y="47462"/>
                  <a:pt x="1507683" y="61056"/>
                  <a:pt x="1507683" y="77826"/>
                </a:cubicBezTo>
                <a:cubicBezTo>
                  <a:pt x="1507683" y="94595"/>
                  <a:pt x="1494089" y="108189"/>
                  <a:pt x="1477320" y="108189"/>
                </a:cubicBezTo>
                <a:cubicBezTo>
                  <a:pt x="1460550" y="108189"/>
                  <a:pt x="1446956" y="94595"/>
                  <a:pt x="1446956" y="77826"/>
                </a:cubicBezTo>
                <a:cubicBezTo>
                  <a:pt x="1446956" y="61056"/>
                  <a:pt x="1460550" y="47462"/>
                  <a:pt x="1477320" y="47462"/>
                </a:cubicBezTo>
                <a:close/>
                <a:moveTo>
                  <a:pt x="1404765" y="47462"/>
                </a:moveTo>
                <a:cubicBezTo>
                  <a:pt x="1421535" y="47462"/>
                  <a:pt x="1435129" y="61056"/>
                  <a:pt x="1435129" y="77826"/>
                </a:cubicBezTo>
                <a:cubicBezTo>
                  <a:pt x="1435129" y="94595"/>
                  <a:pt x="1421535" y="108189"/>
                  <a:pt x="1404765" y="108189"/>
                </a:cubicBezTo>
                <a:cubicBezTo>
                  <a:pt x="1387996" y="108189"/>
                  <a:pt x="1374402" y="94595"/>
                  <a:pt x="1374402" y="77826"/>
                </a:cubicBezTo>
                <a:cubicBezTo>
                  <a:pt x="1374402" y="61056"/>
                  <a:pt x="1387996" y="47462"/>
                  <a:pt x="1404765" y="47462"/>
                </a:cubicBezTo>
                <a:close/>
                <a:moveTo>
                  <a:pt x="1332211" y="47462"/>
                </a:moveTo>
                <a:cubicBezTo>
                  <a:pt x="1348980" y="47462"/>
                  <a:pt x="1362574" y="61056"/>
                  <a:pt x="1362574" y="77826"/>
                </a:cubicBezTo>
                <a:cubicBezTo>
                  <a:pt x="1362574" y="94595"/>
                  <a:pt x="1348980" y="108189"/>
                  <a:pt x="1332211" y="108189"/>
                </a:cubicBezTo>
                <a:cubicBezTo>
                  <a:pt x="1315441" y="108189"/>
                  <a:pt x="1301847" y="94595"/>
                  <a:pt x="1301847" y="77826"/>
                </a:cubicBezTo>
                <a:cubicBezTo>
                  <a:pt x="1301847" y="61056"/>
                  <a:pt x="1315441" y="47462"/>
                  <a:pt x="1332211" y="47462"/>
                </a:cubicBezTo>
                <a:close/>
                <a:moveTo>
                  <a:pt x="1259656" y="47462"/>
                </a:moveTo>
                <a:cubicBezTo>
                  <a:pt x="1276426" y="47462"/>
                  <a:pt x="1290020" y="61056"/>
                  <a:pt x="1290020" y="77826"/>
                </a:cubicBezTo>
                <a:cubicBezTo>
                  <a:pt x="1290020" y="94595"/>
                  <a:pt x="1276426" y="108189"/>
                  <a:pt x="1259656" y="108189"/>
                </a:cubicBezTo>
                <a:cubicBezTo>
                  <a:pt x="1242887" y="108189"/>
                  <a:pt x="1229293" y="94595"/>
                  <a:pt x="1229293" y="77826"/>
                </a:cubicBezTo>
                <a:cubicBezTo>
                  <a:pt x="1229293" y="61056"/>
                  <a:pt x="1242887" y="47462"/>
                  <a:pt x="1259656" y="47462"/>
                </a:cubicBezTo>
                <a:close/>
                <a:moveTo>
                  <a:pt x="1187102" y="47462"/>
                </a:moveTo>
                <a:cubicBezTo>
                  <a:pt x="1203871" y="47462"/>
                  <a:pt x="1217465" y="61056"/>
                  <a:pt x="1217465" y="77826"/>
                </a:cubicBezTo>
                <a:cubicBezTo>
                  <a:pt x="1217465" y="94595"/>
                  <a:pt x="1203871" y="108189"/>
                  <a:pt x="1187102" y="108189"/>
                </a:cubicBezTo>
                <a:cubicBezTo>
                  <a:pt x="1170332" y="108189"/>
                  <a:pt x="1156738" y="94595"/>
                  <a:pt x="1156738" y="77826"/>
                </a:cubicBezTo>
                <a:cubicBezTo>
                  <a:pt x="1156738" y="61056"/>
                  <a:pt x="1170332" y="47462"/>
                  <a:pt x="1187102" y="47462"/>
                </a:cubicBezTo>
                <a:close/>
                <a:moveTo>
                  <a:pt x="1114547" y="47462"/>
                </a:moveTo>
                <a:cubicBezTo>
                  <a:pt x="1131317" y="47462"/>
                  <a:pt x="1144911" y="61056"/>
                  <a:pt x="1144911" y="77826"/>
                </a:cubicBezTo>
                <a:cubicBezTo>
                  <a:pt x="1144911" y="94595"/>
                  <a:pt x="1131317" y="108189"/>
                  <a:pt x="1114547" y="108189"/>
                </a:cubicBezTo>
                <a:cubicBezTo>
                  <a:pt x="1097778" y="108189"/>
                  <a:pt x="1084184" y="94595"/>
                  <a:pt x="1084184" y="77826"/>
                </a:cubicBezTo>
                <a:cubicBezTo>
                  <a:pt x="1084184" y="61056"/>
                  <a:pt x="1097778" y="47462"/>
                  <a:pt x="1114547" y="47462"/>
                </a:cubicBezTo>
                <a:close/>
                <a:moveTo>
                  <a:pt x="1041993" y="47462"/>
                </a:moveTo>
                <a:cubicBezTo>
                  <a:pt x="1058762" y="47462"/>
                  <a:pt x="1072356" y="61056"/>
                  <a:pt x="1072356" y="77826"/>
                </a:cubicBezTo>
                <a:cubicBezTo>
                  <a:pt x="1072356" y="94595"/>
                  <a:pt x="1058762" y="108189"/>
                  <a:pt x="1041993" y="108189"/>
                </a:cubicBezTo>
                <a:cubicBezTo>
                  <a:pt x="1025223" y="108189"/>
                  <a:pt x="1011629" y="94595"/>
                  <a:pt x="1011629" y="77826"/>
                </a:cubicBezTo>
                <a:cubicBezTo>
                  <a:pt x="1011629" y="61056"/>
                  <a:pt x="1025223" y="47462"/>
                  <a:pt x="1041993" y="47462"/>
                </a:cubicBezTo>
                <a:close/>
                <a:moveTo>
                  <a:pt x="969438" y="47462"/>
                </a:moveTo>
                <a:cubicBezTo>
                  <a:pt x="986208" y="47462"/>
                  <a:pt x="999801" y="61056"/>
                  <a:pt x="999801" y="77826"/>
                </a:cubicBezTo>
                <a:cubicBezTo>
                  <a:pt x="999801" y="94595"/>
                  <a:pt x="986208" y="108189"/>
                  <a:pt x="969438" y="108189"/>
                </a:cubicBezTo>
                <a:cubicBezTo>
                  <a:pt x="952669" y="108189"/>
                  <a:pt x="939075" y="94595"/>
                  <a:pt x="939075" y="77826"/>
                </a:cubicBezTo>
                <a:cubicBezTo>
                  <a:pt x="939075" y="61056"/>
                  <a:pt x="952669" y="47462"/>
                  <a:pt x="969438" y="47462"/>
                </a:cubicBezTo>
                <a:close/>
                <a:moveTo>
                  <a:pt x="896883" y="47462"/>
                </a:moveTo>
                <a:cubicBezTo>
                  <a:pt x="913653" y="47462"/>
                  <a:pt x="927247" y="61056"/>
                  <a:pt x="927247" y="77826"/>
                </a:cubicBezTo>
                <a:cubicBezTo>
                  <a:pt x="927247" y="94595"/>
                  <a:pt x="913653" y="108189"/>
                  <a:pt x="896883" y="108189"/>
                </a:cubicBezTo>
                <a:cubicBezTo>
                  <a:pt x="880114" y="108189"/>
                  <a:pt x="866520" y="94595"/>
                  <a:pt x="866520" y="77826"/>
                </a:cubicBezTo>
                <a:cubicBezTo>
                  <a:pt x="866520" y="61056"/>
                  <a:pt x="880114" y="47462"/>
                  <a:pt x="896883" y="47462"/>
                </a:cubicBezTo>
                <a:close/>
                <a:moveTo>
                  <a:pt x="824329" y="47462"/>
                </a:moveTo>
                <a:cubicBezTo>
                  <a:pt x="841098" y="47462"/>
                  <a:pt x="854692" y="61056"/>
                  <a:pt x="854692" y="77826"/>
                </a:cubicBezTo>
                <a:cubicBezTo>
                  <a:pt x="854692" y="94595"/>
                  <a:pt x="841098" y="108189"/>
                  <a:pt x="824329" y="108189"/>
                </a:cubicBezTo>
                <a:cubicBezTo>
                  <a:pt x="807559" y="108189"/>
                  <a:pt x="793965" y="94595"/>
                  <a:pt x="793965" y="77826"/>
                </a:cubicBezTo>
                <a:cubicBezTo>
                  <a:pt x="793965" y="61056"/>
                  <a:pt x="807559" y="47462"/>
                  <a:pt x="824329" y="47462"/>
                </a:cubicBezTo>
                <a:close/>
                <a:moveTo>
                  <a:pt x="751774" y="47462"/>
                </a:moveTo>
                <a:cubicBezTo>
                  <a:pt x="768544" y="47462"/>
                  <a:pt x="782138" y="61056"/>
                  <a:pt x="782138" y="77826"/>
                </a:cubicBezTo>
                <a:cubicBezTo>
                  <a:pt x="782138" y="94595"/>
                  <a:pt x="768544" y="108189"/>
                  <a:pt x="751774" y="108189"/>
                </a:cubicBezTo>
                <a:cubicBezTo>
                  <a:pt x="735005" y="108189"/>
                  <a:pt x="721411" y="94595"/>
                  <a:pt x="721411" y="77826"/>
                </a:cubicBezTo>
                <a:cubicBezTo>
                  <a:pt x="721411" y="61056"/>
                  <a:pt x="735005" y="47462"/>
                  <a:pt x="751774" y="47462"/>
                </a:cubicBezTo>
                <a:close/>
                <a:moveTo>
                  <a:pt x="679220" y="47462"/>
                </a:moveTo>
                <a:cubicBezTo>
                  <a:pt x="695989" y="47462"/>
                  <a:pt x="709583" y="61056"/>
                  <a:pt x="709583" y="77826"/>
                </a:cubicBezTo>
                <a:cubicBezTo>
                  <a:pt x="709583" y="94595"/>
                  <a:pt x="695989" y="108189"/>
                  <a:pt x="679220" y="108189"/>
                </a:cubicBezTo>
                <a:cubicBezTo>
                  <a:pt x="662450" y="108189"/>
                  <a:pt x="648856" y="94595"/>
                  <a:pt x="648856" y="77826"/>
                </a:cubicBezTo>
                <a:cubicBezTo>
                  <a:pt x="648856" y="61056"/>
                  <a:pt x="662450" y="47462"/>
                  <a:pt x="679220" y="47462"/>
                </a:cubicBezTo>
                <a:close/>
                <a:moveTo>
                  <a:pt x="606665" y="47462"/>
                </a:moveTo>
                <a:cubicBezTo>
                  <a:pt x="623435" y="47462"/>
                  <a:pt x="637029" y="61056"/>
                  <a:pt x="637029" y="77826"/>
                </a:cubicBezTo>
                <a:cubicBezTo>
                  <a:pt x="637029" y="94595"/>
                  <a:pt x="623435" y="108189"/>
                  <a:pt x="606665" y="108189"/>
                </a:cubicBezTo>
                <a:cubicBezTo>
                  <a:pt x="589896" y="108189"/>
                  <a:pt x="576302" y="94595"/>
                  <a:pt x="576302" y="77826"/>
                </a:cubicBezTo>
                <a:cubicBezTo>
                  <a:pt x="576302" y="61056"/>
                  <a:pt x="589896" y="47462"/>
                  <a:pt x="606665" y="47462"/>
                </a:cubicBezTo>
                <a:close/>
                <a:moveTo>
                  <a:pt x="534111" y="47462"/>
                </a:moveTo>
                <a:cubicBezTo>
                  <a:pt x="550880" y="47462"/>
                  <a:pt x="564474" y="61056"/>
                  <a:pt x="564474" y="77826"/>
                </a:cubicBezTo>
                <a:cubicBezTo>
                  <a:pt x="564474" y="94595"/>
                  <a:pt x="550880" y="108189"/>
                  <a:pt x="534111" y="108189"/>
                </a:cubicBezTo>
                <a:cubicBezTo>
                  <a:pt x="517341" y="108189"/>
                  <a:pt x="503747" y="94595"/>
                  <a:pt x="503747" y="77826"/>
                </a:cubicBezTo>
                <a:cubicBezTo>
                  <a:pt x="503747" y="61056"/>
                  <a:pt x="517341" y="47462"/>
                  <a:pt x="534111" y="47462"/>
                </a:cubicBezTo>
                <a:close/>
                <a:moveTo>
                  <a:pt x="461556" y="47462"/>
                </a:moveTo>
                <a:cubicBezTo>
                  <a:pt x="478326" y="47462"/>
                  <a:pt x="491920" y="61056"/>
                  <a:pt x="491920" y="77826"/>
                </a:cubicBezTo>
                <a:cubicBezTo>
                  <a:pt x="491920" y="94595"/>
                  <a:pt x="478326" y="108189"/>
                  <a:pt x="461556" y="108189"/>
                </a:cubicBezTo>
                <a:cubicBezTo>
                  <a:pt x="444787" y="108189"/>
                  <a:pt x="431192" y="94595"/>
                  <a:pt x="431192" y="77826"/>
                </a:cubicBezTo>
                <a:cubicBezTo>
                  <a:pt x="431192" y="61056"/>
                  <a:pt x="444787" y="47462"/>
                  <a:pt x="461556" y="47462"/>
                </a:cubicBezTo>
                <a:close/>
                <a:moveTo>
                  <a:pt x="389002" y="47462"/>
                </a:moveTo>
                <a:cubicBezTo>
                  <a:pt x="405771" y="47462"/>
                  <a:pt x="419365" y="61056"/>
                  <a:pt x="419365" y="77826"/>
                </a:cubicBezTo>
                <a:cubicBezTo>
                  <a:pt x="419365" y="94595"/>
                  <a:pt x="405771" y="108189"/>
                  <a:pt x="389002" y="108189"/>
                </a:cubicBezTo>
                <a:cubicBezTo>
                  <a:pt x="372232" y="108189"/>
                  <a:pt x="358638" y="94595"/>
                  <a:pt x="358638" y="77826"/>
                </a:cubicBezTo>
                <a:cubicBezTo>
                  <a:pt x="358638" y="61056"/>
                  <a:pt x="372232" y="47462"/>
                  <a:pt x="389002" y="47462"/>
                </a:cubicBezTo>
                <a:close/>
                <a:moveTo>
                  <a:pt x="316447" y="47462"/>
                </a:moveTo>
                <a:cubicBezTo>
                  <a:pt x="333216" y="47462"/>
                  <a:pt x="346810" y="61056"/>
                  <a:pt x="346810" y="77826"/>
                </a:cubicBezTo>
                <a:cubicBezTo>
                  <a:pt x="346810" y="94595"/>
                  <a:pt x="333216" y="108189"/>
                  <a:pt x="316447" y="108189"/>
                </a:cubicBezTo>
                <a:cubicBezTo>
                  <a:pt x="299677" y="108189"/>
                  <a:pt x="286084" y="94595"/>
                  <a:pt x="286084" y="77826"/>
                </a:cubicBezTo>
                <a:cubicBezTo>
                  <a:pt x="286084" y="61056"/>
                  <a:pt x="299677" y="47462"/>
                  <a:pt x="316447" y="47462"/>
                </a:cubicBezTo>
                <a:close/>
                <a:moveTo>
                  <a:pt x="243892" y="47462"/>
                </a:moveTo>
                <a:cubicBezTo>
                  <a:pt x="260662" y="47462"/>
                  <a:pt x="274256" y="61056"/>
                  <a:pt x="274256" y="77826"/>
                </a:cubicBezTo>
                <a:cubicBezTo>
                  <a:pt x="274256" y="94595"/>
                  <a:pt x="260662" y="108189"/>
                  <a:pt x="243892" y="108189"/>
                </a:cubicBezTo>
                <a:cubicBezTo>
                  <a:pt x="227123" y="108189"/>
                  <a:pt x="213529" y="94595"/>
                  <a:pt x="213529" y="77826"/>
                </a:cubicBezTo>
                <a:cubicBezTo>
                  <a:pt x="213529" y="61056"/>
                  <a:pt x="227123" y="47462"/>
                  <a:pt x="243892" y="47462"/>
                </a:cubicBezTo>
                <a:close/>
                <a:moveTo>
                  <a:pt x="171339" y="47462"/>
                </a:moveTo>
                <a:cubicBezTo>
                  <a:pt x="188107" y="47462"/>
                  <a:pt x="201701" y="61056"/>
                  <a:pt x="201701" y="77826"/>
                </a:cubicBezTo>
                <a:cubicBezTo>
                  <a:pt x="201701" y="94595"/>
                  <a:pt x="188107" y="108189"/>
                  <a:pt x="171339" y="108189"/>
                </a:cubicBezTo>
                <a:cubicBezTo>
                  <a:pt x="154708" y="108189"/>
                  <a:pt x="141113" y="94595"/>
                  <a:pt x="141113" y="77826"/>
                </a:cubicBezTo>
                <a:cubicBezTo>
                  <a:pt x="141113" y="61056"/>
                  <a:pt x="154708" y="47462"/>
                  <a:pt x="171339" y="47462"/>
                </a:cubicBezTo>
                <a:close/>
                <a:moveTo>
                  <a:pt x="98942" y="47462"/>
                </a:moveTo>
                <a:cubicBezTo>
                  <a:pt x="115700" y="47462"/>
                  <a:pt x="129294" y="61056"/>
                  <a:pt x="129294" y="77826"/>
                </a:cubicBezTo>
                <a:cubicBezTo>
                  <a:pt x="129294" y="94595"/>
                  <a:pt x="115700" y="108189"/>
                  <a:pt x="98942" y="108189"/>
                </a:cubicBezTo>
                <a:cubicBezTo>
                  <a:pt x="82168" y="108189"/>
                  <a:pt x="68573" y="94595"/>
                  <a:pt x="68573" y="77826"/>
                </a:cubicBezTo>
                <a:cubicBezTo>
                  <a:pt x="68573" y="61056"/>
                  <a:pt x="82168" y="47462"/>
                  <a:pt x="98942" y="47462"/>
                </a:cubicBezTo>
                <a:close/>
                <a:moveTo>
                  <a:pt x="26388" y="47462"/>
                </a:moveTo>
                <a:cubicBezTo>
                  <a:pt x="43149" y="47462"/>
                  <a:pt x="56744" y="61056"/>
                  <a:pt x="56744" y="77826"/>
                </a:cubicBezTo>
                <a:cubicBezTo>
                  <a:pt x="56744" y="94595"/>
                  <a:pt x="43149" y="108189"/>
                  <a:pt x="26388" y="108189"/>
                </a:cubicBezTo>
                <a:cubicBezTo>
                  <a:pt x="18002" y="108189"/>
                  <a:pt x="10410" y="104791"/>
                  <a:pt x="4916" y="99296"/>
                </a:cubicBezTo>
                <a:lnTo>
                  <a:pt x="0" y="87429"/>
                </a:lnTo>
                <a:lnTo>
                  <a:pt x="0" y="68222"/>
                </a:lnTo>
                <a:lnTo>
                  <a:pt x="4916" y="56355"/>
                </a:lnTo>
                <a:cubicBezTo>
                  <a:pt x="10410" y="50861"/>
                  <a:pt x="18002" y="47462"/>
                  <a:pt x="26388" y="47462"/>
                </a:cubicBezTo>
                <a:close/>
                <a:moveTo>
                  <a:pt x="1592868" y="0"/>
                </a:moveTo>
                <a:lnTo>
                  <a:pt x="1613441" y="0"/>
                </a:lnTo>
                <a:lnTo>
                  <a:pt x="1620472" y="27343"/>
                </a:lnTo>
                <a:lnTo>
                  <a:pt x="1610610" y="25352"/>
                </a:lnTo>
                <a:cubicBezTo>
                  <a:pt x="1605161" y="23047"/>
                  <a:pt x="1600525" y="19197"/>
                  <a:pt x="1597251" y="14351"/>
                </a:cubicBezTo>
                <a:close/>
                <a:moveTo>
                  <a:pt x="1520598" y="0"/>
                </a:moveTo>
                <a:lnTo>
                  <a:pt x="1579150" y="0"/>
                </a:lnTo>
                <a:lnTo>
                  <a:pt x="1571345" y="18844"/>
                </a:lnTo>
                <a:cubicBezTo>
                  <a:pt x="1565850" y="24339"/>
                  <a:pt x="1558259" y="27738"/>
                  <a:pt x="1549874" y="27738"/>
                </a:cubicBezTo>
                <a:cubicBezTo>
                  <a:pt x="1541490" y="27738"/>
                  <a:pt x="1533899" y="24339"/>
                  <a:pt x="1528404" y="18844"/>
                </a:cubicBezTo>
                <a:close/>
                <a:moveTo>
                  <a:pt x="1448044" y="0"/>
                </a:moveTo>
                <a:lnTo>
                  <a:pt x="1506596" y="0"/>
                </a:lnTo>
                <a:lnTo>
                  <a:pt x="1498790" y="18844"/>
                </a:lnTo>
                <a:cubicBezTo>
                  <a:pt x="1493295" y="24339"/>
                  <a:pt x="1485705" y="27738"/>
                  <a:pt x="1477320" y="27738"/>
                </a:cubicBezTo>
                <a:cubicBezTo>
                  <a:pt x="1468935" y="27738"/>
                  <a:pt x="1461344" y="24339"/>
                  <a:pt x="1455850" y="18844"/>
                </a:cubicBezTo>
                <a:close/>
                <a:moveTo>
                  <a:pt x="1375489" y="0"/>
                </a:moveTo>
                <a:lnTo>
                  <a:pt x="1434041" y="0"/>
                </a:lnTo>
                <a:lnTo>
                  <a:pt x="1426236" y="18844"/>
                </a:lnTo>
                <a:cubicBezTo>
                  <a:pt x="1420741" y="24339"/>
                  <a:pt x="1413150" y="27738"/>
                  <a:pt x="1404765" y="27738"/>
                </a:cubicBezTo>
                <a:cubicBezTo>
                  <a:pt x="1396381" y="27738"/>
                  <a:pt x="1388790" y="24339"/>
                  <a:pt x="1383295" y="18844"/>
                </a:cubicBezTo>
                <a:close/>
                <a:moveTo>
                  <a:pt x="1302935" y="0"/>
                </a:moveTo>
                <a:lnTo>
                  <a:pt x="1361486" y="0"/>
                </a:lnTo>
                <a:lnTo>
                  <a:pt x="1353681" y="18844"/>
                </a:lnTo>
                <a:cubicBezTo>
                  <a:pt x="1348186" y="24339"/>
                  <a:pt x="1340596" y="27738"/>
                  <a:pt x="1332211" y="27738"/>
                </a:cubicBezTo>
                <a:cubicBezTo>
                  <a:pt x="1323826" y="27738"/>
                  <a:pt x="1316235" y="24339"/>
                  <a:pt x="1310740" y="18844"/>
                </a:cubicBezTo>
                <a:close/>
                <a:moveTo>
                  <a:pt x="1230380" y="0"/>
                </a:moveTo>
                <a:lnTo>
                  <a:pt x="1288932" y="0"/>
                </a:lnTo>
                <a:lnTo>
                  <a:pt x="1281126" y="18844"/>
                </a:lnTo>
                <a:cubicBezTo>
                  <a:pt x="1275632" y="24339"/>
                  <a:pt x="1268041" y="27738"/>
                  <a:pt x="1259656" y="27738"/>
                </a:cubicBezTo>
                <a:cubicBezTo>
                  <a:pt x="1251271" y="27738"/>
                  <a:pt x="1243680" y="24339"/>
                  <a:pt x="1238186" y="18844"/>
                </a:cubicBezTo>
                <a:close/>
                <a:moveTo>
                  <a:pt x="1157826" y="0"/>
                </a:moveTo>
                <a:lnTo>
                  <a:pt x="1216377" y="0"/>
                </a:lnTo>
                <a:lnTo>
                  <a:pt x="1208572" y="18844"/>
                </a:lnTo>
                <a:cubicBezTo>
                  <a:pt x="1203077" y="24339"/>
                  <a:pt x="1195486" y="27738"/>
                  <a:pt x="1187102" y="27738"/>
                </a:cubicBezTo>
                <a:cubicBezTo>
                  <a:pt x="1178717" y="27738"/>
                  <a:pt x="1171126" y="24339"/>
                  <a:pt x="1165631" y="18844"/>
                </a:cubicBezTo>
                <a:close/>
                <a:moveTo>
                  <a:pt x="1085271" y="0"/>
                </a:moveTo>
                <a:lnTo>
                  <a:pt x="1143823" y="0"/>
                </a:lnTo>
                <a:lnTo>
                  <a:pt x="1136017" y="18844"/>
                </a:lnTo>
                <a:cubicBezTo>
                  <a:pt x="1130523" y="24339"/>
                  <a:pt x="1122932" y="27738"/>
                  <a:pt x="1114547" y="27738"/>
                </a:cubicBezTo>
                <a:cubicBezTo>
                  <a:pt x="1106162" y="27738"/>
                  <a:pt x="1098571" y="24339"/>
                  <a:pt x="1093077" y="18844"/>
                </a:cubicBezTo>
                <a:close/>
                <a:moveTo>
                  <a:pt x="1012717" y="0"/>
                </a:moveTo>
                <a:lnTo>
                  <a:pt x="1071268" y="0"/>
                </a:lnTo>
                <a:lnTo>
                  <a:pt x="1063463" y="18844"/>
                </a:lnTo>
                <a:cubicBezTo>
                  <a:pt x="1057968" y="24339"/>
                  <a:pt x="1050377" y="27738"/>
                  <a:pt x="1041993" y="27738"/>
                </a:cubicBezTo>
                <a:cubicBezTo>
                  <a:pt x="1033608" y="27738"/>
                  <a:pt x="1026017" y="24339"/>
                  <a:pt x="1020522" y="18844"/>
                </a:cubicBezTo>
                <a:close/>
                <a:moveTo>
                  <a:pt x="940162" y="0"/>
                </a:moveTo>
                <a:lnTo>
                  <a:pt x="998714" y="0"/>
                </a:lnTo>
                <a:lnTo>
                  <a:pt x="990908" y="18844"/>
                </a:lnTo>
                <a:cubicBezTo>
                  <a:pt x="985414" y="24339"/>
                  <a:pt x="977823" y="27738"/>
                  <a:pt x="969438" y="27738"/>
                </a:cubicBezTo>
                <a:cubicBezTo>
                  <a:pt x="961053" y="27738"/>
                  <a:pt x="953462" y="24339"/>
                  <a:pt x="947968" y="18844"/>
                </a:cubicBezTo>
                <a:close/>
                <a:moveTo>
                  <a:pt x="867607" y="0"/>
                </a:moveTo>
                <a:lnTo>
                  <a:pt x="926159" y="0"/>
                </a:lnTo>
                <a:lnTo>
                  <a:pt x="918354" y="18844"/>
                </a:lnTo>
                <a:cubicBezTo>
                  <a:pt x="912859" y="24339"/>
                  <a:pt x="905268" y="27738"/>
                  <a:pt x="896883" y="27738"/>
                </a:cubicBezTo>
                <a:cubicBezTo>
                  <a:pt x="888499" y="27738"/>
                  <a:pt x="880908" y="24339"/>
                  <a:pt x="875413" y="18844"/>
                </a:cubicBezTo>
                <a:close/>
                <a:moveTo>
                  <a:pt x="795053" y="0"/>
                </a:moveTo>
                <a:lnTo>
                  <a:pt x="853605" y="0"/>
                </a:lnTo>
                <a:lnTo>
                  <a:pt x="845799" y="18844"/>
                </a:lnTo>
                <a:cubicBezTo>
                  <a:pt x="840304" y="24339"/>
                  <a:pt x="832714" y="27738"/>
                  <a:pt x="824329" y="27738"/>
                </a:cubicBezTo>
                <a:cubicBezTo>
                  <a:pt x="815944" y="27738"/>
                  <a:pt x="808353" y="24339"/>
                  <a:pt x="802858" y="18844"/>
                </a:cubicBezTo>
                <a:close/>
                <a:moveTo>
                  <a:pt x="722498" y="0"/>
                </a:moveTo>
                <a:lnTo>
                  <a:pt x="781050" y="0"/>
                </a:lnTo>
                <a:lnTo>
                  <a:pt x="773245" y="18844"/>
                </a:lnTo>
                <a:cubicBezTo>
                  <a:pt x="767750" y="24339"/>
                  <a:pt x="760159" y="27738"/>
                  <a:pt x="751774" y="27738"/>
                </a:cubicBezTo>
                <a:cubicBezTo>
                  <a:pt x="743390" y="27738"/>
                  <a:pt x="735799" y="24339"/>
                  <a:pt x="730304" y="18844"/>
                </a:cubicBezTo>
                <a:close/>
                <a:moveTo>
                  <a:pt x="649944" y="0"/>
                </a:moveTo>
                <a:lnTo>
                  <a:pt x="708496" y="0"/>
                </a:lnTo>
                <a:lnTo>
                  <a:pt x="700690" y="18844"/>
                </a:lnTo>
                <a:cubicBezTo>
                  <a:pt x="695195" y="24339"/>
                  <a:pt x="687604" y="27738"/>
                  <a:pt x="679220" y="27738"/>
                </a:cubicBezTo>
                <a:cubicBezTo>
                  <a:pt x="670835" y="27738"/>
                  <a:pt x="663244" y="24339"/>
                  <a:pt x="657749" y="18844"/>
                </a:cubicBezTo>
                <a:close/>
                <a:moveTo>
                  <a:pt x="577389" y="0"/>
                </a:moveTo>
                <a:lnTo>
                  <a:pt x="635941" y="0"/>
                </a:lnTo>
                <a:lnTo>
                  <a:pt x="628135" y="18844"/>
                </a:lnTo>
                <a:cubicBezTo>
                  <a:pt x="622641" y="24339"/>
                  <a:pt x="615050" y="27738"/>
                  <a:pt x="606665" y="27738"/>
                </a:cubicBezTo>
                <a:cubicBezTo>
                  <a:pt x="598280" y="27738"/>
                  <a:pt x="590690" y="24339"/>
                  <a:pt x="585195" y="18844"/>
                </a:cubicBezTo>
                <a:close/>
                <a:moveTo>
                  <a:pt x="504835" y="0"/>
                </a:moveTo>
                <a:lnTo>
                  <a:pt x="563386" y="0"/>
                </a:lnTo>
                <a:lnTo>
                  <a:pt x="555581" y="18844"/>
                </a:lnTo>
                <a:cubicBezTo>
                  <a:pt x="550086" y="24339"/>
                  <a:pt x="542495" y="27738"/>
                  <a:pt x="534111" y="27738"/>
                </a:cubicBezTo>
                <a:cubicBezTo>
                  <a:pt x="525726" y="27738"/>
                  <a:pt x="518135" y="24339"/>
                  <a:pt x="512640" y="18844"/>
                </a:cubicBezTo>
                <a:close/>
                <a:moveTo>
                  <a:pt x="432280" y="0"/>
                </a:moveTo>
                <a:lnTo>
                  <a:pt x="490832" y="0"/>
                </a:lnTo>
                <a:lnTo>
                  <a:pt x="483026" y="18844"/>
                </a:lnTo>
                <a:cubicBezTo>
                  <a:pt x="477532" y="24339"/>
                  <a:pt x="469941" y="27738"/>
                  <a:pt x="461556" y="27738"/>
                </a:cubicBezTo>
                <a:cubicBezTo>
                  <a:pt x="453171" y="27738"/>
                  <a:pt x="445580" y="24339"/>
                  <a:pt x="440086" y="18844"/>
                </a:cubicBezTo>
                <a:close/>
                <a:moveTo>
                  <a:pt x="359726" y="0"/>
                </a:moveTo>
                <a:lnTo>
                  <a:pt x="418277" y="0"/>
                </a:lnTo>
                <a:lnTo>
                  <a:pt x="410472" y="18844"/>
                </a:lnTo>
                <a:cubicBezTo>
                  <a:pt x="404977" y="24339"/>
                  <a:pt x="397386" y="27738"/>
                  <a:pt x="389002" y="27738"/>
                </a:cubicBezTo>
                <a:cubicBezTo>
                  <a:pt x="380617" y="27738"/>
                  <a:pt x="373026" y="24339"/>
                  <a:pt x="367531" y="18844"/>
                </a:cubicBezTo>
                <a:close/>
                <a:moveTo>
                  <a:pt x="287171" y="0"/>
                </a:moveTo>
                <a:lnTo>
                  <a:pt x="345723" y="0"/>
                </a:lnTo>
                <a:lnTo>
                  <a:pt x="337917" y="18844"/>
                </a:lnTo>
                <a:cubicBezTo>
                  <a:pt x="332423" y="24339"/>
                  <a:pt x="324832" y="27738"/>
                  <a:pt x="316447" y="27738"/>
                </a:cubicBezTo>
                <a:cubicBezTo>
                  <a:pt x="308062" y="27738"/>
                  <a:pt x="300471" y="24339"/>
                  <a:pt x="294977" y="18844"/>
                </a:cubicBezTo>
                <a:close/>
                <a:moveTo>
                  <a:pt x="214617" y="0"/>
                </a:moveTo>
                <a:lnTo>
                  <a:pt x="273168" y="0"/>
                </a:lnTo>
                <a:lnTo>
                  <a:pt x="265363" y="18844"/>
                </a:lnTo>
                <a:cubicBezTo>
                  <a:pt x="259868" y="24339"/>
                  <a:pt x="252277" y="27738"/>
                  <a:pt x="243892" y="27738"/>
                </a:cubicBezTo>
                <a:cubicBezTo>
                  <a:pt x="235508" y="27738"/>
                  <a:pt x="227917" y="24339"/>
                  <a:pt x="222422" y="18844"/>
                </a:cubicBezTo>
                <a:close/>
                <a:moveTo>
                  <a:pt x="142204" y="0"/>
                </a:moveTo>
                <a:lnTo>
                  <a:pt x="200614" y="0"/>
                </a:lnTo>
                <a:lnTo>
                  <a:pt x="192808" y="18844"/>
                </a:lnTo>
                <a:cubicBezTo>
                  <a:pt x="187314" y="24339"/>
                  <a:pt x="179723" y="27738"/>
                  <a:pt x="171339" y="27738"/>
                </a:cubicBezTo>
                <a:cubicBezTo>
                  <a:pt x="163026" y="27738"/>
                  <a:pt x="155471" y="24339"/>
                  <a:pt x="149994" y="18844"/>
                </a:cubicBezTo>
                <a:close/>
                <a:moveTo>
                  <a:pt x="69668" y="0"/>
                </a:moveTo>
                <a:lnTo>
                  <a:pt x="128212" y="0"/>
                </a:lnTo>
                <a:lnTo>
                  <a:pt x="120408" y="18844"/>
                </a:lnTo>
                <a:cubicBezTo>
                  <a:pt x="114915" y="24339"/>
                  <a:pt x="107328" y="27738"/>
                  <a:pt x="98949" y="27738"/>
                </a:cubicBezTo>
                <a:cubicBezTo>
                  <a:pt x="90562" y="27738"/>
                  <a:pt x="82969" y="24339"/>
                  <a:pt x="77474" y="18844"/>
                </a:cubicBezTo>
                <a:close/>
                <a:moveTo>
                  <a:pt x="0" y="0"/>
                </a:moveTo>
                <a:lnTo>
                  <a:pt x="55662" y="0"/>
                </a:lnTo>
                <a:lnTo>
                  <a:pt x="47858" y="18844"/>
                </a:lnTo>
                <a:cubicBezTo>
                  <a:pt x="42364" y="24339"/>
                  <a:pt x="34775" y="27738"/>
                  <a:pt x="26394" y="27738"/>
                </a:cubicBezTo>
                <a:cubicBezTo>
                  <a:pt x="18009" y="27738"/>
                  <a:pt x="10417" y="24339"/>
                  <a:pt x="4922" y="18844"/>
                </a:cubicBezTo>
                <a:lnTo>
                  <a:pt x="0" y="6962"/>
                </a:lnTo>
                <a:close/>
              </a:path>
            </a:pathLst>
          </a:custGeom>
          <a:solidFill>
            <a:schemeClr val="accent1">
              <a:alpha val="60000"/>
            </a:schemeClr>
          </a:soli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280" name="Google Shape;280;p31"/>
          <p:cNvSpPr/>
          <p:nvPr/>
        </p:nvSpPr>
        <p:spPr>
          <a:xfrm>
            <a:off x="2" y="2"/>
            <a:ext cx="403373" cy="496797"/>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281" name="Google Shape;281;p31"/>
          <p:cNvSpPr txBox="1">
            <a:spLocks noGrp="1"/>
          </p:cNvSpPr>
          <p:nvPr>
            <p:ph type="subTitle" idx="1"/>
          </p:nvPr>
        </p:nvSpPr>
        <p:spPr>
          <a:xfrm>
            <a:off x="6636108" y="1613877"/>
            <a:ext cx="18288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800"/>
              <a:buNone/>
              <a:defRPr sz="1067"/>
            </a:lvl1pPr>
            <a:lvl2pPr lvl="1" algn="l">
              <a:lnSpc>
                <a:spcPct val="100000"/>
              </a:lnSpc>
              <a:spcBef>
                <a:spcPts val="267"/>
              </a:spcBef>
              <a:spcAft>
                <a:spcPts val="0"/>
              </a:spcAft>
              <a:buSzPts val="800"/>
              <a:buNone/>
              <a:defRPr sz="1067"/>
            </a:lvl2pPr>
            <a:lvl3pPr lvl="2" algn="l">
              <a:lnSpc>
                <a:spcPct val="100000"/>
              </a:lnSpc>
              <a:spcBef>
                <a:spcPts val="267"/>
              </a:spcBef>
              <a:spcAft>
                <a:spcPts val="0"/>
              </a:spcAft>
              <a:buSzPts val="800"/>
              <a:buNone/>
              <a:defRPr sz="1067"/>
            </a:lvl3pPr>
            <a:lvl4pPr lvl="3" algn="l">
              <a:lnSpc>
                <a:spcPct val="100000"/>
              </a:lnSpc>
              <a:spcBef>
                <a:spcPts val="267"/>
              </a:spcBef>
              <a:spcAft>
                <a:spcPts val="0"/>
              </a:spcAft>
              <a:buSzPts val="800"/>
              <a:buNone/>
              <a:defRPr sz="1067"/>
            </a:lvl4pPr>
            <a:lvl5pPr lvl="4" algn="l">
              <a:lnSpc>
                <a:spcPct val="100000"/>
              </a:lnSpc>
              <a:spcBef>
                <a:spcPts val="267"/>
              </a:spcBef>
              <a:spcAft>
                <a:spcPts val="0"/>
              </a:spcAft>
              <a:buSzPts val="800"/>
              <a:buNone/>
              <a:defRPr sz="1067"/>
            </a:lvl5pPr>
            <a:lvl6pPr lvl="5" algn="l">
              <a:lnSpc>
                <a:spcPct val="100000"/>
              </a:lnSpc>
              <a:spcBef>
                <a:spcPts val="267"/>
              </a:spcBef>
              <a:spcAft>
                <a:spcPts val="0"/>
              </a:spcAft>
              <a:buSzPts val="800"/>
              <a:buNone/>
              <a:defRPr sz="1067"/>
            </a:lvl6pPr>
            <a:lvl7pPr lvl="6" algn="l">
              <a:lnSpc>
                <a:spcPct val="100000"/>
              </a:lnSpc>
              <a:spcBef>
                <a:spcPts val="267"/>
              </a:spcBef>
              <a:spcAft>
                <a:spcPts val="0"/>
              </a:spcAft>
              <a:buSzPts val="800"/>
              <a:buNone/>
              <a:defRPr sz="1067"/>
            </a:lvl7pPr>
            <a:lvl8pPr lvl="7" algn="l">
              <a:lnSpc>
                <a:spcPct val="100000"/>
              </a:lnSpc>
              <a:spcBef>
                <a:spcPts val="267"/>
              </a:spcBef>
              <a:spcAft>
                <a:spcPts val="0"/>
              </a:spcAft>
              <a:buSzPts val="800"/>
              <a:buNone/>
              <a:defRPr sz="1067"/>
            </a:lvl8pPr>
            <a:lvl9pPr lvl="8" algn="l">
              <a:lnSpc>
                <a:spcPct val="100000"/>
              </a:lnSpc>
              <a:spcBef>
                <a:spcPts val="267"/>
              </a:spcBef>
              <a:spcAft>
                <a:spcPts val="267"/>
              </a:spcAft>
              <a:buSzPts val="800"/>
              <a:buNone/>
              <a:defRPr sz="1067"/>
            </a:lvl9pPr>
          </a:lstStyle>
          <a:p>
            <a:endParaRPr/>
          </a:p>
        </p:txBody>
      </p:sp>
      <p:sp>
        <p:nvSpPr>
          <p:cNvPr id="282" name="Google Shape;282;p31"/>
          <p:cNvSpPr txBox="1">
            <a:spLocks noGrp="1"/>
          </p:cNvSpPr>
          <p:nvPr>
            <p:ph type="subTitle" idx="2"/>
          </p:nvPr>
        </p:nvSpPr>
        <p:spPr>
          <a:xfrm>
            <a:off x="554167" y="1591469"/>
            <a:ext cx="6096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2"/>
              </a:buClr>
              <a:buSzPts val="900"/>
              <a:buNone/>
              <a:defRPr sz="1200" b="1">
                <a:solidFill>
                  <a:schemeClr val="lt2"/>
                </a:solidFill>
              </a:defRPr>
            </a:lvl1pPr>
            <a:lvl2pPr lvl="1" algn="l">
              <a:lnSpc>
                <a:spcPct val="100000"/>
              </a:lnSpc>
              <a:spcBef>
                <a:spcPts val="267"/>
              </a:spcBef>
              <a:spcAft>
                <a:spcPts val="0"/>
              </a:spcAft>
              <a:buClr>
                <a:schemeClr val="lt2"/>
              </a:buClr>
              <a:buSzPts val="1000"/>
              <a:buNone/>
              <a:defRPr sz="1333" b="1">
                <a:solidFill>
                  <a:schemeClr val="lt2"/>
                </a:solidFill>
              </a:defRPr>
            </a:lvl2pPr>
            <a:lvl3pPr lvl="2" algn="l">
              <a:lnSpc>
                <a:spcPct val="100000"/>
              </a:lnSpc>
              <a:spcBef>
                <a:spcPts val="267"/>
              </a:spcBef>
              <a:spcAft>
                <a:spcPts val="0"/>
              </a:spcAft>
              <a:buClr>
                <a:schemeClr val="lt2"/>
              </a:buClr>
              <a:buSzPts val="1000"/>
              <a:buNone/>
              <a:defRPr sz="1333" b="1">
                <a:solidFill>
                  <a:schemeClr val="lt2"/>
                </a:solidFill>
              </a:defRPr>
            </a:lvl3pPr>
            <a:lvl4pPr lvl="3" algn="l">
              <a:lnSpc>
                <a:spcPct val="100000"/>
              </a:lnSpc>
              <a:spcBef>
                <a:spcPts val="267"/>
              </a:spcBef>
              <a:spcAft>
                <a:spcPts val="0"/>
              </a:spcAft>
              <a:buClr>
                <a:schemeClr val="lt2"/>
              </a:buClr>
              <a:buSzPts val="1000"/>
              <a:buNone/>
              <a:defRPr sz="1333" b="1">
                <a:solidFill>
                  <a:schemeClr val="lt2"/>
                </a:solidFill>
              </a:defRPr>
            </a:lvl4pPr>
            <a:lvl5pPr lvl="4" algn="l">
              <a:lnSpc>
                <a:spcPct val="100000"/>
              </a:lnSpc>
              <a:spcBef>
                <a:spcPts val="267"/>
              </a:spcBef>
              <a:spcAft>
                <a:spcPts val="0"/>
              </a:spcAft>
              <a:buClr>
                <a:schemeClr val="lt2"/>
              </a:buClr>
              <a:buSzPts val="1000"/>
              <a:buNone/>
              <a:defRPr sz="1333" b="1">
                <a:solidFill>
                  <a:schemeClr val="lt2"/>
                </a:solidFill>
              </a:defRPr>
            </a:lvl5pPr>
            <a:lvl6pPr lvl="5" algn="l">
              <a:lnSpc>
                <a:spcPct val="100000"/>
              </a:lnSpc>
              <a:spcBef>
                <a:spcPts val="267"/>
              </a:spcBef>
              <a:spcAft>
                <a:spcPts val="0"/>
              </a:spcAft>
              <a:buClr>
                <a:schemeClr val="lt2"/>
              </a:buClr>
              <a:buSzPts val="1000"/>
              <a:buNone/>
              <a:defRPr sz="1333" b="1">
                <a:solidFill>
                  <a:schemeClr val="lt2"/>
                </a:solidFill>
              </a:defRPr>
            </a:lvl6pPr>
            <a:lvl7pPr lvl="6" algn="l">
              <a:lnSpc>
                <a:spcPct val="100000"/>
              </a:lnSpc>
              <a:spcBef>
                <a:spcPts val="267"/>
              </a:spcBef>
              <a:spcAft>
                <a:spcPts val="0"/>
              </a:spcAft>
              <a:buClr>
                <a:schemeClr val="lt2"/>
              </a:buClr>
              <a:buSzPts val="1000"/>
              <a:buNone/>
              <a:defRPr sz="1333" b="1">
                <a:solidFill>
                  <a:schemeClr val="lt2"/>
                </a:solidFill>
              </a:defRPr>
            </a:lvl7pPr>
            <a:lvl8pPr lvl="7" algn="l">
              <a:lnSpc>
                <a:spcPct val="100000"/>
              </a:lnSpc>
              <a:spcBef>
                <a:spcPts val="267"/>
              </a:spcBef>
              <a:spcAft>
                <a:spcPts val="0"/>
              </a:spcAft>
              <a:buClr>
                <a:schemeClr val="lt2"/>
              </a:buClr>
              <a:buSzPts val="1000"/>
              <a:buNone/>
              <a:defRPr sz="1333" b="1">
                <a:solidFill>
                  <a:schemeClr val="lt2"/>
                </a:solidFill>
              </a:defRPr>
            </a:lvl8pPr>
            <a:lvl9pPr lvl="8" algn="l">
              <a:lnSpc>
                <a:spcPct val="100000"/>
              </a:lnSpc>
              <a:spcBef>
                <a:spcPts val="267"/>
              </a:spcBef>
              <a:spcAft>
                <a:spcPts val="267"/>
              </a:spcAft>
              <a:buClr>
                <a:schemeClr val="lt2"/>
              </a:buClr>
              <a:buSzPts val="1000"/>
              <a:buNone/>
              <a:defRPr sz="1333" b="1">
                <a:solidFill>
                  <a:schemeClr val="lt2"/>
                </a:solidFill>
              </a:defRPr>
            </a:lvl9pPr>
          </a:lstStyle>
          <a:p>
            <a:endParaRPr/>
          </a:p>
        </p:txBody>
      </p:sp>
      <p:sp>
        <p:nvSpPr>
          <p:cNvPr id="283" name="Google Shape;283;p31"/>
          <p:cNvSpPr/>
          <p:nvPr/>
        </p:nvSpPr>
        <p:spPr>
          <a:xfrm>
            <a:off x="5673283" y="1253989"/>
            <a:ext cx="856400" cy="8536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284" name="Google Shape;284;p31"/>
          <p:cNvSpPr/>
          <p:nvPr/>
        </p:nvSpPr>
        <p:spPr>
          <a:xfrm>
            <a:off x="1893763" y="3029957"/>
            <a:ext cx="856400" cy="8536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285" name="Google Shape;285;p31"/>
          <p:cNvSpPr/>
          <p:nvPr/>
        </p:nvSpPr>
        <p:spPr>
          <a:xfrm>
            <a:off x="5673283" y="3029959"/>
            <a:ext cx="856400" cy="8536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286" name="Google Shape;286;p31"/>
          <p:cNvSpPr/>
          <p:nvPr/>
        </p:nvSpPr>
        <p:spPr>
          <a:xfrm>
            <a:off x="9452803" y="3029959"/>
            <a:ext cx="856400" cy="8536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287" name="Google Shape;287;p31"/>
          <p:cNvSpPr/>
          <p:nvPr/>
        </p:nvSpPr>
        <p:spPr>
          <a:xfrm>
            <a:off x="948883" y="4805927"/>
            <a:ext cx="856400" cy="8536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288" name="Google Shape;288;p31"/>
          <p:cNvSpPr/>
          <p:nvPr/>
        </p:nvSpPr>
        <p:spPr>
          <a:xfrm>
            <a:off x="2838643" y="4805927"/>
            <a:ext cx="856400" cy="8536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289" name="Google Shape;289;p31"/>
          <p:cNvSpPr/>
          <p:nvPr/>
        </p:nvSpPr>
        <p:spPr>
          <a:xfrm>
            <a:off x="4728403" y="4805927"/>
            <a:ext cx="856400" cy="8536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290" name="Google Shape;290;p31"/>
          <p:cNvSpPr/>
          <p:nvPr/>
        </p:nvSpPr>
        <p:spPr>
          <a:xfrm>
            <a:off x="6618163" y="4805927"/>
            <a:ext cx="856400" cy="8536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291" name="Google Shape;291;p31"/>
          <p:cNvSpPr/>
          <p:nvPr/>
        </p:nvSpPr>
        <p:spPr>
          <a:xfrm>
            <a:off x="8507923" y="4805927"/>
            <a:ext cx="856400" cy="8536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292" name="Google Shape;292;p31"/>
          <p:cNvSpPr/>
          <p:nvPr/>
        </p:nvSpPr>
        <p:spPr>
          <a:xfrm>
            <a:off x="10397683" y="4805927"/>
            <a:ext cx="856400" cy="8536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cxnSp>
        <p:nvCxnSpPr>
          <p:cNvPr id="293" name="Google Shape;293;p31"/>
          <p:cNvCxnSpPr>
            <a:stCxn id="283" idx="4"/>
            <a:endCxn id="284" idx="0"/>
          </p:cNvCxnSpPr>
          <p:nvPr/>
        </p:nvCxnSpPr>
        <p:spPr>
          <a:xfrm rot="5400000">
            <a:off x="3750483" y="678989"/>
            <a:ext cx="922400" cy="3779600"/>
          </a:xfrm>
          <a:prstGeom prst="bentConnector3">
            <a:avLst>
              <a:gd name="adj1" fmla="val 49998"/>
            </a:avLst>
          </a:prstGeom>
          <a:noFill/>
          <a:ln w="9525" cap="flat" cmpd="sng">
            <a:solidFill>
              <a:schemeClr val="accent3"/>
            </a:solidFill>
            <a:prstDash val="solid"/>
            <a:round/>
            <a:headEnd type="none" w="sm" len="sm"/>
            <a:tailEnd type="none" w="sm" len="sm"/>
          </a:ln>
        </p:spPr>
      </p:cxnSp>
      <p:cxnSp>
        <p:nvCxnSpPr>
          <p:cNvPr id="294" name="Google Shape;294;p31"/>
          <p:cNvCxnSpPr>
            <a:stCxn id="283" idx="4"/>
            <a:endCxn id="286" idx="0"/>
          </p:cNvCxnSpPr>
          <p:nvPr/>
        </p:nvCxnSpPr>
        <p:spPr>
          <a:xfrm rot="-5400000" flipH="1">
            <a:off x="7530083" y="678989"/>
            <a:ext cx="922400" cy="3779600"/>
          </a:xfrm>
          <a:prstGeom prst="bentConnector3">
            <a:avLst>
              <a:gd name="adj1" fmla="val 49998"/>
            </a:avLst>
          </a:prstGeom>
          <a:noFill/>
          <a:ln w="9525" cap="flat" cmpd="sng">
            <a:solidFill>
              <a:schemeClr val="accent3"/>
            </a:solidFill>
            <a:prstDash val="solid"/>
            <a:round/>
            <a:headEnd type="none" w="sm" len="sm"/>
            <a:tailEnd type="none" w="sm" len="sm"/>
          </a:ln>
        </p:spPr>
      </p:cxnSp>
      <p:cxnSp>
        <p:nvCxnSpPr>
          <p:cNvPr id="295" name="Google Shape;295;p31"/>
          <p:cNvCxnSpPr>
            <a:stCxn id="283" idx="4"/>
            <a:endCxn id="285" idx="0"/>
          </p:cNvCxnSpPr>
          <p:nvPr/>
        </p:nvCxnSpPr>
        <p:spPr>
          <a:xfrm rot="-5400000" flipH="1">
            <a:off x="5640683" y="2568389"/>
            <a:ext cx="922400" cy="800"/>
          </a:xfrm>
          <a:prstGeom prst="bentConnector3">
            <a:avLst>
              <a:gd name="adj1" fmla="val 49998"/>
            </a:avLst>
          </a:prstGeom>
          <a:noFill/>
          <a:ln w="9525" cap="flat" cmpd="sng">
            <a:solidFill>
              <a:schemeClr val="accent3"/>
            </a:solidFill>
            <a:prstDash val="solid"/>
            <a:round/>
            <a:headEnd type="none" w="sm" len="sm"/>
            <a:tailEnd type="none" w="sm" len="sm"/>
          </a:ln>
        </p:spPr>
      </p:cxnSp>
      <p:cxnSp>
        <p:nvCxnSpPr>
          <p:cNvPr id="296" name="Google Shape;296;p31"/>
          <p:cNvCxnSpPr>
            <a:stCxn id="284" idx="4"/>
            <a:endCxn id="287" idx="0"/>
          </p:cNvCxnSpPr>
          <p:nvPr/>
        </p:nvCxnSpPr>
        <p:spPr>
          <a:xfrm rot="5400000">
            <a:off x="1388363" y="3872357"/>
            <a:ext cx="922400" cy="944800"/>
          </a:xfrm>
          <a:prstGeom prst="bentConnector3">
            <a:avLst>
              <a:gd name="adj1" fmla="val 49998"/>
            </a:avLst>
          </a:prstGeom>
          <a:noFill/>
          <a:ln w="9525" cap="flat" cmpd="sng">
            <a:solidFill>
              <a:schemeClr val="accent3"/>
            </a:solidFill>
            <a:prstDash val="solid"/>
            <a:round/>
            <a:headEnd type="none" w="sm" len="sm"/>
            <a:tailEnd type="none" w="sm" len="sm"/>
          </a:ln>
        </p:spPr>
      </p:cxnSp>
      <p:cxnSp>
        <p:nvCxnSpPr>
          <p:cNvPr id="297" name="Google Shape;297;p31"/>
          <p:cNvCxnSpPr>
            <a:stCxn id="284" idx="4"/>
            <a:endCxn id="288" idx="0"/>
          </p:cNvCxnSpPr>
          <p:nvPr/>
        </p:nvCxnSpPr>
        <p:spPr>
          <a:xfrm rot="-5400000" flipH="1">
            <a:off x="2333163" y="3872357"/>
            <a:ext cx="922400" cy="944800"/>
          </a:xfrm>
          <a:prstGeom prst="bentConnector3">
            <a:avLst>
              <a:gd name="adj1" fmla="val 49998"/>
            </a:avLst>
          </a:prstGeom>
          <a:noFill/>
          <a:ln w="9525" cap="flat" cmpd="sng">
            <a:solidFill>
              <a:schemeClr val="accent3"/>
            </a:solidFill>
            <a:prstDash val="solid"/>
            <a:round/>
            <a:headEnd type="none" w="sm" len="sm"/>
            <a:tailEnd type="none" w="sm" len="sm"/>
          </a:ln>
        </p:spPr>
      </p:cxnSp>
      <p:cxnSp>
        <p:nvCxnSpPr>
          <p:cNvPr id="298" name="Google Shape;298;p31"/>
          <p:cNvCxnSpPr>
            <a:stCxn id="285" idx="4"/>
            <a:endCxn id="289" idx="0"/>
          </p:cNvCxnSpPr>
          <p:nvPr/>
        </p:nvCxnSpPr>
        <p:spPr>
          <a:xfrm rot="5400000">
            <a:off x="5167883" y="3872359"/>
            <a:ext cx="922400" cy="944800"/>
          </a:xfrm>
          <a:prstGeom prst="bentConnector3">
            <a:avLst>
              <a:gd name="adj1" fmla="val 49998"/>
            </a:avLst>
          </a:prstGeom>
          <a:noFill/>
          <a:ln w="9525" cap="flat" cmpd="sng">
            <a:solidFill>
              <a:schemeClr val="accent3"/>
            </a:solidFill>
            <a:prstDash val="solid"/>
            <a:round/>
            <a:headEnd type="none" w="sm" len="sm"/>
            <a:tailEnd type="none" w="sm" len="sm"/>
          </a:ln>
        </p:spPr>
      </p:cxnSp>
      <p:cxnSp>
        <p:nvCxnSpPr>
          <p:cNvPr id="299" name="Google Shape;299;p31"/>
          <p:cNvCxnSpPr>
            <a:stCxn id="285" idx="4"/>
            <a:endCxn id="290" idx="0"/>
          </p:cNvCxnSpPr>
          <p:nvPr/>
        </p:nvCxnSpPr>
        <p:spPr>
          <a:xfrm rot="-5400000" flipH="1">
            <a:off x="6112683" y="3872359"/>
            <a:ext cx="922400" cy="944800"/>
          </a:xfrm>
          <a:prstGeom prst="bentConnector3">
            <a:avLst>
              <a:gd name="adj1" fmla="val 49998"/>
            </a:avLst>
          </a:prstGeom>
          <a:noFill/>
          <a:ln w="9525" cap="flat" cmpd="sng">
            <a:solidFill>
              <a:schemeClr val="accent3"/>
            </a:solidFill>
            <a:prstDash val="solid"/>
            <a:round/>
            <a:headEnd type="none" w="sm" len="sm"/>
            <a:tailEnd type="none" w="sm" len="sm"/>
          </a:ln>
        </p:spPr>
      </p:cxnSp>
      <p:cxnSp>
        <p:nvCxnSpPr>
          <p:cNvPr id="300" name="Google Shape;300;p31"/>
          <p:cNvCxnSpPr>
            <a:stCxn id="286" idx="4"/>
            <a:endCxn id="291" idx="0"/>
          </p:cNvCxnSpPr>
          <p:nvPr/>
        </p:nvCxnSpPr>
        <p:spPr>
          <a:xfrm rot="5400000">
            <a:off x="8947403" y="3872359"/>
            <a:ext cx="922400" cy="944800"/>
          </a:xfrm>
          <a:prstGeom prst="bentConnector3">
            <a:avLst>
              <a:gd name="adj1" fmla="val 49998"/>
            </a:avLst>
          </a:prstGeom>
          <a:noFill/>
          <a:ln w="9525" cap="flat" cmpd="sng">
            <a:solidFill>
              <a:schemeClr val="accent3"/>
            </a:solidFill>
            <a:prstDash val="solid"/>
            <a:round/>
            <a:headEnd type="none" w="sm" len="sm"/>
            <a:tailEnd type="none" w="sm" len="sm"/>
          </a:ln>
        </p:spPr>
      </p:cxnSp>
      <p:cxnSp>
        <p:nvCxnSpPr>
          <p:cNvPr id="301" name="Google Shape;301;p31"/>
          <p:cNvCxnSpPr>
            <a:stCxn id="286" idx="4"/>
            <a:endCxn id="292" idx="0"/>
          </p:cNvCxnSpPr>
          <p:nvPr/>
        </p:nvCxnSpPr>
        <p:spPr>
          <a:xfrm rot="-5400000" flipH="1">
            <a:off x="9892203" y="3872359"/>
            <a:ext cx="922400" cy="944800"/>
          </a:xfrm>
          <a:prstGeom prst="bentConnector3">
            <a:avLst>
              <a:gd name="adj1" fmla="val 49998"/>
            </a:avLst>
          </a:prstGeom>
          <a:noFill/>
          <a:ln w="9525" cap="flat" cmpd="sng">
            <a:solidFill>
              <a:schemeClr val="accent3"/>
            </a:solidFill>
            <a:prstDash val="solid"/>
            <a:round/>
            <a:headEnd type="none" w="sm" len="sm"/>
            <a:tailEnd type="none" w="sm" len="sm"/>
          </a:ln>
        </p:spPr>
      </p:cxnSp>
      <p:sp>
        <p:nvSpPr>
          <p:cNvPr id="302" name="Google Shape;302;p31"/>
          <p:cNvSpPr txBox="1">
            <a:spLocks noGrp="1"/>
          </p:cNvSpPr>
          <p:nvPr>
            <p:ph type="subTitle" idx="3"/>
          </p:nvPr>
        </p:nvSpPr>
        <p:spPr>
          <a:xfrm>
            <a:off x="6636108" y="1389644"/>
            <a:ext cx="18288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900"/>
              <a:buNone/>
              <a:defRPr sz="1200" b="1">
                <a:solidFill>
                  <a:schemeClr val="accent1"/>
                </a:solidFill>
              </a:defRPr>
            </a:lvl1pPr>
            <a:lvl2pPr lvl="1" algn="l">
              <a:lnSpc>
                <a:spcPct val="100000"/>
              </a:lnSpc>
              <a:spcBef>
                <a:spcPts val="267"/>
              </a:spcBef>
              <a:spcAft>
                <a:spcPts val="0"/>
              </a:spcAft>
              <a:buClr>
                <a:schemeClr val="accent1"/>
              </a:buClr>
              <a:buSzPts val="1000"/>
              <a:buNone/>
              <a:defRPr sz="1333" b="1">
                <a:solidFill>
                  <a:schemeClr val="accent1"/>
                </a:solidFill>
              </a:defRPr>
            </a:lvl2pPr>
            <a:lvl3pPr lvl="2" algn="l">
              <a:lnSpc>
                <a:spcPct val="100000"/>
              </a:lnSpc>
              <a:spcBef>
                <a:spcPts val="267"/>
              </a:spcBef>
              <a:spcAft>
                <a:spcPts val="0"/>
              </a:spcAft>
              <a:buClr>
                <a:schemeClr val="accent1"/>
              </a:buClr>
              <a:buSzPts val="1000"/>
              <a:buNone/>
              <a:defRPr sz="1333" b="1">
                <a:solidFill>
                  <a:schemeClr val="accent1"/>
                </a:solidFill>
              </a:defRPr>
            </a:lvl3pPr>
            <a:lvl4pPr lvl="3" algn="l">
              <a:lnSpc>
                <a:spcPct val="100000"/>
              </a:lnSpc>
              <a:spcBef>
                <a:spcPts val="267"/>
              </a:spcBef>
              <a:spcAft>
                <a:spcPts val="0"/>
              </a:spcAft>
              <a:buClr>
                <a:schemeClr val="accent1"/>
              </a:buClr>
              <a:buSzPts val="1000"/>
              <a:buNone/>
              <a:defRPr sz="1333" b="1">
                <a:solidFill>
                  <a:schemeClr val="accent1"/>
                </a:solidFill>
              </a:defRPr>
            </a:lvl4pPr>
            <a:lvl5pPr lvl="4" algn="l">
              <a:lnSpc>
                <a:spcPct val="100000"/>
              </a:lnSpc>
              <a:spcBef>
                <a:spcPts val="267"/>
              </a:spcBef>
              <a:spcAft>
                <a:spcPts val="0"/>
              </a:spcAft>
              <a:buClr>
                <a:schemeClr val="accent1"/>
              </a:buClr>
              <a:buSzPts val="1000"/>
              <a:buNone/>
              <a:defRPr sz="1333" b="1">
                <a:solidFill>
                  <a:schemeClr val="accent1"/>
                </a:solidFill>
              </a:defRPr>
            </a:lvl5pPr>
            <a:lvl6pPr lvl="5" algn="l">
              <a:lnSpc>
                <a:spcPct val="100000"/>
              </a:lnSpc>
              <a:spcBef>
                <a:spcPts val="267"/>
              </a:spcBef>
              <a:spcAft>
                <a:spcPts val="0"/>
              </a:spcAft>
              <a:buClr>
                <a:schemeClr val="accent1"/>
              </a:buClr>
              <a:buSzPts val="1000"/>
              <a:buNone/>
              <a:defRPr sz="1333" b="1">
                <a:solidFill>
                  <a:schemeClr val="accent1"/>
                </a:solidFill>
              </a:defRPr>
            </a:lvl6pPr>
            <a:lvl7pPr lvl="6" algn="l">
              <a:lnSpc>
                <a:spcPct val="100000"/>
              </a:lnSpc>
              <a:spcBef>
                <a:spcPts val="267"/>
              </a:spcBef>
              <a:spcAft>
                <a:spcPts val="0"/>
              </a:spcAft>
              <a:buClr>
                <a:schemeClr val="accent1"/>
              </a:buClr>
              <a:buSzPts val="1000"/>
              <a:buNone/>
              <a:defRPr sz="1333" b="1">
                <a:solidFill>
                  <a:schemeClr val="accent1"/>
                </a:solidFill>
              </a:defRPr>
            </a:lvl7pPr>
            <a:lvl8pPr lvl="7" algn="l">
              <a:lnSpc>
                <a:spcPct val="100000"/>
              </a:lnSpc>
              <a:spcBef>
                <a:spcPts val="267"/>
              </a:spcBef>
              <a:spcAft>
                <a:spcPts val="0"/>
              </a:spcAft>
              <a:buClr>
                <a:schemeClr val="accent1"/>
              </a:buClr>
              <a:buSzPts val="1000"/>
              <a:buNone/>
              <a:defRPr sz="1333" b="1">
                <a:solidFill>
                  <a:schemeClr val="accent1"/>
                </a:solidFill>
              </a:defRPr>
            </a:lvl8pPr>
            <a:lvl9pPr lvl="8" algn="l">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303" name="Google Shape;303;p31"/>
          <p:cNvSpPr>
            <a:spLocks noGrp="1"/>
          </p:cNvSpPr>
          <p:nvPr>
            <p:ph type="pic" idx="4"/>
          </p:nvPr>
        </p:nvSpPr>
        <p:spPr>
          <a:xfrm>
            <a:off x="5735683" y="1314989"/>
            <a:ext cx="731600" cy="731600"/>
          </a:xfrm>
          <a:prstGeom prst="ellipse">
            <a:avLst/>
          </a:prstGeom>
          <a:noFill/>
          <a:ln w="19050" cap="flat" cmpd="sng">
            <a:solidFill>
              <a:schemeClr val="dk1"/>
            </a:solidFill>
            <a:prstDash val="solid"/>
            <a:round/>
            <a:headEnd type="none" w="sm" len="sm"/>
            <a:tailEnd type="none" w="sm" len="sm"/>
          </a:ln>
        </p:spPr>
        <p:txBody>
          <a:bodyPr/>
          <a:lstStyle/>
          <a:p>
            <a:endParaRPr lang="en-IN"/>
          </a:p>
        </p:txBody>
      </p:sp>
      <p:sp>
        <p:nvSpPr>
          <p:cNvPr id="304" name="Google Shape;304;p31"/>
          <p:cNvSpPr>
            <a:spLocks noGrp="1"/>
          </p:cNvSpPr>
          <p:nvPr>
            <p:ph type="pic" idx="5"/>
          </p:nvPr>
        </p:nvSpPr>
        <p:spPr>
          <a:xfrm>
            <a:off x="1956163" y="3090957"/>
            <a:ext cx="731600" cy="731600"/>
          </a:xfrm>
          <a:prstGeom prst="ellipse">
            <a:avLst/>
          </a:prstGeom>
          <a:noFill/>
          <a:ln w="19050" cap="flat" cmpd="sng">
            <a:solidFill>
              <a:schemeClr val="dk1"/>
            </a:solidFill>
            <a:prstDash val="solid"/>
            <a:round/>
            <a:headEnd type="none" w="sm" len="sm"/>
            <a:tailEnd type="none" w="sm" len="sm"/>
          </a:ln>
        </p:spPr>
        <p:txBody>
          <a:bodyPr/>
          <a:lstStyle/>
          <a:p>
            <a:endParaRPr lang="en-IN"/>
          </a:p>
        </p:txBody>
      </p:sp>
      <p:sp>
        <p:nvSpPr>
          <p:cNvPr id="305" name="Google Shape;305;p31"/>
          <p:cNvSpPr>
            <a:spLocks noGrp="1"/>
          </p:cNvSpPr>
          <p:nvPr>
            <p:ph type="pic" idx="6"/>
          </p:nvPr>
        </p:nvSpPr>
        <p:spPr>
          <a:xfrm>
            <a:off x="5735683" y="3090959"/>
            <a:ext cx="731600" cy="731600"/>
          </a:xfrm>
          <a:prstGeom prst="ellipse">
            <a:avLst/>
          </a:prstGeom>
          <a:noFill/>
          <a:ln w="19050" cap="flat" cmpd="sng">
            <a:solidFill>
              <a:schemeClr val="dk1"/>
            </a:solidFill>
            <a:prstDash val="solid"/>
            <a:round/>
            <a:headEnd type="none" w="sm" len="sm"/>
            <a:tailEnd type="none" w="sm" len="sm"/>
          </a:ln>
        </p:spPr>
        <p:txBody>
          <a:bodyPr/>
          <a:lstStyle/>
          <a:p>
            <a:endParaRPr lang="en-IN"/>
          </a:p>
        </p:txBody>
      </p:sp>
      <p:sp>
        <p:nvSpPr>
          <p:cNvPr id="306" name="Google Shape;306;p31"/>
          <p:cNvSpPr>
            <a:spLocks noGrp="1"/>
          </p:cNvSpPr>
          <p:nvPr>
            <p:ph type="pic" idx="7"/>
          </p:nvPr>
        </p:nvSpPr>
        <p:spPr>
          <a:xfrm>
            <a:off x="9515203" y="3090959"/>
            <a:ext cx="731600" cy="731600"/>
          </a:xfrm>
          <a:prstGeom prst="ellipse">
            <a:avLst/>
          </a:prstGeom>
          <a:noFill/>
          <a:ln w="19050" cap="flat" cmpd="sng">
            <a:solidFill>
              <a:schemeClr val="dk1"/>
            </a:solidFill>
            <a:prstDash val="solid"/>
            <a:round/>
            <a:headEnd type="none" w="sm" len="sm"/>
            <a:tailEnd type="none" w="sm" len="sm"/>
          </a:ln>
        </p:spPr>
        <p:txBody>
          <a:bodyPr/>
          <a:lstStyle/>
          <a:p>
            <a:endParaRPr lang="en-IN"/>
          </a:p>
        </p:txBody>
      </p:sp>
      <p:sp>
        <p:nvSpPr>
          <p:cNvPr id="307" name="Google Shape;307;p31"/>
          <p:cNvSpPr>
            <a:spLocks noGrp="1"/>
          </p:cNvSpPr>
          <p:nvPr>
            <p:ph type="pic" idx="8"/>
          </p:nvPr>
        </p:nvSpPr>
        <p:spPr>
          <a:xfrm>
            <a:off x="10460083" y="4866927"/>
            <a:ext cx="731600" cy="731600"/>
          </a:xfrm>
          <a:prstGeom prst="ellipse">
            <a:avLst/>
          </a:prstGeom>
          <a:noFill/>
          <a:ln w="19050" cap="flat" cmpd="sng">
            <a:solidFill>
              <a:schemeClr val="dk1"/>
            </a:solidFill>
            <a:prstDash val="solid"/>
            <a:round/>
            <a:headEnd type="none" w="sm" len="sm"/>
            <a:tailEnd type="none" w="sm" len="sm"/>
          </a:ln>
        </p:spPr>
        <p:txBody>
          <a:bodyPr/>
          <a:lstStyle/>
          <a:p>
            <a:endParaRPr lang="en-IN"/>
          </a:p>
        </p:txBody>
      </p:sp>
      <p:sp>
        <p:nvSpPr>
          <p:cNvPr id="308" name="Google Shape;308;p31"/>
          <p:cNvSpPr>
            <a:spLocks noGrp="1"/>
          </p:cNvSpPr>
          <p:nvPr>
            <p:ph type="pic" idx="9"/>
          </p:nvPr>
        </p:nvSpPr>
        <p:spPr>
          <a:xfrm>
            <a:off x="8570323" y="4866927"/>
            <a:ext cx="731600" cy="731600"/>
          </a:xfrm>
          <a:prstGeom prst="ellipse">
            <a:avLst/>
          </a:prstGeom>
          <a:noFill/>
          <a:ln w="19050" cap="flat" cmpd="sng">
            <a:solidFill>
              <a:schemeClr val="dk1"/>
            </a:solidFill>
            <a:prstDash val="solid"/>
            <a:round/>
            <a:headEnd type="none" w="sm" len="sm"/>
            <a:tailEnd type="none" w="sm" len="sm"/>
          </a:ln>
        </p:spPr>
        <p:txBody>
          <a:bodyPr/>
          <a:lstStyle/>
          <a:p>
            <a:endParaRPr lang="en-IN"/>
          </a:p>
        </p:txBody>
      </p:sp>
      <p:sp>
        <p:nvSpPr>
          <p:cNvPr id="309" name="Google Shape;309;p31"/>
          <p:cNvSpPr>
            <a:spLocks noGrp="1"/>
          </p:cNvSpPr>
          <p:nvPr>
            <p:ph type="pic" idx="13"/>
          </p:nvPr>
        </p:nvSpPr>
        <p:spPr>
          <a:xfrm>
            <a:off x="6680563" y="4866927"/>
            <a:ext cx="731600" cy="731600"/>
          </a:xfrm>
          <a:prstGeom prst="ellipse">
            <a:avLst/>
          </a:prstGeom>
          <a:noFill/>
          <a:ln w="19050" cap="flat" cmpd="sng">
            <a:solidFill>
              <a:schemeClr val="dk1"/>
            </a:solidFill>
            <a:prstDash val="solid"/>
            <a:round/>
            <a:headEnd type="none" w="sm" len="sm"/>
            <a:tailEnd type="none" w="sm" len="sm"/>
          </a:ln>
        </p:spPr>
        <p:txBody>
          <a:bodyPr/>
          <a:lstStyle/>
          <a:p>
            <a:endParaRPr lang="en-IN"/>
          </a:p>
        </p:txBody>
      </p:sp>
      <p:sp>
        <p:nvSpPr>
          <p:cNvPr id="310" name="Google Shape;310;p31"/>
          <p:cNvSpPr>
            <a:spLocks noGrp="1"/>
          </p:cNvSpPr>
          <p:nvPr>
            <p:ph type="pic" idx="14"/>
          </p:nvPr>
        </p:nvSpPr>
        <p:spPr>
          <a:xfrm>
            <a:off x="4790803" y="4866927"/>
            <a:ext cx="731600" cy="731600"/>
          </a:xfrm>
          <a:prstGeom prst="ellipse">
            <a:avLst/>
          </a:prstGeom>
          <a:noFill/>
          <a:ln w="19050" cap="flat" cmpd="sng">
            <a:solidFill>
              <a:schemeClr val="dk1"/>
            </a:solidFill>
            <a:prstDash val="solid"/>
            <a:round/>
            <a:headEnd type="none" w="sm" len="sm"/>
            <a:tailEnd type="none" w="sm" len="sm"/>
          </a:ln>
        </p:spPr>
        <p:txBody>
          <a:bodyPr/>
          <a:lstStyle/>
          <a:p>
            <a:endParaRPr lang="en-IN"/>
          </a:p>
        </p:txBody>
      </p:sp>
      <p:sp>
        <p:nvSpPr>
          <p:cNvPr id="311" name="Google Shape;311;p31"/>
          <p:cNvSpPr>
            <a:spLocks noGrp="1"/>
          </p:cNvSpPr>
          <p:nvPr>
            <p:ph type="pic" idx="15"/>
          </p:nvPr>
        </p:nvSpPr>
        <p:spPr>
          <a:xfrm>
            <a:off x="2901043" y="4866927"/>
            <a:ext cx="731600" cy="731600"/>
          </a:xfrm>
          <a:prstGeom prst="ellipse">
            <a:avLst/>
          </a:prstGeom>
          <a:noFill/>
          <a:ln w="19050" cap="flat" cmpd="sng">
            <a:solidFill>
              <a:schemeClr val="dk1"/>
            </a:solidFill>
            <a:prstDash val="solid"/>
            <a:round/>
            <a:headEnd type="none" w="sm" len="sm"/>
            <a:tailEnd type="none" w="sm" len="sm"/>
          </a:ln>
        </p:spPr>
        <p:txBody>
          <a:bodyPr/>
          <a:lstStyle/>
          <a:p>
            <a:endParaRPr lang="en-IN"/>
          </a:p>
        </p:txBody>
      </p:sp>
      <p:sp>
        <p:nvSpPr>
          <p:cNvPr id="312" name="Google Shape;312;p31"/>
          <p:cNvSpPr>
            <a:spLocks noGrp="1"/>
          </p:cNvSpPr>
          <p:nvPr>
            <p:ph type="pic" idx="16"/>
          </p:nvPr>
        </p:nvSpPr>
        <p:spPr>
          <a:xfrm>
            <a:off x="1011283" y="4866927"/>
            <a:ext cx="731600" cy="731600"/>
          </a:xfrm>
          <a:prstGeom prst="ellipse">
            <a:avLst/>
          </a:prstGeom>
          <a:noFill/>
          <a:ln w="19050" cap="flat" cmpd="sng">
            <a:solidFill>
              <a:schemeClr val="dk1"/>
            </a:solidFill>
            <a:prstDash val="solid"/>
            <a:round/>
            <a:headEnd type="none" w="sm" len="sm"/>
            <a:tailEnd type="none" w="sm" len="sm"/>
          </a:ln>
        </p:spPr>
        <p:txBody>
          <a:bodyPr/>
          <a:lstStyle/>
          <a:p>
            <a:endParaRPr lang="en-IN"/>
          </a:p>
        </p:txBody>
      </p:sp>
      <p:sp>
        <p:nvSpPr>
          <p:cNvPr id="313" name="Google Shape;313;p31"/>
          <p:cNvSpPr txBox="1">
            <a:spLocks noGrp="1"/>
          </p:cNvSpPr>
          <p:nvPr>
            <p:ph type="subTitle" idx="17"/>
          </p:nvPr>
        </p:nvSpPr>
        <p:spPr>
          <a:xfrm>
            <a:off x="554167" y="3368639"/>
            <a:ext cx="6096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2"/>
              </a:buClr>
              <a:buSzPts val="900"/>
              <a:buNone/>
              <a:defRPr sz="1200" b="1">
                <a:solidFill>
                  <a:schemeClr val="lt2"/>
                </a:solidFill>
              </a:defRPr>
            </a:lvl1pPr>
            <a:lvl2pPr lvl="1" algn="l">
              <a:lnSpc>
                <a:spcPct val="100000"/>
              </a:lnSpc>
              <a:spcBef>
                <a:spcPts val="267"/>
              </a:spcBef>
              <a:spcAft>
                <a:spcPts val="0"/>
              </a:spcAft>
              <a:buClr>
                <a:schemeClr val="lt2"/>
              </a:buClr>
              <a:buSzPts val="1000"/>
              <a:buNone/>
              <a:defRPr sz="1333" b="1">
                <a:solidFill>
                  <a:schemeClr val="lt2"/>
                </a:solidFill>
              </a:defRPr>
            </a:lvl2pPr>
            <a:lvl3pPr lvl="2" algn="l">
              <a:lnSpc>
                <a:spcPct val="100000"/>
              </a:lnSpc>
              <a:spcBef>
                <a:spcPts val="267"/>
              </a:spcBef>
              <a:spcAft>
                <a:spcPts val="0"/>
              </a:spcAft>
              <a:buClr>
                <a:schemeClr val="lt2"/>
              </a:buClr>
              <a:buSzPts val="1000"/>
              <a:buNone/>
              <a:defRPr sz="1333" b="1">
                <a:solidFill>
                  <a:schemeClr val="lt2"/>
                </a:solidFill>
              </a:defRPr>
            </a:lvl3pPr>
            <a:lvl4pPr lvl="3" algn="l">
              <a:lnSpc>
                <a:spcPct val="100000"/>
              </a:lnSpc>
              <a:spcBef>
                <a:spcPts val="267"/>
              </a:spcBef>
              <a:spcAft>
                <a:spcPts val="0"/>
              </a:spcAft>
              <a:buClr>
                <a:schemeClr val="lt2"/>
              </a:buClr>
              <a:buSzPts val="1000"/>
              <a:buNone/>
              <a:defRPr sz="1333" b="1">
                <a:solidFill>
                  <a:schemeClr val="lt2"/>
                </a:solidFill>
              </a:defRPr>
            </a:lvl4pPr>
            <a:lvl5pPr lvl="4" algn="l">
              <a:lnSpc>
                <a:spcPct val="100000"/>
              </a:lnSpc>
              <a:spcBef>
                <a:spcPts val="267"/>
              </a:spcBef>
              <a:spcAft>
                <a:spcPts val="0"/>
              </a:spcAft>
              <a:buClr>
                <a:schemeClr val="lt2"/>
              </a:buClr>
              <a:buSzPts val="1000"/>
              <a:buNone/>
              <a:defRPr sz="1333" b="1">
                <a:solidFill>
                  <a:schemeClr val="lt2"/>
                </a:solidFill>
              </a:defRPr>
            </a:lvl5pPr>
            <a:lvl6pPr lvl="5" algn="l">
              <a:lnSpc>
                <a:spcPct val="100000"/>
              </a:lnSpc>
              <a:spcBef>
                <a:spcPts val="267"/>
              </a:spcBef>
              <a:spcAft>
                <a:spcPts val="0"/>
              </a:spcAft>
              <a:buClr>
                <a:schemeClr val="lt2"/>
              </a:buClr>
              <a:buSzPts val="1000"/>
              <a:buNone/>
              <a:defRPr sz="1333" b="1">
                <a:solidFill>
                  <a:schemeClr val="lt2"/>
                </a:solidFill>
              </a:defRPr>
            </a:lvl6pPr>
            <a:lvl7pPr lvl="6" algn="l">
              <a:lnSpc>
                <a:spcPct val="100000"/>
              </a:lnSpc>
              <a:spcBef>
                <a:spcPts val="267"/>
              </a:spcBef>
              <a:spcAft>
                <a:spcPts val="0"/>
              </a:spcAft>
              <a:buClr>
                <a:schemeClr val="lt2"/>
              </a:buClr>
              <a:buSzPts val="1000"/>
              <a:buNone/>
              <a:defRPr sz="1333" b="1">
                <a:solidFill>
                  <a:schemeClr val="lt2"/>
                </a:solidFill>
              </a:defRPr>
            </a:lvl7pPr>
            <a:lvl8pPr lvl="7" algn="l">
              <a:lnSpc>
                <a:spcPct val="100000"/>
              </a:lnSpc>
              <a:spcBef>
                <a:spcPts val="267"/>
              </a:spcBef>
              <a:spcAft>
                <a:spcPts val="0"/>
              </a:spcAft>
              <a:buClr>
                <a:schemeClr val="lt2"/>
              </a:buClr>
              <a:buSzPts val="1000"/>
              <a:buNone/>
              <a:defRPr sz="1333" b="1">
                <a:solidFill>
                  <a:schemeClr val="lt2"/>
                </a:solidFill>
              </a:defRPr>
            </a:lvl8pPr>
            <a:lvl9pPr lvl="8" algn="l">
              <a:lnSpc>
                <a:spcPct val="100000"/>
              </a:lnSpc>
              <a:spcBef>
                <a:spcPts val="267"/>
              </a:spcBef>
              <a:spcAft>
                <a:spcPts val="267"/>
              </a:spcAft>
              <a:buClr>
                <a:schemeClr val="lt2"/>
              </a:buClr>
              <a:buSzPts val="1000"/>
              <a:buNone/>
              <a:defRPr sz="1333" b="1">
                <a:solidFill>
                  <a:schemeClr val="lt2"/>
                </a:solidFill>
              </a:defRPr>
            </a:lvl9pPr>
          </a:lstStyle>
          <a:p>
            <a:endParaRPr/>
          </a:p>
        </p:txBody>
      </p:sp>
      <p:sp>
        <p:nvSpPr>
          <p:cNvPr id="314" name="Google Shape;314;p31"/>
          <p:cNvSpPr txBox="1">
            <a:spLocks noGrp="1"/>
          </p:cNvSpPr>
          <p:nvPr>
            <p:ph type="subTitle" idx="18"/>
          </p:nvPr>
        </p:nvSpPr>
        <p:spPr>
          <a:xfrm>
            <a:off x="554167" y="5144605"/>
            <a:ext cx="6096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2"/>
              </a:buClr>
              <a:buSzPts val="900"/>
              <a:buNone/>
              <a:defRPr sz="1200" b="1">
                <a:solidFill>
                  <a:schemeClr val="lt2"/>
                </a:solidFill>
              </a:defRPr>
            </a:lvl1pPr>
            <a:lvl2pPr lvl="1" algn="l">
              <a:lnSpc>
                <a:spcPct val="100000"/>
              </a:lnSpc>
              <a:spcBef>
                <a:spcPts val="267"/>
              </a:spcBef>
              <a:spcAft>
                <a:spcPts val="0"/>
              </a:spcAft>
              <a:buClr>
                <a:schemeClr val="lt2"/>
              </a:buClr>
              <a:buSzPts val="1000"/>
              <a:buNone/>
              <a:defRPr sz="1333" b="1">
                <a:solidFill>
                  <a:schemeClr val="lt2"/>
                </a:solidFill>
              </a:defRPr>
            </a:lvl2pPr>
            <a:lvl3pPr lvl="2" algn="l">
              <a:lnSpc>
                <a:spcPct val="100000"/>
              </a:lnSpc>
              <a:spcBef>
                <a:spcPts val="267"/>
              </a:spcBef>
              <a:spcAft>
                <a:spcPts val="0"/>
              </a:spcAft>
              <a:buClr>
                <a:schemeClr val="lt2"/>
              </a:buClr>
              <a:buSzPts val="1000"/>
              <a:buNone/>
              <a:defRPr sz="1333" b="1">
                <a:solidFill>
                  <a:schemeClr val="lt2"/>
                </a:solidFill>
              </a:defRPr>
            </a:lvl3pPr>
            <a:lvl4pPr lvl="3" algn="l">
              <a:lnSpc>
                <a:spcPct val="100000"/>
              </a:lnSpc>
              <a:spcBef>
                <a:spcPts val="267"/>
              </a:spcBef>
              <a:spcAft>
                <a:spcPts val="0"/>
              </a:spcAft>
              <a:buClr>
                <a:schemeClr val="lt2"/>
              </a:buClr>
              <a:buSzPts val="1000"/>
              <a:buNone/>
              <a:defRPr sz="1333" b="1">
                <a:solidFill>
                  <a:schemeClr val="lt2"/>
                </a:solidFill>
              </a:defRPr>
            </a:lvl4pPr>
            <a:lvl5pPr lvl="4" algn="l">
              <a:lnSpc>
                <a:spcPct val="100000"/>
              </a:lnSpc>
              <a:spcBef>
                <a:spcPts val="267"/>
              </a:spcBef>
              <a:spcAft>
                <a:spcPts val="0"/>
              </a:spcAft>
              <a:buClr>
                <a:schemeClr val="lt2"/>
              </a:buClr>
              <a:buSzPts val="1000"/>
              <a:buNone/>
              <a:defRPr sz="1333" b="1">
                <a:solidFill>
                  <a:schemeClr val="lt2"/>
                </a:solidFill>
              </a:defRPr>
            </a:lvl5pPr>
            <a:lvl6pPr lvl="5" algn="l">
              <a:lnSpc>
                <a:spcPct val="100000"/>
              </a:lnSpc>
              <a:spcBef>
                <a:spcPts val="267"/>
              </a:spcBef>
              <a:spcAft>
                <a:spcPts val="0"/>
              </a:spcAft>
              <a:buClr>
                <a:schemeClr val="lt2"/>
              </a:buClr>
              <a:buSzPts val="1000"/>
              <a:buNone/>
              <a:defRPr sz="1333" b="1">
                <a:solidFill>
                  <a:schemeClr val="lt2"/>
                </a:solidFill>
              </a:defRPr>
            </a:lvl6pPr>
            <a:lvl7pPr lvl="6" algn="l">
              <a:lnSpc>
                <a:spcPct val="100000"/>
              </a:lnSpc>
              <a:spcBef>
                <a:spcPts val="267"/>
              </a:spcBef>
              <a:spcAft>
                <a:spcPts val="0"/>
              </a:spcAft>
              <a:buClr>
                <a:schemeClr val="lt2"/>
              </a:buClr>
              <a:buSzPts val="1000"/>
              <a:buNone/>
              <a:defRPr sz="1333" b="1">
                <a:solidFill>
                  <a:schemeClr val="lt2"/>
                </a:solidFill>
              </a:defRPr>
            </a:lvl7pPr>
            <a:lvl8pPr lvl="7" algn="l">
              <a:lnSpc>
                <a:spcPct val="100000"/>
              </a:lnSpc>
              <a:spcBef>
                <a:spcPts val="267"/>
              </a:spcBef>
              <a:spcAft>
                <a:spcPts val="0"/>
              </a:spcAft>
              <a:buClr>
                <a:schemeClr val="lt2"/>
              </a:buClr>
              <a:buSzPts val="1000"/>
              <a:buNone/>
              <a:defRPr sz="1333" b="1">
                <a:solidFill>
                  <a:schemeClr val="lt2"/>
                </a:solidFill>
              </a:defRPr>
            </a:lvl8pPr>
            <a:lvl9pPr lvl="8" algn="l">
              <a:lnSpc>
                <a:spcPct val="100000"/>
              </a:lnSpc>
              <a:spcBef>
                <a:spcPts val="267"/>
              </a:spcBef>
              <a:spcAft>
                <a:spcPts val="267"/>
              </a:spcAft>
              <a:buClr>
                <a:schemeClr val="lt2"/>
              </a:buClr>
              <a:buSzPts val="1000"/>
              <a:buNone/>
              <a:defRPr sz="1333" b="1">
                <a:solidFill>
                  <a:schemeClr val="lt2"/>
                </a:solidFill>
              </a:defRPr>
            </a:lvl9pPr>
          </a:lstStyle>
          <a:p>
            <a:endParaRPr/>
          </a:p>
        </p:txBody>
      </p:sp>
      <p:sp>
        <p:nvSpPr>
          <p:cNvPr id="315" name="Google Shape;315;p31"/>
          <p:cNvSpPr txBox="1">
            <a:spLocks noGrp="1"/>
          </p:cNvSpPr>
          <p:nvPr>
            <p:ph type="subTitle" idx="19"/>
          </p:nvPr>
        </p:nvSpPr>
        <p:spPr>
          <a:xfrm>
            <a:off x="6253975" y="5930711"/>
            <a:ext cx="1584800" cy="244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800"/>
              <a:buNone/>
              <a:defRPr sz="1067"/>
            </a:lvl1pPr>
            <a:lvl2pPr lvl="1" algn="ctr">
              <a:lnSpc>
                <a:spcPct val="100000"/>
              </a:lnSpc>
              <a:spcBef>
                <a:spcPts val="267"/>
              </a:spcBef>
              <a:spcAft>
                <a:spcPts val="0"/>
              </a:spcAft>
              <a:buSzPts val="800"/>
              <a:buNone/>
              <a:defRPr sz="1067"/>
            </a:lvl2pPr>
            <a:lvl3pPr lvl="2" algn="ctr">
              <a:lnSpc>
                <a:spcPct val="100000"/>
              </a:lnSpc>
              <a:spcBef>
                <a:spcPts val="267"/>
              </a:spcBef>
              <a:spcAft>
                <a:spcPts val="0"/>
              </a:spcAft>
              <a:buSzPts val="800"/>
              <a:buNone/>
              <a:defRPr sz="1067"/>
            </a:lvl3pPr>
            <a:lvl4pPr lvl="3" algn="ctr">
              <a:lnSpc>
                <a:spcPct val="100000"/>
              </a:lnSpc>
              <a:spcBef>
                <a:spcPts val="267"/>
              </a:spcBef>
              <a:spcAft>
                <a:spcPts val="0"/>
              </a:spcAft>
              <a:buSzPts val="800"/>
              <a:buNone/>
              <a:defRPr sz="1067"/>
            </a:lvl4pPr>
            <a:lvl5pPr lvl="4" algn="ctr">
              <a:lnSpc>
                <a:spcPct val="100000"/>
              </a:lnSpc>
              <a:spcBef>
                <a:spcPts val="267"/>
              </a:spcBef>
              <a:spcAft>
                <a:spcPts val="0"/>
              </a:spcAft>
              <a:buSzPts val="800"/>
              <a:buNone/>
              <a:defRPr sz="1067"/>
            </a:lvl5pPr>
            <a:lvl6pPr lvl="5" algn="ctr">
              <a:lnSpc>
                <a:spcPct val="100000"/>
              </a:lnSpc>
              <a:spcBef>
                <a:spcPts val="267"/>
              </a:spcBef>
              <a:spcAft>
                <a:spcPts val="0"/>
              </a:spcAft>
              <a:buSzPts val="800"/>
              <a:buNone/>
              <a:defRPr sz="1067"/>
            </a:lvl6pPr>
            <a:lvl7pPr lvl="6" algn="ctr">
              <a:lnSpc>
                <a:spcPct val="100000"/>
              </a:lnSpc>
              <a:spcBef>
                <a:spcPts val="267"/>
              </a:spcBef>
              <a:spcAft>
                <a:spcPts val="0"/>
              </a:spcAft>
              <a:buSzPts val="800"/>
              <a:buNone/>
              <a:defRPr sz="1067"/>
            </a:lvl7pPr>
            <a:lvl8pPr lvl="7" algn="ctr">
              <a:lnSpc>
                <a:spcPct val="100000"/>
              </a:lnSpc>
              <a:spcBef>
                <a:spcPts val="267"/>
              </a:spcBef>
              <a:spcAft>
                <a:spcPts val="0"/>
              </a:spcAft>
              <a:buSzPts val="800"/>
              <a:buNone/>
              <a:defRPr sz="1067"/>
            </a:lvl8pPr>
            <a:lvl9pPr lvl="8" algn="ctr">
              <a:lnSpc>
                <a:spcPct val="100000"/>
              </a:lnSpc>
              <a:spcBef>
                <a:spcPts val="267"/>
              </a:spcBef>
              <a:spcAft>
                <a:spcPts val="267"/>
              </a:spcAft>
              <a:buSzPts val="800"/>
              <a:buNone/>
              <a:defRPr sz="1067"/>
            </a:lvl9pPr>
          </a:lstStyle>
          <a:p>
            <a:endParaRPr/>
          </a:p>
        </p:txBody>
      </p:sp>
      <p:sp>
        <p:nvSpPr>
          <p:cNvPr id="316" name="Google Shape;316;p31"/>
          <p:cNvSpPr txBox="1">
            <a:spLocks noGrp="1"/>
          </p:cNvSpPr>
          <p:nvPr>
            <p:ph type="subTitle" idx="20"/>
          </p:nvPr>
        </p:nvSpPr>
        <p:spPr>
          <a:xfrm>
            <a:off x="6253975" y="5706477"/>
            <a:ext cx="1584800" cy="244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Clr>
                <a:schemeClr val="accent1"/>
              </a:buClr>
              <a:buSzPts val="900"/>
              <a:buNone/>
              <a:defRPr sz="1200" b="1">
                <a:solidFill>
                  <a:schemeClr val="accent1"/>
                </a:solidFill>
              </a:defRPr>
            </a:lvl1pPr>
            <a:lvl2pPr lvl="1" algn="l">
              <a:lnSpc>
                <a:spcPct val="100000"/>
              </a:lnSpc>
              <a:spcBef>
                <a:spcPts val="267"/>
              </a:spcBef>
              <a:spcAft>
                <a:spcPts val="0"/>
              </a:spcAft>
              <a:buClr>
                <a:schemeClr val="accent1"/>
              </a:buClr>
              <a:buSzPts val="1000"/>
              <a:buNone/>
              <a:defRPr sz="1333" b="1">
                <a:solidFill>
                  <a:schemeClr val="accent1"/>
                </a:solidFill>
              </a:defRPr>
            </a:lvl2pPr>
            <a:lvl3pPr lvl="2" algn="l">
              <a:lnSpc>
                <a:spcPct val="100000"/>
              </a:lnSpc>
              <a:spcBef>
                <a:spcPts val="267"/>
              </a:spcBef>
              <a:spcAft>
                <a:spcPts val="0"/>
              </a:spcAft>
              <a:buClr>
                <a:schemeClr val="accent1"/>
              </a:buClr>
              <a:buSzPts val="1000"/>
              <a:buNone/>
              <a:defRPr sz="1333" b="1">
                <a:solidFill>
                  <a:schemeClr val="accent1"/>
                </a:solidFill>
              </a:defRPr>
            </a:lvl3pPr>
            <a:lvl4pPr lvl="3" algn="l">
              <a:lnSpc>
                <a:spcPct val="100000"/>
              </a:lnSpc>
              <a:spcBef>
                <a:spcPts val="267"/>
              </a:spcBef>
              <a:spcAft>
                <a:spcPts val="0"/>
              </a:spcAft>
              <a:buClr>
                <a:schemeClr val="accent1"/>
              </a:buClr>
              <a:buSzPts val="1000"/>
              <a:buNone/>
              <a:defRPr sz="1333" b="1">
                <a:solidFill>
                  <a:schemeClr val="accent1"/>
                </a:solidFill>
              </a:defRPr>
            </a:lvl4pPr>
            <a:lvl5pPr lvl="4" algn="l">
              <a:lnSpc>
                <a:spcPct val="100000"/>
              </a:lnSpc>
              <a:spcBef>
                <a:spcPts val="267"/>
              </a:spcBef>
              <a:spcAft>
                <a:spcPts val="0"/>
              </a:spcAft>
              <a:buClr>
                <a:schemeClr val="accent1"/>
              </a:buClr>
              <a:buSzPts val="1000"/>
              <a:buNone/>
              <a:defRPr sz="1333" b="1">
                <a:solidFill>
                  <a:schemeClr val="accent1"/>
                </a:solidFill>
              </a:defRPr>
            </a:lvl5pPr>
            <a:lvl6pPr lvl="5" algn="l">
              <a:lnSpc>
                <a:spcPct val="100000"/>
              </a:lnSpc>
              <a:spcBef>
                <a:spcPts val="267"/>
              </a:spcBef>
              <a:spcAft>
                <a:spcPts val="0"/>
              </a:spcAft>
              <a:buClr>
                <a:schemeClr val="accent1"/>
              </a:buClr>
              <a:buSzPts val="1000"/>
              <a:buNone/>
              <a:defRPr sz="1333" b="1">
                <a:solidFill>
                  <a:schemeClr val="accent1"/>
                </a:solidFill>
              </a:defRPr>
            </a:lvl6pPr>
            <a:lvl7pPr lvl="6" algn="l">
              <a:lnSpc>
                <a:spcPct val="100000"/>
              </a:lnSpc>
              <a:spcBef>
                <a:spcPts val="267"/>
              </a:spcBef>
              <a:spcAft>
                <a:spcPts val="0"/>
              </a:spcAft>
              <a:buClr>
                <a:schemeClr val="accent1"/>
              </a:buClr>
              <a:buSzPts val="1000"/>
              <a:buNone/>
              <a:defRPr sz="1333" b="1">
                <a:solidFill>
                  <a:schemeClr val="accent1"/>
                </a:solidFill>
              </a:defRPr>
            </a:lvl7pPr>
            <a:lvl8pPr lvl="7" algn="l">
              <a:lnSpc>
                <a:spcPct val="100000"/>
              </a:lnSpc>
              <a:spcBef>
                <a:spcPts val="267"/>
              </a:spcBef>
              <a:spcAft>
                <a:spcPts val="0"/>
              </a:spcAft>
              <a:buClr>
                <a:schemeClr val="accent1"/>
              </a:buClr>
              <a:buSzPts val="1000"/>
              <a:buNone/>
              <a:defRPr sz="1333" b="1">
                <a:solidFill>
                  <a:schemeClr val="accent1"/>
                </a:solidFill>
              </a:defRPr>
            </a:lvl8pPr>
            <a:lvl9pPr lvl="8" algn="l">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317" name="Google Shape;317;p31"/>
          <p:cNvSpPr txBox="1">
            <a:spLocks noGrp="1"/>
          </p:cNvSpPr>
          <p:nvPr>
            <p:ph type="subTitle" idx="21"/>
          </p:nvPr>
        </p:nvSpPr>
        <p:spPr>
          <a:xfrm>
            <a:off x="8143741" y="5930711"/>
            <a:ext cx="1584800" cy="244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800"/>
              <a:buNone/>
              <a:defRPr sz="1067"/>
            </a:lvl1pPr>
            <a:lvl2pPr lvl="1" algn="ctr">
              <a:lnSpc>
                <a:spcPct val="100000"/>
              </a:lnSpc>
              <a:spcBef>
                <a:spcPts val="267"/>
              </a:spcBef>
              <a:spcAft>
                <a:spcPts val="0"/>
              </a:spcAft>
              <a:buSzPts val="800"/>
              <a:buNone/>
              <a:defRPr sz="1067"/>
            </a:lvl2pPr>
            <a:lvl3pPr lvl="2" algn="ctr">
              <a:lnSpc>
                <a:spcPct val="100000"/>
              </a:lnSpc>
              <a:spcBef>
                <a:spcPts val="267"/>
              </a:spcBef>
              <a:spcAft>
                <a:spcPts val="0"/>
              </a:spcAft>
              <a:buSzPts val="800"/>
              <a:buNone/>
              <a:defRPr sz="1067"/>
            </a:lvl3pPr>
            <a:lvl4pPr lvl="3" algn="ctr">
              <a:lnSpc>
                <a:spcPct val="100000"/>
              </a:lnSpc>
              <a:spcBef>
                <a:spcPts val="267"/>
              </a:spcBef>
              <a:spcAft>
                <a:spcPts val="0"/>
              </a:spcAft>
              <a:buSzPts val="800"/>
              <a:buNone/>
              <a:defRPr sz="1067"/>
            </a:lvl4pPr>
            <a:lvl5pPr lvl="4" algn="ctr">
              <a:lnSpc>
                <a:spcPct val="100000"/>
              </a:lnSpc>
              <a:spcBef>
                <a:spcPts val="267"/>
              </a:spcBef>
              <a:spcAft>
                <a:spcPts val="0"/>
              </a:spcAft>
              <a:buSzPts val="800"/>
              <a:buNone/>
              <a:defRPr sz="1067"/>
            </a:lvl5pPr>
            <a:lvl6pPr lvl="5" algn="ctr">
              <a:lnSpc>
                <a:spcPct val="100000"/>
              </a:lnSpc>
              <a:spcBef>
                <a:spcPts val="267"/>
              </a:spcBef>
              <a:spcAft>
                <a:spcPts val="0"/>
              </a:spcAft>
              <a:buSzPts val="800"/>
              <a:buNone/>
              <a:defRPr sz="1067"/>
            </a:lvl6pPr>
            <a:lvl7pPr lvl="6" algn="ctr">
              <a:lnSpc>
                <a:spcPct val="100000"/>
              </a:lnSpc>
              <a:spcBef>
                <a:spcPts val="267"/>
              </a:spcBef>
              <a:spcAft>
                <a:spcPts val="0"/>
              </a:spcAft>
              <a:buSzPts val="800"/>
              <a:buNone/>
              <a:defRPr sz="1067"/>
            </a:lvl7pPr>
            <a:lvl8pPr lvl="7" algn="ctr">
              <a:lnSpc>
                <a:spcPct val="100000"/>
              </a:lnSpc>
              <a:spcBef>
                <a:spcPts val="267"/>
              </a:spcBef>
              <a:spcAft>
                <a:spcPts val="0"/>
              </a:spcAft>
              <a:buSzPts val="800"/>
              <a:buNone/>
              <a:defRPr sz="1067"/>
            </a:lvl8pPr>
            <a:lvl9pPr lvl="8" algn="ctr">
              <a:lnSpc>
                <a:spcPct val="100000"/>
              </a:lnSpc>
              <a:spcBef>
                <a:spcPts val="267"/>
              </a:spcBef>
              <a:spcAft>
                <a:spcPts val="267"/>
              </a:spcAft>
              <a:buSzPts val="800"/>
              <a:buNone/>
              <a:defRPr sz="1067"/>
            </a:lvl9pPr>
          </a:lstStyle>
          <a:p>
            <a:endParaRPr/>
          </a:p>
        </p:txBody>
      </p:sp>
      <p:sp>
        <p:nvSpPr>
          <p:cNvPr id="318" name="Google Shape;318;p31"/>
          <p:cNvSpPr txBox="1">
            <a:spLocks noGrp="1"/>
          </p:cNvSpPr>
          <p:nvPr>
            <p:ph type="subTitle" idx="22"/>
          </p:nvPr>
        </p:nvSpPr>
        <p:spPr>
          <a:xfrm>
            <a:off x="8143741" y="5706477"/>
            <a:ext cx="1584800" cy="244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Clr>
                <a:schemeClr val="accent1"/>
              </a:buClr>
              <a:buSzPts val="900"/>
              <a:buNone/>
              <a:defRPr sz="1200" b="1">
                <a:solidFill>
                  <a:schemeClr val="accent1"/>
                </a:solidFill>
              </a:defRPr>
            </a:lvl1pPr>
            <a:lvl2pPr lvl="1" algn="l">
              <a:lnSpc>
                <a:spcPct val="100000"/>
              </a:lnSpc>
              <a:spcBef>
                <a:spcPts val="267"/>
              </a:spcBef>
              <a:spcAft>
                <a:spcPts val="0"/>
              </a:spcAft>
              <a:buClr>
                <a:schemeClr val="accent1"/>
              </a:buClr>
              <a:buSzPts val="1000"/>
              <a:buNone/>
              <a:defRPr sz="1333" b="1">
                <a:solidFill>
                  <a:schemeClr val="accent1"/>
                </a:solidFill>
              </a:defRPr>
            </a:lvl2pPr>
            <a:lvl3pPr lvl="2" algn="l">
              <a:lnSpc>
                <a:spcPct val="100000"/>
              </a:lnSpc>
              <a:spcBef>
                <a:spcPts val="267"/>
              </a:spcBef>
              <a:spcAft>
                <a:spcPts val="0"/>
              </a:spcAft>
              <a:buClr>
                <a:schemeClr val="accent1"/>
              </a:buClr>
              <a:buSzPts val="1000"/>
              <a:buNone/>
              <a:defRPr sz="1333" b="1">
                <a:solidFill>
                  <a:schemeClr val="accent1"/>
                </a:solidFill>
              </a:defRPr>
            </a:lvl3pPr>
            <a:lvl4pPr lvl="3" algn="l">
              <a:lnSpc>
                <a:spcPct val="100000"/>
              </a:lnSpc>
              <a:spcBef>
                <a:spcPts val="267"/>
              </a:spcBef>
              <a:spcAft>
                <a:spcPts val="0"/>
              </a:spcAft>
              <a:buClr>
                <a:schemeClr val="accent1"/>
              </a:buClr>
              <a:buSzPts val="1000"/>
              <a:buNone/>
              <a:defRPr sz="1333" b="1">
                <a:solidFill>
                  <a:schemeClr val="accent1"/>
                </a:solidFill>
              </a:defRPr>
            </a:lvl4pPr>
            <a:lvl5pPr lvl="4" algn="l">
              <a:lnSpc>
                <a:spcPct val="100000"/>
              </a:lnSpc>
              <a:spcBef>
                <a:spcPts val="267"/>
              </a:spcBef>
              <a:spcAft>
                <a:spcPts val="0"/>
              </a:spcAft>
              <a:buClr>
                <a:schemeClr val="accent1"/>
              </a:buClr>
              <a:buSzPts val="1000"/>
              <a:buNone/>
              <a:defRPr sz="1333" b="1">
                <a:solidFill>
                  <a:schemeClr val="accent1"/>
                </a:solidFill>
              </a:defRPr>
            </a:lvl5pPr>
            <a:lvl6pPr lvl="5" algn="l">
              <a:lnSpc>
                <a:spcPct val="100000"/>
              </a:lnSpc>
              <a:spcBef>
                <a:spcPts val="267"/>
              </a:spcBef>
              <a:spcAft>
                <a:spcPts val="0"/>
              </a:spcAft>
              <a:buClr>
                <a:schemeClr val="accent1"/>
              </a:buClr>
              <a:buSzPts val="1000"/>
              <a:buNone/>
              <a:defRPr sz="1333" b="1">
                <a:solidFill>
                  <a:schemeClr val="accent1"/>
                </a:solidFill>
              </a:defRPr>
            </a:lvl6pPr>
            <a:lvl7pPr lvl="6" algn="l">
              <a:lnSpc>
                <a:spcPct val="100000"/>
              </a:lnSpc>
              <a:spcBef>
                <a:spcPts val="267"/>
              </a:spcBef>
              <a:spcAft>
                <a:spcPts val="0"/>
              </a:spcAft>
              <a:buClr>
                <a:schemeClr val="accent1"/>
              </a:buClr>
              <a:buSzPts val="1000"/>
              <a:buNone/>
              <a:defRPr sz="1333" b="1">
                <a:solidFill>
                  <a:schemeClr val="accent1"/>
                </a:solidFill>
              </a:defRPr>
            </a:lvl7pPr>
            <a:lvl8pPr lvl="7" algn="l">
              <a:lnSpc>
                <a:spcPct val="100000"/>
              </a:lnSpc>
              <a:spcBef>
                <a:spcPts val="267"/>
              </a:spcBef>
              <a:spcAft>
                <a:spcPts val="0"/>
              </a:spcAft>
              <a:buClr>
                <a:schemeClr val="accent1"/>
              </a:buClr>
              <a:buSzPts val="1000"/>
              <a:buNone/>
              <a:defRPr sz="1333" b="1">
                <a:solidFill>
                  <a:schemeClr val="accent1"/>
                </a:solidFill>
              </a:defRPr>
            </a:lvl8pPr>
            <a:lvl9pPr lvl="8" algn="l">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319" name="Google Shape;319;p31"/>
          <p:cNvSpPr txBox="1">
            <a:spLocks noGrp="1"/>
          </p:cNvSpPr>
          <p:nvPr>
            <p:ph type="subTitle" idx="23"/>
          </p:nvPr>
        </p:nvSpPr>
        <p:spPr>
          <a:xfrm>
            <a:off x="10047936" y="5930711"/>
            <a:ext cx="1584800" cy="244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800"/>
              <a:buNone/>
              <a:defRPr sz="1067"/>
            </a:lvl1pPr>
            <a:lvl2pPr lvl="1" algn="ctr">
              <a:lnSpc>
                <a:spcPct val="100000"/>
              </a:lnSpc>
              <a:spcBef>
                <a:spcPts val="267"/>
              </a:spcBef>
              <a:spcAft>
                <a:spcPts val="0"/>
              </a:spcAft>
              <a:buSzPts val="800"/>
              <a:buNone/>
              <a:defRPr sz="1067"/>
            </a:lvl2pPr>
            <a:lvl3pPr lvl="2" algn="ctr">
              <a:lnSpc>
                <a:spcPct val="100000"/>
              </a:lnSpc>
              <a:spcBef>
                <a:spcPts val="267"/>
              </a:spcBef>
              <a:spcAft>
                <a:spcPts val="0"/>
              </a:spcAft>
              <a:buSzPts val="800"/>
              <a:buNone/>
              <a:defRPr sz="1067"/>
            </a:lvl3pPr>
            <a:lvl4pPr lvl="3" algn="ctr">
              <a:lnSpc>
                <a:spcPct val="100000"/>
              </a:lnSpc>
              <a:spcBef>
                <a:spcPts val="267"/>
              </a:spcBef>
              <a:spcAft>
                <a:spcPts val="0"/>
              </a:spcAft>
              <a:buSzPts val="800"/>
              <a:buNone/>
              <a:defRPr sz="1067"/>
            </a:lvl4pPr>
            <a:lvl5pPr lvl="4" algn="ctr">
              <a:lnSpc>
                <a:spcPct val="100000"/>
              </a:lnSpc>
              <a:spcBef>
                <a:spcPts val="267"/>
              </a:spcBef>
              <a:spcAft>
                <a:spcPts val="0"/>
              </a:spcAft>
              <a:buSzPts val="800"/>
              <a:buNone/>
              <a:defRPr sz="1067"/>
            </a:lvl5pPr>
            <a:lvl6pPr lvl="5" algn="ctr">
              <a:lnSpc>
                <a:spcPct val="100000"/>
              </a:lnSpc>
              <a:spcBef>
                <a:spcPts val="267"/>
              </a:spcBef>
              <a:spcAft>
                <a:spcPts val="0"/>
              </a:spcAft>
              <a:buSzPts val="800"/>
              <a:buNone/>
              <a:defRPr sz="1067"/>
            </a:lvl6pPr>
            <a:lvl7pPr lvl="6" algn="ctr">
              <a:lnSpc>
                <a:spcPct val="100000"/>
              </a:lnSpc>
              <a:spcBef>
                <a:spcPts val="267"/>
              </a:spcBef>
              <a:spcAft>
                <a:spcPts val="0"/>
              </a:spcAft>
              <a:buSzPts val="800"/>
              <a:buNone/>
              <a:defRPr sz="1067"/>
            </a:lvl7pPr>
            <a:lvl8pPr lvl="7" algn="ctr">
              <a:lnSpc>
                <a:spcPct val="100000"/>
              </a:lnSpc>
              <a:spcBef>
                <a:spcPts val="267"/>
              </a:spcBef>
              <a:spcAft>
                <a:spcPts val="0"/>
              </a:spcAft>
              <a:buSzPts val="800"/>
              <a:buNone/>
              <a:defRPr sz="1067"/>
            </a:lvl8pPr>
            <a:lvl9pPr lvl="8" algn="ctr">
              <a:lnSpc>
                <a:spcPct val="100000"/>
              </a:lnSpc>
              <a:spcBef>
                <a:spcPts val="267"/>
              </a:spcBef>
              <a:spcAft>
                <a:spcPts val="267"/>
              </a:spcAft>
              <a:buSzPts val="800"/>
              <a:buNone/>
              <a:defRPr sz="1067"/>
            </a:lvl9pPr>
          </a:lstStyle>
          <a:p>
            <a:endParaRPr/>
          </a:p>
        </p:txBody>
      </p:sp>
      <p:sp>
        <p:nvSpPr>
          <p:cNvPr id="320" name="Google Shape;320;p31"/>
          <p:cNvSpPr txBox="1">
            <a:spLocks noGrp="1"/>
          </p:cNvSpPr>
          <p:nvPr>
            <p:ph type="subTitle" idx="24"/>
          </p:nvPr>
        </p:nvSpPr>
        <p:spPr>
          <a:xfrm>
            <a:off x="10047936" y="5706477"/>
            <a:ext cx="1584800" cy="244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Clr>
                <a:schemeClr val="accent1"/>
              </a:buClr>
              <a:buSzPts val="900"/>
              <a:buNone/>
              <a:defRPr sz="1200" b="1">
                <a:solidFill>
                  <a:schemeClr val="accent1"/>
                </a:solidFill>
              </a:defRPr>
            </a:lvl1pPr>
            <a:lvl2pPr lvl="1" algn="l">
              <a:lnSpc>
                <a:spcPct val="100000"/>
              </a:lnSpc>
              <a:spcBef>
                <a:spcPts val="267"/>
              </a:spcBef>
              <a:spcAft>
                <a:spcPts val="0"/>
              </a:spcAft>
              <a:buClr>
                <a:schemeClr val="accent1"/>
              </a:buClr>
              <a:buSzPts val="1000"/>
              <a:buNone/>
              <a:defRPr sz="1333" b="1">
                <a:solidFill>
                  <a:schemeClr val="accent1"/>
                </a:solidFill>
              </a:defRPr>
            </a:lvl2pPr>
            <a:lvl3pPr lvl="2" algn="l">
              <a:lnSpc>
                <a:spcPct val="100000"/>
              </a:lnSpc>
              <a:spcBef>
                <a:spcPts val="267"/>
              </a:spcBef>
              <a:spcAft>
                <a:spcPts val="0"/>
              </a:spcAft>
              <a:buClr>
                <a:schemeClr val="accent1"/>
              </a:buClr>
              <a:buSzPts val="1000"/>
              <a:buNone/>
              <a:defRPr sz="1333" b="1">
                <a:solidFill>
                  <a:schemeClr val="accent1"/>
                </a:solidFill>
              </a:defRPr>
            </a:lvl3pPr>
            <a:lvl4pPr lvl="3" algn="l">
              <a:lnSpc>
                <a:spcPct val="100000"/>
              </a:lnSpc>
              <a:spcBef>
                <a:spcPts val="267"/>
              </a:spcBef>
              <a:spcAft>
                <a:spcPts val="0"/>
              </a:spcAft>
              <a:buClr>
                <a:schemeClr val="accent1"/>
              </a:buClr>
              <a:buSzPts val="1000"/>
              <a:buNone/>
              <a:defRPr sz="1333" b="1">
                <a:solidFill>
                  <a:schemeClr val="accent1"/>
                </a:solidFill>
              </a:defRPr>
            </a:lvl4pPr>
            <a:lvl5pPr lvl="4" algn="l">
              <a:lnSpc>
                <a:spcPct val="100000"/>
              </a:lnSpc>
              <a:spcBef>
                <a:spcPts val="267"/>
              </a:spcBef>
              <a:spcAft>
                <a:spcPts val="0"/>
              </a:spcAft>
              <a:buClr>
                <a:schemeClr val="accent1"/>
              </a:buClr>
              <a:buSzPts val="1000"/>
              <a:buNone/>
              <a:defRPr sz="1333" b="1">
                <a:solidFill>
                  <a:schemeClr val="accent1"/>
                </a:solidFill>
              </a:defRPr>
            </a:lvl5pPr>
            <a:lvl6pPr lvl="5" algn="l">
              <a:lnSpc>
                <a:spcPct val="100000"/>
              </a:lnSpc>
              <a:spcBef>
                <a:spcPts val="267"/>
              </a:spcBef>
              <a:spcAft>
                <a:spcPts val="0"/>
              </a:spcAft>
              <a:buClr>
                <a:schemeClr val="accent1"/>
              </a:buClr>
              <a:buSzPts val="1000"/>
              <a:buNone/>
              <a:defRPr sz="1333" b="1">
                <a:solidFill>
                  <a:schemeClr val="accent1"/>
                </a:solidFill>
              </a:defRPr>
            </a:lvl6pPr>
            <a:lvl7pPr lvl="6" algn="l">
              <a:lnSpc>
                <a:spcPct val="100000"/>
              </a:lnSpc>
              <a:spcBef>
                <a:spcPts val="267"/>
              </a:spcBef>
              <a:spcAft>
                <a:spcPts val="0"/>
              </a:spcAft>
              <a:buClr>
                <a:schemeClr val="accent1"/>
              </a:buClr>
              <a:buSzPts val="1000"/>
              <a:buNone/>
              <a:defRPr sz="1333" b="1">
                <a:solidFill>
                  <a:schemeClr val="accent1"/>
                </a:solidFill>
              </a:defRPr>
            </a:lvl7pPr>
            <a:lvl8pPr lvl="7" algn="l">
              <a:lnSpc>
                <a:spcPct val="100000"/>
              </a:lnSpc>
              <a:spcBef>
                <a:spcPts val="267"/>
              </a:spcBef>
              <a:spcAft>
                <a:spcPts val="0"/>
              </a:spcAft>
              <a:buClr>
                <a:schemeClr val="accent1"/>
              </a:buClr>
              <a:buSzPts val="1000"/>
              <a:buNone/>
              <a:defRPr sz="1333" b="1">
                <a:solidFill>
                  <a:schemeClr val="accent1"/>
                </a:solidFill>
              </a:defRPr>
            </a:lvl8pPr>
            <a:lvl9pPr lvl="8" algn="l">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321" name="Google Shape;321;p31"/>
          <p:cNvSpPr txBox="1">
            <a:spLocks noGrp="1"/>
          </p:cNvSpPr>
          <p:nvPr>
            <p:ph type="subTitle" idx="25"/>
          </p:nvPr>
        </p:nvSpPr>
        <p:spPr>
          <a:xfrm>
            <a:off x="4366064" y="5930711"/>
            <a:ext cx="1584800" cy="244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800"/>
              <a:buNone/>
              <a:defRPr sz="1067"/>
            </a:lvl1pPr>
            <a:lvl2pPr lvl="1" algn="ctr">
              <a:lnSpc>
                <a:spcPct val="100000"/>
              </a:lnSpc>
              <a:spcBef>
                <a:spcPts val="267"/>
              </a:spcBef>
              <a:spcAft>
                <a:spcPts val="0"/>
              </a:spcAft>
              <a:buSzPts val="800"/>
              <a:buNone/>
              <a:defRPr sz="1067"/>
            </a:lvl2pPr>
            <a:lvl3pPr lvl="2" algn="ctr">
              <a:lnSpc>
                <a:spcPct val="100000"/>
              </a:lnSpc>
              <a:spcBef>
                <a:spcPts val="267"/>
              </a:spcBef>
              <a:spcAft>
                <a:spcPts val="0"/>
              </a:spcAft>
              <a:buSzPts val="800"/>
              <a:buNone/>
              <a:defRPr sz="1067"/>
            </a:lvl3pPr>
            <a:lvl4pPr lvl="3" algn="ctr">
              <a:lnSpc>
                <a:spcPct val="100000"/>
              </a:lnSpc>
              <a:spcBef>
                <a:spcPts val="267"/>
              </a:spcBef>
              <a:spcAft>
                <a:spcPts val="0"/>
              </a:spcAft>
              <a:buSzPts val="800"/>
              <a:buNone/>
              <a:defRPr sz="1067"/>
            </a:lvl4pPr>
            <a:lvl5pPr lvl="4" algn="ctr">
              <a:lnSpc>
                <a:spcPct val="100000"/>
              </a:lnSpc>
              <a:spcBef>
                <a:spcPts val="267"/>
              </a:spcBef>
              <a:spcAft>
                <a:spcPts val="0"/>
              </a:spcAft>
              <a:buSzPts val="800"/>
              <a:buNone/>
              <a:defRPr sz="1067"/>
            </a:lvl5pPr>
            <a:lvl6pPr lvl="5" algn="ctr">
              <a:lnSpc>
                <a:spcPct val="100000"/>
              </a:lnSpc>
              <a:spcBef>
                <a:spcPts val="267"/>
              </a:spcBef>
              <a:spcAft>
                <a:spcPts val="0"/>
              </a:spcAft>
              <a:buSzPts val="800"/>
              <a:buNone/>
              <a:defRPr sz="1067"/>
            </a:lvl6pPr>
            <a:lvl7pPr lvl="6" algn="ctr">
              <a:lnSpc>
                <a:spcPct val="100000"/>
              </a:lnSpc>
              <a:spcBef>
                <a:spcPts val="267"/>
              </a:spcBef>
              <a:spcAft>
                <a:spcPts val="0"/>
              </a:spcAft>
              <a:buSzPts val="800"/>
              <a:buNone/>
              <a:defRPr sz="1067"/>
            </a:lvl7pPr>
            <a:lvl8pPr lvl="7" algn="ctr">
              <a:lnSpc>
                <a:spcPct val="100000"/>
              </a:lnSpc>
              <a:spcBef>
                <a:spcPts val="267"/>
              </a:spcBef>
              <a:spcAft>
                <a:spcPts val="0"/>
              </a:spcAft>
              <a:buSzPts val="800"/>
              <a:buNone/>
              <a:defRPr sz="1067"/>
            </a:lvl8pPr>
            <a:lvl9pPr lvl="8" algn="ctr">
              <a:lnSpc>
                <a:spcPct val="100000"/>
              </a:lnSpc>
              <a:spcBef>
                <a:spcPts val="267"/>
              </a:spcBef>
              <a:spcAft>
                <a:spcPts val="267"/>
              </a:spcAft>
              <a:buSzPts val="800"/>
              <a:buNone/>
              <a:defRPr sz="1067"/>
            </a:lvl9pPr>
          </a:lstStyle>
          <a:p>
            <a:endParaRPr/>
          </a:p>
        </p:txBody>
      </p:sp>
      <p:sp>
        <p:nvSpPr>
          <p:cNvPr id="322" name="Google Shape;322;p31"/>
          <p:cNvSpPr txBox="1">
            <a:spLocks noGrp="1"/>
          </p:cNvSpPr>
          <p:nvPr>
            <p:ph type="subTitle" idx="26"/>
          </p:nvPr>
        </p:nvSpPr>
        <p:spPr>
          <a:xfrm>
            <a:off x="4366064" y="5706477"/>
            <a:ext cx="1584800" cy="244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Clr>
                <a:schemeClr val="accent1"/>
              </a:buClr>
              <a:buSzPts val="900"/>
              <a:buNone/>
              <a:defRPr sz="1200" b="1">
                <a:solidFill>
                  <a:schemeClr val="accent1"/>
                </a:solidFill>
              </a:defRPr>
            </a:lvl1pPr>
            <a:lvl2pPr lvl="1" algn="l">
              <a:lnSpc>
                <a:spcPct val="100000"/>
              </a:lnSpc>
              <a:spcBef>
                <a:spcPts val="267"/>
              </a:spcBef>
              <a:spcAft>
                <a:spcPts val="0"/>
              </a:spcAft>
              <a:buClr>
                <a:schemeClr val="accent1"/>
              </a:buClr>
              <a:buSzPts val="1000"/>
              <a:buNone/>
              <a:defRPr sz="1333" b="1">
                <a:solidFill>
                  <a:schemeClr val="accent1"/>
                </a:solidFill>
              </a:defRPr>
            </a:lvl2pPr>
            <a:lvl3pPr lvl="2" algn="l">
              <a:lnSpc>
                <a:spcPct val="100000"/>
              </a:lnSpc>
              <a:spcBef>
                <a:spcPts val="267"/>
              </a:spcBef>
              <a:spcAft>
                <a:spcPts val="0"/>
              </a:spcAft>
              <a:buClr>
                <a:schemeClr val="accent1"/>
              </a:buClr>
              <a:buSzPts val="1000"/>
              <a:buNone/>
              <a:defRPr sz="1333" b="1">
                <a:solidFill>
                  <a:schemeClr val="accent1"/>
                </a:solidFill>
              </a:defRPr>
            </a:lvl3pPr>
            <a:lvl4pPr lvl="3" algn="l">
              <a:lnSpc>
                <a:spcPct val="100000"/>
              </a:lnSpc>
              <a:spcBef>
                <a:spcPts val="267"/>
              </a:spcBef>
              <a:spcAft>
                <a:spcPts val="0"/>
              </a:spcAft>
              <a:buClr>
                <a:schemeClr val="accent1"/>
              </a:buClr>
              <a:buSzPts val="1000"/>
              <a:buNone/>
              <a:defRPr sz="1333" b="1">
                <a:solidFill>
                  <a:schemeClr val="accent1"/>
                </a:solidFill>
              </a:defRPr>
            </a:lvl4pPr>
            <a:lvl5pPr lvl="4" algn="l">
              <a:lnSpc>
                <a:spcPct val="100000"/>
              </a:lnSpc>
              <a:spcBef>
                <a:spcPts val="267"/>
              </a:spcBef>
              <a:spcAft>
                <a:spcPts val="0"/>
              </a:spcAft>
              <a:buClr>
                <a:schemeClr val="accent1"/>
              </a:buClr>
              <a:buSzPts val="1000"/>
              <a:buNone/>
              <a:defRPr sz="1333" b="1">
                <a:solidFill>
                  <a:schemeClr val="accent1"/>
                </a:solidFill>
              </a:defRPr>
            </a:lvl5pPr>
            <a:lvl6pPr lvl="5" algn="l">
              <a:lnSpc>
                <a:spcPct val="100000"/>
              </a:lnSpc>
              <a:spcBef>
                <a:spcPts val="267"/>
              </a:spcBef>
              <a:spcAft>
                <a:spcPts val="0"/>
              </a:spcAft>
              <a:buClr>
                <a:schemeClr val="accent1"/>
              </a:buClr>
              <a:buSzPts val="1000"/>
              <a:buNone/>
              <a:defRPr sz="1333" b="1">
                <a:solidFill>
                  <a:schemeClr val="accent1"/>
                </a:solidFill>
              </a:defRPr>
            </a:lvl6pPr>
            <a:lvl7pPr lvl="6" algn="l">
              <a:lnSpc>
                <a:spcPct val="100000"/>
              </a:lnSpc>
              <a:spcBef>
                <a:spcPts val="267"/>
              </a:spcBef>
              <a:spcAft>
                <a:spcPts val="0"/>
              </a:spcAft>
              <a:buClr>
                <a:schemeClr val="accent1"/>
              </a:buClr>
              <a:buSzPts val="1000"/>
              <a:buNone/>
              <a:defRPr sz="1333" b="1">
                <a:solidFill>
                  <a:schemeClr val="accent1"/>
                </a:solidFill>
              </a:defRPr>
            </a:lvl7pPr>
            <a:lvl8pPr lvl="7" algn="l">
              <a:lnSpc>
                <a:spcPct val="100000"/>
              </a:lnSpc>
              <a:spcBef>
                <a:spcPts val="267"/>
              </a:spcBef>
              <a:spcAft>
                <a:spcPts val="0"/>
              </a:spcAft>
              <a:buClr>
                <a:schemeClr val="accent1"/>
              </a:buClr>
              <a:buSzPts val="1000"/>
              <a:buNone/>
              <a:defRPr sz="1333" b="1">
                <a:solidFill>
                  <a:schemeClr val="accent1"/>
                </a:solidFill>
              </a:defRPr>
            </a:lvl8pPr>
            <a:lvl9pPr lvl="8" algn="l">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323" name="Google Shape;323;p31"/>
          <p:cNvSpPr txBox="1">
            <a:spLocks noGrp="1"/>
          </p:cNvSpPr>
          <p:nvPr>
            <p:ph type="subTitle" idx="27"/>
          </p:nvPr>
        </p:nvSpPr>
        <p:spPr>
          <a:xfrm>
            <a:off x="2477225" y="5930711"/>
            <a:ext cx="1584800" cy="244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800"/>
              <a:buNone/>
              <a:defRPr sz="1067"/>
            </a:lvl1pPr>
            <a:lvl2pPr lvl="1" algn="ctr">
              <a:lnSpc>
                <a:spcPct val="100000"/>
              </a:lnSpc>
              <a:spcBef>
                <a:spcPts val="267"/>
              </a:spcBef>
              <a:spcAft>
                <a:spcPts val="0"/>
              </a:spcAft>
              <a:buSzPts val="800"/>
              <a:buNone/>
              <a:defRPr sz="1067"/>
            </a:lvl2pPr>
            <a:lvl3pPr lvl="2" algn="ctr">
              <a:lnSpc>
                <a:spcPct val="100000"/>
              </a:lnSpc>
              <a:spcBef>
                <a:spcPts val="267"/>
              </a:spcBef>
              <a:spcAft>
                <a:spcPts val="0"/>
              </a:spcAft>
              <a:buSzPts val="800"/>
              <a:buNone/>
              <a:defRPr sz="1067"/>
            </a:lvl3pPr>
            <a:lvl4pPr lvl="3" algn="ctr">
              <a:lnSpc>
                <a:spcPct val="100000"/>
              </a:lnSpc>
              <a:spcBef>
                <a:spcPts val="267"/>
              </a:spcBef>
              <a:spcAft>
                <a:spcPts val="0"/>
              </a:spcAft>
              <a:buSzPts val="800"/>
              <a:buNone/>
              <a:defRPr sz="1067"/>
            </a:lvl4pPr>
            <a:lvl5pPr lvl="4" algn="ctr">
              <a:lnSpc>
                <a:spcPct val="100000"/>
              </a:lnSpc>
              <a:spcBef>
                <a:spcPts val="267"/>
              </a:spcBef>
              <a:spcAft>
                <a:spcPts val="0"/>
              </a:spcAft>
              <a:buSzPts val="800"/>
              <a:buNone/>
              <a:defRPr sz="1067"/>
            </a:lvl5pPr>
            <a:lvl6pPr lvl="5" algn="ctr">
              <a:lnSpc>
                <a:spcPct val="100000"/>
              </a:lnSpc>
              <a:spcBef>
                <a:spcPts val="267"/>
              </a:spcBef>
              <a:spcAft>
                <a:spcPts val="0"/>
              </a:spcAft>
              <a:buSzPts val="800"/>
              <a:buNone/>
              <a:defRPr sz="1067"/>
            </a:lvl6pPr>
            <a:lvl7pPr lvl="6" algn="ctr">
              <a:lnSpc>
                <a:spcPct val="100000"/>
              </a:lnSpc>
              <a:spcBef>
                <a:spcPts val="267"/>
              </a:spcBef>
              <a:spcAft>
                <a:spcPts val="0"/>
              </a:spcAft>
              <a:buSzPts val="800"/>
              <a:buNone/>
              <a:defRPr sz="1067"/>
            </a:lvl7pPr>
            <a:lvl8pPr lvl="7" algn="ctr">
              <a:lnSpc>
                <a:spcPct val="100000"/>
              </a:lnSpc>
              <a:spcBef>
                <a:spcPts val="267"/>
              </a:spcBef>
              <a:spcAft>
                <a:spcPts val="0"/>
              </a:spcAft>
              <a:buSzPts val="800"/>
              <a:buNone/>
              <a:defRPr sz="1067"/>
            </a:lvl8pPr>
            <a:lvl9pPr lvl="8" algn="ctr">
              <a:lnSpc>
                <a:spcPct val="100000"/>
              </a:lnSpc>
              <a:spcBef>
                <a:spcPts val="267"/>
              </a:spcBef>
              <a:spcAft>
                <a:spcPts val="267"/>
              </a:spcAft>
              <a:buSzPts val="800"/>
              <a:buNone/>
              <a:defRPr sz="1067"/>
            </a:lvl9pPr>
          </a:lstStyle>
          <a:p>
            <a:endParaRPr/>
          </a:p>
        </p:txBody>
      </p:sp>
      <p:sp>
        <p:nvSpPr>
          <p:cNvPr id="324" name="Google Shape;324;p31"/>
          <p:cNvSpPr txBox="1">
            <a:spLocks noGrp="1"/>
          </p:cNvSpPr>
          <p:nvPr>
            <p:ph type="subTitle" idx="28"/>
          </p:nvPr>
        </p:nvSpPr>
        <p:spPr>
          <a:xfrm>
            <a:off x="2477225" y="5706477"/>
            <a:ext cx="1584800" cy="244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Clr>
                <a:schemeClr val="accent1"/>
              </a:buClr>
              <a:buSzPts val="900"/>
              <a:buNone/>
              <a:defRPr sz="1200" b="1">
                <a:solidFill>
                  <a:schemeClr val="accent1"/>
                </a:solidFill>
              </a:defRPr>
            </a:lvl1pPr>
            <a:lvl2pPr lvl="1" algn="l">
              <a:lnSpc>
                <a:spcPct val="100000"/>
              </a:lnSpc>
              <a:spcBef>
                <a:spcPts val="267"/>
              </a:spcBef>
              <a:spcAft>
                <a:spcPts val="0"/>
              </a:spcAft>
              <a:buClr>
                <a:schemeClr val="accent1"/>
              </a:buClr>
              <a:buSzPts val="1000"/>
              <a:buNone/>
              <a:defRPr sz="1333" b="1">
                <a:solidFill>
                  <a:schemeClr val="accent1"/>
                </a:solidFill>
              </a:defRPr>
            </a:lvl2pPr>
            <a:lvl3pPr lvl="2" algn="l">
              <a:lnSpc>
                <a:spcPct val="100000"/>
              </a:lnSpc>
              <a:spcBef>
                <a:spcPts val="267"/>
              </a:spcBef>
              <a:spcAft>
                <a:spcPts val="0"/>
              </a:spcAft>
              <a:buClr>
                <a:schemeClr val="accent1"/>
              </a:buClr>
              <a:buSzPts val="1000"/>
              <a:buNone/>
              <a:defRPr sz="1333" b="1">
                <a:solidFill>
                  <a:schemeClr val="accent1"/>
                </a:solidFill>
              </a:defRPr>
            </a:lvl3pPr>
            <a:lvl4pPr lvl="3" algn="l">
              <a:lnSpc>
                <a:spcPct val="100000"/>
              </a:lnSpc>
              <a:spcBef>
                <a:spcPts val="267"/>
              </a:spcBef>
              <a:spcAft>
                <a:spcPts val="0"/>
              </a:spcAft>
              <a:buClr>
                <a:schemeClr val="accent1"/>
              </a:buClr>
              <a:buSzPts val="1000"/>
              <a:buNone/>
              <a:defRPr sz="1333" b="1">
                <a:solidFill>
                  <a:schemeClr val="accent1"/>
                </a:solidFill>
              </a:defRPr>
            </a:lvl4pPr>
            <a:lvl5pPr lvl="4" algn="l">
              <a:lnSpc>
                <a:spcPct val="100000"/>
              </a:lnSpc>
              <a:spcBef>
                <a:spcPts val="267"/>
              </a:spcBef>
              <a:spcAft>
                <a:spcPts val="0"/>
              </a:spcAft>
              <a:buClr>
                <a:schemeClr val="accent1"/>
              </a:buClr>
              <a:buSzPts val="1000"/>
              <a:buNone/>
              <a:defRPr sz="1333" b="1">
                <a:solidFill>
                  <a:schemeClr val="accent1"/>
                </a:solidFill>
              </a:defRPr>
            </a:lvl5pPr>
            <a:lvl6pPr lvl="5" algn="l">
              <a:lnSpc>
                <a:spcPct val="100000"/>
              </a:lnSpc>
              <a:spcBef>
                <a:spcPts val="267"/>
              </a:spcBef>
              <a:spcAft>
                <a:spcPts val="0"/>
              </a:spcAft>
              <a:buClr>
                <a:schemeClr val="accent1"/>
              </a:buClr>
              <a:buSzPts val="1000"/>
              <a:buNone/>
              <a:defRPr sz="1333" b="1">
                <a:solidFill>
                  <a:schemeClr val="accent1"/>
                </a:solidFill>
              </a:defRPr>
            </a:lvl6pPr>
            <a:lvl7pPr lvl="6" algn="l">
              <a:lnSpc>
                <a:spcPct val="100000"/>
              </a:lnSpc>
              <a:spcBef>
                <a:spcPts val="267"/>
              </a:spcBef>
              <a:spcAft>
                <a:spcPts val="0"/>
              </a:spcAft>
              <a:buClr>
                <a:schemeClr val="accent1"/>
              </a:buClr>
              <a:buSzPts val="1000"/>
              <a:buNone/>
              <a:defRPr sz="1333" b="1">
                <a:solidFill>
                  <a:schemeClr val="accent1"/>
                </a:solidFill>
              </a:defRPr>
            </a:lvl7pPr>
            <a:lvl8pPr lvl="7" algn="l">
              <a:lnSpc>
                <a:spcPct val="100000"/>
              </a:lnSpc>
              <a:spcBef>
                <a:spcPts val="267"/>
              </a:spcBef>
              <a:spcAft>
                <a:spcPts val="0"/>
              </a:spcAft>
              <a:buClr>
                <a:schemeClr val="accent1"/>
              </a:buClr>
              <a:buSzPts val="1000"/>
              <a:buNone/>
              <a:defRPr sz="1333" b="1">
                <a:solidFill>
                  <a:schemeClr val="accent1"/>
                </a:solidFill>
              </a:defRPr>
            </a:lvl8pPr>
            <a:lvl9pPr lvl="8" algn="l">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325" name="Google Shape;325;p31"/>
          <p:cNvSpPr txBox="1">
            <a:spLocks noGrp="1"/>
          </p:cNvSpPr>
          <p:nvPr>
            <p:ph type="subTitle" idx="29"/>
          </p:nvPr>
        </p:nvSpPr>
        <p:spPr>
          <a:xfrm>
            <a:off x="583520" y="5930711"/>
            <a:ext cx="1584800" cy="244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800"/>
              <a:buNone/>
              <a:defRPr sz="1067"/>
            </a:lvl1pPr>
            <a:lvl2pPr lvl="1" algn="ctr">
              <a:lnSpc>
                <a:spcPct val="100000"/>
              </a:lnSpc>
              <a:spcBef>
                <a:spcPts val="267"/>
              </a:spcBef>
              <a:spcAft>
                <a:spcPts val="0"/>
              </a:spcAft>
              <a:buSzPts val="800"/>
              <a:buNone/>
              <a:defRPr sz="1067"/>
            </a:lvl2pPr>
            <a:lvl3pPr lvl="2" algn="ctr">
              <a:lnSpc>
                <a:spcPct val="100000"/>
              </a:lnSpc>
              <a:spcBef>
                <a:spcPts val="267"/>
              </a:spcBef>
              <a:spcAft>
                <a:spcPts val="0"/>
              </a:spcAft>
              <a:buSzPts val="800"/>
              <a:buNone/>
              <a:defRPr sz="1067"/>
            </a:lvl3pPr>
            <a:lvl4pPr lvl="3" algn="ctr">
              <a:lnSpc>
                <a:spcPct val="100000"/>
              </a:lnSpc>
              <a:spcBef>
                <a:spcPts val="267"/>
              </a:spcBef>
              <a:spcAft>
                <a:spcPts val="0"/>
              </a:spcAft>
              <a:buSzPts val="800"/>
              <a:buNone/>
              <a:defRPr sz="1067"/>
            </a:lvl4pPr>
            <a:lvl5pPr lvl="4" algn="ctr">
              <a:lnSpc>
                <a:spcPct val="100000"/>
              </a:lnSpc>
              <a:spcBef>
                <a:spcPts val="267"/>
              </a:spcBef>
              <a:spcAft>
                <a:spcPts val="0"/>
              </a:spcAft>
              <a:buSzPts val="800"/>
              <a:buNone/>
              <a:defRPr sz="1067"/>
            </a:lvl5pPr>
            <a:lvl6pPr lvl="5" algn="ctr">
              <a:lnSpc>
                <a:spcPct val="100000"/>
              </a:lnSpc>
              <a:spcBef>
                <a:spcPts val="267"/>
              </a:spcBef>
              <a:spcAft>
                <a:spcPts val="0"/>
              </a:spcAft>
              <a:buSzPts val="800"/>
              <a:buNone/>
              <a:defRPr sz="1067"/>
            </a:lvl6pPr>
            <a:lvl7pPr lvl="6" algn="ctr">
              <a:lnSpc>
                <a:spcPct val="100000"/>
              </a:lnSpc>
              <a:spcBef>
                <a:spcPts val="267"/>
              </a:spcBef>
              <a:spcAft>
                <a:spcPts val="0"/>
              </a:spcAft>
              <a:buSzPts val="800"/>
              <a:buNone/>
              <a:defRPr sz="1067"/>
            </a:lvl7pPr>
            <a:lvl8pPr lvl="7" algn="ctr">
              <a:lnSpc>
                <a:spcPct val="100000"/>
              </a:lnSpc>
              <a:spcBef>
                <a:spcPts val="267"/>
              </a:spcBef>
              <a:spcAft>
                <a:spcPts val="0"/>
              </a:spcAft>
              <a:buSzPts val="800"/>
              <a:buNone/>
              <a:defRPr sz="1067"/>
            </a:lvl8pPr>
            <a:lvl9pPr lvl="8" algn="ctr">
              <a:lnSpc>
                <a:spcPct val="100000"/>
              </a:lnSpc>
              <a:spcBef>
                <a:spcPts val="267"/>
              </a:spcBef>
              <a:spcAft>
                <a:spcPts val="267"/>
              </a:spcAft>
              <a:buSzPts val="800"/>
              <a:buNone/>
              <a:defRPr sz="1067"/>
            </a:lvl9pPr>
          </a:lstStyle>
          <a:p>
            <a:endParaRPr/>
          </a:p>
        </p:txBody>
      </p:sp>
      <p:sp>
        <p:nvSpPr>
          <p:cNvPr id="326" name="Google Shape;326;p31"/>
          <p:cNvSpPr txBox="1">
            <a:spLocks noGrp="1"/>
          </p:cNvSpPr>
          <p:nvPr>
            <p:ph type="subTitle" idx="30"/>
          </p:nvPr>
        </p:nvSpPr>
        <p:spPr>
          <a:xfrm>
            <a:off x="583520" y="5706477"/>
            <a:ext cx="1584800" cy="244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Clr>
                <a:schemeClr val="accent1"/>
              </a:buClr>
              <a:buSzPts val="900"/>
              <a:buNone/>
              <a:defRPr sz="1200" b="1">
                <a:solidFill>
                  <a:schemeClr val="accent1"/>
                </a:solidFill>
              </a:defRPr>
            </a:lvl1pPr>
            <a:lvl2pPr lvl="1" algn="l">
              <a:lnSpc>
                <a:spcPct val="100000"/>
              </a:lnSpc>
              <a:spcBef>
                <a:spcPts val="267"/>
              </a:spcBef>
              <a:spcAft>
                <a:spcPts val="0"/>
              </a:spcAft>
              <a:buClr>
                <a:schemeClr val="accent1"/>
              </a:buClr>
              <a:buSzPts val="1000"/>
              <a:buNone/>
              <a:defRPr sz="1333" b="1">
                <a:solidFill>
                  <a:schemeClr val="accent1"/>
                </a:solidFill>
              </a:defRPr>
            </a:lvl2pPr>
            <a:lvl3pPr lvl="2" algn="l">
              <a:lnSpc>
                <a:spcPct val="100000"/>
              </a:lnSpc>
              <a:spcBef>
                <a:spcPts val="267"/>
              </a:spcBef>
              <a:spcAft>
                <a:spcPts val="0"/>
              </a:spcAft>
              <a:buClr>
                <a:schemeClr val="accent1"/>
              </a:buClr>
              <a:buSzPts val="1000"/>
              <a:buNone/>
              <a:defRPr sz="1333" b="1">
                <a:solidFill>
                  <a:schemeClr val="accent1"/>
                </a:solidFill>
              </a:defRPr>
            </a:lvl3pPr>
            <a:lvl4pPr lvl="3" algn="l">
              <a:lnSpc>
                <a:spcPct val="100000"/>
              </a:lnSpc>
              <a:spcBef>
                <a:spcPts val="267"/>
              </a:spcBef>
              <a:spcAft>
                <a:spcPts val="0"/>
              </a:spcAft>
              <a:buClr>
                <a:schemeClr val="accent1"/>
              </a:buClr>
              <a:buSzPts val="1000"/>
              <a:buNone/>
              <a:defRPr sz="1333" b="1">
                <a:solidFill>
                  <a:schemeClr val="accent1"/>
                </a:solidFill>
              </a:defRPr>
            </a:lvl4pPr>
            <a:lvl5pPr lvl="4" algn="l">
              <a:lnSpc>
                <a:spcPct val="100000"/>
              </a:lnSpc>
              <a:spcBef>
                <a:spcPts val="267"/>
              </a:spcBef>
              <a:spcAft>
                <a:spcPts val="0"/>
              </a:spcAft>
              <a:buClr>
                <a:schemeClr val="accent1"/>
              </a:buClr>
              <a:buSzPts val="1000"/>
              <a:buNone/>
              <a:defRPr sz="1333" b="1">
                <a:solidFill>
                  <a:schemeClr val="accent1"/>
                </a:solidFill>
              </a:defRPr>
            </a:lvl5pPr>
            <a:lvl6pPr lvl="5" algn="l">
              <a:lnSpc>
                <a:spcPct val="100000"/>
              </a:lnSpc>
              <a:spcBef>
                <a:spcPts val="267"/>
              </a:spcBef>
              <a:spcAft>
                <a:spcPts val="0"/>
              </a:spcAft>
              <a:buClr>
                <a:schemeClr val="accent1"/>
              </a:buClr>
              <a:buSzPts val="1000"/>
              <a:buNone/>
              <a:defRPr sz="1333" b="1">
                <a:solidFill>
                  <a:schemeClr val="accent1"/>
                </a:solidFill>
              </a:defRPr>
            </a:lvl6pPr>
            <a:lvl7pPr lvl="6" algn="l">
              <a:lnSpc>
                <a:spcPct val="100000"/>
              </a:lnSpc>
              <a:spcBef>
                <a:spcPts val="267"/>
              </a:spcBef>
              <a:spcAft>
                <a:spcPts val="0"/>
              </a:spcAft>
              <a:buClr>
                <a:schemeClr val="accent1"/>
              </a:buClr>
              <a:buSzPts val="1000"/>
              <a:buNone/>
              <a:defRPr sz="1333" b="1">
                <a:solidFill>
                  <a:schemeClr val="accent1"/>
                </a:solidFill>
              </a:defRPr>
            </a:lvl7pPr>
            <a:lvl8pPr lvl="7" algn="l">
              <a:lnSpc>
                <a:spcPct val="100000"/>
              </a:lnSpc>
              <a:spcBef>
                <a:spcPts val="267"/>
              </a:spcBef>
              <a:spcAft>
                <a:spcPts val="0"/>
              </a:spcAft>
              <a:buClr>
                <a:schemeClr val="accent1"/>
              </a:buClr>
              <a:buSzPts val="1000"/>
              <a:buNone/>
              <a:defRPr sz="1333" b="1">
                <a:solidFill>
                  <a:schemeClr val="accent1"/>
                </a:solidFill>
              </a:defRPr>
            </a:lvl8pPr>
            <a:lvl9pPr lvl="8" algn="l">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327" name="Google Shape;327;p31"/>
          <p:cNvSpPr txBox="1">
            <a:spLocks noGrp="1"/>
          </p:cNvSpPr>
          <p:nvPr>
            <p:ph type="subTitle" idx="31"/>
          </p:nvPr>
        </p:nvSpPr>
        <p:spPr>
          <a:xfrm>
            <a:off x="2839591" y="3397544"/>
            <a:ext cx="12192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800"/>
              <a:buNone/>
              <a:defRPr sz="1067"/>
            </a:lvl1pPr>
            <a:lvl2pPr lvl="1" algn="l">
              <a:lnSpc>
                <a:spcPct val="100000"/>
              </a:lnSpc>
              <a:spcBef>
                <a:spcPts val="267"/>
              </a:spcBef>
              <a:spcAft>
                <a:spcPts val="0"/>
              </a:spcAft>
              <a:buSzPts val="800"/>
              <a:buNone/>
              <a:defRPr sz="1067"/>
            </a:lvl2pPr>
            <a:lvl3pPr lvl="2" algn="l">
              <a:lnSpc>
                <a:spcPct val="100000"/>
              </a:lnSpc>
              <a:spcBef>
                <a:spcPts val="267"/>
              </a:spcBef>
              <a:spcAft>
                <a:spcPts val="0"/>
              </a:spcAft>
              <a:buSzPts val="800"/>
              <a:buNone/>
              <a:defRPr sz="1067"/>
            </a:lvl3pPr>
            <a:lvl4pPr lvl="3" algn="l">
              <a:lnSpc>
                <a:spcPct val="100000"/>
              </a:lnSpc>
              <a:spcBef>
                <a:spcPts val="267"/>
              </a:spcBef>
              <a:spcAft>
                <a:spcPts val="0"/>
              </a:spcAft>
              <a:buSzPts val="800"/>
              <a:buNone/>
              <a:defRPr sz="1067"/>
            </a:lvl4pPr>
            <a:lvl5pPr lvl="4" algn="l">
              <a:lnSpc>
                <a:spcPct val="100000"/>
              </a:lnSpc>
              <a:spcBef>
                <a:spcPts val="267"/>
              </a:spcBef>
              <a:spcAft>
                <a:spcPts val="0"/>
              </a:spcAft>
              <a:buSzPts val="800"/>
              <a:buNone/>
              <a:defRPr sz="1067"/>
            </a:lvl5pPr>
            <a:lvl6pPr lvl="5" algn="l">
              <a:lnSpc>
                <a:spcPct val="100000"/>
              </a:lnSpc>
              <a:spcBef>
                <a:spcPts val="267"/>
              </a:spcBef>
              <a:spcAft>
                <a:spcPts val="0"/>
              </a:spcAft>
              <a:buSzPts val="800"/>
              <a:buNone/>
              <a:defRPr sz="1067"/>
            </a:lvl6pPr>
            <a:lvl7pPr lvl="6" algn="l">
              <a:lnSpc>
                <a:spcPct val="100000"/>
              </a:lnSpc>
              <a:spcBef>
                <a:spcPts val="267"/>
              </a:spcBef>
              <a:spcAft>
                <a:spcPts val="0"/>
              </a:spcAft>
              <a:buSzPts val="800"/>
              <a:buNone/>
              <a:defRPr sz="1067"/>
            </a:lvl7pPr>
            <a:lvl8pPr lvl="7" algn="l">
              <a:lnSpc>
                <a:spcPct val="100000"/>
              </a:lnSpc>
              <a:spcBef>
                <a:spcPts val="267"/>
              </a:spcBef>
              <a:spcAft>
                <a:spcPts val="0"/>
              </a:spcAft>
              <a:buSzPts val="800"/>
              <a:buNone/>
              <a:defRPr sz="1067"/>
            </a:lvl8pPr>
            <a:lvl9pPr lvl="8" algn="l">
              <a:lnSpc>
                <a:spcPct val="100000"/>
              </a:lnSpc>
              <a:spcBef>
                <a:spcPts val="267"/>
              </a:spcBef>
              <a:spcAft>
                <a:spcPts val="267"/>
              </a:spcAft>
              <a:buSzPts val="800"/>
              <a:buNone/>
              <a:defRPr sz="1067"/>
            </a:lvl9pPr>
          </a:lstStyle>
          <a:p>
            <a:endParaRPr/>
          </a:p>
        </p:txBody>
      </p:sp>
      <p:sp>
        <p:nvSpPr>
          <p:cNvPr id="328" name="Google Shape;328;p31"/>
          <p:cNvSpPr txBox="1">
            <a:spLocks noGrp="1"/>
          </p:cNvSpPr>
          <p:nvPr>
            <p:ph type="subTitle" idx="32"/>
          </p:nvPr>
        </p:nvSpPr>
        <p:spPr>
          <a:xfrm>
            <a:off x="2839591" y="3173311"/>
            <a:ext cx="12192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900"/>
              <a:buNone/>
              <a:defRPr sz="1200" b="1">
                <a:solidFill>
                  <a:schemeClr val="accent1"/>
                </a:solidFill>
              </a:defRPr>
            </a:lvl1pPr>
            <a:lvl2pPr lvl="1" algn="l">
              <a:lnSpc>
                <a:spcPct val="100000"/>
              </a:lnSpc>
              <a:spcBef>
                <a:spcPts val="267"/>
              </a:spcBef>
              <a:spcAft>
                <a:spcPts val="0"/>
              </a:spcAft>
              <a:buClr>
                <a:schemeClr val="accent1"/>
              </a:buClr>
              <a:buSzPts val="1000"/>
              <a:buNone/>
              <a:defRPr sz="1333" b="1">
                <a:solidFill>
                  <a:schemeClr val="accent1"/>
                </a:solidFill>
              </a:defRPr>
            </a:lvl2pPr>
            <a:lvl3pPr lvl="2" algn="l">
              <a:lnSpc>
                <a:spcPct val="100000"/>
              </a:lnSpc>
              <a:spcBef>
                <a:spcPts val="267"/>
              </a:spcBef>
              <a:spcAft>
                <a:spcPts val="0"/>
              </a:spcAft>
              <a:buClr>
                <a:schemeClr val="accent1"/>
              </a:buClr>
              <a:buSzPts val="1000"/>
              <a:buNone/>
              <a:defRPr sz="1333" b="1">
                <a:solidFill>
                  <a:schemeClr val="accent1"/>
                </a:solidFill>
              </a:defRPr>
            </a:lvl3pPr>
            <a:lvl4pPr lvl="3" algn="l">
              <a:lnSpc>
                <a:spcPct val="100000"/>
              </a:lnSpc>
              <a:spcBef>
                <a:spcPts val="267"/>
              </a:spcBef>
              <a:spcAft>
                <a:spcPts val="0"/>
              </a:spcAft>
              <a:buClr>
                <a:schemeClr val="accent1"/>
              </a:buClr>
              <a:buSzPts val="1000"/>
              <a:buNone/>
              <a:defRPr sz="1333" b="1">
                <a:solidFill>
                  <a:schemeClr val="accent1"/>
                </a:solidFill>
              </a:defRPr>
            </a:lvl4pPr>
            <a:lvl5pPr lvl="4" algn="l">
              <a:lnSpc>
                <a:spcPct val="100000"/>
              </a:lnSpc>
              <a:spcBef>
                <a:spcPts val="267"/>
              </a:spcBef>
              <a:spcAft>
                <a:spcPts val="0"/>
              </a:spcAft>
              <a:buClr>
                <a:schemeClr val="accent1"/>
              </a:buClr>
              <a:buSzPts val="1000"/>
              <a:buNone/>
              <a:defRPr sz="1333" b="1">
                <a:solidFill>
                  <a:schemeClr val="accent1"/>
                </a:solidFill>
              </a:defRPr>
            </a:lvl5pPr>
            <a:lvl6pPr lvl="5" algn="l">
              <a:lnSpc>
                <a:spcPct val="100000"/>
              </a:lnSpc>
              <a:spcBef>
                <a:spcPts val="267"/>
              </a:spcBef>
              <a:spcAft>
                <a:spcPts val="0"/>
              </a:spcAft>
              <a:buClr>
                <a:schemeClr val="accent1"/>
              </a:buClr>
              <a:buSzPts val="1000"/>
              <a:buNone/>
              <a:defRPr sz="1333" b="1">
                <a:solidFill>
                  <a:schemeClr val="accent1"/>
                </a:solidFill>
              </a:defRPr>
            </a:lvl6pPr>
            <a:lvl7pPr lvl="6" algn="l">
              <a:lnSpc>
                <a:spcPct val="100000"/>
              </a:lnSpc>
              <a:spcBef>
                <a:spcPts val="267"/>
              </a:spcBef>
              <a:spcAft>
                <a:spcPts val="0"/>
              </a:spcAft>
              <a:buClr>
                <a:schemeClr val="accent1"/>
              </a:buClr>
              <a:buSzPts val="1000"/>
              <a:buNone/>
              <a:defRPr sz="1333" b="1">
                <a:solidFill>
                  <a:schemeClr val="accent1"/>
                </a:solidFill>
              </a:defRPr>
            </a:lvl7pPr>
            <a:lvl8pPr lvl="7" algn="l">
              <a:lnSpc>
                <a:spcPct val="100000"/>
              </a:lnSpc>
              <a:spcBef>
                <a:spcPts val="267"/>
              </a:spcBef>
              <a:spcAft>
                <a:spcPts val="0"/>
              </a:spcAft>
              <a:buClr>
                <a:schemeClr val="accent1"/>
              </a:buClr>
              <a:buSzPts val="1000"/>
              <a:buNone/>
              <a:defRPr sz="1333" b="1">
                <a:solidFill>
                  <a:schemeClr val="accent1"/>
                </a:solidFill>
              </a:defRPr>
            </a:lvl8pPr>
            <a:lvl9pPr lvl="8" algn="l">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329" name="Google Shape;329;p31"/>
          <p:cNvSpPr txBox="1">
            <a:spLocks noGrp="1"/>
          </p:cNvSpPr>
          <p:nvPr>
            <p:ph type="subTitle" idx="33"/>
          </p:nvPr>
        </p:nvSpPr>
        <p:spPr>
          <a:xfrm>
            <a:off x="6636108" y="3397544"/>
            <a:ext cx="12192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800"/>
              <a:buNone/>
              <a:defRPr sz="1067"/>
            </a:lvl1pPr>
            <a:lvl2pPr lvl="1" algn="l">
              <a:lnSpc>
                <a:spcPct val="100000"/>
              </a:lnSpc>
              <a:spcBef>
                <a:spcPts val="267"/>
              </a:spcBef>
              <a:spcAft>
                <a:spcPts val="0"/>
              </a:spcAft>
              <a:buSzPts val="800"/>
              <a:buNone/>
              <a:defRPr sz="1067"/>
            </a:lvl2pPr>
            <a:lvl3pPr lvl="2" algn="l">
              <a:lnSpc>
                <a:spcPct val="100000"/>
              </a:lnSpc>
              <a:spcBef>
                <a:spcPts val="267"/>
              </a:spcBef>
              <a:spcAft>
                <a:spcPts val="0"/>
              </a:spcAft>
              <a:buSzPts val="800"/>
              <a:buNone/>
              <a:defRPr sz="1067"/>
            </a:lvl3pPr>
            <a:lvl4pPr lvl="3" algn="l">
              <a:lnSpc>
                <a:spcPct val="100000"/>
              </a:lnSpc>
              <a:spcBef>
                <a:spcPts val="267"/>
              </a:spcBef>
              <a:spcAft>
                <a:spcPts val="0"/>
              </a:spcAft>
              <a:buSzPts val="800"/>
              <a:buNone/>
              <a:defRPr sz="1067"/>
            </a:lvl4pPr>
            <a:lvl5pPr lvl="4" algn="l">
              <a:lnSpc>
                <a:spcPct val="100000"/>
              </a:lnSpc>
              <a:spcBef>
                <a:spcPts val="267"/>
              </a:spcBef>
              <a:spcAft>
                <a:spcPts val="0"/>
              </a:spcAft>
              <a:buSzPts val="800"/>
              <a:buNone/>
              <a:defRPr sz="1067"/>
            </a:lvl5pPr>
            <a:lvl6pPr lvl="5" algn="l">
              <a:lnSpc>
                <a:spcPct val="100000"/>
              </a:lnSpc>
              <a:spcBef>
                <a:spcPts val="267"/>
              </a:spcBef>
              <a:spcAft>
                <a:spcPts val="0"/>
              </a:spcAft>
              <a:buSzPts val="800"/>
              <a:buNone/>
              <a:defRPr sz="1067"/>
            </a:lvl6pPr>
            <a:lvl7pPr lvl="6" algn="l">
              <a:lnSpc>
                <a:spcPct val="100000"/>
              </a:lnSpc>
              <a:spcBef>
                <a:spcPts val="267"/>
              </a:spcBef>
              <a:spcAft>
                <a:spcPts val="0"/>
              </a:spcAft>
              <a:buSzPts val="800"/>
              <a:buNone/>
              <a:defRPr sz="1067"/>
            </a:lvl7pPr>
            <a:lvl8pPr lvl="7" algn="l">
              <a:lnSpc>
                <a:spcPct val="100000"/>
              </a:lnSpc>
              <a:spcBef>
                <a:spcPts val="267"/>
              </a:spcBef>
              <a:spcAft>
                <a:spcPts val="0"/>
              </a:spcAft>
              <a:buSzPts val="800"/>
              <a:buNone/>
              <a:defRPr sz="1067"/>
            </a:lvl8pPr>
            <a:lvl9pPr lvl="8" algn="l">
              <a:lnSpc>
                <a:spcPct val="100000"/>
              </a:lnSpc>
              <a:spcBef>
                <a:spcPts val="267"/>
              </a:spcBef>
              <a:spcAft>
                <a:spcPts val="267"/>
              </a:spcAft>
              <a:buSzPts val="800"/>
              <a:buNone/>
              <a:defRPr sz="1067"/>
            </a:lvl9pPr>
          </a:lstStyle>
          <a:p>
            <a:endParaRPr/>
          </a:p>
        </p:txBody>
      </p:sp>
      <p:sp>
        <p:nvSpPr>
          <p:cNvPr id="330" name="Google Shape;330;p31"/>
          <p:cNvSpPr txBox="1">
            <a:spLocks noGrp="1"/>
          </p:cNvSpPr>
          <p:nvPr>
            <p:ph type="subTitle" idx="34"/>
          </p:nvPr>
        </p:nvSpPr>
        <p:spPr>
          <a:xfrm>
            <a:off x="6636108" y="3173311"/>
            <a:ext cx="12192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900"/>
              <a:buNone/>
              <a:defRPr sz="1200" b="1">
                <a:solidFill>
                  <a:schemeClr val="accent1"/>
                </a:solidFill>
              </a:defRPr>
            </a:lvl1pPr>
            <a:lvl2pPr lvl="1" algn="l">
              <a:lnSpc>
                <a:spcPct val="100000"/>
              </a:lnSpc>
              <a:spcBef>
                <a:spcPts val="267"/>
              </a:spcBef>
              <a:spcAft>
                <a:spcPts val="0"/>
              </a:spcAft>
              <a:buClr>
                <a:schemeClr val="accent1"/>
              </a:buClr>
              <a:buSzPts val="1000"/>
              <a:buNone/>
              <a:defRPr sz="1333" b="1">
                <a:solidFill>
                  <a:schemeClr val="accent1"/>
                </a:solidFill>
              </a:defRPr>
            </a:lvl2pPr>
            <a:lvl3pPr lvl="2" algn="l">
              <a:lnSpc>
                <a:spcPct val="100000"/>
              </a:lnSpc>
              <a:spcBef>
                <a:spcPts val="267"/>
              </a:spcBef>
              <a:spcAft>
                <a:spcPts val="0"/>
              </a:spcAft>
              <a:buClr>
                <a:schemeClr val="accent1"/>
              </a:buClr>
              <a:buSzPts val="1000"/>
              <a:buNone/>
              <a:defRPr sz="1333" b="1">
                <a:solidFill>
                  <a:schemeClr val="accent1"/>
                </a:solidFill>
              </a:defRPr>
            </a:lvl3pPr>
            <a:lvl4pPr lvl="3" algn="l">
              <a:lnSpc>
                <a:spcPct val="100000"/>
              </a:lnSpc>
              <a:spcBef>
                <a:spcPts val="267"/>
              </a:spcBef>
              <a:spcAft>
                <a:spcPts val="0"/>
              </a:spcAft>
              <a:buClr>
                <a:schemeClr val="accent1"/>
              </a:buClr>
              <a:buSzPts val="1000"/>
              <a:buNone/>
              <a:defRPr sz="1333" b="1">
                <a:solidFill>
                  <a:schemeClr val="accent1"/>
                </a:solidFill>
              </a:defRPr>
            </a:lvl4pPr>
            <a:lvl5pPr lvl="4" algn="l">
              <a:lnSpc>
                <a:spcPct val="100000"/>
              </a:lnSpc>
              <a:spcBef>
                <a:spcPts val="267"/>
              </a:spcBef>
              <a:spcAft>
                <a:spcPts val="0"/>
              </a:spcAft>
              <a:buClr>
                <a:schemeClr val="accent1"/>
              </a:buClr>
              <a:buSzPts val="1000"/>
              <a:buNone/>
              <a:defRPr sz="1333" b="1">
                <a:solidFill>
                  <a:schemeClr val="accent1"/>
                </a:solidFill>
              </a:defRPr>
            </a:lvl5pPr>
            <a:lvl6pPr lvl="5" algn="l">
              <a:lnSpc>
                <a:spcPct val="100000"/>
              </a:lnSpc>
              <a:spcBef>
                <a:spcPts val="267"/>
              </a:spcBef>
              <a:spcAft>
                <a:spcPts val="0"/>
              </a:spcAft>
              <a:buClr>
                <a:schemeClr val="accent1"/>
              </a:buClr>
              <a:buSzPts val="1000"/>
              <a:buNone/>
              <a:defRPr sz="1333" b="1">
                <a:solidFill>
                  <a:schemeClr val="accent1"/>
                </a:solidFill>
              </a:defRPr>
            </a:lvl6pPr>
            <a:lvl7pPr lvl="6" algn="l">
              <a:lnSpc>
                <a:spcPct val="100000"/>
              </a:lnSpc>
              <a:spcBef>
                <a:spcPts val="267"/>
              </a:spcBef>
              <a:spcAft>
                <a:spcPts val="0"/>
              </a:spcAft>
              <a:buClr>
                <a:schemeClr val="accent1"/>
              </a:buClr>
              <a:buSzPts val="1000"/>
              <a:buNone/>
              <a:defRPr sz="1333" b="1">
                <a:solidFill>
                  <a:schemeClr val="accent1"/>
                </a:solidFill>
              </a:defRPr>
            </a:lvl7pPr>
            <a:lvl8pPr lvl="7" algn="l">
              <a:lnSpc>
                <a:spcPct val="100000"/>
              </a:lnSpc>
              <a:spcBef>
                <a:spcPts val="267"/>
              </a:spcBef>
              <a:spcAft>
                <a:spcPts val="0"/>
              </a:spcAft>
              <a:buClr>
                <a:schemeClr val="accent1"/>
              </a:buClr>
              <a:buSzPts val="1000"/>
              <a:buNone/>
              <a:defRPr sz="1333" b="1">
                <a:solidFill>
                  <a:schemeClr val="accent1"/>
                </a:solidFill>
              </a:defRPr>
            </a:lvl8pPr>
            <a:lvl9pPr lvl="8" algn="l">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331" name="Google Shape;331;p31"/>
          <p:cNvSpPr txBox="1">
            <a:spLocks noGrp="1"/>
          </p:cNvSpPr>
          <p:nvPr>
            <p:ph type="subTitle" idx="35"/>
          </p:nvPr>
        </p:nvSpPr>
        <p:spPr>
          <a:xfrm>
            <a:off x="10399168" y="3397533"/>
            <a:ext cx="12192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800"/>
              <a:buNone/>
              <a:defRPr sz="1067"/>
            </a:lvl1pPr>
            <a:lvl2pPr lvl="1" algn="l">
              <a:lnSpc>
                <a:spcPct val="100000"/>
              </a:lnSpc>
              <a:spcBef>
                <a:spcPts val="267"/>
              </a:spcBef>
              <a:spcAft>
                <a:spcPts val="0"/>
              </a:spcAft>
              <a:buSzPts val="800"/>
              <a:buNone/>
              <a:defRPr sz="1067"/>
            </a:lvl2pPr>
            <a:lvl3pPr lvl="2" algn="l">
              <a:lnSpc>
                <a:spcPct val="100000"/>
              </a:lnSpc>
              <a:spcBef>
                <a:spcPts val="267"/>
              </a:spcBef>
              <a:spcAft>
                <a:spcPts val="0"/>
              </a:spcAft>
              <a:buSzPts val="800"/>
              <a:buNone/>
              <a:defRPr sz="1067"/>
            </a:lvl3pPr>
            <a:lvl4pPr lvl="3" algn="l">
              <a:lnSpc>
                <a:spcPct val="100000"/>
              </a:lnSpc>
              <a:spcBef>
                <a:spcPts val="267"/>
              </a:spcBef>
              <a:spcAft>
                <a:spcPts val="0"/>
              </a:spcAft>
              <a:buSzPts val="800"/>
              <a:buNone/>
              <a:defRPr sz="1067"/>
            </a:lvl4pPr>
            <a:lvl5pPr lvl="4" algn="l">
              <a:lnSpc>
                <a:spcPct val="100000"/>
              </a:lnSpc>
              <a:spcBef>
                <a:spcPts val="267"/>
              </a:spcBef>
              <a:spcAft>
                <a:spcPts val="0"/>
              </a:spcAft>
              <a:buSzPts val="800"/>
              <a:buNone/>
              <a:defRPr sz="1067"/>
            </a:lvl5pPr>
            <a:lvl6pPr lvl="5" algn="l">
              <a:lnSpc>
                <a:spcPct val="100000"/>
              </a:lnSpc>
              <a:spcBef>
                <a:spcPts val="267"/>
              </a:spcBef>
              <a:spcAft>
                <a:spcPts val="0"/>
              </a:spcAft>
              <a:buSzPts val="800"/>
              <a:buNone/>
              <a:defRPr sz="1067"/>
            </a:lvl6pPr>
            <a:lvl7pPr lvl="6" algn="l">
              <a:lnSpc>
                <a:spcPct val="100000"/>
              </a:lnSpc>
              <a:spcBef>
                <a:spcPts val="267"/>
              </a:spcBef>
              <a:spcAft>
                <a:spcPts val="0"/>
              </a:spcAft>
              <a:buSzPts val="800"/>
              <a:buNone/>
              <a:defRPr sz="1067"/>
            </a:lvl7pPr>
            <a:lvl8pPr lvl="7" algn="l">
              <a:lnSpc>
                <a:spcPct val="100000"/>
              </a:lnSpc>
              <a:spcBef>
                <a:spcPts val="267"/>
              </a:spcBef>
              <a:spcAft>
                <a:spcPts val="0"/>
              </a:spcAft>
              <a:buSzPts val="800"/>
              <a:buNone/>
              <a:defRPr sz="1067"/>
            </a:lvl8pPr>
            <a:lvl9pPr lvl="8" algn="l">
              <a:lnSpc>
                <a:spcPct val="100000"/>
              </a:lnSpc>
              <a:spcBef>
                <a:spcPts val="267"/>
              </a:spcBef>
              <a:spcAft>
                <a:spcPts val="267"/>
              </a:spcAft>
              <a:buSzPts val="800"/>
              <a:buNone/>
              <a:defRPr sz="1067"/>
            </a:lvl9pPr>
          </a:lstStyle>
          <a:p>
            <a:endParaRPr/>
          </a:p>
        </p:txBody>
      </p:sp>
      <p:sp>
        <p:nvSpPr>
          <p:cNvPr id="332" name="Google Shape;332;p31"/>
          <p:cNvSpPr txBox="1">
            <a:spLocks noGrp="1"/>
          </p:cNvSpPr>
          <p:nvPr>
            <p:ph type="subTitle" idx="36"/>
          </p:nvPr>
        </p:nvSpPr>
        <p:spPr>
          <a:xfrm>
            <a:off x="10399168" y="3173300"/>
            <a:ext cx="12192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900"/>
              <a:buNone/>
              <a:defRPr sz="1200" b="1">
                <a:solidFill>
                  <a:schemeClr val="accent1"/>
                </a:solidFill>
              </a:defRPr>
            </a:lvl1pPr>
            <a:lvl2pPr lvl="1" algn="l">
              <a:lnSpc>
                <a:spcPct val="100000"/>
              </a:lnSpc>
              <a:spcBef>
                <a:spcPts val="267"/>
              </a:spcBef>
              <a:spcAft>
                <a:spcPts val="0"/>
              </a:spcAft>
              <a:buClr>
                <a:schemeClr val="accent1"/>
              </a:buClr>
              <a:buSzPts val="1000"/>
              <a:buNone/>
              <a:defRPr sz="1333" b="1">
                <a:solidFill>
                  <a:schemeClr val="accent1"/>
                </a:solidFill>
              </a:defRPr>
            </a:lvl2pPr>
            <a:lvl3pPr lvl="2" algn="l">
              <a:lnSpc>
                <a:spcPct val="100000"/>
              </a:lnSpc>
              <a:spcBef>
                <a:spcPts val="267"/>
              </a:spcBef>
              <a:spcAft>
                <a:spcPts val="0"/>
              </a:spcAft>
              <a:buClr>
                <a:schemeClr val="accent1"/>
              </a:buClr>
              <a:buSzPts val="1000"/>
              <a:buNone/>
              <a:defRPr sz="1333" b="1">
                <a:solidFill>
                  <a:schemeClr val="accent1"/>
                </a:solidFill>
              </a:defRPr>
            </a:lvl3pPr>
            <a:lvl4pPr lvl="3" algn="l">
              <a:lnSpc>
                <a:spcPct val="100000"/>
              </a:lnSpc>
              <a:spcBef>
                <a:spcPts val="267"/>
              </a:spcBef>
              <a:spcAft>
                <a:spcPts val="0"/>
              </a:spcAft>
              <a:buClr>
                <a:schemeClr val="accent1"/>
              </a:buClr>
              <a:buSzPts val="1000"/>
              <a:buNone/>
              <a:defRPr sz="1333" b="1">
                <a:solidFill>
                  <a:schemeClr val="accent1"/>
                </a:solidFill>
              </a:defRPr>
            </a:lvl4pPr>
            <a:lvl5pPr lvl="4" algn="l">
              <a:lnSpc>
                <a:spcPct val="100000"/>
              </a:lnSpc>
              <a:spcBef>
                <a:spcPts val="267"/>
              </a:spcBef>
              <a:spcAft>
                <a:spcPts val="0"/>
              </a:spcAft>
              <a:buClr>
                <a:schemeClr val="accent1"/>
              </a:buClr>
              <a:buSzPts val="1000"/>
              <a:buNone/>
              <a:defRPr sz="1333" b="1">
                <a:solidFill>
                  <a:schemeClr val="accent1"/>
                </a:solidFill>
              </a:defRPr>
            </a:lvl5pPr>
            <a:lvl6pPr lvl="5" algn="l">
              <a:lnSpc>
                <a:spcPct val="100000"/>
              </a:lnSpc>
              <a:spcBef>
                <a:spcPts val="267"/>
              </a:spcBef>
              <a:spcAft>
                <a:spcPts val="0"/>
              </a:spcAft>
              <a:buClr>
                <a:schemeClr val="accent1"/>
              </a:buClr>
              <a:buSzPts val="1000"/>
              <a:buNone/>
              <a:defRPr sz="1333" b="1">
                <a:solidFill>
                  <a:schemeClr val="accent1"/>
                </a:solidFill>
              </a:defRPr>
            </a:lvl6pPr>
            <a:lvl7pPr lvl="6" algn="l">
              <a:lnSpc>
                <a:spcPct val="100000"/>
              </a:lnSpc>
              <a:spcBef>
                <a:spcPts val="267"/>
              </a:spcBef>
              <a:spcAft>
                <a:spcPts val="0"/>
              </a:spcAft>
              <a:buClr>
                <a:schemeClr val="accent1"/>
              </a:buClr>
              <a:buSzPts val="1000"/>
              <a:buNone/>
              <a:defRPr sz="1333" b="1">
                <a:solidFill>
                  <a:schemeClr val="accent1"/>
                </a:solidFill>
              </a:defRPr>
            </a:lvl7pPr>
            <a:lvl8pPr lvl="7" algn="l">
              <a:lnSpc>
                <a:spcPct val="100000"/>
              </a:lnSpc>
              <a:spcBef>
                <a:spcPts val="267"/>
              </a:spcBef>
              <a:spcAft>
                <a:spcPts val="0"/>
              </a:spcAft>
              <a:buClr>
                <a:schemeClr val="accent1"/>
              </a:buClr>
              <a:buSzPts val="1000"/>
              <a:buNone/>
              <a:defRPr sz="1333" b="1">
                <a:solidFill>
                  <a:schemeClr val="accent1"/>
                </a:solidFill>
              </a:defRPr>
            </a:lvl8pPr>
            <a:lvl9pPr lvl="8" algn="l">
              <a:lnSpc>
                <a:spcPct val="100000"/>
              </a:lnSpc>
              <a:spcBef>
                <a:spcPts val="267"/>
              </a:spcBef>
              <a:spcAft>
                <a:spcPts val="267"/>
              </a:spcAft>
              <a:buClr>
                <a:schemeClr val="accent1"/>
              </a:buClr>
              <a:buSzPts val="1000"/>
              <a:buNone/>
              <a:defRPr sz="1333" b="1">
                <a:solidFill>
                  <a:schemeClr val="accent1"/>
                </a:solidFill>
              </a:defRPr>
            </a:lvl9pPr>
          </a:lstStyle>
          <a:p>
            <a:endParaRPr/>
          </a:p>
        </p:txBody>
      </p:sp>
      <p:pic>
        <p:nvPicPr>
          <p:cNvPr id="333" name="Google Shape;333;p31"/>
          <p:cNvPicPr preferRelativeResize="0"/>
          <p:nvPr/>
        </p:nvPicPr>
        <p:blipFill rotWithShape="1">
          <a:blip r:embed="rId2">
            <a:alphaModFix/>
          </a:blip>
          <a:srcRect/>
          <a:stretch/>
        </p:blipFill>
        <p:spPr>
          <a:xfrm>
            <a:off x="0" y="6811001"/>
            <a:ext cx="12192000" cy="50800"/>
          </a:xfrm>
          <a:prstGeom prst="rect">
            <a:avLst/>
          </a:prstGeom>
          <a:noFill/>
          <a:ln>
            <a:noFill/>
          </a:ln>
        </p:spPr>
      </p:pic>
    </p:spTree>
    <p:extLst>
      <p:ext uri="{BB962C8B-B14F-4D97-AF65-F5344CB8AC3E}">
        <p14:creationId xmlns:p14="http://schemas.microsoft.com/office/powerpoint/2010/main" val="2669540955"/>
      </p:ext>
    </p:extLst>
  </p:cSld>
  <p:clrMapOvr>
    <a:masterClrMapping/>
  </p:clrMapOvr>
  <p:extLst>
    <p:ext uri="{DCECCB84-F9BA-43D5-87BE-67443E8EF086}">
      <p15:sldGuideLst xmlns:p15="http://schemas.microsoft.com/office/powerpoint/2012/main">
        <p15:guide id="1" orient="horz" pos="518">
          <p15:clr>
            <a:srgbClr val="FA7B17"/>
          </p15:clr>
        </p15:guide>
        <p15:guide id="2" orient="horz" pos="3068">
          <p15:clr>
            <a:srgbClr val="FA7B17"/>
          </p15:clr>
        </p15:guide>
        <p15:guide id="3" pos="259">
          <p15:clr>
            <a:srgbClr val="FA7B17"/>
          </p15:clr>
        </p15:guide>
        <p15:guide id="4" pos="5501">
          <p15:clr>
            <a:srgbClr val="FA7B17"/>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eam - 19 Photos (Org. Chart)">
  <p:cSld name="Team - 19 Photos (Org. Chart)">
    <p:spTree>
      <p:nvGrpSpPr>
        <p:cNvPr id="1" name="Shape 334"/>
        <p:cNvGrpSpPr/>
        <p:nvPr/>
      </p:nvGrpSpPr>
      <p:grpSpPr>
        <a:xfrm>
          <a:off x="0" y="0"/>
          <a:ext cx="0" cy="0"/>
          <a:chOff x="0" y="0"/>
          <a:chExt cx="0" cy="0"/>
        </a:xfrm>
      </p:grpSpPr>
      <p:sp>
        <p:nvSpPr>
          <p:cNvPr id="335" name="Google Shape;335;p32"/>
          <p:cNvSpPr/>
          <p:nvPr/>
        </p:nvSpPr>
        <p:spPr>
          <a:xfrm>
            <a:off x="6413872" y="2241737"/>
            <a:ext cx="730800" cy="7308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336" name="Google Shape;336;p32"/>
          <p:cNvSpPr/>
          <p:nvPr/>
        </p:nvSpPr>
        <p:spPr>
          <a:xfrm>
            <a:off x="6413872" y="1126239"/>
            <a:ext cx="730800" cy="7308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337" name="Google Shape;337;p32"/>
          <p:cNvSpPr/>
          <p:nvPr/>
        </p:nvSpPr>
        <p:spPr>
          <a:xfrm>
            <a:off x="9534684" y="2241737"/>
            <a:ext cx="730800" cy="7308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338" name="Google Shape;338;p32"/>
          <p:cNvSpPr/>
          <p:nvPr/>
        </p:nvSpPr>
        <p:spPr>
          <a:xfrm>
            <a:off x="9534684" y="3380669"/>
            <a:ext cx="730800" cy="7308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339" name="Google Shape;339;p32"/>
          <p:cNvSpPr/>
          <p:nvPr/>
        </p:nvSpPr>
        <p:spPr>
          <a:xfrm>
            <a:off x="9534684" y="4519601"/>
            <a:ext cx="730800" cy="7308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340" name="Google Shape;340;p32"/>
          <p:cNvSpPr/>
          <p:nvPr/>
        </p:nvSpPr>
        <p:spPr>
          <a:xfrm>
            <a:off x="9534684" y="5658532"/>
            <a:ext cx="730800" cy="7308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341" name="Google Shape;341;p32"/>
          <p:cNvSpPr/>
          <p:nvPr/>
        </p:nvSpPr>
        <p:spPr>
          <a:xfrm>
            <a:off x="7424317" y="3380669"/>
            <a:ext cx="730800" cy="7308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342" name="Google Shape;342;p32"/>
          <p:cNvSpPr/>
          <p:nvPr/>
        </p:nvSpPr>
        <p:spPr>
          <a:xfrm>
            <a:off x="7424317" y="4519601"/>
            <a:ext cx="730800" cy="7308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343" name="Google Shape;343;p32"/>
          <p:cNvSpPr/>
          <p:nvPr/>
        </p:nvSpPr>
        <p:spPr>
          <a:xfrm>
            <a:off x="7424317" y="5658532"/>
            <a:ext cx="730800" cy="7308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344" name="Google Shape;344;p32"/>
          <p:cNvSpPr/>
          <p:nvPr/>
        </p:nvSpPr>
        <p:spPr>
          <a:xfrm>
            <a:off x="5313951" y="3380669"/>
            <a:ext cx="730800" cy="7308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345" name="Google Shape;345;p32"/>
          <p:cNvSpPr/>
          <p:nvPr/>
        </p:nvSpPr>
        <p:spPr>
          <a:xfrm>
            <a:off x="5313951" y="4519601"/>
            <a:ext cx="730800" cy="7308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346" name="Google Shape;346;p32"/>
          <p:cNvSpPr/>
          <p:nvPr/>
        </p:nvSpPr>
        <p:spPr>
          <a:xfrm>
            <a:off x="5313951" y="5658532"/>
            <a:ext cx="730800" cy="7308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347" name="Google Shape;347;p32"/>
          <p:cNvSpPr/>
          <p:nvPr/>
        </p:nvSpPr>
        <p:spPr>
          <a:xfrm>
            <a:off x="2170493" y="2241737"/>
            <a:ext cx="730800" cy="7308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348" name="Google Shape;348;p32"/>
          <p:cNvSpPr/>
          <p:nvPr/>
        </p:nvSpPr>
        <p:spPr>
          <a:xfrm>
            <a:off x="3203584" y="3380669"/>
            <a:ext cx="730800" cy="7308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349" name="Google Shape;349;p32"/>
          <p:cNvSpPr/>
          <p:nvPr/>
        </p:nvSpPr>
        <p:spPr>
          <a:xfrm>
            <a:off x="3203584" y="4519601"/>
            <a:ext cx="730800" cy="7308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350" name="Google Shape;350;p32"/>
          <p:cNvSpPr/>
          <p:nvPr/>
        </p:nvSpPr>
        <p:spPr>
          <a:xfrm>
            <a:off x="3203584" y="5658532"/>
            <a:ext cx="730800" cy="7308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351" name="Google Shape;351;p32"/>
          <p:cNvSpPr/>
          <p:nvPr/>
        </p:nvSpPr>
        <p:spPr>
          <a:xfrm>
            <a:off x="1093217" y="3380669"/>
            <a:ext cx="730800" cy="7308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352" name="Google Shape;352;p32"/>
          <p:cNvSpPr/>
          <p:nvPr/>
        </p:nvSpPr>
        <p:spPr>
          <a:xfrm>
            <a:off x="1093217" y="4519601"/>
            <a:ext cx="730800" cy="7308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353" name="Google Shape;353;p32"/>
          <p:cNvSpPr/>
          <p:nvPr/>
        </p:nvSpPr>
        <p:spPr>
          <a:xfrm>
            <a:off x="1093217" y="5658532"/>
            <a:ext cx="730800" cy="7308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354" name="Google Shape;354;p32"/>
          <p:cNvSpPr>
            <a:spLocks noGrp="1"/>
          </p:cNvSpPr>
          <p:nvPr>
            <p:ph type="pic" idx="2"/>
          </p:nvPr>
        </p:nvSpPr>
        <p:spPr>
          <a:xfrm>
            <a:off x="7484917" y="4580272"/>
            <a:ext cx="609600" cy="609600"/>
          </a:xfrm>
          <a:prstGeom prst="ellipse">
            <a:avLst/>
          </a:prstGeom>
          <a:noFill/>
          <a:ln w="19050" cap="flat" cmpd="sng">
            <a:solidFill>
              <a:schemeClr val="dk1"/>
            </a:solidFill>
            <a:prstDash val="solid"/>
            <a:round/>
            <a:headEnd type="none" w="sm" len="sm"/>
            <a:tailEnd type="none" w="sm" len="sm"/>
          </a:ln>
        </p:spPr>
        <p:txBody>
          <a:bodyPr/>
          <a:lstStyle/>
          <a:p>
            <a:endParaRPr lang="en-IN"/>
          </a:p>
        </p:txBody>
      </p:sp>
      <p:sp>
        <p:nvSpPr>
          <p:cNvPr id="355" name="Google Shape;355;p32"/>
          <p:cNvSpPr>
            <a:spLocks noGrp="1"/>
          </p:cNvSpPr>
          <p:nvPr>
            <p:ph type="pic" idx="3"/>
          </p:nvPr>
        </p:nvSpPr>
        <p:spPr>
          <a:xfrm>
            <a:off x="7484917" y="5719132"/>
            <a:ext cx="609600" cy="609600"/>
          </a:xfrm>
          <a:prstGeom prst="ellipse">
            <a:avLst/>
          </a:prstGeom>
          <a:noFill/>
          <a:ln w="19050" cap="flat" cmpd="sng">
            <a:solidFill>
              <a:schemeClr val="dk1"/>
            </a:solidFill>
            <a:prstDash val="solid"/>
            <a:round/>
            <a:headEnd type="none" w="sm" len="sm"/>
            <a:tailEnd type="none" w="sm" len="sm"/>
          </a:ln>
        </p:spPr>
        <p:txBody>
          <a:bodyPr/>
          <a:lstStyle/>
          <a:p>
            <a:endParaRPr lang="en-IN"/>
          </a:p>
        </p:txBody>
      </p:sp>
      <p:sp>
        <p:nvSpPr>
          <p:cNvPr id="356" name="Google Shape;356;p32"/>
          <p:cNvSpPr>
            <a:spLocks noGrp="1"/>
          </p:cNvSpPr>
          <p:nvPr>
            <p:ph type="pic" idx="4"/>
          </p:nvPr>
        </p:nvSpPr>
        <p:spPr>
          <a:xfrm>
            <a:off x="6474472" y="1186839"/>
            <a:ext cx="609600" cy="609600"/>
          </a:xfrm>
          <a:prstGeom prst="ellipse">
            <a:avLst/>
          </a:prstGeom>
          <a:noFill/>
          <a:ln w="19050" cap="flat" cmpd="sng">
            <a:solidFill>
              <a:schemeClr val="dk1"/>
            </a:solidFill>
            <a:prstDash val="solid"/>
            <a:round/>
            <a:headEnd type="none" w="sm" len="sm"/>
            <a:tailEnd type="none" w="sm" len="sm"/>
          </a:ln>
        </p:spPr>
        <p:txBody>
          <a:bodyPr/>
          <a:lstStyle/>
          <a:p>
            <a:endParaRPr lang="en-IN"/>
          </a:p>
        </p:txBody>
      </p:sp>
      <p:sp>
        <p:nvSpPr>
          <p:cNvPr id="357" name="Google Shape;357;p32"/>
          <p:cNvSpPr>
            <a:spLocks noGrp="1"/>
          </p:cNvSpPr>
          <p:nvPr>
            <p:ph type="pic" idx="5"/>
          </p:nvPr>
        </p:nvSpPr>
        <p:spPr>
          <a:xfrm>
            <a:off x="6474872" y="2302389"/>
            <a:ext cx="609600" cy="609600"/>
          </a:xfrm>
          <a:prstGeom prst="ellipse">
            <a:avLst/>
          </a:prstGeom>
          <a:noFill/>
          <a:ln w="19050" cap="flat" cmpd="sng">
            <a:solidFill>
              <a:schemeClr val="dk1"/>
            </a:solidFill>
            <a:prstDash val="solid"/>
            <a:round/>
            <a:headEnd type="none" w="sm" len="sm"/>
            <a:tailEnd type="none" w="sm" len="sm"/>
          </a:ln>
        </p:spPr>
        <p:txBody>
          <a:bodyPr/>
          <a:lstStyle/>
          <a:p>
            <a:endParaRPr lang="en-IN"/>
          </a:p>
        </p:txBody>
      </p:sp>
      <p:sp>
        <p:nvSpPr>
          <p:cNvPr id="358" name="Google Shape;358;p32"/>
          <p:cNvSpPr>
            <a:spLocks noGrp="1"/>
          </p:cNvSpPr>
          <p:nvPr>
            <p:ph type="pic" idx="6"/>
          </p:nvPr>
        </p:nvSpPr>
        <p:spPr>
          <a:xfrm>
            <a:off x="9595284" y="2302439"/>
            <a:ext cx="609600" cy="609600"/>
          </a:xfrm>
          <a:prstGeom prst="ellipse">
            <a:avLst/>
          </a:prstGeom>
          <a:noFill/>
          <a:ln w="19050" cap="flat" cmpd="sng">
            <a:solidFill>
              <a:schemeClr val="dk1"/>
            </a:solidFill>
            <a:prstDash val="solid"/>
            <a:round/>
            <a:headEnd type="none" w="sm" len="sm"/>
            <a:tailEnd type="none" w="sm" len="sm"/>
          </a:ln>
        </p:spPr>
        <p:txBody>
          <a:bodyPr/>
          <a:lstStyle/>
          <a:p>
            <a:endParaRPr lang="en-IN"/>
          </a:p>
        </p:txBody>
      </p:sp>
      <p:sp>
        <p:nvSpPr>
          <p:cNvPr id="359" name="Google Shape;359;p32"/>
          <p:cNvSpPr>
            <a:spLocks noGrp="1"/>
          </p:cNvSpPr>
          <p:nvPr>
            <p:ph type="pic" idx="7"/>
          </p:nvPr>
        </p:nvSpPr>
        <p:spPr>
          <a:xfrm>
            <a:off x="9595284" y="3441339"/>
            <a:ext cx="609600" cy="609600"/>
          </a:xfrm>
          <a:prstGeom prst="ellipse">
            <a:avLst/>
          </a:prstGeom>
          <a:noFill/>
          <a:ln w="19050" cap="flat" cmpd="sng">
            <a:solidFill>
              <a:schemeClr val="dk1"/>
            </a:solidFill>
            <a:prstDash val="solid"/>
            <a:round/>
            <a:headEnd type="none" w="sm" len="sm"/>
            <a:tailEnd type="none" w="sm" len="sm"/>
          </a:ln>
        </p:spPr>
        <p:txBody>
          <a:bodyPr/>
          <a:lstStyle/>
          <a:p>
            <a:endParaRPr lang="en-IN"/>
          </a:p>
        </p:txBody>
      </p:sp>
      <p:sp>
        <p:nvSpPr>
          <p:cNvPr id="360" name="Google Shape;360;p32"/>
          <p:cNvSpPr>
            <a:spLocks noGrp="1"/>
          </p:cNvSpPr>
          <p:nvPr>
            <p:ph type="pic" idx="8"/>
          </p:nvPr>
        </p:nvSpPr>
        <p:spPr>
          <a:xfrm>
            <a:off x="9595284" y="4580272"/>
            <a:ext cx="609600" cy="609600"/>
          </a:xfrm>
          <a:prstGeom prst="ellipse">
            <a:avLst/>
          </a:prstGeom>
          <a:noFill/>
          <a:ln w="19050" cap="flat" cmpd="sng">
            <a:solidFill>
              <a:schemeClr val="dk1"/>
            </a:solidFill>
            <a:prstDash val="solid"/>
            <a:round/>
            <a:headEnd type="none" w="sm" len="sm"/>
            <a:tailEnd type="none" w="sm" len="sm"/>
          </a:ln>
        </p:spPr>
        <p:txBody>
          <a:bodyPr/>
          <a:lstStyle/>
          <a:p>
            <a:endParaRPr lang="en-IN"/>
          </a:p>
        </p:txBody>
      </p:sp>
      <p:sp>
        <p:nvSpPr>
          <p:cNvPr id="361" name="Google Shape;361;p32"/>
          <p:cNvSpPr>
            <a:spLocks noGrp="1"/>
          </p:cNvSpPr>
          <p:nvPr>
            <p:ph type="pic" idx="9"/>
          </p:nvPr>
        </p:nvSpPr>
        <p:spPr>
          <a:xfrm>
            <a:off x="9595284" y="5719132"/>
            <a:ext cx="609600" cy="609600"/>
          </a:xfrm>
          <a:prstGeom prst="ellipse">
            <a:avLst/>
          </a:prstGeom>
          <a:noFill/>
          <a:ln w="19050" cap="flat" cmpd="sng">
            <a:solidFill>
              <a:schemeClr val="dk1"/>
            </a:solidFill>
            <a:prstDash val="solid"/>
            <a:round/>
            <a:headEnd type="none" w="sm" len="sm"/>
            <a:tailEnd type="none" w="sm" len="sm"/>
          </a:ln>
        </p:spPr>
        <p:txBody>
          <a:bodyPr/>
          <a:lstStyle/>
          <a:p>
            <a:endParaRPr lang="en-IN"/>
          </a:p>
        </p:txBody>
      </p:sp>
      <p:sp>
        <p:nvSpPr>
          <p:cNvPr id="362" name="Google Shape;362;p32"/>
          <p:cNvSpPr>
            <a:spLocks noGrp="1"/>
          </p:cNvSpPr>
          <p:nvPr>
            <p:ph type="pic" idx="13"/>
          </p:nvPr>
        </p:nvSpPr>
        <p:spPr>
          <a:xfrm>
            <a:off x="2231093" y="2302439"/>
            <a:ext cx="609600" cy="609600"/>
          </a:xfrm>
          <a:prstGeom prst="ellipse">
            <a:avLst/>
          </a:prstGeom>
          <a:noFill/>
          <a:ln w="19050" cap="flat" cmpd="sng">
            <a:solidFill>
              <a:schemeClr val="dk1"/>
            </a:solidFill>
            <a:prstDash val="solid"/>
            <a:round/>
            <a:headEnd type="none" w="sm" len="sm"/>
            <a:tailEnd type="none" w="sm" len="sm"/>
          </a:ln>
        </p:spPr>
        <p:txBody>
          <a:bodyPr/>
          <a:lstStyle/>
          <a:p>
            <a:endParaRPr lang="en-IN"/>
          </a:p>
        </p:txBody>
      </p:sp>
      <p:sp>
        <p:nvSpPr>
          <p:cNvPr id="363" name="Google Shape;363;p32"/>
          <p:cNvSpPr>
            <a:spLocks noGrp="1"/>
          </p:cNvSpPr>
          <p:nvPr>
            <p:ph type="pic" idx="14"/>
          </p:nvPr>
        </p:nvSpPr>
        <p:spPr>
          <a:xfrm>
            <a:off x="7484917" y="3441339"/>
            <a:ext cx="609600" cy="609600"/>
          </a:xfrm>
          <a:prstGeom prst="ellipse">
            <a:avLst/>
          </a:prstGeom>
          <a:noFill/>
          <a:ln w="19050" cap="flat" cmpd="sng">
            <a:solidFill>
              <a:schemeClr val="dk1"/>
            </a:solidFill>
            <a:prstDash val="solid"/>
            <a:round/>
            <a:headEnd type="none" w="sm" len="sm"/>
            <a:tailEnd type="none" w="sm" len="sm"/>
          </a:ln>
        </p:spPr>
        <p:txBody>
          <a:bodyPr/>
          <a:lstStyle/>
          <a:p>
            <a:endParaRPr lang="en-IN"/>
          </a:p>
        </p:txBody>
      </p:sp>
      <p:sp>
        <p:nvSpPr>
          <p:cNvPr id="364" name="Google Shape;364;p32"/>
          <p:cNvSpPr>
            <a:spLocks noGrp="1"/>
          </p:cNvSpPr>
          <p:nvPr>
            <p:ph type="pic" idx="15"/>
          </p:nvPr>
        </p:nvSpPr>
        <p:spPr>
          <a:xfrm>
            <a:off x="5374551" y="3441339"/>
            <a:ext cx="609600" cy="609600"/>
          </a:xfrm>
          <a:prstGeom prst="ellipse">
            <a:avLst/>
          </a:prstGeom>
          <a:noFill/>
          <a:ln w="19050" cap="flat" cmpd="sng">
            <a:solidFill>
              <a:schemeClr val="dk1"/>
            </a:solidFill>
            <a:prstDash val="solid"/>
            <a:round/>
            <a:headEnd type="none" w="sm" len="sm"/>
            <a:tailEnd type="none" w="sm" len="sm"/>
          </a:ln>
        </p:spPr>
        <p:txBody>
          <a:bodyPr/>
          <a:lstStyle/>
          <a:p>
            <a:endParaRPr lang="en-IN"/>
          </a:p>
        </p:txBody>
      </p:sp>
      <p:sp>
        <p:nvSpPr>
          <p:cNvPr id="365" name="Google Shape;365;p32"/>
          <p:cNvSpPr>
            <a:spLocks noGrp="1"/>
          </p:cNvSpPr>
          <p:nvPr>
            <p:ph type="pic" idx="16"/>
          </p:nvPr>
        </p:nvSpPr>
        <p:spPr>
          <a:xfrm>
            <a:off x="5374551" y="4580272"/>
            <a:ext cx="609600" cy="609600"/>
          </a:xfrm>
          <a:prstGeom prst="ellipse">
            <a:avLst/>
          </a:prstGeom>
          <a:noFill/>
          <a:ln w="19050" cap="flat" cmpd="sng">
            <a:solidFill>
              <a:schemeClr val="dk1"/>
            </a:solidFill>
            <a:prstDash val="solid"/>
            <a:round/>
            <a:headEnd type="none" w="sm" len="sm"/>
            <a:tailEnd type="none" w="sm" len="sm"/>
          </a:ln>
        </p:spPr>
        <p:txBody>
          <a:bodyPr/>
          <a:lstStyle/>
          <a:p>
            <a:endParaRPr lang="en-IN"/>
          </a:p>
        </p:txBody>
      </p:sp>
      <p:sp>
        <p:nvSpPr>
          <p:cNvPr id="366" name="Google Shape;366;p32"/>
          <p:cNvSpPr>
            <a:spLocks noGrp="1"/>
          </p:cNvSpPr>
          <p:nvPr>
            <p:ph type="pic" idx="17"/>
          </p:nvPr>
        </p:nvSpPr>
        <p:spPr>
          <a:xfrm>
            <a:off x="5374551" y="5719132"/>
            <a:ext cx="609600" cy="609600"/>
          </a:xfrm>
          <a:prstGeom prst="ellipse">
            <a:avLst/>
          </a:prstGeom>
          <a:noFill/>
          <a:ln w="19050" cap="flat" cmpd="sng">
            <a:solidFill>
              <a:schemeClr val="dk1"/>
            </a:solidFill>
            <a:prstDash val="solid"/>
            <a:round/>
            <a:headEnd type="none" w="sm" len="sm"/>
            <a:tailEnd type="none" w="sm" len="sm"/>
          </a:ln>
        </p:spPr>
        <p:txBody>
          <a:bodyPr/>
          <a:lstStyle/>
          <a:p>
            <a:endParaRPr lang="en-IN"/>
          </a:p>
        </p:txBody>
      </p:sp>
      <p:sp>
        <p:nvSpPr>
          <p:cNvPr id="367" name="Google Shape;367;p32"/>
          <p:cNvSpPr>
            <a:spLocks noGrp="1"/>
          </p:cNvSpPr>
          <p:nvPr>
            <p:ph type="pic" idx="18"/>
          </p:nvPr>
        </p:nvSpPr>
        <p:spPr>
          <a:xfrm>
            <a:off x="3264184" y="3441339"/>
            <a:ext cx="609600" cy="609600"/>
          </a:xfrm>
          <a:prstGeom prst="ellipse">
            <a:avLst/>
          </a:prstGeom>
          <a:noFill/>
          <a:ln w="19050" cap="flat" cmpd="sng">
            <a:solidFill>
              <a:schemeClr val="dk1"/>
            </a:solidFill>
            <a:prstDash val="solid"/>
            <a:round/>
            <a:headEnd type="none" w="sm" len="sm"/>
            <a:tailEnd type="none" w="sm" len="sm"/>
          </a:ln>
        </p:spPr>
        <p:txBody>
          <a:bodyPr/>
          <a:lstStyle/>
          <a:p>
            <a:endParaRPr lang="en-IN"/>
          </a:p>
        </p:txBody>
      </p:sp>
      <p:sp>
        <p:nvSpPr>
          <p:cNvPr id="368" name="Google Shape;368;p32"/>
          <p:cNvSpPr>
            <a:spLocks noGrp="1"/>
          </p:cNvSpPr>
          <p:nvPr>
            <p:ph type="pic" idx="19"/>
          </p:nvPr>
        </p:nvSpPr>
        <p:spPr>
          <a:xfrm>
            <a:off x="3264184" y="4580272"/>
            <a:ext cx="609600" cy="609600"/>
          </a:xfrm>
          <a:prstGeom prst="ellipse">
            <a:avLst/>
          </a:prstGeom>
          <a:noFill/>
          <a:ln w="19050" cap="flat" cmpd="sng">
            <a:solidFill>
              <a:schemeClr val="dk1"/>
            </a:solidFill>
            <a:prstDash val="solid"/>
            <a:round/>
            <a:headEnd type="none" w="sm" len="sm"/>
            <a:tailEnd type="none" w="sm" len="sm"/>
          </a:ln>
        </p:spPr>
        <p:txBody>
          <a:bodyPr/>
          <a:lstStyle/>
          <a:p>
            <a:endParaRPr lang="en-IN"/>
          </a:p>
        </p:txBody>
      </p:sp>
      <p:sp>
        <p:nvSpPr>
          <p:cNvPr id="369" name="Google Shape;369;p32"/>
          <p:cNvSpPr>
            <a:spLocks noGrp="1"/>
          </p:cNvSpPr>
          <p:nvPr>
            <p:ph type="pic" idx="20"/>
          </p:nvPr>
        </p:nvSpPr>
        <p:spPr>
          <a:xfrm>
            <a:off x="3264184" y="5719132"/>
            <a:ext cx="609600" cy="609600"/>
          </a:xfrm>
          <a:prstGeom prst="ellipse">
            <a:avLst/>
          </a:prstGeom>
          <a:noFill/>
          <a:ln w="19050" cap="flat" cmpd="sng">
            <a:solidFill>
              <a:schemeClr val="dk1"/>
            </a:solidFill>
            <a:prstDash val="solid"/>
            <a:round/>
            <a:headEnd type="none" w="sm" len="sm"/>
            <a:tailEnd type="none" w="sm" len="sm"/>
          </a:ln>
        </p:spPr>
        <p:txBody>
          <a:bodyPr/>
          <a:lstStyle/>
          <a:p>
            <a:endParaRPr lang="en-IN"/>
          </a:p>
        </p:txBody>
      </p:sp>
      <p:sp>
        <p:nvSpPr>
          <p:cNvPr id="370" name="Google Shape;370;p32"/>
          <p:cNvSpPr>
            <a:spLocks noGrp="1"/>
          </p:cNvSpPr>
          <p:nvPr>
            <p:ph type="pic" idx="21"/>
          </p:nvPr>
        </p:nvSpPr>
        <p:spPr>
          <a:xfrm>
            <a:off x="1153817" y="3441339"/>
            <a:ext cx="609600" cy="609600"/>
          </a:xfrm>
          <a:prstGeom prst="ellipse">
            <a:avLst/>
          </a:prstGeom>
          <a:noFill/>
          <a:ln w="19050" cap="flat" cmpd="sng">
            <a:solidFill>
              <a:schemeClr val="dk1"/>
            </a:solidFill>
            <a:prstDash val="solid"/>
            <a:round/>
            <a:headEnd type="none" w="sm" len="sm"/>
            <a:tailEnd type="none" w="sm" len="sm"/>
          </a:ln>
        </p:spPr>
        <p:txBody>
          <a:bodyPr/>
          <a:lstStyle/>
          <a:p>
            <a:endParaRPr lang="en-IN"/>
          </a:p>
        </p:txBody>
      </p:sp>
      <p:sp>
        <p:nvSpPr>
          <p:cNvPr id="371" name="Google Shape;371;p32"/>
          <p:cNvSpPr>
            <a:spLocks noGrp="1"/>
          </p:cNvSpPr>
          <p:nvPr>
            <p:ph type="pic" idx="22"/>
          </p:nvPr>
        </p:nvSpPr>
        <p:spPr>
          <a:xfrm>
            <a:off x="1153817" y="4580272"/>
            <a:ext cx="609600" cy="609600"/>
          </a:xfrm>
          <a:prstGeom prst="ellipse">
            <a:avLst/>
          </a:prstGeom>
          <a:noFill/>
          <a:ln w="19050" cap="flat" cmpd="sng">
            <a:solidFill>
              <a:schemeClr val="dk1"/>
            </a:solidFill>
            <a:prstDash val="solid"/>
            <a:round/>
            <a:headEnd type="none" w="sm" len="sm"/>
            <a:tailEnd type="none" w="sm" len="sm"/>
          </a:ln>
        </p:spPr>
        <p:txBody>
          <a:bodyPr/>
          <a:lstStyle/>
          <a:p>
            <a:endParaRPr lang="en-IN"/>
          </a:p>
        </p:txBody>
      </p:sp>
      <p:sp>
        <p:nvSpPr>
          <p:cNvPr id="372" name="Google Shape;372;p32"/>
          <p:cNvSpPr>
            <a:spLocks noGrp="1"/>
          </p:cNvSpPr>
          <p:nvPr>
            <p:ph type="pic" idx="23"/>
          </p:nvPr>
        </p:nvSpPr>
        <p:spPr>
          <a:xfrm>
            <a:off x="1153817" y="5719132"/>
            <a:ext cx="609600" cy="609600"/>
          </a:xfrm>
          <a:prstGeom prst="ellipse">
            <a:avLst/>
          </a:prstGeom>
          <a:noFill/>
          <a:ln w="19050" cap="flat" cmpd="sng">
            <a:solidFill>
              <a:schemeClr val="dk1"/>
            </a:solidFill>
            <a:prstDash val="solid"/>
            <a:round/>
            <a:headEnd type="none" w="sm" len="sm"/>
            <a:tailEnd type="none" w="sm" len="sm"/>
          </a:ln>
        </p:spPr>
        <p:txBody>
          <a:bodyPr/>
          <a:lstStyle/>
          <a:p>
            <a:endParaRPr lang="en-IN"/>
          </a:p>
        </p:txBody>
      </p:sp>
      <p:sp>
        <p:nvSpPr>
          <p:cNvPr id="373" name="Google Shape;373;p32"/>
          <p:cNvSpPr txBox="1">
            <a:spLocks noGrp="1"/>
          </p:cNvSpPr>
          <p:nvPr>
            <p:ph type="title"/>
          </p:nvPr>
        </p:nvSpPr>
        <p:spPr>
          <a:xfrm>
            <a:off x="554167" y="496800"/>
            <a:ext cx="11083600" cy="6116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1800"/>
              <a:buNone/>
              <a:defRPr sz="2400">
                <a:solidFill>
                  <a:schemeClr val="lt1"/>
                </a:solidFill>
              </a:defRPr>
            </a:lvl1pPr>
            <a:lvl2pPr lvl="1" algn="l">
              <a:lnSpc>
                <a:spcPct val="100000"/>
              </a:lnSpc>
              <a:spcBef>
                <a:spcPts val="0"/>
              </a:spcBef>
              <a:spcAft>
                <a:spcPts val="0"/>
              </a:spcAft>
              <a:buClr>
                <a:schemeClr val="lt1"/>
              </a:buClr>
              <a:buSzPts val="1800"/>
              <a:buNone/>
              <a:defRPr sz="2400">
                <a:solidFill>
                  <a:schemeClr val="lt1"/>
                </a:solidFill>
              </a:defRPr>
            </a:lvl2pPr>
            <a:lvl3pPr lvl="2" algn="l">
              <a:lnSpc>
                <a:spcPct val="100000"/>
              </a:lnSpc>
              <a:spcBef>
                <a:spcPts val="0"/>
              </a:spcBef>
              <a:spcAft>
                <a:spcPts val="0"/>
              </a:spcAft>
              <a:buClr>
                <a:schemeClr val="lt1"/>
              </a:buClr>
              <a:buSzPts val="1800"/>
              <a:buNone/>
              <a:defRPr sz="2400">
                <a:solidFill>
                  <a:schemeClr val="lt1"/>
                </a:solidFill>
              </a:defRPr>
            </a:lvl3pPr>
            <a:lvl4pPr lvl="3" algn="l">
              <a:lnSpc>
                <a:spcPct val="100000"/>
              </a:lnSpc>
              <a:spcBef>
                <a:spcPts val="0"/>
              </a:spcBef>
              <a:spcAft>
                <a:spcPts val="0"/>
              </a:spcAft>
              <a:buClr>
                <a:schemeClr val="lt1"/>
              </a:buClr>
              <a:buSzPts val="1800"/>
              <a:buNone/>
              <a:defRPr sz="2400">
                <a:solidFill>
                  <a:schemeClr val="lt1"/>
                </a:solidFill>
              </a:defRPr>
            </a:lvl4pPr>
            <a:lvl5pPr lvl="4" algn="l">
              <a:lnSpc>
                <a:spcPct val="100000"/>
              </a:lnSpc>
              <a:spcBef>
                <a:spcPts val="0"/>
              </a:spcBef>
              <a:spcAft>
                <a:spcPts val="0"/>
              </a:spcAft>
              <a:buClr>
                <a:schemeClr val="lt1"/>
              </a:buClr>
              <a:buSzPts val="1800"/>
              <a:buNone/>
              <a:defRPr sz="2400">
                <a:solidFill>
                  <a:schemeClr val="lt1"/>
                </a:solidFill>
              </a:defRPr>
            </a:lvl5pPr>
            <a:lvl6pPr lvl="5" algn="l">
              <a:lnSpc>
                <a:spcPct val="100000"/>
              </a:lnSpc>
              <a:spcBef>
                <a:spcPts val="0"/>
              </a:spcBef>
              <a:spcAft>
                <a:spcPts val="0"/>
              </a:spcAft>
              <a:buClr>
                <a:schemeClr val="lt1"/>
              </a:buClr>
              <a:buSzPts val="1800"/>
              <a:buNone/>
              <a:defRPr sz="2400">
                <a:solidFill>
                  <a:schemeClr val="lt1"/>
                </a:solidFill>
              </a:defRPr>
            </a:lvl6pPr>
            <a:lvl7pPr lvl="6" algn="l">
              <a:lnSpc>
                <a:spcPct val="100000"/>
              </a:lnSpc>
              <a:spcBef>
                <a:spcPts val="0"/>
              </a:spcBef>
              <a:spcAft>
                <a:spcPts val="0"/>
              </a:spcAft>
              <a:buClr>
                <a:schemeClr val="lt1"/>
              </a:buClr>
              <a:buSzPts val="1800"/>
              <a:buNone/>
              <a:defRPr sz="2400">
                <a:solidFill>
                  <a:schemeClr val="lt1"/>
                </a:solidFill>
              </a:defRPr>
            </a:lvl7pPr>
            <a:lvl8pPr lvl="7" algn="l">
              <a:lnSpc>
                <a:spcPct val="100000"/>
              </a:lnSpc>
              <a:spcBef>
                <a:spcPts val="0"/>
              </a:spcBef>
              <a:spcAft>
                <a:spcPts val="0"/>
              </a:spcAft>
              <a:buClr>
                <a:schemeClr val="lt1"/>
              </a:buClr>
              <a:buSzPts val="1800"/>
              <a:buNone/>
              <a:defRPr sz="2400">
                <a:solidFill>
                  <a:schemeClr val="lt1"/>
                </a:solidFill>
              </a:defRPr>
            </a:lvl8pPr>
            <a:lvl9pPr lvl="8" algn="l">
              <a:lnSpc>
                <a:spcPct val="100000"/>
              </a:lnSpc>
              <a:spcBef>
                <a:spcPts val="0"/>
              </a:spcBef>
              <a:spcAft>
                <a:spcPts val="0"/>
              </a:spcAft>
              <a:buClr>
                <a:schemeClr val="lt1"/>
              </a:buClr>
              <a:buSzPts val="1800"/>
              <a:buNone/>
              <a:defRPr sz="2400">
                <a:solidFill>
                  <a:schemeClr val="lt1"/>
                </a:solidFill>
              </a:defRPr>
            </a:lvl9pPr>
          </a:lstStyle>
          <a:p>
            <a:endParaRPr/>
          </a:p>
        </p:txBody>
      </p:sp>
      <p:sp>
        <p:nvSpPr>
          <p:cNvPr id="374" name="Google Shape;374;p32"/>
          <p:cNvSpPr/>
          <p:nvPr/>
        </p:nvSpPr>
        <p:spPr>
          <a:xfrm>
            <a:off x="11792595" y="6494883"/>
            <a:ext cx="304800" cy="306000"/>
          </a:xfrm>
          <a:prstGeom prst="ellipse">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US" sz="933" b="0" i="0" u="none" strike="noStrike" cap="none">
                <a:solidFill>
                  <a:schemeClr val="lt1"/>
                </a:solidFill>
                <a:latin typeface="Calibri"/>
                <a:ea typeface="Calibri"/>
                <a:cs typeface="Calibri"/>
                <a:sym typeface="Calibri"/>
              </a:rPr>
              <a:pPr marL="0" marR="0" lvl="0" indent="0" algn="r" rtl="0">
                <a:lnSpc>
                  <a:spcPct val="100000"/>
                </a:lnSpc>
                <a:spcBef>
                  <a:spcPts val="0"/>
                </a:spcBef>
                <a:spcAft>
                  <a:spcPts val="0"/>
                </a:spcAft>
                <a:buClr>
                  <a:srgbClr val="000000"/>
                </a:buClr>
                <a:buSzPts val="700"/>
                <a:buFont typeface="Arial"/>
                <a:buNone/>
              </a:pPr>
              <a:t>‹#›</a:t>
            </a:fld>
            <a:endParaRPr sz="933" b="0" i="0" u="none" strike="noStrike" cap="none" dirty="0">
              <a:solidFill>
                <a:schemeClr val="lt1"/>
              </a:solidFill>
              <a:latin typeface="Calibri"/>
              <a:ea typeface="Calibri"/>
              <a:cs typeface="Calibri"/>
              <a:sym typeface="Calibri"/>
            </a:endParaRPr>
          </a:p>
        </p:txBody>
      </p:sp>
      <p:sp>
        <p:nvSpPr>
          <p:cNvPr id="375" name="Google Shape;375;p32"/>
          <p:cNvSpPr/>
          <p:nvPr/>
        </p:nvSpPr>
        <p:spPr>
          <a:xfrm>
            <a:off x="3" y="1"/>
            <a:ext cx="301543" cy="347263"/>
          </a:xfrm>
          <a:custGeom>
            <a:avLst/>
            <a:gdLst/>
            <a:ahLst/>
            <a:cxnLst/>
            <a:rect l="l" t="t" r="r" b="b"/>
            <a:pathLst>
              <a:path w="1675237" h="1929234" extrusionOk="0">
                <a:moveTo>
                  <a:pt x="461556" y="1897854"/>
                </a:moveTo>
                <a:lnTo>
                  <a:pt x="469774" y="1899513"/>
                </a:lnTo>
                <a:lnTo>
                  <a:pt x="443985" y="1904118"/>
                </a:lnTo>
                <a:lnTo>
                  <a:pt x="449737" y="1900240"/>
                </a:lnTo>
                <a:cubicBezTo>
                  <a:pt x="453370" y="1898704"/>
                  <a:pt x="457364" y="1897854"/>
                  <a:pt x="461556" y="1897854"/>
                </a:cubicBezTo>
                <a:close/>
                <a:moveTo>
                  <a:pt x="389002" y="1897854"/>
                </a:moveTo>
                <a:cubicBezTo>
                  <a:pt x="397386" y="1897854"/>
                  <a:pt x="404977" y="1901253"/>
                  <a:pt x="410472" y="1906747"/>
                </a:cubicBezTo>
                <a:lnTo>
                  <a:pt x="411766" y="1909872"/>
                </a:lnTo>
                <a:lnTo>
                  <a:pt x="400388" y="1911904"/>
                </a:lnTo>
                <a:lnTo>
                  <a:pt x="363451" y="1916598"/>
                </a:lnTo>
                <a:lnTo>
                  <a:pt x="367531" y="1906747"/>
                </a:lnTo>
                <a:cubicBezTo>
                  <a:pt x="373026" y="1901253"/>
                  <a:pt x="380617" y="1897854"/>
                  <a:pt x="389002" y="1897854"/>
                </a:cubicBezTo>
                <a:close/>
                <a:moveTo>
                  <a:pt x="316447" y="1897854"/>
                </a:moveTo>
                <a:cubicBezTo>
                  <a:pt x="324832" y="1897854"/>
                  <a:pt x="332422" y="1901253"/>
                  <a:pt x="337917" y="1906747"/>
                </a:cubicBezTo>
                <a:lnTo>
                  <a:pt x="343070" y="1919187"/>
                </a:lnTo>
                <a:lnTo>
                  <a:pt x="325117" y="1921469"/>
                </a:lnTo>
                <a:lnTo>
                  <a:pt x="287700" y="1924314"/>
                </a:lnTo>
                <a:lnTo>
                  <a:pt x="294977" y="1906747"/>
                </a:lnTo>
                <a:cubicBezTo>
                  <a:pt x="300471" y="1901253"/>
                  <a:pt x="308062" y="1897854"/>
                  <a:pt x="316447" y="1897854"/>
                </a:cubicBezTo>
                <a:close/>
                <a:moveTo>
                  <a:pt x="243892" y="1897854"/>
                </a:moveTo>
                <a:cubicBezTo>
                  <a:pt x="252277" y="1897854"/>
                  <a:pt x="259868" y="1901253"/>
                  <a:pt x="265363" y="1906747"/>
                </a:cubicBezTo>
                <a:lnTo>
                  <a:pt x="273099" y="1925425"/>
                </a:lnTo>
                <a:lnTo>
                  <a:pt x="248735" y="1927277"/>
                </a:lnTo>
                <a:lnTo>
                  <a:pt x="213550" y="1928167"/>
                </a:lnTo>
                <a:lnTo>
                  <a:pt x="222422" y="1906747"/>
                </a:lnTo>
                <a:cubicBezTo>
                  <a:pt x="227917" y="1901253"/>
                  <a:pt x="235508" y="1897854"/>
                  <a:pt x="243892" y="1897854"/>
                </a:cubicBezTo>
                <a:close/>
                <a:moveTo>
                  <a:pt x="171339" y="1897854"/>
                </a:moveTo>
                <a:cubicBezTo>
                  <a:pt x="188107" y="1897854"/>
                  <a:pt x="201701" y="1911448"/>
                  <a:pt x="201701" y="1928218"/>
                </a:cubicBezTo>
                <a:lnTo>
                  <a:pt x="201597" y="1928469"/>
                </a:lnTo>
                <a:lnTo>
                  <a:pt x="171336" y="1929234"/>
                </a:lnTo>
                <a:lnTo>
                  <a:pt x="141087" y="1928469"/>
                </a:lnTo>
                <a:lnTo>
                  <a:pt x="140982" y="1928218"/>
                </a:lnTo>
                <a:cubicBezTo>
                  <a:pt x="140982" y="1911448"/>
                  <a:pt x="154577" y="1897854"/>
                  <a:pt x="171339" y="1897854"/>
                </a:cubicBezTo>
                <a:close/>
                <a:moveTo>
                  <a:pt x="98792" y="1897854"/>
                </a:moveTo>
                <a:cubicBezTo>
                  <a:pt x="107177" y="1897854"/>
                  <a:pt x="114768" y="1901253"/>
                  <a:pt x="120263" y="1906747"/>
                </a:cubicBezTo>
                <a:lnTo>
                  <a:pt x="129135" y="1928167"/>
                </a:lnTo>
                <a:lnTo>
                  <a:pt x="93938" y="1927277"/>
                </a:lnTo>
                <a:lnTo>
                  <a:pt x="69586" y="1925425"/>
                </a:lnTo>
                <a:lnTo>
                  <a:pt x="77322" y="1906747"/>
                </a:lnTo>
                <a:cubicBezTo>
                  <a:pt x="82817" y="1901253"/>
                  <a:pt x="90408" y="1897854"/>
                  <a:pt x="98792" y="1897854"/>
                </a:cubicBezTo>
                <a:close/>
                <a:moveTo>
                  <a:pt x="26239" y="1897854"/>
                </a:moveTo>
                <a:cubicBezTo>
                  <a:pt x="34623" y="1897854"/>
                  <a:pt x="42214" y="1901253"/>
                  <a:pt x="47709" y="1906747"/>
                </a:cubicBezTo>
                <a:lnTo>
                  <a:pt x="54985" y="1924315"/>
                </a:lnTo>
                <a:lnTo>
                  <a:pt x="17556" y="1921469"/>
                </a:lnTo>
                <a:lnTo>
                  <a:pt x="0" y="1919238"/>
                </a:lnTo>
                <a:lnTo>
                  <a:pt x="0" y="1918259"/>
                </a:lnTo>
                <a:lnTo>
                  <a:pt x="4768" y="1906747"/>
                </a:lnTo>
                <a:cubicBezTo>
                  <a:pt x="10263" y="1901253"/>
                  <a:pt x="17854" y="1897854"/>
                  <a:pt x="26239" y="1897854"/>
                </a:cubicBezTo>
                <a:close/>
                <a:moveTo>
                  <a:pt x="679220" y="1817400"/>
                </a:moveTo>
                <a:cubicBezTo>
                  <a:pt x="687604" y="1817400"/>
                  <a:pt x="695195" y="1820799"/>
                  <a:pt x="700690" y="1826293"/>
                </a:cubicBezTo>
                <a:lnTo>
                  <a:pt x="702587" y="1830873"/>
                </a:lnTo>
                <a:lnTo>
                  <a:pt x="649855" y="1850174"/>
                </a:lnTo>
                <a:lnTo>
                  <a:pt x="648856" y="1847763"/>
                </a:lnTo>
                <a:cubicBezTo>
                  <a:pt x="648856" y="1830994"/>
                  <a:pt x="662450" y="1817400"/>
                  <a:pt x="679220" y="1817400"/>
                </a:cubicBezTo>
                <a:close/>
                <a:moveTo>
                  <a:pt x="606665" y="1817400"/>
                </a:moveTo>
                <a:cubicBezTo>
                  <a:pt x="623435" y="1817400"/>
                  <a:pt x="637029" y="1830994"/>
                  <a:pt x="637029" y="1847763"/>
                </a:cubicBezTo>
                <a:lnTo>
                  <a:pt x="633560" y="1856138"/>
                </a:lnTo>
                <a:lnTo>
                  <a:pt x="618594" y="1861615"/>
                </a:lnTo>
                <a:lnTo>
                  <a:pt x="587142" y="1870547"/>
                </a:lnTo>
                <a:lnTo>
                  <a:pt x="585195" y="1869234"/>
                </a:lnTo>
                <a:cubicBezTo>
                  <a:pt x="579700" y="1863739"/>
                  <a:pt x="576302" y="1856148"/>
                  <a:pt x="576302" y="1847763"/>
                </a:cubicBezTo>
                <a:cubicBezTo>
                  <a:pt x="576302" y="1830994"/>
                  <a:pt x="589896" y="1817400"/>
                  <a:pt x="606665" y="1817400"/>
                </a:cubicBezTo>
                <a:close/>
                <a:moveTo>
                  <a:pt x="534111" y="1817400"/>
                </a:moveTo>
                <a:cubicBezTo>
                  <a:pt x="550880" y="1817400"/>
                  <a:pt x="564474" y="1830994"/>
                  <a:pt x="564474" y="1847763"/>
                </a:cubicBezTo>
                <a:cubicBezTo>
                  <a:pt x="564474" y="1864533"/>
                  <a:pt x="550880" y="1878127"/>
                  <a:pt x="534111" y="1878127"/>
                </a:cubicBezTo>
                <a:cubicBezTo>
                  <a:pt x="517341" y="1878127"/>
                  <a:pt x="503747" y="1864533"/>
                  <a:pt x="503747" y="1847763"/>
                </a:cubicBezTo>
                <a:cubicBezTo>
                  <a:pt x="503747" y="1830994"/>
                  <a:pt x="517341" y="1817400"/>
                  <a:pt x="534111" y="1817400"/>
                </a:cubicBezTo>
                <a:close/>
                <a:moveTo>
                  <a:pt x="461556" y="1817400"/>
                </a:moveTo>
                <a:cubicBezTo>
                  <a:pt x="478326" y="1817400"/>
                  <a:pt x="491920" y="1830994"/>
                  <a:pt x="491920" y="1847763"/>
                </a:cubicBezTo>
                <a:cubicBezTo>
                  <a:pt x="491920" y="1864533"/>
                  <a:pt x="478326" y="1878127"/>
                  <a:pt x="461556" y="1878127"/>
                </a:cubicBezTo>
                <a:cubicBezTo>
                  <a:pt x="444787" y="1878127"/>
                  <a:pt x="431192" y="1864533"/>
                  <a:pt x="431192" y="1847763"/>
                </a:cubicBezTo>
                <a:cubicBezTo>
                  <a:pt x="431192" y="1830994"/>
                  <a:pt x="444787" y="1817400"/>
                  <a:pt x="461556" y="1817400"/>
                </a:cubicBezTo>
                <a:close/>
                <a:moveTo>
                  <a:pt x="389002" y="1817400"/>
                </a:moveTo>
                <a:cubicBezTo>
                  <a:pt x="405771" y="1817400"/>
                  <a:pt x="419365" y="1830994"/>
                  <a:pt x="419365" y="1847763"/>
                </a:cubicBezTo>
                <a:cubicBezTo>
                  <a:pt x="419365" y="1864533"/>
                  <a:pt x="405771" y="1878127"/>
                  <a:pt x="389002" y="1878127"/>
                </a:cubicBezTo>
                <a:cubicBezTo>
                  <a:pt x="372232" y="1878127"/>
                  <a:pt x="358638" y="1864533"/>
                  <a:pt x="358638" y="1847763"/>
                </a:cubicBezTo>
                <a:cubicBezTo>
                  <a:pt x="358638" y="1830994"/>
                  <a:pt x="372232" y="1817400"/>
                  <a:pt x="389002" y="1817400"/>
                </a:cubicBezTo>
                <a:close/>
                <a:moveTo>
                  <a:pt x="316447" y="1817400"/>
                </a:moveTo>
                <a:cubicBezTo>
                  <a:pt x="333216" y="1817400"/>
                  <a:pt x="346810" y="1830994"/>
                  <a:pt x="346810" y="1847763"/>
                </a:cubicBezTo>
                <a:cubicBezTo>
                  <a:pt x="346810" y="1864533"/>
                  <a:pt x="333216" y="1878127"/>
                  <a:pt x="316447" y="1878127"/>
                </a:cubicBezTo>
                <a:cubicBezTo>
                  <a:pt x="299677" y="1878127"/>
                  <a:pt x="286084" y="1864533"/>
                  <a:pt x="286084" y="1847763"/>
                </a:cubicBezTo>
                <a:cubicBezTo>
                  <a:pt x="286084" y="1830994"/>
                  <a:pt x="299677" y="1817400"/>
                  <a:pt x="316447" y="1817400"/>
                </a:cubicBezTo>
                <a:close/>
                <a:moveTo>
                  <a:pt x="243892" y="1817400"/>
                </a:moveTo>
                <a:cubicBezTo>
                  <a:pt x="260662" y="1817400"/>
                  <a:pt x="274256" y="1830994"/>
                  <a:pt x="274256" y="1847763"/>
                </a:cubicBezTo>
                <a:cubicBezTo>
                  <a:pt x="274256" y="1864533"/>
                  <a:pt x="260662" y="1878127"/>
                  <a:pt x="243892" y="1878127"/>
                </a:cubicBezTo>
                <a:cubicBezTo>
                  <a:pt x="227123" y="1878127"/>
                  <a:pt x="213529" y="1864533"/>
                  <a:pt x="213529" y="1847763"/>
                </a:cubicBezTo>
                <a:cubicBezTo>
                  <a:pt x="213529" y="1830994"/>
                  <a:pt x="227123" y="1817400"/>
                  <a:pt x="243892" y="1817400"/>
                </a:cubicBezTo>
                <a:close/>
                <a:moveTo>
                  <a:pt x="171339" y="1817400"/>
                </a:moveTo>
                <a:cubicBezTo>
                  <a:pt x="188107" y="1817400"/>
                  <a:pt x="201701" y="1830994"/>
                  <a:pt x="201701" y="1847763"/>
                </a:cubicBezTo>
                <a:cubicBezTo>
                  <a:pt x="201701" y="1864533"/>
                  <a:pt x="188107" y="1878127"/>
                  <a:pt x="171339" y="1878127"/>
                </a:cubicBezTo>
                <a:cubicBezTo>
                  <a:pt x="154583" y="1878127"/>
                  <a:pt x="140989" y="1864533"/>
                  <a:pt x="140989" y="1847763"/>
                </a:cubicBezTo>
                <a:cubicBezTo>
                  <a:pt x="140989" y="1830994"/>
                  <a:pt x="154583" y="1817400"/>
                  <a:pt x="171339" y="1817400"/>
                </a:cubicBezTo>
                <a:close/>
                <a:moveTo>
                  <a:pt x="98799" y="1817400"/>
                </a:moveTo>
                <a:cubicBezTo>
                  <a:pt x="115568" y="1817400"/>
                  <a:pt x="129162" y="1830994"/>
                  <a:pt x="129162" y="1847763"/>
                </a:cubicBezTo>
                <a:cubicBezTo>
                  <a:pt x="129162" y="1864533"/>
                  <a:pt x="115568" y="1878127"/>
                  <a:pt x="98799" y="1878127"/>
                </a:cubicBezTo>
                <a:cubicBezTo>
                  <a:pt x="82029" y="1878127"/>
                  <a:pt x="68435" y="1864533"/>
                  <a:pt x="68435" y="1847763"/>
                </a:cubicBezTo>
                <a:cubicBezTo>
                  <a:pt x="68435" y="1830994"/>
                  <a:pt x="82029" y="1817400"/>
                  <a:pt x="98799" y="1817400"/>
                </a:cubicBezTo>
                <a:close/>
                <a:moveTo>
                  <a:pt x="26245" y="1817400"/>
                </a:moveTo>
                <a:cubicBezTo>
                  <a:pt x="43014" y="1817400"/>
                  <a:pt x="56608" y="1830994"/>
                  <a:pt x="56608" y="1847763"/>
                </a:cubicBezTo>
                <a:cubicBezTo>
                  <a:pt x="56608" y="1864533"/>
                  <a:pt x="43014" y="1878127"/>
                  <a:pt x="26245" y="1878127"/>
                </a:cubicBezTo>
                <a:cubicBezTo>
                  <a:pt x="17860" y="1878127"/>
                  <a:pt x="10269" y="1874729"/>
                  <a:pt x="4775" y="1869234"/>
                </a:cubicBezTo>
                <a:lnTo>
                  <a:pt x="0" y="1857707"/>
                </a:lnTo>
                <a:lnTo>
                  <a:pt x="0" y="1837819"/>
                </a:lnTo>
                <a:lnTo>
                  <a:pt x="4775" y="1826293"/>
                </a:lnTo>
                <a:cubicBezTo>
                  <a:pt x="10269" y="1820799"/>
                  <a:pt x="17860" y="1817400"/>
                  <a:pt x="26245" y="1817400"/>
                </a:cubicBezTo>
                <a:close/>
                <a:moveTo>
                  <a:pt x="896883" y="1736948"/>
                </a:moveTo>
                <a:lnTo>
                  <a:pt x="903696" y="1738324"/>
                </a:lnTo>
                <a:lnTo>
                  <a:pt x="888255" y="1747704"/>
                </a:lnTo>
                <a:lnTo>
                  <a:pt x="871248" y="1755896"/>
                </a:lnTo>
                <a:lnTo>
                  <a:pt x="875413" y="1745841"/>
                </a:lnTo>
                <a:cubicBezTo>
                  <a:pt x="880908" y="1740347"/>
                  <a:pt x="888499" y="1736948"/>
                  <a:pt x="896883" y="1736948"/>
                </a:cubicBezTo>
                <a:close/>
                <a:moveTo>
                  <a:pt x="824329" y="1736948"/>
                </a:moveTo>
                <a:cubicBezTo>
                  <a:pt x="832714" y="1736948"/>
                  <a:pt x="840304" y="1740347"/>
                  <a:pt x="845799" y="1745841"/>
                </a:cubicBezTo>
                <a:lnTo>
                  <a:pt x="853504" y="1764444"/>
                </a:lnTo>
                <a:lnTo>
                  <a:pt x="802910" y="1788817"/>
                </a:lnTo>
                <a:lnTo>
                  <a:pt x="802858" y="1788782"/>
                </a:lnTo>
                <a:cubicBezTo>
                  <a:pt x="797364" y="1783287"/>
                  <a:pt x="793965" y="1775696"/>
                  <a:pt x="793965" y="1767312"/>
                </a:cubicBezTo>
                <a:cubicBezTo>
                  <a:pt x="793965" y="1750542"/>
                  <a:pt x="807559" y="1736948"/>
                  <a:pt x="824329" y="1736948"/>
                </a:cubicBezTo>
                <a:close/>
                <a:moveTo>
                  <a:pt x="751774" y="1736948"/>
                </a:moveTo>
                <a:cubicBezTo>
                  <a:pt x="768544" y="1736948"/>
                  <a:pt x="782138" y="1750542"/>
                  <a:pt x="782138" y="1767312"/>
                </a:cubicBezTo>
                <a:cubicBezTo>
                  <a:pt x="782138" y="1784081"/>
                  <a:pt x="768544" y="1797675"/>
                  <a:pt x="751774" y="1797675"/>
                </a:cubicBezTo>
                <a:cubicBezTo>
                  <a:pt x="735005" y="1797675"/>
                  <a:pt x="721411" y="1784081"/>
                  <a:pt x="721411" y="1767312"/>
                </a:cubicBezTo>
                <a:cubicBezTo>
                  <a:pt x="721411" y="1750542"/>
                  <a:pt x="735005" y="1736948"/>
                  <a:pt x="751774" y="1736948"/>
                </a:cubicBezTo>
                <a:close/>
                <a:moveTo>
                  <a:pt x="679220" y="1736948"/>
                </a:moveTo>
                <a:cubicBezTo>
                  <a:pt x="695989" y="1736948"/>
                  <a:pt x="709583" y="1750542"/>
                  <a:pt x="709583" y="1767312"/>
                </a:cubicBezTo>
                <a:cubicBezTo>
                  <a:pt x="709583" y="1784081"/>
                  <a:pt x="695989" y="1797675"/>
                  <a:pt x="679220" y="1797675"/>
                </a:cubicBezTo>
                <a:cubicBezTo>
                  <a:pt x="662450" y="1797675"/>
                  <a:pt x="648856" y="1784081"/>
                  <a:pt x="648856" y="1767312"/>
                </a:cubicBezTo>
                <a:cubicBezTo>
                  <a:pt x="648856" y="1750542"/>
                  <a:pt x="662450" y="1736948"/>
                  <a:pt x="679220" y="1736948"/>
                </a:cubicBezTo>
                <a:close/>
                <a:moveTo>
                  <a:pt x="606665" y="1736948"/>
                </a:moveTo>
                <a:cubicBezTo>
                  <a:pt x="623435" y="1736948"/>
                  <a:pt x="637029" y="1750542"/>
                  <a:pt x="637029" y="1767312"/>
                </a:cubicBezTo>
                <a:cubicBezTo>
                  <a:pt x="637029" y="1784081"/>
                  <a:pt x="623435" y="1797675"/>
                  <a:pt x="606665" y="1797675"/>
                </a:cubicBezTo>
                <a:cubicBezTo>
                  <a:pt x="589896" y="1797675"/>
                  <a:pt x="576302" y="1784081"/>
                  <a:pt x="576302" y="1767312"/>
                </a:cubicBezTo>
                <a:cubicBezTo>
                  <a:pt x="576302" y="1750542"/>
                  <a:pt x="589896" y="1736948"/>
                  <a:pt x="606665" y="1736948"/>
                </a:cubicBezTo>
                <a:close/>
                <a:moveTo>
                  <a:pt x="534111" y="1736948"/>
                </a:moveTo>
                <a:cubicBezTo>
                  <a:pt x="550880" y="1736948"/>
                  <a:pt x="564474" y="1750542"/>
                  <a:pt x="564474" y="1767312"/>
                </a:cubicBezTo>
                <a:cubicBezTo>
                  <a:pt x="564474" y="1784081"/>
                  <a:pt x="550880" y="1797675"/>
                  <a:pt x="534111" y="1797675"/>
                </a:cubicBezTo>
                <a:cubicBezTo>
                  <a:pt x="517341" y="1797675"/>
                  <a:pt x="503747" y="1784081"/>
                  <a:pt x="503747" y="1767312"/>
                </a:cubicBezTo>
                <a:cubicBezTo>
                  <a:pt x="503747" y="1750542"/>
                  <a:pt x="517341" y="1736948"/>
                  <a:pt x="534111" y="1736948"/>
                </a:cubicBezTo>
                <a:close/>
                <a:moveTo>
                  <a:pt x="461556" y="1736948"/>
                </a:moveTo>
                <a:cubicBezTo>
                  <a:pt x="478326" y="1736948"/>
                  <a:pt x="491920" y="1750542"/>
                  <a:pt x="491920" y="1767312"/>
                </a:cubicBezTo>
                <a:cubicBezTo>
                  <a:pt x="491920" y="1784081"/>
                  <a:pt x="478326" y="1797675"/>
                  <a:pt x="461556" y="1797675"/>
                </a:cubicBezTo>
                <a:cubicBezTo>
                  <a:pt x="444787" y="1797675"/>
                  <a:pt x="431192" y="1784081"/>
                  <a:pt x="431192" y="1767312"/>
                </a:cubicBezTo>
                <a:cubicBezTo>
                  <a:pt x="431192" y="1750542"/>
                  <a:pt x="444787" y="1736948"/>
                  <a:pt x="461556" y="1736948"/>
                </a:cubicBezTo>
                <a:close/>
                <a:moveTo>
                  <a:pt x="389002" y="1736948"/>
                </a:moveTo>
                <a:cubicBezTo>
                  <a:pt x="405771" y="1736948"/>
                  <a:pt x="419365" y="1750542"/>
                  <a:pt x="419365" y="1767312"/>
                </a:cubicBezTo>
                <a:cubicBezTo>
                  <a:pt x="419365" y="1784081"/>
                  <a:pt x="405771" y="1797675"/>
                  <a:pt x="389002" y="1797675"/>
                </a:cubicBezTo>
                <a:cubicBezTo>
                  <a:pt x="372232" y="1797675"/>
                  <a:pt x="358638" y="1784081"/>
                  <a:pt x="358638" y="1767312"/>
                </a:cubicBezTo>
                <a:cubicBezTo>
                  <a:pt x="358638" y="1750542"/>
                  <a:pt x="372232" y="1736948"/>
                  <a:pt x="389002" y="1736948"/>
                </a:cubicBezTo>
                <a:close/>
                <a:moveTo>
                  <a:pt x="316447" y="1736948"/>
                </a:moveTo>
                <a:cubicBezTo>
                  <a:pt x="333216" y="1736948"/>
                  <a:pt x="346810" y="1750542"/>
                  <a:pt x="346810" y="1767312"/>
                </a:cubicBezTo>
                <a:cubicBezTo>
                  <a:pt x="346810" y="1784081"/>
                  <a:pt x="333216" y="1797675"/>
                  <a:pt x="316447" y="1797675"/>
                </a:cubicBezTo>
                <a:cubicBezTo>
                  <a:pt x="299677" y="1797675"/>
                  <a:pt x="286084" y="1784081"/>
                  <a:pt x="286084" y="1767312"/>
                </a:cubicBezTo>
                <a:cubicBezTo>
                  <a:pt x="286084" y="1750542"/>
                  <a:pt x="299677" y="1736948"/>
                  <a:pt x="316447" y="1736948"/>
                </a:cubicBezTo>
                <a:close/>
                <a:moveTo>
                  <a:pt x="243892" y="1736948"/>
                </a:moveTo>
                <a:cubicBezTo>
                  <a:pt x="260662" y="1736948"/>
                  <a:pt x="274256" y="1750542"/>
                  <a:pt x="274256" y="1767312"/>
                </a:cubicBezTo>
                <a:cubicBezTo>
                  <a:pt x="274256" y="1784081"/>
                  <a:pt x="260662" y="1797675"/>
                  <a:pt x="243892" y="1797675"/>
                </a:cubicBezTo>
                <a:cubicBezTo>
                  <a:pt x="227123" y="1797675"/>
                  <a:pt x="213529" y="1784081"/>
                  <a:pt x="213529" y="1767312"/>
                </a:cubicBezTo>
                <a:cubicBezTo>
                  <a:pt x="213529" y="1750542"/>
                  <a:pt x="227123" y="1736948"/>
                  <a:pt x="243892" y="1736948"/>
                </a:cubicBezTo>
                <a:close/>
                <a:moveTo>
                  <a:pt x="171339" y="1736948"/>
                </a:moveTo>
                <a:cubicBezTo>
                  <a:pt x="188107" y="1736948"/>
                  <a:pt x="201701" y="1750542"/>
                  <a:pt x="201701" y="1767312"/>
                </a:cubicBezTo>
                <a:cubicBezTo>
                  <a:pt x="201701" y="1784081"/>
                  <a:pt x="188107" y="1797675"/>
                  <a:pt x="171339" y="1797675"/>
                </a:cubicBezTo>
                <a:cubicBezTo>
                  <a:pt x="154588" y="1797675"/>
                  <a:pt x="140995" y="1784081"/>
                  <a:pt x="140995" y="1767312"/>
                </a:cubicBezTo>
                <a:cubicBezTo>
                  <a:pt x="140995" y="1750542"/>
                  <a:pt x="154588" y="1736948"/>
                  <a:pt x="171339" y="1736948"/>
                </a:cubicBezTo>
                <a:close/>
                <a:moveTo>
                  <a:pt x="98806" y="1736948"/>
                </a:moveTo>
                <a:cubicBezTo>
                  <a:pt x="115574" y="1736948"/>
                  <a:pt x="129168" y="1750542"/>
                  <a:pt x="129168" y="1767312"/>
                </a:cubicBezTo>
                <a:cubicBezTo>
                  <a:pt x="129168" y="1784081"/>
                  <a:pt x="115574" y="1797675"/>
                  <a:pt x="98806" y="1797675"/>
                </a:cubicBezTo>
                <a:cubicBezTo>
                  <a:pt x="82035" y="1797675"/>
                  <a:pt x="68442" y="1784081"/>
                  <a:pt x="68442" y="1767312"/>
                </a:cubicBezTo>
                <a:cubicBezTo>
                  <a:pt x="68442" y="1750542"/>
                  <a:pt x="82035" y="1736948"/>
                  <a:pt x="98806" y="1736948"/>
                </a:cubicBezTo>
                <a:close/>
                <a:moveTo>
                  <a:pt x="26251" y="1736948"/>
                </a:moveTo>
                <a:cubicBezTo>
                  <a:pt x="43020" y="1736948"/>
                  <a:pt x="56614" y="1750542"/>
                  <a:pt x="56614" y="1767312"/>
                </a:cubicBezTo>
                <a:cubicBezTo>
                  <a:pt x="56614" y="1784081"/>
                  <a:pt x="43020" y="1797675"/>
                  <a:pt x="26251" y="1797675"/>
                </a:cubicBezTo>
                <a:cubicBezTo>
                  <a:pt x="17866" y="1797675"/>
                  <a:pt x="10276" y="1794277"/>
                  <a:pt x="4781" y="1788782"/>
                </a:cubicBezTo>
                <a:lnTo>
                  <a:pt x="0" y="1777239"/>
                </a:lnTo>
                <a:lnTo>
                  <a:pt x="0" y="1757384"/>
                </a:lnTo>
                <a:lnTo>
                  <a:pt x="4781" y="1745841"/>
                </a:lnTo>
                <a:cubicBezTo>
                  <a:pt x="10276" y="1740347"/>
                  <a:pt x="17866" y="1736948"/>
                  <a:pt x="26251" y="1736948"/>
                </a:cubicBezTo>
                <a:close/>
                <a:moveTo>
                  <a:pt x="1030341" y="1658849"/>
                </a:moveTo>
                <a:lnTo>
                  <a:pt x="1020041" y="1666551"/>
                </a:lnTo>
                <a:lnTo>
                  <a:pt x="1020522" y="1665390"/>
                </a:lnTo>
                <a:cubicBezTo>
                  <a:pt x="1023269" y="1662642"/>
                  <a:pt x="1026541" y="1660419"/>
                  <a:pt x="1030173" y="1658883"/>
                </a:cubicBezTo>
                <a:close/>
                <a:moveTo>
                  <a:pt x="969438" y="1656497"/>
                </a:moveTo>
                <a:cubicBezTo>
                  <a:pt x="977823" y="1656497"/>
                  <a:pt x="985413" y="1659895"/>
                  <a:pt x="990908" y="1665390"/>
                </a:cubicBezTo>
                <a:lnTo>
                  <a:pt x="997511" y="1681329"/>
                </a:lnTo>
                <a:lnTo>
                  <a:pt x="950384" y="1709959"/>
                </a:lnTo>
                <a:lnTo>
                  <a:pt x="947968" y="1708330"/>
                </a:lnTo>
                <a:cubicBezTo>
                  <a:pt x="942473" y="1702836"/>
                  <a:pt x="939075" y="1695245"/>
                  <a:pt x="939075" y="1686860"/>
                </a:cubicBezTo>
                <a:cubicBezTo>
                  <a:pt x="939075" y="1670091"/>
                  <a:pt x="952669" y="1656497"/>
                  <a:pt x="969438" y="1656497"/>
                </a:cubicBezTo>
                <a:close/>
                <a:moveTo>
                  <a:pt x="896883" y="1656497"/>
                </a:moveTo>
                <a:cubicBezTo>
                  <a:pt x="913653" y="1656497"/>
                  <a:pt x="927247" y="1670091"/>
                  <a:pt x="927247" y="1686860"/>
                </a:cubicBezTo>
                <a:cubicBezTo>
                  <a:pt x="927247" y="1703630"/>
                  <a:pt x="913653" y="1717224"/>
                  <a:pt x="896883" y="1717224"/>
                </a:cubicBezTo>
                <a:cubicBezTo>
                  <a:pt x="880114" y="1717224"/>
                  <a:pt x="866520" y="1703630"/>
                  <a:pt x="866520" y="1686860"/>
                </a:cubicBezTo>
                <a:cubicBezTo>
                  <a:pt x="866520" y="1670091"/>
                  <a:pt x="880114" y="1656497"/>
                  <a:pt x="896883" y="1656497"/>
                </a:cubicBezTo>
                <a:close/>
                <a:moveTo>
                  <a:pt x="824329" y="1656497"/>
                </a:moveTo>
                <a:cubicBezTo>
                  <a:pt x="841098" y="1656497"/>
                  <a:pt x="854692" y="1670091"/>
                  <a:pt x="854692" y="1686860"/>
                </a:cubicBezTo>
                <a:cubicBezTo>
                  <a:pt x="854692" y="1703630"/>
                  <a:pt x="841098" y="1717224"/>
                  <a:pt x="824329" y="1717224"/>
                </a:cubicBezTo>
                <a:cubicBezTo>
                  <a:pt x="807559" y="1717224"/>
                  <a:pt x="793965" y="1703630"/>
                  <a:pt x="793965" y="1686860"/>
                </a:cubicBezTo>
                <a:cubicBezTo>
                  <a:pt x="793965" y="1670091"/>
                  <a:pt x="807559" y="1656497"/>
                  <a:pt x="824329" y="1656497"/>
                </a:cubicBezTo>
                <a:close/>
                <a:moveTo>
                  <a:pt x="751774" y="1656497"/>
                </a:moveTo>
                <a:cubicBezTo>
                  <a:pt x="768544" y="1656497"/>
                  <a:pt x="782138" y="1670091"/>
                  <a:pt x="782138" y="1686860"/>
                </a:cubicBezTo>
                <a:cubicBezTo>
                  <a:pt x="782138" y="1703630"/>
                  <a:pt x="768544" y="1717224"/>
                  <a:pt x="751774" y="1717224"/>
                </a:cubicBezTo>
                <a:cubicBezTo>
                  <a:pt x="735005" y="1717224"/>
                  <a:pt x="721411" y="1703630"/>
                  <a:pt x="721411" y="1686860"/>
                </a:cubicBezTo>
                <a:cubicBezTo>
                  <a:pt x="721411" y="1670091"/>
                  <a:pt x="735005" y="1656497"/>
                  <a:pt x="751774" y="1656497"/>
                </a:cubicBezTo>
                <a:close/>
                <a:moveTo>
                  <a:pt x="679220" y="1656497"/>
                </a:moveTo>
                <a:cubicBezTo>
                  <a:pt x="695989" y="1656497"/>
                  <a:pt x="709583" y="1670091"/>
                  <a:pt x="709583" y="1686860"/>
                </a:cubicBezTo>
                <a:cubicBezTo>
                  <a:pt x="709583" y="1703630"/>
                  <a:pt x="695989" y="1717224"/>
                  <a:pt x="679220" y="1717224"/>
                </a:cubicBezTo>
                <a:cubicBezTo>
                  <a:pt x="662450" y="1717224"/>
                  <a:pt x="648856" y="1703630"/>
                  <a:pt x="648856" y="1686860"/>
                </a:cubicBezTo>
                <a:cubicBezTo>
                  <a:pt x="648856" y="1670091"/>
                  <a:pt x="662450" y="1656497"/>
                  <a:pt x="679220" y="1656497"/>
                </a:cubicBezTo>
                <a:close/>
                <a:moveTo>
                  <a:pt x="606665" y="1656497"/>
                </a:moveTo>
                <a:cubicBezTo>
                  <a:pt x="623435" y="1656497"/>
                  <a:pt x="637029" y="1670091"/>
                  <a:pt x="637029" y="1686860"/>
                </a:cubicBezTo>
                <a:cubicBezTo>
                  <a:pt x="637029" y="1703630"/>
                  <a:pt x="623435" y="1717224"/>
                  <a:pt x="606665" y="1717224"/>
                </a:cubicBezTo>
                <a:cubicBezTo>
                  <a:pt x="589896" y="1717224"/>
                  <a:pt x="576302" y="1703630"/>
                  <a:pt x="576302" y="1686860"/>
                </a:cubicBezTo>
                <a:cubicBezTo>
                  <a:pt x="576302" y="1670091"/>
                  <a:pt x="589896" y="1656497"/>
                  <a:pt x="606665" y="1656497"/>
                </a:cubicBezTo>
                <a:close/>
                <a:moveTo>
                  <a:pt x="534111" y="1656497"/>
                </a:moveTo>
                <a:cubicBezTo>
                  <a:pt x="550880" y="1656497"/>
                  <a:pt x="564474" y="1670091"/>
                  <a:pt x="564474" y="1686860"/>
                </a:cubicBezTo>
                <a:cubicBezTo>
                  <a:pt x="564474" y="1703630"/>
                  <a:pt x="550880" y="1717224"/>
                  <a:pt x="534111" y="1717224"/>
                </a:cubicBezTo>
                <a:cubicBezTo>
                  <a:pt x="517341" y="1717224"/>
                  <a:pt x="503747" y="1703630"/>
                  <a:pt x="503747" y="1686860"/>
                </a:cubicBezTo>
                <a:cubicBezTo>
                  <a:pt x="503747" y="1670091"/>
                  <a:pt x="517341" y="1656497"/>
                  <a:pt x="534111" y="1656497"/>
                </a:cubicBezTo>
                <a:close/>
                <a:moveTo>
                  <a:pt x="461556" y="1656497"/>
                </a:moveTo>
                <a:cubicBezTo>
                  <a:pt x="478326" y="1656497"/>
                  <a:pt x="491920" y="1670091"/>
                  <a:pt x="491920" y="1686860"/>
                </a:cubicBezTo>
                <a:cubicBezTo>
                  <a:pt x="491920" y="1703630"/>
                  <a:pt x="478326" y="1717224"/>
                  <a:pt x="461556" y="1717224"/>
                </a:cubicBezTo>
                <a:cubicBezTo>
                  <a:pt x="444787" y="1717224"/>
                  <a:pt x="431192" y="1703630"/>
                  <a:pt x="431192" y="1686860"/>
                </a:cubicBezTo>
                <a:cubicBezTo>
                  <a:pt x="431192" y="1670091"/>
                  <a:pt x="444787" y="1656497"/>
                  <a:pt x="461556" y="1656497"/>
                </a:cubicBezTo>
                <a:close/>
                <a:moveTo>
                  <a:pt x="389002" y="1656497"/>
                </a:moveTo>
                <a:cubicBezTo>
                  <a:pt x="405771" y="1656497"/>
                  <a:pt x="419365" y="1670091"/>
                  <a:pt x="419365" y="1686860"/>
                </a:cubicBezTo>
                <a:cubicBezTo>
                  <a:pt x="419365" y="1703630"/>
                  <a:pt x="405771" y="1717224"/>
                  <a:pt x="389002" y="1717224"/>
                </a:cubicBezTo>
                <a:cubicBezTo>
                  <a:pt x="372232" y="1717224"/>
                  <a:pt x="358638" y="1703630"/>
                  <a:pt x="358638" y="1686860"/>
                </a:cubicBezTo>
                <a:cubicBezTo>
                  <a:pt x="358638" y="1670091"/>
                  <a:pt x="372232" y="1656497"/>
                  <a:pt x="389002" y="1656497"/>
                </a:cubicBezTo>
                <a:close/>
                <a:moveTo>
                  <a:pt x="316447" y="1656497"/>
                </a:moveTo>
                <a:cubicBezTo>
                  <a:pt x="333216" y="1656497"/>
                  <a:pt x="346810" y="1670091"/>
                  <a:pt x="346810" y="1686860"/>
                </a:cubicBezTo>
                <a:cubicBezTo>
                  <a:pt x="346810" y="1703630"/>
                  <a:pt x="333216" y="1717224"/>
                  <a:pt x="316447" y="1717224"/>
                </a:cubicBezTo>
                <a:cubicBezTo>
                  <a:pt x="299677" y="1717224"/>
                  <a:pt x="286084" y="1703630"/>
                  <a:pt x="286084" y="1686860"/>
                </a:cubicBezTo>
                <a:cubicBezTo>
                  <a:pt x="286084" y="1670091"/>
                  <a:pt x="299677" y="1656497"/>
                  <a:pt x="316447" y="1656497"/>
                </a:cubicBezTo>
                <a:close/>
                <a:moveTo>
                  <a:pt x="243892" y="1656497"/>
                </a:moveTo>
                <a:cubicBezTo>
                  <a:pt x="260662" y="1656497"/>
                  <a:pt x="274256" y="1670091"/>
                  <a:pt x="274256" y="1686860"/>
                </a:cubicBezTo>
                <a:cubicBezTo>
                  <a:pt x="274256" y="1703630"/>
                  <a:pt x="260662" y="1717224"/>
                  <a:pt x="243892" y="1717224"/>
                </a:cubicBezTo>
                <a:cubicBezTo>
                  <a:pt x="227123" y="1717224"/>
                  <a:pt x="213529" y="1703630"/>
                  <a:pt x="213529" y="1686860"/>
                </a:cubicBezTo>
                <a:cubicBezTo>
                  <a:pt x="213529" y="1670091"/>
                  <a:pt x="227123" y="1656497"/>
                  <a:pt x="243892" y="1656497"/>
                </a:cubicBezTo>
                <a:close/>
                <a:moveTo>
                  <a:pt x="171339" y="1656497"/>
                </a:moveTo>
                <a:cubicBezTo>
                  <a:pt x="188107" y="1656497"/>
                  <a:pt x="201701" y="1670091"/>
                  <a:pt x="201701" y="1686860"/>
                </a:cubicBezTo>
                <a:cubicBezTo>
                  <a:pt x="201701" y="1703630"/>
                  <a:pt x="188107" y="1717224"/>
                  <a:pt x="171339" y="1717224"/>
                </a:cubicBezTo>
                <a:cubicBezTo>
                  <a:pt x="154594" y="1717224"/>
                  <a:pt x="141001" y="1703630"/>
                  <a:pt x="141001" y="1686860"/>
                </a:cubicBezTo>
                <a:cubicBezTo>
                  <a:pt x="141001" y="1670091"/>
                  <a:pt x="154594" y="1656497"/>
                  <a:pt x="171339" y="1656497"/>
                </a:cubicBezTo>
                <a:close/>
                <a:moveTo>
                  <a:pt x="98812" y="1656497"/>
                </a:moveTo>
                <a:cubicBezTo>
                  <a:pt x="115580" y="1656497"/>
                  <a:pt x="129174" y="1670091"/>
                  <a:pt x="129174" y="1686860"/>
                </a:cubicBezTo>
                <a:cubicBezTo>
                  <a:pt x="129174" y="1703630"/>
                  <a:pt x="115580" y="1717224"/>
                  <a:pt x="98812" y="1717224"/>
                </a:cubicBezTo>
                <a:cubicBezTo>
                  <a:pt x="82042" y="1717224"/>
                  <a:pt x="68448" y="1703630"/>
                  <a:pt x="68448" y="1686860"/>
                </a:cubicBezTo>
                <a:cubicBezTo>
                  <a:pt x="68448" y="1670091"/>
                  <a:pt x="82042" y="1656497"/>
                  <a:pt x="98812" y="1656497"/>
                </a:cubicBezTo>
                <a:close/>
                <a:moveTo>
                  <a:pt x="26257" y="1656497"/>
                </a:moveTo>
                <a:cubicBezTo>
                  <a:pt x="43026" y="1656497"/>
                  <a:pt x="56620" y="1670091"/>
                  <a:pt x="56620" y="1686860"/>
                </a:cubicBezTo>
                <a:cubicBezTo>
                  <a:pt x="56620" y="1703630"/>
                  <a:pt x="43026" y="1717224"/>
                  <a:pt x="26257" y="1717224"/>
                </a:cubicBezTo>
                <a:cubicBezTo>
                  <a:pt x="17873" y="1717224"/>
                  <a:pt x="10282" y="1713826"/>
                  <a:pt x="4787" y="1708331"/>
                </a:cubicBezTo>
                <a:lnTo>
                  <a:pt x="0" y="1696773"/>
                </a:lnTo>
                <a:lnTo>
                  <a:pt x="0" y="1676947"/>
                </a:lnTo>
                <a:lnTo>
                  <a:pt x="4787" y="1665390"/>
                </a:lnTo>
                <a:cubicBezTo>
                  <a:pt x="10282" y="1659896"/>
                  <a:pt x="17873" y="1656497"/>
                  <a:pt x="26257" y="1656497"/>
                </a:cubicBezTo>
                <a:close/>
                <a:moveTo>
                  <a:pt x="1114547" y="1576045"/>
                </a:moveTo>
                <a:cubicBezTo>
                  <a:pt x="1118739" y="1576045"/>
                  <a:pt x="1122733" y="1576894"/>
                  <a:pt x="1126366" y="1578431"/>
                </a:cubicBezTo>
                <a:lnTo>
                  <a:pt x="1131977" y="1582214"/>
                </a:lnTo>
                <a:lnTo>
                  <a:pt x="1128051" y="1585783"/>
                </a:lnTo>
                <a:lnTo>
                  <a:pt x="1088035" y="1615706"/>
                </a:lnTo>
                <a:lnTo>
                  <a:pt x="1084184" y="1606408"/>
                </a:lnTo>
                <a:cubicBezTo>
                  <a:pt x="1084184" y="1589639"/>
                  <a:pt x="1097778" y="1576045"/>
                  <a:pt x="1114547" y="1576045"/>
                </a:cubicBezTo>
                <a:close/>
                <a:moveTo>
                  <a:pt x="1041993" y="1576045"/>
                </a:moveTo>
                <a:cubicBezTo>
                  <a:pt x="1058762" y="1576045"/>
                  <a:pt x="1072356" y="1589639"/>
                  <a:pt x="1072356" y="1606408"/>
                </a:cubicBezTo>
                <a:cubicBezTo>
                  <a:pt x="1072356" y="1623178"/>
                  <a:pt x="1058762" y="1636772"/>
                  <a:pt x="1041993" y="1636772"/>
                </a:cubicBezTo>
                <a:cubicBezTo>
                  <a:pt x="1025223" y="1636772"/>
                  <a:pt x="1011629" y="1623178"/>
                  <a:pt x="1011629" y="1606408"/>
                </a:cubicBezTo>
                <a:cubicBezTo>
                  <a:pt x="1011629" y="1589639"/>
                  <a:pt x="1025223" y="1576045"/>
                  <a:pt x="1041993" y="1576045"/>
                </a:cubicBezTo>
                <a:close/>
                <a:moveTo>
                  <a:pt x="969438" y="1576045"/>
                </a:moveTo>
                <a:cubicBezTo>
                  <a:pt x="986208" y="1576045"/>
                  <a:pt x="999801" y="1589639"/>
                  <a:pt x="999801" y="1606408"/>
                </a:cubicBezTo>
                <a:cubicBezTo>
                  <a:pt x="999801" y="1623178"/>
                  <a:pt x="986208" y="1636772"/>
                  <a:pt x="969438" y="1636772"/>
                </a:cubicBezTo>
                <a:cubicBezTo>
                  <a:pt x="952669" y="1636772"/>
                  <a:pt x="939075" y="1623178"/>
                  <a:pt x="939075" y="1606408"/>
                </a:cubicBezTo>
                <a:cubicBezTo>
                  <a:pt x="939075" y="1589639"/>
                  <a:pt x="952669" y="1576045"/>
                  <a:pt x="969438" y="1576045"/>
                </a:cubicBezTo>
                <a:close/>
                <a:moveTo>
                  <a:pt x="896883" y="1576045"/>
                </a:moveTo>
                <a:cubicBezTo>
                  <a:pt x="913653" y="1576045"/>
                  <a:pt x="927247" y="1589639"/>
                  <a:pt x="927247" y="1606408"/>
                </a:cubicBezTo>
                <a:cubicBezTo>
                  <a:pt x="927247" y="1623178"/>
                  <a:pt x="913653" y="1636772"/>
                  <a:pt x="896883" y="1636772"/>
                </a:cubicBezTo>
                <a:cubicBezTo>
                  <a:pt x="880114" y="1636772"/>
                  <a:pt x="866520" y="1623178"/>
                  <a:pt x="866520" y="1606408"/>
                </a:cubicBezTo>
                <a:cubicBezTo>
                  <a:pt x="866520" y="1589639"/>
                  <a:pt x="880114" y="1576045"/>
                  <a:pt x="896883" y="1576045"/>
                </a:cubicBezTo>
                <a:close/>
                <a:moveTo>
                  <a:pt x="824329" y="1576045"/>
                </a:moveTo>
                <a:cubicBezTo>
                  <a:pt x="841098" y="1576045"/>
                  <a:pt x="854692" y="1589639"/>
                  <a:pt x="854692" y="1606408"/>
                </a:cubicBezTo>
                <a:cubicBezTo>
                  <a:pt x="854692" y="1623178"/>
                  <a:pt x="841098" y="1636772"/>
                  <a:pt x="824329" y="1636772"/>
                </a:cubicBezTo>
                <a:cubicBezTo>
                  <a:pt x="807559" y="1636772"/>
                  <a:pt x="793965" y="1623178"/>
                  <a:pt x="793965" y="1606408"/>
                </a:cubicBezTo>
                <a:cubicBezTo>
                  <a:pt x="793965" y="1589639"/>
                  <a:pt x="807559" y="1576045"/>
                  <a:pt x="824329" y="1576045"/>
                </a:cubicBezTo>
                <a:close/>
                <a:moveTo>
                  <a:pt x="751774" y="1576045"/>
                </a:moveTo>
                <a:cubicBezTo>
                  <a:pt x="768544" y="1576045"/>
                  <a:pt x="782138" y="1589639"/>
                  <a:pt x="782138" y="1606408"/>
                </a:cubicBezTo>
                <a:cubicBezTo>
                  <a:pt x="782138" y="1623178"/>
                  <a:pt x="768544" y="1636772"/>
                  <a:pt x="751774" y="1636772"/>
                </a:cubicBezTo>
                <a:cubicBezTo>
                  <a:pt x="735005" y="1636772"/>
                  <a:pt x="721411" y="1623178"/>
                  <a:pt x="721411" y="1606408"/>
                </a:cubicBezTo>
                <a:cubicBezTo>
                  <a:pt x="721411" y="1589639"/>
                  <a:pt x="735005" y="1576045"/>
                  <a:pt x="751774" y="1576045"/>
                </a:cubicBezTo>
                <a:close/>
                <a:moveTo>
                  <a:pt x="679220" y="1576045"/>
                </a:moveTo>
                <a:cubicBezTo>
                  <a:pt x="695989" y="1576045"/>
                  <a:pt x="709583" y="1589639"/>
                  <a:pt x="709583" y="1606408"/>
                </a:cubicBezTo>
                <a:cubicBezTo>
                  <a:pt x="709583" y="1623178"/>
                  <a:pt x="695989" y="1636772"/>
                  <a:pt x="679220" y="1636772"/>
                </a:cubicBezTo>
                <a:cubicBezTo>
                  <a:pt x="662450" y="1636772"/>
                  <a:pt x="648856" y="1623178"/>
                  <a:pt x="648856" y="1606408"/>
                </a:cubicBezTo>
                <a:cubicBezTo>
                  <a:pt x="648856" y="1589639"/>
                  <a:pt x="662450" y="1576045"/>
                  <a:pt x="679220" y="1576045"/>
                </a:cubicBezTo>
                <a:close/>
                <a:moveTo>
                  <a:pt x="606665" y="1576045"/>
                </a:moveTo>
                <a:cubicBezTo>
                  <a:pt x="623435" y="1576045"/>
                  <a:pt x="637029" y="1589639"/>
                  <a:pt x="637029" y="1606408"/>
                </a:cubicBezTo>
                <a:cubicBezTo>
                  <a:pt x="637029" y="1623178"/>
                  <a:pt x="623435" y="1636772"/>
                  <a:pt x="606665" y="1636772"/>
                </a:cubicBezTo>
                <a:cubicBezTo>
                  <a:pt x="589896" y="1636772"/>
                  <a:pt x="576302" y="1623178"/>
                  <a:pt x="576302" y="1606408"/>
                </a:cubicBezTo>
                <a:cubicBezTo>
                  <a:pt x="576302" y="1589639"/>
                  <a:pt x="589896" y="1576045"/>
                  <a:pt x="606665" y="1576045"/>
                </a:cubicBezTo>
                <a:close/>
                <a:moveTo>
                  <a:pt x="534111" y="1576045"/>
                </a:moveTo>
                <a:cubicBezTo>
                  <a:pt x="550880" y="1576045"/>
                  <a:pt x="564474" y="1589639"/>
                  <a:pt x="564474" y="1606408"/>
                </a:cubicBezTo>
                <a:cubicBezTo>
                  <a:pt x="564474" y="1623178"/>
                  <a:pt x="550880" y="1636772"/>
                  <a:pt x="534111" y="1636772"/>
                </a:cubicBezTo>
                <a:cubicBezTo>
                  <a:pt x="517341" y="1636772"/>
                  <a:pt x="503747" y="1623178"/>
                  <a:pt x="503747" y="1606408"/>
                </a:cubicBezTo>
                <a:cubicBezTo>
                  <a:pt x="503747" y="1589639"/>
                  <a:pt x="517341" y="1576045"/>
                  <a:pt x="534111" y="1576045"/>
                </a:cubicBezTo>
                <a:close/>
                <a:moveTo>
                  <a:pt x="461556" y="1576045"/>
                </a:moveTo>
                <a:cubicBezTo>
                  <a:pt x="478326" y="1576045"/>
                  <a:pt x="491920" y="1589639"/>
                  <a:pt x="491920" y="1606408"/>
                </a:cubicBezTo>
                <a:cubicBezTo>
                  <a:pt x="491920" y="1623178"/>
                  <a:pt x="478326" y="1636772"/>
                  <a:pt x="461556" y="1636772"/>
                </a:cubicBezTo>
                <a:cubicBezTo>
                  <a:pt x="444787" y="1636772"/>
                  <a:pt x="431192" y="1623178"/>
                  <a:pt x="431192" y="1606408"/>
                </a:cubicBezTo>
                <a:cubicBezTo>
                  <a:pt x="431192" y="1589639"/>
                  <a:pt x="444787" y="1576045"/>
                  <a:pt x="461556" y="1576045"/>
                </a:cubicBezTo>
                <a:close/>
                <a:moveTo>
                  <a:pt x="389002" y="1576045"/>
                </a:moveTo>
                <a:cubicBezTo>
                  <a:pt x="405771" y="1576045"/>
                  <a:pt x="419365" y="1589639"/>
                  <a:pt x="419365" y="1606408"/>
                </a:cubicBezTo>
                <a:cubicBezTo>
                  <a:pt x="419365" y="1623178"/>
                  <a:pt x="405771" y="1636772"/>
                  <a:pt x="389002" y="1636772"/>
                </a:cubicBezTo>
                <a:cubicBezTo>
                  <a:pt x="372232" y="1636772"/>
                  <a:pt x="358638" y="1623178"/>
                  <a:pt x="358638" y="1606408"/>
                </a:cubicBezTo>
                <a:cubicBezTo>
                  <a:pt x="358638" y="1589639"/>
                  <a:pt x="372232" y="1576045"/>
                  <a:pt x="389002" y="1576045"/>
                </a:cubicBezTo>
                <a:close/>
                <a:moveTo>
                  <a:pt x="316447" y="1576045"/>
                </a:moveTo>
                <a:cubicBezTo>
                  <a:pt x="333216" y="1576045"/>
                  <a:pt x="346810" y="1589639"/>
                  <a:pt x="346810" y="1606408"/>
                </a:cubicBezTo>
                <a:cubicBezTo>
                  <a:pt x="346810" y="1623178"/>
                  <a:pt x="333216" y="1636772"/>
                  <a:pt x="316447" y="1636772"/>
                </a:cubicBezTo>
                <a:cubicBezTo>
                  <a:pt x="299677" y="1636772"/>
                  <a:pt x="286084" y="1623178"/>
                  <a:pt x="286084" y="1606408"/>
                </a:cubicBezTo>
                <a:cubicBezTo>
                  <a:pt x="286084" y="1589639"/>
                  <a:pt x="299677" y="1576045"/>
                  <a:pt x="316447" y="1576045"/>
                </a:cubicBezTo>
                <a:close/>
                <a:moveTo>
                  <a:pt x="243892" y="1576045"/>
                </a:moveTo>
                <a:cubicBezTo>
                  <a:pt x="260662" y="1576045"/>
                  <a:pt x="274256" y="1589639"/>
                  <a:pt x="274256" y="1606408"/>
                </a:cubicBezTo>
                <a:cubicBezTo>
                  <a:pt x="274256" y="1623178"/>
                  <a:pt x="260662" y="1636772"/>
                  <a:pt x="243892" y="1636772"/>
                </a:cubicBezTo>
                <a:cubicBezTo>
                  <a:pt x="227123" y="1636772"/>
                  <a:pt x="213529" y="1623178"/>
                  <a:pt x="213529" y="1606408"/>
                </a:cubicBezTo>
                <a:cubicBezTo>
                  <a:pt x="213529" y="1589639"/>
                  <a:pt x="227123" y="1576045"/>
                  <a:pt x="243892" y="1576045"/>
                </a:cubicBezTo>
                <a:close/>
                <a:moveTo>
                  <a:pt x="171339" y="1576045"/>
                </a:moveTo>
                <a:cubicBezTo>
                  <a:pt x="188107" y="1576045"/>
                  <a:pt x="201701" y="1589639"/>
                  <a:pt x="201701" y="1606408"/>
                </a:cubicBezTo>
                <a:cubicBezTo>
                  <a:pt x="201701" y="1623178"/>
                  <a:pt x="188107" y="1636772"/>
                  <a:pt x="171339" y="1636772"/>
                </a:cubicBezTo>
                <a:cubicBezTo>
                  <a:pt x="154599" y="1636772"/>
                  <a:pt x="141006" y="1623178"/>
                  <a:pt x="141006" y="1606408"/>
                </a:cubicBezTo>
                <a:cubicBezTo>
                  <a:pt x="141006" y="1589639"/>
                  <a:pt x="154599" y="1576045"/>
                  <a:pt x="171339" y="1576045"/>
                </a:cubicBezTo>
                <a:close/>
                <a:moveTo>
                  <a:pt x="98818" y="1576045"/>
                </a:moveTo>
                <a:cubicBezTo>
                  <a:pt x="115586" y="1576045"/>
                  <a:pt x="129180" y="1589639"/>
                  <a:pt x="129180" y="1606408"/>
                </a:cubicBezTo>
                <a:cubicBezTo>
                  <a:pt x="129180" y="1623178"/>
                  <a:pt x="115586" y="1636772"/>
                  <a:pt x="98818" y="1636772"/>
                </a:cubicBezTo>
                <a:cubicBezTo>
                  <a:pt x="82048" y="1636772"/>
                  <a:pt x="68454" y="1623178"/>
                  <a:pt x="68454" y="1606408"/>
                </a:cubicBezTo>
                <a:cubicBezTo>
                  <a:pt x="68454" y="1589639"/>
                  <a:pt x="82048" y="1576045"/>
                  <a:pt x="98818" y="1576045"/>
                </a:cubicBezTo>
                <a:close/>
                <a:moveTo>
                  <a:pt x="26264" y="1576045"/>
                </a:moveTo>
                <a:cubicBezTo>
                  <a:pt x="43032" y="1576045"/>
                  <a:pt x="56626" y="1589639"/>
                  <a:pt x="56626" y="1606408"/>
                </a:cubicBezTo>
                <a:cubicBezTo>
                  <a:pt x="56626" y="1623178"/>
                  <a:pt x="43032" y="1636772"/>
                  <a:pt x="26264" y="1636772"/>
                </a:cubicBezTo>
                <a:cubicBezTo>
                  <a:pt x="17880" y="1636772"/>
                  <a:pt x="10289" y="1633374"/>
                  <a:pt x="4794" y="1627879"/>
                </a:cubicBezTo>
                <a:lnTo>
                  <a:pt x="0" y="1616304"/>
                </a:lnTo>
                <a:lnTo>
                  <a:pt x="0" y="1596512"/>
                </a:lnTo>
                <a:lnTo>
                  <a:pt x="4794" y="1584938"/>
                </a:lnTo>
                <a:cubicBezTo>
                  <a:pt x="10289" y="1579444"/>
                  <a:pt x="17880" y="1576045"/>
                  <a:pt x="26264" y="1576045"/>
                </a:cubicBezTo>
                <a:close/>
                <a:moveTo>
                  <a:pt x="1187102" y="1495593"/>
                </a:moveTo>
                <a:cubicBezTo>
                  <a:pt x="1195486" y="1495593"/>
                  <a:pt x="1203077" y="1498992"/>
                  <a:pt x="1208572" y="1504486"/>
                </a:cubicBezTo>
                <a:lnTo>
                  <a:pt x="1211014" y="1510381"/>
                </a:lnTo>
                <a:lnTo>
                  <a:pt x="1168285" y="1549216"/>
                </a:lnTo>
                <a:lnTo>
                  <a:pt x="1165631" y="1547427"/>
                </a:lnTo>
                <a:cubicBezTo>
                  <a:pt x="1160137" y="1541932"/>
                  <a:pt x="1156738" y="1534341"/>
                  <a:pt x="1156738" y="1525957"/>
                </a:cubicBezTo>
                <a:cubicBezTo>
                  <a:pt x="1156738" y="1509187"/>
                  <a:pt x="1170332" y="1495593"/>
                  <a:pt x="1187102" y="1495593"/>
                </a:cubicBezTo>
                <a:close/>
                <a:moveTo>
                  <a:pt x="1114547" y="1495593"/>
                </a:moveTo>
                <a:cubicBezTo>
                  <a:pt x="1131317" y="1495593"/>
                  <a:pt x="1144911" y="1509187"/>
                  <a:pt x="1144911" y="1525957"/>
                </a:cubicBezTo>
                <a:cubicBezTo>
                  <a:pt x="1144911" y="1542726"/>
                  <a:pt x="1131317" y="1556320"/>
                  <a:pt x="1114547" y="1556320"/>
                </a:cubicBezTo>
                <a:cubicBezTo>
                  <a:pt x="1097778" y="1556320"/>
                  <a:pt x="1084184" y="1542726"/>
                  <a:pt x="1084184" y="1525957"/>
                </a:cubicBezTo>
                <a:cubicBezTo>
                  <a:pt x="1084184" y="1509187"/>
                  <a:pt x="1097778" y="1495593"/>
                  <a:pt x="1114547" y="1495593"/>
                </a:cubicBezTo>
                <a:close/>
                <a:moveTo>
                  <a:pt x="1041993" y="1495593"/>
                </a:moveTo>
                <a:cubicBezTo>
                  <a:pt x="1058762" y="1495593"/>
                  <a:pt x="1072356" y="1509187"/>
                  <a:pt x="1072356" y="1525957"/>
                </a:cubicBezTo>
                <a:cubicBezTo>
                  <a:pt x="1072356" y="1542726"/>
                  <a:pt x="1058762" y="1556320"/>
                  <a:pt x="1041993" y="1556320"/>
                </a:cubicBezTo>
                <a:cubicBezTo>
                  <a:pt x="1025223" y="1556320"/>
                  <a:pt x="1011629" y="1542726"/>
                  <a:pt x="1011629" y="1525957"/>
                </a:cubicBezTo>
                <a:cubicBezTo>
                  <a:pt x="1011629" y="1509187"/>
                  <a:pt x="1025223" y="1495593"/>
                  <a:pt x="1041993" y="1495593"/>
                </a:cubicBezTo>
                <a:close/>
                <a:moveTo>
                  <a:pt x="969438" y="1495593"/>
                </a:moveTo>
                <a:cubicBezTo>
                  <a:pt x="986208" y="1495593"/>
                  <a:pt x="999801" y="1509187"/>
                  <a:pt x="999801" y="1525957"/>
                </a:cubicBezTo>
                <a:cubicBezTo>
                  <a:pt x="999801" y="1542726"/>
                  <a:pt x="986208" y="1556320"/>
                  <a:pt x="969438" y="1556320"/>
                </a:cubicBezTo>
                <a:cubicBezTo>
                  <a:pt x="952669" y="1556320"/>
                  <a:pt x="939075" y="1542726"/>
                  <a:pt x="939075" y="1525957"/>
                </a:cubicBezTo>
                <a:cubicBezTo>
                  <a:pt x="939075" y="1509187"/>
                  <a:pt x="952669" y="1495593"/>
                  <a:pt x="969438" y="1495593"/>
                </a:cubicBezTo>
                <a:close/>
                <a:moveTo>
                  <a:pt x="896883" y="1495593"/>
                </a:moveTo>
                <a:cubicBezTo>
                  <a:pt x="913653" y="1495593"/>
                  <a:pt x="927247" y="1509187"/>
                  <a:pt x="927247" y="1525957"/>
                </a:cubicBezTo>
                <a:cubicBezTo>
                  <a:pt x="927247" y="1542726"/>
                  <a:pt x="913653" y="1556320"/>
                  <a:pt x="896883" y="1556320"/>
                </a:cubicBezTo>
                <a:cubicBezTo>
                  <a:pt x="880114" y="1556320"/>
                  <a:pt x="866520" y="1542726"/>
                  <a:pt x="866520" y="1525957"/>
                </a:cubicBezTo>
                <a:cubicBezTo>
                  <a:pt x="866520" y="1509187"/>
                  <a:pt x="880114" y="1495593"/>
                  <a:pt x="896883" y="1495593"/>
                </a:cubicBezTo>
                <a:close/>
                <a:moveTo>
                  <a:pt x="824329" y="1495593"/>
                </a:moveTo>
                <a:cubicBezTo>
                  <a:pt x="841098" y="1495593"/>
                  <a:pt x="854692" y="1509187"/>
                  <a:pt x="854692" y="1525957"/>
                </a:cubicBezTo>
                <a:cubicBezTo>
                  <a:pt x="854692" y="1542726"/>
                  <a:pt x="841098" y="1556320"/>
                  <a:pt x="824329" y="1556320"/>
                </a:cubicBezTo>
                <a:cubicBezTo>
                  <a:pt x="807559" y="1556320"/>
                  <a:pt x="793965" y="1542726"/>
                  <a:pt x="793965" y="1525957"/>
                </a:cubicBezTo>
                <a:cubicBezTo>
                  <a:pt x="793965" y="1509187"/>
                  <a:pt x="807559" y="1495593"/>
                  <a:pt x="824329" y="1495593"/>
                </a:cubicBezTo>
                <a:close/>
                <a:moveTo>
                  <a:pt x="751774" y="1495593"/>
                </a:moveTo>
                <a:cubicBezTo>
                  <a:pt x="768544" y="1495593"/>
                  <a:pt x="782138" y="1509187"/>
                  <a:pt x="782138" y="1525957"/>
                </a:cubicBezTo>
                <a:cubicBezTo>
                  <a:pt x="782138" y="1542726"/>
                  <a:pt x="768544" y="1556320"/>
                  <a:pt x="751774" y="1556320"/>
                </a:cubicBezTo>
                <a:cubicBezTo>
                  <a:pt x="735005" y="1556320"/>
                  <a:pt x="721411" y="1542726"/>
                  <a:pt x="721411" y="1525957"/>
                </a:cubicBezTo>
                <a:cubicBezTo>
                  <a:pt x="721411" y="1509187"/>
                  <a:pt x="735005" y="1495593"/>
                  <a:pt x="751774" y="1495593"/>
                </a:cubicBezTo>
                <a:close/>
                <a:moveTo>
                  <a:pt x="679220" y="1495593"/>
                </a:moveTo>
                <a:cubicBezTo>
                  <a:pt x="695989" y="1495593"/>
                  <a:pt x="709583" y="1509187"/>
                  <a:pt x="709583" y="1525957"/>
                </a:cubicBezTo>
                <a:cubicBezTo>
                  <a:pt x="709583" y="1542726"/>
                  <a:pt x="695989" y="1556320"/>
                  <a:pt x="679220" y="1556320"/>
                </a:cubicBezTo>
                <a:cubicBezTo>
                  <a:pt x="662450" y="1556320"/>
                  <a:pt x="648856" y="1542726"/>
                  <a:pt x="648856" y="1525957"/>
                </a:cubicBezTo>
                <a:cubicBezTo>
                  <a:pt x="648856" y="1509187"/>
                  <a:pt x="662450" y="1495593"/>
                  <a:pt x="679220" y="1495593"/>
                </a:cubicBezTo>
                <a:close/>
                <a:moveTo>
                  <a:pt x="606665" y="1495593"/>
                </a:moveTo>
                <a:cubicBezTo>
                  <a:pt x="623435" y="1495593"/>
                  <a:pt x="637029" y="1509187"/>
                  <a:pt x="637029" y="1525957"/>
                </a:cubicBezTo>
                <a:cubicBezTo>
                  <a:pt x="637029" y="1542726"/>
                  <a:pt x="623435" y="1556320"/>
                  <a:pt x="606665" y="1556320"/>
                </a:cubicBezTo>
                <a:cubicBezTo>
                  <a:pt x="589896" y="1556320"/>
                  <a:pt x="576302" y="1542726"/>
                  <a:pt x="576302" y="1525957"/>
                </a:cubicBezTo>
                <a:cubicBezTo>
                  <a:pt x="576302" y="1509187"/>
                  <a:pt x="589896" y="1495593"/>
                  <a:pt x="606665" y="1495593"/>
                </a:cubicBezTo>
                <a:close/>
                <a:moveTo>
                  <a:pt x="534111" y="1495593"/>
                </a:moveTo>
                <a:cubicBezTo>
                  <a:pt x="550880" y="1495593"/>
                  <a:pt x="564474" y="1509187"/>
                  <a:pt x="564474" y="1525957"/>
                </a:cubicBezTo>
                <a:cubicBezTo>
                  <a:pt x="564474" y="1542726"/>
                  <a:pt x="550880" y="1556320"/>
                  <a:pt x="534111" y="1556320"/>
                </a:cubicBezTo>
                <a:cubicBezTo>
                  <a:pt x="517341" y="1556320"/>
                  <a:pt x="503747" y="1542726"/>
                  <a:pt x="503747" y="1525957"/>
                </a:cubicBezTo>
                <a:cubicBezTo>
                  <a:pt x="503747" y="1509187"/>
                  <a:pt x="517341" y="1495593"/>
                  <a:pt x="534111" y="1495593"/>
                </a:cubicBezTo>
                <a:close/>
                <a:moveTo>
                  <a:pt x="461556" y="1495593"/>
                </a:moveTo>
                <a:cubicBezTo>
                  <a:pt x="478326" y="1495593"/>
                  <a:pt x="491920" y="1509187"/>
                  <a:pt x="491920" y="1525957"/>
                </a:cubicBezTo>
                <a:cubicBezTo>
                  <a:pt x="491920" y="1542726"/>
                  <a:pt x="478326" y="1556320"/>
                  <a:pt x="461556" y="1556320"/>
                </a:cubicBezTo>
                <a:cubicBezTo>
                  <a:pt x="444787" y="1556320"/>
                  <a:pt x="431192" y="1542726"/>
                  <a:pt x="431192" y="1525957"/>
                </a:cubicBezTo>
                <a:cubicBezTo>
                  <a:pt x="431192" y="1509187"/>
                  <a:pt x="444787" y="1495593"/>
                  <a:pt x="461556" y="1495593"/>
                </a:cubicBezTo>
                <a:close/>
                <a:moveTo>
                  <a:pt x="389002" y="1495593"/>
                </a:moveTo>
                <a:cubicBezTo>
                  <a:pt x="405771" y="1495593"/>
                  <a:pt x="419365" y="1509187"/>
                  <a:pt x="419365" y="1525957"/>
                </a:cubicBezTo>
                <a:cubicBezTo>
                  <a:pt x="419365" y="1542726"/>
                  <a:pt x="405771" y="1556320"/>
                  <a:pt x="389002" y="1556320"/>
                </a:cubicBezTo>
                <a:cubicBezTo>
                  <a:pt x="372232" y="1556320"/>
                  <a:pt x="358638" y="1542726"/>
                  <a:pt x="358638" y="1525957"/>
                </a:cubicBezTo>
                <a:cubicBezTo>
                  <a:pt x="358638" y="1509187"/>
                  <a:pt x="372232" y="1495593"/>
                  <a:pt x="389002" y="1495593"/>
                </a:cubicBezTo>
                <a:close/>
                <a:moveTo>
                  <a:pt x="316447" y="1495593"/>
                </a:moveTo>
                <a:cubicBezTo>
                  <a:pt x="333216" y="1495593"/>
                  <a:pt x="346810" y="1509187"/>
                  <a:pt x="346810" y="1525957"/>
                </a:cubicBezTo>
                <a:cubicBezTo>
                  <a:pt x="346810" y="1542726"/>
                  <a:pt x="333216" y="1556320"/>
                  <a:pt x="316447" y="1556320"/>
                </a:cubicBezTo>
                <a:cubicBezTo>
                  <a:pt x="299677" y="1556320"/>
                  <a:pt x="286084" y="1542726"/>
                  <a:pt x="286084" y="1525957"/>
                </a:cubicBezTo>
                <a:cubicBezTo>
                  <a:pt x="286084" y="1509187"/>
                  <a:pt x="299677" y="1495593"/>
                  <a:pt x="316447" y="1495593"/>
                </a:cubicBezTo>
                <a:close/>
                <a:moveTo>
                  <a:pt x="243892" y="1495593"/>
                </a:moveTo>
                <a:cubicBezTo>
                  <a:pt x="260662" y="1495593"/>
                  <a:pt x="274256" y="1509187"/>
                  <a:pt x="274256" y="1525957"/>
                </a:cubicBezTo>
                <a:cubicBezTo>
                  <a:pt x="274256" y="1542726"/>
                  <a:pt x="260662" y="1556320"/>
                  <a:pt x="243892" y="1556320"/>
                </a:cubicBezTo>
                <a:cubicBezTo>
                  <a:pt x="227123" y="1556320"/>
                  <a:pt x="213529" y="1542726"/>
                  <a:pt x="213529" y="1525957"/>
                </a:cubicBezTo>
                <a:cubicBezTo>
                  <a:pt x="213529" y="1509187"/>
                  <a:pt x="227123" y="1495593"/>
                  <a:pt x="243892" y="1495593"/>
                </a:cubicBezTo>
                <a:close/>
                <a:moveTo>
                  <a:pt x="171339" y="1495593"/>
                </a:moveTo>
                <a:cubicBezTo>
                  <a:pt x="188107" y="1495593"/>
                  <a:pt x="201701" y="1509187"/>
                  <a:pt x="201701" y="1525957"/>
                </a:cubicBezTo>
                <a:cubicBezTo>
                  <a:pt x="201701" y="1542726"/>
                  <a:pt x="188107" y="1556320"/>
                  <a:pt x="171339" y="1556320"/>
                </a:cubicBezTo>
                <a:cubicBezTo>
                  <a:pt x="154606" y="1556320"/>
                  <a:pt x="141012" y="1542726"/>
                  <a:pt x="141012" y="1525957"/>
                </a:cubicBezTo>
                <a:cubicBezTo>
                  <a:pt x="141012" y="1509187"/>
                  <a:pt x="154606" y="1495593"/>
                  <a:pt x="171339" y="1495593"/>
                </a:cubicBezTo>
                <a:close/>
                <a:moveTo>
                  <a:pt x="98825" y="1495593"/>
                </a:moveTo>
                <a:cubicBezTo>
                  <a:pt x="115592" y="1495593"/>
                  <a:pt x="129186" y="1509187"/>
                  <a:pt x="129186" y="1525957"/>
                </a:cubicBezTo>
                <a:cubicBezTo>
                  <a:pt x="129186" y="1542726"/>
                  <a:pt x="115592" y="1556320"/>
                  <a:pt x="98825" y="1556320"/>
                </a:cubicBezTo>
                <a:cubicBezTo>
                  <a:pt x="82054" y="1556320"/>
                  <a:pt x="68461" y="1542726"/>
                  <a:pt x="68461" y="1525957"/>
                </a:cubicBezTo>
                <a:cubicBezTo>
                  <a:pt x="68461" y="1509187"/>
                  <a:pt x="82054" y="1495593"/>
                  <a:pt x="98825" y="1495593"/>
                </a:cubicBezTo>
                <a:close/>
                <a:moveTo>
                  <a:pt x="26270" y="1495593"/>
                </a:moveTo>
                <a:cubicBezTo>
                  <a:pt x="43038" y="1495593"/>
                  <a:pt x="56632" y="1509187"/>
                  <a:pt x="56632" y="1525957"/>
                </a:cubicBezTo>
                <a:cubicBezTo>
                  <a:pt x="56632" y="1542726"/>
                  <a:pt x="43038" y="1556320"/>
                  <a:pt x="26270" y="1556320"/>
                </a:cubicBezTo>
                <a:cubicBezTo>
                  <a:pt x="17886" y="1556320"/>
                  <a:pt x="10295" y="1552922"/>
                  <a:pt x="4801" y="1547427"/>
                </a:cubicBezTo>
                <a:lnTo>
                  <a:pt x="0" y="1535836"/>
                </a:lnTo>
                <a:lnTo>
                  <a:pt x="0" y="1516078"/>
                </a:lnTo>
                <a:lnTo>
                  <a:pt x="4801" y="1504486"/>
                </a:lnTo>
                <a:cubicBezTo>
                  <a:pt x="10295" y="1498992"/>
                  <a:pt x="17886" y="1495593"/>
                  <a:pt x="26270" y="1495593"/>
                </a:cubicBezTo>
                <a:close/>
                <a:moveTo>
                  <a:pt x="1259656" y="1415141"/>
                </a:moveTo>
                <a:cubicBezTo>
                  <a:pt x="1268041" y="1415141"/>
                  <a:pt x="1275632" y="1418540"/>
                  <a:pt x="1281127" y="1424035"/>
                </a:cubicBezTo>
                <a:lnTo>
                  <a:pt x="1285044" y="1433492"/>
                </a:lnTo>
                <a:lnTo>
                  <a:pt x="1248565" y="1473629"/>
                </a:lnTo>
                <a:lnTo>
                  <a:pt x="1247837" y="1473482"/>
                </a:lnTo>
                <a:cubicBezTo>
                  <a:pt x="1236940" y="1468873"/>
                  <a:pt x="1229293" y="1458082"/>
                  <a:pt x="1229293" y="1445505"/>
                </a:cubicBezTo>
                <a:cubicBezTo>
                  <a:pt x="1229293" y="1428735"/>
                  <a:pt x="1242887" y="1415141"/>
                  <a:pt x="1259656" y="1415141"/>
                </a:cubicBezTo>
                <a:close/>
                <a:moveTo>
                  <a:pt x="1187102" y="1415141"/>
                </a:moveTo>
                <a:cubicBezTo>
                  <a:pt x="1203871" y="1415141"/>
                  <a:pt x="1217465" y="1428735"/>
                  <a:pt x="1217465" y="1445505"/>
                </a:cubicBezTo>
                <a:cubicBezTo>
                  <a:pt x="1217465" y="1462274"/>
                  <a:pt x="1203871" y="1475868"/>
                  <a:pt x="1187102" y="1475868"/>
                </a:cubicBezTo>
                <a:cubicBezTo>
                  <a:pt x="1170332" y="1475868"/>
                  <a:pt x="1156738" y="1462274"/>
                  <a:pt x="1156738" y="1445505"/>
                </a:cubicBezTo>
                <a:cubicBezTo>
                  <a:pt x="1156738" y="1428735"/>
                  <a:pt x="1170332" y="1415141"/>
                  <a:pt x="1187102" y="1415141"/>
                </a:cubicBezTo>
                <a:close/>
                <a:moveTo>
                  <a:pt x="1114547" y="1415141"/>
                </a:moveTo>
                <a:cubicBezTo>
                  <a:pt x="1131317" y="1415141"/>
                  <a:pt x="1144911" y="1428735"/>
                  <a:pt x="1144911" y="1445505"/>
                </a:cubicBezTo>
                <a:cubicBezTo>
                  <a:pt x="1144911" y="1462274"/>
                  <a:pt x="1131317" y="1475868"/>
                  <a:pt x="1114547" y="1475868"/>
                </a:cubicBezTo>
                <a:cubicBezTo>
                  <a:pt x="1097778" y="1475868"/>
                  <a:pt x="1084184" y="1462274"/>
                  <a:pt x="1084184" y="1445505"/>
                </a:cubicBezTo>
                <a:cubicBezTo>
                  <a:pt x="1084184" y="1428735"/>
                  <a:pt x="1097778" y="1415141"/>
                  <a:pt x="1114547" y="1415141"/>
                </a:cubicBezTo>
                <a:close/>
                <a:moveTo>
                  <a:pt x="1041993" y="1415141"/>
                </a:moveTo>
                <a:cubicBezTo>
                  <a:pt x="1058762" y="1415141"/>
                  <a:pt x="1072356" y="1428735"/>
                  <a:pt x="1072356" y="1445505"/>
                </a:cubicBezTo>
                <a:cubicBezTo>
                  <a:pt x="1072356" y="1462274"/>
                  <a:pt x="1058762" y="1475868"/>
                  <a:pt x="1041993" y="1475868"/>
                </a:cubicBezTo>
                <a:cubicBezTo>
                  <a:pt x="1025223" y="1475868"/>
                  <a:pt x="1011629" y="1462274"/>
                  <a:pt x="1011629" y="1445505"/>
                </a:cubicBezTo>
                <a:cubicBezTo>
                  <a:pt x="1011629" y="1428735"/>
                  <a:pt x="1025223" y="1415141"/>
                  <a:pt x="1041993" y="1415141"/>
                </a:cubicBezTo>
                <a:close/>
                <a:moveTo>
                  <a:pt x="969438" y="1415141"/>
                </a:moveTo>
                <a:cubicBezTo>
                  <a:pt x="986208" y="1415141"/>
                  <a:pt x="999801" y="1428735"/>
                  <a:pt x="999801" y="1445505"/>
                </a:cubicBezTo>
                <a:cubicBezTo>
                  <a:pt x="999801" y="1462274"/>
                  <a:pt x="986208" y="1475868"/>
                  <a:pt x="969438" y="1475868"/>
                </a:cubicBezTo>
                <a:cubicBezTo>
                  <a:pt x="952669" y="1475868"/>
                  <a:pt x="939075" y="1462274"/>
                  <a:pt x="939075" y="1445505"/>
                </a:cubicBezTo>
                <a:cubicBezTo>
                  <a:pt x="939075" y="1428735"/>
                  <a:pt x="952669" y="1415141"/>
                  <a:pt x="969438" y="1415141"/>
                </a:cubicBezTo>
                <a:close/>
                <a:moveTo>
                  <a:pt x="896883" y="1415141"/>
                </a:moveTo>
                <a:cubicBezTo>
                  <a:pt x="913653" y="1415141"/>
                  <a:pt x="927247" y="1428735"/>
                  <a:pt x="927247" y="1445505"/>
                </a:cubicBezTo>
                <a:cubicBezTo>
                  <a:pt x="927247" y="1462274"/>
                  <a:pt x="913653" y="1475868"/>
                  <a:pt x="896883" y="1475868"/>
                </a:cubicBezTo>
                <a:cubicBezTo>
                  <a:pt x="880114" y="1475868"/>
                  <a:pt x="866520" y="1462274"/>
                  <a:pt x="866520" y="1445505"/>
                </a:cubicBezTo>
                <a:cubicBezTo>
                  <a:pt x="866520" y="1428735"/>
                  <a:pt x="880114" y="1415141"/>
                  <a:pt x="896883" y="1415141"/>
                </a:cubicBezTo>
                <a:close/>
                <a:moveTo>
                  <a:pt x="824329" y="1415141"/>
                </a:moveTo>
                <a:cubicBezTo>
                  <a:pt x="841098" y="1415141"/>
                  <a:pt x="854692" y="1428735"/>
                  <a:pt x="854692" y="1445505"/>
                </a:cubicBezTo>
                <a:cubicBezTo>
                  <a:pt x="854692" y="1462274"/>
                  <a:pt x="841098" y="1475868"/>
                  <a:pt x="824329" y="1475868"/>
                </a:cubicBezTo>
                <a:cubicBezTo>
                  <a:pt x="807559" y="1475868"/>
                  <a:pt x="793965" y="1462274"/>
                  <a:pt x="793965" y="1445505"/>
                </a:cubicBezTo>
                <a:cubicBezTo>
                  <a:pt x="793965" y="1428735"/>
                  <a:pt x="807559" y="1415141"/>
                  <a:pt x="824329" y="1415141"/>
                </a:cubicBezTo>
                <a:close/>
                <a:moveTo>
                  <a:pt x="751774" y="1415141"/>
                </a:moveTo>
                <a:cubicBezTo>
                  <a:pt x="768544" y="1415141"/>
                  <a:pt x="782138" y="1428735"/>
                  <a:pt x="782138" y="1445505"/>
                </a:cubicBezTo>
                <a:cubicBezTo>
                  <a:pt x="782138" y="1462274"/>
                  <a:pt x="768544" y="1475868"/>
                  <a:pt x="751774" y="1475868"/>
                </a:cubicBezTo>
                <a:cubicBezTo>
                  <a:pt x="735005" y="1475868"/>
                  <a:pt x="721411" y="1462274"/>
                  <a:pt x="721411" y="1445505"/>
                </a:cubicBezTo>
                <a:cubicBezTo>
                  <a:pt x="721411" y="1428735"/>
                  <a:pt x="735005" y="1415141"/>
                  <a:pt x="751774" y="1415141"/>
                </a:cubicBezTo>
                <a:close/>
                <a:moveTo>
                  <a:pt x="679220" y="1415141"/>
                </a:moveTo>
                <a:cubicBezTo>
                  <a:pt x="695989" y="1415141"/>
                  <a:pt x="709583" y="1428735"/>
                  <a:pt x="709583" y="1445505"/>
                </a:cubicBezTo>
                <a:cubicBezTo>
                  <a:pt x="709583" y="1462274"/>
                  <a:pt x="695989" y="1475868"/>
                  <a:pt x="679220" y="1475868"/>
                </a:cubicBezTo>
                <a:cubicBezTo>
                  <a:pt x="662450" y="1475868"/>
                  <a:pt x="648856" y="1462274"/>
                  <a:pt x="648856" y="1445505"/>
                </a:cubicBezTo>
                <a:cubicBezTo>
                  <a:pt x="648856" y="1428735"/>
                  <a:pt x="662450" y="1415141"/>
                  <a:pt x="679220" y="1415141"/>
                </a:cubicBezTo>
                <a:close/>
                <a:moveTo>
                  <a:pt x="606665" y="1415141"/>
                </a:moveTo>
                <a:cubicBezTo>
                  <a:pt x="623435" y="1415141"/>
                  <a:pt x="637029" y="1428735"/>
                  <a:pt x="637029" y="1445505"/>
                </a:cubicBezTo>
                <a:cubicBezTo>
                  <a:pt x="637029" y="1462274"/>
                  <a:pt x="623435" y="1475868"/>
                  <a:pt x="606665" y="1475868"/>
                </a:cubicBezTo>
                <a:cubicBezTo>
                  <a:pt x="589896" y="1475868"/>
                  <a:pt x="576302" y="1462274"/>
                  <a:pt x="576302" y="1445505"/>
                </a:cubicBezTo>
                <a:cubicBezTo>
                  <a:pt x="576302" y="1428735"/>
                  <a:pt x="589896" y="1415141"/>
                  <a:pt x="606665" y="1415141"/>
                </a:cubicBezTo>
                <a:close/>
                <a:moveTo>
                  <a:pt x="534111" y="1415141"/>
                </a:moveTo>
                <a:cubicBezTo>
                  <a:pt x="550880" y="1415141"/>
                  <a:pt x="564474" y="1428735"/>
                  <a:pt x="564474" y="1445505"/>
                </a:cubicBezTo>
                <a:cubicBezTo>
                  <a:pt x="564474" y="1462274"/>
                  <a:pt x="550880" y="1475868"/>
                  <a:pt x="534111" y="1475868"/>
                </a:cubicBezTo>
                <a:cubicBezTo>
                  <a:pt x="517341" y="1475868"/>
                  <a:pt x="503747" y="1462274"/>
                  <a:pt x="503747" y="1445505"/>
                </a:cubicBezTo>
                <a:cubicBezTo>
                  <a:pt x="503747" y="1428735"/>
                  <a:pt x="517341" y="1415141"/>
                  <a:pt x="534111" y="1415141"/>
                </a:cubicBezTo>
                <a:close/>
                <a:moveTo>
                  <a:pt x="461556" y="1415141"/>
                </a:moveTo>
                <a:cubicBezTo>
                  <a:pt x="478326" y="1415141"/>
                  <a:pt x="491920" y="1428735"/>
                  <a:pt x="491920" y="1445505"/>
                </a:cubicBezTo>
                <a:cubicBezTo>
                  <a:pt x="491920" y="1462274"/>
                  <a:pt x="478326" y="1475868"/>
                  <a:pt x="461556" y="1475868"/>
                </a:cubicBezTo>
                <a:cubicBezTo>
                  <a:pt x="444787" y="1475868"/>
                  <a:pt x="431192" y="1462274"/>
                  <a:pt x="431192" y="1445505"/>
                </a:cubicBezTo>
                <a:cubicBezTo>
                  <a:pt x="431192" y="1428735"/>
                  <a:pt x="444787" y="1415141"/>
                  <a:pt x="461556" y="1415141"/>
                </a:cubicBezTo>
                <a:close/>
                <a:moveTo>
                  <a:pt x="389002" y="1415141"/>
                </a:moveTo>
                <a:cubicBezTo>
                  <a:pt x="405771" y="1415141"/>
                  <a:pt x="419365" y="1428735"/>
                  <a:pt x="419365" y="1445505"/>
                </a:cubicBezTo>
                <a:cubicBezTo>
                  <a:pt x="419365" y="1462274"/>
                  <a:pt x="405771" y="1475868"/>
                  <a:pt x="389002" y="1475868"/>
                </a:cubicBezTo>
                <a:cubicBezTo>
                  <a:pt x="372232" y="1475868"/>
                  <a:pt x="358638" y="1462274"/>
                  <a:pt x="358638" y="1445505"/>
                </a:cubicBezTo>
                <a:cubicBezTo>
                  <a:pt x="358638" y="1428735"/>
                  <a:pt x="372232" y="1415141"/>
                  <a:pt x="389002" y="1415141"/>
                </a:cubicBezTo>
                <a:close/>
                <a:moveTo>
                  <a:pt x="316447" y="1415141"/>
                </a:moveTo>
                <a:cubicBezTo>
                  <a:pt x="333216" y="1415141"/>
                  <a:pt x="346810" y="1428735"/>
                  <a:pt x="346810" y="1445505"/>
                </a:cubicBezTo>
                <a:cubicBezTo>
                  <a:pt x="346810" y="1462274"/>
                  <a:pt x="333216" y="1475868"/>
                  <a:pt x="316447" y="1475868"/>
                </a:cubicBezTo>
                <a:cubicBezTo>
                  <a:pt x="299677" y="1475868"/>
                  <a:pt x="286084" y="1462274"/>
                  <a:pt x="286084" y="1445505"/>
                </a:cubicBezTo>
                <a:cubicBezTo>
                  <a:pt x="286084" y="1428735"/>
                  <a:pt x="299677" y="1415141"/>
                  <a:pt x="316447" y="1415141"/>
                </a:cubicBezTo>
                <a:close/>
                <a:moveTo>
                  <a:pt x="243892" y="1415141"/>
                </a:moveTo>
                <a:cubicBezTo>
                  <a:pt x="260662" y="1415141"/>
                  <a:pt x="274256" y="1428735"/>
                  <a:pt x="274256" y="1445505"/>
                </a:cubicBezTo>
                <a:cubicBezTo>
                  <a:pt x="274256" y="1462274"/>
                  <a:pt x="260662" y="1475868"/>
                  <a:pt x="243892" y="1475868"/>
                </a:cubicBezTo>
                <a:cubicBezTo>
                  <a:pt x="227123" y="1475868"/>
                  <a:pt x="213529" y="1462274"/>
                  <a:pt x="213529" y="1445505"/>
                </a:cubicBezTo>
                <a:cubicBezTo>
                  <a:pt x="213529" y="1428735"/>
                  <a:pt x="227123" y="1415141"/>
                  <a:pt x="243892" y="1415141"/>
                </a:cubicBezTo>
                <a:close/>
                <a:moveTo>
                  <a:pt x="171339" y="1415141"/>
                </a:moveTo>
                <a:cubicBezTo>
                  <a:pt x="188107" y="1415141"/>
                  <a:pt x="201701" y="1428735"/>
                  <a:pt x="201701" y="1445505"/>
                </a:cubicBezTo>
                <a:cubicBezTo>
                  <a:pt x="201701" y="1462274"/>
                  <a:pt x="188107" y="1475868"/>
                  <a:pt x="171339" y="1475868"/>
                </a:cubicBezTo>
                <a:cubicBezTo>
                  <a:pt x="154611" y="1475868"/>
                  <a:pt x="141018" y="1462274"/>
                  <a:pt x="141018" y="1445505"/>
                </a:cubicBezTo>
                <a:cubicBezTo>
                  <a:pt x="141018" y="1428735"/>
                  <a:pt x="154611" y="1415141"/>
                  <a:pt x="171339" y="1415141"/>
                </a:cubicBezTo>
                <a:close/>
                <a:moveTo>
                  <a:pt x="98831" y="1415141"/>
                </a:moveTo>
                <a:cubicBezTo>
                  <a:pt x="115598" y="1415141"/>
                  <a:pt x="129192" y="1428735"/>
                  <a:pt x="129192" y="1445505"/>
                </a:cubicBezTo>
                <a:cubicBezTo>
                  <a:pt x="129192" y="1462274"/>
                  <a:pt x="115598" y="1475868"/>
                  <a:pt x="98831" y="1475868"/>
                </a:cubicBezTo>
                <a:cubicBezTo>
                  <a:pt x="82060" y="1475868"/>
                  <a:pt x="68467" y="1462274"/>
                  <a:pt x="68467" y="1445505"/>
                </a:cubicBezTo>
                <a:cubicBezTo>
                  <a:pt x="68467" y="1428735"/>
                  <a:pt x="82060" y="1415141"/>
                  <a:pt x="98831" y="1415141"/>
                </a:cubicBezTo>
                <a:close/>
                <a:moveTo>
                  <a:pt x="26277" y="1415141"/>
                </a:moveTo>
                <a:cubicBezTo>
                  <a:pt x="43044" y="1415141"/>
                  <a:pt x="56638" y="1428735"/>
                  <a:pt x="56638" y="1445505"/>
                </a:cubicBezTo>
                <a:cubicBezTo>
                  <a:pt x="56638" y="1462274"/>
                  <a:pt x="43044" y="1475868"/>
                  <a:pt x="26277" y="1475868"/>
                </a:cubicBezTo>
                <a:cubicBezTo>
                  <a:pt x="17892" y="1475868"/>
                  <a:pt x="10301" y="1472470"/>
                  <a:pt x="4807" y="1466975"/>
                </a:cubicBezTo>
                <a:lnTo>
                  <a:pt x="0" y="1455370"/>
                </a:lnTo>
                <a:lnTo>
                  <a:pt x="0" y="1435640"/>
                </a:lnTo>
                <a:lnTo>
                  <a:pt x="4807" y="1424034"/>
                </a:lnTo>
                <a:cubicBezTo>
                  <a:pt x="10301" y="1418540"/>
                  <a:pt x="17892" y="1415141"/>
                  <a:pt x="26277" y="1415141"/>
                </a:cubicBezTo>
                <a:close/>
                <a:moveTo>
                  <a:pt x="1332211" y="1334690"/>
                </a:moveTo>
                <a:cubicBezTo>
                  <a:pt x="1340596" y="1334690"/>
                  <a:pt x="1348186" y="1338088"/>
                  <a:pt x="1353681" y="1343583"/>
                </a:cubicBezTo>
                <a:lnTo>
                  <a:pt x="1356143" y="1349526"/>
                </a:lnTo>
                <a:lnTo>
                  <a:pt x="1331934" y="1381900"/>
                </a:lnTo>
                <a:lnTo>
                  <a:pt x="1321597" y="1393274"/>
                </a:lnTo>
                <a:lnTo>
                  <a:pt x="1320392" y="1393030"/>
                </a:lnTo>
                <a:cubicBezTo>
                  <a:pt x="1309494" y="1388421"/>
                  <a:pt x="1301847" y="1377631"/>
                  <a:pt x="1301847" y="1365053"/>
                </a:cubicBezTo>
                <a:cubicBezTo>
                  <a:pt x="1301847" y="1348284"/>
                  <a:pt x="1315441" y="1334690"/>
                  <a:pt x="1332211" y="1334690"/>
                </a:cubicBezTo>
                <a:close/>
                <a:moveTo>
                  <a:pt x="1259656" y="1334690"/>
                </a:moveTo>
                <a:cubicBezTo>
                  <a:pt x="1276426" y="1334690"/>
                  <a:pt x="1290020" y="1348284"/>
                  <a:pt x="1290020" y="1365053"/>
                </a:cubicBezTo>
                <a:cubicBezTo>
                  <a:pt x="1290020" y="1381823"/>
                  <a:pt x="1276426" y="1395417"/>
                  <a:pt x="1259656" y="1395417"/>
                </a:cubicBezTo>
                <a:cubicBezTo>
                  <a:pt x="1242887" y="1395417"/>
                  <a:pt x="1229293" y="1381823"/>
                  <a:pt x="1229293" y="1365053"/>
                </a:cubicBezTo>
                <a:cubicBezTo>
                  <a:pt x="1229293" y="1348284"/>
                  <a:pt x="1242887" y="1334690"/>
                  <a:pt x="1259656" y="1334690"/>
                </a:cubicBezTo>
                <a:close/>
                <a:moveTo>
                  <a:pt x="1187102" y="1334690"/>
                </a:moveTo>
                <a:cubicBezTo>
                  <a:pt x="1203871" y="1334690"/>
                  <a:pt x="1217465" y="1348284"/>
                  <a:pt x="1217465" y="1365053"/>
                </a:cubicBezTo>
                <a:cubicBezTo>
                  <a:pt x="1217465" y="1381823"/>
                  <a:pt x="1203871" y="1395417"/>
                  <a:pt x="1187102" y="1395417"/>
                </a:cubicBezTo>
                <a:cubicBezTo>
                  <a:pt x="1170332" y="1395417"/>
                  <a:pt x="1156738" y="1381823"/>
                  <a:pt x="1156738" y="1365053"/>
                </a:cubicBezTo>
                <a:cubicBezTo>
                  <a:pt x="1156738" y="1348284"/>
                  <a:pt x="1170332" y="1334690"/>
                  <a:pt x="1187102" y="1334690"/>
                </a:cubicBezTo>
                <a:close/>
                <a:moveTo>
                  <a:pt x="1114547" y="1334690"/>
                </a:moveTo>
                <a:cubicBezTo>
                  <a:pt x="1131317" y="1334690"/>
                  <a:pt x="1144911" y="1348284"/>
                  <a:pt x="1144911" y="1365053"/>
                </a:cubicBezTo>
                <a:cubicBezTo>
                  <a:pt x="1144911" y="1381823"/>
                  <a:pt x="1131317" y="1395417"/>
                  <a:pt x="1114547" y="1395417"/>
                </a:cubicBezTo>
                <a:cubicBezTo>
                  <a:pt x="1097778" y="1395417"/>
                  <a:pt x="1084184" y="1381823"/>
                  <a:pt x="1084184" y="1365053"/>
                </a:cubicBezTo>
                <a:cubicBezTo>
                  <a:pt x="1084184" y="1348284"/>
                  <a:pt x="1097778" y="1334690"/>
                  <a:pt x="1114547" y="1334690"/>
                </a:cubicBezTo>
                <a:close/>
                <a:moveTo>
                  <a:pt x="1041993" y="1334690"/>
                </a:moveTo>
                <a:cubicBezTo>
                  <a:pt x="1058762" y="1334690"/>
                  <a:pt x="1072356" y="1348284"/>
                  <a:pt x="1072356" y="1365053"/>
                </a:cubicBezTo>
                <a:cubicBezTo>
                  <a:pt x="1072356" y="1381823"/>
                  <a:pt x="1058762" y="1395417"/>
                  <a:pt x="1041993" y="1395417"/>
                </a:cubicBezTo>
                <a:cubicBezTo>
                  <a:pt x="1025223" y="1395417"/>
                  <a:pt x="1011629" y="1381823"/>
                  <a:pt x="1011629" y="1365053"/>
                </a:cubicBezTo>
                <a:cubicBezTo>
                  <a:pt x="1011629" y="1348284"/>
                  <a:pt x="1025223" y="1334690"/>
                  <a:pt x="1041993" y="1334690"/>
                </a:cubicBezTo>
                <a:close/>
                <a:moveTo>
                  <a:pt x="969438" y="1334690"/>
                </a:moveTo>
                <a:cubicBezTo>
                  <a:pt x="986208" y="1334690"/>
                  <a:pt x="999801" y="1348284"/>
                  <a:pt x="999801" y="1365053"/>
                </a:cubicBezTo>
                <a:cubicBezTo>
                  <a:pt x="999801" y="1381823"/>
                  <a:pt x="986208" y="1395417"/>
                  <a:pt x="969438" y="1395417"/>
                </a:cubicBezTo>
                <a:cubicBezTo>
                  <a:pt x="952669" y="1395417"/>
                  <a:pt x="939075" y="1381823"/>
                  <a:pt x="939075" y="1365053"/>
                </a:cubicBezTo>
                <a:cubicBezTo>
                  <a:pt x="939075" y="1348284"/>
                  <a:pt x="952669" y="1334690"/>
                  <a:pt x="969438" y="1334690"/>
                </a:cubicBezTo>
                <a:close/>
                <a:moveTo>
                  <a:pt x="896883" y="1334690"/>
                </a:moveTo>
                <a:cubicBezTo>
                  <a:pt x="913653" y="1334690"/>
                  <a:pt x="927247" y="1348284"/>
                  <a:pt x="927247" y="1365053"/>
                </a:cubicBezTo>
                <a:cubicBezTo>
                  <a:pt x="927247" y="1381823"/>
                  <a:pt x="913653" y="1395417"/>
                  <a:pt x="896883" y="1395417"/>
                </a:cubicBezTo>
                <a:cubicBezTo>
                  <a:pt x="880114" y="1395417"/>
                  <a:pt x="866520" y="1381823"/>
                  <a:pt x="866520" y="1365053"/>
                </a:cubicBezTo>
                <a:cubicBezTo>
                  <a:pt x="866520" y="1348284"/>
                  <a:pt x="880114" y="1334690"/>
                  <a:pt x="896883" y="1334690"/>
                </a:cubicBezTo>
                <a:close/>
                <a:moveTo>
                  <a:pt x="824329" y="1334690"/>
                </a:moveTo>
                <a:cubicBezTo>
                  <a:pt x="841098" y="1334690"/>
                  <a:pt x="854692" y="1348284"/>
                  <a:pt x="854692" y="1365053"/>
                </a:cubicBezTo>
                <a:cubicBezTo>
                  <a:pt x="854692" y="1381823"/>
                  <a:pt x="841098" y="1395417"/>
                  <a:pt x="824329" y="1395417"/>
                </a:cubicBezTo>
                <a:cubicBezTo>
                  <a:pt x="807559" y="1395417"/>
                  <a:pt x="793965" y="1381823"/>
                  <a:pt x="793965" y="1365053"/>
                </a:cubicBezTo>
                <a:cubicBezTo>
                  <a:pt x="793965" y="1348284"/>
                  <a:pt x="807559" y="1334690"/>
                  <a:pt x="824329" y="1334690"/>
                </a:cubicBezTo>
                <a:close/>
                <a:moveTo>
                  <a:pt x="751774" y="1334690"/>
                </a:moveTo>
                <a:cubicBezTo>
                  <a:pt x="768544" y="1334690"/>
                  <a:pt x="782138" y="1348284"/>
                  <a:pt x="782138" y="1365053"/>
                </a:cubicBezTo>
                <a:cubicBezTo>
                  <a:pt x="782138" y="1381823"/>
                  <a:pt x="768544" y="1395417"/>
                  <a:pt x="751774" y="1395417"/>
                </a:cubicBezTo>
                <a:cubicBezTo>
                  <a:pt x="735005" y="1395417"/>
                  <a:pt x="721411" y="1381823"/>
                  <a:pt x="721411" y="1365053"/>
                </a:cubicBezTo>
                <a:cubicBezTo>
                  <a:pt x="721411" y="1348284"/>
                  <a:pt x="735005" y="1334690"/>
                  <a:pt x="751774" y="1334690"/>
                </a:cubicBezTo>
                <a:close/>
                <a:moveTo>
                  <a:pt x="679220" y="1334690"/>
                </a:moveTo>
                <a:cubicBezTo>
                  <a:pt x="695989" y="1334690"/>
                  <a:pt x="709583" y="1348284"/>
                  <a:pt x="709583" y="1365053"/>
                </a:cubicBezTo>
                <a:cubicBezTo>
                  <a:pt x="709583" y="1381823"/>
                  <a:pt x="695989" y="1395417"/>
                  <a:pt x="679220" y="1395417"/>
                </a:cubicBezTo>
                <a:cubicBezTo>
                  <a:pt x="662450" y="1395417"/>
                  <a:pt x="648856" y="1381823"/>
                  <a:pt x="648856" y="1365053"/>
                </a:cubicBezTo>
                <a:cubicBezTo>
                  <a:pt x="648856" y="1348284"/>
                  <a:pt x="662450" y="1334690"/>
                  <a:pt x="679220" y="1334690"/>
                </a:cubicBezTo>
                <a:close/>
                <a:moveTo>
                  <a:pt x="606665" y="1334690"/>
                </a:moveTo>
                <a:cubicBezTo>
                  <a:pt x="623435" y="1334690"/>
                  <a:pt x="637029" y="1348284"/>
                  <a:pt x="637029" y="1365053"/>
                </a:cubicBezTo>
                <a:cubicBezTo>
                  <a:pt x="637029" y="1381823"/>
                  <a:pt x="623435" y="1395417"/>
                  <a:pt x="606665" y="1395417"/>
                </a:cubicBezTo>
                <a:cubicBezTo>
                  <a:pt x="589896" y="1395417"/>
                  <a:pt x="576302" y="1381823"/>
                  <a:pt x="576302" y="1365053"/>
                </a:cubicBezTo>
                <a:cubicBezTo>
                  <a:pt x="576302" y="1348284"/>
                  <a:pt x="589896" y="1334690"/>
                  <a:pt x="606665" y="1334690"/>
                </a:cubicBezTo>
                <a:close/>
                <a:moveTo>
                  <a:pt x="534111" y="1334690"/>
                </a:moveTo>
                <a:cubicBezTo>
                  <a:pt x="550880" y="1334690"/>
                  <a:pt x="564474" y="1348284"/>
                  <a:pt x="564474" y="1365053"/>
                </a:cubicBezTo>
                <a:cubicBezTo>
                  <a:pt x="564474" y="1381823"/>
                  <a:pt x="550880" y="1395417"/>
                  <a:pt x="534111" y="1395417"/>
                </a:cubicBezTo>
                <a:cubicBezTo>
                  <a:pt x="517341" y="1395417"/>
                  <a:pt x="503747" y="1381823"/>
                  <a:pt x="503747" y="1365053"/>
                </a:cubicBezTo>
                <a:cubicBezTo>
                  <a:pt x="503747" y="1348284"/>
                  <a:pt x="517341" y="1334690"/>
                  <a:pt x="534111" y="1334690"/>
                </a:cubicBezTo>
                <a:close/>
                <a:moveTo>
                  <a:pt x="461556" y="1334690"/>
                </a:moveTo>
                <a:cubicBezTo>
                  <a:pt x="478326" y="1334690"/>
                  <a:pt x="491920" y="1348284"/>
                  <a:pt x="491920" y="1365053"/>
                </a:cubicBezTo>
                <a:cubicBezTo>
                  <a:pt x="491920" y="1381823"/>
                  <a:pt x="478326" y="1395417"/>
                  <a:pt x="461556" y="1395417"/>
                </a:cubicBezTo>
                <a:cubicBezTo>
                  <a:pt x="444787" y="1395417"/>
                  <a:pt x="431192" y="1381823"/>
                  <a:pt x="431192" y="1365053"/>
                </a:cubicBezTo>
                <a:cubicBezTo>
                  <a:pt x="431192" y="1348284"/>
                  <a:pt x="444787" y="1334690"/>
                  <a:pt x="461556" y="1334690"/>
                </a:cubicBezTo>
                <a:close/>
                <a:moveTo>
                  <a:pt x="389002" y="1334690"/>
                </a:moveTo>
                <a:cubicBezTo>
                  <a:pt x="405771" y="1334690"/>
                  <a:pt x="419365" y="1348284"/>
                  <a:pt x="419365" y="1365053"/>
                </a:cubicBezTo>
                <a:cubicBezTo>
                  <a:pt x="419365" y="1381823"/>
                  <a:pt x="405771" y="1395417"/>
                  <a:pt x="389002" y="1395417"/>
                </a:cubicBezTo>
                <a:cubicBezTo>
                  <a:pt x="372232" y="1395417"/>
                  <a:pt x="358638" y="1381823"/>
                  <a:pt x="358638" y="1365053"/>
                </a:cubicBezTo>
                <a:cubicBezTo>
                  <a:pt x="358638" y="1348284"/>
                  <a:pt x="372232" y="1334690"/>
                  <a:pt x="389002" y="1334690"/>
                </a:cubicBezTo>
                <a:close/>
                <a:moveTo>
                  <a:pt x="316447" y="1334690"/>
                </a:moveTo>
                <a:cubicBezTo>
                  <a:pt x="333216" y="1334690"/>
                  <a:pt x="346810" y="1348284"/>
                  <a:pt x="346810" y="1365053"/>
                </a:cubicBezTo>
                <a:cubicBezTo>
                  <a:pt x="346810" y="1381823"/>
                  <a:pt x="333216" y="1395417"/>
                  <a:pt x="316447" y="1395417"/>
                </a:cubicBezTo>
                <a:cubicBezTo>
                  <a:pt x="299677" y="1395417"/>
                  <a:pt x="286084" y="1381823"/>
                  <a:pt x="286084" y="1365053"/>
                </a:cubicBezTo>
                <a:cubicBezTo>
                  <a:pt x="286084" y="1348284"/>
                  <a:pt x="299677" y="1334690"/>
                  <a:pt x="316447" y="1334690"/>
                </a:cubicBezTo>
                <a:close/>
                <a:moveTo>
                  <a:pt x="243892" y="1334690"/>
                </a:moveTo>
                <a:cubicBezTo>
                  <a:pt x="260662" y="1334690"/>
                  <a:pt x="274256" y="1348284"/>
                  <a:pt x="274256" y="1365053"/>
                </a:cubicBezTo>
                <a:cubicBezTo>
                  <a:pt x="274256" y="1381823"/>
                  <a:pt x="260662" y="1395417"/>
                  <a:pt x="243892" y="1395417"/>
                </a:cubicBezTo>
                <a:cubicBezTo>
                  <a:pt x="227123" y="1395417"/>
                  <a:pt x="213529" y="1381823"/>
                  <a:pt x="213529" y="1365053"/>
                </a:cubicBezTo>
                <a:cubicBezTo>
                  <a:pt x="213529" y="1348284"/>
                  <a:pt x="227123" y="1334690"/>
                  <a:pt x="243892" y="1334690"/>
                </a:cubicBezTo>
                <a:close/>
                <a:moveTo>
                  <a:pt x="171339" y="1334690"/>
                </a:moveTo>
                <a:cubicBezTo>
                  <a:pt x="188107" y="1334690"/>
                  <a:pt x="201701" y="1348284"/>
                  <a:pt x="201701" y="1365053"/>
                </a:cubicBezTo>
                <a:cubicBezTo>
                  <a:pt x="201701" y="1381823"/>
                  <a:pt x="188107" y="1395417"/>
                  <a:pt x="171339" y="1395417"/>
                </a:cubicBezTo>
                <a:cubicBezTo>
                  <a:pt x="154616" y="1395417"/>
                  <a:pt x="141023" y="1381823"/>
                  <a:pt x="141023" y="1365053"/>
                </a:cubicBezTo>
                <a:cubicBezTo>
                  <a:pt x="141023" y="1348284"/>
                  <a:pt x="154616" y="1334690"/>
                  <a:pt x="171339" y="1334690"/>
                </a:cubicBezTo>
                <a:close/>
                <a:moveTo>
                  <a:pt x="98838" y="1334690"/>
                </a:moveTo>
                <a:cubicBezTo>
                  <a:pt x="115605" y="1334690"/>
                  <a:pt x="129198" y="1348284"/>
                  <a:pt x="129198" y="1365053"/>
                </a:cubicBezTo>
                <a:cubicBezTo>
                  <a:pt x="129198" y="1381823"/>
                  <a:pt x="115605" y="1395417"/>
                  <a:pt x="98838" y="1395417"/>
                </a:cubicBezTo>
                <a:cubicBezTo>
                  <a:pt x="82067" y="1395417"/>
                  <a:pt x="68474" y="1381823"/>
                  <a:pt x="68474" y="1365053"/>
                </a:cubicBezTo>
                <a:cubicBezTo>
                  <a:pt x="68474" y="1348284"/>
                  <a:pt x="82067" y="1334690"/>
                  <a:pt x="98838" y="1334690"/>
                </a:cubicBezTo>
                <a:close/>
                <a:moveTo>
                  <a:pt x="26283" y="1334690"/>
                </a:moveTo>
                <a:cubicBezTo>
                  <a:pt x="43051" y="1334690"/>
                  <a:pt x="56645" y="1348284"/>
                  <a:pt x="56645" y="1365053"/>
                </a:cubicBezTo>
                <a:cubicBezTo>
                  <a:pt x="56645" y="1381823"/>
                  <a:pt x="43051" y="1395417"/>
                  <a:pt x="26283" y="1395417"/>
                </a:cubicBezTo>
                <a:cubicBezTo>
                  <a:pt x="17898" y="1395417"/>
                  <a:pt x="10308" y="1392019"/>
                  <a:pt x="4813" y="1386524"/>
                </a:cubicBezTo>
                <a:lnTo>
                  <a:pt x="0" y="1374903"/>
                </a:lnTo>
                <a:lnTo>
                  <a:pt x="0" y="1355203"/>
                </a:lnTo>
                <a:lnTo>
                  <a:pt x="4813" y="1343583"/>
                </a:lnTo>
                <a:cubicBezTo>
                  <a:pt x="10308" y="1338089"/>
                  <a:pt x="17898" y="1334690"/>
                  <a:pt x="26283" y="1334690"/>
                </a:cubicBezTo>
                <a:close/>
                <a:moveTo>
                  <a:pt x="1404765" y="1254238"/>
                </a:moveTo>
                <a:cubicBezTo>
                  <a:pt x="1408957" y="1254238"/>
                  <a:pt x="1412951" y="1255088"/>
                  <a:pt x="1416584" y="1256624"/>
                </a:cubicBezTo>
                <a:lnTo>
                  <a:pt x="1422045" y="1260306"/>
                </a:lnTo>
                <a:lnTo>
                  <a:pt x="1418517" y="1266114"/>
                </a:lnTo>
                <a:lnTo>
                  <a:pt x="1386846" y="1308466"/>
                </a:lnTo>
                <a:lnTo>
                  <a:pt x="1383295" y="1306072"/>
                </a:lnTo>
                <a:cubicBezTo>
                  <a:pt x="1377800" y="1300577"/>
                  <a:pt x="1374402" y="1292986"/>
                  <a:pt x="1374402" y="1284602"/>
                </a:cubicBezTo>
                <a:cubicBezTo>
                  <a:pt x="1374402" y="1267832"/>
                  <a:pt x="1387996" y="1254238"/>
                  <a:pt x="1404765" y="1254238"/>
                </a:cubicBezTo>
                <a:close/>
                <a:moveTo>
                  <a:pt x="1332211" y="1254238"/>
                </a:moveTo>
                <a:cubicBezTo>
                  <a:pt x="1348980" y="1254238"/>
                  <a:pt x="1362574" y="1267832"/>
                  <a:pt x="1362574" y="1284602"/>
                </a:cubicBezTo>
                <a:cubicBezTo>
                  <a:pt x="1362574" y="1301371"/>
                  <a:pt x="1348980" y="1314965"/>
                  <a:pt x="1332211" y="1314965"/>
                </a:cubicBezTo>
                <a:cubicBezTo>
                  <a:pt x="1315441" y="1314965"/>
                  <a:pt x="1301847" y="1301371"/>
                  <a:pt x="1301847" y="1284602"/>
                </a:cubicBezTo>
                <a:cubicBezTo>
                  <a:pt x="1301847" y="1267832"/>
                  <a:pt x="1315441" y="1254238"/>
                  <a:pt x="1332211" y="1254238"/>
                </a:cubicBezTo>
                <a:close/>
                <a:moveTo>
                  <a:pt x="1259656" y="1254238"/>
                </a:moveTo>
                <a:cubicBezTo>
                  <a:pt x="1276426" y="1254238"/>
                  <a:pt x="1290020" y="1267832"/>
                  <a:pt x="1290020" y="1284602"/>
                </a:cubicBezTo>
                <a:cubicBezTo>
                  <a:pt x="1290020" y="1301371"/>
                  <a:pt x="1276426" y="1314965"/>
                  <a:pt x="1259656" y="1314965"/>
                </a:cubicBezTo>
                <a:cubicBezTo>
                  <a:pt x="1242887" y="1314965"/>
                  <a:pt x="1229293" y="1301371"/>
                  <a:pt x="1229293" y="1284602"/>
                </a:cubicBezTo>
                <a:cubicBezTo>
                  <a:pt x="1229293" y="1267832"/>
                  <a:pt x="1242887" y="1254238"/>
                  <a:pt x="1259656" y="1254238"/>
                </a:cubicBezTo>
                <a:close/>
                <a:moveTo>
                  <a:pt x="1187102" y="1254238"/>
                </a:moveTo>
                <a:cubicBezTo>
                  <a:pt x="1203871" y="1254238"/>
                  <a:pt x="1217465" y="1267832"/>
                  <a:pt x="1217465" y="1284602"/>
                </a:cubicBezTo>
                <a:cubicBezTo>
                  <a:pt x="1217465" y="1301371"/>
                  <a:pt x="1203871" y="1314965"/>
                  <a:pt x="1187102" y="1314965"/>
                </a:cubicBezTo>
                <a:cubicBezTo>
                  <a:pt x="1170332" y="1314965"/>
                  <a:pt x="1156738" y="1301371"/>
                  <a:pt x="1156738" y="1284602"/>
                </a:cubicBezTo>
                <a:cubicBezTo>
                  <a:pt x="1156738" y="1267832"/>
                  <a:pt x="1170332" y="1254238"/>
                  <a:pt x="1187102" y="1254238"/>
                </a:cubicBezTo>
                <a:close/>
                <a:moveTo>
                  <a:pt x="1114547" y="1254238"/>
                </a:moveTo>
                <a:cubicBezTo>
                  <a:pt x="1131317" y="1254238"/>
                  <a:pt x="1144911" y="1267832"/>
                  <a:pt x="1144911" y="1284602"/>
                </a:cubicBezTo>
                <a:cubicBezTo>
                  <a:pt x="1144911" y="1301371"/>
                  <a:pt x="1131317" y="1314965"/>
                  <a:pt x="1114547" y="1314965"/>
                </a:cubicBezTo>
                <a:cubicBezTo>
                  <a:pt x="1097778" y="1314965"/>
                  <a:pt x="1084184" y="1301371"/>
                  <a:pt x="1084184" y="1284602"/>
                </a:cubicBezTo>
                <a:cubicBezTo>
                  <a:pt x="1084184" y="1267832"/>
                  <a:pt x="1097778" y="1254238"/>
                  <a:pt x="1114547" y="1254238"/>
                </a:cubicBezTo>
                <a:close/>
                <a:moveTo>
                  <a:pt x="1041993" y="1254238"/>
                </a:moveTo>
                <a:cubicBezTo>
                  <a:pt x="1058762" y="1254238"/>
                  <a:pt x="1072356" y="1267832"/>
                  <a:pt x="1072356" y="1284602"/>
                </a:cubicBezTo>
                <a:cubicBezTo>
                  <a:pt x="1072356" y="1301371"/>
                  <a:pt x="1058762" y="1314965"/>
                  <a:pt x="1041993" y="1314965"/>
                </a:cubicBezTo>
                <a:cubicBezTo>
                  <a:pt x="1025223" y="1314965"/>
                  <a:pt x="1011629" y="1301371"/>
                  <a:pt x="1011629" y="1284602"/>
                </a:cubicBezTo>
                <a:cubicBezTo>
                  <a:pt x="1011629" y="1267832"/>
                  <a:pt x="1025223" y="1254238"/>
                  <a:pt x="1041993" y="1254238"/>
                </a:cubicBezTo>
                <a:close/>
                <a:moveTo>
                  <a:pt x="969438" y="1254238"/>
                </a:moveTo>
                <a:cubicBezTo>
                  <a:pt x="986208" y="1254238"/>
                  <a:pt x="999801" y="1267832"/>
                  <a:pt x="999801" y="1284602"/>
                </a:cubicBezTo>
                <a:cubicBezTo>
                  <a:pt x="999801" y="1301371"/>
                  <a:pt x="986208" y="1314965"/>
                  <a:pt x="969438" y="1314965"/>
                </a:cubicBezTo>
                <a:cubicBezTo>
                  <a:pt x="952669" y="1314965"/>
                  <a:pt x="939075" y="1301371"/>
                  <a:pt x="939075" y="1284602"/>
                </a:cubicBezTo>
                <a:cubicBezTo>
                  <a:pt x="939075" y="1267832"/>
                  <a:pt x="952669" y="1254238"/>
                  <a:pt x="969438" y="1254238"/>
                </a:cubicBezTo>
                <a:close/>
                <a:moveTo>
                  <a:pt x="896883" y="1254238"/>
                </a:moveTo>
                <a:cubicBezTo>
                  <a:pt x="913653" y="1254238"/>
                  <a:pt x="927247" y="1267832"/>
                  <a:pt x="927247" y="1284602"/>
                </a:cubicBezTo>
                <a:cubicBezTo>
                  <a:pt x="927247" y="1301371"/>
                  <a:pt x="913653" y="1314965"/>
                  <a:pt x="896883" y="1314965"/>
                </a:cubicBezTo>
                <a:cubicBezTo>
                  <a:pt x="880114" y="1314965"/>
                  <a:pt x="866520" y="1301371"/>
                  <a:pt x="866520" y="1284602"/>
                </a:cubicBezTo>
                <a:cubicBezTo>
                  <a:pt x="866520" y="1267832"/>
                  <a:pt x="880114" y="1254238"/>
                  <a:pt x="896883" y="1254238"/>
                </a:cubicBezTo>
                <a:close/>
                <a:moveTo>
                  <a:pt x="824329" y="1254238"/>
                </a:moveTo>
                <a:cubicBezTo>
                  <a:pt x="841098" y="1254238"/>
                  <a:pt x="854692" y="1267832"/>
                  <a:pt x="854692" y="1284602"/>
                </a:cubicBezTo>
                <a:cubicBezTo>
                  <a:pt x="854692" y="1301371"/>
                  <a:pt x="841098" y="1314965"/>
                  <a:pt x="824329" y="1314965"/>
                </a:cubicBezTo>
                <a:cubicBezTo>
                  <a:pt x="807559" y="1314965"/>
                  <a:pt x="793965" y="1301371"/>
                  <a:pt x="793965" y="1284602"/>
                </a:cubicBezTo>
                <a:cubicBezTo>
                  <a:pt x="793965" y="1267832"/>
                  <a:pt x="807559" y="1254238"/>
                  <a:pt x="824329" y="1254238"/>
                </a:cubicBezTo>
                <a:close/>
                <a:moveTo>
                  <a:pt x="751774" y="1254238"/>
                </a:moveTo>
                <a:cubicBezTo>
                  <a:pt x="768544" y="1254238"/>
                  <a:pt x="782138" y="1267832"/>
                  <a:pt x="782138" y="1284602"/>
                </a:cubicBezTo>
                <a:cubicBezTo>
                  <a:pt x="782138" y="1301371"/>
                  <a:pt x="768544" y="1314965"/>
                  <a:pt x="751774" y="1314965"/>
                </a:cubicBezTo>
                <a:cubicBezTo>
                  <a:pt x="735005" y="1314965"/>
                  <a:pt x="721411" y="1301371"/>
                  <a:pt x="721411" y="1284602"/>
                </a:cubicBezTo>
                <a:cubicBezTo>
                  <a:pt x="721411" y="1267832"/>
                  <a:pt x="735005" y="1254238"/>
                  <a:pt x="751774" y="1254238"/>
                </a:cubicBezTo>
                <a:close/>
                <a:moveTo>
                  <a:pt x="679220" y="1254238"/>
                </a:moveTo>
                <a:cubicBezTo>
                  <a:pt x="695989" y="1254238"/>
                  <a:pt x="709583" y="1267832"/>
                  <a:pt x="709583" y="1284602"/>
                </a:cubicBezTo>
                <a:cubicBezTo>
                  <a:pt x="709583" y="1301371"/>
                  <a:pt x="695989" y="1314965"/>
                  <a:pt x="679220" y="1314965"/>
                </a:cubicBezTo>
                <a:cubicBezTo>
                  <a:pt x="662450" y="1314965"/>
                  <a:pt x="648856" y="1301371"/>
                  <a:pt x="648856" y="1284602"/>
                </a:cubicBezTo>
                <a:cubicBezTo>
                  <a:pt x="648856" y="1267832"/>
                  <a:pt x="662450" y="1254238"/>
                  <a:pt x="679220" y="1254238"/>
                </a:cubicBezTo>
                <a:close/>
                <a:moveTo>
                  <a:pt x="606665" y="1254238"/>
                </a:moveTo>
                <a:cubicBezTo>
                  <a:pt x="623435" y="1254238"/>
                  <a:pt x="637029" y="1267832"/>
                  <a:pt x="637029" y="1284602"/>
                </a:cubicBezTo>
                <a:cubicBezTo>
                  <a:pt x="637029" y="1301371"/>
                  <a:pt x="623435" y="1314965"/>
                  <a:pt x="606665" y="1314965"/>
                </a:cubicBezTo>
                <a:cubicBezTo>
                  <a:pt x="589896" y="1314965"/>
                  <a:pt x="576302" y="1301371"/>
                  <a:pt x="576302" y="1284602"/>
                </a:cubicBezTo>
                <a:cubicBezTo>
                  <a:pt x="576302" y="1267832"/>
                  <a:pt x="589896" y="1254238"/>
                  <a:pt x="606665" y="1254238"/>
                </a:cubicBezTo>
                <a:close/>
                <a:moveTo>
                  <a:pt x="534111" y="1254238"/>
                </a:moveTo>
                <a:cubicBezTo>
                  <a:pt x="550880" y="1254238"/>
                  <a:pt x="564474" y="1267832"/>
                  <a:pt x="564474" y="1284602"/>
                </a:cubicBezTo>
                <a:cubicBezTo>
                  <a:pt x="564474" y="1301371"/>
                  <a:pt x="550880" y="1314965"/>
                  <a:pt x="534111" y="1314965"/>
                </a:cubicBezTo>
                <a:cubicBezTo>
                  <a:pt x="517341" y="1314965"/>
                  <a:pt x="503747" y="1301371"/>
                  <a:pt x="503747" y="1284602"/>
                </a:cubicBezTo>
                <a:cubicBezTo>
                  <a:pt x="503747" y="1267832"/>
                  <a:pt x="517341" y="1254238"/>
                  <a:pt x="534111" y="1254238"/>
                </a:cubicBezTo>
                <a:close/>
                <a:moveTo>
                  <a:pt x="461556" y="1254238"/>
                </a:moveTo>
                <a:cubicBezTo>
                  <a:pt x="478326" y="1254238"/>
                  <a:pt x="491920" y="1267832"/>
                  <a:pt x="491920" y="1284602"/>
                </a:cubicBezTo>
                <a:cubicBezTo>
                  <a:pt x="491920" y="1301371"/>
                  <a:pt x="478326" y="1314965"/>
                  <a:pt x="461556" y="1314965"/>
                </a:cubicBezTo>
                <a:cubicBezTo>
                  <a:pt x="444787" y="1314965"/>
                  <a:pt x="431192" y="1301371"/>
                  <a:pt x="431192" y="1284602"/>
                </a:cubicBezTo>
                <a:cubicBezTo>
                  <a:pt x="431192" y="1267832"/>
                  <a:pt x="444787" y="1254238"/>
                  <a:pt x="461556" y="1254238"/>
                </a:cubicBezTo>
                <a:close/>
                <a:moveTo>
                  <a:pt x="389002" y="1254238"/>
                </a:moveTo>
                <a:cubicBezTo>
                  <a:pt x="405771" y="1254238"/>
                  <a:pt x="419365" y="1267832"/>
                  <a:pt x="419365" y="1284602"/>
                </a:cubicBezTo>
                <a:cubicBezTo>
                  <a:pt x="419365" y="1301371"/>
                  <a:pt x="405771" y="1314965"/>
                  <a:pt x="389002" y="1314965"/>
                </a:cubicBezTo>
                <a:cubicBezTo>
                  <a:pt x="372232" y="1314965"/>
                  <a:pt x="358638" y="1301371"/>
                  <a:pt x="358638" y="1284602"/>
                </a:cubicBezTo>
                <a:cubicBezTo>
                  <a:pt x="358638" y="1267832"/>
                  <a:pt x="372232" y="1254238"/>
                  <a:pt x="389002" y="1254238"/>
                </a:cubicBezTo>
                <a:close/>
                <a:moveTo>
                  <a:pt x="316447" y="1254238"/>
                </a:moveTo>
                <a:cubicBezTo>
                  <a:pt x="333216" y="1254238"/>
                  <a:pt x="346810" y="1267832"/>
                  <a:pt x="346810" y="1284602"/>
                </a:cubicBezTo>
                <a:cubicBezTo>
                  <a:pt x="346810" y="1301371"/>
                  <a:pt x="333216" y="1314965"/>
                  <a:pt x="316447" y="1314965"/>
                </a:cubicBezTo>
                <a:cubicBezTo>
                  <a:pt x="299677" y="1314965"/>
                  <a:pt x="286084" y="1301371"/>
                  <a:pt x="286084" y="1284602"/>
                </a:cubicBezTo>
                <a:cubicBezTo>
                  <a:pt x="286084" y="1267832"/>
                  <a:pt x="299677" y="1254238"/>
                  <a:pt x="316447" y="1254238"/>
                </a:cubicBezTo>
                <a:close/>
                <a:moveTo>
                  <a:pt x="243892" y="1254238"/>
                </a:moveTo>
                <a:cubicBezTo>
                  <a:pt x="260662" y="1254238"/>
                  <a:pt x="274256" y="1267832"/>
                  <a:pt x="274256" y="1284602"/>
                </a:cubicBezTo>
                <a:cubicBezTo>
                  <a:pt x="274256" y="1301371"/>
                  <a:pt x="260662" y="1314965"/>
                  <a:pt x="243892" y="1314965"/>
                </a:cubicBezTo>
                <a:cubicBezTo>
                  <a:pt x="227123" y="1314965"/>
                  <a:pt x="213529" y="1301371"/>
                  <a:pt x="213529" y="1284602"/>
                </a:cubicBezTo>
                <a:cubicBezTo>
                  <a:pt x="213529" y="1267832"/>
                  <a:pt x="227123" y="1254238"/>
                  <a:pt x="243892" y="1254238"/>
                </a:cubicBezTo>
                <a:close/>
                <a:moveTo>
                  <a:pt x="171339" y="1254238"/>
                </a:moveTo>
                <a:cubicBezTo>
                  <a:pt x="188107" y="1254238"/>
                  <a:pt x="201701" y="1267832"/>
                  <a:pt x="201701" y="1284602"/>
                </a:cubicBezTo>
                <a:cubicBezTo>
                  <a:pt x="201701" y="1301371"/>
                  <a:pt x="188107" y="1314965"/>
                  <a:pt x="171339" y="1314965"/>
                </a:cubicBezTo>
                <a:cubicBezTo>
                  <a:pt x="154622" y="1314965"/>
                  <a:pt x="141029" y="1301371"/>
                  <a:pt x="141029" y="1284602"/>
                </a:cubicBezTo>
                <a:cubicBezTo>
                  <a:pt x="141029" y="1267832"/>
                  <a:pt x="154622" y="1254238"/>
                  <a:pt x="171339" y="1254238"/>
                </a:cubicBezTo>
                <a:close/>
                <a:moveTo>
                  <a:pt x="98845" y="1254238"/>
                </a:moveTo>
                <a:cubicBezTo>
                  <a:pt x="115610" y="1254238"/>
                  <a:pt x="129204" y="1267832"/>
                  <a:pt x="129204" y="1284602"/>
                </a:cubicBezTo>
                <a:cubicBezTo>
                  <a:pt x="129204" y="1301371"/>
                  <a:pt x="115610" y="1314965"/>
                  <a:pt x="98845" y="1314965"/>
                </a:cubicBezTo>
                <a:cubicBezTo>
                  <a:pt x="82074" y="1314965"/>
                  <a:pt x="68480" y="1301371"/>
                  <a:pt x="68480" y="1284602"/>
                </a:cubicBezTo>
                <a:cubicBezTo>
                  <a:pt x="68480" y="1267832"/>
                  <a:pt x="82074" y="1254238"/>
                  <a:pt x="98845" y="1254238"/>
                </a:cubicBezTo>
                <a:close/>
                <a:moveTo>
                  <a:pt x="26290" y="1254238"/>
                </a:moveTo>
                <a:cubicBezTo>
                  <a:pt x="43057" y="1254238"/>
                  <a:pt x="56651" y="1267832"/>
                  <a:pt x="56651" y="1284602"/>
                </a:cubicBezTo>
                <a:cubicBezTo>
                  <a:pt x="56651" y="1301371"/>
                  <a:pt x="43057" y="1314965"/>
                  <a:pt x="26290" y="1314965"/>
                </a:cubicBezTo>
                <a:cubicBezTo>
                  <a:pt x="17905" y="1314965"/>
                  <a:pt x="10314" y="1311567"/>
                  <a:pt x="4819" y="1306072"/>
                </a:cubicBezTo>
                <a:lnTo>
                  <a:pt x="0" y="1294437"/>
                </a:lnTo>
                <a:lnTo>
                  <a:pt x="0" y="1274766"/>
                </a:lnTo>
                <a:lnTo>
                  <a:pt x="4819" y="1263131"/>
                </a:lnTo>
                <a:cubicBezTo>
                  <a:pt x="10314" y="1257637"/>
                  <a:pt x="17905" y="1254238"/>
                  <a:pt x="26290" y="1254238"/>
                </a:cubicBezTo>
                <a:close/>
                <a:moveTo>
                  <a:pt x="1474228" y="1174410"/>
                </a:moveTo>
                <a:lnTo>
                  <a:pt x="1450688" y="1213159"/>
                </a:lnTo>
                <a:lnTo>
                  <a:pt x="1446956" y="1204150"/>
                </a:lnTo>
                <a:cubicBezTo>
                  <a:pt x="1446956" y="1191573"/>
                  <a:pt x="1454603" y="1180782"/>
                  <a:pt x="1465501" y="1176173"/>
                </a:cubicBezTo>
                <a:close/>
                <a:moveTo>
                  <a:pt x="1404765" y="1173786"/>
                </a:moveTo>
                <a:cubicBezTo>
                  <a:pt x="1421535" y="1173786"/>
                  <a:pt x="1435129" y="1187380"/>
                  <a:pt x="1435129" y="1204150"/>
                </a:cubicBezTo>
                <a:cubicBezTo>
                  <a:pt x="1435129" y="1220919"/>
                  <a:pt x="1421535" y="1234513"/>
                  <a:pt x="1404765" y="1234513"/>
                </a:cubicBezTo>
                <a:cubicBezTo>
                  <a:pt x="1387996" y="1234513"/>
                  <a:pt x="1374402" y="1220919"/>
                  <a:pt x="1374402" y="1204150"/>
                </a:cubicBezTo>
                <a:cubicBezTo>
                  <a:pt x="1374402" y="1187380"/>
                  <a:pt x="1387996" y="1173786"/>
                  <a:pt x="1404765" y="1173786"/>
                </a:cubicBezTo>
                <a:close/>
                <a:moveTo>
                  <a:pt x="1332211" y="1173786"/>
                </a:moveTo>
                <a:cubicBezTo>
                  <a:pt x="1348980" y="1173786"/>
                  <a:pt x="1362574" y="1187380"/>
                  <a:pt x="1362574" y="1204150"/>
                </a:cubicBezTo>
                <a:cubicBezTo>
                  <a:pt x="1362574" y="1220919"/>
                  <a:pt x="1348980" y="1234513"/>
                  <a:pt x="1332211" y="1234513"/>
                </a:cubicBezTo>
                <a:cubicBezTo>
                  <a:pt x="1315441" y="1234513"/>
                  <a:pt x="1301847" y="1220919"/>
                  <a:pt x="1301847" y="1204150"/>
                </a:cubicBezTo>
                <a:cubicBezTo>
                  <a:pt x="1301847" y="1187380"/>
                  <a:pt x="1315441" y="1173786"/>
                  <a:pt x="1332211" y="1173786"/>
                </a:cubicBezTo>
                <a:close/>
                <a:moveTo>
                  <a:pt x="1259656" y="1173786"/>
                </a:moveTo>
                <a:cubicBezTo>
                  <a:pt x="1276426" y="1173786"/>
                  <a:pt x="1290020" y="1187380"/>
                  <a:pt x="1290020" y="1204150"/>
                </a:cubicBezTo>
                <a:cubicBezTo>
                  <a:pt x="1290020" y="1220919"/>
                  <a:pt x="1276426" y="1234513"/>
                  <a:pt x="1259656" y="1234513"/>
                </a:cubicBezTo>
                <a:cubicBezTo>
                  <a:pt x="1242887" y="1234513"/>
                  <a:pt x="1229293" y="1220919"/>
                  <a:pt x="1229293" y="1204150"/>
                </a:cubicBezTo>
                <a:cubicBezTo>
                  <a:pt x="1229293" y="1187380"/>
                  <a:pt x="1242887" y="1173786"/>
                  <a:pt x="1259656" y="1173786"/>
                </a:cubicBezTo>
                <a:close/>
                <a:moveTo>
                  <a:pt x="1187102" y="1173786"/>
                </a:moveTo>
                <a:cubicBezTo>
                  <a:pt x="1203871" y="1173786"/>
                  <a:pt x="1217465" y="1187380"/>
                  <a:pt x="1217465" y="1204150"/>
                </a:cubicBezTo>
                <a:cubicBezTo>
                  <a:pt x="1217465" y="1220919"/>
                  <a:pt x="1203871" y="1234513"/>
                  <a:pt x="1187102" y="1234513"/>
                </a:cubicBezTo>
                <a:cubicBezTo>
                  <a:pt x="1170332" y="1234513"/>
                  <a:pt x="1156738" y="1220919"/>
                  <a:pt x="1156738" y="1204150"/>
                </a:cubicBezTo>
                <a:cubicBezTo>
                  <a:pt x="1156738" y="1187380"/>
                  <a:pt x="1170332" y="1173786"/>
                  <a:pt x="1187102" y="1173786"/>
                </a:cubicBezTo>
                <a:close/>
                <a:moveTo>
                  <a:pt x="1114547" y="1173786"/>
                </a:moveTo>
                <a:cubicBezTo>
                  <a:pt x="1131317" y="1173786"/>
                  <a:pt x="1144911" y="1187380"/>
                  <a:pt x="1144911" y="1204150"/>
                </a:cubicBezTo>
                <a:cubicBezTo>
                  <a:pt x="1144911" y="1220919"/>
                  <a:pt x="1131317" y="1234513"/>
                  <a:pt x="1114547" y="1234513"/>
                </a:cubicBezTo>
                <a:cubicBezTo>
                  <a:pt x="1097778" y="1234513"/>
                  <a:pt x="1084184" y="1220919"/>
                  <a:pt x="1084184" y="1204150"/>
                </a:cubicBezTo>
                <a:cubicBezTo>
                  <a:pt x="1084184" y="1187380"/>
                  <a:pt x="1097778" y="1173786"/>
                  <a:pt x="1114547" y="1173786"/>
                </a:cubicBezTo>
                <a:close/>
                <a:moveTo>
                  <a:pt x="1041993" y="1173786"/>
                </a:moveTo>
                <a:cubicBezTo>
                  <a:pt x="1058762" y="1173786"/>
                  <a:pt x="1072356" y="1187380"/>
                  <a:pt x="1072356" y="1204150"/>
                </a:cubicBezTo>
                <a:cubicBezTo>
                  <a:pt x="1072356" y="1220919"/>
                  <a:pt x="1058762" y="1234513"/>
                  <a:pt x="1041993" y="1234513"/>
                </a:cubicBezTo>
                <a:cubicBezTo>
                  <a:pt x="1025223" y="1234513"/>
                  <a:pt x="1011629" y="1220919"/>
                  <a:pt x="1011629" y="1204150"/>
                </a:cubicBezTo>
                <a:cubicBezTo>
                  <a:pt x="1011629" y="1187380"/>
                  <a:pt x="1025223" y="1173786"/>
                  <a:pt x="1041993" y="1173786"/>
                </a:cubicBezTo>
                <a:close/>
                <a:moveTo>
                  <a:pt x="969438" y="1173786"/>
                </a:moveTo>
                <a:cubicBezTo>
                  <a:pt x="986208" y="1173786"/>
                  <a:pt x="999801" y="1187380"/>
                  <a:pt x="999801" y="1204150"/>
                </a:cubicBezTo>
                <a:cubicBezTo>
                  <a:pt x="999801" y="1220919"/>
                  <a:pt x="986208" y="1234513"/>
                  <a:pt x="969438" y="1234513"/>
                </a:cubicBezTo>
                <a:cubicBezTo>
                  <a:pt x="952669" y="1234513"/>
                  <a:pt x="939075" y="1220919"/>
                  <a:pt x="939075" y="1204150"/>
                </a:cubicBezTo>
                <a:cubicBezTo>
                  <a:pt x="939075" y="1187380"/>
                  <a:pt x="952669" y="1173786"/>
                  <a:pt x="969438" y="1173786"/>
                </a:cubicBezTo>
                <a:close/>
                <a:moveTo>
                  <a:pt x="896883" y="1173786"/>
                </a:moveTo>
                <a:cubicBezTo>
                  <a:pt x="913653" y="1173786"/>
                  <a:pt x="927247" y="1187380"/>
                  <a:pt x="927247" y="1204150"/>
                </a:cubicBezTo>
                <a:cubicBezTo>
                  <a:pt x="927247" y="1220919"/>
                  <a:pt x="913653" y="1234513"/>
                  <a:pt x="896883" y="1234513"/>
                </a:cubicBezTo>
                <a:cubicBezTo>
                  <a:pt x="880114" y="1234513"/>
                  <a:pt x="866520" y="1220919"/>
                  <a:pt x="866520" y="1204150"/>
                </a:cubicBezTo>
                <a:cubicBezTo>
                  <a:pt x="866520" y="1187380"/>
                  <a:pt x="880114" y="1173786"/>
                  <a:pt x="896883" y="1173786"/>
                </a:cubicBezTo>
                <a:close/>
                <a:moveTo>
                  <a:pt x="824329" y="1173786"/>
                </a:moveTo>
                <a:cubicBezTo>
                  <a:pt x="841098" y="1173786"/>
                  <a:pt x="854692" y="1187380"/>
                  <a:pt x="854692" y="1204150"/>
                </a:cubicBezTo>
                <a:cubicBezTo>
                  <a:pt x="854692" y="1220919"/>
                  <a:pt x="841098" y="1234513"/>
                  <a:pt x="824329" y="1234513"/>
                </a:cubicBezTo>
                <a:cubicBezTo>
                  <a:pt x="807559" y="1234513"/>
                  <a:pt x="793965" y="1220919"/>
                  <a:pt x="793965" y="1204150"/>
                </a:cubicBezTo>
                <a:cubicBezTo>
                  <a:pt x="793965" y="1187380"/>
                  <a:pt x="807559" y="1173786"/>
                  <a:pt x="824329" y="1173786"/>
                </a:cubicBezTo>
                <a:close/>
                <a:moveTo>
                  <a:pt x="751774" y="1173786"/>
                </a:moveTo>
                <a:cubicBezTo>
                  <a:pt x="768544" y="1173786"/>
                  <a:pt x="782138" y="1187380"/>
                  <a:pt x="782138" y="1204150"/>
                </a:cubicBezTo>
                <a:cubicBezTo>
                  <a:pt x="782138" y="1220919"/>
                  <a:pt x="768544" y="1234513"/>
                  <a:pt x="751774" y="1234513"/>
                </a:cubicBezTo>
                <a:cubicBezTo>
                  <a:pt x="735005" y="1234513"/>
                  <a:pt x="721411" y="1220919"/>
                  <a:pt x="721411" y="1204150"/>
                </a:cubicBezTo>
                <a:cubicBezTo>
                  <a:pt x="721411" y="1187380"/>
                  <a:pt x="735005" y="1173786"/>
                  <a:pt x="751774" y="1173786"/>
                </a:cubicBezTo>
                <a:close/>
                <a:moveTo>
                  <a:pt x="679220" y="1173786"/>
                </a:moveTo>
                <a:cubicBezTo>
                  <a:pt x="695989" y="1173786"/>
                  <a:pt x="709583" y="1187380"/>
                  <a:pt x="709583" y="1204150"/>
                </a:cubicBezTo>
                <a:cubicBezTo>
                  <a:pt x="709583" y="1220919"/>
                  <a:pt x="695989" y="1234513"/>
                  <a:pt x="679220" y="1234513"/>
                </a:cubicBezTo>
                <a:cubicBezTo>
                  <a:pt x="662450" y="1234513"/>
                  <a:pt x="648856" y="1220919"/>
                  <a:pt x="648856" y="1204150"/>
                </a:cubicBezTo>
                <a:cubicBezTo>
                  <a:pt x="648856" y="1187380"/>
                  <a:pt x="662450" y="1173786"/>
                  <a:pt x="679220" y="1173786"/>
                </a:cubicBezTo>
                <a:close/>
                <a:moveTo>
                  <a:pt x="606665" y="1173786"/>
                </a:moveTo>
                <a:cubicBezTo>
                  <a:pt x="623435" y="1173786"/>
                  <a:pt x="637029" y="1187380"/>
                  <a:pt x="637029" y="1204150"/>
                </a:cubicBezTo>
                <a:cubicBezTo>
                  <a:pt x="637029" y="1220919"/>
                  <a:pt x="623435" y="1234513"/>
                  <a:pt x="606665" y="1234513"/>
                </a:cubicBezTo>
                <a:cubicBezTo>
                  <a:pt x="589896" y="1234513"/>
                  <a:pt x="576302" y="1220919"/>
                  <a:pt x="576302" y="1204150"/>
                </a:cubicBezTo>
                <a:cubicBezTo>
                  <a:pt x="576302" y="1187380"/>
                  <a:pt x="589896" y="1173786"/>
                  <a:pt x="606665" y="1173786"/>
                </a:cubicBezTo>
                <a:close/>
                <a:moveTo>
                  <a:pt x="534111" y="1173786"/>
                </a:moveTo>
                <a:cubicBezTo>
                  <a:pt x="550880" y="1173786"/>
                  <a:pt x="564474" y="1187380"/>
                  <a:pt x="564474" y="1204150"/>
                </a:cubicBezTo>
                <a:cubicBezTo>
                  <a:pt x="564474" y="1220919"/>
                  <a:pt x="550880" y="1234513"/>
                  <a:pt x="534111" y="1234513"/>
                </a:cubicBezTo>
                <a:cubicBezTo>
                  <a:pt x="517341" y="1234513"/>
                  <a:pt x="503747" y="1220919"/>
                  <a:pt x="503747" y="1204150"/>
                </a:cubicBezTo>
                <a:cubicBezTo>
                  <a:pt x="503747" y="1187380"/>
                  <a:pt x="517341" y="1173786"/>
                  <a:pt x="534111" y="1173786"/>
                </a:cubicBezTo>
                <a:close/>
                <a:moveTo>
                  <a:pt x="461556" y="1173786"/>
                </a:moveTo>
                <a:cubicBezTo>
                  <a:pt x="478326" y="1173786"/>
                  <a:pt x="491920" y="1187380"/>
                  <a:pt x="491920" y="1204150"/>
                </a:cubicBezTo>
                <a:cubicBezTo>
                  <a:pt x="491920" y="1220919"/>
                  <a:pt x="478326" y="1234513"/>
                  <a:pt x="461556" y="1234513"/>
                </a:cubicBezTo>
                <a:cubicBezTo>
                  <a:pt x="444787" y="1234513"/>
                  <a:pt x="431192" y="1220919"/>
                  <a:pt x="431192" y="1204150"/>
                </a:cubicBezTo>
                <a:cubicBezTo>
                  <a:pt x="431192" y="1187380"/>
                  <a:pt x="444787" y="1173786"/>
                  <a:pt x="461556" y="1173786"/>
                </a:cubicBezTo>
                <a:close/>
                <a:moveTo>
                  <a:pt x="389002" y="1173786"/>
                </a:moveTo>
                <a:cubicBezTo>
                  <a:pt x="405771" y="1173786"/>
                  <a:pt x="419365" y="1187380"/>
                  <a:pt x="419365" y="1204150"/>
                </a:cubicBezTo>
                <a:cubicBezTo>
                  <a:pt x="419365" y="1220919"/>
                  <a:pt x="405771" y="1234513"/>
                  <a:pt x="389002" y="1234513"/>
                </a:cubicBezTo>
                <a:cubicBezTo>
                  <a:pt x="372232" y="1234513"/>
                  <a:pt x="358638" y="1220919"/>
                  <a:pt x="358638" y="1204150"/>
                </a:cubicBezTo>
                <a:cubicBezTo>
                  <a:pt x="358638" y="1187380"/>
                  <a:pt x="372232" y="1173786"/>
                  <a:pt x="389002" y="1173786"/>
                </a:cubicBezTo>
                <a:close/>
                <a:moveTo>
                  <a:pt x="316447" y="1173786"/>
                </a:moveTo>
                <a:cubicBezTo>
                  <a:pt x="333216" y="1173786"/>
                  <a:pt x="346810" y="1187380"/>
                  <a:pt x="346810" y="1204150"/>
                </a:cubicBezTo>
                <a:cubicBezTo>
                  <a:pt x="346810" y="1220919"/>
                  <a:pt x="333216" y="1234513"/>
                  <a:pt x="316447" y="1234513"/>
                </a:cubicBezTo>
                <a:cubicBezTo>
                  <a:pt x="299677" y="1234513"/>
                  <a:pt x="286084" y="1220919"/>
                  <a:pt x="286084" y="1204150"/>
                </a:cubicBezTo>
                <a:cubicBezTo>
                  <a:pt x="286084" y="1187380"/>
                  <a:pt x="299677" y="1173786"/>
                  <a:pt x="316447" y="1173786"/>
                </a:cubicBezTo>
                <a:close/>
                <a:moveTo>
                  <a:pt x="243892" y="1173786"/>
                </a:moveTo>
                <a:cubicBezTo>
                  <a:pt x="260662" y="1173786"/>
                  <a:pt x="274256" y="1187380"/>
                  <a:pt x="274256" y="1204150"/>
                </a:cubicBezTo>
                <a:cubicBezTo>
                  <a:pt x="274256" y="1220919"/>
                  <a:pt x="260662" y="1234513"/>
                  <a:pt x="243892" y="1234513"/>
                </a:cubicBezTo>
                <a:cubicBezTo>
                  <a:pt x="227123" y="1234513"/>
                  <a:pt x="213529" y="1220919"/>
                  <a:pt x="213529" y="1204150"/>
                </a:cubicBezTo>
                <a:cubicBezTo>
                  <a:pt x="213529" y="1187380"/>
                  <a:pt x="227123" y="1173786"/>
                  <a:pt x="243892" y="1173786"/>
                </a:cubicBezTo>
                <a:close/>
                <a:moveTo>
                  <a:pt x="171339" y="1173786"/>
                </a:moveTo>
                <a:cubicBezTo>
                  <a:pt x="188107" y="1173786"/>
                  <a:pt x="201701" y="1187380"/>
                  <a:pt x="201701" y="1204150"/>
                </a:cubicBezTo>
                <a:cubicBezTo>
                  <a:pt x="201701" y="1220919"/>
                  <a:pt x="188107" y="1234513"/>
                  <a:pt x="171339" y="1234513"/>
                </a:cubicBezTo>
                <a:cubicBezTo>
                  <a:pt x="154627" y="1234513"/>
                  <a:pt x="141034" y="1220919"/>
                  <a:pt x="141034" y="1204150"/>
                </a:cubicBezTo>
                <a:cubicBezTo>
                  <a:pt x="141034" y="1187380"/>
                  <a:pt x="154627" y="1173786"/>
                  <a:pt x="171339" y="1173786"/>
                </a:cubicBezTo>
                <a:close/>
                <a:moveTo>
                  <a:pt x="98852" y="1173786"/>
                </a:moveTo>
                <a:cubicBezTo>
                  <a:pt x="115616" y="1173786"/>
                  <a:pt x="129210" y="1187380"/>
                  <a:pt x="129210" y="1204150"/>
                </a:cubicBezTo>
                <a:cubicBezTo>
                  <a:pt x="129210" y="1220919"/>
                  <a:pt x="115616" y="1234513"/>
                  <a:pt x="98852" y="1234513"/>
                </a:cubicBezTo>
                <a:cubicBezTo>
                  <a:pt x="82080" y="1234513"/>
                  <a:pt x="68486" y="1220919"/>
                  <a:pt x="68486" y="1204150"/>
                </a:cubicBezTo>
                <a:cubicBezTo>
                  <a:pt x="68486" y="1187380"/>
                  <a:pt x="82080" y="1173786"/>
                  <a:pt x="98852" y="1173786"/>
                </a:cubicBezTo>
                <a:close/>
                <a:moveTo>
                  <a:pt x="26297" y="1173786"/>
                </a:moveTo>
                <a:cubicBezTo>
                  <a:pt x="43063" y="1173786"/>
                  <a:pt x="56658" y="1187380"/>
                  <a:pt x="56658" y="1204150"/>
                </a:cubicBezTo>
                <a:cubicBezTo>
                  <a:pt x="56658" y="1220919"/>
                  <a:pt x="43063" y="1234513"/>
                  <a:pt x="26297" y="1234513"/>
                </a:cubicBezTo>
                <a:cubicBezTo>
                  <a:pt x="17912" y="1234513"/>
                  <a:pt x="10321" y="1231115"/>
                  <a:pt x="4826" y="1225620"/>
                </a:cubicBezTo>
                <a:lnTo>
                  <a:pt x="0" y="1213970"/>
                </a:lnTo>
                <a:lnTo>
                  <a:pt x="0" y="1194329"/>
                </a:lnTo>
                <a:lnTo>
                  <a:pt x="4826" y="1182679"/>
                </a:lnTo>
                <a:cubicBezTo>
                  <a:pt x="10321" y="1177185"/>
                  <a:pt x="17912" y="1173786"/>
                  <a:pt x="26297" y="1173786"/>
                </a:cubicBezTo>
                <a:close/>
                <a:moveTo>
                  <a:pt x="1477320" y="1093335"/>
                </a:moveTo>
                <a:cubicBezTo>
                  <a:pt x="1485705" y="1093335"/>
                  <a:pt x="1493295" y="1096733"/>
                  <a:pt x="1498790" y="1102228"/>
                </a:cubicBezTo>
                <a:lnTo>
                  <a:pt x="1505389" y="1118160"/>
                </a:lnTo>
                <a:lnTo>
                  <a:pt x="1493855" y="1142105"/>
                </a:lnTo>
                <a:lnTo>
                  <a:pt x="1487887" y="1151929"/>
                </a:lnTo>
                <a:lnTo>
                  <a:pt x="1477320" y="1154062"/>
                </a:lnTo>
                <a:cubicBezTo>
                  <a:pt x="1460550" y="1154062"/>
                  <a:pt x="1446956" y="1140468"/>
                  <a:pt x="1446956" y="1123698"/>
                </a:cubicBezTo>
                <a:cubicBezTo>
                  <a:pt x="1446956" y="1106929"/>
                  <a:pt x="1460550" y="1093335"/>
                  <a:pt x="1477320" y="1093335"/>
                </a:cubicBezTo>
                <a:close/>
                <a:moveTo>
                  <a:pt x="1404765" y="1093335"/>
                </a:moveTo>
                <a:cubicBezTo>
                  <a:pt x="1421535" y="1093335"/>
                  <a:pt x="1435129" y="1106929"/>
                  <a:pt x="1435129" y="1123698"/>
                </a:cubicBezTo>
                <a:cubicBezTo>
                  <a:pt x="1435129" y="1140468"/>
                  <a:pt x="1421535" y="1154062"/>
                  <a:pt x="1404765" y="1154062"/>
                </a:cubicBezTo>
                <a:cubicBezTo>
                  <a:pt x="1387996" y="1154062"/>
                  <a:pt x="1374402" y="1140468"/>
                  <a:pt x="1374402" y="1123698"/>
                </a:cubicBezTo>
                <a:cubicBezTo>
                  <a:pt x="1374402" y="1106929"/>
                  <a:pt x="1387996" y="1093335"/>
                  <a:pt x="1404765" y="1093335"/>
                </a:cubicBezTo>
                <a:close/>
                <a:moveTo>
                  <a:pt x="1332211" y="1093335"/>
                </a:moveTo>
                <a:cubicBezTo>
                  <a:pt x="1348980" y="1093335"/>
                  <a:pt x="1362574" y="1106929"/>
                  <a:pt x="1362574" y="1123698"/>
                </a:cubicBezTo>
                <a:cubicBezTo>
                  <a:pt x="1362574" y="1140468"/>
                  <a:pt x="1348980" y="1154062"/>
                  <a:pt x="1332211" y="1154062"/>
                </a:cubicBezTo>
                <a:cubicBezTo>
                  <a:pt x="1315441" y="1154062"/>
                  <a:pt x="1301847" y="1140468"/>
                  <a:pt x="1301847" y="1123698"/>
                </a:cubicBezTo>
                <a:cubicBezTo>
                  <a:pt x="1301847" y="1106929"/>
                  <a:pt x="1315441" y="1093335"/>
                  <a:pt x="1332211" y="1093335"/>
                </a:cubicBezTo>
                <a:close/>
                <a:moveTo>
                  <a:pt x="1259656" y="1093335"/>
                </a:moveTo>
                <a:cubicBezTo>
                  <a:pt x="1276426" y="1093335"/>
                  <a:pt x="1290020" y="1106929"/>
                  <a:pt x="1290020" y="1123698"/>
                </a:cubicBezTo>
                <a:cubicBezTo>
                  <a:pt x="1290020" y="1140468"/>
                  <a:pt x="1276426" y="1154062"/>
                  <a:pt x="1259656" y="1154062"/>
                </a:cubicBezTo>
                <a:cubicBezTo>
                  <a:pt x="1242887" y="1154062"/>
                  <a:pt x="1229293" y="1140468"/>
                  <a:pt x="1229293" y="1123698"/>
                </a:cubicBezTo>
                <a:cubicBezTo>
                  <a:pt x="1229293" y="1106929"/>
                  <a:pt x="1242887" y="1093335"/>
                  <a:pt x="1259656" y="1093335"/>
                </a:cubicBezTo>
                <a:close/>
                <a:moveTo>
                  <a:pt x="1187102" y="1093335"/>
                </a:moveTo>
                <a:cubicBezTo>
                  <a:pt x="1203871" y="1093335"/>
                  <a:pt x="1217465" y="1106929"/>
                  <a:pt x="1217465" y="1123698"/>
                </a:cubicBezTo>
                <a:cubicBezTo>
                  <a:pt x="1217465" y="1140468"/>
                  <a:pt x="1203871" y="1154062"/>
                  <a:pt x="1187102" y="1154062"/>
                </a:cubicBezTo>
                <a:cubicBezTo>
                  <a:pt x="1170332" y="1154062"/>
                  <a:pt x="1156738" y="1140468"/>
                  <a:pt x="1156738" y="1123698"/>
                </a:cubicBezTo>
                <a:cubicBezTo>
                  <a:pt x="1156738" y="1106929"/>
                  <a:pt x="1170332" y="1093335"/>
                  <a:pt x="1187102" y="1093335"/>
                </a:cubicBezTo>
                <a:close/>
                <a:moveTo>
                  <a:pt x="1114547" y="1093335"/>
                </a:moveTo>
                <a:cubicBezTo>
                  <a:pt x="1131317" y="1093335"/>
                  <a:pt x="1144911" y="1106929"/>
                  <a:pt x="1144911" y="1123698"/>
                </a:cubicBezTo>
                <a:cubicBezTo>
                  <a:pt x="1144911" y="1140468"/>
                  <a:pt x="1131317" y="1154062"/>
                  <a:pt x="1114547" y="1154062"/>
                </a:cubicBezTo>
                <a:cubicBezTo>
                  <a:pt x="1097778" y="1154062"/>
                  <a:pt x="1084184" y="1140468"/>
                  <a:pt x="1084184" y="1123698"/>
                </a:cubicBezTo>
                <a:cubicBezTo>
                  <a:pt x="1084184" y="1106929"/>
                  <a:pt x="1097778" y="1093335"/>
                  <a:pt x="1114547" y="1093335"/>
                </a:cubicBezTo>
                <a:close/>
                <a:moveTo>
                  <a:pt x="1041993" y="1093335"/>
                </a:moveTo>
                <a:cubicBezTo>
                  <a:pt x="1058762" y="1093335"/>
                  <a:pt x="1072356" y="1106929"/>
                  <a:pt x="1072356" y="1123698"/>
                </a:cubicBezTo>
                <a:cubicBezTo>
                  <a:pt x="1072356" y="1140468"/>
                  <a:pt x="1058762" y="1154062"/>
                  <a:pt x="1041993" y="1154062"/>
                </a:cubicBezTo>
                <a:cubicBezTo>
                  <a:pt x="1025223" y="1154062"/>
                  <a:pt x="1011629" y="1140468"/>
                  <a:pt x="1011629" y="1123698"/>
                </a:cubicBezTo>
                <a:cubicBezTo>
                  <a:pt x="1011629" y="1106929"/>
                  <a:pt x="1025223" y="1093335"/>
                  <a:pt x="1041993" y="1093335"/>
                </a:cubicBezTo>
                <a:close/>
                <a:moveTo>
                  <a:pt x="969438" y="1093335"/>
                </a:moveTo>
                <a:cubicBezTo>
                  <a:pt x="986208" y="1093335"/>
                  <a:pt x="999801" y="1106929"/>
                  <a:pt x="999801" y="1123698"/>
                </a:cubicBezTo>
                <a:cubicBezTo>
                  <a:pt x="999801" y="1140468"/>
                  <a:pt x="986208" y="1154062"/>
                  <a:pt x="969438" y="1154062"/>
                </a:cubicBezTo>
                <a:cubicBezTo>
                  <a:pt x="952669" y="1154062"/>
                  <a:pt x="939075" y="1140468"/>
                  <a:pt x="939075" y="1123698"/>
                </a:cubicBezTo>
                <a:cubicBezTo>
                  <a:pt x="939075" y="1106929"/>
                  <a:pt x="952669" y="1093335"/>
                  <a:pt x="969438" y="1093335"/>
                </a:cubicBezTo>
                <a:close/>
                <a:moveTo>
                  <a:pt x="896883" y="1093335"/>
                </a:moveTo>
                <a:cubicBezTo>
                  <a:pt x="913653" y="1093335"/>
                  <a:pt x="927247" y="1106929"/>
                  <a:pt x="927247" y="1123698"/>
                </a:cubicBezTo>
                <a:cubicBezTo>
                  <a:pt x="927247" y="1140468"/>
                  <a:pt x="913653" y="1154062"/>
                  <a:pt x="896883" y="1154062"/>
                </a:cubicBezTo>
                <a:cubicBezTo>
                  <a:pt x="880114" y="1154062"/>
                  <a:pt x="866520" y="1140468"/>
                  <a:pt x="866520" y="1123698"/>
                </a:cubicBezTo>
                <a:cubicBezTo>
                  <a:pt x="866520" y="1106929"/>
                  <a:pt x="880114" y="1093335"/>
                  <a:pt x="896883" y="1093335"/>
                </a:cubicBezTo>
                <a:close/>
                <a:moveTo>
                  <a:pt x="824329" y="1093335"/>
                </a:moveTo>
                <a:cubicBezTo>
                  <a:pt x="841098" y="1093335"/>
                  <a:pt x="854692" y="1106929"/>
                  <a:pt x="854692" y="1123698"/>
                </a:cubicBezTo>
                <a:cubicBezTo>
                  <a:pt x="854692" y="1140468"/>
                  <a:pt x="841098" y="1154062"/>
                  <a:pt x="824329" y="1154062"/>
                </a:cubicBezTo>
                <a:cubicBezTo>
                  <a:pt x="807559" y="1154062"/>
                  <a:pt x="793965" y="1140468"/>
                  <a:pt x="793965" y="1123698"/>
                </a:cubicBezTo>
                <a:cubicBezTo>
                  <a:pt x="793965" y="1106929"/>
                  <a:pt x="807559" y="1093335"/>
                  <a:pt x="824329" y="1093335"/>
                </a:cubicBezTo>
                <a:close/>
                <a:moveTo>
                  <a:pt x="751774" y="1093335"/>
                </a:moveTo>
                <a:cubicBezTo>
                  <a:pt x="768544" y="1093335"/>
                  <a:pt x="782138" y="1106929"/>
                  <a:pt x="782138" y="1123698"/>
                </a:cubicBezTo>
                <a:cubicBezTo>
                  <a:pt x="782138" y="1140468"/>
                  <a:pt x="768544" y="1154062"/>
                  <a:pt x="751774" y="1154062"/>
                </a:cubicBezTo>
                <a:cubicBezTo>
                  <a:pt x="735005" y="1154062"/>
                  <a:pt x="721411" y="1140468"/>
                  <a:pt x="721411" y="1123698"/>
                </a:cubicBezTo>
                <a:cubicBezTo>
                  <a:pt x="721411" y="1106929"/>
                  <a:pt x="735005" y="1093335"/>
                  <a:pt x="751774" y="1093335"/>
                </a:cubicBezTo>
                <a:close/>
                <a:moveTo>
                  <a:pt x="679220" y="1093335"/>
                </a:moveTo>
                <a:cubicBezTo>
                  <a:pt x="695989" y="1093335"/>
                  <a:pt x="709583" y="1106929"/>
                  <a:pt x="709583" y="1123698"/>
                </a:cubicBezTo>
                <a:cubicBezTo>
                  <a:pt x="709583" y="1140468"/>
                  <a:pt x="695989" y="1154062"/>
                  <a:pt x="679220" y="1154062"/>
                </a:cubicBezTo>
                <a:cubicBezTo>
                  <a:pt x="662450" y="1154062"/>
                  <a:pt x="648856" y="1140468"/>
                  <a:pt x="648856" y="1123698"/>
                </a:cubicBezTo>
                <a:cubicBezTo>
                  <a:pt x="648856" y="1106929"/>
                  <a:pt x="662450" y="1093335"/>
                  <a:pt x="679220" y="1093335"/>
                </a:cubicBezTo>
                <a:close/>
                <a:moveTo>
                  <a:pt x="606665" y="1093335"/>
                </a:moveTo>
                <a:cubicBezTo>
                  <a:pt x="623435" y="1093335"/>
                  <a:pt x="637029" y="1106929"/>
                  <a:pt x="637029" y="1123698"/>
                </a:cubicBezTo>
                <a:cubicBezTo>
                  <a:pt x="637029" y="1140468"/>
                  <a:pt x="623435" y="1154062"/>
                  <a:pt x="606665" y="1154062"/>
                </a:cubicBezTo>
                <a:cubicBezTo>
                  <a:pt x="589896" y="1154062"/>
                  <a:pt x="576302" y="1140468"/>
                  <a:pt x="576302" y="1123698"/>
                </a:cubicBezTo>
                <a:cubicBezTo>
                  <a:pt x="576302" y="1106929"/>
                  <a:pt x="589896" y="1093335"/>
                  <a:pt x="606665" y="1093335"/>
                </a:cubicBezTo>
                <a:close/>
                <a:moveTo>
                  <a:pt x="534111" y="1093335"/>
                </a:moveTo>
                <a:cubicBezTo>
                  <a:pt x="550880" y="1093335"/>
                  <a:pt x="564474" y="1106929"/>
                  <a:pt x="564474" y="1123698"/>
                </a:cubicBezTo>
                <a:cubicBezTo>
                  <a:pt x="564474" y="1140468"/>
                  <a:pt x="550880" y="1154062"/>
                  <a:pt x="534111" y="1154062"/>
                </a:cubicBezTo>
                <a:cubicBezTo>
                  <a:pt x="517341" y="1154062"/>
                  <a:pt x="503747" y="1140468"/>
                  <a:pt x="503747" y="1123698"/>
                </a:cubicBezTo>
                <a:cubicBezTo>
                  <a:pt x="503747" y="1106929"/>
                  <a:pt x="517341" y="1093335"/>
                  <a:pt x="534111" y="1093335"/>
                </a:cubicBezTo>
                <a:close/>
                <a:moveTo>
                  <a:pt x="461556" y="1093335"/>
                </a:moveTo>
                <a:cubicBezTo>
                  <a:pt x="478326" y="1093335"/>
                  <a:pt x="491920" y="1106929"/>
                  <a:pt x="491920" y="1123698"/>
                </a:cubicBezTo>
                <a:cubicBezTo>
                  <a:pt x="491920" y="1140468"/>
                  <a:pt x="478326" y="1154062"/>
                  <a:pt x="461556" y="1154062"/>
                </a:cubicBezTo>
                <a:cubicBezTo>
                  <a:pt x="444787" y="1154062"/>
                  <a:pt x="431192" y="1140468"/>
                  <a:pt x="431192" y="1123698"/>
                </a:cubicBezTo>
                <a:cubicBezTo>
                  <a:pt x="431192" y="1106929"/>
                  <a:pt x="444787" y="1093335"/>
                  <a:pt x="461556" y="1093335"/>
                </a:cubicBezTo>
                <a:close/>
                <a:moveTo>
                  <a:pt x="389002" y="1093335"/>
                </a:moveTo>
                <a:cubicBezTo>
                  <a:pt x="405771" y="1093335"/>
                  <a:pt x="419365" y="1106929"/>
                  <a:pt x="419365" y="1123698"/>
                </a:cubicBezTo>
                <a:cubicBezTo>
                  <a:pt x="419365" y="1140468"/>
                  <a:pt x="405771" y="1154062"/>
                  <a:pt x="389002" y="1154062"/>
                </a:cubicBezTo>
                <a:cubicBezTo>
                  <a:pt x="372232" y="1154062"/>
                  <a:pt x="358638" y="1140468"/>
                  <a:pt x="358638" y="1123698"/>
                </a:cubicBezTo>
                <a:cubicBezTo>
                  <a:pt x="358638" y="1106929"/>
                  <a:pt x="372232" y="1093335"/>
                  <a:pt x="389002" y="1093335"/>
                </a:cubicBezTo>
                <a:close/>
                <a:moveTo>
                  <a:pt x="316447" y="1093335"/>
                </a:moveTo>
                <a:cubicBezTo>
                  <a:pt x="333216" y="1093335"/>
                  <a:pt x="346810" y="1106929"/>
                  <a:pt x="346810" y="1123698"/>
                </a:cubicBezTo>
                <a:cubicBezTo>
                  <a:pt x="346810" y="1140468"/>
                  <a:pt x="333216" y="1154062"/>
                  <a:pt x="316447" y="1154062"/>
                </a:cubicBezTo>
                <a:cubicBezTo>
                  <a:pt x="299677" y="1154062"/>
                  <a:pt x="286084" y="1140468"/>
                  <a:pt x="286084" y="1123698"/>
                </a:cubicBezTo>
                <a:cubicBezTo>
                  <a:pt x="286084" y="1106929"/>
                  <a:pt x="299677" y="1093335"/>
                  <a:pt x="316447" y="1093335"/>
                </a:cubicBezTo>
                <a:close/>
                <a:moveTo>
                  <a:pt x="243892" y="1093335"/>
                </a:moveTo>
                <a:cubicBezTo>
                  <a:pt x="260662" y="1093335"/>
                  <a:pt x="274256" y="1106929"/>
                  <a:pt x="274256" y="1123698"/>
                </a:cubicBezTo>
                <a:cubicBezTo>
                  <a:pt x="274256" y="1140468"/>
                  <a:pt x="260662" y="1154062"/>
                  <a:pt x="243892" y="1154062"/>
                </a:cubicBezTo>
                <a:cubicBezTo>
                  <a:pt x="227123" y="1154062"/>
                  <a:pt x="213529" y="1140468"/>
                  <a:pt x="213529" y="1123698"/>
                </a:cubicBezTo>
                <a:cubicBezTo>
                  <a:pt x="213529" y="1106929"/>
                  <a:pt x="227123" y="1093335"/>
                  <a:pt x="243892" y="1093335"/>
                </a:cubicBezTo>
                <a:close/>
                <a:moveTo>
                  <a:pt x="171339" y="1093335"/>
                </a:moveTo>
                <a:cubicBezTo>
                  <a:pt x="188107" y="1093335"/>
                  <a:pt x="201701" y="1106929"/>
                  <a:pt x="201701" y="1123698"/>
                </a:cubicBezTo>
                <a:cubicBezTo>
                  <a:pt x="201701" y="1140468"/>
                  <a:pt x="188107" y="1154062"/>
                  <a:pt x="171339" y="1154062"/>
                </a:cubicBezTo>
                <a:cubicBezTo>
                  <a:pt x="154633" y="1154062"/>
                  <a:pt x="141040" y="1140468"/>
                  <a:pt x="141040" y="1123698"/>
                </a:cubicBezTo>
                <a:cubicBezTo>
                  <a:pt x="141040" y="1106929"/>
                  <a:pt x="154633" y="1093335"/>
                  <a:pt x="171339" y="1093335"/>
                </a:cubicBezTo>
                <a:close/>
                <a:moveTo>
                  <a:pt x="98858" y="1093335"/>
                </a:moveTo>
                <a:cubicBezTo>
                  <a:pt x="115622" y="1093335"/>
                  <a:pt x="129216" y="1106929"/>
                  <a:pt x="129216" y="1123698"/>
                </a:cubicBezTo>
                <a:cubicBezTo>
                  <a:pt x="129216" y="1140468"/>
                  <a:pt x="115622" y="1154062"/>
                  <a:pt x="98858" y="1154062"/>
                </a:cubicBezTo>
                <a:cubicBezTo>
                  <a:pt x="82086" y="1154062"/>
                  <a:pt x="68492" y="1140468"/>
                  <a:pt x="68492" y="1123698"/>
                </a:cubicBezTo>
                <a:cubicBezTo>
                  <a:pt x="68492" y="1106929"/>
                  <a:pt x="82086" y="1093335"/>
                  <a:pt x="98858" y="1093335"/>
                </a:cubicBezTo>
                <a:close/>
                <a:moveTo>
                  <a:pt x="26303" y="1093335"/>
                </a:moveTo>
                <a:cubicBezTo>
                  <a:pt x="43069" y="1093335"/>
                  <a:pt x="56664" y="1106929"/>
                  <a:pt x="56664" y="1123698"/>
                </a:cubicBezTo>
                <a:cubicBezTo>
                  <a:pt x="56664" y="1140468"/>
                  <a:pt x="43069" y="1154062"/>
                  <a:pt x="26303" y="1154062"/>
                </a:cubicBezTo>
                <a:cubicBezTo>
                  <a:pt x="17918" y="1154062"/>
                  <a:pt x="10327" y="1150664"/>
                  <a:pt x="4832" y="1145169"/>
                </a:cubicBezTo>
                <a:lnTo>
                  <a:pt x="0" y="1133503"/>
                </a:lnTo>
                <a:lnTo>
                  <a:pt x="0" y="1113894"/>
                </a:lnTo>
                <a:lnTo>
                  <a:pt x="4832" y="1102228"/>
                </a:lnTo>
                <a:cubicBezTo>
                  <a:pt x="10327" y="1096734"/>
                  <a:pt x="17918" y="1093335"/>
                  <a:pt x="26303" y="1093335"/>
                </a:cubicBezTo>
                <a:close/>
                <a:moveTo>
                  <a:pt x="1549874" y="1012883"/>
                </a:moveTo>
                <a:lnTo>
                  <a:pt x="1555552" y="1014029"/>
                </a:lnTo>
                <a:lnTo>
                  <a:pt x="1530465" y="1066106"/>
                </a:lnTo>
                <a:lnTo>
                  <a:pt x="1528404" y="1064717"/>
                </a:lnTo>
                <a:cubicBezTo>
                  <a:pt x="1522910" y="1059222"/>
                  <a:pt x="1519511" y="1051631"/>
                  <a:pt x="1519511" y="1043246"/>
                </a:cubicBezTo>
                <a:cubicBezTo>
                  <a:pt x="1519511" y="1026477"/>
                  <a:pt x="1533105" y="1012883"/>
                  <a:pt x="1549874" y="1012883"/>
                </a:cubicBezTo>
                <a:close/>
                <a:moveTo>
                  <a:pt x="1477320" y="1012883"/>
                </a:moveTo>
                <a:cubicBezTo>
                  <a:pt x="1494089" y="1012883"/>
                  <a:pt x="1507683" y="1026477"/>
                  <a:pt x="1507683" y="1043246"/>
                </a:cubicBezTo>
                <a:cubicBezTo>
                  <a:pt x="1507683" y="1060016"/>
                  <a:pt x="1494089" y="1073610"/>
                  <a:pt x="1477320" y="1073610"/>
                </a:cubicBezTo>
                <a:cubicBezTo>
                  <a:pt x="1460550" y="1073610"/>
                  <a:pt x="1446956" y="1060016"/>
                  <a:pt x="1446956" y="1043246"/>
                </a:cubicBezTo>
                <a:cubicBezTo>
                  <a:pt x="1446956" y="1026477"/>
                  <a:pt x="1460550" y="1012883"/>
                  <a:pt x="1477320" y="1012883"/>
                </a:cubicBezTo>
                <a:close/>
                <a:moveTo>
                  <a:pt x="1404765" y="1012883"/>
                </a:moveTo>
                <a:cubicBezTo>
                  <a:pt x="1421535" y="1012883"/>
                  <a:pt x="1435129" y="1026477"/>
                  <a:pt x="1435129" y="1043246"/>
                </a:cubicBezTo>
                <a:cubicBezTo>
                  <a:pt x="1435129" y="1060016"/>
                  <a:pt x="1421535" y="1073610"/>
                  <a:pt x="1404765" y="1073610"/>
                </a:cubicBezTo>
                <a:cubicBezTo>
                  <a:pt x="1387996" y="1073610"/>
                  <a:pt x="1374402" y="1060016"/>
                  <a:pt x="1374402" y="1043246"/>
                </a:cubicBezTo>
                <a:cubicBezTo>
                  <a:pt x="1374402" y="1026477"/>
                  <a:pt x="1387996" y="1012883"/>
                  <a:pt x="1404765" y="1012883"/>
                </a:cubicBezTo>
                <a:close/>
                <a:moveTo>
                  <a:pt x="1332211" y="1012883"/>
                </a:moveTo>
                <a:cubicBezTo>
                  <a:pt x="1348980" y="1012883"/>
                  <a:pt x="1362574" y="1026477"/>
                  <a:pt x="1362574" y="1043246"/>
                </a:cubicBezTo>
                <a:cubicBezTo>
                  <a:pt x="1362574" y="1060016"/>
                  <a:pt x="1348980" y="1073610"/>
                  <a:pt x="1332211" y="1073610"/>
                </a:cubicBezTo>
                <a:cubicBezTo>
                  <a:pt x="1315441" y="1073610"/>
                  <a:pt x="1301847" y="1060016"/>
                  <a:pt x="1301847" y="1043246"/>
                </a:cubicBezTo>
                <a:cubicBezTo>
                  <a:pt x="1301847" y="1026477"/>
                  <a:pt x="1315441" y="1012883"/>
                  <a:pt x="1332211" y="1012883"/>
                </a:cubicBezTo>
                <a:close/>
                <a:moveTo>
                  <a:pt x="1259656" y="1012883"/>
                </a:moveTo>
                <a:cubicBezTo>
                  <a:pt x="1276426" y="1012883"/>
                  <a:pt x="1290020" y="1026477"/>
                  <a:pt x="1290020" y="1043246"/>
                </a:cubicBezTo>
                <a:cubicBezTo>
                  <a:pt x="1290020" y="1060016"/>
                  <a:pt x="1276426" y="1073610"/>
                  <a:pt x="1259656" y="1073610"/>
                </a:cubicBezTo>
                <a:cubicBezTo>
                  <a:pt x="1242887" y="1073610"/>
                  <a:pt x="1229293" y="1060016"/>
                  <a:pt x="1229293" y="1043246"/>
                </a:cubicBezTo>
                <a:cubicBezTo>
                  <a:pt x="1229293" y="1026477"/>
                  <a:pt x="1242887" y="1012883"/>
                  <a:pt x="1259656" y="1012883"/>
                </a:cubicBezTo>
                <a:close/>
                <a:moveTo>
                  <a:pt x="1187102" y="1012883"/>
                </a:moveTo>
                <a:cubicBezTo>
                  <a:pt x="1203871" y="1012883"/>
                  <a:pt x="1217465" y="1026477"/>
                  <a:pt x="1217465" y="1043246"/>
                </a:cubicBezTo>
                <a:cubicBezTo>
                  <a:pt x="1217465" y="1060016"/>
                  <a:pt x="1203871" y="1073610"/>
                  <a:pt x="1187102" y="1073610"/>
                </a:cubicBezTo>
                <a:cubicBezTo>
                  <a:pt x="1170332" y="1073610"/>
                  <a:pt x="1156738" y="1060016"/>
                  <a:pt x="1156738" y="1043246"/>
                </a:cubicBezTo>
                <a:cubicBezTo>
                  <a:pt x="1156738" y="1026477"/>
                  <a:pt x="1170332" y="1012883"/>
                  <a:pt x="1187102" y="1012883"/>
                </a:cubicBezTo>
                <a:close/>
                <a:moveTo>
                  <a:pt x="1114547" y="1012883"/>
                </a:moveTo>
                <a:cubicBezTo>
                  <a:pt x="1131317" y="1012883"/>
                  <a:pt x="1144911" y="1026477"/>
                  <a:pt x="1144911" y="1043246"/>
                </a:cubicBezTo>
                <a:cubicBezTo>
                  <a:pt x="1144911" y="1060016"/>
                  <a:pt x="1131317" y="1073610"/>
                  <a:pt x="1114547" y="1073610"/>
                </a:cubicBezTo>
                <a:cubicBezTo>
                  <a:pt x="1097778" y="1073610"/>
                  <a:pt x="1084184" y="1060016"/>
                  <a:pt x="1084184" y="1043246"/>
                </a:cubicBezTo>
                <a:cubicBezTo>
                  <a:pt x="1084184" y="1026477"/>
                  <a:pt x="1097778" y="1012883"/>
                  <a:pt x="1114547" y="1012883"/>
                </a:cubicBezTo>
                <a:close/>
                <a:moveTo>
                  <a:pt x="1041993" y="1012883"/>
                </a:moveTo>
                <a:cubicBezTo>
                  <a:pt x="1058762" y="1012883"/>
                  <a:pt x="1072356" y="1026477"/>
                  <a:pt x="1072356" y="1043246"/>
                </a:cubicBezTo>
                <a:cubicBezTo>
                  <a:pt x="1072356" y="1060016"/>
                  <a:pt x="1058762" y="1073610"/>
                  <a:pt x="1041993" y="1073610"/>
                </a:cubicBezTo>
                <a:cubicBezTo>
                  <a:pt x="1025223" y="1073610"/>
                  <a:pt x="1011629" y="1060016"/>
                  <a:pt x="1011629" y="1043246"/>
                </a:cubicBezTo>
                <a:cubicBezTo>
                  <a:pt x="1011629" y="1026477"/>
                  <a:pt x="1025223" y="1012883"/>
                  <a:pt x="1041993" y="1012883"/>
                </a:cubicBezTo>
                <a:close/>
                <a:moveTo>
                  <a:pt x="969438" y="1012883"/>
                </a:moveTo>
                <a:cubicBezTo>
                  <a:pt x="986208" y="1012883"/>
                  <a:pt x="999801" y="1026477"/>
                  <a:pt x="999801" y="1043246"/>
                </a:cubicBezTo>
                <a:cubicBezTo>
                  <a:pt x="999801" y="1060016"/>
                  <a:pt x="986208" y="1073610"/>
                  <a:pt x="969438" y="1073610"/>
                </a:cubicBezTo>
                <a:cubicBezTo>
                  <a:pt x="952669" y="1073610"/>
                  <a:pt x="939075" y="1060016"/>
                  <a:pt x="939075" y="1043246"/>
                </a:cubicBezTo>
                <a:cubicBezTo>
                  <a:pt x="939075" y="1026477"/>
                  <a:pt x="952669" y="1012883"/>
                  <a:pt x="969438" y="1012883"/>
                </a:cubicBezTo>
                <a:close/>
                <a:moveTo>
                  <a:pt x="896883" y="1012883"/>
                </a:moveTo>
                <a:cubicBezTo>
                  <a:pt x="913653" y="1012883"/>
                  <a:pt x="927247" y="1026477"/>
                  <a:pt x="927247" y="1043246"/>
                </a:cubicBezTo>
                <a:cubicBezTo>
                  <a:pt x="927247" y="1060016"/>
                  <a:pt x="913653" y="1073610"/>
                  <a:pt x="896883" y="1073610"/>
                </a:cubicBezTo>
                <a:cubicBezTo>
                  <a:pt x="880114" y="1073610"/>
                  <a:pt x="866520" y="1060016"/>
                  <a:pt x="866520" y="1043246"/>
                </a:cubicBezTo>
                <a:cubicBezTo>
                  <a:pt x="866520" y="1026477"/>
                  <a:pt x="880114" y="1012883"/>
                  <a:pt x="896883" y="1012883"/>
                </a:cubicBezTo>
                <a:close/>
                <a:moveTo>
                  <a:pt x="824329" y="1012883"/>
                </a:moveTo>
                <a:cubicBezTo>
                  <a:pt x="841098" y="1012883"/>
                  <a:pt x="854692" y="1026477"/>
                  <a:pt x="854692" y="1043246"/>
                </a:cubicBezTo>
                <a:cubicBezTo>
                  <a:pt x="854692" y="1060016"/>
                  <a:pt x="841098" y="1073610"/>
                  <a:pt x="824329" y="1073610"/>
                </a:cubicBezTo>
                <a:cubicBezTo>
                  <a:pt x="807559" y="1073610"/>
                  <a:pt x="793965" y="1060016"/>
                  <a:pt x="793965" y="1043246"/>
                </a:cubicBezTo>
                <a:cubicBezTo>
                  <a:pt x="793965" y="1026477"/>
                  <a:pt x="807559" y="1012883"/>
                  <a:pt x="824329" y="1012883"/>
                </a:cubicBezTo>
                <a:close/>
                <a:moveTo>
                  <a:pt x="751774" y="1012883"/>
                </a:moveTo>
                <a:cubicBezTo>
                  <a:pt x="768544" y="1012883"/>
                  <a:pt x="782138" y="1026477"/>
                  <a:pt x="782138" y="1043246"/>
                </a:cubicBezTo>
                <a:cubicBezTo>
                  <a:pt x="782138" y="1060016"/>
                  <a:pt x="768544" y="1073610"/>
                  <a:pt x="751774" y="1073610"/>
                </a:cubicBezTo>
                <a:cubicBezTo>
                  <a:pt x="735005" y="1073610"/>
                  <a:pt x="721411" y="1060016"/>
                  <a:pt x="721411" y="1043246"/>
                </a:cubicBezTo>
                <a:cubicBezTo>
                  <a:pt x="721411" y="1026477"/>
                  <a:pt x="735005" y="1012883"/>
                  <a:pt x="751774" y="1012883"/>
                </a:cubicBezTo>
                <a:close/>
                <a:moveTo>
                  <a:pt x="679220" y="1012883"/>
                </a:moveTo>
                <a:cubicBezTo>
                  <a:pt x="695989" y="1012883"/>
                  <a:pt x="709583" y="1026477"/>
                  <a:pt x="709583" y="1043246"/>
                </a:cubicBezTo>
                <a:cubicBezTo>
                  <a:pt x="709583" y="1060016"/>
                  <a:pt x="695989" y="1073610"/>
                  <a:pt x="679220" y="1073610"/>
                </a:cubicBezTo>
                <a:cubicBezTo>
                  <a:pt x="662450" y="1073610"/>
                  <a:pt x="648856" y="1060016"/>
                  <a:pt x="648856" y="1043246"/>
                </a:cubicBezTo>
                <a:cubicBezTo>
                  <a:pt x="648856" y="1026477"/>
                  <a:pt x="662450" y="1012883"/>
                  <a:pt x="679220" y="1012883"/>
                </a:cubicBezTo>
                <a:close/>
                <a:moveTo>
                  <a:pt x="606665" y="1012883"/>
                </a:moveTo>
                <a:cubicBezTo>
                  <a:pt x="623435" y="1012883"/>
                  <a:pt x="637029" y="1026477"/>
                  <a:pt x="637029" y="1043246"/>
                </a:cubicBezTo>
                <a:cubicBezTo>
                  <a:pt x="637029" y="1060016"/>
                  <a:pt x="623435" y="1073610"/>
                  <a:pt x="606665" y="1073610"/>
                </a:cubicBezTo>
                <a:cubicBezTo>
                  <a:pt x="589896" y="1073610"/>
                  <a:pt x="576302" y="1060016"/>
                  <a:pt x="576302" y="1043246"/>
                </a:cubicBezTo>
                <a:cubicBezTo>
                  <a:pt x="576302" y="1026477"/>
                  <a:pt x="589896" y="1012883"/>
                  <a:pt x="606665" y="1012883"/>
                </a:cubicBezTo>
                <a:close/>
                <a:moveTo>
                  <a:pt x="534111" y="1012883"/>
                </a:moveTo>
                <a:cubicBezTo>
                  <a:pt x="550880" y="1012883"/>
                  <a:pt x="564474" y="1026477"/>
                  <a:pt x="564474" y="1043246"/>
                </a:cubicBezTo>
                <a:cubicBezTo>
                  <a:pt x="564474" y="1060016"/>
                  <a:pt x="550880" y="1073610"/>
                  <a:pt x="534111" y="1073610"/>
                </a:cubicBezTo>
                <a:cubicBezTo>
                  <a:pt x="517341" y="1073610"/>
                  <a:pt x="503747" y="1060016"/>
                  <a:pt x="503747" y="1043246"/>
                </a:cubicBezTo>
                <a:cubicBezTo>
                  <a:pt x="503747" y="1026477"/>
                  <a:pt x="517341" y="1012883"/>
                  <a:pt x="534111" y="1012883"/>
                </a:cubicBezTo>
                <a:close/>
                <a:moveTo>
                  <a:pt x="461556" y="1012883"/>
                </a:moveTo>
                <a:cubicBezTo>
                  <a:pt x="478326" y="1012883"/>
                  <a:pt x="491920" y="1026477"/>
                  <a:pt x="491920" y="1043246"/>
                </a:cubicBezTo>
                <a:cubicBezTo>
                  <a:pt x="491920" y="1060016"/>
                  <a:pt x="478326" y="1073610"/>
                  <a:pt x="461556" y="1073610"/>
                </a:cubicBezTo>
                <a:cubicBezTo>
                  <a:pt x="444787" y="1073610"/>
                  <a:pt x="431192" y="1060016"/>
                  <a:pt x="431192" y="1043246"/>
                </a:cubicBezTo>
                <a:cubicBezTo>
                  <a:pt x="431192" y="1026477"/>
                  <a:pt x="444787" y="1012883"/>
                  <a:pt x="461556" y="1012883"/>
                </a:cubicBezTo>
                <a:close/>
                <a:moveTo>
                  <a:pt x="389002" y="1012883"/>
                </a:moveTo>
                <a:cubicBezTo>
                  <a:pt x="405771" y="1012883"/>
                  <a:pt x="419365" y="1026477"/>
                  <a:pt x="419365" y="1043246"/>
                </a:cubicBezTo>
                <a:cubicBezTo>
                  <a:pt x="419365" y="1060016"/>
                  <a:pt x="405771" y="1073610"/>
                  <a:pt x="389002" y="1073610"/>
                </a:cubicBezTo>
                <a:cubicBezTo>
                  <a:pt x="372232" y="1073610"/>
                  <a:pt x="358638" y="1060016"/>
                  <a:pt x="358638" y="1043246"/>
                </a:cubicBezTo>
                <a:cubicBezTo>
                  <a:pt x="358638" y="1026477"/>
                  <a:pt x="372232" y="1012883"/>
                  <a:pt x="389002" y="1012883"/>
                </a:cubicBezTo>
                <a:close/>
                <a:moveTo>
                  <a:pt x="316447" y="1012883"/>
                </a:moveTo>
                <a:cubicBezTo>
                  <a:pt x="333216" y="1012883"/>
                  <a:pt x="346810" y="1026477"/>
                  <a:pt x="346810" y="1043246"/>
                </a:cubicBezTo>
                <a:cubicBezTo>
                  <a:pt x="346810" y="1060016"/>
                  <a:pt x="333216" y="1073610"/>
                  <a:pt x="316447" y="1073610"/>
                </a:cubicBezTo>
                <a:cubicBezTo>
                  <a:pt x="299677" y="1073610"/>
                  <a:pt x="286084" y="1060016"/>
                  <a:pt x="286084" y="1043246"/>
                </a:cubicBezTo>
                <a:cubicBezTo>
                  <a:pt x="286084" y="1026477"/>
                  <a:pt x="299677" y="1012883"/>
                  <a:pt x="316447" y="1012883"/>
                </a:cubicBezTo>
                <a:close/>
                <a:moveTo>
                  <a:pt x="243892" y="1012883"/>
                </a:moveTo>
                <a:cubicBezTo>
                  <a:pt x="260662" y="1012883"/>
                  <a:pt x="274256" y="1026477"/>
                  <a:pt x="274256" y="1043246"/>
                </a:cubicBezTo>
                <a:cubicBezTo>
                  <a:pt x="274256" y="1060016"/>
                  <a:pt x="260662" y="1073610"/>
                  <a:pt x="243892" y="1073610"/>
                </a:cubicBezTo>
                <a:cubicBezTo>
                  <a:pt x="227123" y="1073610"/>
                  <a:pt x="213529" y="1060016"/>
                  <a:pt x="213529" y="1043246"/>
                </a:cubicBezTo>
                <a:cubicBezTo>
                  <a:pt x="213529" y="1026477"/>
                  <a:pt x="227123" y="1012883"/>
                  <a:pt x="243892" y="1012883"/>
                </a:cubicBezTo>
                <a:close/>
                <a:moveTo>
                  <a:pt x="171339" y="1012883"/>
                </a:moveTo>
                <a:cubicBezTo>
                  <a:pt x="188107" y="1012883"/>
                  <a:pt x="201701" y="1026477"/>
                  <a:pt x="201701" y="1043246"/>
                </a:cubicBezTo>
                <a:cubicBezTo>
                  <a:pt x="201701" y="1060016"/>
                  <a:pt x="188107" y="1073610"/>
                  <a:pt x="171339" y="1073610"/>
                </a:cubicBezTo>
                <a:cubicBezTo>
                  <a:pt x="154639" y="1073610"/>
                  <a:pt x="141045" y="1060016"/>
                  <a:pt x="141045" y="1043246"/>
                </a:cubicBezTo>
                <a:cubicBezTo>
                  <a:pt x="141045" y="1026477"/>
                  <a:pt x="154639" y="1012883"/>
                  <a:pt x="171339" y="1012883"/>
                </a:cubicBezTo>
                <a:close/>
                <a:moveTo>
                  <a:pt x="98865" y="1012883"/>
                </a:moveTo>
                <a:cubicBezTo>
                  <a:pt x="115628" y="1012883"/>
                  <a:pt x="129222" y="1026477"/>
                  <a:pt x="129222" y="1043246"/>
                </a:cubicBezTo>
                <a:cubicBezTo>
                  <a:pt x="129222" y="1060016"/>
                  <a:pt x="115628" y="1073610"/>
                  <a:pt x="98865" y="1073610"/>
                </a:cubicBezTo>
                <a:cubicBezTo>
                  <a:pt x="82093" y="1073610"/>
                  <a:pt x="68498" y="1060016"/>
                  <a:pt x="68498" y="1043246"/>
                </a:cubicBezTo>
                <a:cubicBezTo>
                  <a:pt x="68498" y="1026477"/>
                  <a:pt x="82093" y="1012883"/>
                  <a:pt x="98865" y="1012883"/>
                </a:cubicBezTo>
                <a:close/>
                <a:moveTo>
                  <a:pt x="26309" y="1012883"/>
                </a:moveTo>
                <a:cubicBezTo>
                  <a:pt x="43075" y="1012883"/>
                  <a:pt x="56670" y="1026477"/>
                  <a:pt x="56670" y="1043246"/>
                </a:cubicBezTo>
                <a:cubicBezTo>
                  <a:pt x="56670" y="1060016"/>
                  <a:pt x="43075" y="1073610"/>
                  <a:pt x="26309" y="1073610"/>
                </a:cubicBezTo>
                <a:cubicBezTo>
                  <a:pt x="17924" y="1073610"/>
                  <a:pt x="10333" y="1070212"/>
                  <a:pt x="4838" y="1064717"/>
                </a:cubicBezTo>
                <a:lnTo>
                  <a:pt x="0" y="1053036"/>
                </a:lnTo>
                <a:lnTo>
                  <a:pt x="0" y="1033457"/>
                </a:lnTo>
                <a:lnTo>
                  <a:pt x="4838" y="1021776"/>
                </a:lnTo>
                <a:cubicBezTo>
                  <a:pt x="10333" y="1016282"/>
                  <a:pt x="17924" y="1012883"/>
                  <a:pt x="26309" y="1012883"/>
                </a:cubicBezTo>
                <a:close/>
                <a:moveTo>
                  <a:pt x="1549874" y="932431"/>
                </a:moveTo>
                <a:cubicBezTo>
                  <a:pt x="1558259" y="932431"/>
                  <a:pt x="1565850" y="935830"/>
                  <a:pt x="1571345" y="941324"/>
                </a:cubicBezTo>
                <a:lnTo>
                  <a:pt x="1577296" y="955693"/>
                </a:lnTo>
                <a:lnTo>
                  <a:pt x="1565363" y="988298"/>
                </a:lnTo>
                <a:lnTo>
                  <a:pt x="1561694" y="990772"/>
                </a:lnTo>
                <a:cubicBezTo>
                  <a:pt x="1558061" y="992309"/>
                  <a:pt x="1554067" y="993158"/>
                  <a:pt x="1549874" y="993158"/>
                </a:cubicBezTo>
                <a:cubicBezTo>
                  <a:pt x="1533105" y="993158"/>
                  <a:pt x="1519511" y="979564"/>
                  <a:pt x="1519511" y="962795"/>
                </a:cubicBezTo>
                <a:cubicBezTo>
                  <a:pt x="1519511" y="946025"/>
                  <a:pt x="1533105" y="932431"/>
                  <a:pt x="1549874" y="932431"/>
                </a:cubicBezTo>
                <a:close/>
                <a:moveTo>
                  <a:pt x="1477320" y="932431"/>
                </a:moveTo>
                <a:cubicBezTo>
                  <a:pt x="1494089" y="932431"/>
                  <a:pt x="1507683" y="946025"/>
                  <a:pt x="1507683" y="962795"/>
                </a:cubicBezTo>
                <a:cubicBezTo>
                  <a:pt x="1507683" y="979564"/>
                  <a:pt x="1494089" y="993158"/>
                  <a:pt x="1477320" y="993158"/>
                </a:cubicBezTo>
                <a:cubicBezTo>
                  <a:pt x="1460550" y="993158"/>
                  <a:pt x="1446956" y="979564"/>
                  <a:pt x="1446956" y="962795"/>
                </a:cubicBezTo>
                <a:cubicBezTo>
                  <a:pt x="1446956" y="946025"/>
                  <a:pt x="1460550" y="932431"/>
                  <a:pt x="1477320" y="932431"/>
                </a:cubicBezTo>
                <a:close/>
                <a:moveTo>
                  <a:pt x="1404765" y="932431"/>
                </a:moveTo>
                <a:cubicBezTo>
                  <a:pt x="1421535" y="932431"/>
                  <a:pt x="1435129" y="946025"/>
                  <a:pt x="1435129" y="962795"/>
                </a:cubicBezTo>
                <a:cubicBezTo>
                  <a:pt x="1435129" y="979564"/>
                  <a:pt x="1421535" y="993158"/>
                  <a:pt x="1404765" y="993158"/>
                </a:cubicBezTo>
                <a:cubicBezTo>
                  <a:pt x="1387996" y="993158"/>
                  <a:pt x="1374402" y="979564"/>
                  <a:pt x="1374402" y="962795"/>
                </a:cubicBezTo>
                <a:cubicBezTo>
                  <a:pt x="1374402" y="946025"/>
                  <a:pt x="1387996" y="932431"/>
                  <a:pt x="1404765" y="932431"/>
                </a:cubicBezTo>
                <a:close/>
                <a:moveTo>
                  <a:pt x="1332211" y="932431"/>
                </a:moveTo>
                <a:cubicBezTo>
                  <a:pt x="1348980" y="932431"/>
                  <a:pt x="1362574" y="946025"/>
                  <a:pt x="1362574" y="962795"/>
                </a:cubicBezTo>
                <a:cubicBezTo>
                  <a:pt x="1362574" y="979564"/>
                  <a:pt x="1348980" y="993158"/>
                  <a:pt x="1332211" y="993158"/>
                </a:cubicBezTo>
                <a:cubicBezTo>
                  <a:pt x="1315441" y="993158"/>
                  <a:pt x="1301847" y="979564"/>
                  <a:pt x="1301847" y="962795"/>
                </a:cubicBezTo>
                <a:cubicBezTo>
                  <a:pt x="1301847" y="946025"/>
                  <a:pt x="1315441" y="932431"/>
                  <a:pt x="1332211" y="932431"/>
                </a:cubicBezTo>
                <a:close/>
                <a:moveTo>
                  <a:pt x="1259656" y="932431"/>
                </a:moveTo>
                <a:cubicBezTo>
                  <a:pt x="1276426" y="932431"/>
                  <a:pt x="1290020" y="946025"/>
                  <a:pt x="1290020" y="962795"/>
                </a:cubicBezTo>
                <a:cubicBezTo>
                  <a:pt x="1290020" y="979564"/>
                  <a:pt x="1276426" y="993158"/>
                  <a:pt x="1259656" y="993158"/>
                </a:cubicBezTo>
                <a:cubicBezTo>
                  <a:pt x="1242887" y="993158"/>
                  <a:pt x="1229293" y="979564"/>
                  <a:pt x="1229293" y="962795"/>
                </a:cubicBezTo>
                <a:cubicBezTo>
                  <a:pt x="1229293" y="946025"/>
                  <a:pt x="1242887" y="932431"/>
                  <a:pt x="1259656" y="932431"/>
                </a:cubicBezTo>
                <a:close/>
                <a:moveTo>
                  <a:pt x="1187102" y="932431"/>
                </a:moveTo>
                <a:cubicBezTo>
                  <a:pt x="1203871" y="932431"/>
                  <a:pt x="1217465" y="946025"/>
                  <a:pt x="1217465" y="962795"/>
                </a:cubicBezTo>
                <a:cubicBezTo>
                  <a:pt x="1217465" y="979564"/>
                  <a:pt x="1203871" y="993158"/>
                  <a:pt x="1187102" y="993158"/>
                </a:cubicBezTo>
                <a:cubicBezTo>
                  <a:pt x="1170332" y="993158"/>
                  <a:pt x="1156738" y="979564"/>
                  <a:pt x="1156738" y="962795"/>
                </a:cubicBezTo>
                <a:cubicBezTo>
                  <a:pt x="1156738" y="946025"/>
                  <a:pt x="1170332" y="932431"/>
                  <a:pt x="1187102" y="932431"/>
                </a:cubicBezTo>
                <a:close/>
                <a:moveTo>
                  <a:pt x="1114547" y="932431"/>
                </a:moveTo>
                <a:cubicBezTo>
                  <a:pt x="1131317" y="932431"/>
                  <a:pt x="1144911" y="946025"/>
                  <a:pt x="1144911" y="962795"/>
                </a:cubicBezTo>
                <a:cubicBezTo>
                  <a:pt x="1144911" y="979564"/>
                  <a:pt x="1131317" y="993158"/>
                  <a:pt x="1114547" y="993158"/>
                </a:cubicBezTo>
                <a:cubicBezTo>
                  <a:pt x="1097778" y="993158"/>
                  <a:pt x="1084184" y="979564"/>
                  <a:pt x="1084184" y="962795"/>
                </a:cubicBezTo>
                <a:cubicBezTo>
                  <a:pt x="1084184" y="946025"/>
                  <a:pt x="1097778" y="932431"/>
                  <a:pt x="1114547" y="932431"/>
                </a:cubicBezTo>
                <a:close/>
                <a:moveTo>
                  <a:pt x="1041993" y="932431"/>
                </a:moveTo>
                <a:cubicBezTo>
                  <a:pt x="1058762" y="932431"/>
                  <a:pt x="1072356" y="946025"/>
                  <a:pt x="1072356" y="962795"/>
                </a:cubicBezTo>
                <a:cubicBezTo>
                  <a:pt x="1072356" y="979564"/>
                  <a:pt x="1058762" y="993158"/>
                  <a:pt x="1041993" y="993158"/>
                </a:cubicBezTo>
                <a:cubicBezTo>
                  <a:pt x="1025223" y="993158"/>
                  <a:pt x="1011629" y="979564"/>
                  <a:pt x="1011629" y="962795"/>
                </a:cubicBezTo>
                <a:cubicBezTo>
                  <a:pt x="1011629" y="946025"/>
                  <a:pt x="1025223" y="932431"/>
                  <a:pt x="1041993" y="932431"/>
                </a:cubicBezTo>
                <a:close/>
                <a:moveTo>
                  <a:pt x="969438" y="932431"/>
                </a:moveTo>
                <a:cubicBezTo>
                  <a:pt x="986208" y="932431"/>
                  <a:pt x="999801" y="946025"/>
                  <a:pt x="999801" y="962795"/>
                </a:cubicBezTo>
                <a:cubicBezTo>
                  <a:pt x="999801" y="979564"/>
                  <a:pt x="986208" y="993158"/>
                  <a:pt x="969438" y="993158"/>
                </a:cubicBezTo>
                <a:cubicBezTo>
                  <a:pt x="952669" y="993158"/>
                  <a:pt x="939075" y="979564"/>
                  <a:pt x="939075" y="962795"/>
                </a:cubicBezTo>
                <a:cubicBezTo>
                  <a:pt x="939075" y="946025"/>
                  <a:pt x="952669" y="932431"/>
                  <a:pt x="969438" y="932431"/>
                </a:cubicBezTo>
                <a:close/>
                <a:moveTo>
                  <a:pt x="896883" y="932431"/>
                </a:moveTo>
                <a:cubicBezTo>
                  <a:pt x="913653" y="932431"/>
                  <a:pt x="927247" y="946025"/>
                  <a:pt x="927247" y="962795"/>
                </a:cubicBezTo>
                <a:cubicBezTo>
                  <a:pt x="927247" y="979564"/>
                  <a:pt x="913653" y="993158"/>
                  <a:pt x="896883" y="993158"/>
                </a:cubicBezTo>
                <a:cubicBezTo>
                  <a:pt x="880114" y="993158"/>
                  <a:pt x="866520" y="979564"/>
                  <a:pt x="866520" y="962795"/>
                </a:cubicBezTo>
                <a:cubicBezTo>
                  <a:pt x="866520" y="946025"/>
                  <a:pt x="880114" y="932431"/>
                  <a:pt x="896883" y="932431"/>
                </a:cubicBezTo>
                <a:close/>
                <a:moveTo>
                  <a:pt x="824329" y="932431"/>
                </a:moveTo>
                <a:cubicBezTo>
                  <a:pt x="841098" y="932431"/>
                  <a:pt x="854692" y="946025"/>
                  <a:pt x="854692" y="962795"/>
                </a:cubicBezTo>
                <a:cubicBezTo>
                  <a:pt x="854692" y="979564"/>
                  <a:pt x="841098" y="993158"/>
                  <a:pt x="824329" y="993158"/>
                </a:cubicBezTo>
                <a:cubicBezTo>
                  <a:pt x="807559" y="993158"/>
                  <a:pt x="793965" y="979564"/>
                  <a:pt x="793965" y="962795"/>
                </a:cubicBezTo>
                <a:cubicBezTo>
                  <a:pt x="793965" y="946025"/>
                  <a:pt x="807559" y="932431"/>
                  <a:pt x="824329" y="932431"/>
                </a:cubicBezTo>
                <a:close/>
                <a:moveTo>
                  <a:pt x="751774" y="932431"/>
                </a:moveTo>
                <a:cubicBezTo>
                  <a:pt x="768544" y="932431"/>
                  <a:pt x="782138" y="946025"/>
                  <a:pt x="782138" y="962795"/>
                </a:cubicBezTo>
                <a:cubicBezTo>
                  <a:pt x="782138" y="979564"/>
                  <a:pt x="768544" y="993158"/>
                  <a:pt x="751774" y="993158"/>
                </a:cubicBezTo>
                <a:cubicBezTo>
                  <a:pt x="735005" y="993158"/>
                  <a:pt x="721411" y="979564"/>
                  <a:pt x="721411" y="962795"/>
                </a:cubicBezTo>
                <a:cubicBezTo>
                  <a:pt x="721411" y="946025"/>
                  <a:pt x="735005" y="932431"/>
                  <a:pt x="751774" y="932431"/>
                </a:cubicBezTo>
                <a:close/>
                <a:moveTo>
                  <a:pt x="679220" y="932431"/>
                </a:moveTo>
                <a:cubicBezTo>
                  <a:pt x="695989" y="932431"/>
                  <a:pt x="709583" y="946025"/>
                  <a:pt x="709583" y="962795"/>
                </a:cubicBezTo>
                <a:cubicBezTo>
                  <a:pt x="709583" y="979564"/>
                  <a:pt x="695989" y="993158"/>
                  <a:pt x="679220" y="993158"/>
                </a:cubicBezTo>
                <a:cubicBezTo>
                  <a:pt x="662450" y="993158"/>
                  <a:pt x="648856" y="979564"/>
                  <a:pt x="648856" y="962795"/>
                </a:cubicBezTo>
                <a:cubicBezTo>
                  <a:pt x="648856" y="946025"/>
                  <a:pt x="662450" y="932431"/>
                  <a:pt x="679220" y="932431"/>
                </a:cubicBezTo>
                <a:close/>
                <a:moveTo>
                  <a:pt x="606665" y="932431"/>
                </a:moveTo>
                <a:cubicBezTo>
                  <a:pt x="623435" y="932431"/>
                  <a:pt x="637029" y="946025"/>
                  <a:pt x="637029" y="962795"/>
                </a:cubicBezTo>
                <a:cubicBezTo>
                  <a:pt x="637029" y="979564"/>
                  <a:pt x="623435" y="993158"/>
                  <a:pt x="606665" y="993158"/>
                </a:cubicBezTo>
                <a:cubicBezTo>
                  <a:pt x="589896" y="993158"/>
                  <a:pt x="576302" y="979564"/>
                  <a:pt x="576302" y="962795"/>
                </a:cubicBezTo>
                <a:cubicBezTo>
                  <a:pt x="576302" y="946025"/>
                  <a:pt x="589896" y="932431"/>
                  <a:pt x="606665" y="932431"/>
                </a:cubicBezTo>
                <a:close/>
                <a:moveTo>
                  <a:pt x="534111" y="932431"/>
                </a:moveTo>
                <a:cubicBezTo>
                  <a:pt x="550880" y="932431"/>
                  <a:pt x="564474" y="946025"/>
                  <a:pt x="564474" y="962795"/>
                </a:cubicBezTo>
                <a:cubicBezTo>
                  <a:pt x="564474" y="979564"/>
                  <a:pt x="550880" y="993158"/>
                  <a:pt x="534111" y="993158"/>
                </a:cubicBezTo>
                <a:cubicBezTo>
                  <a:pt x="517341" y="993158"/>
                  <a:pt x="503747" y="979564"/>
                  <a:pt x="503747" y="962795"/>
                </a:cubicBezTo>
                <a:cubicBezTo>
                  <a:pt x="503747" y="946025"/>
                  <a:pt x="517341" y="932431"/>
                  <a:pt x="534111" y="932431"/>
                </a:cubicBezTo>
                <a:close/>
                <a:moveTo>
                  <a:pt x="461556" y="932431"/>
                </a:moveTo>
                <a:cubicBezTo>
                  <a:pt x="478326" y="932431"/>
                  <a:pt x="491920" y="946025"/>
                  <a:pt x="491920" y="962795"/>
                </a:cubicBezTo>
                <a:cubicBezTo>
                  <a:pt x="491920" y="979564"/>
                  <a:pt x="478326" y="993158"/>
                  <a:pt x="461556" y="993158"/>
                </a:cubicBezTo>
                <a:cubicBezTo>
                  <a:pt x="444787" y="993158"/>
                  <a:pt x="431192" y="979564"/>
                  <a:pt x="431192" y="962795"/>
                </a:cubicBezTo>
                <a:cubicBezTo>
                  <a:pt x="431192" y="946025"/>
                  <a:pt x="444787" y="932431"/>
                  <a:pt x="461556" y="932431"/>
                </a:cubicBezTo>
                <a:close/>
                <a:moveTo>
                  <a:pt x="389002" y="932431"/>
                </a:moveTo>
                <a:cubicBezTo>
                  <a:pt x="405771" y="932431"/>
                  <a:pt x="419365" y="946025"/>
                  <a:pt x="419365" y="962795"/>
                </a:cubicBezTo>
                <a:cubicBezTo>
                  <a:pt x="419365" y="979564"/>
                  <a:pt x="405771" y="993158"/>
                  <a:pt x="389002" y="993158"/>
                </a:cubicBezTo>
                <a:cubicBezTo>
                  <a:pt x="372232" y="993158"/>
                  <a:pt x="358638" y="979564"/>
                  <a:pt x="358638" y="962795"/>
                </a:cubicBezTo>
                <a:cubicBezTo>
                  <a:pt x="358638" y="946025"/>
                  <a:pt x="372232" y="932431"/>
                  <a:pt x="389002" y="932431"/>
                </a:cubicBezTo>
                <a:close/>
                <a:moveTo>
                  <a:pt x="316447" y="932431"/>
                </a:moveTo>
                <a:cubicBezTo>
                  <a:pt x="333216" y="932431"/>
                  <a:pt x="346810" y="946025"/>
                  <a:pt x="346810" y="962795"/>
                </a:cubicBezTo>
                <a:cubicBezTo>
                  <a:pt x="346810" y="979564"/>
                  <a:pt x="333216" y="993158"/>
                  <a:pt x="316447" y="993158"/>
                </a:cubicBezTo>
                <a:cubicBezTo>
                  <a:pt x="299677" y="993158"/>
                  <a:pt x="286084" y="979564"/>
                  <a:pt x="286084" y="962795"/>
                </a:cubicBezTo>
                <a:cubicBezTo>
                  <a:pt x="286084" y="946025"/>
                  <a:pt x="299677" y="932431"/>
                  <a:pt x="316447" y="932431"/>
                </a:cubicBezTo>
                <a:close/>
                <a:moveTo>
                  <a:pt x="243892" y="932431"/>
                </a:moveTo>
                <a:cubicBezTo>
                  <a:pt x="260662" y="932431"/>
                  <a:pt x="274256" y="946025"/>
                  <a:pt x="274256" y="962795"/>
                </a:cubicBezTo>
                <a:cubicBezTo>
                  <a:pt x="274256" y="979564"/>
                  <a:pt x="260662" y="993158"/>
                  <a:pt x="243892" y="993158"/>
                </a:cubicBezTo>
                <a:cubicBezTo>
                  <a:pt x="227123" y="993158"/>
                  <a:pt x="213529" y="979564"/>
                  <a:pt x="213529" y="962795"/>
                </a:cubicBezTo>
                <a:cubicBezTo>
                  <a:pt x="213529" y="946025"/>
                  <a:pt x="227123" y="932431"/>
                  <a:pt x="243892" y="932431"/>
                </a:cubicBezTo>
                <a:close/>
                <a:moveTo>
                  <a:pt x="171339" y="932431"/>
                </a:moveTo>
                <a:cubicBezTo>
                  <a:pt x="188107" y="932431"/>
                  <a:pt x="201701" y="946025"/>
                  <a:pt x="201701" y="962795"/>
                </a:cubicBezTo>
                <a:cubicBezTo>
                  <a:pt x="201701" y="979564"/>
                  <a:pt x="188107" y="993158"/>
                  <a:pt x="171339" y="993158"/>
                </a:cubicBezTo>
                <a:cubicBezTo>
                  <a:pt x="154645" y="993158"/>
                  <a:pt x="141051" y="979564"/>
                  <a:pt x="141051" y="962795"/>
                </a:cubicBezTo>
                <a:cubicBezTo>
                  <a:pt x="141051" y="946025"/>
                  <a:pt x="154645" y="932431"/>
                  <a:pt x="171339" y="932431"/>
                </a:cubicBezTo>
                <a:close/>
                <a:moveTo>
                  <a:pt x="98870" y="932431"/>
                </a:moveTo>
                <a:cubicBezTo>
                  <a:pt x="115634" y="932431"/>
                  <a:pt x="129228" y="946025"/>
                  <a:pt x="129228" y="962795"/>
                </a:cubicBezTo>
                <a:cubicBezTo>
                  <a:pt x="129228" y="979564"/>
                  <a:pt x="115634" y="993158"/>
                  <a:pt x="98870" y="993158"/>
                </a:cubicBezTo>
                <a:cubicBezTo>
                  <a:pt x="82099" y="993158"/>
                  <a:pt x="68505" y="979564"/>
                  <a:pt x="68505" y="962795"/>
                </a:cubicBezTo>
                <a:cubicBezTo>
                  <a:pt x="68505" y="946025"/>
                  <a:pt x="82099" y="932431"/>
                  <a:pt x="98870" y="932431"/>
                </a:cubicBezTo>
                <a:close/>
                <a:moveTo>
                  <a:pt x="26316" y="932431"/>
                </a:moveTo>
                <a:cubicBezTo>
                  <a:pt x="43081" y="932431"/>
                  <a:pt x="56676" y="946025"/>
                  <a:pt x="56676" y="962795"/>
                </a:cubicBezTo>
                <a:cubicBezTo>
                  <a:pt x="56676" y="979564"/>
                  <a:pt x="43081" y="993158"/>
                  <a:pt x="26316" y="993158"/>
                </a:cubicBezTo>
                <a:cubicBezTo>
                  <a:pt x="17931" y="993158"/>
                  <a:pt x="10340" y="989760"/>
                  <a:pt x="4845" y="984265"/>
                </a:cubicBezTo>
                <a:lnTo>
                  <a:pt x="0" y="972570"/>
                </a:lnTo>
                <a:lnTo>
                  <a:pt x="0" y="953020"/>
                </a:lnTo>
                <a:lnTo>
                  <a:pt x="4845" y="941324"/>
                </a:lnTo>
                <a:cubicBezTo>
                  <a:pt x="10340" y="935830"/>
                  <a:pt x="17931" y="932431"/>
                  <a:pt x="26316" y="932431"/>
                </a:cubicBezTo>
                <a:close/>
                <a:moveTo>
                  <a:pt x="1612513" y="853981"/>
                </a:moveTo>
                <a:lnTo>
                  <a:pt x="1607766" y="872445"/>
                </a:lnTo>
                <a:lnTo>
                  <a:pt x="1598477" y="897823"/>
                </a:lnTo>
                <a:lnTo>
                  <a:pt x="1592066" y="882343"/>
                </a:lnTo>
                <a:cubicBezTo>
                  <a:pt x="1592066" y="869766"/>
                  <a:pt x="1599712" y="858975"/>
                  <a:pt x="1610610" y="854366"/>
                </a:cubicBezTo>
                <a:close/>
                <a:moveTo>
                  <a:pt x="1549874" y="851979"/>
                </a:moveTo>
                <a:cubicBezTo>
                  <a:pt x="1566644" y="851979"/>
                  <a:pt x="1580238" y="865573"/>
                  <a:pt x="1580238" y="882343"/>
                </a:cubicBezTo>
                <a:cubicBezTo>
                  <a:pt x="1580238" y="899112"/>
                  <a:pt x="1566644" y="912706"/>
                  <a:pt x="1549874" y="912706"/>
                </a:cubicBezTo>
                <a:cubicBezTo>
                  <a:pt x="1533105" y="912706"/>
                  <a:pt x="1519511" y="899112"/>
                  <a:pt x="1519511" y="882343"/>
                </a:cubicBezTo>
                <a:cubicBezTo>
                  <a:pt x="1519511" y="865573"/>
                  <a:pt x="1533105" y="851979"/>
                  <a:pt x="1549874" y="851979"/>
                </a:cubicBezTo>
                <a:close/>
                <a:moveTo>
                  <a:pt x="1477320" y="851979"/>
                </a:moveTo>
                <a:cubicBezTo>
                  <a:pt x="1494089" y="851979"/>
                  <a:pt x="1507683" y="865573"/>
                  <a:pt x="1507683" y="882343"/>
                </a:cubicBezTo>
                <a:cubicBezTo>
                  <a:pt x="1507683" y="899112"/>
                  <a:pt x="1494089" y="912706"/>
                  <a:pt x="1477320" y="912706"/>
                </a:cubicBezTo>
                <a:cubicBezTo>
                  <a:pt x="1460550" y="912706"/>
                  <a:pt x="1446956" y="899112"/>
                  <a:pt x="1446956" y="882343"/>
                </a:cubicBezTo>
                <a:cubicBezTo>
                  <a:pt x="1446956" y="865573"/>
                  <a:pt x="1460550" y="851979"/>
                  <a:pt x="1477320" y="851979"/>
                </a:cubicBezTo>
                <a:close/>
                <a:moveTo>
                  <a:pt x="1404765" y="851979"/>
                </a:moveTo>
                <a:cubicBezTo>
                  <a:pt x="1421535" y="851979"/>
                  <a:pt x="1435129" y="865573"/>
                  <a:pt x="1435129" y="882343"/>
                </a:cubicBezTo>
                <a:cubicBezTo>
                  <a:pt x="1435129" y="899112"/>
                  <a:pt x="1421535" y="912706"/>
                  <a:pt x="1404765" y="912706"/>
                </a:cubicBezTo>
                <a:cubicBezTo>
                  <a:pt x="1387996" y="912706"/>
                  <a:pt x="1374402" y="899112"/>
                  <a:pt x="1374402" y="882343"/>
                </a:cubicBezTo>
                <a:cubicBezTo>
                  <a:pt x="1374402" y="865573"/>
                  <a:pt x="1387996" y="851979"/>
                  <a:pt x="1404765" y="851979"/>
                </a:cubicBezTo>
                <a:close/>
                <a:moveTo>
                  <a:pt x="1332211" y="851979"/>
                </a:moveTo>
                <a:cubicBezTo>
                  <a:pt x="1348980" y="851979"/>
                  <a:pt x="1362574" y="865573"/>
                  <a:pt x="1362574" y="882343"/>
                </a:cubicBezTo>
                <a:cubicBezTo>
                  <a:pt x="1362574" y="899112"/>
                  <a:pt x="1348980" y="912706"/>
                  <a:pt x="1332211" y="912706"/>
                </a:cubicBezTo>
                <a:cubicBezTo>
                  <a:pt x="1315441" y="912706"/>
                  <a:pt x="1301847" y="899112"/>
                  <a:pt x="1301847" y="882343"/>
                </a:cubicBezTo>
                <a:cubicBezTo>
                  <a:pt x="1301847" y="865573"/>
                  <a:pt x="1315441" y="851979"/>
                  <a:pt x="1332211" y="851979"/>
                </a:cubicBezTo>
                <a:close/>
                <a:moveTo>
                  <a:pt x="1259656" y="851979"/>
                </a:moveTo>
                <a:cubicBezTo>
                  <a:pt x="1276426" y="851979"/>
                  <a:pt x="1290020" y="865573"/>
                  <a:pt x="1290020" y="882343"/>
                </a:cubicBezTo>
                <a:cubicBezTo>
                  <a:pt x="1290020" y="899112"/>
                  <a:pt x="1276426" y="912706"/>
                  <a:pt x="1259656" y="912706"/>
                </a:cubicBezTo>
                <a:cubicBezTo>
                  <a:pt x="1242887" y="912706"/>
                  <a:pt x="1229293" y="899112"/>
                  <a:pt x="1229293" y="882343"/>
                </a:cubicBezTo>
                <a:cubicBezTo>
                  <a:pt x="1229293" y="865573"/>
                  <a:pt x="1242887" y="851979"/>
                  <a:pt x="1259656" y="851979"/>
                </a:cubicBezTo>
                <a:close/>
                <a:moveTo>
                  <a:pt x="1187102" y="851979"/>
                </a:moveTo>
                <a:cubicBezTo>
                  <a:pt x="1203871" y="851979"/>
                  <a:pt x="1217465" y="865573"/>
                  <a:pt x="1217465" y="882343"/>
                </a:cubicBezTo>
                <a:cubicBezTo>
                  <a:pt x="1217465" y="899112"/>
                  <a:pt x="1203871" y="912706"/>
                  <a:pt x="1187102" y="912706"/>
                </a:cubicBezTo>
                <a:cubicBezTo>
                  <a:pt x="1170332" y="912706"/>
                  <a:pt x="1156738" y="899112"/>
                  <a:pt x="1156738" y="882343"/>
                </a:cubicBezTo>
                <a:cubicBezTo>
                  <a:pt x="1156738" y="865573"/>
                  <a:pt x="1170332" y="851979"/>
                  <a:pt x="1187102" y="851979"/>
                </a:cubicBezTo>
                <a:close/>
                <a:moveTo>
                  <a:pt x="1114547" y="851979"/>
                </a:moveTo>
                <a:cubicBezTo>
                  <a:pt x="1131317" y="851979"/>
                  <a:pt x="1144911" y="865573"/>
                  <a:pt x="1144911" y="882343"/>
                </a:cubicBezTo>
                <a:cubicBezTo>
                  <a:pt x="1144911" y="899112"/>
                  <a:pt x="1131317" y="912706"/>
                  <a:pt x="1114547" y="912706"/>
                </a:cubicBezTo>
                <a:cubicBezTo>
                  <a:pt x="1097778" y="912706"/>
                  <a:pt x="1084184" y="899112"/>
                  <a:pt x="1084184" y="882343"/>
                </a:cubicBezTo>
                <a:cubicBezTo>
                  <a:pt x="1084184" y="865573"/>
                  <a:pt x="1097778" y="851979"/>
                  <a:pt x="1114547" y="851979"/>
                </a:cubicBezTo>
                <a:close/>
                <a:moveTo>
                  <a:pt x="1041993" y="851979"/>
                </a:moveTo>
                <a:cubicBezTo>
                  <a:pt x="1058762" y="851979"/>
                  <a:pt x="1072356" y="865573"/>
                  <a:pt x="1072356" y="882343"/>
                </a:cubicBezTo>
                <a:cubicBezTo>
                  <a:pt x="1072356" y="899112"/>
                  <a:pt x="1058762" y="912706"/>
                  <a:pt x="1041993" y="912706"/>
                </a:cubicBezTo>
                <a:cubicBezTo>
                  <a:pt x="1025223" y="912706"/>
                  <a:pt x="1011629" y="899112"/>
                  <a:pt x="1011629" y="882343"/>
                </a:cubicBezTo>
                <a:cubicBezTo>
                  <a:pt x="1011629" y="865573"/>
                  <a:pt x="1025223" y="851979"/>
                  <a:pt x="1041993" y="851979"/>
                </a:cubicBezTo>
                <a:close/>
                <a:moveTo>
                  <a:pt x="969438" y="851979"/>
                </a:moveTo>
                <a:cubicBezTo>
                  <a:pt x="986208" y="851979"/>
                  <a:pt x="999801" y="865573"/>
                  <a:pt x="999801" y="882343"/>
                </a:cubicBezTo>
                <a:cubicBezTo>
                  <a:pt x="999801" y="899112"/>
                  <a:pt x="986208" y="912706"/>
                  <a:pt x="969438" y="912706"/>
                </a:cubicBezTo>
                <a:cubicBezTo>
                  <a:pt x="952669" y="912706"/>
                  <a:pt x="939075" y="899112"/>
                  <a:pt x="939075" y="882343"/>
                </a:cubicBezTo>
                <a:cubicBezTo>
                  <a:pt x="939075" y="865573"/>
                  <a:pt x="952669" y="851979"/>
                  <a:pt x="969438" y="851979"/>
                </a:cubicBezTo>
                <a:close/>
                <a:moveTo>
                  <a:pt x="896883" y="851979"/>
                </a:moveTo>
                <a:cubicBezTo>
                  <a:pt x="913653" y="851979"/>
                  <a:pt x="927247" y="865573"/>
                  <a:pt x="927247" y="882343"/>
                </a:cubicBezTo>
                <a:cubicBezTo>
                  <a:pt x="927247" y="899112"/>
                  <a:pt x="913653" y="912706"/>
                  <a:pt x="896883" y="912706"/>
                </a:cubicBezTo>
                <a:cubicBezTo>
                  <a:pt x="880114" y="912706"/>
                  <a:pt x="866520" y="899112"/>
                  <a:pt x="866520" y="882343"/>
                </a:cubicBezTo>
                <a:cubicBezTo>
                  <a:pt x="866520" y="865573"/>
                  <a:pt x="880114" y="851979"/>
                  <a:pt x="896883" y="851979"/>
                </a:cubicBezTo>
                <a:close/>
                <a:moveTo>
                  <a:pt x="824329" y="851979"/>
                </a:moveTo>
                <a:cubicBezTo>
                  <a:pt x="841098" y="851979"/>
                  <a:pt x="854692" y="865573"/>
                  <a:pt x="854692" y="882343"/>
                </a:cubicBezTo>
                <a:cubicBezTo>
                  <a:pt x="854692" y="899112"/>
                  <a:pt x="841098" y="912706"/>
                  <a:pt x="824329" y="912706"/>
                </a:cubicBezTo>
                <a:cubicBezTo>
                  <a:pt x="807559" y="912706"/>
                  <a:pt x="793965" y="899112"/>
                  <a:pt x="793965" y="882343"/>
                </a:cubicBezTo>
                <a:cubicBezTo>
                  <a:pt x="793965" y="865573"/>
                  <a:pt x="807559" y="851979"/>
                  <a:pt x="824329" y="851979"/>
                </a:cubicBezTo>
                <a:close/>
                <a:moveTo>
                  <a:pt x="751774" y="851979"/>
                </a:moveTo>
                <a:cubicBezTo>
                  <a:pt x="768544" y="851979"/>
                  <a:pt x="782138" y="865573"/>
                  <a:pt x="782138" y="882343"/>
                </a:cubicBezTo>
                <a:cubicBezTo>
                  <a:pt x="782138" y="899112"/>
                  <a:pt x="768544" y="912706"/>
                  <a:pt x="751774" y="912706"/>
                </a:cubicBezTo>
                <a:cubicBezTo>
                  <a:pt x="735005" y="912706"/>
                  <a:pt x="721411" y="899112"/>
                  <a:pt x="721411" y="882343"/>
                </a:cubicBezTo>
                <a:cubicBezTo>
                  <a:pt x="721411" y="865573"/>
                  <a:pt x="735005" y="851979"/>
                  <a:pt x="751774" y="851979"/>
                </a:cubicBezTo>
                <a:close/>
                <a:moveTo>
                  <a:pt x="679220" y="851979"/>
                </a:moveTo>
                <a:cubicBezTo>
                  <a:pt x="695989" y="851979"/>
                  <a:pt x="709583" y="865573"/>
                  <a:pt x="709583" y="882343"/>
                </a:cubicBezTo>
                <a:cubicBezTo>
                  <a:pt x="709583" y="899112"/>
                  <a:pt x="695989" y="912706"/>
                  <a:pt x="679220" y="912706"/>
                </a:cubicBezTo>
                <a:cubicBezTo>
                  <a:pt x="662450" y="912706"/>
                  <a:pt x="648856" y="899112"/>
                  <a:pt x="648856" y="882343"/>
                </a:cubicBezTo>
                <a:cubicBezTo>
                  <a:pt x="648856" y="865573"/>
                  <a:pt x="662450" y="851979"/>
                  <a:pt x="679220" y="851979"/>
                </a:cubicBezTo>
                <a:close/>
                <a:moveTo>
                  <a:pt x="606665" y="851979"/>
                </a:moveTo>
                <a:cubicBezTo>
                  <a:pt x="623435" y="851979"/>
                  <a:pt x="637029" y="865573"/>
                  <a:pt x="637029" y="882343"/>
                </a:cubicBezTo>
                <a:cubicBezTo>
                  <a:pt x="637029" y="899112"/>
                  <a:pt x="623435" y="912706"/>
                  <a:pt x="606665" y="912706"/>
                </a:cubicBezTo>
                <a:cubicBezTo>
                  <a:pt x="589896" y="912706"/>
                  <a:pt x="576302" y="899112"/>
                  <a:pt x="576302" y="882343"/>
                </a:cubicBezTo>
                <a:cubicBezTo>
                  <a:pt x="576302" y="865573"/>
                  <a:pt x="589896" y="851979"/>
                  <a:pt x="606665" y="851979"/>
                </a:cubicBezTo>
                <a:close/>
                <a:moveTo>
                  <a:pt x="534111" y="851979"/>
                </a:moveTo>
                <a:cubicBezTo>
                  <a:pt x="550880" y="851979"/>
                  <a:pt x="564474" y="865573"/>
                  <a:pt x="564474" y="882343"/>
                </a:cubicBezTo>
                <a:cubicBezTo>
                  <a:pt x="564474" y="899112"/>
                  <a:pt x="550880" y="912706"/>
                  <a:pt x="534111" y="912706"/>
                </a:cubicBezTo>
                <a:cubicBezTo>
                  <a:pt x="517341" y="912706"/>
                  <a:pt x="503747" y="899112"/>
                  <a:pt x="503747" y="882343"/>
                </a:cubicBezTo>
                <a:cubicBezTo>
                  <a:pt x="503747" y="865573"/>
                  <a:pt x="517341" y="851979"/>
                  <a:pt x="534111" y="851979"/>
                </a:cubicBezTo>
                <a:close/>
                <a:moveTo>
                  <a:pt x="461556" y="851979"/>
                </a:moveTo>
                <a:cubicBezTo>
                  <a:pt x="478326" y="851979"/>
                  <a:pt x="491920" y="865573"/>
                  <a:pt x="491920" y="882343"/>
                </a:cubicBezTo>
                <a:cubicBezTo>
                  <a:pt x="491920" y="899112"/>
                  <a:pt x="478326" y="912706"/>
                  <a:pt x="461556" y="912706"/>
                </a:cubicBezTo>
                <a:cubicBezTo>
                  <a:pt x="444787" y="912706"/>
                  <a:pt x="431192" y="899112"/>
                  <a:pt x="431192" y="882343"/>
                </a:cubicBezTo>
                <a:cubicBezTo>
                  <a:pt x="431192" y="865573"/>
                  <a:pt x="444787" y="851979"/>
                  <a:pt x="461556" y="851979"/>
                </a:cubicBezTo>
                <a:close/>
                <a:moveTo>
                  <a:pt x="389002" y="851979"/>
                </a:moveTo>
                <a:cubicBezTo>
                  <a:pt x="405771" y="851979"/>
                  <a:pt x="419365" y="865573"/>
                  <a:pt x="419365" y="882343"/>
                </a:cubicBezTo>
                <a:cubicBezTo>
                  <a:pt x="419365" y="899112"/>
                  <a:pt x="405771" y="912706"/>
                  <a:pt x="389002" y="912706"/>
                </a:cubicBezTo>
                <a:cubicBezTo>
                  <a:pt x="372232" y="912706"/>
                  <a:pt x="358638" y="899112"/>
                  <a:pt x="358638" y="882343"/>
                </a:cubicBezTo>
                <a:cubicBezTo>
                  <a:pt x="358638" y="865573"/>
                  <a:pt x="372232" y="851979"/>
                  <a:pt x="389002" y="851979"/>
                </a:cubicBezTo>
                <a:close/>
                <a:moveTo>
                  <a:pt x="316447" y="851979"/>
                </a:moveTo>
                <a:cubicBezTo>
                  <a:pt x="333216" y="851979"/>
                  <a:pt x="346810" y="865573"/>
                  <a:pt x="346810" y="882343"/>
                </a:cubicBezTo>
                <a:cubicBezTo>
                  <a:pt x="346810" y="899112"/>
                  <a:pt x="333216" y="912706"/>
                  <a:pt x="316447" y="912706"/>
                </a:cubicBezTo>
                <a:cubicBezTo>
                  <a:pt x="299677" y="912706"/>
                  <a:pt x="286084" y="899112"/>
                  <a:pt x="286084" y="882343"/>
                </a:cubicBezTo>
                <a:cubicBezTo>
                  <a:pt x="286084" y="865573"/>
                  <a:pt x="299677" y="851979"/>
                  <a:pt x="316447" y="851979"/>
                </a:cubicBezTo>
                <a:close/>
                <a:moveTo>
                  <a:pt x="243892" y="851979"/>
                </a:moveTo>
                <a:cubicBezTo>
                  <a:pt x="260662" y="851979"/>
                  <a:pt x="274256" y="865573"/>
                  <a:pt x="274256" y="882343"/>
                </a:cubicBezTo>
                <a:cubicBezTo>
                  <a:pt x="274256" y="899112"/>
                  <a:pt x="260662" y="912706"/>
                  <a:pt x="243892" y="912706"/>
                </a:cubicBezTo>
                <a:cubicBezTo>
                  <a:pt x="227123" y="912706"/>
                  <a:pt x="213529" y="899112"/>
                  <a:pt x="213529" y="882343"/>
                </a:cubicBezTo>
                <a:cubicBezTo>
                  <a:pt x="213529" y="865573"/>
                  <a:pt x="227123" y="851979"/>
                  <a:pt x="243892" y="851979"/>
                </a:cubicBezTo>
                <a:close/>
                <a:moveTo>
                  <a:pt x="171339" y="851979"/>
                </a:moveTo>
                <a:cubicBezTo>
                  <a:pt x="188107" y="851979"/>
                  <a:pt x="201701" y="865573"/>
                  <a:pt x="201701" y="882343"/>
                </a:cubicBezTo>
                <a:cubicBezTo>
                  <a:pt x="201701" y="899112"/>
                  <a:pt x="188107" y="912706"/>
                  <a:pt x="171339" y="912706"/>
                </a:cubicBezTo>
                <a:cubicBezTo>
                  <a:pt x="154651" y="912706"/>
                  <a:pt x="141056" y="899112"/>
                  <a:pt x="141056" y="882343"/>
                </a:cubicBezTo>
                <a:cubicBezTo>
                  <a:pt x="141056" y="865573"/>
                  <a:pt x="154651" y="851979"/>
                  <a:pt x="171339" y="851979"/>
                </a:cubicBezTo>
                <a:close/>
                <a:moveTo>
                  <a:pt x="98877" y="851979"/>
                </a:moveTo>
                <a:cubicBezTo>
                  <a:pt x="115640" y="851979"/>
                  <a:pt x="129234" y="865573"/>
                  <a:pt x="129234" y="882343"/>
                </a:cubicBezTo>
                <a:cubicBezTo>
                  <a:pt x="129234" y="899112"/>
                  <a:pt x="115640" y="912706"/>
                  <a:pt x="98877" y="912706"/>
                </a:cubicBezTo>
                <a:cubicBezTo>
                  <a:pt x="82106" y="912706"/>
                  <a:pt x="68511" y="899112"/>
                  <a:pt x="68511" y="882343"/>
                </a:cubicBezTo>
                <a:cubicBezTo>
                  <a:pt x="68511" y="865573"/>
                  <a:pt x="82106" y="851979"/>
                  <a:pt x="98877" y="851979"/>
                </a:cubicBezTo>
                <a:close/>
                <a:moveTo>
                  <a:pt x="26322" y="851979"/>
                </a:moveTo>
                <a:cubicBezTo>
                  <a:pt x="43087" y="851979"/>
                  <a:pt x="56682" y="865573"/>
                  <a:pt x="56682" y="882343"/>
                </a:cubicBezTo>
                <a:cubicBezTo>
                  <a:pt x="56682" y="899112"/>
                  <a:pt x="43087" y="912706"/>
                  <a:pt x="26322" y="912706"/>
                </a:cubicBezTo>
                <a:cubicBezTo>
                  <a:pt x="17937" y="912706"/>
                  <a:pt x="10346" y="909308"/>
                  <a:pt x="4851" y="903813"/>
                </a:cubicBezTo>
                <a:lnTo>
                  <a:pt x="0" y="892101"/>
                </a:lnTo>
                <a:lnTo>
                  <a:pt x="0" y="872585"/>
                </a:lnTo>
                <a:lnTo>
                  <a:pt x="4851" y="860872"/>
                </a:lnTo>
                <a:cubicBezTo>
                  <a:pt x="10346" y="855378"/>
                  <a:pt x="17937" y="851979"/>
                  <a:pt x="26322" y="851979"/>
                </a:cubicBezTo>
                <a:close/>
                <a:moveTo>
                  <a:pt x="1622429" y="771528"/>
                </a:moveTo>
                <a:lnTo>
                  <a:pt x="1633158" y="773694"/>
                </a:lnTo>
                <a:lnTo>
                  <a:pt x="1618313" y="831424"/>
                </a:lnTo>
                <a:lnTo>
                  <a:pt x="1610610" y="829868"/>
                </a:lnTo>
                <a:cubicBezTo>
                  <a:pt x="1599712" y="825259"/>
                  <a:pt x="1592066" y="814469"/>
                  <a:pt x="1592066" y="801891"/>
                </a:cubicBezTo>
                <a:cubicBezTo>
                  <a:pt x="1592066" y="785122"/>
                  <a:pt x="1605659" y="771528"/>
                  <a:pt x="1622429" y="771528"/>
                </a:cubicBezTo>
                <a:close/>
                <a:moveTo>
                  <a:pt x="1549874" y="771528"/>
                </a:moveTo>
                <a:cubicBezTo>
                  <a:pt x="1566644" y="771528"/>
                  <a:pt x="1580238" y="785122"/>
                  <a:pt x="1580238" y="801891"/>
                </a:cubicBezTo>
                <a:cubicBezTo>
                  <a:pt x="1580238" y="818661"/>
                  <a:pt x="1566644" y="832255"/>
                  <a:pt x="1549874" y="832255"/>
                </a:cubicBezTo>
                <a:cubicBezTo>
                  <a:pt x="1533105" y="832255"/>
                  <a:pt x="1519511" y="818661"/>
                  <a:pt x="1519511" y="801891"/>
                </a:cubicBezTo>
                <a:cubicBezTo>
                  <a:pt x="1519511" y="785122"/>
                  <a:pt x="1533105" y="771528"/>
                  <a:pt x="1549874" y="771528"/>
                </a:cubicBezTo>
                <a:close/>
                <a:moveTo>
                  <a:pt x="1477320" y="771528"/>
                </a:moveTo>
                <a:cubicBezTo>
                  <a:pt x="1494089" y="771528"/>
                  <a:pt x="1507683" y="785122"/>
                  <a:pt x="1507683" y="801891"/>
                </a:cubicBezTo>
                <a:cubicBezTo>
                  <a:pt x="1507683" y="818661"/>
                  <a:pt x="1494089" y="832255"/>
                  <a:pt x="1477320" y="832255"/>
                </a:cubicBezTo>
                <a:cubicBezTo>
                  <a:pt x="1460550" y="832255"/>
                  <a:pt x="1446956" y="818661"/>
                  <a:pt x="1446956" y="801891"/>
                </a:cubicBezTo>
                <a:cubicBezTo>
                  <a:pt x="1446956" y="785122"/>
                  <a:pt x="1460550" y="771528"/>
                  <a:pt x="1477320" y="771528"/>
                </a:cubicBezTo>
                <a:close/>
                <a:moveTo>
                  <a:pt x="1404765" y="771528"/>
                </a:moveTo>
                <a:cubicBezTo>
                  <a:pt x="1421535" y="771528"/>
                  <a:pt x="1435129" y="785122"/>
                  <a:pt x="1435129" y="801891"/>
                </a:cubicBezTo>
                <a:cubicBezTo>
                  <a:pt x="1435129" y="818661"/>
                  <a:pt x="1421535" y="832255"/>
                  <a:pt x="1404765" y="832255"/>
                </a:cubicBezTo>
                <a:cubicBezTo>
                  <a:pt x="1387996" y="832255"/>
                  <a:pt x="1374402" y="818661"/>
                  <a:pt x="1374402" y="801891"/>
                </a:cubicBezTo>
                <a:cubicBezTo>
                  <a:pt x="1374402" y="785122"/>
                  <a:pt x="1387996" y="771528"/>
                  <a:pt x="1404765" y="771528"/>
                </a:cubicBezTo>
                <a:close/>
                <a:moveTo>
                  <a:pt x="1332211" y="771528"/>
                </a:moveTo>
                <a:cubicBezTo>
                  <a:pt x="1348980" y="771528"/>
                  <a:pt x="1362574" y="785122"/>
                  <a:pt x="1362574" y="801891"/>
                </a:cubicBezTo>
                <a:cubicBezTo>
                  <a:pt x="1362574" y="818661"/>
                  <a:pt x="1348980" y="832255"/>
                  <a:pt x="1332211" y="832255"/>
                </a:cubicBezTo>
                <a:cubicBezTo>
                  <a:pt x="1315441" y="832255"/>
                  <a:pt x="1301847" y="818661"/>
                  <a:pt x="1301847" y="801891"/>
                </a:cubicBezTo>
                <a:cubicBezTo>
                  <a:pt x="1301847" y="785122"/>
                  <a:pt x="1315441" y="771528"/>
                  <a:pt x="1332211" y="771528"/>
                </a:cubicBezTo>
                <a:close/>
                <a:moveTo>
                  <a:pt x="1259656" y="771528"/>
                </a:moveTo>
                <a:cubicBezTo>
                  <a:pt x="1276426" y="771528"/>
                  <a:pt x="1290020" y="785122"/>
                  <a:pt x="1290020" y="801891"/>
                </a:cubicBezTo>
                <a:cubicBezTo>
                  <a:pt x="1290020" y="818661"/>
                  <a:pt x="1276426" y="832255"/>
                  <a:pt x="1259656" y="832255"/>
                </a:cubicBezTo>
                <a:cubicBezTo>
                  <a:pt x="1242887" y="832255"/>
                  <a:pt x="1229293" y="818661"/>
                  <a:pt x="1229293" y="801891"/>
                </a:cubicBezTo>
                <a:cubicBezTo>
                  <a:pt x="1229293" y="785122"/>
                  <a:pt x="1242887" y="771528"/>
                  <a:pt x="1259656" y="771528"/>
                </a:cubicBezTo>
                <a:close/>
                <a:moveTo>
                  <a:pt x="1187102" y="771528"/>
                </a:moveTo>
                <a:cubicBezTo>
                  <a:pt x="1203871" y="771528"/>
                  <a:pt x="1217465" y="785122"/>
                  <a:pt x="1217465" y="801891"/>
                </a:cubicBezTo>
                <a:cubicBezTo>
                  <a:pt x="1217465" y="818661"/>
                  <a:pt x="1203871" y="832255"/>
                  <a:pt x="1187102" y="832255"/>
                </a:cubicBezTo>
                <a:cubicBezTo>
                  <a:pt x="1170332" y="832255"/>
                  <a:pt x="1156738" y="818661"/>
                  <a:pt x="1156738" y="801891"/>
                </a:cubicBezTo>
                <a:cubicBezTo>
                  <a:pt x="1156738" y="785122"/>
                  <a:pt x="1170332" y="771528"/>
                  <a:pt x="1187102" y="771528"/>
                </a:cubicBezTo>
                <a:close/>
                <a:moveTo>
                  <a:pt x="1114547" y="771528"/>
                </a:moveTo>
                <a:cubicBezTo>
                  <a:pt x="1131317" y="771528"/>
                  <a:pt x="1144911" y="785122"/>
                  <a:pt x="1144911" y="801891"/>
                </a:cubicBezTo>
                <a:cubicBezTo>
                  <a:pt x="1144911" y="818661"/>
                  <a:pt x="1131317" y="832255"/>
                  <a:pt x="1114547" y="832255"/>
                </a:cubicBezTo>
                <a:cubicBezTo>
                  <a:pt x="1097778" y="832255"/>
                  <a:pt x="1084184" y="818661"/>
                  <a:pt x="1084184" y="801891"/>
                </a:cubicBezTo>
                <a:cubicBezTo>
                  <a:pt x="1084184" y="785122"/>
                  <a:pt x="1097778" y="771528"/>
                  <a:pt x="1114547" y="771528"/>
                </a:cubicBezTo>
                <a:close/>
                <a:moveTo>
                  <a:pt x="1041993" y="771528"/>
                </a:moveTo>
                <a:cubicBezTo>
                  <a:pt x="1058762" y="771528"/>
                  <a:pt x="1072356" y="785122"/>
                  <a:pt x="1072356" y="801891"/>
                </a:cubicBezTo>
                <a:cubicBezTo>
                  <a:pt x="1072356" y="818661"/>
                  <a:pt x="1058762" y="832255"/>
                  <a:pt x="1041993" y="832255"/>
                </a:cubicBezTo>
                <a:cubicBezTo>
                  <a:pt x="1025223" y="832255"/>
                  <a:pt x="1011629" y="818661"/>
                  <a:pt x="1011629" y="801891"/>
                </a:cubicBezTo>
                <a:cubicBezTo>
                  <a:pt x="1011629" y="785122"/>
                  <a:pt x="1025223" y="771528"/>
                  <a:pt x="1041993" y="771528"/>
                </a:cubicBezTo>
                <a:close/>
                <a:moveTo>
                  <a:pt x="969438" y="771528"/>
                </a:moveTo>
                <a:cubicBezTo>
                  <a:pt x="986208" y="771528"/>
                  <a:pt x="999801" y="785122"/>
                  <a:pt x="999801" y="801891"/>
                </a:cubicBezTo>
                <a:cubicBezTo>
                  <a:pt x="999801" y="818661"/>
                  <a:pt x="986208" y="832255"/>
                  <a:pt x="969438" y="832255"/>
                </a:cubicBezTo>
                <a:cubicBezTo>
                  <a:pt x="952669" y="832255"/>
                  <a:pt x="939075" y="818661"/>
                  <a:pt x="939075" y="801891"/>
                </a:cubicBezTo>
                <a:cubicBezTo>
                  <a:pt x="939075" y="785122"/>
                  <a:pt x="952669" y="771528"/>
                  <a:pt x="969438" y="771528"/>
                </a:cubicBezTo>
                <a:close/>
                <a:moveTo>
                  <a:pt x="896883" y="771528"/>
                </a:moveTo>
                <a:cubicBezTo>
                  <a:pt x="913653" y="771528"/>
                  <a:pt x="927247" y="785122"/>
                  <a:pt x="927247" y="801891"/>
                </a:cubicBezTo>
                <a:cubicBezTo>
                  <a:pt x="927247" y="818661"/>
                  <a:pt x="913653" y="832255"/>
                  <a:pt x="896883" y="832255"/>
                </a:cubicBezTo>
                <a:cubicBezTo>
                  <a:pt x="880114" y="832255"/>
                  <a:pt x="866520" y="818661"/>
                  <a:pt x="866520" y="801891"/>
                </a:cubicBezTo>
                <a:cubicBezTo>
                  <a:pt x="866520" y="785122"/>
                  <a:pt x="880114" y="771528"/>
                  <a:pt x="896883" y="771528"/>
                </a:cubicBezTo>
                <a:close/>
                <a:moveTo>
                  <a:pt x="824329" y="771528"/>
                </a:moveTo>
                <a:cubicBezTo>
                  <a:pt x="841098" y="771528"/>
                  <a:pt x="854692" y="785122"/>
                  <a:pt x="854692" y="801891"/>
                </a:cubicBezTo>
                <a:cubicBezTo>
                  <a:pt x="854692" y="818661"/>
                  <a:pt x="841098" y="832255"/>
                  <a:pt x="824329" y="832255"/>
                </a:cubicBezTo>
                <a:cubicBezTo>
                  <a:pt x="807559" y="832255"/>
                  <a:pt x="793965" y="818661"/>
                  <a:pt x="793965" y="801891"/>
                </a:cubicBezTo>
                <a:cubicBezTo>
                  <a:pt x="793965" y="785122"/>
                  <a:pt x="807559" y="771528"/>
                  <a:pt x="824329" y="771528"/>
                </a:cubicBezTo>
                <a:close/>
                <a:moveTo>
                  <a:pt x="751774" y="771528"/>
                </a:moveTo>
                <a:cubicBezTo>
                  <a:pt x="768544" y="771528"/>
                  <a:pt x="782138" y="785122"/>
                  <a:pt x="782138" y="801891"/>
                </a:cubicBezTo>
                <a:cubicBezTo>
                  <a:pt x="782138" y="818661"/>
                  <a:pt x="768544" y="832255"/>
                  <a:pt x="751774" y="832255"/>
                </a:cubicBezTo>
                <a:cubicBezTo>
                  <a:pt x="735005" y="832255"/>
                  <a:pt x="721411" y="818661"/>
                  <a:pt x="721411" y="801891"/>
                </a:cubicBezTo>
                <a:cubicBezTo>
                  <a:pt x="721411" y="785122"/>
                  <a:pt x="735005" y="771528"/>
                  <a:pt x="751774" y="771528"/>
                </a:cubicBezTo>
                <a:close/>
                <a:moveTo>
                  <a:pt x="679220" y="771528"/>
                </a:moveTo>
                <a:cubicBezTo>
                  <a:pt x="695989" y="771528"/>
                  <a:pt x="709583" y="785122"/>
                  <a:pt x="709583" y="801891"/>
                </a:cubicBezTo>
                <a:cubicBezTo>
                  <a:pt x="709583" y="818661"/>
                  <a:pt x="695989" y="832255"/>
                  <a:pt x="679220" y="832255"/>
                </a:cubicBezTo>
                <a:cubicBezTo>
                  <a:pt x="662450" y="832255"/>
                  <a:pt x="648856" y="818661"/>
                  <a:pt x="648856" y="801891"/>
                </a:cubicBezTo>
                <a:cubicBezTo>
                  <a:pt x="648856" y="785122"/>
                  <a:pt x="662450" y="771528"/>
                  <a:pt x="679220" y="771528"/>
                </a:cubicBezTo>
                <a:close/>
                <a:moveTo>
                  <a:pt x="606665" y="771528"/>
                </a:moveTo>
                <a:cubicBezTo>
                  <a:pt x="623435" y="771528"/>
                  <a:pt x="637029" y="785122"/>
                  <a:pt x="637029" y="801891"/>
                </a:cubicBezTo>
                <a:cubicBezTo>
                  <a:pt x="637029" y="818661"/>
                  <a:pt x="623435" y="832255"/>
                  <a:pt x="606665" y="832255"/>
                </a:cubicBezTo>
                <a:cubicBezTo>
                  <a:pt x="589896" y="832255"/>
                  <a:pt x="576302" y="818661"/>
                  <a:pt x="576302" y="801891"/>
                </a:cubicBezTo>
                <a:cubicBezTo>
                  <a:pt x="576302" y="785122"/>
                  <a:pt x="589896" y="771528"/>
                  <a:pt x="606665" y="771528"/>
                </a:cubicBezTo>
                <a:close/>
                <a:moveTo>
                  <a:pt x="534111" y="771528"/>
                </a:moveTo>
                <a:cubicBezTo>
                  <a:pt x="550880" y="771528"/>
                  <a:pt x="564474" y="785122"/>
                  <a:pt x="564474" y="801891"/>
                </a:cubicBezTo>
                <a:cubicBezTo>
                  <a:pt x="564474" y="818661"/>
                  <a:pt x="550880" y="832255"/>
                  <a:pt x="534111" y="832255"/>
                </a:cubicBezTo>
                <a:cubicBezTo>
                  <a:pt x="517341" y="832255"/>
                  <a:pt x="503747" y="818661"/>
                  <a:pt x="503747" y="801891"/>
                </a:cubicBezTo>
                <a:cubicBezTo>
                  <a:pt x="503747" y="785122"/>
                  <a:pt x="517341" y="771528"/>
                  <a:pt x="534111" y="771528"/>
                </a:cubicBezTo>
                <a:close/>
                <a:moveTo>
                  <a:pt x="461556" y="771528"/>
                </a:moveTo>
                <a:cubicBezTo>
                  <a:pt x="478326" y="771528"/>
                  <a:pt x="491920" y="785122"/>
                  <a:pt x="491920" y="801891"/>
                </a:cubicBezTo>
                <a:cubicBezTo>
                  <a:pt x="491920" y="818661"/>
                  <a:pt x="478326" y="832255"/>
                  <a:pt x="461556" y="832255"/>
                </a:cubicBezTo>
                <a:cubicBezTo>
                  <a:pt x="444787" y="832255"/>
                  <a:pt x="431192" y="818661"/>
                  <a:pt x="431192" y="801891"/>
                </a:cubicBezTo>
                <a:cubicBezTo>
                  <a:pt x="431192" y="785122"/>
                  <a:pt x="444787" y="771528"/>
                  <a:pt x="461556" y="771528"/>
                </a:cubicBezTo>
                <a:close/>
                <a:moveTo>
                  <a:pt x="389002" y="771528"/>
                </a:moveTo>
                <a:cubicBezTo>
                  <a:pt x="405771" y="771528"/>
                  <a:pt x="419365" y="785122"/>
                  <a:pt x="419365" y="801891"/>
                </a:cubicBezTo>
                <a:cubicBezTo>
                  <a:pt x="419365" y="818661"/>
                  <a:pt x="405771" y="832255"/>
                  <a:pt x="389002" y="832255"/>
                </a:cubicBezTo>
                <a:cubicBezTo>
                  <a:pt x="372232" y="832255"/>
                  <a:pt x="358638" y="818661"/>
                  <a:pt x="358638" y="801891"/>
                </a:cubicBezTo>
                <a:cubicBezTo>
                  <a:pt x="358638" y="785122"/>
                  <a:pt x="372232" y="771528"/>
                  <a:pt x="389002" y="771528"/>
                </a:cubicBezTo>
                <a:close/>
                <a:moveTo>
                  <a:pt x="316447" y="771528"/>
                </a:moveTo>
                <a:cubicBezTo>
                  <a:pt x="333216" y="771528"/>
                  <a:pt x="346810" y="785122"/>
                  <a:pt x="346810" y="801891"/>
                </a:cubicBezTo>
                <a:cubicBezTo>
                  <a:pt x="346810" y="818661"/>
                  <a:pt x="333216" y="832255"/>
                  <a:pt x="316447" y="832255"/>
                </a:cubicBezTo>
                <a:cubicBezTo>
                  <a:pt x="299677" y="832255"/>
                  <a:pt x="286084" y="818661"/>
                  <a:pt x="286084" y="801891"/>
                </a:cubicBezTo>
                <a:cubicBezTo>
                  <a:pt x="286084" y="785122"/>
                  <a:pt x="299677" y="771528"/>
                  <a:pt x="316447" y="771528"/>
                </a:cubicBezTo>
                <a:close/>
                <a:moveTo>
                  <a:pt x="243892" y="771528"/>
                </a:moveTo>
                <a:cubicBezTo>
                  <a:pt x="260662" y="771528"/>
                  <a:pt x="274256" y="785122"/>
                  <a:pt x="274256" y="801891"/>
                </a:cubicBezTo>
                <a:cubicBezTo>
                  <a:pt x="274256" y="818661"/>
                  <a:pt x="260662" y="832255"/>
                  <a:pt x="243892" y="832255"/>
                </a:cubicBezTo>
                <a:cubicBezTo>
                  <a:pt x="227123" y="832255"/>
                  <a:pt x="213529" y="818661"/>
                  <a:pt x="213529" y="801891"/>
                </a:cubicBezTo>
                <a:cubicBezTo>
                  <a:pt x="213529" y="785122"/>
                  <a:pt x="227123" y="771528"/>
                  <a:pt x="243892" y="771528"/>
                </a:cubicBezTo>
                <a:close/>
                <a:moveTo>
                  <a:pt x="171339" y="771528"/>
                </a:moveTo>
                <a:cubicBezTo>
                  <a:pt x="188107" y="771528"/>
                  <a:pt x="201701" y="785122"/>
                  <a:pt x="201701" y="801891"/>
                </a:cubicBezTo>
                <a:cubicBezTo>
                  <a:pt x="201701" y="818661"/>
                  <a:pt x="188107" y="832255"/>
                  <a:pt x="171339" y="832255"/>
                </a:cubicBezTo>
                <a:cubicBezTo>
                  <a:pt x="154656" y="832255"/>
                  <a:pt x="141062" y="818661"/>
                  <a:pt x="141062" y="801891"/>
                </a:cubicBezTo>
                <a:cubicBezTo>
                  <a:pt x="141062" y="785122"/>
                  <a:pt x="154656" y="771528"/>
                  <a:pt x="171339" y="771528"/>
                </a:cubicBezTo>
                <a:close/>
                <a:moveTo>
                  <a:pt x="98884" y="771528"/>
                </a:moveTo>
                <a:cubicBezTo>
                  <a:pt x="115646" y="771528"/>
                  <a:pt x="129240" y="785122"/>
                  <a:pt x="129240" y="801891"/>
                </a:cubicBezTo>
                <a:cubicBezTo>
                  <a:pt x="129240" y="818661"/>
                  <a:pt x="115646" y="832255"/>
                  <a:pt x="98884" y="832255"/>
                </a:cubicBezTo>
                <a:cubicBezTo>
                  <a:pt x="82112" y="832255"/>
                  <a:pt x="68517" y="818661"/>
                  <a:pt x="68517" y="801891"/>
                </a:cubicBezTo>
                <a:cubicBezTo>
                  <a:pt x="68517" y="785122"/>
                  <a:pt x="82112" y="771528"/>
                  <a:pt x="98884" y="771528"/>
                </a:cubicBezTo>
                <a:close/>
                <a:moveTo>
                  <a:pt x="26329" y="771528"/>
                </a:moveTo>
                <a:cubicBezTo>
                  <a:pt x="43093" y="771528"/>
                  <a:pt x="56688" y="785122"/>
                  <a:pt x="56688" y="801891"/>
                </a:cubicBezTo>
                <a:cubicBezTo>
                  <a:pt x="56688" y="818661"/>
                  <a:pt x="43093" y="832255"/>
                  <a:pt x="26329" y="832255"/>
                </a:cubicBezTo>
                <a:cubicBezTo>
                  <a:pt x="17944" y="832255"/>
                  <a:pt x="10353" y="828857"/>
                  <a:pt x="4858" y="823362"/>
                </a:cubicBezTo>
                <a:lnTo>
                  <a:pt x="0" y="811633"/>
                </a:lnTo>
                <a:lnTo>
                  <a:pt x="0" y="792150"/>
                </a:lnTo>
                <a:lnTo>
                  <a:pt x="4858" y="780421"/>
                </a:lnTo>
                <a:cubicBezTo>
                  <a:pt x="10353" y="774927"/>
                  <a:pt x="17944" y="771528"/>
                  <a:pt x="26329" y="771528"/>
                </a:cubicBezTo>
                <a:close/>
                <a:moveTo>
                  <a:pt x="1622429" y="691076"/>
                </a:moveTo>
                <a:cubicBezTo>
                  <a:pt x="1630814" y="691076"/>
                  <a:pt x="1638404" y="694475"/>
                  <a:pt x="1643899" y="699969"/>
                </a:cubicBezTo>
                <a:lnTo>
                  <a:pt x="1647739" y="709237"/>
                </a:lnTo>
                <a:lnTo>
                  <a:pt x="1644828" y="728305"/>
                </a:lnTo>
                <a:lnTo>
                  <a:pt x="1640480" y="745215"/>
                </a:lnTo>
                <a:lnTo>
                  <a:pt x="1634248" y="749417"/>
                </a:lnTo>
                <a:cubicBezTo>
                  <a:pt x="1630615" y="750953"/>
                  <a:pt x="1626621" y="751803"/>
                  <a:pt x="1622429" y="751803"/>
                </a:cubicBezTo>
                <a:cubicBezTo>
                  <a:pt x="1605659" y="751803"/>
                  <a:pt x="1592066" y="738209"/>
                  <a:pt x="1592066" y="721440"/>
                </a:cubicBezTo>
                <a:cubicBezTo>
                  <a:pt x="1592066" y="704670"/>
                  <a:pt x="1605659" y="691076"/>
                  <a:pt x="1622429" y="691076"/>
                </a:cubicBezTo>
                <a:close/>
                <a:moveTo>
                  <a:pt x="1549874" y="691076"/>
                </a:moveTo>
                <a:cubicBezTo>
                  <a:pt x="1566644" y="691076"/>
                  <a:pt x="1580238" y="704670"/>
                  <a:pt x="1580238" y="721440"/>
                </a:cubicBezTo>
                <a:cubicBezTo>
                  <a:pt x="1580238" y="738209"/>
                  <a:pt x="1566644" y="751803"/>
                  <a:pt x="1549874" y="751803"/>
                </a:cubicBezTo>
                <a:cubicBezTo>
                  <a:pt x="1533105" y="751803"/>
                  <a:pt x="1519511" y="738209"/>
                  <a:pt x="1519511" y="721440"/>
                </a:cubicBezTo>
                <a:cubicBezTo>
                  <a:pt x="1519511" y="704670"/>
                  <a:pt x="1533105" y="691076"/>
                  <a:pt x="1549874" y="691076"/>
                </a:cubicBezTo>
                <a:close/>
                <a:moveTo>
                  <a:pt x="1477320" y="691076"/>
                </a:moveTo>
                <a:cubicBezTo>
                  <a:pt x="1494089" y="691076"/>
                  <a:pt x="1507683" y="704670"/>
                  <a:pt x="1507683" y="721440"/>
                </a:cubicBezTo>
                <a:cubicBezTo>
                  <a:pt x="1507683" y="738209"/>
                  <a:pt x="1494089" y="751803"/>
                  <a:pt x="1477320" y="751803"/>
                </a:cubicBezTo>
                <a:cubicBezTo>
                  <a:pt x="1460550" y="751803"/>
                  <a:pt x="1446956" y="738209"/>
                  <a:pt x="1446956" y="721440"/>
                </a:cubicBezTo>
                <a:cubicBezTo>
                  <a:pt x="1446956" y="704670"/>
                  <a:pt x="1460550" y="691076"/>
                  <a:pt x="1477320" y="691076"/>
                </a:cubicBezTo>
                <a:close/>
                <a:moveTo>
                  <a:pt x="1404765" y="691076"/>
                </a:moveTo>
                <a:cubicBezTo>
                  <a:pt x="1421535" y="691076"/>
                  <a:pt x="1435129" y="704670"/>
                  <a:pt x="1435129" y="721440"/>
                </a:cubicBezTo>
                <a:cubicBezTo>
                  <a:pt x="1435129" y="738209"/>
                  <a:pt x="1421535" y="751803"/>
                  <a:pt x="1404765" y="751803"/>
                </a:cubicBezTo>
                <a:cubicBezTo>
                  <a:pt x="1387996" y="751803"/>
                  <a:pt x="1374402" y="738209"/>
                  <a:pt x="1374402" y="721440"/>
                </a:cubicBezTo>
                <a:cubicBezTo>
                  <a:pt x="1374402" y="704670"/>
                  <a:pt x="1387996" y="691076"/>
                  <a:pt x="1404765" y="691076"/>
                </a:cubicBezTo>
                <a:close/>
                <a:moveTo>
                  <a:pt x="1332211" y="691076"/>
                </a:moveTo>
                <a:cubicBezTo>
                  <a:pt x="1348980" y="691076"/>
                  <a:pt x="1362574" y="704670"/>
                  <a:pt x="1362574" y="721440"/>
                </a:cubicBezTo>
                <a:cubicBezTo>
                  <a:pt x="1362574" y="738209"/>
                  <a:pt x="1348980" y="751803"/>
                  <a:pt x="1332211" y="751803"/>
                </a:cubicBezTo>
                <a:cubicBezTo>
                  <a:pt x="1315441" y="751803"/>
                  <a:pt x="1301847" y="738209"/>
                  <a:pt x="1301847" y="721440"/>
                </a:cubicBezTo>
                <a:cubicBezTo>
                  <a:pt x="1301847" y="704670"/>
                  <a:pt x="1315441" y="691076"/>
                  <a:pt x="1332211" y="691076"/>
                </a:cubicBezTo>
                <a:close/>
                <a:moveTo>
                  <a:pt x="1259656" y="691076"/>
                </a:moveTo>
                <a:cubicBezTo>
                  <a:pt x="1276426" y="691076"/>
                  <a:pt x="1290020" y="704670"/>
                  <a:pt x="1290020" y="721440"/>
                </a:cubicBezTo>
                <a:cubicBezTo>
                  <a:pt x="1290020" y="738209"/>
                  <a:pt x="1276426" y="751803"/>
                  <a:pt x="1259656" y="751803"/>
                </a:cubicBezTo>
                <a:cubicBezTo>
                  <a:pt x="1242887" y="751803"/>
                  <a:pt x="1229293" y="738209"/>
                  <a:pt x="1229293" y="721440"/>
                </a:cubicBezTo>
                <a:cubicBezTo>
                  <a:pt x="1229293" y="704670"/>
                  <a:pt x="1242887" y="691076"/>
                  <a:pt x="1259656" y="691076"/>
                </a:cubicBezTo>
                <a:close/>
                <a:moveTo>
                  <a:pt x="1187102" y="691076"/>
                </a:moveTo>
                <a:cubicBezTo>
                  <a:pt x="1203871" y="691076"/>
                  <a:pt x="1217465" y="704670"/>
                  <a:pt x="1217465" y="721440"/>
                </a:cubicBezTo>
                <a:cubicBezTo>
                  <a:pt x="1217465" y="738209"/>
                  <a:pt x="1203871" y="751803"/>
                  <a:pt x="1187102" y="751803"/>
                </a:cubicBezTo>
                <a:cubicBezTo>
                  <a:pt x="1170332" y="751803"/>
                  <a:pt x="1156738" y="738209"/>
                  <a:pt x="1156738" y="721440"/>
                </a:cubicBezTo>
                <a:cubicBezTo>
                  <a:pt x="1156738" y="704670"/>
                  <a:pt x="1170332" y="691076"/>
                  <a:pt x="1187102" y="691076"/>
                </a:cubicBezTo>
                <a:close/>
                <a:moveTo>
                  <a:pt x="1114547" y="691076"/>
                </a:moveTo>
                <a:cubicBezTo>
                  <a:pt x="1131317" y="691076"/>
                  <a:pt x="1144911" y="704670"/>
                  <a:pt x="1144911" y="721440"/>
                </a:cubicBezTo>
                <a:cubicBezTo>
                  <a:pt x="1144911" y="738209"/>
                  <a:pt x="1131317" y="751803"/>
                  <a:pt x="1114547" y="751803"/>
                </a:cubicBezTo>
                <a:cubicBezTo>
                  <a:pt x="1097778" y="751803"/>
                  <a:pt x="1084184" y="738209"/>
                  <a:pt x="1084184" y="721440"/>
                </a:cubicBezTo>
                <a:cubicBezTo>
                  <a:pt x="1084184" y="704670"/>
                  <a:pt x="1097778" y="691076"/>
                  <a:pt x="1114547" y="691076"/>
                </a:cubicBezTo>
                <a:close/>
                <a:moveTo>
                  <a:pt x="1041993" y="691076"/>
                </a:moveTo>
                <a:cubicBezTo>
                  <a:pt x="1058762" y="691076"/>
                  <a:pt x="1072356" y="704670"/>
                  <a:pt x="1072356" y="721440"/>
                </a:cubicBezTo>
                <a:cubicBezTo>
                  <a:pt x="1072356" y="738209"/>
                  <a:pt x="1058762" y="751803"/>
                  <a:pt x="1041993" y="751803"/>
                </a:cubicBezTo>
                <a:cubicBezTo>
                  <a:pt x="1025223" y="751803"/>
                  <a:pt x="1011629" y="738209"/>
                  <a:pt x="1011629" y="721440"/>
                </a:cubicBezTo>
                <a:cubicBezTo>
                  <a:pt x="1011629" y="704670"/>
                  <a:pt x="1025223" y="691076"/>
                  <a:pt x="1041993" y="691076"/>
                </a:cubicBezTo>
                <a:close/>
                <a:moveTo>
                  <a:pt x="969438" y="691076"/>
                </a:moveTo>
                <a:cubicBezTo>
                  <a:pt x="986208" y="691076"/>
                  <a:pt x="999801" y="704670"/>
                  <a:pt x="999801" y="721440"/>
                </a:cubicBezTo>
                <a:cubicBezTo>
                  <a:pt x="999801" y="738209"/>
                  <a:pt x="986208" y="751803"/>
                  <a:pt x="969438" y="751803"/>
                </a:cubicBezTo>
                <a:cubicBezTo>
                  <a:pt x="952669" y="751803"/>
                  <a:pt x="939075" y="738209"/>
                  <a:pt x="939075" y="721440"/>
                </a:cubicBezTo>
                <a:cubicBezTo>
                  <a:pt x="939075" y="704670"/>
                  <a:pt x="952669" y="691076"/>
                  <a:pt x="969438" y="691076"/>
                </a:cubicBezTo>
                <a:close/>
                <a:moveTo>
                  <a:pt x="896883" y="691076"/>
                </a:moveTo>
                <a:cubicBezTo>
                  <a:pt x="913653" y="691076"/>
                  <a:pt x="927247" y="704670"/>
                  <a:pt x="927247" y="721440"/>
                </a:cubicBezTo>
                <a:cubicBezTo>
                  <a:pt x="927247" y="738209"/>
                  <a:pt x="913653" y="751803"/>
                  <a:pt x="896883" y="751803"/>
                </a:cubicBezTo>
                <a:cubicBezTo>
                  <a:pt x="880114" y="751803"/>
                  <a:pt x="866520" y="738209"/>
                  <a:pt x="866520" y="721440"/>
                </a:cubicBezTo>
                <a:cubicBezTo>
                  <a:pt x="866520" y="704670"/>
                  <a:pt x="880114" y="691076"/>
                  <a:pt x="896883" y="691076"/>
                </a:cubicBezTo>
                <a:close/>
                <a:moveTo>
                  <a:pt x="824329" y="691076"/>
                </a:moveTo>
                <a:cubicBezTo>
                  <a:pt x="841098" y="691076"/>
                  <a:pt x="854692" y="704670"/>
                  <a:pt x="854692" y="721440"/>
                </a:cubicBezTo>
                <a:cubicBezTo>
                  <a:pt x="854692" y="738209"/>
                  <a:pt x="841098" y="751803"/>
                  <a:pt x="824329" y="751803"/>
                </a:cubicBezTo>
                <a:cubicBezTo>
                  <a:pt x="807559" y="751803"/>
                  <a:pt x="793965" y="738209"/>
                  <a:pt x="793965" y="721440"/>
                </a:cubicBezTo>
                <a:cubicBezTo>
                  <a:pt x="793965" y="704670"/>
                  <a:pt x="807559" y="691076"/>
                  <a:pt x="824329" y="691076"/>
                </a:cubicBezTo>
                <a:close/>
                <a:moveTo>
                  <a:pt x="751774" y="691076"/>
                </a:moveTo>
                <a:cubicBezTo>
                  <a:pt x="768544" y="691076"/>
                  <a:pt x="782138" y="704670"/>
                  <a:pt x="782138" y="721440"/>
                </a:cubicBezTo>
                <a:cubicBezTo>
                  <a:pt x="782138" y="738209"/>
                  <a:pt x="768544" y="751803"/>
                  <a:pt x="751774" y="751803"/>
                </a:cubicBezTo>
                <a:cubicBezTo>
                  <a:pt x="735005" y="751803"/>
                  <a:pt x="721411" y="738209"/>
                  <a:pt x="721411" y="721440"/>
                </a:cubicBezTo>
                <a:cubicBezTo>
                  <a:pt x="721411" y="704670"/>
                  <a:pt x="735005" y="691076"/>
                  <a:pt x="751774" y="691076"/>
                </a:cubicBezTo>
                <a:close/>
                <a:moveTo>
                  <a:pt x="679220" y="691076"/>
                </a:moveTo>
                <a:cubicBezTo>
                  <a:pt x="695989" y="691076"/>
                  <a:pt x="709583" y="704670"/>
                  <a:pt x="709583" y="721440"/>
                </a:cubicBezTo>
                <a:cubicBezTo>
                  <a:pt x="709583" y="738209"/>
                  <a:pt x="695989" y="751803"/>
                  <a:pt x="679220" y="751803"/>
                </a:cubicBezTo>
                <a:cubicBezTo>
                  <a:pt x="662450" y="751803"/>
                  <a:pt x="648856" y="738209"/>
                  <a:pt x="648856" y="721440"/>
                </a:cubicBezTo>
                <a:cubicBezTo>
                  <a:pt x="648856" y="704670"/>
                  <a:pt x="662450" y="691076"/>
                  <a:pt x="679220" y="691076"/>
                </a:cubicBezTo>
                <a:close/>
                <a:moveTo>
                  <a:pt x="606665" y="691076"/>
                </a:moveTo>
                <a:cubicBezTo>
                  <a:pt x="623435" y="691076"/>
                  <a:pt x="637029" y="704670"/>
                  <a:pt x="637029" y="721440"/>
                </a:cubicBezTo>
                <a:cubicBezTo>
                  <a:pt x="637029" y="738209"/>
                  <a:pt x="623435" y="751803"/>
                  <a:pt x="606665" y="751803"/>
                </a:cubicBezTo>
                <a:cubicBezTo>
                  <a:pt x="589896" y="751803"/>
                  <a:pt x="576302" y="738209"/>
                  <a:pt x="576302" y="721440"/>
                </a:cubicBezTo>
                <a:cubicBezTo>
                  <a:pt x="576302" y="704670"/>
                  <a:pt x="589896" y="691076"/>
                  <a:pt x="606665" y="691076"/>
                </a:cubicBezTo>
                <a:close/>
                <a:moveTo>
                  <a:pt x="534111" y="691076"/>
                </a:moveTo>
                <a:cubicBezTo>
                  <a:pt x="550880" y="691076"/>
                  <a:pt x="564474" y="704670"/>
                  <a:pt x="564474" y="721440"/>
                </a:cubicBezTo>
                <a:cubicBezTo>
                  <a:pt x="564474" y="738209"/>
                  <a:pt x="550880" y="751803"/>
                  <a:pt x="534111" y="751803"/>
                </a:cubicBezTo>
                <a:cubicBezTo>
                  <a:pt x="517341" y="751803"/>
                  <a:pt x="503747" y="738209"/>
                  <a:pt x="503747" y="721440"/>
                </a:cubicBezTo>
                <a:cubicBezTo>
                  <a:pt x="503747" y="704670"/>
                  <a:pt x="517341" y="691076"/>
                  <a:pt x="534111" y="691076"/>
                </a:cubicBezTo>
                <a:close/>
                <a:moveTo>
                  <a:pt x="461556" y="691076"/>
                </a:moveTo>
                <a:cubicBezTo>
                  <a:pt x="478326" y="691076"/>
                  <a:pt x="491920" y="704670"/>
                  <a:pt x="491920" y="721440"/>
                </a:cubicBezTo>
                <a:cubicBezTo>
                  <a:pt x="491920" y="738209"/>
                  <a:pt x="478326" y="751803"/>
                  <a:pt x="461556" y="751803"/>
                </a:cubicBezTo>
                <a:cubicBezTo>
                  <a:pt x="444787" y="751803"/>
                  <a:pt x="431192" y="738209"/>
                  <a:pt x="431192" y="721440"/>
                </a:cubicBezTo>
                <a:cubicBezTo>
                  <a:pt x="431192" y="704670"/>
                  <a:pt x="444787" y="691076"/>
                  <a:pt x="461556" y="691076"/>
                </a:cubicBezTo>
                <a:close/>
                <a:moveTo>
                  <a:pt x="389002" y="691076"/>
                </a:moveTo>
                <a:cubicBezTo>
                  <a:pt x="405771" y="691076"/>
                  <a:pt x="419365" y="704670"/>
                  <a:pt x="419365" y="721440"/>
                </a:cubicBezTo>
                <a:cubicBezTo>
                  <a:pt x="419365" y="738209"/>
                  <a:pt x="405771" y="751803"/>
                  <a:pt x="389002" y="751803"/>
                </a:cubicBezTo>
                <a:cubicBezTo>
                  <a:pt x="372232" y="751803"/>
                  <a:pt x="358638" y="738209"/>
                  <a:pt x="358638" y="721440"/>
                </a:cubicBezTo>
                <a:cubicBezTo>
                  <a:pt x="358638" y="704670"/>
                  <a:pt x="372232" y="691076"/>
                  <a:pt x="389002" y="691076"/>
                </a:cubicBezTo>
                <a:close/>
                <a:moveTo>
                  <a:pt x="316447" y="691076"/>
                </a:moveTo>
                <a:cubicBezTo>
                  <a:pt x="333216" y="691076"/>
                  <a:pt x="346810" y="704670"/>
                  <a:pt x="346810" y="721440"/>
                </a:cubicBezTo>
                <a:cubicBezTo>
                  <a:pt x="346810" y="738209"/>
                  <a:pt x="333216" y="751803"/>
                  <a:pt x="316447" y="751803"/>
                </a:cubicBezTo>
                <a:cubicBezTo>
                  <a:pt x="299677" y="751803"/>
                  <a:pt x="286084" y="738209"/>
                  <a:pt x="286084" y="721440"/>
                </a:cubicBezTo>
                <a:cubicBezTo>
                  <a:pt x="286084" y="704670"/>
                  <a:pt x="299677" y="691076"/>
                  <a:pt x="316447" y="691076"/>
                </a:cubicBezTo>
                <a:close/>
                <a:moveTo>
                  <a:pt x="243892" y="691076"/>
                </a:moveTo>
                <a:cubicBezTo>
                  <a:pt x="260662" y="691076"/>
                  <a:pt x="274256" y="704670"/>
                  <a:pt x="274256" y="721440"/>
                </a:cubicBezTo>
                <a:cubicBezTo>
                  <a:pt x="274256" y="738209"/>
                  <a:pt x="260662" y="751803"/>
                  <a:pt x="243892" y="751803"/>
                </a:cubicBezTo>
                <a:cubicBezTo>
                  <a:pt x="227123" y="751803"/>
                  <a:pt x="213529" y="738209"/>
                  <a:pt x="213529" y="721440"/>
                </a:cubicBezTo>
                <a:cubicBezTo>
                  <a:pt x="213529" y="704670"/>
                  <a:pt x="227123" y="691076"/>
                  <a:pt x="243892" y="691076"/>
                </a:cubicBezTo>
                <a:close/>
                <a:moveTo>
                  <a:pt x="171339" y="691076"/>
                </a:moveTo>
                <a:cubicBezTo>
                  <a:pt x="188107" y="691076"/>
                  <a:pt x="201701" y="704670"/>
                  <a:pt x="201701" y="721440"/>
                </a:cubicBezTo>
                <a:cubicBezTo>
                  <a:pt x="201701" y="738209"/>
                  <a:pt x="188107" y="751803"/>
                  <a:pt x="171339" y="751803"/>
                </a:cubicBezTo>
                <a:cubicBezTo>
                  <a:pt x="154662" y="751803"/>
                  <a:pt x="141067" y="738209"/>
                  <a:pt x="141067" y="721440"/>
                </a:cubicBezTo>
                <a:cubicBezTo>
                  <a:pt x="141067" y="704670"/>
                  <a:pt x="154662" y="691076"/>
                  <a:pt x="171339" y="691076"/>
                </a:cubicBezTo>
                <a:close/>
                <a:moveTo>
                  <a:pt x="98890" y="691076"/>
                </a:moveTo>
                <a:cubicBezTo>
                  <a:pt x="115653" y="691076"/>
                  <a:pt x="129246" y="704670"/>
                  <a:pt x="129246" y="721440"/>
                </a:cubicBezTo>
                <a:cubicBezTo>
                  <a:pt x="129246" y="738209"/>
                  <a:pt x="115653" y="751803"/>
                  <a:pt x="98890" y="751803"/>
                </a:cubicBezTo>
                <a:cubicBezTo>
                  <a:pt x="82117" y="751803"/>
                  <a:pt x="68523" y="738209"/>
                  <a:pt x="68523" y="721440"/>
                </a:cubicBezTo>
                <a:cubicBezTo>
                  <a:pt x="68523" y="704670"/>
                  <a:pt x="82117" y="691076"/>
                  <a:pt x="98890" y="691076"/>
                </a:cubicBezTo>
                <a:close/>
                <a:moveTo>
                  <a:pt x="26336" y="691076"/>
                </a:moveTo>
                <a:cubicBezTo>
                  <a:pt x="43099" y="691076"/>
                  <a:pt x="56694" y="704670"/>
                  <a:pt x="56694" y="721440"/>
                </a:cubicBezTo>
                <a:cubicBezTo>
                  <a:pt x="56694" y="738209"/>
                  <a:pt x="43099" y="751803"/>
                  <a:pt x="26336" y="751803"/>
                </a:cubicBezTo>
                <a:cubicBezTo>
                  <a:pt x="17950" y="751803"/>
                  <a:pt x="10359" y="748405"/>
                  <a:pt x="4864" y="742910"/>
                </a:cubicBezTo>
                <a:lnTo>
                  <a:pt x="0" y="731167"/>
                </a:lnTo>
                <a:lnTo>
                  <a:pt x="0" y="711713"/>
                </a:lnTo>
                <a:lnTo>
                  <a:pt x="4864" y="699969"/>
                </a:lnTo>
                <a:cubicBezTo>
                  <a:pt x="10359" y="694475"/>
                  <a:pt x="17950" y="691076"/>
                  <a:pt x="26336" y="691076"/>
                </a:cubicBezTo>
                <a:close/>
                <a:moveTo>
                  <a:pt x="1622429" y="610624"/>
                </a:moveTo>
                <a:cubicBezTo>
                  <a:pt x="1639199" y="610624"/>
                  <a:pt x="1652792" y="624218"/>
                  <a:pt x="1652792" y="640988"/>
                </a:cubicBezTo>
                <a:cubicBezTo>
                  <a:pt x="1652792" y="657757"/>
                  <a:pt x="1639199" y="671351"/>
                  <a:pt x="1622429" y="671351"/>
                </a:cubicBezTo>
                <a:cubicBezTo>
                  <a:pt x="1605659" y="671351"/>
                  <a:pt x="1592066" y="657757"/>
                  <a:pt x="1592066" y="640988"/>
                </a:cubicBezTo>
                <a:cubicBezTo>
                  <a:pt x="1592066" y="624218"/>
                  <a:pt x="1605659" y="610624"/>
                  <a:pt x="1622429" y="610624"/>
                </a:cubicBezTo>
                <a:close/>
                <a:moveTo>
                  <a:pt x="1549874" y="610624"/>
                </a:moveTo>
                <a:cubicBezTo>
                  <a:pt x="1566644" y="610624"/>
                  <a:pt x="1580238" y="624218"/>
                  <a:pt x="1580238" y="640988"/>
                </a:cubicBezTo>
                <a:cubicBezTo>
                  <a:pt x="1580238" y="657757"/>
                  <a:pt x="1566644" y="671351"/>
                  <a:pt x="1549874" y="671351"/>
                </a:cubicBezTo>
                <a:cubicBezTo>
                  <a:pt x="1533105" y="671351"/>
                  <a:pt x="1519511" y="657757"/>
                  <a:pt x="1519511" y="640988"/>
                </a:cubicBezTo>
                <a:cubicBezTo>
                  <a:pt x="1519511" y="624218"/>
                  <a:pt x="1533105" y="610624"/>
                  <a:pt x="1549874" y="610624"/>
                </a:cubicBezTo>
                <a:close/>
                <a:moveTo>
                  <a:pt x="1477320" y="610624"/>
                </a:moveTo>
                <a:cubicBezTo>
                  <a:pt x="1494089" y="610624"/>
                  <a:pt x="1507683" y="624218"/>
                  <a:pt x="1507683" y="640988"/>
                </a:cubicBezTo>
                <a:cubicBezTo>
                  <a:pt x="1507683" y="657757"/>
                  <a:pt x="1494089" y="671351"/>
                  <a:pt x="1477320" y="671351"/>
                </a:cubicBezTo>
                <a:cubicBezTo>
                  <a:pt x="1460550" y="671351"/>
                  <a:pt x="1446956" y="657757"/>
                  <a:pt x="1446956" y="640988"/>
                </a:cubicBezTo>
                <a:cubicBezTo>
                  <a:pt x="1446956" y="624218"/>
                  <a:pt x="1460550" y="610624"/>
                  <a:pt x="1477320" y="610624"/>
                </a:cubicBezTo>
                <a:close/>
                <a:moveTo>
                  <a:pt x="1404765" y="610624"/>
                </a:moveTo>
                <a:cubicBezTo>
                  <a:pt x="1421535" y="610624"/>
                  <a:pt x="1435129" y="624218"/>
                  <a:pt x="1435129" y="640988"/>
                </a:cubicBezTo>
                <a:cubicBezTo>
                  <a:pt x="1435129" y="657757"/>
                  <a:pt x="1421535" y="671351"/>
                  <a:pt x="1404765" y="671351"/>
                </a:cubicBezTo>
                <a:cubicBezTo>
                  <a:pt x="1387996" y="671351"/>
                  <a:pt x="1374402" y="657757"/>
                  <a:pt x="1374402" y="640988"/>
                </a:cubicBezTo>
                <a:cubicBezTo>
                  <a:pt x="1374402" y="624218"/>
                  <a:pt x="1387996" y="610624"/>
                  <a:pt x="1404765" y="610624"/>
                </a:cubicBezTo>
                <a:close/>
                <a:moveTo>
                  <a:pt x="1332211" y="610624"/>
                </a:moveTo>
                <a:cubicBezTo>
                  <a:pt x="1348980" y="610624"/>
                  <a:pt x="1362574" y="624218"/>
                  <a:pt x="1362574" y="640988"/>
                </a:cubicBezTo>
                <a:cubicBezTo>
                  <a:pt x="1362574" y="657757"/>
                  <a:pt x="1348980" y="671351"/>
                  <a:pt x="1332211" y="671351"/>
                </a:cubicBezTo>
                <a:cubicBezTo>
                  <a:pt x="1315441" y="671351"/>
                  <a:pt x="1301847" y="657757"/>
                  <a:pt x="1301847" y="640988"/>
                </a:cubicBezTo>
                <a:cubicBezTo>
                  <a:pt x="1301847" y="624218"/>
                  <a:pt x="1315441" y="610624"/>
                  <a:pt x="1332211" y="610624"/>
                </a:cubicBezTo>
                <a:close/>
                <a:moveTo>
                  <a:pt x="1259656" y="610624"/>
                </a:moveTo>
                <a:cubicBezTo>
                  <a:pt x="1276426" y="610624"/>
                  <a:pt x="1290020" y="624218"/>
                  <a:pt x="1290020" y="640988"/>
                </a:cubicBezTo>
                <a:cubicBezTo>
                  <a:pt x="1290020" y="657757"/>
                  <a:pt x="1276426" y="671351"/>
                  <a:pt x="1259656" y="671351"/>
                </a:cubicBezTo>
                <a:cubicBezTo>
                  <a:pt x="1242887" y="671351"/>
                  <a:pt x="1229293" y="657757"/>
                  <a:pt x="1229293" y="640988"/>
                </a:cubicBezTo>
                <a:cubicBezTo>
                  <a:pt x="1229293" y="624218"/>
                  <a:pt x="1242887" y="610624"/>
                  <a:pt x="1259656" y="610624"/>
                </a:cubicBezTo>
                <a:close/>
                <a:moveTo>
                  <a:pt x="1187102" y="610624"/>
                </a:moveTo>
                <a:cubicBezTo>
                  <a:pt x="1203871" y="610624"/>
                  <a:pt x="1217465" y="624218"/>
                  <a:pt x="1217465" y="640988"/>
                </a:cubicBezTo>
                <a:cubicBezTo>
                  <a:pt x="1217465" y="657757"/>
                  <a:pt x="1203871" y="671351"/>
                  <a:pt x="1187102" y="671351"/>
                </a:cubicBezTo>
                <a:cubicBezTo>
                  <a:pt x="1170332" y="671351"/>
                  <a:pt x="1156738" y="657757"/>
                  <a:pt x="1156738" y="640988"/>
                </a:cubicBezTo>
                <a:cubicBezTo>
                  <a:pt x="1156738" y="624218"/>
                  <a:pt x="1170332" y="610624"/>
                  <a:pt x="1187102" y="610624"/>
                </a:cubicBezTo>
                <a:close/>
                <a:moveTo>
                  <a:pt x="1114547" y="610624"/>
                </a:moveTo>
                <a:cubicBezTo>
                  <a:pt x="1131317" y="610624"/>
                  <a:pt x="1144911" y="624218"/>
                  <a:pt x="1144911" y="640988"/>
                </a:cubicBezTo>
                <a:cubicBezTo>
                  <a:pt x="1144911" y="657757"/>
                  <a:pt x="1131317" y="671351"/>
                  <a:pt x="1114547" y="671351"/>
                </a:cubicBezTo>
                <a:cubicBezTo>
                  <a:pt x="1097778" y="671351"/>
                  <a:pt x="1084184" y="657757"/>
                  <a:pt x="1084184" y="640988"/>
                </a:cubicBezTo>
                <a:cubicBezTo>
                  <a:pt x="1084184" y="624218"/>
                  <a:pt x="1097778" y="610624"/>
                  <a:pt x="1114547" y="610624"/>
                </a:cubicBezTo>
                <a:close/>
                <a:moveTo>
                  <a:pt x="1041993" y="610624"/>
                </a:moveTo>
                <a:cubicBezTo>
                  <a:pt x="1058762" y="610624"/>
                  <a:pt x="1072356" y="624218"/>
                  <a:pt x="1072356" y="640988"/>
                </a:cubicBezTo>
                <a:cubicBezTo>
                  <a:pt x="1072356" y="657757"/>
                  <a:pt x="1058762" y="671351"/>
                  <a:pt x="1041993" y="671351"/>
                </a:cubicBezTo>
                <a:cubicBezTo>
                  <a:pt x="1025223" y="671351"/>
                  <a:pt x="1011629" y="657757"/>
                  <a:pt x="1011629" y="640988"/>
                </a:cubicBezTo>
                <a:cubicBezTo>
                  <a:pt x="1011629" y="624218"/>
                  <a:pt x="1025223" y="610624"/>
                  <a:pt x="1041993" y="610624"/>
                </a:cubicBezTo>
                <a:close/>
                <a:moveTo>
                  <a:pt x="969438" y="610624"/>
                </a:moveTo>
                <a:cubicBezTo>
                  <a:pt x="986208" y="610624"/>
                  <a:pt x="999801" y="624218"/>
                  <a:pt x="999801" y="640988"/>
                </a:cubicBezTo>
                <a:cubicBezTo>
                  <a:pt x="999801" y="657757"/>
                  <a:pt x="986208" y="671351"/>
                  <a:pt x="969438" y="671351"/>
                </a:cubicBezTo>
                <a:cubicBezTo>
                  <a:pt x="952669" y="671351"/>
                  <a:pt x="939075" y="657757"/>
                  <a:pt x="939075" y="640988"/>
                </a:cubicBezTo>
                <a:cubicBezTo>
                  <a:pt x="939075" y="624218"/>
                  <a:pt x="952669" y="610624"/>
                  <a:pt x="969438" y="610624"/>
                </a:cubicBezTo>
                <a:close/>
                <a:moveTo>
                  <a:pt x="896883" y="610624"/>
                </a:moveTo>
                <a:cubicBezTo>
                  <a:pt x="913653" y="610624"/>
                  <a:pt x="927247" y="624218"/>
                  <a:pt x="927247" y="640988"/>
                </a:cubicBezTo>
                <a:cubicBezTo>
                  <a:pt x="927247" y="657757"/>
                  <a:pt x="913653" y="671351"/>
                  <a:pt x="896883" y="671351"/>
                </a:cubicBezTo>
                <a:cubicBezTo>
                  <a:pt x="880114" y="671351"/>
                  <a:pt x="866520" y="657757"/>
                  <a:pt x="866520" y="640988"/>
                </a:cubicBezTo>
                <a:cubicBezTo>
                  <a:pt x="866520" y="624218"/>
                  <a:pt x="880114" y="610624"/>
                  <a:pt x="896883" y="610624"/>
                </a:cubicBezTo>
                <a:close/>
                <a:moveTo>
                  <a:pt x="824329" y="610624"/>
                </a:moveTo>
                <a:cubicBezTo>
                  <a:pt x="841098" y="610624"/>
                  <a:pt x="854692" y="624218"/>
                  <a:pt x="854692" y="640988"/>
                </a:cubicBezTo>
                <a:cubicBezTo>
                  <a:pt x="854692" y="657757"/>
                  <a:pt x="841098" y="671351"/>
                  <a:pt x="824329" y="671351"/>
                </a:cubicBezTo>
                <a:cubicBezTo>
                  <a:pt x="807559" y="671351"/>
                  <a:pt x="793965" y="657757"/>
                  <a:pt x="793965" y="640988"/>
                </a:cubicBezTo>
                <a:cubicBezTo>
                  <a:pt x="793965" y="624218"/>
                  <a:pt x="807559" y="610624"/>
                  <a:pt x="824329" y="610624"/>
                </a:cubicBezTo>
                <a:close/>
                <a:moveTo>
                  <a:pt x="751774" y="610624"/>
                </a:moveTo>
                <a:cubicBezTo>
                  <a:pt x="768544" y="610624"/>
                  <a:pt x="782138" y="624218"/>
                  <a:pt x="782138" y="640988"/>
                </a:cubicBezTo>
                <a:cubicBezTo>
                  <a:pt x="782138" y="657757"/>
                  <a:pt x="768544" y="671351"/>
                  <a:pt x="751774" y="671351"/>
                </a:cubicBezTo>
                <a:cubicBezTo>
                  <a:pt x="735005" y="671351"/>
                  <a:pt x="721411" y="657757"/>
                  <a:pt x="721411" y="640988"/>
                </a:cubicBezTo>
                <a:cubicBezTo>
                  <a:pt x="721411" y="624218"/>
                  <a:pt x="735005" y="610624"/>
                  <a:pt x="751774" y="610624"/>
                </a:cubicBezTo>
                <a:close/>
                <a:moveTo>
                  <a:pt x="679220" y="610624"/>
                </a:moveTo>
                <a:cubicBezTo>
                  <a:pt x="695989" y="610624"/>
                  <a:pt x="709583" y="624218"/>
                  <a:pt x="709583" y="640988"/>
                </a:cubicBezTo>
                <a:cubicBezTo>
                  <a:pt x="709583" y="657757"/>
                  <a:pt x="695989" y="671351"/>
                  <a:pt x="679220" y="671351"/>
                </a:cubicBezTo>
                <a:cubicBezTo>
                  <a:pt x="662450" y="671351"/>
                  <a:pt x="648856" y="657757"/>
                  <a:pt x="648856" y="640988"/>
                </a:cubicBezTo>
                <a:cubicBezTo>
                  <a:pt x="648856" y="624218"/>
                  <a:pt x="662450" y="610624"/>
                  <a:pt x="679220" y="610624"/>
                </a:cubicBezTo>
                <a:close/>
                <a:moveTo>
                  <a:pt x="606665" y="610624"/>
                </a:moveTo>
                <a:cubicBezTo>
                  <a:pt x="623435" y="610624"/>
                  <a:pt x="637029" y="624218"/>
                  <a:pt x="637029" y="640988"/>
                </a:cubicBezTo>
                <a:cubicBezTo>
                  <a:pt x="637029" y="657757"/>
                  <a:pt x="623435" y="671351"/>
                  <a:pt x="606665" y="671351"/>
                </a:cubicBezTo>
                <a:cubicBezTo>
                  <a:pt x="589896" y="671351"/>
                  <a:pt x="576302" y="657757"/>
                  <a:pt x="576302" y="640988"/>
                </a:cubicBezTo>
                <a:cubicBezTo>
                  <a:pt x="576302" y="624218"/>
                  <a:pt x="589896" y="610624"/>
                  <a:pt x="606665" y="610624"/>
                </a:cubicBezTo>
                <a:close/>
                <a:moveTo>
                  <a:pt x="534111" y="610624"/>
                </a:moveTo>
                <a:cubicBezTo>
                  <a:pt x="550880" y="610624"/>
                  <a:pt x="564474" y="624218"/>
                  <a:pt x="564474" y="640988"/>
                </a:cubicBezTo>
                <a:cubicBezTo>
                  <a:pt x="564474" y="657757"/>
                  <a:pt x="550880" y="671351"/>
                  <a:pt x="534111" y="671351"/>
                </a:cubicBezTo>
                <a:cubicBezTo>
                  <a:pt x="517341" y="671351"/>
                  <a:pt x="503747" y="657757"/>
                  <a:pt x="503747" y="640988"/>
                </a:cubicBezTo>
                <a:cubicBezTo>
                  <a:pt x="503747" y="624218"/>
                  <a:pt x="517341" y="610624"/>
                  <a:pt x="534111" y="610624"/>
                </a:cubicBezTo>
                <a:close/>
                <a:moveTo>
                  <a:pt x="461556" y="610624"/>
                </a:moveTo>
                <a:cubicBezTo>
                  <a:pt x="478326" y="610624"/>
                  <a:pt x="491920" y="624218"/>
                  <a:pt x="491920" y="640988"/>
                </a:cubicBezTo>
                <a:cubicBezTo>
                  <a:pt x="491920" y="657757"/>
                  <a:pt x="478326" y="671351"/>
                  <a:pt x="461556" y="671351"/>
                </a:cubicBezTo>
                <a:cubicBezTo>
                  <a:pt x="444787" y="671351"/>
                  <a:pt x="431192" y="657757"/>
                  <a:pt x="431192" y="640988"/>
                </a:cubicBezTo>
                <a:cubicBezTo>
                  <a:pt x="431192" y="624218"/>
                  <a:pt x="444787" y="610624"/>
                  <a:pt x="461556" y="610624"/>
                </a:cubicBezTo>
                <a:close/>
                <a:moveTo>
                  <a:pt x="389002" y="610624"/>
                </a:moveTo>
                <a:cubicBezTo>
                  <a:pt x="405771" y="610624"/>
                  <a:pt x="419365" y="624218"/>
                  <a:pt x="419365" y="640988"/>
                </a:cubicBezTo>
                <a:cubicBezTo>
                  <a:pt x="419365" y="657757"/>
                  <a:pt x="405771" y="671351"/>
                  <a:pt x="389002" y="671351"/>
                </a:cubicBezTo>
                <a:cubicBezTo>
                  <a:pt x="372232" y="671351"/>
                  <a:pt x="358638" y="657757"/>
                  <a:pt x="358638" y="640988"/>
                </a:cubicBezTo>
                <a:cubicBezTo>
                  <a:pt x="358638" y="624218"/>
                  <a:pt x="372232" y="610624"/>
                  <a:pt x="389002" y="610624"/>
                </a:cubicBezTo>
                <a:close/>
                <a:moveTo>
                  <a:pt x="316447" y="610624"/>
                </a:moveTo>
                <a:cubicBezTo>
                  <a:pt x="333216" y="610624"/>
                  <a:pt x="346810" y="624218"/>
                  <a:pt x="346810" y="640988"/>
                </a:cubicBezTo>
                <a:cubicBezTo>
                  <a:pt x="346810" y="657757"/>
                  <a:pt x="333216" y="671351"/>
                  <a:pt x="316447" y="671351"/>
                </a:cubicBezTo>
                <a:cubicBezTo>
                  <a:pt x="299677" y="671351"/>
                  <a:pt x="286084" y="657757"/>
                  <a:pt x="286084" y="640988"/>
                </a:cubicBezTo>
                <a:cubicBezTo>
                  <a:pt x="286084" y="624218"/>
                  <a:pt x="299677" y="610624"/>
                  <a:pt x="316447" y="610624"/>
                </a:cubicBezTo>
                <a:close/>
                <a:moveTo>
                  <a:pt x="243892" y="610624"/>
                </a:moveTo>
                <a:cubicBezTo>
                  <a:pt x="260662" y="610624"/>
                  <a:pt x="274256" y="624218"/>
                  <a:pt x="274256" y="640988"/>
                </a:cubicBezTo>
                <a:cubicBezTo>
                  <a:pt x="274256" y="657757"/>
                  <a:pt x="260662" y="671351"/>
                  <a:pt x="243892" y="671351"/>
                </a:cubicBezTo>
                <a:cubicBezTo>
                  <a:pt x="227123" y="671351"/>
                  <a:pt x="213529" y="657757"/>
                  <a:pt x="213529" y="640988"/>
                </a:cubicBezTo>
                <a:cubicBezTo>
                  <a:pt x="213529" y="624218"/>
                  <a:pt x="227123" y="610624"/>
                  <a:pt x="243892" y="610624"/>
                </a:cubicBezTo>
                <a:close/>
                <a:moveTo>
                  <a:pt x="171339" y="610624"/>
                </a:moveTo>
                <a:cubicBezTo>
                  <a:pt x="188107" y="610624"/>
                  <a:pt x="201701" y="624218"/>
                  <a:pt x="201701" y="640988"/>
                </a:cubicBezTo>
                <a:cubicBezTo>
                  <a:pt x="201701" y="657757"/>
                  <a:pt x="188107" y="671351"/>
                  <a:pt x="171339" y="671351"/>
                </a:cubicBezTo>
                <a:cubicBezTo>
                  <a:pt x="154667" y="671351"/>
                  <a:pt x="141073" y="657757"/>
                  <a:pt x="141073" y="640988"/>
                </a:cubicBezTo>
                <a:cubicBezTo>
                  <a:pt x="141073" y="624218"/>
                  <a:pt x="154667" y="610624"/>
                  <a:pt x="171339" y="610624"/>
                </a:cubicBezTo>
                <a:close/>
                <a:moveTo>
                  <a:pt x="98897" y="610624"/>
                </a:moveTo>
                <a:cubicBezTo>
                  <a:pt x="115658" y="610624"/>
                  <a:pt x="129252" y="624218"/>
                  <a:pt x="129252" y="640988"/>
                </a:cubicBezTo>
                <a:cubicBezTo>
                  <a:pt x="129252" y="657757"/>
                  <a:pt x="115658" y="671351"/>
                  <a:pt x="98897" y="671351"/>
                </a:cubicBezTo>
                <a:cubicBezTo>
                  <a:pt x="82124" y="671351"/>
                  <a:pt x="68530" y="657757"/>
                  <a:pt x="68530" y="640988"/>
                </a:cubicBezTo>
                <a:cubicBezTo>
                  <a:pt x="68530" y="624218"/>
                  <a:pt x="82124" y="610624"/>
                  <a:pt x="98897" y="610624"/>
                </a:cubicBezTo>
                <a:close/>
                <a:moveTo>
                  <a:pt x="26342" y="610624"/>
                </a:moveTo>
                <a:cubicBezTo>
                  <a:pt x="43106" y="610624"/>
                  <a:pt x="56701" y="624218"/>
                  <a:pt x="56701" y="640988"/>
                </a:cubicBezTo>
                <a:cubicBezTo>
                  <a:pt x="56701" y="657757"/>
                  <a:pt x="43106" y="671351"/>
                  <a:pt x="26342" y="671351"/>
                </a:cubicBezTo>
                <a:cubicBezTo>
                  <a:pt x="17956" y="671351"/>
                  <a:pt x="10365" y="667953"/>
                  <a:pt x="4871" y="662458"/>
                </a:cubicBezTo>
                <a:lnTo>
                  <a:pt x="0" y="650698"/>
                </a:lnTo>
                <a:lnTo>
                  <a:pt x="0" y="631277"/>
                </a:lnTo>
                <a:lnTo>
                  <a:pt x="4871" y="619517"/>
                </a:lnTo>
                <a:cubicBezTo>
                  <a:pt x="10365" y="614023"/>
                  <a:pt x="17956" y="610624"/>
                  <a:pt x="26342" y="610624"/>
                </a:cubicBezTo>
                <a:close/>
                <a:moveTo>
                  <a:pt x="1669096" y="549730"/>
                </a:moveTo>
                <a:lnTo>
                  <a:pt x="1668124" y="568994"/>
                </a:lnTo>
                <a:lnTo>
                  <a:pt x="1664620" y="560536"/>
                </a:lnTo>
                <a:close/>
                <a:moveTo>
                  <a:pt x="1622429" y="530173"/>
                </a:moveTo>
                <a:cubicBezTo>
                  <a:pt x="1639199" y="530173"/>
                  <a:pt x="1652792" y="543767"/>
                  <a:pt x="1652792" y="560536"/>
                </a:cubicBezTo>
                <a:cubicBezTo>
                  <a:pt x="1652792" y="577306"/>
                  <a:pt x="1639199" y="590900"/>
                  <a:pt x="1622429" y="590900"/>
                </a:cubicBezTo>
                <a:cubicBezTo>
                  <a:pt x="1605659" y="590900"/>
                  <a:pt x="1592066" y="577306"/>
                  <a:pt x="1592066" y="560536"/>
                </a:cubicBezTo>
                <a:cubicBezTo>
                  <a:pt x="1592066" y="543767"/>
                  <a:pt x="1605659" y="530173"/>
                  <a:pt x="1622429" y="530173"/>
                </a:cubicBezTo>
                <a:close/>
                <a:moveTo>
                  <a:pt x="1549874" y="530173"/>
                </a:moveTo>
                <a:cubicBezTo>
                  <a:pt x="1566644" y="530173"/>
                  <a:pt x="1580238" y="543767"/>
                  <a:pt x="1580238" y="560536"/>
                </a:cubicBezTo>
                <a:cubicBezTo>
                  <a:pt x="1580238" y="577306"/>
                  <a:pt x="1566644" y="590900"/>
                  <a:pt x="1549874" y="590900"/>
                </a:cubicBezTo>
                <a:cubicBezTo>
                  <a:pt x="1533105" y="590900"/>
                  <a:pt x="1519511" y="577306"/>
                  <a:pt x="1519511" y="560536"/>
                </a:cubicBezTo>
                <a:cubicBezTo>
                  <a:pt x="1519511" y="543767"/>
                  <a:pt x="1533105" y="530173"/>
                  <a:pt x="1549874" y="530173"/>
                </a:cubicBezTo>
                <a:close/>
                <a:moveTo>
                  <a:pt x="1477320" y="530173"/>
                </a:moveTo>
                <a:cubicBezTo>
                  <a:pt x="1494089" y="530173"/>
                  <a:pt x="1507683" y="543767"/>
                  <a:pt x="1507683" y="560536"/>
                </a:cubicBezTo>
                <a:cubicBezTo>
                  <a:pt x="1507683" y="577306"/>
                  <a:pt x="1494089" y="590900"/>
                  <a:pt x="1477320" y="590900"/>
                </a:cubicBezTo>
                <a:cubicBezTo>
                  <a:pt x="1460550" y="590900"/>
                  <a:pt x="1446956" y="577306"/>
                  <a:pt x="1446956" y="560536"/>
                </a:cubicBezTo>
                <a:cubicBezTo>
                  <a:pt x="1446956" y="543767"/>
                  <a:pt x="1460550" y="530173"/>
                  <a:pt x="1477320" y="530173"/>
                </a:cubicBezTo>
                <a:close/>
                <a:moveTo>
                  <a:pt x="1404765" y="530173"/>
                </a:moveTo>
                <a:cubicBezTo>
                  <a:pt x="1421535" y="530173"/>
                  <a:pt x="1435129" y="543767"/>
                  <a:pt x="1435129" y="560536"/>
                </a:cubicBezTo>
                <a:cubicBezTo>
                  <a:pt x="1435129" y="577306"/>
                  <a:pt x="1421535" y="590900"/>
                  <a:pt x="1404765" y="590900"/>
                </a:cubicBezTo>
                <a:cubicBezTo>
                  <a:pt x="1387996" y="590900"/>
                  <a:pt x="1374402" y="577306"/>
                  <a:pt x="1374402" y="560536"/>
                </a:cubicBezTo>
                <a:cubicBezTo>
                  <a:pt x="1374402" y="543767"/>
                  <a:pt x="1387996" y="530173"/>
                  <a:pt x="1404765" y="530173"/>
                </a:cubicBezTo>
                <a:close/>
                <a:moveTo>
                  <a:pt x="1332211" y="530173"/>
                </a:moveTo>
                <a:cubicBezTo>
                  <a:pt x="1348980" y="530173"/>
                  <a:pt x="1362574" y="543767"/>
                  <a:pt x="1362574" y="560536"/>
                </a:cubicBezTo>
                <a:cubicBezTo>
                  <a:pt x="1362574" y="577306"/>
                  <a:pt x="1348980" y="590900"/>
                  <a:pt x="1332211" y="590900"/>
                </a:cubicBezTo>
                <a:cubicBezTo>
                  <a:pt x="1315441" y="590900"/>
                  <a:pt x="1301847" y="577306"/>
                  <a:pt x="1301847" y="560536"/>
                </a:cubicBezTo>
                <a:cubicBezTo>
                  <a:pt x="1301847" y="543767"/>
                  <a:pt x="1315441" y="530173"/>
                  <a:pt x="1332211" y="530173"/>
                </a:cubicBezTo>
                <a:close/>
                <a:moveTo>
                  <a:pt x="1259656" y="530173"/>
                </a:moveTo>
                <a:cubicBezTo>
                  <a:pt x="1276426" y="530173"/>
                  <a:pt x="1290020" y="543767"/>
                  <a:pt x="1290020" y="560536"/>
                </a:cubicBezTo>
                <a:cubicBezTo>
                  <a:pt x="1290020" y="577306"/>
                  <a:pt x="1276426" y="590900"/>
                  <a:pt x="1259656" y="590900"/>
                </a:cubicBezTo>
                <a:cubicBezTo>
                  <a:pt x="1242887" y="590900"/>
                  <a:pt x="1229293" y="577306"/>
                  <a:pt x="1229293" y="560536"/>
                </a:cubicBezTo>
                <a:cubicBezTo>
                  <a:pt x="1229293" y="543767"/>
                  <a:pt x="1242887" y="530173"/>
                  <a:pt x="1259656" y="530173"/>
                </a:cubicBezTo>
                <a:close/>
                <a:moveTo>
                  <a:pt x="1187102" y="530173"/>
                </a:moveTo>
                <a:cubicBezTo>
                  <a:pt x="1203871" y="530173"/>
                  <a:pt x="1217465" y="543767"/>
                  <a:pt x="1217465" y="560536"/>
                </a:cubicBezTo>
                <a:cubicBezTo>
                  <a:pt x="1217465" y="577306"/>
                  <a:pt x="1203871" y="590900"/>
                  <a:pt x="1187102" y="590900"/>
                </a:cubicBezTo>
                <a:cubicBezTo>
                  <a:pt x="1170332" y="590900"/>
                  <a:pt x="1156738" y="577306"/>
                  <a:pt x="1156738" y="560536"/>
                </a:cubicBezTo>
                <a:cubicBezTo>
                  <a:pt x="1156738" y="543767"/>
                  <a:pt x="1170332" y="530173"/>
                  <a:pt x="1187102" y="530173"/>
                </a:cubicBezTo>
                <a:close/>
                <a:moveTo>
                  <a:pt x="1114547" y="530173"/>
                </a:moveTo>
                <a:cubicBezTo>
                  <a:pt x="1131317" y="530173"/>
                  <a:pt x="1144911" y="543767"/>
                  <a:pt x="1144911" y="560536"/>
                </a:cubicBezTo>
                <a:cubicBezTo>
                  <a:pt x="1144911" y="577306"/>
                  <a:pt x="1131317" y="590900"/>
                  <a:pt x="1114547" y="590900"/>
                </a:cubicBezTo>
                <a:cubicBezTo>
                  <a:pt x="1097778" y="590900"/>
                  <a:pt x="1084184" y="577306"/>
                  <a:pt x="1084184" y="560536"/>
                </a:cubicBezTo>
                <a:cubicBezTo>
                  <a:pt x="1084184" y="543767"/>
                  <a:pt x="1097778" y="530173"/>
                  <a:pt x="1114547" y="530173"/>
                </a:cubicBezTo>
                <a:close/>
                <a:moveTo>
                  <a:pt x="1041993" y="530173"/>
                </a:moveTo>
                <a:cubicBezTo>
                  <a:pt x="1058762" y="530173"/>
                  <a:pt x="1072356" y="543767"/>
                  <a:pt x="1072356" y="560536"/>
                </a:cubicBezTo>
                <a:cubicBezTo>
                  <a:pt x="1072356" y="577306"/>
                  <a:pt x="1058762" y="590900"/>
                  <a:pt x="1041993" y="590900"/>
                </a:cubicBezTo>
                <a:cubicBezTo>
                  <a:pt x="1025223" y="590900"/>
                  <a:pt x="1011629" y="577306"/>
                  <a:pt x="1011629" y="560536"/>
                </a:cubicBezTo>
                <a:cubicBezTo>
                  <a:pt x="1011629" y="543767"/>
                  <a:pt x="1025223" y="530173"/>
                  <a:pt x="1041993" y="530173"/>
                </a:cubicBezTo>
                <a:close/>
                <a:moveTo>
                  <a:pt x="969438" y="530173"/>
                </a:moveTo>
                <a:cubicBezTo>
                  <a:pt x="986208" y="530173"/>
                  <a:pt x="999801" y="543767"/>
                  <a:pt x="999801" y="560536"/>
                </a:cubicBezTo>
                <a:cubicBezTo>
                  <a:pt x="999801" y="577306"/>
                  <a:pt x="986208" y="590900"/>
                  <a:pt x="969438" y="590900"/>
                </a:cubicBezTo>
                <a:cubicBezTo>
                  <a:pt x="952669" y="590900"/>
                  <a:pt x="939075" y="577306"/>
                  <a:pt x="939075" y="560536"/>
                </a:cubicBezTo>
                <a:cubicBezTo>
                  <a:pt x="939075" y="543767"/>
                  <a:pt x="952669" y="530173"/>
                  <a:pt x="969438" y="530173"/>
                </a:cubicBezTo>
                <a:close/>
                <a:moveTo>
                  <a:pt x="896883" y="530173"/>
                </a:moveTo>
                <a:cubicBezTo>
                  <a:pt x="913653" y="530173"/>
                  <a:pt x="927247" y="543767"/>
                  <a:pt x="927247" y="560536"/>
                </a:cubicBezTo>
                <a:cubicBezTo>
                  <a:pt x="927247" y="577306"/>
                  <a:pt x="913653" y="590900"/>
                  <a:pt x="896883" y="590900"/>
                </a:cubicBezTo>
                <a:cubicBezTo>
                  <a:pt x="880114" y="590900"/>
                  <a:pt x="866520" y="577306"/>
                  <a:pt x="866520" y="560536"/>
                </a:cubicBezTo>
                <a:cubicBezTo>
                  <a:pt x="866520" y="543767"/>
                  <a:pt x="880114" y="530173"/>
                  <a:pt x="896883" y="530173"/>
                </a:cubicBezTo>
                <a:close/>
                <a:moveTo>
                  <a:pt x="824329" y="530173"/>
                </a:moveTo>
                <a:cubicBezTo>
                  <a:pt x="841098" y="530173"/>
                  <a:pt x="854692" y="543767"/>
                  <a:pt x="854692" y="560536"/>
                </a:cubicBezTo>
                <a:cubicBezTo>
                  <a:pt x="854692" y="577306"/>
                  <a:pt x="841098" y="590900"/>
                  <a:pt x="824329" y="590900"/>
                </a:cubicBezTo>
                <a:cubicBezTo>
                  <a:pt x="807559" y="590900"/>
                  <a:pt x="793965" y="577306"/>
                  <a:pt x="793965" y="560536"/>
                </a:cubicBezTo>
                <a:cubicBezTo>
                  <a:pt x="793965" y="543767"/>
                  <a:pt x="807559" y="530173"/>
                  <a:pt x="824329" y="530173"/>
                </a:cubicBezTo>
                <a:close/>
                <a:moveTo>
                  <a:pt x="751774" y="530173"/>
                </a:moveTo>
                <a:cubicBezTo>
                  <a:pt x="768544" y="530173"/>
                  <a:pt x="782138" y="543767"/>
                  <a:pt x="782138" y="560536"/>
                </a:cubicBezTo>
                <a:cubicBezTo>
                  <a:pt x="782138" y="577306"/>
                  <a:pt x="768544" y="590900"/>
                  <a:pt x="751774" y="590900"/>
                </a:cubicBezTo>
                <a:cubicBezTo>
                  <a:pt x="735005" y="590900"/>
                  <a:pt x="721411" y="577306"/>
                  <a:pt x="721411" y="560536"/>
                </a:cubicBezTo>
                <a:cubicBezTo>
                  <a:pt x="721411" y="543767"/>
                  <a:pt x="735005" y="530173"/>
                  <a:pt x="751774" y="530173"/>
                </a:cubicBezTo>
                <a:close/>
                <a:moveTo>
                  <a:pt x="679220" y="530173"/>
                </a:moveTo>
                <a:cubicBezTo>
                  <a:pt x="695989" y="530173"/>
                  <a:pt x="709583" y="543767"/>
                  <a:pt x="709583" y="560536"/>
                </a:cubicBezTo>
                <a:cubicBezTo>
                  <a:pt x="709583" y="577306"/>
                  <a:pt x="695989" y="590900"/>
                  <a:pt x="679220" y="590900"/>
                </a:cubicBezTo>
                <a:cubicBezTo>
                  <a:pt x="662450" y="590900"/>
                  <a:pt x="648856" y="577306"/>
                  <a:pt x="648856" y="560536"/>
                </a:cubicBezTo>
                <a:cubicBezTo>
                  <a:pt x="648856" y="543767"/>
                  <a:pt x="662450" y="530173"/>
                  <a:pt x="679220" y="530173"/>
                </a:cubicBezTo>
                <a:close/>
                <a:moveTo>
                  <a:pt x="606665" y="530173"/>
                </a:moveTo>
                <a:cubicBezTo>
                  <a:pt x="623435" y="530173"/>
                  <a:pt x="637029" y="543767"/>
                  <a:pt x="637029" y="560536"/>
                </a:cubicBezTo>
                <a:cubicBezTo>
                  <a:pt x="637029" y="577306"/>
                  <a:pt x="623435" y="590900"/>
                  <a:pt x="606665" y="590900"/>
                </a:cubicBezTo>
                <a:cubicBezTo>
                  <a:pt x="589896" y="590900"/>
                  <a:pt x="576302" y="577306"/>
                  <a:pt x="576302" y="560536"/>
                </a:cubicBezTo>
                <a:cubicBezTo>
                  <a:pt x="576302" y="543767"/>
                  <a:pt x="589896" y="530173"/>
                  <a:pt x="606665" y="530173"/>
                </a:cubicBezTo>
                <a:close/>
                <a:moveTo>
                  <a:pt x="534111" y="530173"/>
                </a:moveTo>
                <a:cubicBezTo>
                  <a:pt x="550880" y="530173"/>
                  <a:pt x="564474" y="543767"/>
                  <a:pt x="564474" y="560536"/>
                </a:cubicBezTo>
                <a:cubicBezTo>
                  <a:pt x="564474" y="577306"/>
                  <a:pt x="550880" y="590900"/>
                  <a:pt x="534111" y="590900"/>
                </a:cubicBezTo>
                <a:cubicBezTo>
                  <a:pt x="517341" y="590900"/>
                  <a:pt x="503747" y="577306"/>
                  <a:pt x="503747" y="560536"/>
                </a:cubicBezTo>
                <a:cubicBezTo>
                  <a:pt x="503747" y="543767"/>
                  <a:pt x="517341" y="530173"/>
                  <a:pt x="534111" y="530173"/>
                </a:cubicBezTo>
                <a:close/>
                <a:moveTo>
                  <a:pt x="461556" y="530173"/>
                </a:moveTo>
                <a:cubicBezTo>
                  <a:pt x="478326" y="530173"/>
                  <a:pt x="491920" y="543767"/>
                  <a:pt x="491920" y="560536"/>
                </a:cubicBezTo>
                <a:cubicBezTo>
                  <a:pt x="491920" y="577306"/>
                  <a:pt x="478326" y="590900"/>
                  <a:pt x="461556" y="590900"/>
                </a:cubicBezTo>
                <a:cubicBezTo>
                  <a:pt x="444787" y="590900"/>
                  <a:pt x="431192" y="577306"/>
                  <a:pt x="431192" y="560536"/>
                </a:cubicBezTo>
                <a:cubicBezTo>
                  <a:pt x="431192" y="543767"/>
                  <a:pt x="444787" y="530173"/>
                  <a:pt x="461556" y="530173"/>
                </a:cubicBezTo>
                <a:close/>
                <a:moveTo>
                  <a:pt x="389002" y="530173"/>
                </a:moveTo>
                <a:cubicBezTo>
                  <a:pt x="405771" y="530173"/>
                  <a:pt x="419365" y="543767"/>
                  <a:pt x="419365" y="560536"/>
                </a:cubicBezTo>
                <a:cubicBezTo>
                  <a:pt x="419365" y="577306"/>
                  <a:pt x="405771" y="590900"/>
                  <a:pt x="389002" y="590900"/>
                </a:cubicBezTo>
                <a:cubicBezTo>
                  <a:pt x="372232" y="590900"/>
                  <a:pt x="358638" y="577306"/>
                  <a:pt x="358638" y="560536"/>
                </a:cubicBezTo>
                <a:cubicBezTo>
                  <a:pt x="358638" y="543767"/>
                  <a:pt x="372232" y="530173"/>
                  <a:pt x="389002" y="530173"/>
                </a:cubicBezTo>
                <a:close/>
                <a:moveTo>
                  <a:pt x="316447" y="530173"/>
                </a:moveTo>
                <a:cubicBezTo>
                  <a:pt x="333216" y="530173"/>
                  <a:pt x="346810" y="543767"/>
                  <a:pt x="346810" y="560536"/>
                </a:cubicBezTo>
                <a:cubicBezTo>
                  <a:pt x="346810" y="577306"/>
                  <a:pt x="333216" y="590900"/>
                  <a:pt x="316447" y="590900"/>
                </a:cubicBezTo>
                <a:cubicBezTo>
                  <a:pt x="299677" y="590900"/>
                  <a:pt x="286084" y="577306"/>
                  <a:pt x="286084" y="560536"/>
                </a:cubicBezTo>
                <a:cubicBezTo>
                  <a:pt x="286084" y="543767"/>
                  <a:pt x="299677" y="530173"/>
                  <a:pt x="316447" y="530173"/>
                </a:cubicBezTo>
                <a:close/>
                <a:moveTo>
                  <a:pt x="243892" y="530173"/>
                </a:moveTo>
                <a:cubicBezTo>
                  <a:pt x="260662" y="530173"/>
                  <a:pt x="274256" y="543767"/>
                  <a:pt x="274256" y="560536"/>
                </a:cubicBezTo>
                <a:cubicBezTo>
                  <a:pt x="274256" y="577306"/>
                  <a:pt x="260662" y="590900"/>
                  <a:pt x="243892" y="590900"/>
                </a:cubicBezTo>
                <a:cubicBezTo>
                  <a:pt x="227123" y="590900"/>
                  <a:pt x="213529" y="577306"/>
                  <a:pt x="213529" y="560536"/>
                </a:cubicBezTo>
                <a:cubicBezTo>
                  <a:pt x="213529" y="543767"/>
                  <a:pt x="227123" y="530173"/>
                  <a:pt x="243892" y="530173"/>
                </a:cubicBezTo>
                <a:close/>
                <a:moveTo>
                  <a:pt x="171339" y="530173"/>
                </a:moveTo>
                <a:cubicBezTo>
                  <a:pt x="188107" y="530173"/>
                  <a:pt x="201701" y="543767"/>
                  <a:pt x="201701" y="560536"/>
                </a:cubicBezTo>
                <a:cubicBezTo>
                  <a:pt x="201701" y="577306"/>
                  <a:pt x="188107" y="590900"/>
                  <a:pt x="171339" y="590900"/>
                </a:cubicBezTo>
                <a:cubicBezTo>
                  <a:pt x="154673" y="590900"/>
                  <a:pt x="141079" y="577306"/>
                  <a:pt x="141079" y="560536"/>
                </a:cubicBezTo>
                <a:cubicBezTo>
                  <a:pt x="141079" y="543767"/>
                  <a:pt x="154673" y="530173"/>
                  <a:pt x="171339" y="530173"/>
                </a:cubicBezTo>
                <a:close/>
                <a:moveTo>
                  <a:pt x="98904" y="530173"/>
                </a:moveTo>
                <a:cubicBezTo>
                  <a:pt x="115664" y="530173"/>
                  <a:pt x="129258" y="543767"/>
                  <a:pt x="129258" y="560536"/>
                </a:cubicBezTo>
                <a:cubicBezTo>
                  <a:pt x="129258" y="577306"/>
                  <a:pt x="115664" y="590900"/>
                  <a:pt x="98904" y="590900"/>
                </a:cubicBezTo>
                <a:cubicBezTo>
                  <a:pt x="82130" y="590900"/>
                  <a:pt x="68536" y="577306"/>
                  <a:pt x="68536" y="560536"/>
                </a:cubicBezTo>
                <a:cubicBezTo>
                  <a:pt x="68536" y="543767"/>
                  <a:pt x="82130" y="530173"/>
                  <a:pt x="98904" y="530173"/>
                </a:cubicBezTo>
                <a:close/>
                <a:moveTo>
                  <a:pt x="26349" y="530173"/>
                </a:moveTo>
                <a:cubicBezTo>
                  <a:pt x="43112" y="530173"/>
                  <a:pt x="56707" y="543767"/>
                  <a:pt x="56707" y="560536"/>
                </a:cubicBezTo>
                <a:cubicBezTo>
                  <a:pt x="56707" y="577306"/>
                  <a:pt x="43112" y="590900"/>
                  <a:pt x="26349" y="590900"/>
                </a:cubicBezTo>
                <a:cubicBezTo>
                  <a:pt x="17963" y="590900"/>
                  <a:pt x="10372" y="587502"/>
                  <a:pt x="4877" y="582007"/>
                </a:cubicBezTo>
                <a:lnTo>
                  <a:pt x="0" y="570232"/>
                </a:lnTo>
                <a:lnTo>
                  <a:pt x="0" y="550840"/>
                </a:lnTo>
                <a:lnTo>
                  <a:pt x="4877" y="539066"/>
                </a:lnTo>
                <a:cubicBezTo>
                  <a:pt x="10372" y="533572"/>
                  <a:pt x="17963" y="530173"/>
                  <a:pt x="26349" y="530173"/>
                </a:cubicBezTo>
                <a:close/>
                <a:moveTo>
                  <a:pt x="1673704" y="458486"/>
                </a:moveTo>
                <a:lnTo>
                  <a:pt x="1671744" y="497284"/>
                </a:lnTo>
                <a:lnTo>
                  <a:pt x="1664620" y="480084"/>
                </a:lnTo>
                <a:cubicBezTo>
                  <a:pt x="1664620" y="471700"/>
                  <a:pt x="1668019" y="464109"/>
                  <a:pt x="1673514" y="458614"/>
                </a:cubicBezTo>
                <a:close/>
                <a:moveTo>
                  <a:pt x="1622429" y="449721"/>
                </a:moveTo>
                <a:cubicBezTo>
                  <a:pt x="1639199" y="449721"/>
                  <a:pt x="1652792" y="463315"/>
                  <a:pt x="1652792" y="480084"/>
                </a:cubicBezTo>
                <a:cubicBezTo>
                  <a:pt x="1652792" y="496854"/>
                  <a:pt x="1639199" y="510448"/>
                  <a:pt x="1622429" y="510448"/>
                </a:cubicBezTo>
                <a:cubicBezTo>
                  <a:pt x="1605659" y="510448"/>
                  <a:pt x="1592066" y="496854"/>
                  <a:pt x="1592066" y="480084"/>
                </a:cubicBezTo>
                <a:cubicBezTo>
                  <a:pt x="1592066" y="463315"/>
                  <a:pt x="1605659" y="449721"/>
                  <a:pt x="1622429" y="449721"/>
                </a:cubicBezTo>
                <a:close/>
                <a:moveTo>
                  <a:pt x="1549874" y="449721"/>
                </a:moveTo>
                <a:cubicBezTo>
                  <a:pt x="1566644" y="449721"/>
                  <a:pt x="1580238" y="463315"/>
                  <a:pt x="1580238" y="480084"/>
                </a:cubicBezTo>
                <a:cubicBezTo>
                  <a:pt x="1580238" y="496854"/>
                  <a:pt x="1566644" y="510448"/>
                  <a:pt x="1549874" y="510448"/>
                </a:cubicBezTo>
                <a:cubicBezTo>
                  <a:pt x="1533105" y="510448"/>
                  <a:pt x="1519511" y="496854"/>
                  <a:pt x="1519511" y="480084"/>
                </a:cubicBezTo>
                <a:cubicBezTo>
                  <a:pt x="1519511" y="463315"/>
                  <a:pt x="1533105" y="449721"/>
                  <a:pt x="1549874" y="449721"/>
                </a:cubicBezTo>
                <a:close/>
                <a:moveTo>
                  <a:pt x="1477320" y="449721"/>
                </a:moveTo>
                <a:cubicBezTo>
                  <a:pt x="1494089" y="449721"/>
                  <a:pt x="1507683" y="463315"/>
                  <a:pt x="1507683" y="480084"/>
                </a:cubicBezTo>
                <a:cubicBezTo>
                  <a:pt x="1507683" y="496854"/>
                  <a:pt x="1494089" y="510448"/>
                  <a:pt x="1477320" y="510448"/>
                </a:cubicBezTo>
                <a:cubicBezTo>
                  <a:pt x="1460550" y="510448"/>
                  <a:pt x="1446956" y="496854"/>
                  <a:pt x="1446956" y="480084"/>
                </a:cubicBezTo>
                <a:cubicBezTo>
                  <a:pt x="1446956" y="463315"/>
                  <a:pt x="1460550" y="449721"/>
                  <a:pt x="1477320" y="449721"/>
                </a:cubicBezTo>
                <a:close/>
                <a:moveTo>
                  <a:pt x="1404765" y="449721"/>
                </a:moveTo>
                <a:cubicBezTo>
                  <a:pt x="1421535" y="449721"/>
                  <a:pt x="1435129" y="463315"/>
                  <a:pt x="1435129" y="480084"/>
                </a:cubicBezTo>
                <a:cubicBezTo>
                  <a:pt x="1435129" y="496854"/>
                  <a:pt x="1421535" y="510448"/>
                  <a:pt x="1404765" y="510448"/>
                </a:cubicBezTo>
                <a:cubicBezTo>
                  <a:pt x="1387996" y="510448"/>
                  <a:pt x="1374402" y="496854"/>
                  <a:pt x="1374402" y="480084"/>
                </a:cubicBezTo>
                <a:cubicBezTo>
                  <a:pt x="1374402" y="463315"/>
                  <a:pt x="1387996" y="449721"/>
                  <a:pt x="1404765" y="449721"/>
                </a:cubicBezTo>
                <a:close/>
                <a:moveTo>
                  <a:pt x="1332211" y="449721"/>
                </a:moveTo>
                <a:cubicBezTo>
                  <a:pt x="1348980" y="449721"/>
                  <a:pt x="1362574" y="463315"/>
                  <a:pt x="1362574" y="480084"/>
                </a:cubicBezTo>
                <a:cubicBezTo>
                  <a:pt x="1362574" y="496854"/>
                  <a:pt x="1348980" y="510448"/>
                  <a:pt x="1332211" y="510448"/>
                </a:cubicBezTo>
                <a:cubicBezTo>
                  <a:pt x="1315441" y="510448"/>
                  <a:pt x="1301847" y="496854"/>
                  <a:pt x="1301847" y="480084"/>
                </a:cubicBezTo>
                <a:cubicBezTo>
                  <a:pt x="1301847" y="463315"/>
                  <a:pt x="1315441" y="449721"/>
                  <a:pt x="1332211" y="449721"/>
                </a:cubicBezTo>
                <a:close/>
                <a:moveTo>
                  <a:pt x="1259656" y="449721"/>
                </a:moveTo>
                <a:cubicBezTo>
                  <a:pt x="1276426" y="449721"/>
                  <a:pt x="1290020" y="463315"/>
                  <a:pt x="1290020" y="480084"/>
                </a:cubicBezTo>
                <a:cubicBezTo>
                  <a:pt x="1290020" y="496854"/>
                  <a:pt x="1276426" y="510448"/>
                  <a:pt x="1259656" y="510448"/>
                </a:cubicBezTo>
                <a:cubicBezTo>
                  <a:pt x="1242887" y="510448"/>
                  <a:pt x="1229293" y="496854"/>
                  <a:pt x="1229293" y="480084"/>
                </a:cubicBezTo>
                <a:cubicBezTo>
                  <a:pt x="1229293" y="463315"/>
                  <a:pt x="1242887" y="449721"/>
                  <a:pt x="1259656" y="449721"/>
                </a:cubicBezTo>
                <a:close/>
                <a:moveTo>
                  <a:pt x="1187102" y="449721"/>
                </a:moveTo>
                <a:cubicBezTo>
                  <a:pt x="1203871" y="449721"/>
                  <a:pt x="1217465" y="463315"/>
                  <a:pt x="1217465" y="480084"/>
                </a:cubicBezTo>
                <a:cubicBezTo>
                  <a:pt x="1217465" y="496854"/>
                  <a:pt x="1203871" y="510448"/>
                  <a:pt x="1187102" y="510448"/>
                </a:cubicBezTo>
                <a:cubicBezTo>
                  <a:pt x="1170332" y="510448"/>
                  <a:pt x="1156738" y="496854"/>
                  <a:pt x="1156738" y="480084"/>
                </a:cubicBezTo>
                <a:cubicBezTo>
                  <a:pt x="1156738" y="463315"/>
                  <a:pt x="1170332" y="449721"/>
                  <a:pt x="1187102" y="449721"/>
                </a:cubicBezTo>
                <a:close/>
                <a:moveTo>
                  <a:pt x="1114547" y="449721"/>
                </a:moveTo>
                <a:cubicBezTo>
                  <a:pt x="1131317" y="449721"/>
                  <a:pt x="1144911" y="463315"/>
                  <a:pt x="1144911" y="480084"/>
                </a:cubicBezTo>
                <a:cubicBezTo>
                  <a:pt x="1144911" y="496854"/>
                  <a:pt x="1131317" y="510448"/>
                  <a:pt x="1114547" y="510448"/>
                </a:cubicBezTo>
                <a:cubicBezTo>
                  <a:pt x="1097778" y="510448"/>
                  <a:pt x="1084184" y="496854"/>
                  <a:pt x="1084184" y="480084"/>
                </a:cubicBezTo>
                <a:cubicBezTo>
                  <a:pt x="1084184" y="463315"/>
                  <a:pt x="1097778" y="449721"/>
                  <a:pt x="1114547" y="449721"/>
                </a:cubicBezTo>
                <a:close/>
                <a:moveTo>
                  <a:pt x="1041993" y="449721"/>
                </a:moveTo>
                <a:cubicBezTo>
                  <a:pt x="1058762" y="449721"/>
                  <a:pt x="1072356" y="463315"/>
                  <a:pt x="1072356" y="480084"/>
                </a:cubicBezTo>
                <a:cubicBezTo>
                  <a:pt x="1072356" y="496854"/>
                  <a:pt x="1058762" y="510448"/>
                  <a:pt x="1041993" y="510448"/>
                </a:cubicBezTo>
                <a:cubicBezTo>
                  <a:pt x="1025223" y="510448"/>
                  <a:pt x="1011629" y="496854"/>
                  <a:pt x="1011629" y="480084"/>
                </a:cubicBezTo>
                <a:cubicBezTo>
                  <a:pt x="1011629" y="463315"/>
                  <a:pt x="1025223" y="449721"/>
                  <a:pt x="1041993" y="449721"/>
                </a:cubicBezTo>
                <a:close/>
                <a:moveTo>
                  <a:pt x="969438" y="449721"/>
                </a:moveTo>
                <a:cubicBezTo>
                  <a:pt x="986208" y="449721"/>
                  <a:pt x="999801" y="463315"/>
                  <a:pt x="999801" y="480084"/>
                </a:cubicBezTo>
                <a:cubicBezTo>
                  <a:pt x="999801" y="496854"/>
                  <a:pt x="986208" y="510448"/>
                  <a:pt x="969438" y="510448"/>
                </a:cubicBezTo>
                <a:cubicBezTo>
                  <a:pt x="952669" y="510448"/>
                  <a:pt x="939075" y="496854"/>
                  <a:pt x="939075" y="480084"/>
                </a:cubicBezTo>
                <a:cubicBezTo>
                  <a:pt x="939075" y="463315"/>
                  <a:pt x="952669" y="449721"/>
                  <a:pt x="969438" y="449721"/>
                </a:cubicBezTo>
                <a:close/>
                <a:moveTo>
                  <a:pt x="896883" y="449721"/>
                </a:moveTo>
                <a:cubicBezTo>
                  <a:pt x="913653" y="449721"/>
                  <a:pt x="927247" y="463315"/>
                  <a:pt x="927247" y="480084"/>
                </a:cubicBezTo>
                <a:cubicBezTo>
                  <a:pt x="927247" y="496854"/>
                  <a:pt x="913653" y="510448"/>
                  <a:pt x="896883" y="510448"/>
                </a:cubicBezTo>
                <a:cubicBezTo>
                  <a:pt x="880114" y="510448"/>
                  <a:pt x="866520" y="496854"/>
                  <a:pt x="866520" y="480084"/>
                </a:cubicBezTo>
                <a:cubicBezTo>
                  <a:pt x="866520" y="463315"/>
                  <a:pt x="880114" y="449721"/>
                  <a:pt x="896883" y="449721"/>
                </a:cubicBezTo>
                <a:close/>
                <a:moveTo>
                  <a:pt x="824329" y="449721"/>
                </a:moveTo>
                <a:cubicBezTo>
                  <a:pt x="841098" y="449721"/>
                  <a:pt x="854692" y="463315"/>
                  <a:pt x="854692" y="480084"/>
                </a:cubicBezTo>
                <a:cubicBezTo>
                  <a:pt x="854692" y="496854"/>
                  <a:pt x="841098" y="510448"/>
                  <a:pt x="824329" y="510448"/>
                </a:cubicBezTo>
                <a:cubicBezTo>
                  <a:pt x="807559" y="510448"/>
                  <a:pt x="793965" y="496854"/>
                  <a:pt x="793965" y="480084"/>
                </a:cubicBezTo>
                <a:cubicBezTo>
                  <a:pt x="793965" y="463315"/>
                  <a:pt x="807559" y="449721"/>
                  <a:pt x="824329" y="449721"/>
                </a:cubicBezTo>
                <a:close/>
                <a:moveTo>
                  <a:pt x="751774" y="449721"/>
                </a:moveTo>
                <a:cubicBezTo>
                  <a:pt x="768544" y="449721"/>
                  <a:pt x="782138" y="463315"/>
                  <a:pt x="782138" y="480084"/>
                </a:cubicBezTo>
                <a:cubicBezTo>
                  <a:pt x="782138" y="496854"/>
                  <a:pt x="768544" y="510448"/>
                  <a:pt x="751774" y="510448"/>
                </a:cubicBezTo>
                <a:cubicBezTo>
                  <a:pt x="735005" y="510448"/>
                  <a:pt x="721411" y="496854"/>
                  <a:pt x="721411" y="480084"/>
                </a:cubicBezTo>
                <a:cubicBezTo>
                  <a:pt x="721411" y="463315"/>
                  <a:pt x="735005" y="449721"/>
                  <a:pt x="751774" y="449721"/>
                </a:cubicBezTo>
                <a:close/>
                <a:moveTo>
                  <a:pt x="679220" y="449721"/>
                </a:moveTo>
                <a:cubicBezTo>
                  <a:pt x="695989" y="449721"/>
                  <a:pt x="709583" y="463315"/>
                  <a:pt x="709583" y="480084"/>
                </a:cubicBezTo>
                <a:cubicBezTo>
                  <a:pt x="709583" y="496854"/>
                  <a:pt x="695989" y="510448"/>
                  <a:pt x="679220" y="510448"/>
                </a:cubicBezTo>
                <a:cubicBezTo>
                  <a:pt x="662450" y="510448"/>
                  <a:pt x="648856" y="496854"/>
                  <a:pt x="648856" y="480084"/>
                </a:cubicBezTo>
                <a:cubicBezTo>
                  <a:pt x="648856" y="463315"/>
                  <a:pt x="662450" y="449721"/>
                  <a:pt x="679220" y="449721"/>
                </a:cubicBezTo>
                <a:close/>
                <a:moveTo>
                  <a:pt x="606665" y="449721"/>
                </a:moveTo>
                <a:cubicBezTo>
                  <a:pt x="623435" y="449721"/>
                  <a:pt x="637029" y="463315"/>
                  <a:pt x="637029" y="480084"/>
                </a:cubicBezTo>
                <a:cubicBezTo>
                  <a:pt x="637029" y="496854"/>
                  <a:pt x="623435" y="510448"/>
                  <a:pt x="606665" y="510448"/>
                </a:cubicBezTo>
                <a:cubicBezTo>
                  <a:pt x="589896" y="510448"/>
                  <a:pt x="576302" y="496854"/>
                  <a:pt x="576302" y="480084"/>
                </a:cubicBezTo>
                <a:cubicBezTo>
                  <a:pt x="576302" y="463315"/>
                  <a:pt x="589896" y="449721"/>
                  <a:pt x="606665" y="449721"/>
                </a:cubicBezTo>
                <a:close/>
                <a:moveTo>
                  <a:pt x="534111" y="449721"/>
                </a:moveTo>
                <a:cubicBezTo>
                  <a:pt x="550880" y="449721"/>
                  <a:pt x="564474" y="463315"/>
                  <a:pt x="564474" y="480084"/>
                </a:cubicBezTo>
                <a:cubicBezTo>
                  <a:pt x="564474" y="496854"/>
                  <a:pt x="550880" y="510448"/>
                  <a:pt x="534111" y="510448"/>
                </a:cubicBezTo>
                <a:cubicBezTo>
                  <a:pt x="517341" y="510448"/>
                  <a:pt x="503747" y="496854"/>
                  <a:pt x="503747" y="480084"/>
                </a:cubicBezTo>
                <a:cubicBezTo>
                  <a:pt x="503747" y="463315"/>
                  <a:pt x="517341" y="449721"/>
                  <a:pt x="534111" y="449721"/>
                </a:cubicBezTo>
                <a:close/>
                <a:moveTo>
                  <a:pt x="461556" y="449721"/>
                </a:moveTo>
                <a:cubicBezTo>
                  <a:pt x="478326" y="449721"/>
                  <a:pt x="491920" y="463315"/>
                  <a:pt x="491920" y="480084"/>
                </a:cubicBezTo>
                <a:cubicBezTo>
                  <a:pt x="491920" y="496854"/>
                  <a:pt x="478326" y="510448"/>
                  <a:pt x="461556" y="510448"/>
                </a:cubicBezTo>
                <a:cubicBezTo>
                  <a:pt x="444787" y="510448"/>
                  <a:pt x="431192" y="496854"/>
                  <a:pt x="431192" y="480084"/>
                </a:cubicBezTo>
                <a:cubicBezTo>
                  <a:pt x="431192" y="463315"/>
                  <a:pt x="444787" y="449721"/>
                  <a:pt x="461556" y="449721"/>
                </a:cubicBezTo>
                <a:close/>
                <a:moveTo>
                  <a:pt x="389002" y="449721"/>
                </a:moveTo>
                <a:cubicBezTo>
                  <a:pt x="405771" y="449721"/>
                  <a:pt x="419365" y="463315"/>
                  <a:pt x="419365" y="480084"/>
                </a:cubicBezTo>
                <a:cubicBezTo>
                  <a:pt x="419365" y="496854"/>
                  <a:pt x="405771" y="510448"/>
                  <a:pt x="389002" y="510448"/>
                </a:cubicBezTo>
                <a:cubicBezTo>
                  <a:pt x="372232" y="510448"/>
                  <a:pt x="358638" y="496854"/>
                  <a:pt x="358638" y="480084"/>
                </a:cubicBezTo>
                <a:cubicBezTo>
                  <a:pt x="358638" y="463315"/>
                  <a:pt x="372232" y="449721"/>
                  <a:pt x="389002" y="449721"/>
                </a:cubicBezTo>
                <a:close/>
                <a:moveTo>
                  <a:pt x="316447" y="449721"/>
                </a:moveTo>
                <a:cubicBezTo>
                  <a:pt x="333216" y="449721"/>
                  <a:pt x="346810" y="463315"/>
                  <a:pt x="346810" y="480084"/>
                </a:cubicBezTo>
                <a:cubicBezTo>
                  <a:pt x="346810" y="496854"/>
                  <a:pt x="333216" y="510448"/>
                  <a:pt x="316447" y="510448"/>
                </a:cubicBezTo>
                <a:cubicBezTo>
                  <a:pt x="299677" y="510448"/>
                  <a:pt x="286084" y="496854"/>
                  <a:pt x="286084" y="480084"/>
                </a:cubicBezTo>
                <a:cubicBezTo>
                  <a:pt x="286084" y="463315"/>
                  <a:pt x="299677" y="449721"/>
                  <a:pt x="316447" y="449721"/>
                </a:cubicBezTo>
                <a:close/>
                <a:moveTo>
                  <a:pt x="243892" y="449721"/>
                </a:moveTo>
                <a:cubicBezTo>
                  <a:pt x="260662" y="449721"/>
                  <a:pt x="274256" y="463315"/>
                  <a:pt x="274256" y="480084"/>
                </a:cubicBezTo>
                <a:cubicBezTo>
                  <a:pt x="274256" y="496854"/>
                  <a:pt x="260662" y="510448"/>
                  <a:pt x="243892" y="510448"/>
                </a:cubicBezTo>
                <a:cubicBezTo>
                  <a:pt x="227123" y="510448"/>
                  <a:pt x="213529" y="496854"/>
                  <a:pt x="213529" y="480084"/>
                </a:cubicBezTo>
                <a:cubicBezTo>
                  <a:pt x="213529" y="463315"/>
                  <a:pt x="227123" y="449721"/>
                  <a:pt x="243892" y="449721"/>
                </a:cubicBezTo>
                <a:close/>
                <a:moveTo>
                  <a:pt x="171339" y="449721"/>
                </a:moveTo>
                <a:cubicBezTo>
                  <a:pt x="188107" y="449721"/>
                  <a:pt x="201701" y="463315"/>
                  <a:pt x="201701" y="480084"/>
                </a:cubicBezTo>
                <a:cubicBezTo>
                  <a:pt x="201701" y="496854"/>
                  <a:pt x="188107" y="510448"/>
                  <a:pt x="171339" y="510448"/>
                </a:cubicBezTo>
                <a:cubicBezTo>
                  <a:pt x="154679" y="510448"/>
                  <a:pt x="141085" y="496854"/>
                  <a:pt x="141085" y="480084"/>
                </a:cubicBezTo>
                <a:cubicBezTo>
                  <a:pt x="141085" y="463315"/>
                  <a:pt x="154679" y="449721"/>
                  <a:pt x="171339" y="449721"/>
                </a:cubicBezTo>
                <a:close/>
                <a:moveTo>
                  <a:pt x="98910" y="449721"/>
                </a:moveTo>
                <a:cubicBezTo>
                  <a:pt x="115670" y="449721"/>
                  <a:pt x="129264" y="463315"/>
                  <a:pt x="129264" y="480084"/>
                </a:cubicBezTo>
                <a:cubicBezTo>
                  <a:pt x="129264" y="496854"/>
                  <a:pt x="115670" y="510448"/>
                  <a:pt x="98910" y="510448"/>
                </a:cubicBezTo>
                <a:cubicBezTo>
                  <a:pt x="82136" y="510448"/>
                  <a:pt x="68542" y="496854"/>
                  <a:pt x="68542" y="480084"/>
                </a:cubicBezTo>
                <a:cubicBezTo>
                  <a:pt x="68542" y="463315"/>
                  <a:pt x="82136" y="449721"/>
                  <a:pt x="98910" y="449721"/>
                </a:cubicBezTo>
                <a:close/>
                <a:moveTo>
                  <a:pt x="26355" y="449721"/>
                </a:moveTo>
                <a:cubicBezTo>
                  <a:pt x="43118" y="449721"/>
                  <a:pt x="56713" y="463315"/>
                  <a:pt x="56713" y="480084"/>
                </a:cubicBezTo>
                <a:cubicBezTo>
                  <a:pt x="56713" y="496854"/>
                  <a:pt x="43118" y="510448"/>
                  <a:pt x="26355" y="510448"/>
                </a:cubicBezTo>
                <a:cubicBezTo>
                  <a:pt x="17970" y="510448"/>
                  <a:pt x="10379" y="507050"/>
                  <a:pt x="4884" y="501555"/>
                </a:cubicBezTo>
                <a:lnTo>
                  <a:pt x="0" y="489763"/>
                </a:lnTo>
                <a:lnTo>
                  <a:pt x="0" y="470405"/>
                </a:lnTo>
                <a:lnTo>
                  <a:pt x="4884" y="458614"/>
                </a:lnTo>
                <a:cubicBezTo>
                  <a:pt x="10379" y="453120"/>
                  <a:pt x="17970" y="449721"/>
                  <a:pt x="26355" y="449721"/>
                </a:cubicBezTo>
                <a:close/>
                <a:moveTo>
                  <a:pt x="1673066" y="379245"/>
                </a:moveTo>
                <a:lnTo>
                  <a:pt x="1675237" y="422266"/>
                </a:lnTo>
                <a:lnTo>
                  <a:pt x="1673514" y="421103"/>
                </a:lnTo>
                <a:cubicBezTo>
                  <a:pt x="1668019" y="415609"/>
                  <a:pt x="1664620" y="408017"/>
                  <a:pt x="1664620" y="399633"/>
                </a:cubicBezTo>
                <a:close/>
                <a:moveTo>
                  <a:pt x="1622429" y="369269"/>
                </a:moveTo>
                <a:cubicBezTo>
                  <a:pt x="1639199" y="369269"/>
                  <a:pt x="1652792" y="382864"/>
                  <a:pt x="1652792" y="399633"/>
                </a:cubicBezTo>
                <a:cubicBezTo>
                  <a:pt x="1652792" y="416402"/>
                  <a:pt x="1639199" y="429997"/>
                  <a:pt x="1622429" y="429997"/>
                </a:cubicBezTo>
                <a:cubicBezTo>
                  <a:pt x="1605659" y="429997"/>
                  <a:pt x="1592066" y="416402"/>
                  <a:pt x="1592066" y="399633"/>
                </a:cubicBezTo>
                <a:cubicBezTo>
                  <a:pt x="1592066" y="382864"/>
                  <a:pt x="1605659" y="369269"/>
                  <a:pt x="1622429" y="369269"/>
                </a:cubicBezTo>
                <a:close/>
                <a:moveTo>
                  <a:pt x="1549874" y="369269"/>
                </a:moveTo>
                <a:cubicBezTo>
                  <a:pt x="1566644" y="369269"/>
                  <a:pt x="1580238" y="382864"/>
                  <a:pt x="1580238" y="399633"/>
                </a:cubicBezTo>
                <a:cubicBezTo>
                  <a:pt x="1580238" y="416402"/>
                  <a:pt x="1566644" y="429997"/>
                  <a:pt x="1549874" y="429997"/>
                </a:cubicBezTo>
                <a:cubicBezTo>
                  <a:pt x="1533105" y="429997"/>
                  <a:pt x="1519511" y="416402"/>
                  <a:pt x="1519511" y="399633"/>
                </a:cubicBezTo>
                <a:cubicBezTo>
                  <a:pt x="1519511" y="382864"/>
                  <a:pt x="1533105" y="369269"/>
                  <a:pt x="1549874" y="369269"/>
                </a:cubicBezTo>
                <a:close/>
                <a:moveTo>
                  <a:pt x="1477320" y="369269"/>
                </a:moveTo>
                <a:cubicBezTo>
                  <a:pt x="1494089" y="369269"/>
                  <a:pt x="1507683" y="382864"/>
                  <a:pt x="1507683" y="399633"/>
                </a:cubicBezTo>
                <a:cubicBezTo>
                  <a:pt x="1507683" y="416402"/>
                  <a:pt x="1494089" y="429997"/>
                  <a:pt x="1477320" y="429997"/>
                </a:cubicBezTo>
                <a:cubicBezTo>
                  <a:pt x="1460550" y="429997"/>
                  <a:pt x="1446956" y="416402"/>
                  <a:pt x="1446956" y="399633"/>
                </a:cubicBezTo>
                <a:cubicBezTo>
                  <a:pt x="1446956" y="382864"/>
                  <a:pt x="1460550" y="369269"/>
                  <a:pt x="1477320" y="369269"/>
                </a:cubicBezTo>
                <a:close/>
                <a:moveTo>
                  <a:pt x="1404765" y="369269"/>
                </a:moveTo>
                <a:cubicBezTo>
                  <a:pt x="1421535" y="369269"/>
                  <a:pt x="1435129" y="382864"/>
                  <a:pt x="1435129" y="399633"/>
                </a:cubicBezTo>
                <a:cubicBezTo>
                  <a:pt x="1435129" y="416402"/>
                  <a:pt x="1421535" y="429997"/>
                  <a:pt x="1404765" y="429997"/>
                </a:cubicBezTo>
                <a:cubicBezTo>
                  <a:pt x="1387996" y="429997"/>
                  <a:pt x="1374402" y="416402"/>
                  <a:pt x="1374402" y="399633"/>
                </a:cubicBezTo>
                <a:cubicBezTo>
                  <a:pt x="1374402" y="382864"/>
                  <a:pt x="1387996" y="369269"/>
                  <a:pt x="1404765" y="369269"/>
                </a:cubicBezTo>
                <a:close/>
                <a:moveTo>
                  <a:pt x="1332211" y="369269"/>
                </a:moveTo>
                <a:cubicBezTo>
                  <a:pt x="1348980" y="369269"/>
                  <a:pt x="1362574" y="382864"/>
                  <a:pt x="1362574" y="399633"/>
                </a:cubicBezTo>
                <a:cubicBezTo>
                  <a:pt x="1362574" y="416402"/>
                  <a:pt x="1348980" y="429997"/>
                  <a:pt x="1332211" y="429997"/>
                </a:cubicBezTo>
                <a:cubicBezTo>
                  <a:pt x="1315441" y="429997"/>
                  <a:pt x="1301847" y="416402"/>
                  <a:pt x="1301847" y="399633"/>
                </a:cubicBezTo>
                <a:cubicBezTo>
                  <a:pt x="1301847" y="382864"/>
                  <a:pt x="1315441" y="369269"/>
                  <a:pt x="1332211" y="369269"/>
                </a:cubicBezTo>
                <a:close/>
                <a:moveTo>
                  <a:pt x="1259656" y="369269"/>
                </a:moveTo>
                <a:cubicBezTo>
                  <a:pt x="1276426" y="369269"/>
                  <a:pt x="1290020" y="382864"/>
                  <a:pt x="1290020" y="399633"/>
                </a:cubicBezTo>
                <a:cubicBezTo>
                  <a:pt x="1290020" y="416402"/>
                  <a:pt x="1276426" y="429997"/>
                  <a:pt x="1259656" y="429997"/>
                </a:cubicBezTo>
                <a:cubicBezTo>
                  <a:pt x="1242887" y="429997"/>
                  <a:pt x="1229293" y="416402"/>
                  <a:pt x="1229293" y="399633"/>
                </a:cubicBezTo>
                <a:cubicBezTo>
                  <a:pt x="1229293" y="382864"/>
                  <a:pt x="1242887" y="369269"/>
                  <a:pt x="1259656" y="369269"/>
                </a:cubicBezTo>
                <a:close/>
                <a:moveTo>
                  <a:pt x="1187102" y="369269"/>
                </a:moveTo>
                <a:cubicBezTo>
                  <a:pt x="1203871" y="369269"/>
                  <a:pt x="1217465" y="382864"/>
                  <a:pt x="1217465" y="399633"/>
                </a:cubicBezTo>
                <a:cubicBezTo>
                  <a:pt x="1217465" y="416402"/>
                  <a:pt x="1203871" y="429997"/>
                  <a:pt x="1187102" y="429997"/>
                </a:cubicBezTo>
                <a:cubicBezTo>
                  <a:pt x="1170332" y="429997"/>
                  <a:pt x="1156738" y="416402"/>
                  <a:pt x="1156738" y="399633"/>
                </a:cubicBezTo>
                <a:cubicBezTo>
                  <a:pt x="1156738" y="382864"/>
                  <a:pt x="1170332" y="369269"/>
                  <a:pt x="1187102" y="369269"/>
                </a:cubicBezTo>
                <a:close/>
                <a:moveTo>
                  <a:pt x="1114547" y="369269"/>
                </a:moveTo>
                <a:cubicBezTo>
                  <a:pt x="1131317" y="369269"/>
                  <a:pt x="1144911" y="382864"/>
                  <a:pt x="1144911" y="399633"/>
                </a:cubicBezTo>
                <a:cubicBezTo>
                  <a:pt x="1144911" y="416402"/>
                  <a:pt x="1131317" y="429997"/>
                  <a:pt x="1114547" y="429997"/>
                </a:cubicBezTo>
                <a:cubicBezTo>
                  <a:pt x="1097778" y="429997"/>
                  <a:pt x="1084184" y="416402"/>
                  <a:pt x="1084184" y="399633"/>
                </a:cubicBezTo>
                <a:cubicBezTo>
                  <a:pt x="1084184" y="382864"/>
                  <a:pt x="1097778" y="369269"/>
                  <a:pt x="1114547" y="369269"/>
                </a:cubicBezTo>
                <a:close/>
                <a:moveTo>
                  <a:pt x="1041993" y="369269"/>
                </a:moveTo>
                <a:cubicBezTo>
                  <a:pt x="1058762" y="369269"/>
                  <a:pt x="1072356" y="382864"/>
                  <a:pt x="1072356" y="399633"/>
                </a:cubicBezTo>
                <a:cubicBezTo>
                  <a:pt x="1072356" y="416402"/>
                  <a:pt x="1058762" y="429997"/>
                  <a:pt x="1041993" y="429997"/>
                </a:cubicBezTo>
                <a:cubicBezTo>
                  <a:pt x="1025223" y="429997"/>
                  <a:pt x="1011629" y="416402"/>
                  <a:pt x="1011629" y="399633"/>
                </a:cubicBezTo>
                <a:cubicBezTo>
                  <a:pt x="1011629" y="382864"/>
                  <a:pt x="1025223" y="369269"/>
                  <a:pt x="1041993" y="369269"/>
                </a:cubicBezTo>
                <a:close/>
                <a:moveTo>
                  <a:pt x="969438" y="369269"/>
                </a:moveTo>
                <a:cubicBezTo>
                  <a:pt x="986208" y="369269"/>
                  <a:pt x="999801" y="382864"/>
                  <a:pt x="999801" y="399633"/>
                </a:cubicBezTo>
                <a:cubicBezTo>
                  <a:pt x="999801" y="416402"/>
                  <a:pt x="986208" y="429997"/>
                  <a:pt x="969438" y="429997"/>
                </a:cubicBezTo>
                <a:cubicBezTo>
                  <a:pt x="952669" y="429997"/>
                  <a:pt x="939075" y="416402"/>
                  <a:pt x="939075" y="399633"/>
                </a:cubicBezTo>
                <a:cubicBezTo>
                  <a:pt x="939075" y="382864"/>
                  <a:pt x="952669" y="369269"/>
                  <a:pt x="969438" y="369269"/>
                </a:cubicBezTo>
                <a:close/>
                <a:moveTo>
                  <a:pt x="896883" y="369269"/>
                </a:moveTo>
                <a:cubicBezTo>
                  <a:pt x="913653" y="369269"/>
                  <a:pt x="927247" y="382864"/>
                  <a:pt x="927247" y="399633"/>
                </a:cubicBezTo>
                <a:cubicBezTo>
                  <a:pt x="927247" y="416402"/>
                  <a:pt x="913653" y="429997"/>
                  <a:pt x="896883" y="429997"/>
                </a:cubicBezTo>
                <a:cubicBezTo>
                  <a:pt x="880114" y="429997"/>
                  <a:pt x="866520" y="416402"/>
                  <a:pt x="866520" y="399633"/>
                </a:cubicBezTo>
                <a:cubicBezTo>
                  <a:pt x="866520" y="382864"/>
                  <a:pt x="880114" y="369269"/>
                  <a:pt x="896883" y="369269"/>
                </a:cubicBezTo>
                <a:close/>
                <a:moveTo>
                  <a:pt x="824329" y="369269"/>
                </a:moveTo>
                <a:cubicBezTo>
                  <a:pt x="841098" y="369269"/>
                  <a:pt x="854692" y="382864"/>
                  <a:pt x="854692" y="399633"/>
                </a:cubicBezTo>
                <a:cubicBezTo>
                  <a:pt x="854692" y="416402"/>
                  <a:pt x="841098" y="429997"/>
                  <a:pt x="824329" y="429997"/>
                </a:cubicBezTo>
                <a:cubicBezTo>
                  <a:pt x="807559" y="429997"/>
                  <a:pt x="793965" y="416402"/>
                  <a:pt x="793965" y="399633"/>
                </a:cubicBezTo>
                <a:cubicBezTo>
                  <a:pt x="793965" y="382864"/>
                  <a:pt x="807559" y="369269"/>
                  <a:pt x="824329" y="369269"/>
                </a:cubicBezTo>
                <a:close/>
                <a:moveTo>
                  <a:pt x="751774" y="369269"/>
                </a:moveTo>
                <a:cubicBezTo>
                  <a:pt x="768544" y="369269"/>
                  <a:pt x="782138" y="382864"/>
                  <a:pt x="782138" y="399633"/>
                </a:cubicBezTo>
                <a:cubicBezTo>
                  <a:pt x="782138" y="416402"/>
                  <a:pt x="768544" y="429997"/>
                  <a:pt x="751774" y="429997"/>
                </a:cubicBezTo>
                <a:cubicBezTo>
                  <a:pt x="735005" y="429997"/>
                  <a:pt x="721411" y="416402"/>
                  <a:pt x="721411" y="399633"/>
                </a:cubicBezTo>
                <a:cubicBezTo>
                  <a:pt x="721411" y="382864"/>
                  <a:pt x="735005" y="369269"/>
                  <a:pt x="751774" y="369269"/>
                </a:cubicBezTo>
                <a:close/>
                <a:moveTo>
                  <a:pt x="679220" y="369269"/>
                </a:moveTo>
                <a:cubicBezTo>
                  <a:pt x="695989" y="369269"/>
                  <a:pt x="709583" y="382864"/>
                  <a:pt x="709583" y="399633"/>
                </a:cubicBezTo>
                <a:cubicBezTo>
                  <a:pt x="709583" y="416402"/>
                  <a:pt x="695989" y="429997"/>
                  <a:pt x="679220" y="429997"/>
                </a:cubicBezTo>
                <a:cubicBezTo>
                  <a:pt x="662450" y="429997"/>
                  <a:pt x="648856" y="416402"/>
                  <a:pt x="648856" y="399633"/>
                </a:cubicBezTo>
                <a:cubicBezTo>
                  <a:pt x="648856" y="382864"/>
                  <a:pt x="662450" y="369269"/>
                  <a:pt x="679220" y="369269"/>
                </a:cubicBezTo>
                <a:close/>
                <a:moveTo>
                  <a:pt x="606665" y="369269"/>
                </a:moveTo>
                <a:cubicBezTo>
                  <a:pt x="623435" y="369269"/>
                  <a:pt x="637029" y="382864"/>
                  <a:pt x="637029" y="399633"/>
                </a:cubicBezTo>
                <a:cubicBezTo>
                  <a:pt x="637029" y="416402"/>
                  <a:pt x="623435" y="429997"/>
                  <a:pt x="606665" y="429997"/>
                </a:cubicBezTo>
                <a:cubicBezTo>
                  <a:pt x="589896" y="429997"/>
                  <a:pt x="576302" y="416402"/>
                  <a:pt x="576302" y="399633"/>
                </a:cubicBezTo>
                <a:cubicBezTo>
                  <a:pt x="576302" y="382864"/>
                  <a:pt x="589896" y="369269"/>
                  <a:pt x="606665" y="369269"/>
                </a:cubicBezTo>
                <a:close/>
                <a:moveTo>
                  <a:pt x="534111" y="369269"/>
                </a:moveTo>
                <a:cubicBezTo>
                  <a:pt x="550880" y="369269"/>
                  <a:pt x="564474" y="382864"/>
                  <a:pt x="564474" y="399633"/>
                </a:cubicBezTo>
                <a:cubicBezTo>
                  <a:pt x="564474" y="416402"/>
                  <a:pt x="550880" y="429997"/>
                  <a:pt x="534111" y="429997"/>
                </a:cubicBezTo>
                <a:cubicBezTo>
                  <a:pt x="517341" y="429997"/>
                  <a:pt x="503747" y="416402"/>
                  <a:pt x="503747" y="399633"/>
                </a:cubicBezTo>
                <a:cubicBezTo>
                  <a:pt x="503747" y="382864"/>
                  <a:pt x="517341" y="369269"/>
                  <a:pt x="534111" y="369269"/>
                </a:cubicBezTo>
                <a:close/>
                <a:moveTo>
                  <a:pt x="461556" y="369269"/>
                </a:moveTo>
                <a:cubicBezTo>
                  <a:pt x="478326" y="369269"/>
                  <a:pt x="491920" y="382864"/>
                  <a:pt x="491920" y="399633"/>
                </a:cubicBezTo>
                <a:cubicBezTo>
                  <a:pt x="491920" y="416402"/>
                  <a:pt x="478326" y="429997"/>
                  <a:pt x="461556" y="429997"/>
                </a:cubicBezTo>
                <a:cubicBezTo>
                  <a:pt x="444787" y="429997"/>
                  <a:pt x="431192" y="416402"/>
                  <a:pt x="431192" y="399633"/>
                </a:cubicBezTo>
                <a:cubicBezTo>
                  <a:pt x="431192" y="382864"/>
                  <a:pt x="444787" y="369269"/>
                  <a:pt x="461556" y="369269"/>
                </a:cubicBezTo>
                <a:close/>
                <a:moveTo>
                  <a:pt x="389002" y="369269"/>
                </a:moveTo>
                <a:cubicBezTo>
                  <a:pt x="405771" y="369269"/>
                  <a:pt x="419365" y="382864"/>
                  <a:pt x="419365" y="399633"/>
                </a:cubicBezTo>
                <a:cubicBezTo>
                  <a:pt x="419365" y="416402"/>
                  <a:pt x="405771" y="429997"/>
                  <a:pt x="389002" y="429997"/>
                </a:cubicBezTo>
                <a:cubicBezTo>
                  <a:pt x="372232" y="429997"/>
                  <a:pt x="358638" y="416402"/>
                  <a:pt x="358638" y="399633"/>
                </a:cubicBezTo>
                <a:cubicBezTo>
                  <a:pt x="358638" y="382864"/>
                  <a:pt x="372232" y="369269"/>
                  <a:pt x="389002" y="369269"/>
                </a:cubicBezTo>
                <a:close/>
                <a:moveTo>
                  <a:pt x="316447" y="369269"/>
                </a:moveTo>
                <a:cubicBezTo>
                  <a:pt x="333216" y="369269"/>
                  <a:pt x="346810" y="382864"/>
                  <a:pt x="346810" y="399633"/>
                </a:cubicBezTo>
                <a:cubicBezTo>
                  <a:pt x="346810" y="416402"/>
                  <a:pt x="333216" y="429997"/>
                  <a:pt x="316447" y="429997"/>
                </a:cubicBezTo>
                <a:cubicBezTo>
                  <a:pt x="299677" y="429997"/>
                  <a:pt x="286084" y="416402"/>
                  <a:pt x="286084" y="399633"/>
                </a:cubicBezTo>
                <a:cubicBezTo>
                  <a:pt x="286084" y="382864"/>
                  <a:pt x="299677" y="369269"/>
                  <a:pt x="316447" y="369269"/>
                </a:cubicBezTo>
                <a:close/>
                <a:moveTo>
                  <a:pt x="243892" y="369269"/>
                </a:moveTo>
                <a:cubicBezTo>
                  <a:pt x="260662" y="369269"/>
                  <a:pt x="274256" y="382864"/>
                  <a:pt x="274256" y="399633"/>
                </a:cubicBezTo>
                <a:cubicBezTo>
                  <a:pt x="274256" y="416402"/>
                  <a:pt x="260662" y="429997"/>
                  <a:pt x="243892" y="429997"/>
                </a:cubicBezTo>
                <a:cubicBezTo>
                  <a:pt x="227123" y="429997"/>
                  <a:pt x="213529" y="416402"/>
                  <a:pt x="213529" y="399633"/>
                </a:cubicBezTo>
                <a:cubicBezTo>
                  <a:pt x="213529" y="382864"/>
                  <a:pt x="227123" y="369269"/>
                  <a:pt x="243892" y="369269"/>
                </a:cubicBezTo>
                <a:close/>
                <a:moveTo>
                  <a:pt x="171339" y="369269"/>
                </a:moveTo>
                <a:cubicBezTo>
                  <a:pt x="188107" y="369269"/>
                  <a:pt x="201701" y="382864"/>
                  <a:pt x="201701" y="399633"/>
                </a:cubicBezTo>
                <a:cubicBezTo>
                  <a:pt x="201701" y="416402"/>
                  <a:pt x="188107" y="429997"/>
                  <a:pt x="171339" y="429997"/>
                </a:cubicBezTo>
                <a:cubicBezTo>
                  <a:pt x="154685" y="429997"/>
                  <a:pt x="141090" y="416402"/>
                  <a:pt x="141090" y="399633"/>
                </a:cubicBezTo>
                <a:cubicBezTo>
                  <a:pt x="141090" y="382864"/>
                  <a:pt x="154685" y="369269"/>
                  <a:pt x="171339" y="369269"/>
                </a:cubicBezTo>
                <a:close/>
                <a:moveTo>
                  <a:pt x="98917" y="369269"/>
                </a:moveTo>
                <a:cubicBezTo>
                  <a:pt x="115677" y="369269"/>
                  <a:pt x="129270" y="382864"/>
                  <a:pt x="129270" y="399633"/>
                </a:cubicBezTo>
                <a:cubicBezTo>
                  <a:pt x="129270" y="416402"/>
                  <a:pt x="115677" y="429997"/>
                  <a:pt x="98917" y="429997"/>
                </a:cubicBezTo>
                <a:cubicBezTo>
                  <a:pt x="82143" y="429997"/>
                  <a:pt x="68549" y="416402"/>
                  <a:pt x="68549" y="399633"/>
                </a:cubicBezTo>
                <a:cubicBezTo>
                  <a:pt x="68549" y="382864"/>
                  <a:pt x="82143" y="369269"/>
                  <a:pt x="98917" y="369269"/>
                </a:cubicBezTo>
                <a:close/>
                <a:moveTo>
                  <a:pt x="26362" y="369269"/>
                </a:moveTo>
                <a:cubicBezTo>
                  <a:pt x="43124" y="369269"/>
                  <a:pt x="56719" y="382864"/>
                  <a:pt x="56719" y="399633"/>
                </a:cubicBezTo>
                <a:cubicBezTo>
                  <a:pt x="56719" y="416402"/>
                  <a:pt x="43124" y="429997"/>
                  <a:pt x="26362" y="429997"/>
                </a:cubicBezTo>
                <a:cubicBezTo>
                  <a:pt x="17976" y="429997"/>
                  <a:pt x="10385" y="426598"/>
                  <a:pt x="4890" y="421103"/>
                </a:cubicBezTo>
                <a:lnTo>
                  <a:pt x="0" y="409299"/>
                </a:lnTo>
                <a:lnTo>
                  <a:pt x="0" y="389967"/>
                </a:lnTo>
                <a:lnTo>
                  <a:pt x="4890" y="378163"/>
                </a:lnTo>
                <a:cubicBezTo>
                  <a:pt x="10385" y="372668"/>
                  <a:pt x="17976" y="369269"/>
                  <a:pt x="26362" y="369269"/>
                </a:cubicBezTo>
                <a:close/>
                <a:moveTo>
                  <a:pt x="1669444" y="307535"/>
                </a:moveTo>
                <a:lnTo>
                  <a:pt x="1670784" y="334061"/>
                </a:lnTo>
                <a:lnTo>
                  <a:pt x="1664620" y="319181"/>
                </a:lnTo>
                <a:close/>
                <a:moveTo>
                  <a:pt x="1622429" y="288818"/>
                </a:moveTo>
                <a:cubicBezTo>
                  <a:pt x="1639199" y="288818"/>
                  <a:pt x="1652792" y="302412"/>
                  <a:pt x="1652792" y="319181"/>
                </a:cubicBezTo>
                <a:cubicBezTo>
                  <a:pt x="1652792" y="335950"/>
                  <a:pt x="1639199" y="349545"/>
                  <a:pt x="1622429" y="349545"/>
                </a:cubicBezTo>
                <a:cubicBezTo>
                  <a:pt x="1605659" y="349545"/>
                  <a:pt x="1592066" y="335950"/>
                  <a:pt x="1592066" y="319181"/>
                </a:cubicBezTo>
                <a:cubicBezTo>
                  <a:pt x="1592066" y="302412"/>
                  <a:pt x="1605659" y="288818"/>
                  <a:pt x="1622429" y="288818"/>
                </a:cubicBezTo>
                <a:close/>
                <a:moveTo>
                  <a:pt x="1549874" y="288818"/>
                </a:moveTo>
                <a:cubicBezTo>
                  <a:pt x="1566644" y="288818"/>
                  <a:pt x="1580238" y="302412"/>
                  <a:pt x="1580238" y="319181"/>
                </a:cubicBezTo>
                <a:cubicBezTo>
                  <a:pt x="1580238" y="335950"/>
                  <a:pt x="1566644" y="349545"/>
                  <a:pt x="1549874" y="349545"/>
                </a:cubicBezTo>
                <a:cubicBezTo>
                  <a:pt x="1533105" y="349545"/>
                  <a:pt x="1519511" y="335950"/>
                  <a:pt x="1519511" y="319181"/>
                </a:cubicBezTo>
                <a:cubicBezTo>
                  <a:pt x="1519511" y="302412"/>
                  <a:pt x="1533105" y="288818"/>
                  <a:pt x="1549874" y="288818"/>
                </a:cubicBezTo>
                <a:close/>
                <a:moveTo>
                  <a:pt x="1477320" y="288818"/>
                </a:moveTo>
                <a:cubicBezTo>
                  <a:pt x="1494089" y="288818"/>
                  <a:pt x="1507683" y="302412"/>
                  <a:pt x="1507683" y="319181"/>
                </a:cubicBezTo>
                <a:cubicBezTo>
                  <a:pt x="1507683" y="335950"/>
                  <a:pt x="1494089" y="349545"/>
                  <a:pt x="1477320" y="349545"/>
                </a:cubicBezTo>
                <a:cubicBezTo>
                  <a:pt x="1460550" y="349545"/>
                  <a:pt x="1446956" y="335950"/>
                  <a:pt x="1446956" y="319181"/>
                </a:cubicBezTo>
                <a:cubicBezTo>
                  <a:pt x="1446956" y="302412"/>
                  <a:pt x="1460550" y="288818"/>
                  <a:pt x="1477320" y="288818"/>
                </a:cubicBezTo>
                <a:close/>
                <a:moveTo>
                  <a:pt x="1404765" y="288818"/>
                </a:moveTo>
                <a:cubicBezTo>
                  <a:pt x="1421535" y="288818"/>
                  <a:pt x="1435129" y="302412"/>
                  <a:pt x="1435129" y="319181"/>
                </a:cubicBezTo>
                <a:cubicBezTo>
                  <a:pt x="1435129" y="335950"/>
                  <a:pt x="1421535" y="349545"/>
                  <a:pt x="1404765" y="349545"/>
                </a:cubicBezTo>
                <a:cubicBezTo>
                  <a:pt x="1387996" y="349545"/>
                  <a:pt x="1374402" y="335950"/>
                  <a:pt x="1374402" y="319181"/>
                </a:cubicBezTo>
                <a:cubicBezTo>
                  <a:pt x="1374402" y="302412"/>
                  <a:pt x="1387996" y="288818"/>
                  <a:pt x="1404765" y="288818"/>
                </a:cubicBezTo>
                <a:close/>
                <a:moveTo>
                  <a:pt x="1332211" y="288818"/>
                </a:moveTo>
                <a:cubicBezTo>
                  <a:pt x="1348980" y="288818"/>
                  <a:pt x="1362574" y="302412"/>
                  <a:pt x="1362574" y="319181"/>
                </a:cubicBezTo>
                <a:cubicBezTo>
                  <a:pt x="1362574" y="335950"/>
                  <a:pt x="1348980" y="349545"/>
                  <a:pt x="1332211" y="349545"/>
                </a:cubicBezTo>
                <a:cubicBezTo>
                  <a:pt x="1315441" y="349545"/>
                  <a:pt x="1301847" y="335950"/>
                  <a:pt x="1301847" y="319181"/>
                </a:cubicBezTo>
                <a:cubicBezTo>
                  <a:pt x="1301847" y="302412"/>
                  <a:pt x="1315441" y="288818"/>
                  <a:pt x="1332211" y="288818"/>
                </a:cubicBezTo>
                <a:close/>
                <a:moveTo>
                  <a:pt x="1259656" y="288818"/>
                </a:moveTo>
                <a:cubicBezTo>
                  <a:pt x="1276426" y="288818"/>
                  <a:pt x="1290020" y="302412"/>
                  <a:pt x="1290020" y="319181"/>
                </a:cubicBezTo>
                <a:cubicBezTo>
                  <a:pt x="1290020" y="335950"/>
                  <a:pt x="1276426" y="349545"/>
                  <a:pt x="1259656" y="349545"/>
                </a:cubicBezTo>
                <a:cubicBezTo>
                  <a:pt x="1242887" y="349545"/>
                  <a:pt x="1229293" y="335950"/>
                  <a:pt x="1229293" y="319181"/>
                </a:cubicBezTo>
                <a:cubicBezTo>
                  <a:pt x="1229293" y="302412"/>
                  <a:pt x="1242887" y="288818"/>
                  <a:pt x="1259656" y="288818"/>
                </a:cubicBezTo>
                <a:close/>
                <a:moveTo>
                  <a:pt x="1187102" y="288818"/>
                </a:moveTo>
                <a:cubicBezTo>
                  <a:pt x="1203871" y="288818"/>
                  <a:pt x="1217465" y="302412"/>
                  <a:pt x="1217465" y="319181"/>
                </a:cubicBezTo>
                <a:cubicBezTo>
                  <a:pt x="1217465" y="335950"/>
                  <a:pt x="1203871" y="349545"/>
                  <a:pt x="1187102" y="349545"/>
                </a:cubicBezTo>
                <a:cubicBezTo>
                  <a:pt x="1170332" y="349545"/>
                  <a:pt x="1156738" y="335950"/>
                  <a:pt x="1156738" y="319181"/>
                </a:cubicBezTo>
                <a:cubicBezTo>
                  <a:pt x="1156738" y="302412"/>
                  <a:pt x="1170332" y="288818"/>
                  <a:pt x="1187102" y="288818"/>
                </a:cubicBezTo>
                <a:close/>
                <a:moveTo>
                  <a:pt x="1114547" y="288818"/>
                </a:moveTo>
                <a:cubicBezTo>
                  <a:pt x="1131317" y="288818"/>
                  <a:pt x="1144911" y="302412"/>
                  <a:pt x="1144911" y="319181"/>
                </a:cubicBezTo>
                <a:cubicBezTo>
                  <a:pt x="1144911" y="335950"/>
                  <a:pt x="1131317" y="349545"/>
                  <a:pt x="1114547" y="349545"/>
                </a:cubicBezTo>
                <a:cubicBezTo>
                  <a:pt x="1097778" y="349545"/>
                  <a:pt x="1084184" y="335950"/>
                  <a:pt x="1084184" y="319181"/>
                </a:cubicBezTo>
                <a:cubicBezTo>
                  <a:pt x="1084184" y="302412"/>
                  <a:pt x="1097778" y="288818"/>
                  <a:pt x="1114547" y="288818"/>
                </a:cubicBezTo>
                <a:close/>
                <a:moveTo>
                  <a:pt x="1041993" y="288818"/>
                </a:moveTo>
                <a:cubicBezTo>
                  <a:pt x="1058762" y="288818"/>
                  <a:pt x="1072356" y="302412"/>
                  <a:pt x="1072356" y="319181"/>
                </a:cubicBezTo>
                <a:cubicBezTo>
                  <a:pt x="1072356" y="335950"/>
                  <a:pt x="1058762" y="349545"/>
                  <a:pt x="1041993" y="349545"/>
                </a:cubicBezTo>
                <a:cubicBezTo>
                  <a:pt x="1025223" y="349545"/>
                  <a:pt x="1011629" y="335950"/>
                  <a:pt x="1011629" y="319181"/>
                </a:cubicBezTo>
                <a:cubicBezTo>
                  <a:pt x="1011629" y="302412"/>
                  <a:pt x="1025223" y="288818"/>
                  <a:pt x="1041993" y="288818"/>
                </a:cubicBezTo>
                <a:close/>
                <a:moveTo>
                  <a:pt x="969438" y="288818"/>
                </a:moveTo>
                <a:cubicBezTo>
                  <a:pt x="986208" y="288818"/>
                  <a:pt x="999801" y="302412"/>
                  <a:pt x="999801" y="319181"/>
                </a:cubicBezTo>
                <a:cubicBezTo>
                  <a:pt x="999801" y="335950"/>
                  <a:pt x="986208" y="349545"/>
                  <a:pt x="969438" y="349545"/>
                </a:cubicBezTo>
                <a:cubicBezTo>
                  <a:pt x="952669" y="349545"/>
                  <a:pt x="939075" y="335950"/>
                  <a:pt x="939075" y="319181"/>
                </a:cubicBezTo>
                <a:cubicBezTo>
                  <a:pt x="939075" y="302412"/>
                  <a:pt x="952669" y="288818"/>
                  <a:pt x="969438" y="288818"/>
                </a:cubicBezTo>
                <a:close/>
                <a:moveTo>
                  <a:pt x="896883" y="288818"/>
                </a:moveTo>
                <a:cubicBezTo>
                  <a:pt x="913653" y="288818"/>
                  <a:pt x="927247" y="302412"/>
                  <a:pt x="927247" y="319181"/>
                </a:cubicBezTo>
                <a:cubicBezTo>
                  <a:pt x="927247" y="335950"/>
                  <a:pt x="913653" y="349545"/>
                  <a:pt x="896883" y="349545"/>
                </a:cubicBezTo>
                <a:cubicBezTo>
                  <a:pt x="880114" y="349545"/>
                  <a:pt x="866520" y="335950"/>
                  <a:pt x="866520" y="319181"/>
                </a:cubicBezTo>
                <a:cubicBezTo>
                  <a:pt x="866520" y="302412"/>
                  <a:pt x="880114" y="288818"/>
                  <a:pt x="896883" y="288818"/>
                </a:cubicBezTo>
                <a:close/>
                <a:moveTo>
                  <a:pt x="824329" y="288818"/>
                </a:moveTo>
                <a:cubicBezTo>
                  <a:pt x="841098" y="288818"/>
                  <a:pt x="854692" y="302412"/>
                  <a:pt x="854692" y="319181"/>
                </a:cubicBezTo>
                <a:cubicBezTo>
                  <a:pt x="854692" y="335950"/>
                  <a:pt x="841098" y="349545"/>
                  <a:pt x="824329" y="349545"/>
                </a:cubicBezTo>
                <a:cubicBezTo>
                  <a:pt x="807559" y="349545"/>
                  <a:pt x="793965" y="335950"/>
                  <a:pt x="793965" y="319181"/>
                </a:cubicBezTo>
                <a:cubicBezTo>
                  <a:pt x="793965" y="302412"/>
                  <a:pt x="807559" y="288818"/>
                  <a:pt x="824329" y="288818"/>
                </a:cubicBezTo>
                <a:close/>
                <a:moveTo>
                  <a:pt x="751774" y="288818"/>
                </a:moveTo>
                <a:cubicBezTo>
                  <a:pt x="768544" y="288818"/>
                  <a:pt x="782138" y="302412"/>
                  <a:pt x="782138" y="319181"/>
                </a:cubicBezTo>
                <a:cubicBezTo>
                  <a:pt x="782138" y="335950"/>
                  <a:pt x="768544" y="349545"/>
                  <a:pt x="751774" y="349545"/>
                </a:cubicBezTo>
                <a:cubicBezTo>
                  <a:pt x="735005" y="349545"/>
                  <a:pt x="721411" y="335950"/>
                  <a:pt x="721411" y="319181"/>
                </a:cubicBezTo>
                <a:cubicBezTo>
                  <a:pt x="721411" y="302412"/>
                  <a:pt x="735005" y="288818"/>
                  <a:pt x="751774" y="288818"/>
                </a:cubicBezTo>
                <a:close/>
                <a:moveTo>
                  <a:pt x="679220" y="288818"/>
                </a:moveTo>
                <a:cubicBezTo>
                  <a:pt x="695989" y="288818"/>
                  <a:pt x="709583" y="302412"/>
                  <a:pt x="709583" y="319181"/>
                </a:cubicBezTo>
                <a:cubicBezTo>
                  <a:pt x="709583" y="335950"/>
                  <a:pt x="695989" y="349545"/>
                  <a:pt x="679220" y="349545"/>
                </a:cubicBezTo>
                <a:cubicBezTo>
                  <a:pt x="662450" y="349545"/>
                  <a:pt x="648856" y="335950"/>
                  <a:pt x="648856" y="319181"/>
                </a:cubicBezTo>
                <a:cubicBezTo>
                  <a:pt x="648856" y="302412"/>
                  <a:pt x="662450" y="288818"/>
                  <a:pt x="679220" y="288818"/>
                </a:cubicBezTo>
                <a:close/>
                <a:moveTo>
                  <a:pt x="606665" y="288818"/>
                </a:moveTo>
                <a:cubicBezTo>
                  <a:pt x="623435" y="288818"/>
                  <a:pt x="637029" y="302412"/>
                  <a:pt x="637029" y="319181"/>
                </a:cubicBezTo>
                <a:cubicBezTo>
                  <a:pt x="637029" y="335950"/>
                  <a:pt x="623435" y="349545"/>
                  <a:pt x="606665" y="349545"/>
                </a:cubicBezTo>
                <a:cubicBezTo>
                  <a:pt x="589896" y="349545"/>
                  <a:pt x="576302" y="335950"/>
                  <a:pt x="576302" y="319181"/>
                </a:cubicBezTo>
                <a:cubicBezTo>
                  <a:pt x="576302" y="302412"/>
                  <a:pt x="589896" y="288818"/>
                  <a:pt x="606665" y="288818"/>
                </a:cubicBezTo>
                <a:close/>
                <a:moveTo>
                  <a:pt x="534111" y="288818"/>
                </a:moveTo>
                <a:cubicBezTo>
                  <a:pt x="550880" y="288818"/>
                  <a:pt x="564474" y="302412"/>
                  <a:pt x="564474" y="319181"/>
                </a:cubicBezTo>
                <a:cubicBezTo>
                  <a:pt x="564474" y="335950"/>
                  <a:pt x="550880" y="349545"/>
                  <a:pt x="534111" y="349545"/>
                </a:cubicBezTo>
                <a:cubicBezTo>
                  <a:pt x="517341" y="349545"/>
                  <a:pt x="503747" y="335950"/>
                  <a:pt x="503747" y="319181"/>
                </a:cubicBezTo>
                <a:cubicBezTo>
                  <a:pt x="503747" y="302412"/>
                  <a:pt x="517341" y="288818"/>
                  <a:pt x="534111" y="288818"/>
                </a:cubicBezTo>
                <a:close/>
                <a:moveTo>
                  <a:pt x="461556" y="288818"/>
                </a:moveTo>
                <a:cubicBezTo>
                  <a:pt x="478326" y="288818"/>
                  <a:pt x="491920" y="302412"/>
                  <a:pt x="491920" y="319181"/>
                </a:cubicBezTo>
                <a:cubicBezTo>
                  <a:pt x="491920" y="335950"/>
                  <a:pt x="478326" y="349545"/>
                  <a:pt x="461556" y="349545"/>
                </a:cubicBezTo>
                <a:cubicBezTo>
                  <a:pt x="444787" y="349545"/>
                  <a:pt x="431192" y="335950"/>
                  <a:pt x="431192" y="319181"/>
                </a:cubicBezTo>
                <a:cubicBezTo>
                  <a:pt x="431192" y="302412"/>
                  <a:pt x="444787" y="288818"/>
                  <a:pt x="461556" y="288818"/>
                </a:cubicBezTo>
                <a:close/>
                <a:moveTo>
                  <a:pt x="389002" y="288818"/>
                </a:moveTo>
                <a:cubicBezTo>
                  <a:pt x="405771" y="288818"/>
                  <a:pt x="419365" y="302412"/>
                  <a:pt x="419365" y="319181"/>
                </a:cubicBezTo>
                <a:cubicBezTo>
                  <a:pt x="419365" y="335950"/>
                  <a:pt x="405771" y="349545"/>
                  <a:pt x="389002" y="349545"/>
                </a:cubicBezTo>
                <a:cubicBezTo>
                  <a:pt x="372232" y="349545"/>
                  <a:pt x="358638" y="335950"/>
                  <a:pt x="358638" y="319181"/>
                </a:cubicBezTo>
                <a:cubicBezTo>
                  <a:pt x="358638" y="302412"/>
                  <a:pt x="372232" y="288818"/>
                  <a:pt x="389002" y="288818"/>
                </a:cubicBezTo>
                <a:close/>
                <a:moveTo>
                  <a:pt x="316447" y="288818"/>
                </a:moveTo>
                <a:cubicBezTo>
                  <a:pt x="333216" y="288818"/>
                  <a:pt x="346810" y="302412"/>
                  <a:pt x="346810" y="319181"/>
                </a:cubicBezTo>
                <a:cubicBezTo>
                  <a:pt x="346810" y="335950"/>
                  <a:pt x="333216" y="349545"/>
                  <a:pt x="316447" y="349545"/>
                </a:cubicBezTo>
                <a:cubicBezTo>
                  <a:pt x="299677" y="349545"/>
                  <a:pt x="286084" y="335950"/>
                  <a:pt x="286084" y="319181"/>
                </a:cubicBezTo>
                <a:cubicBezTo>
                  <a:pt x="286084" y="302412"/>
                  <a:pt x="299677" y="288818"/>
                  <a:pt x="316447" y="288818"/>
                </a:cubicBezTo>
                <a:close/>
                <a:moveTo>
                  <a:pt x="243892" y="288818"/>
                </a:moveTo>
                <a:cubicBezTo>
                  <a:pt x="260662" y="288818"/>
                  <a:pt x="274256" y="302412"/>
                  <a:pt x="274256" y="319181"/>
                </a:cubicBezTo>
                <a:cubicBezTo>
                  <a:pt x="274256" y="335950"/>
                  <a:pt x="260662" y="349545"/>
                  <a:pt x="243892" y="349545"/>
                </a:cubicBezTo>
                <a:cubicBezTo>
                  <a:pt x="227123" y="349545"/>
                  <a:pt x="213529" y="335950"/>
                  <a:pt x="213529" y="319181"/>
                </a:cubicBezTo>
                <a:cubicBezTo>
                  <a:pt x="213529" y="302412"/>
                  <a:pt x="227123" y="288818"/>
                  <a:pt x="243892" y="288818"/>
                </a:cubicBezTo>
                <a:close/>
                <a:moveTo>
                  <a:pt x="171339" y="288818"/>
                </a:moveTo>
                <a:cubicBezTo>
                  <a:pt x="188107" y="288818"/>
                  <a:pt x="201701" y="302412"/>
                  <a:pt x="201701" y="319181"/>
                </a:cubicBezTo>
                <a:cubicBezTo>
                  <a:pt x="201701" y="335950"/>
                  <a:pt x="188107" y="349545"/>
                  <a:pt x="171339" y="349545"/>
                </a:cubicBezTo>
                <a:cubicBezTo>
                  <a:pt x="154691" y="349545"/>
                  <a:pt x="141096" y="335950"/>
                  <a:pt x="141096" y="319181"/>
                </a:cubicBezTo>
                <a:cubicBezTo>
                  <a:pt x="141096" y="302412"/>
                  <a:pt x="154691" y="288818"/>
                  <a:pt x="171339" y="288818"/>
                </a:cubicBezTo>
                <a:close/>
                <a:moveTo>
                  <a:pt x="98923" y="288818"/>
                </a:moveTo>
                <a:cubicBezTo>
                  <a:pt x="115682" y="288818"/>
                  <a:pt x="129276" y="302412"/>
                  <a:pt x="129276" y="319181"/>
                </a:cubicBezTo>
                <a:cubicBezTo>
                  <a:pt x="129276" y="335950"/>
                  <a:pt x="115682" y="349545"/>
                  <a:pt x="98923" y="349545"/>
                </a:cubicBezTo>
                <a:cubicBezTo>
                  <a:pt x="82149" y="349545"/>
                  <a:pt x="68554" y="335950"/>
                  <a:pt x="68554" y="319181"/>
                </a:cubicBezTo>
                <a:cubicBezTo>
                  <a:pt x="68554" y="302412"/>
                  <a:pt x="82149" y="288818"/>
                  <a:pt x="98923" y="288818"/>
                </a:cubicBezTo>
                <a:close/>
                <a:moveTo>
                  <a:pt x="26368" y="288818"/>
                </a:moveTo>
                <a:cubicBezTo>
                  <a:pt x="43131" y="288818"/>
                  <a:pt x="56725" y="302412"/>
                  <a:pt x="56725" y="319181"/>
                </a:cubicBezTo>
                <a:cubicBezTo>
                  <a:pt x="56725" y="335950"/>
                  <a:pt x="43131" y="349545"/>
                  <a:pt x="26368" y="349545"/>
                </a:cubicBezTo>
                <a:cubicBezTo>
                  <a:pt x="17983" y="349545"/>
                  <a:pt x="10391" y="346146"/>
                  <a:pt x="4896" y="340651"/>
                </a:cubicBezTo>
                <a:lnTo>
                  <a:pt x="0" y="328831"/>
                </a:lnTo>
                <a:lnTo>
                  <a:pt x="0" y="309532"/>
                </a:lnTo>
                <a:lnTo>
                  <a:pt x="4896" y="297711"/>
                </a:lnTo>
                <a:cubicBezTo>
                  <a:pt x="10391" y="292217"/>
                  <a:pt x="17983" y="288818"/>
                  <a:pt x="26368" y="288818"/>
                </a:cubicBezTo>
                <a:close/>
                <a:moveTo>
                  <a:pt x="1622429" y="208366"/>
                </a:moveTo>
                <a:cubicBezTo>
                  <a:pt x="1639199" y="208366"/>
                  <a:pt x="1652792" y="221960"/>
                  <a:pt x="1652792" y="238729"/>
                </a:cubicBezTo>
                <a:cubicBezTo>
                  <a:pt x="1652792" y="255499"/>
                  <a:pt x="1639199" y="269093"/>
                  <a:pt x="1622429" y="269093"/>
                </a:cubicBezTo>
                <a:cubicBezTo>
                  <a:pt x="1605659" y="269093"/>
                  <a:pt x="1592066" y="255499"/>
                  <a:pt x="1592066" y="238729"/>
                </a:cubicBezTo>
                <a:cubicBezTo>
                  <a:pt x="1592066" y="221960"/>
                  <a:pt x="1605659" y="208366"/>
                  <a:pt x="1622429" y="208366"/>
                </a:cubicBezTo>
                <a:close/>
                <a:moveTo>
                  <a:pt x="1549874" y="208366"/>
                </a:moveTo>
                <a:cubicBezTo>
                  <a:pt x="1566644" y="208366"/>
                  <a:pt x="1580238" y="221960"/>
                  <a:pt x="1580238" y="238729"/>
                </a:cubicBezTo>
                <a:cubicBezTo>
                  <a:pt x="1580238" y="255499"/>
                  <a:pt x="1566644" y="269093"/>
                  <a:pt x="1549874" y="269093"/>
                </a:cubicBezTo>
                <a:cubicBezTo>
                  <a:pt x="1533105" y="269093"/>
                  <a:pt x="1519511" y="255499"/>
                  <a:pt x="1519511" y="238729"/>
                </a:cubicBezTo>
                <a:cubicBezTo>
                  <a:pt x="1519511" y="221960"/>
                  <a:pt x="1533105" y="208366"/>
                  <a:pt x="1549874" y="208366"/>
                </a:cubicBezTo>
                <a:close/>
                <a:moveTo>
                  <a:pt x="1477320" y="208366"/>
                </a:moveTo>
                <a:cubicBezTo>
                  <a:pt x="1494089" y="208366"/>
                  <a:pt x="1507683" y="221960"/>
                  <a:pt x="1507683" y="238729"/>
                </a:cubicBezTo>
                <a:cubicBezTo>
                  <a:pt x="1507683" y="255499"/>
                  <a:pt x="1494089" y="269093"/>
                  <a:pt x="1477320" y="269093"/>
                </a:cubicBezTo>
                <a:cubicBezTo>
                  <a:pt x="1460550" y="269093"/>
                  <a:pt x="1446956" y="255499"/>
                  <a:pt x="1446956" y="238729"/>
                </a:cubicBezTo>
                <a:cubicBezTo>
                  <a:pt x="1446956" y="221960"/>
                  <a:pt x="1460550" y="208366"/>
                  <a:pt x="1477320" y="208366"/>
                </a:cubicBezTo>
                <a:close/>
                <a:moveTo>
                  <a:pt x="1404765" y="208366"/>
                </a:moveTo>
                <a:cubicBezTo>
                  <a:pt x="1421535" y="208366"/>
                  <a:pt x="1435129" y="221960"/>
                  <a:pt x="1435129" y="238729"/>
                </a:cubicBezTo>
                <a:cubicBezTo>
                  <a:pt x="1435129" y="255499"/>
                  <a:pt x="1421535" y="269093"/>
                  <a:pt x="1404765" y="269093"/>
                </a:cubicBezTo>
                <a:cubicBezTo>
                  <a:pt x="1387996" y="269093"/>
                  <a:pt x="1374402" y="255499"/>
                  <a:pt x="1374402" y="238729"/>
                </a:cubicBezTo>
                <a:cubicBezTo>
                  <a:pt x="1374402" y="221960"/>
                  <a:pt x="1387996" y="208366"/>
                  <a:pt x="1404765" y="208366"/>
                </a:cubicBezTo>
                <a:close/>
                <a:moveTo>
                  <a:pt x="1332211" y="208366"/>
                </a:moveTo>
                <a:cubicBezTo>
                  <a:pt x="1348980" y="208366"/>
                  <a:pt x="1362574" y="221960"/>
                  <a:pt x="1362574" y="238729"/>
                </a:cubicBezTo>
                <a:cubicBezTo>
                  <a:pt x="1362574" y="255499"/>
                  <a:pt x="1348980" y="269093"/>
                  <a:pt x="1332211" y="269093"/>
                </a:cubicBezTo>
                <a:cubicBezTo>
                  <a:pt x="1315441" y="269093"/>
                  <a:pt x="1301847" y="255499"/>
                  <a:pt x="1301847" y="238729"/>
                </a:cubicBezTo>
                <a:cubicBezTo>
                  <a:pt x="1301847" y="221960"/>
                  <a:pt x="1315441" y="208366"/>
                  <a:pt x="1332211" y="208366"/>
                </a:cubicBezTo>
                <a:close/>
                <a:moveTo>
                  <a:pt x="1259656" y="208366"/>
                </a:moveTo>
                <a:cubicBezTo>
                  <a:pt x="1276426" y="208366"/>
                  <a:pt x="1290020" y="221960"/>
                  <a:pt x="1290020" y="238729"/>
                </a:cubicBezTo>
                <a:cubicBezTo>
                  <a:pt x="1290020" y="255499"/>
                  <a:pt x="1276426" y="269093"/>
                  <a:pt x="1259656" y="269093"/>
                </a:cubicBezTo>
                <a:cubicBezTo>
                  <a:pt x="1242887" y="269093"/>
                  <a:pt x="1229293" y="255499"/>
                  <a:pt x="1229293" y="238729"/>
                </a:cubicBezTo>
                <a:cubicBezTo>
                  <a:pt x="1229293" y="221960"/>
                  <a:pt x="1242887" y="208366"/>
                  <a:pt x="1259656" y="208366"/>
                </a:cubicBezTo>
                <a:close/>
                <a:moveTo>
                  <a:pt x="1187102" y="208366"/>
                </a:moveTo>
                <a:cubicBezTo>
                  <a:pt x="1203871" y="208366"/>
                  <a:pt x="1217465" y="221960"/>
                  <a:pt x="1217465" y="238729"/>
                </a:cubicBezTo>
                <a:cubicBezTo>
                  <a:pt x="1217465" y="255499"/>
                  <a:pt x="1203871" y="269093"/>
                  <a:pt x="1187102" y="269093"/>
                </a:cubicBezTo>
                <a:cubicBezTo>
                  <a:pt x="1170332" y="269093"/>
                  <a:pt x="1156738" y="255499"/>
                  <a:pt x="1156738" y="238729"/>
                </a:cubicBezTo>
                <a:cubicBezTo>
                  <a:pt x="1156738" y="221960"/>
                  <a:pt x="1170332" y="208366"/>
                  <a:pt x="1187102" y="208366"/>
                </a:cubicBezTo>
                <a:close/>
                <a:moveTo>
                  <a:pt x="1114547" y="208366"/>
                </a:moveTo>
                <a:cubicBezTo>
                  <a:pt x="1131317" y="208366"/>
                  <a:pt x="1144911" y="221960"/>
                  <a:pt x="1144911" y="238729"/>
                </a:cubicBezTo>
                <a:cubicBezTo>
                  <a:pt x="1144911" y="255499"/>
                  <a:pt x="1131317" y="269093"/>
                  <a:pt x="1114547" y="269093"/>
                </a:cubicBezTo>
                <a:cubicBezTo>
                  <a:pt x="1097778" y="269093"/>
                  <a:pt x="1084184" y="255499"/>
                  <a:pt x="1084184" y="238729"/>
                </a:cubicBezTo>
                <a:cubicBezTo>
                  <a:pt x="1084184" y="221960"/>
                  <a:pt x="1097778" y="208366"/>
                  <a:pt x="1114547" y="208366"/>
                </a:cubicBezTo>
                <a:close/>
                <a:moveTo>
                  <a:pt x="1041993" y="208366"/>
                </a:moveTo>
                <a:cubicBezTo>
                  <a:pt x="1058762" y="208366"/>
                  <a:pt x="1072356" y="221960"/>
                  <a:pt x="1072356" y="238729"/>
                </a:cubicBezTo>
                <a:cubicBezTo>
                  <a:pt x="1072356" y="255499"/>
                  <a:pt x="1058762" y="269093"/>
                  <a:pt x="1041993" y="269093"/>
                </a:cubicBezTo>
                <a:cubicBezTo>
                  <a:pt x="1025223" y="269093"/>
                  <a:pt x="1011629" y="255499"/>
                  <a:pt x="1011629" y="238729"/>
                </a:cubicBezTo>
                <a:cubicBezTo>
                  <a:pt x="1011629" y="221960"/>
                  <a:pt x="1025223" y="208366"/>
                  <a:pt x="1041993" y="208366"/>
                </a:cubicBezTo>
                <a:close/>
                <a:moveTo>
                  <a:pt x="969438" y="208366"/>
                </a:moveTo>
                <a:cubicBezTo>
                  <a:pt x="986208" y="208366"/>
                  <a:pt x="999801" y="221960"/>
                  <a:pt x="999801" y="238729"/>
                </a:cubicBezTo>
                <a:cubicBezTo>
                  <a:pt x="999801" y="255499"/>
                  <a:pt x="986208" y="269093"/>
                  <a:pt x="969438" y="269093"/>
                </a:cubicBezTo>
                <a:cubicBezTo>
                  <a:pt x="952669" y="269093"/>
                  <a:pt x="939075" y="255499"/>
                  <a:pt x="939075" y="238729"/>
                </a:cubicBezTo>
                <a:cubicBezTo>
                  <a:pt x="939075" y="221960"/>
                  <a:pt x="952669" y="208366"/>
                  <a:pt x="969438" y="208366"/>
                </a:cubicBezTo>
                <a:close/>
                <a:moveTo>
                  <a:pt x="896883" y="208366"/>
                </a:moveTo>
                <a:cubicBezTo>
                  <a:pt x="913653" y="208366"/>
                  <a:pt x="927247" y="221960"/>
                  <a:pt x="927247" y="238729"/>
                </a:cubicBezTo>
                <a:cubicBezTo>
                  <a:pt x="927247" y="255499"/>
                  <a:pt x="913653" y="269093"/>
                  <a:pt x="896883" y="269093"/>
                </a:cubicBezTo>
                <a:cubicBezTo>
                  <a:pt x="880114" y="269093"/>
                  <a:pt x="866520" y="255499"/>
                  <a:pt x="866520" y="238729"/>
                </a:cubicBezTo>
                <a:cubicBezTo>
                  <a:pt x="866520" y="221960"/>
                  <a:pt x="880114" y="208366"/>
                  <a:pt x="896883" y="208366"/>
                </a:cubicBezTo>
                <a:close/>
                <a:moveTo>
                  <a:pt x="824329" y="208366"/>
                </a:moveTo>
                <a:cubicBezTo>
                  <a:pt x="841098" y="208366"/>
                  <a:pt x="854692" y="221960"/>
                  <a:pt x="854692" y="238729"/>
                </a:cubicBezTo>
                <a:cubicBezTo>
                  <a:pt x="854692" y="255499"/>
                  <a:pt x="841098" y="269093"/>
                  <a:pt x="824329" y="269093"/>
                </a:cubicBezTo>
                <a:cubicBezTo>
                  <a:pt x="807559" y="269093"/>
                  <a:pt x="793965" y="255499"/>
                  <a:pt x="793965" y="238729"/>
                </a:cubicBezTo>
                <a:cubicBezTo>
                  <a:pt x="793965" y="221960"/>
                  <a:pt x="807559" y="208366"/>
                  <a:pt x="824329" y="208366"/>
                </a:cubicBezTo>
                <a:close/>
                <a:moveTo>
                  <a:pt x="751774" y="208366"/>
                </a:moveTo>
                <a:cubicBezTo>
                  <a:pt x="768544" y="208366"/>
                  <a:pt x="782138" y="221960"/>
                  <a:pt x="782138" y="238729"/>
                </a:cubicBezTo>
                <a:cubicBezTo>
                  <a:pt x="782138" y="255499"/>
                  <a:pt x="768544" y="269093"/>
                  <a:pt x="751774" y="269093"/>
                </a:cubicBezTo>
                <a:cubicBezTo>
                  <a:pt x="735005" y="269093"/>
                  <a:pt x="721411" y="255499"/>
                  <a:pt x="721411" y="238729"/>
                </a:cubicBezTo>
                <a:cubicBezTo>
                  <a:pt x="721411" y="221960"/>
                  <a:pt x="735005" y="208366"/>
                  <a:pt x="751774" y="208366"/>
                </a:cubicBezTo>
                <a:close/>
                <a:moveTo>
                  <a:pt x="679220" y="208366"/>
                </a:moveTo>
                <a:cubicBezTo>
                  <a:pt x="695989" y="208366"/>
                  <a:pt x="709583" y="221960"/>
                  <a:pt x="709583" y="238729"/>
                </a:cubicBezTo>
                <a:cubicBezTo>
                  <a:pt x="709583" y="255499"/>
                  <a:pt x="695989" y="269093"/>
                  <a:pt x="679220" y="269093"/>
                </a:cubicBezTo>
                <a:cubicBezTo>
                  <a:pt x="662450" y="269093"/>
                  <a:pt x="648856" y="255499"/>
                  <a:pt x="648856" y="238729"/>
                </a:cubicBezTo>
                <a:cubicBezTo>
                  <a:pt x="648856" y="221960"/>
                  <a:pt x="662450" y="208366"/>
                  <a:pt x="679220" y="208366"/>
                </a:cubicBezTo>
                <a:close/>
                <a:moveTo>
                  <a:pt x="606665" y="208366"/>
                </a:moveTo>
                <a:cubicBezTo>
                  <a:pt x="623435" y="208366"/>
                  <a:pt x="637029" y="221960"/>
                  <a:pt x="637029" y="238729"/>
                </a:cubicBezTo>
                <a:cubicBezTo>
                  <a:pt x="637029" y="255499"/>
                  <a:pt x="623435" y="269093"/>
                  <a:pt x="606665" y="269093"/>
                </a:cubicBezTo>
                <a:cubicBezTo>
                  <a:pt x="589896" y="269093"/>
                  <a:pt x="576302" y="255499"/>
                  <a:pt x="576302" y="238729"/>
                </a:cubicBezTo>
                <a:cubicBezTo>
                  <a:pt x="576302" y="221960"/>
                  <a:pt x="589896" y="208366"/>
                  <a:pt x="606665" y="208366"/>
                </a:cubicBezTo>
                <a:close/>
                <a:moveTo>
                  <a:pt x="534111" y="208366"/>
                </a:moveTo>
                <a:cubicBezTo>
                  <a:pt x="550880" y="208366"/>
                  <a:pt x="564474" y="221960"/>
                  <a:pt x="564474" y="238729"/>
                </a:cubicBezTo>
                <a:cubicBezTo>
                  <a:pt x="564474" y="255499"/>
                  <a:pt x="550880" y="269093"/>
                  <a:pt x="534111" y="269093"/>
                </a:cubicBezTo>
                <a:cubicBezTo>
                  <a:pt x="517341" y="269093"/>
                  <a:pt x="503747" y="255499"/>
                  <a:pt x="503747" y="238729"/>
                </a:cubicBezTo>
                <a:cubicBezTo>
                  <a:pt x="503747" y="221960"/>
                  <a:pt x="517341" y="208366"/>
                  <a:pt x="534111" y="208366"/>
                </a:cubicBezTo>
                <a:close/>
                <a:moveTo>
                  <a:pt x="461556" y="208366"/>
                </a:moveTo>
                <a:cubicBezTo>
                  <a:pt x="478326" y="208366"/>
                  <a:pt x="491920" y="221960"/>
                  <a:pt x="491920" y="238729"/>
                </a:cubicBezTo>
                <a:cubicBezTo>
                  <a:pt x="491920" y="255499"/>
                  <a:pt x="478326" y="269093"/>
                  <a:pt x="461556" y="269093"/>
                </a:cubicBezTo>
                <a:cubicBezTo>
                  <a:pt x="444787" y="269093"/>
                  <a:pt x="431192" y="255499"/>
                  <a:pt x="431192" y="238729"/>
                </a:cubicBezTo>
                <a:cubicBezTo>
                  <a:pt x="431192" y="221960"/>
                  <a:pt x="444787" y="208366"/>
                  <a:pt x="461556" y="208366"/>
                </a:cubicBezTo>
                <a:close/>
                <a:moveTo>
                  <a:pt x="389002" y="208366"/>
                </a:moveTo>
                <a:cubicBezTo>
                  <a:pt x="405771" y="208366"/>
                  <a:pt x="419365" y="221960"/>
                  <a:pt x="419365" y="238729"/>
                </a:cubicBezTo>
                <a:cubicBezTo>
                  <a:pt x="419365" y="255499"/>
                  <a:pt x="405771" y="269093"/>
                  <a:pt x="389002" y="269093"/>
                </a:cubicBezTo>
                <a:cubicBezTo>
                  <a:pt x="372232" y="269093"/>
                  <a:pt x="358638" y="255499"/>
                  <a:pt x="358638" y="238729"/>
                </a:cubicBezTo>
                <a:cubicBezTo>
                  <a:pt x="358638" y="221960"/>
                  <a:pt x="372232" y="208366"/>
                  <a:pt x="389002" y="208366"/>
                </a:cubicBezTo>
                <a:close/>
                <a:moveTo>
                  <a:pt x="316447" y="208366"/>
                </a:moveTo>
                <a:cubicBezTo>
                  <a:pt x="333216" y="208366"/>
                  <a:pt x="346810" y="221960"/>
                  <a:pt x="346810" y="238729"/>
                </a:cubicBezTo>
                <a:cubicBezTo>
                  <a:pt x="346810" y="255499"/>
                  <a:pt x="333216" y="269093"/>
                  <a:pt x="316447" y="269093"/>
                </a:cubicBezTo>
                <a:cubicBezTo>
                  <a:pt x="299677" y="269093"/>
                  <a:pt x="286084" y="255499"/>
                  <a:pt x="286084" y="238729"/>
                </a:cubicBezTo>
                <a:cubicBezTo>
                  <a:pt x="286084" y="221960"/>
                  <a:pt x="299677" y="208366"/>
                  <a:pt x="316447" y="208366"/>
                </a:cubicBezTo>
                <a:close/>
                <a:moveTo>
                  <a:pt x="243892" y="208366"/>
                </a:moveTo>
                <a:cubicBezTo>
                  <a:pt x="260662" y="208366"/>
                  <a:pt x="274256" y="221960"/>
                  <a:pt x="274256" y="238729"/>
                </a:cubicBezTo>
                <a:cubicBezTo>
                  <a:pt x="274256" y="255499"/>
                  <a:pt x="260662" y="269093"/>
                  <a:pt x="243892" y="269093"/>
                </a:cubicBezTo>
                <a:cubicBezTo>
                  <a:pt x="227123" y="269093"/>
                  <a:pt x="213529" y="255499"/>
                  <a:pt x="213529" y="238729"/>
                </a:cubicBezTo>
                <a:cubicBezTo>
                  <a:pt x="213529" y="221960"/>
                  <a:pt x="227123" y="208366"/>
                  <a:pt x="243892" y="208366"/>
                </a:cubicBezTo>
                <a:close/>
                <a:moveTo>
                  <a:pt x="171339" y="208366"/>
                </a:moveTo>
                <a:cubicBezTo>
                  <a:pt x="188107" y="208366"/>
                  <a:pt x="201701" y="221960"/>
                  <a:pt x="201701" y="238729"/>
                </a:cubicBezTo>
                <a:cubicBezTo>
                  <a:pt x="201701" y="255499"/>
                  <a:pt x="188107" y="269093"/>
                  <a:pt x="171339" y="269093"/>
                </a:cubicBezTo>
                <a:cubicBezTo>
                  <a:pt x="154697" y="269093"/>
                  <a:pt x="141102" y="255499"/>
                  <a:pt x="141102" y="238729"/>
                </a:cubicBezTo>
                <a:cubicBezTo>
                  <a:pt x="141102" y="221960"/>
                  <a:pt x="154697" y="208366"/>
                  <a:pt x="171339" y="208366"/>
                </a:cubicBezTo>
                <a:close/>
                <a:moveTo>
                  <a:pt x="98929" y="208366"/>
                </a:moveTo>
                <a:cubicBezTo>
                  <a:pt x="115688" y="208366"/>
                  <a:pt x="129282" y="221960"/>
                  <a:pt x="129282" y="238729"/>
                </a:cubicBezTo>
                <a:cubicBezTo>
                  <a:pt x="129282" y="255499"/>
                  <a:pt x="115688" y="269093"/>
                  <a:pt x="98929" y="269093"/>
                </a:cubicBezTo>
                <a:cubicBezTo>
                  <a:pt x="82155" y="269093"/>
                  <a:pt x="68561" y="255499"/>
                  <a:pt x="68561" y="238729"/>
                </a:cubicBezTo>
                <a:cubicBezTo>
                  <a:pt x="68561" y="221960"/>
                  <a:pt x="82155" y="208366"/>
                  <a:pt x="98929" y="208366"/>
                </a:cubicBezTo>
                <a:close/>
                <a:moveTo>
                  <a:pt x="26375" y="208366"/>
                </a:moveTo>
                <a:cubicBezTo>
                  <a:pt x="43137" y="208366"/>
                  <a:pt x="56732" y="221960"/>
                  <a:pt x="56732" y="238729"/>
                </a:cubicBezTo>
                <a:cubicBezTo>
                  <a:pt x="56732" y="255499"/>
                  <a:pt x="43137" y="269093"/>
                  <a:pt x="26375" y="269093"/>
                </a:cubicBezTo>
                <a:cubicBezTo>
                  <a:pt x="17989" y="269093"/>
                  <a:pt x="10398" y="265695"/>
                  <a:pt x="4903" y="260200"/>
                </a:cubicBezTo>
                <a:lnTo>
                  <a:pt x="0" y="248364"/>
                </a:lnTo>
                <a:lnTo>
                  <a:pt x="0" y="229094"/>
                </a:lnTo>
                <a:lnTo>
                  <a:pt x="4903" y="217259"/>
                </a:lnTo>
                <a:cubicBezTo>
                  <a:pt x="10398" y="211765"/>
                  <a:pt x="17989" y="208366"/>
                  <a:pt x="26375" y="208366"/>
                </a:cubicBezTo>
                <a:close/>
                <a:moveTo>
                  <a:pt x="1622429" y="127914"/>
                </a:moveTo>
                <a:cubicBezTo>
                  <a:pt x="1630814" y="127914"/>
                  <a:pt x="1638404" y="131313"/>
                  <a:pt x="1643899" y="136808"/>
                </a:cubicBezTo>
                <a:lnTo>
                  <a:pt x="1648931" y="148957"/>
                </a:lnTo>
                <a:lnTo>
                  <a:pt x="1651011" y="162579"/>
                </a:lnTo>
                <a:lnTo>
                  <a:pt x="1643899" y="179748"/>
                </a:lnTo>
                <a:cubicBezTo>
                  <a:pt x="1638404" y="185243"/>
                  <a:pt x="1630814" y="188641"/>
                  <a:pt x="1622429" y="188641"/>
                </a:cubicBezTo>
                <a:cubicBezTo>
                  <a:pt x="1605659" y="188641"/>
                  <a:pt x="1592066" y="175047"/>
                  <a:pt x="1592066" y="158278"/>
                </a:cubicBezTo>
                <a:cubicBezTo>
                  <a:pt x="1592066" y="141508"/>
                  <a:pt x="1605659" y="127914"/>
                  <a:pt x="1622429" y="127914"/>
                </a:cubicBezTo>
                <a:close/>
                <a:moveTo>
                  <a:pt x="1549874" y="127914"/>
                </a:moveTo>
                <a:cubicBezTo>
                  <a:pt x="1566644" y="127914"/>
                  <a:pt x="1580238" y="141508"/>
                  <a:pt x="1580238" y="158278"/>
                </a:cubicBezTo>
                <a:cubicBezTo>
                  <a:pt x="1580238" y="175047"/>
                  <a:pt x="1566644" y="188641"/>
                  <a:pt x="1549874" y="188641"/>
                </a:cubicBezTo>
                <a:cubicBezTo>
                  <a:pt x="1533105" y="188641"/>
                  <a:pt x="1519511" y="175047"/>
                  <a:pt x="1519511" y="158278"/>
                </a:cubicBezTo>
                <a:cubicBezTo>
                  <a:pt x="1519511" y="141508"/>
                  <a:pt x="1533105" y="127914"/>
                  <a:pt x="1549874" y="127914"/>
                </a:cubicBezTo>
                <a:close/>
                <a:moveTo>
                  <a:pt x="1477320" y="127914"/>
                </a:moveTo>
                <a:cubicBezTo>
                  <a:pt x="1494089" y="127914"/>
                  <a:pt x="1507683" y="141508"/>
                  <a:pt x="1507683" y="158278"/>
                </a:cubicBezTo>
                <a:cubicBezTo>
                  <a:pt x="1507683" y="175047"/>
                  <a:pt x="1494089" y="188641"/>
                  <a:pt x="1477320" y="188641"/>
                </a:cubicBezTo>
                <a:cubicBezTo>
                  <a:pt x="1460550" y="188641"/>
                  <a:pt x="1446956" y="175047"/>
                  <a:pt x="1446956" y="158278"/>
                </a:cubicBezTo>
                <a:cubicBezTo>
                  <a:pt x="1446956" y="141508"/>
                  <a:pt x="1460550" y="127914"/>
                  <a:pt x="1477320" y="127914"/>
                </a:cubicBezTo>
                <a:close/>
                <a:moveTo>
                  <a:pt x="1404765" y="127914"/>
                </a:moveTo>
                <a:cubicBezTo>
                  <a:pt x="1421535" y="127914"/>
                  <a:pt x="1435129" y="141508"/>
                  <a:pt x="1435129" y="158278"/>
                </a:cubicBezTo>
                <a:cubicBezTo>
                  <a:pt x="1435129" y="175047"/>
                  <a:pt x="1421535" y="188641"/>
                  <a:pt x="1404765" y="188641"/>
                </a:cubicBezTo>
                <a:cubicBezTo>
                  <a:pt x="1387996" y="188641"/>
                  <a:pt x="1374402" y="175047"/>
                  <a:pt x="1374402" y="158278"/>
                </a:cubicBezTo>
                <a:cubicBezTo>
                  <a:pt x="1374402" y="141508"/>
                  <a:pt x="1387996" y="127914"/>
                  <a:pt x="1404765" y="127914"/>
                </a:cubicBezTo>
                <a:close/>
                <a:moveTo>
                  <a:pt x="1332211" y="127914"/>
                </a:moveTo>
                <a:cubicBezTo>
                  <a:pt x="1348980" y="127914"/>
                  <a:pt x="1362574" y="141508"/>
                  <a:pt x="1362574" y="158278"/>
                </a:cubicBezTo>
                <a:cubicBezTo>
                  <a:pt x="1362574" y="175047"/>
                  <a:pt x="1348980" y="188641"/>
                  <a:pt x="1332211" y="188641"/>
                </a:cubicBezTo>
                <a:cubicBezTo>
                  <a:pt x="1315441" y="188641"/>
                  <a:pt x="1301847" y="175047"/>
                  <a:pt x="1301847" y="158278"/>
                </a:cubicBezTo>
                <a:cubicBezTo>
                  <a:pt x="1301847" y="141508"/>
                  <a:pt x="1315441" y="127914"/>
                  <a:pt x="1332211" y="127914"/>
                </a:cubicBezTo>
                <a:close/>
                <a:moveTo>
                  <a:pt x="1259656" y="127914"/>
                </a:moveTo>
                <a:cubicBezTo>
                  <a:pt x="1276426" y="127914"/>
                  <a:pt x="1290020" y="141508"/>
                  <a:pt x="1290020" y="158278"/>
                </a:cubicBezTo>
                <a:cubicBezTo>
                  <a:pt x="1290020" y="175047"/>
                  <a:pt x="1276426" y="188641"/>
                  <a:pt x="1259656" y="188641"/>
                </a:cubicBezTo>
                <a:cubicBezTo>
                  <a:pt x="1242887" y="188641"/>
                  <a:pt x="1229293" y="175047"/>
                  <a:pt x="1229293" y="158278"/>
                </a:cubicBezTo>
                <a:cubicBezTo>
                  <a:pt x="1229293" y="141508"/>
                  <a:pt x="1242887" y="127914"/>
                  <a:pt x="1259656" y="127914"/>
                </a:cubicBezTo>
                <a:close/>
                <a:moveTo>
                  <a:pt x="1187102" y="127914"/>
                </a:moveTo>
                <a:cubicBezTo>
                  <a:pt x="1203871" y="127914"/>
                  <a:pt x="1217465" y="141508"/>
                  <a:pt x="1217465" y="158278"/>
                </a:cubicBezTo>
                <a:cubicBezTo>
                  <a:pt x="1217465" y="175047"/>
                  <a:pt x="1203871" y="188641"/>
                  <a:pt x="1187102" y="188641"/>
                </a:cubicBezTo>
                <a:cubicBezTo>
                  <a:pt x="1170332" y="188641"/>
                  <a:pt x="1156738" y="175047"/>
                  <a:pt x="1156738" y="158278"/>
                </a:cubicBezTo>
                <a:cubicBezTo>
                  <a:pt x="1156738" y="141508"/>
                  <a:pt x="1170332" y="127914"/>
                  <a:pt x="1187102" y="127914"/>
                </a:cubicBezTo>
                <a:close/>
                <a:moveTo>
                  <a:pt x="1114547" y="127914"/>
                </a:moveTo>
                <a:cubicBezTo>
                  <a:pt x="1131317" y="127914"/>
                  <a:pt x="1144911" y="141508"/>
                  <a:pt x="1144911" y="158278"/>
                </a:cubicBezTo>
                <a:cubicBezTo>
                  <a:pt x="1144911" y="175047"/>
                  <a:pt x="1131317" y="188641"/>
                  <a:pt x="1114547" y="188641"/>
                </a:cubicBezTo>
                <a:cubicBezTo>
                  <a:pt x="1097778" y="188641"/>
                  <a:pt x="1084184" y="175047"/>
                  <a:pt x="1084184" y="158278"/>
                </a:cubicBezTo>
                <a:cubicBezTo>
                  <a:pt x="1084184" y="141508"/>
                  <a:pt x="1097778" y="127914"/>
                  <a:pt x="1114547" y="127914"/>
                </a:cubicBezTo>
                <a:close/>
                <a:moveTo>
                  <a:pt x="1041993" y="127914"/>
                </a:moveTo>
                <a:cubicBezTo>
                  <a:pt x="1058762" y="127914"/>
                  <a:pt x="1072356" y="141508"/>
                  <a:pt x="1072356" y="158278"/>
                </a:cubicBezTo>
                <a:cubicBezTo>
                  <a:pt x="1072356" y="175047"/>
                  <a:pt x="1058762" y="188641"/>
                  <a:pt x="1041993" y="188641"/>
                </a:cubicBezTo>
                <a:cubicBezTo>
                  <a:pt x="1025223" y="188641"/>
                  <a:pt x="1011629" y="175047"/>
                  <a:pt x="1011629" y="158278"/>
                </a:cubicBezTo>
                <a:cubicBezTo>
                  <a:pt x="1011629" y="141508"/>
                  <a:pt x="1025223" y="127914"/>
                  <a:pt x="1041993" y="127914"/>
                </a:cubicBezTo>
                <a:close/>
                <a:moveTo>
                  <a:pt x="969438" y="127914"/>
                </a:moveTo>
                <a:cubicBezTo>
                  <a:pt x="986208" y="127914"/>
                  <a:pt x="999801" y="141508"/>
                  <a:pt x="999801" y="158278"/>
                </a:cubicBezTo>
                <a:cubicBezTo>
                  <a:pt x="999801" y="175047"/>
                  <a:pt x="986208" y="188641"/>
                  <a:pt x="969438" y="188641"/>
                </a:cubicBezTo>
                <a:cubicBezTo>
                  <a:pt x="952669" y="188641"/>
                  <a:pt x="939075" y="175047"/>
                  <a:pt x="939075" y="158278"/>
                </a:cubicBezTo>
                <a:cubicBezTo>
                  <a:pt x="939075" y="141508"/>
                  <a:pt x="952669" y="127914"/>
                  <a:pt x="969438" y="127914"/>
                </a:cubicBezTo>
                <a:close/>
                <a:moveTo>
                  <a:pt x="896883" y="127914"/>
                </a:moveTo>
                <a:cubicBezTo>
                  <a:pt x="913653" y="127914"/>
                  <a:pt x="927247" y="141508"/>
                  <a:pt x="927247" y="158278"/>
                </a:cubicBezTo>
                <a:cubicBezTo>
                  <a:pt x="927247" y="175047"/>
                  <a:pt x="913653" y="188641"/>
                  <a:pt x="896883" y="188641"/>
                </a:cubicBezTo>
                <a:cubicBezTo>
                  <a:pt x="880114" y="188641"/>
                  <a:pt x="866520" y="175047"/>
                  <a:pt x="866520" y="158278"/>
                </a:cubicBezTo>
                <a:cubicBezTo>
                  <a:pt x="866520" y="141508"/>
                  <a:pt x="880114" y="127914"/>
                  <a:pt x="896883" y="127914"/>
                </a:cubicBezTo>
                <a:close/>
                <a:moveTo>
                  <a:pt x="824329" y="127914"/>
                </a:moveTo>
                <a:cubicBezTo>
                  <a:pt x="841098" y="127914"/>
                  <a:pt x="854692" y="141508"/>
                  <a:pt x="854692" y="158278"/>
                </a:cubicBezTo>
                <a:cubicBezTo>
                  <a:pt x="854692" y="175047"/>
                  <a:pt x="841098" y="188641"/>
                  <a:pt x="824329" y="188641"/>
                </a:cubicBezTo>
                <a:cubicBezTo>
                  <a:pt x="807559" y="188641"/>
                  <a:pt x="793965" y="175047"/>
                  <a:pt x="793965" y="158278"/>
                </a:cubicBezTo>
                <a:cubicBezTo>
                  <a:pt x="793965" y="141508"/>
                  <a:pt x="807559" y="127914"/>
                  <a:pt x="824329" y="127914"/>
                </a:cubicBezTo>
                <a:close/>
                <a:moveTo>
                  <a:pt x="751774" y="127914"/>
                </a:moveTo>
                <a:cubicBezTo>
                  <a:pt x="768544" y="127914"/>
                  <a:pt x="782138" y="141508"/>
                  <a:pt x="782138" y="158278"/>
                </a:cubicBezTo>
                <a:cubicBezTo>
                  <a:pt x="782138" y="175047"/>
                  <a:pt x="768544" y="188641"/>
                  <a:pt x="751774" y="188641"/>
                </a:cubicBezTo>
                <a:cubicBezTo>
                  <a:pt x="735005" y="188641"/>
                  <a:pt x="721411" y="175047"/>
                  <a:pt x="721411" y="158278"/>
                </a:cubicBezTo>
                <a:cubicBezTo>
                  <a:pt x="721411" y="141508"/>
                  <a:pt x="735005" y="127914"/>
                  <a:pt x="751774" y="127914"/>
                </a:cubicBezTo>
                <a:close/>
                <a:moveTo>
                  <a:pt x="679220" y="127914"/>
                </a:moveTo>
                <a:cubicBezTo>
                  <a:pt x="695989" y="127914"/>
                  <a:pt x="709583" y="141508"/>
                  <a:pt x="709583" y="158278"/>
                </a:cubicBezTo>
                <a:cubicBezTo>
                  <a:pt x="709583" y="175047"/>
                  <a:pt x="695989" y="188641"/>
                  <a:pt x="679220" y="188641"/>
                </a:cubicBezTo>
                <a:cubicBezTo>
                  <a:pt x="662450" y="188641"/>
                  <a:pt x="648856" y="175047"/>
                  <a:pt x="648856" y="158278"/>
                </a:cubicBezTo>
                <a:cubicBezTo>
                  <a:pt x="648856" y="141508"/>
                  <a:pt x="662450" y="127914"/>
                  <a:pt x="679220" y="127914"/>
                </a:cubicBezTo>
                <a:close/>
                <a:moveTo>
                  <a:pt x="606665" y="127914"/>
                </a:moveTo>
                <a:cubicBezTo>
                  <a:pt x="623435" y="127914"/>
                  <a:pt x="637029" y="141508"/>
                  <a:pt x="637029" y="158278"/>
                </a:cubicBezTo>
                <a:cubicBezTo>
                  <a:pt x="637029" y="175047"/>
                  <a:pt x="623435" y="188641"/>
                  <a:pt x="606665" y="188641"/>
                </a:cubicBezTo>
                <a:cubicBezTo>
                  <a:pt x="589896" y="188641"/>
                  <a:pt x="576302" y="175047"/>
                  <a:pt x="576302" y="158278"/>
                </a:cubicBezTo>
                <a:cubicBezTo>
                  <a:pt x="576302" y="141508"/>
                  <a:pt x="589896" y="127914"/>
                  <a:pt x="606665" y="127914"/>
                </a:cubicBezTo>
                <a:close/>
                <a:moveTo>
                  <a:pt x="534111" y="127914"/>
                </a:moveTo>
                <a:cubicBezTo>
                  <a:pt x="550880" y="127914"/>
                  <a:pt x="564474" y="141508"/>
                  <a:pt x="564474" y="158278"/>
                </a:cubicBezTo>
                <a:cubicBezTo>
                  <a:pt x="564474" y="175047"/>
                  <a:pt x="550880" y="188641"/>
                  <a:pt x="534111" y="188641"/>
                </a:cubicBezTo>
                <a:cubicBezTo>
                  <a:pt x="517341" y="188641"/>
                  <a:pt x="503747" y="175047"/>
                  <a:pt x="503747" y="158278"/>
                </a:cubicBezTo>
                <a:cubicBezTo>
                  <a:pt x="503747" y="141508"/>
                  <a:pt x="517341" y="127914"/>
                  <a:pt x="534111" y="127914"/>
                </a:cubicBezTo>
                <a:close/>
                <a:moveTo>
                  <a:pt x="461556" y="127914"/>
                </a:moveTo>
                <a:cubicBezTo>
                  <a:pt x="478326" y="127914"/>
                  <a:pt x="491920" y="141508"/>
                  <a:pt x="491920" y="158278"/>
                </a:cubicBezTo>
                <a:cubicBezTo>
                  <a:pt x="491920" y="175047"/>
                  <a:pt x="478326" y="188641"/>
                  <a:pt x="461556" y="188641"/>
                </a:cubicBezTo>
                <a:cubicBezTo>
                  <a:pt x="444787" y="188641"/>
                  <a:pt x="431192" y="175047"/>
                  <a:pt x="431192" y="158278"/>
                </a:cubicBezTo>
                <a:cubicBezTo>
                  <a:pt x="431192" y="141508"/>
                  <a:pt x="444787" y="127914"/>
                  <a:pt x="461556" y="127914"/>
                </a:cubicBezTo>
                <a:close/>
                <a:moveTo>
                  <a:pt x="389002" y="127914"/>
                </a:moveTo>
                <a:cubicBezTo>
                  <a:pt x="405771" y="127914"/>
                  <a:pt x="419365" y="141508"/>
                  <a:pt x="419365" y="158278"/>
                </a:cubicBezTo>
                <a:cubicBezTo>
                  <a:pt x="419365" y="175047"/>
                  <a:pt x="405771" y="188641"/>
                  <a:pt x="389002" y="188641"/>
                </a:cubicBezTo>
                <a:cubicBezTo>
                  <a:pt x="372232" y="188641"/>
                  <a:pt x="358638" y="175047"/>
                  <a:pt x="358638" y="158278"/>
                </a:cubicBezTo>
                <a:cubicBezTo>
                  <a:pt x="358638" y="141508"/>
                  <a:pt x="372232" y="127914"/>
                  <a:pt x="389002" y="127914"/>
                </a:cubicBezTo>
                <a:close/>
                <a:moveTo>
                  <a:pt x="316447" y="127914"/>
                </a:moveTo>
                <a:cubicBezTo>
                  <a:pt x="333216" y="127914"/>
                  <a:pt x="346810" y="141508"/>
                  <a:pt x="346810" y="158278"/>
                </a:cubicBezTo>
                <a:cubicBezTo>
                  <a:pt x="346810" y="175047"/>
                  <a:pt x="333216" y="188641"/>
                  <a:pt x="316447" y="188641"/>
                </a:cubicBezTo>
                <a:cubicBezTo>
                  <a:pt x="299677" y="188641"/>
                  <a:pt x="286084" y="175047"/>
                  <a:pt x="286084" y="158278"/>
                </a:cubicBezTo>
                <a:cubicBezTo>
                  <a:pt x="286084" y="141508"/>
                  <a:pt x="299677" y="127914"/>
                  <a:pt x="316447" y="127914"/>
                </a:cubicBezTo>
                <a:close/>
                <a:moveTo>
                  <a:pt x="243892" y="127914"/>
                </a:moveTo>
                <a:cubicBezTo>
                  <a:pt x="260662" y="127914"/>
                  <a:pt x="274256" y="141508"/>
                  <a:pt x="274256" y="158278"/>
                </a:cubicBezTo>
                <a:cubicBezTo>
                  <a:pt x="274256" y="175047"/>
                  <a:pt x="260662" y="188641"/>
                  <a:pt x="243892" y="188641"/>
                </a:cubicBezTo>
                <a:cubicBezTo>
                  <a:pt x="227123" y="188641"/>
                  <a:pt x="213529" y="175047"/>
                  <a:pt x="213529" y="158278"/>
                </a:cubicBezTo>
                <a:cubicBezTo>
                  <a:pt x="213529" y="141508"/>
                  <a:pt x="227123" y="127914"/>
                  <a:pt x="243892" y="127914"/>
                </a:cubicBezTo>
                <a:close/>
                <a:moveTo>
                  <a:pt x="171339" y="127914"/>
                </a:moveTo>
                <a:cubicBezTo>
                  <a:pt x="188107" y="127914"/>
                  <a:pt x="201701" y="141508"/>
                  <a:pt x="201701" y="158278"/>
                </a:cubicBezTo>
                <a:cubicBezTo>
                  <a:pt x="201701" y="175047"/>
                  <a:pt x="188107" y="188641"/>
                  <a:pt x="171339" y="188641"/>
                </a:cubicBezTo>
                <a:cubicBezTo>
                  <a:pt x="154702" y="188641"/>
                  <a:pt x="141108" y="175047"/>
                  <a:pt x="141108" y="158278"/>
                </a:cubicBezTo>
                <a:cubicBezTo>
                  <a:pt x="141108" y="141508"/>
                  <a:pt x="154702" y="127914"/>
                  <a:pt x="171339" y="127914"/>
                </a:cubicBezTo>
                <a:close/>
                <a:moveTo>
                  <a:pt x="98936" y="127914"/>
                </a:moveTo>
                <a:cubicBezTo>
                  <a:pt x="115695" y="127914"/>
                  <a:pt x="129288" y="141508"/>
                  <a:pt x="129288" y="158278"/>
                </a:cubicBezTo>
                <a:cubicBezTo>
                  <a:pt x="129288" y="175047"/>
                  <a:pt x="115695" y="188641"/>
                  <a:pt x="98936" y="188641"/>
                </a:cubicBezTo>
                <a:cubicBezTo>
                  <a:pt x="82162" y="188641"/>
                  <a:pt x="68567" y="175047"/>
                  <a:pt x="68567" y="158278"/>
                </a:cubicBezTo>
                <a:cubicBezTo>
                  <a:pt x="68567" y="141508"/>
                  <a:pt x="82162" y="127914"/>
                  <a:pt x="98936" y="127914"/>
                </a:cubicBezTo>
                <a:close/>
                <a:moveTo>
                  <a:pt x="26381" y="127914"/>
                </a:moveTo>
                <a:cubicBezTo>
                  <a:pt x="43143" y="127914"/>
                  <a:pt x="56738" y="141508"/>
                  <a:pt x="56738" y="158278"/>
                </a:cubicBezTo>
                <a:cubicBezTo>
                  <a:pt x="56738" y="175047"/>
                  <a:pt x="43143" y="188641"/>
                  <a:pt x="26381" y="188641"/>
                </a:cubicBezTo>
                <a:cubicBezTo>
                  <a:pt x="17995" y="188641"/>
                  <a:pt x="10404" y="185243"/>
                  <a:pt x="4909" y="179748"/>
                </a:cubicBezTo>
                <a:lnTo>
                  <a:pt x="0" y="167898"/>
                </a:lnTo>
                <a:lnTo>
                  <a:pt x="0" y="148658"/>
                </a:lnTo>
                <a:lnTo>
                  <a:pt x="4909" y="136807"/>
                </a:lnTo>
                <a:cubicBezTo>
                  <a:pt x="10404" y="131313"/>
                  <a:pt x="17995" y="127914"/>
                  <a:pt x="26381" y="127914"/>
                </a:cubicBezTo>
                <a:close/>
                <a:moveTo>
                  <a:pt x="1622429" y="47462"/>
                </a:moveTo>
                <a:lnTo>
                  <a:pt x="1625821" y="48147"/>
                </a:lnTo>
                <a:lnTo>
                  <a:pt x="1639701" y="102127"/>
                </a:lnTo>
                <a:lnTo>
                  <a:pt x="1634248" y="105804"/>
                </a:lnTo>
                <a:cubicBezTo>
                  <a:pt x="1630615" y="107340"/>
                  <a:pt x="1626621" y="108189"/>
                  <a:pt x="1622429" y="108189"/>
                </a:cubicBezTo>
                <a:cubicBezTo>
                  <a:pt x="1605659" y="108189"/>
                  <a:pt x="1592066" y="94595"/>
                  <a:pt x="1592066" y="77826"/>
                </a:cubicBezTo>
                <a:cubicBezTo>
                  <a:pt x="1592066" y="61056"/>
                  <a:pt x="1605659" y="47462"/>
                  <a:pt x="1622429" y="47462"/>
                </a:cubicBezTo>
                <a:close/>
                <a:moveTo>
                  <a:pt x="1549874" y="47462"/>
                </a:moveTo>
                <a:cubicBezTo>
                  <a:pt x="1566644" y="47462"/>
                  <a:pt x="1580238" y="61056"/>
                  <a:pt x="1580238" y="77826"/>
                </a:cubicBezTo>
                <a:cubicBezTo>
                  <a:pt x="1580238" y="94595"/>
                  <a:pt x="1566644" y="108189"/>
                  <a:pt x="1549874" y="108189"/>
                </a:cubicBezTo>
                <a:cubicBezTo>
                  <a:pt x="1533105" y="108189"/>
                  <a:pt x="1519511" y="94595"/>
                  <a:pt x="1519511" y="77826"/>
                </a:cubicBezTo>
                <a:cubicBezTo>
                  <a:pt x="1519511" y="61056"/>
                  <a:pt x="1533105" y="47462"/>
                  <a:pt x="1549874" y="47462"/>
                </a:cubicBezTo>
                <a:close/>
                <a:moveTo>
                  <a:pt x="1477320" y="47462"/>
                </a:moveTo>
                <a:cubicBezTo>
                  <a:pt x="1494089" y="47462"/>
                  <a:pt x="1507683" y="61056"/>
                  <a:pt x="1507683" y="77826"/>
                </a:cubicBezTo>
                <a:cubicBezTo>
                  <a:pt x="1507683" y="94595"/>
                  <a:pt x="1494089" y="108189"/>
                  <a:pt x="1477320" y="108189"/>
                </a:cubicBezTo>
                <a:cubicBezTo>
                  <a:pt x="1460550" y="108189"/>
                  <a:pt x="1446956" y="94595"/>
                  <a:pt x="1446956" y="77826"/>
                </a:cubicBezTo>
                <a:cubicBezTo>
                  <a:pt x="1446956" y="61056"/>
                  <a:pt x="1460550" y="47462"/>
                  <a:pt x="1477320" y="47462"/>
                </a:cubicBezTo>
                <a:close/>
                <a:moveTo>
                  <a:pt x="1404765" y="47462"/>
                </a:moveTo>
                <a:cubicBezTo>
                  <a:pt x="1421535" y="47462"/>
                  <a:pt x="1435129" y="61056"/>
                  <a:pt x="1435129" y="77826"/>
                </a:cubicBezTo>
                <a:cubicBezTo>
                  <a:pt x="1435129" y="94595"/>
                  <a:pt x="1421535" y="108189"/>
                  <a:pt x="1404765" y="108189"/>
                </a:cubicBezTo>
                <a:cubicBezTo>
                  <a:pt x="1387996" y="108189"/>
                  <a:pt x="1374402" y="94595"/>
                  <a:pt x="1374402" y="77826"/>
                </a:cubicBezTo>
                <a:cubicBezTo>
                  <a:pt x="1374402" y="61056"/>
                  <a:pt x="1387996" y="47462"/>
                  <a:pt x="1404765" y="47462"/>
                </a:cubicBezTo>
                <a:close/>
                <a:moveTo>
                  <a:pt x="1332211" y="47462"/>
                </a:moveTo>
                <a:cubicBezTo>
                  <a:pt x="1348980" y="47462"/>
                  <a:pt x="1362574" y="61056"/>
                  <a:pt x="1362574" y="77826"/>
                </a:cubicBezTo>
                <a:cubicBezTo>
                  <a:pt x="1362574" y="94595"/>
                  <a:pt x="1348980" y="108189"/>
                  <a:pt x="1332211" y="108189"/>
                </a:cubicBezTo>
                <a:cubicBezTo>
                  <a:pt x="1315441" y="108189"/>
                  <a:pt x="1301847" y="94595"/>
                  <a:pt x="1301847" y="77826"/>
                </a:cubicBezTo>
                <a:cubicBezTo>
                  <a:pt x="1301847" y="61056"/>
                  <a:pt x="1315441" y="47462"/>
                  <a:pt x="1332211" y="47462"/>
                </a:cubicBezTo>
                <a:close/>
                <a:moveTo>
                  <a:pt x="1259656" y="47462"/>
                </a:moveTo>
                <a:cubicBezTo>
                  <a:pt x="1276426" y="47462"/>
                  <a:pt x="1290020" y="61056"/>
                  <a:pt x="1290020" y="77826"/>
                </a:cubicBezTo>
                <a:cubicBezTo>
                  <a:pt x="1290020" y="94595"/>
                  <a:pt x="1276426" y="108189"/>
                  <a:pt x="1259656" y="108189"/>
                </a:cubicBezTo>
                <a:cubicBezTo>
                  <a:pt x="1242887" y="108189"/>
                  <a:pt x="1229293" y="94595"/>
                  <a:pt x="1229293" y="77826"/>
                </a:cubicBezTo>
                <a:cubicBezTo>
                  <a:pt x="1229293" y="61056"/>
                  <a:pt x="1242887" y="47462"/>
                  <a:pt x="1259656" y="47462"/>
                </a:cubicBezTo>
                <a:close/>
                <a:moveTo>
                  <a:pt x="1187102" y="47462"/>
                </a:moveTo>
                <a:cubicBezTo>
                  <a:pt x="1203871" y="47462"/>
                  <a:pt x="1217465" y="61056"/>
                  <a:pt x="1217465" y="77826"/>
                </a:cubicBezTo>
                <a:cubicBezTo>
                  <a:pt x="1217465" y="94595"/>
                  <a:pt x="1203871" y="108189"/>
                  <a:pt x="1187102" y="108189"/>
                </a:cubicBezTo>
                <a:cubicBezTo>
                  <a:pt x="1170332" y="108189"/>
                  <a:pt x="1156738" y="94595"/>
                  <a:pt x="1156738" y="77826"/>
                </a:cubicBezTo>
                <a:cubicBezTo>
                  <a:pt x="1156738" y="61056"/>
                  <a:pt x="1170332" y="47462"/>
                  <a:pt x="1187102" y="47462"/>
                </a:cubicBezTo>
                <a:close/>
                <a:moveTo>
                  <a:pt x="1114547" y="47462"/>
                </a:moveTo>
                <a:cubicBezTo>
                  <a:pt x="1131317" y="47462"/>
                  <a:pt x="1144911" y="61056"/>
                  <a:pt x="1144911" y="77826"/>
                </a:cubicBezTo>
                <a:cubicBezTo>
                  <a:pt x="1144911" y="94595"/>
                  <a:pt x="1131317" y="108189"/>
                  <a:pt x="1114547" y="108189"/>
                </a:cubicBezTo>
                <a:cubicBezTo>
                  <a:pt x="1097778" y="108189"/>
                  <a:pt x="1084184" y="94595"/>
                  <a:pt x="1084184" y="77826"/>
                </a:cubicBezTo>
                <a:cubicBezTo>
                  <a:pt x="1084184" y="61056"/>
                  <a:pt x="1097778" y="47462"/>
                  <a:pt x="1114547" y="47462"/>
                </a:cubicBezTo>
                <a:close/>
                <a:moveTo>
                  <a:pt x="1041993" y="47462"/>
                </a:moveTo>
                <a:cubicBezTo>
                  <a:pt x="1058762" y="47462"/>
                  <a:pt x="1072356" y="61056"/>
                  <a:pt x="1072356" y="77826"/>
                </a:cubicBezTo>
                <a:cubicBezTo>
                  <a:pt x="1072356" y="94595"/>
                  <a:pt x="1058762" y="108189"/>
                  <a:pt x="1041993" y="108189"/>
                </a:cubicBezTo>
                <a:cubicBezTo>
                  <a:pt x="1025223" y="108189"/>
                  <a:pt x="1011629" y="94595"/>
                  <a:pt x="1011629" y="77826"/>
                </a:cubicBezTo>
                <a:cubicBezTo>
                  <a:pt x="1011629" y="61056"/>
                  <a:pt x="1025223" y="47462"/>
                  <a:pt x="1041993" y="47462"/>
                </a:cubicBezTo>
                <a:close/>
                <a:moveTo>
                  <a:pt x="969438" y="47462"/>
                </a:moveTo>
                <a:cubicBezTo>
                  <a:pt x="986208" y="47462"/>
                  <a:pt x="999801" y="61056"/>
                  <a:pt x="999801" y="77826"/>
                </a:cubicBezTo>
                <a:cubicBezTo>
                  <a:pt x="999801" y="94595"/>
                  <a:pt x="986208" y="108189"/>
                  <a:pt x="969438" y="108189"/>
                </a:cubicBezTo>
                <a:cubicBezTo>
                  <a:pt x="952669" y="108189"/>
                  <a:pt x="939075" y="94595"/>
                  <a:pt x="939075" y="77826"/>
                </a:cubicBezTo>
                <a:cubicBezTo>
                  <a:pt x="939075" y="61056"/>
                  <a:pt x="952669" y="47462"/>
                  <a:pt x="969438" y="47462"/>
                </a:cubicBezTo>
                <a:close/>
                <a:moveTo>
                  <a:pt x="896883" y="47462"/>
                </a:moveTo>
                <a:cubicBezTo>
                  <a:pt x="913653" y="47462"/>
                  <a:pt x="927247" y="61056"/>
                  <a:pt x="927247" y="77826"/>
                </a:cubicBezTo>
                <a:cubicBezTo>
                  <a:pt x="927247" y="94595"/>
                  <a:pt x="913653" y="108189"/>
                  <a:pt x="896883" y="108189"/>
                </a:cubicBezTo>
                <a:cubicBezTo>
                  <a:pt x="880114" y="108189"/>
                  <a:pt x="866520" y="94595"/>
                  <a:pt x="866520" y="77826"/>
                </a:cubicBezTo>
                <a:cubicBezTo>
                  <a:pt x="866520" y="61056"/>
                  <a:pt x="880114" y="47462"/>
                  <a:pt x="896883" y="47462"/>
                </a:cubicBezTo>
                <a:close/>
                <a:moveTo>
                  <a:pt x="824329" y="47462"/>
                </a:moveTo>
                <a:cubicBezTo>
                  <a:pt x="841098" y="47462"/>
                  <a:pt x="854692" y="61056"/>
                  <a:pt x="854692" y="77826"/>
                </a:cubicBezTo>
                <a:cubicBezTo>
                  <a:pt x="854692" y="94595"/>
                  <a:pt x="841098" y="108189"/>
                  <a:pt x="824329" y="108189"/>
                </a:cubicBezTo>
                <a:cubicBezTo>
                  <a:pt x="807559" y="108189"/>
                  <a:pt x="793965" y="94595"/>
                  <a:pt x="793965" y="77826"/>
                </a:cubicBezTo>
                <a:cubicBezTo>
                  <a:pt x="793965" y="61056"/>
                  <a:pt x="807559" y="47462"/>
                  <a:pt x="824329" y="47462"/>
                </a:cubicBezTo>
                <a:close/>
                <a:moveTo>
                  <a:pt x="751774" y="47462"/>
                </a:moveTo>
                <a:cubicBezTo>
                  <a:pt x="768544" y="47462"/>
                  <a:pt x="782138" y="61056"/>
                  <a:pt x="782138" y="77826"/>
                </a:cubicBezTo>
                <a:cubicBezTo>
                  <a:pt x="782138" y="94595"/>
                  <a:pt x="768544" y="108189"/>
                  <a:pt x="751774" y="108189"/>
                </a:cubicBezTo>
                <a:cubicBezTo>
                  <a:pt x="735005" y="108189"/>
                  <a:pt x="721411" y="94595"/>
                  <a:pt x="721411" y="77826"/>
                </a:cubicBezTo>
                <a:cubicBezTo>
                  <a:pt x="721411" y="61056"/>
                  <a:pt x="735005" y="47462"/>
                  <a:pt x="751774" y="47462"/>
                </a:cubicBezTo>
                <a:close/>
                <a:moveTo>
                  <a:pt x="679220" y="47462"/>
                </a:moveTo>
                <a:cubicBezTo>
                  <a:pt x="695989" y="47462"/>
                  <a:pt x="709583" y="61056"/>
                  <a:pt x="709583" y="77826"/>
                </a:cubicBezTo>
                <a:cubicBezTo>
                  <a:pt x="709583" y="94595"/>
                  <a:pt x="695989" y="108189"/>
                  <a:pt x="679220" y="108189"/>
                </a:cubicBezTo>
                <a:cubicBezTo>
                  <a:pt x="662450" y="108189"/>
                  <a:pt x="648856" y="94595"/>
                  <a:pt x="648856" y="77826"/>
                </a:cubicBezTo>
                <a:cubicBezTo>
                  <a:pt x="648856" y="61056"/>
                  <a:pt x="662450" y="47462"/>
                  <a:pt x="679220" y="47462"/>
                </a:cubicBezTo>
                <a:close/>
                <a:moveTo>
                  <a:pt x="606665" y="47462"/>
                </a:moveTo>
                <a:cubicBezTo>
                  <a:pt x="623435" y="47462"/>
                  <a:pt x="637029" y="61056"/>
                  <a:pt x="637029" y="77826"/>
                </a:cubicBezTo>
                <a:cubicBezTo>
                  <a:pt x="637029" y="94595"/>
                  <a:pt x="623435" y="108189"/>
                  <a:pt x="606665" y="108189"/>
                </a:cubicBezTo>
                <a:cubicBezTo>
                  <a:pt x="589896" y="108189"/>
                  <a:pt x="576302" y="94595"/>
                  <a:pt x="576302" y="77826"/>
                </a:cubicBezTo>
                <a:cubicBezTo>
                  <a:pt x="576302" y="61056"/>
                  <a:pt x="589896" y="47462"/>
                  <a:pt x="606665" y="47462"/>
                </a:cubicBezTo>
                <a:close/>
                <a:moveTo>
                  <a:pt x="534111" y="47462"/>
                </a:moveTo>
                <a:cubicBezTo>
                  <a:pt x="550880" y="47462"/>
                  <a:pt x="564474" y="61056"/>
                  <a:pt x="564474" y="77826"/>
                </a:cubicBezTo>
                <a:cubicBezTo>
                  <a:pt x="564474" y="94595"/>
                  <a:pt x="550880" y="108189"/>
                  <a:pt x="534111" y="108189"/>
                </a:cubicBezTo>
                <a:cubicBezTo>
                  <a:pt x="517341" y="108189"/>
                  <a:pt x="503747" y="94595"/>
                  <a:pt x="503747" y="77826"/>
                </a:cubicBezTo>
                <a:cubicBezTo>
                  <a:pt x="503747" y="61056"/>
                  <a:pt x="517341" y="47462"/>
                  <a:pt x="534111" y="47462"/>
                </a:cubicBezTo>
                <a:close/>
                <a:moveTo>
                  <a:pt x="461556" y="47462"/>
                </a:moveTo>
                <a:cubicBezTo>
                  <a:pt x="478326" y="47462"/>
                  <a:pt x="491920" y="61056"/>
                  <a:pt x="491920" y="77826"/>
                </a:cubicBezTo>
                <a:cubicBezTo>
                  <a:pt x="491920" y="94595"/>
                  <a:pt x="478326" y="108189"/>
                  <a:pt x="461556" y="108189"/>
                </a:cubicBezTo>
                <a:cubicBezTo>
                  <a:pt x="444787" y="108189"/>
                  <a:pt x="431192" y="94595"/>
                  <a:pt x="431192" y="77826"/>
                </a:cubicBezTo>
                <a:cubicBezTo>
                  <a:pt x="431192" y="61056"/>
                  <a:pt x="444787" y="47462"/>
                  <a:pt x="461556" y="47462"/>
                </a:cubicBezTo>
                <a:close/>
                <a:moveTo>
                  <a:pt x="389002" y="47462"/>
                </a:moveTo>
                <a:cubicBezTo>
                  <a:pt x="405771" y="47462"/>
                  <a:pt x="419365" y="61056"/>
                  <a:pt x="419365" y="77826"/>
                </a:cubicBezTo>
                <a:cubicBezTo>
                  <a:pt x="419365" y="94595"/>
                  <a:pt x="405771" y="108189"/>
                  <a:pt x="389002" y="108189"/>
                </a:cubicBezTo>
                <a:cubicBezTo>
                  <a:pt x="372232" y="108189"/>
                  <a:pt x="358638" y="94595"/>
                  <a:pt x="358638" y="77826"/>
                </a:cubicBezTo>
                <a:cubicBezTo>
                  <a:pt x="358638" y="61056"/>
                  <a:pt x="372232" y="47462"/>
                  <a:pt x="389002" y="47462"/>
                </a:cubicBezTo>
                <a:close/>
                <a:moveTo>
                  <a:pt x="316447" y="47462"/>
                </a:moveTo>
                <a:cubicBezTo>
                  <a:pt x="333216" y="47462"/>
                  <a:pt x="346810" y="61056"/>
                  <a:pt x="346810" y="77826"/>
                </a:cubicBezTo>
                <a:cubicBezTo>
                  <a:pt x="346810" y="94595"/>
                  <a:pt x="333216" y="108189"/>
                  <a:pt x="316447" y="108189"/>
                </a:cubicBezTo>
                <a:cubicBezTo>
                  <a:pt x="299677" y="108189"/>
                  <a:pt x="286084" y="94595"/>
                  <a:pt x="286084" y="77826"/>
                </a:cubicBezTo>
                <a:cubicBezTo>
                  <a:pt x="286084" y="61056"/>
                  <a:pt x="299677" y="47462"/>
                  <a:pt x="316447" y="47462"/>
                </a:cubicBezTo>
                <a:close/>
                <a:moveTo>
                  <a:pt x="243892" y="47462"/>
                </a:moveTo>
                <a:cubicBezTo>
                  <a:pt x="260662" y="47462"/>
                  <a:pt x="274256" y="61056"/>
                  <a:pt x="274256" y="77826"/>
                </a:cubicBezTo>
                <a:cubicBezTo>
                  <a:pt x="274256" y="94595"/>
                  <a:pt x="260662" y="108189"/>
                  <a:pt x="243892" y="108189"/>
                </a:cubicBezTo>
                <a:cubicBezTo>
                  <a:pt x="227123" y="108189"/>
                  <a:pt x="213529" y="94595"/>
                  <a:pt x="213529" y="77826"/>
                </a:cubicBezTo>
                <a:cubicBezTo>
                  <a:pt x="213529" y="61056"/>
                  <a:pt x="227123" y="47462"/>
                  <a:pt x="243892" y="47462"/>
                </a:cubicBezTo>
                <a:close/>
                <a:moveTo>
                  <a:pt x="171339" y="47462"/>
                </a:moveTo>
                <a:cubicBezTo>
                  <a:pt x="188107" y="47462"/>
                  <a:pt x="201701" y="61056"/>
                  <a:pt x="201701" y="77826"/>
                </a:cubicBezTo>
                <a:cubicBezTo>
                  <a:pt x="201701" y="94595"/>
                  <a:pt x="188107" y="108189"/>
                  <a:pt x="171339" y="108189"/>
                </a:cubicBezTo>
                <a:cubicBezTo>
                  <a:pt x="154708" y="108189"/>
                  <a:pt x="141113" y="94595"/>
                  <a:pt x="141113" y="77826"/>
                </a:cubicBezTo>
                <a:cubicBezTo>
                  <a:pt x="141113" y="61056"/>
                  <a:pt x="154708" y="47462"/>
                  <a:pt x="171339" y="47462"/>
                </a:cubicBezTo>
                <a:close/>
                <a:moveTo>
                  <a:pt x="98942" y="47462"/>
                </a:moveTo>
                <a:cubicBezTo>
                  <a:pt x="115700" y="47462"/>
                  <a:pt x="129294" y="61056"/>
                  <a:pt x="129294" y="77826"/>
                </a:cubicBezTo>
                <a:cubicBezTo>
                  <a:pt x="129294" y="94595"/>
                  <a:pt x="115700" y="108189"/>
                  <a:pt x="98942" y="108189"/>
                </a:cubicBezTo>
                <a:cubicBezTo>
                  <a:pt x="82168" y="108189"/>
                  <a:pt x="68573" y="94595"/>
                  <a:pt x="68573" y="77826"/>
                </a:cubicBezTo>
                <a:cubicBezTo>
                  <a:pt x="68573" y="61056"/>
                  <a:pt x="82168" y="47462"/>
                  <a:pt x="98942" y="47462"/>
                </a:cubicBezTo>
                <a:close/>
                <a:moveTo>
                  <a:pt x="26388" y="47462"/>
                </a:moveTo>
                <a:cubicBezTo>
                  <a:pt x="43149" y="47462"/>
                  <a:pt x="56744" y="61056"/>
                  <a:pt x="56744" y="77826"/>
                </a:cubicBezTo>
                <a:cubicBezTo>
                  <a:pt x="56744" y="94595"/>
                  <a:pt x="43149" y="108189"/>
                  <a:pt x="26388" y="108189"/>
                </a:cubicBezTo>
                <a:cubicBezTo>
                  <a:pt x="18002" y="108189"/>
                  <a:pt x="10410" y="104791"/>
                  <a:pt x="4916" y="99296"/>
                </a:cubicBezTo>
                <a:lnTo>
                  <a:pt x="0" y="87429"/>
                </a:lnTo>
                <a:lnTo>
                  <a:pt x="0" y="68222"/>
                </a:lnTo>
                <a:lnTo>
                  <a:pt x="4916" y="56355"/>
                </a:lnTo>
                <a:cubicBezTo>
                  <a:pt x="10410" y="50861"/>
                  <a:pt x="18002" y="47462"/>
                  <a:pt x="26388" y="47462"/>
                </a:cubicBezTo>
                <a:close/>
                <a:moveTo>
                  <a:pt x="1592868" y="0"/>
                </a:moveTo>
                <a:lnTo>
                  <a:pt x="1613441" y="0"/>
                </a:lnTo>
                <a:lnTo>
                  <a:pt x="1620472" y="27343"/>
                </a:lnTo>
                <a:lnTo>
                  <a:pt x="1610610" y="25352"/>
                </a:lnTo>
                <a:cubicBezTo>
                  <a:pt x="1605161" y="23047"/>
                  <a:pt x="1600525" y="19197"/>
                  <a:pt x="1597251" y="14351"/>
                </a:cubicBezTo>
                <a:close/>
                <a:moveTo>
                  <a:pt x="1520598" y="0"/>
                </a:moveTo>
                <a:lnTo>
                  <a:pt x="1579150" y="0"/>
                </a:lnTo>
                <a:lnTo>
                  <a:pt x="1571345" y="18844"/>
                </a:lnTo>
                <a:cubicBezTo>
                  <a:pt x="1565850" y="24339"/>
                  <a:pt x="1558259" y="27738"/>
                  <a:pt x="1549874" y="27738"/>
                </a:cubicBezTo>
                <a:cubicBezTo>
                  <a:pt x="1541490" y="27738"/>
                  <a:pt x="1533899" y="24339"/>
                  <a:pt x="1528404" y="18844"/>
                </a:cubicBezTo>
                <a:close/>
                <a:moveTo>
                  <a:pt x="1448044" y="0"/>
                </a:moveTo>
                <a:lnTo>
                  <a:pt x="1506596" y="0"/>
                </a:lnTo>
                <a:lnTo>
                  <a:pt x="1498790" y="18844"/>
                </a:lnTo>
                <a:cubicBezTo>
                  <a:pt x="1493295" y="24339"/>
                  <a:pt x="1485705" y="27738"/>
                  <a:pt x="1477320" y="27738"/>
                </a:cubicBezTo>
                <a:cubicBezTo>
                  <a:pt x="1468935" y="27738"/>
                  <a:pt x="1461344" y="24339"/>
                  <a:pt x="1455850" y="18844"/>
                </a:cubicBezTo>
                <a:close/>
                <a:moveTo>
                  <a:pt x="1375489" y="0"/>
                </a:moveTo>
                <a:lnTo>
                  <a:pt x="1434041" y="0"/>
                </a:lnTo>
                <a:lnTo>
                  <a:pt x="1426236" y="18844"/>
                </a:lnTo>
                <a:cubicBezTo>
                  <a:pt x="1420741" y="24339"/>
                  <a:pt x="1413150" y="27738"/>
                  <a:pt x="1404765" y="27738"/>
                </a:cubicBezTo>
                <a:cubicBezTo>
                  <a:pt x="1396381" y="27738"/>
                  <a:pt x="1388790" y="24339"/>
                  <a:pt x="1383295" y="18844"/>
                </a:cubicBezTo>
                <a:close/>
                <a:moveTo>
                  <a:pt x="1302935" y="0"/>
                </a:moveTo>
                <a:lnTo>
                  <a:pt x="1361486" y="0"/>
                </a:lnTo>
                <a:lnTo>
                  <a:pt x="1353681" y="18844"/>
                </a:lnTo>
                <a:cubicBezTo>
                  <a:pt x="1348186" y="24339"/>
                  <a:pt x="1340596" y="27738"/>
                  <a:pt x="1332211" y="27738"/>
                </a:cubicBezTo>
                <a:cubicBezTo>
                  <a:pt x="1323826" y="27738"/>
                  <a:pt x="1316235" y="24339"/>
                  <a:pt x="1310740" y="18844"/>
                </a:cubicBezTo>
                <a:close/>
                <a:moveTo>
                  <a:pt x="1230380" y="0"/>
                </a:moveTo>
                <a:lnTo>
                  <a:pt x="1288932" y="0"/>
                </a:lnTo>
                <a:lnTo>
                  <a:pt x="1281126" y="18844"/>
                </a:lnTo>
                <a:cubicBezTo>
                  <a:pt x="1275632" y="24339"/>
                  <a:pt x="1268041" y="27738"/>
                  <a:pt x="1259656" y="27738"/>
                </a:cubicBezTo>
                <a:cubicBezTo>
                  <a:pt x="1251271" y="27738"/>
                  <a:pt x="1243680" y="24339"/>
                  <a:pt x="1238186" y="18844"/>
                </a:cubicBezTo>
                <a:close/>
                <a:moveTo>
                  <a:pt x="1157826" y="0"/>
                </a:moveTo>
                <a:lnTo>
                  <a:pt x="1216377" y="0"/>
                </a:lnTo>
                <a:lnTo>
                  <a:pt x="1208572" y="18844"/>
                </a:lnTo>
                <a:cubicBezTo>
                  <a:pt x="1203077" y="24339"/>
                  <a:pt x="1195486" y="27738"/>
                  <a:pt x="1187102" y="27738"/>
                </a:cubicBezTo>
                <a:cubicBezTo>
                  <a:pt x="1178717" y="27738"/>
                  <a:pt x="1171126" y="24339"/>
                  <a:pt x="1165631" y="18844"/>
                </a:cubicBezTo>
                <a:close/>
                <a:moveTo>
                  <a:pt x="1085271" y="0"/>
                </a:moveTo>
                <a:lnTo>
                  <a:pt x="1143823" y="0"/>
                </a:lnTo>
                <a:lnTo>
                  <a:pt x="1136017" y="18844"/>
                </a:lnTo>
                <a:cubicBezTo>
                  <a:pt x="1130523" y="24339"/>
                  <a:pt x="1122932" y="27738"/>
                  <a:pt x="1114547" y="27738"/>
                </a:cubicBezTo>
                <a:cubicBezTo>
                  <a:pt x="1106162" y="27738"/>
                  <a:pt x="1098571" y="24339"/>
                  <a:pt x="1093077" y="18844"/>
                </a:cubicBezTo>
                <a:close/>
                <a:moveTo>
                  <a:pt x="1012717" y="0"/>
                </a:moveTo>
                <a:lnTo>
                  <a:pt x="1071268" y="0"/>
                </a:lnTo>
                <a:lnTo>
                  <a:pt x="1063463" y="18844"/>
                </a:lnTo>
                <a:cubicBezTo>
                  <a:pt x="1057968" y="24339"/>
                  <a:pt x="1050377" y="27738"/>
                  <a:pt x="1041993" y="27738"/>
                </a:cubicBezTo>
                <a:cubicBezTo>
                  <a:pt x="1033608" y="27738"/>
                  <a:pt x="1026017" y="24339"/>
                  <a:pt x="1020522" y="18844"/>
                </a:cubicBezTo>
                <a:close/>
                <a:moveTo>
                  <a:pt x="940162" y="0"/>
                </a:moveTo>
                <a:lnTo>
                  <a:pt x="998714" y="0"/>
                </a:lnTo>
                <a:lnTo>
                  <a:pt x="990908" y="18844"/>
                </a:lnTo>
                <a:cubicBezTo>
                  <a:pt x="985414" y="24339"/>
                  <a:pt x="977823" y="27738"/>
                  <a:pt x="969438" y="27738"/>
                </a:cubicBezTo>
                <a:cubicBezTo>
                  <a:pt x="961053" y="27738"/>
                  <a:pt x="953462" y="24339"/>
                  <a:pt x="947968" y="18844"/>
                </a:cubicBezTo>
                <a:close/>
                <a:moveTo>
                  <a:pt x="867607" y="0"/>
                </a:moveTo>
                <a:lnTo>
                  <a:pt x="926159" y="0"/>
                </a:lnTo>
                <a:lnTo>
                  <a:pt x="918354" y="18844"/>
                </a:lnTo>
                <a:cubicBezTo>
                  <a:pt x="912859" y="24339"/>
                  <a:pt x="905268" y="27738"/>
                  <a:pt x="896883" y="27738"/>
                </a:cubicBezTo>
                <a:cubicBezTo>
                  <a:pt x="888499" y="27738"/>
                  <a:pt x="880908" y="24339"/>
                  <a:pt x="875413" y="18844"/>
                </a:cubicBezTo>
                <a:close/>
                <a:moveTo>
                  <a:pt x="795053" y="0"/>
                </a:moveTo>
                <a:lnTo>
                  <a:pt x="853605" y="0"/>
                </a:lnTo>
                <a:lnTo>
                  <a:pt x="845799" y="18844"/>
                </a:lnTo>
                <a:cubicBezTo>
                  <a:pt x="840304" y="24339"/>
                  <a:pt x="832714" y="27738"/>
                  <a:pt x="824329" y="27738"/>
                </a:cubicBezTo>
                <a:cubicBezTo>
                  <a:pt x="815944" y="27738"/>
                  <a:pt x="808353" y="24339"/>
                  <a:pt x="802858" y="18844"/>
                </a:cubicBezTo>
                <a:close/>
                <a:moveTo>
                  <a:pt x="722498" y="0"/>
                </a:moveTo>
                <a:lnTo>
                  <a:pt x="781050" y="0"/>
                </a:lnTo>
                <a:lnTo>
                  <a:pt x="773245" y="18844"/>
                </a:lnTo>
                <a:cubicBezTo>
                  <a:pt x="767750" y="24339"/>
                  <a:pt x="760159" y="27738"/>
                  <a:pt x="751774" y="27738"/>
                </a:cubicBezTo>
                <a:cubicBezTo>
                  <a:pt x="743390" y="27738"/>
                  <a:pt x="735799" y="24339"/>
                  <a:pt x="730304" y="18844"/>
                </a:cubicBezTo>
                <a:close/>
                <a:moveTo>
                  <a:pt x="649944" y="0"/>
                </a:moveTo>
                <a:lnTo>
                  <a:pt x="708496" y="0"/>
                </a:lnTo>
                <a:lnTo>
                  <a:pt x="700690" y="18844"/>
                </a:lnTo>
                <a:cubicBezTo>
                  <a:pt x="695195" y="24339"/>
                  <a:pt x="687604" y="27738"/>
                  <a:pt x="679220" y="27738"/>
                </a:cubicBezTo>
                <a:cubicBezTo>
                  <a:pt x="670835" y="27738"/>
                  <a:pt x="663244" y="24339"/>
                  <a:pt x="657749" y="18844"/>
                </a:cubicBezTo>
                <a:close/>
                <a:moveTo>
                  <a:pt x="577389" y="0"/>
                </a:moveTo>
                <a:lnTo>
                  <a:pt x="635941" y="0"/>
                </a:lnTo>
                <a:lnTo>
                  <a:pt x="628135" y="18844"/>
                </a:lnTo>
                <a:cubicBezTo>
                  <a:pt x="622641" y="24339"/>
                  <a:pt x="615050" y="27738"/>
                  <a:pt x="606665" y="27738"/>
                </a:cubicBezTo>
                <a:cubicBezTo>
                  <a:pt x="598280" y="27738"/>
                  <a:pt x="590690" y="24339"/>
                  <a:pt x="585195" y="18844"/>
                </a:cubicBezTo>
                <a:close/>
                <a:moveTo>
                  <a:pt x="504835" y="0"/>
                </a:moveTo>
                <a:lnTo>
                  <a:pt x="563386" y="0"/>
                </a:lnTo>
                <a:lnTo>
                  <a:pt x="555581" y="18844"/>
                </a:lnTo>
                <a:cubicBezTo>
                  <a:pt x="550086" y="24339"/>
                  <a:pt x="542495" y="27738"/>
                  <a:pt x="534111" y="27738"/>
                </a:cubicBezTo>
                <a:cubicBezTo>
                  <a:pt x="525726" y="27738"/>
                  <a:pt x="518135" y="24339"/>
                  <a:pt x="512640" y="18844"/>
                </a:cubicBezTo>
                <a:close/>
                <a:moveTo>
                  <a:pt x="432280" y="0"/>
                </a:moveTo>
                <a:lnTo>
                  <a:pt x="490832" y="0"/>
                </a:lnTo>
                <a:lnTo>
                  <a:pt x="483026" y="18844"/>
                </a:lnTo>
                <a:cubicBezTo>
                  <a:pt x="477532" y="24339"/>
                  <a:pt x="469941" y="27738"/>
                  <a:pt x="461556" y="27738"/>
                </a:cubicBezTo>
                <a:cubicBezTo>
                  <a:pt x="453171" y="27738"/>
                  <a:pt x="445580" y="24339"/>
                  <a:pt x="440086" y="18844"/>
                </a:cubicBezTo>
                <a:close/>
                <a:moveTo>
                  <a:pt x="359726" y="0"/>
                </a:moveTo>
                <a:lnTo>
                  <a:pt x="418277" y="0"/>
                </a:lnTo>
                <a:lnTo>
                  <a:pt x="410472" y="18844"/>
                </a:lnTo>
                <a:cubicBezTo>
                  <a:pt x="404977" y="24339"/>
                  <a:pt x="397386" y="27738"/>
                  <a:pt x="389002" y="27738"/>
                </a:cubicBezTo>
                <a:cubicBezTo>
                  <a:pt x="380617" y="27738"/>
                  <a:pt x="373026" y="24339"/>
                  <a:pt x="367531" y="18844"/>
                </a:cubicBezTo>
                <a:close/>
                <a:moveTo>
                  <a:pt x="287171" y="0"/>
                </a:moveTo>
                <a:lnTo>
                  <a:pt x="345723" y="0"/>
                </a:lnTo>
                <a:lnTo>
                  <a:pt x="337917" y="18844"/>
                </a:lnTo>
                <a:cubicBezTo>
                  <a:pt x="332423" y="24339"/>
                  <a:pt x="324832" y="27738"/>
                  <a:pt x="316447" y="27738"/>
                </a:cubicBezTo>
                <a:cubicBezTo>
                  <a:pt x="308062" y="27738"/>
                  <a:pt x="300471" y="24339"/>
                  <a:pt x="294977" y="18844"/>
                </a:cubicBezTo>
                <a:close/>
                <a:moveTo>
                  <a:pt x="214617" y="0"/>
                </a:moveTo>
                <a:lnTo>
                  <a:pt x="273168" y="0"/>
                </a:lnTo>
                <a:lnTo>
                  <a:pt x="265363" y="18844"/>
                </a:lnTo>
                <a:cubicBezTo>
                  <a:pt x="259868" y="24339"/>
                  <a:pt x="252277" y="27738"/>
                  <a:pt x="243892" y="27738"/>
                </a:cubicBezTo>
                <a:cubicBezTo>
                  <a:pt x="235508" y="27738"/>
                  <a:pt x="227917" y="24339"/>
                  <a:pt x="222422" y="18844"/>
                </a:cubicBezTo>
                <a:close/>
                <a:moveTo>
                  <a:pt x="142204" y="0"/>
                </a:moveTo>
                <a:lnTo>
                  <a:pt x="200614" y="0"/>
                </a:lnTo>
                <a:lnTo>
                  <a:pt x="192808" y="18844"/>
                </a:lnTo>
                <a:cubicBezTo>
                  <a:pt x="187314" y="24339"/>
                  <a:pt x="179723" y="27738"/>
                  <a:pt x="171339" y="27738"/>
                </a:cubicBezTo>
                <a:cubicBezTo>
                  <a:pt x="163026" y="27738"/>
                  <a:pt x="155471" y="24339"/>
                  <a:pt x="149994" y="18844"/>
                </a:cubicBezTo>
                <a:close/>
                <a:moveTo>
                  <a:pt x="69668" y="0"/>
                </a:moveTo>
                <a:lnTo>
                  <a:pt x="128212" y="0"/>
                </a:lnTo>
                <a:lnTo>
                  <a:pt x="120408" y="18844"/>
                </a:lnTo>
                <a:cubicBezTo>
                  <a:pt x="114915" y="24339"/>
                  <a:pt x="107328" y="27738"/>
                  <a:pt x="98949" y="27738"/>
                </a:cubicBezTo>
                <a:cubicBezTo>
                  <a:pt x="90562" y="27738"/>
                  <a:pt x="82969" y="24339"/>
                  <a:pt x="77474" y="18844"/>
                </a:cubicBezTo>
                <a:close/>
                <a:moveTo>
                  <a:pt x="0" y="0"/>
                </a:moveTo>
                <a:lnTo>
                  <a:pt x="55662" y="0"/>
                </a:lnTo>
                <a:lnTo>
                  <a:pt x="47858" y="18844"/>
                </a:lnTo>
                <a:cubicBezTo>
                  <a:pt x="42364" y="24339"/>
                  <a:pt x="34775" y="27738"/>
                  <a:pt x="26394" y="27738"/>
                </a:cubicBezTo>
                <a:cubicBezTo>
                  <a:pt x="18009" y="27738"/>
                  <a:pt x="10417" y="24339"/>
                  <a:pt x="4922" y="18844"/>
                </a:cubicBezTo>
                <a:lnTo>
                  <a:pt x="0" y="6962"/>
                </a:lnTo>
                <a:close/>
              </a:path>
            </a:pathLst>
          </a:custGeom>
          <a:solidFill>
            <a:schemeClr val="accent1">
              <a:alpha val="60000"/>
            </a:schemeClr>
          </a:soli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376" name="Google Shape;376;p32"/>
          <p:cNvSpPr/>
          <p:nvPr/>
        </p:nvSpPr>
        <p:spPr>
          <a:xfrm>
            <a:off x="2" y="2"/>
            <a:ext cx="403373" cy="496797"/>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377" name="Google Shape;377;p32"/>
          <p:cNvSpPr txBox="1">
            <a:spLocks noGrp="1"/>
          </p:cNvSpPr>
          <p:nvPr>
            <p:ph type="subTitle" idx="1"/>
          </p:nvPr>
        </p:nvSpPr>
        <p:spPr>
          <a:xfrm>
            <a:off x="548633" y="3654225"/>
            <a:ext cx="4876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2"/>
              </a:buClr>
              <a:buSzPts val="900"/>
              <a:buNone/>
              <a:defRPr sz="1200" b="1">
                <a:solidFill>
                  <a:schemeClr val="lt2"/>
                </a:solidFill>
              </a:defRPr>
            </a:lvl1pPr>
            <a:lvl2pPr lvl="1" algn="l">
              <a:lnSpc>
                <a:spcPct val="100000"/>
              </a:lnSpc>
              <a:spcBef>
                <a:spcPts val="267"/>
              </a:spcBef>
              <a:spcAft>
                <a:spcPts val="0"/>
              </a:spcAft>
              <a:buClr>
                <a:schemeClr val="lt2"/>
              </a:buClr>
              <a:buSzPts val="1000"/>
              <a:buNone/>
              <a:defRPr sz="1333" b="1">
                <a:solidFill>
                  <a:schemeClr val="lt2"/>
                </a:solidFill>
              </a:defRPr>
            </a:lvl2pPr>
            <a:lvl3pPr lvl="2" algn="l">
              <a:lnSpc>
                <a:spcPct val="100000"/>
              </a:lnSpc>
              <a:spcBef>
                <a:spcPts val="267"/>
              </a:spcBef>
              <a:spcAft>
                <a:spcPts val="0"/>
              </a:spcAft>
              <a:buClr>
                <a:schemeClr val="lt2"/>
              </a:buClr>
              <a:buSzPts val="1000"/>
              <a:buNone/>
              <a:defRPr sz="1333" b="1">
                <a:solidFill>
                  <a:schemeClr val="lt2"/>
                </a:solidFill>
              </a:defRPr>
            </a:lvl3pPr>
            <a:lvl4pPr lvl="3" algn="l">
              <a:lnSpc>
                <a:spcPct val="100000"/>
              </a:lnSpc>
              <a:spcBef>
                <a:spcPts val="267"/>
              </a:spcBef>
              <a:spcAft>
                <a:spcPts val="0"/>
              </a:spcAft>
              <a:buClr>
                <a:schemeClr val="lt2"/>
              </a:buClr>
              <a:buSzPts val="1000"/>
              <a:buNone/>
              <a:defRPr sz="1333" b="1">
                <a:solidFill>
                  <a:schemeClr val="lt2"/>
                </a:solidFill>
              </a:defRPr>
            </a:lvl4pPr>
            <a:lvl5pPr lvl="4" algn="l">
              <a:lnSpc>
                <a:spcPct val="100000"/>
              </a:lnSpc>
              <a:spcBef>
                <a:spcPts val="267"/>
              </a:spcBef>
              <a:spcAft>
                <a:spcPts val="0"/>
              </a:spcAft>
              <a:buClr>
                <a:schemeClr val="lt2"/>
              </a:buClr>
              <a:buSzPts val="1000"/>
              <a:buNone/>
              <a:defRPr sz="1333" b="1">
                <a:solidFill>
                  <a:schemeClr val="lt2"/>
                </a:solidFill>
              </a:defRPr>
            </a:lvl5pPr>
            <a:lvl6pPr lvl="5" algn="l">
              <a:lnSpc>
                <a:spcPct val="100000"/>
              </a:lnSpc>
              <a:spcBef>
                <a:spcPts val="267"/>
              </a:spcBef>
              <a:spcAft>
                <a:spcPts val="0"/>
              </a:spcAft>
              <a:buClr>
                <a:schemeClr val="lt2"/>
              </a:buClr>
              <a:buSzPts val="1000"/>
              <a:buNone/>
              <a:defRPr sz="1333" b="1">
                <a:solidFill>
                  <a:schemeClr val="lt2"/>
                </a:solidFill>
              </a:defRPr>
            </a:lvl6pPr>
            <a:lvl7pPr lvl="6" algn="l">
              <a:lnSpc>
                <a:spcPct val="100000"/>
              </a:lnSpc>
              <a:spcBef>
                <a:spcPts val="267"/>
              </a:spcBef>
              <a:spcAft>
                <a:spcPts val="0"/>
              </a:spcAft>
              <a:buClr>
                <a:schemeClr val="lt2"/>
              </a:buClr>
              <a:buSzPts val="1000"/>
              <a:buNone/>
              <a:defRPr sz="1333" b="1">
                <a:solidFill>
                  <a:schemeClr val="lt2"/>
                </a:solidFill>
              </a:defRPr>
            </a:lvl7pPr>
            <a:lvl8pPr lvl="7" algn="l">
              <a:lnSpc>
                <a:spcPct val="100000"/>
              </a:lnSpc>
              <a:spcBef>
                <a:spcPts val="267"/>
              </a:spcBef>
              <a:spcAft>
                <a:spcPts val="0"/>
              </a:spcAft>
              <a:buClr>
                <a:schemeClr val="lt2"/>
              </a:buClr>
              <a:buSzPts val="1000"/>
              <a:buNone/>
              <a:defRPr sz="1333" b="1">
                <a:solidFill>
                  <a:schemeClr val="lt2"/>
                </a:solidFill>
              </a:defRPr>
            </a:lvl8pPr>
            <a:lvl9pPr lvl="8" algn="l">
              <a:lnSpc>
                <a:spcPct val="100000"/>
              </a:lnSpc>
              <a:spcBef>
                <a:spcPts val="267"/>
              </a:spcBef>
              <a:spcAft>
                <a:spcPts val="267"/>
              </a:spcAft>
              <a:buClr>
                <a:schemeClr val="lt2"/>
              </a:buClr>
              <a:buSzPts val="1000"/>
              <a:buNone/>
              <a:defRPr sz="1333" b="1">
                <a:solidFill>
                  <a:schemeClr val="lt2"/>
                </a:solidFill>
              </a:defRPr>
            </a:lvl9pPr>
          </a:lstStyle>
          <a:p>
            <a:endParaRPr/>
          </a:p>
        </p:txBody>
      </p:sp>
      <p:sp>
        <p:nvSpPr>
          <p:cNvPr id="378" name="Google Shape;378;p32"/>
          <p:cNvSpPr txBox="1">
            <a:spLocks noGrp="1"/>
          </p:cNvSpPr>
          <p:nvPr>
            <p:ph type="subTitle" idx="24"/>
          </p:nvPr>
        </p:nvSpPr>
        <p:spPr>
          <a:xfrm>
            <a:off x="1929599" y="3690335"/>
            <a:ext cx="11568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700"/>
              <a:buNone/>
              <a:defRPr sz="933"/>
            </a:lvl1pPr>
            <a:lvl2pPr lvl="1" algn="l">
              <a:lnSpc>
                <a:spcPct val="100000"/>
              </a:lnSpc>
              <a:spcBef>
                <a:spcPts val="267"/>
              </a:spcBef>
              <a:spcAft>
                <a:spcPts val="0"/>
              </a:spcAft>
              <a:buSzPts val="800"/>
              <a:buNone/>
              <a:defRPr sz="1067"/>
            </a:lvl2pPr>
            <a:lvl3pPr lvl="2" algn="l">
              <a:lnSpc>
                <a:spcPct val="100000"/>
              </a:lnSpc>
              <a:spcBef>
                <a:spcPts val="267"/>
              </a:spcBef>
              <a:spcAft>
                <a:spcPts val="0"/>
              </a:spcAft>
              <a:buSzPts val="800"/>
              <a:buNone/>
              <a:defRPr sz="1067"/>
            </a:lvl3pPr>
            <a:lvl4pPr lvl="3" algn="l">
              <a:lnSpc>
                <a:spcPct val="100000"/>
              </a:lnSpc>
              <a:spcBef>
                <a:spcPts val="267"/>
              </a:spcBef>
              <a:spcAft>
                <a:spcPts val="0"/>
              </a:spcAft>
              <a:buSzPts val="800"/>
              <a:buNone/>
              <a:defRPr sz="1067"/>
            </a:lvl4pPr>
            <a:lvl5pPr lvl="4" algn="l">
              <a:lnSpc>
                <a:spcPct val="100000"/>
              </a:lnSpc>
              <a:spcBef>
                <a:spcPts val="267"/>
              </a:spcBef>
              <a:spcAft>
                <a:spcPts val="0"/>
              </a:spcAft>
              <a:buSzPts val="800"/>
              <a:buNone/>
              <a:defRPr sz="1067"/>
            </a:lvl5pPr>
            <a:lvl6pPr lvl="5" algn="l">
              <a:lnSpc>
                <a:spcPct val="100000"/>
              </a:lnSpc>
              <a:spcBef>
                <a:spcPts val="267"/>
              </a:spcBef>
              <a:spcAft>
                <a:spcPts val="0"/>
              </a:spcAft>
              <a:buSzPts val="800"/>
              <a:buNone/>
              <a:defRPr sz="1067"/>
            </a:lvl6pPr>
            <a:lvl7pPr lvl="6" algn="l">
              <a:lnSpc>
                <a:spcPct val="100000"/>
              </a:lnSpc>
              <a:spcBef>
                <a:spcPts val="267"/>
              </a:spcBef>
              <a:spcAft>
                <a:spcPts val="0"/>
              </a:spcAft>
              <a:buSzPts val="800"/>
              <a:buNone/>
              <a:defRPr sz="1067"/>
            </a:lvl7pPr>
            <a:lvl8pPr lvl="7" algn="l">
              <a:lnSpc>
                <a:spcPct val="100000"/>
              </a:lnSpc>
              <a:spcBef>
                <a:spcPts val="267"/>
              </a:spcBef>
              <a:spcAft>
                <a:spcPts val="0"/>
              </a:spcAft>
              <a:buSzPts val="800"/>
              <a:buNone/>
              <a:defRPr sz="1067"/>
            </a:lvl8pPr>
            <a:lvl9pPr lvl="8" algn="l">
              <a:lnSpc>
                <a:spcPct val="100000"/>
              </a:lnSpc>
              <a:spcBef>
                <a:spcPts val="267"/>
              </a:spcBef>
              <a:spcAft>
                <a:spcPts val="267"/>
              </a:spcAft>
              <a:buSzPts val="800"/>
              <a:buNone/>
              <a:defRPr sz="1067"/>
            </a:lvl9pPr>
          </a:lstStyle>
          <a:p>
            <a:endParaRPr/>
          </a:p>
        </p:txBody>
      </p:sp>
      <p:sp>
        <p:nvSpPr>
          <p:cNvPr id="379" name="Google Shape;379;p32"/>
          <p:cNvSpPr txBox="1">
            <a:spLocks noGrp="1"/>
          </p:cNvSpPr>
          <p:nvPr>
            <p:ph type="subTitle" idx="25"/>
          </p:nvPr>
        </p:nvSpPr>
        <p:spPr>
          <a:xfrm>
            <a:off x="1929599" y="3508335"/>
            <a:ext cx="11568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800"/>
              <a:buNone/>
              <a:defRPr sz="1067" b="1">
                <a:solidFill>
                  <a:schemeClr val="accent1"/>
                </a:solidFill>
              </a:defRPr>
            </a:lvl1pPr>
            <a:lvl2pPr lvl="1" algn="l">
              <a:lnSpc>
                <a:spcPct val="100000"/>
              </a:lnSpc>
              <a:spcBef>
                <a:spcPts val="267"/>
              </a:spcBef>
              <a:spcAft>
                <a:spcPts val="0"/>
              </a:spcAft>
              <a:buClr>
                <a:schemeClr val="accent1"/>
              </a:buClr>
              <a:buSzPts val="1000"/>
              <a:buNone/>
              <a:defRPr sz="1333" b="1">
                <a:solidFill>
                  <a:schemeClr val="accent1"/>
                </a:solidFill>
              </a:defRPr>
            </a:lvl2pPr>
            <a:lvl3pPr lvl="2" algn="l">
              <a:lnSpc>
                <a:spcPct val="100000"/>
              </a:lnSpc>
              <a:spcBef>
                <a:spcPts val="267"/>
              </a:spcBef>
              <a:spcAft>
                <a:spcPts val="0"/>
              </a:spcAft>
              <a:buClr>
                <a:schemeClr val="accent1"/>
              </a:buClr>
              <a:buSzPts val="1000"/>
              <a:buNone/>
              <a:defRPr sz="1333" b="1">
                <a:solidFill>
                  <a:schemeClr val="accent1"/>
                </a:solidFill>
              </a:defRPr>
            </a:lvl3pPr>
            <a:lvl4pPr lvl="3" algn="l">
              <a:lnSpc>
                <a:spcPct val="100000"/>
              </a:lnSpc>
              <a:spcBef>
                <a:spcPts val="267"/>
              </a:spcBef>
              <a:spcAft>
                <a:spcPts val="0"/>
              </a:spcAft>
              <a:buClr>
                <a:schemeClr val="accent1"/>
              </a:buClr>
              <a:buSzPts val="1000"/>
              <a:buNone/>
              <a:defRPr sz="1333" b="1">
                <a:solidFill>
                  <a:schemeClr val="accent1"/>
                </a:solidFill>
              </a:defRPr>
            </a:lvl4pPr>
            <a:lvl5pPr lvl="4" algn="l">
              <a:lnSpc>
                <a:spcPct val="100000"/>
              </a:lnSpc>
              <a:spcBef>
                <a:spcPts val="267"/>
              </a:spcBef>
              <a:spcAft>
                <a:spcPts val="0"/>
              </a:spcAft>
              <a:buClr>
                <a:schemeClr val="accent1"/>
              </a:buClr>
              <a:buSzPts val="1000"/>
              <a:buNone/>
              <a:defRPr sz="1333" b="1">
                <a:solidFill>
                  <a:schemeClr val="accent1"/>
                </a:solidFill>
              </a:defRPr>
            </a:lvl5pPr>
            <a:lvl6pPr lvl="5" algn="l">
              <a:lnSpc>
                <a:spcPct val="100000"/>
              </a:lnSpc>
              <a:spcBef>
                <a:spcPts val="267"/>
              </a:spcBef>
              <a:spcAft>
                <a:spcPts val="0"/>
              </a:spcAft>
              <a:buClr>
                <a:schemeClr val="accent1"/>
              </a:buClr>
              <a:buSzPts val="1000"/>
              <a:buNone/>
              <a:defRPr sz="1333" b="1">
                <a:solidFill>
                  <a:schemeClr val="accent1"/>
                </a:solidFill>
              </a:defRPr>
            </a:lvl6pPr>
            <a:lvl7pPr lvl="6" algn="l">
              <a:lnSpc>
                <a:spcPct val="100000"/>
              </a:lnSpc>
              <a:spcBef>
                <a:spcPts val="267"/>
              </a:spcBef>
              <a:spcAft>
                <a:spcPts val="0"/>
              </a:spcAft>
              <a:buClr>
                <a:schemeClr val="accent1"/>
              </a:buClr>
              <a:buSzPts val="1000"/>
              <a:buNone/>
              <a:defRPr sz="1333" b="1">
                <a:solidFill>
                  <a:schemeClr val="accent1"/>
                </a:solidFill>
              </a:defRPr>
            </a:lvl7pPr>
            <a:lvl8pPr lvl="7" algn="l">
              <a:lnSpc>
                <a:spcPct val="100000"/>
              </a:lnSpc>
              <a:spcBef>
                <a:spcPts val="267"/>
              </a:spcBef>
              <a:spcAft>
                <a:spcPts val="0"/>
              </a:spcAft>
              <a:buClr>
                <a:schemeClr val="accent1"/>
              </a:buClr>
              <a:buSzPts val="1000"/>
              <a:buNone/>
              <a:defRPr sz="1333" b="1">
                <a:solidFill>
                  <a:schemeClr val="accent1"/>
                </a:solidFill>
              </a:defRPr>
            </a:lvl8pPr>
            <a:lvl9pPr lvl="8" algn="l">
              <a:lnSpc>
                <a:spcPct val="100000"/>
              </a:lnSpc>
              <a:spcBef>
                <a:spcPts val="267"/>
              </a:spcBef>
              <a:spcAft>
                <a:spcPts val="267"/>
              </a:spcAft>
              <a:buClr>
                <a:schemeClr val="accent1"/>
              </a:buClr>
              <a:buSzPts val="1000"/>
              <a:buNone/>
              <a:defRPr sz="1333" b="1">
                <a:solidFill>
                  <a:schemeClr val="accent1"/>
                </a:solidFill>
              </a:defRPr>
            </a:lvl9pPr>
          </a:lstStyle>
          <a:p>
            <a:endParaRPr/>
          </a:p>
        </p:txBody>
      </p:sp>
      <p:cxnSp>
        <p:nvCxnSpPr>
          <p:cNvPr id="380" name="Google Shape;380;p32"/>
          <p:cNvCxnSpPr>
            <a:stCxn id="336" idx="4"/>
            <a:endCxn id="347" idx="0"/>
          </p:cNvCxnSpPr>
          <p:nvPr/>
        </p:nvCxnSpPr>
        <p:spPr>
          <a:xfrm rot="5400000">
            <a:off x="4465272" y="-72161"/>
            <a:ext cx="384800" cy="4243200"/>
          </a:xfrm>
          <a:prstGeom prst="bentConnector3">
            <a:avLst>
              <a:gd name="adj1" fmla="val 49987"/>
            </a:avLst>
          </a:prstGeom>
          <a:noFill/>
          <a:ln w="9525" cap="flat" cmpd="sng">
            <a:solidFill>
              <a:schemeClr val="accent3"/>
            </a:solidFill>
            <a:prstDash val="solid"/>
            <a:round/>
            <a:headEnd type="none" w="sm" len="sm"/>
            <a:tailEnd type="none" w="sm" len="sm"/>
          </a:ln>
        </p:spPr>
      </p:cxnSp>
      <p:cxnSp>
        <p:nvCxnSpPr>
          <p:cNvPr id="381" name="Google Shape;381;p32"/>
          <p:cNvCxnSpPr>
            <a:stCxn id="336" idx="4"/>
            <a:endCxn id="335" idx="0"/>
          </p:cNvCxnSpPr>
          <p:nvPr/>
        </p:nvCxnSpPr>
        <p:spPr>
          <a:xfrm rot="-5400000" flipH="1">
            <a:off x="6587272" y="2049039"/>
            <a:ext cx="384800" cy="800"/>
          </a:xfrm>
          <a:prstGeom prst="bentConnector3">
            <a:avLst>
              <a:gd name="adj1" fmla="val 49987"/>
            </a:avLst>
          </a:prstGeom>
          <a:noFill/>
          <a:ln w="9525" cap="flat" cmpd="sng">
            <a:solidFill>
              <a:schemeClr val="accent3"/>
            </a:solidFill>
            <a:prstDash val="solid"/>
            <a:round/>
            <a:headEnd type="none" w="sm" len="sm"/>
            <a:tailEnd type="none" w="sm" len="sm"/>
          </a:ln>
        </p:spPr>
      </p:cxnSp>
      <p:cxnSp>
        <p:nvCxnSpPr>
          <p:cNvPr id="382" name="Google Shape;382;p32"/>
          <p:cNvCxnSpPr>
            <a:stCxn id="336" idx="4"/>
            <a:endCxn id="337" idx="0"/>
          </p:cNvCxnSpPr>
          <p:nvPr/>
        </p:nvCxnSpPr>
        <p:spPr>
          <a:xfrm rot="-5400000" flipH="1">
            <a:off x="8147272" y="489039"/>
            <a:ext cx="384800" cy="3120800"/>
          </a:xfrm>
          <a:prstGeom prst="bentConnector3">
            <a:avLst>
              <a:gd name="adj1" fmla="val 49987"/>
            </a:avLst>
          </a:prstGeom>
          <a:noFill/>
          <a:ln w="9525" cap="flat" cmpd="sng">
            <a:solidFill>
              <a:schemeClr val="accent3"/>
            </a:solidFill>
            <a:prstDash val="solid"/>
            <a:round/>
            <a:headEnd type="none" w="sm" len="sm"/>
            <a:tailEnd type="none" w="sm" len="sm"/>
          </a:ln>
        </p:spPr>
      </p:cxnSp>
      <p:cxnSp>
        <p:nvCxnSpPr>
          <p:cNvPr id="383" name="Google Shape;383;p32"/>
          <p:cNvCxnSpPr>
            <a:stCxn id="347" idx="4"/>
            <a:endCxn id="351" idx="0"/>
          </p:cNvCxnSpPr>
          <p:nvPr/>
        </p:nvCxnSpPr>
        <p:spPr>
          <a:xfrm rot="5400000">
            <a:off x="1793293" y="2637937"/>
            <a:ext cx="408000" cy="1077200"/>
          </a:xfrm>
          <a:prstGeom prst="bentConnector3">
            <a:avLst>
              <a:gd name="adj1" fmla="val 50016"/>
            </a:avLst>
          </a:prstGeom>
          <a:noFill/>
          <a:ln w="9525" cap="flat" cmpd="sng">
            <a:solidFill>
              <a:schemeClr val="accent3"/>
            </a:solidFill>
            <a:prstDash val="solid"/>
            <a:round/>
            <a:headEnd type="none" w="sm" len="sm"/>
            <a:tailEnd type="none" w="sm" len="sm"/>
          </a:ln>
        </p:spPr>
      </p:cxnSp>
      <p:cxnSp>
        <p:nvCxnSpPr>
          <p:cNvPr id="384" name="Google Shape;384;p32"/>
          <p:cNvCxnSpPr>
            <a:stCxn id="348" idx="0"/>
            <a:endCxn id="347" idx="4"/>
          </p:cNvCxnSpPr>
          <p:nvPr/>
        </p:nvCxnSpPr>
        <p:spPr>
          <a:xfrm rot="5400000" flipH="1">
            <a:off x="2848384" y="2660069"/>
            <a:ext cx="408000" cy="1033200"/>
          </a:xfrm>
          <a:prstGeom prst="bentConnector3">
            <a:avLst>
              <a:gd name="adj1" fmla="val 50016"/>
            </a:avLst>
          </a:prstGeom>
          <a:noFill/>
          <a:ln w="9525" cap="flat" cmpd="sng">
            <a:solidFill>
              <a:schemeClr val="accent3"/>
            </a:solidFill>
            <a:prstDash val="solid"/>
            <a:round/>
            <a:headEnd type="none" w="sm" len="sm"/>
            <a:tailEnd type="none" w="sm" len="sm"/>
          </a:ln>
        </p:spPr>
      </p:cxnSp>
      <p:cxnSp>
        <p:nvCxnSpPr>
          <p:cNvPr id="385" name="Google Shape;385;p32"/>
          <p:cNvCxnSpPr>
            <a:stCxn id="335" idx="4"/>
            <a:endCxn id="344" idx="0"/>
          </p:cNvCxnSpPr>
          <p:nvPr/>
        </p:nvCxnSpPr>
        <p:spPr>
          <a:xfrm rot="5400000">
            <a:off x="6025272" y="2626537"/>
            <a:ext cx="408000" cy="1100000"/>
          </a:xfrm>
          <a:prstGeom prst="bentConnector3">
            <a:avLst>
              <a:gd name="adj1" fmla="val 50016"/>
            </a:avLst>
          </a:prstGeom>
          <a:noFill/>
          <a:ln w="9525" cap="flat" cmpd="sng">
            <a:solidFill>
              <a:schemeClr val="accent3"/>
            </a:solidFill>
            <a:prstDash val="solid"/>
            <a:round/>
            <a:headEnd type="none" w="sm" len="sm"/>
            <a:tailEnd type="none" w="sm" len="sm"/>
          </a:ln>
        </p:spPr>
      </p:cxnSp>
      <p:cxnSp>
        <p:nvCxnSpPr>
          <p:cNvPr id="386" name="Google Shape;386;p32"/>
          <p:cNvCxnSpPr>
            <a:stCxn id="341" idx="0"/>
            <a:endCxn id="335" idx="4"/>
          </p:cNvCxnSpPr>
          <p:nvPr/>
        </p:nvCxnSpPr>
        <p:spPr>
          <a:xfrm rot="5400000" flipH="1">
            <a:off x="7080517" y="2671469"/>
            <a:ext cx="408000" cy="1010400"/>
          </a:xfrm>
          <a:prstGeom prst="bentConnector3">
            <a:avLst>
              <a:gd name="adj1" fmla="val 50016"/>
            </a:avLst>
          </a:prstGeom>
          <a:noFill/>
          <a:ln w="9525" cap="flat" cmpd="sng">
            <a:solidFill>
              <a:schemeClr val="accent3"/>
            </a:solidFill>
            <a:prstDash val="solid"/>
            <a:round/>
            <a:headEnd type="none" w="sm" len="sm"/>
            <a:tailEnd type="none" w="sm" len="sm"/>
          </a:ln>
        </p:spPr>
      </p:cxnSp>
      <p:cxnSp>
        <p:nvCxnSpPr>
          <p:cNvPr id="387" name="Google Shape;387;p32"/>
          <p:cNvCxnSpPr>
            <a:stCxn id="344" idx="4"/>
            <a:endCxn id="345" idx="0"/>
          </p:cNvCxnSpPr>
          <p:nvPr/>
        </p:nvCxnSpPr>
        <p:spPr>
          <a:xfrm rot="-5400000" flipH="1">
            <a:off x="5475751" y="4315069"/>
            <a:ext cx="408000" cy="800"/>
          </a:xfrm>
          <a:prstGeom prst="bentConnector3">
            <a:avLst>
              <a:gd name="adj1" fmla="val 50016"/>
            </a:avLst>
          </a:prstGeom>
          <a:noFill/>
          <a:ln w="9525" cap="flat" cmpd="sng">
            <a:solidFill>
              <a:schemeClr val="accent3"/>
            </a:solidFill>
            <a:prstDash val="solid"/>
            <a:round/>
            <a:headEnd type="none" w="sm" len="sm"/>
            <a:tailEnd type="none" w="sm" len="sm"/>
          </a:ln>
        </p:spPr>
      </p:cxnSp>
      <p:cxnSp>
        <p:nvCxnSpPr>
          <p:cNvPr id="388" name="Google Shape;388;p32"/>
          <p:cNvCxnSpPr>
            <a:stCxn id="345" idx="4"/>
            <a:endCxn id="346" idx="0"/>
          </p:cNvCxnSpPr>
          <p:nvPr/>
        </p:nvCxnSpPr>
        <p:spPr>
          <a:xfrm rot="-5400000" flipH="1">
            <a:off x="5475751" y="5454001"/>
            <a:ext cx="408000" cy="800"/>
          </a:xfrm>
          <a:prstGeom prst="bentConnector3">
            <a:avLst>
              <a:gd name="adj1" fmla="val 50016"/>
            </a:avLst>
          </a:prstGeom>
          <a:noFill/>
          <a:ln w="9525" cap="flat" cmpd="sng">
            <a:solidFill>
              <a:schemeClr val="accent3"/>
            </a:solidFill>
            <a:prstDash val="solid"/>
            <a:round/>
            <a:headEnd type="none" w="sm" len="sm"/>
            <a:tailEnd type="none" w="sm" len="sm"/>
          </a:ln>
        </p:spPr>
      </p:cxnSp>
      <p:cxnSp>
        <p:nvCxnSpPr>
          <p:cNvPr id="389" name="Google Shape;389;p32"/>
          <p:cNvCxnSpPr>
            <a:stCxn id="338" idx="0"/>
            <a:endCxn id="337" idx="4"/>
          </p:cNvCxnSpPr>
          <p:nvPr/>
        </p:nvCxnSpPr>
        <p:spPr>
          <a:xfrm rot="-5400000">
            <a:off x="9696484" y="3176269"/>
            <a:ext cx="408000" cy="800"/>
          </a:xfrm>
          <a:prstGeom prst="bentConnector3">
            <a:avLst>
              <a:gd name="adj1" fmla="val 50016"/>
            </a:avLst>
          </a:prstGeom>
          <a:noFill/>
          <a:ln w="9525" cap="flat" cmpd="sng">
            <a:solidFill>
              <a:schemeClr val="accent3"/>
            </a:solidFill>
            <a:prstDash val="solid"/>
            <a:round/>
            <a:headEnd type="none" w="sm" len="sm"/>
            <a:tailEnd type="none" w="sm" len="sm"/>
          </a:ln>
        </p:spPr>
      </p:cxnSp>
      <p:cxnSp>
        <p:nvCxnSpPr>
          <p:cNvPr id="390" name="Google Shape;390;p32"/>
          <p:cNvCxnSpPr>
            <a:stCxn id="339" idx="0"/>
            <a:endCxn id="338" idx="4"/>
          </p:cNvCxnSpPr>
          <p:nvPr/>
        </p:nvCxnSpPr>
        <p:spPr>
          <a:xfrm rot="-5400000">
            <a:off x="9696484" y="4315201"/>
            <a:ext cx="408000" cy="800"/>
          </a:xfrm>
          <a:prstGeom prst="bentConnector3">
            <a:avLst>
              <a:gd name="adj1" fmla="val 50016"/>
            </a:avLst>
          </a:prstGeom>
          <a:noFill/>
          <a:ln w="9525" cap="flat" cmpd="sng">
            <a:solidFill>
              <a:schemeClr val="accent3"/>
            </a:solidFill>
            <a:prstDash val="solid"/>
            <a:round/>
            <a:headEnd type="none" w="sm" len="sm"/>
            <a:tailEnd type="none" w="sm" len="sm"/>
          </a:ln>
        </p:spPr>
      </p:cxnSp>
      <p:cxnSp>
        <p:nvCxnSpPr>
          <p:cNvPr id="391" name="Google Shape;391;p32"/>
          <p:cNvCxnSpPr>
            <a:stCxn id="340" idx="0"/>
            <a:endCxn id="339" idx="4"/>
          </p:cNvCxnSpPr>
          <p:nvPr/>
        </p:nvCxnSpPr>
        <p:spPr>
          <a:xfrm rot="-5400000">
            <a:off x="9696484" y="5454132"/>
            <a:ext cx="408000" cy="800"/>
          </a:xfrm>
          <a:prstGeom prst="bentConnector3">
            <a:avLst>
              <a:gd name="adj1" fmla="val 50016"/>
            </a:avLst>
          </a:prstGeom>
          <a:noFill/>
          <a:ln w="9525" cap="flat" cmpd="sng">
            <a:solidFill>
              <a:schemeClr val="accent3"/>
            </a:solidFill>
            <a:prstDash val="solid"/>
            <a:round/>
            <a:headEnd type="none" w="sm" len="sm"/>
            <a:tailEnd type="none" w="sm" len="sm"/>
          </a:ln>
        </p:spPr>
      </p:cxnSp>
      <p:cxnSp>
        <p:nvCxnSpPr>
          <p:cNvPr id="392" name="Google Shape;392;p32"/>
          <p:cNvCxnSpPr>
            <a:stCxn id="342" idx="0"/>
            <a:endCxn id="341" idx="4"/>
          </p:cNvCxnSpPr>
          <p:nvPr/>
        </p:nvCxnSpPr>
        <p:spPr>
          <a:xfrm rot="-5400000">
            <a:off x="7586117" y="4315201"/>
            <a:ext cx="408000" cy="800"/>
          </a:xfrm>
          <a:prstGeom prst="bentConnector3">
            <a:avLst>
              <a:gd name="adj1" fmla="val 50016"/>
            </a:avLst>
          </a:prstGeom>
          <a:noFill/>
          <a:ln w="9525" cap="flat" cmpd="sng">
            <a:solidFill>
              <a:schemeClr val="accent3"/>
            </a:solidFill>
            <a:prstDash val="solid"/>
            <a:round/>
            <a:headEnd type="none" w="sm" len="sm"/>
            <a:tailEnd type="none" w="sm" len="sm"/>
          </a:ln>
        </p:spPr>
      </p:cxnSp>
      <p:cxnSp>
        <p:nvCxnSpPr>
          <p:cNvPr id="393" name="Google Shape;393;p32"/>
          <p:cNvCxnSpPr>
            <a:stCxn id="343" idx="0"/>
            <a:endCxn id="342" idx="4"/>
          </p:cNvCxnSpPr>
          <p:nvPr/>
        </p:nvCxnSpPr>
        <p:spPr>
          <a:xfrm rot="-5400000">
            <a:off x="7586117" y="5454132"/>
            <a:ext cx="408000" cy="800"/>
          </a:xfrm>
          <a:prstGeom prst="bentConnector3">
            <a:avLst>
              <a:gd name="adj1" fmla="val 50016"/>
            </a:avLst>
          </a:prstGeom>
          <a:noFill/>
          <a:ln w="9525" cap="flat" cmpd="sng">
            <a:solidFill>
              <a:schemeClr val="accent3"/>
            </a:solidFill>
            <a:prstDash val="solid"/>
            <a:round/>
            <a:headEnd type="none" w="sm" len="sm"/>
            <a:tailEnd type="none" w="sm" len="sm"/>
          </a:ln>
        </p:spPr>
      </p:cxnSp>
      <p:cxnSp>
        <p:nvCxnSpPr>
          <p:cNvPr id="394" name="Google Shape;394;p32"/>
          <p:cNvCxnSpPr>
            <a:stCxn id="349" idx="0"/>
            <a:endCxn id="348" idx="4"/>
          </p:cNvCxnSpPr>
          <p:nvPr/>
        </p:nvCxnSpPr>
        <p:spPr>
          <a:xfrm rot="-5400000">
            <a:off x="3365384" y="4315201"/>
            <a:ext cx="408000" cy="800"/>
          </a:xfrm>
          <a:prstGeom prst="bentConnector3">
            <a:avLst>
              <a:gd name="adj1" fmla="val 50016"/>
            </a:avLst>
          </a:prstGeom>
          <a:noFill/>
          <a:ln w="9525" cap="flat" cmpd="sng">
            <a:solidFill>
              <a:schemeClr val="accent3"/>
            </a:solidFill>
            <a:prstDash val="solid"/>
            <a:round/>
            <a:headEnd type="none" w="sm" len="sm"/>
            <a:tailEnd type="none" w="sm" len="sm"/>
          </a:ln>
        </p:spPr>
      </p:cxnSp>
      <p:cxnSp>
        <p:nvCxnSpPr>
          <p:cNvPr id="395" name="Google Shape;395;p32"/>
          <p:cNvCxnSpPr>
            <a:stCxn id="350" idx="0"/>
            <a:endCxn id="349" idx="4"/>
          </p:cNvCxnSpPr>
          <p:nvPr/>
        </p:nvCxnSpPr>
        <p:spPr>
          <a:xfrm rot="-5400000">
            <a:off x="3365384" y="5454132"/>
            <a:ext cx="408000" cy="800"/>
          </a:xfrm>
          <a:prstGeom prst="bentConnector3">
            <a:avLst>
              <a:gd name="adj1" fmla="val 50016"/>
            </a:avLst>
          </a:prstGeom>
          <a:noFill/>
          <a:ln w="9525" cap="flat" cmpd="sng">
            <a:solidFill>
              <a:schemeClr val="accent3"/>
            </a:solidFill>
            <a:prstDash val="solid"/>
            <a:round/>
            <a:headEnd type="none" w="sm" len="sm"/>
            <a:tailEnd type="none" w="sm" len="sm"/>
          </a:ln>
        </p:spPr>
      </p:cxnSp>
      <p:cxnSp>
        <p:nvCxnSpPr>
          <p:cNvPr id="396" name="Google Shape;396;p32"/>
          <p:cNvCxnSpPr>
            <a:stCxn id="351" idx="4"/>
            <a:endCxn id="352" idx="0"/>
          </p:cNvCxnSpPr>
          <p:nvPr/>
        </p:nvCxnSpPr>
        <p:spPr>
          <a:xfrm rot="-5400000" flipH="1">
            <a:off x="1255017" y="4315069"/>
            <a:ext cx="408000" cy="800"/>
          </a:xfrm>
          <a:prstGeom prst="bentConnector3">
            <a:avLst>
              <a:gd name="adj1" fmla="val 50016"/>
            </a:avLst>
          </a:prstGeom>
          <a:noFill/>
          <a:ln w="9525" cap="flat" cmpd="sng">
            <a:solidFill>
              <a:schemeClr val="accent3"/>
            </a:solidFill>
            <a:prstDash val="solid"/>
            <a:round/>
            <a:headEnd type="none" w="sm" len="sm"/>
            <a:tailEnd type="none" w="sm" len="sm"/>
          </a:ln>
        </p:spPr>
      </p:cxnSp>
      <p:cxnSp>
        <p:nvCxnSpPr>
          <p:cNvPr id="397" name="Google Shape;397;p32"/>
          <p:cNvCxnSpPr>
            <a:stCxn id="352" idx="4"/>
            <a:endCxn id="353" idx="0"/>
          </p:cNvCxnSpPr>
          <p:nvPr/>
        </p:nvCxnSpPr>
        <p:spPr>
          <a:xfrm rot="-5400000" flipH="1">
            <a:off x="1255017" y="5454001"/>
            <a:ext cx="408000" cy="800"/>
          </a:xfrm>
          <a:prstGeom prst="bentConnector3">
            <a:avLst>
              <a:gd name="adj1" fmla="val 50016"/>
            </a:avLst>
          </a:prstGeom>
          <a:noFill/>
          <a:ln w="9525" cap="flat" cmpd="sng">
            <a:solidFill>
              <a:schemeClr val="accent3"/>
            </a:solidFill>
            <a:prstDash val="solid"/>
            <a:round/>
            <a:headEnd type="none" w="sm" len="sm"/>
            <a:tailEnd type="none" w="sm" len="sm"/>
          </a:ln>
        </p:spPr>
      </p:cxnSp>
      <p:sp>
        <p:nvSpPr>
          <p:cNvPr id="398" name="Google Shape;398;p32"/>
          <p:cNvSpPr txBox="1">
            <a:spLocks noGrp="1"/>
          </p:cNvSpPr>
          <p:nvPr>
            <p:ph type="subTitle" idx="26"/>
          </p:nvPr>
        </p:nvSpPr>
        <p:spPr>
          <a:xfrm>
            <a:off x="1929599" y="4829267"/>
            <a:ext cx="11568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700"/>
              <a:buNone/>
              <a:defRPr sz="933"/>
            </a:lvl1pPr>
            <a:lvl2pPr lvl="1" algn="l">
              <a:lnSpc>
                <a:spcPct val="100000"/>
              </a:lnSpc>
              <a:spcBef>
                <a:spcPts val="267"/>
              </a:spcBef>
              <a:spcAft>
                <a:spcPts val="0"/>
              </a:spcAft>
              <a:buSzPts val="800"/>
              <a:buNone/>
              <a:defRPr sz="1067"/>
            </a:lvl2pPr>
            <a:lvl3pPr lvl="2" algn="l">
              <a:lnSpc>
                <a:spcPct val="100000"/>
              </a:lnSpc>
              <a:spcBef>
                <a:spcPts val="267"/>
              </a:spcBef>
              <a:spcAft>
                <a:spcPts val="0"/>
              </a:spcAft>
              <a:buSzPts val="800"/>
              <a:buNone/>
              <a:defRPr sz="1067"/>
            </a:lvl3pPr>
            <a:lvl4pPr lvl="3" algn="l">
              <a:lnSpc>
                <a:spcPct val="100000"/>
              </a:lnSpc>
              <a:spcBef>
                <a:spcPts val="267"/>
              </a:spcBef>
              <a:spcAft>
                <a:spcPts val="0"/>
              </a:spcAft>
              <a:buSzPts val="800"/>
              <a:buNone/>
              <a:defRPr sz="1067"/>
            </a:lvl4pPr>
            <a:lvl5pPr lvl="4" algn="l">
              <a:lnSpc>
                <a:spcPct val="100000"/>
              </a:lnSpc>
              <a:spcBef>
                <a:spcPts val="267"/>
              </a:spcBef>
              <a:spcAft>
                <a:spcPts val="0"/>
              </a:spcAft>
              <a:buSzPts val="800"/>
              <a:buNone/>
              <a:defRPr sz="1067"/>
            </a:lvl5pPr>
            <a:lvl6pPr lvl="5" algn="l">
              <a:lnSpc>
                <a:spcPct val="100000"/>
              </a:lnSpc>
              <a:spcBef>
                <a:spcPts val="267"/>
              </a:spcBef>
              <a:spcAft>
                <a:spcPts val="0"/>
              </a:spcAft>
              <a:buSzPts val="800"/>
              <a:buNone/>
              <a:defRPr sz="1067"/>
            </a:lvl6pPr>
            <a:lvl7pPr lvl="6" algn="l">
              <a:lnSpc>
                <a:spcPct val="100000"/>
              </a:lnSpc>
              <a:spcBef>
                <a:spcPts val="267"/>
              </a:spcBef>
              <a:spcAft>
                <a:spcPts val="0"/>
              </a:spcAft>
              <a:buSzPts val="800"/>
              <a:buNone/>
              <a:defRPr sz="1067"/>
            </a:lvl7pPr>
            <a:lvl8pPr lvl="7" algn="l">
              <a:lnSpc>
                <a:spcPct val="100000"/>
              </a:lnSpc>
              <a:spcBef>
                <a:spcPts val="267"/>
              </a:spcBef>
              <a:spcAft>
                <a:spcPts val="0"/>
              </a:spcAft>
              <a:buSzPts val="800"/>
              <a:buNone/>
              <a:defRPr sz="1067"/>
            </a:lvl8pPr>
            <a:lvl9pPr lvl="8" algn="l">
              <a:lnSpc>
                <a:spcPct val="100000"/>
              </a:lnSpc>
              <a:spcBef>
                <a:spcPts val="267"/>
              </a:spcBef>
              <a:spcAft>
                <a:spcPts val="267"/>
              </a:spcAft>
              <a:buSzPts val="800"/>
              <a:buNone/>
              <a:defRPr sz="1067"/>
            </a:lvl9pPr>
          </a:lstStyle>
          <a:p>
            <a:endParaRPr/>
          </a:p>
        </p:txBody>
      </p:sp>
      <p:sp>
        <p:nvSpPr>
          <p:cNvPr id="399" name="Google Shape;399;p32"/>
          <p:cNvSpPr txBox="1">
            <a:spLocks noGrp="1"/>
          </p:cNvSpPr>
          <p:nvPr>
            <p:ph type="subTitle" idx="27"/>
          </p:nvPr>
        </p:nvSpPr>
        <p:spPr>
          <a:xfrm>
            <a:off x="1929599" y="4647267"/>
            <a:ext cx="11568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800"/>
              <a:buNone/>
              <a:defRPr sz="1067" b="1">
                <a:solidFill>
                  <a:schemeClr val="accent1"/>
                </a:solidFill>
              </a:defRPr>
            </a:lvl1pPr>
            <a:lvl2pPr lvl="1" algn="l">
              <a:lnSpc>
                <a:spcPct val="100000"/>
              </a:lnSpc>
              <a:spcBef>
                <a:spcPts val="267"/>
              </a:spcBef>
              <a:spcAft>
                <a:spcPts val="0"/>
              </a:spcAft>
              <a:buClr>
                <a:schemeClr val="accent1"/>
              </a:buClr>
              <a:buSzPts val="1000"/>
              <a:buNone/>
              <a:defRPr sz="1333" b="1">
                <a:solidFill>
                  <a:schemeClr val="accent1"/>
                </a:solidFill>
              </a:defRPr>
            </a:lvl2pPr>
            <a:lvl3pPr lvl="2" algn="l">
              <a:lnSpc>
                <a:spcPct val="100000"/>
              </a:lnSpc>
              <a:spcBef>
                <a:spcPts val="267"/>
              </a:spcBef>
              <a:spcAft>
                <a:spcPts val="0"/>
              </a:spcAft>
              <a:buClr>
                <a:schemeClr val="accent1"/>
              </a:buClr>
              <a:buSzPts val="1000"/>
              <a:buNone/>
              <a:defRPr sz="1333" b="1">
                <a:solidFill>
                  <a:schemeClr val="accent1"/>
                </a:solidFill>
              </a:defRPr>
            </a:lvl3pPr>
            <a:lvl4pPr lvl="3" algn="l">
              <a:lnSpc>
                <a:spcPct val="100000"/>
              </a:lnSpc>
              <a:spcBef>
                <a:spcPts val="267"/>
              </a:spcBef>
              <a:spcAft>
                <a:spcPts val="0"/>
              </a:spcAft>
              <a:buClr>
                <a:schemeClr val="accent1"/>
              </a:buClr>
              <a:buSzPts val="1000"/>
              <a:buNone/>
              <a:defRPr sz="1333" b="1">
                <a:solidFill>
                  <a:schemeClr val="accent1"/>
                </a:solidFill>
              </a:defRPr>
            </a:lvl4pPr>
            <a:lvl5pPr lvl="4" algn="l">
              <a:lnSpc>
                <a:spcPct val="100000"/>
              </a:lnSpc>
              <a:spcBef>
                <a:spcPts val="267"/>
              </a:spcBef>
              <a:spcAft>
                <a:spcPts val="0"/>
              </a:spcAft>
              <a:buClr>
                <a:schemeClr val="accent1"/>
              </a:buClr>
              <a:buSzPts val="1000"/>
              <a:buNone/>
              <a:defRPr sz="1333" b="1">
                <a:solidFill>
                  <a:schemeClr val="accent1"/>
                </a:solidFill>
              </a:defRPr>
            </a:lvl5pPr>
            <a:lvl6pPr lvl="5" algn="l">
              <a:lnSpc>
                <a:spcPct val="100000"/>
              </a:lnSpc>
              <a:spcBef>
                <a:spcPts val="267"/>
              </a:spcBef>
              <a:spcAft>
                <a:spcPts val="0"/>
              </a:spcAft>
              <a:buClr>
                <a:schemeClr val="accent1"/>
              </a:buClr>
              <a:buSzPts val="1000"/>
              <a:buNone/>
              <a:defRPr sz="1333" b="1">
                <a:solidFill>
                  <a:schemeClr val="accent1"/>
                </a:solidFill>
              </a:defRPr>
            </a:lvl6pPr>
            <a:lvl7pPr lvl="6" algn="l">
              <a:lnSpc>
                <a:spcPct val="100000"/>
              </a:lnSpc>
              <a:spcBef>
                <a:spcPts val="267"/>
              </a:spcBef>
              <a:spcAft>
                <a:spcPts val="0"/>
              </a:spcAft>
              <a:buClr>
                <a:schemeClr val="accent1"/>
              </a:buClr>
              <a:buSzPts val="1000"/>
              <a:buNone/>
              <a:defRPr sz="1333" b="1">
                <a:solidFill>
                  <a:schemeClr val="accent1"/>
                </a:solidFill>
              </a:defRPr>
            </a:lvl7pPr>
            <a:lvl8pPr lvl="7" algn="l">
              <a:lnSpc>
                <a:spcPct val="100000"/>
              </a:lnSpc>
              <a:spcBef>
                <a:spcPts val="267"/>
              </a:spcBef>
              <a:spcAft>
                <a:spcPts val="0"/>
              </a:spcAft>
              <a:buClr>
                <a:schemeClr val="accent1"/>
              </a:buClr>
              <a:buSzPts val="1000"/>
              <a:buNone/>
              <a:defRPr sz="1333" b="1">
                <a:solidFill>
                  <a:schemeClr val="accent1"/>
                </a:solidFill>
              </a:defRPr>
            </a:lvl8pPr>
            <a:lvl9pPr lvl="8" algn="l">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400" name="Google Shape;400;p32"/>
          <p:cNvSpPr txBox="1">
            <a:spLocks noGrp="1"/>
          </p:cNvSpPr>
          <p:nvPr>
            <p:ph type="subTitle" idx="28"/>
          </p:nvPr>
        </p:nvSpPr>
        <p:spPr>
          <a:xfrm>
            <a:off x="1929599" y="5968197"/>
            <a:ext cx="11568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700"/>
              <a:buNone/>
              <a:defRPr sz="933"/>
            </a:lvl1pPr>
            <a:lvl2pPr lvl="1" algn="l">
              <a:lnSpc>
                <a:spcPct val="100000"/>
              </a:lnSpc>
              <a:spcBef>
                <a:spcPts val="267"/>
              </a:spcBef>
              <a:spcAft>
                <a:spcPts val="0"/>
              </a:spcAft>
              <a:buSzPts val="800"/>
              <a:buNone/>
              <a:defRPr sz="1067"/>
            </a:lvl2pPr>
            <a:lvl3pPr lvl="2" algn="l">
              <a:lnSpc>
                <a:spcPct val="100000"/>
              </a:lnSpc>
              <a:spcBef>
                <a:spcPts val="267"/>
              </a:spcBef>
              <a:spcAft>
                <a:spcPts val="0"/>
              </a:spcAft>
              <a:buSzPts val="800"/>
              <a:buNone/>
              <a:defRPr sz="1067"/>
            </a:lvl3pPr>
            <a:lvl4pPr lvl="3" algn="l">
              <a:lnSpc>
                <a:spcPct val="100000"/>
              </a:lnSpc>
              <a:spcBef>
                <a:spcPts val="267"/>
              </a:spcBef>
              <a:spcAft>
                <a:spcPts val="0"/>
              </a:spcAft>
              <a:buSzPts val="800"/>
              <a:buNone/>
              <a:defRPr sz="1067"/>
            </a:lvl4pPr>
            <a:lvl5pPr lvl="4" algn="l">
              <a:lnSpc>
                <a:spcPct val="100000"/>
              </a:lnSpc>
              <a:spcBef>
                <a:spcPts val="267"/>
              </a:spcBef>
              <a:spcAft>
                <a:spcPts val="0"/>
              </a:spcAft>
              <a:buSzPts val="800"/>
              <a:buNone/>
              <a:defRPr sz="1067"/>
            </a:lvl5pPr>
            <a:lvl6pPr lvl="5" algn="l">
              <a:lnSpc>
                <a:spcPct val="100000"/>
              </a:lnSpc>
              <a:spcBef>
                <a:spcPts val="267"/>
              </a:spcBef>
              <a:spcAft>
                <a:spcPts val="0"/>
              </a:spcAft>
              <a:buSzPts val="800"/>
              <a:buNone/>
              <a:defRPr sz="1067"/>
            </a:lvl6pPr>
            <a:lvl7pPr lvl="6" algn="l">
              <a:lnSpc>
                <a:spcPct val="100000"/>
              </a:lnSpc>
              <a:spcBef>
                <a:spcPts val="267"/>
              </a:spcBef>
              <a:spcAft>
                <a:spcPts val="0"/>
              </a:spcAft>
              <a:buSzPts val="800"/>
              <a:buNone/>
              <a:defRPr sz="1067"/>
            </a:lvl7pPr>
            <a:lvl8pPr lvl="7" algn="l">
              <a:lnSpc>
                <a:spcPct val="100000"/>
              </a:lnSpc>
              <a:spcBef>
                <a:spcPts val="267"/>
              </a:spcBef>
              <a:spcAft>
                <a:spcPts val="0"/>
              </a:spcAft>
              <a:buSzPts val="800"/>
              <a:buNone/>
              <a:defRPr sz="1067"/>
            </a:lvl8pPr>
            <a:lvl9pPr lvl="8" algn="l">
              <a:lnSpc>
                <a:spcPct val="100000"/>
              </a:lnSpc>
              <a:spcBef>
                <a:spcPts val="267"/>
              </a:spcBef>
              <a:spcAft>
                <a:spcPts val="267"/>
              </a:spcAft>
              <a:buSzPts val="800"/>
              <a:buNone/>
              <a:defRPr sz="1067"/>
            </a:lvl9pPr>
          </a:lstStyle>
          <a:p>
            <a:endParaRPr/>
          </a:p>
        </p:txBody>
      </p:sp>
      <p:sp>
        <p:nvSpPr>
          <p:cNvPr id="401" name="Google Shape;401;p32"/>
          <p:cNvSpPr txBox="1">
            <a:spLocks noGrp="1"/>
          </p:cNvSpPr>
          <p:nvPr>
            <p:ph type="subTitle" idx="29"/>
          </p:nvPr>
        </p:nvSpPr>
        <p:spPr>
          <a:xfrm>
            <a:off x="1929599" y="5786197"/>
            <a:ext cx="11568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800"/>
              <a:buNone/>
              <a:defRPr sz="1067" b="1">
                <a:solidFill>
                  <a:schemeClr val="accent1"/>
                </a:solidFill>
              </a:defRPr>
            </a:lvl1pPr>
            <a:lvl2pPr lvl="1" algn="l">
              <a:lnSpc>
                <a:spcPct val="100000"/>
              </a:lnSpc>
              <a:spcBef>
                <a:spcPts val="267"/>
              </a:spcBef>
              <a:spcAft>
                <a:spcPts val="0"/>
              </a:spcAft>
              <a:buClr>
                <a:schemeClr val="accent1"/>
              </a:buClr>
              <a:buSzPts val="1000"/>
              <a:buNone/>
              <a:defRPr sz="1333" b="1">
                <a:solidFill>
                  <a:schemeClr val="accent1"/>
                </a:solidFill>
              </a:defRPr>
            </a:lvl2pPr>
            <a:lvl3pPr lvl="2" algn="l">
              <a:lnSpc>
                <a:spcPct val="100000"/>
              </a:lnSpc>
              <a:spcBef>
                <a:spcPts val="267"/>
              </a:spcBef>
              <a:spcAft>
                <a:spcPts val="0"/>
              </a:spcAft>
              <a:buClr>
                <a:schemeClr val="accent1"/>
              </a:buClr>
              <a:buSzPts val="1000"/>
              <a:buNone/>
              <a:defRPr sz="1333" b="1">
                <a:solidFill>
                  <a:schemeClr val="accent1"/>
                </a:solidFill>
              </a:defRPr>
            </a:lvl3pPr>
            <a:lvl4pPr lvl="3" algn="l">
              <a:lnSpc>
                <a:spcPct val="100000"/>
              </a:lnSpc>
              <a:spcBef>
                <a:spcPts val="267"/>
              </a:spcBef>
              <a:spcAft>
                <a:spcPts val="0"/>
              </a:spcAft>
              <a:buClr>
                <a:schemeClr val="accent1"/>
              </a:buClr>
              <a:buSzPts val="1000"/>
              <a:buNone/>
              <a:defRPr sz="1333" b="1">
                <a:solidFill>
                  <a:schemeClr val="accent1"/>
                </a:solidFill>
              </a:defRPr>
            </a:lvl4pPr>
            <a:lvl5pPr lvl="4" algn="l">
              <a:lnSpc>
                <a:spcPct val="100000"/>
              </a:lnSpc>
              <a:spcBef>
                <a:spcPts val="267"/>
              </a:spcBef>
              <a:spcAft>
                <a:spcPts val="0"/>
              </a:spcAft>
              <a:buClr>
                <a:schemeClr val="accent1"/>
              </a:buClr>
              <a:buSzPts val="1000"/>
              <a:buNone/>
              <a:defRPr sz="1333" b="1">
                <a:solidFill>
                  <a:schemeClr val="accent1"/>
                </a:solidFill>
              </a:defRPr>
            </a:lvl5pPr>
            <a:lvl6pPr lvl="5" algn="l">
              <a:lnSpc>
                <a:spcPct val="100000"/>
              </a:lnSpc>
              <a:spcBef>
                <a:spcPts val="267"/>
              </a:spcBef>
              <a:spcAft>
                <a:spcPts val="0"/>
              </a:spcAft>
              <a:buClr>
                <a:schemeClr val="accent1"/>
              </a:buClr>
              <a:buSzPts val="1000"/>
              <a:buNone/>
              <a:defRPr sz="1333" b="1">
                <a:solidFill>
                  <a:schemeClr val="accent1"/>
                </a:solidFill>
              </a:defRPr>
            </a:lvl6pPr>
            <a:lvl7pPr lvl="6" algn="l">
              <a:lnSpc>
                <a:spcPct val="100000"/>
              </a:lnSpc>
              <a:spcBef>
                <a:spcPts val="267"/>
              </a:spcBef>
              <a:spcAft>
                <a:spcPts val="0"/>
              </a:spcAft>
              <a:buClr>
                <a:schemeClr val="accent1"/>
              </a:buClr>
              <a:buSzPts val="1000"/>
              <a:buNone/>
              <a:defRPr sz="1333" b="1">
                <a:solidFill>
                  <a:schemeClr val="accent1"/>
                </a:solidFill>
              </a:defRPr>
            </a:lvl7pPr>
            <a:lvl8pPr lvl="7" algn="l">
              <a:lnSpc>
                <a:spcPct val="100000"/>
              </a:lnSpc>
              <a:spcBef>
                <a:spcPts val="267"/>
              </a:spcBef>
              <a:spcAft>
                <a:spcPts val="0"/>
              </a:spcAft>
              <a:buClr>
                <a:schemeClr val="accent1"/>
              </a:buClr>
              <a:buSzPts val="1000"/>
              <a:buNone/>
              <a:defRPr sz="1333" b="1">
                <a:solidFill>
                  <a:schemeClr val="accent1"/>
                </a:solidFill>
              </a:defRPr>
            </a:lvl8pPr>
            <a:lvl9pPr lvl="8" algn="l">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402" name="Google Shape;402;p32"/>
          <p:cNvSpPr txBox="1">
            <a:spLocks noGrp="1"/>
          </p:cNvSpPr>
          <p:nvPr>
            <p:ph type="subTitle" idx="30"/>
          </p:nvPr>
        </p:nvSpPr>
        <p:spPr>
          <a:xfrm>
            <a:off x="4039963" y="3690335"/>
            <a:ext cx="11568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700"/>
              <a:buNone/>
              <a:defRPr sz="933"/>
            </a:lvl1pPr>
            <a:lvl2pPr lvl="1" algn="l">
              <a:lnSpc>
                <a:spcPct val="100000"/>
              </a:lnSpc>
              <a:spcBef>
                <a:spcPts val="267"/>
              </a:spcBef>
              <a:spcAft>
                <a:spcPts val="0"/>
              </a:spcAft>
              <a:buSzPts val="800"/>
              <a:buNone/>
              <a:defRPr sz="1067"/>
            </a:lvl2pPr>
            <a:lvl3pPr lvl="2" algn="l">
              <a:lnSpc>
                <a:spcPct val="100000"/>
              </a:lnSpc>
              <a:spcBef>
                <a:spcPts val="267"/>
              </a:spcBef>
              <a:spcAft>
                <a:spcPts val="0"/>
              </a:spcAft>
              <a:buSzPts val="800"/>
              <a:buNone/>
              <a:defRPr sz="1067"/>
            </a:lvl3pPr>
            <a:lvl4pPr lvl="3" algn="l">
              <a:lnSpc>
                <a:spcPct val="100000"/>
              </a:lnSpc>
              <a:spcBef>
                <a:spcPts val="267"/>
              </a:spcBef>
              <a:spcAft>
                <a:spcPts val="0"/>
              </a:spcAft>
              <a:buSzPts val="800"/>
              <a:buNone/>
              <a:defRPr sz="1067"/>
            </a:lvl4pPr>
            <a:lvl5pPr lvl="4" algn="l">
              <a:lnSpc>
                <a:spcPct val="100000"/>
              </a:lnSpc>
              <a:spcBef>
                <a:spcPts val="267"/>
              </a:spcBef>
              <a:spcAft>
                <a:spcPts val="0"/>
              </a:spcAft>
              <a:buSzPts val="800"/>
              <a:buNone/>
              <a:defRPr sz="1067"/>
            </a:lvl5pPr>
            <a:lvl6pPr lvl="5" algn="l">
              <a:lnSpc>
                <a:spcPct val="100000"/>
              </a:lnSpc>
              <a:spcBef>
                <a:spcPts val="267"/>
              </a:spcBef>
              <a:spcAft>
                <a:spcPts val="0"/>
              </a:spcAft>
              <a:buSzPts val="800"/>
              <a:buNone/>
              <a:defRPr sz="1067"/>
            </a:lvl6pPr>
            <a:lvl7pPr lvl="6" algn="l">
              <a:lnSpc>
                <a:spcPct val="100000"/>
              </a:lnSpc>
              <a:spcBef>
                <a:spcPts val="267"/>
              </a:spcBef>
              <a:spcAft>
                <a:spcPts val="0"/>
              </a:spcAft>
              <a:buSzPts val="800"/>
              <a:buNone/>
              <a:defRPr sz="1067"/>
            </a:lvl7pPr>
            <a:lvl8pPr lvl="7" algn="l">
              <a:lnSpc>
                <a:spcPct val="100000"/>
              </a:lnSpc>
              <a:spcBef>
                <a:spcPts val="267"/>
              </a:spcBef>
              <a:spcAft>
                <a:spcPts val="0"/>
              </a:spcAft>
              <a:buSzPts val="800"/>
              <a:buNone/>
              <a:defRPr sz="1067"/>
            </a:lvl8pPr>
            <a:lvl9pPr lvl="8" algn="l">
              <a:lnSpc>
                <a:spcPct val="100000"/>
              </a:lnSpc>
              <a:spcBef>
                <a:spcPts val="267"/>
              </a:spcBef>
              <a:spcAft>
                <a:spcPts val="267"/>
              </a:spcAft>
              <a:buSzPts val="800"/>
              <a:buNone/>
              <a:defRPr sz="1067"/>
            </a:lvl9pPr>
          </a:lstStyle>
          <a:p>
            <a:endParaRPr/>
          </a:p>
        </p:txBody>
      </p:sp>
      <p:sp>
        <p:nvSpPr>
          <p:cNvPr id="403" name="Google Shape;403;p32"/>
          <p:cNvSpPr txBox="1">
            <a:spLocks noGrp="1"/>
          </p:cNvSpPr>
          <p:nvPr>
            <p:ph type="subTitle" idx="31"/>
          </p:nvPr>
        </p:nvSpPr>
        <p:spPr>
          <a:xfrm>
            <a:off x="4039963" y="3508335"/>
            <a:ext cx="11568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800"/>
              <a:buNone/>
              <a:defRPr sz="1067" b="1">
                <a:solidFill>
                  <a:schemeClr val="accent1"/>
                </a:solidFill>
              </a:defRPr>
            </a:lvl1pPr>
            <a:lvl2pPr lvl="1" algn="l">
              <a:lnSpc>
                <a:spcPct val="100000"/>
              </a:lnSpc>
              <a:spcBef>
                <a:spcPts val="267"/>
              </a:spcBef>
              <a:spcAft>
                <a:spcPts val="0"/>
              </a:spcAft>
              <a:buClr>
                <a:schemeClr val="accent1"/>
              </a:buClr>
              <a:buSzPts val="1000"/>
              <a:buNone/>
              <a:defRPr sz="1333" b="1">
                <a:solidFill>
                  <a:schemeClr val="accent1"/>
                </a:solidFill>
              </a:defRPr>
            </a:lvl2pPr>
            <a:lvl3pPr lvl="2" algn="l">
              <a:lnSpc>
                <a:spcPct val="100000"/>
              </a:lnSpc>
              <a:spcBef>
                <a:spcPts val="267"/>
              </a:spcBef>
              <a:spcAft>
                <a:spcPts val="0"/>
              </a:spcAft>
              <a:buClr>
                <a:schemeClr val="accent1"/>
              </a:buClr>
              <a:buSzPts val="1000"/>
              <a:buNone/>
              <a:defRPr sz="1333" b="1">
                <a:solidFill>
                  <a:schemeClr val="accent1"/>
                </a:solidFill>
              </a:defRPr>
            </a:lvl3pPr>
            <a:lvl4pPr lvl="3" algn="l">
              <a:lnSpc>
                <a:spcPct val="100000"/>
              </a:lnSpc>
              <a:spcBef>
                <a:spcPts val="267"/>
              </a:spcBef>
              <a:spcAft>
                <a:spcPts val="0"/>
              </a:spcAft>
              <a:buClr>
                <a:schemeClr val="accent1"/>
              </a:buClr>
              <a:buSzPts val="1000"/>
              <a:buNone/>
              <a:defRPr sz="1333" b="1">
                <a:solidFill>
                  <a:schemeClr val="accent1"/>
                </a:solidFill>
              </a:defRPr>
            </a:lvl4pPr>
            <a:lvl5pPr lvl="4" algn="l">
              <a:lnSpc>
                <a:spcPct val="100000"/>
              </a:lnSpc>
              <a:spcBef>
                <a:spcPts val="267"/>
              </a:spcBef>
              <a:spcAft>
                <a:spcPts val="0"/>
              </a:spcAft>
              <a:buClr>
                <a:schemeClr val="accent1"/>
              </a:buClr>
              <a:buSzPts val="1000"/>
              <a:buNone/>
              <a:defRPr sz="1333" b="1">
                <a:solidFill>
                  <a:schemeClr val="accent1"/>
                </a:solidFill>
              </a:defRPr>
            </a:lvl5pPr>
            <a:lvl6pPr lvl="5" algn="l">
              <a:lnSpc>
                <a:spcPct val="100000"/>
              </a:lnSpc>
              <a:spcBef>
                <a:spcPts val="267"/>
              </a:spcBef>
              <a:spcAft>
                <a:spcPts val="0"/>
              </a:spcAft>
              <a:buClr>
                <a:schemeClr val="accent1"/>
              </a:buClr>
              <a:buSzPts val="1000"/>
              <a:buNone/>
              <a:defRPr sz="1333" b="1">
                <a:solidFill>
                  <a:schemeClr val="accent1"/>
                </a:solidFill>
              </a:defRPr>
            </a:lvl6pPr>
            <a:lvl7pPr lvl="6" algn="l">
              <a:lnSpc>
                <a:spcPct val="100000"/>
              </a:lnSpc>
              <a:spcBef>
                <a:spcPts val="267"/>
              </a:spcBef>
              <a:spcAft>
                <a:spcPts val="0"/>
              </a:spcAft>
              <a:buClr>
                <a:schemeClr val="accent1"/>
              </a:buClr>
              <a:buSzPts val="1000"/>
              <a:buNone/>
              <a:defRPr sz="1333" b="1">
                <a:solidFill>
                  <a:schemeClr val="accent1"/>
                </a:solidFill>
              </a:defRPr>
            </a:lvl7pPr>
            <a:lvl8pPr lvl="7" algn="l">
              <a:lnSpc>
                <a:spcPct val="100000"/>
              </a:lnSpc>
              <a:spcBef>
                <a:spcPts val="267"/>
              </a:spcBef>
              <a:spcAft>
                <a:spcPts val="0"/>
              </a:spcAft>
              <a:buClr>
                <a:schemeClr val="accent1"/>
              </a:buClr>
              <a:buSzPts val="1000"/>
              <a:buNone/>
              <a:defRPr sz="1333" b="1">
                <a:solidFill>
                  <a:schemeClr val="accent1"/>
                </a:solidFill>
              </a:defRPr>
            </a:lvl8pPr>
            <a:lvl9pPr lvl="8" algn="l">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404" name="Google Shape;404;p32"/>
          <p:cNvSpPr txBox="1">
            <a:spLocks noGrp="1"/>
          </p:cNvSpPr>
          <p:nvPr>
            <p:ph type="subTitle" idx="32"/>
          </p:nvPr>
        </p:nvSpPr>
        <p:spPr>
          <a:xfrm>
            <a:off x="4039963" y="4829267"/>
            <a:ext cx="11568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700"/>
              <a:buNone/>
              <a:defRPr sz="933"/>
            </a:lvl1pPr>
            <a:lvl2pPr lvl="1" algn="l">
              <a:lnSpc>
                <a:spcPct val="100000"/>
              </a:lnSpc>
              <a:spcBef>
                <a:spcPts val="267"/>
              </a:spcBef>
              <a:spcAft>
                <a:spcPts val="0"/>
              </a:spcAft>
              <a:buSzPts val="800"/>
              <a:buNone/>
              <a:defRPr sz="1067"/>
            </a:lvl2pPr>
            <a:lvl3pPr lvl="2" algn="l">
              <a:lnSpc>
                <a:spcPct val="100000"/>
              </a:lnSpc>
              <a:spcBef>
                <a:spcPts val="267"/>
              </a:spcBef>
              <a:spcAft>
                <a:spcPts val="0"/>
              </a:spcAft>
              <a:buSzPts val="800"/>
              <a:buNone/>
              <a:defRPr sz="1067"/>
            </a:lvl3pPr>
            <a:lvl4pPr lvl="3" algn="l">
              <a:lnSpc>
                <a:spcPct val="100000"/>
              </a:lnSpc>
              <a:spcBef>
                <a:spcPts val="267"/>
              </a:spcBef>
              <a:spcAft>
                <a:spcPts val="0"/>
              </a:spcAft>
              <a:buSzPts val="800"/>
              <a:buNone/>
              <a:defRPr sz="1067"/>
            </a:lvl4pPr>
            <a:lvl5pPr lvl="4" algn="l">
              <a:lnSpc>
                <a:spcPct val="100000"/>
              </a:lnSpc>
              <a:spcBef>
                <a:spcPts val="267"/>
              </a:spcBef>
              <a:spcAft>
                <a:spcPts val="0"/>
              </a:spcAft>
              <a:buSzPts val="800"/>
              <a:buNone/>
              <a:defRPr sz="1067"/>
            </a:lvl5pPr>
            <a:lvl6pPr lvl="5" algn="l">
              <a:lnSpc>
                <a:spcPct val="100000"/>
              </a:lnSpc>
              <a:spcBef>
                <a:spcPts val="267"/>
              </a:spcBef>
              <a:spcAft>
                <a:spcPts val="0"/>
              </a:spcAft>
              <a:buSzPts val="800"/>
              <a:buNone/>
              <a:defRPr sz="1067"/>
            </a:lvl6pPr>
            <a:lvl7pPr lvl="6" algn="l">
              <a:lnSpc>
                <a:spcPct val="100000"/>
              </a:lnSpc>
              <a:spcBef>
                <a:spcPts val="267"/>
              </a:spcBef>
              <a:spcAft>
                <a:spcPts val="0"/>
              </a:spcAft>
              <a:buSzPts val="800"/>
              <a:buNone/>
              <a:defRPr sz="1067"/>
            </a:lvl7pPr>
            <a:lvl8pPr lvl="7" algn="l">
              <a:lnSpc>
                <a:spcPct val="100000"/>
              </a:lnSpc>
              <a:spcBef>
                <a:spcPts val="267"/>
              </a:spcBef>
              <a:spcAft>
                <a:spcPts val="0"/>
              </a:spcAft>
              <a:buSzPts val="800"/>
              <a:buNone/>
              <a:defRPr sz="1067"/>
            </a:lvl8pPr>
            <a:lvl9pPr lvl="8" algn="l">
              <a:lnSpc>
                <a:spcPct val="100000"/>
              </a:lnSpc>
              <a:spcBef>
                <a:spcPts val="267"/>
              </a:spcBef>
              <a:spcAft>
                <a:spcPts val="267"/>
              </a:spcAft>
              <a:buSzPts val="800"/>
              <a:buNone/>
              <a:defRPr sz="1067"/>
            </a:lvl9pPr>
          </a:lstStyle>
          <a:p>
            <a:endParaRPr/>
          </a:p>
        </p:txBody>
      </p:sp>
      <p:sp>
        <p:nvSpPr>
          <p:cNvPr id="405" name="Google Shape;405;p32"/>
          <p:cNvSpPr txBox="1">
            <a:spLocks noGrp="1"/>
          </p:cNvSpPr>
          <p:nvPr>
            <p:ph type="subTitle" idx="33"/>
          </p:nvPr>
        </p:nvSpPr>
        <p:spPr>
          <a:xfrm>
            <a:off x="4039963" y="4647267"/>
            <a:ext cx="11568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800"/>
              <a:buNone/>
              <a:defRPr sz="1067" b="1">
                <a:solidFill>
                  <a:schemeClr val="accent1"/>
                </a:solidFill>
              </a:defRPr>
            </a:lvl1pPr>
            <a:lvl2pPr lvl="1" algn="l">
              <a:lnSpc>
                <a:spcPct val="100000"/>
              </a:lnSpc>
              <a:spcBef>
                <a:spcPts val="267"/>
              </a:spcBef>
              <a:spcAft>
                <a:spcPts val="0"/>
              </a:spcAft>
              <a:buClr>
                <a:schemeClr val="accent1"/>
              </a:buClr>
              <a:buSzPts val="1000"/>
              <a:buNone/>
              <a:defRPr sz="1333" b="1">
                <a:solidFill>
                  <a:schemeClr val="accent1"/>
                </a:solidFill>
              </a:defRPr>
            </a:lvl2pPr>
            <a:lvl3pPr lvl="2" algn="l">
              <a:lnSpc>
                <a:spcPct val="100000"/>
              </a:lnSpc>
              <a:spcBef>
                <a:spcPts val="267"/>
              </a:spcBef>
              <a:spcAft>
                <a:spcPts val="0"/>
              </a:spcAft>
              <a:buClr>
                <a:schemeClr val="accent1"/>
              </a:buClr>
              <a:buSzPts val="1000"/>
              <a:buNone/>
              <a:defRPr sz="1333" b="1">
                <a:solidFill>
                  <a:schemeClr val="accent1"/>
                </a:solidFill>
              </a:defRPr>
            </a:lvl3pPr>
            <a:lvl4pPr lvl="3" algn="l">
              <a:lnSpc>
                <a:spcPct val="100000"/>
              </a:lnSpc>
              <a:spcBef>
                <a:spcPts val="267"/>
              </a:spcBef>
              <a:spcAft>
                <a:spcPts val="0"/>
              </a:spcAft>
              <a:buClr>
                <a:schemeClr val="accent1"/>
              </a:buClr>
              <a:buSzPts val="1000"/>
              <a:buNone/>
              <a:defRPr sz="1333" b="1">
                <a:solidFill>
                  <a:schemeClr val="accent1"/>
                </a:solidFill>
              </a:defRPr>
            </a:lvl4pPr>
            <a:lvl5pPr lvl="4" algn="l">
              <a:lnSpc>
                <a:spcPct val="100000"/>
              </a:lnSpc>
              <a:spcBef>
                <a:spcPts val="267"/>
              </a:spcBef>
              <a:spcAft>
                <a:spcPts val="0"/>
              </a:spcAft>
              <a:buClr>
                <a:schemeClr val="accent1"/>
              </a:buClr>
              <a:buSzPts val="1000"/>
              <a:buNone/>
              <a:defRPr sz="1333" b="1">
                <a:solidFill>
                  <a:schemeClr val="accent1"/>
                </a:solidFill>
              </a:defRPr>
            </a:lvl5pPr>
            <a:lvl6pPr lvl="5" algn="l">
              <a:lnSpc>
                <a:spcPct val="100000"/>
              </a:lnSpc>
              <a:spcBef>
                <a:spcPts val="267"/>
              </a:spcBef>
              <a:spcAft>
                <a:spcPts val="0"/>
              </a:spcAft>
              <a:buClr>
                <a:schemeClr val="accent1"/>
              </a:buClr>
              <a:buSzPts val="1000"/>
              <a:buNone/>
              <a:defRPr sz="1333" b="1">
                <a:solidFill>
                  <a:schemeClr val="accent1"/>
                </a:solidFill>
              </a:defRPr>
            </a:lvl6pPr>
            <a:lvl7pPr lvl="6" algn="l">
              <a:lnSpc>
                <a:spcPct val="100000"/>
              </a:lnSpc>
              <a:spcBef>
                <a:spcPts val="267"/>
              </a:spcBef>
              <a:spcAft>
                <a:spcPts val="0"/>
              </a:spcAft>
              <a:buClr>
                <a:schemeClr val="accent1"/>
              </a:buClr>
              <a:buSzPts val="1000"/>
              <a:buNone/>
              <a:defRPr sz="1333" b="1">
                <a:solidFill>
                  <a:schemeClr val="accent1"/>
                </a:solidFill>
              </a:defRPr>
            </a:lvl7pPr>
            <a:lvl8pPr lvl="7" algn="l">
              <a:lnSpc>
                <a:spcPct val="100000"/>
              </a:lnSpc>
              <a:spcBef>
                <a:spcPts val="267"/>
              </a:spcBef>
              <a:spcAft>
                <a:spcPts val="0"/>
              </a:spcAft>
              <a:buClr>
                <a:schemeClr val="accent1"/>
              </a:buClr>
              <a:buSzPts val="1000"/>
              <a:buNone/>
              <a:defRPr sz="1333" b="1">
                <a:solidFill>
                  <a:schemeClr val="accent1"/>
                </a:solidFill>
              </a:defRPr>
            </a:lvl8pPr>
            <a:lvl9pPr lvl="8" algn="l">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406" name="Google Shape;406;p32"/>
          <p:cNvSpPr txBox="1">
            <a:spLocks noGrp="1"/>
          </p:cNvSpPr>
          <p:nvPr>
            <p:ph type="subTitle" idx="34"/>
          </p:nvPr>
        </p:nvSpPr>
        <p:spPr>
          <a:xfrm>
            <a:off x="4039963" y="5968197"/>
            <a:ext cx="11568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700"/>
              <a:buNone/>
              <a:defRPr sz="933"/>
            </a:lvl1pPr>
            <a:lvl2pPr lvl="1" algn="l">
              <a:lnSpc>
                <a:spcPct val="100000"/>
              </a:lnSpc>
              <a:spcBef>
                <a:spcPts val="267"/>
              </a:spcBef>
              <a:spcAft>
                <a:spcPts val="0"/>
              </a:spcAft>
              <a:buSzPts val="800"/>
              <a:buNone/>
              <a:defRPr sz="1067"/>
            </a:lvl2pPr>
            <a:lvl3pPr lvl="2" algn="l">
              <a:lnSpc>
                <a:spcPct val="100000"/>
              </a:lnSpc>
              <a:spcBef>
                <a:spcPts val="267"/>
              </a:spcBef>
              <a:spcAft>
                <a:spcPts val="0"/>
              </a:spcAft>
              <a:buSzPts val="800"/>
              <a:buNone/>
              <a:defRPr sz="1067"/>
            </a:lvl3pPr>
            <a:lvl4pPr lvl="3" algn="l">
              <a:lnSpc>
                <a:spcPct val="100000"/>
              </a:lnSpc>
              <a:spcBef>
                <a:spcPts val="267"/>
              </a:spcBef>
              <a:spcAft>
                <a:spcPts val="0"/>
              </a:spcAft>
              <a:buSzPts val="800"/>
              <a:buNone/>
              <a:defRPr sz="1067"/>
            </a:lvl4pPr>
            <a:lvl5pPr lvl="4" algn="l">
              <a:lnSpc>
                <a:spcPct val="100000"/>
              </a:lnSpc>
              <a:spcBef>
                <a:spcPts val="267"/>
              </a:spcBef>
              <a:spcAft>
                <a:spcPts val="0"/>
              </a:spcAft>
              <a:buSzPts val="800"/>
              <a:buNone/>
              <a:defRPr sz="1067"/>
            </a:lvl5pPr>
            <a:lvl6pPr lvl="5" algn="l">
              <a:lnSpc>
                <a:spcPct val="100000"/>
              </a:lnSpc>
              <a:spcBef>
                <a:spcPts val="267"/>
              </a:spcBef>
              <a:spcAft>
                <a:spcPts val="0"/>
              </a:spcAft>
              <a:buSzPts val="800"/>
              <a:buNone/>
              <a:defRPr sz="1067"/>
            </a:lvl6pPr>
            <a:lvl7pPr lvl="6" algn="l">
              <a:lnSpc>
                <a:spcPct val="100000"/>
              </a:lnSpc>
              <a:spcBef>
                <a:spcPts val="267"/>
              </a:spcBef>
              <a:spcAft>
                <a:spcPts val="0"/>
              </a:spcAft>
              <a:buSzPts val="800"/>
              <a:buNone/>
              <a:defRPr sz="1067"/>
            </a:lvl7pPr>
            <a:lvl8pPr lvl="7" algn="l">
              <a:lnSpc>
                <a:spcPct val="100000"/>
              </a:lnSpc>
              <a:spcBef>
                <a:spcPts val="267"/>
              </a:spcBef>
              <a:spcAft>
                <a:spcPts val="0"/>
              </a:spcAft>
              <a:buSzPts val="800"/>
              <a:buNone/>
              <a:defRPr sz="1067"/>
            </a:lvl8pPr>
            <a:lvl9pPr lvl="8" algn="l">
              <a:lnSpc>
                <a:spcPct val="100000"/>
              </a:lnSpc>
              <a:spcBef>
                <a:spcPts val="267"/>
              </a:spcBef>
              <a:spcAft>
                <a:spcPts val="267"/>
              </a:spcAft>
              <a:buSzPts val="800"/>
              <a:buNone/>
              <a:defRPr sz="1067"/>
            </a:lvl9pPr>
          </a:lstStyle>
          <a:p>
            <a:endParaRPr/>
          </a:p>
        </p:txBody>
      </p:sp>
      <p:sp>
        <p:nvSpPr>
          <p:cNvPr id="407" name="Google Shape;407;p32"/>
          <p:cNvSpPr txBox="1">
            <a:spLocks noGrp="1"/>
          </p:cNvSpPr>
          <p:nvPr>
            <p:ph type="subTitle" idx="35"/>
          </p:nvPr>
        </p:nvSpPr>
        <p:spPr>
          <a:xfrm>
            <a:off x="4039963" y="5786197"/>
            <a:ext cx="11568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800"/>
              <a:buNone/>
              <a:defRPr sz="1067" b="1">
                <a:solidFill>
                  <a:schemeClr val="accent1"/>
                </a:solidFill>
              </a:defRPr>
            </a:lvl1pPr>
            <a:lvl2pPr lvl="1" algn="l">
              <a:lnSpc>
                <a:spcPct val="100000"/>
              </a:lnSpc>
              <a:spcBef>
                <a:spcPts val="267"/>
              </a:spcBef>
              <a:spcAft>
                <a:spcPts val="0"/>
              </a:spcAft>
              <a:buClr>
                <a:schemeClr val="accent1"/>
              </a:buClr>
              <a:buSzPts val="1000"/>
              <a:buNone/>
              <a:defRPr sz="1333" b="1">
                <a:solidFill>
                  <a:schemeClr val="accent1"/>
                </a:solidFill>
              </a:defRPr>
            </a:lvl2pPr>
            <a:lvl3pPr lvl="2" algn="l">
              <a:lnSpc>
                <a:spcPct val="100000"/>
              </a:lnSpc>
              <a:spcBef>
                <a:spcPts val="267"/>
              </a:spcBef>
              <a:spcAft>
                <a:spcPts val="0"/>
              </a:spcAft>
              <a:buClr>
                <a:schemeClr val="accent1"/>
              </a:buClr>
              <a:buSzPts val="1000"/>
              <a:buNone/>
              <a:defRPr sz="1333" b="1">
                <a:solidFill>
                  <a:schemeClr val="accent1"/>
                </a:solidFill>
              </a:defRPr>
            </a:lvl3pPr>
            <a:lvl4pPr lvl="3" algn="l">
              <a:lnSpc>
                <a:spcPct val="100000"/>
              </a:lnSpc>
              <a:spcBef>
                <a:spcPts val="267"/>
              </a:spcBef>
              <a:spcAft>
                <a:spcPts val="0"/>
              </a:spcAft>
              <a:buClr>
                <a:schemeClr val="accent1"/>
              </a:buClr>
              <a:buSzPts val="1000"/>
              <a:buNone/>
              <a:defRPr sz="1333" b="1">
                <a:solidFill>
                  <a:schemeClr val="accent1"/>
                </a:solidFill>
              </a:defRPr>
            </a:lvl4pPr>
            <a:lvl5pPr lvl="4" algn="l">
              <a:lnSpc>
                <a:spcPct val="100000"/>
              </a:lnSpc>
              <a:spcBef>
                <a:spcPts val="267"/>
              </a:spcBef>
              <a:spcAft>
                <a:spcPts val="0"/>
              </a:spcAft>
              <a:buClr>
                <a:schemeClr val="accent1"/>
              </a:buClr>
              <a:buSzPts val="1000"/>
              <a:buNone/>
              <a:defRPr sz="1333" b="1">
                <a:solidFill>
                  <a:schemeClr val="accent1"/>
                </a:solidFill>
              </a:defRPr>
            </a:lvl5pPr>
            <a:lvl6pPr lvl="5" algn="l">
              <a:lnSpc>
                <a:spcPct val="100000"/>
              </a:lnSpc>
              <a:spcBef>
                <a:spcPts val="267"/>
              </a:spcBef>
              <a:spcAft>
                <a:spcPts val="0"/>
              </a:spcAft>
              <a:buClr>
                <a:schemeClr val="accent1"/>
              </a:buClr>
              <a:buSzPts val="1000"/>
              <a:buNone/>
              <a:defRPr sz="1333" b="1">
                <a:solidFill>
                  <a:schemeClr val="accent1"/>
                </a:solidFill>
              </a:defRPr>
            </a:lvl6pPr>
            <a:lvl7pPr lvl="6" algn="l">
              <a:lnSpc>
                <a:spcPct val="100000"/>
              </a:lnSpc>
              <a:spcBef>
                <a:spcPts val="267"/>
              </a:spcBef>
              <a:spcAft>
                <a:spcPts val="0"/>
              </a:spcAft>
              <a:buClr>
                <a:schemeClr val="accent1"/>
              </a:buClr>
              <a:buSzPts val="1000"/>
              <a:buNone/>
              <a:defRPr sz="1333" b="1">
                <a:solidFill>
                  <a:schemeClr val="accent1"/>
                </a:solidFill>
              </a:defRPr>
            </a:lvl7pPr>
            <a:lvl8pPr lvl="7" algn="l">
              <a:lnSpc>
                <a:spcPct val="100000"/>
              </a:lnSpc>
              <a:spcBef>
                <a:spcPts val="267"/>
              </a:spcBef>
              <a:spcAft>
                <a:spcPts val="0"/>
              </a:spcAft>
              <a:buClr>
                <a:schemeClr val="accent1"/>
              </a:buClr>
              <a:buSzPts val="1000"/>
              <a:buNone/>
              <a:defRPr sz="1333" b="1">
                <a:solidFill>
                  <a:schemeClr val="accent1"/>
                </a:solidFill>
              </a:defRPr>
            </a:lvl8pPr>
            <a:lvl9pPr lvl="8" algn="l">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408" name="Google Shape;408;p32"/>
          <p:cNvSpPr txBox="1">
            <a:spLocks noGrp="1"/>
          </p:cNvSpPr>
          <p:nvPr>
            <p:ph type="subTitle" idx="36"/>
          </p:nvPr>
        </p:nvSpPr>
        <p:spPr>
          <a:xfrm>
            <a:off x="6150329" y="3690335"/>
            <a:ext cx="11568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700"/>
              <a:buNone/>
              <a:defRPr sz="933"/>
            </a:lvl1pPr>
            <a:lvl2pPr lvl="1" algn="l">
              <a:lnSpc>
                <a:spcPct val="100000"/>
              </a:lnSpc>
              <a:spcBef>
                <a:spcPts val="267"/>
              </a:spcBef>
              <a:spcAft>
                <a:spcPts val="0"/>
              </a:spcAft>
              <a:buSzPts val="800"/>
              <a:buNone/>
              <a:defRPr sz="1067"/>
            </a:lvl2pPr>
            <a:lvl3pPr lvl="2" algn="l">
              <a:lnSpc>
                <a:spcPct val="100000"/>
              </a:lnSpc>
              <a:spcBef>
                <a:spcPts val="267"/>
              </a:spcBef>
              <a:spcAft>
                <a:spcPts val="0"/>
              </a:spcAft>
              <a:buSzPts val="800"/>
              <a:buNone/>
              <a:defRPr sz="1067"/>
            </a:lvl3pPr>
            <a:lvl4pPr lvl="3" algn="l">
              <a:lnSpc>
                <a:spcPct val="100000"/>
              </a:lnSpc>
              <a:spcBef>
                <a:spcPts val="267"/>
              </a:spcBef>
              <a:spcAft>
                <a:spcPts val="0"/>
              </a:spcAft>
              <a:buSzPts val="800"/>
              <a:buNone/>
              <a:defRPr sz="1067"/>
            </a:lvl4pPr>
            <a:lvl5pPr lvl="4" algn="l">
              <a:lnSpc>
                <a:spcPct val="100000"/>
              </a:lnSpc>
              <a:spcBef>
                <a:spcPts val="267"/>
              </a:spcBef>
              <a:spcAft>
                <a:spcPts val="0"/>
              </a:spcAft>
              <a:buSzPts val="800"/>
              <a:buNone/>
              <a:defRPr sz="1067"/>
            </a:lvl5pPr>
            <a:lvl6pPr lvl="5" algn="l">
              <a:lnSpc>
                <a:spcPct val="100000"/>
              </a:lnSpc>
              <a:spcBef>
                <a:spcPts val="267"/>
              </a:spcBef>
              <a:spcAft>
                <a:spcPts val="0"/>
              </a:spcAft>
              <a:buSzPts val="800"/>
              <a:buNone/>
              <a:defRPr sz="1067"/>
            </a:lvl6pPr>
            <a:lvl7pPr lvl="6" algn="l">
              <a:lnSpc>
                <a:spcPct val="100000"/>
              </a:lnSpc>
              <a:spcBef>
                <a:spcPts val="267"/>
              </a:spcBef>
              <a:spcAft>
                <a:spcPts val="0"/>
              </a:spcAft>
              <a:buSzPts val="800"/>
              <a:buNone/>
              <a:defRPr sz="1067"/>
            </a:lvl7pPr>
            <a:lvl8pPr lvl="7" algn="l">
              <a:lnSpc>
                <a:spcPct val="100000"/>
              </a:lnSpc>
              <a:spcBef>
                <a:spcPts val="267"/>
              </a:spcBef>
              <a:spcAft>
                <a:spcPts val="0"/>
              </a:spcAft>
              <a:buSzPts val="800"/>
              <a:buNone/>
              <a:defRPr sz="1067"/>
            </a:lvl8pPr>
            <a:lvl9pPr lvl="8" algn="l">
              <a:lnSpc>
                <a:spcPct val="100000"/>
              </a:lnSpc>
              <a:spcBef>
                <a:spcPts val="267"/>
              </a:spcBef>
              <a:spcAft>
                <a:spcPts val="267"/>
              </a:spcAft>
              <a:buSzPts val="800"/>
              <a:buNone/>
              <a:defRPr sz="1067"/>
            </a:lvl9pPr>
          </a:lstStyle>
          <a:p>
            <a:endParaRPr/>
          </a:p>
        </p:txBody>
      </p:sp>
      <p:sp>
        <p:nvSpPr>
          <p:cNvPr id="409" name="Google Shape;409;p32"/>
          <p:cNvSpPr txBox="1">
            <a:spLocks noGrp="1"/>
          </p:cNvSpPr>
          <p:nvPr>
            <p:ph type="subTitle" idx="37"/>
          </p:nvPr>
        </p:nvSpPr>
        <p:spPr>
          <a:xfrm>
            <a:off x="6150329" y="3508335"/>
            <a:ext cx="11568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800"/>
              <a:buNone/>
              <a:defRPr sz="1067" b="1">
                <a:solidFill>
                  <a:schemeClr val="accent1"/>
                </a:solidFill>
              </a:defRPr>
            </a:lvl1pPr>
            <a:lvl2pPr lvl="1" algn="l">
              <a:lnSpc>
                <a:spcPct val="100000"/>
              </a:lnSpc>
              <a:spcBef>
                <a:spcPts val="267"/>
              </a:spcBef>
              <a:spcAft>
                <a:spcPts val="0"/>
              </a:spcAft>
              <a:buClr>
                <a:schemeClr val="accent1"/>
              </a:buClr>
              <a:buSzPts val="1000"/>
              <a:buNone/>
              <a:defRPr sz="1333" b="1">
                <a:solidFill>
                  <a:schemeClr val="accent1"/>
                </a:solidFill>
              </a:defRPr>
            </a:lvl2pPr>
            <a:lvl3pPr lvl="2" algn="l">
              <a:lnSpc>
                <a:spcPct val="100000"/>
              </a:lnSpc>
              <a:spcBef>
                <a:spcPts val="267"/>
              </a:spcBef>
              <a:spcAft>
                <a:spcPts val="0"/>
              </a:spcAft>
              <a:buClr>
                <a:schemeClr val="accent1"/>
              </a:buClr>
              <a:buSzPts val="1000"/>
              <a:buNone/>
              <a:defRPr sz="1333" b="1">
                <a:solidFill>
                  <a:schemeClr val="accent1"/>
                </a:solidFill>
              </a:defRPr>
            </a:lvl3pPr>
            <a:lvl4pPr lvl="3" algn="l">
              <a:lnSpc>
                <a:spcPct val="100000"/>
              </a:lnSpc>
              <a:spcBef>
                <a:spcPts val="267"/>
              </a:spcBef>
              <a:spcAft>
                <a:spcPts val="0"/>
              </a:spcAft>
              <a:buClr>
                <a:schemeClr val="accent1"/>
              </a:buClr>
              <a:buSzPts val="1000"/>
              <a:buNone/>
              <a:defRPr sz="1333" b="1">
                <a:solidFill>
                  <a:schemeClr val="accent1"/>
                </a:solidFill>
              </a:defRPr>
            </a:lvl4pPr>
            <a:lvl5pPr lvl="4" algn="l">
              <a:lnSpc>
                <a:spcPct val="100000"/>
              </a:lnSpc>
              <a:spcBef>
                <a:spcPts val="267"/>
              </a:spcBef>
              <a:spcAft>
                <a:spcPts val="0"/>
              </a:spcAft>
              <a:buClr>
                <a:schemeClr val="accent1"/>
              </a:buClr>
              <a:buSzPts val="1000"/>
              <a:buNone/>
              <a:defRPr sz="1333" b="1">
                <a:solidFill>
                  <a:schemeClr val="accent1"/>
                </a:solidFill>
              </a:defRPr>
            </a:lvl5pPr>
            <a:lvl6pPr lvl="5" algn="l">
              <a:lnSpc>
                <a:spcPct val="100000"/>
              </a:lnSpc>
              <a:spcBef>
                <a:spcPts val="267"/>
              </a:spcBef>
              <a:spcAft>
                <a:spcPts val="0"/>
              </a:spcAft>
              <a:buClr>
                <a:schemeClr val="accent1"/>
              </a:buClr>
              <a:buSzPts val="1000"/>
              <a:buNone/>
              <a:defRPr sz="1333" b="1">
                <a:solidFill>
                  <a:schemeClr val="accent1"/>
                </a:solidFill>
              </a:defRPr>
            </a:lvl6pPr>
            <a:lvl7pPr lvl="6" algn="l">
              <a:lnSpc>
                <a:spcPct val="100000"/>
              </a:lnSpc>
              <a:spcBef>
                <a:spcPts val="267"/>
              </a:spcBef>
              <a:spcAft>
                <a:spcPts val="0"/>
              </a:spcAft>
              <a:buClr>
                <a:schemeClr val="accent1"/>
              </a:buClr>
              <a:buSzPts val="1000"/>
              <a:buNone/>
              <a:defRPr sz="1333" b="1">
                <a:solidFill>
                  <a:schemeClr val="accent1"/>
                </a:solidFill>
              </a:defRPr>
            </a:lvl7pPr>
            <a:lvl8pPr lvl="7" algn="l">
              <a:lnSpc>
                <a:spcPct val="100000"/>
              </a:lnSpc>
              <a:spcBef>
                <a:spcPts val="267"/>
              </a:spcBef>
              <a:spcAft>
                <a:spcPts val="0"/>
              </a:spcAft>
              <a:buClr>
                <a:schemeClr val="accent1"/>
              </a:buClr>
              <a:buSzPts val="1000"/>
              <a:buNone/>
              <a:defRPr sz="1333" b="1">
                <a:solidFill>
                  <a:schemeClr val="accent1"/>
                </a:solidFill>
              </a:defRPr>
            </a:lvl8pPr>
            <a:lvl9pPr lvl="8" algn="l">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410" name="Google Shape;410;p32"/>
          <p:cNvSpPr txBox="1">
            <a:spLocks noGrp="1"/>
          </p:cNvSpPr>
          <p:nvPr>
            <p:ph type="subTitle" idx="38"/>
          </p:nvPr>
        </p:nvSpPr>
        <p:spPr>
          <a:xfrm>
            <a:off x="6150329" y="4829267"/>
            <a:ext cx="11568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700"/>
              <a:buNone/>
              <a:defRPr sz="933"/>
            </a:lvl1pPr>
            <a:lvl2pPr lvl="1" algn="l">
              <a:lnSpc>
                <a:spcPct val="100000"/>
              </a:lnSpc>
              <a:spcBef>
                <a:spcPts val="267"/>
              </a:spcBef>
              <a:spcAft>
                <a:spcPts val="0"/>
              </a:spcAft>
              <a:buSzPts val="800"/>
              <a:buNone/>
              <a:defRPr sz="1067"/>
            </a:lvl2pPr>
            <a:lvl3pPr lvl="2" algn="l">
              <a:lnSpc>
                <a:spcPct val="100000"/>
              </a:lnSpc>
              <a:spcBef>
                <a:spcPts val="267"/>
              </a:spcBef>
              <a:spcAft>
                <a:spcPts val="0"/>
              </a:spcAft>
              <a:buSzPts val="800"/>
              <a:buNone/>
              <a:defRPr sz="1067"/>
            </a:lvl3pPr>
            <a:lvl4pPr lvl="3" algn="l">
              <a:lnSpc>
                <a:spcPct val="100000"/>
              </a:lnSpc>
              <a:spcBef>
                <a:spcPts val="267"/>
              </a:spcBef>
              <a:spcAft>
                <a:spcPts val="0"/>
              </a:spcAft>
              <a:buSzPts val="800"/>
              <a:buNone/>
              <a:defRPr sz="1067"/>
            </a:lvl4pPr>
            <a:lvl5pPr lvl="4" algn="l">
              <a:lnSpc>
                <a:spcPct val="100000"/>
              </a:lnSpc>
              <a:spcBef>
                <a:spcPts val="267"/>
              </a:spcBef>
              <a:spcAft>
                <a:spcPts val="0"/>
              </a:spcAft>
              <a:buSzPts val="800"/>
              <a:buNone/>
              <a:defRPr sz="1067"/>
            </a:lvl5pPr>
            <a:lvl6pPr lvl="5" algn="l">
              <a:lnSpc>
                <a:spcPct val="100000"/>
              </a:lnSpc>
              <a:spcBef>
                <a:spcPts val="267"/>
              </a:spcBef>
              <a:spcAft>
                <a:spcPts val="0"/>
              </a:spcAft>
              <a:buSzPts val="800"/>
              <a:buNone/>
              <a:defRPr sz="1067"/>
            </a:lvl6pPr>
            <a:lvl7pPr lvl="6" algn="l">
              <a:lnSpc>
                <a:spcPct val="100000"/>
              </a:lnSpc>
              <a:spcBef>
                <a:spcPts val="267"/>
              </a:spcBef>
              <a:spcAft>
                <a:spcPts val="0"/>
              </a:spcAft>
              <a:buSzPts val="800"/>
              <a:buNone/>
              <a:defRPr sz="1067"/>
            </a:lvl7pPr>
            <a:lvl8pPr lvl="7" algn="l">
              <a:lnSpc>
                <a:spcPct val="100000"/>
              </a:lnSpc>
              <a:spcBef>
                <a:spcPts val="267"/>
              </a:spcBef>
              <a:spcAft>
                <a:spcPts val="0"/>
              </a:spcAft>
              <a:buSzPts val="800"/>
              <a:buNone/>
              <a:defRPr sz="1067"/>
            </a:lvl8pPr>
            <a:lvl9pPr lvl="8" algn="l">
              <a:lnSpc>
                <a:spcPct val="100000"/>
              </a:lnSpc>
              <a:spcBef>
                <a:spcPts val="267"/>
              </a:spcBef>
              <a:spcAft>
                <a:spcPts val="267"/>
              </a:spcAft>
              <a:buSzPts val="800"/>
              <a:buNone/>
              <a:defRPr sz="1067"/>
            </a:lvl9pPr>
          </a:lstStyle>
          <a:p>
            <a:endParaRPr/>
          </a:p>
        </p:txBody>
      </p:sp>
      <p:sp>
        <p:nvSpPr>
          <p:cNvPr id="411" name="Google Shape;411;p32"/>
          <p:cNvSpPr txBox="1">
            <a:spLocks noGrp="1"/>
          </p:cNvSpPr>
          <p:nvPr>
            <p:ph type="subTitle" idx="39"/>
          </p:nvPr>
        </p:nvSpPr>
        <p:spPr>
          <a:xfrm>
            <a:off x="6150329" y="4647267"/>
            <a:ext cx="11568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800"/>
              <a:buNone/>
              <a:defRPr sz="1067" b="1">
                <a:solidFill>
                  <a:schemeClr val="accent1"/>
                </a:solidFill>
              </a:defRPr>
            </a:lvl1pPr>
            <a:lvl2pPr lvl="1" algn="l">
              <a:lnSpc>
                <a:spcPct val="100000"/>
              </a:lnSpc>
              <a:spcBef>
                <a:spcPts val="267"/>
              </a:spcBef>
              <a:spcAft>
                <a:spcPts val="0"/>
              </a:spcAft>
              <a:buClr>
                <a:schemeClr val="accent1"/>
              </a:buClr>
              <a:buSzPts val="1000"/>
              <a:buNone/>
              <a:defRPr sz="1333" b="1">
                <a:solidFill>
                  <a:schemeClr val="accent1"/>
                </a:solidFill>
              </a:defRPr>
            </a:lvl2pPr>
            <a:lvl3pPr lvl="2" algn="l">
              <a:lnSpc>
                <a:spcPct val="100000"/>
              </a:lnSpc>
              <a:spcBef>
                <a:spcPts val="267"/>
              </a:spcBef>
              <a:spcAft>
                <a:spcPts val="0"/>
              </a:spcAft>
              <a:buClr>
                <a:schemeClr val="accent1"/>
              </a:buClr>
              <a:buSzPts val="1000"/>
              <a:buNone/>
              <a:defRPr sz="1333" b="1">
                <a:solidFill>
                  <a:schemeClr val="accent1"/>
                </a:solidFill>
              </a:defRPr>
            </a:lvl3pPr>
            <a:lvl4pPr lvl="3" algn="l">
              <a:lnSpc>
                <a:spcPct val="100000"/>
              </a:lnSpc>
              <a:spcBef>
                <a:spcPts val="267"/>
              </a:spcBef>
              <a:spcAft>
                <a:spcPts val="0"/>
              </a:spcAft>
              <a:buClr>
                <a:schemeClr val="accent1"/>
              </a:buClr>
              <a:buSzPts val="1000"/>
              <a:buNone/>
              <a:defRPr sz="1333" b="1">
                <a:solidFill>
                  <a:schemeClr val="accent1"/>
                </a:solidFill>
              </a:defRPr>
            </a:lvl4pPr>
            <a:lvl5pPr lvl="4" algn="l">
              <a:lnSpc>
                <a:spcPct val="100000"/>
              </a:lnSpc>
              <a:spcBef>
                <a:spcPts val="267"/>
              </a:spcBef>
              <a:spcAft>
                <a:spcPts val="0"/>
              </a:spcAft>
              <a:buClr>
                <a:schemeClr val="accent1"/>
              </a:buClr>
              <a:buSzPts val="1000"/>
              <a:buNone/>
              <a:defRPr sz="1333" b="1">
                <a:solidFill>
                  <a:schemeClr val="accent1"/>
                </a:solidFill>
              </a:defRPr>
            </a:lvl5pPr>
            <a:lvl6pPr lvl="5" algn="l">
              <a:lnSpc>
                <a:spcPct val="100000"/>
              </a:lnSpc>
              <a:spcBef>
                <a:spcPts val="267"/>
              </a:spcBef>
              <a:spcAft>
                <a:spcPts val="0"/>
              </a:spcAft>
              <a:buClr>
                <a:schemeClr val="accent1"/>
              </a:buClr>
              <a:buSzPts val="1000"/>
              <a:buNone/>
              <a:defRPr sz="1333" b="1">
                <a:solidFill>
                  <a:schemeClr val="accent1"/>
                </a:solidFill>
              </a:defRPr>
            </a:lvl6pPr>
            <a:lvl7pPr lvl="6" algn="l">
              <a:lnSpc>
                <a:spcPct val="100000"/>
              </a:lnSpc>
              <a:spcBef>
                <a:spcPts val="267"/>
              </a:spcBef>
              <a:spcAft>
                <a:spcPts val="0"/>
              </a:spcAft>
              <a:buClr>
                <a:schemeClr val="accent1"/>
              </a:buClr>
              <a:buSzPts val="1000"/>
              <a:buNone/>
              <a:defRPr sz="1333" b="1">
                <a:solidFill>
                  <a:schemeClr val="accent1"/>
                </a:solidFill>
              </a:defRPr>
            </a:lvl7pPr>
            <a:lvl8pPr lvl="7" algn="l">
              <a:lnSpc>
                <a:spcPct val="100000"/>
              </a:lnSpc>
              <a:spcBef>
                <a:spcPts val="267"/>
              </a:spcBef>
              <a:spcAft>
                <a:spcPts val="0"/>
              </a:spcAft>
              <a:buClr>
                <a:schemeClr val="accent1"/>
              </a:buClr>
              <a:buSzPts val="1000"/>
              <a:buNone/>
              <a:defRPr sz="1333" b="1">
                <a:solidFill>
                  <a:schemeClr val="accent1"/>
                </a:solidFill>
              </a:defRPr>
            </a:lvl8pPr>
            <a:lvl9pPr lvl="8" algn="l">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412" name="Google Shape;412;p32"/>
          <p:cNvSpPr txBox="1">
            <a:spLocks noGrp="1"/>
          </p:cNvSpPr>
          <p:nvPr>
            <p:ph type="subTitle" idx="40"/>
          </p:nvPr>
        </p:nvSpPr>
        <p:spPr>
          <a:xfrm>
            <a:off x="6150329" y="5968197"/>
            <a:ext cx="11568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700"/>
              <a:buNone/>
              <a:defRPr sz="933"/>
            </a:lvl1pPr>
            <a:lvl2pPr lvl="1" algn="l">
              <a:lnSpc>
                <a:spcPct val="100000"/>
              </a:lnSpc>
              <a:spcBef>
                <a:spcPts val="267"/>
              </a:spcBef>
              <a:spcAft>
                <a:spcPts val="0"/>
              </a:spcAft>
              <a:buSzPts val="800"/>
              <a:buNone/>
              <a:defRPr sz="1067"/>
            </a:lvl2pPr>
            <a:lvl3pPr lvl="2" algn="l">
              <a:lnSpc>
                <a:spcPct val="100000"/>
              </a:lnSpc>
              <a:spcBef>
                <a:spcPts val="267"/>
              </a:spcBef>
              <a:spcAft>
                <a:spcPts val="0"/>
              </a:spcAft>
              <a:buSzPts val="800"/>
              <a:buNone/>
              <a:defRPr sz="1067"/>
            </a:lvl3pPr>
            <a:lvl4pPr lvl="3" algn="l">
              <a:lnSpc>
                <a:spcPct val="100000"/>
              </a:lnSpc>
              <a:spcBef>
                <a:spcPts val="267"/>
              </a:spcBef>
              <a:spcAft>
                <a:spcPts val="0"/>
              </a:spcAft>
              <a:buSzPts val="800"/>
              <a:buNone/>
              <a:defRPr sz="1067"/>
            </a:lvl4pPr>
            <a:lvl5pPr lvl="4" algn="l">
              <a:lnSpc>
                <a:spcPct val="100000"/>
              </a:lnSpc>
              <a:spcBef>
                <a:spcPts val="267"/>
              </a:spcBef>
              <a:spcAft>
                <a:spcPts val="0"/>
              </a:spcAft>
              <a:buSzPts val="800"/>
              <a:buNone/>
              <a:defRPr sz="1067"/>
            </a:lvl5pPr>
            <a:lvl6pPr lvl="5" algn="l">
              <a:lnSpc>
                <a:spcPct val="100000"/>
              </a:lnSpc>
              <a:spcBef>
                <a:spcPts val="267"/>
              </a:spcBef>
              <a:spcAft>
                <a:spcPts val="0"/>
              </a:spcAft>
              <a:buSzPts val="800"/>
              <a:buNone/>
              <a:defRPr sz="1067"/>
            </a:lvl6pPr>
            <a:lvl7pPr lvl="6" algn="l">
              <a:lnSpc>
                <a:spcPct val="100000"/>
              </a:lnSpc>
              <a:spcBef>
                <a:spcPts val="267"/>
              </a:spcBef>
              <a:spcAft>
                <a:spcPts val="0"/>
              </a:spcAft>
              <a:buSzPts val="800"/>
              <a:buNone/>
              <a:defRPr sz="1067"/>
            </a:lvl7pPr>
            <a:lvl8pPr lvl="7" algn="l">
              <a:lnSpc>
                <a:spcPct val="100000"/>
              </a:lnSpc>
              <a:spcBef>
                <a:spcPts val="267"/>
              </a:spcBef>
              <a:spcAft>
                <a:spcPts val="0"/>
              </a:spcAft>
              <a:buSzPts val="800"/>
              <a:buNone/>
              <a:defRPr sz="1067"/>
            </a:lvl8pPr>
            <a:lvl9pPr lvl="8" algn="l">
              <a:lnSpc>
                <a:spcPct val="100000"/>
              </a:lnSpc>
              <a:spcBef>
                <a:spcPts val="267"/>
              </a:spcBef>
              <a:spcAft>
                <a:spcPts val="267"/>
              </a:spcAft>
              <a:buSzPts val="800"/>
              <a:buNone/>
              <a:defRPr sz="1067"/>
            </a:lvl9pPr>
          </a:lstStyle>
          <a:p>
            <a:endParaRPr/>
          </a:p>
        </p:txBody>
      </p:sp>
      <p:sp>
        <p:nvSpPr>
          <p:cNvPr id="413" name="Google Shape;413;p32"/>
          <p:cNvSpPr txBox="1">
            <a:spLocks noGrp="1"/>
          </p:cNvSpPr>
          <p:nvPr>
            <p:ph type="subTitle" idx="41"/>
          </p:nvPr>
        </p:nvSpPr>
        <p:spPr>
          <a:xfrm>
            <a:off x="6150329" y="5786197"/>
            <a:ext cx="11568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800"/>
              <a:buNone/>
              <a:defRPr sz="1067" b="1">
                <a:solidFill>
                  <a:schemeClr val="accent1"/>
                </a:solidFill>
              </a:defRPr>
            </a:lvl1pPr>
            <a:lvl2pPr lvl="1" algn="l">
              <a:lnSpc>
                <a:spcPct val="100000"/>
              </a:lnSpc>
              <a:spcBef>
                <a:spcPts val="267"/>
              </a:spcBef>
              <a:spcAft>
                <a:spcPts val="0"/>
              </a:spcAft>
              <a:buClr>
                <a:schemeClr val="accent1"/>
              </a:buClr>
              <a:buSzPts val="1000"/>
              <a:buNone/>
              <a:defRPr sz="1333" b="1">
                <a:solidFill>
                  <a:schemeClr val="accent1"/>
                </a:solidFill>
              </a:defRPr>
            </a:lvl2pPr>
            <a:lvl3pPr lvl="2" algn="l">
              <a:lnSpc>
                <a:spcPct val="100000"/>
              </a:lnSpc>
              <a:spcBef>
                <a:spcPts val="267"/>
              </a:spcBef>
              <a:spcAft>
                <a:spcPts val="0"/>
              </a:spcAft>
              <a:buClr>
                <a:schemeClr val="accent1"/>
              </a:buClr>
              <a:buSzPts val="1000"/>
              <a:buNone/>
              <a:defRPr sz="1333" b="1">
                <a:solidFill>
                  <a:schemeClr val="accent1"/>
                </a:solidFill>
              </a:defRPr>
            </a:lvl3pPr>
            <a:lvl4pPr lvl="3" algn="l">
              <a:lnSpc>
                <a:spcPct val="100000"/>
              </a:lnSpc>
              <a:spcBef>
                <a:spcPts val="267"/>
              </a:spcBef>
              <a:spcAft>
                <a:spcPts val="0"/>
              </a:spcAft>
              <a:buClr>
                <a:schemeClr val="accent1"/>
              </a:buClr>
              <a:buSzPts val="1000"/>
              <a:buNone/>
              <a:defRPr sz="1333" b="1">
                <a:solidFill>
                  <a:schemeClr val="accent1"/>
                </a:solidFill>
              </a:defRPr>
            </a:lvl4pPr>
            <a:lvl5pPr lvl="4" algn="l">
              <a:lnSpc>
                <a:spcPct val="100000"/>
              </a:lnSpc>
              <a:spcBef>
                <a:spcPts val="267"/>
              </a:spcBef>
              <a:spcAft>
                <a:spcPts val="0"/>
              </a:spcAft>
              <a:buClr>
                <a:schemeClr val="accent1"/>
              </a:buClr>
              <a:buSzPts val="1000"/>
              <a:buNone/>
              <a:defRPr sz="1333" b="1">
                <a:solidFill>
                  <a:schemeClr val="accent1"/>
                </a:solidFill>
              </a:defRPr>
            </a:lvl5pPr>
            <a:lvl6pPr lvl="5" algn="l">
              <a:lnSpc>
                <a:spcPct val="100000"/>
              </a:lnSpc>
              <a:spcBef>
                <a:spcPts val="267"/>
              </a:spcBef>
              <a:spcAft>
                <a:spcPts val="0"/>
              </a:spcAft>
              <a:buClr>
                <a:schemeClr val="accent1"/>
              </a:buClr>
              <a:buSzPts val="1000"/>
              <a:buNone/>
              <a:defRPr sz="1333" b="1">
                <a:solidFill>
                  <a:schemeClr val="accent1"/>
                </a:solidFill>
              </a:defRPr>
            </a:lvl6pPr>
            <a:lvl7pPr lvl="6" algn="l">
              <a:lnSpc>
                <a:spcPct val="100000"/>
              </a:lnSpc>
              <a:spcBef>
                <a:spcPts val="267"/>
              </a:spcBef>
              <a:spcAft>
                <a:spcPts val="0"/>
              </a:spcAft>
              <a:buClr>
                <a:schemeClr val="accent1"/>
              </a:buClr>
              <a:buSzPts val="1000"/>
              <a:buNone/>
              <a:defRPr sz="1333" b="1">
                <a:solidFill>
                  <a:schemeClr val="accent1"/>
                </a:solidFill>
              </a:defRPr>
            </a:lvl7pPr>
            <a:lvl8pPr lvl="7" algn="l">
              <a:lnSpc>
                <a:spcPct val="100000"/>
              </a:lnSpc>
              <a:spcBef>
                <a:spcPts val="267"/>
              </a:spcBef>
              <a:spcAft>
                <a:spcPts val="0"/>
              </a:spcAft>
              <a:buClr>
                <a:schemeClr val="accent1"/>
              </a:buClr>
              <a:buSzPts val="1000"/>
              <a:buNone/>
              <a:defRPr sz="1333" b="1">
                <a:solidFill>
                  <a:schemeClr val="accent1"/>
                </a:solidFill>
              </a:defRPr>
            </a:lvl8pPr>
            <a:lvl9pPr lvl="8" algn="l">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414" name="Google Shape;414;p32"/>
          <p:cNvSpPr txBox="1">
            <a:spLocks noGrp="1"/>
          </p:cNvSpPr>
          <p:nvPr>
            <p:ph type="subTitle" idx="42"/>
          </p:nvPr>
        </p:nvSpPr>
        <p:spPr>
          <a:xfrm>
            <a:off x="8260696" y="3690335"/>
            <a:ext cx="11568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700"/>
              <a:buNone/>
              <a:defRPr sz="933"/>
            </a:lvl1pPr>
            <a:lvl2pPr lvl="1" algn="l">
              <a:lnSpc>
                <a:spcPct val="100000"/>
              </a:lnSpc>
              <a:spcBef>
                <a:spcPts val="267"/>
              </a:spcBef>
              <a:spcAft>
                <a:spcPts val="0"/>
              </a:spcAft>
              <a:buSzPts val="800"/>
              <a:buNone/>
              <a:defRPr sz="1067"/>
            </a:lvl2pPr>
            <a:lvl3pPr lvl="2" algn="l">
              <a:lnSpc>
                <a:spcPct val="100000"/>
              </a:lnSpc>
              <a:spcBef>
                <a:spcPts val="267"/>
              </a:spcBef>
              <a:spcAft>
                <a:spcPts val="0"/>
              </a:spcAft>
              <a:buSzPts val="800"/>
              <a:buNone/>
              <a:defRPr sz="1067"/>
            </a:lvl3pPr>
            <a:lvl4pPr lvl="3" algn="l">
              <a:lnSpc>
                <a:spcPct val="100000"/>
              </a:lnSpc>
              <a:spcBef>
                <a:spcPts val="267"/>
              </a:spcBef>
              <a:spcAft>
                <a:spcPts val="0"/>
              </a:spcAft>
              <a:buSzPts val="800"/>
              <a:buNone/>
              <a:defRPr sz="1067"/>
            </a:lvl4pPr>
            <a:lvl5pPr lvl="4" algn="l">
              <a:lnSpc>
                <a:spcPct val="100000"/>
              </a:lnSpc>
              <a:spcBef>
                <a:spcPts val="267"/>
              </a:spcBef>
              <a:spcAft>
                <a:spcPts val="0"/>
              </a:spcAft>
              <a:buSzPts val="800"/>
              <a:buNone/>
              <a:defRPr sz="1067"/>
            </a:lvl5pPr>
            <a:lvl6pPr lvl="5" algn="l">
              <a:lnSpc>
                <a:spcPct val="100000"/>
              </a:lnSpc>
              <a:spcBef>
                <a:spcPts val="267"/>
              </a:spcBef>
              <a:spcAft>
                <a:spcPts val="0"/>
              </a:spcAft>
              <a:buSzPts val="800"/>
              <a:buNone/>
              <a:defRPr sz="1067"/>
            </a:lvl6pPr>
            <a:lvl7pPr lvl="6" algn="l">
              <a:lnSpc>
                <a:spcPct val="100000"/>
              </a:lnSpc>
              <a:spcBef>
                <a:spcPts val="267"/>
              </a:spcBef>
              <a:spcAft>
                <a:spcPts val="0"/>
              </a:spcAft>
              <a:buSzPts val="800"/>
              <a:buNone/>
              <a:defRPr sz="1067"/>
            </a:lvl7pPr>
            <a:lvl8pPr lvl="7" algn="l">
              <a:lnSpc>
                <a:spcPct val="100000"/>
              </a:lnSpc>
              <a:spcBef>
                <a:spcPts val="267"/>
              </a:spcBef>
              <a:spcAft>
                <a:spcPts val="0"/>
              </a:spcAft>
              <a:buSzPts val="800"/>
              <a:buNone/>
              <a:defRPr sz="1067"/>
            </a:lvl8pPr>
            <a:lvl9pPr lvl="8" algn="l">
              <a:lnSpc>
                <a:spcPct val="100000"/>
              </a:lnSpc>
              <a:spcBef>
                <a:spcPts val="267"/>
              </a:spcBef>
              <a:spcAft>
                <a:spcPts val="267"/>
              </a:spcAft>
              <a:buSzPts val="800"/>
              <a:buNone/>
              <a:defRPr sz="1067"/>
            </a:lvl9pPr>
          </a:lstStyle>
          <a:p>
            <a:endParaRPr/>
          </a:p>
        </p:txBody>
      </p:sp>
      <p:sp>
        <p:nvSpPr>
          <p:cNvPr id="415" name="Google Shape;415;p32"/>
          <p:cNvSpPr txBox="1">
            <a:spLocks noGrp="1"/>
          </p:cNvSpPr>
          <p:nvPr>
            <p:ph type="subTitle" idx="43"/>
          </p:nvPr>
        </p:nvSpPr>
        <p:spPr>
          <a:xfrm>
            <a:off x="8260696" y="3508335"/>
            <a:ext cx="11568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800"/>
              <a:buNone/>
              <a:defRPr sz="1067" b="1">
                <a:solidFill>
                  <a:schemeClr val="accent1"/>
                </a:solidFill>
              </a:defRPr>
            </a:lvl1pPr>
            <a:lvl2pPr lvl="1" algn="l">
              <a:lnSpc>
                <a:spcPct val="100000"/>
              </a:lnSpc>
              <a:spcBef>
                <a:spcPts val="267"/>
              </a:spcBef>
              <a:spcAft>
                <a:spcPts val="0"/>
              </a:spcAft>
              <a:buClr>
                <a:schemeClr val="accent1"/>
              </a:buClr>
              <a:buSzPts val="1000"/>
              <a:buNone/>
              <a:defRPr sz="1333" b="1">
                <a:solidFill>
                  <a:schemeClr val="accent1"/>
                </a:solidFill>
              </a:defRPr>
            </a:lvl2pPr>
            <a:lvl3pPr lvl="2" algn="l">
              <a:lnSpc>
                <a:spcPct val="100000"/>
              </a:lnSpc>
              <a:spcBef>
                <a:spcPts val="267"/>
              </a:spcBef>
              <a:spcAft>
                <a:spcPts val="0"/>
              </a:spcAft>
              <a:buClr>
                <a:schemeClr val="accent1"/>
              </a:buClr>
              <a:buSzPts val="1000"/>
              <a:buNone/>
              <a:defRPr sz="1333" b="1">
                <a:solidFill>
                  <a:schemeClr val="accent1"/>
                </a:solidFill>
              </a:defRPr>
            </a:lvl3pPr>
            <a:lvl4pPr lvl="3" algn="l">
              <a:lnSpc>
                <a:spcPct val="100000"/>
              </a:lnSpc>
              <a:spcBef>
                <a:spcPts val="267"/>
              </a:spcBef>
              <a:spcAft>
                <a:spcPts val="0"/>
              </a:spcAft>
              <a:buClr>
                <a:schemeClr val="accent1"/>
              </a:buClr>
              <a:buSzPts val="1000"/>
              <a:buNone/>
              <a:defRPr sz="1333" b="1">
                <a:solidFill>
                  <a:schemeClr val="accent1"/>
                </a:solidFill>
              </a:defRPr>
            </a:lvl4pPr>
            <a:lvl5pPr lvl="4" algn="l">
              <a:lnSpc>
                <a:spcPct val="100000"/>
              </a:lnSpc>
              <a:spcBef>
                <a:spcPts val="267"/>
              </a:spcBef>
              <a:spcAft>
                <a:spcPts val="0"/>
              </a:spcAft>
              <a:buClr>
                <a:schemeClr val="accent1"/>
              </a:buClr>
              <a:buSzPts val="1000"/>
              <a:buNone/>
              <a:defRPr sz="1333" b="1">
                <a:solidFill>
                  <a:schemeClr val="accent1"/>
                </a:solidFill>
              </a:defRPr>
            </a:lvl5pPr>
            <a:lvl6pPr lvl="5" algn="l">
              <a:lnSpc>
                <a:spcPct val="100000"/>
              </a:lnSpc>
              <a:spcBef>
                <a:spcPts val="267"/>
              </a:spcBef>
              <a:spcAft>
                <a:spcPts val="0"/>
              </a:spcAft>
              <a:buClr>
                <a:schemeClr val="accent1"/>
              </a:buClr>
              <a:buSzPts val="1000"/>
              <a:buNone/>
              <a:defRPr sz="1333" b="1">
                <a:solidFill>
                  <a:schemeClr val="accent1"/>
                </a:solidFill>
              </a:defRPr>
            </a:lvl6pPr>
            <a:lvl7pPr lvl="6" algn="l">
              <a:lnSpc>
                <a:spcPct val="100000"/>
              </a:lnSpc>
              <a:spcBef>
                <a:spcPts val="267"/>
              </a:spcBef>
              <a:spcAft>
                <a:spcPts val="0"/>
              </a:spcAft>
              <a:buClr>
                <a:schemeClr val="accent1"/>
              </a:buClr>
              <a:buSzPts val="1000"/>
              <a:buNone/>
              <a:defRPr sz="1333" b="1">
                <a:solidFill>
                  <a:schemeClr val="accent1"/>
                </a:solidFill>
              </a:defRPr>
            </a:lvl7pPr>
            <a:lvl8pPr lvl="7" algn="l">
              <a:lnSpc>
                <a:spcPct val="100000"/>
              </a:lnSpc>
              <a:spcBef>
                <a:spcPts val="267"/>
              </a:spcBef>
              <a:spcAft>
                <a:spcPts val="0"/>
              </a:spcAft>
              <a:buClr>
                <a:schemeClr val="accent1"/>
              </a:buClr>
              <a:buSzPts val="1000"/>
              <a:buNone/>
              <a:defRPr sz="1333" b="1">
                <a:solidFill>
                  <a:schemeClr val="accent1"/>
                </a:solidFill>
              </a:defRPr>
            </a:lvl8pPr>
            <a:lvl9pPr lvl="8" algn="l">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416" name="Google Shape;416;p32"/>
          <p:cNvSpPr txBox="1">
            <a:spLocks noGrp="1"/>
          </p:cNvSpPr>
          <p:nvPr>
            <p:ph type="subTitle" idx="44"/>
          </p:nvPr>
        </p:nvSpPr>
        <p:spPr>
          <a:xfrm>
            <a:off x="8260696" y="4829267"/>
            <a:ext cx="11568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700"/>
              <a:buNone/>
              <a:defRPr sz="933"/>
            </a:lvl1pPr>
            <a:lvl2pPr lvl="1" algn="l">
              <a:lnSpc>
                <a:spcPct val="100000"/>
              </a:lnSpc>
              <a:spcBef>
                <a:spcPts val="267"/>
              </a:spcBef>
              <a:spcAft>
                <a:spcPts val="0"/>
              </a:spcAft>
              <a:buSzPts val="800"/>
              <a:buNone/>
              <a:defRPr sz="1067"/>
            </a:lvl2pPr>
            <a:lvl3pPr lvl="2" algn="l">
              <a:lnSpc>
                <a:spcPct val="100000"/>
              </a:lnSpc>
              <a:spcBef>
                <a:spcPts val="267"/>
              </a:spcBef>
              <a:spcAft>
                <a:spcPts val="0"/>
              </a:spcAft>
              <a:buSzPts val="800"/>
              <a:buNone/>
              <a:defRPr sz="1067"/>
            </a:lvl3pPr>
            <a:lvl4pPr lvl="3" algn="l">
              <a:lnSpc>
                <a:spcPct val="100000"/>
              </a:lnSpc>
              <a:spcBef>
                <a:spcPts val="267"/>
              </a:spcBef>
              <a:spcAft>
                <a:spcPts val="0"/>
              </a:spcAft>
              <a:buSzPts val="800"/>
              <a:buNone/>
              <a:defRPr sz="1067"/>
            </a:lvl4pPr>
            <a:lvl5pPr lvl="4" algn="l">
              <a:lnSpc>
                <a:spcPct val="100000"/>
              </a:lnSpc>
              <a:spcBef>
                <a:spcPts val="267"/>
              </a:spcBef>
              <a:spcAft>
                <a:spcPts val="0"/>
              </a:spcAft>
              <a:buSzPts val="800"/>
              <a:buNone/>
              <a:defRPr sz="1067"/>
            </a:lvl5pPr>
            <a:lvl6pPr lvl="5" algn="l">
              <a:lnSpc>
                <a:spcPct val="100000"/>
              </a:lnSpc>
              <a:spcBef>
                <a:spcPts val="267"/>
              </a:spcBef>
              <a:spcAft>
                <a:spcPts val="0"/>
              </a:spcAft>
              <a:buSzPts val="800"/>
              <a:buNone/>
              <a:defRPr sz="1067"/>
            </a:lvl6pPr>
            <a:lvl7pPr lvl="6" algn="l">
              <a:lnSpc>
                <a:spcPct val="100000"/>
              </a:lnSpc>
              <a:spcBef>
                <a:spcPts val="267"/>
              </a:spcBef>
              <a:spcAft>
                <a:spcPts val="0"/>
              </a:spcAft>
              <a:buSzPts val="800"/>
              <a:buNone/>
              <a:defRPr sz="1067"/>
            </a:lvl7pPr>
            <a:lvl8pPr lvl="7" algn="l">
              <a:lnSpc>
                <a:spcPct val="100000"/>
              </a:lnSpc>
              <a:spcBef>
                <a:spcPts val="267"/>
              </a:spcBef>
              <a:spcAft>
                <a:spcPts val="0"/>
              </a:spcAft>
              <a:buSzPts val="800"/>
              <a:buNone/>
              <a:defRPr sz="1067"/>
            </a:lvl8pPr>
            <a:lvl9pPr lvl="8" algn="l">
              <a:lnSpc>
                <a:spcPct val="100000"/>
              </a:lnSpc>
              <a:spcBef>
                <a:spcPts val="267"/>
              </a:spcBef>
              <a:spcAft>
                <a:spcPts val="267"/>
              </a:spcAft>
              <a:buSzPts val="800"/>
              <a:buNone/>
              <a:defRPr sz="1067"/>
            </a:lvl9pPr>
          </a:lstStyle>
          <a:p>
            <a:endParaRPr/>
          </a:p>
        </p:txBody>
      </p:sp>
      <p:sp>
        <p:nvSpPr>
          <p:cNvPr id="417" name="Google Shape;417;p32"/>
          <p:cNvSpPr txBox="1">
            <a:spLocks noGrp="1"/>
          </p:cNvSpPr>
          <p:nvPr>
            <p:ph type="subTitle" idx="45"/>
          </p:nvPr>
        </p:nvSpPr>
        <p:spPr>
          <a:xfrm>
            <a:off x="8260696" y="4647267"/>
            <a:ext cx="11568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800"/>
              <a:buNone/>
              <a:defRPr sz="1067" b="1">
                <a:solidFill>
                  <a:schemeClr val="accent1"/>
                </a:solidFill>
              </a:defRPr>
            </a:lvl1pPr>
            <a:lvl2pPr lvl="1" algn="l">
              <a:lnSpc>
                <a:spcPct val="100000"/>
              </a:lnSpc>
              <a:spcBef>
                <a:spcPts val="267"/>
              </a:spcBef>
              <a:spcAft>
                <a:spcPts val="0"/>
              </a:spcAft>
              <a:buClr>
                <a:schemeClr val="accent1"/>
              </a:buClr>
              <a:buSzPts val="1000"/>
              <a:buNone/>
              <a:defRPr sz="1333" b="1">
                <a:solidFill>
                  <a:schemeClr val="accent1"/>
                </a:solidFill>
              </a:defRPr>
            </a:lvl2pPr>
            <a:lvl3pPr lvl="2" algn="l">
              <a:lnSpc>
                <a:spcPct val="100000"/>
              </a:lnSpc>
              <a:spcBef>
                <a:spcPts val="267"/>
              </a:spcBef>
              <a:spcAft>
                <a:spcPts val="0"/>
              </a:spcAft>
              <a:buClr>
                <a:schemeClr val="accent1"/>
              </a:buClr>
              <a:buSzPts val="1000"/>
              <a:buNone/>
              <a:defRPr sz="1333" b="1">
                <a:solidFill>
                  <a:schemeClr val="accent1"/>
                </a:solidFill>
              </a:defRPr>
            </a:lvl3pPr>
            <a:lvl4pPr lvl="3" algn="l">
              <a:lnSpc>
                <a:spcPct val="100000"/>
              </a:lnSpc>
              <a:spcBef>
                <a:spcPts val="267"/>
              </a:spcBef>
              <a:spcAft>
                <a:spcPts val="0"/>
              </a:spcAft>
              <a:buClr>
                <a:schemeClr val="accent1"/>
              </a:buClr>
              <a:buSzPts val="1000"/>
              <a:buNone/>
              <a:defRPr sz="1333" b="1">
                <a:solidFill>
                  <a:schemeClr val="accent1"/>
                </a:solidFill>
              </a:defRPr>
            </a:lvl4pPr>
            <a:lvl5pPr lvl="4" algn="l">
              <a:lnSpc>
                <a:spcPct val="100000"/>
              </a:lnSpc>
              <a:spcBef>
                <a:spcPts val="267"/>
              </a:spcBef>
              <a:spcAft>
                <a:spcPts val="0"/>
              </a:spcAft>
              <a:buClr>
                <a:schemeClr val="accent1"/>
              </a:buClr>
              <a:buSzPts val="1000"/>
              <a:buNone/>
              <a:defRPr sz="1333" b="1">
                <a:solidFill>
                  <a:schemeClr val="accent1"/>
                </a:solidFill>
              </a:defRPr>
            </a:lvl5pPr>
            <a:lvl6pPr lvl="5" algn="l">
              <a:lnSpc>
                <a:spcPct val="100000"/>
              </a:lnSpc>
              <a:spcBef>
                <a:spcPts val="267"/>
              </a:spcBef>
              <a:spcAft>
                <a:spcPts val="0"/>
              </a:spcAft>
              <a:buClr>
                <a:schemeClr val="accent1"/>
              </a:buClr>
              <a:buSzPts val="1000"/>
              <a:buNone/>
              <a:defRPr sz="1333" b="1">
                <a:solidFill>
                  <a:schemeClr val="accent1"/>
                </a:solidFill>
              </a:defRPr>
            </a:lvl6pPr>
            <a:lvl7pPr lvl="6" algn="l">
              <a:lnSpc>
                <a:spcPct val="100000"/>
              </a:lnSpc>
              <a:spcBef>
                <a:spcPts val="267"/>
              </a:spcBef>
              <a:spcAft>
                <a:spcPts val="0"/>
              </a:spcAft>
              <a:buClr>
                <a:schemeClr val="accent1"/>
              </a:buClr>
              <a:buSzPts val="1000"/>
              <a:buNone/>
              <a:defRPr sz="1333" b="1">
                <a:solidFill>
                  <a:schemeClr val="accent1"/>
                </a:solidFill>
              </a:defRPr>
            </a:lvl7pPr>
            <a:lvl8pPr lvl="7" algn="l">
              <a:lnSpc>
                <a:spcPct val="100000"/>
              </a:lnSpc>
              <a:spcBef>
                <a:spcPts val="267"/>
              </a:spcBef>
              <a:spcAft>
                <a:spcPts val="0"/>
              </a:spcAft>
              <a:buClr>
                <a:schemeClr val="accent1"/>
              </a:buClr>
              <a:buSzPts val="1000"/>
              <a:buNone/>
              <a:defRPr sz="1333" b="1">
                <a:solidFill>
                  <a:schemeClr val="accent1"/>
                </a:solidFill>
              </a:defRPr>
            </a:lvl8pPr>
            <a:lvl9pPr lvl="8" algn="l">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418" name="Google Shape;418;p32"/>
          <p:cNvSpPr txBox="1">
            <a:spLocks noGrp="1"/>
          </p:cNvSpPr>
          <p:nvPr>
            <p:ph type="subTitle" idx="46"/>
          </p:nvPr>
        </p:nvSpPr>
        <p:spPr>
          <a:xfrm>
            <a:off x="8260696" y="5968197"/>
            <a:ext cx="11568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700"/>
              <a:buNone/>
              <a:defRPr sz="933"/>
            </a:lvl1pPr>
            <a:lvl2pPr lvl="1" algn="l">
              <a:lnSpc>
                <a:spcPct val="100000"/>
              </a:lnSpc>
              <a:spcBef>
                <a:spcPts val="267"/>
              </a:spcBef>
              <a:spcAft>
                <a:spcPts val="0"/>
              </a:spcAft>
              <a:buSzPts val="800"/>
              <a:buNone/>
              <a:defRPr sz="1067"/>
            </a:lvl2pPr>
            <a:lvl3pPr lvl="2" algn="l">
              <a:lnSpc>
                <a:spcPct val="100000"/>
              </a:lnSpc>
              <a:spcBef>
                <a:spcPts val="267"/>
              </a:spcBef>
              <a:spcAft>
                <a:spcPts val="0"/>
              </a:spcAft>
              <a:buSzPts val="800"/>
              <a:buNone/>
              <a:defRPr sz="1067"/>
            </a:lvl3pPr>
            <a:lvl4pPr lvl="3" algn="l">
              <a:lnSpc>
                <a:spcPct val="100000"/>
              </a:lnSpc>
              <a:spcBef>
                <a:spcPts val="267"/>
              </a:spcBef>
              <a:spcAft>
                <a:spcPts val="0"/>
              </a:spcAft>
              <a:buSzPts val="800"/>
              <a:buNone/>
              <a:defRPr sz="1067"/>
            </a:lvl4pPr>
            <a:lvl5pPr lvl="4" algn="l">
              <a:lnSpc>
                <a:spcPct val="100000"/>
              </a:lnSpc>
              <a:spcBef>
                <a:spcPts val="267"/>
              </a:spcBef>
              <a:spcAft>
                <a:spcPts val="0"/>
              </a:spcAft>
              <a:buSzPts val="800"/>
              <a:buNone/>
              <a:defRPr sz="1067"/>
            </a:lvl5pPr>
            <a:lvl6pPr lvl="5" algn="l">
              <a:lnSpc>
                <a:spcPct val="100000"/>
              </a:lnSpc>
              <a:spcBef>
                <a:spcPts val="267"/>
              </a:spcBef>
              <a:spcAft>
                <a:spcPts val="0"/>
              </a:spcAft>
              <a:buSzPts val="800"/>
              <a:buNone/>
              <a:defRPr sz="1067"/>
            </a:lvl6pPr>
            <a:lvl7pPr lvl="6" algn="l">
              <a:lnSpc>
                <a:spcPct val="100000"/>
              </a:lnSpc>
              <a:spcBef>
                <a:spcPts val="267"/>
              </a:spcBef>
              <a:spcAft>
                <a:spcPts val="0"/>
              </a:spcAft>
              <a:buSzPts val="800"/>
              <a:buNone/>
              <a:defRPr sz="1067"/>
            </a:lvl7pPr>
            <a:lvl8pPr lvl="7" algn="l">
              <a:lnSpc>
                <a:spcPct val="100000"/>
              </a:lnSpc>
              <a:spcBef>
                <a:spcPts val="267"/>
              </a:spcBef>
              <a:spcAft>
                <a:spcPts val="0"/>
              </a:spcAft>
              <a:buSzPts val="800"/>
              <a:buNone/>
              <a:defRPr sz="1067"/>
            </a:lvl8pPr>
            <a:lvl9pPr lvl="8" algn="l">
              <a:lnSpc>
                <a:spcPct val="100000"/>
              </a:lnSpc>
              <a:spcBef>
                <a:spcPts val="267"/>
              </a:spcBef>
              <a:spcAft>
                <a:spcPts val="267"/>
              </a:spcAft>
              <a:buSzPts val="800"/>
              <a:buNone/>
              <a:defRPr sz="1067"/>
            </a:lvl9pPr>
          </a:lstStyle>
          <a:p>
            <a:endParaRPr/>
          </a:p>
        </p:txBody>
      </p:sp>
      <p:sp>
        <p:nvSpPr>
          <p:cNvPr id="419" name="Google Shape;419;p32"/>
          <p:cNvSpPr txBox="1">
            <a:spLocks noGrp="1"/>
          </p:cNvSpPr>
          <p:nvPr>
            <p:ph type="subTitle" idx="47"/>
          </p:nvPr>
        </p:nvSpPr>
        <p:spPr>
          <a:xfrm>
            <a:off x="8260696" y="5786197"/>
            <a:ext cx="11568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800"/>
              <a:buNone/>
              <a:defRPr sz="1067" b="1">
                <a:solidFill>
                  <a:schemeClr val="accent1"/>
                </a:solidFill>
              </a:defRPr>
            </a:lvl1pPr>
            <a:lvl2pPr lvl="1" algn="l">
              <a:lnSpc>
                <a:spcPct val="100000"/>
              </a:lnSpc>
              <a:spcBef>
                <a:spcPts val="267"/>
              </a:spcBef>
              <a:spcAft>
                <a:spcPts val="0"/>
              </a:spcAft>
              <a:buClr>
                <a:schemeClr val="accent1"/>
              </a:buClr>
              <a:buSzPts val="1000"/>
              <a:buNone/>
              <a:defRPr sz="1333" b="1">
                <a:solidFill>
                  <a:schemeClr val="accent1"/>
                </a:solidFill>
              </a:defRPr>
            </a:lvl2pPr>
            <a:lvl3pPr lvl="2" algn="l">
              <a:lnSpc>
                <a:spcPct val="100000"/>
              </a:lnSpc>
              <a:spcBef>
                <a:spcPts val="267"/>
              </a:spcBef>
              <a:spcAft>
                <a:spcPts val="0"/>
              </a:spcAft>
              <a:buClr>
                <a:schemeClr val="accent1"/>
              </a:buClr>
              <a:buSzPts val="1000"/>
              <a:buNone/>
              <a:defRPr sz="1333" b="1">
                <a:solidFill>
                  <a:schemeClr val="accent1"/>
                </a:solidFill>
              </a:defRPr>
            </a:lvl3pPr>
            <a:lvl4pPr lvl="3" algn="l">
              <a:lnSpc>
                <a:spcPct val="100000"/>
              </a:lnSpc>
              <a:spcBef>
                <a:spcPts val="267"/>
              </a:spcBef>
              <a:spcAft>
                <a:spcPts val="0"/>
              </a:spcAft>
              <a:buClr>
                <a:schemeClr val="accent1"/>
              </a:buClr>
              <a:buSzPts val="1000"/>
              <a:buNone/>
              <a:defRPr sz="1333" b="1">
                <a:solidFill>
                  <a:schemeClr val="accent1"/>
                </a:solidFill>
              </a:defRPr>
            </a:lvl4pPr>
            <a:lvl5pPr lvl="4" algn="l">
              <a:lnSpc>
                <a:spcPct val="100000"/>
              </a:lnSpc>
              <a:spcBef>
                <a:spcPts val="267"/>
              </a:spcBef>
              <a:spcAft>
                <a:spcPts val="0"/>
              </a:spcAft>
              <a:buClr>
                <a:schemeClr val="accent1"/>
              </a:buClr>
              <a:buSzPts val="1000"/>
              <a:buNone/>
              <a:defRPr sz="1333" b="1">
                <a:solidFill>
                  <a:schemeClr val="accent1"/>
                </a:solidFill>
              </a:defRPr>
            </a:lvl5pPr>
            <a:lvl6pPr lvl="5" algn="l">
              <a:lnSpc>
                <a:spcPct val="100000"/>
              </a:lnSpc>
              <a:spcBef>
                <a:spcPts val="267"/>
              </a:spcBef>
              <a:spcAft>
                <a:spcPts val="0"/>
              </a:spcAft>
              <a:buClr>
                <a:schemeClr val="accent1"/>
              </a:buClr>
              <a:buSzPts val="1000"/>
              <a:buNone/>
              <a:defRPr sz="1333" b="1">
                <a:solidFill>
                  <a:schemeClr val="accent1"/>
                </a:solidFill>
              </a:defRPr>
            </a:lvl6pPr>
            <a:lvl7pPr lvl="6" algn="l">
              <a:lnSpc>
                <a:spcPct val="100000"/>
              </a:lnSpc>
              <a:spcBef>
                <a:spcPts val="267"/>
              </a:spcBef>
              <a:spcAft>
                <a:spcPts val="0"/>
              </a:spcAft>
              <a:buClr>
                <a:schemeClr val="accent1"/>
              </a:buClr>
              <a:buSzPts val="1000"/>
              <a:buNone/>
              <a:defRPr sz="1333" b="1">
                <a:solidFill>
                  <a:schemeClr val="accent1"/>
                </a:solidFill>
              </a:defRPr>
            </a:lvl7pPr>
            <a:lvl8pPr lvl="7" algn="l">
              <a:lnSpc>
                <a:spcPct val="100000"/>
              </a:lnSpc>
              <a:spcBef>
                <a:spcPts val="267"/>
              </a:spcBef>
              <a:spcAft>
                <a:spcPts val="0"/>
              </a:spcAft>
              <a:buClr>
                <a:schemeClr val="accent1"/>
              </a:buClr>
              <a:buSzPts val="1000"/>
              <a:buNone/>
              <a:defRPr sz="1333" b="1">
                <a:solidFill>
                  <a:schemeClr val="accent1"/>
                </a:solidFill>
              </a:defRPr>
            </a:lvl8pPr>
            <a:lvl9pPr lvl="8" algn="l">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420" name="Google Shape;420;p32"/>
          <p:cNvSpPr txBox="1">
            <a:spLocks noGrp="1"/>
          </p:cNvSpPr>
          <p:nvPr>
            <p:ph type="subTitle" idx="48"/>
          </p:nvPr>
        </p:nvSpPr>
        <p:spPr>
          <a:xfrm>
            <a:off x="10371063" y="3690335"/>
            <a:ext cx="11568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700"/>
              <a:buNone/>
              <a:defRPr sz="933"/>
            </a:lvl1pPr>
            <a:lvl2pPr lvl="1" algn="l">
              <a:lnSpc>
                <a:spcPct val="100000"/>
              </a:lnSpc>
              <a:spcBef>
                <a:spcPts val="267"/>
              </a:spcBef>
              <a:spcAft>
                <a:spcPts val="0"/>
              </a:spcAft>
              <a:buSzPts val="800"/>
              <a:buNone/>
              <a:defRPr sz="1067"/>
            </a:lvl2pPr>
            <a:lvl3pPr lvl="2" algn="l">
              <a:lnSpc>
                <a:spcPct val="100000"/>
              </a:lnSpc>
              <a:spcBef>
                <a:spcPts val="267"/>
              </a:spcBef>
              <a:spcAft>
                <a:spcPts val="0"/>
              </a:spcAft>
              <a:buSzPts val="800"/>
              <a:buNone/>
              <a:defRPr sz="1067"/>
            </a:lvl3pPr>
            <a:lvl4pPr lvl="3" algn="l">
              <a:lnSpc>
                <a:spcPct val="100000"/>
              </a:lnSpc>
              <a:spcBef>
                <a:spcPts val="267"/>
              </a:spcBef>
              <a:spcAft>
                <a:spcPts val="0"/>
              </a:spcAft>
              <a:buSzPts val="800"/>
              <a:buNone/>
              <a:defRPr sz="1067"/>
            </a:lvl4pPr>
            <a:lvl5pPr lvl="4" algn="l">
              <a:lnSpc>
                <a:spcPct val="100000"/>
              </a:lnSpc>
              <a:spcBef>
                <a:spcPts val="267"/>
              </a:spcBef>
              <a:spcAft>
                <a:spcPts val="0"/>
              </a:spcAft>
              <a:buSzPts val="800"/>
              <a:buNone/>
              <a:defRPr sz="1067"/>
            </a:lvl5pPr>
            <a:lvl6pPr lvl="5" algn="l">
              <a:lnSpc>
                <a:spcPct val="100000"/>
              </a:lnSpc>
              <a:spcBef>
                <a:spcPts val="267"/>
              </a:spcBef>
              <a:spcAft>
                <a:spcPts val="0"/>
              </a:spcAft>
              <a:buSzPts val="800"/>
              <a:buNone/>
              <a:defRPr sz="1067"/>
            </a:lvl6pPr>
            <a:lvl7pPr lvl="6" algn="l">
              <a:lnSpc>
                <a:spcPct val="100000"/>
              </a:lnSpc>
              <a:spcBef>
                <a:spcPts val="267"/>
              </a:spcBef>
              <a:spcAft>
                <a:spcPts val="0"/>
              </a:spcAft>
              <a:buSzPts val="800"/>
              <a:buNone/>
              <a:defRPr sz="1067"/>
            </a:lvl7pPr>
            <a:lvl8pPr lvl="7" algn="l">
              <a:lnSpc>
                <a:spcPct val="100000"/>
              </a:lnSpc>
              <a:spcBef>
                <a:spcPts val="267"/>
              </a:spcBef>
              <a:spcAft>
                <a:spcPts val="0"/>
              </a:spcAft>
              <a:buSzPts val="800"/>
              <a:buNone/>
              <a:defRPr sz="1067"/>
            </a:lvl8pPr>
            <a:lvl9pPr lvl="8" algn="l">
              <a:lnSpc>
                <a:spcPct val="100000"/>
              </a:lnSpc>
              <a:spcBef>
                <a:spcPts val="267"/>
              </a:spcBef>
              <a:spcAft>
                <a:spcPts val="267"/>
              </a:spcAft>
              <a:buSzPts val="800"/>
              <a:buNone/>
              <a:defRPr sz="1067"/>
            </a:lvl9pPr>
          </a:lstStyle>
          <a:p>
            <a:endParaRPr/>
          </a:p>
        </p:txBody>
      </p:sp>
      <p:sp>
        <p:nvSpPr>
          <p:cNvPr id="421" name="Google Shape;421;p32"/>
          <p:cNvSpPr txBox="1">
            <a:spLocks noGrp="1"/>
          </p:cNvSpPr>
          <p:nvPr>
            <p:ph type="subTitle" idx="49"/>
          </p:nvPr>
        </p:nvSpPr>
        <p:spPr>
          <a:xfrm>
            <a:off x="10371063" y="3508335"/>
            <a:ext cx="11568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800"/>
              <a:buNone/>
              <a:defRPr sz="1067" b="1">
                <a:solidFill>
                  <a:schemeClr val="accent1"/>
                </a:solidFill>
              </a:defRPr>
            </a:lvl1pPr>
            <a:lvl2pPr lvl="1" algn="l">
              <a:lnSpc>
                <a:spcPct val="100000"/>
              </a:lnSpc>
              <a:spcBef>
                <a:spcPts val="267"/>
              </a:spcBef>
              <a:spcAft>
                <a:spcPts val="0"/>
              </a:spcAft>
              <a:buClr>
                <a:schemeClr val="accent1"/>
              </a:buClr>
              <a:buSzPts val="1000"/>
              <a:buNone/>
              <a:defRPr sz="1333" b="1">
                <a:solidFill>
                  <a:schemeClr val="accent1"/>
                </a:solidFill>
              </a:defRPr>
            </a:lvl2pPr>
            <a:lvl3pPr lvl="2" algn="l">
              <a:lnSpc>
                <a:spcPct val="100000"/>
              </a:lnSpc>
              <a:spcBef>
                <a:spcPts val="267"/>
              </a:spcBef>
              <a:spcAft>
                <a:spcPts val="0"/>
              </a:spcAft>
              <a:buClr>
                <a:schemeClr val="accent1"/>
              </a:buClr>
              <a:buSzPts val="1000"/>
              <a:buNone/>
              <a:defRPr sz="1333" b="1">
                <a:solidFill>
                  <a:schemeClr val="accent1"/>
                </a:solidFill>
              </a:defRPr>
            </a:lvl3pPr>
            <a:lvl4pPr lvl="3" algn="l">
              <a:lnSpc>
                <a:spcPct val="100000"/>
              </a:lnSpc>
              <a:spcBef>
                <a:spcPts val="267"/>
              </a:spcBef>
              <a:spcAft>
                <a:spcPts val="0"/>
              </a:spcAft>
              <a:buClr>
                <a:schemeClr val="accent1"/>
              </a:buClr>
              <a:buSzPts val="1000"/>
              <a:buNone/>
              <a:defRPr sz="1333" b="1">
                <a:solidFill>
                  <a:schemeClr val="accent1"/>
                </a:solidFill>
              </a:defRPr>
            </a:lvl4pPr>
            <a:lvl5pPr lvl="4" algn="l">
              <a:lnSpc>
                <a:spcPct val="100000"/>
              </a:lnSpc>
              <a:spcBef>
                <a:spcPts val="267"/>
              </a:spcBef>
              <a:spcAft>
                <a:spcPts val="0"/>
              </a:spcAft>
              <a:buClr>
                <a:schemeClr val="accent1"/>
              </a:buClr>
              <a:buSzPts val="1000"/>
              <a:buNone/>
              <a:defRPr sz="1333" b="1">
                <a:solidFill>
                  <a:schemeClr val="accent1"/>
                </a:solidFill>
              </a:defRPr>
            </a:lvl5pPr>
            <a:lvl6pPr lvl="5" algn="l">
              <a:lnSpc>
                <a:spcPct val="100000"/>
              </a:lnSpc>
              <a:spcBef>
                <a:spcPts val="267"/>
              </a:spcBef>
              <a:spcAft>
                <a:spcPts val="0"/>
              </a:spcAft>
              <a:buClr>
                <a:schemeClr val="accent1"/>
              </a:buClr>
              <a:buSzPts val="1000"/>
              <a:buNone/>
              <a:defRPr sz="1333" b="1">
                <a:solidFill>
                  <a:schemeClr val="accent1"/>
                </a:solidFill>
              </a:defRPr>
            </a:lvl6pPr>
            <a:lvl7pPr lvl="6" algn="l">
              <a:lnSpc>
                <a:spcPct val="100000"/>
              </a:lnSpc>
              <a:spcBef>
                <a:spcPts val="267"/>
              </a:spcBef>
              <a:spcAft>
                <a:spcPts val="0"/>
              </a:spcAft>
              <a:buClr>
                <a:schemeClr val="accent1"/>
              </a:buClr>
              <a:buSzPts val="1000"/>
              <a:buNone/>
              <a:defRPr sz="1333" b="1">
                <a:solidFill>
                  <a:schemeClr val="accent1"/>
                </a:solidFill>
              </a:defRPr>
            </a:lvl7pPr>
            <a:lvl8pPr lvl="7" algn="l">
              <a:lnSpc>
                <a:spcPct val="100000"/>
              </a:lnSpc>
              <a:spcBef>
                <a:spcPts val="267"/>
              </a:spcBef>
              <a:spcAft>
                <a:spcPts val="0"/>
              </a:spcAft>
              <a:buClr>
                <a:schemeClr val="accent1"/>
              </a:buClr>
              <a:buSzPts val="1000"/>
              <a:buNone/>
              <a:defRPr sz="1333" b="1">
                <a:solidFill>
                  <a:schemeClr val="accent1"/>
                </a:solidFill>
              </a:defRPr>
            </a:lvl8pPr>
            <a:lvl9pPr lvl="8" algn="l">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422" name="Google Shape;422;p32"/>
          <p:cNvSpPr txBox="1">
            <a:spLocks noGrp="1"/>
          </p:cNvSpPr>
          <p:nvPr>
            <p:ph type="subTitle" idx="50"/>
          </p:nvPr>
        </p:nvSpPr>
        <p:spPr>
          <a:xfrm>
            <a:off x="10371063" y="4829267"/>
            <a:ext cx="11568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700"/>
              <a:buNone/>
              <a:defRPr sz="933"/>
            </a:lvl1pPr>
            <a:lvl2pPr lvl="1" algn="l">
              <a:lnSpc>
                <a:spcPct val="100000"/>
              </a:lnSpc>
              <a:spcBef>
                <a:spcPts val="267"/>
              </a:spcBef>
              <a:spcAft>
                <a:spcPts val="0"/>
              </a:spcAft>
              <a:buSzPts val="800"/>
              <a:buNone/>
              <a:defRPr sz="1067"/>
            </a:lvl2pPr>
            <a:lvl3pPr lvl="2" algn="l">
              <a:lnSpc>
                <a:spcPct val="100000"/>
              </a:lnSpc>
              <a:spcBef>
                <a:spcPts val="267"/>
              </a:spcBef>
              <a:spcAft>
                <a:spcPts val="0"/>
              </a:spcAft>
              <a:buSzPts val="800"/>
              <a:buNone/>
              <a:defRPr sz="1067"/>
            </a:lvl3pPr>
            <a:lvl4pPr lvl="3" algn="l">
              <a:lnSpc>
                <a:spcPct val="100000"/>
              </a:lnSpc>
              <a:spcBef>
                <a:spcPts val="267"/>
              </a:spcBef>
              <a:spcAft>
                <a:spcPts val="0"/>
              </a:spcAft>
              <a:buSzPts val="800"/>
              <a:buNone/>
              <a:defRPr sz="1067"/>
            </a:lvl4pPr>
            <a:lvl5pPr lvl="4" algn="l">
              <a:lnSpc>
                <a:spcPct val="100000"/>
              </a:lnSpc>
              <a:spcBef>
                <a:spcPts val="267"/>
              </a:spcBef>
              <a:spcAft>
                <a:spcPts val="0"/>
              </a:spcAft>
              <a:buSzPts val="800"/>
              <a:buNone/>
              <a:defRPr sz="1067"/>
            </a:lvl5pPr>
            <a:lvl6pPr lvl="5" algn="l">
              <a:lnSpc>
                <a:spcPct val="100000"/>
              </a:lnSpc>
              <a:spcBef>
                <a:spcPts val="267"/>
              </a:spcBef>
              <a:spcAft>
                <a:spcPts val="0"/>
              </a:spcAft>
              <a:buSzPts val="800"/>
              <a:buNone/>
              <a:defRPr sz="1067"/>
            </a:lvl6pPr>
            <a:lvl7pPr lvl="6" algn="l">
              <a:lnSpc>
                <a:spcPct val="100000"/>
              </a:lnSpc>
              <a:spcBef>
                <a:spcPts val="267"/>
              </a:spcBef>
              <a:spcAft>
                <a:spcPts val="0"/>
              </a:spcAft>
              <a:buSzPts val="800"/>
              <a:buNone/>
              <a:defRPr sz="1067"/>
            </a:lvl7pPr>
            <a:lvl8pPr lvl="7" algn="l">
              <a:lnSpc>
                <a:spcPct val="100000"/>
              </a:lnSpc>
              <a:spcBef>
                <a:spcPts val="267"/>
              </a:spcBef>
              <a:spcAft>
                <a:spcPts val="0"/>
              </a:spcAft>
              <a:buSzPts val="800"/>
              <a:buNone/>
              <a:defRPr sz="1067"/>
            </a:lvl8pPr>
            <a:lvl9pPr lvl="8" algn="l">
              <a:lnSpc>
                <a:spcPct val="100000"/>
              </a:lnSpc>
              <a:spcBef>
                <a:spcPts val="267"/>
              </a:spcBef>
              <a:spcAft>
                <a:spcPts val="267"/>
              </a:spcAft>
              <a:buSzPts val="800"/>
              <a:buNone/>
              <a:defRPr sz="1067"/>
            </a:lvl9pPr>
          </a:lstStyle>
          <a:p>
            <a:endParaRPr/>
          </a:p>
        </p:txBody>
      </p:sp>
      <p:sp>
        <p:nvSpPr>
          <p:cNvPr id="423" name="Google Shape;423;p32"/>
          <p:cNvSpPr txBox="1">
            <a:spLocks noGrp="1"/>
          </p:cNvSpPr>
          <p:nvPr>
            <p:ph type="subTitle" idx="51"/>
          </p:nvPr>
        </p:nvSpPr>
        <p:spPr>
          <a:xfrm>
            <a:off x="10371063" y="4647267"/>
            <a:ext cx="11568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800"/>
              <a:buNone/>
              <a:defRPr sz="1067" b="1">
                <a:solidFill>
                  <a:schemeClr val="accent1"/>
                </a:solidFill>
              </a:defRPr>
            </a:lvl1pPr>
            <a:lvl2pPr lvl="1" algn="l">
              <a:lnSpc>
                <a:spcPct val="100000"/>
              </a:lnSpc>
              <a:spcBef>
                <a:spcPts val="267"/>
              </a:spcBef>
              <a:spcAft>
                <a:spcPts val="0"/>
              </a:spcAft>
              <a:buClr>
                <a:schemeClr val="accent1"/>
              </a:buClr>
              <a:buSzPts val="1000"/>
              <a:buNone/>
              <a:defRPr sz="1333" b="1">
                <a:solidFill>
                  <a:schemeClr val="accent1"/>
                </a:solidFill>
              </a:defRPr>
            </a:lvl2pPr>
            <a:lvl3pPr lvl="2" algn="l">
              <a:lnSpc>
                <a:spcPct val="100000"/>
              </a:lnSpc>
              <a:spcBef>
                <a:spcPts val="267"/>
              </a:spcBef>
              <a:spcAft>
                <a:spcPts val="0"/>
              </a:spcAft>
              <a:buClr>
                <a:schemeClr val="accent1"/>
              </a:buClr>
              <a:buSzPts val="1000"/>
              <a:buNone/>
              <a:defRPr sz="1333" b="1">
                <a:solidFill>
                  <a:schemeClr val="accent1"/>
                </a:solidFill>
              </a:defRPr>
            </a:lvl3pPr>
            <a:lvl4pPr lvl="3" algn="l">
              <a:lnSpc>
                <a:spcPct val="100000"/>
              </a:lnSpc>
              <a:spcBef>
                <a:spcPts val="267"/>
              </a:spcBef>
              <a:spcAft>
                <a:spcPts val="0"/>
              </a:spcAft>
              <a:buClr>
                <a:schemeClr val="accent1"/>
              </a:buClr>
              <a:buSzPts val="1000"/>
              <a:buNone/>
              <a:defRPr sz="1333" b="1">
                <a:solidFill>
                  <a:schemeClr val="accent1"/>
                </a:solidFill>
              </a:defRPr>
            </a:lvl4pPr>
            <a:lvl5pPr lvl="4" algn="l">
              <a:lnSpc>
                <a:spcPct val="100000"/>
              </a:lnSpc>
              <a:spcBef>
                <a:spcPts val="267"/>
              </a:spcBef>
              <a:spcAft>
                <a:spcPts val="0"/>
              </a:spcAft>
              <a:buClr>
                <a:schemeClr val="accent1"/>
              </a:buClr>
              <a:buSzPts val="1000"/>
              <a:buNone/>
              <a:defRPr sz="1333" b="1">
                <a:solidFill>
                  <a:schemeClr val="accent1"/>
                </a:solidFill>
              </a:defRPr>
            </a:lvl5pPr>
            <a:lvl6pPr lvl="5" algn="l">
              <a:lnSpc>
                <a:spcPct val="100000"/>
              </a:lnSpc>
              <a:spcBef>
                <a:spcPts val="267"/>
              </a:spcBef>
              <a:spcAft>
                <a:spcPts val="0"/>
              </a:spcAft>
              <a:buClr>
                <a:schemeClr val="accent1"/>
              </a:buClr>
              <a:buSzPts val="1000"/>
              <a:buNone/>
              <a:defRPr sz="1333" b="1">
                <a:solidFill>
                  <a:schemeClr val="accent1"/>
                </a:solidFill>
              </a:defRPr>
            </a:lvl6pPr>
            <a:lvl7pPr lvl="6" algn="l">
              <a:lnSpc>
                <a:spcPct val="100000"/>
              </a:lnSpc>
              <a:spcBef>
                <a:spcPts val="267"/>
              </a:spcBef>
              <a:spcAft>
                <a:spcPts val="0"/>
              </a:spcAft>
              <a:buClr>
                <a:schemeClr val="accent1"/>
              </a:buClr>
              <a:buSzPts val="1000"/>
              <a:buNone/>
              <a:defRPr sz="1333" b="1">
                <a:solidFill>
                  <a:schemeClr val="accent1"/>
                </a:solidFill>
              </a:defRPr>
            </a:lvl7pPr>
            <a:lvl8pPr lvl="7" algn="l">
              <a:lnSpc>
                <a:spcPct val="100000"/>
              </a:lnSpc>
              <a:spcBef>
                <a:spcPts val="267"/>
              </a:spcBef>
              <a:spcAft>
                <a:spcPts val="0"/>
              </a:spcAft>
              <a:buClr>
                <a:schemeClr val="accent1"/>
              </a:buClr>
              <a:buSzPts val="1000"/>
              <a:buNone/>
              <a:defRPr sz="1333" b="1">
                <a:solidFill>
                  <a:schemeClr val="accent1"/>
                </a:solidFill>
              </a:defRPr>
            </a:lvl8pPr>
            <a:lvl9pPr lvl="8" algn="l">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424" name="Google Shape;424;p32"/>
          <p:cNvSpPr txBox="1">
            <a:spLocks noGrp="1"/>
          </p:cNvSpPr>
          <p:nvPr>
            <p:ph type="subTitle" idx="52"/>
          </p:nvPr>
        </p:nvSpPr>
        <p:spPr>
          <a:xfrm>
            <a:off x="10371063" y="5968197"/>
            <a:ext cx="11568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700"/>
              <a:buNone/>
              <a:defRPr sz="933"/>
            </a:lvl1pPr>
            <a:lvl2pPr lvl="1" algn="l">
              <a:lnSpc>
                <a:spcPct val="100000"/>
              </a:lnSpc>
              <a:spcBef>
                <a:spcPts val="267"/>
              </a:spcBef>
              <a:spcAft>
                <a:spcPts val="0"/>
              </a:spcAft>
              <a:buSzPts val="800"/>
              <a:buNone/>
              <a:defRPr sz="1067"/>
            </a:lvl2pPr>
            <a:lvl3pPr lvl="2" algn="l">
              <a:lnSpc>
                <a:spcPct val="100000"/>
              </a:lnSpc>
              <a:spcBef>
                <a:spcPts val="267"/>
              </a:spcBef>
              <a:spcAft>
                <a:spcPts val="0"/>
              </a:spcAft>
              <a:buSzPts val="800"/>
              <a:buNone/>
              <a:defRPr sz="1067"/>
            </a:lvl3pPr>
            <a:lvl4pPr lvl="3" algn="l">
              <a:lnSpc>
                <a:spcPct val="100000"/>
              </a:lnSpc>
              <a:spcBef>
                <a:spcPts val="267"/>
              </a:spcBef>
              <a:spcAft>
                <a:spcPts val="0"/>
              </a:spcAft>
              <a:buSzPts val="800"/>
              <a:buNone/>
              <a:defRPr sz="1067"/>
            </a:lvl4pPr>
            <a:lvl5pPr lvl="4" algn="l">
              <a:lnSpc>
                <a:spcPct val="100000"/>
              </a:lnSpc>
              <a:spcBef>
                <a:spcPts val="267"/>
              </a:spcBef>
              <a:spcAft>
                <a:spcPts val="0"/>
              </a:spcAft>
              <a:buSzPts val="800"/>
              <a:buNone/>
              <a:defRPr sz="1067"/>
            </a:lvl5pPr>
            <a:lvl6pPr lvl="5" algn="l">
              <a:lnSpc>
                <a:spcPct val="100000"/>
              </a:lnSpc>
              <a:spcBef>
                <a:spcPts val="267"/>
              </a:spcBef>
              <a:spcAft>
                <a:spcPts val="0"/>
              </a:spcAft>
              <a:buSzPts val="800"/>
              <a:buNone/>
              <a:defRPr sz="1067"/>
            </a:lvl6pPr>
            <a:lvl7pPr lvl="6" algn="l">
              <a:lnSpc>
                <a:spcPct val="100000"/>
              </a:lnSpc>
              <a:spcBef>
                <a:spcPts val="267"/>
              </a:spcBef>
              <a:spcAft>
                <a:spcPts val="0"/>
              </a:spcAft>
              <a:buSzPts val="800"/>
              <a:buNone/>
              <a:defRPr sz="1067"/>
            </a:lvl7pPr>
            <a:lvl8pPr lvl="7" algn="l">
              <a:lnSpc>
                <a:spcPct val="100000"/>
              </a:lnSpc>
              <a:spcBef>
                <a:spcPts val="267"/>
              </a:spcBef>
              <a:spcAft>
                <a:spcPts val="0"/>
              </a:spcAft>
              <a:buSzPts val="800"/>
              <a:buNone/>
              <a:defRPr sz="1067"/>
            </a:lvl8pPr>
            <a:lvl9pPr lvl="8" algn="l">
              <a:lnSpc>
                <a:spcPct val="100000"/>
              </a:lnSpc>
              <a:spcBef>
                <a:spcPts val="267"/>
              </a:spcBef>
              <a:spcAft>
                <a:spcPts val="267"/>
              </a:spcAft>
              <a:buSzPts val="800"/>
              <a:buNone/>
              <a:defRPr sz="1067"/>
            </a:lvl9pPr>
          </a:lstStyle>
          <a:p>
            <a:endParaRPr/>
          </a:p>
        </p:txBody>
      </p:sp>
      <p:sp>
        <p:nvSpPr>
          <p:cNvPr id="425" name="Google Shape;425;p32"/>
          <p:cNvSpPr txBox="1">
            <a:spLocks noGrp="1"/>
          </p:cNvSpPr>
          <p:nvPr>
            <p:ph type="subTitle" idx="53"/>
          </p:nvPr>
        </p:nvSpPr>
        <p:spPr>
          <a:xfrm>
            <a:off x="10371063" y="5786197"/>
            <a:ext cx="11568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800"/>
              <a:buNone/>
              <a:defRPr sz="1067" b="1">
                <a:solidFill>
                  <a:schemeClr val="accent1"/>
                </a:solidFill>
              </a:defRPr>
            </a:lvl1pPr>
            <a:lvl2pPr lvl="1" algn="l">
              <a:lnSpc>
                <a:spcPct val="100000"/>
              </a:lnSpc>
              <a:spcBef>
                <a:spcPts val="267"/>
              </a:spcBef>
              <a:spcAft>
                <a:spcPts val="0"/>
              </a:spcAft>
              <a:buClr>
                <a:schemeClr val="accent1"/>
              </a:buClr>
              <a:buSzPts val="1000"/>
              <a:buNone/>
              <a:defRPr sz="1333" b="1">
                <a:solidFill>
                  <a:schemeClr val="accent1"/>
                </a:solidFill>
              </a:defRPr>
            </a:lvl2pPr>
            <a:lvl3pPr lvl="2" algn="l">
              <a:lnSpc>
                <a:spcPct val="100000"/>
              </a:lnSpc>
              <a:spcBef>
                <a:spcPts val="267"/>
              </a:spcBef>
              <a:spcAft>
                <a:spcPts val="0"/>
              </a:spcAft>
              <a:buClr>
                <a:schemeClr val="accent1"/>
              </a:buClr>
              <a:buSzPts val="1000"/>
              <a:buNone/>
              <a:defRPr sz="1333" b="1">
                <a:solidFill>
                  <a:schemeClr val="accent1"/>
                </a:solidFill>
              </a:defRPr>
            </a:lvl3pPr>
            <a:lvl4pPr lvl="3" algn="l">
              <a:lnSpc>
                <a:spcPct val="100000"/>
              </a:lnSpc>
              <a:spcBef>
                <a:spcPts val="267"/>
              </a:spcBef>
              <a:spcAft>
                <a:spcPts val="0"/>
              </a:spcAft>
              <a:buClr>
                <a:schemeClr val="accent1"/>
              </a:buClr>
              <a:buSzPts val="1000"/>
              <a:buNone/>
              <a:defRPr sz="1333" b="1">
                <a:solidFill>
                  <a:schemeClr val="accent1"/>
                </a:solidFill>
              </a:defRPr>
            </a:lvl4pPr>
            <a:lvl5pPr lvl="4" algn="l">
              <a:lnSpc>
                <a:spcPct val="100000"/>
              </a:lnSpc>
              <a:spcBef>
                <a:spcPts val="267"/>
              </a:spcBef>
              <a:spcAft>
                <a:spcPts val="0"/>
              </a:spcAft>
              <a:buClr>
                <a:schemeClr val="accent1"/>
              </a:buClr>
              <a:buSzPts val="1000"/>
              <a:buNone/>
              <a:defRPr sz="1333" b="1">
                <a:solidFill>
                  <a:schemeClr val="accent1"/>
                </a:solidFill>
              </a:defRPr>
            </a:lvl5pPr>
            <a:lvl6pPr lvl="5" algn="l">
              <a:lnSpc>
                <a:spcPct val="100000"/>
              </a:lnSpc>
              <a:spcBef>
                <a:spcPts val="267"/>
              </a:spcBef>
              <a:spcAft>
                <a:spcPts val="0"/>
              </a:spcAft>
              <a:buClr>
                <a:schemeClr val="accent1"/>
              </a:buClr>
              <a:buSzPts val="1000"/>
              <a:buNone/>
              <a:defRPr sz="1333" b="1">
                <a:solidFill>
                  <a:schemeClr val="accent1"/>
                </a:solidFill>
              </a:defRPr>
            </a:lvl6pPr>
            <a:lvl7pPr lvl="6" algn="l">
              <a:lnSpc>
                <a:spcPct val="100000"/>
              </a:lnSpc>
              <a:spcBef>
                <a:spcPts val="267"/>
              </a:spcBef>
              <a:spcAft>
                <a:spcPts val="0"/>
              </a:spcAft>
              <a:buClr>
                <a:schemeClr val="accent1"/>
              </a:buClr>
              <a:buSzPts val="1000"/>
              <a:buNone/>
              <a:defRPr sz="1333" b="1">
                <a:solidFill>
                  <a:schemeClr val="accent1"/>
                </a:solidFill>
              </a:defRPr>
            </a:lvl7pPr>
            <a:lvl8pPr lvl="7" algn="l">
              <a:lnSpc>
                <a:spcPct val="100000"/>
              </a:lnSpc>
              <a:spcBef>
                <a:spcPts val="267"/>
              </a:spcBef>
              <a:spcAft>
                <a:spcPts val="0"/>
              </a:spcAft>
              <a:buClr>
                <a:schemeClr val="accent1"/>
              </a:buClr>
              <a:buSzPts val="1000"/>
              <a:buNone/>
              <a:defRPr sz="1333" b="1">
                <a:solidFill>
                  <a:schemeClr val="accent1"/>
                </a:solidFill>
              </a:defRPr>
            </a:lvl8pPr>
            <a:lvl9pPr lvl="8" algn="l">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426" name="Google Shape;426;p32"/>
          <p:cNvSpPr txBox="1">
            <a:spLocks noGrp="1"/>
          </p:cNvSpPr>
          <p:nvPr>
            <p:ph type="subTitle" idx="54"/>
          </p:nvPr>
        </p:nvSpPr>
        <p:spPr>
          <a:xfrm>
            <a:off x="548633" y="2485137"/>
            <a:ext cx="4876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2"/>
              </a:buClr>
              <a:buSzPts val="900"/>
              <a:buNone/>
              <a:defRPr sz="1200" b="1">
                <a:solidFill>
                  <a:schemeClr val="lt2"/>
                </a:solidFill>
              </a:defRPr>
            </a:lvl1pPr>
            <a:lvl2pPr lvl="1" algn="l">
              <a:lnSpc>
                <a:spcPct val="100000"/>
              </a:lnSpc>
              <a:spcBef>
                <a:spcPts val="267"/>
              </a:spcBef>
              <a:spcAft>
                <a:spcPts val="0"/>
              </a:spcAft>
              <a:buClr>
                <a:schemeClr val="lt2"/>
              </a:buClr>
              <a:buSzPts val="1000"/>
              <a:buNone/>
              <a:defRPr sz="1333" b="1">
                <a:solidFill>
                  <a:schemeClr val="lt2"/>
                </a:solidFill>
              </a:defRPr>
            </a:lvl2pPr>
            <a:lvl3pPr lvl="2" algn="l">
              <a:lnSpc>
                <a:spcPct val="100000"/>
              </a:lnSpc>
              <a:spcBef>
                <a:spcPts val="267"/>
              </a:spcBef>
              <a:spcAft>
                <a:spcPts val="0"/>
              </a:spcAft>
              <a:buClr>
                <a:schemeClr val="lt2"/>
              </a:buClr>
              <a:buSzPts val="1000"/>
              <a:buNone/>
              <a:defRPr sz="1333" b="1">
                <a:solidFill>
                  <a:schemeClr val="lt2"/>
                </a:solidFill>
              </a:defRPr>
            </a:lvl3pPr>
            <a:lvl4pPr lvl="3" algn="l">
              <a:lnSpc>
                <a:spcPct val="100000"/>
              </a:lnSpc>
              <a:spcBef>
                <a:spcPts val="267"/>
              </a:spcBef>
              <a:spcAft>
                <a:spcPts val="0"/>
              </a:spcAft>
              <a:buClr>
                <a:schemeClr val="lt2"/>
              </a:buClr>
              <a:buSzPts val="1000"/>
              <a:buNone/>
              <a:defRPr sz="1333" b="1">
                <a:solidFill>
                  <a:schemeClr val="lt2"/>
                </a:solidFill>
              </a:defRPr>
            </a:lvl4pPr>
            <a:lvl5pPr lvl="4" algn="l">
              <a:lnSpc>
                <a:spcPct val="100000"/>
              </a:lnSpc>
              <a:spcBef>
                <a:spcPts val="267"/>
              </a:spcBef>
              <a:spcAft>
                <a:spcPts val="0"/>
              </a:spcAft>
              <a:buClr>
                <a:schemeClr val="lt2"/>
              </a:buClr>
              <a:buSzPts val="1000"/>
              <a:buNone/>
              <a:defRPr sz="1333" b="1">
                <a:solidFill>
                  <a:schemeClr val="lt2"/>
                </a:solidFill>
              </a:defRPr>
            </a:lvl5pPr>
            <a:lvl6pPr lvl="5" algn="l">
              <a:lnSpc>
                <a:spcPct val="100000"/>
              </a:lnSpc>
              <a:spcBef>
                <a:spcPts val="267"/>
              </a:spcBef>
              <a:spcAft>
                <a:spcPts val="0"/>
              </a:spcAft>
              <a:buClr>
                <a:schemeClr val="lt2"/>
              </a:buClr>
              <a:buSzPts val="1000"/>
              <a:buNone/>
              <a:defRPr sz="1333" b="1">
                <a:solidFill>
                  <a:schemeClr val="lt2"/>
                </a:solidFill>
              </a:defRPr>
            </a:lvl6pPr>
            <a:lvl7pPr lvl="6" algn="l">
              <a:lnSpc>
                <a:spcPct val="100000"/>
              </a:lnSpc>
              <a:spcBef>
                <a:spcPts val="267"/>
              </a:spcBef>
              <a:spcAft>
                <a:spcPts val="0"/>
              </a:spcAft>
              <a:buClr>
                <a:schemeClr val="lt2"/>
              </a:buClr>
              <a:buSzPts val="1000"/>
              <a:buNone/>
              <a:defRPr sz="1333" b="1">
                <a:solidFill>
                  <a:schemeClr val="lt2"/>
                </a:solidFill>
              </a:defRPr>
            </a:lvl7pPr>
            <a:lvl8pPr lvl="7" algn="l">
              <a:lnSpc>
                <a:spcPct val="100000"/>
              </a:lnSpc>
              <a:spcBef>
                <a:spcPts val="267"/>
              </a:spcBef>
              <a:spcAft>
                <a:spcPts val="0"/>
              </a:spcAft>
              <a:buClr>
                <a:schemeClr val="lt2"/>
              </a:buClr>
              <a:buSzPts val="1000"/>
              <a:buNone/>
              <a:defRPr sz="1333" b="1">
                <a:solidFill>
                  <a:schemeClr val="lt2"/>
                </a:solidFill>
              </a:defRPr>
            </a:lvl8pPr>
            <a:lvl9pPr lvl="8" algn="l">
              <a:lnSpc>
                <a:spcPct val="100000"/>
              </a:lnSpc>
              <a:spcBef>
                <a:spcPts val="267"/>
              </a:spcBef>
              <a:spcAft>
                <a:spcPts val="267"/>
              </a:spcAft>
              <a:buClr>
                <a:schemeClr val="lt2"/>
              </a:buClr>
              <a:buSzPts val="1000"/>
              <a:buNone/>
              <a:defRPr sz="1333" b="1">
                <a:solidFill>
                  <a:schemeClr val="lt2"/>
                </a:solidFill>
              </a:defRPr>
            </a:lvl9pPr>
          </a:lstStyle>
          <a:p>
            <a:endParaRPr/>
          </a:p>
        </p:txBody>
      </p:sp>
      <p:sp>
        <p:nvSpPr>
          <p:cNvPr id="427" name="Google Shape;427;p32"/>
          <p:cNvSpPr txBox="1">
            <a:spLocks noGrp="1"/>
          </p:cNvSpPr>
          <p:nvPr>
            <p:ph type="subTitle" idx="55"/>
          </p:nvPr>
        </p:nvSpPr>
        <p:spPr>
          <a:xfrm>
            <a:off x="548633" y="1369639"/>
            <a:ext cx="4876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2"/>
              </a:buClr>
              <a:buSzPts val="900"/>
              <a:buNone/>
              <a:defRPr sz="1200" b="1">
                <a:solidFill>
                  <a:schemeClr val="lt2"/>
                </a:solidFill>
              </a:defRPr>
            </a:lvl1pPr>
            <a:lvl2pPr lvl="1" algn="l">
              <a:lnSpc>
                <a:spcPct val="100000"/>
              </a:lnSpc>
              <a:spcBef>
                <a:spcPts val="267"/>
              </a:spcBef>
              <a:spcAft>
                <a:spcPts val="0"/>
              </a:spcAft>
              <a:buClr>
                <a:schemeClr val="lt2"/>
              </a:buClr>
              <a:buSzPts val="1000"/>
              <a:buNone/>
              <a:defRPr sz="1333" b="1">
                <a:solidFill>
                  <a:schemeClr val="lt2"/>
                </a:solidFill>
              </a:defRPr>
            </a:lvl2pPr>
            <a:lvl3pPr lvl="2" algn="l">
              <a:lnSpc>
                <a:spcPct val="100000"/>
              </a:lnSpc>
              <a:spcBef>
                <a:spcPts val="267"/>
              </a:spcBef>
              <a:spcAft>
                <a:spcPts val="0"/>
              </a:spcAft>
              <a:buClr>
                <a:schemeClr val="lt2"/>
              </a:buClr>
              <a:buSzPts val="1000"/>
              <a:buNone/>
              <a:defRPr sz="1333" b="1">
                <a:solidFill>
                  <a:schemeClr val="lt2"/>
                </a:solidFill>
              </a:defRPr>
            </a:lvl3pPr>
            <a:lvl4pPr lvl="3" algn="l">
              <a:lnSpc>
                <a:spcPct val="100000"/>
              </a:lnSpc>
              <a:spcBef>
                <a:spcPts val="267"/>
              </a:spcBef>
              <a:spcAft>
                <a:spcPts val="0"/>
              </a:spcAft>
              <a:buClr>
                <a:schemeClr val="lt2"/>
              </a:buClr>
              <a:buSzPts val="1000"/>
              <a:buNone/>
              <a:defRPr sz="1333" b="1">
                <a:solidFill>
                  <a:schemeClr val="lt2"/>
                </a:solidFill>
              </a:defRPr>
            </a:lvl4pPr>
            <a:lvl5pPr lvl="4" algn="l">
              <a:lnSpc>
                <a:spcPct val="100000"/>
              </a:lnSpc>
              <a:spcBef>
                <a:spcPts val="267"/>
              </a:spcBef>
              <a:spcAft>
                <a:spcPts val="0"/>
              </a:spcAft>
              <a:buClr>
                <a:schemeClr val="lt2"/>
              </a:buClr>
              <a:buSzPts val="1000"/>
              <a:buNone/>
              <a:defRPr sz="1333" b="1">
                <a:solidFill>
                  <a:schemeClr val="lt2"/>
                </a:solidFill>
              </a:defRPr>
            </a:lvl5pPr>
            <a:lvl6pPr lvl="5" algn="l">
              <a:lnSpc>
                <a:spcPct val="100000"/>
              </a:lnSpc>
              <a:spcBef>
                <a:spcPts val="267"/>
              </a:spcBef>
              <a:spcAft>
                <a:spcPts val="0"/>
              </a:spcAft>
              <a:buClr>
                <a:schemeClr val="lt2"/>
              </a:buClr>
              <a:buSzPts val="1000"/>
              <a:buNone/>
              <a:defRPr sz="1333" b="1">
                <a:solidFill>
                  <a:schemeClr val="lt2"/>
                </a:solidFill>
              </a:defRPr>
            </a:lvl6pPr>
            <a:lvl7pPr lvl="6" algn="l">
              <a:lnSpc>
                <a:spcPct val="100000"/>
              </a:lnSpc>
              <a:spcBef>
                <a:spcPts val="267"/>
              </a:spcBef>
              <a:spcAft>
                <a:spcPts val="0"/>
              </a:spcAft>
              <a:buClr>
                <a:schemeClr val="lt2"/>
              </a:buClr>
              <a:buSzPts val="1000"/>
              <a:buNone/>
              <a:defRPr sz="1333" b="1">
                <a:solidFill>
                  <a:schemeClr val="lt2"/>
                </a:solidFill>
              </a:defRPr>
            </a:lvl7pPr>
            <a:lvl8pPr lvl="7" algn="l">
              <a:lnSpc>
                <a:spcPct val="100000"/>
              </a:lnSpc>
              <a:spcBef>
                <a:spcPts val="267"/>
              </a:spcBef>
              <a:spcAft>
                <a:spcPts val="0"/>
              </a:spcAft>
              <a:buClr>
                <a:schemeClr val="lt2"/>
              </a:buClr>
              <a:buSzPts val="1000"/>
              <a:buNone/>
              <a:defRPr sz="1333" b="1">
                <a:solidFill>
                  <a:schemeClr val="lt2"/>
                </a:solidFill>
              </a:defRPr>
            </a:lvl8pPr>
            <a:lvl9pPr lvl="8" algn="l">
              <a:lnSpc>
                <a:spcPct val="100000"/>
              </a:lnSpc>
              <a:spcBef>
                <a:spcPts val="267"/>
              </a:spcBef>
              <a:spcAft>
                <a:spcPts val="267"/>
              </a:spcAft>
              <a:buClr>
                <a:schemeClr val="lt2"/>
              </a:buClr>
              <a:buSzPts val="1000"/>
              <a:buNone/>
              <a:defRPr sz="1333" b="1">
                <a:solidFill>
                  <a:schemeClr val="lt2"/>
                </a:solidFill>
              </a:defRPr>
            </a:lvl9pPr>
          </a:lstStyle>
          <a:p>
            <a:endParaRPr/>
          </a:p>
        </p:txBody>
      </p:sp>
      <p:sp>
        <p:nvSpPr>
          <p:cNvPr id="428" name="Google Shape;428;p32"/>
          <p:cNvSpPr txBox="1">
            <a:spLocks noGrp="1"/>
          </p:cNvSpPr>
          <p:nvPr>
            <p:ph type="subTitle" idx="56"/>
          </p:nvPr>
        </p:nvSpPr>
        <p:spPr>
          <a:xfrm>
            <a:off x="10371063" y="2554273"/>
            <a:ext cx="11568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700"/>
              <a:buNone/>
              <a:defRPr sz="933"/>
            </a:lvl1pPr>
            <a:lvl2pPr lvl="1" algn="l">
              <a:lnSpc>
                <a:spcPct val="100000"/>
              </a:lnSpc>
              <a:spcBef>
                <a:spcPts val="267"/>
              </a:spcBef>
              <a:spcAft>
                <a:spcPts val="0"/>
              </a:spcAft>
              <a:buSzPts val="800"/>
              <a:buNone/>
              <a:defRPr sz="1067"/>
            </a:lvl2pPr>
            <a:lvl3pPr lvl="2" algn="l">
              <a:lnSpc>
                <a:spcPct val="100000"/>
              </a:lnSpc>
              <a:spcBef>
                <a:spcPts val="267"/>
              </a:spcBef>
              <a:spcAft>
                <a:spcPts val="0"/>
              </a:spcAft>
              <a:buSzPts val="800"/>
              <a:buNone/>
              <a:defRPr sz="1067"/>
            </a:lvl3pPr>
            <a:lvl4pPr lvl="3" algn="l">
              <a:lnSpc>
                <a:spcPct val="100000"/>
              </a:lnSpc>
              <a:spcBef>
                <a:spcPts val="267"/>
              </a:spcBef>
              <a:spcAft>
                <a:spcPts val="0"/>
              </a:spcAft>
              <a:buSzPts val="800"/>
              <a:buNone/>
              <a:defRPr sz="1067"/>
            </a:lvl4pPr>
            <a:lvl5pPr lvl="4" algn="l">
              <a:lnSpc>
                <a:spcPct val="100000"/>
              </a:lnSpc>
              <a:spcBef>
                <a:spcPts val="267"/>
              </a:spcBef>
              <a:spcAft>
                <a:spcPts val="0"/>
              </a:spcAft>
              <a:buSzPts val="800"/>
              <a:buNone/>
              <a:defRPr sz="1067"/>
            </a:lvl5pPr>
            <a:lvl6pPr lvl="5" algn="l">
              <a:lnSpc>
                <a:spcPct val="100000"/>
              </a:lnSpc>
              <a:spcBef>
                <a:spcPts val="267"/>
              </a:spcBef>
              <a:spcAft>
                <a:spcPts val="0"/>
              </a:spcAft>
              <a:buSzPts val="800"/>
              <a:buNone/>
              <a:defRPr sz="1067"/>
            </a:lvl6pPr>
            <a:lvl7pPr lvl="6" algn="l">
              <a:lnSpc>
                <a:spcPct val="100000"/>
              </a:lnSpc>
              <a:spcBef>
                <a:spcPts val="267"/>
              </a:spcBef>
              <a:spcAft>
                <a:spcPts val="0"/>
              </a:spcAft>
              <a:buSzPts val="800"/>
              <a:buNone/>
              <a:defRPr sz="1067"/>
            </a:lvl7pPr>
            <a:lvl8pPr lvl="7" algn="l">
              <a:lnSpc>
                <a:spcPct val="100000"/>
              </a:lnSpc>
              <a:spcBef>
                <a:spcPts val="267"/>
              </a:spcBef>
              <a:spcAft>
                <a:spcPts val="0"/>
              </a:spcAft>
              <a:buSzPts val="800"/>
              <a:buNone/>
              <a:defRPr sz="1067"/>
            </a:lvl8pPr>
            <a:lvl9pPr lvl="8" algn="l">
              <a:lnSpc>
                <a:spcPct val="100000"/>
              </a:lnSpc>
              <a:spcBef>
                <a:spcPts val="267"/>
              </a:spcBef>
              <a:spcAft>
                <a:spcPts val="267"/>
              </a:spcAft>
              <a:buSzPts val="800"/>
              <a:buNone/>
              <a:defRPr sz="1067"/>
            </a:lvl9pPr>
          </a:lstStyle>
          <a:p>
            <a:endParaRPr/>
          </a:p>
        </p:txBody>
      </p:sp>
      <p:sp>
        <p:nvSpPr>
          <p:cNvPr id="429" name="Google Shape;429;p32"/>
          <p:cNvSpPr txBox="1">
            <a:spLocks noGrp="1"/>
          </p:cNvSpPr>
          <p:nvPr>
            <p:ph type="subTitle" idx="57"/>
          </p:nvPr>
        </p:nvSpPr>
        <p:spPr>
          <a:xfrm>
            <a:off x="10371063" y="2372273"/>
            <a:ext cx="11568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800"/>
              <a:buNone/>
              <a:defRPr sz="1067" b="1">
                <a:solidFill>
                  <a:schemeClr val="accent1"/>
                </a:solidFill>
              </a:defRPr>
            </a:lvl1pPr>
            <a:lvl2pPr lvl="1" algn="l">
              <a:lnSpc>
                <a:spcPct val="100000"/>
              </a:lnSpc>
              <a:spcBef>
                <a:spcPts val="267"/>
              </a:spcBef>
              <a:spcAft>
                <a:spcPts val="0"/>
              </a:spcAft>
              <a:buClr>
                <a:schemeClr val="accent1"/>
              </a:buClr>
              <a:buSzPts val="1000"/>
              <a:buNone/>
              <a:defRPr sz="1333" b="1">
                <a:solidFill>
                  <a:schemeClr val="accent1"/>
                </a:solidFill>
              </a:defRPr>
            </a:lvl2pPr>
            <a:lvl3pPr lvl="2" algn="l">
              <a:lnSpc>
                <a:spcPct val="100000"/>
              </a:lnSpc>
              <a:spcBef>
                <a:spcPts val="267"/>
              </a:spcBef>
              <a:spcAft>
                <a:spcPts val="0"/>
              </a:spcAft>
              <a:buClr>
                <a:schemeClr val="accent1"/>
              </a:buClr>
              <a:buSzPts val="1000"/>
              <a:buNone/>
              <a:defRPr sz="1333" b="1">
                <a:solidFill>
                  <a:schemeClr val="accent1"/>
                </a:solidFill>
              </a:defRPr>
            </a:lvl3pPr>
            <a:lvl4pPr lvl="3" algn="l">
              <a:lnSpc>
                <a:spcPct val="100000"/>
              </a:lnSpc>
              <a:spcBef>
                <a:spcPts val="267"/>
              </a:spcBef>
              <a:spcAft>
                <a:spcPts val="0"/>
              </a:spcAft>
              <a:buClr>
                <a:schemeClr val="accent1"/>
              </a:buClr>
              <a:buSzPts val="1000"/>
              <a:buNone/>
              <a:defRPr sz="1333" b="1">
                <a:solidFill>
                  <a:schemeClr val="accent1"/>
                </a:solidFill>
              </a:defRPr>
            </a:lvl4pPr>
            <a:lvl5pPr lvl="4" algn="l">
              <a:lnSpc>
                <a:spcPct val="100000"/>
              </a:lnSpc>
              <a:spcBef>
                <a:spcPts val="267"/>
              </a:spcBef>
              <a:spcAft>
                <a:spcPts val="0"/>
              </a:spcAft>
              <a:buClr>
                <a:schemeClr val="accent1"/>
              </a:buClr>
              <a:buSzPts val="1000"/>
              <a:buNone/>
              <a:defRPr sz="1333" b="1">
                <a:solidFill>
                  <a:schemeClr val="accent1"/>
                </a:solidFill>
              </a:defRPr>
            </a:lvl5pPr>
            <a:lvl6pPr lvl="5" algn="l">
              <a:lnSpc>
                <a:spcPct val="100000"/>
              </a:lnSpc>
              <a:spcBef>
                <a:spcPts val="267"/>
              </a:spcBef>
              <a:spcAft>
                <a:spcPts val="0"/>
              </a:spcAft>
              <a:buClr>
                <a:schemeClr val="accent1"/>
              </a:buClr>
              <a:buSzPts val="1000"/>
              <a:buNone/>
              <a:defRPr sz="1333" b="1">
                <a:solidFill>
                  <a:schemeClr val="accent1"/>
                </a:solidFill>
              </a:defRPr>
            </a:lvl6pPr>
            <a:lvl7pPr lvl="6" algn="l">
              <a:lnSpc>
                <a:spcPct val="100000"/>
              </a:lnSpc>
              <a:spcBef>
                <a:spcPts val="267"/>
              </a:spcBef>
              <a:spcAft>
                <a:spcPts val="0"/>
              </a:spcAft>
              <a:buClr>
                <a:schemeClr val="accent1"/>
              </a:buClr>
              <a:buSzPts val="1000"/>
              <a:buNone/>
              <a:defRPr sz="1333" b="1">
                <a:solidFill>
                  <a:schemeClr val="accent1"/>
                </a:solidFill>
              </a:defRPr>
            </a:lvl7pPr>
            <a:lvl8pPr lvl="7" algn="l">
              <a:lnSpc>
                <a:spcPct val="100000"/>
              </a:lnSpc>
              <a:spcBef>
                <a:spcPts val="267"/>
              </a:spcBef>
              <a:spcAft>
                <a:spcPts val="0"/>
              </a:spcAft>
              <a:buClr>
                <a:schemeClr val="accent1"/>
              </a:buClr>
              <a:buSzPts val="1000"/>
              <a:buNone/>
              <a:defRPr sz="1333" b="1">
                <a:solidFill>
                  <a:schemeClr val="accent1"/>
                </a:solidFill>
              </a:defRPr>
            </a:lvl8pPr>
            <a:lvl9pPr lvl="8" algn="l">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430" name="Google Shape;430;p32"/>
          <p:cNvSpPr txBox="1">
            <a:spLocks noGrp="1"/>
          </p:cNvSpPr>
          <p:nvPr>
            <p:ph type="subTitle" idx="58"/>
          </p:nvPr>
        </p:nvSpPr>
        <p:spPr>
          <a:xfrm>
            <a:off x="7250251" y="2554273"/>
            <a:ext cx="11568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700"/>
              <a:buNone/>
              <a:defRPr sz="933"/>
            </a:lvl1pPr>
            <a:lvl2pPr lvl="1" algn="l">
              <a:lnSpc>
                <a:spcPct val="100000"/>
              </a:lnSpc>
              <a:spcBef>
                <a:spcPts val="267"/>
              </a:spcBef>
              <a:spcAft>
                <a:spcPts val="0"/>
              </a:spcAft>
              <a:buSzPts val="800"/>
              <a:buNone/>
              <a:defRPr sz="1067"/>
            </a:lvl2pPr>
            <a:lvl3pPr lvl="2" algn="l">
              <a:lnSpc>
                <a:spcPct val="100000"/>
              </a:lnSpc>
              <a:spcBef>
                <a:spcPts val="267"/>
              </a:spcBef>
              <a:spcAft>
                <a:spcPts val="0"/>
              </a:spcAft>
              <a:buSzPts val="800"/>
              <a:buNone/>
              <a:defRPr sz="1067"/>
            </a:lvl3pPr>
            <a:lvl4pPr lvl="3" algn="l">
              <a:lnSpc>
                <a:spcPct val="100000"/>
              </a:lnSpc>
              <a:spcBef>
                <a:spcPts val="267"/>
              </a:spcBef>
              <a:spcAft>
                <a:spcPts val="0"/>
              </a:spcAft>
              <a:buSzPts val="800"/>
              <a:buNone/>
              <a:defRPr sz="1067"/>
            </a:lvl4pPr>
            <a:lvl5pPr lvl="4" algn="l">
              <a:lnSpc>
                <a:spcPct val="100000"/>
              </a:lnSpc>
              <a:spcBef>
                <a:spcPts val="267"/>
              </a:spcBef>
              <a:spcAft>
                <a:spcPts val="0"/>
              </a:spcAft>
              <a:buSzPts val="800"/>
              <a:buNone/>
              <a:defRPr sz="1067"/>
            </a:lvl5pPr>
            <a:lvl6pPr lvl="5" algn="l">
              <a:lnSpc>
                <a:spcPct val="100000"/>
              </a:lnSpc>
              <a:spcBef>
                <a:spcPts val="267"/>
              </a:spcBef>
              <a:spcAft>
                <a:spcPts val="0"/>
              </a:spcAft>
              <a:buSzPts val="800"/>
              <a:buNone/>
              <a:defRPr sz="1067"/>
            </a:lvl6pPr>
            <a:lvl7pPr lvl="6" algn="l">
              <a:lnSpc>
                <a:spcPct val="100000"/>
              </a:lnSpc>
              <a:spcBef>
                <a:spcPts val="267"/>
              </a:spcBef>
              <a:spcAft>
                <a:spcPts val="0"/>
              </a:spcAft>
              <a:buSzPts val="800"/>
              <a:buNone/>
              <a:defRPr sz="1067"/>
            </a:lvl7pPr>
            <a:lvl8pPr lvl="7" algn="l">
              <a:lnSpc>
                <a:spcPct val="100000"/>
              </a:lnSpc>
              <a:spcBef>
                <a:spcPts val="267"/>
              </a:spcBef>
              <a:spcAft>
                <a:spcPts val="0"/>
              </a:spcAft>
              <a:buSzPts val="800"/>
              <a:buNone/>
              <a:defRPr sz="1067"/>
            </a:lvl8pPr>
            <a:lvl9pPr lvl="8" algn="l">
              <a:lnSpc>
                <a:spcPct val="100000"/>
              </a:lnSpc>
              <a:spcBef>
                <a:spcPts val="267"/>
              </a:spcBef>
              <a:spcAft>
                <a:spcPts val="267"/>
              </a:spcAft>
              <a:buSzPts val="800"/>
              <a:buNone/>
              <a:defRPr sz="1067"/>
            </a:lvl9pPr>
          </a:lstStyle>
          <a:p>
            <a:endParaRPr/>
          </a:p>
        </p:txBody>
      </p:sp>
      <p:sp>
        <p:nvSpPr>
          <p:cNvPr id="431" name="Google Shape;431;p32"/>
          <p:cNvSpPr txBox="1">
            <a:spLocks noGrp="1"/>
          </p:cNvSpPr>
          <p:nvPr>
            <p:ph type="subTitle" idx="59"/>
          </p:nvPr>
        </p:nvSpPr>
        <p:spPr>
          <a:xfrm>
            <a:off x="7250251" y="2372273"/>
            <a:ext cx="11568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800"/>
              <a:buNone/>
              <a:defRPr sz="1067" b="1">
                <a:solidFill>
                  <a:schemeClr val="accent1"/>
                </a:solidFill>
              </a:defRPr>
            </a:lvl1pPr>
            <a:lvl2pPr lvl="1" algn="l">
              <a:lnSpc>
                <a:spcPct val="100000"/>
              </a:lnSpc>
              <a:spcBef>
                <a:spcPts val="267"/>
              </a:spcBef>
              <a:spcAft>
                <a:spcPts val="0"/>
              </a:spcAft>
              <a:buClr>
                <a:schemeClr val="accent1"/>
              </a:buClr>
              <a:buSzPts val="1000"/>
              <a:buNone/>
              <a:defRPr sz="1333" b="1">
                <a:solidFill>
                  <a:schemeClr val="accent1"/>
                </a:solidFill>
              </a:defRPr>
            </a:lvl2pPr>
            <a:lvl3pPr lvl="2" algn="l">
              <a:lnSpc>
                <a:spcPct val="100000"/>
              </a:lnSpc>
              <a:spcBef>
                <a:spcPts val="267"/>
              </a:spcBef>
              <a:spcAft>
                <a:spcPts val="0"/>
              </a:spcAft>
              <a:buClr>
                <a:schemeClr val="accent1"/>
              </a:buClr>
              <a:buSzPts val="1000"/>
              <a:buNone/>
              <a:defRPr sz="1333" b="1">
                <a:solidFill>
                  <a:schemeClr val="accent1"/>
                </a:solidFill>
              </a:defRPr>
            </a:lvl3pPr>
            <a:lvl4pPr lvl="3" algn="l">
              <a:lnSpc>
                <a:spcPct val="100000"/>
              </a:lnSpc>
              <a:spcBef>
                <a:spcPts val="267"/>
              </a:spcBef>
              <a:spcAft>
                <a:spcPts val="0"/>
              </a:spcAft>
              <a:buClr>
                <a:schemeClr val="accent1"/>
              </a:buClr>
              <a:buSzPts val="1000"/>
              <a:buNone/>
              <a:defRPr sz="1333" b="1">
                <a:solidFill>
                  <a:schemeClr val="accent1"/>
                </a:solidFill>
              </a:defRPr>
            </a:lvl4pPr>
            <a:lvl5pPr lvl="4" algn="l">
              <a:lnSpc>
                <a:spcPct val="100000"/>
              </a:lnSpc>
              <a:spcBef>
                <a:spcPts val="267"/>
              </a:spcBef>
              <a:spcAft>
                <a:spcPts val="0"/>
              </a:spcAft>
              <a:buClr>
                <a:schemeClr val="accent1"/>
              </a:buClr>
              <a:buSzPts val="1000"/>
              <a:buNone/>
              <a:defRPr sz="1333" b="1">
                <a:solidFill>
                  <a:schemeClr val="accent1"/>
                </a:solidFill>
              </a:defRPr>
            </a:lvl5pPr>
            <a:lvl6pPr lvl="5" algn="l">
              <a:lnSpc>
                <a:spcPct val="100000"/>
              </a:lnSpc>
              <a:spcBef>
                <a:spcPts val="267"/>
              </a:spcBef>
              <a:spcAft>
                <a:spcPts val="0"/>
              </a:spcAft>
              <a:buClr>
                <a:schemeClr val="accent1"/>
              </a:buClr>
              <a:buSzPts val="1000"/>
              <a:buNone/>
              <a:defRPr sz="1333" b="1">
                <a:solidFill>
                  <a:schemeClr val="accent1"/>
                </a:solidFill>
              </a:defRPr>
            </a:lvl6pPr>
            <a:lvl7pPr lvl="6" algn="l">
              <a:lnSpc>
                <a:spcPct val="100000"/>
              </a:lnSpc>
              <a:spcBef>
                <a:spcPts val="267"/>
              </a:spcBef>
              <a:spcAft>
                <a:spcPts val="0"/>
              </a:spcAft>
              <a:buClr>
                <a:schemeClr val="accent1"/>
              </a:buClr>
              <a:buSzPts val="1000"/>
              <a:buNone/>
              <a:defRPr sz="1333" b="1">
                <a:solidFill>
                  <a:schemeClr val="accent1"/>
                </a:solidFill>
              </a:defRPr>
            </a:lvl7pPr>
            <a:lvl8pPr lvl="7" algn="l">
              <a:lnSpc>
                <a:spcPct val="100000"/>
              </a:lnSpc>
              <a:spcBef>
                <a:spcPts val="267"/>
              </a:spcBef>
              <a:spcAft>
                <a:spcPts val="0"/>
              </a:spcAft>
              <a:buClr>
                <a:schemeClr val="accent1"/>
              </a:buClr>
              <a:buSzPts val="1000"/>
              <a:buNone/>
              <a:defRPr sz="1333" b="1">
                <a:solidFill>
                  <a:schemeClr val="accent1"/>
                </a:solidFill>
              </a:defRPr>
            </a:lvl8pPr>
            <a:lvl9pPr lvl="8" algn="l">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432" name="Google Shape;432;p32"/>
          <p:cNvSpPr txBox="1">
            <a:spLocks noGrp="1"/>
          </p:cNvSpPr>
          <p:nvPr>
            <p:ph type="subTitle" idx="60"/>
          </p:nvPr>
        </p:nvSpPr>
        <p:spPr>
          <a:xfrm>
            <a:off x="3006872" y="2554273"/>
            <a:ext cx="11568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700"/>
              <a:buNone/>
              <a:defRPr sz="933"/>
            </a:lvl1pPr>
            <a:lvl2pPr lvl="1" algn="l">
              <a:lnSpc>
                <a:spcPct val="100000"/>
              </a:lnSpc>
              <a:spcBef>
                <a:spcPts val="267"/>
              </a:spcBef>
              <a:spcAft>
                <a:spcPts val="0"/>
              </a:spcAft>
              <a:buSzPts val="800"/>
              <a:buNone/>
              <a:defRPr sz="1067"/>
            </a:lvl2pPr>
            <a:lvl3pPr lvl="2" algn="l">
              <a:lnSpc>
                <a:spcPct val="100000"/>
              </a:lnSpc>
              <a:spcBef>
                <a:spcPts val="267"/>
              </a:spcBef>
              <a:spcAft>
                <a:spcPts val="0"/>
              </a:spcAft>
              <a:buSzPts val="800"/>
              <a:buNone/>
              <a:defRPr sz="1067"/>
            </a:lvl3pPr>
            <a:lvl4pPr lvl="3" algn="l">
              <a:lnSpc>
                <a:spcPct val="100000"/>
              </a:lnSpc>
              <a:spcBef>
                <a:spcPts val="267"/>
              </a:spcBef>
              <a:spcAft>
                <a:spcPts val="0"/>
              </a:spcAft>
              <a:buSzPts val="800"/>
              <a:buNone/>
              <a:defRPr sz="1067"/>
            </a:lvl4pPr>
            <a:lvl5pPr lvl="4" algn="l">
              <a:lnSpc>
                <a:spcPct val="100000"/>
              </a:lnSpc>
              <a:spcBef>
                <a:spcPts val="267"/>
              </a:spcBef>
              <a:spcAft>
                <a:spcPts val="0"/>
              </a:spcAft>
              <a:buSzPts val="800"/>
              <a:buNone/>
              <a:defRPr sz="1067"/>
            </a:lvl5pPr>
            <a:lvl6pPr lvl="5" algn="l">
              <a:lnSpc>
                <a:spcPct val="100000"/>
              </a:lnSpc>
              <a:spcBef>
                <a:spcPts val="267"/>
              </a:spcBef>
              <a:spcAft>
                <a:spcPts val="0"/>
              </a:spcAft>
              <a:buSzPts val="800"/>
              <a:buNone/>
              <a:defRPr sz="1067"/>
            </a:lvl6pPr>
            <a:lvl7pPr lvl="6" algn="l">
              <a:lnSpc>
                <a:spcPct val="100000"/>
              </a:lnSpc>
              <a:spcBef>
                <a:spcPts val="267"/>
              </a:spcBef>
              <a:spcAft>
                <a:spcPts val="0"/>
              </a:spcAft>
              <a:buSzPts val="800"/>
              <a:buNone/>
              <a:defRPr sz="1067"/>
            </a:lvl7pPr>
            <a:lvl8pPr lvl="7" algn="l">
              <a:lnSpc>
                <a:spcPct val="100000"/>
              </a:lnSpc>
              <a:spcBef>
                <a:spcPts val="267"/>
              </a:spcBef>
              <a:spcAft>
                <a:spcPts val="0"/>
              </a:spcAft>
              <a:buSzPts val="800"/>
              <a:buNone/>
              <a:defRPr sz="1067"/>
            </a:lvl8pPr>
            <a:lvl9pPr lvl="8" algn="l">
              <a:lnSpc>
                <a:spcPct val="100000"/>
              </a:lnSpc>
              <a:spcBef>
                <a:spcPts val="267"/>
              </a:spcBef>
              <a:spcAft>
                <a:spcPts val="267"/>
              </a:spcAft>
              <a:buSzPts val="800"/>
              <a:buNone/>
              <a:defRPr sz="1067"/>
            </a:lvl9pPr>
          </a:lstStyle>
          <a:p>
            <a:endParaRPr/>
          </a:p>
        </p:txBody>
      </p:sp>
      <p:sp>
        <p:nvSpPr>
          <p:cNvPr id="433" name="Google Shape;433;p32"/>
          <p:cNvSpPr txBox="1">
            <a:spLocks noGrp="1"/>
          </p:cNvSpPr>
          <p:nvPr>
            <p:ph type="subTitle" idx="61"/>
          </p:nvPr>
        </p:nvSpPr>
        <p:spPr>
          <a:xfrm>
            <a:off x="3006872" y="2372273"/>
            <a:ext cx="11568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800"/>
              <a:buNone/>
              <a:defRPr sz="1067" b="1">
                <a:solidFill>
                  <a:schemeClr val="accent1"/>
                </a:solidFill>
              </a:defRPr>
            </a:lvl1pPr>
            <a:lvl2pPr lvl="1" algn="l">
              <a:lnSpc>
                <a:spcPct val="100000"/>
              </a:lnSpc>
              <a:spcBef>
                <a:spcPts val="267"/>
              </a:spcBef>
              <a:spcAft>
                <a:spcPts val="0"/>
              </a:spcAft>
              <a:buClr>
                <a:schemeClr val="accent1"/>
              </a:buClr>
              <a:buSzPts val="1000"/>
              <a:buNone/>
              <a:defRPr sz="1333" b="1">
                <a:solidFill>
                  <a:schemeClr val="accent1"/>
                </a:solidFill>
              </a:defRPr>
            </a:lvl2pPr>
            <a:lvl3pPr lvl="2" algn="l">
              <a:lnSpc>
                <a:spcPct val="100000"/>
              </a:lnSpc>
              <a:spcBef>
                <a:spcPts val="267"/>
              </a:spcBef>
              <a:spcAft>
                <a:spcPts val="0"/>
              </a:spcAft>
              <a:buClr>
                <a:schemeClr val="accent1"/>
              </a:buClr>
              <a:buSzPts val="1000"/>
              <a:buNone/>
              <a:defRPr sz="1333" b="1">
                <a:solidFill>
                  <a:schemeClr val="accent1"/>
                </a:solidFill>
              </a:defRPr>
            </a:lvl3pPr>
            <a:lvl4pPr lvl="3" algn="l">
              <a:lnSpc>
                <a:spcPct val="100000"/>
              </a:lnSpc>
              <a:spcBef>
                <a:spcPts val="267"/>
              </a:spcBef>
              <a:spcAft>
                <a:spcPts val="0"/>
              </a:spcAft>
              <a:buClr>
                <a:schemeClr val="accent1"/>
              </a:buClr>
              <a:buSzPts val="1000"/>
              <a:buNone/>
              <a:defRPr sz="1333" b="1">
                <a:solidFill>
                  <a:schemeClr val="accent1"/>
                </a:solidFill>
              </a:defRPr>
            </a:lvl4pPr>
            <a:lvl5pPr lvl="4" algn="l">
              <a:lnSpc>
                <a:spcPct val="100000"/>
              </a:lnSpc>
              <a:spcBef>
                <a:spcPts val="267"/>
              </a:spcBef>
              <a:spcAft>
                <a:spcPts val="0"/>
              </a:spcAft>
              <a:buClr>
                <a:schemeClr val="accent1"/>
              </a:buClr>
              <a:buSzPts val="1000"/>
              <a:buNone/>
              <a:defRPr sz="1333" b="1">
                <a:solidFill>
                  <a:schemeClr val="accent1"/>
                </a:solidFill>
              </a:defRPr>
            </a:lvl5pPr>
            <a:lvl6pPr lvl="5" algn="l">
              <a:lnSpc>
                <a:spcPct val="100000"/>
              </a:lnSpc>
              <a:spcBef>
                <a:spcPts val="267"/>
              </a:spcBef>
              <a:spcAft>
                <a:spcPts val="0"/>
              </a:spcAft>
              <a:buClr>
                <a:schemeClr val="accent1"/>
              </a:buClr>
              <a:buSzPts val="1000"/>
              <a:buNone/>
              <a:defRPr sz="1333" b="1">
                <a:solidFill>
                  <a:schemeClr val="accent1"/>
                </a:solidFill>
              </a:defRPr>
            </a:lvl6pPr>
            <a:lvl7pPr lvl="6" algn="l">
              <a:lnSpc>
                <a:spcPct val="100000"/>
              </a:lnSpc>
              <a:spcBef>
                <a:spcPts val="267"/>
              </a:spcBef>
              <a:spcAft>
                <a:spcPts val="0"/>
              </a:spcAft>
              <a:buClr>
                <a:schemeClr val="accent1"/>
              </a:buClr>
              <a:buSzPts val="1000"/>
              <a:buNone/>
              <a:defRPr sz="1333" b="1">
                <a:solidFill>
                  <a:schemeClr val="accent1"/>
                </a:solidFill>
              </a:defRPr>
            </a:lvl7pPr>
            <a:lvl8pPr lvl="7" algn="l">
              <a:lnSpc>
                <a:spcPct val="100000"/>
              </a:lnSpc>
              <a:spcBef>
                <a:spcPts val="267"/>
              </a:spcBef>
              <a:spcAft>
                <a:spcPts val="0"/>
              </a:spcAft>
              <a:buClr>
                <a:schemeClr val="accent1"/>
              </a:buClr>
              <a:buSzPts val="1000"/>
              <a:buNone/>
              <a:defRPr sz="1333" b="1">
                <a:solidFill>
                  <a:schemeClr val="accent1"/>
                </a:solidFill>
              </a:defRPr>
            </a:lvl8pPr>
            <a:lvl9pPr lvl="8" algn="l">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434" name="Google Shape;434;p32"/>
          <p:cNvSpPr txBox="1">
            <a:spLocks noGrp="1"/>
          </p:cNvSpPr>
          <p:nvPr>
            <p:ph type="subTitle" idx="62"/>
          </p:nvPr>
        </p:nvSpPr>
        <p:spPr>
          <a:xfrm>
            <a:off x="7250251" y="1437207"/>
            <a:ext cx="11568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700"/>
              <a:buNone/>
              <a:defRPr sz="933"/>
            </a:lvl1pPr>
            <a:lvl2pPr lvl="1" algn="l">
              <a:lnSpc>
                <a:spcPct val="100000"/>
              </a:lnSpc>
              <a:spcBef>
                <a:spcPts val="267"/>
              </a:spcBef>
              <a:spcAft>
                <a:spcPts val="0"/>
              </a:spcAft>
              <a:buSzPts val="800"/>
              <a:buNone/>
              <a:defRPr sz="1067"/>
            </a:lvl2pPr>
            <a:lvl3pPr lvl="2" algn="l">
              <a:lnSpc>
                <a:spcPct val="100000"/>
              </a:lnSpc>
              <a:spcBef>
                <a:spcPts val="267"/>
              </a:spcBef>
              <a:spcAft>
                <a:spcPts val="0"/>
              </a:spcAft>
              <a:buSzPts val="800"/>
              <a:buNone/>
              <a:defRPr sz="1067"/>
            </a:lvl3pPr>
            <a:lvl4pPr lvl="3" algn="l">
              <a:lnSpc>
                <a:spcPct val="100000"/>
              </a:lnSpc>
              <a:spcBef>
                <a:spcPts val="267"/>
              </a:spcBef>
              <a:spcAft>
                <a:spcPts val="0"/>
              </a:spcAft>
              <a:buSzPts val="800"/>
              <a:buNone/>
              <a:defRPr sz="1067"/>
            </a:lvl4pPr>
            <a:lvl5pPr lvl="4" algn="l">
              <a:lnSpc>
                <a:spcPct val="100000"/>
              </a:lnSpc>
              <a:spcBef>
                <a:spcPts val="267"/>
              </a:spcBef>
              <a:spcAft>
                <a:spcPts val="0"/>
              </a:spcAft>
              <a:buSzPts val="800"/>
              <a:buNone/>
              <a:defRPr sz="1067"/>
            </a:lvl5pPr>
            <a:lvl6pPr lvl="5" algn="l">
              <a:lnSpc>
                <a:spcPct val="100000"/>
              </a:lnSpc>
              <a:spcBef>
                <a:spcPts val="267"/>
              </a:spcBef>
              <a:spcAft>
                <a:spcPts val="0"/>
              </a:spcAft>
              <a:buSzPts val="800"/>
              <a:buNone/>
              <a:defRPr sz="1067"/>
            </a:lvl6pPr>
            <a:lvl7pPr lvl="6" algn="l">
              <a:lnSpc>
                <a:spcPct val="100000"/>
              </a:lnSpc>
              <a:spcBef>
                <a:spcPts val="267"/>
              </a:spcBef>
              <a:spcAft>
                <a:spcPts val="0"/>
              </a:spcAft>
              <a:buSzPts val="800"/>
              <a:buNone/>
              <a:defRPr sz="1067"/>
            </a:lvl7pPr>
            <a:lvl8pPr lvl="7" algn="l">
              <a:lnSpc>
                <a:spcPct val="100000"/>
              </a:lnSpc>
              <a:spcBef>
                <a:spcPts val="267"/>
              </a:spcBef>
              <a:spcAft>
                <a:spcPts val="0"/>
              </a:spcAft>
              <a:buSzPts val="800"/>
              <a:buNone/>
              <a:defRPr sz="1067"/>
            </a:lvl8pPr>
            <a:lvl9pPr lvl="8" algn="l">
              <a:lnSpc>
                <a:spcPct val="100000"/>
              </a:lnSpc>
              <a:spcBef>
                <a:spcPts val="267"/>
              </a:spcBef>
              <a:spcAft>
                <a:spcPts val="267"/>
              </a:spcAft>
              <a:buSzPts val="800"/>
              <a:buNone/>
              <a:defRPr sz="1067"/>
            </a:lvl9pPr>
          </a:lstStyle>
          <a:p>
            <a:endParaRPr/>
          </a:p>
        </p:txBody>
      </p:sp>
      <p:sp>
        <p:nvSpPr>
          <p:cNvPr id="435" name="Google Shape;435;p32"/>
          <p:cNvSpPr txBox="1">
            <a:spLocks noGrp="1"/>
          </p:cNvSpPr>
          <p:nvPr>
            <p:ph type="subTitle" idx="63"/>
          </p:nvPr>
        </p:nvSpPr>
        <p:spPr>
          <a:xfrm>
            <a:off x="7250251" y="1255207"/>
            <a:ext cx="11568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800"/>
              <a:buNone/>
              <a:defRPr sz="1067" b="1">
                <a:solidFill>
                  <a:schemeClr val="accent1"/>
                </a:solidFill>
              </a:defRPr>
            </a:lvl1pPr>
            <a:lvl2pPr lvl="1" algn="l">
              <a:lnSpc>
                <a:spcPct val="100000"/>
              </a:lnSpc>
              <a:spcBef>
                <a:spcPts val="267"/>
              </a:spcBef>
              <a:spcAft>
                <a:spcPts val="0"/>
              </a:spcAft>
              <a:buClr>
                <a:schemeClr val="accent3"/>
              </a:buClr>
              <a:buSzPts val="1000"/>
              <a:buNone/>
              <a:defRPr sz="1333" b="1">
                <a:solidFill>
                  <a:schemeClr val="accent3"/>
                </a:solidFill>
              </a:defRPr>
            </a:lvl2pPr>
            <a:lvl3pPr lvl="2" algn="l">
              <a:lnSpc>
                <a:spcPct val="100000"/>
              </a:lnSpc>
              <a:spcBef>
                <a:spcPts val="267"/>
              </a:spcBef>
              <a:spcAft>
                <a:spcPts val="0"/>
              </a:spcAft>
              <a:buClr>
                <a:schemeClr val="accent3"/>
              </a:buClr>
              <a:buSzPts val="1000"/>
              <a:buNone/>
              <a:defRPr sz="1333" b="1">
                <a:solidFill>
                  <a:schemeClr val="accent3"/>
                </a:solidFill>
              </a:defRPr>
            </a:lvl3pPr>
            <a:lvl4pPr lvl="3" algn="l">
              <a:lnSpc>
                <a:spcPct val="100000"/>
              </a:lnSpc>
              <a:spcBef>
                <a:spcPts val="267"/>
              </a:spcBef>
              <a:spcAft>
                <a:spcPts val="0"/>
              </a:spcAft>
              <a:buClr>
                <a:schemeClr val="accent3"/>
              </a:buClr>
              <a:buSzPts val="1000"/>
              <a:buNone/>
              <a:defRPr sz="1333" b="1">
                <a:solidFill>
                  <a:schemeClr val="accent3"/>
                </a:solidFill>
              </a:defRPr>
            </a:lvl4pPr>
            <a:lvl5pPr lvl="4" algn="l">
              <a:lnSpc>
                <a:spcPct val="100000"/>
              </a:lnSpc>
              <a:spcBef>
                <a:spcPts val="267"/>
              </a:spcBef>
              <a:spcAft>
                <a:spcPts val="0"/>
              </a:spcAft>
              <a:buClr>
                <a:schemeClr val="accent3"/>
              </a:buClr>
              <a:buSzPts val="1000"/>
              <a:buNone/>
              <a:defRPr sz="1333" b="1">
                <a:solidFill>
                  <a:schemeClr val="accent3"/>
                </a:solidFill>
              </a:defRPr>
            </a:lvl5pPr>
            <a:lvl6pPr lvl="5" algn="l">
              <a:lnSpc>
                <a:spcPct val="100000"/>
              </a:lnSpc>
              <a:spcBef>
                <a:spcPts val="267"/>
              </a:spcBef>
              <a:spcAft>
                <a:spcPts val="0"/>
              </a:spcAft>
              <a:buClr>
                <a:schemeClr val="accent3"/>
              </a:buClr>
              <a:buSzPts val="1000"/>
              <a:buNone/>
              <a:defRPr sz="1333" b="1">
                <a:solidFill>
                  <a:schemeClr val="accent3"/>
                </a:solidFill>
              </a:defRPr>
            </a:lvl6pPr>
            <a:lvl7pPr lvl="6" algn="l">
              <a:lnSpc>
                <a:spcPct val="100000"/>
              </a:lnSpc>
              <a:spcBef>
                <a:spcPts val="267"/>
              </a:spcBef>
              <a:spcAft>
                <a:spcPts val="0"/>
              </a:spcAft>
              <a:buClr>
                <a:schemeClr val="accent3"/>
              </a:buClr>
              <a:buSzPts val="1000"/>
              <a:buNone/>
              <a:defRPr sz="1333" b="1">
                <a:solidFill>
                  <a:schemeClr val="accent3"/>
                </a:solidFill>
              </a:defRPr>
            </a:lvl7pPr>
            <a:lvl8pPr lvl="7" algn="l">
              <a:lnSpc>
                <a:spcPct val="100000"/>
              </a:lnSpc>
              <a:spcBef>
                <a:spcPts val="267"/>
              </a:spcBef>
              <a:spcAft>
                <a:spcPts val="0"/>
              </a:spcAft>
              <a:buClr>
                <a:schemeClr val="accent3"/>
              </a:buClr>
              <a:buSzPts val="1000"/>
              <a:buNone/>
              <a:defRPr sz="1333" b="1">
                <a:solidFill>
                  <a:schemeClr val="accent3"/>
                </a:solidFill>
              </a:defRPr>
            </a:lvl8pPr>
            <a:lvl9pPr lvl="8" algn="l">
              <a:lnSpc>
                <a:spcPct val="100000"/>
              </a:lnSpc>
              <a:spcBef>
                <a:spcPts val="267"/>
              </a:spcBef>
              <a:spcAft>
                <a:spcPts val="267"/>
              </a:spcAft>
              <a:buClr>
                <a:schemeClr val="accent3"/>
              </a:buClr>
              <a:buSzPts val="1000"/>
              <a:buNone/>
              <a:defRPr sz="1333" b="1">
                <a:solidFill>
                  <a:schemeClr val="accent3"/>
                </a:solidFill>
              </a:defRPr>
            </a:lvl9pPr>
          </a:lstStyle>
          <a:p>
            <a:endParaRPr/>
          </a:p>
        </p:txBody>
      </p:sp>
      <p:pic>
        <p:nvPicPr>
          <p:cNvPr id="436" name="Google Shape;436;p32"/>
          <p:cNvPicPr preferRelativeResize="0"/>
          <p:nvPr/>
        </p:nvPicPr>
        <p:blipFill rotWithShape="1">
          <a:blip r:embed="rId2">
            <a:alphaModFix/>
          </a:blip>
          <a:srcRect/>
          <a:stretch/>
        </p:blipFill>
        <p:spPr>
          <a:xfrm>
            <a:off x="0" y="6811001"/>
            <a:ext cx="12192000" cy="50800"/>
          </a:xfrm>
          <a:prstGeom prst="rect">
            <a:avLst/>
          </a:prstGeom>
          <a:noFill/>
          <a:ln>
            <a:noFill/>
          </a:ln>
        </p:spPr>
      </p:pic>
    </p:spTree>
    <p:extLst>
      <p:ext uri="{BB962C8B-B14F-4D97-AF65-F5344CB8AC3E}">
        <p14:creationId xmlns:p14="http://schemas.microsoft.com/office/powerpoint/2010/main" val="4157008540"/>
      </p:ext>
    </p:extLst>
  </p:cSld>
  <p:clrMapOvr>
    <a:masterClrMapping/>
  </p:clrMapOvr>
  <p:extLst>
    <p:ext uri="{DCECCB84-F9BA-43D5-87BE-67443E8EF086}">
      <p15:sldGuideLst xmlns:p15="http://schemas.microsoft.com/office/powerpoint/2012/main">
        <p15:guide id="1" orient="horz" pos="518">
          <p15:clr>
            <a:srgbClr val="FA7B17"/>
          </p15:clr>
        </p15:guide>
        <p15:guide id="2" orient="horz" pos="3068">
          <p15:clr>
            <a:srgbClr val="FA7B17"/>
          </p15:clr>
        </p15:guide>
        <p15:guide id="3" pos="259">
          <p15:clr>
            <a:srgbClr val="FA7B17"/>
          </p15:clr>
        </p15:guide>
        <p15:guide id="4" pos="5501">
          <p15:clr>
            <a:srgbClr val="FA7B17"/>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Subtitle Only">
  <p:cSld name="Title and Subtitle Only">
    <p:spTree>
      <p:nvGrpSpPr>
        <p:cNvPr id="1" name="Shape 437"/>
        <p:cNvGrpSpPr/>
        <p:nvPr/>
      </p:nvGrpSpPr>
      <p:grpSpPr>
        <a:xfrm>
          <a:off x="0" y="0"/>
          <a:ext cx="0" cy="0"/>
          <a:chOff x="0" y="0"/>
          <a:chExt cx="0" cy="0"/>
        </a:xfrm>
      </p:grpSpPr>
      <p:sp>
        <p:nvSpPr>
          <p:cNvPr id="438" name="Google Shape;438;p33"/>
          <p:cNvSpPr txBox="1">
            <a:spLocks noGrp="1"/>
          </p:cNvSpPr>
          <p:nvPr>
            <p:ph type="title"/>
          </p:nvPr>
        </p:nvSpPr>
        <p:spPr>
          <a:xfrm>
            <a:off x="554167" y="496800"/>
            <a:ext cx="11083600" cy="6116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1800"/>
              <a:buNone/>
              <a:defRPr sz="2400">
                <a:solidFill>
                  <a:schemeClr val="lt1"/>
                </a:solidFill>
              </a:defRPr>
            </a:lvl1pPr>
            <a:lvl2pPr lvl="1" algn="l">
              <a:lnSpc>
                <a:spcPct val="100000"/>
              </a:lnSpc>
              <a:spcBef>
                <a:spcPts val="0"/>
              </a:spcBef>
              <a:spcAft>
                <a:spcPts val="0"/>
              </a:spcAft>
              <a:buClr>
                <a:schemeClr val="lt1"/>
              </a:buClr>
              <a:buSzPts val="2000"/>
              <a:buNone/>
              <a:defRPr sz="2667">
                <a:solidFill>
                  <a:schemeClr val="lt1"/>
                </a:solidFill>
              </a:defRPr>
            </a:lvl2pPr>
            <a:lvl3pPr lvl="2" algn="l">
              <a:lnSpc>
                <a:spcPct val="100000"/>
              </a:lnSpc>
              <a:spcBef>
                <a:spcPts val="0"/>
              </a:spcBef>
              <a:spcAft>
                <a:spcPts val="0"/>
              </a:spcAft>
              <a:buClr>
                <a:schemeClr val="lt1"/>
              </a:buClr>
              <a:buSzPts val="2000"/>
              <a:buNone/>
              <a:defRPr sz="2667">
                <a:solidFill>
                  <a:schemeClr val="lt1"/>
                </a:solidFill>
              </a:defRPr>
            </a:lvl3pPr>
            <a:lvl4pPr lvl="3" algn="l">
              <a:lnSpc>
                <a:spcPct val="100000"/>
              </a:lnSpc>
              <a:spcBef>
                <a:spcPts val="0"/>
              </a:spcBef>
              <a:spcAft>
                <a:spcPts val="0"/>
              </a:spcAft>
              <a:buClr>
                <a:schemeClr val="lt1"/>
              </a:buClr>
              <a:buSzPts val="2000"/>
              <a:buNone/>
              <a:defRPr sz="2667">
                <a:solidFill>
                  <a:schemeClr val="lt1"/>
                </a:solidFill>
              </a:defRPr>
            </a:lvl4pPr>
            <a:lvl5pPr lvl="4" algn="l">
              <a:lnSpc>
                <a:spcPct val="100000"/>
              </a:lnSpc>
              <a:spcBef>
                <a:spcPts val="0"/>
              </a:spcBef>
              <a:spcAft>
                <a:spcPts val="0"/>
              </a:spcAft>
              <a:buClr>
                <a:schemeClr val="lt1"/>
              </a:buClr>
              <a:buSzPts val="2000"/>
              <a:buNone/>
              <a:defRPr sz="2667">
                <a:solidFill>
                  <a:schemeClr val="lt1"/>
                </a:solidFill>
              </a:defRPr>
            </a:lvl5pPr>
            <a:lvl6pPr lvl="5" algn="l">
              <a:lnSpc>
                <a:spcPct val="100000"/>
              </a:lnSpc>
              <a:spcBef>
                <a:spcPts val="0"/>
              </a:spcBef>
              <a:spcAft>
                <a:spcPts val="0"/>
              </a:spcAft>
              <a:buClr>
                <a:schemeClr val="lt1"/>
              </a:buClr>
              <a:buSzPts val="2000"/>
              <a:buNone/>
              <a:defRPr sz="2667">
                <a:solidFill>
                  <a:schemeClr val="lt1"/>
                </a:solidFill>
              </a:defRPr>
            </a:lvl6pPr>
            <a:lvl7pPr lvl="6" algn="l">
              <a:lnSpc>
                <a:spcPct val="100000"/>
              </a:lnSpc>
              <a:spcBef>
                <a:spcPts val="0"/>
              </a:spcBef>
              <a:spcAft>
                <a:spcPts val="0"/>
              </a:spcAft>
              <a:buClr>
                <a:schemeClr val="lt1"/>
              </a:buClr>
              <a:buSzPts val="2000"/>
              <a:buNone/>
              <a:defRPr sz="2667">
                <a:solidFill>
                  <a:schemeClr val="lt1"/>
                </a:solidFill>
              </a:defRPr>
            </a:lvl7pPr>
            <a:lvl8pPr lvl="7" algn="l">
              <a:lnSpc>
                <a:spcPct val="100000"/>
              </a:lnSpc>
              <a:spcBef>
                <a:spcPts val="0"/>
              </a:spcBef>
              <a:spcAft>
                <a:spcPts val="0"/>
              </a:spcAft>
              <a:buClr>
                <a:schemeClr val="lt1"/>
              </a:buClr>
              <a:buSzPts val="2000"/>
              <a:buNone/>
              <a:defRPr sz="2667">
                <a:solidFill>
                  <a:schemeClr val="lt1"/>
                </a:solidFill>
              </a:defRPr>
            </a:lvl8pPr>
            <a:lvl9pPr lvl="8" algn="l">
              <a:lnSpc>
                <a:spcPct val="100000"/>
              </a:lnSpc>
              <a:spcBef>
                <a:spcPts val="0"/>
              </a:spcBef>
              <a:spcAft>
                <a:spcPts val="0"/>
              </a:spcAft>
              <a:buClr>
                <a:schemeClr val="lt1"/>
              </a:buClr>
              <a:buSzPts val="2000"/>
              <a:buNone/>
              <a:defRPr sz="2667">
                <a:solidFill>
                  <a:schemeClr val="lt1"/>
                </a:solidFill>
              </a:defRPr>
            </a:lvl9pPr>
          </a:lstStyle>
          <a:p>
            <a:endParaRPr/>
          </a:p>
        </p:txBody>
      </p:sp>
      <p:sp>
        <p:nvSpPr>
          <p:cNvPr id="439" name="Google Shape;439;p33"/>
          <p:cNvSpPr/>
          <p:nvPr/>
        </p:nvSpPr>
        <p:spPr>
          <a:xfrm>
            <a:off x="11792595" y="6494883"/>
            <a:ext cx="304800" cy="306000"/>
          </a:xfrm>
          <a:prstGeom prst="ellipse">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US" sz="933" b="0" i="0" u="none" strike="noStrike" cap="none">
                <a:solidFill>
                  <a:schemeClr val="lt1"/>
                </a:solidFill>
                <a:latin typeface="Calibri"/>
                <a:ea typeface="Calibri"/>
                <a:cs typeface="Calibri"/>
                <a:sym typeface="Calibri"/>
              </a:rPr>
              <a:pPr marL="0" marR="0" lvl="0" indent="0" algn="r" rtl="0">
                <a:lnSpc>
                  <a:spcPct val="100000"/>
                </a:lnSpc>
                <a:spcBef>
                  <a:spcPts val="0"/>
                </a:spcBef>
                <a:spcAft>
                  <a:spcPts val="0"/>
                </a:spcAft>
                <a:buClr>
                  <a:srgbClr val="000000"/>
                </a:buClr>
                <a:buSzPts val="700"/>
                <a:buFont typeface="Arial"/>
                <a:buNone/>
              </a:pPr>
              <a:t>‹#›</a:t>
            </a:fld>
            <a:endParaRPr sz="933" b="0" i="0" u="none" strike="noStrike" cap="none" dirty="0">
              <a:solidFill>
                <a:schemeClr val="lt1"/>
              </a:solidFill>
              <a:latin typeface="Calibri"/>
              <a:ea typeface="Calibri"/>
              <a:cs typeface="Calibri"/>
              <a:sym typeface="Calibri"/>
            </a:endParaRPr>
          </a:p>
        </p:txBody>
      </p:sp>
      <p:sp>
        <p:nvSpPr>
          <p:cNvPr id="440" name="Google Shape;440;p33"/>
          <p:cNvSpPr/>
          <p:nvPr/>
        </p:nvSpPr>
        <p:spPr>
          <a:xfrm>
            <a:off x="3" y="1"/>
            <a:ext cx="301543" cy="347263"/>
          </a:xfrm>
          <a:custGeom>
            <a:avLst/>
            <a:gdLst/>
            <a:ahLst/>
            <a:cxnLst/>
            <a:rect l="l" t="t" r="r" b="b"/>
            <a:pathLst>
              <a:path w="1675237" h="1929234" extrusionOk="0">
                <a:moveTo>
                  <a:pt x="461556" y="1897854"/>
                </a:moveTo>
                <a:lnTo>
                  <a:pt x="469774" y="1899513"/>
                </a:lnTo>
                <a:lnTo>
                  <a:pt x="443985" y="1904118"/>
                </a:lnTo>
                <a:lnTo>
                  <a:pt x="449737" y="1900240"/>
                </a:lnTo>
                <a:cubicBezTo>
                  <a:pt x="453370" y="1898704"/>
                  <a:pt x="457364" y="1897854"/>
                  <a:pt x="461556" y="1897854"/>
                </a:cubicBezTo>
                <a:close/>
                <a:moveTo>
                  <a:pt x="389002" y="1897854"/>
                </a:moveTo>
                <a:cubicBezTo>
                  <a:pt x="397386" y="1897854"/>
                  <a:pt x="404977" y="1901253"/>
                  <a:pt x="410472" y="1906747"/>
                </a:cubicBezTo>
                <a:lnTo>
                  <a:pt x="411766" y="1909872"/>
                </a:lnTo>
                <a:lnTo>
                  <a:pt x="400388" y="1911904"/>
                </a:lnTo>
                <a:lnTo>
                  <a:pt x="363451" y="1916598"/>
                </a:lnTo>
                <a:lnTo>
                  <a:pt x="367531" y="1906747"/>
                </a:lnTo>
                <a:cubicBezTo>
                  <a:pt x="373026" y="1901253"/>
                  <a:pt x="380617" y="1897854"/>
                  <a:pt x="389002" y="1897854"/>
                </a:cubicBezTo>
                <a:close/>
                <a:moveTo>
                  <a:pt x="316447" y="1897854"/>
                </a:moveTo>
                <a:cubicBezTo>
                  <a:pt x="324832" y="1897854"/>
                  <a:pt x="332422" y="1901253"/>
                  <a:pt x="337917" y="1906747"/>
                </a:cubicBezTo>
                <a:lnTo>
                  <a:pt x="343070" y="1919187"/>
                </a:lnTo>
                <a:lnTo>
                  <a:pt x="325117" y="1921469"/>
                </a:lnTo>
                <a:lnTo>
                  <a:pt x="287700" y="1924314"/>
                </a:lnTo>
                <a:lnTo>
                  <a:pt x="294977" y="1906747"/>
                </a:lnTo>
                <a:cubicBezTo>
                  <a:pt x="300471" y="1901253"/>
                  <a:pt x="308062" y="1897854"/>
                  <a:pt x="316447" y="1897854"/>
                </a:cubicBezTo>
                <a:close/>
                <a:moveTo>
                  <a:pt x="243892" y="1897854"/>
                </a:moveTo>
                <a:cubicBezTo>
                  <a:pt x="252277" y="1897854"/>
                  <a:pt x="259868" y="1901253"/>
                  <a:pt x="265363" y="1906747"/>
                </a:cubicBezTo>
                <a:lnTo>
                  <a:pt x="273099" y="1925425"/>
                </a:lnTo>
                <a:lnTo>
                  <a:pt x="248735" y="1927277"/>
                </a:lnTo>
                <a:lnTo>
                  <a:pt x="213550" y="1928167"/>
                </a:lnTo>
                <a:lnTo>
                  <a:pt x="222422" y="1906747"/>
                </a:lnTo>
                <a:cubicBezTo>
                  <a:pt x="227917" y="1901253"/>
                  <a:pt x="235508" y="1897854"/>
                  <a:pt x="243892" y="1897854"/>
                </a:cubicBezTo>
                <a:close/>
                <a:moveTo>
                  <a:pt x="171339" y="1897854"/>
                </a:moveTo>
                <a:cubicBezTo>
                  <a:pt x="188107" y="1897854"/>
                  <a:pt x="201701" y="1911448"/>
                  <a:pt x="201701" y="1928218"/>
                </a:cubicBezTo>
                <a:lnTo>
                  <a:pt x="201597" y="1928469"/>
                </a:lnTo>
                <a:lnTo>
                  <a:pt x="171336" y="1929234"/>
                </a:lnTo>
                <a:lnTo>
                  <a:pt x="141087" y="1928469"/>
                </a:lnTo>
                <a:lnTo>
                  <a:pt x="140982" y="1928218"/>
                </a:lnTo>
                <a:cubicBezTo>
                  <a:pt x="140982" y="1911448"/>
                  <a:pt x="154577" y="1897854"/>
                  <a:pt x="171339" y="1897854"/>
                </a:cubicBezTo>
                <a:close/>
                <a:moveTo>
                  <a:pt x="98792" y="1897854"/>
                </a:moveTo>
                <a:cubicBezTo>
                  <a:pt x="107177" y="1897854"/>
                  <a:pt x="114768" y="1901253"/>
                  <a:pt x="120263" y="1906747"/>
                </a:cubicBezTo>
                <a:lnTo>
                  <a:pt x="129135" y="1928167"/>
                </a:lnTo>
                <a:lnTo>
                  <a:pt x="93938" y="1927277"/>
                </a:lnTo>
                <a:lnTo>
                  <a:pt x="69586" y="1925425"/>
                </a:lnTo>
                <a:lnTo>
                  <a:pt x="77322" y="1906747"/>
                </a:lnTo>
                <a:cubicBezTo>
                  <a:pt x="82817" y="1901253"/>
                  <a:pt x="90408" y="1897854"/>
                  <a:pt x="98792" y="1897854"/>
                </a:cubicBezTo>
                <a:close/>
                <a:moveTo>
                  <a:pt x="26239" y="1897854"/>
                </a:moveTo>
                <a:cubicBezTo>
                  <a:pt x="34623" y="1897854"/>
                  <a:pt x="42214" y="1901253"/>
                  <a:pt x="47709" y="1906747"/>
                </a:cubicBezTo>
                <a:lnTo>
                  <a:pt x="54985" y="1924315"/>
                </a:lnTo>
                <a:lnTo>
                  <a:pt x="17556" y="1921469"/>
                </a:lnTo>
                <a:lnTo>
                  <a:pt x="0" y="1919238"/>
                </a:lnTo>
                <a:lnTo>
                  <a:pt x="0" y="1918259"/>
                </a:lnTo>
                <a:lnTo>
                  <a:pt x="4768" y="1906747"/>
                </a:lnTo>
                <a:cubicBezTo>
                  <a:pt x="10263" y="1901253"/>
                  <a:pt x="17854" y="1897854"/>
                  <a:pt x="26239" y="1897854"/>
                </a:cubicBezTo>
                <a:close/>
                <a:moveTo>
                  <a:pt x="679220" y="1817400"/>
                </a:moveTo>
                <a:cubicBezTo>
                  <a:pt x="687604" y="1817400"/>
                  <a:pt x="695195" y="1820799"/>
                  <a:pt x="700690" y="1826293"/>
                </a:cubicBezTo>
                <a:lnTo>
                  <a:pt x="702587" y="1830873"/>
                </a:lnTo>
                <a:lnTo>
                  <a:pt x="649855" y="1850174"/>
                </a:lnTo>
                <a:lnTo>
                  <a:pt x="648856" y="1847763"/>
                </a:lnTo>
                <a:cubicBezTo>
                  <a:pt x="648856" y="1830994"/>
                  <a:pt x="662450" y="1817400"/>
                  <a:pt x="679220" y="1817400"/>
                </a:cubicBezTo>
                <a:close/>
                <a:moveTo>
                  <a:pt x="606665" y="1817400"/>
                </a:moveTo>
                <a:cubicBezTo>
                  <a:pt x="623435" y="1817400"/>
                  <a:pt x="637029" y="1830994"/>
                  <a:pt x="637029" y="1847763"/>
                </a:cubicBezTo>
                <a:lnTo>
                  <a:pt x="633560" y="1856138"/>
                </a:lnTo>
                <a:lnTo>
                  <a:pt x="618594" y="1861615"/>
                </a:lnTo>
                <a:lnTo>
                  <a:pt x="587142" y="1870547"/>
                </a:lnTo>
                <a:lnTo>
                  <a:pt x="585195" y="1869234"/>
                </a:lnTo>
                <a:cubicBezTo>
                  <a:pt x="579700" y="1863739"/>
                  <a:pt x="576302" y="1856148"/>
                  <a:pt x="576302" y="1847763"/>
                </a:cubicBezTo>
                <a:cubicBezTo>
                  <a:pt x="576302" y="1830994"/>
                  <a:pt x="589896" y="1817400"/>
                  <a:pt x="606665" y="1817400"/>
                </a:cubicBezTo>
                <a:close/>
                <a:moveTo>
                  <a:pt x="534111" y="1817400"/>
                </a:moveTo>
                <a:cubicBezTo>
                  <a:pt x="550880" y="1817400"/>
                  <a:pt x="564474" y="1830994"/>
                  <a:pt x="564474" y="1847763"/>
                </a:cubicBezTo>
                <a:cubicBezTo>
                  <a:pt x="564474" y="1864533"/>
                  <a:pt x="550880" y="1878127"/>
                  <a:pt x="534111" y="1878127"/>
                </a:cubicBezTo>
                <a:cubicBezTo>
                  <a:pt x="517341" y="1878127"/>
                  <a:pt x="503747" y="1864533"/>
                  <a:pt x="503747" y="1847763"/>
                </a:cubicBezTo>
                <a:cubicBezTo>
                  <a:pt x="503747" y="1830994"/>
                  <a:pt x="517341" y="1817400"/>
                  <a:pt x="534111" y="1817400"/>
                </a:cubicBezTo>
                <a:close/>
                <a:moveTo>
                  <a:pt x="461556" y="1817400"/>
                </a:moveTo>
                <a:cubicBezTo>
                  <a:pt x="478326" y="1817400"/>
                  <a:pt x="491920" y="1830994"/>
                  <a:pt x="491920" y="1847763"/>
                </a:cubicBezTo>
                <a:cubicBezTo>
                  <a:pt x="491920" y="1864533"/>
                  <a:pt x="478326" y="1878127"/>
                  <a:pt x="461556" y="1878127"/>
                </a:cubicBezTo>
                <a:cubicBezTo>
                  <a:pt x="444787" y="1878127"/>
                  <a:pt x="431192" y="1864533"/>
                  <a:pt x="431192" y="1847763"/>
                </a:cubicBezTo>
                <a:cubicBezTo>
                  <a:pt x="431192" y="1830994"/>
                  <a:pt x="444787" y="1817400"/>
                  <a:pt x="461556" y="1817400"/>
                </a:cubicBezTo>
                <a:close/>
                <a:moveTo>
                  <a:pt x="389002" y="1817400"/>
                </a:moveTo>
                <a:cubicBezTo>
                  <a:pt x="405771" y="1817400"/>
                  <a:pt x="419365" y="1830994"/>
                  <a:pt x="419365" y="1847763"/>
                </a:cubicBezTo>
                <a:cubicBezTo>
                  <a:pt x="419365" y="1864533"/>
                  <a:pt x="405771" y="1878127"/>
                  <a:pt x="389002" y="1878127"/>
                </a:cubicBezTo>
                <a:cubicBezTo>
                  <a:pt x="372232" y="1878127"/>
                  <a:pt x="358638" y="1864533"/>
                  <a:pt x="358638" y="1847763"/>
                </a:cubicBezTo>
                <a:cubicBezTo>
                  <a:pt x="358638" y="1830994"/>
                  <a:pt x="372232" y="1817400"/>
                  <a:pt x="389002" y="1817400"/>
                </a:cubicBezTo>
                <a:close/>
                <a:moveTo>
                  <a:pt x="316447" y="1817400"/>
                </a:moveTo>
                <a:cubicBezTo>
                  <a:pt x="333216" y="1817400"/>
                  <a:pt x="346810" y="1830994"/>
                  <a:pt x="346810" y="1847763"/>
                </a:cubicBezTo>
                <a:cubicBezTo>
                  <a:pt x="346810" y="1864533"/>
                  <a:pt x="333216" y="1878127"/>
                  <a:pt x="316447" y="1878127"/>
                </a:cubicBezTo>
                <a:cubicBezTo>
                  <a:pt x="299677" y="1878127"/>
                  <a:pt x="286084" y="1864533"/>
                  <a:pt x="286084" y="1847763"/>
                </a:cubicBezTo>
                <a:cubicBezTo>
                  <a:pt x="286084" y="1830994"/>
                  <a:pt x="299677" y="1817400"/>
                  <a:pt x="316447" y="1817400"/>
                </a:cubicBezTo>
                <a:close/>
                <a:moveTo>
                  <a:pt x="243892" y="1817400"/>
                </a:moveTo>
                <a:cubicBezTo>
                  <a:pt x="260662" y="1817400"/>
                  <a:pt x="274256" y="1830994"/>
                  <a:pt x="274256" y="1847763"/>
                </a:cubicBezTo>
                <a:cubicBezTo>
                  <a:pt x="274256" y="1864533"/>
                  <a:pt x="260662" y="1878127"/>
                  <a:pt x="243892" y="1878127"/>
                </a:cubicBezTo>
                <a:cubicBezTo>
                  <a:pt x="227123" y="1878127"/>
                  <a:pt x="213529" y="1864533"/>
                  <a:pt x="213529" y="1847763"/>
                </a:cubicBezTo>
                <a:cubicBezTo>
                  <a:pt x="213529" y="1830994"/>
                  <a:pt x="227123" y="1817400"/>
                  <a:pt x="243892" y="1817400"/>
                </a:cubicBezTo>
                <a:close/>
                <a:moveTo>
                  <a:pt x="171339" y="1817400"/>
                </a:moveTo>
                <a:cubicBezTo>
                  <a:pt x="188107" y="1817400"/>
                  <a:pt x="201701" y="1830994"/>
                  <a:pt x="201701" y="1847763"/>
                </a:cubicBezTo>
                <a:cubicBezTo>
                  <a:pt x="201701" y="1864533"/>
                  <a:pt x="188107" y="1878127"/>
                  <a:pt x="171339" y="1878127"/>
                </a:cubicBezTo>
                <a:cubicBezTo>
                  <a:pt x="154583" y="1878127"/>
                  <a:pt x="140989" y="1864533"/>
                  <a:pt x="140989" y="1847763"/>
                </a:cubicBezTo>
                <a:cubicBezTo>
                  <a:pt x="140989" y="1830994"/>
                  <a:pt x="154583" y="1817400"/>
                  <a:pt x="171339" y="1817400"/>
                </a:cubicBezTo>
                <a:close/>
                <a:moveTo>
                  <a:pt x="98799" y="1817400"/>
                </a:moveTo>
                <a:cubicBezTo>
                  <a:pt x="115568" y="1817400"/>
                  <a:pt x="129162" y="1830994"/>
                  <a:pt x="129162" y="1847763"/>
                </a:cubicBezTo>
                <a:cubicBezTo>
                  <a:pt x="129162" y="1864533"/>
                  <a:pt x="115568" y="1878127"/>
                  <a:pt x="98799" y="1878127"/>
                </a:cubicBezTo>
                <a:cubicBezTo>
                  <a:pt x="82029" y="1878127"/>
                  <a:pt x="68435" y="1864533"/>
                  <a:pt x="68435" y="1847763"/>
                </a:cubicBezTo>
                <a:cubicBezTo>
                  <a:pt x="68435" y="1830994"/>
                  <a:pt x="82029" y="1817400"/>
                  <a:pt x="98799" y="1817400"/>
                </a:cubicBezTo>
                <a:close/>
                <a:moveTo>
                  <a:pt x="26245" y="1817400"/>
                </a:moveTo>
                <a:cubicBezTo>
                  <a:pt x="43014" y="1817400"/>
                  <a:pt x="56608" y="1830994"/>
                  <a:pt x="56608" y="1847763"/>
                </a:cubicBezTo>
                <a:cubicBezTo>
                  <a:pt x="56608" y="1864533"/>
                  <a:pt x="43014" y="1878127"/>
                  <a:pt x="26245" y="1878127"/>
                </a:cubicBezTo>
                <a:cubicBezTo>
                  <a:pt x="17860" y="1878127"/>
                  <a:pt x="10269" y="1874729"/>
                  <a:pt x="4775" y="1869234"/>
                </a:cubicBezTo>
                <a:lnTo>
                  <a:pt x="0" y="1857707"/>
                </a:lnTo>
                <a:lnTo>
                  <a:pt x="0" y="1837819"/>
                </a:lnTo>
                <a:lnTo>
                  <a:pt x="4775" y="1826293"/>
                </a:lnTo>
                <a:cubicBezTo>
                  <a:pt x="10269" y="1820799"/>
                  <a:pt x="17860" y="1817400"/>
                  <a:pt x="26245" y="1817400"/>
                </a:cubicBezTo>
                <a:close/>
                <a:moveTo>
                  <a:pt x="896883" y="1736948"/>
                </a:moveTo>
                <a:lnTo>
                  <a:pt x="903696" y="1738324"/>
                </a:lnTo>
                <a:lnTo>
                  <a:pt x="888255" y="1747704"/>
                </a:lnTo>
                <a:lnTo>
                  <a:pt x="871248" y="1755896"/>
                </a:lnTo>
                <a:lnTo>
                  <a:pt x="875413" y="1745841"/>
                </a:lnTo>
                <a:cubicBezTo>
                  <a:pt x="880908" y="1740347"/>
                  <a:pt x="888499" y="1736948"/>
                  <a:pt x="896883" y="1736948"/>
                </a:cubicBezTo>
                <a:close/>
                <a:moveTo>
                  <a:pt x="824329" y="1736948"/>
                </a:moveTo>
                <a:cubicBezTo>
                  <a:pt x="832714" y="1736948"/>
                  <a:pt x="840304" y="1740347"/>
                  <a:pt x="845799" y="1745841"/>
                </a:cubicBezTo>
                <a:lnTo>
                  <a:pt x="853504" y="1764444"/>
                </a:lnTo>
                <a:lnTo>
                  <a:pt x="802910" y="1788817"/>
                </a:lnTo>
                <a:lnTo>
                  <a:pt x="802858" y="1788782"/>
                </a:lnTo>
                <a:cubicBezTo>
                  <a:pt x="797364" y="1783287"/>
                  <a:pt x="793965" y="1775696"/>
                  <a:pt x="793965" y="1767312"/>
                </a:cubicBezTo>
                <a:cubicBezTo>
                  <a:pt x="793965" y="1750542"/>
                  <a:pt x="807559" y="1736948"/>
                  <a:pt x="824329" y="1736948"/>
                </a:cubicBezTo>
                <a:close/>
                <a:moveTo>
                  <a:pt x="751774" y="1736948"/>
                </a:moveTo>
                <a:cubicBezTo>
                  <a:pt x="768544" y="1736948"/>
                  <a:pt x="782138" y="1750542"/>
                  <a:pt x="782138" y="1767312"/>
                </a:cubicBezTo>
                <a:cubicBezTo>
                  <a:pt x="782138" y="1784081"/>
                  <a:pt x="768544" y="1797675"/>
                  <a:pt x="751774" y="1797675"/>
                </a:cubicBezTo>
                <a:cubicBezTo>
                  <a:pt x="735005" y="1797675"/>
                  <a:pt x="721411" y="1784081"/>
                  <a:pt x="721411" y="1767312"/>
                </a:cubicBezTo>
                <a:cubicBezTo>
                  <a:pt x="721411" y="1750542"/>
                  <a:pt x="735005" y="1736948"/>
                  <a:pt x="751774" y="1736948"/>
                </a:cubicBezTo>
                <a:close/>
                <a:moveTo>
                  <a:pt x="679220" y="1736948"/>
                </a:moveTo>
                <a:cubicBezTo>
                  <a:pt x="695989" y="1736948"/>
                  <a:pt x="709583" y="1750542"/>
                  <a:pt x="709583" y="1767312"/>
                </a:cubicBezTo>
                <a:cubicBezTo>
                  <a:pt x="709583" y="1784081"/>
                  <a:pt x="695989" y="1797675"/>
                  <a:pt x="679220" y="1797675"/>
                </a:cubicBezTo>
                <a:cubicBezTo>
                  <a:pt x="662450" y="1797675"/>
                  <a:pt x="648856" y="1784081"/>
                  <a:pt x="648856" y="1767312"/>
                </a:cubicBezTo>
                <a:cubicBezTo>
                  <a:pt x="648856" y="1750542"/>
                  <a:pt x="662450" y="1736948"/>
                  <a:pt x="679220" y="1736948"/>
                </a:cubicBezTo>
                <a:close/>
                <a:moveTo>
                  <a:pt x="606665" y="1736948"/>
                </a:moveTo>
                <a:cubicBezTo>
                  <a:pt x="623435" y="1736948"/>
                  <a:pt x="637029" y="1750542"/>
                  <a:pt x="637029" y="1767312"/>
                </a:cubicBezTo>
                <a:cubicBezTo>
                  <a:pt x="637029" y="1784081"/>
                  <a:pt x="623435" y="1797675"/>
                  <a:pt x="606665" y="1797675"/>
                </a:cubicBezTo>
                <a:cubicBezTo>
                  <a:pt x="589896" y="1797675"/>
                  <a:pt x="576302" y="1784081"/>
                  <a:pt x="576302" y="1767312"/>
                </a:cubicBezTo>
                <a:cubicBezTo>
                  <a:pt x="576302" y="1750542"/>
                  <a:pt x="589896" y="1736948"/>
                  <a:pt x="606665" y="1736948"/>
                </a:cubicBezTo>
                <a:close/>
                <a:moveTo>
                  <a:pt x="534111" y="1736948"/>
                </a:moveTo>
                <a:cubicBezTo>
                  <a:pt x="550880" y="1736948"/>
                  <a:pt x="564474" y="1750542"/>
                  <a:pt x="564474" y="1767312"/>
                </a:cubicBezTo>
                <a:cubicBezTo>
                  <a:pt x="564474" y="1784081"/>
                  <a:pt x="550880" y="1797675"/>
                  <a:pt x="534111" y="1797675"/>
                </a:cubicBezTo>
                <a:cubicBezTo>
                  <a:pt x="517341" y="1797675"/>
                  <a:pt x="503747" y="1784081"/>
                  <a:pt x="503747" y="1767312"/>
                </a:cubicBezTo>
                <a:cubicBezTo>
                  <a:pt x="503747" y="1750542"/>
                  <a:pt x="517341" y="1736948"/>
                  <a:pt x="534111" y="1736948"/>
                </a:cubicBezTo>
                <a:close/>
                <a:moveTo>
                  <a:pt x="461556" y="1736948"/>
                </a:moveTo>
                <a:cubicBezTo>
                  <a:pt x="478326" y="1736948"/>
                  <a:pt x="491920" y="1750542"/>
                  <a:pt x="491920" y="1767312"/>
                </a:cubicBezTo>
                <a:cubicBezTo>
                  <a:pt x="491920" y="1784081"/>
                  <a:pt x="478326" y="1797675"/>
                  <a:pt x="461556" y="1797675"/>
                </a:cubicBezTo>
                <a:cubicBezTo>
                  <a:pt x="444787" y="1797675"/>
                  <a:pt x="431192" y="1784081"/>
                  <a:pt x="431192" y="1767312"/>
                </a:cubicBezTo>
                <a:cubicBezTo>
                  <a:pt x="431192" y="1750542"/>
                  <a:pt x="444787" y="1736948"/>
                  <a:pt x="461556" y="1736948"/>
                </a:cubicBezTo>
                <a:close/>
                <a:moveTo>
                  <a:pt x="389002" y="1736948"/>
                </a:moveTo>
                <a:cubicBezTo>
                  <a:pt x="405771" y="1736948"/>
                  <a:pt x="419365" y="1750542"/>
                  <a:pt x="419365" y="1767312"/>
                </a:cubicBezTo>
                <a:cubicBezTo>
                  <a:pt x="419365" y="1784081"/>
                  <a:pt x="405771" y="1797675"/>
                  <a:pt x="389002" y="1797675"/>
                </a:cubicBezTo>
                <a:cubicBezTo>
                  <a:pt x="372232" y="1797675"/>
                  <a:pt x="358638" y="1784081"/>
                  <a:pt x="358638" y="1767312"/>
                </a:cubicBezTo>
                <a:cubicBezTo>
                  <a:pt x="358638" y="1750542"/>
                  <a:pt x="372232" y="1736948"/>
                  <a:pt x="389002" y="1736948"/>
                </a:cubicBezTo>
                <a:close/>
                <a:moveTo>
                  <a:pt x="316447" y="1736948"/>
                </a:moveTo>
                <a:cubicBezTo>
                  <a:pt x="333216" y="1736948"/>
                  <a:pt x="346810" y="1750542"/>
                  <a:pt x="346810" y="1767312"/>
                </a:cubicBezTo>
                <a:cubicBezTo>
                  <a:pt x="346810" y="1784081"/>
                  <a:pt x="333216" y="1797675"/>
                  <a:pt x="316447" y="1797675"/>
                </a:cubicBezTo>
                <a:cubicBezTo>
                  <a:pt x="299677" y="1797675"/>
                  <a:pt x="286084" y="1784081"/>
                  <a:pt x="286084" y="1767312"/>
                </a:cubicBezTo>
                <a:cubicBezTo>
                  <a:pt x="286084" y="1750542"/>
                  <a:pt x="299677" y="1736948"/>
                  <a:pt x="316447" y="1736948"/>
                </a:cubicBezTo>
                <a:close/>
                <a:moveTo>
                  <a:pt x="243892" y="1736948"/>
                </a:moveTo>
                <a:cubicBezTo>
                  <a:pt x="260662" y="1736948"/>
                  <a:pt x="274256" y="1750542"/>
                  <a:pt x="274256" y="1767312"/>
                </a:cubicBezTo>
                <a:cubicBezTo>
                  <a:pt x="274256" y="1784081"/>
                  <a:pt x="260662" y="1797675"/>
                  <a:pt x="243892" y="1797675"/>
                </a:cubicBezTo>
                <a:cubicBezTo>
                  <a:pt x="227123" y="1797675"/>
                  <a:pt x="213529" y="1784081"/>
                  <a:pt x="213529" y="1767312"/>
                </a:cubicBezTo>
                <a:cubicBezTo>
                  <a:pt x="213529" y="1750542"/>
                  <a:pt x="227123" y="1736948"/>
                  <a:pt x="243892" y="1736948"/>
                </a:cubicBezTo>
                <a:close/>
                <a:moveTo>
                  <a:pt x="171339" y="1736948"/>
                </a:moveTo>
                <a:cubicBezTo>
                  <a:pt x="188107" y="1736948"/>
                  <a:pt x="201701" y="1750542"/>
                  <a:pt x="201701" y="1767312"/>
                </a:cubicBezTo>
                <a:cubicBezTo>
                  <a:pt x="201701" y="1784081"/>
                  <a:pt x="188107" y="1797675"/>
                  <a:pt x="171339" y="1797675"/>
                </a:cubicBezTo>
                <a:cubicBezTo>
                  <a:pt x="154588" y="1797675"/>
                  <a:pt x="140995" y="1784081"/>
                  <a:pt x="140995" y="1767312"/>
                </a:cubicBezTo>
                <a:cubicBezTo>
                  <a:pt x="140995" y="1750542"/>
                  <a:pt x="154588" y="1736948"/>
                  <a:pt x="171339" y="1736948"/>
                </a:cubicBezTo>
                <a:close/>
                <a:moveTo>
                  <a:pt x="98806" y="1736948"/>
                </a:moveTo>
                <a:cubicBezTo>
                  <a:pt x="115574" y="1736948"/>
                  <a:pt x="129168" y="1750542"/>
                  <a:pt x="129168" y="1767312"/>
                </a:cubicBezTo>
                <a:cubicBezTo>
                  <a:pt x="129168" y="1784081"/>
                  <a:pt x="115574" y="1797675"/>
                  <a:pt x="98806" y="1797675"/>
                </a:cubicBezTo>
                <a:cubicBezTo>
                  <a:pt x="82035" y="1797675"/>
                  <a:pt x="68442" y="1784081"/>
                  <a:pt x="68442" y="1767312"/>
                </a:cubicBezTo>
                <a:cubicBezTo>
                  <a:pt x="68442" y="1750542"/>
                  <a:pt x="82035" y="1736948"/>
                  <a:pt x="98806" y="1736948"/>
                </a:cubicBezTo>
                <a:close/>
                <a:moveTo>
                  <a:pt x="26251" y="1736948"/>
                </a:moveTo>
                <a:cubicBezTo>
                  <a:pt x="43020" y="1736948"/>
                  <a:pt x="56614" y="1750542"/>
                  <a:pt x="56614" y="1767312"/>
                </a:cubicBezTo>
                <a:cubicBezTo>
                  <a:pt x="56614" y="1784081"/>
                  <a:pt x="43020" y="1797675"/>
                  <a:pt x="26251" y="1797675"/>
                </a:cubicBezTo>
                <a:cubicBezTo>
                  <a:pt x="17866" y="1797675"/>
                  <a:pt x="10276" y="1794277"/>
                  <a:pt x="4781" y="1788782"/>
                </a:cubicBezTo>
                <a:lnTo>
                  <a:pt x="0" y="1777239"/>
                </a:lnTo>
                <a:lnTo>
                  <a:pt x="0" y="1757384"/>
                </a:lnTo>
                <a:lnTo>
                  <a:pt x="4781" y="1745841"/>
                </a:lnTo>
                <a:cubicBezTo>
                  <a:pt x="10276" y="1740347"/>
                  <a:pt x="17866" y="1736948"/>
                  <a:pt x="26251" y="1736948"/>
                </a:cubicBezTo>
                <a:close/>
                <a:moveTo>
                  <a:pt x="1030341" y="1658849"/>
                </a:moveTo>
                <a:lnTo>
                  <a:pt x="1020041" y="1666551"/>
                </a:lnTo>
                <a:lnTo>
                  <a:pt x="1020522" y="1665390"/>
                </a:lnTo>
                <a:cubicBezTo>
                  <a:pt x="1023269" y="1662642"/>
                  <a:pt x="1026541" y="1660419"/>
                  <a:pt x="1030173" y="1658883"/>
                </a:cubicBezTo>
                <a:close/>
                <a:moveTo>
                  <a:pt x="969438" y="1656497"/>
                </a:moveTo>
                <a:cubicBezTo>
                  <a:pt x="977823" y="1656497"/>
                  <a:pt x="985413" y="1659895"/>
                  <a:pt x="990908" y="1665390"/>
                </a:cubicBezTo>
                <a:lnTo>
                  <a:pt x="997511" y="1681329"/>
                </a:lnTo>
                <a:lnTo>
                  <a:pt x="950384" y="1709959"/>
                </a:lnTo>
                <a:lnTo>
                  <a:pt x="947968" y="1708330"/>
                </a:lnTo>
                <a:cubicBezTo>
                  <a:pt x="942473" y="1702836"/>
                  <a:pt x="939075" y="1695245"/>
                  <a:pt x="939075" y="1686860"/>
                </a:cubicBezTo>
                <a:cubicBezTo>
                  <a:pt x="939075" y="1670091"/>
                  <a:pt x="952669" y="1656497"/>
                  <a:pt x="969438" y="1656497"/>
                </a:cubicBezTo>
                <a:close/>
                <a:moveTo>
                  <a:pt x="896883" y="1656497"/>
                </a:moveTo>
                <a:cubicBezTo>
                  <a:pt x="913653" y="1656497"/>
                  <a:pt x="927247" y="1670091"/>
                  <a:pt x="927247" y="1686860"/>
                </a:cubicBezTo>
                <a:cubicBezTo>
                  <a:pt x="927247" y="1703630"/>
                  <a:pt x="913653" y="1717224"/>
                  <a:pt x="896883" y="1717224"/>
                </a:cubicBezTo>
                <a:cubicBezTo>
                  <a:pt x="880114" y="1717224"/>
                  <a:pt x="866520" y="1703630"/>
                  <a:pt x="866520" y="1686860"/>
                </a:cubicBezTo>
                <a:cubicBezTo>
                  <a:pt x="866520" y="1670091"/>
                  <a:pt x="880114" y="1656497"/>
                  <a:pt x="896883" y="1656497"/>
                </a:cubicBezTo>
                <a:close/>
                <a:moveTo>
                  <a:pt x="824329" y="1656497"/>
                </a:moveTo>
                <a:cubicBezTo>
                  <a:pt x="841098" y="1656497"/>
                  <a:pt x="854692" y="1670091"/>
                  <a:pt x="854692" y="1686860"/>
                </a:cubicBezTo>
                <a:cubicBezTo>
                  <a:pt x="854692" y="1703630"/>
                  <a:pt x="841098" y="1717224"/>
                  <a:pt x="824329" y="1717224"/>
                </a:cubicBezTo>
                <a:cubicBezTo>
                  <a:pt x="807559" y="1717224"/>
                  <a:pt x="793965" y="1703630"/>
                  <a:pt x="793965" y="1686860"/>
                </a:cubicBezTo>
                <a:cubicBezTo>
                  <a:pt x="793965" y="1670091"/>
                  <a:pt x="807559" y="1656497"/>
                  <a:pt x="824329" y="1656497"/>
                </a:cubicBezTo>
                <a:close/>
                <a:moveTo>
                  <a:pt x="751774" y="1656497"/>
                </a:moveTo>
                <a:cubicBezTo>
                  <a:pt x="768544" y="1656497"/>
                  <a:pt x="782138" y="1670091"/>
                  <a:pt x="782138" y="1686860"/>
                </a:cubicBezTo>
                <a:cubicBezTo>
                  <a:pt x="782138" y="1703630"/>
                  <a:pt x="768544" y="1717224"/>
                  <a:pt x="751774" y="1717224"/>
                </a:cubicBezTo>
                <a:cubicBezTo>
                  <a:pt x="735005" y="1717224"/>
                  <a:pt x="721411" y="1703630"/>
                  <a:pt x="721411" y="1686860"/>
                </a:cubicBezTo>
                <a:cubicBezTo>
                  <a:pt x="721411" y="1670091"/>
                  <a:pt x="735005" y="1656497"/>
                  <a:pt x="751774" y="1656497"/>
                </a:cubicBezTo>
                <a:close/>
                <a:moveTo>
                  <a:pt x="679220" y="1656497"/>
                </a:moveTo>
                <a:cubicBezTo>
                  <a:pt x="695989" y="1656497"/>
                  <a:pt x="709583" y="1670091"/>
                  <a:pt x="709583" y="1686860"/>
                </a:cubicBezTo>
                <a:cubicBezTo>
                  <a:pt x="709583" y="1703630"/>
                  <a:pt x="695989" y="1717224"/>
                  <a:pt x="679220" y="1717224"/>
                </a:cubicBezTo>
                <a:cubicBezTo>
                  <a:pt x="662450" y="1717224"/>
                  <a:pt x="648856" y="1703630"/>
                  <a:pt x="648856" y="1686860"/>
                </a:cubicBezTo>
                <a:cubicBezTo>
                  <a:pt x="648856" y="1670091"/>
                  <a:pt x="662450" y="1656497"/>
                  <a:pt x="679220" y="1656497"/>
                </a:cubicBezTo>
                <a:close/>
                <a:moveTo>
                  <a:pt x="606665" y="1656497"/>
                </a:moveTo>
                <a:cubicBezTo>
                  <a:pt x="623435" y="1656497"/>
                  <a:pt x="637029" y="1670091"/>
                  <a:pt x="637029" y="1686860"/>
                </a:cubicBezTo>
                <a:cubicBezTo>
                  <a:pt x="637029" y="1703630"/>
                  <a:pt x="623435" y="1717224"/>
                  <a:pt x="606665" y="1717224"/>
                </a:cubicBezTo>
                <a:cubicBezTo>
                  <a:pt x="589896" y="1717224"/>
                  <a:pt x="576302" y="1703630"/>
                  <a:pt x="576302" y="1686860"/>
                </a:cubicBezTo>
                <a:cubicBezTo>
                  <a:pt x="576302" y="1670091"/>
                  <a:pt x="589896" y="1656497"/>
                  <a:pt x="606665" y="1656497"/>
                </a:cubicBezTo>
                <a:close/>
                <a:moveTo>
                  <a:pt x="534111" y="1656497"/>
                </a:moveTo>
                <a:cubicBezTo>
                  <a:pt x="550880" y="1656497"/>
                  <a:pt x="564474" y="1670091"/>
                  <a:pt x="564474" y="1686860"/>
                </a:cubicBezTo>
                <a:cubicBezTo>
                  <a:pt x="564474" y="1703630"/>
                  <a:pt x="550880" y="1717224"/>
                  <a:pt x="534111" y="1717224"/>
                </a:cubicBezTo>
                <a:cubicBezTo>
                  <a:pt x="517341" y="1717224"/>
                  <a:pt x="503747" y="1703630"/>
                  <a:pt x="503747" y="1686860"/>
                </a:cubicBezTo>
                <a:cubicBezTo>
                  <a:pt x="503747" y="1670091"/>
                  <a:pt x="517341" y="1656497"/>
                  <a:pt x="534111" y="1656497"/>
                </a:cubicBezTo>
                <a:close/>
                <a:moveTo>
                  <a:pt x="461556" y="1656497"/>
                </a:moveTo>
                <a:cubicBezTo>
                  <a:pt x="478326" y="1656497"/>
                  <a:pt x="491920" y="1670091"/>
                  <a:pt x="491920" y="1686860"/>
                </a:cubicBezTo>
                <a:cubicBezTo>
                  <a:pt x="491920" y="1703630"/>
                  <a:pt x="478326" y="1717224"/>
                  <a:pt x="461556" y="1717224"/>
                </a:cubicBezTo>
                <a:cubicBezTo>
                  <a:pt x="444787" y="1717224"/>
                  <a:pt x="431192" y="1703630"/>
                  <a:pt x="431192" y="1686860"/>
                </a:cubicBezTo>
                <a:cubicBezTo>
                  <a:pt x="431192" y="1670091"/>
                  <a:pt x="444787" y="1656497"/>
                  <a:pt x="461556" y="1656497"/>
                </a:cubicBezTo>
                <a:close/>
                <a:moveTo>
                  <a:pt x="389002" y="1656497"/>
                </a:moveTo>
                <a:cubicBezTo>
                  <a:pt x="405771" y="1656497"/>
                  <a:pt x="419365" y="1670091"/>
                  <a:pt x="419365" y="1686860"/>
                </a:cubicBezTo>
                <a:cubicBezTo>
                  <a:pt x="419365" y="1703630"/>
                  <a:pt x="405771" y="1717224"/>
                  <a:pt x="389002" y="1717224"/>
                </a:cubicBezTo>
                <a:cubicBezTo>
                  <a:pt x="372232" y="1717224"/>
                  <a:pt x="358638" y="1703630"/>
                  <a:pt x="358638" y="1686860"/>
                </a:cubicBezTo>
                <a:cubicBezTo>
                  <a:pt x="358638" y="1670091"/>
                  <a:pt x="372232" y="1656497"/>
                  <a:pt x="389002" y="1656497"/>
                </a:cubicBezTo>
                <a:close/>
                <a:moveTo>
                  <a:pt x="316447" y="1656497"/>
                </a:moveTo>
                <a:cubicBezTo>
                  <a:pt x="333216" y="1656497"/>
                  <a:pt x="346810" y="1670091"/>
                  <a:pt x="346810" y="1686860"/>
                </a:cubicBezTo>
                <a:cubicBezTo>
                  <a:pt x="346810" y="1703630"/>
                  <a:pt x="333216" y="1717224"/>
                  <a:pt x="316447" y="1717224"/>
                </a:cubicBezTo>
                <a:cubicBezTo>
                  <a:pt x="299677" y="1717224"/>
                  <a:pt x="286084" y="1703630"/>
                  <a:pt x="286084" y="1686860"/>
                </a:cubicBezTo>
                <a:cubicBezTo>
                  <a:pt x="286084" y="1670091"/>
                  <a:pt x="299677" y="1656497"/>
                  <a:pt x="316447" y="1656497"/>
                </a:cubicBezTo>
                <a:close/>
                <a:moveTo>
                  <a:pt x="243892" y="1656497"/>
                </a:moveTo>
                <a:cubicBezTo>
                  <a:pt x="260662" y="1656497"/>
                  <a:pt x="274256" y="1670091"/>
                  <a:pt x="274256" y="1686860"/>
                </a:cubicBezTo>
                <a:cubicBezTo>
                  <a:pt x="274256" y="1703630"/>
                  <a:pt x="260662" y="1717224"/>
                  <a:pt x="243892" y="1717224"/>
                </a:cubicBezTo>
                <a:cubicBezTo>
                  <a:pt x="227123" y="1717224"/>
                  <a:pt x="213529" y="1703630"/>
                  <a:pt x="213529" y="1686860"/>
                </a:cubicBezTo>
                <a:cubicBezTo>
                  <a:pt x="213529" y="1670091"/>
                  <a:pt x="227123" y="1656497"/>
                  <a:pt x="243892" y="1656497"/>
                </a:cubicBezTo>
                <a:close/>
                <a:moveTo>
                  <a:pt x="171339" y="1656497"/>
                </a:moveTo>
                <a:cubicBezTo>
                  <a:pt x="188107" y="1656497"/>
                  <a:pt x="201701" y="1670091"/>
                  <a:pt x="201701" y="1686860"/>
                </a:cubicBezTo>
                <a:cubicBezTo>
                  <a:pt x="201701" y="1703630"/>
                  <a:pt x="188107" y="1717224"/>
                  <a:pt x="171339" y="1717224"/>
                </a:cubicBezTo>
                <a:cubicBezTo>
                  <a:pt x="154594" y="1717224"/>
                  <a:pt x="141001" y="1703630"/>
                  <a:pt x="141001" y="1686860"/>
                </a:cubicBezTo>
                <a:cubicBezTo>
                  <a:pt x="141001" y="1670091"/>
                  <a:pt x="154594" y="1656497"/>
                  <a:pt x="171339" y="1656497"/>
                </a:cubicBezTo>
                <a:close/>
                <a:moveTo>
                  <a:pt x="98812" y="1656497"/>
                </a:moveTo>
                <a:cubicBezTo>
                  <a:pt x="115580" y="1656497"/>
                  <a:pt x="129174" y="1670091"/>
                  <a:pt x="129174" y="1686860"/>
                </a:cubicBezTo>
                <a:cubicBezTo>
                  <a:pt x="129174" y="1703630"/>
                  <a:pt x="115580" y="1717224"/>
                  <a:pt x="98812" y="1717224"/>
                </a:cubicBezTo>
                <a:cubicBezTo>
                  <a:pt x="82042" y="1717224"/>
                  <a:pt x="68448" y="1703630"/>
                  <a:pt x="68448" y="1686860"/>
                </a:cubicBezTo>
                <a:cubicBezTo>
                  <a:pt x="68448" y="1670091"/>
                  <a:pt x="82042" y="1656497"/>
                  <a:pt x="98812" y="1656497"/>
                </a:cubicBezTo>
                <a:close/>
                <a:moveTo>
                  <a:pt x="26257" y="1656497"/>
                </a:moveTo>
                <a:cubicBezTo>
                  <a:pt x="43026" y="1656497"/>
                  <a:pt x="56620" y="1670091"/>
                  <a:pt x="56620" y="1686860"/>
                </a:cubicBezTo>
                <a:cubicBezTo>
                  <a:pt x="56620" y="1703630"/>
                  <a:pt x="43026" y="1717224"/>
                  <a:pt x="26257" y="1717224"/>
                </a:cubicBezTo>
                <a:cubicBezTo>
                  <a:pt x="17873" y="1717224"/>
                  <a:pt x="10282" y="1713826"/>
                  <a:pt x="4787" y="1708331"/>
                </a:cubicBezTo>
                <a:lnTo>
                  <a:pt x="0" y="1696773"/>
                </a:lnTo>
                <a:lnTo>
                  <a:pt x="0" y="1676947"/>
                </a:lnTo>
                <a:lnTo>
                  <a:pt x="4787" y="1665390"/>
                </a:lnTo>
                <a:cubicBezTo>
                  <a:pt x="10282" y="1659896"/>
                  <a:pt x="17873" y="1656497"/>
                  <a:pt x="26257" y="1656497"/>
                </a:cubicBezTo>
                <a:close/>
                <a:moveTo>
                  <a:pt x="1114547" y="1576045"/>
                </a:moveTo>
                <a:cubicBezTo>
                  <a:pt x="1118739" y="1576045"/>
                  <a:pt x="1122733" y="1576894"/>
                  <a:pt x="1126366" y="1578431"/>
                </a:cubicBezTo>
                <a:lnTo>
                  <a:pt x="1131977" y="1582214"/>
                </a:lnTo>
                <a:lnTo>
                  <a:pt x="1128051" y="1585783"/>
                </a:lnTo>
                <a:lnTo>
                  <a:pt x="1088035" y="1615706"/>
                </a:lnTo>
                <a:lnTo>
                  <a:pt x="1084184" y="1606408"/>
                </a:lnTo>
                <a:cubicBezTo>
                  <a:pt x="1084184" y="1589639"/>
                  <a:pt x="1097778" y="1576045"/>
                  <a:pt x="1114547" y="1576045"/>
                </a:cubicBezTo>
                <a:close/>
                <a:moveTo>
                  <a:pt x="1041993" y="1576045"/>
                </a:moveTo>
                <a:cubicBezTo>
                  <a:pt x="1058762" y="1576045"/>
                  <a:pt x="1072356" y="1589639"/>
                  <a:pt x="1072356" y="1606408"/>
                </a:cubicBezTo>
                <a:cubicBezTo>
                  <a:pt x="1072356" y="1623178"/>
                  <a:pt x="1058762" y="1636772"/>
                  <a:pt x="1041993" y="1636772"/>
                </a:cubicBezTo>
                <a:cubicBezTo>
                  <a:pt x="1025223" y="1636772"/>
                  <a:pt x="1011629" y="1623178"/>
                  <a:pt x="1011629" y="1606408"/>
                </a:cubicBezTo>
                <a:cubicBezTo>
                  <a:pt x="1011629" y="1589639"/>
                  <a:pt x="1025223" y="1576045"/>
                  <a:pt x="1041993" y="1576045"/>
                </a:cubicBezTo>
                <a:close/>
                <a:moveTo>
                  <a:pt x="969438" y="1576045"/>
                </a:moveTo>
                <a:cubicBezTo>
                  <a:pt x="986208" y="1576045"/>
                  <a:pt x="999801" y="1589639"/>
                  <a:pt x="999801" y="1606408"/>
                </a:cubicBezTo>
                <a:cubicBezTo>
                  <a:pt x="999801" y="1623178"/>
                  <a:pt x="986208" y="1636772"/>
                  <a:pt x="969438" y="1636772"/>
                </a:cubicBezTo>
                <a:cubicBezTo>
                  <a:pt x="952669" y="1636772"/>
                  <a:pt x="939075" y="1623178"/>
                  <a:pt x="939075" y="1606408"/>
                </a:cubicBezTo>
                <a:cubicBezTo>
                  <a:pt x="939075" y="1589639"/>
                  <a:pt x="952669" y="1576045"/>
                  <a:pt x="969438" y="1576045"/>
                </a:cubicBezTo>
                <a:close/>
                <a:moveTo>
                  <a:pt x="896883" y="1576045"/>
                </a:moveTo>
                <a:cubicBezTo>
                  <a:pt x="913653" y="1576045"/>
                  <a:pt x="927247" y="1589639"/>
                  <a:pt x="927247" y="1606408"/>
                </a:cubicBezTo>
                <a:cubicBezTo>
                  <a:pt x="927247" y="1623178"/>
                  <a:pt x="913653" y="1636772"/>
                  <a:pt x="896883" y="1636772"/>
                </a:cubicBezTo>
                <a:cubicBezTo>
                  <a:pt x="880114" y="1636772"/>
                  <a:pt x="866520" y="1623178"/>
                  <a:pt x="866520" y="1606408"/>
                </a:cubicBezTo>
                <a:cubicBezTo>
                  <a:pt x="866520" y="1589639"/>
                  <a:pt x="880114" y="1576045"/>
                  <a:pt x="896883" y="1576045"/>
                </a:cubicBezTo>
                <a:close/>
                <a:moveTo>
                  <a:pt x="824329" y="1576045"/>
                </a:moveTo>
                <a:cubicBezTo>
                  <a:pt x="841098" y="1576045"/>
                  <a:pt x="854692" y="1589639"/>
                  <a:pt x="854692" y="1606408"/>
                </a:cubicBezTo>
                <a:cubicBezTo>
                  <a:pt x="854692" y="1623178"/>
                  <a:pt x="841098" y="1636772"/>
                  <a:pt x="824329" y="1636772"/>
                </a:cubicBezTo>
                <a:cubicBezTo>
                  <a:pt x="807559" y="1636772"/>
                  <a:pt x="793965" y="1623178"/>
                  <a:pt x="793965" y="1606408"/>
                </a:cubicBezTo>
                <a:cubicBezTo>
                  <a:pt x="793965" y="1589639"/>
                  <a:pt x="807559" y="1576045"/>
                  <a:pt x="824329" y="1576045"/>
                </a:cubicBezTo>
                <a:close/>
                <a:moveTo>
                  <a:pt x="751774" y="1576045"/>
                </a:moveTo>
                <a:cubicBezTo>
                  <a:pt x="768544" y="1576045"/>
                  <a:pt x="782138" y="1589639"/>
                  <a:pt x="782138" y="1606408"/>
                </a:cubicBezTo>
                <a:cubicBezTo>
                  <a:pt x="782138" y="1623178"/>
                  <a:pt x="768544" y="1636772"/>
                  <a:pt x="751774" y="1636772"/>
                </a:cubicBezTo>
                <a:cubicBezTo>
                  <a:pt x="735005" y="1636772"/>
                  <a:pt x="721411" y="1623178"/>
                  <a:pt x="721411" y="1606408"/>
                </a:cubicBezTo>
                <a:cubicBezTo>
                  <a:pt x="721411" y="1589639"/>
                  <a:pt x="735005" y="1576045"/>
                  <a:pt x="751774" y="1576045"/>
                </a:cubicBezTo>
                <a:close/>
                <a:moveTo>
                  <a:pt x="679220" y="1576045"/>
                </a:moveTo>
                <a:cubicBezTo>
                  <a:pt x="695989" y="1576045"/>
                  <a:pt x="709583" y="1589639"/>
                  <a:pt x="709583" y="1606408"/>
                </a:cubicBezTo>
                <a:cubicBezTo>
                  <a:pt x="709583" y="1623178"/>
                  <a:pt x="695989" y="1636772"/>
                  <a:pt x="679220" y="1636772"/>
                </a:cubicBezTo>
                <a:cubicBezTo>
                  <a:pt x="662450" y="1636772"/>
                  <a:pt x="648856" y="1623178"/>
                  <a:pt x="648856" y="1606408"/>
                </a:cubicBezTo>
                <a:cubicBezTo>
                  <a:pt x="648856" y="1589639"/>
                  <a:pt x="662450" y="1576045"/>
                  <a:pt x="679220" y="1576045"/>
                </a:cubicBezTo>
                <a:close/>
                <a:moveTo>
                  <a:pt x="606665" y="1576045"/>
                </a:moveTo>
                <a:cubicBezTo>
                  <a:pt x="623435" y="1576045"/>
                  <a:pt x="637029" y="1589639"/>
                  <a:pt x="637029" y="1606408"/>
                </a:cubicBezTo>
                <a:cubicBezTo>
                  <a:pt x="637029" y="1623178"/>
                  <a:pt x="623435" y="1636772"/>
                  <a:pt x="606665" y="1636772"/>
                </a:cubicBezTo>
                <a:cubicBezTo>
                  <a:pt x="589896" y="1636772"/>
                  <a:pt x="576302" y="1623178"/>
                  <a:pt x="576302" y="1606408"/>
                </a:cubicBezTo>
                <a:cubicBezTo>
                  <a:pt x="576302" y="1589639"/>
                  <a:pt x="589896" y="1576045"/>
                  <a:pt x="606665" y="1576045"/>
                </a:cubicBezTo>
                <a:close/>
                <a:moveTo>
                  <a:pt x="534111" y="1576045"/>
                </a:moveTo>
                <a:cubicBezTo>
                  <a:pt x="550880" y="1576045"/>
                  <a:pt x="564474" y="1589639"/>
                  <a:pt x="564474" y="1606408"/>
                </a:cubicBezTo>
                <a:cubicBezTo>
                  <a:pt x="564474" y="1623178"/>
                  <a:pt x="550880" y="1636772"/>
                  <a:pt x="534111" y="1636772"/>
                </a:cubicBezTo>
                <a:cubicBezTo>
                  <a:pt x="517341" y="1636772"/>
                  <a:pt x="503747" y="1623178"/>
                  <a:pt x="503747" y="1606408"/>
                </a:cubicBezTo>
                <a:cubicBezTo>
                  <a:pt x="503747" y="1589639"/>
                  <a:pt x="517341" y="1576045"/>
                  <a:pt x="534111" y="1576045"/>
                </a:cubicBezTo>
                <a:close/>
                <a:moveTo>
                  <a:pt x="461556" y="1576045"/>
                </a:moveTo>
                <a:cubicBezTo>
                  <a:pt x="478326" y="1576045"/>
                  <a:pt x="491920" y="1589639"/>
                  <a:pt x="491920" y="1606408"/>
                </a:cubicBezTo>
                <a:cubicBezTo>
                  <a:pt x="491920" y="1623178"/>
                  <a:pt x="478326" y="1636772"/>
                  <a:pt x="461556" y="1636772"/>
                </a:cubicBezTo>
                <a:cubicBezTo>
                  <a:pt x="444787" y="1636772"/>
                  <a:pt x="431192" y="1623178"/>
                  <a:pt x="431192" y="1606408"/>
                </a:cubicBezTo>
                <a:cubicBezTo>
                  <a:pt x="431192" y="1589639"/>
                  <a:pt x="444787" y="1576045"/>
                  <a:pt x="461556" y="1576045"/>
                </a:cubicBezTo>
                <a:close/>
                <a:moveTo>
                  <a:pt x="389002" y="1576045"/>
                </a:moveTo>
                <a:cubicBezTo>
                  <a:pt x="405771" y="1576045"/>
                  <a:pt x="419365" y="1589639"/>
                  <a:pt x="419365" y="1606408"/>
                </a:cubicBezTo>
                <a:cubicBezTo>
                  <a:pt x="419365" y="1623178"/>
                  <a:pt x="405771" y="1636772"/>
                  <a:pt x="389002" y="1636772"/>
                </a:cubicBezTo>
                <a:cubicBezTo>
                  <a:pt x="372232" y="1636772"/>
                  <a:pt x="358638" y="1623178"/>
                  <a:pt x="358638" y="1606408"/>
                </a:cubicBezTo>
                <a:cubicBezTo>
                  <a:pt x="358638" y="1589639"/>
                  <a:pt x="372232" y="1576045"/>
                  <a:pt x="389002" y="1576045"/>
                </a:cubicBezTo>
                <a:close/>
                <a:moveTo>
                  <a:pt x="316447" y="1576045"/>
                </a:moveTo>
                <a:cubicBezTo>
                  <a:pt x="333216" y="1576045"/>
                  <a:pt x="346810" y="1589639"/>
                  <a:pt x="346810" y="1606408"/>
                </a:cubicBezTo>
                <a:cubicBezTo>
                  <a:pt x="346810" y="1623178"/>
                  <a:pt x="333216" y="1636772"/>
                  <a:pt x="316447" y="1636772"/>
                </a:cubicBezTo>
                <a:cubicBezTo>
                  <a:pt x="299677" y="1636772"/>
                  <a:pt x="286084" y="1623178"/>
                  <a:pt x="286084" y="1606408"/>
                </a:cubicBezTo>
                <a:cubicBezTo>
                  <a:pt x="286084" y="1589639"/>
                  <a:pt x="299677" y="1576045"/>
                  <a:pt x="316447" y="1576045"/>
                </a:cubicBezTo>
                <a:close/>
                <a:moveTo>
                  <a:pt x="243892" y="1576045"/>
                </a:moveTo>
                <a:cubicBezTo>
                  <a:pt x="260662" y="1576045"/>
                  <a:pt x="274256" y="1589639"/>
                  <a:pt x="274256" y="1606408"/>
                </a:cubicBezTo>
                <a:cubicBezTo>
                  <a:pt x="274256" y="1623178"/>
                  <a:pt x="260662" y="1636772"/>
                  <a:pt x="243892" y="1636772"/>
                </a:cubicBezTo>
                <a:cubicBezTo>
                  <a:pt x="227123" y="1636772"/>
                  <a:pt x="213529" y="1623178"/>
                  <a:pt x="213529" y="1606408"/>
                </a:cubicBezTo>
                <a:cubicBezTo>
                  <a:pt x="213529" y="1589639"/>
                  <a:pt x="227123" y="1576045"/>
                  <a:pt x="243892" y="1576045"/>
                </a:cubicBezTo>
                <a:close/>
                <a:moveTo>
                  <a:pt x="171339" y="1576045"/>
                </a:moveTo>
                <a:cubicBezTo>
                  <a:pt x="188107" y="1576045"/>
                  <a:pt x="201701" y="1589639"/>
                  <a:pt x="201701" y="1606408"/>
                </a:cubicBezTo>
                <a:cubicBezTo>
                  <a:pt x="201701" y="1623178"/>
                  <a:pt x="188107" y="1636772"/>
                  <a:pt x="171339" y="1636772"/>
                </a:cubicBezTo>
                <a:cubicBezTo>
                  <a:pt x="154599" y="1636772"/>
                  <a:pt x="141006" y="1623178"/>
                  <a:pt x="141006" y="1606408"/>
                </a:cubicBezTo>
                <a:cubicBezTo>
                  <a:pt x="141006" y="1589639"/>
                  <a:pt x="154599" y="1576045"/>
                  <a:pt x="171339" y="1576045"/>
                </a:cubicBezTo>
                <a:close/>
                <a:moveTo>
                  <a:pt x="98818" y="1576045"/>
                </a:moveTo>
                <a:cubicBezTo>
                  <a:pt x="115586" y="1576045"/>
                  <a:pt x="129180" y="1589639"/>
                  <a:pt x="129180" y="1606408"/>
                </a:cubicBezTo>
                <a:cubicBezTo>
                  <a:pt x="129180" y="1623178"/>
                  <a:pt x="115586" y="1636772"/>
                  <a:pt x="98818" y="1636772"/>
                </a:cubicBezTo>
                <a:cubicBezTo>
                  <a:pt x="82048" y="1636772"/>
                  <a:pt x="68454" y="1623178"/>
                  <a:pt x="68454" y="1606408"/>
                </a:cubicBezTo>
                <a:cubicBezTo>
                  <a:pt x="68454" y="1589639"/>
                  <a:pt x="82048" y="1576045"/>
                  <a:pt x="98818" y="1576045"/>
                </a:cubicBezTo>
                <a:close/>
                <a:moveTo>
                  <a:pt x="26264" y="1576045"/>
                </a:moveTo>
                <a:cubicBezTo>
                  <a:pt x="43032" y="1576045"/>
                  <a:pt x="56626" y="1589639"/>
                  <a:pt x="56626" y="1606408"/>
                </a:cubicBezTo>
                <a:cubicBezTo>
                  <a:pt x="56626" y="1623178"/>
                  <a:pt x="43032" y="1636772"/>
                  <a:pt x="26264" y="1636772"/>
                </a:cubicBezTo>
                <a:cubicBezTo>
                  <a:pt x="17880" y="1636772"/>
                  <a:pt x="10289" y="1633374"/>
                  <a:pt x="4794" y="1627879"/>
                </a:cubicBezTo>
                <a:lnTo>
                  <a:pt x="0" y="1616304"/>
                </a:lnTo>
                <a:lnTo>
                  <a:pt x="0" y="1596512"/>
                </a:lnTo>
                <a:lnTo>
                  <a:pt x="4794" y="1584938"/>
                </a:lnTo>
                <a:cubicBezTo>
                  <a:pt x="10289" y="1579444"/>
                  <a:pt x="17880" y="1576045"/>
                  <a:pt x="26264" y="1576045"/>
                </a:cubicBezTo>
                <a:close/>
                <a:moveTo>
                  <a:pt x="1187102" y="1495593"/>
                </a:moveTo>
                <a:cubicBezTo>
                  <a:pt x="1195486" y="1495593"/>
                  <a:pt x="1203077" y="1498992"/>
                  <a:pt x="1208572" y="1504486"/>
                </a:cubicBezTo>
                <a:lnTo>
                  <a:pt x="1211014" y="1510381"/>
                </a:lnTo>
                <a:lnTo>
                  <a:pt x="1168285" y="1549216"/>
                </a:lnTo>
                <a:lnTo>
                  <a:pt x="1165631" y="1547427"/>
                </a:lnTo>
                <a:cubicBezTo>
                  <a:pt x="1160137" y="1541932"/>
                  <a:pt x="1156738" y="1534341"/>
                  <a:pt x="1156738" y="1525957"/>
                </a:cubicBezTo>
                <a:cubicBezTo>
                  <a:pt x="1156738" y="1509187"/>
                  <a:pt x="1170332" y="1495593"/>
                  <a:pt x="1187102" y="1495593"/>
                </a:cubicBezTo>
                <a:close/>
                <a:moveTo>
                  <a:pt x="1114547" y="1495593"/>
                </a:moveTo>
                <a:cubicBezTo>
                  <a:pt x="1131317" y="1495593"/>
                  <a:pt x="1144911" y="1509187"/>
                  <a:pt x="1144911" y="1525957"/>
                </a:cubicBezTo>
                <a:cubicBezTo>
                  <a:pt x="1144911" y="1542726"/>
                  <a:pt x="1131317" y="1556320"/>
                  <a:pt x="1114547" y="1556320"/>
                </a:cubicBezTo>
                <a:cubicBezTo>
                  <a:pt x="1097778" y="1556320"/>
                  <a:pt x="1084184" y="1542726"/>
                  <a:pt x="1084184" y="1525957"/>
                </a:cubicBezTo>
                <a:cubicBezTo>
                  <a:pt x="1084184" y="1509187"/>
                  <a:pt x="1097778" y="1495593"/>
                  <a:pt x="1114547" y="1495593"/>
                </a:cubicBezTo>
                <a:close/>
                <a:moveTo>
                  <a:pt x="1041993" y="1495593"/>
                </a:moveTo>
                <a:cubicBezTo>
                  <a:pt x="1058762" y="1495593"/>
                  <a:pt x="1072356" y="1509187"/>
                  <a:pt x="1072356" y="1525957"/>
                </a:cubicBezTo>
                <a:cubicBezTo>
                  <a:pt x="1072356" y="1542726"/>
                  <a:pt x="1058762" y="1556320"/>
                  <a:pt x="1041993" y="1556320"/>
                </a:cubicBezTo>
                <a:cubicBezTo>
                  <a:pt x="1025223" y="1556320"/>
                  <a:pt x="1011629" y="1542726"/>
                  <a:pt x="1011629" y="1525957"/>
                </a:cubicBezTo>
                <a:cubicBezTo>
                  <a:pt x="1011629" y="1509187"/>
                  <a:pt x="1025223" y="1495593"/>
                  <a:pt x="1041993" y="1495593"/>
                </a:cubicBezTo>
                <a:close/>
                <a:moveTo>
                  <a:pt x="969438" y="1495593"/>
                </a:moveTo>
                <a:cubicBezTo>
                  <a:pt x="986208" y="1495593"/>
                  <a:pt x="999801" y="1509187"/>
                  <a:pt x="999801" y="1525957"/>
                </a:cubicBezTo>
                <a:cubicBezTo>
                  <a:pt x="999801" y="1542726"/>
                  <a:pt x="986208" y="1556320"/>
                  <a:pt x="969438" y="1556320"/>
                </a:cubicBezTo>
                <a:cubicBezTo>
                  <a:pt x="952669" y="1556320"/>
                  <a:pt x="939075" y="1542726"/>
                  <a:pt x="939075" y="1525957"/>
                </a:cubicBezTo>
                <a:cubicBezTo>
                  <a:pt x="939075" y="1509187"/>
                  <a:pt x="952669" y="1495593"/>
                  <a:pt x="969438" y="1495593"/>
                </a:cubicBezTo>
                <a:close/>
                <a:moveTo>
                  <a:pt x="896883" y="1495593"/>
                </a:moveTo>
                <a:cubicBezTo>
                  <a:pt x="913653" y="1495593"/>
                  <a:pt x="927247" y="1509187"/>
                  <a:pt x="927247" y="1525957"/>
                </a:cubicBezTo>
                <a:cubicBezTo>
                  <a:pt x="927247" y="1542726"/>
                  <a:pt x="913653" y="1556320"/>
                  <a:pt x="896883" y="1556320"/>
                </a:cubicBezTo>
                <a:cubicBezTo>
                  <a:pt x="880114" y="1556320"/>
                  <a:pt x="866520" y="1542726"/>
                  <a:pt x="866520" y="1525957"/>
                </a:cubicBezTo>
                <a:cubicBezTo>
                  <a:pt x="866520" y="1509187"/>
                  <a:pt x="880114" y="1495593"/>
                  <a:pt x="896883" y="1495593"/>
                </a:cubicBezTo>
                <a:close/>
                <a:moveTo>
                  <a:pt x="824329" y="1495593"/>
                </a:moveTo>
                <a:cubicBezTo>
                  <a:pt x="841098" y="1495593"/>
                  <a:pt x="854692" y="1509187"/>
                  <a:pt x="854692" y="1525957"/>
                </a:cubicBezTo>
                <a:cubicBezTo>
                  <a:pt x="854692" y="1542726"/>
                  <a:pt x="841098" y="1556320"/>
                  <a:pt x="824329" y="1556320"/>
                </a:cubicBezTo>
                <a:cubicBezTo>
                  <a:pt x="807559" y="1556320"/>
                  <a:pt x="793965" y="1542726"/>
                  <a:pt x="793965" y="1525957"/>
                </a:cubicBezTo>
                <a:cubicBezTo>
                  <a:pt x="793965" y="1509187"/>
                  <a:pt x="807559" y="1495593"/>
                  <a:pt x="824329" y="1495593"/>
                </a:cubicBezTo>
                <a:close/>
                <a:moveTo>
                  <a:pt x="751774" y="1495593"/>
                </a:moveTo>
                <a:cubicBezTo>
                  <a:pt x="768544" y="1495593"/>
                  <a:pt x="782138" y="1509187"/>
                  <a:pt x="782138" y="1525957"/>
                </a:cubicBezTo>
                <a:cubicBezTo>
                  <a:pt x="782138" y="1542726"/>
                  <a:pt x="768544" y="1556320"/>
                  <a:pt x="751774" y="1556320"/>
                </a:cubicBezTo>
                <a:cubicBezTo>
                  <a:pt x="735005" y="1556320"/>
                  <a:pt x="721411" y="1542726"/>
                  <a:pt x="721411" y="1525957"/>
                </a:cubicBezTo>
                <a:cubicBezTo>
                  <a:pt x="721411" y="1509187"/>
                  <a:pt x="735005" y="1495593"/>
                  <a:pt x="751774" y="1495593"/>
                </a:cubicBezTo>
                <a:close/>
                <a:moveTo>
                  <a:pt x="679220" y="1495593"/>
                </a:moveTo>
                <a:cubicBezTo>
                  <a:pt x="695989" y="1495593"/>
                  <a:pt x="709583" y="1509187"/>
                  <a:pt x="709583" y="1525957"/>
                </a:cubicBezTo>
                <a:cubicBezTo>
                  <a:pt x="709583" y="1542726"/>
                  <a:pt x="695989" y="1556320"/>
                  <a:pt x="679220" y="1556320"/>
                </a:cubicBezTo>
                <a:cubicBezTo>
                  <a:pt x="662450" y="1556320"/>
                  <a:pt x="648856" y="1542726"/>
                  <a:pt x="648856" y="1525957"/>
                </a:cubicBezTo>
                <a:cubicBezTo>
                  <a:pt x="648856" y="1509187"/>
                  <a:pt x="662450" y="1495593"/>
                  <a:pt x="679220" y="1495593"/>
                </a:cubicBezTo>
                <a:close/>
                <a:moveTo>
                  <a:pt x="606665" y="1495593"/>
                </a:moveTo>
                <a:cubicBezTo>
                  <a:pt x="623435" y="1495593"/>
                  <a:pt x="637029" y="1509187"/>
                  <a:pt x="637029" y="1525957"/>
                </a:cubicBezTo>
                <a:cubicBezTo>
                  <a:pt x="637029" y="1542726"/>
                  <a:pt x="623435" y="1556320"/>
                  <a:pt x="606665" y="1556320"/>
                </a:cubicBezTo>
                <a:cubicBezTo>
                  <a:pt x="589896" y="1556320"/>
                  <a:pt x="576302" y="1542726"/>
                  <a:pt x="576302" y="1525957"/>
                </a:cubicBezTo>
                <a:cubicBezTo>
                  <a:pt x="576302" y="1509187"/>
                  <a:pt x="589896" y="1495593"/>
                  <a:pt x="606665" y="1495593"/>
                </a:cubicBezTo>
                <a:close/>
                <a:moveTo>
                  <a:pt x="534111" y="1495593"/>
                </a:moveTo>
                <a:cubicBezTo>
                  <a:pt x="550880" y="1495593"/>
                  <a:pt x="564474" y="1509187"/>
                  <a:pt x="564474" y="1525957"/>
                </a:cubicBezTo>
                <a:cubicBezTo>
                  <a:pt x="564474" y="1542726"/>
                  <a:pt x="550880" y="1556320"/>
                  <a:pt x="534111" y="1556320"/>
                </a:cubicBezTo>
                <a:cubicBezTo>
                  <a:pt x="517341" y="1556320"/>
                  <a:pt x="503747" y="1542726"/>
                  <a:pt x="503747" y="1525957"/>
                </a:cubicBezTo>
                <a:cubicBezTo>
                  <a:pt x="503747" y="1509187"/>
                  <a:pt x="517341" y="1495593"/>
                  <a:pt x="534111" y="1495593"/>
                </a:cubicBezTo>
                <a:close/>
                <a:moveTo>
                  <a:pt x="461556" y="1495593"/>
                </a:moveTo>
                <a:cubicBezTo>
                  <a:pt x="478326" y="1495593"/>
                  <a:pt x="491920" y="1509187"/>
                  <a:pt x="491920" y="1525957"/>
                </a:cubicBezTo>
                <a:cubicBezTo>
                  <a:pt x="491920" y="1542726"/>
                  <a:pt x="478326" y="1556320"/>
                  <a:pt x="461556" y="1556320"/>
                </a:cubicBezTo>
                <a:cubicBezTo>
                  <a:pt x="444787" y="1556320"/>
                  <a:pt x="431192" y="1542726"/>
                  <a:pt x="431192" y="1525957"/>
                </a:cubicBezTo>
                <a:cubicBezTo>
                  <a:pt x="431192" y="1509187"/>
                  <a:pt x="444787" y="1495593"/>
                  <a:pt x="461556" y="1495593"/>
                </a:cubicBezTo>
                <a:close/>
                <a:moveTo>
                  <a:pt x="389002" y="1495593"/>
                </a:moveTo>
                <a:cubicBezTo>
                  <a:pt x="405771" y="1495593"/>
                  <a:pt x="419365" y="1509187"/>
                  <a:pt x="419365" y="1525957"/>
                </a:cubicBezTo>
                <a:cubicBezTo>
                  <a:pt x="419365" y="1542726"/>
                  <a:pt x="405771" y="1556320"/>
                  <a:pt x="389002" y="1556320"/>
                </a:cubicBezTo>
                <a:cubicBezTo>
                  <a:pt x="372232" y="1556320"/>
                  <a:pt x="358638" y="1542726"/>
                  <a:pt x="358638" y="1525957"/>
                </a:cubicBezTo>
                <a:cubicBezTo>
                  <a:pt x="358638" y="1509187"/>
                  <a:pt x="372232" y="1495593"/>
                  <a:pt x="389002" y="1495593"/>
                </a:cubicBezTo>
                <a:close/>
                <a:moveTo>
                  <a:pt x="316447" y="1495593"/>
                </a:moveTo>
                <a:cubicBezTo>
                  <a:pt x="333216" y="1495593"/>
                  <a:pt x="346810" y="1509187"/>
                  <a:pt x="346810" y="1525957"/>
                </a:cubicBezTo>
                <a:cubicBezTo>
                  <a:pt x="346810" y="1542726"/>
                  <a:pt x="333216" y="1556320"/>
                  <a:pt x="316447" y="1556320"/>
                </a:cubicBezTo>
                <a:cubicBezTo>
                  <a:pt x="299677" y="1556320"/>
                  <a:pt x="286084" y="1542726"/>
                  <a:pt x="286084" y="1525957"/>
                </a:cubicBezTo>
                <a:cubicBezTo>
                  <a:pt x="286084" y="1509187"/>
                  <a:pt x="299677" y="1495593"/>
                  <a:pt x="316447" y="1495593"/>
                </a:cubicBezTo>
                <a:close/>
                <a:moveTo>
                  <a:pt x="243892" y="1495593"/>
                </a:moveTo>
                <a:cubicBezTo>
                  <a:pt x="260662" y="1495593"/>
                  <a:pt x="274256" y="1509187"/>
                  <a:pt x="274256" y="1525957"/>
                </a:cubicBezTo>
                <a:cubicBezTo>
                  <a:pt x="274256" y="1542726"/>
                  <a:pt x="260662" y="1556320"/>
                  <a:pt x="243892" y="1556320"/>
                </a:cubicBezTo>
                <a:cubicBezTo>
                  <a:pt x="227123" y="1556320"/>
                  <a:pt x="213529" y="1542726"/>
                  <a:pt x="213529" y="1525957"/>
                </a:cubicBezTo>
                <a:cubicBezTo>
                  <a:pt x="213529" y="1509187"/>
                  <a:pt x="227123" y="1495593"/>
                  <a:pt x="243892" y="1495593"/>
                </a:cubicBezTo>
                <a:close/>
                <a:moveTo>
                  <a:pt x="171339" y="1495593"/>
                </a:moveTo>
                <a:cubicBezTo>
                  <a:pt x="188107" y="1495593"/>
                  <a:pt x="201701" y="1509187"/>
                  <a:pt x="201701" y="1525957"/>
                </a:cubicBezTo>
                <a:cubicBezTo>
                  <a:pt x="201701" y="1542726"/>
                  <a:pt x="188107" y="1556320"/>
                  <a:pt x="171339" y="1556320"/>
                </a:cubicBezTo>
                <a:cubicBezTo>
                  <a:pt x="154606" y="1556320"/>
                  <a:pt x="141012" y="1542726"/>
                  <a:pt x="141012" y="1525957"/>
                </a:cubicBezTo>
                <a:cubicBezTo>
                  <a:pt x="141012" y="1509187"/>
                  <a:pt x="154606" y="1495593"/>
                  <a:pt x="171339" y="1495593"/>
                </a:cubicBezTo>
                <a:close/>
                <a:moveTo>
                  <a:pt x="98825" y="1495593"/>
                </a:moveTo>
                <a:cubicBezTo>
                  <a:pt x="115592" y="1495593"/>
                  <a:pt x="129186" y="1509187"/>
                  <a:pt x="129186" y="1525957"/>
                </a:cubicBezTo>
                <a:cubicBezTo>
                  <a:pt x="129186" y="1542726"/>
                  <a:pt x="115592" y="1556320"/>
                  <a:pt x="98825" y="1556320"/>
                </a:cubicBezTo>
                <a:cubicBezTo>
                  <a:pt x="82054" y="1556320"/>
                  <a:pt x="68461" y="1542726"/>
                  <a:pt x="68461" y="1525957"/>
                </a:cubicBezTo>
                <a:cubicBezTo>
                  <a:pt x="68461" y="1509187"/>
                  <a:pt x="82054" y="1495593"/>
                  <a:pt x="98825" y="1495593"/>
                </a:cubicBezTo>
                <a:close/>
                <a:moveTo>
                  <a:pt x="26270" y="1495593"/>
                </a:moveTo>
                <a:cubicBezTo>
                  <a:pt x="43038" y="1495593"/>
                  <a:pt x="56632" y="1509187"/>
                  <a:pt x="56632" y="1525957"/>
                </a:cubicBezTo>
                <a:cubicBezTo>
                  <a:pt x="56632" y="1542726"/>
                  <a:pt x="43038" y="1556320"/>
                  <a:pt x="26270" y="1556320"/>
                </a:cubicBezTo>
                <a:cubicBezTo>
                  <a:pt x="17886" y="1556320"/>
                  <a:pt x="10295" y="1552922"/>
                  <a:pt x="4801" y="1547427"/>
                </a:cubicBezTo>
                <a:lnTo>
                  <a:pt x="0" y="1535836"/>
                </a:lnTo>
                <a:lnTo>
                  <a:pt x="0" y="1516078"/>
                </a:lnTo>
                <a:lnTo>
                  <a:pt x="4801" y="1504486"/>
                </a:lnTo>
                <a:cubicBezTo>
                  <a:pt x="10295" y="1498992"/>
                  <a:pt x="17886" y="1495593"/>
                  <a:pt x="26270" y="1495593"/>
                </a:cubicBezTo>
                <a:close/>
                <a:moveTo>
                  <a:pt x="1259656" y="1415141"/>
                </a:moveTo>
                <a:cubicBezTo>
                  <a:pt x="1268041" y="1415141"/>
                  <a:pt x="1275632" y="1418540"/>
                  <a:pt x="1281127" y="1424035"/>
                </a:cubicBezTo>
                <a:lnTo>
                  <a:pt x="1285044" y="1433492"/>
                </a:lnTo>
                <a:lnTo>
                  <a:pt x="1248565" y="1473629"/>
                </a:lnTo>
                <a:lnTo>
                  <a:pt x="1247837" y="1473482"/>
                </a:lnTo>
                <a:cubicBezTo>
                  <a:pt x="1236940" y="1468873"/>
                  <a:pt x="1229293" y="1458082"/>
                  <a:pt x="1229293" y="1445505"/>
                </a:cubicBezTo>
                <a:cubicBezTo>
                  <a:pt x="1229293" y="1428735"/>
                  <a:pt x="1242887" y="1415141"/>
                  <a:pt x="1259656" y="1415141"/>
                </a:cubicBezTo>
                <a:close/>
                <a:moveTo>
                  <a:pt x="1187102" y="1415141"/>
                </a:moveTo>
                <a:cubicBezTo>
                  <a:pt x="1203871" y="1415141"/>
                  <a:pt x="1217465" y="1428735"/>
                  <a:pt x="1217465" y="1445505"/>
                </a:cubicBezTo>
                <a:cubicBezTo>
                  <a:pt x="1217465" y="1462274"/>
                  <a:pt x="1203871" y="1475868"/>
                  <a:pt x="1187102" y="1475868"/>
                </a:cubicBezTo>
                <a:cubicBezTo>
                  <a:pt x="1170332" y="1475868"/>
                  <a:pt x="1156738" y="1462274"/>
                  <a:pt x="1156738" y="1445505"/>
                </a:cubicBezTo>
                <a:cubicBezTo>
                  <a:pt x="1156738" y="1428735"/>
                  <a:pt x="1170332" y="1415141"/>
                  <a:pt x="1187102" y="1415141"/>
                </a:cubicBezTo>
                <a:close/>
                <a:moveTo>
                  <a:pt x="1114547" y="1415141"/>
                </a:moveTo>
                <a:cubicBezTo>
                  <a:pt x="1131317" y="1415141"/>
                  <a:pt x="1144911" y="1428735"/>
                  <a:pt x="1144911" y="1445505"/>
                </a:cubicBezTo>
                <a:cubicBezTo>
                  <a:pt x="1144911" y="1462274"/>
                  <a:pt x="1131317" y="1475868"/>
                  <a:pt x="1114547" y="1475868"/>
                </a:cubicBezTo>
                <a:cubicBezTo>
                  <a:pt x="1097778" y="1475868"/>
                  <a:pt x="1084184" y="1462274"/>
                  <a:pt x="1084184" y="1445505"/>
                </a:cubicBezTo>
                <a:cubicBezTo>
                  <a:pt x="1084184" y="1428735"/>
                  <a:pt x="1097778" y="1415141"/>
                  <a:pt x="1114547" y="1415141"/>
                </a:cubicBezTo>
                <a:close/>
                <a:moveTo>
                  <a:pt x="1041993" y="1415141"/>
                </a:moveTo>
                <a:cubicBezTo>
                  <a:pt x="1058762" y="1415141"/>
                  <a:pt x="1072356" y="1428735"/>
                  <a:pt x="1072356" y="1445505"/>
                </a:cubicBezTo>
                <a:cubicBezTo>
                  <a:pt x="1072356" y="1462274"/>
                  <a:pt x="1058762" y="1475868"/>
                  <a:pt x="1041993" y="1475868"/>
                </a:cubicBezTo>
                <a:cubicBezTo>
                  <a:pt x="1025223" y="1475868"/>
                  <a:pt x="1011629" y="1462274"/>
                  <a:pt x="1011629" y="1445505"/>
                </a:cubicBezTo>
                <a:cubicBezTo>
                  <a:pt x="1011629" y="1428735"/>
                  <a:pt x="1025223" y="1415141"/>
                  <a:pt x="1041993" y="1415141"/>
                </a:cubicBezTo>
                <a:close/>
                <a:moveTo>
                  <a:pt x="969438" y="1415141"/>
                </a:moveTo>
                <a:cubicBezTo>
                  <a:pt x="986208" y="1415141"/>
                  <a:pt x="999801" y="1428735"/>
                  <a:pt x="999801" y="1445505"/>
                </a:cubicBezTo>
                <a:cubicBezTo>
                  <a:pt x="999801" y="1462274"/>
                  <a:pt x="986208" y="1475868"/>
                  <a:pt x="969438" y="1475868"/>
                </a:cubicBezTo>
                <a:cubicBezTo>
                  <a:pt x="952669" y="1475868"/>
                  <a:pt x="939075" y="1462274"/>
                  <a:pt x="939075" y="1445505"/>
                </a:cubicBezTo>
                <a:cubicBezTo>
                  <a:pt x="939075" y="1428735"/>
                  <a:pt x="952669" y="1415141"/>
                  <a:pt x="969438" y="1415141"/>
                </a:cubicBezTo>
                <a:close/>
                <a:moveTo>
                  <a:pt x="896883" y="1415141"/>
                </a:moveTo>
                <a:cubicBezTo>
                  <a:pt x="913653" y="1415141"/>
                  <a:pt x="927247" y="1428735"/>
                  <a:pt x="927247" y="1445505"/>
                </a:cubicBezTo>
                <a:cubicBezTo>
                  <a:pt x="927247" y="1462274"/>
                  <a:pt x="913653" y="1475868"/>
                  <a:pt x="896883" y="1475868"/>
                </a:cubicBezTo>
                <a:cubicBezTo>
                  <a:pt x="880114" y="1475868"/>
                  <a:pt x="866520" y="1462274"/>
                  <a:pt x="866520" y="1445505"/>
                </a:cubicBezTo>
                <a:cubicBezTo>
                  <a:pt x="866520" y="1428735"/>
                  <a:pt x="880114" y="1415141"/>
                  <a:pt x="896883" y="1415141"/>
                </a:cubicBezTo>
                <a:close/>
                <a:moveTo>
                  <a:pt x="824329" y="1415141"/>
                </a:moveTo>
                <a:cubicBezTo>
                  <a:pt x="841098" y="1415141"/>
                  <a:pt x="854692" y="1428735"/>
                  <a:pt x="854692" y="1445505"/>
                </a:cubicBezTo>
                <a:cubicBezTo>
                  <a:pt x="854692" y="1462274"/>
                  <a:pt x="841098" y="1475868"/>
                  <a:pt x="824329" y="1475868"/>
                </a:cubicBezTo>
                <a:cubicBezTo>
                  <a:pt x="807559" y="1475868"/>
                  <a:pt x="793965" y="1462274"/>
                  <a:pt x="793965" y="1445505"/>
                </a:cubicBezTo>
                <a:cubicBezTo>
                  <a:pt x="793965" y="1428735"/>
                  <a:pt x="807559" y="1415141"/>
                  <a:pt x="824329" y="1415141"/>
                </a:cubicBezTo>
                <a:close/>
                <a:moveTo>
                  <a:pt x="751774" y="1415141"/>
                </a:moveTo>
                <a:cubicBezTo>
                  <a:pt x="768544" y="1415141"/>
                  <a:pt x="782138" y="1428735"/>
                  <a:pt x="782138" y="1445505"/>
                </a:cubicBezTo>
                <a:cubicBezTo>
                  <a:pt x="782138" y="1462274"/>
                  <a:pt x="768544" y="1475868"/>
                  <a:pt x="751774" y="1475868"/>
                </a:cubicBezTo>
                <a:cubicBezTo>
                  <a:pt x="735005" y="1475868"/>
                  <a:pt x="721411" y="1462274"/>
                  <a:pt x="721411" y="1445505"/>
                </a:cubicBezTo>
                <a:cubicBezTo>
                  <a:pt x="721411" y="1428735"/>
                  <a:pt x="735005" y="1415141"/>
                  <a:pt x="751774" y="1415141"/>
                </a:cubicBezTo>
                <a:close/>
                <a:moveTo>
                  <a:pt x="679220" y="1415141"/>
                </a:moveTo>
                <a:cubicBezTo>
                  <a:pt x="695989" y="1415141"/>
                  <a:pt x="709583" y="1428735"/>
                  <a:pt x="709583" y="1445505"/>
                </a:cubicBezTo>
                <a:cubicBezTo>
                  <a:pt x="709583" y="1462274"/>
                  <a:pt x="695989" y="1475868"/>
                  <a:pt x="679220" y="1475868"/>
                </a:cubicBezTo>
                <a:cubicBezTo>
                  <a:pt x="662450" y="1475868"/>
                  <a:pt x="648856" y="1462274"/>
                  <a:pt x="648856" y="1445505"/>
                </a:cubicBezTo>
                <a:cubicBezTo>
                  <a:pt x="648856" y="1428735"/>
                  <a:pt x="662450" y="1415141"/>
                  <a:pt x="679220" y="1415141"/>
                </a:cubicBezTo>
                <a:close/>
                <a:moveTo>
                  <a:pt x="606665" y="1415141"/>
                </a:moveTo>
                <a:cubicBezTo>
                  <a:pt x="623435" y="1415141"/>
                  <a:pt x="637029" y="1428735"/>
                  <a:pt x="637029" y="1445505"/>
                </a:cubicBezTo>
                <a:cubicBezTo>
                  <a:pt x="637029" y="1462274"/>
                  <a:pt x="623435" y="1475868"/>
                  <a:pt x="606665" y="1475868"/>
                </a:cubicBezTo>
                <a:cubicBezTo>
                  <a:pt x="589896" y="1475868"/>
                  <a:pt x="576302" y="1462274"/>
                  <a:pt x="576302" y="1445505"/>
                </a:cubicBezTo>
                <a:cubicBezTo>
                  <a:pt x="576302" y="1428735"/>
                  <a:pt x="589896" y="1415141"/>
                  <a:pt x="606665" y="1415141"/>
                </a:cubicBezTo>
                <a:close/>
                <a:moveTo>
                  <a:pt x="534111" y="1415141"/>
                </a:moveTo>
                <a:cubicBezTo>
                  <a:pt x="550880" y="1415141"/>
                  <a:pt x="564474" y="1428735"/>
                  <a:pt x="564474" y="1445505"/>
                </a:cubicBezTo>
                <a:cubicBezTo>
                  <a:pt x="564474" y="1462274"/>
                  <a:pt x="550880" y="1475868"/>
                  <a:pt x="534111" y="1475868"/>
                </a:cubicBezTo>
                <a:cubicBezTo>
                  <a:pt x="517341" y="1475868"/>
                  <a:pt x="503747" y="1462274"/>
                  <a:pt x="503747" y="1445505"/>
                </a:cubicBezTo>
                <a:cubicBezTo>
                  <a:pt x="503747" y="1428735"/>
                  <a:pt x="517341" y="1415141"/>
                  <a:pt x="534111" y="1415141"/>
                </a:cubicBezTo>
                <a:close/>
                <a:moveTo>
                  <a:pt x="461556" y="1415141"/>
                </a:moveTo>
                <a:cubicBezTo>
                  <a:pt x="478326" y="1415141"/>
                  <a:pt x="491920" y="1428735"/>
                  <a:pt x="491920" y="1445505"/>
                </a:cubicBezTo>
                <a:cubicBezTo>
                  <a:pt x="491920" y="1462274"/>
                  <a:pt x="478326" y="1475868"/>
                  <a:pt x="461556" y="1475868"/>
                </a:cubicBezTo>
                <a:cubicBezTo>
                  <a:pt x="444787" y="1475868"/>
                  <a:pt x="431192" y="1462274"/>
                  <a:pt x="431192" y="1445505"/>
                </a:cubicBezTo>
                <a:cubicBezTo>
                  <a:pt x="431192" y="1428735"/>
                  <a:pt x="444787" y="1415141"/>
                  <a:pt x="461556" y="1415141"/>
                </a:cubicBezTo>
                <a:close/>
                <a:moveTo>
                  <a:pt x="389002" y="1415141"/>
                </a:moveTo>
                <a:cubicBezTo>
                  <a:pt x="405771" y="1415141"/>
                  <a:pt x="419365" y="1428735"/>
                  <a:pt x="419365" y="1445505"/>
                </a:cubicBezTo>
                <a:cubicBezTo>
                  <a:pt x="419365" y="1462274"/>
                  <a:pt x="405771" y="1475868"/>
                  <a:pt x="389002" y="1475868"/>
                </a:cubicBezTo>
                <a:cubicBezTo>
                  <a:pt x="372232" y="1475868"/>
                  <a:pt x="358638" y="1462274"/>
                  <a:pt x="358638" y="1445505"/>
                </a:cubicBezTo>
                <a:cubicBezTo>
                  <a:pt x="358638" y="1428735"/>
                  <a:pt x="372232" y="1415141"/>
                  <a:pt x="389002" y="1415141"/>
                </a:cubicBezTo>
                <a:close/>
                <a:moveTo>
                  <a:pt x="316447" y="1415141"/>
                </a:moveTo>
                <a:cubicBezTo>
                  <a:pt x="333216" y="1415141"/>
                  <a:pt x="346810" y="1428735"/>
                  <a:pt x="346810" y="1445505"/>
                </a:cubicBezTo>
                <a:cubicBezTo>
                  <a:pt x="346810" y="1462274"/>
                  <a:pt x="333216" y="1475868"/>
                  <a:pt x="316447" y="1475868"/>
                </a:cubicBezTo>
                <a:cubicBezTo>
                  <a:pt x="299677" y="1475868"/>
                  <a:pt x="286084" y="1462274"/>
                  <a:pt x="286084" y="1445505"/>
                </a:cubicBezTo>
                <a:cubicBezTo>
                  <a:pt x="286084" y="1428735"/>
                  <a:pt x="299677" y="1415141"/>
                  <a:pt x="316447" y="1415141"/>
                </a:cubicBezTo>
                <a:close/>
                <a:moveTo>
                  <a:pt x="243892" y="1415141"/>
                </a:moveTo>
                <a:cubicBezTo>
                  <a:pt x="260662" y="1415141"/>
                  <a:pt x="274256" y="1428735"/>
                  <a:pt x="274256" y="1445505"/>
                </a:cubicBezTo>
                <a:cubicBezTo>
                  <a:pt x="274256" y="1462274"/>
                  <a:pt x="260662" y="1475868"/>
                  <a:pt x="243892" y="1475868"/>
                </a:cubicBezTo>
                <a:cubicBezTo>
                  <a:pt x="227123" y="1475868"/>
                  <a:pt x="213529" y="1462274"/>
                  <a:pt x="213529" y="1445505"/>
                </a:cubicBezTo>
                <a:cubicBezTo>
                  <a:pt x="213529" y="1428735"/>
                  <a:pt x="227123" y="1415141"/>
                  <a:pt x="243892" y="1415141"/>
                </a:cubicBezTo>
                <a:close/>
                <a:moveTo>
                  <a:pt x="171339" y="1415141"/>
                </a:moveTo>
                <a:cubicBezTo>
                  <a:pt x="188107" y="1415141"/>
                  <a:pt x="201701" y="1428735"/>
                  <a:pt x="201701" y="1445505"/>
                </a:cubicBezTo>
                <a:cubicBezTo>
                  <a:pt x="201701" y="1462274"/>
                  <a:pt x="188107" y="1475868"/>
                  <a:pt x="171339" y="1475868"/>
                </a:cubicBezTo>
                <a:cubicBezTo>
                  <a:pt x="154611" y="1475868"/>
                  <a:pt x="141018" y="1462274"/>
                  <a:pt x="141018" y="1445505"/>
                </a:cubicBezTo>
                <a:cubicBezTo>
                  <a:pt x="141018" y="1428735"/>
                  <a:pt x="154611" y="1415141"/>
                  <a:pt x="171339" y="1415141"/>
                </a:cubicBezTo>
                <a:close/>
                <a:moveTo>
                  <a:pt x="98831" y="1415141"/>
                </a:moveTo>
                <a:cubicBezTo>
                  <a:pt x="115598" y="1415141"/>
                  <a:pt x="129192" y="1428735"/>
                  <a:pt x="129192" y="1445505"/>
                </a:cubicBezTo>
                <a:cubicBezTo>
                  <a:pt x="129192" y="1462274"/>
                  <a:pt x="115598" y="1475868"/>
                  <a:pt x="98831" y="1475868"/>
                </a:cubicBezTo>
                <a:cubicBezTo>
                  <a:pt x="82060" y="1475868"/>
                  <a:pt x="68467" y="1462274"/>
                  <a:pt x="68467" y="1445505"/>
                </a:cubicBezTo>
                <a:cubicBezTo>
                  <a:pt x="68467" y="1428735"/>
                  <a:pt x="82060" y="1415141"/>
                  <a:pt x="98831" y="1415141"/>
                </a:cubicBezTo>
                <a:close/>
                <a:moveTo>
                  <a:pt x="26277" y="1415141"/>
                </a:moveTo>
                <a:cubicBezTo>
                  <a:pt x="43044" y="1415141"/>
                  <a:pt x="56638" y="1428735"/>
                  <a:pt x="56638" y="1445505"/>
                </a:cubicBezTo>
                <a:cubicBezTo>
                  <a:pt x="56638" y="1462274"/>
                  <a:pt x="43044" y="1475868"/>
                  <a:pt x="26277" y="1475868"/>
                </a:cubicBezTo>
                <a:cubicBezTo>
                  <a:pt x="17892" y="1475868"/>
                  <a:pt x="10301" y="1472470"/>
                  <a:pt x="4807" y="1466975"/>
                </a:cubicBezTo>
                <a:lnTo>
                  <a:pt x="0" y="1455370"/>
                </a:lnTo>
                <a:lnTo>
                  <a:pt x="0" y="1435640"/>
                </a:lnTo>
                <a:lnTo>
                  <a:pt x="4807" y="1424034"/>
                </a:lnTo>
                <a:cubicBezTo>
                  <a:pt x="10301" y="1418540"/>
                  <a:pt x="17892" y="1415141"/>
                  <a:pt x="26277" y="1415141"/>
                </a:cubicBezTo>
                <a:close/>
                <a:moveTo>
                  <a:pt x="1332211" y="1334690"/>
                </a:moveTo>
                <a:cubicBezTo>
                  <a:pt x="1340596" y="1334690"/>
                  <a:pt x="1348186" y="1338088"/>
                  <a:pt x="1353681" y="1343583"/>
                </a:cubicBezTo>
                <a:lnTo>
                  <a:pt x="1356143" y="1349526"/>
                </a:lnTo>
                <a:lnTo>
                  <a:pt x="1331934" y="1381900"/>
                </a:lnTo>
                <a:lnTo>
                  <a:pt x="1321597" y="1393274"/>
                </a:lnTo>
                <a:lnTo>
                  <a:pt x="1320392" y="1393030"/>
                </a:lnTo>
                <a:cubicBezTo>
                  <a:pt x="1309494" y="1388421"/>
                  <a:pt x="1301847" y="1377631"/>
                  <a:pt x="1301847" y="1365053"/>
                </a:cubicBezTo>
                <a:cubicBezTo>
                  <a:pt x="1301847" y="1348284"/>
                  <a:pt x="1315441" y="1334690"/>
                  <a:pt x="1332211" y="1334690"/>
                </a:cubicBezTo>
                <a:close/>
                <a:moveTo>
                  <a:pt x="1259656" y="1334690"/>
                </a:moveTo>
                <a:cubicBezTo>
                  <a:pt x="1276426" y="1334690"/>
                  <a:pt x="1290020" y="1348284"/>
                  <a:pt x="1290020" y="1365053"/>
                </a:cubicBezTo>
                <a:cubicBezTo>
                  <a:pt x="1290020" y="1381823"/>
                  <a:pt x="1276426" y="1395417"/>
                  <a:pt x="1259656" y="1395417"/>
                </a:cubicBezTo>
                <a:cubicBezTo>
                  <a:pt x="1242887" y="1395417"/>
                  <a:pt x="1229293" y="1381823"/>
                  <a:pt x="1229293" y="1365053"/>
                </a:cubicBezTo>
                <a:cubicBezTo>
                  <a:pt x="1229293" y="1348284"/>
                  <a:pt x="1242887" y="1334690"/>
                  <a:pt x="1259656" y="1334690"/>
                </a:cubicBezTo>
                <a:close/>
                <a:moveTo>
                  <a:pt x="1187102" y="1334690"/>
                </a:moveTo>
                <a:cubicBezTo>
                  <a:pt x="1203871" y="1334690"/>
                  <a:pt x="1217465" y="1348284"/>
                  <a:pt x="1217465" y="1365053"/>
                </a:cubicBezTo>
                <a:cubicBezTo>
                  <a:pt x="1217465" y="1381823"/>
                  <a:pt x="1203871" y="1395417"/>
                  <a:pt x="1187102" y="1395417"/>
                </a:cubicBezTo>
                <a:cubicBezTo>
                  <a:pt x="1170332" y="1395417"/>
                  <a:pt x="1156738" y="1381823"/>
                  <a:pt x="1156738" y="1365053"/>
                </a:cubicBezTo>
                <a:cubicBezTo>
                  <a:pt x="1156738" y="1348284"/>
                  <a:pt x="1170332" y="1334690"/>
                  <a:pt x="1187102" y="1334690"/>
                </a:cubicBezTo>
                <a:close/>
                <a:moveTo>
                  <a:pt x="1114547" y="1334690"/>
                </a:moveTo>
                <a:cubicBezTo>
                  <a:pt x="1131317" y="1334690"/>
                  <a:pt x="1144911" y="1348284"/>
                  <a:pt x="1144911" y="1365053"/>
                </a:cubicBezTo>
                <a:cubicBezTo>
                  <a:pt x="1144911" y="1381823"/>
                  <a:pt x="1131317" y="1395417"/>
                  <a:pt x="1114547" y="1395417"/>
                </a:cubicBezTo>
                <a:cubicBezTo>
                  <a:pt x="1097778" y="1395417"/>
                  <a:pt x="1084184" y="1381823"/>
                  <a:pt x="1084184" y="1365053"/>
                </a:cubicBezTo>
                <a:cubicBezTo>
                  <a:pt x="1084184" y="1348284"/>
                  <a:pt x="1097778" y="1334690"/>
                  <a:pt x="1114547" y="1334690"/>
                </a:cubicBezTo>
                <a:close/>
                <a:moveTo>
                  <a:pt x="1041993" y="1334690"/>
                </a:moveTo>
                <a:cubicBezTo>
                  <a:pt x="1058762" y="1334690"/>
                  <a:pt x="1072356" y="1348284"/>
                  <a:pt x="1072356" y="1365053"/>
                </a:cubicBezTo>
                <a:cubicBezTo>
                  <a:pt x="1072356" y="1381823"/>
                  <a:pt x="1058762" y="1395417"/>
                  <a:pt x="1041993" y="1395417"/>
                </a:cubicBezTo>
                <a:cubicBezTo>
                  <a:pt x="1025223" y="1395417"/>
                  <a:pt x="1011629" y="1381823"/>
                  <a:pt x="1011629" y="1365053"/>
                </a:cubicBezTo>
                <a:cubicBezTo>
                  <a:pt x="1011629" y="1348284"/>
                  <a:pt x="1025223" y="1334690"/>
                  <a:pt x="1041993" y="1334690"/>
                </a:cubicBezTo>
                <a:close/>
                <a:moveTo>
                  <a:pt x="969438" y="1334690"/>
                </a:moveTo>
                <a:cubicBezTo>
                  <a:pt x="986208" y="1334690"/>
                  <a:pt x="999801" y="1348284"/>
                  <a:pt x="999801" y="1365053"/>
                </a:cubicBezTo>
                <a:cubicBezTo>
                  <a:pt x="999801" y="1381823"/>
                  <a:pt x="986208" y="1395417"/>
                  <a:pt x="969438" y="1395417"/>
                </a:cubicBezTo>
                <a:cubicBezTo>
                  <a:pt x="952669" y="1395417"/>
                  <a:pt x="939075" y="1381823"/>
                  <a:pt x="939075" y="1365053"/>
                </a:cubicBezTo>
                <a:cubicBezTo>
                  <a:pt x="939075" y="1348284"/>
                  <a:pt x="952669" y="1334690"/>
                  <a:pt x="969438" y="1334690"/>
                </a:cubicBezTo>
                <a:close/>
                <a:moveTo>
                  <a:pt x="896883" y="1334690"/>
                </a:moveTo>
                <a:cubicBezTo>
                  <a:pt x="913653" y="1334690"/>
                  <a:pt x="927247" y="1348284"/>
                  <a:pt x="927247" y="1365053"/>
                </a:cubicBezTo>
                <a:cubicBezTo>
                  <a:pt x="927247" y="1381823"/>
                  <a:pt x="913653" y="1395417"/>
                  <a:pt x="896883" y="1395417"/>
                </a:cubicBezTo>
                <a:cubicBezTo>
                  <a:pt x="880114" y="1395417"/>
                  <a:pt x="866520" y="1381823"/>
                  <a:pt x="866520" y="1365053"/>
                </a:cubicBezTo>
                <a:cubicBezTo>
                  <a:pt x="866520" y="1348284"/>
                  <a:pt x="880114" y="1334690"/>
                  <a:pt x="896883" y="1334690"/>
                </a:cubicBezTo>
                <a:close/>
                <a:moveTo>
                  <a:pt x="824329" y="1334690"/>
                </a:moveTo>
                <a:cubicBezTo>
                  <a:pt x="841098" y="1334690"/>
                  <a:pt x="854692" y="1348284"/>
                  <a:pt x="854692" y="1365053"/>
                </a:cubicBezTo>
                <a:cubicBezTo>
                  <a:pt x="854692" y="1381823"/>
                  <a:pt x="841098" y="1395417"/>
                  <a:pt x="824329" y="1395417"/>
                </a:cubicBezTo>
                <a:cubicBezTo>
                  <a:pt x="807559" y="1395417"/>
                  <a:pt x="793965" y="1381823"/>
                  <a:pt x="793965" y="1365053"/>
                </a:cubicBezTo>
                <a:cubicBezTo>
                  <a:pt x="793965" y="1348284"/>
                  <a:pt x="807559" y="1334690"/>
                  <a:pt x="824329" y="1334690"/>
                </a:cubicBezTo>
                <a:close/>
                <a:moveTo>
                  <a:pt x="751774" y="1334690"/>
                </a:moveTo>
                <a:cubicBezTo>
                  <a:pt x="768544" y="1334690"/>
                  <a:pt x="782138" y="1348284"/>
                  <a:pt x="782138" y="1365053"/>
                </a:cubicBezTo>
                <a:cubicBezTo>
                  <a:pt x="782138" y="1381823"/>
                  <a:pt x="768544" y="1395417"/>
                  <a:pt x="751774" y="1395417"/>
                </a:cubicBezTo>
                <a:cubicBezTo>
                  <a:pt x="735005" y="1395417"/>
                  <a:pt x="721411" y="1381823"/>
                  <a:pt x="721411" y="1365053"/>
                </a:cubicBezTo>
                <a:cubicBezTo>
                  <a:pt x="721411" y="1348284"/>
                  <a:pt x="735005" y="1334690"/>
                  <a:pt x="751774" y="1334690"/>
                </a:cubicBezTo>
                <a:close/>
                <a:moveTo>
                  <a:pt x="679220" y="1334690"/>
                </a:moveTo>
                <a:cubicBezTo>
                  <a:pt x="695989" y="1334690"/>
                  <a:pt x="709583" y="1348284"/>
                  <a:pt x="709583" y="1365053"/>
                </a:cubicBezTo>
                <a:cubicBezTo>
                  <a:pt x="709583" y="1381823"/>
                  <a:pt x="695989" y="1395417"/>
                  <a:pt x="679220" y="1395417"/>
                </a:cubicBezTo>
                <a:cubicBezTo>
                  <a:pt x="662450" y="1395417"/>
                  <a:pt x="648856" y="1381823"/>
                  <a:pt x="648856" y="1365053"/>
                </a:cubicBezTo>
                <a:cubicBezTo>
                  <a:pt x="648856" y="1348284"/>
                  <a:pt x="662450" y="1334690"/>
                  <a:pt x="679220" y="1334690"/>
                </a:cubicBezTo>
                <a:close/>
                <a:moveTo>
                  <a:pt x="606665" y="1334690"/>
                </a:moveTo>
                <a:cubicBezTo>
                  <a:pt x="623435" y="1334690"/>
                  <a:pt x="637029" y="1348284"/>
                  <a:pt x="637029" y="1365053"/>
                </a:cubicBezTo>
                <a:cubicBezTo>
                  <a:pt x="637029" y="1381823"/>
                  <a:pt x="623435" y="1395417"/>
                  <a:pt x="606665" y="1395417"/>
                </a:cubicBezTo>
                <a:cubicBezTo>
                  <a:pt x="589896" y="1395417"/>
                  <a:pt x="576302" y="1381823"/>
                  <a:pt x="576302" y="1365053"/>
                </a:cubicBezTo>
                <a:cubicBezTo>
                  <a:pt x="576302" y="1348284"/>
                  <a:pt x="589896" y="1334690"/>
                  <a:pt x="606665" y="1334690"/>
                </a:cubicBezTo>
                <a:close/>
                <a:moveTo>
                  <a:pt x="534111" y="1334690"/>
                </a:moveTo>
                <a:cubicBezTo>
                  <a:pt x="550880" y="1334690"/>
                  <a:pt x="564474" y="1348284"/>
                  <a:pt x="564474" y="1365053"/>
                </a:cubicBezTo>
                <a:cubicBezTo>
                  <a:pt x="564474" y="1381823"/>
                  <a:pt x="550880" y="1395417"/>
                  <a:pt x="534111" y="1395417"/>
                </a:cubicBezTo>
                <a:cubicBezTo>
                  <a:pt x="517341" y="1395417"/>
                  <a:pt x="503747" y="1381823"/>
                  <a:pt x="503747" y="1365053"/>
                </a:cubicBezTo>
                <a:cubicBezTo>
                  <a:pt x="503747" y="1348284"/>
                  <a:pt x="517341" y="1334690"/>
                  <a:pt x="534111" y="1334690"/>
                </a:cubicBezTo>
                <a:close/>
                <a:moveTo>
                  <a:pt x="461556" y="1334690"/>
                </a:moveTo>
                <a:cubicBezTo>
                  <a:pt x="478326" y="1334690"/>
                  <a:pt x="491920" y="1348284"/>
                  <a:pt x="491920" y="1365053"/>
                </a:cubicBezTo>
                <a:cubicBezTo>
                  <a:pt x="491920" y="1381823"/>
                  <a:pt x="478326" y="1395417"/>
                  <a:pt x="461556" y="1395417"/>
                </a:cubicBezTo>
                <a:cubicBezTo>
                  <a:pt x="444787" y="1395417"/>
                  <a:pt x="431192" y="1381823"/>
                  <a:pt x="431192" y="1365053"/>
                </a:cubicBezTo>
                <a:cubicBezTo>
                  <a:pt x="431192" y="1348284"/>
                  <a:pt x="444787" y="1334690"/>
                  <a:pt x="461556" y="1334690"/>
                </a:cubicBezTo>
                <a:close/>
                <a:moveTo>
                  <a:pt x="389002" y="1334690"/>
                </a:moveTo>
                <a:cubicBezTo>
                  <a:pt x="405771" y="1334690"/>
                  <a:pt x="419365" y="1348284"/>
                  <a:pt x="419365" y="1365053"/>
                </a:cubicBezTo>
                <a:cubicBezTo>
                  <a:pt x="419365" y="1381823"/>
                  <a:pt x="405771" y="1395417"/>
                  <a:pt x="389002" y="1395417"/>
                </a:cubicBezTo>
                <a:cubicBezTo>
                  <a:pt x="372232" y="1395417"/>
                  <a:pt x="358638" y="1381823"/>
                  <a:pt x="358638" y="1365053"/>
                </a:cubicBezTo>
                <a:cubicBezTo>
                  <a:pt x="358638" y="1348284"/>
                  <a:pt x="372232" y="1334690"/>
                  <a:pt x="389002" y="1334690"/>
                </a:cubicBezTo>
                <a:close/>
                <a:moveTo>
                  <a:pt x="316447" y="1334690"/>
                </a:moveTo>
                <a:cubicBezTo>
                  <a:pt x="333216" y="1334690"/>
                  <a:pt x="346810" y="1348284"/>
                  <a:pt x="346810" y="1365053"/>
                </a:cubicBezTo>
                <a:cubicBezTo>
                  <a:pt x="346810" y="1381823"/>
                  <a:pt x="333216" y="1395417"/>
                  <a:pt x="316447" y="1395417"/>
                </a:cubicBezTo>
                <a:cubicBezTo>
                  <a:pt x="299677" y="1395417"/>
                  <a:pt x="286084" y="1381823"/>
                  <a:pt x="286084" y="1365053"/>
                </a:cubicBezTo>
                <a:cubicBezTo>
                  <a:pt x="286084" y="1348284"/>
                  <a:pt x="299677" y="1334690"/>
                  <a:pt x="316447" y="1334690"/>
                </a:cubicBezTo>
                <a:close/>
                <a:moveTo>
                  <a:pt x="243892" y="1334690"/>
                </a:moveTo>
                <a:cubicBezTo>
                  <a:pt x="260662" y="1334690"/>
                  <a:pt x="274256" y="1348284"/>
                  <a:pt x="274256" y="1365053"/>
                </a:cubicBezTo>
                <a:cubicBezTo>
                  <a:pt x="274256" y="1381823"/>
                  <a:pt x="260662" y="1395417"/>
                  <a:pt x="243892" y="1395417"/>
                </a:cubicBezTo>
                <a:cubicBezTo>
                  <a:pt x="227123" y="1395417"/>
                  <a:pt x="213529" y="1381823"/>
                  <a:pt x="213529" y="1365053"/>
                </a:cubicBezTo>
                <a:cubicBezTo>
                  <a:pt x="213529" y="1348284"/>
                  <a:pt x="227123" y="1334690"/>
                  <a:pt x="243892" y="1334690"/>
                </a:cubicBezTo>
                <a:close/>
                <a:moveTo>
                  <a:pt x="171339" y="1334690"/>
                </a:moveTo>
                <a:cubicBezTo>
                  <a:pt x="188107" y="1334690"/>
                  <a:pt x="201701" y="1348284"/>
                  <a:pt x="201701" y="1365053"/>
                </a:cubicBezTo>
                <a:cubicBezTo>
                  <a:pt x="201701" y="1381823"/>
                  <a:pt x="188107" y="1395417"/>
                  <a:pt x="171339" y="1395417"/>
                </a:cubicBezTo>
                <a:cubicBezTo>
                  <a:pt x="154616" y="1395417"/>
                  <a:pt x="141023" y="1381823"/>
                  <a:pt x="141023" y="1365053"/>
                </a:cubicBezTo>
                <a:cubicBezTo>
                  <a:pt x="141023" y="1348284"/>
                  <a:pt x="154616" y="1334690"/>
                  <a:pt x="171339" y="1334690"/>
                </a:cubicBezTo>
                <a:close/>
                <a:moveTo>
                  <a:pt x="98838" y="1334690"/>
                </a:moveTo>
                <a:cubicBezTo>
                  <a:pt x="115605" y="1334690"/>
                  <a:pt x="129198" y="1348284"/>
                  <a:pt x="129198" y="1365053"/>
                </a:cubicBezTo>
                <a:cubicBezTo>
                  <a:pt x="129198" y="1381823"/>
                  <a:pt x="115605" y="1395417"/>
                  <a:pt x="98838" y="1395417"/>
                </a:cubicBezTo>
                <a:cubicBezTo>
                  <a:pt x="82067" y="1395417"/>
                  <a:pt x="68474" y="1381823"/>
                  <a:pt x="68474" y="1365053"/>
                </a:cubicBezTo>
                <a:cubicBezTo>
                  <a:pt x="68474" y="1348284"/>
                  <a:pt x="82067" y="1334690"/>
                  <a:pt x="98838" y="1334690"/>
                </a:cubicBezTo>
                <a:close/>
                <a:moveTo>
                  <a:pt x="26283" y="1334690"/>
                </a:moveTo>
                <a:cubicBezTo>
                  <a:pt x="43051" y="1334690"/>
                  <a:pt x="56645" y="1348284"/>
                  <a:pt x="56645" y="1365053"/>
                </a:cubicBezTo>
                <a:cubicBezTo>
                  <a:pt x="56645" y="1381823"/>
                  <a:pt x="43051" y="1395417"/>
                  <a:pt x="26283" y="1395417"/>
                </a:cubicBezTo>
                <a:cubicBezTo>
                  <a:pt x="17898" y="1395417"/>
                  <a:pt x="10308" y="1392019"/>
                  <a:pt x="4813" y="1386524"/>
                </a:cubicBezTo>
                <a:lnTo>
                  <a:pt x="0" y="1374903"/>
                </a:lnTo>
                <a:lnTo>
                  <a:pt x="0" y="1355203"/>
                </a:lnTo>
                <a:lnTo>
                  <a:pt x="4813" y="1343583"/>
                </a:lnTo>
                <a:cubicBezTo>
                  <a:pt x="10308" y="1338089"/>
                  <a:pt x="17898" y="1334690"/>
                  <a:pt x="26283" y="1334690"/>
                </a:cubicBezTo>
                <a:close/>
                <a:moveTo>
                  <a:pt x="1404765" y="1254238"/>
                </a:moveTo>
                <a:cubicBezTo>
                  <a:pt x="1408957" y="1254238"/>
                  <a:pt x="1412951" y="1255088"/>
                  <a:pt x="1416584" y="1256624"/>
                </a:cubicBezTo>
                <a:lnTo>
                  <a:pt x="1422045" y="1260306"/>
                </a:lnTo>
                <a:lnTo>
                  <a:pt x="1418517" y="1266114"/>
                </a:lnTo>
                <a:lnTo>
                  <a:pt x="1386846" y="1308466"/>
                </a:lnTo>
                <a:lnTo>
                  <a:pt x="1383295" y="1306072"/>
                </a:lnTo>
                <a:cubicBezTo>
                  <a:pt x="1377800" y="1300577"/>
                  <a:pt x="1374402" y="1292986"/>
                  <a:pt x="1374402" y="1284602"/>
                </a:cubicBezTo>
                <a:cubicBezTo>
                  <a:pt x="1374402" y="1267832"/>
                  <a:pt x="1387996" y="1254238"/>
                  <a:pt x="1404765" y="1254238"/>
                </a:cubicBezTo>
                <a:close/>
                <a:moveTo>
                  <a:pt x="1332211" y="1254238"/>
                </a:moveTo>
                <a:cubicBezTo>
                  <a:pt x="1348980" y="1254238"/>
                  <a:pt x="1362574" y="1267832"/>
                  <a:pt x="1362574" y="1284602"/>
                </a:cubicBezTo>
                <a:cubicBezTo>
                  <a:pt x="1362574" y="1301371"/>
                  <a:pt x="1348980" y="1314965"/>
                  <a:pt x="1332211" y="1314965"/>
                </a:cubicBezTo>
                <a:cubicBezTo>
                  <a:pt x="1315441" y="1314965"/>
                  <a:pt x="1301847" y="1301371"/>
                  <a:pt x="1301847" y="1284602"/>
                </a:cubicBezTo>
                <a:cubicBezTo>
                  <a:pt x="1301847" y="1267832"/>
                  <a:pt x="1315441" y="1254238"/>
                  <a:pt x="1332211" y="1254238"/>
                </a:cubicBezTo>
                <a:close/>
                <a:moveTo>
                  <a:pt x="1259656" y="1254238"/>
                </a:moveTo>
                <a:cubicBezTo>
                  <a:pt x="1276426" y="1254238"/>
                  <a:pt x="1290020" y="1267832"/>
                  <a:pt x="1290020" y="1284602"/>
                </a:cubicBezTo>
                <a:cubicBezTo>
                  <a:pt x="1290020" y="1301371"/>
                  <a:pt x="1276426" y="1314965"/>
                  <a:pt x="1259656" y="1314965"/>
                </a:cubicBezTo>
                <a:cubicBezTo>
                  <a:pt x="1242887" y="1314965"/>
                  <a:pt x="1229293" y="1301371"/>
                  <a:pt x="1229293" y="1284602"/>
                </a:cubicBezTo>
                <a:cubicBezTo>
                  <a:pt x="1229293" y="1267832"/>
                  <a:pt x="1242887" y="1254238"/>
                  <a:pt x="1259656" y="1254238"/>
                </a:cubicBezTo>
                <a:close/>
                <a:moveTo>
                  <a:pt x="1187102" y="1254238"/>
                </a:moveTo>
                <a:cubicBezTo>
                  <a:pt x="1203871" y="1254238"/>
                  <a:pt x="1217465" y="1267832"/>
                  <a:pt x="1217465" y="1284602"/>
                </a:cubicBezTo>
                <a:cubicBezTo>
                  <a:pt x="1217465" y="1301371"/>
                  <a:pt x="1203871" y="1314965"/>
                  <a:pt x="1187102" y="1314965"/>
                </a:cubicBezTo>
                <a:cubicBezTo>
                  <a:pt x="1170332" y="1314965"/>
                  <a:pt x="1156738" y="1301371"/>
                  <a:pt x="1156738" y="1284602"/>
                </a:cubicBezTo>
                <a:cubicBezTo>
                  <a:pt x="1156738" y="1267832"/>
                  <a:pt x="1170332" y="1254238"/>
                  <a:pt x="1187102" y="1254238"/>
                </a:cubicBezTo>
                <a:close/>
                <a:moveTo>
                  <a:pt x="1114547" y="1254238"/>
                </a:moveTo>
                <a:cubicBezTo>
                  <a:pt x="1131317" y="1254238"/>
                  <a:pt x="1144911" y="1267832"/>
                  <a:pt x="1144911" y="1284602"/>
                </a:cubicBezTo>
                <a:cubicBezTo>
                  <a:pt x="1144911" y="1301371"/>
                  <a:pt x="1131317" y="1314965"/>
                  <a:pt x="1114547" y="1314965"/>
                </a:cubicBezTo>
                <a:cubicBezTo>
                  <a:pt x="1097778" y="1314965"/>
                  <a:pt x="1084184" y="1301371"/>
                  <a:pt x="1084184" y="1284602"/>
                </a:cubicBezTo>
                <a:cubicBezTo>
                  <a:pt x="1084184" y="1267832"/>
                  <a:pt x="1097778" y="1254238"/>
                  <a:pt x="1114547" y="1254238"/>
                </a:cubicBezTo>
                <a:close/>
                <a:moveTo>
                  <a:pt x="1041993" y="1254238"/>
                </a:moveTo>
                <a:cubicBezTo>
                  <a:pt x="1058762" y="1254238"/>
                  <a:pt x="1072356" y="1267832"/>
                  <a:pt x="1072356" y="1284602"/>
                </a:cubicBezTo>
                <a:cubicBezTo>
                  <a:pt x="1072356" y="1301371"/>
                  <a:pt x="1058762" y="1314965"/>
                  <a:pt x="1041993" y="1314965"/>
                </a:cubicBezTo>
                <a:cubicBezTo>
                  <a:pt x="1025223" y="1314965"/>
                  <a:pt x="1011629" y="1301371"/>
                  <a:pt x="1011629" y="1284602"/>
                </a:cubicBezTo>
                <a:cubicBezTo>
                  <a:pt x="1011629" y="1267832"/>
                  <a:pt x="1025223" y="1254238"/>
                  <a:pt x="1041993" y="1254238"/>
                </a:cubicBezTo>
                <a:close/>
                <a:moveTo>
                  <a:pt x="969438" y="1254238"/>
                </a:moveTo>
                <a:cubicBezTo>
                  <a:pt x="986208" y="1254238"/>
                  <a:pt x="999801" y="1267832"/>
                  <a:pt x="999801" y="1284602"/>
                </a:cubicBezTo>
                <a:cubicBezTo>
                  <a:pt x="999801" y="1301371"/>
                  <a:pt x="986208" y="1314965"/>
                  <a:pt x="969438" y="1314965"/>
                </a:cubicBezTo>
                <a:cubicBezTo>
                  <a:pt x="952669" y="1314965"/>
                  <a:pt x="939075" y="1301371"/>
                  <a:pt x="939075" y="1284602"/>
                </a:cubicBezTo>
                <a:cubicBezTo>
                  <a:pt x="939075" y="1267832"/>
                  <a:pt x="952669" y="1254238"/>
                  <a:pt x="969438" y="1254238"/>
                </a:cubicBezTo>
                <a:close/>
                <a:moveTo>
                  <a:pt x="896883" y="1254238"/>
                </a:moveTo>
                <a:cubicBezTo>
                  <a:pt x="913653" y="1254238"/>
                  <a:pt x="927247" y="1267832"/>
                  <a:pt x="927247" y="1284602"/>
                </a:cubicBezTo>
                <a:cubicBezTo>
                  <a:pt x="927247" y="1301371"/>
                  <a:pt x="913653" y="1314965"/>
                  <a:pt x="896883" y="1314965"/>
                </a:cubicBezTo>
                <a:cubicBezTo>
                  <a:pt x="880114" y="1314965"/>
                  <a:pt x="866520" y="1301371"/>
                  <a:pt x="866520" y="1284602"/>
                </a:cubicBezTo>
                <a:cubicBezTo>
                  <a:pt x="866520" y="1267832"/>
                  <a:pt x="880114" y="1254238"/>
                  <a:pt x="896883" y="1254238"/>
                </a:cubicBezTo>
                <a:close/>
                <a:moveTo>
                  <a:pt x="824329" y="1254238"/>
                </a:moveTo>
                <a:cubicBezTo>
                  <a:pt x="841098" y="1254238"/>
                  <a:pt x="854692" y="1267832"/>
                  <a:pt x="854692" y="1284602"/>
                </a:cubicBezTo>
                <a:cubicBezTo>
                  <a:pt x="854692" y="1301371"/>
                  <a:pt x="841098" y="1314965"/>
                  <a:pt x="824329" y="1314965"/>
                </a:cubicBezTo>
                <a:cubicBezTo>
                  <a:pt x="807559" y="1314965"/>
                  <a:pt x="793965" y="1301371"/>
                  <a:pt x="793965" y="1284602"/>
                </a:cubicBezTo>
                <a:cubicBezTo>
                  <a:pt x="793965" y="1267832"/>
                  <a:pt x="807559" y="1254238"/>
                  <a:pt x="824329" y="1254238"/>
                </a:cubicBezTo>
                <a:close/>
                <a:moveTo>
                  <a:pt x="751774" y="1254238"/>
                </a:moveTo>
                <a:cubicBezTo>
                  <a:pt x="768544" y="1254238"/>
                  <a:pt x="782138" y="1267832"/>
                  <a:pt x="782138" y="1284602"/>
                </a:cubicBezTo>
                <a:cubicBezTo>
                  <a:pt x="782138" y="1301371"/>
                  <a:pt x="768544" y="1314965"/>
                  <a:pt x="751774" y="1314965"/>
                </a:cubicBezTo>
                <a:cubicBezTo>
                  <a:pt x="735005" y="1314965"/>
                  <a:pt x="721411" y="1301371"/>
                  <a:pt x="721411" y="1284602"/>
                </a:cubicBezTo>
                <a:cubicBezTo>
                  <a:pt x="721411" y="1267832"/>
                  <a:pt x="735005" y="1254238"/>
                  <a:pt x="751774" y="1254238"/>
                </a:cubicBezTo>
                <a:close/>
                <a:moveTo>
                  <a:pt x="679220" y="1254238"/>
                </a:moveTo>
                <a:cubicBezTo>
                  <a:pt x="695989" y="1254238"/>
                  <a:pt x="709583" y="1267832"/>
                  <a:pt x="709583" y="1284602"/>
                </a:cubicBezTo>
                <a:cubicBezTo>
                  <a:pt x="709583" y="1301371"/>
                  <a:pt x="695989" y="1314965"/>
                  <a:pt x="679220" y="1314965"/>
                </a:cubicBezTo>
                <a:cubicBezTo>
                  <a:pt x="662450" y="1314965"/>
                  <a:pt x="648856" y="1301371"/>
                  <a:pt x="648856" y="1284602"/>
                </a:cubicBezTo>
                <a:cubicBezTo>
                  <a:pt x="648856" y="1267832"/>
                  <a:pt x="662450" y="1254238"/>
                  <a:pt x="679220" y="1254238"/>
                </a:cubicBezTo>
                <a:close/>
                <a:moveTo>
                  <a:pt x="606665" y="1254238"/>
                </a:moveTo>
                <a:cubicBezTo>
                  <a:pt x="623435" y="1254238"/>
                  <a:pt x="637029" y="1267832"/>
                  <a:pt x="637029" y="1284602"/>
                </a:cubicBezTo>
                <a:cubicBezTo>
                  <a:pt x="637029" y="1301371"/>
                  <a:pt x="623435" y="1314965"/>
                  <a:pt x="606665" y="1314965"/>
                </a:cubicBezTo>
                <a:cubicBezTo>
                  <a:pt x="589896" y="1314965"/>
                  <a:pt x="576302" y="1301371"/>
                  <a:pt x="576302" y="1284602"/>
                </a:cubicBezTo>
                <a:cubicBezTo>
                  <a:pt x="576302" y="1267832"/>
                  <a:pt x="589896" y="1254238"/>
                  <a:pt x="606665" y="1254238"/>
                </a:cubicBezTo>
                <a:close/>
                <a:moveTo>
                  <a:pt x="534111" y="1254238"/>
                </a:moveTo>
                <a:cubicBezTo>
                  <a:pt x="550880" y="1254238"/>
                  <a:pt x="564474" y="1267832"/>
                  <a:pt x="564474" y="1284602"/>
                </a:cubicBezTo>
                <a:cubicBezTo>
                  <a:pt x="564474" y="1301371"/>
                  <a:pt x="550880" y="1314965"/>
                  <a:pt x="534111" y="1314965"/>
                </a:cubicBezTo>
                <a:cubicBezTo>
                  <a:pt x="517341" y="1314965"/>
                  <a:pt x="503747" y="1301371"/>
                  <a:pt x="503747" y="1284602"/>
                </a:cubicBezTo>
                <a:cubicBezTo>
                  <a:pt x="503747" y="1267832"/>
                  <a:pt x="517341" y="1254238"/>
                  <a:pt x="534111" y="1254238"/>
                </a:cubicBezTo>
                <a:close/>
                <a:moveTo>
                  <a:pt x="461556" y="1254238"/>
                </a:moveTo>
                <a:cubicBezTo>
                  <a:pt x="478326" y="1254238"/>
                  <a:pt x="491920" y="1267832"/>
                  <a:pt x="491920" y="1284602"/>
                </a:cubicBezTo>
                <a:cubicBezTo>
                  <a:pt x="491920" y="1301371"/>
                  <a:pt x="478326" y="1314965"/>
                  <a:pt x="461556" y="1314965"/>
                </a:cubicBezTo>
                <a:cubicBezTo>
                  <a:pt x="444787" y="1314965"/>
                  <a:pt x="431192" y="1301371"/>
                  <a:pt x="431192" y="1284602"/>
                </a:cubicBezTo>
                <a:cubicBezTo>
                  <a:pt x="431192" y="1267832"/>
                  <a:pt x="444787" y="1254238"/>
                  <a:pt x="461556" y="1254238"/>
                </a:cubicBezTo>
                <a:close/>
                <a:moveTo>
                  <a:pt x="389002" y="1254238"/>
                </a:moveTo>
                <a:cubicBezTo>
                  <a:pt x="405771" y="1254238"/>
                  <a:pt x="419365" y="1267832"/>
                  <a:pt x="419365" y="1284602"/>
                </a:cubicBezTo>
                <a:cubicBezTo>
                  <a:pt x="419365" y="1301371"/>
                  <a:pt x="405771" y="1314965"/>
                  <a:pt x="389002" y="1314965"/>
                </a:cubicBezTo>
                <a:cubicBezTo>
                  <a:pt x="372232" y="1314965"/>
                  <a:pt x="358638" y="1301371"/>
                  <a:pt x="358638" y="1284602"/>
                </a:cubicBezTo>
                <a:cubicBezTo>
                  <a:pt x="358638" y="1267832"/>
                  <a:pt x="372232" y="1254238"/>
                  <a:pt x="389002" y="1254238"/>
                </a:cubicBezTo>
                <a:close/>
                <a:moveTo>
                  <a:pt x="316447" y="1254238"/>
                </a:moveTo>
                <a:cubicBezTo>
                  <a:pt x="333216" y="1254238"/>
                  <a:pt x="346810" y="1267832"/>
                  <a:pt x="346810" y="1284602"/>
                </a:cubicBezTo>
                <a:cubicBezTo>
                  <a:pt x="346810" y="1301371"/>
                  <a:pt x="333216" y="1314965"/>
                  <a:pt x="316447" y="1314965"/>
                </a:cubicBezTo>
                <a:cubicBezTo>
                  <a:pt x="299677" y="1314965"/>
                  <a:pt x="286084" y="1301371"/>
                  <a:pt x="286084" y="1284602"/>
                </a:cubicBezTo>
                <a:cubicBezTo>
                  <a:pt x="286084" y="1267832"/>
                  <a:pt x="299677" y="1254238"/>
                  <a:pt x="316447" y="1254238"/>
                </a:cubicBezTo>
                <a:close/>
                <a:moveTo>
                  <a:pt x="243892" y="1254238"/>
                </a:moveTo>
                <a:cubicBezTo>
                  <a:pt x="260662" y="1254238"/>
                  <a:pt x="274256" y="1267832"/>
                  <a:pt x="274256" y="1284602"/>
                </a:cubicBezTo>
                <a:cubicBezTo>
                  <a:pt x="274256" y="1301371"/>
                  <a:pt x="260662" y="1314965"/>
                  <a:pt x="243892" y="1314965"/>
                </a:cubicBezTo>
                <a:cubicBezTo>
                  <a:pt x="227123" y="1314965"/>
                  <a:pt x="213529" y="1301371"/>
                  <a:pt x="213529" y="1284602"/>
                </a:cubicBezTo>
                <a:cubicBezTo>
                  <a:pt x="213529" y="1267832"/>
                  <a:pt x="227123" y="1254238"/>
                  <a:pt x="243892" y="1254238"/>
                </a:cubicBezTo>
                <a:close/>
                <a:moveTo>
                  <a:pt x="171339" y="1254238"/>
                </a:moveTo>
                <a:cubicBezTo>
                  <a:pt x="188107" y="1254238"/>
                  <a:pt x="201701" y="1267832"/>
                  <a:pt x="201701" y="1284602"/>
                </a:cubicBezTo>
                <a:cubicBezTo>
                  <a:pt x="201701" y="1301371"/>
                  <a:pt x="188107" y="1314965"/>
                  <a:pt x="171339" y="1314965"/>
                </a:cubicBezTo>
                <a:cubicBezTo>
                  <a:pt x="154622" y="1314965"/>
                  <a:pt x="141029" y="1301371"/>
                  <a:pt x="141029" y="1284602"/>
                </a:cubicBezTo>
                <a:cubicBezTo>
                  <a:pt x="141029" y="1267832"/>
                  <a:pt x="154622" y="1254238"/>
                  <a:pt x="171339" y="1254238"/>
                </a:cubicBezTo>
                <a:close/>
                <a:moveTo>
                  <a:pt x="98845" y="1254238"/>
                </a:moveTo>
                <a:cubicBezTo>
                  <a:pt x="115610" y="1254238"/>
                  <a:pt x="129204" y="1267832"/>
                  <a:pt x="129204" y="1284602"/>
                </a:cubicBezTo>
                <a:cubicBezTo>
                  <a:pt x="129204" y="1301371"/>
                  <a:pt x="115610" y="1314965"/>
                  <a:pt x="98845" y="1314965"/>
                </a:cubicBezTo>
                <a:cubicBezTo>
                  <a:pt x="82074" y="1314965"/>
                  <a:pt x="68480" y="1301371"/>
                  <a:pt x="68480" y="1284602"/>
                </a:cubicBezTo>
                <a:cubicBezTo>
                  <a:pt x="68480" y="1267832"/>
                  <a:pt x="82074" y="1254238"/>
                  <a:pt x="98845" y="1254238"/>
                </a:cubicBezTo>
                <a:close/>
                <a:moveTo>
                  <a:pt x="26290" y="1254238"/>
                </a:moveTo>
                <a:cubicBezTo>
                  <a:pt x="43057" y="1254238"/>
                  <a:pt x="56651" y="1267832"/>
                  <a:pt x="56651" y="1284602"/>
                </a:cubicBezTo>
                <a:cubicBezTo>
                  <a:pt x="56651" y="1301371"/>
                  <a:pt x="43057" y="1314965"/>
                  <a:pt x="26290" y="1314965"/>
                </a:cubicBezTo>
                <a:cubicBezTo>
                  <a:pt x="17905" y="1314965"/>
                  <a:pt x="10314" y="1311567"/>
                  <a:pt x="4819" y="1306072"/>
                </a:cubicBezTo>
                <a:lnTo>
                  <a:pt x="0" y="1294437"/>
                </a:lnTo>
                <a:lnTo>
                  <a:pt x="0" y="1274766"/>
                </a:lnTo>
                <a:lnTo>
                  <a:pt x="4819" y="1263131"/>
                </a:lnTo>
                <a:cubicBezTo>
                  <a:pt x="10314" y="1257637"/>
                  <a:pt x="17905" y="1254238"/>
                  <a:pt x="26290" y="1254238"/>
                </a:cubicBezTo>
                <a:close/>
                <a:moveTo>
                  <a:pt x="1474228" y="1174410"/>
                </a:moveTo>
                <a:lnTo>
                  <a:pt x="1450688" y="1213159"/>
                </a:lnTo>
                <a:lnTo>
                  <a:pt x="1446956" y="1204150"/>
                </a:lnTo>
                <a:cubicBezTo>
                  <a:pt x="1446956" y="1191573"/>
                  <a:pt x="1454603" y="1180782"/>
                  <a:pt x="1465501" y="1176173"/>
                </a:cubicBezTo>
                <a:close/>
                <a:moveTo>
                  <a:pt x="1404765" y="1173786"/>
                </a:moveTo>
                <a:cubicBezTo>
                  <a:pt x="1421535" y="1173786"/>
                  <a:pt x="1435129" y="1187380"/>
                  <a:pt x="1435129" y="1204150"/>
                </a:cubicBezTo>
                <a:cubicBezTo>
                  <a:pt x="1435129" y="1220919"/>
                  <a:pt x="1421535" y="1234513"/>
                  <a:pt x="1404765" y="1234513"/>
                </a:cubicBezTo>
                <a:cubicBezTo>
                  <a:pt x="1387996" y="1234513"/>
                  <a:pt x="1374402" y="1220919"/>
                  <a:pt x="1374402" y="1204150"/>
                </a:cubicBezTo>
                <a:cubicBezTo>
                  <a:pt x="1374402" y="1187380"/>
                  <a:pt x="1387996" y="1173786"/>
                  <a:pt x="1404765" y="1173786"/>
                </a:cubicBezTo>
                <a:close/>
                <a:moveTo>
                  <a:pt x="1332211" y="1173786"/>
                </a:moveTo>
                <a:cubicBezTo>
                  <a:pt x="1348980" y="1173786"/>
                  <a:pt x="1362574" y="1187380"/>
                  <a:pt x="1362574" y="1204150"/>
                </a:cubicBezTo>
                <a:cubicBezTo>
                  <a:pt x="1362574" y="1220919"/>
                  <a:pt x="1348980" y="1234513"/>
                  <a:pt x="1332211" y="1234513"/>
                </a:cubicBezTo>
                <a:cubicBezTo>
                  <a:pt x="1315441" y="1234513"/>
                  <a:pt x="1301847" y="1220919"/>
                  <a:pt x="1301847" y="1204150"/>
                </a:cubicBezTo>
                <a:cubicBezTo>
                  <a:pt x="1301847" y="1187380"/>
                  <a:pt x="1315441" y="1173786"/>
                  <a:pt x="1332211" y="1173786"/>
                </a:cubicBezTo>
                <a:close/>
                <a:moveTo>
                  <a:pt x="1259656" y="1173786"/>
                </a:moveTo>
                <a:cubicBezTo>
                  <a:pt x="1276426" y="1173786"/>
                  <a:pt x="1290020" y="1187380"/>
                  <a:pt x="1290020" y="1204150"/>
                </a:cubicBezTo>
                <a:cubicBezTo>
                  <a:pt x="1290020" y="1220919"/>
                  <a:pt x="1276426" y="1234513"/>
                  <a:pt x="1259656" y="1234513"/>
                </a:cubicBezTo>
                <a:cubicBezTo>
                  <a:pt x="1242887" y="1234513"/>
                  <a:pt x="1229293" y="1220919"/>
                  <a:pt x="1229293" y="1204150"/>
                </a:cubicBezTo>
                <a:cubicBezTo>
                  <a:pt x="1229293" y="1187380"/>
                  <a:pt x="1242887" y="1173786"/>
                  <a:pt x="1259656" y="1173786"/>
                </a:cubicBezTo>
                <a:close/>
                <a:moveTo>
                  <a:pt x="1187102" y="1173786"/>
                </a:moveTo>
                <a:cubicBezTo>
                  <a:pt x="1203871" y="1173786"/>
                  <a:pt x="1217465" y="1187380"/>
                  <a:pt x="1217465" y="1204150"/>
                </a:cubicBezTo>
                <a:cubicBezTo>
                  <a:pt x="1217465" y="1220919"/>
                  <a:pt x="1203871" y="1234513"/>
                  <a:pt x="1187102" y="1234513"/>
                </a:cubicBezTo>
                <a:cubicBezTo>
                  <a:pt x="1170332" y="1234513"/>
                  <a:pt x="1156738" y="1220919"/>
                  <a:pt x="1156738" y="1204150"/>
                </a:cubicBezTo>
                <a:cubicBezTo>
                  <a:pt x="1156738" y="1187380"/>
                  <a:pt x="1170332" y="1173786"/>
                  <a:pt x="1187102" y="1173786"/>
                </a:cubicBezTo>
                <a:close/>
                <a:moveTo>
                  <a:pt x="1114547" y="1173786"/>
                </a:moveTo>
                <a:cubicBezTo>
                  <a:pt x="1131317" y="1173786"/>
                  <a:pt x="1144911" y="1187380"/>
                  <a:pt x="1144911" y="1204150"/>
                </a:cubicBezTo>
                <a:cubicBezTo>
                  <a:pt x="1144911" y="1220919"/>
                  <a:pt x="1131317" y="1234513"/>
                  <a:pt x="1114547" y="1234513"/>
                </a:cubicBezTo>
                <a:cubicBezTo>
                  <a:pt x="1097778" y="1234513"/>
                  <a:pt x="1084184" y="1220919"/>
                  <a:pt x="1084184" y="1204150"/>
                </a:cubicBezTo>
                <a:cubicBezTo>
                  <a:pt x="1084184" y="1187380"/>
                  <a:pt x="1097778" y="1173786"/>
                  <a:pt x="1114547" y="1173786"/>
                </a:cubicBezTo>
                <a:close/>
                <a:moveTo>
                  <a:pt x="1041993" y="1173786"/>
                </a:moveTo>
                <a:cubicBezTo>
                  <a:pt x="1058762" y="1173786"/>
                  <a:pt x="1072356" y="1187380"/>
                  <a:pt x="1072356" y="1204150"/>
                </a:cubicBezTo>
                <a:cubicBezTo>
                  <a:pt x="1072356" y="1220919"/>
                  <a:pt x="1058762" y="1234513"/>
                  <a:pt x="1041993" y="1234513"/>
                </a:cubicBezTo>
                <a:cubicBezTo>
                  <a:pt x="1025223" y="1234513"/>
                  <a:pt x="1011629" y="1220919"/>
                  <a:pt x="1011629" y="1204150"/>
                </a:cubicBezTo>
                <a:cubicBezTo>
                  <a:pt x="1011629" y="1187380"/>
                  <a:pt x="1025223" y="1173786"/>
                  <a:pt x="1041993" y="1173786"/>
                </a:cubicBezTo>
                <a:close/>
                <a:moveTo>
                  <a:pt x="969438" y="1173786"/>
                </a:moveTo>
                <a:cubicBezTo>
                  <a:pt x="986208" y="1173786"/>
                  <a:pt x="999801" y="1187380"/>
                  <a:pt x="999801" y="1204150"/>
                </a:cubicBezTo>
                <a:cubicBezTo>
                  <a:pt x="999801" y="1220919"/>
                  <a:pt x="986208" y="1234513"/>
                  <a:pt x="969438" y="1234513"/>
                </a:cubicBezTo>
                <a:cubicBezTo>
                  <a:pt x="952669" y="1234513"/>
                  <a:pt x="939075" y="1220919"/>
                  <a:pt x="939075" y="1204150"/>
                </a:cubicBezTo>
                <a:cubicBezTo>
                  <a:pt x="939075" y="1187380"/>
                  <a:pt x="952669" y="1173786"/>
                  <a:pt x="969438" y="1173786"/>
                </a:cubicBezTo>
                <a:close/>
                <a:moveTo>
                  <a:pt x="896883" y="1173786"/>
                </a:moveTo>
                <a:cubicBezTo>
                  <a:pt x="913653" y="1173786"/>
                  <a:pt x="927247" y="1187380"/>
                  <a:pt x="927247" y="1204150"/>
                </a:cubicBezTo>
                <a:cubicBezTo>
                  <a:pt x="927247" y="1220919"/>
                  <a:pt x="913653" y="1234513"/>
                  <a:pt x="896883" y="1234513"/>
                </a:cubicBezTo>
                <a:cubicBezTo>
                  <a:pt x="880114" y="1234513"/>
                  <a:pt x="866520" y="1220919"/>
                  <a:pt x="866520" y="1204150"/>
                </a:cubicBezTo>
                <a:cubicBezTo>
                  <a:pt x="866520" y="1187380"/>
                  <a:pt x="880114" y="1173786"/>
                  <a:pt x="896883" y="1173786"/>
                </a:cubicBezTo>
                <a:close/>
                <a:moveTo>
                  <a:pt x="824329" y="1173786"/>
                </a:moveTo>
                <a:cubicBezTo>
                  <a:pt x="841098" y="1173786"/>
                  <a:pt x="854692" y="1187380"/>
                  <a:pt x="854692" y="1204150"/>
                </a:cubicBezTo>
                <a:cubicBezTo>
                  <a:pt x="854692" y="1220919"/>
                  <a:pt x="841098" y="1234513"/>
                  <a:pt x="824329" y="1234513"/>
                </a:cubicBezTo>
                <a:cubicBezTo>
                  <a:pt x="807559" y="1234513"/>
                  <a:pt x="793965" y="1220919"/>
                  <a:pt x="793965" y="1204150"/>
                </a:cubicBezTo>
                <a:cubicBezTo>
                  <a:pt x="793965" y="1187380"/>
                  <a:pt x="807559" y="1173786"/>
                  <a:pt x="824329" y="1173786"/>
                </a:cubicBezTo>
                <a:close/>
                <a:moveTo>
                  <a:pt x="751774" y="1173786"/>
                </a:moveTo>
                <a:cubicBezTo>
                  <a:pt x="768544" y="1173786"/>
                  <a:pt x="782138" y="1187380"/>
                  <a:pt x="782138" y="1204150"/>
                </a:cubicBezTo>
                <a:cubicBezTo>
                  <a:pt x="782138" y="1220919"/>
                  <a:pt x="768544" y="1234513"/>
                  <a:pt x="751774" y="1234513"/>
                </a:cubicBezTo>
                <a:cubicBezTo>
                  <a:pt x="735005" y="1234513"/>
                  <a:pt x="721411" y="1220919"/>
                  <a:pt x="721411" y="1204150"/>
                </a:cubicBezTo>
                <a:cubicBezTo>
                  <a:pt x="721411" y="1187380"/>
                  <a:pt x="735005" y="1173786"/>
                  <a:pt x="751774" y="1173786"/>
                </a:cubicBezTo>
                <a:close/>
                <a:moveTo>
                  <a:pt x="679220" y="1173786"/>
                </a:moveTo>
                <a:cubicBezTo>
                  <a:pt x="695989" y="1173786"/>
                  <a:pt x="709583" y="1187380"/>
                  <a:pt x="709583" y="1204150"/>
                </a:cubicBezTo>
                <a:cubicBezTo>
                  <a:pt x="709583" y="1220919"/>
                  <a:pt x="695989" y="1234513"/>
                  <a:pt x="679220" y="1234513"/>
                </a:cubicBezTo>
                <a:cubicBezTo>
                  <a:pt x="662450" y="1234513"/>
                  <a:pt x="648856" y="1220919"/>
                  <a:pt x="648856" y="1204150"/>
                </a:cubicBezTo>
                <a:cubicBezTo>
                  <a:pt x="648856" y="1187380"/>
                  <a:pt x="662450" y="1173786"/>
                  <a:pt x="679220" y="1173786"/>
                </a:cubicBezTo>
                <a:close/>
                <a:moveTo>
                  <a:pt x="606665" y="1173786"/>
                </a:moveTo>
                <a:cubicBezTo>
                  <a:pt x="623435" y="1173786"/>
                  <a:pt x="637029" y="1187380"/>
                  <a:pt x="637029" y="1204150"/>
                </a:cubicBezTo>
                <a:cubicBezTo>
                  <a:pt x="637029" y="1220919"/>
                  <a:pt x="623435" y="1234513"/>
                  <a:pt x="606665" y="1234513"/>
                </a:cubicBezTo>
                <a:cubicBezTo>
                  <a:pt x="589896" y="1234513"/>
                  <a:pt x="576302" y="1220919"/>
                  <a:pt x="576302" y="1204150"/>
                </a:cubicBezTo>
                <a:cubicBezTo>
                  <a:pt x="576302" y="1187380"/>
                  <a:pt x="589896" y="1173786"/>
                  <a:pt x="606665" y="1173786"/>
                </a:cubicBezTo>
                <a:close/>
                <a:moveTo>
                  <a:pt x="534111" y="1173786"/>
                </a:moveTo>
                <a:cubicBezTo>
                  <a:pt x="550880" y="1173786"/>
                  <a:pt x="564474" y="1187380"/>
                  <a:pt x="564474" y="1204150"/>
                </a:cubicBezTo>
                <a:cubicBezTo>
                  <a:pt x="564474" y="1220919"/>
                  <a:pt x="550880" y="1234513"/>
                  <a:pt x="534111" y="1234513"/>
                </a:cubicBezTo>
                <a:cubicBezTo>
                  <a:pt x="517341" y="1234513"/>
                  <a:pt x="503747" y="1220919"/>
                  <a:pt x="503747" y="1204150"/>
                </a:cubicBezTo>
                <a:cubicBezTo>
                  <a:pt x="503747" y="1187380"/>
                  <a:pt x="517341" y="1173786"/>
                  <a:pt x="534111" y="1173786"/>
                </a:cubicBezTo>
                <a:close/>
                <a:moveTo>
                  <a:pt x="461556" y="1173786"/>
                </a:moveTo>
                <a:cubicBezTo>
                  <a:pt x="478326" y="1173786"/>
                  <a:pt x="491920" y="1187380"/>
                  <a:pt x="491920" y="1204150"/>
                </a:cubicBezTo>
                <a:cubicBezTo>
                  <a:pt x="491920" y="1220919"/>
                  <a:pt x="478326" y="1234513"/>
                  <a:pt x="461556" y="1234513"/>
                </a:cubicBezTo>
                <a:cubicBezTo>
                  <a:pt x="444787" y="1234513"/>
                  <a:pt x="431192" y="1220919"/>
                  <a:pt x="431192" y="1204150"/>
                </a:cubicBezTo>
                <a:cubicBezTo>
                  <a:pt x="431192" y="1187380"/>
                  <a:pt x="444787" y="1173786"/>
                  <a:pt x="461556" y="1173786"/>
                </a:cubicBezTo>
                <a:close/>
                <a:moveTo>
                  <a:pt x="389002" y="1173786"/>
                </a:moveTo>
                <a:cubicBezTo>
                  <a:pt x="405771" y="1173786"/>
                  <a:pt x="419365" y="1187380"/>
                  <a:pt x="419365" y="1204150"/>
                </a:cubicBezTo>
                <a:cubicBezTo>
                  <a:pt x="419365" y="1220919"/>
                  <a:pt x="405771" y="1234513"/>
                  <a:pt x="389002" y="1234513"/>
                </a:cubicBezTo>
                <a:cubicBezTo>
                  <a:pt x="372232" y="1234513"/>
                  <a:pt x="358638" y="1220919"/>
                  <a:pt x="358638" y="1204150"/>
                </a:cubicBezTo>
                <a:cubicBezTo>
                  <a:pt x="358638" y="1187380"/>
                  <a:pt x="372232" y="1173786"/>
                  <a:pt x="389002" y="1173786"/>
                </a:cubicBezTo>
                <a:close/>
                <a:moveTo>
                  <a:pt x="316447" y="1173786"/>
                </a:moveTo>
                <a:cubicBezTo>
                  <a:pt x="333216" y="1173786"/>
                  <a:pt x="346810" y="1187380"/>
                  <a:pt x="346810" y="1204150"/>
                </a:cubicBezTo>
                <a:cubicBezTo>
                  <a:pt x="346810" y="1220919"/>
                  <a:pt x="333216" y="1234513"/>
                  <a:pt x="316447" y="1234513"/>
                </a:cubicBezTo>
                <a:cubicBezTo>
                  <a:pt x="299677" y="1234513"/>
                  <a:pt x="286084" y="1220919"/>
                  <a:pt x="286084" y="1204150"/>
                </a:cubicBezTo>
                <a:cubicBezTo>
                  <a:pt x="286084" y="1187380"/>
                  <a:pt x="299677" y="1173786"/>
                  <a:pt x="316447" y="1173786"/>
                </a:cubicBezTo>
                <a:close/>
                <a:moveTo>
                  <a:pt x="243892" y="1173786"/>
                </a:moveTo>
                <a:cubicBezTo>
                  <a:pt x="260662" y="1173786"/>
                  <a:pt x="274256" y="1187380"/>
                  <a:pt x="274256" y="1204150"/>
                </a:cubicBezTo>
                <a:cubicBezTo>
                  <a:pt x="274256" y="1220919"/>
                  <a:pt x="260662" y="1234513"/>
                  <a:pt x="243892" y="1234513"/>
                </a:cubicBezTo>
                <a:cubicBezTo>
                  <a:pt x="227123" y="1234513"/>
                  <a:pt x="213529" y="1220919"/>
                  <a:pt x="213529" y="1204150"/>
                </a:cubicBezTo>
                <a:cubicBezTo>
                  <a:pt x="213529" y="1187380"/>
                  <a:pt x="227123" y="1173786"/>
                  <a:pt x="243892" y="1173786"/>
                </a:cubicBezTo>
                <a:close/>
                <a:moveTo>
                  <a:pt x="171339" y="1173786"/>
                </a:moveTo>
                <a:cubicBezTo>
                  <a:pt x="188107" y="1173786"/>
                  <a:pt x="201701" y="1187380"/>
                  <a:pt x="201701" y="1204150"/>
                </a:cubicBezTo>
                <a:cubicBezTo>
                  <a:pt x="201701" y="1220919"/>
                  <a:pt x="188107" y="1234513"/>
                  <a:pt x="171339" y="1234513"/>
                </a:cubicBezTo>
                <a:cubicBezTo>
                  <a:pt x="154627" y="1234513"/>
                  <a:pt x="141034" y="1220919"/>
                  <a:pt x="141034" y="1204150"/>
                </a:cubicBezTo>
                <a:cubicBezTo>
                  <a:pt x="141034" y="1187380"/>
                  <a:pt x="154627" y="1173786"/>
                  <a:pt x="171339" y="1173786"/>
                </a:cubicBezTo>
                <a:close/>
                <a:moveTo>
                  <a:pt x="98852" y="1173786"/>
                </a:moveTo>
                <a:cubicBezTo>
                  <a:pt x="115616" y="1173786"/>
                  <a:pt x="129210" y="1187380"/>
                  <a:pt x="129210" y="1204150"/>
                </a:cubicBezTo>
                <a:cubicBezTo>
                  <a:pt x="129210" y="1220919"/>
                  <a:pt x="115616" y="1234513"/>
                  <a:pt x="98852" y="1234513"/>
                </a:cubicBezTo>
                <a:cubicBezTo>
                  <a:pt x="82080" y="1234513"/>
                  <a:pt x="68486" y="1220919"/>
                  <a:pt x="68486" y="1204150"/>
                </a:cubicBezTo>
                <a:cubicBezTo>
                  <a:pt x="68486" y="1187380"/>
                  <a:pt x="82080" y="1173786"/>
                  <a:pt x="98852" y="1173786"/>
                </a:cubicBezTo>
                <a:close/>
                <a:moveTo>
                  <a:pt x="26297" y="1173786"/>
                </a:moveTo>
                <a:cubicBezTo>
                  <a:pt x="43063" y="1173786"/>
                  <a:pt x="56658" y="1187380"/>
                  <a:pt x="56658" y="1204150"/>
                </a:cubicBezTo>
                <a:cubicBezTo>
                  <a:pt x="56658" y="1220919"/>
                  <a:pt x="43063" y="1234513"/>
                  <a:pt x="26297" y="1234513"/>
                </a:cubicBezTo>
                <a:cubicBezTo>
                  <a:pt x="17912" y="1234513"/>
                  <a:pt x="10321" y="1231115"/>
                  <a:pt x="4826" y="1225620"/>
                </a:cubicBezTo>
                <a:lnTo>
                  <a:pt x="0" y="1213970"/>
                </a:lnTo>
                <a:lnTo>
                  <a:pt x="0" y="1194329"/>
                </a:lnTo>
                <a:lnTo>
                  <a:pt x="4826" y="1182679"/>
                </a:lnTo>
                <a:cubicBezTo>
                  <a:pt x="10321" y="1177185"/>
                  <a:pt x="17912" y="1173786"/>
                  <a:pt x="26297" y="1173786"/>
                </a:cubicBezTo>
                <a:close/>
                <a:moveTo>
                  <a:pt x="1477320" y="1093335"/>
                </a:moveTo>
                <a:cubicBezTo>
                  <a:pt x="1485705" y="1093335"/>
                  <a:pt x="1493295" y="1096733"/>
                  <a:pt x="1498790" y="1102228"/>
                </a:cubicBezTo>
                <a:lnTo>
                  <a:pt x="1505389" y="1118160"/>
                </a:lnTo>
                <a:lnTo>
                  <a:pt x="1493855" y="1142105"/>
                </a:lnTo>
                <a:lnTo>
                  <a:pt x="1487887" y="1151929"/>
                </a:lnTo>
                <a:lnTo>
                  <a:pt x="1477320" y="1154062"/>
                </a:lnTo>
                <a:cubicBezTo>
                  <a:pt x="1460550" y="1154062"/>
                  <a:pt x="1446956" y="1140468"/>
                  <a:pt x="1446956" y="1123698"/>
                </a:cubicBezTo>
                <a:cubicBezTo>
                  <a:pt x="1446956" y="1106929"/>
                  <a:pt x="1460550" y="1093335"/>
                  <a:pt x="1477320" y="1093335"/>
                </a:cubicBezTo>
                <a:close/>
                <a:moveTo>
                  <a:pt x="1404765" y="1093335"/>
                </a:moveTo>
                <a:cubicBezTo>
                  <a:pt x="1421535" y="1093335"/>
                  <a:pt x="1435129" y="1106929"/>
                  <a:pt x="1435129" y="1123698"/>
                </a:cubicBezTo>
                <a:cubicBezTo>
                  <a:pt x="1435129" y="1140468"/>
                  <a:pt x="1421535" y="1154062"/>
                  <a:pt x="1404765" y="1154062"/>
                </a:cubicBezTo>
                <a:cubicBezTo>
                  <a:pt x="1387996" y="1154062"/>
                  <a:pt x="1374402" y="1140468"/>
                  <a:pt x="1374402" y="1123698"/>
                </a:cubicBezTo>
                <a:cubicBezTo>
                  <a:pt x="1374402" y="1106929"/>
                  <a:pt x="1387996" y="1093335"/>
                  <a:pt x="1404765" y="1093335"/>
                </a:cubicBezTo>
                <a:close/>
                <a:moveTo>
                  <a:pt x="1332211" y="1093335"/>
                </a:moveTo>
                <a:cubicBezTo>
                  <a:pt x="1348980" y="1093335"/>
                  <a:pt x="1362574" y="1106929"/>
                  <a:pt x="1362574" y="1123698"/>
                </a:cubicBezTo>
                <a:cubicBezTo>
                  <a:pt x="1362574" y="1140468"/>
                  <a:pt x="1348980" y="1154062"/>
                  <a:pt x="1332211" y="1154062"/>
                </a:cubicBezTo>
                <a:cubicBezTo>
                  <a:pt x="1315441" y="1154062"/>
                  <a:pt x="1301847" y="1140468"/>
                  <a:pt x="1301847" y="1123698"/>
                </a:cubicBezTo>
                <a:cubicBezTo>
                  <a:pt x="1301847" y="1106929"/>
                  <a:pt x="1315441" y="1093335"/>
                  <a:pt x="1332211" y="1093335"/>
                </a:cubicBezTo>
                <a:close/>
                <a:moveTo>
                  <a:pt x="1259656" y="1093335"/>
                </a:moveTo>
                <a:cubicBezTo>
                  <a:pt x="1276426" y="1093335"/>
                  <a:pt x="1290020" y="1106929"/>
                  <a:pt x="1290020" y="1123698"/>
                </a:cubicBezTo>
                <a:cubicBezTo>
                  <a:pt x="1290020" y="1140468"/>
                  <a:pt x="1276426" y="1154062"/>
                  <a:pt x="1259656" y="1154062"/>
                </a:cubicBezTo>
                <a:cubicBezTo>
                  <a:pt x="1242887" y="1154062"/>
                  <a:pt x="1229293" y="1140468"/>
                  <a:pt x="1229293" y="1123698"/>
                </a:cubicBezTo>
                <a:cubicBezTo>
                  <a:pt x="1229293" y="1106929"/>
                  <a:pt x="1242887" y="1093335"/>
                  <a:pt x="1259656" y="1093335"/>
                </a:cubicBezTo>
                <a:close/>
                <a:moveTo>
                  <a:pt x="1187102" y="1093335"/>
                </a:moveTo>
                <a:cubicBezTo>
                  <a:pt x="1203871" y="1093335"/>
                  <a:pt x="1217465" y="1106929"/>
                  <a:pt x="1217465" y="1123698"/>
                </a:cubicBezTo>
                <a:cubicBezTo>
                  <a:pt x="1217465" y="1140468"/>
                  <a:pt x="1203871" y="1154062"/>
                  <a:pt x="1187102" y="1154062"/>
                </a:cubicBezTo>
                <a:cubicBezTo>
                  <a:pt x="1170332" y="1154062"/>
                  <a:pt x="1156738" y="1140468"/>
                  <a:pt x="1156738" y="1123698"/>
                </a:cubicBezTo>
                <a:cubicBezTo>
                  <a:pt x="1156738" y="1106929"/>
                  <a:pt x="1170332" y="1093335"/>
                  <a:pt x="1187102" y="1093335"/>
                </a:cubicBezTo>
                <a:close/>
                <a:moveTo>
                  <a:pt x="1114547" y="1093335"/>
                </a:moveTo>
                <a:cubicBezTo>
                  <a:pt x="1131317" y="1093335"/>
                  <a:pt x="1144911" y="1106929"/>
                  <a:pt x="1144911" y="1123698"/>
                </a:cubicBezTo>
                <a:cubicBezTo>
                  <a:pt x="1144911" y="1140468"/>
                  <a:pt x="1131317" y="1154062"/>
                  <a:pt x="1114547" y="1154062"/>
                </a:cubicBezTo>
                <a:cubicBezTo>
                  <a:pt x="1097778" y="1154062"/>
                  <a:pt x="1084184" y="1140468"/>
                  <a:pt x="1084184" y="1123698"/>
                </a:cubicBezTo>
                <a:cubicBezTo>
                  <a:pt x="1084184" y="1106929"/>
                  <a:pt x="1097778" y="1093335"/>
                  <a:pt x="1114547" y="1093335"/>
                </a:cubicBezTo>
                <a:close/>
                <a:moveTo>
                  <a:pt x="1041993" y="1093335"/>
                </a:moveTo>
                <a:cubicBezTo>
                  <a:pt x="1058762" y="1093335"/>
                  <a:pt x="1072356" y="1106929"/>
                  <a:pt x="1072356" y="1123698"/>
                </a:cubicBezTo>
                <a:cubicBezTo>
                  <a:pt x="1072356" y="1140468"/>
                  <a:pt x="1058762" y="1154062"/>
                  <a:pt x="1041993" y="1154062"/>
                </a:cubicBezTo>
                <a:cubicBezTo>
                  <a:pt x="1025223" y="1154062"/>
                  <a:pt x="1011629" y="1140468"/>
                  <a:pt x="1011629" y="1123698"/>
                </a:cubicBezTo>
                <a:cubicBezTo>
                  <a:pt x="1011629" y="1106929"/>
                  <a:pt x="1025223" y="1093335"/>
                  <a:pt x="1041993" y="1093335"/>
                </a:cubicBezTo>
                <a:close/>
                <a:moveTo>
                  <a:pt x="969438" y="1093335"/>
                </a:moveTo>
                <a:cubicBezTo>
                  <a:pt x="986208" y="1093335"/>
                  <a:pt x="999801" y="1106929"/>
                  <a:pt x="999801" y="1123698"/>
                </a:cubicBezTo>
                <a:cubicBezTo>
                  <a:pt x="999801" y="1140468"/>
                  <a:pt x="986208" y="1154062"/>
                  <a:pt x="969438" y="1154062"/>
                </a:cubicBezTo>
                <a:cubicBezTo>
                  <a:pt x="952669" y="1154062"/>
                  <a:pt x="939075" y="1140468"/>
                  <a:pt x="939075" y="1123698"/>
                </a:cubicBezTo>
                <a:cubicBezTo>
                  <a:pt x="939075" y="1106929"/>
                  <a:pt x="952669" y="1093335"/>
                  <a:pt x="969438" y="1093335"/>
                </a:cubicBezTo>
                <a:close/>
                <a:moveTo>
                  <a:pt x="896883" y="1093335"/>
                </a:moveTo>
                <a:cubicBezTo>
                  <a:pt x="913653" y="1093335"/>
                  <a:pt x="927247" y="1106929"/>
                  <a:pt x="927247" y="1123698"/>
                </a:cubicBezTo>
                <a:cubicBezTo>
                  <a:pt x="927247" y="1140468"/>
                  <a:pt x="913653" y="1154062"/>
                  <a:pt x="896883" y="1154062"/>
                </a:cubicBezTo>
                <a:cubicBezTo>
                  <a:pt x="880114" y="1154062"/>
                  <a:pt x="866520" y="1140468"/>
                  <a:pt x="866520" y="1123698"/>
                </a:cubicBezTo>
                <a:cubicBezTo>
                  <a:pt x="866520" y="1106929"/>
                  <a:pt x="880114" y="1093335"/>
                  <a:pt x="896883" y="1093335"/>
                </a:cubicBezTo>
                <a:close/>
                <a:moveTo>
                  <a:pt x="824329" y="1093335"/>
                </a:moveTo>
                <a:cubicBezTo>
                  <a:pt x="841098" y="1093335"/>
                  <a:pt x="854692" y="1106929"/>
                  <a:pt x="854692" y="1123698"/>
                </a:cubicBezTo>
                <a:cubicBezTo>
                  <a:pt x="854692" y="1140468"/>
                  <a:pt x="841098" y="1154062"/>
                  <a:pt x="824329" y="1154062"/>
                </a:cubicBezTo>
                <a:cubicBezTo>
                  <a:pt x="807559" y="1154062"/>
                  <a:pt x="793965" y="1140468"/>
                  <a:pt x="793965" y="1123698"/>
                </a:cubicBezTo>
                <a:cubicBezTo>
                  <a:pt x="793965" y="1106929"/>
                  <a:pt x="807559" y="1093335"/>
                  <a:pt x="824329" y="1093335"/>
                </a:cubicBezTo>
                <a:close/>
                <a:moveTo>
                  <a:pt x="751774" y="1093335"/>
                </a:moveTo>
                <a:cubicBezTo>
                  <a:pt x="768544" y="1093335"/>
                  <a:pt x="782138" y="1106929"/>
                  <a:pt x="782138" y="1123698"/>
                </a:cubicBezTo>
                <a:cubicBezTo>
                  <a:pt x="782138" y="1140468"/>
                  <a:pt x="768544" y="1154062"/>
                  <a:pt x="751774" y="1154062"/>
                </a:cubicBezTo>
                <a:cubicBezTo>
                  <a:pt x="735005" y="1154062"/>
                  <a:pt x="721411" y="1140468"/>
                  <a:pt x="721411" y="1123698"/>
                </a:cubicBezTo>
                <a:cubicBezTo>
                  <a:pt x="721411" y="1106929"/>
                  <a:pt x="735005" y="1093335"/>
                  <a:pt x="751774" y="1093335"/>
                </a:cubicBezTo>
                <a:close/>
                <a:moveTo>
                  <a:pt x="679220" y="1093335"/>
                </a:moveTo>
                <a:cubicBezTo>
                  <a:pt x="695989" y="1093335"/>
                  <a:pt x="709583" y="1106929"/>
                  <a:pt x="709583" y="1123698"/>
                </a:cubicBezTo>
                <a:cubicBezTo>
                  <a:pt x="709583" y="1140468"/>
                  <a:pt x="695989" y="1154062"/>
                  <a:pt x="679220" y="1154062"/>
                </a:cubicBezTo>
                <a:cubicBezTo>
                  <a:pt x="662450" y="1154062"/>
                  <a:pt x="648856" y="1140468"/>
                  <a:pt x="648856" y="1123698"/>
                </a:cubicBezTo>
                <a:cubicBezTo>
                  <a:pt x="648856" y="1106929"/>
                  <a:pt x="662450" y="1093335"/>
                  <a:pt x="679220" y="1093335"/>
                </a:cubicBezTo>
                <a:close/>
                <a:moveTo>
                  <a:pt x="606665" y="1093335"/>
                </a:moveTo>
                <a:cubicBezTo>
                  <a:pt x="623435" y="1093335"/>
                  <a:pt x="637029" y="1106929"/>
                  <a:pt x="637029" y="1123698"/>
                </a:cubicBezTo>
                <a:cubicBezTo>
                  <a:pt x="637029" y="1140468"/>
                  <a:pt x="623435" y="1154062"/>
                  <a:pt x="606665" y="1154062"/>
                </a:cubicBezTo>
                <a:cubicBezTo>
                  <a:pt x="589896" y="1154062"/>
                  <a:pt x="576302" y="1140468"/>
                  <a:pt x="576302" y="1123698"/>
                </a:cubicBezTo>
                <a:cubicBezTo>
                  <a:pt x="576302" y="1106929"/>
                  <a:pt x="589896" y="1093335"/>
                  <a:pt x="606665" y="1093335"/>
                </a:cubicBezTo>
                <a:close/>
                <a:moveTo>
                  <a:pt x="534111" y="1093335"/>
                </a:moveTo>
                <a:cubicBezTo>
                  <a:pt x="550880" y="1093335"/>
                  <a:pt x="564474" y="1106929"/>
                  <a:pt x="564474" y="1123698"/>
                </a:cubicBezTo>
                <a:cubicBezTo>
                  <a:pt x="564474" y="1140468"/>
                  <a:pt x="550880" y="1154062"/>
                  <a:pt x="534111" y="1154062"/>
                </a:cubicBezTo>
                <a:cubicBezTo>
                  <a:pt x="517341" y="1154062"/>
                  <a:pt x="503747" y="1140468"/>
                  <a:pt x="503747" y="1123698"/>
                </a:cubicBezTo>
                <a:cubicBezTo>
                  <a:pt x="503747" y="1106929"/>
                  <a:pt x="517341" y="1093335"/>
                  <a:pt x="534111" y="1093335"/>
                </a:cubicBezTo>
                <a:close/>
                <a:moveTo>
                  <a:pt x="461556" y="1093335"/>
                </a:moveTo>
                <a:cubicBezTo>
                  <a:pt x="478326" y="1093335"/>
                  <a:pt x="491920" y="1106929"/>
                  <a:pt x="491920" y="1123698"/>
                </a:cubicBezTo>
                <a:cubicBezTo>
                  <a:pt x="491920" y="1140468"/>
                  <a:pt x="478326" y="1154062"/>
                  <a:pt x="461556" y="1154062"/>
                </a:cubicBezTo>
                <a:cubicBezTo>
                  <a:pt x="444787" y="1154062"/>
                  <a:pt x="431192" y="1140468"/>
                  <a:pt x="431192" y="1123698"/>
                </a:cubicBezTo>
                <a:cubicBezTo>
                  <a:pt x="431192" y="1106929"/>
                  <a:pt x="444787" y="1093335"/>
                  <a:pt x="461556" y="1093335"/>
                </a:cubicBezTo>
                <a:close/>
                <a:moveTo>
                  <a:pt x="389002" y="1093335"/>
                </a:moveTo>
                <a:cubicBezTo>
                  <a:pt x="405771" y="1093335"/>
                  <a:pt x="419365" y="1106929"/>
                  <a:pt x="419365" y="1123698"/>
                </a:cubicBezTo>
                <a:cubicBezTo>
                  <a:pt x="419365" y="1140468"/>
                  <a:pt x="405771" y="1154062"/>
                  <a:pt x="389002" y="1154062"/>
                </a:cubicBezTo>
                <a:cubicBezTo>
                  <a:pt x="372232" y="1154062"/>
                  <a:pt x="358638" y="1140468"/>
                  <a:pt x="358638" y="1123698"/>
                </a:cubicBezTo>
                <a:cubicBezTo>
                  <a:pt x="358638" y="1106929"/>
                  <a:pt x="372232" y="1093335"/>
                  <a:pt x="389002" y="1093335"/>
                </a:cubicBezTo>
                <a:close/>
                <a:moveTo>
                  <a:pt x="316447" y="1093335"/>
                </a:moveTo>
                <a:cubicBezTo>
                  <a:pt x="333216" y="1093335"/>
                  <a:pt x="346810" y="1106929"/>
                  <a:pt x="346810" y="1123698"/>
                </a:cubicBezTo>
                <a:cubicBezTo>
                  <a:pt x="346810" y="1140468"/>
                  <a:pt x="333216" y="1154062"/>
                  <a:pt x="316447" y="1154062"/>
                </a:cubicBezTo>
                <a:cubicBezTo>
                  <a:pt x="299677" y="1154062"/>
                  <a:pt x="286084" y="1140468"/>
                  <a:pt x="286084" y="1123698"/>
                </a:cubicBezTo>
                <a:cubicBezTo>
                  <a:pt x="286084" y="1106929"/>
                  <a:pt x="299677" y="1093335"/>
                  <a:pt x="316447" y="1093335"/>
                </a:cubicBezTo>
                <a:close/>
                <a:moveTo>
                  <a:pt x="243892" y="1093335"/>
                </a:moveTo>
                <a:cubicBezTo>
                  <a:pt x="260662" y="1093335"/>
                  <a:pt x="274256" y="1106929"/>
                  <a:pt x="274256" y="1123698"/>
                </a:cubicBezTo>
                <a:cubicBezTo>
                  <a:pt x="274256" y="1140468"/>
                  <a:pt x="260662" y="1154062"/>
                  <a:pt x="243892" y="1154062"/>
                </a:cubicBezTo>
                <a:cubicBezTo>
                  <a:pt x="227123" y="1154062"/>
                  <a:pt x="213529" y="1140468"/>
                  <a:pt x="213529" y="1123698"/>
                </a:cubicBezTo>
                <a:cubicBezTo>
                  <a:pt x="213529" y="1106929"/>
                  <a:pt x="227123" y="1093335"/>
                  <a:pt x="243892" y="1093335"/>
                </a:cubicBezTo>
                <a:close/>
                <a:moveTo>
                  <a:pt x="171339" y="1093335"/>
                </a:moveTo>
                <a:cubicBezTo>
                  <a:pt x="188107" y="1093335"/>
                  <a:pt x="201701" y="1106929"/>
                  <a:pt x="201701" y="1123698"/>
                </a:cubicBezTo>
                <a:cubicBezTo>
                  <a:pt x="201701" y="1140468"/>
                  <a:pt x="188107" y="1154062"/>
                  <a:pt x="171339" y="1154062"/>
                </a:cubicBezTo>
                <a:cubicBezTo>
                  <a:pt x="154633" y="1154062"/>
                  <a:pt x="141040" y="1140468"/>
                  <a:pt x="141040" y="1123698"/>
                </a:cubicBezTo>
                <a:cubicBezTo>
                  <a:pt x="141040" y="1106929"/>
                  <a:pt x="154633" y="1093335"/>
                  <a:pt x="171339" y="1093335"/>
                </a:cubicBezTo>
                <a:close/>
                <a:moveTo>
                  <a:pt x="98858" y="1093335"/>
                </a:moveTo>
                <a:cubicBezTo>
                  <a:pt x="115622" y="1093335"/>
                  <a:pt x="129216" y="1106929"/>
                  <a:pt x="129216" y="1123698"/>
                </a:cubicBezTo>
                <a:cubicBezTo>
                  <a:pt x="129216" y="1140468"/>
                  <a:pt x="115622" y="1154062"/>
                  <a:pt x="98858" y="1154062"/>
                </a:cubicBezTo>
                <a:cubicBezTo>
                  <a:pt x="82086" y="1154062"/>
                  <a:pt x="68492" y="1140468"/>
                  <a:pt x="68492" y="1123698"/>
                </a:cubicBezTo>
                <a:cubicBezTo>
                  <a:pt x="68492" y="1106929"/>
                  <a:pt x="82086" y="1093335"/>
                  <a:pt x="98858" y="1093335"/>
                </a:cubicBezTo>
                <a:close/>
                <a:moveTo>
                  <a:pt x="26303" y="1093335"/>
                </a:moveTo>
                <a:cubicBezTo>
                  <a:pt x="43069" y="1093335"/>
                  <a:pt x="56664" y="1106929"/>
                  <a:pt x="56664" y="1123698"/>
                </a:cubicBezTo>
                <a:cubicBezTo>
                  <a:pt x="56664" y="1140468"/>
                  <a:pt x="43069" y="1154062"/>
                  <a:pt x="26303" y="1154062"/>
                </a:cubicBezTo>
                <a:cubicBezTo>
                  <a:pt x="17918" y="1154062"/>
                  <a:pt x="10327" y="1150664"/>
                  <a:pt x="4832" y="1145169"/>
                </a:cubicBezTo>
                <a:lnTo>
                  <a:pt x="0" y="1133503"/>
                </a:lnTo>
                <a:lnTo>
                  <a:pt x="0" y="1113894"/>
                </a:lnTo>
                <a:lnTo>
                  <a:pt x="4832" y="1102228"/>
                </a:lnTo>
                <a:cubicBezTo>
                  <a:pt x="10327" y="1096734"/>
                  <a:pt x="17918" y="1093335"/>
                  <a:pt x="26303" y="1093335"/>
                </a:cubicBezTo>
                <a:close/>
                <a:moveTo>
                  <a:pt x="1549874" y="1012883"/>
                </a:moveTo>
                <a:lnTo>
                  <a:pt x="1555552" y="1014029"/>
                </a:lnTo>
                <a:lnTo>
                  <a:pt x="1530465" y="1066106"/>
                </a:lnTo>
                <a:lnTo>
                  <a:pt x="1528404" y="1064717"/>
                </a:lnTo>
                <a:cubicBezTo>
                  <a:pt x="1522910" y="1059222"/>
                  <a:pt x="1519511" y="1051631"/>
                  <a:pt x="1519511" y="1043246"/>
                </a:cubicBezTo>
                <a:cubicBezTo>
                  <a:pt x="1519511" y="1026477"/>
                  <a:pt x="1533105" y="1012883"/>
                  <a:pt x="1549874" y="1012883"/>
                </a:cubicBezTo>
                <a:close/>
                <a:moveTo>
                  <a:pt x="1477320" y="1012883"/>
                </a:moveTo>
                <a:cubicBezTo>
                  <a:pt x="1494089" y="1012883"/>
                  <a:pt x="1507683" y="1026477"/>
                  <a:pt x="1507683" y="1043246"/>
                </a:cubicBezTo>
                <a:cubicBezTo>
                  <a:pt x="1507683" y="1060016"/>
                  <a:pt x="1494089" y="1073610"/>
                  <a:pt x="1477320" y="1073610"/>
                </a:cubicBezTo>
                <a:cubicBezTo>
                  <a:pt x="1460550" y="1073610"/>
                  <a:pt x="1446956" y="1060016"/>
                  <a:pt x="1446956" y="1043246"/>
                </a:cubicBezTo>
                <a:cubicBezTo>
                  <a:pt x="1446956" y="1026477"/>
                  <a:pt x="1460550" y="1012883"/>
                  <a:pt x="1477320" y="1012883"/>
                </a:cubicBezTo>
                <a:close/>
                <a:moveTo>
                  <a:pt x="1404765" y="1012883"/>
                </a:moveTo>
                <a:cubicBezTo>
                  <a:pt x="1421535" y="1012883"/>
                  <a:pt x="1435129" y="1026477"/>
                  <a:pt x="1435129" y="1043246"/>
                </a:cubicBezTo>
                <a:cubicBezTo>
                  <a:pt x="1435129" y="1060016"/>
                  <a:pt x="1421535" y="1073610"/>
                  <a:pt x="1404765" y="1073610"/>
                </a:cubicBezTo>
                <a:cubicBezTo>
                  <a:pt x="1387996" y="1073610"/>
                  <a:pt x="1374402" y="1060016"/>
                  <a:pt x="1374402" y="1043246"/>
                </a:cubicBezTo>
                <a:cubicBezTo>
                  <a:pt x="1374402" y="1026477"/>
                  <a:pt x="1387996" y="1012883"/>
                  <a:pt x="1404765" y="1012883"/>
                </a:cubicBezTo>
                <a:close/>
                <a:moveTo>
                  <a:pt x="1332211" y="1012883"/>
                </a:moveTo>
                <a:cubicBezTo>
                  <a:pt x="1348980" y="1012883"/>
                  <a:pt x="1362574" y="1026477"/>
                  <a:pt x="1362574" y="1043246"/>
                </a:cubicBezTo>
                <a:cubicBezTo>
                  <a:pt x="1362574" y="1060016"/>
                  <a:pt x="1348980" y="1073610"/>
                  <a:pt x="1332211" y="1073610"/>
                </a:cubicBezTo>
                <a:cubicBezTo>
                  <a:pt x="1315441" y="1073610"/>
                  <a:pt x="1301847" y="1060016"/>
                  <a:pt x="1301847" y="1043246"/>
                </a:cubicBezTo>
                <a:cubicBezTo>
                  <a:pt x="1301847" y="1026477"/>
                  <a:pt x="1315441" y="1012883"/>
                  <a:pt x="1332211" y="1012883"/>
                </a:cubicBezTo>
                <a:close/>
                <a:moveTo>
                  <a:pt x="1259656" y="1012883"/>
                </a:moveTo>
                <a:cubicBezTo>
                  <a:pt x="1276426" y="1012883"/>
                  <a:pt x="1290020" y="1026477"/>
                  <a:pt x="1290020" y="1043246"/>
                </a:cubicBezTo>
                <a:cubicBezTo>
                  <a:pt x="1290020" y="1060016"/>
                  <a:pt x="1276426" y="1073610"/>
                  <a:pt x="1259656" y="1073610"/>
                </a:cubicBezTo>
                <a:cubicBezTo>
                  <a:pt x="1242887" y="1073610"/>
                  <a:pt x="1229293" y="1060016"/>
                  <a:pt x="1229293" y="1043246"/>
                </a:cubicBezTo>
                <a:cubicBezTo>
                  <a:pt x="1229293" y="1026477"/>
                  <a:pt x="1242887" y="1012883"/>
                  <a:pt x="1259656" y="1012883"/>
                </a:cubicBezTo>
                <a:close/>
                <a:moveTo>
                  <a:pt x="1187102" y="1012883"/>
                </a:moveTo>
                <a:cubicBezTo>
                  <a:pt x="1203871" y="1012883"/>
                  <a:pt x="1217465" y="1026477"/>
                  <a:pt x="1217465" y="1043246"/>
                </a:cubicBezTo>
                <a:cubicBezTo>
                  <a:pt x="1217465" y="1060016"/>
                  <a:pt x="1203871" y="1073610"/>
                  <a:pt x="1187102" y="1073610"/>
                </a:cubicBezTo>
                <a:cubicBezTo>
                  <a:pt x="1170332" y="1073610"/>
                  <a:pt x="1156738" y="1060016"/>
                  <a:pt x="1156738" y="1043246"/>
                </a:cubicBezTo>
                <a:cubicBezTo>
                  <a:pt x="1156738" y="1026477"/>
                  <a:pt x="1170332" y="1012883"/>
                  <a:pt x="1187102" y="1012883"/>
                </a:cubicBezTo>
                <a:close/>
                <a:moveTo>
                  <a:pt x="1114547" y="1012883"/>
                </a:moveTo>
                <a:cubicBezTo>
                  <a:pt x="1131317" y="1012883"/>
                  <a:pt x="1144911" y="1026477"/>
                  <a:pt x="1144911" y="1043246"/>
                </a:cubicBezTo>
                <a:cubicBezTo>
                  <a:pt x="1144911" y="1060016"/>
                  <a:pt x="1131317" y="1073610"/>
                  <a:pt x="1114547" y="1073610"/>
                </a:cubicBezTo>
                <a:cubicBezTo>
                  <a:pt x="1097778" y="1073610"/>
                  <a:pt x="1084184" y="1060016"/>
                  <a:pt x="1084184" y="1043246"/>
                </a:cubicBezTo>
                <a:cubicBezTo>
                  <a:pt x="1084184" y="1026477"/>
                  <a:pt x="1097778" y="1012883"/>
                  <a:pt x="1114547" y="1012883"/>
                </a:cubicBezTo>
                <a:close/>
                <a:moveTo>
                  <a:pt x="1041993" y="1012883"/>
                </a:moveTo>
                <a:cubicBezTo>
                  <a:pt x="1058762" y="1012883"/>
                  <a:pt x="1072356" y="1026477"/>
                  <a:pt x="1072356" y="1043246"/>
                </a:cubicBezTo>
                <a:cubicBezTo>
                  <a:pt x="1072356" y="1060016"/>
                  <a:pt x="1058762" y="1073610"/>
                  <a:pt x="1041993" y="1073610"/>
                </a:cubicBezTo>
                <a:cubicBezTo>
                  <a:pt x="1025223" y="1073610"/>
                  <a:pt x="1011629" y="1060016"/>
                  <a:pt x="1011629" y="1043246"/>
                </a:cubicBezTo>
                <a:cubicBezTo>
                  <a:pt x="1011629" y="1026477"/>
                  <a:pt x="1025223" y="1012883"/>
                  <a:pt x="1041993" y="1012883"/>
                </a:cubicBezTo>
                <a:close/>
                <a:moveTo>
                  <a:pt x="969438" y="1012883"/>
                </a:moveTo>
                <a:cubicBezTo>
                  <a:pt x="986208" y="1012883"/>
                  <a:pt x="999801" y="1026477"/>
                  <a:pt x="999801" y="1043246"/>
                </a:cubicBezTo>
                <a:cubicBezTo>
                  <a:pt x="999801" y="1060016"/>
                  <a:pt x="986208" y="1073610"/>
                  <a:pt x="969438" y="1073610"/>
                </a:cubicBezTo>
                <a:cubicBezTo>
                  <a:pt x="952669" y="1073610"/>
                  <a:pt x="939075" y="1060016"/>
                  <a:pt x="939075" y="1043246"/>
                </a:cubicBezTo>
                <a:cubicBezTo>
                  <a:pt x="939075" y="1026477"/>
                  <a:pt x="952669" y="1012883"/>
                  <a:pt x="969438" y="1012883"/>
                </a:cubicBezTo>
                <a:close/>
                <a:moveTo>
                  <a:pt x="896883" y="1012883"/>
                </a:moveTo>
                <a:cubicBezTo>
                  <a:pt x="913653" y="1012883"/>
                  <a:pt x="927247" y="1026477"/>
                  <a:pt x="927247" y="1043246"/>
                </a:cubicBezTo>
                <a:cubicBezTo>
                  <a:pt x="927247" y="1060016"/>
                  <a:pt x="913653" y="1073610"/>
                  <a:pt x="896883" y="1073610"/>
                </a:cubicBezTo>
                <a:cubicBezTo>
                  <a:pt x="880114" y="1073610"/>
                  <a:pt x="866520" y="1060016"/>
                  <a:pt x="866520" y="1043246"/>
                </a:cubicBezTo>
                <a:cubicBezTo>
                  <a:pt x="866520" y="1026477"/>
                  <a:pt x="880114" y="1012883"/>
                  <a:pt x="896883" y="1012883"/>
                </a:cubicBezTo>
                <a:close/>
                <a:moveTo>
                  <a:pt x="824329" y="1012883"/>
                </a:moveTo>
                <a:cubicBezTo>
                  <a:pt x="841098" y="1012883"/>
                  <a:pt x="854692" y="1026477"/>
                  <a:pt x="854692" y="1043246"/>
                </a:cubicBezTo>
                <a:cubicBezTo>
                  <a:pt x="854692" y="1060016"/>
                  <a:pt x="841098" y="1073610"/>
                  <a:pt x="824329" y="1073610"/>
                </a:cubicBezTo>
                <a:cubicBezTo>
                  <a:pt x="807559" y="1073610"/>
                  <a:pt x="793965" y="1060016"/>
                  <a:pt x="793965" y="1043246"/>
                </a:cubicBezTo>
                <a:cubicBezTo>
                  <a:pt x="793965" y="1026477"/>
                  <a:pt x="807559" y="1012883"/>
                  <a:pt x="824329" y="1012883"/>
                </a:cubicBezTo>
                <a:close/>
                <a:moveTo>
                  <a:pt x="751774" y="1012883"/>
                </a:moveTo>
                <a:cubicBezTo>
                  <a:pt x="768544" y="1012883"/>
                  <a:pt x="782138" y="1026477"/>
                  <a:pt x="782138" y="1043246"/>
                </a:cubicBezTo>
                <a:cubicBezTo>
                  <a:pt x="782138" y="1060016"/>
                  <a:pt x="768544" y="1073610"/>
                  <a:pt x="751774" y="1073610"/>
                </a:cubicBezTo>
                <a:cubicBezTo>
                  <a:pt x="735005" y="1073610"/>
                  <a:pt x="721411" y="1060016"/>
                  <a:pt x="721411" y="1043246"/>
                </a:cubicBezTo>
                <a:cubicBezTo>
                  <a:pt x="721411" y="1026477"/>
                  <a:pt x="735005" y="1012883"/>
                  <a:pt x="751774" y="1012883"/>
                </a:cubicBezTo>
                <a:close/>
                <a:moveTo>
                  <a:pt x="679220" y="1012883"/>
                </a:moveTo>
                <a:cubicBezTo>
                  <a:pt x="695989" y="1012883"/>
                  <a:pt x="709583" y="1026477"/>
                  <a:pt x="709583" y="1043246"/>
                </a:cubicBezTo>
                <a:cubicBezTo>
                  <a:pt x="709583" y="1060016"/>
                  <a:pt x="695989" y="1073610"/>
                  <a:pt x="679220" y="1073610"/>
                </a:cubicBezTo>
                <a:cubicBezTo>
                  <a:pt x="662450" y="1073610"/>
                  <a:pt x="648856" y="1060016"/>
                  <a:pt x="648856" y="1043246"/>
                </a:cubicBezTo>
                <a:cubicBezTo>
                  <a:pt x="648856" y="1026477"/>
                  <a:pt x="662450" y="1012883"/>
                  <a:pt x="679220" y="1012883"/>
                </a:cubicBezTo>
                <a:close/>
                <a:moveTo>
                  <a:pt x="606665" y="1012883"/>
                </a:moveTo>
                <a:cubicBezTo>
                  <a:pt x="623435" y="1012883"/>
                  <a:pt x="637029" y="1026477"/>
                  <a:pt x="637029" y="1043246"/>
                </a:cubicBezTo>
                <a:cubicBezTo>
                  <a:pt x="637029" y="1060016"/>
                  <a:pt x="623435" y="1073610"/>
                  <a:pt x="606665" y="1073610"/>
                </a:cubicBezTo>
                <a:cubicBezTo>
                  <a:pt x="589896" y="1073610"/>
                  <a:pt x="576302" y="1060016"/>
                  <a:pt x="576302" y="1043246"/>
                </a:cubicBezTo>
                <a:cubicBezTo>
                  <a:pt x="576302" y="1026477"/>
                  <a:pt x="589896" y="1012883"/>
                  <a:pt x="606665" y="1012883"/>
                </a:cubicBezTo>
                <a:close/>
                <a:moveTo>
                  <a:pt x="534111" y="1012883"/>
                </a:moveTo>
                <a:cubicBezTo>
                  <a:pt x="550880" y="1012883"/>
                  <a:pt x="564474" y="1026477"/>
                  <a:pt x="564474" y="1043246"/>
                </a:cubicBezTo>
                <a:cubicBezTo>
                  <a:pt x="564474" y="1060016"/>
                  <a:pt x="550880" y="1073610"/>
                  <a:pt x="534111" y="1073610"/>
                </a:cubicBezTo>
                <a:cubicBezTo>
                  <a:pt x="517341" y="1073610"/>
                  <a:pt x="503747" y="1060016"/>
                  <a:pt x="503747" y="1043246"/>
                </a:cubicBezTo>
                <a:cubicBezTo>
                  <a:pt x="503747" y="1026477"/>
                  <a:pt x="517341" y="1012883"/>
                  <a:pt x="534111" y="1012883"/>
                </a:cubicBezTo>
                <a:close/>
                <a:moveTo>
                  <a:pt x="461556" y="1012883"/>
                </a:moveTo>
                <a:cubicBezTo>
                  <a:pt x="478326" y="1012883"/>
                  <a:pt x="491920" y="1026477"/>
                  <a:pt x="491920" y="1043246"/>
                </a:cubicBezTo>
                <a:cubicBezTo>
                  <a:pt x="491920" y="1060016"/>
                  <a:pt x="478326" y="1073610"/>
                  <a:pt x="461556" y="1073610"/>
                </a:cubicBezTo>
                <a:cubicBezTo>
                  <a:pt x="444787" y="1073610"/>
                  <a:pt x="431192" y="1060016"/>
                  <a:pt x="431192" y="1043246"/>
                </a:cubicBezTo>
                <a:cubicBezTo>
                  <a:pt x="431192" y="1026477"/>
                  <a:pt x="444787" y="1012883"/>
                  <a:pt x="461556" y="1012883"/>
                </a:cubicBezTo>
                <a:close/>
                <a:moveTo>
                  <a:pt x="389002" y="1012883"/>
                </a:moveTo>
                <a:cubicBezTo>
                  <a:pt x="405771" y="1012883"/>
                  <a:pt x="419365" y="1026477"/>
                  <a:pt x="419365" y="1043246"/>
                </a:cubicBezTo>
                <a:cubicBezTo>
                  <a:pt x="419365" y="1060016"/>
                  <a:pt x="405771" y="1073610"/>
                  <a:pt x="389002" y="1073610"/>
                </a:cubicBezTo>
                <a:cubicBezTo>
                  <a:pt x="372232" y="1073610"/>
                  <a:pt x="358638" y="1060016"/>
                  <a:pt x="358638" y="1043246"/>
                </a:cubicBezTo>
                <a:cubicBezTo>
                  <a:pt x="358638" y="1026477"/>
                  <a:pt x="372232" y="1012883"/>
                  <a:pt x="389002" y="1012883"/>
                </a:cubicBezTo>
                <a:close/>
                <a:moveTo>
                  <a:pt x="316447" y="1012883"/>
                </a:moveTo>
                <a:cubicBezTo>
                  <a:pt x="333216" y="1012883"/>
                  <a:pt x="346810" y="1026477"/>
                  <a:pt x="346810" y="1043246"/>
                </a:cubicBezTo>
                <a:cubicBezTo>
                  <a:pt x="346810" y="1060016"/>
                  <a:pt x="333216" y="1073610"/>
                  <a:pt x="316447" y="1073610"/>
                </a:cubicBezTo>
                <a:cubicBezTo>
                  <a:pt x="299677" y="1073610"/>
                  <a:pt x="286084" y="1060016"/>
                  <a:pt x="286084" y="1043246"/>
                </a:cubicBezTo>
                <a:cubicBezTo>
                  <a:pt x="286084" y="1026477"/>
                  <a:pt x="299677" y="1012883"/>
                  <a:pt x="316447" y="1012883"/>
                </a:cubicBezTo>
                <a:close/>
                <a:moveTo>
                  <a:pt x="243892" y="1012883"/>
                </a:moveTo>
                <a:cubicBezTo>
                  <a:pt x="260662" y="1012883"/>
                  <a:pt x="274256" y="1026477"/>
                  <a:pt x="274256" y="1043246"/>
                </a:cubicBezTo>
                <a:cubicBezTo>
                  <a:pt x="274256" y="1060016"/>
                  <a:pt x="260662" y="1073610"/>
                  <a:pt x="243892" y="1073610"/>
                </a:cubicBezTo>
                <a:cubicBezTo>
                  <a:pt x="227123" y="1073610"/>
                  <a:pt x="213529" y="1060016"/>
                  <a:pt x="213529" y="1043246"/>
                </a:cubicBezTo>
                <a:cubicBezTo>
                  <a:pt x="213529" y="1026477"/>
                  <a:pt x="227123" y="1012883"/>
                  <a:pt x="243892" y="1012883"/>
                </a:cubicBezTo>
                <a:close/>
                <a:moveTo>
                  <a:pt x="171339" y="1012883"/>
                </a:moveTo>
                <a:cubicBezTo>
                  <a:pt x="188107" y="1012883"/>
                  <a:pt x="201701" y="1026477"/>
                  <a:pt x="201701" y="1043246"/>
                </a:cubicBezTo>
                <a:cubicBezTo>
                  <a:pt x="201701" y="1060016"/>
                  <a:pt x="188107" y="1073610"/>
                  <a:pt x="171339" y="1073610"/>
                </a:cubicBezTo>
                <a:cubicBezTo>
                  <a:pt x="154639" y="1073610"/>
                  <a:pt x="141045" y="1060016"/>
                  <a:pt x="141045" y="1043246"/>
                </a:cubicBezTo>
                <a:cubicBezTo>
                  <a:pt x="141045" y="1026477"/>
                  <a:pt x="154639" y="1012883"/>
                  <a:pt x="171339" y="1012883"/>
                </a:cubicBezTo>
                <a:close/>
                <a:moveTo>
                  <a:pt x="98865" y="1012883"/>
                </a:moveTo>
                <a:cubicBezTo>
                  <a:pt x="115628" y="1012883"/>
                  <a:pt x="129222" y="1026477"/>
                  <a:pt x="129222" y="1043246"/>
                </a:cubicBezTo>
                <a:cubicBezTo>
                  <a:pt x="129222" y="1060016"/>
                  <a:pt x="115628" y="1073610"/>
                  <a:pt x="98865" y="1073610"/>
                </a:cubicBezTo>
                <a:cubicBezTo>
                  <a:pt x="82093" y="1073610"/>
                  <a:pt x="68498" y="1060016"/>
                  <a:pt x="68498" y="1043246"/>
                </a:cubicBezTo>
                <a:cubicBezTo>
                  <a:pt x="68498" y="1026477"/>
                  <a:pt x="82093" y="1012883"/>
                  <a:pt x="98865" y="1012883"/>
                </a:cubicBezTo>
                <a:close/>
                <a:moveTo>
                  <a:pt x="26309" y="1012883"/>
                </a:moveTo>
                <a:cubicBezTo>
                  <a:pt x="43075" y="1012883"/>
                  <a:pt x="56670" y="1026477"/>
                  <a:pt x="56670" y="1043246"/>
                </a:cubicBezTo>
                <a:cubicBezTo>
                  <a:pt x="56670" y="1060016"/>
                  <a:pt x="43075" y="1073610"/>
                  <a:pt x="26309" y="1073610"/>
                </a:cubicBezTo>
                <a:cubicBezTo>
                  <a:pt x="17924" y="1073610"/>
                  <a:pt x="10333" y="1070212"/>
                  <a:pt x="4838" y="1064717"/>
                </a:cubicBezTo>
                <a:lnTo>
                  <a:pt x="0" y="1053036"/>
                </a:lnTo>
                <a:lnTo>
                  <a:pt x="0" y="1033457"/>
                </a:lnTo>
                <a:lnTo>
                  <a:pt x="4838" y="1021776"/>
                </a:lnTo>
                <a:cubicBezTo>
                  <a:pt x="10333" y="1016282"/>
                  <a:pt x="17924" y="1012883"/>
                  <a:pt x="26309" y="1012883"/>
                </a:cubicBezTo>
                <a:close/>
                <a:moveTo>
                  <a:pt x="1549874" y="932431"/>
                </a:moveTo>
                <a:cubicBezTo>
                  <a:pt x="1558259" y="932431"/>
                  <a:pt x="1565850" y="935830"/>
                  <a:pt x="1571345" y="941324"/>
                </a:cubicBezTo>
                <a:lnTo>
                  <a:pt x="1577296" y="955693"/>
                </a:lnTo>
                <a:lnTo>
                  <a:pt x="1565363" y="988298"/>
                </a:lnTo>
                <a:lnTo>
                  <a:pt x="1561694" y="990772"/>
                </a:lnTo>
                <a:cubicBezTo>
                  <a:pt x="1558061" y="992309"/>
                  <a:pt x="1554067" y="993158"/>
                  <a:pt x="1549874" y="993158"/>
                </a:cubicBezTo>
                <a:cubicBezTo>
                  <a:pt x="1533105" y="993158"/>
                  <a:pt x="1519511" y="979564"/>
                  <a:pt x="1519511" y="962795"/>
                </a:cubicBezTo>
                <a:cubicBezTo>
                  <a:pt x="1519511" y="946025"/>
                  <a:pt x="1533105" y="932431"/>
                  <a:pt x="1549874" y="932431"/>
                </a:cubicBezTo>
                <a:close/>
                <a:moveTo>
                  <a:pt x="1477320" y="932431"/>
                </a:moveTo>
                <a:cubicBezTo>
                  <a:pt x="1494089" y="932431"/>
                  <a:pt x="1507683" y="946025"/>
                  <a:pt x="1507683" y="962795"/>
                </a:cubicBezTo>
                <a:cubicBezTo>
                  <a:pt x="1507683" y="979564"/>
                  <a:pt x="1494089" y="993158"/>
                  <a:pt x="1477320" y="993158"/>
                </a:cubicBezTo>
                <a:cubicBezTo>
                  <a:pt x="1460550" y="993158"/>
                  <a:pt x="1446956" y="979564"/>
                  <a:pt x="1446956" y="962795"/>
                </a:cubicBezTo>
                <a:cubicBezTo>
                  <a:pt x="1446956" y="946025"/>
                  <a:pt x="1460550" y="932431"/>
                  <a:pt x="1477320" y="932431"/>
                </a:cubicBezTo>
                <a:close/>
                <a:moveTo>
                  <a:pt x="1404765" y="932431"/>
                </a:moveTo>
                <a:cubicBezTo>
                  <a:pt x="1421535" y="932431"/>
                  <a:pt x="1435129" y="946025"/>
                  <a:pt x="1435129" y="962795"/>
                </a:cubicBezTo>
                <a:cubicBezTo>
                  <a:pt x="1435129" y="979564"/>
                  <a:pt x="1421535" y="993158"/>
                  <a:pt x="1404765" y="993158"/>
                </a:cubicBezTo>
                <a:cubicBezTo>
                  <a:pt x="1387996" y="993158"/>
                  <a:pt x="1374402" y="979564"/>
                  <a:pt x="1374402" y="962795"/>
                </a:cubicBezTo>
                <a:cubicBezTo>
                  <a:pt x="1374402" y="946025"/>
                  <a:pt x="1387996" y="932431"/>
                  <a:pt x="1404765" y="932431"/>
                </a:cubicBezTo>
                <a:close/>
                <a:moveTo>
                  <a:pt x="1332211" y="932431"/>
                </a:moveTo>
                <a:cubicBezTo>
                  <a:pt x="1348980" y="932431"/>
                  <a:pt x="1362574" y="946025"/>
                  <a:pt x="1362574" y="962795"/>
                </a:cubicBezTo>
                <a:cubicBezTo>
                  <a:pt x="1362574" y="979564"/>
                  <a:pt x="1348980" y="993158"/>
                  <a:pt x="1332211" y="993158"/>
                </a:cubicBezTo>
                <a:cubicBezTo>
                  <a:pt x="1315441" y="993158"/>
                  <a:pt x="1301847" y="979564"/>
                  <a:pt x="1301847" y="962795"/>
                </a:cubicBezTo>
                <a:cubicBezTo>
                  <a:pt x="1301847" y="946025"/>
                  <a:pt x="1315441" y="932431"/>
                  <a:pt x="1332211" y="932431"/>
                </a:cubicBezTo>
                <a:close/>
                <a:moveTo>
                  <a:pt x="1259656" y="932431"/>
                </a:moveTo>
                <a:cubicBezTo>
                  <a:pt x="1276426" y="932431"/>
                  <a:pt x="1290020" y="946025"/>
                  <a:pt x="1290020" y="962795"/>
                </a:cubicBezTo>
                <a:cubicBezTo>
                  <a:pt x="1290020" y="979564"/>
                  <a:pt x="1276426" y="993158"/>
                  <a:pt x="1259656" y="993158"/>
                </a:cubicBezTo>
                <a:cubicBezTo>
                  <a:pt x="1242887" y="993158"/>
                  <a:pt x="1229293" y="979564"/>
                  <a:pt x="1229293" y="962795"/>
                </a:cubicBezTo>
                <a:cubicBezTo>
                  <a:pt x="1229293" y="946025"/>
                  <a:pt x="1242887" y="932431"/>
                  <a:pt x="1259656" y="932431"/>
                </a:cubicBezTo>
                <a:close/>
                <a:moveTo>
                  <a:pt x="1187102" y="932431"/>
                </a:moveTo>
                <a:cubicBezTo>
                  <a:pt x="1203871" y="932431"/>
                  <a:pt x="1217465" y="946025"/>
                  <a:pt x="1217465" y="962795"/>
                </a:cubicBezTo>
                <a:cubicBezTo>
                  <a:pt x="1217465" y="979564"/>
                  <a:pt x="1203871" y="993158"/>
                  <a:pt x="1187102" y="993158"/>
                </a:cubicBezTo>
                <a:cubicBezTo>
                  <a:pt x="1170332" y="993158"/>
                  <a:pt x="1156738" y="979564"/>
                  <a:pt x="1156738" y="962795"/>
                </a:cubicBezTo>
                <a:cubicBezTo>
                  <a:pt x="1156738" y="946025"/>
                  <a:pt x="1170332" y="932431"/>
                  <a:pt x="1187102" y="932431"/>
                </a:cubicBezTo>
                <a:close/>
                <a:moveTo>
                  <a:pt x="1114547" y="932431"/>
                </a:moveTo>
                <a:cubicBezTo>
                  <a:pt x="1131317" y="932431"/>
                  <a:pt x="1144911" y="946025"/>
                  <a:pt x="1144911" y="962795"/>
                </a:cubicBezTo>
                <a:cubicBezTo>
                  <a:pt x="1144911" y="979564"/>
                  <a:pt x="1131317" y="993158"/>
                  <a:pt x="1114547" y="993158"/>
                </a:cubicBezTo>
                <a:cubicBezTo>
                  <a:pt x="1097778" y="993158"/>
                  <a:pt x="1084184" y="979564"/>
                  <a:pt x="1084184" y="962795"/>
                </a:cubicBezTo>
                <a:cubicBezTo>
                  <a:pt x="1084184" y="946025"/>
                  <a:pt x="1097778" y="932431"/>
                  <a:pt x="1114547" y="932431"/>
                </a:cubicBezTo>
                <a:close/>
                <a:moveTo>
                  <a:pt x="1041993" y="932431"/>
                </a:moveTo>
                <a:cubicBezTo>
                  <a:pt x="1058762" y="932431"/>
                  <a:pt x="1072356" y="946025"/>
                  <a:pt x="1072356" y="962795"/>
                </a:cubicBezTo>
                <a:cubicBezTo>
                  <a:pt x="1072356" y="979564"/>
                  <a:pt x="1058762" y="993158"/>
                  <a:pt x="1041993" y="993158"/>
                </a:cubicBezTo>
                <a:cubicBezTo>
                  <a:pt x="1025223" y="993158"/>
                  <a:pt x="1011629" y="979564"/>
                  <a:pt x="1011629" y="962795"/>
                </a:cubicBezTo>
                <a:cubicBezTo>
                  <a:pt x="1011629" y="946025"/>
                  <a:pt x="1025223" y="932431"/>
                  <a:pt x="1041993" y="932431"/>
                </a:cubicBezTo>
                <a:close/>
                <a:moveTo>
                  <a:pt x="969438" y="932431"/>
                </a:moveTo>
                <a:cubicBezTo>
                  <a:pt x="986208" y="932431"/>
                  <a:pt x="999801" y="946025"/>
                  <a:pt x="999801" y="962795"/>
                </a:cubicBezTo>
                <a:cubicBezTo>
                  <a:pt x="999801" y="979564"/>
                  <a:pt x="986208" y="993158"/>
                  <a:pt x="969438" y="993158"/>
                </a:cubicBezTo>
                <a:cubicBezTo>
                  <a:pt x="952669" y="993158"/>
                  <a:pt x="939075" y="979564"/>
                  <a:pt x="939075" y="962795"/>
                </a:cubicBezTo>
                <a:cubicBezTo>
                  <a:pt x="939075" y="946025"/>
                  <a:pt x="952669" y="932431"/>
                  <a:pt x="969438" y="932431"/>
                </a:cubicBezTo>
                <a:close/>
                <a:moveTo>
                  <a:pt x="896883" y="932431"/>
                </a:moveTo>
                <a:cubicBezTo>
                  <a:pt x="913653" y="932431"/>
                  <a:pt x="927247" y="946025"/>
                  <a:pt x="927247" y="962795"/>
                </a:cubicBezTo>
                <a:cubicBezTo>
                  <a:pt x="927247" y="979564"/>
                  <a:pt x="913653" y="993158"/>
                  <a:pt x="896883" y="993158"/>
                </a:cubicBezTo>
                <a:cubicBezTo>
                  <a:pt x="880114" y="993158"/>
                  <a:pt x="866520" y="979564"/>
                  <a:pt x="866520" y="962795"/>
                </a:cubicBezTo>
                <a:cubicBezTo>
                  <a:pt x="866520" y="946025"/>
                  <a:pt x="880114" y="932431"/>
                  <a:pt x="896883" y="932431"/>
                </a:cubicBezTo>
                <a:close/>
                <a:moveTo>
                  <a:pt x="824329" y="932431"/>
                </a:moveTo>
                <a:cubicBezTo>
                  <a:pt x="841098" y="932431"/>
                  <a:pt x="854692" y="946025"/>
                  <a:pt x="854692" y="962795"/>
                </a:cubicBezTo>
                <a:cubicBezTo>
                  <a:pt x="854692" y="979564"/>
                  <a:pt x="841098" y="993158"/>
                  <a:pt x="824329" y="993158"/>
                </a:cubicBezTo>
                <a:cubicBezTo>
                  <a:pt x="807559" y="993158"/>
                  <a:pt x="793965" y="979564"/>
                  <a:pt x="793965" y="962795"/>
                </a:cubicBezTo>
                <a:cubicBezTo>
                  <a:pt x="793965" y="946025"/>
                  <a:pt x="807559" y="932431"/>
                  <a:pt x="824329" y="932431"/>
                </a:cubicBezTo>
                <a:close/>
                <a:moveTo>
                  <a:pt x="751774" y="932431"/>
                </a:moveTo>
                <a:cubicBezTo>
                  <a:pt x="768544" y="932431"/>
                  <a:pt x="782138" y="946025"/>
                  <a:pt x="782138" y="962795"/>
                </a:cubicBezTo>
                <a:cubicBezTo>
                  <a:pt x="782138" y="979564"/>
                  <a:pt x="768544" y="993158"/>
                  <a:pt x="751774" y="993158"/>
                </a:cubicBezTo>
                <a:cubicBezTo>
                  <a:pt x="735005" y="993158"/>
                  <a:pt x="721411" y="979564"/>
                  <a:pt x="721411" y="962795"/>
                </a:cubicBezTo>
                <a:cubicBezTo>
                  <a:pt x="721411" y="946025"/>
                  <a:pt x="735005" y="932431"/>
                  <a:pt x="751774" y="932431"/>
                </a:cubicBezTo>
                <a:close/>
                <a:moveTo>
                  <a:pt x="679220" y="932431"/>
                </a:moveTo>
                <a:cubicBezTo>
                  <a:pt x="695989" y="932431"/>
                  <a:pt x="709583" y="946025"/>
                  <a:pt x="709583" y="962795"/>
                </a:cubicBezTo>
                <a:cubicBezTo>
                  <a:pt x="709583" y="979564"/>
                  <a:pt x="695989" y="993158"/>
                  <a:pt x="679220" y="993158"/>
                </a:cubicBezTo>
                <a:cubicBezTo>
                  <a:pt x="662450" y="993158"/>
                  <a:pt x="648856" y="979564"/>
                  <a:pt x="648856" y="962795"/>
                </a:cubicBezTo>
                <a:cubicBezTo>
                  <a:pt x="648856" y="946025"/>
                  <a:pt x="662450" y="932431"/>
                  <a:pt x="679220" y="932431"/>
                </a:cubicBezTo>
                <a:close/>
                <a:moveTo>
                  <a:pt x="606665" y="932431"/>
                </a:moveTo>
                <a:cubicBezTo>
                  <a:pt x="623435" y="932431"/>
                  <a:pt x="637029" y="946025"/>
                  <a:pt x="637029" y="962795"/>
                </a:cubicBezTo>
                <a:cubicBezTo>
                  <a:pt x="637029" y="979564"/>
                  <a:pt x="623435" y="993158"/>
                  <a:pt x="606665" y="993158"/>
                </a:cubicBezTo>
                <a:cubicBezTo>
                  <a:pt x="589896" y="993158"/>
                  <a:pt x="576302" y="979564"/>
                  <a:pt x="576302" y="962795"/>
                </a:cubicBezTo>
                <a:cubicBezTo>
                  <a:pt x="576302" y="946025"/>
                  <a:pt x="589896" y="932431"/>
                  <a:pt x="606665" y="932431"/>
                </a:cubicBezTo>
                <a:close/>
                <a:moveTo>
                  <a:pt x="534111" y="932431"/>
                </a:moveTo>
                <a:cubicBezTo>
                  <a:pt x="550880" y="932431"/>
                  <a:pt x="564474" y="946025"/>
                  <a:pt x="564474" y="962795"/>
                </a:cubicBezTo>
                <a:cubicBezTo>
                  <a:pt x="564474" y="979564"/>
                  <a:pt x="550880" y="993158"/>
                  <a:pt x="534111" y="993158"/>
                </a:cubicBezTo>
                <a:cubicBezTo>
                  <a:pt x="517341" y="993158"/>
                  <a:pt x="503747" y="979564"/>
                  <a:pt x="503747" y="962795"/>
                </a:cubicBezTo>
                <a:cubicBezTo>
                  <a:pt x="503747" y="946025"/>
                  <a:pt x="517341" y="932431"/>
                  <a:pt x="534111" y="932431"/>
                </a:cubicBezTo>
                <a:close/>
                <a:moveTo>
                  <a:pt x="461556" y="932431"/>
                </a:moveTo>
                <a:cubicBezTo>
                  <a:pt x="478326" y="932431"/>
                  <a:pt x="491920" y="946025"/>
                  <a:pt x="491920" y="962795"/>
                </a:cubicBezTo>
                <a:cubicBezTo>
                  <a:pt x="491920" y="979564"/>
                  <a:pt x="478326" y="993158"/>
                  <a:pt x="461556" y="993158"/>
                </a:cubicBezTo>
                <a:cubicBezTo>
                  <a:pt x="444787" y="993158"/>
                  <a:pt x="431192" y="979564"/>
                  <a:pt x="431192" y="962795"/>
                </a:cubicBezTo>
                <a:cubicBezTo>
                  <a:pt x="431192" y="946025"/>
                  <a:pt x="444787" y="932431"/>
                  <a:pt x="461556" y="932431"/>
                </a:cubicBezTo>
                <a:close/>
                <a:moveTo>
                  <a:pt x="389002" y="932431"/>
                </a:moveTo>
                <a:cubicBezTo>
                  <a:pt x="405771" y="932431"/>
                  <a:pt x="419365" y="946025"/>
                  <a:pt x="419365" y="962795"/>
                </a:cubicBezTo>
                <a:cubicBezTo>
                  <a:pt x="419365" y="979564"/>
                  <a:pt x="405771" y="993158"/>
                  <a:pt x="389002" y="993158"/>
                </a:cubicBezTo>
                <a:cubicBezTo>
                  <a:pt x="372232" y="993158"/>
                  <a:pt x="358638" y="979564"/>
                  <a:pt x="358638" y="962795"/>
                </a:cubicBezTo>
                <a:cubicBezTo>
                  <a:pt x="358638" y="946025"/>
                  <a:pt x="372232" y="932431"/>
                  <a:pt x="389002" y="932431"/>
                </a:cubicBezTo>
                <a:close/>
                <a:moveTo>
                  <a:pt x="316447" y="932431"/>
                </a:moveTo>
                <a:cubicBezTo>
                  <a:pt x="333216" y="932431"/>
                  <a:pt x="346810" y="946025"/>
                  <a:pt x="346810" y="962795"/>
                </a:cubicBezTo>
                <a:cubicBezTo>
                  <a:pt x="346810" y="979564"/>
                  <a:pt x="333216" y="993158"/>
                  <a:pt x="316447" y="993158"/>
                </a:cubicBezTo>
                <a:cubicBezTo>
                  <a:pt x="299677" y="993158"/>
                  <a:pt x="286084" y="979564"/>
                  <a:pt x="286084" y="962795"/>
                </a:cubicBezTo>
                <a:cubicBezTo>
                  <a:pt x="286084" y="946025"/>
                  <a:pt x="299677" y="932431"/>
                  <a:pt x="316447" y="932431"/>
                </a:cubicBezTo>
                <a:close/>
                <a:moveTo>
                  <a:pt x="243892" y="932431"/>
                </a:moveTo>
                <a:cubicBezTo>
                  <a:pt x="260662" y="932431"/>
                  <a:pt x="274256" y="946025"/>
                  <a:pt x="274256" y="962795"/>
                </a:cubicBezTo>
                <a:cubicBezTo>
                  <a:pt x="274256" y="979564"/>
                  <a:pt x="260662" y="993158"/>
                  <a:pt x="243892" y="993158"/>
                </a:cubicBezTo>
                <a:cubicBezTo>
                  <a:pt x="227123" y="993158"/>
                  <a:pt x="213529" y="979564"/>
                  <a:pt x="213529" y="962795"/>
                </a:cubicBezTo>
                <a:cubicBezTo>
                  <a:pt x="213529" y="946025"/>
                  <a:pt x="227123" y="932431"/>
                  <a:pt x="243892" y="932431"/>
                </a:cubicBezTo>
                <a:close/>
                <a:moveTo>
                  <a:pt x="171339" y="932431"/>
                </a:moveTo>
                <a:cubicBezTo>
                  <a:pt x="188107" y="932431"/>
                  <a:pt x="201701" y="946025"/>
                  <a:pt x="201701" y="962795"/>
                </a:cubicBezTo>
                <a:cubicBezTo>
                  <a:pt x="201701" y="979564"/>
                  <a:pt x="188107" y="993158"/>
                  <a:pt x="171339" y="993158"/>
                </a:cubicBezTo>
                <a:cubicBezTo>
                  <a:pt x="154645" y="993158"/>
                  <a:pt x="141051" y="979564"/>
                  <a:pt x="141051" y="962795"/>
                </a:cubicBezTo>
                <a:cubicBezTo>
                  <a:pt x="141051" y="946025"/>
                  <a:pt x="154645" y="932431"/>
                  <a:pt x="171339" y="932431"/>
                </a:cubicBezTo>
                <a:close/>
                <a:moveTo>
                  <a:pt x="98870" y="932431"/>
                </a:moveTo>
                <a:cubicBezTo>
                  <a:pt x="115634" y="932431"/>
                  <a:pt x="129228" y="946025"/>
                  <a:pt x="129228" y="962795"/>
                </a:cubicBezTo>
                <a:cubicBezTo>
                  <a:pt x="129228" y="979564"/>
                  <a:pt x="115634" y="993158"/>
                  <a:pt x="98870" y="993158"/>
                </a:cubicBezTo>
                <a:cubicBezTo>
                  <a:pt x="82099" y="993158"/>
                  <a:pt x="68505" y="979564"/>
                  <a:pt x="68505" y="962795"/>
                </a:cubicBezTo>
                <a:cubicBezTo>
                  <a:pt x="68505" y="946025"/>
                  <a:pt x="82099" y="932431"/>
                  <a:pt x="98870" y="932431"/>
                </a:cubicBezTo>
                <a:close/>
                <a:moveTo>
                  <a:pt x="26316" y="932431"/>
                </a:moveTo>
                <a:cubicBezTo>
                  <a:pt x="43081" y="932431"/>
                  <a:pt x="56676" y="946025"/>
                  <a:pt x="56676" y="962795"/>
                </a:cubicBezTo>
                <a:cubicBezTo>
                  <a:pt x="56676" y="979564"/>
                  <a:pt x="43081" y="993158"/>
                  <a:pt x="26316" y="993158"/>
                </a:cubicBezTo>
                <a:cubicBezTo>
                  <a:pt x="17931" y="993158"/>
                  <a:pt x="10340" y="989760"/>
                  <a:pt x="4845" y="984265"/>
                </a:cubicBezTo>
                <a:lnTo>
                  <a:pt x="0" y="972570"/>
                </a:lnTo>
                <a:lnTo>
                  <a:pt x="0" y="953020"/>
                </a:lnTo>
                <a:lnTo>
                  <a:pt x="4845" y="941324"/>
                </a:lnTo>
                <a:cubicBezTo>
                  <a:pt x="10340" y="935830"/>
                  <a:pt x="17931" y="932431"/>
                  <a:pt x="26316" y="932431"/>
                </a:cubicBezTo>
                <a:close/>
                <a:moveTo>
                  <a:pt x="1612513" y="853981"/>
                </a:moveTo>
                <a:lnTo>
                  <a:pt x="1607766" y="872445"/>
                </a:lnTo>
                <a:lnTo>
                  <a:pt x="1598477" y="897823"/>
                </a:lnTo>
                <a:lnTo>
                  <a:pt x="1592066" y="882343"/>
                </a:lnTo>
                <a:cubicBezTo>
                  <a:pt x="1592066" y="869766"/>
                  <a:pt x="1599712" y="858975"/>
                  <a:pt x="1610610" y="854366"/>
                </a:cubicBezTo>
                <a:close/>
                <a:moveTo>
                  <a:pt x="1549874" y="851979"/>
                </a:moveTo>
                <a:cubicBezTo>
                  <a:pt x="1566644" y="851979"/>
                  <a:pt x="1580238" y="865573"/>
                  <a:pt x="1580238" y="882343"/>
                </a:cubicBezTo>
                <a:cubicBezTo>
                  <a:pt x="1580238" y="899112"/>
                  <a:pt x="1566644" y="912706"/>
                  <a:pt x="1549874" y="912706"/>
                </a:cubicBezTo>
                <a:cubicBezTo>
                  <a:pt x="1533105" y="912706"/>
                  <a:pt x="1519511" y="899112"/>
                  <a:pt x="1519511" y="882343"/>
                </a:cubicBezTo>
                <a:cubicBezTo>
                  <a:pt x="1519511" y="865573"/>
                  <a:pt x="1533105" y="851979"/>
                  <a:pt x="1549874" y="851979"/>
                </a:cubicBezTo>
                <a:close/>
                <a:moveTo>
                  <a:pt x="1477320" y="851979"/>
                </a:moveTo>
                <a:cubicBezTo>
                  <a:pt x="1494089" y="851979"/>
                  <a:pt x="1507683" y="865573"/>
                  <a:pt x="1507683" y="882343"/>
                </a:cubicBezTo>
                <a:cubicBezTo>
                  <a:pt x="1507683" y="899112"/>
                  <a:pt x="1494089" y="912706"/>
                  <a:pt x="1477320" y="912706"/>
                </a:cubicBezTo>
                <a:cubicBezTo>
                  <a:pt x="1460550" y="912706"/>
                  <a:pt x="1446956" y="899112"/>
                  <a:pt x="1446956" y="882343"/>
                </a:cubicBezTo>
                <a:cubicBezTo>
                  <a:pt x="1446956" y="865573"/>
                  <a:pt x="1460550" y="851979"/>
                  <a:pt x="1477320" y="851979"/>
                </a:cubicBezTo>
                <a:close/>
                <a:moveTo>
                  <a:pt x="1404765" y="851979"/>
                </a:moveTo>
                <a:cubicBezTo>
                  <a:pt x="1421535" y="851979"/>
                  <a:pt x="1435129" y="865573"/>
                  <a:pt x="1435129" y="882343"/>
                </a:cubicBezTo>
                <a:cubicBezTo>
                  <a:pt x="1435129" y="899112"/>
                  <a:pt x="1421535" y="912706"/>
                  <a:pt x="1404765" y="912706"/>
                </a:cubicBezTo>
                <a:cubicBezTo>
                  <a:pt x="1387996" y="912706"/>
                  <a:pt x="1374402" y="899112"/>
                  <a:pt x="1374402" y="882343"/>
                </a:cubicBezTo>
                <a:cubicBezTo>
                  <a:pt x="1374402" y="865573"/>
                  <a:pt x="1387996" y="851979"/>
                  <a:pt x="1404765" y="851979"/>
                </a:cubicBezTo>
                <a:close/>
                <a:moveTo>
                  <a:pt x="1332211" y="851979"/>
                </a:moveTo>
                <a:cubicBezTo>
                  <a:pt x="1348980" y="851979"/>
                  <a:pt x="1362574" y="865573"/>
                  <a:pt x="1362574" y="882343"/>
                </a:cubicBezTo>
                <a:cubicBezTo>
                  <a:pt x="1362574" y="899112"/>
                  <a:pt x="1348980" y="912706"/>
                  <a:pt x="1332211" y="912706"/>
                </a:cubicBezTo>
                <a:cubicBezTo>
                  <a:pt x="1315441" y="912706"/>
                  <a:pt x="1301847" y="899112"/>
                  <a:pt x="1301847" y="882343"/>
                </a:cubicBezTo>
                <a:cubicBezTo>
                  <a:pt x="1301847" y="865573"/>
                  <a:pt x="1315441" y="851979"/>
                  <a:pt x="1332211" y="851979"/>
                </a:cubicBezTo>
                <a:close/>
                <a:moveTo>
                  <a:pt x="1259656" y="851979"/>
                </a:moveTo>
                <a:cubicBezTo>
                  <a:pt x="1276426" y="851979"/>
                  <a:pt x="1290020" y="865573"/>
                  <a:pt x="1290020" y="882343"/>
                </a:cubicBezTo>
                <a:cubicBezTo>
                  <a:pt x="1290020" y="899112"/>
                  <a:pt x="1276426" y="912706"/>
                  <a:pt x="1259656" y="912706"/>
                </a:cubicBezTo>
                <a:cubicBezTo>
                  <a:pt x="1242887" y="912706"/>
                  <a:pt x="1229293" y="899112"/>
                  <a:pt x="1229293" y="882343"/>
                </a:cubicBezTo>
                <a:cubicBezTo>
                  <a:pt x="1229293" y="865573"/>
                  <a:pt x="1242887" y="851979"/>
                  <a:pt x="1259656" y="851979"/>
                </a:cubicBezTo>
                <a:close/>
                <a:moveTo>
                  <a:pt x="1187102" y="851979"/>
                </a:moveTo>
                <a:cubicBezTo>
                  <a:pt x="1203871" y="851979"/>
                  <a:pt x="1217465" y="865573"/>
                  <a:pt x="1217465" y="882343"/>
                </a:cubicBezTo>
                <a:cubicBezTo>
                  <a:pt x="1217465" y="899112"/>
                  <a:pt x="1203871" y="912706"/>
                  <a:pt x="1187102" y="912706"/>
                </a:cubicBezTo>
                <a:cubicBezTo>
                  <a:pt x="1170332" y="912706"/>
                  <a:pt x="1156738" y="899112"/>
                  <a:pt x="1156738" y="882343"/>
                </a:cubicBezTo>
                <a:cubicBezTo>
                  <a:pt x="1156738" y="865573"/>
                  <a:pt x="1170332" y="851979"/>
                  <a:pt x="1187102" y="851979"/>
                </a:cubicBezTo>
                <a:close/>
                <a:moveTo>
                  <a:pt x="1114547" y="851979"/>
                </a:moveTo>
                <a:cubicBezTo>
                  <a:pt x="1131317" y="851979"/>
                  <a:pt x="1144911" y="865573"/>
                  <a:pt x="1144911" y="882343"/>
                </a:cubicBezTo>
                <a:cubicBezTo>
                  <a:pt x="1144911" y="899112"/>
                  <a:pt x="1131317" y="912706"/>
                  <a:pt x="1114547" y="912706"/>
                </a:cubicBezTo>
                <a:cubicBezTo>
                  <a:pt x="1097778" y="912706"/>
                  <a:pt x="1084184" y="899112"/>
                  <a:pt x="1084184" y="882343"/>
                </a:cubicBezTo>
                <a:cubicBezTo>
                  <a:pt x="1084184" y="865573"/>
                  <a:pt x="1097778" y="851979"/>
                  <a:pt x="1114547" y="851979"/>
                </a:cubicBezTo>
                <a:close/>
                <a:moveTo>
                  <a:pt x="1041993" y="851979"/>
                </a:moveTo>
                <a:cubicBezTo>
                  <a:pt x="1058762" y="851979"/>
                  <a:pt x="1072356" y="865573"/>
                  <a:pt x="1072356" y="882343"/>
                </a:cubicBezTo>
                <a:cubicBezTo>
                  <a:pt x="1072356" y="899112"/>
                  <a:pt x="1058762" y="912706"/>
                  <a:pt x="1041993" y="912706"/>
                </a:cubicBezTo>
                <a:cubicBezTo>
                  <a:pt x="1025223" y="912706"/>
                  <a:pt x="1011629" y="899112"/>
                  <a:pt x="1011629" y="882343"/>
                </a:cubicBezTo>
                <a:cubicBezTo>
                  <a:pt x="1011629" y="865573"/>
                  <a:pt x="1025223" y="851979"/>
                  <a:pt x="1041993" y="851979"/>
                </a:cubicBezTo>
                <a:close/>
                <a:moveTo>
                  <a:pt x="969438" y="851979"/>
                </a:moveTo>
                <a:cubicBezTo>
                  <a:pt x="986208" y="851979"/>
                  <a:pt x="999801" y="865573"/>
                  <a:pt x="999801" y="882343"/>
                </a:cubicBezTo>
                <a:cubicBezTo>
                  <a:pt x="999801" y="899112"/>
                  <a:pt x="986208" y="912706"/>
                  <a:pt x="969438" y="912706"/>
                </a:cubicBezTo>
                <a:cubicBezTo>
                  <a:pt x="952669" y="912706"/>
                  <a:pt x="939075" y="899112"/>
                  <a:pt x="939075" y="882343"/>
                </a:cubicBezTo>
                <a:cubicBezTo>
                  <a:pt x="939075" y="865573"/>
                  <a:pt x="952669" y="851979"/>
                  <a:pt x="969438" y="851979"/>
                </a:cubicBezTo>
                <a:close/>
                <a:moveTo>
                  <a:pt x="896883" y="851979"/>
                </a:moveTo>
                <a:cubicBezTo>
                  <a:pt x="913653" y="851979"/>
                  <a:pt x="927247" y="865573"/>
                  <a:pt x="927247" y="882343"/>
                </a:cubicBezTo>
                <a:cubicBezTo>
                  <a:pt x="927247" y="899112"/>
                  <a:pt x="913653" y="912706"/>
                  <a:pt x="896883" y="912706"/>
                </a:cubicBezTo>
                <a:cubicBezTo>
                  <a:pt x="880114" y="912706"/>
                  <a:pt x="866520" y="899112"/>
                  <a:pt x="866520" y="882343"/>
                </a:cubicBezTo>
                <a:cubicBezTo>
                  <a:pt x="866520" y="865573"/>
                  <a:pt x="880114" y="851979"/>
                  <a:pt x="896883" y="851979"/>
                </a:cubicBezTo>
                <a:close/>
                <a:moveTo>
                  <a:pt x="824329" y="851979"/>
                </a:moveTo>
                <a:cubicBezTo>
                  <a:pt x="841098" y="851979"/>
                  <a:pt x="854692" y="865573"/>
                  <a:pt x="854692" y="882343"/>
                </a:cubicBezTo>
                <a:cubicBezTo>
                  <a:pt x="854692" y="899112"/>
                  <a:pt x="841098" y="912706"/>
                  <a:pt x="824329" y="912706"/>
                </a:cubicBezTo>
                <a:cubicBezTo>
                  <a:pt x="807559" y="912706"/>
                  <a:pt x="793965" y="899112"/>
                  <a:pt x="793965" y="882343"/>
                </a:cubicBezTo>
                <a:cubicBezTo>
                  <a:pt x="793965" y="865573"/>
                  <a:pt x="807559" y="851979"/>
                  <a:pt x="824329" y="851979"/>
                </a:cubicBezTo>
                <a:close/>
                <a:moveTo>
                  <a:pt x="751774" y="851979"/>
                </a:moveTo>
                <a:cubicBezTo>
                  <a:pt x="768544" y="851979"/>
                  <a:pt x="782138" y="865573"/>
                  <a:pt x="782138" y="882343"/>
                </a:cubicBezTo>
                <a:cubicBezTo>
                  <a:pt x="782138" y="899112"/>
                  <a:pt x="768544" y="912706"/>
                  <a:pt x="751774" y="912706"/>
                </a:cubicBezTo>
                <a:cubicBezTo>
                  <a:pt x="735005" y="912706"/>
                  <a:pt x="721411" y="899112"/>
                  <a:pt x="721411" y="882343"/>
                </a:cubicBezTo>
                <a:cubicBezTo>
                  <a:pt x="721411" y="865573"/>
                  <a:pt x="735005" y="851979"/>
                  <a:pt x="751774" y="851979"/>
                </a:cubicBezTo>
                <a:close/>
                <a:moveTo>
                  <a:pt x="679220" y="851979"/>
                </a:moveTo>
                <a:cubicBezTo>
                  <a:pt x="695989" y="851979"/>
                  <a:pt x="709583" y="865573"/>
                  <a:pt x="709583" y="882343"/>
                </a:cubicBezTo>
                <a:cubicBezTo>
                  <a:pt x="709583" y="899112"/>
                  <a:pt x="695989" y="912706"/>
                  <a:pt x="679220" y="912706"/>
                </a:cubicBezTo>
                <a:cubicBezTo>
                  <a:pt x="662450" y="912706"/>
                  <a:pt x="648856" y="899112"/>
                  <a:pt x="648856" y="882343"/>
                </a:cubicBezTo>
                <a:cubicBezTo>
                  <a:pt x="648856" y="865573"/>
                  <a:pt x="662450" y="851979"/>
                  <a:pt x="679220" y="851979"/>
                </a:cubicBezTo>
                <a:close/>
                <a:moveTo>
                  <a:pt x="606665" y="851979"/>
                </a:moveTo>
                <a:cubicBezTo>
                  <a:pt x="623435" y="851979"/>
                  <a:pt x="637029" y="865573"/>
                  <a:pt x="637029" y="882343"/>
                </a:cubicBezTo>
                <a:cubicBezTo>
                  <a:pt x="637029" y="899112"/>
                  <a:pt x="623435" y="912706"/>
                  <a:pt x="606665" y="912706"/>
                </a:cubicBezTo>
                <a:cubicBezTo>
                  <a:pt x="589896" y="912706"/>
                  <a:pt x="576302" y="899112"/>
                  <a:pt x="576302" y="882343"/>
                </a:cubicBezTo>
                <a:cubicBezTo>
                  <a:pt x="576302" y="865573"/>
                  <a:pt x="589896" y="851979"/>
                  <a:pt x="606665" y="851979"/>
                </a:cubicBezTo>
                <a:close/>
                <a:moveTo>
                  <a:pt x="534111" y="851979"/>
                </a:moveTo>
                <a:cubicBezTo>
                  <a:pt x="550880" y="851979"/>
                  <a:pt x="564474" y="865573"/>
                  <a:pt x="564474" y="882343"/>
                </a:cubicBezTo>
                <a:cubicBezTo>
                  <a:pt x="564474" y="899112"/>
                  <a:pt x="550880" y="912706"/>
                  <a:pt x="534111" y="912706"/>
                </a:cubicBezTo>
                <a:cubicBezTo>
                  <a:pt x="517341" y="912706"/>
                  <a:pt x="503747" y="899112"/>
                  <a:pt x="503747" y="882343"/>
                </a:cubicBezTo>
                <a:cubicBezTo>
                  <a:pt x="503747" y="865573"/>
                  <a:pt x="517341" y="851979"/>
                  <a:pt x="534111" y="851979"/>
                </a:cubicBezTo>
                <a:close/>
                <a:moveTo>
                  <a:pt x="461556" y="851979"/>
                </a:moveTo>
                <a:cubicBezTo>
                  <a:pt x="478326" y="851979"/>
                  <a:pt x="491920" y="865573"/>
                  <a:pt x="491920" y="882343"/>
                </a:cubicBezTo>
                <a:cubicBezTo>
                  <a:pt x="491920" y="899112"/>
                  <a:pt x="478326" y="912706"/>
                  <a:pt x="461556" y="912706"/>
                </a:cubicBezTo>
                <a:cubicBezTo>
                  <a:pt x="444787" y="912706"/>
                  <a:pt x="431192" y="899112"/>
                  <a:pt x="431192" y="882343"/>
                </a:cubicBezTo>
                <a:cubicBezTo>
                  <a:pt x="431192" y="865573"/>
                  <a:pt x="444787" y="851979"/>
                  <a:pt x="461556" y="851979"/>
                </a:cubicBezTo>
                <a:close/>
                <a:moveTo>
                  <a:pt x="389002" y="851979"/>
                </a:moveTo>
                <a:cubicBezTo>
                  <a:pt x="405771" y="851979"/>
                  <a:pt x="419365" y="865573"/>
                  <a:pt x="419365" y="882343"/>
                </a:cubicBezTo>
                <a:cubicBezTo>
                  <a:pt x="419365" y="899112"/>
                  <a:pt x="405771" y="912706"/>
                  <a:pt x="389002" y="912706"/>
                </a:cubicBezTo>
                <a:cubicBezTo>
                  <a:pt x="372232" y="912706"/>
                  <a:pt x="358638" y="899112"/>
                  <a:pt x="358638" y="882343"/>
                </a:cubicBezTo>
                <a:cubicBezTo>
                  <a:pt x="358638" y="865573"/>
                  <a:pt x="372232" y="851979"/>
                  <a:pt x="389002" y="851979"/>
                </a:cubicBezTo>
                <a:close/>
                <a:moveTo>
                  <a:pt x="316447" y="851979"/>
                </a:moveTo>
                <a:cubicBezTo>
                  <a:pt x="333216" y="851979"/>
                  <a:pt x="346810" y="865573"/>
                  <a:pt x="346810" y="882343"/>
                </a:cubicBezTo>
                <a:cubicBezTo>
                  <a:pt x="346810" y="899112"/>
                  <a:pt x="333216" y="912706"/>
                  <a:pt x="316447" y="912706"/>
                </a:cubicBezTo>
                <a:cubicBezTo>
                  <a:pt x="299677" y="912706"/>
                  <a:pt x="286084" y="899112"/>
                  <a:pt x="286084" y="882343"/>
                </a:cubicBezTo>
                <a:cubicBezTo>
                  <a:pt x="286084" y="865573"/>
                  <a:pt x="299677" y="851979"/>
                  <a:pt x="316447" y="851979"/>
                </a:cubicBezTo>
                <a:close/>
                <a:moveTo>
                  <a:pt x="243892" y="851979"/>
                </a:moveTo>
                <a:cubicBezTo>
                  <a:pt x="260662" y="851979"/>
                  <a:pt x="274256" y="865573"/>
                  <a:pt x="274256" y="882343"/>
                </a:cubicBezTo>
                <a:cubicBezTo>
                  <a:pt x="274256" y="899112"/>
                  <a:pt x="260662" y="912706"/>
                  <a:pt x="243892" y="912706"/>
                </a:cubicBezTo>
                <a:cubicBezTo>
                  <a:pt x="227123" y="912706"/>
                  <a:pt x="213529" y="899112"/>
                  <a:pt x="213529" y="882343"/>
                </a:cubicBezTo>
                <a:cubicBezTo>
                  <a:pt x="213529" y="865573"/>
                  <a:pt x="227123" y="851979"/>
                  <a:pt x="243892" y="851979"/>
                </a:cubicBezTo>
                <a:close/>
                <a:moveTo>
                  <a:pt x="171339" y="851979"/>
                </a:moveTo>
                <a:cubicBezTo>
                  <a:pt x="188107" y="851979"/>
                  <a:pt x="201701" y="865573"/>
                  <a:pt x="201701" y="882343"/>
                </a:cubicBezTo>
                <a:cubicBezTo>
                  <a:pt x="201701" y="899112"/>
                  <a:pt x="188107" y="912706"/>
                  <a:pt x="171339" y="912706"/>
                </a:cubicBezTo>
                <a:cubicBezTo>
                  <a:pt x="154651" y="912706"/>
                  <a:pt x="141056" y="899112"/>
                  <a:pt x="141056" y="882343"/>
                </a:cubicBezTo>
                <a:cubicBezTo>
                  <a:pt x="141056" y="865573"/>
                  <a:pt x="154651" y="851979"/>
                  <a:pt x="171339" y="851979"/>
                </a:cubicBezTo>
                <a:close/>
                <a:moveTo>
                  <a:pt x="98877" y="851979"/>
                </a:moveTo>
                <a:cubicBezTo>
                  <a:pt x="115640" y="851979"/>
                  <a:pt x="129234" y="865573"/>
                  <a:pt x="129234" y="882343"/>
                </a:cubicBezTo>
                <a:cubicBezTo>
                  <a:pt x="129234" y="899112"/>
                  <a:pt x="115640" y="912706"/>
                  <a:pt x="98877" y="912706"/>
                </a:cubicBezTo>
                <a:cubicBezTo>
                  <a:pt x="82106" y="912706"/>
                  <a:pt x="68511" y="899112"/>
                  <a:pt x="68511" y="882343"/>
                </a:cubicBezTo>
                <a:cubicBezTo>
                  <a:pt x="68511" y="865573"/>
                  <a:pt x="82106" y="851979"/>
                  <a:pt x="98877" y="851979"/>
                </a:cubicBezTo>
                <a:close/>
                <a:moveTo>
                  <a:pt x="26322" y="851979"/>
                </a:moveTo>
                <a:cubicBezTo>
                  <a:pt x="43087" y="851979"/>
                  <a:pt x="56682" y="865573"/>
                  <a:pt x="56682" y="882343"/>
                </a:cubicBezTo>
                <a:cubicBezTo>
                  <a:pt x="56682" y="899112"/>
                  <a:pt x="43087" y="912706"/>
                  <a:pt x="26322" y="912706"/>
                </a:cubicBezTo>
                <a:cubicBezTo>
                  <a:pt x="17937" y="912706"/>
                  <a:pt x="10346" y="909308"/>
                  <a:pt x="4851" y="903813"/>
                </a:cubicBezTo>
                <a:lnTo>
                  <a:pt x="0" y="892101"/>
                </a:lnTo>
                <a:lnTo>
                  <a:pt x="0" y="872585"/>
                </a:lnTo>
                <a:lnTo>
                  <a:pt x="4851" y="860872"/>
                </a:lnTo>
                <a:cubicBezTo>
                  <a:pt x="10346" y="855378"/>
                  <a:pt x="17937" y="851979"/>
                  <a:pt x="26322" y="851979"/>
                </a:cubicBezTo>
                <a:close/>
                <a:moveTo>
                  <a:pt x="1622429" y="771528"/>
                </a:moveTo>
                <a:lnTo>
                  <a:pt x="1633158" y="773694"/>
                </a:lnTo>
                <a:lnTo>
                  <a:pt x="1618313" y="831424"/>
                </a:lnTo>
                <a:lnTo>
                  <a:pt x="1610610" y="829868"/>
                </a:lnTo>
                <a:cubicBezTo>
                  <a:pt x="1599712" y="825259"/>
                  <a:pt x="1592066" y="814469"/>
                  <a:pt x="1592066" y="801891"/>
                </a:cubicBezTo>
                <a:cubicBezTo>
                  <a:pt x="1592066" y="785122"/>
                  <a:pt x="1605659" y="771528"/>
                  <a:pt x="1622429" y="771528"/>
                </a:cubicBezTo>
                <a:close/>
                <a:moveTo>
                  <a:pt x="1549874" y="771528"/>
                </a:moveTo>
                <a:cubicBezTo>
                  <a:pt x="1566644" y="771528"/>
                  <a:pt x="1580238" y="785122"/>
                  <a:pt x="1580238" y="801891"/>
                </a:cubicBezTo>
                <a:cubicBezTo>
                  <a:pt x="1580238" y="818661"/>
                  <a:pt x="1566644" y="832255"/>
                  <a:pt x="1549874" y="832255"/>
                </a:cubicBezTo>
                <a:cubicBezTo>
                  <a:pt x="1533105" y="832255"/>
                  <a:pt x="1519511" y="818661"/>
                  <a:pt x="1519511" y="801891"/>
                </a:cubicBezTo>
                <a:cubicBezTo>
                  <a:pt x="1519511" y="785122"/>
                  <a:pt x="1533105" y="771528"/>
                  <a:pt x="1549874" y="771528"/>
                </a:cubicBezTo>
                <a:close/>
                <a:moveTo>
                  <a:pt x="1477320" y="771528"/>
                </a:moveTo>
                <a:cubicBezTo>
                  <a:pt x="1494089" y="771528"/>
                  <a:pt x="1507683" y="785122"/>
                  <a:pt x="1507683" y="801891"/>
                </a:cubicBezTo>
                <a:cubicBezTo>
                  <a:pt x="1507683" y="818661"/>
                  <a:pt x="1494089" y="832255"/>
                  <a:pt x="1477320" y="832255"/>
                </a:cubicBezTo>
                <a:cubicBezTo>
                  <a:pt x="1460550" y="832255"/>
                  <a:pt x="1446956" y="818661"/>
                  <a:pt x="1446956" y="801891"/>
                </a:cubicBezTo>
                <a:cubicBezTo>
                  <a:pt x="1446956" y="785122"/>
                  <a:pt x="1460550" y="771528"/>
                  <a:pt x="1477320" y="771528"/>
                </a:cubicBezTo>
                <a:close/>
                <a:moveTo>
                  <a:pt x="1404765" y="771528"/>
                </a:moveTo>
                <a:cubicBezTo>
                  <a:pt x="1421535" y="771528"/>
                  <a:pt x="1435129" y="785122"/>
                  <a:pt x="1435129" y="801891"/>
                </a:cubicBezTo>
                <a:cubicBezTo>
                  <a:pt x="1435129" y="818661"/>
                  <a:pt x="1421535" y="832255"/>
                  <a:pt x="1404765" y="832255"/>
                </a:cubicBezTo>
                <a:cubicBezTo>
                  <a:pt x="1387996" y="832255"/>
                  <a:pt x="1374402" y="818661"/>
                  <a:pt x="1374402" y="801891"/>
                </a:cubicBezTo>
                <a:cubicBezTo>
                  <a:pt x="1374402" y="785122"/>
                  <a:pt x="1387996" y="771528"/>
                  <a:pt x="1404765" y="771528"/>
                </a:cubicBezTo>
                <a:close/>
                <a:moveTo>
                  <a:pt x="1332211" y="771528"/>
                </a:moveTo>
                <a:cubicBezTo>
                  <a:pt x="1348980" y="771528"/>
                  <a:pt x="1362574" y="785122"/>
                  <a:pt x="1362574" y="801891"/>
                </a:cubicBezTo>
                <a:cubicBezTo>
                  <a:pt x="1362574" y="818661"/>
                  <a:pt x="1348980" y="832255"/>
                  <a:pt x="1332211" y="832255"/>
                </a:cubicBezTo>
                <a:cubicBezTo>
                  <a:pt x="1315441" y="832255"/>
                  <a:pt x="1301847" y="818661"/>
                  <a:pt x="1301847" y="801891"/>
                </a:cubicBezTo>
                <a:cubicBezTo>
                  <a:pt x="1301847" y="785122"/>
                  <a:pt x="1315441" y="771528"/>
                  <a:pt x="1332211" y="771528"/>
                </a:cubicBezTo>
                <a:close/>
                <a:moveTo>
                  <a:pt x="1259656" y="771528"/>
                </a:moveTo>
                <a:cubicBezTo>
                  <a:pt x="1276426" y="771528"/>
                  <a:pt x="1290020" y="785122"/>
                  <a:pt x="1290020" y="801891"/>
                </a:cubicBezTo>
                <a:cubicBezTo>
                  <a:pt x="1290020" y="818661"/>
                  <a:pt x="1276426" y="832255"/>
                  <a:pt x="1259656" y="832255"/>
                </a:cubicBezTo>
                <a:cubicBezTo>
                  <a:pt x="1242887" y="832255"/>
                  <a:pt x="1229293" y="818661"/>
                  <a:pt x="1229293" y="801891"/>
                </a:cubicBezTo>
                <a:cubicBezTo>
                  <a:pt x="1229293" y="785122"/>
                  <a:pt x="1242887" y="771528"/>
                  <a:pt x="1259656" y="771528"/>
                </a:cubicBezTo>
                <a:close/>
                <a:moveTo>
                  <a:pt x="1187102" y="771528"/>
                </a:moveTo>
                <a:cubicBezTo>
                  <a:pt x="1203871" y="771528"/>
                  <a:pt x="1217465" y="785122"/>
                  <a:pt x="1217465" y="801891"/>
                </a:cubicBezTo>
                <a:cubicBezTo>
                  <a:pt x="1217465" y="818661"/>
                  <a:pt x="1203871" y="832255"/>
                  <a:pt x="1187102" y="832255"/>
                </a:cubicBezTo>
                <a:cubicBezTo>
                  <a:pt x="1170332" y="832255"/>
                  <a:pt x="1156738" y="818661"/>
                  <a:pt x="1156738" y="801891"/>
                </a:cubicBezTo>
                <a:cubicBezTo>
                  <a:pt x="1156738" y="785122"/>
                  <a:pt x="1170332" y="771528"/>
                  <a:pt x="1187102" y="771528"/>
                </a:cubicBezTo>
                <a:close/>
                <a:moveTo>
                  <a:pt x="1114547" y="771528"/>
                </a:moveTo>
                <a:cubicBezTo>
                  <a:pt x="1131317" y="771528"/>
                  <a:pt x="1144911" y="785122"/>
                  <a:pt x="1144911" y="801891"/>
                </a:cubicBezTo>
                <a:cubicBezTo>
                  <a:pt x="1144911" y="818661"/>
                  <a:pt x="1131317" y="832255"/>
                  <a:pt x="1114547" y="832255"/>
                </a:cubicBezTo>
                <a:cubicBezTo>
                  <a:pt x="1097778" y="832255"/>
                  <a:pt x="1084184" y="818661"/>
                  <a:pt x="1084184" y="801891"/>
                </a:cubicBezTo>
                <a:cubicBezTo>
                  <a:pt x="1084184" y="785122"/>
                  <a:pt x="1097778" y="771528"/>
                  <a:pt x="1114547" y="771528"/>
                </a:cubicBezTo>
                <a:close/>
                <a:moveTo>
                  <a:pt x="1041993" y="771528"/>
                </a:moveTo>
                <a:cubicBezTo>
                  <a:pt x="1058762" y="771528"/>
                  <a:pt x="1072356" y="785122"/>
                  <a:pt x="1072356" y="801891"/>
                </a:cubicBezTo>
                <a:cubicBezTo>
                  <a:pt x="1072356" y="818661"/>
                  <a:pt x="1058762" y="832255"/>
                  <a:pt x="1041993" y="832255"/>
                </a:cubicBezTo>
                <a:cubicBezTo>
                  <a:pt x="1025223" y="832255"/>
                  <a:pt x="1011629" y="818661"/>
                  <a:pt x="1011629" y="801891"/>
                </a:cubicBezTo>
                <a:cubicBezTo>
                  <a:pt x="1011629" y="785122"/>
                  <a:pt x="1025223" y="771528"/>
                  <a:pt x="1041993" y="771528"/>
                </a:cubicBezTo>
                <a:close/>
                <a:moveTo>
                  <a:pt x="969438" y="771528"/>
                </a:moveTo>
                <a:cubicBezTo>
                  <a:pt x="986208" y="771528"/>
                  <a:pt x="999801" y="785122"/>
                  <a:pt x="999801" y="801891"/>
                </a:cubicBezTo>
                <a:cubicBezTo>
                  <a:pt x="999801" y="818661"/>
                  <a:pt x="986208" y="832255"/>
                  <a:pt x="969438" y="832255"/>
                </a:cubicBezTo>
                <a:cubicBezTo>
                  <a:pt x="952669" y="832255"/>
                  <a:pt x="939075" y="818661"/>
                  <a:pt x="939075" y="801891"/>
                </a:cubicBezTo>
                <a:cubicBezTo>
                  <a:pt x="939075" y="785122"/>
                  <a:pt x="952669" y="771528"/>
                  <a:pt x="969438" y="771528"/>
                </a:cubicBezTo>
                <a:close/>
                <a:moveTo>
                  <a:pt x="896883" y="771528"/>
                </a:moveTo>
                <a:cubicBezTo>
                  <a:pt x="913653" y="771528"/>
                  <a:pt x="927247" y="785122"/>
                  <a:pt x="927247" y="801891"/>
                </a:cubicBezTo>
                <a:cubicBezTo>
                  <a:pt x="927247" y="818661"/>
                  <a:pt x="913653" y="832255"/>
                  <a:pt x="896883" y="832255"/>
                </a:cubicBezTo>
                <a:cubicBezTo>
                  <a:pt x="880114" y="832255"/>
                  <a:pt x="866520" y="818661"/>
                  <a:pt x="866520" y="801891"/>
                </a:cubicBezTo>
                <a:cubicBezTo>
                  <a:pt x="866520" y="785122"/>
                  <a:pt x="880114" y="771528"/>
                  <a:pt x="896883" y="771528"/>
                </a:cubicBezTo>
                <a:close/>
                <a:moveTo>
                  <a:pt x="824329" y="771528"/>
                </a:moveTo>
                <a:cubicBezTo>
                  <a:pt x="841098" y="771528"/>
                  <a:pt x="854692" y="785122"/>
                  <a:pt x="854692" y="801891"/>
                </a:cubicBezTo>
                <a:cubicBezTo>
                  <a:pt x="854692" y="818661"/>
                  <a:pt x="841098" y="832255"/>
                  <a:pt x="824329" y="832255"/>
                </a:cubicBezTo>
                <a:cubicBezTo>
                  <a:pt x="807559" y="832255"/>
                  <a:pt x="793965" y="818661"/>
                  <a:pt x="793965" y="801891"/>
                </a:cubicBezTo>
                <a:cubicBezTo>
                  <a:pt x="793965" y="785122"/>
                  <a:pt x="807559" y="771528"/>
                  <a:pt x="824329" y="771528"/>
                </a:cubicBezTo>
                <a:close/>
                <a:moveTo>
                  <a:pt x="751774" y="771528"/>
                </a:moveTo>
                <a:cubicBezTo>
                  <a:pt x="768544" y="771528"/>
                  <a:pt x="782138" y="785122"/>
                  <a:pt x="782138" y="801891"/>
                </a:cubicBezTo>
                <a:cubicBezTo>
                  <a:pt x="782138" y="818661"/>
                  <a:pt x="768544" y="832255"/>
                  <a:pt x="751774" y="832255"/>
                </a:cubicBezTo>
                <a:cubicBezTo>
                  <a:pt x="735005" y="832255"/>
                  <a:pt x="721411" y="818661"/>
                  <a:pt x="721411" y="801891"/>
                </a:cubicBezTo>
                <a:cubicBezTo>
                  <a:pt x="721411" y="785122"/>
                  <a:pt x="735005" y="771528"/>
                  <a:pt x="751774" y="771528"/>
                </a:cubicBezTo>
                <a:close/>
                <a:moveTo>
                  <a:pt x="679220" y="771528"/>
                </a:moveTo>
                <a:cubicBezTo>
                  <a:pt x="695989" y="771528"/>
                  <a:pt x="709583" y="785122"/>
                  <a:pt x="709583" y="801891"/>
                </a:cubicBezTo>
                <a:cubicBezTo>
                  <a:pt x="709583" y="818661"/>
                  <a:pt x="695989" y="832255"/>
                  <a:pt x="679220" y="832255"/>
                </a:cubicBezTo>
                <a:cubicBezTo>
                  <a:pt x="662450" y="832255"/>
                  <a:pt x="648856" y="818661"/>
                  <a:pt x="648856" y="801891"/>
                </a:cubicBezTo>
                <a:cubicBezTo>
                  <a:pt x="648856" y="785122"/>
                  <a:pt x="662450" y="771528"/>
                  <a:pt x="679220" y="771528"/>
                </a:cubicBezTo>
                <a:close/>
                <a:moveTo>
                  <a:pt x="606665" y="771528"/>
                </a:moveTo>
                <a:cubicBezTo>
                  <a:pt x="623435" y="771528"/>
                  <a:pt x="637029" y="785122"/>
                  <a:pt x="637029" y="801891"/>
                </a:cubicBezTo>
                <a:cubicBezTo>
                  <a:pt x="637029" y="818661"/>
                  <a:pt x="623435" y="832255"/>
                  <a:pt x="606665" y="832255"/>
                </a:cubicBezTo>
                <a:cubicBezTo>
                  <a:pt x="589896" y="832255"/>
                  <a:pt x="576302" y="818661"/>
                  <a:pt x="576302" y="801891"/>
                </a:cubicBezTo>
                <a:cubicBezTo>
                  <a:pt x="576302" y="785122"/>
                  <a:pt x="589896" y="771528"/>
                  <a:pt x="606665" y="771528"/>
                </a:cubicBezTo>
                <a:close/>
                <a:moveTo>
                  <a:pt x="534111" y="771528"/>
                </a:moveTo>
                <a:cubicBezTo>
                  <a:pt x="550880" y="771528"/>
                  <a:pt x="564474" y="785122"/>
                  <a:pt x="564474" y="801891"/>
                </a:cubicBezTo>
                <a:cubicBezTo>
                  <a:pt x="564474" y="818661"/>
                  <a:pt x="550880" y="832255"/>
                  <a:pt x="534111" y="832255"/>
                </a:cubicBezTo>
                <a:cubicBezTo>
                  <a:pt x="517341" y="832255"/>
                  <a:pt x="503747" y="818661"/>
                  <a:pt x="503747" y="801891"/>
                </a:cubicBezTo>
                <a:cubicBezTo>
                  <a:pt x="503747" y="785122"/>
                  <a:pt x="517341" y="771528"/>
                  <a:pt x="534111" y="771528"/>
                </a:cubicBezTo>
                <a:close/>
                <a:moveTo>
                  <a:pt x="461556" y="771528"/>
                </a:moveTo>
                <a:cubicBezTo>
                  <a:pt x="478326" y="771528"/>
                  <a:pt x="491920" y="785122"/>
                  <a:pt x="491920" y="801891"/>
                </a:cubicBezTo>
                <a:cubicBezTo>
                  <a:pt x="491920" y="818661"/>
                  <a:pt x="478326" y="832255"/>
                  <a:pt x="461556" y="832255"/>
                </a:cubicBezTo>
                <a:cubicBezTo>
                  <a:pt x="444787" y="832255"/>
                  <a:pt x="431192" y="818661"/>
                  <a:pt x="431192" y="801891"/>
                </a:cubicBezTo>
                <a:cubicBezTo>
                  <a:pt x="431192" y="785122"/>
                  <a:pt x="444787" y="771528"/>
                  <a:pt x="461556" y="771528"/>
                </a:cubicBezTo>
                <a:close/>
                <a:moveTo>
                  <a:pt x="389002" y="771528"/>
                </a:moveTo>
                <a:cubicBezTo>
                  <a:pt x="405771" y="771528"/>
                  <a:pt x="419365" y="785122"/>
                  <a:pt x="419365" y="801891"/>
                </a:cubicBezTo>
                <a:cubicBezTo>
                  <a:pt x="419365" y="818661"/>
                  <a:pt x="405771" y="832255"/>
                  <a:pt x="389002" y="832255"/>
                </a:cubicBezTo>
                <a:cubicBezTo>
                  <a:pt x="372232" y="832255"/>
                  <a:pt x="358638" y="818661"/>
                  <a:pt x="358638" y="801891"/>
                </a:cubicBezTo>
                <a:cubicBezTo>
                  <a:pt x="358638" y="785122"/>
                  <a:pt x="372232" y="771528"/>
                  <a:pt x="389002" y="771528"/>
                </a:cubicBezTo>
                <a:close/>
                <a:moveTo>
                  <a:pt x="316447" y="771528"/>
                </a:moveTo>
                <a:cubicBezTo>
                  <a:pt x="333216" y="771528"/>
                  <a:pt x="346810" y="785122"/>
                  <a:pt x="346810" y="801891"/>
                </a:cubicBezTo>
                <a:cubicBezTo>
                  <a:pt x="346810" y="818661"/>
                  <a:pt x="333216" y="832255"/>
                  <a:pt x="316447" y="832255"/>
                </a:cubicBezTo>
                <a:cubicBezTo>
                  <a:pt x="299677" y="832255"/>
                  <a:pt x="286084" y="818661"/>
                  <a:pt x="286084" y="801891"/>
                </a:cubicBezTo>
                <a:cubicBezTo>
                  <a:pt x="286084" y="785122"/>
                  <a:pt x="299677" y="771528"/>
                  <a:pt x="316447" y="771528"/>
                </a:cubicBezTo>
                <a:close/>
                <a:moveTo>
                  <a:pt x="243892" y="771528"/>
                </a:moveTo>
                <a:cubicBezTo>
                  <a:pt x="260662" y="771528"/>
                  <a:pt x="274256" y="785122"/>
                  <a:pt x="274256" y="801891"/>
                </a:cubicBezTo>
                <a:cubicBezTo>
                  <a:pt x="274256" y="818661"/>
                  <a:pt x="260662" y="832255"/>
                  <a:pt x="243892" y="832255"/>
                </a:cubicBezTo>
                <a:cubicBezTo>
                  <a:pt x="227123" y="832255"/>
                  <a:pt x="213529" y="818661"/>
                  <a:pt x="213529" y="801891"/>
                </a:cubicBezTo>
                <a:cubicBezTo>
                  <a:pt x="213529" y="785122"/>
                  <a:pt x="227123" y="771528"/>
                  <a:pt x="243892" y="771528"/>
                </a:cubicBezTo>
                <a:close/>
                <a:moveTo>
                  <a:pt x="171339" y="771528"/>
                </a:moveTo>
                <a:cubicBezTo>
                  <a:pt x="188107" y="771528"/>
                  <a:pt x="201701" y="785122"/>
                  <a:pt x="201701" y="801891"/>
                </a:cubicBezTo>
                <a:cubicBezTo>
                  <a:pt x="201701" y="818661"/>
                  <a:pt x="188107" y="832255"/>
                  <a:pt x="171339" y="832255"/>
                </a:cubicBezTo>
                <a:cubicBezTo>
                  <a:pt x="154656" y="832255"/>
                  <a:pt x="141062" y="818661"/>
                  <a:pt x="141062" y="801891"/>
                </a:cubicBezTo>
                <a:cubicBezTo>
                  <a:pt x="141062" y="785122"/>
                  <a:pt x="154656" y="771528"/>
                  <a:pt x="171339" y="771528"/>
                </a:cubicBezTo>
                <a:close/>
                <a:moveTo>
                  <a:pt x="98884" y="771528"/>
                </a:moveTo>
                <a:cubicBezTo>
                  <a:pt x="115646" y="771528"/>
                  <a:pt x="129240" y="785122"/>
                  <a:pt x="129240" y="801891"/>
                </a:cubicBezTo>
                <a:cubicBezTo>
                  <a:pt x="129240" y="818661"/>
                  <a:pt x="115646" y="832255"/>
                  <a:pt x="98884" y="832255"/>
                </a:cubicBezTo>
                <a:cubicBezTo>
                  <a:pt x="82112" y="832255"/>
                  <a:pt x="68517" y="818661"/>
                  <a:pt x="68517" y="801891"/>
                </a:cubicBezTo>
                <a:cubicBezTo>
                  <a:pt x="68517" y="785122"/>
                  <a:pt x="82112" y="771528"/>
                  <a:pt x="98884" y="771528"/>
                </a:cubicBezTo>
                <a:close/>
                <a:moveTo>
                  <a:pt x="26329" y="771528"/>
                </a:moveTo>
                <a:cubicBezTo>
                  <a:pt x="43093" y="771528"/>
                  <a:pt x="56688" y="785122"/>
                  <a:pt x="56688" y="801891"/>
                </a:cubicBezTo>
                <a:cubicBezTo>
                  <a:pt x="56688" y="818661"/>
                  <a:pt x="43093" y="832255"/>
                  <a:pt x="26329" y="832255"/>
                </a:cubicBezTo>
                <a:cubicBezTo>
                  <a:pt x="17944" y="832255"/>
                  <a:pt x="10353" y="828857"/>
                  <a:pt x="4858" y="823362"/>
                </a:cubicBezTo>
                <a:lnTo>
                  <a:pt x="0" y="811633"/>
                </a:lnTo>
                <a:lnTo>
                  <a:pt x="0" y="792150"/>
                </a:lnTo>
                <a:lnTo>
                  <a:pt x="4858" y="780421"/>
                </a:lnTo>
                <a:cubicBezTo>
                  <a:pt x="10353" y="774927"/>
                  <a:pt x="17944" y="771528"/>
                  <a:pt x="26329" y="771528"/>
                </a:cubicBezTo>
                <a:close/>
                <a:moveTo>
                  <a:pt x="1622429" y="691076"/>
                </a:moveTo>
                <a:cubicBezTo>
                  <a:pt x="1630814" y="691076"/>
                  <a:pt x="1638404" y="694475"/>
                  <a:pt x="1643899" y="699969"/>
                </a:cubicBezTo>
                <a:lnTo>
                  <a:pt x="1647739" y="709237"/>
                </a:lnTo>
                <a:lnTo>
                  <a:pt x="1644828" y="728305"/>
                </a:lnTo>
                <a:lnTo>
                  <a:pt x="1640480" y="745215"/>
                </a:lnTo>
                <a:lnTo>
                  <a:pt x="1634248" y="749417"/>
                </a:lnTo>
                <a:cubicBezTo>
                  <a:pt x="1630615" y="750953"/>
                  <a:pt x="1626621" y="751803"/>
                  <a:pt x="1622429" y="751803"/>
                </a:cubicBezTo>
                <a:cubicBezTo>
                  <a:pt x="1605659" y="751803"/>
                  <a:pt x="1592066" y="738209"/>
                  <a:pt x="1592066" y="721440"/>
                </a:cubicBezTo>
                <a:cubicBezTo>
                  <a:pt x="1592066" y="704670"/>
                  <a:pt x="1605659" y="691076"/>
                  <a:pt x="1622429" y="691076"/>
                </a:cubicBezTo>
                <a:close/>
                <a:moveTo>
                  <a:pt x="1549874" y="691076"/>
                </a:moveTo>
                <a:cubicBezTo>
                  <a:pt x="1566644" y="691076"/>
                  <a:pt x="1580238" y="704670"/>
                  <a:pt x="1580238" y="721440"/>
                </a:cubicBezTo>
                <a:cubicBezTo>
                  <a:pt x="1580238" y="738209"/>
                  <a:pt x="1566644" y="751803"/>
                  <a:pt x="1549874" y="751803"/>
                </a:cubicBezTo>
                <a:cubicBezTo>
                  <a:pt x="1533105" y="751803"/>
                  <a:pt x="1519511" y="738209"/>
                  <a:pt x="1519511" y="721440"/>
                </a:cubicBezTo>
                <a:cubicBezTo>
                  <a:pt x="1519511" y="704670"/>
                  <a:pt x="1533105" y="691076"/>
                  <a:pt x="1549874" y="691076"/>
                </a:cubicBezTo>
                <a:close/>
                <a:moveTo>
                  <a:pt x="1477320" y="691076"/>
                </a:moveTo>
                <a:cubicBezTo>
                  <a:pt x="1494089" y="691076"/>
                  <a:pt x="1507683" y="704670"/>
                  <a:pt x="1507683" y="721440"/>
                </a:cubicBezTo>
                <a:cubicBezTo>
                  <a:pt x="1507683" y="738209"/>
                  <a:pt x="1494089" y="751803"/>
                  <a:pt x="1477320" y="751803"/>
                </a:cubicBezTo>
                <a:cubicBezTo>
                  <a:pt x="1460550" y="751803"/>
                  <a:pt x="1446956" y="738209"/>
                  <a:pt x="1446956" y="721440"/>
                </a:cubicBezTo>
                <a:cubicBezTo>
                  <a:pt x="1446956" y="704670"/>
                  <a:pt x="1460550" y="691076"/>
                  <a:pt x="1477320" y="691076"/>
                </a:cubicBezTo>
                <a:close/>
                <a:moveTo>
                  <a:pt x="1404765" y="691076"/>
                </a:moveTo>
                <a:cubicBezTo>
                  <a:pt x="1421535" y="691076"/>
                  <a:pt x="1435129" y="704670"/>
                  <a:pt x="1435129" y="721440"/>
                </a:cubicBezTo>
                <a:cubicBezTo>
                  <a:pt x="1435129" y="738209"/>
                  <a:pt x="1421535" y="751803"/>
                  <a:pt x="1404765" y="751803"/>
                </a:cubicBezTo>
                <a:cubicBezTo>
                  <a:pt x="1387996" y="751803"/>
                  <a:pt x="1374402" y="738209"/>
                  <a:pt x="1374402" y="721440"/>
                </a:cubicBezTo>
                <a:cubicBezTo>
                  <a:pt x="1374402" y="704670"/>
                  <a:pt x="1387996" y="691076"/>
                  <a:pt x="1404765" y="691076"/>
                </a:cubicBezTo>
                <a:close/>
                <a:moveTo>
                  <a:pt x="1332211" y="691076"/>
                </a:moveTo>
                <a:cubicBezTo>
                  <a:pt x="1348980" y="691076"/>
                  <a:pt x="1362574" y="704670"/>
                  <a:pt x="1362574" y="721440"/>
                </a:cubicBezTo>
                <a:cubicBezTo>
                  <a:pt x="1362574" y="738209"/>
                  <a:pt x="1348980" y="751803"/>
                  <a:pt x="1332211" y="751803"/>
                </a:cubicBezTo>
                <a:cubicBezTo>
                  <a:pt x="1315441" y="751803"/>
                  <a:pt x="1301847" y="738209"/>
                  <a:pt x="1301847" y="721440"/>
                </a:cubicBezTo>
                <a:cubicBezTo>
                  <a:pt x="1301847" y="704670"/>
                  <a:pt x="1315441" y="691076"/>
                  <a:pt x="1332211" y="691076"/>
                </a:cubicBezTo>
                <a:close/>
                <a:moveTo>
                  <a:pt x="1259656" y="691076"/>
                </a:moveTo>
                <a:cubicBezTo>
                  <a:pt x="1276426" y="691076"/>
                  <a:pt x="1290020" y="704670"/>
                  <a:pt x="1290020" y="721440"/>
                </a:cubicBezTo>
                <a:cubicBezTo>
                  <a:pt x="1290020" y="738209"/>
                  <a:pt x="1276426" y="751803"/>
                  <a:pt x="1259656" y="751803"/>
                </a:cubicBezTo>
                <a:cubicBezTo>
                  <a:pt x="1242887" y="751803"/>
                  <a:pt x="1229293" y="738209"/>
                  <a:pt x="1229293" y="721440"/>
                </a:cubicBezTo>
                <a:cubicBezTo>
                  <a:pt x="1229293" y="704670"/>
                  <a:pt x="1242887" y="691076"/>
                  <a:pt x="1259656" y="691076"/>
                </a:cubicBezTo>
                <a:close/>
                <a:moveTo>
                  <a:pt x="1187102" y="691076"/>
                </a:moveTo>
                <a:cubicBezTo>
                  <a:pt x="1203871" y="691076"/>
                  <a:pt x="1217465" y="704670"/>
                  <a:pt x="1217465" y="721440"/>
                </a:cubicBezTo>
                <a:cubicBezTo>
                  <a:pt x="1217465" y="738209"/>
                  <a:pt x="1203871" y="751803"/>
                  <a:pt x="1187102" y="751803"/>
                </a:cubicBezTo>
                <a:cubicBezTo>
                  <a:pt x="1170332" y="751803"/>
                  <a:pt x="1156738" y="738209"/>
                  <a:pt x="1156738" y="721440"/>
                </a:cubicBezTo>
                <a:cubicBezTo>
                  <a:pt x="1156738" y="704670"/>
                  <a:pt x="1170332" y="691076"/>
                  <a:pt x="1187102" y="691076"/>
                </a:cubicBezTo>
                <a:close/>
                <a:moveTo>
                  <a:pt x="1114547" y="691076"/>
                </a:moveTo>
                <a:cubicBezTo>
                  <a:pt x="1131317" y="691076"/>
                  <a:pt x="1144911" y="704670"/>
                  <a:pt x="1144911" y="721440"/>
                </a:cubicBezTo>
                <a:cubicBezTo>
                  <a:pt x="1144911" y="738209"/>
                  <a:pt x="1131317" y="751803"/>
                  <a:pt x="1114547" y="751803"/>
                </a:cubicBezTo>
                <a:cubicBezTo>
                  <a:pt x="1097778" y="751803"/>
                  <a:pt x="1084184" y="738209"/>
                  <a:pt x="1084184" y="721440"/>
                </a:cubicBezTo>
                <a:cubicBezTo>
                  <a:pt x="1084184" y="704670"/>
                  <a:pt x="1097778" y="691076"/>
                  <a:pt x="1114547" y="691076"/>
                </a:cubicBezTo>
                <a:close/>
                <a:moveTo>
                  <a:pt x="1041993" y="691076"/>
                </a:moveTo>
                <a:cubicBezTo>
                  <a:pt x="1058762" y="691076"/>
                  <a:pt x="1072356" y="704670"/>
                  <a:pt x="1072356" y="721440"/>
                </a:cubicBezTo>
                <a:cubicBezTo>
                  <a:pt x="1072356" y="738209"/>
                  <a:pt x="1058762" y="751803"/>
                  <a:pt x="1041993" y="751803"/>
                </a:cubicBezTo>
                <a:cubicBezTo>
                  <a:pt x="1025223" y="751803"/>
                  <a:pt x="1011629" y="738209"/>
                  <a:pt x="1011629" y="721440"/>
                </a:cubicBezTo>
                <a:cubicBezTo>
                  <a:pt x="1011629" y="704670"/>
                  <a:pt x="1025223" y="691076"/>
                  <a:pt x="1041993" y="691076"/>
                </a:cubicBezTo>
                <a:close/>
                <a:moveTo>
                  <a:pt x="969438" y="691076"/>
                </a:moveTo>
                <a:cubicBezTo>
                  <a:pt x="986208" y="691076"/>
                  <a:pt x="999801" y="704670"/>
                  <a:pt x="999801" y="721440"/>
                </a:cubicBezTo>
                <a:cubicBezTo>
                  <a:pt x="999801" y="738209"/>
                  <a:pt x="986208" y="751803"/>
                  <a:pt x="969438" y="751803"/>
                </a:cubicBezTo>
                <a:cubicBezTo>
                  <a:pt x="952669" y="751803"/>
                  <a:pt x="939075" y="738209"/>
                  <a:pt x="939075" y="721440"/>
                </a:cubicBezTo>
                <a:cubicBezTo>
                  <a:pt x="939075" y="704670"/>
                  <a:pt x="952669" y="691076"/>
                  <a:pt x="969438" y="691076"/>
                </a:cubicBezTo>
                <a:close/>
                <a:moveTo>
                  <a:pt x="896883" y="691076"/>
                </a:moveTo>
                <a:cubicBezTo>
                  <a:pt x="913653" y="691076"/>
                  <a:pt x="927247" y="704670"/>
                  <a:pt x="927247" y="721440"/>
                </a:cubicBezTo>
                <a:cubicBezTo>
                  <a:pt x="927247" y="738209"/>
                  <a:pt x="913653" y="751803"/>
                  <a:pt x="896883" y="751803"/>
                </a:cubicBezTo>
                <a:cubicBezTo>
                  <a:pt x="880114" y="751803"/>
                  <a:pt x="866520" y="738209"/>
                  <a:pt x="866520" y="721440"/>
                </a:cubicBezTo>
                <a:cubicBezTo>
                  <a:pt x="866520" y="704670"/>
                  <a:pt x="880114" y="691076"/>
                  <a:pt x="896883" y="691076"/>
                </a:cubicBezTo>
                <a:close/>
                <a:moveTo>
                  <a:pt x="824329" y="691076"/>
                </a:moveTo>
                <a:cubicBezTo>
                  <a:pt x="841098" y="691076"/>
                  <a:pt x="854692" y="704670"/>
                  <a:pt x="854692" y="721440"/>
                </a:cubicBezTo>
                <a:cubicBezTo>
                  <a:pt x="854692" y="738209"/>
                  <a:pt x="841098" y="751803"/>
                  <a:pt x="824329" y="751803"/>
                </a:cubicBezTo>
                <a:cubicBezTo>
                  <a:pt x="807559" y="751803"/>
                  <a:pt x="793965" y="738209"/>
                  <a:pt x="793965" y="721440"/>
                </a:cubicBezTo>
                <a:cubicBezTo>
                  <a:pt x="793965" y="704670"/>
                  <a:pt x="807559" y="691076"/>
                  <a:pt x="824329" y="691076"/>
                </a:cubicBezTo>
                <a:close/>
                <a:moveTo>
                  <a:pt x="751774" y="691076"/>
                </a:moveTo>
                <a:cubicBezTo>
                  <a:pt x="768544" y="691076"/>
                  <a:pt x="782138" y="704670"/>
                  <a:pt x="782138" y="721440"/>
                </a:cubicBezTo>
                <a:cubicBezTo>
                  <a:pt x="782138" y="738209"/>
                  <a:pt x="768544" y="751803"/>
                  <a:pt x="751774" y="751803"/>
                </a:cubicBezTo>
                <a:cubicBezTo>
                  <a:pt x="735005" y="751803"/>
                  <a:pt x="721411" y="738209"/>
                  <a:pt x="721411" y="721440"/>
                </a:cubicBezTo>
                <a:cubicBezTo>
                  <a:pt x="721411" y="704670"/>
                  <a:pt x="735005" y="691076"/>
                  <a:pt x="751774" y="691076"/>
                </a:cubicBezTo>
                <a:close/>
                <a:moveTo>
                  <a:pt x="679220" y="691076"/>
                </a:moveTo>
                <a:cubicBezTo>
                  <a:pt x="695989" y="691076"/>
                  <a:pt x="709583" y="704670"/>
                  <a:pt x="709583" y="721440"/>
                </a:cubicBezTo>
                <a:cubicBezTo>
                  <a:pt x="709583" y="738209"/>
                  <a:pt x="695989" y="751803"/>
                  <a:pt x="679220" y="751803"/>
                </a:cubicBezTo>
                <a:cubicBezTo>
                  <a:pt x="662450" y="751803"/>
                  <a:pt x="648856" y="738209"/>
                  <a:pt x="648856" y="721440"/>
                </a:cubicBezTo>
                <a:cubicBezTo>
                  <a:pt x="648856" y="704670"/>
                  <a:pt x="662450" y="691076"/>
                  <a:pt x="679220" y="691076"/>
                </a:cubicBezTo>
                <a:close/>
                <a:moveTo>
                  <a:pt x="606665" y="691076"/>
                </a:moveTo>
                <a:cubicBezTo>
                  <a:pt x="623435" y="691076"/>
                  <a:pt x="637029" y="704670"/>
                  <a:pt x="637029" y="721440"/>
                </a:cubicBezTo>
                <a:cubicBezTo>
                  <a:pt x="637029" y="738209"/>
                  <a:pt x="623435" y="751803"/>
                  <a:pt x="606665" y="751803"/>
                </a:cubicBezTo>
                <a:cubicBezTo>
                  <a:pt x="589896" y="751803"/>
                  <a:pt x="576302" y="738209"/>
                  <a:pt x="576302" y="721440"/>
                </a:cubicBezTo>
                <a:cubicBezTo>
                  <a:pt x="576302" y="704670"/>
                  <a:pt x="589896" y="691076"/>
                  <a:pt x="606665" y="691076"/>
                </a:cubicBezTo>
                <a:close/>
                <a:moveTo>
                  <a:pt x="534111" y="691076"/>
                </a:moveTo>
                <a:cubicBezTo>
                  <a:pt x="550880" y="691076"/>
                  <a:pt x="564474" y="704670"/>
                  <a:pt x="564474" y="721440"/>
                </a:cubicBezTo>
                <a:cubicBezTo>
                  <a:pt x="564474" y="738209"/>
                  <a:pt x="550880" y="751803"/>
                  <a:pt x="534111" y="751803"/>
                </a:cubicBezTo>
                <a:cubicBezTo>
                  <a:pt x="517341" y="751803"/>
                  <a:pt x="503747" y="738209"/>
                  <a:pt x="503747" y="721440"/>
                </a:cubicBezTo>
                <a:cubicBezTo>
                  <a:pt x="503747" y="704670"/>
                  <a:pt x="517341" y="691076"/>
                  <a:pt x="534111" y="691076"/>
                </a:cubicBezTo>
                <a:close/>
                <a:moveTo>
                  <a:pt x="461556" y="691076"/>
                </a:moveTo>
                <a:cubicBezTo>
                  <a:pt x="478326" y="691076"/>
                  <a:pt x="491920" y="704670"/>
                  <a:pt x="491920" y="721440"/>
                </a:cubicBezTo>
                <a:cubicBezTo>
                  <a:pt x="491920" y="738209"/>
                  <a:pt x="478326" y="751803"/>
                  <a:pt x="461556" y="751803"/>
                </a:cubicBezTo>
                <a:cubicBezTo>
                  <a:pt x="444787" y="751803"/>
                  <a:pt x="431192" y="738209"/>
                  <a:pt x="431192" y="721440"/>
                </a:cubicBezTo>
                <a:cubicBezTo>
                  <a:pt x="431192" y="704670"/>
                  <a:pt x="444787" y="691076"/>
                  <a:pt x="461556" y="691076"/>
                </a:cubicBezTo>
                <a:close/>
                <a:moveTo>
                  <a:pt x="389002" y="691076"/>
                </a:moveTo>
                <a:cubicBezTo>
                  <a:pt x="405771" y="691076"/>
                  <a:pt x="419365" y="704670"/>
                  <a:pt x="419365" y="721440"/>
                </a:cubicBezTo>
                <a:cubicBezTo>
                  <a:pt x="419365" y="738209"/>
                  <a:pt x="405771" y="751803"/>
                  <a:pt x="389002" y="751803"/>
                </a:cubicBezTo>
                <a:cubicBezTo>
                  <a:pt x="372232" y="751803"/>
                  <a:pt x="358638" y="738209"/>
                  <a:pt x="358638" y="721440"/>
                </a:cubicBezTo>
                <a:cubicBezTo>
                  <a:pt x="358638" y="704670"/>
                  <a:pt x="372232" y="691076"/>
                  <a:pt x="389002" y="691076"/>
                </a:cubicBezTo>
                <a:close/>
                <a:moveTo>
                  <a:pt x="316447" y="691076"/>
                </a:moveTo>
                <a:cubicBezTo>
                  <a:pt x="333216" y="691076"/>
                  <a:pt x="346810" y="704670"/>
                  <a:pt x="346810" y="721440"/>
                </a:cubicBezTo>
                <a:cubicBezTo>
                  <a:pt x="346810" y="738209"/>
                  <a:pt x="333216" y="751803"/>
                  <a:pt x="316447" y="751803"/>
                </a:cubicBezTo>
                <a:cubicBezTo>
                  <a:pt x="299677" y="751803"/>
                  <a:pt x="286084" y="738209"/>
                  <a:pt x="286084" y="721440"/>
                </a:cubicBezTo>
                <a:cubicBezTo>
                  <a:pt x="286084" y="704670"/>
                  <a:pt x="299677" y="691076"/>
                  <a:pt x="316447" y="691076"/>
                </a:cubicBezTo>
                <a:close/>
                <a:moveTo>
                  <a:pt x="243892" y="691076"/>
                </a:moveTo>
                <a:cubicBezTo>
                  <a:pt x="260662" y="691076"/>
                  <a:pt x="274256" y="704670"/>
                  <a:pt x="274256" y="721440"/>
                </a:cubicBezTo>
                <a:cubicBezTo>
                  <a:pt x="274256" y="738209"/>
                  <a:pt x="260662" y="751803"/>
                  <a:pt x="243892" y="751803"/>
                </a:cubicBezTo>
                <a:cubicBezTo>
                  <a:pt x="227123" y="751803"/>
                  <a:pt x="213529" y="738209"/>
                  <a:pt x="213529" y="721440"/>
                </a:cubicBezTo>
                <a:cubicBezTo>
                  <a:pt x="213529" y="704670"/>
                  <a:pt x="227123" y="691076"/>
                  <a:pt x="243892" y="691076"/>
                </a:cubicBezTo>
                <a:close/>
                <a:moveTo>
                  <a:pt x="171339" y="691076"/>
                </a:moveTo>
                <a:cubicBezTo>
                  <a:pt x="188107" y="691076"/>
                  <a:pt x="201701" y="704670"/>
                  <a:pt x="201701" y="721440"/>
                </a:cubicBezTo>
                <a:cubicBezTo>
                  <a:pt x="201701" y="738209"/>
                  <a:pt x="188107" y="751803"/>
                  <a:pt x="171339" y="751803"/>
                </a:cubicBezTo>
                <a:cubicBezTo>
                  <a:pt x="154662" y="751803"/>
                  <a:pt x="141067" y="738209"/>
                  <a:pt x="141067" y="721440"/>
                </a:cubicBezTo>
                <a:cubicBezTo>
                  <a:pt x="141067" y="704670"/>
                  <a:pt x="154662" y="691076"/>
                  <a:pt x="171339" y="691076"/>
                </a:cubicBezTo>
                <a:close/>
                <a:moveTo>
                  <a:pt x="98890" y="691076"/>
                </a:moveTo>
                <a:cubicBezTo>
                  <a:pt x="115653" y="691076"/>
                  <a:pt x="129246" y="704670"/>
                  <a:pt x="129246" y="721440"/>
                </a:cubicBezTo>
                <a:cubicBezTo>
                  <a:pt x="129246" y="738209"/>
                  <a:pt x="115653" y="751803"/>
                  <a:pt x="98890" y="751803"/>
                </a:cubicBezTo>
                <a:cubicBezTo>
                  <a:pt x="82117" y="751803"/>
                  <a:pt x="68523" y="738209"/>
                  <a:pt x="68523" y="721440"/>
                </a:cubicBezTo>
                <a:cubicBezTo>
                  <a:pt x="68523" y="704670"/>
                  <a:pt x="82117" y="691076"/>
                  <a:pt x="98890" y="691076"/>
                </a:cubicBezTo>
                <a:close/>
                <a:moveTo>
                  <a:pt x="26336" y="691076"/>
                </a:moveTo>
                <a:cubicBezTo>
                  <a:pt x="43099" y="691076"/>
                  <a:pt x="56694" y="704670"/>
                  <a:pt x="56694" y="721440"/>
                </a:cubicBezTo>
                <a:cubicBezTo>
                  <a:pt x="56694" y="738209"/>
                  <a:pt x="43099" y="751803"/>
                  <a:pt x="26336" y="751803"/>
                </a:cubicBezTo>
                <a:cubicBezTo>
                  <a:pt x="17950" y="751803"/>
                  <a:pt x="10359" y="748405"/>
                  <a:pt x="4864" y="742910"/>
                </a:cubicBezTo>
                <a:lnTo>
                  <a:pt x="0" y="731167"/>
                </a:lnTo>
                <a:lnTo>
                  <a:pt x="0" y="711713"/>
                </a:lnTo>
                <a:lnTo>
                  <a:pt x="4864" y="699969"/>
                </a:lnTo>
                <a:cubicBezTo>
                  <a:pt x="10359" y="694475"/>
                  <a:pt x="17950" y="691076"/>
                  <a:pt x="26336" y="691076"/>
                </a:cubicBezTo>
                <a:close/>
                <a:moveTo>
                  <a:pt x="1622429" y="610624"/>
                </a:moveTo>
                <a:cubicBezTo>
                  <a:pt x="1639199" y="610624"/>
                  <a:pt x="1652792" y="624218"/>
                  <a:pt x="1652792" y="640988"/>
                </a:cubicBezTo>
                <a:cubicBezTo>
                  <a:pt x="1652792" y="657757"/>
                  <a:pt x="1639199" y="671351"/>
                  <a:pt x="1622429" y="671351"/>
                </a:cubicBezTo>
                <a:cubicBezTo>
                  <a:pt x="1605659" y="671351"/>
                  <a:pt x="1592066" y="657757"/>
                  <a:pt x="1592066" y="640988"/>
                </a:cubicBezTo>
                <a:cubicBezTo>
                  <a:pt x="1592066" y="624218"/>
                  <a:pt x="1605659" y="610624"/>
                  <a:pt x="1622429" y="610624"/>
                </a:cubicBezTo>
                <a:close/>
                <a:moveTo>
                  <a:pt x="1549874" y="610624"/>
                </a:moveTo>
                <a:cubicBezTo>
                  <a:pt x="1566644" y="610624"/>
                  <a:pt x="1580238" y="624218"/>
                  <a:pt x="1580238" y="640988"/>
                </a:cubicBezTo>
                <a:cubicBezTo>
                  <a:pt x="1580238" y="657757"/>
                  <a:pt x="1566644" y="671351"/>
                  <a:pt x="1549874" y="671351"/>
                </a:cubicBezTo>
                <a:cubicBezTo>
                  <a:pt x="1533105" y="671351"/>
                  <a:pt x="1519511" y="657757"/>
                  <a:pt x="1519511" y="640988"/>
                </a:cubicBezTo>
                <a:cubicBezTo>
                  <a:pt x="1519511" y="624218"/>
                  <a:pt x="1533105" y="610624"/>
                  <a:pt x="1549874" y="610624"/>
                </a:cubicBezTo>
                <a:close/>
                <a:moveTo>
                  <a:pt x="1477320" y="610624"/>
                </a:moveTo>
                <a:cubicBezTo>
                  <a:pt x="1494089" y="610624"/>
                  <a:pt x="1507683" y="624218"/>
                  <a:pt x="1507683" y="640988"/>
                </a:cubicBezTo>
                <a:cubicBezTo>
                  <a:pt x="1507683" y="657757"/>
                  <a:pt x="1494089" y="671351"/>
                  <a:pt x="1477320" y="671351"/>
                </a:cubicBezTo>
                <a:cubicBezTo>
                  <a:pt x="1460550" y="671351"/>
                  <a:pt x="1446956" y="657757"/>
                  <a:pt x="1446956" y="640988"/>
                </a:cubicBezTo>
                <a:cubicBezTo>
                  <a:pt x="1446956" y="624218"/>
                  <a:pt x="1460550" y="610624"/>
                  <a:pt x="1477320" y="610624"/>
                </a:cubicBezTo>
                <a:close/>
                <a:moveTo>
                  <a:pt x="1404765" y="610624"/>
                </a:moveTo>
                <a:cubicBezTo>
                  <a:pt x="1421535" y="610624"/>
                  <a:pt x="1435129" y="624218"/>
                  <a:pt x="1435129" y="640988"/>
                </a:cubicBezTo>
                <a:cubicBezTo>
                  <a:pt x="1435129" y="657757"/>
                  <a:pt x="1421535" y="671351"/>
                  <a:pt x="1404765" y="671351"/>
                </a:cubicBezTo>
                <a:cubicBezTo>
                  <a:pt x="1387996" y="671351"/>
                  <a:pt x="1374402" y="657757"/>
                  <a:pt x="1374402" y="640988"/>
                </a:cubicBezTo>
                <a:cubicBezTo>
                  <a:pt x="1374402" y="624218"/>
                  <a:pt x="1387996" y="610624"/>
                  <a:pt x="1404765" y="610624"/>
                </a:cubicBezTo>
                <a:close/>
                <a:moveTo>
                  <a:pt x="1332211" y="610624"/>
                </a:moveTo>
                <a:cubicBezTo>
                  <a:pt x="1348980" y="610624"/>
                  <a:pt x="1362574" y="624218"/>
                  <a:pt x="1362574" y="640988"/>
                </a:cubicBezTo>
                <a:cubicBezTo>
                  <a:pt x="1362574" y="657757"/>
                  <a:pt x="1348980" y="671351"/>
                  <a:pt x="1332211" y="671351"/>
                </a:cubicBezTo>
                <a:cubicBezTo>
                  <a:pt x="1315441" y="671351"/>
                  <a:pt x="1301847" y="657757"/>
                  <a:pt x="1301847" y="640988"/>
                </a:cubicBezTo>
                <a:cubicBezTo>
                  <a:pt x="1301847" y="624218"/>
                  <a:pt x="1315441" y="610624"/>
                  <a:pt x="1332211" y="610624"/>
                </a:cubicBezTo>
                <a:close/>
                <a:moveTo>
                  <a:pt x="1259656" y="610624"/>
                </a:moveTo>
                <a:cubicBezTo>
                  <a:pt x="1276426" y="610624"/>
                  <a:pt x="1290020" y="624218"/>
                  <a:pt x="1290020" y="640988"/>
                </a:cubicBezTo>
                <a:cubicBezTo>
                  <a:pt x="1290020" y="657757"/>
                  <a:pt x="1276426" y="671351"/>
                  <a:pt x="1259656" y="671351"/>
                </a:cubicBezTo>
                <a:cubicBezTo>
                  <a:pt x="1242887" y="671351"/>
                  <a:pt x="1229293" y="657757"/>
                  <a:pt x="1229293" y="640988"/>
                </a:cubicBezTo>
                <a:cubicBezTo>
                  <a:pt x="1229293" y="624218"/>
                  <a:pt x="1242887" y="610624"/>
                  <a:pt x="1259656" y="610624"/>
                </a:cubicBezTo>
                <a:close/>
                <a:moveTo>
                  <a:pt x="1187102" y="610624"/>
                </a:moveTo>
                <a:cubicBezTo>
                  <a:pt x="1203871" y="610624"/>
                  <a:pt x="1217465" y="624218"/>
                  <a:pt x="1217465" y="640988"/>
                </a:cubicBezTo>
                <a:cubicBezTo>
                  <a:pt x="1217465" y="657757"/>
                  <a:pt x="1203871" y="671351"/>
                  <a:pt x="1187102" y="671351"/>
                </a:cubicBezTo>
                <a:cubicBezTo>
                  <a:pt x="1170332" y="671351"/>
                  <a:pt x="1156738" y="657757"/>
                  <a:pt x="1156738" y="640988"/>
                </a:cubicBezTo>
                <a:cubicBezTo>
                  <a:pt x="1156738" y="624218"/>
                  <a:pt x="1170332" y="610624"/>
                  <a:pt x="1187102" y="610624"/>
                </a:cubicBezTo>
                <a:close/>
                <a:moveTo>
                  <a:pt x="1114547" y="610624"/>
                </a:moveTo>
                <a:cubicBezTo>
                  <a:pt x="1131317" y="610624"/>
                  <a:pt x="1144911" y="624218"/>
                  <a:pt x="1144911" y="640988"/>
                </a:cubicBezTo>
                <a:cubicBezTo>
                  <a:pt x="1144911" y="657757"/>
                  <a:pt x="1131317" y="671351"/>
                  <a:pt x="1114547" y="671351"/>
                </a:cubicBezTo>
                <a:cubicBezTo>
                  <a:pt x="1097778" y="671351"/>
                  <a:pt x="1084184" y="657757"/>
                  <a:pt x="1084184" y="640988"/>
                </a:cubicBezTo>
                <a:cubicBezTo>
                  <a:pt x="1084184" y="624218"/>
                  <a:pt x="1097778" y="610624"/>
                  <a:pt x="1114547" y="610624"/>
                </a:cubicBezTo>
                <a:close/>
                <a:moveTo>
                  <a:pt x="1041993" y="610624"/>
                </a:moveTo>
                <a:cubicBezTo>
                  <a:pt x="1058762" y="610624"/>
                  <a:pt x="1072356" y="624218"/>
                  <a:pt x="1072356" y="640988"/>
                </a:cubicBezTo>
                <a:cubicBezTo>
                  <a:pt x="1072356" y="657757"/>
                  <a:pt x="1058762" y="671351"/>
                  <a:pt x="1041993" y="671351"/>
                </a:cubicBezTo>
                <a:cubicBezTo>
                  <a:pt x="1025223" y="671351"/>
                  <a:pt x="1011629" y="657757"/>
                  <a:pt x="1011629" y="640988"/>
                </a:cubicBezTo>
                <a:cubicBezTo>
                  <a:pt x="1011629" y="624218"/>
                  <a:pt x="1025223" y="610624"/>
                  <a:pt x="1041993" y="610624"/>
                </a:cubicBezTo>
                <a:close/>
                <a:moveTo>
                  <a:pt x="969438" y="610624"/>
                </a:moveTo>
                <a:cubicBezTo>
                  <a:pt x="986208" y="610624"/>
                  <a:pt x="999801" y="624218"/>
                  <a:pt x="999801" y="640988"/>
                </a:cubicBezTo>
                <a:cubicBezTo>
                  <a:pt x="999801" y="657757"/>
                  <a:pt x="986208" y="671351"/>
                  <a:pt x="969438" y="671351"/>
                </a:cubicBezTo>
                <a:cubicBezTo>
                  <a:pt x="952669" y="671351"/>
                  <a:pt x="939075" y="657757"/>
                  <a:pt x="939075" y="640988"/>
                </a:cubicBezTo>
                <a:cubicBezTo>
                  <a:pt x="939075" y="624218"/>
                  <a:pt x="952669" y="610624"/>
                  <a:pt x="969438" y="610624"/>
                </a:cubicBezTo>
                <a:close/>
                <a:moveTo>
                  <a:pt x="896883" y="610624"/>
                </a:moveTo>
                <a:cubicBezTo>
                  <a:pt x="913653" y="610624"/>
                  <a:pt x="927247" y="624218"/>
                  <a:pt x="927247" y="640988"/>
                </a:cubicBezTo>
                <a:cubicBezTo>
                  <a:pt x="927247" y="657757"/>
                  <a:pt x="913653" y="671351"/>
                  <a:pt x="896883" y="671351"/>
                </a:cubicBezTo>
                <a:cubicBezTo>
                  <a:pt x="880114" y="671351"/>
                  <a:pt x="866520" y="657757"/>
                  <a:pt x="866520" y="640988"/>
                </a:cubicBezTo>
                <a:cubicBezTo>
                  <a:pt x="866520" y="624218"/>
                  <a:pt x="880114" y="610624"/>
                  <a:pt x="896883" y="610624"/>
                </a:cubicBezTo>
                <a:close/>
                <a:moveTo>
                  <a:pt x="824329" y="610624"/>
                </a:moveTo>
                <a:cubicBezTo>
                  <a:pt x="841098" y="610624"/>
                  <a:pt x="854692" y="624218"/>
                  <a:pt x="854692" y="640988"/>
                </a:cubicBezTo>
                <a:cubicBezTo>
                  <a:pt x="854692" y="657757"/>
                  <a:pt x="841098" y="671351"/>
                  <a:pt x="824329" y="671351"/>
                </a:cubicBezTo>
                <a:cubicBezTo>
                  <a:pt x="807559" y="671351"/>
                  <a:pt x="793965" y="657757"/>
                  <a:pt x="793965" y="640988"/>
                </a:cubicBezTo>
                <a:cubicBezTo>
                  <a:pt x="793965" y="624218"/>
                  <a:pt x="807559" y="610624"/>
                  <a:pt x="824329" y="610624"/>
                </a:cubicBezTo>
                <a:close/>
                <a:moveTo>
                  <a:pt x="751774" y="610624"/>
                </a:moveTo>
                <a:cubicBezTo>
                  <a:pt x="768544" y="610624"/>
                  <a:pt x="782138" y="624218"/>
                  <a:pt x="782138" y="640988"/>
                </a:cubicBezTo>
                <a:cubicBezTo>
                  <a:pt x="782138" y="657757"/>
                  <a:pt x="768544" y="671351"/>
                  <a:pt x="751774" y="671351"/>
                </a:cubicBezTo>
                <a:cubicBezTo>
                  <a:pt x="735005" y="671351"/>
                  <a:pt x="721411" y="657757"/>
                  <a:pt x="721411" y="640988"/>
                </a:cubicBezTo>
                <a:cubicBezTo>
                  <a:pt x="721411" y="624218"/>
                  <a:pt x="735005" y="610624"/>
                  <a:pt x="751774" y="610624"/>
                </a:cubicBezTo>
                <a:close/>
                <a:moveTo>
                  <a:pt x="679220" y="610624"/>
                </a:moveTo>
                <a:cubicBezTo>
                  <a:pt x="695989" y="610624"/>
                  <a:pt x="709583" y="624218"/>
                  <a:pt x="709583" y="640988"/>
                </a:cubicBezTo>
                <a:cubicBezTo>
                  <a:pt x="709583" y="657757"/>
                  <a:pt x="695989" y="671351"/>
                  <a:pt x="679220" y="671351"/>
                </a:cubicBezTo>
                <a:cubicBezTo>
                  <a:pt x="662450" y="671351"/>
                  <a:pt x="648856" y="657757"/>
                  <a:pt x="648856" y="640988"/>
                </a:cubicBezTo>
                <a:cubicBezTo>
                  <a:pt x="648856" y="624218"/>
                  <a:pt x="662450" y="610624"/>
                  <a:pt x="679220" y="610624"/>
                </a:cubicBezTo>
                <a:close/>
                <a:moveTo>
                  <a:pt x="606665" y="610624"/>
                </a:moveTo>
                <a:cubicBezTo>
                  <a:pt x="623435" y="610624"/>
                  <a:pt x="637029" y="624218"/>
                  <a:pt x="637029" y="640988"/>
                </a:cubicBezTo>
                <a:cubicBezTo>
                  <a:pt x="637029" y="657757"/>
                  <a:pt x="623435" y="671351"/>
                  <a:pt x="606665" y="671351"/>
                </a:cubicBezTo>
                <a:cubicBezTo>
                  <a:pt x="589896" y="671351"/>
                  <a:pt x="576302" y="657757"/>
                  <a:pt x="576302" y="640988"/>
                </a:cubicBezTo>
                <a:cubicBezTo>
                  <a:pt x="576302" y="624218"/>
                  <a:pt x="589896" y="610624"/>
                  <a:pt x="606665" y="610624"/>
                </a:cubicBezTo>
                <a:close/>
                <a:moveTo>
                  <a:pt x="534111" y="610624"/>
                </a:moveTo>
                <a:cubicBezTo>
                  <a:pt x="550880" y="610624"/>
                  <a:pt x="564474" y="624218"/>
                  <a:pt x="564474" y="640988"/>
                </a:cubicBezTo>
                <a:cubicBezTo>
                  <a:pt x="564474" y="657757"/>
                  <a:pt x="550880" y="671351"/>
                  <a:pt x="534111" y="671351"/>
                </a:cubicBezTo>
                <a:cubicBezTo>
                  <a:pt x="517341" y="671351"/>
                  <a:pt x="503747" y="657757"/>
                  <a:pt x="503747" y="640988"/>
                </a:cubicBezTo>
                <a:cubicBezTo>
                  <a:pt x="503747" y="624218"/>
                  <a:pt x="517341" y="610624"/>
                  <a:pt x="534111" y="610624"/>
                </a:cubicBezTo>
                <a:close/>
                <a:moveTo>
                  <a:pt x="461556" y="610624"/>
                </a:moveTo>
                <a:cubicBezTo>
                  <a:pt x="478326" y="610624"/>
                  <a:pt x="491920" y="624218"/>
                  <a:pt x="491920" y="640988"/>
                </a:cubicBezTo>
                <a:cubicBezTo>
                  <a:pt x="491920" y="657757"/>
                  <a:pt x="478326" y="671351"/>
                  <a:pt x="461556" y="671351"/>
                </a:cubicBezTo>
                <a:cubicBezTo>
                  <a:pt x="444787" y="671351"/>
                  <a:pt x="431192" y="657757"/>
                  <a:pt x="431192" y="640988"/>
                </a:cubicBezTo>
                <a:cubicBezTo>
                  <a:pt x="431192" y="624218"/>
                  <a:pt x="444787" y="610624"/>
                  <a:pt x="461556" y="610624"/>
                </a:cubicBezTo>
                <a:close/>
                <a:moveTo>
                  <a:pt x="389002" y="610624"/>
                </a:moveTo>
                <a:cubicBezTo>
                  <a:pt x="405771" y="610624"/>
                  <a:pt x="419365" y="624218"/>
                  <a:pt x="419365" y="640988"/>
                </a:cubicBezTo>
                <a:cubicBezTo>
                  <a:pt x="419365" y="657757"/>
                  <a:pt x="405771" y="671351"/>
                  <a:pt x="389002" y="671351"/>
                </a:cubicBezTo>
                <a:cubicBezTo>
                  <a:pt x="372232" y="671351"/>
                  <a:pt x="358638" y="657757"/>
                  <a:pt x="358638" y="640988"/>
                </a:cubicBezTo>
                <a:cubicBezTo>
                  <a:pt x="358638" y="624218"/>
                  <a:pt x="372232" y="610624"/>
                  <a:pt x="389002" y="610624"/>
                </a:cubicBezTo>
                <a:close/>
                <a:moveTo>
                  <a:pt x="316447" y="610624"/>
                </a:moveTo>
                <a:cubicBezTo>
                  <a:pt x="333216" y="610624"/>
                  <a:pt x="346810" y="624218"/>
                  <a:pt x="346810" y="640988"/>
                </a:cubicBezTo>
                <a:cubicBezTo>
                  <a:pt x="346810" y="657757"/>
                  <a:pt x="333216" y="671351"/>
                  <a:pt x="316447" y="671351"/>
                </a:cubicBezTo>
                <a:cubicBezTo>
                  <a:pt x="299677" y="671351"/>
                  <a:pt x="286084" y="657757"/>
                  <a:pt x="286084" y="640988"/>
                </a:cubicBezTo>
                <a:cubicBezTo>
                  <a:pt x="286084" y="624218"/>
                  <a:pt x="299677" y="610624"/>
                  <a:pt x="316447" y="610624"/>
                </a:cubicBezTo>
                <a:close/>
                <a:moveTo>
                  <a:pt x="243892" y="610624"/>
                </a:moveTo>
                <a:cubicBezTo>
                  <a:pt x="260662" y="610624"/>
                  <a:pt x="274256" y="624218"/>
                  <a:pt x="274256" y="640988"/>
                </a:cubicBezTo>
                <a:cubicBezTo>
                  <a:pt x="274256" y="657757"/>
                  <a:pt x="260662" y="671351"/>
                  <a:pt x="243892" y="671351"/>
                </a:cubicBezTo>
                <a:cubicBezTo>
                  <a:pt x="227123" y="671351"/>
                  <a:pt x="213529" y="657757"/>
                  <a:pt x="213529" y="640988"/>
                </a:cubicBezTo>
                <a:cubicBezTo>
                  <a:pt x="213529" y="624218"/>
                  <a:pt x="227123" y="610624"/>
                  <a:pt x="243892" y="610624"/>
                </a:cubicBezTo>
                <a:close/>
                <a:moveTo>
                  <a:pt x="171339" y="610624"/>
                </a:moveTo>
                <a:cubicBezTo>
                  <a:pt x="188107" y="610624"/>
                  <a:pt x="201701" y="624218"/>
                  <a:pt x="201701" y="640988"/>
                </a:cubicBezTo>
                <a:cubicBezTo>
                  <a:pt x="201701" y="657757"/>
                  <a:pt x="188107" y="671351"/>
                  <a:pt x="171339" y="671351"/>
                </a:cubicBezTo>
                <a:cubicBezTo>
                  <a:pt x="154667" y="671351"/>
                  <a:pt x="141073" y="657757"/>
                  <a:pt x="141073" y="640988"/>
                </a:cubicBezTo>
                <a:cubicBezTo>
                  <a:pt x="141073" y="624218"/>
                  <a:pt x="154667" y="610624"/>
                  <a:pt x="171339" y="610624"/>
                </a:cubicBezTo>
                <a:close/>
                <a:moveTo>
                  <a:pt x="98897" y="610624"/>
                </a:moveTo>
                <a:cubicBezTo>
                  <a:pt x="115658" y="610624"/>
                  <a:pt x="129252" y="624218"/>
                  <a:pt x="129252" y="640988"/>
                </a:cubicBezTo>
                <a:cubicBezTo>
                  <a:pt x="129252" y="657757"/>
                  <a:pt x="115658" y="671351"/>
                  <a:pt x="98897" y="671351"/>
                </a:cubicBezTo>
                <a:cubicBezTo>
                  <a:pt x="82124" y="671351"/>
                  <a:pt x="68530" y="657757"/>
                  <a:pt x="68530" y="640988"/>
                </a:cubicBezTo>
                <a:cubicBezTo>
                  <a:pt x="68530" y="624218"/>
                  <a:pt x="82124" y="610624"/>
                  <a:pt x="98897" y="610624"/>
                </a:cubicBezTo>
                <a:close/>
                <a:moveTo>
                  <a:pt x="26342" y="610624"/>
                </a:moveTo>
                <a:cubicBezTo>
                  <a:pt x="43106" y="610624"/>
                  <a:pt x="56701" y="624218"/>
                  <a:pt x="56701" y="640988"/>
                </a:cubicBezTo>
                <a:cubicBezTo>
                  <a:pt x="56701" y="657757"/>
                  <a:pt x="43106" y="671351"/>
                  <a:pt x="26342" y="671351"/>
                </a:cubicBezTo>
                <a:cubicBezTo>
                  <a:pt x="17956" y="671351"/>
                  <a:pt x="10365" y="667953"/>
                  <a:pt x="4871" y="662458"/>
                </a:cubicBezTo>
                <a:lnTo>
                  <a:pt x="0" y="650698"/>
                </a:lnTo>
                <a:lnTo>
                  <a:pt x="0" y="631277"/>
                </a:lnTo>
                <a:lnTo>
                  <a:pt x="4871" y="619517"/>
                </a:lnTo>
                <a:cubicBezTo>
                  <a:pt x="10365" y="614023"/>
                  <a:pt x="17956" y="610624"/>
                  <a:pt x="26342" y="610624"/>
                </a:cubicBezTo>
                <a:close/>
                <a:moveTo>
                  <a:pt x="1669096" y="549730"/>
                </a:moveTo>
                <a:lnTo>
                  <a:pt x="1668124" y="568994"/>
                </a:lnTo>
                <a:lnTo>
                  <a:pt x="1664620" y="560536"/>
                </a:lnTo>
                <a:close/>
                <a:moveTo>
                  <a:pt x="1622429" y="530173"/>
                </a:moveTo>
                <a:cubicBezTo>
                  <a:pt x="1639199" y="530173"/>
                  <a:pt x="1652792" y="543767"/>
                  <a:pt x="1652792" y="560536"/>
                </a:cubicBezTo>
                <a:cubicBezTo>
                  <a:pt x="1652792" y="577306"/>
                  <a:pt x="1639199" y="590900"/>
                  <a:pt x="1622429" y="590900"/>
                </a:cubicBezTo>
                <a:cubicBezTo>
                  <a:pt x="1605659" y="590900"/>
                  <a:pt x="1592066" y="577306"/>
                  <a:pt x="1592066" y="560536"/>
                </a:cubicBezTo>
                <a:cubicBezTo>
                  <a:pt x="1592066" y="543767"/>
                  <a:pt x="1605659" y="530173"/>
                  <a:pt x="1622429" y="530173"/>
                </a:cubicBezTo>
                <a:close/>
                <a:moveTo>
                  <a:pt x="1549874" y="530173"/>
                </a:moveTo>
                <a:cubicBezTo>
                  <a:pt x="1566644" y="530173"/>
                  <a:pt x="1580238" y="543767"/>
                  <a:pt x="1580238" y="560536"/>
                </a:cubicBezTo>
                <a:cubicBezTo>
                  <a:pt x="1580238" y="577306"/>
                  <a:pt x="1566644" y="590900"/>
                  <a:pt x="1549874" y="590900"/>
                </a:cubicBezTo>
                <a:cubicBezTo>
                  <a:pt x="1533105" y="590900"/>
                  <a:pt x="1519511" y="577306"/>
                  <a:pt x="1519511" y="560536"/>
                </a:cubicBezTo>
                <a:cubicBezTo>
                  <a:pt x="1519511" y="543767"/>
                  <a:pt x="1533105" y="530173"/>
                  <a:pt x="1549874" y="530173"/>
                </a:cubicBezTo>
                <a:close/>
                <a:moveTo>
                  <a:pt x="1477320" y="530173"/>
                </a:moveTo>
                <a:cubicBezTo>
                  <a:pt x="1494089" y="530173"/>
                  <a:pt x="1507683" y="543767"/>
                  <a:pt x="1507683" y="560536"/>
                </a:cubicBezTo>
                <a:cubicBezTo>
                  <a:pt x="1507683" y="577306"/>
                  <a:pt x="1494089" y="590900"/>
                  <a:pt x="1477320" y="590900"/>
                </a:cubicBezTo>
                <a:cubicBezTo>
                  <a:pt x="1460550" y="590900"/>
                  <a:pt x="1446956" y="577306"/>
                  <a:pt x="1446956" y="560536"/>
                </a:cubicBezTo>
                <a:cubicBezTo>
                  <a:pt x="1446956" y="543767"/>
                  <a:pt x="1460550" y="530173"/>
                  <a:pt x="1477320" y="530173"/>
                </a:cubicBezTo>
                <a:close/>
                <a:moveTo>
                  <a:pt x="1404765" y="530173"/>
                </a:moveTo>
                <a:cubicBezTo>
                  <a:pt x="1421535" y="530173"/>
                  <a:pt x="1435129" y="543767"/>
                  <a:pt x="1435129" y="560536"/>
                </a:cubicBezTo>
                <a:cubicBezTo>
                  <a:pt x="1435129" y="577306"/>
                  <a:pt x="1421535" y="590900"/>
                  <a:pt x="1404765" y="590900"/>
                </a:cubicBezTo>
                <a:cubicBezTo>
                  <a:pt x="1387996" y="590900"/>
                  <a:pt x="1374402" y="577306"/>
                  <a:pt x="1374402" y="560536"/>
                </a:cubicBezTo>
                <a:cubicBezTo>
                  <a:pt x="1374402" y="543767"/>
                  <a:pt x="1387996" y="530173"/>
                  <a:pt x="1404765" y="530173"/>
                </a:cubicBezTo>
                <a:close/>
                <a:moveTo>
                  <a:pt x="1332211" y="530173"/>
                </a:moveTo>
                <a:cubicBezTo>
                  <a:pt x="1348980" y="530173"/>
                  <a:pt x="1362574" y="543767"/>
                  <a:pt x="1362574" y="560536"/>
                </a:cubicBezTo>
                <a:cubicBezTo>
                  <a:pt x="1362574" y="577306"/>
                  <a:pt x="1348980" y="590900"/>
                  <a:pt x="1332211" y="590900"/>
                </a:cubicBezTo>
                <a:cubicBezTo>
                  <a:pt x="1315441" y="590900"/>
                  <a:pt x="1301847" y="577306"/>
                  <a:pt x="1301847" y="560536"/>
                </a:cubicBezTo>
                <a:cubicBezTo>
                  <a:pt x="1301847" y="543767"/>
                  <a:pt x="1315441" y="530173"/>
                  <a:pt x="1332211" y="530173"/>
                </a:cubicBezTo>
                <a:close/>
                <a:moveTo>
                  <a:pt x="1259656" y="530173"/>
                </a:moveTo>
                <a:cubicBezTo>
                  <a:pt x="1276426" y="530173"/>
                  <a:pt x="1290020" y="543767"/>
                  <a:pt x="1290020" y="560536"/>
                </a:cubicBezTo>
                <a:cubicBezTo>
                  <a:pt x="1290020" y="577306"/>
                  <a:pt x="1276426" y="590900"/>
                  <a:pt x="1259656" y="590900"/>
                </a:cubicBezTo>
                <a:cubicBezTo>
                  <a:pt x="1242887" y="590900"/>
                  <a:pt x="1229293" y="577306"/>
                  <a:pt x="1229293" y="560536"/>
                </a:cubicBezTo>
                <a:cubicBezTo>
                  <a:pt x="1229293" y="543767"/>
                  <a:pt x="1242887" y="530173"/>
                  <a:pt x="1259656" y="530173"/>
                </a:cubicBezTo>
                <a:close/>
                <a:moveTo>
                  <a:pt x="1187102" y="530173"/>
                </a:moveTo>
                <a:cubicBezTo>
                  <a:pt x="1203871" y="530173"/>
                  <a:pt x="1217465" y="543767"/>
                  <a:pt x="1217465" y="560536"/>
                </a:cubicBezTo>
                <a:cubicBezTo>
                  <a:pt x="1217465" y="577306"/>
                  <a:pt x="1203871" y="590900"/>
                  <a:pt x="1187102" y="590900"/>
                </a:cubicBezTo>
                <a:cubicBezTo>
                  <a:pt x="1170332" y="590900"/>
                  <a:pt x="1156738" y="577306"/>
                  <a:pt x="1156738" y="560536"/>
                </a:cubicBezTo>
                <a:cubicBezTo>
                  <a:pt x="1156738" y="543767"/>
                  <a:pt x="1170332" y="530173"/>
                  <a:pt x="1187102" y="530173"/>
                </a:cubicBezTo>
                <a:close/>
                <a:moveTo>
                  <a:pt x="1114547" y="530173"/>
                </a:moveTo>
                <a:cubicBezTo>
                  <a:pt x="1131317" y="530173"/>
                  <a:pt x="1144911" y="543767"/>
                  <a:pt x="1144911" y="560536"/>
                </a:cubicBezTo>
                <a:cubicBezTo>
                  <a:pt x="1144911" y="577306"/>
                  <a:pt x="1131317" y="590900"/>
                  <a:pt x="1114547" y="590900"/>
                </a:cubicBezTo>
                <a:cubicBezTo>
                  <a:pt x="1097778" y="590900"/>
                  <a:pt x="1084184" y="577306"/>
                  <a:pt x="1084184" y="560536"/>
                </a:cubicBezTo>
                <a:cubicBezTo>
                  <a:pt x="1084184" y="543767"/>
                  <a:pt x="1097778" y="530173"/>
                  <a:pt x="1114547" y="530173"/>
                </a:cubicBezTo>
                <a:close/>
                <a:moveTo>
                  <a:pt x="1041993" y="530173"/>
                </a:moveTo>
                <a:cubicBezTo>
                  <a:pt x="1058762" y="530173"/>
                  <a:pt x="1072356" y="543767"/>
                  <a:pt x="1072356" y="560536"/>
                </a:cubicBezTo>
                <a:cubicBezTo>
                  <a:pt x="1072356" y="577306"/>
                  <a:pt x="1058762" y="590900"/>
                  <a:pt x="1041993" y="590900"/>
                </a:cubicBezTo>
                <a:cubicBezTo>
                  <a:pt x="1025223" y="590900"/>
                  <a:pt x="1011629" y="577306"/>
                  <a:pt x="1011629" y="560536"/>
                </a:cubicBezTo>
                <a:cubicBezTo>
                  <a:pt x="1011629" y="543767"/>
                  <a:pt x="1025223" y="530173"/>
                  <a:pt x="1041993" y="530173"/>
                </a:cubicBezTo>
                <a:close/>
                <a:moveTo>
                  <a:pt x="969438" y="530173"/>
                </a:moveTo>
                <a:cubicBezTo>
                  <a:pt x="986208" y="530173"/>
                  <a:pt x="999801" y="543767"/>
                  <a:pt x="999801" y="560536"/>
                </a:cubicBezTo>
                <a:cubicBezTo>
                  <a:pt x="999801" y="577306"/>
                  <a:pt x="986208" y="590900"/>
                  <a:pt x="969438" y="590900"/>
                </a:cubicBezTo>
                <a:cubicBezTo>
                  <a:pt x="952669" y="590900"/>
                  <a:pt x="939075" y="577306"/>
                  <a:pt x="939075" y="560536"/>
                </a:cubicBezTo>
                <a:cubicBezTo>
                  <a:pt x="939075" y="543767"/>
                  <a:pt x="952669" y="530173"/>
                  <a:pt x="969438" y="530173"/>
                </a:cubicBezTo>
                <a:close/>
                <a:moveTo>
                  <a:pt x="896883" y="530173"/>
                </a:moveTo>
                <a:cubicBezTo>
                  <a:pt x="913653" y="530173"/>
                  <a:pt x="927247" y="543767"/>
                  <a:pt x="927247" y="560536"/>
                </a:cubicBezTo>
                <a:cubicBezTo>
                  <a:pt x="927247" y="577306"/>
                  <a:pt x="913653" y="590900"/>
                  <a:pt x="896883" y="590900"/>
                </a:cubicBezTo>
                <a:cubicBezTo>
                  <a:pt x="880114" y="590900"/>
                  <a:pt x="866520" y="577306"/>
                  <a:pt x="866520" y="560536"/>
                </a:cubicBezTo>
                <a:cubicBezTo>
                  <a:pt x="866520" y="543767"/>
                  <a:pt x="880114" y="530173"/>
                  <a:pt x="896883" y="530173"/>
                </a:cubicBezTo>
                <a:close/>
                <a:moveTo>
                  <a:pt x="824329" y="530173"/>
                </a:moveTo>
                <a:cubicBezTo>
                  <a:pt x="841098" y="530173"/>
                  <a:pt x="854692" y="543767"/>
                  <a:pt x="854692" y="560536"/>
                </a:cubicBezTo>
                <a:cubicBezTo>
                  <a:pt x="854692" y="577306"/>
                  <a:pt x="841098" y="590900"/>
                  <a:pt x="824329" y="590900"/>
                </a:cubicBezTo>
                <a:cubicBezTo>
                  <a:pt x="807559" y="590900"/>
                  <a:pt x="793965" y="577306"/>
                  <a:pt x="793965" y="560536"/>
                </a:cubicBezTo>
                <a:cubicBezTo>
                  <a:pt x="793965" y="543767"/>
                  <a:pt x="807559" y="530173"/>
                  <a:pt x="824329" y="530173"/>
                </a:cubicBezTo>
                <a:close/>
                <a:moveTo>
                  <a:pt x="751774" y="530173"/>
                </a:moveTo>
                <a:cubicBezTo>
                  <a:pt x="768544" y="530173"/>
                  <a:pt x="782138" y="543767"/>
                  <a:pt x="782138" y="560536"/>
                </a:cubicBezTo>
                <a:cubicBezTo>
                  <a:pt x="782138" y="577306"/>
                  <a:pt x="768544" y="590900"/>
                  <a:pt x="751774" y="590900"/>
                </a:cubicBezTo>
                <a:cubicBezTo>
                  <a:pt x="735005" y="590900"/>
                  <a:pt x="721411" y="577306"/>
                  <a:pt x="721411" y="560536"/>
                </a:cubicBezTo>
                <a:cubicBezTo>
                  <a:pt x="721411" y="543767"/>
                  <a:pt x="735005" y="530173"/>
                  <a:pt x="751774" y="530173"/>
                </a:cubicBezTo>
                <a:close/>
                <a:moveTo>
                  <a:pt x="679220" y="530173"/>
                </a:moveTo>
                <a:cubicBezTo>
                  <a:pt x="695989" y="530173"/>
                  <a:pt x="709583" y="543767"/>
                  <a:pt x="709583" y="560536"/>
                </a:cubicBezTo>
                <a:cubicBezTo>
                  <a:pt x="709583" y="577306"/>
                  <a:pt x="695989" y="590900"/>
                  <a:pt x="679220" y="590900"/>
                </a:cubicBezTo>
                <a:cubicBezTo>
                  <a:pt x="662450" y="590900"/>
                  <a:pt x="648856" y="577306"/>
                  <a:pt x="648856" y="560536"/>
                </a:cubicBezTo>
                <a:cubicBezTo>
                  <a:pt x="648856" y="543767"/>
                  <a:pt x="662450" y="530173"/>
                  <a:pt x="679220" y="530173"/>
                </a:cubicBezTo>
                <a:close/>
                <a:moveTo>
                  <a:pt x="606665" y="530173"/>
                </a:moveTo>
                <a:cubicBezTo>
                  <a:pt x="623435" y="530173"/>
                  <a:pt x="637029" y="543767"/>
                  <a:pt x="637029" y="560536"/>
                </a:cubicBezTo>
                <a:cubicBezTo>
                  <a:pt x="637029" y="577306"/>
                  <a:pt x="623435" y="590900"/>
                  <a:pt x="606665" y="590900"/>
                </a:cubicBezTo>
                <a:cubicBezTo>
                  <a:pt x="589896" y="590900"/>
                  <a:pt x="576302" y="577306"/>
                  <a:pt x="576302" y="560536"/>
                </a:cubicBezTo>
                <a:cubicBezTo>
                  <a:pt x="576302" y="543767"/>
                  <a:pt x="589896" y="530173"/>
                  <a:pt x="606665" y="530173"/>
                </a:cubicBezTo>
                <a:close/>
                <a:moveTo>
                  <a:pt x="534111" y="530173"/>
                </a:moveTo>
                <a:cubicBezTo>
                  <a:pt x="550880" y="530173"/>
                  <a:pt x="564474" y="543767"/>
                  <a:pt x="564474" y="560536"/>
                </a:cubicBezTo>
                <a:cubicBezTo>
                  <a:pt x="564474" y="577306"/>
                  <a:pt x="550880" y="590900"/>
                  <a:pt x="534111" y="590900"/>
                </a:cubicBezTo>
                <a:cubicBezTo>
                  <a:pt x="517341" y="590900"/>
                  <a:pt x="503747" y="577306"/>
                  <a:pt x="503747" y="560536"/>
                </a:cubicBezTo>
                <a:cubicBezTo>
                  <a:pt x="503747" y="543767"/>
                  <a:pt x="517341" y="530173"/>
                  <a:pt x="534111" y="530173"/>
                </a:cubicBezTo>
                <a:close/>
                <a:moveTo>
                  <a:pt x="461556" y="530173"/>
                </a:moveTo>
                <a:cubicBezTo>
                  <a:pt x="478326" y="530173"/>
                  <a:pt x="491920" y="543767"/>
                  <a:pt x="491920" y="560536"/>
                </a:cubicBezTo>
                <a:cubicBezTo>
                  <a:pt x="491920" y="577306"/>
                  <a:pt x="478326" y="590900"/>
                  <a:pt x="461556" y="590900"/>
                </a:cubicBezTo>
                <a:cubicBezTo>
                  <a:pt x="444787" y="590900"/>
                  <a:pt x="431192" y="577306"/>
                  <a:pt x="431192" y="560536"/>
                </a:cubicBezTo>
                <a:cubicBezTo>
                  <a:pt x="431192" y="543767"/>
                  <a:pt x="444787" y="530173"/>
                  <a:pt x="461556" y="530173"/>
                </a:cubicBezTo>
                <a:close/>
                <a:moveTo>
                  <a:pt x="389002" y="530173"/>
                </a:moveTo>
                <a:cubicBezTo>
                  <a:pt x="405771" y="530173"/>
                  <a:pt x="419365" y="543767"/>
                  <a:pt x="419365" y="560536"/>
                </a:cubicBezTo>
                <a:cubicBezTo>
                  <a:pt x="419365" y="577306"/>
                  <a:pt x="405771" y="590900"/>
                  <a:pt x="389002" y="590900"/>
                </a:cubicBezTo>
                <a:cubicBezTo>
                  <a:pt x="372232" y="590900"/>
                  <a:pt x="358638" y="577306"/>
                  <a:pt x="358638" y="560536"/>
                </a:cubicBezTo>
                <a:cubicBezTo>
                  <a:pt x="358638" y="543767"/>
                  <a:pt x="372232" y="530173"/>
                  <a:pt x="389002" y="530173"/>
                </a:cubicBezTo>
                <a:close/>
                <a:moveTo>
                  <a:pt x="316447" y="530173"/>
                </a:moveTo>
                <a:cubicBezTo>
                  <a:pt x="333216" y="530173"/>
                  <a:pt x="346810" y="543767"/>
                  <a:pt x="346810" y="560536"/>
                </a:cubicBezTo>
                <a:cubicBezTo>
                  <a:pt x="346810" y="577306"/>
                  <a:pt x="333216" y="590900"/>
                  <a:pt x="316447" y="590900"/>
                </a:cubicBezTo>
                <a:cubicBezTo>
                  <a:pt x="299677" y="590900"/>
                  <a:pt x="286084" y="577306"/>
                  <a:pt x="286084" y="560536"/>
                </a:cubicBezTo>
                <a:cubicBezTo>
                  <a:pt x="286084" y="543767"/>
                  <a:pt x="299677" y="530173"/>
                  <a:pt x="316447" y="530173"/>
                </a:cubicBezTo>
                <a:close/>
                <a:moveTo>
                  <a:pt x="243892" y="530173"/>
                </a:moveTo>
                <a:cubicBezTo>
                  <a:pt x="260662" y="530173"/>
                  <a:pt x="274256" y="543767"/>
                  <a:pt x="274256" y="560536"/>
                </a:cubicBezTo>
                <a:cubicBezTo>
                  <a:pt x="274256" y="577306"/>
                  <a:pt x="260662" y="590900"/>
                  <a:pt x="243892" y="590900"/>
                </a:cubicBezTo>
                <a:cubicBezTo>
                  <a:pt x="227123" y="590900"/>
                  <a:pt x="213529" y="577306"/>
                  <a:pt x="213529" y="560536"/>
                </a:cubicBezTo>
                <a:cubicBezTo>
                  <a:pt x="213529" y="543767"/>
                  <a:pt x="227123" y="530173"/>
                  <a:pt x="243892" y="530173"/>
                </a:cubicBezTo>
                <a:close/>
                <a:moveTo>
                  <a:pt x="171339" y="530173"/>
                </a:moveTo>
                <a:cubicBezTo>
                  <a:pt x="188107" y="530173"/>
                  <a:pt x="201701" y="543767"/>
                  <a:pt x="201701" y="560536"/>
                </a:cubicBezTo>
                <a:cubicBezTo>
                  <a:pt x="201701" y="577306"/>
                  <a:pt x="188107" y="590900"/>
                  <a:pt x="171339" y="590900"/>
                </a:cubicBezTo>
                <a:cubicBezTo>
                  <a:pt x="154673" y="590900"/>
                  <a:pt x="141079" y="577306"/>
                  <a:pt x="141079" y="560536"/>
                </a:cubicBezTo>
                <a:cubicBezTo>
                  <a:pt x="141079" y="543767"/>
                  <a:pt x="154673" y="530173"/>
                  <a:pt x="171339" y="530173"/>
                </a:cubicBezTo>
                <a:close/>
                <a:moveTo>
                  <a:pt x="98904" y="530173"/>
                </a:moveTo>
                <a:cubicBezTo>
                  <a:pt x="115664" y="530173"/>
                  <a:pt x="129258" y="543767"/>
                  <a:pt x="129258" y="560536"/>
                </a:cubicBezTo>
                <a:cubicBezTo>
                  <a:pt x="129258" y="577306"/>
                  <a:pt x="115664" y="590900"/>
                  <a:pt x="98904" y="590900"/>
                </a:cubicBezTo>
                <a:cubicBezTo>
                  <a:pt x="82130" y="590900"/>
                  <a:pt x="68536" y="577306"/>
                  <a:pt x="68536" y="560536"/>
                </a:cubicBezTo>
                <a:cubicBezTo>
                  <a:pt x="68536" y="543767"/>
                  <a:pt x="82130" y="530173"/>
                  <a:pt x="98904" y="530173"/>
                </a:cubicBezTo>
                <a:close/>
                <a:moveTo>
                  <a:pt x="26349" y="530173"/>
                </a:moveTo>
                <a:cubicBezTo>
                  <a:pt x="43112" y="530173"/>
                  <a:pt x="56707" y="543767"/>
                  <a:pt x="56707" y="560536"/>
                </a:cubicBezTo>
                <a:cubicBezTo>
                  <a:pt x="56707" y="577306"/>
                  <a:pt x="43112" y="590900"/>
                  <a:pt x="26349" y="590900"/>
                </a:cubicBezTo>
                <a:cubicBezTo>
                  <a:pt x="17963" y="590900"/>
                  <a:pt x="10372" y="587502"/>
                  <a:pt x="4877" y="582007"/>
                </a:cubicBezTo>
                <a:lnTo>
                  <a:pt x="0" y="570232"/>
                </a:lnTo>
                <a:lnTo>
                  <a:pt x="0" y="550840"/>
                </a:lnTo>
                <a:lnTo>
                  <a:pt x="4877" y="539066"/>
                </a:lnTo>
                <a:cubicBezTo>
                  <a:pt x="10372" y="533572"/>
                  <a:pt x="17963" y="530173"/>
                  <a:pt x="26349" y="530173"/>
                </a:cubicBezTo>
                <a:close/>
                <a:moveTo>
                  <a:pt x="1673704" y="458486"/>
                </a:moveTo>
                <a:lnTo>
                  <a:pt x="1671744" y="497284"/>
                </a:lnTo>
                <a:lnTo>
                  <a:pt x="1664620" y="480084"/>
                </a:lnTo>
                <a:cubicBezTo>
                  <a:pt x="1664620" y="471700"/>
                  <a:pt x="1668019" y="464109"/>
                  <a:pt x="1673514" y="458614"/>
                </a:cubicBezTo>
                <a:close/>
                <a:moveTo>
                  <a:pt x="1622429" y="449721"/>
                </a:moveTo>
                <a:cubicBezTo>
                  <a:pt x="1639199" y="449721"/>
                  <a:pt x="1652792" y="463315"/>
                  <a:pt x="1652792" y="480084"/>
                </a:cubicBezTo>
                <a:cubicBezTo>
                  <a:pt x="1652792" y="496854"/>
                  <a:pt x="1639199" y="510448"/>
                  <a:pt x="1622429" y="510448"/>
                </a:cubicBezTo>
                <a:cubicBezTo>
                  <a:pt x="1605659" y="510448"/>
                  <a:pt x="1592066" y="496854"/>
                  <a:pt x="1592066" y="480084"/>
                </a:cubicBezTo>
                <a:cubicBezTo>
                  <a:pt x="1592066" y="463315"/>
                  <a:pt x="1605659" y="449721"/>
                  <a:pt x="1622429" y="449721"/>
                </a:cubicBezTo>
                <a:close/>
                <a:moveTo>
                  <a:pt x="1549874" y="449721"/>
                </a:moveTo>
                <a:cubicBezTo>
                  <a:pt x="1566644" y="449721"/>
                  <a:pt x="1580238" y="463315"/>
                  <a:pt x="1580238" y="480084"/>
                </a:cubicBezTo>
                <a:cubicBezTo>
                  <a:pt x="1580238" y="496854"/>
                  <a:pt x="1566644" y="510448"/>
                  <a:pt x="1549874" y="510448"/>
                </a:cubicBezTo>
                <a:cubicBezTo>
                  <a:pt x="1533105" y="510448"/>
                  <a:pt x="1519511" y="496854"/>
                  <a:pt x="1519511" y="480084"/>
                </a:cubicBezTo>
                <a:cubicBezTo>
                  <a:pt x="1519511" y="463315"/>
                  <a:pt x="1533105" y="449721"/>
                  <a:pt x="1549874" y="449721"/>
                </a:cubicBezTo>
                <a:close/>
                <a:moveTo>
                  <a:pt x="1477320" y="449721"/>
                </a:moveTo>
                <a:cubicBezTo>
                  <a:pt x="1494089" y="449721"/>
                  <a:pt x="1507683" y="463315"/>
                  <a:pt x="1507683" y="480084"/>
                </a:cubicBezTo>
                <a:cubicBezTo>
                  <a:pt x="1507683" y="496854"/>
                  <a:pt x="1494089" y="510448"/>
                  <a:pt x="1477320" y="510448"/>
                </a:cubicBezTo>
                <a:cubicBezTo>
                  <a:pt x="1460550" y="510448"/>
                  <a:pt x="1446956" y="496854"/>
                  <a:pt x="1446956" y="480084"/>
                </a:cubicBezTo>
                <a:cubicBezTo>
                  <a:pt x="1446956" y="463315"/>
                  <a:pt x="1460550" y="449721"/>
                  <a:pt x="1477320" y="449721"/>
                </a:cubicBezTo>
                <a:close/>
                <a:moveTo>
                  <a:pt x="1404765" y="449721"/>
                </a:moveTo>
                <a:cubicBezTo>
                  <a:pt x="1421535" y="449721"/>
                  <a:pt x="1435129" y="463315"/>
                  <a:pt x="1435129" y="480084"/>
                </a:cubicBezTo>
                <a:cubicBezTo>
                  <a:pt x="1435129" y="496854"/>
                  <a:pt x="1421535" y="510448"/>
                  <a:pt x="1404765" y="510448"/>
                </a:cubicBezTo>
                <a:cubicBezTo>
                  <a:pt x="1387996" y="510448"/>
                  <a:pt x="1374402" y="496854"/>
                  <a:pt x="1374402" y="480084"/>
                </a:cubicBezTo>
                <a:cubicBezTo>
                  <a:pt x="1374402" y="463315"/>
                  <a:pt x="1387996" y="449721"/>
                  <a:pt x="1404765" y="449721"/>
                </a:cubicBezTo>
                <a:close/>
                <a:moveTo>
                  <a:pt x="1332211" y="449721"/>
                </a:moveTo>
                <a:cubicBezTo>
                  <a:pt x="1348980" y="449721"/>
                  <a:pt x="1362574" y="463315"/>
                  <a:pt x="1362574" y="480084"/>
                </a:cubicBezTo>
                <a:cubicBezTo>
                  <a:pt x="1362574" y="496854"/>
                  <a:pt x="1348980" y="510448"/>
                  <a:pt x="1332211" y="510448"/>
                </a:cubicBezTo>
                <a:cubicBezTo>
                  <a:pt x="1315441" y="510448"/>
                  <a:pt x="1301847" y="496854"/>
                  <a:pt x="1301847" y="480084"/>
                </a:cubicBezTo>
                <a:cubicBezTo>
                  <a:pt x="1301847" y="463315"/>
                  <a:pt x="1315441" y="449721"/>
                  <a:pt x="1332211" y="449721"/>
                </a:cubicBezTo>
                <a:close/>
                <a:moveTo>
                  <a:pt x="1259656" y="449721"/>
                </a:moveTo>
                <a:cubicBezTo>
                  <a:pt x="1276426" y="449721"/>
                  <a:pt x="1290020" y="463315"/>
                  <a:pt x="1290020" y="480084"/>
                </a:cubicBezTo>
                <a:cubicBezTo>
                  <a:pt x="1290020" y="496854"/>
                  <a:pt x="1276426" y="510448"/>
                  <a:pt x="1259656" y="510448"/>
                </a:cubicBezTo>
                <a:cubicBezTo>
                  <a:pt x="1242887" y="510448"/>
                  <a:pt x="1229293" y="496854"/>
                  <a:pt x="1229293" y="480084"/>
                </a:cubicBezTo>
                <a:cubicBezTo>
                  <a:pt x="1229293" y="463315"/>
                  <a:pt x="1242887" y="449721"/>
                  <a:pt x="1259656" y="449721"/>
                </a:cubicBezTo>
                <a:close/>
                <a:moveTo>
                  <a:pt x="1187102" y="449721"/>
                </a:moveTo>
                <a:cubicBezTo>
                  <a:pt x="1203871" y="449721"/>
                  <a:pt x="1217465" y="463315"/>
                  <a:pt x="1217465" y="480084"/>
                </a:cubicBezTo>
                <a:cubicBezTo>
                  <a:pt x="1217465" y="496854"/>
                  <a:pt x="1203871" y="510448"/>
                  <a:pt x="1187102" y="510448"/>
                </a:cubicBezTo>
                <a:cubicBezTo>
                  <a:pt x="1170332" y="510448"/>
                  <a:pt x="1156738" y="496854"/>
                  <a:pt x="1156738" y="480084"/>
                </a:cubicBezTo>
                <a:cubicBezTo>
                  <a:pt x="1156738" y="463315"/>
                  <a:pt x="1170332" y="449721"/>
                  <a:pt x="1187102" y="449721"/>
                </a:cubicBezTo>
                <a:close/>
                <a:moveTo>
                  <a:pt x="1114547" y="449721"/>
                </a:moveTo>
                <a:cubicBezTo>
                  <a:pt x="1131317" y="449721"/>
                  <a:pt x="1144911" y="463315"/>
                  <a:pt x="1144911" y="480084"/>
                </a:cubicBezTo>
                <a:cubicBezTo>
                  <a:pt x="1144911" y="496854"/>
                  <a:pt x="1131317" y="510448"/>
                  <a:pt x="1114547" y="510448"/>
                </a:cubicBezTo>
                <a:cubicBezTo>
                  <a:pt x="1097778" y="510448"/>
                  <a:pt x="1084184" y="496854"/>
                  <a:pt x="1084184" y="480084"/>
                </a:cubicBezTo>
                <a:cubicBezTo>
                  <a:pt x="1084184" y="463315"/>
                  <a:pt x="1097778" y="449721"/>
                  <a:pt x="1114547" y="449721"/>
                </a:cubicBezTo>
                <a:close/>
                <a:moveTo>
                  <a:pt x="1041993" y="449721"/>
                </a:moveTo>
                <a:cubicBezTo>
                  <a:pt x="1058762" y="449721"/>
                  <a:pt x="1072356" y="463315"/>
                  <a:pt x="1072356" y="480084"/>
                </a:cubicBezTo>
                <a:cubicBezTo>
                  <a:pt x="1072356" y="496854"/>
                  <a:pt x="1058762" y="510448"/>
                  <a:pt x="1041993" y="510448"/>
                </a:cubicBezTo>
                <a:cubicBezTo>
                  <a:pt x="1025223" y="510448"/>
                  <a:pt x="1011629" y="496854"/>
                  <a:pt x="1011629" y="480084"/>
                </a:cubicBezTo>
                <a:cubicBezTo>
                  <a:pt x="1011629" y="463315"/>
                  <a:pt x="1025223" y="449721"/>
                  <a:pt x="1041993" y="449721"/>
                </a:cubicBezTo>
                <a:close/>
                <a:moveTo>
                  <a:pt x="969438" y="449721"/>
                </a:moveTo>
                <a:cubicBezTo>
                  <a:pt x="986208" y="449721"/>
                  <a:pt x="999801" y="463315"/>
                  <a:pt x="999801" y="480084"/>
                </a:cubicBezTo>
                <a:cubicBezTo>
                  <a:pt x="999801" y="496854"/>
                  <a:pt x="986208" y="510448"/>
                  <a:pt x="969438" y="510448"/>
                </a:cubicBezTo>
                <a:cubicBezTo>
                  <a:pt x="952669" y="510448"/>
                  <a:pt x="939075" y="496854"/>
                  <a:pt x="939075" y="480084"/>
                </a:cubicBezTo>
                <a:cubicBezTo>
                  <a:pt x="939075" y="463315"/>
                  <a:pt x="952669" y="449721"/>
                  <a:pt x="969438" y="449721"/>
                </a:cubicBezTo>
                <a:close/>
                <a:moveTo>
                  <a:pt x="896883" y="449721"/>
                </a:moveTo>
                <a:cubicBezTo>
                  <a:pt x="913653" y="449721"/>
                  <a:pt x="927247" y="463315"/>
                  <a:pt x="927247" y="480084"/>
                </a:cubicBezTo>
                <a:cubicBezTo>
                  <a:pt x="927247" y="496854"/>
                  <a:pt x="913653" y="510448"/>
                  <a:pt x="896883" y="510448"/>
                </a:cubicBezTo>
                <a:cubicBezTo>
                  <a:pt x="880114" y="510448"/>
                  <a:pt x="866520" y="496854"/>
                  <a:pt x="866520" y="480084"/>
                </a:cubicBezTo>
                <a:cubicBezTo>
                  <a:pt x="866520" y="463315"/>
                  <a:pt x="880114" y="449721"/>
                  <a:pt x="896883" y="449721"/>
                </a:cubicBezTo>
                <a:close/>
                <a:moveTo>
                  <a:pt x="824329" y="449721"/>
                </a:moveTo>
                <a:cubicBezTo>
                  <a:pt x="841098" y="449721"/>
                  <a:pt x="854692" y="463315"/>
                  <a:pt x="854692" y="480084"/>
                </a:cubicBezTo>
                <a:cubicBezTo>
                  <a:pt x="854692" y="496854"/>
                  <a:pt x="841098" y="510448"/>
                  <a:pt x="824329" y="510448"/>
                </a:cubicBezTo>
                <a:cubicBezTo>
                  <a:pt x="807559" y="510448"/>
                  <a:pt x="793965" y="496854"/>
                  <a:pt x="793965" y="480084"/>
                </a:cubicBezTo>
                <a:cubicBezTo>
                  <a:pt x="793965" y="463315"/>
                  <a:pt x="807559" y="449721"/>
                  <a:pt x="824329" y="449721"/>
                </a:cubicBezTo>
                <a:close/>
                <a:moveTo>
                  <a:pt x="751774" y="449721"/>
                </a:moveTo>
                <a:cubicBezTo>
                  <a:pt x="768544" y="449721"/>
                  <a:pt x="782138" y="463315"/>
                  <a:pt x="782138" y="480084"/>
                </a:cubicBezTo>
                <a:cubicBezTo>
                  <a:pt x="782138" y="496854"/>
                  <a:pt x="768544" y="510448"/>
                  <a:pt x="751774" y="510448"/>
                </a:cubicBezTo>
                <a:cubicBezTo>
                  <a:pt x="735005" y="510448"/>
                  <a:pt x="721411" y="496854"/>
                  <a:pt x="721411" y="480084"/>
                </a:cubicBezTo>
                <a:cubicBezTo>
                  <a:pt x="721411" y="463315"/>
                  <a:pt x="735005" y="449721"/>
                  <a:pt x="751774" y="449721"/>
                </a:cubicBezTo>
                <a:close/>
                <a:moveTo>
                  <a:pt x="679220" y="449721"/>
                </a:moveTo>
                <a:cubicBezTo>
                  <a:pt x="695989" y="449721"/>
                  <a:pt x="709583" y="463315"/>
                  <a:pt x="709583" y="480084"/>
                </a:cubicBezTo>
                <a:cubicBezTo>
                  <a:pt x="709583" y="496854"/>
                  <a:pt x="695989" y="510448"/>
                  <a:pt x="679220" y="510448"/>
                </a:cubicBezTo>
                <a:cubicBezTo>
                  <a:pt x="662450" y="510448"/>
                  <a:pt x="648856" y="496854"/>
                  <a:pt x="648856" y="480084"/>
                </a:cubicBezTo>
                <a:cubicBezTo>
                  <a:pt x="648856" y="463315"/>
                  <a:pt x="662450" y="449721"/>
                  <a:pt x="679220" y="449721"/>
                </a:cubicBezTo>
                <a:close/>
                <a:moveTo>
                  <a:pt x="606665" y="449721"/>
                </a:moveTo>
                <a:cubicBezTo>
                  <a:pt x="623435" y="449721"/>
                  <a:pt x="637029" y="463315"/>
                  <a:pt x="637029" y="480084"/>
                </a:cubicBezTo>
                <a:cubicBezTo>
                  <a:pt x="637029" y="496854"/>
                  <a:pt x="623435" y="510448"/>
                  <a:pt x="606665" y="510448"/>
                </a:cubicBezTo>
                <a:cubicBezTo>
                  <a:pt x="589896" y="510448"/>
                  <a:pt x="576302" y="496854"/>
                  <a:pt x="576302" y="480084"/>
                </a:cubicBezTo>
                <a:cubicBezTo>
                  <a:pt x="576302" y="463315"/>
                  <a:pt x="589896" y="449721"/>
                  <a:pt x="606665" y="449721"/>
                </a:cubicBezTo>
                <a:close/>
                <a:moveTo>
                  <a:pt x="534111" y="449721"/>
                </a:moveTo>
                <a:cubicBezTo>
                  <a:pt x="550880" y="449721"/>
                  <a:pt x="564474" y="463315"/>
                  <a:pt x="564474" y="480084"/>
                </a:cubicBezTo>
                <a:cubicBezTo>
                  <a:pt x="564474" y="496854"/>
                  <a:pt x="550880" y="510448"/>
                  <a:pt x="534111" y="510448"/>
                </a:cubicBezTo>
                <a:cubicBezTo>
                  <a:pt x="517341" y="510448"/>
                  <a:pt x="503747" y="496854"/>
                  <a:pt x="503747" y="480084"/>
                </a:cubicBezTo>
                <a:cubicBezTo>
                  <a:pt x="503747" y="463315"/>
                  <a:pt x="517341" y="449721"/>
                  <a:pt x="534111" y="449721"/>
                </a:cubicBezTo>
                <a:close/>
                <a:moveTo>
                  <a:pt x="461556" y="449721"/>
                </a:moveTo>
                <a:cubicBezTo>
                  <a:pt x="478326" y="449721"/>
                  <a:pt x="491920" y="463315"/>
                  <a:pt x="491920" y="480084"/>
                </a:cubicBezTo>
                <a:cubicBezTo>
                  <a:pt x="491920" y="496854"/>
                  <a:pt x="478326" y="510448"/>
                  <a:pt x="461556" y="510448"/>
                </a:cubicBezTo>
                <a:cubicBezTo>
                  <a:pt x="444787" y="510448"/>
                  <a:pt x="431192" y="496854"/>
                  <a:pt x="431192" y="480084"/>
                </a:cubicBezTo>
                <a:cubicBezTo>
                  <a:pt x="431192" y="463315"/>
                  <a:pt x="444787" y="449721"/>
                  <a:pt x="461556" y="449721"/>
                </a:cubicBezTo>
                <a:close/>
                <a:moveTo>
                  <a:pt x="389002" y="449721"/>
                </a:moveTo>
                <a:cubicBezTo>
                  <a:pt x="405771" y="449721"/>
                  <a:pt x="419365" y="463315"/>
                  <a:pt x="419365" y="480084"/>
                </a:cubicBezTo>
                <a:cubicBezTo>
                  <a:pt x="419365" y="496854"/>
                  <a:pt x="405771" y="510448"/>
                  <a:pt x="389002" y="510448"/>
                </a:cubicBezTo>
                <a:cubicBezTo>
                  <a:pt x="372232" y="510448"/>
                  <a:pt x="358638" y="496854"/>
                  <a:pt x="358638" y="480084"/>
                </a:cubicBezTo>
                <a:cubicBezTo>
                  <a:pt x="358638" y="463315"/>
                  <a:pt x="372232" y="449721"/>
                  <a:pt x="389002" y="449721"/>
                </a:cubicBezTo>
                <a:close/>
                <a:moveTo>
                  <a:pt x="316447" y="449721"/>
                </a:moveTo>
                <a:cubicBezTo>
                  <a:pt x="333216" y="449721"/>
                  <a:pt x="346810" y="463315"/>
                  <a:pt x="346810" y="480084"/>
                </a:cubicBezTo>
                <a:cubicBezTo>
                  <a:pt x="346810" y="496854"/>
                  <a:pt x="333216" y="510448"/>
                  <a:pt x="316447" y="510448"/>
                </a:cubicBezTo>
                <a:cubicBezTo>
                  <a:pt x="299677" y="510448"/>
                  <a:pt x="286084" y="496854"/>
                  <a:pt x="286084" y="480084"/>
                </a:cubicBezTo>
                <a:cubicBezTo>
                  <a:pt x="286084" y="463315"/>
                  <a:pt x="299677" y="449721"/>
                  <a:pt x="316447" y="449721"/>
                </a:cubicBezTo>
                <a:close/>
                <a:moveTo>
                  <a:pt x="243892" y="449721"/>
                </a:moveTo>
                <a:cubicBezTo>
                  <a:pt x="260662" y="449721"/>
                  <a:pt x="274256" y="463315"/>
                  <a:pt x="274256" y="480084"/>
                </a:cubicBezTo>
                <a:cubicBezTo>
                  <a:pt x="274256" y="496854"/>
                  <a:pt x="260662" y="510448"/>
                  <a:pt x="243892" y="510448"/>
                </a:cubicBezTo>
                <a:cubicBezTo>
                  <a:pt x="227123" y="510448"/>
                  <a:pt x="213529" y="496854"/>
                  <a:pt x="213529" y="480084"/>
                </a:cubicBezTo>
                <a:cubicBezTo>
                  <a:pt x="213529" y="463315"/>
                  <a:pt x="227123" y="449721"/>
                  <a:pt x="243892" y="449721"/>
                </a:cubicBezTo>
                <a:close/>
                <a:moveTo>
                  <a:pt x="171339" y="449721"/>
                </a:moveTo>
                <a:cubicBezTo>
                  <a:pt x="188107" y="449721"/>
                  <a:pt x="201701" y="463315"/>
                  <a:pt x="201701" y="480084"/>
                </a:cubicBezTo>
                <a:cubicBezTo>
                  <a:pt x="201701" y="496854"/>
                  <a:pt x="188107" y="510448"/>
                  <a:pt x="171339" y="510448"/>
                </a:cubicBezTo>
                <a:cubicBezTo>
                  <a:pt x="154679" y="510448"/>
                  <a:pt x="141085" y="496854"/>
                  <a:pt x="141085" y="480084"/>
                </a:cubicBezTo>
                <a:cubicBezTo>
                  <a:pt x="141085" y="463315"/>
                  <a:pt x="154679" y="449721"/>
                  <a:pt x="171339" y="449721"/>
                </a:cubicBezTo>
                <a:close/>
                <a:moveTo>
                  <a:pt x="98910" y="449721"/>
                </a:moveTo>
                <a:cubicBezTo>
                  <a:pt x="115670" y="449721"/>
                  <a:pt x="129264" y="463315"/>
                  <a:pt x="129264" y="480084"/>
                </a:cubicBezTo>
                <a:cubicBezTo>
                  <a:pt x="129264" y="496854"/>
                  <a:pt x="115670" y="510448"/>
                  <a:pt x="98910" y="510448"/>
                </a:cubicBezTo>
                <a:cubicBezTo>
                  <a:pt x="82136" y="510448"/>
                  <a:pt x="68542" y="496854"/>
                  <a:pt x="68542" y="480084"/>
                </a:cubicBezTo>
                <a:cubicBezTo>
                  <a:pt x="68542" y="463315"/>
                  <a:pt x="82136" y="449721"/>
                  <a:pt x="98910" y="449721"/>
                </a:cubicBezTo>
                <a:close/>
                <a:moveTo>
                  <a:pt x="26355" y="449721"/>
                </a:moveTo>
                <a:cubicBezTo>
                  <a:pt x="43118" y="449721"/>
                  <a:pt x="56713" y="463315"/>
                  <a:pt x="56713" y="480084"/>
                </a:cubicBezTo>
                <a:cubicBezTo>
                  <a:pt x="56713" y="496854"/>
                  <a:pt x="43118" y="510448"/>
                  <a:pt x="26355" y="510448"/>
                </a:cubicBezTo>
                <a:cubicBezTo>
                  <a:pt x="17970" y="510448"/>
                  <a:pt x="10379" y="507050"/>
                  <a:pt x="4884" y="501555"/>
                </a:cubicBezTo>
                <a:lnTo>
                  <a:pt x="0" y="489763"/>
                </a:lnTo>
                <a:lnTo>
                  <a:pt x="0" y="470405"/>
                </a:lnTo>
                <a:lnTo>
                  <a:pt x="4884" y="458614"/>
                </a:lnTo>
                <a:cubicBezTo>
                  <a:pt x="10379" y="453120"/>
                  <a:pt x="17970" y="449721"/>
                  <a:pt x="26355" y="449721"/>
                </a:cubicBezTo>
                <a:close/>
                <a:moveTo>
                  <a:pt x="1673066" y="379245"/>
                </a:moveTo>
                <a:lnTo>
                  <a:pt x="1675237" y="422266"/>
                </a:lnTo>
                <a:lnTo>
                  <a:pt x="1673514" y="421103"/>
                </a:lnTo>
                <a:cubicBezTo>
                  <a:pt x="1668019" y="415609"/>
                  <a:pt x="1664620" y="408017"/>
                  <a:pt x="1664620" y="399633"/>
                </a:cubicBezTo>
                <a:close/>
                <a:moveTo>
                  <a:pt x="1622429" y="369269"/>
                </a:moveTo>
                <a:cubicBezTo>
                  <a:pt x="1639199" y="369269"/>
                  <a:pt x="1652792" y="382864"/>
                  <a:pt x="1652792" y="399633"/>
                </a:cubicBezTo>
                <a:cubicBezTo>
                  <a:pt x="1652792" y="416402"/>
                  <a:pt x="1639199" y="429997"/>
                  <a:pt x="1622429" y="429997"/>
                </a:cubicBezTo>
                <a:cubicBezTo>
                  <a:pt x="1605659" y="429997"/>
                  <a:pt x="1592066" y="416402"/>
                  <a:pt x="1592066" y="399633"/>
                </a:cubicBezTo>
                <a:cubicBezTo>
                  <a:pt x="1592066" y="382864"/>
                  <a:pt x="1605659" y="369269"/>
                  <a:pt x="1622429" y="369269"/>
                </a:cubicBezTo>
                <a:close/>
                <a:moveTo>
                  <a:pt x="1549874" y="369269"/>
                </a:moveTo>
                <a:cubicBezTo>
                  <a:pt x="1566644" y="369269"/>
                  <a:pt x="1580238" y="382864"/>
                  <a:pt x="1580238" y="399633"/>
                </a:cubicBezTo>
                <a:cubicBezTo>
                  <a:pt x="1580238" y="416402"/>
                  <a:pt x="1566644" y="429997"/>
                  <a:pt x="1549874" y="429997"/>
                </a:cubicBezTo>
                <a:cubicBezTo>
                  <a:pt x="1533105" y="429997"/>
                  <a:pt x="1519511" y="416402"/>
                  <a:pt x="1519511" y="399633"/>
                </a:cubicBezTo>
                <a:cubicBezTo>
                  <a:pt x="1519511" y="382864"/>
                  <a:pt x="1533105" y="369269"/>
                  <a:pt x="1549874" y="369269"/>
                </a:cubicBezTo>
                <a:close/>
                <a:moveTo>
                  <a:pt x="1477320" y="369269"/>
                </a:moveTo>
                <a:cubicBezTo>
                  <a:pt x="1494089" y="369269"/>
                  <a:pt x="1507683" y="382864"/>
                  <a:pt x="1507683" y="399633"/>
                </a:cubicBezTo>
                <a:cubicBezTo>
                  <a:pt x="1507683" y="416402"/>
                  <a:pt x="1494089" y="429997"/>
                  <a:pt x="1477320" y="429997"/>
                </a:cubicBezTo>
                <a:cubicBezTo>
                  <a:pt x="1460550" y="429997"/>
                  <a:pt x="1446956" y="416402"/>
                  <a:pt x="1446956" y="399633"/>
                </a:cubicBezTo>
                <a:cubicBezTo>
                  <a:pt x="1446956" y="382864"/>
                  <a:pt x="1460550" y="369269"/>
                  <a:pt x="1477320" y="369269"/>
                </a:cubicBezTo>
                <a:close/>
                <a:moveTo>
                  <a:pt x="1404765" y="369269"/>
                </a:moveTo>
                <a:cubicBezTo>
                  <a:pt x="1421535" y="369269"/>
                  <a:pt x="1435129" y="382864"/>
                  <a:pt x="1435129" y="399633"/>
                </a:cubicBezTo>
                <a:cubicBezTo>
                  <a:pt x="1435129" y="416402"/>
                  <a:pt x="1421535" y="429997"/>
                  <a:pt x="1404765" y="429997"/>
                </a:cubicBezTo>
                <a:cubicBezTo>
                  <a:pt x="1387996" y="429997"/>
                  <a:pt x="1374402" y="416402"/>
                  <a:pt x="1374402" y="399633"/>
                </a:cubicBezTo>
                <a:cubicBezTo>
                  <a:pt x="1374402" y="382864"/>
                  <a:pt x="1387996" y="369269"/>
                  <a:pt x="1404765" y="369269"/>
                </a:cubicBezTo>
                <a:close/>
                <a:moveTo>
                  <a:pt x="1332211" y="369269"/>
                </a:moveTo>
                <a:cubicBezTo>
                  <a:pt x="1348980" y="369269"/>
                  <a:pt x="1362574" y="382864"/>
                  <a:pt x="1362574" y="399633"/>
                </a:cubicBezTo>
                <a:cubicBezTo>
                  <a:pt x="1362574" y="416402"/>
                  <a:pt x="1348980" y="429997"/>
                  <a:pt x="1332211" y="429997"/>
                </a:cubicBezTo>
                <a:cubicBezTo>
                  <a:pt x="1315441" y="429997"/>
                  <a:pt x="1301847" y="416402"/>
                  <a:pt x="1301847" y="399633"/>
                </a:cubicBezTo>
                <a:cubicBezTo>
                  <a:pt x="1301847" y="382864"/>
                  <a:pt x="1315441" y="369269"/>
                  <a:pt x="1332211" y="369269"/>
                </a:cubicBezTo>
                <a:close/>
                <a:moveTo>
                  <a:pt x="1259656" y="369269"/>
                </a:moveTo>
                <a:cubicBezTo>
                  <a:pt x="1276426" y="369269"/>
                  <a:pt x="1290020" y="382864"/>
                  <a:pt x="1290020" y="399633"/>
                </a:cubicBezTo>
                <a:cubicBezTo>
                  <a:pt x="1290020" y="416402"/>
                  <a:pt x="1276426" y="429997"/>
                  <a:pt x="1259656" y="429997"/>
                </a:cubicBezTo>
                <a:cubicBezTo>
                  <a:pt x="1242887" y="429997"/>
                  <a:pt x="1229293" y="416402"/>
                  <a:pt x="1229293" y="399633"/>
                </a:cubicBezTo>
                <a:cubicBezTo>
                  <a:pt x="1229293" y="382864"/>
                  <a:pt x="1242887" y="369269"/>
                  <a:pt x="1259656" y="369269"/>
                </a:cubicBezTo>
                <a:close/>
                <a:moveTo>
                  <a:pt x="1187102" y="369269"/>
                </a:moveTo>
                <a:cubicBezTo>
                  <a:pt x="1203871" y="369269"/>
                  <a:pt x="1217465" y="382864"/>
                  <a:pt x="1217465" y="399633"/>
                </a:cubicBezTo>
                <a:cubicBezTo>
                  <a:pt x="1217465" y="416402"/>
                  <a:pt x="1203871" y="429997"/>
                  <a:pt x="1187102" y="429997"/>
                </a:cubicBezTo>
                <a:cubicBezTo>
                  <a:pt x="1170332" y="429997"/>
                  <a:pt x="1156738" y="416402"/>
                  <a:pt x="1156738" y="399633"/>
                </a:cubicBezTo>
                <a:cubicBezTo>
                  <a:pt x="1156738" y="382864"/>
                  <a:pt x="1170332" y="369269"/>
                  <a:pt x="1187102" y="369269"/>
                </a:cubicBezTo>
                <a:close/>
                <a:moveTo>
                  <a:pt x="1114547" y="369269"/>
                </a:moveTo>
                <a:cubicBezTo>
                  <a:pt x="1131317" y="369269"/>
                  <a:pt x="1144911" y="382864"/>
                  <a:pt x="1144911" y="399633"/>
                </a:cubicBezTo>
                <a:cubicBezTo>
                  <a:pt x="1144911" y="416402"/>
                  <a:pt x="1131317" y="429997"/>
                  <a:pt x="1114547" y="429997"/>
                </a:cubicBezTo>
                <a:cubicBezTo>
                  <a:pt x="1097778" y="429997"/>
                  <a:pt x="1084184" y="416402"/>
                  <a:pt x="1084184" y="399633"/>
                </a:cubicBezTo>
                <a:cubicBezTo>
                  <a:pt x="1084184" y="382864"/>
                  <a:pt x="1097778" y="369269"/>
                  <a:pt x="1114547" y="369269"/>
                </a:cubicBezTo>
                <a:close/>
                <a:moveTo>
                  <a:pt x="1041993" y="369269"/>
                </a:moveTo>
                <a:cubicBezTo>
                  <a:pt x="1058762" y="369269"/>
                  <a:pt x="1072356" y="382864"/>
                  <a:pt x="1072356" y="399633"/>
                </a:cubicBezTo>
                <a:cubicBezTo>
                  <a:pt x="1072356" y="416402"/>
                  <a:pt x="1058762" y="429997"/>
                  <a:pt x="1041993" y="429997"/>
                </a:cubicBezTo>
                <a:cubicBezTo>
                  <a:pt x="1025223" y="429997"/>
                  <a:pt x="1011629" y="416402"/>
                  <a:pt x="1011629" y="399633"/>
                </a:cubicBezTo>
                <a:cubicBezTo>
                  <a:pt x="1011629" y="382864"/>
                  <a:pt x="1025223" y="369269"/>
                  <a:pt x="1041993" y="369269"/>
                </a:cubicBezTo>
                <a:close/>
                <a:moveTo>
                  <a:pt x="969438" y="369269"/>
                </a:moveTo>
                <a:cubicBezTo>
                  <a:pt x="986208" y="369269"/>
                  <a:pt x="999801" y="382864"/>
                  <a:pt x="999801" y="399633"/>
                </a:cubicBezTo>
                <a:cubicBezTo>
                  <a:pt x="999801" y="416402"/>
                  <a:pt x="986208" y="429997"/>
                  <a:pt x="969438" y="429997"/>
                </a:cubicBezTo>
                <a:cubicBezTo>
                  <a:pt x="952669" y="429997"/>
                  <a:pt x="939075" y="416402"/>
                  <a:pt x="939075" y="399633"/>
                </a:cubicBezTo>
                <a:cubicBezTo>
                  <a:pt x="939075" y="382864"/>
                  <a:pt x="952669" y="369269"/>
                  <a:pt x="969438" y="369269"/>
                </a:cubicBezTo>
                <a:close/>
                <a:moveTo>
                  <a:pt x="896883" y="369269"/>
                </a:moveTo>
                <a:cubicBezTo>
                  <a:pt x="913653" y="369269"/>
                  <a:pt x="927247" y="382864"/>
                  <a:pt x="927247" y="399633"/>
                </a:cubicBezTo>
                <a:cubicBezTo>
                  <a:pt x="927247" y="416402"/>
                  <a:pt x="913653" y="429997"/>
                  <a:pt x="896883" y="429997"/>
                </a:cubicBezTo>
                <a:cubicBezTo>
                  <a:pt x="880114" y="429997"/>
                  <a:pt x="866520" y="416402"/>
                  <a:pt x="866520" y="399633"/>
                </a:cubicBezTo>
                <a:cubicBezTo>
                  <a:pt x="866520" y="382864"/>
                  <a:pt x="880114" y="369269"/>
                  <a:pt x="896883" y="369269"/>
                </a:cubicBezTo>
                <a:close/>
                <a:moveTo>
                  <a:pt x="824329" y="369269"/>
                </a:moveTo>
                <a:cubicBezTo>
                  <a:pt x="841098" y="369269"/>
                  <a:pt x="854692" y="382864"/>
                  <a:pt x="854692" y="399633"/>
                </a:cubicBezTo>
                <a:cubicBezTo>
                  <a:pt x="854692" y="416402"/>
                  <a:pt x="841098" y="429997"/>
                  <a:pt x="824329" y="429997"/>
                </a:cubicBezTo>
                <a:cubicBezTo>
                  <a:pt x="807559" y="429997"/>
                  <a:pt x="793965" y="416402"/>
                  <a:pt x="793965" y="399633"/>
                </a:cubicBezTo>
                <a:cubicBezTo>
                  <a:pt x="793965" y="382864"/>
                  <a:pt x="807559" y="369269"/>
                  <a:pt x="824329" y="369269"/>
                </a:cubicBezTo>
                <a:close/>
                <a:moveTo>
                  <a:pt x="751774" y="369269"/>
                </a:moveTo>
                <a:cubicBezTo>
                  <a:pt x="768544" y="369269"/>
                  <a:pt x="782138" y="382864"/>
                  <a:pt x="782138" y="399633"/>
                </a:cubicBezTo>
                <a:cubicBezTo>
                  <a:pt x="782138" y="416402"/>
                  <a:pt x="768544" y="429997"/>
                  <a:pt x="751774" y="429997"/>
                </a:cubicBezTo>
                <a:cubicBezTo>
                  <a:pt x="735005" y="429997"/>
                  <a:pt x="721411" y="416402"/>
                  <a:pt x="721411" y="399633"/>
                </a:cubicBezTo>
                <a:cubicBezTo>
                  <a:pt x="721411" y="382864"/>
                  <a:pt x="735005" y="369269"/>
                  <a:pt x="751774" y="369269"/>
                </a:cubicBezTo>
                <a:close/>
                <a:moveTo>
                  <a:pt x="679220" y="369269"/>
                </a:moveTo>
                <a:cubicBezTo>
                  <a:pt x="695989" y="369269"/>
                  <a:pt x="709583" y="382864"/>
                  <a:pt x="709583" y="399633"/>
                </a:cubicBezTo>
                <a:cubicBezTo>
                  <a:pt x="709583" y="416402"/>
                  <a:pt x="695989" y="429997"/>
                  <a:pt x="679220" y="429997"/>
                </a:cubicBezTo>
                <a:cubicBezTo>
                  <a:pt x="662450" y="429997"/>
                  <a:pt x="648856" y="416402"/>
                  <a:pt x="648856" y="399633"/>
                </a:cubicBezTo>
                <a:cubicBezTo>
                  <a:pt x="648856" y="382864"/>
                  <a:pt x="662450" y="369269"/>
                  <a:pt x="679220" y="369269"/>
                </a:cubicBezTo>
                <a:close/>
                <a:moveTo>
                  <a:pt x="606665" y="369269"/>
                </a:moveTo>
                <a:cubicBezTo>
                  <a:pt x="623435" y="369269"/>
                  <a:pt x="637029" y="382864"/>
                  <a:pt x="637029" y="399633"/>
                </a:cubicBezTo>
                <a:cubicBezTo>
                  <a:pt x="637029" y="416402"/>
                  <a:pt x="623435" y="429997"/>
                  <a:pt x="606665" y="429997"/>
                </a:cubicBezTo>
                <a:cubicBezTo>
                  <a:pt x="589896" y="429997"/>
                  <a:pt x="576302" y="416402"/>
                  <a:pt x="576302" y="399633"/>
                </a:cubicBezTo>
                <a:cubicBezTo>
                  <a:pt x="576302" y="382864"/>
                  <a:pt x="589896" y="369269"/>
                  <a:pt x="606665" y="369269"/>
                </a:cubicBezTo>
                <a:close/>
                <a:moveTo>
                  <a:pt x="534111" y="369269"/>
                </a:moveTo>
                <a:cubicBezTo>
                  <a:pt x="550880" y="369269"/>
                  <a:pt x="564474" y="382864"/>
                  <a:pt x="564474" y="399633"/>
                </a:cubicBezTo>
                <a:cubicBezTo>
                  <a:pt x="564474" y="416402"/>
                  <a:pt x="550880" y="429997"/>
                  <a:pt x="534111" y="429997"/>
                </a:cubicBezTo>
                <a:cubicBezTo>
                  <a:pt x="517341" y="429997"/>
                  <a:pt x="503747" y="416402"/>
                  <a:pt x="503747" y="399633"/>
                </a:cubicBezTo>
                <a:cubicBezTo>
                  <a:pt x="503747" y="382864"/>
                  <a:pt x="517341" y="369269"/>
                  <a:pt x="534111" y="369269"/>
                </a:cubicBezTo>
                <a:close/>
                <a:moveTo>
                  <a:pt x="461556" y="369269"/>
                </a:moveTo>
                <a:cubicBezTo>
                  <a:pt x="478326" y="369269"/>
                  <a:pt x="491920" y="382864"/>
                  <a:pt x="491920" y="399633"/>
                </a:cubicBezTo>
                <a:cubicBezTo>
                  <a:pt x="491920" y="416402"/>
                  <a:pt x="478326" y="429997"/>
                  <a:pt x="461556" y="429997"/>
                </a:cubicBezTo>
                <a:cubicBezTo>
                  <a:pt x="444787" y="429997"/>
                  <a:pt x="431192" y="416402"/>
                  <a:pt x="431192" y="399633"/>
                </a:cubicBezTo>
                <a:cubicBezTo>
                  <a:pt x="431192" y="382864"/>
                  <a:pt x="444787" y="369269"/>
                  <a:pt x="461556" y="369269"/>
                </a:cubicBezTo>
                <a:close/>
                <a:moveTo>
                  <a:pt x="389002" y="369269"/>
                </a:moveTo>
                <a:cubicBezTo>
                  <a:pt x="405771" y="369269"/>
                  <a:pt x="419365" y="382864"/>
                  <a:pt x="419365" y="399633"/>
                </a:cubicBezTo>
                <a:cubicBezTo>
                  <a:pt x="419365" y="416402"/>
                  <a:pt x="405771" y="429997"/>
                  <a:pt x="389002" y="429997"/>
                </a:cubicBezTo>
                <a:cubicBezTo>
                  <a:pt x="372232" y="429997"/>
                  <a:pt x="358638" y="416402"/>
                  <a:pt x="358638" y="399633"/>
                </a:cubicBezTo>
                <a:cubicBezTo>
                  <a:pt x="358638" y="382864"/>
                  <a:pt x="372232" y="369269"/>
                  <a:pt x="389002" y="369269"/>
                </a:cubicBezTo>
                <a:close/>
                <a:moveTo>
                  <a:pt x="316447" y="369269"/>
                </a:moveTo>
                <a:cubicBezTo>
                  <a:pt x="333216" y="369269"/>
                  <a:pt x="346810" y="382864"/>
                  <a:pt x="346810" y="399633"/>
                </a:cubicBezTo>
                <a:cubicBezTo>
                  <a:pt x="346810" y="416402"/>
                  <a:pt x="333216" y="429997"/>
                  <a:pt x="316447" y="429997"/>
                </a:cubicBezTo>
                <a:cubicBezTo>
                  <a:pt x="299677" y="429997"/>
                  <a:pt x="286084" y="416402"/>
                  <a:pt x="286084" y="399633"/>
                </a:cubicBezTo>
                <a:cubicBezTo>
                  <a:pt x="286084" y="382864"/>
                  <a:pt x="299677" y="369269"/>
                  <a:pt x="316447" y="369269"/>
                </a:cubicBezTo>
                <a:close/>
                <a:moveTo>
                  <a:pt x="243892" y="369269"/>
                </a:moveTo>
                <a:cubicBezTo>
                  <a:pt x="260662" y="369269"/>
                  <a:pt x="274256" y="382864"/>
                  <a:pt x="274256" y="399633"/>
                </a:cubicBezTo>
                <a:cubicBezTo>
                  <a:pt x="274256" y="416402"/>
                  <a:pt x="260662" y="429997"/>
                  <a:pt x="243892" y="429997"/>
                </a:cubicBezTo>
                <a:cubicBezTo>
                  <a:pt x="227123" y="429997"/>
                  <a:pt x="213529" y="416402"/>
                  <a:pt x="213529" y="399633"/>
                </a:cubicBezTo>
                <a:cubicBezTo>
                  <a:pt x="213529" y="382864"/>
                  <a:pt x="227123" y="369269"/>
                  <a:pt x="243892" y="369269"/>
                </a:cubicBezTo>
                <a:close/>
                <a:moveTo>
                  <a:pt x="171339" y="369269"/>
                </a:moveTo>
                <a:cubicBezTo>
                  <a:pt x="188107" y="369269"/>
                  <a:pt x="201701" y="382864"/>
                  <a:pt x="201701" y="399633"/>
                </a:cubicBezTo>
                <a:cubicBezTo>
                  <a:pt x="201701" y="416402"/>
                  <a:pt x="188107" y="429997"/>
                  <a:pt x="171339" y="429997"/>
                </a:cubicBezTo>
                <a:cubicBezTo>
                  <a:pt x="154685" y="429997"/>
                  <a:pt x="141090" y="416402"/>
                  <a:pt x="141090" y="399633"/>
                </a:cubicBezTo>
                <a:cubicBezTo>
                  <a:pt x="141090" y="382864"/>
                  <a:pt x="154685" y="369269"/>
                  <a:pt x="171339" y="369269"/>
                </a:cubicBezTo>
                <a:close/>
                <a:moveTo>
                  <a:pt x="98917" y="369269"/>
                </a:moveTo>
                <a:cubicBezTo>
                  <a:pt x="115677" y="369269"/>
                  <a:pt x="129270" y="382864"/>
                  <a:pt x="129270" y="399633"/>
                </a:cubicBezTo>
                <a:cubicBezTo>
                  <a:pt x="129270" y="416402"/>
                  <a:pt x="115677" y="429997"/>
                  <a:pt x="98917" y="429997"/>
                </a:cubicBezTo>
                <a:cubicBezTo>
                  <a:pt x="82143" y="429997"/>
                  <a:pt x="68549" y="416402"/>
                  <a:pt x="68549" y="399633"/>
                </a:cubicBezTo>
                <a:cubicBezTo>
                  <a:pt x="68549" y="382864"/>
                  <a:pt x="82143" y="369269"/>
                  <a:pt x="98917" y="369269"/>
                </a:cubicBezTo>
                <a:close/>
                <a:moveTo>
                  <a:pt x="26362" y="369269"/>
                </a:moveTo>
                <a:cubicBezTo>
                  <a:pt x="43124" y="369269"/>
                  <a:pt x="56719" y="382864"/>
                  <a:pt x="56719" y="399633"/>
                </a:cubicBezTo>
                <a:cubicBezTo>
                  <a:pt x="56719" y="416402"/>
                  <a:pt x="43124" y="429997"/>
                  <a:pt x="26362" y="429997"/>
                </a:cubicBezTo>
                <a:cubicBezTo>
                  <a:pt x="17976" y="429997"/>
                  <a:pt x="10385" y="426598"/>
                  <a:pt x="4890" y="421103"/>
                </a:cubicBezTo>
                <a:lnTo>
                  <a:pt x="0" y="409299"/>
                </a:lnTo>
                <a:lnTo>
                  <a:pt x="0" y="389967"/>
                </a:lnTo>
                <a:lnTo>
                  <a:pt x="4890" y="378163"/>
                </a:lnTo>
                <a:cubicBezTo>
                  <a:pt x="10385" y="372668"/>
                  <a:pt x="17976" y="369269"/>
                  <a:pt x="26362" y="369269"/>
                </a:cubicBezTo>
                <a:close/>
                <a:moveTo>
                  <a:pt x="1669444" y="307535"/>
                </a:moveTo>
                <a:lnTo>
                  <a:pt x="1670784" y="334061"/>
                </a:lnTo>
                <a:lnTo>
                  <a:pt x="1664620" y="319181"/>
                </a:lnTo>
                <a:close/>
                <a:moveTo>
                  <a:pt x="1622429" y="288818"/>
                </a:moveTo>
                <a:cubicBezTo>
                  <a:pt x="1639199" y="288818"/>
                  <a:pt x="1652792" y="302412"/>
                  <a:pt x="1652792" y="319181"/>
                </a:cubicBezTo>
                <a:cubicBezTo>
                  <a:pt x="1652792" y="335950"/>
                  <a:pt x="1639199" y="349545"/>
                  <a:pt x="1622429" y="349545"/>
                </a:cubicBezTo>
                <a:cubicBezTo>
                  <a:pt x="1605659" y="349545"/>
                  <a:pt x="1592066" y="335950"/>
                  <a:pt x="1592066" y="319181"/>
                </a:cubicBezTo>
                <a:cubicBezTo>
                  <a:pt x="1592066" y="302412"/>
                  <a:pt x="1605659" y="288818"/>
                  <a:pt x="1622429" y="288818"/>
                </a:cubicBezTo>
                <a:close/>
                <a:moveTo>
                  <a:pt x="1549874" y="288818"/>
                </a:moveTo>
                <a:cubicBezTo>
                  <a:pt x="1566644" y="288818"/>
                  <a:pt x="1580238" y="302412"/>
                  <a:pt x="1580238" y="319181"/>
                </a:cubicBezTo>
                <a:cubicBezTo>
                  <a:pt x="1580238" y="335950"/>
                  <a:pt x="1566644" y="349545"/>
                  <a:pt x="1549874" y="349545"/>
                </a:cubicBezTo>
                <a:cubicBezTo>
                  <a:pt x="1533105" y="349545"/>
                  <a:pt x="1519511" y="335950"/>
                  <a:pt x="1519511" y="319181"/>
                </a:cubicBezTo>
                <a:cubicBezTo>
                  <a:pt x="1519511" y="302412"/>
                  <a:pt x="1533105" y="288818"/>
                  <a:pt x="1549874" y="288818"/>
                </a:cubicBezTo>
                <a:close/>
                <a:moveTo>
                  <a:pt x="1477320" y="288818"/>
                </a:moveTo>
                <a:cubicBezTo>
                  <a:pt x="1494089" y="288818"/>
                  <a:pt x="1507683" y="302412"/>
                  <a:pt x="1507683" y="319181"/>
                </a:cubicBezTo>
                <a:cubicBezTo>
                  <a:pt x="1507683" y="335950"/>
                  <a:pt x="1494089" y="349545"/>
                  <a:pt x="1477320" y="349545"/>
                </a:cubicBezTo>
                <a:cubicBezTo>
                  <a:pt x="1460550" y="349545"/>
                  <a:pt x="1446956" y="335950"/>
                  <a:pt x="1446956" y="319181"/>
                </a:cubicBezTo>
                <a:cubicBezTo>
                  <a:pt x="1446956" y="302412"/>
                  <a:pt x="1460550" y="288818"/>
                  <a:pt x="1477320" y="288818"/>
                </a:cubicBezTo>
                <a:close/>
                <a:moveTo>
                  <a:pt x="1404765" y="288818"/>
                </a:moveTo>
                <a:cubicBezTo>
                  <a:pt x="1421535" y="288818"/>
                  <a:pt x="1435129" y="302412"/>
                  <a:pt x="1435129" y="319181"/>
                </a:cubicBezTo>
                <a:cubicBezTo>
                  <a:pt x="1435129" y="335950"/>
                  <a:pt x="1421535" y="349545"/>
                  <a:pt x="1404765" y="349545"/>
                </a:cubicBezTo>
                <a:cubicBezTo>
                  <a:pt x="1387996" y="349545"/>
                  <a:pt x="1374402" y="335950"/>
                  <a:pt x="1374402" y="319181"/>
                </a:cubicBezTo>
                <a:cubicBezTo>
                  <a:pt x="1374402" y="302412"/>
                  <a:pt x="1387996" y="288818"/>
                  <a:pt x="1404765" y="288818"/>
                </a:cubicBezTo>
                <a:close/>
                <a:moveTo>
                  <a:pt x="1332211" y="288818"/>
                </a:moveTo>
                <a:cubicBezTo>
                  <a:pt x="1348980" y="288818"/>
                  <a:pt x="1362574" y="302412"/>
                  <a:pt x="1362574" y="319181"/>
                </a:cubicBezTo>
                <a:cubicBezTo>
                  <a:pt x="1362574" y="335950"/>
                  <a:pt x="1348980" y="349545"/>
                  <a:pt x="1332211" y="349545"/>
                </a:cubicBezTo>
                <a:cubicBezTo>
                  <a:pt x="1315441" y="349545"/>
                  <a:pt x="1301847" y="335950"/>
                  <a:pt x="1301847" y="319181"/>
                </a:cubicBezTo>
                <a:cubicBezTo>
                  <a:pt x="1301847" y="302412"/>
                  <a:pt x="1315441" y="288818"/>
                  <a:pt x="1332211" y="288818"/>
                </a:cubicBezTo>
                <a:close/>
                <a:moveTo>
                  <a:pt x="1259656" y="288818"/>
                </a:moveTo>
                <a:cubicBezTo>
                  <a:pt x="1276426" y="288818"/>
                  <a:pt x="1290020" y="302412"/>
                  <a:pt x="1290020" y="319181"/>
                </a:cubicBezTo>
                <a:cubicBezTo>
                  <a:pt x="1290020" y="335950"/>
                  <a:pt x="1276426" y="349545"/>
                  <a:pt x="1259656" y="349545"/>
                </a:cubicBezTo>
                <a:cubicBezTo>
                  <a:pt x="1242887" y="349545"/>
                  <a:pt x="1229293" y="335950"/>
                  <a:pt x="1229293" y="319181"/>
                </a:cubicBezTo>
                <a:cubicBezTo>
                  <a:pt x="1229293" y="302412"/>
                  <a:pt x="1242887" y="288818"/>
                  <a:pt x="1259656" y="288818"/>
                </a:cubicBezTo>
                <a:close/>
                <a:moveTo>
                  <a:pt x="1187102" y="288818"/>
                </a:moveTo>
                <a:cubicBezTo>
                  <a:pt x="1203871" y="288818"/>
                  <a:pt x="1217465" y="302412"/>
                  <a:pt x="1217465" y="319181"/>
                </a:cubicBezTo>
                <a:cubicBezTo>
                  <a:pt x="1217465" y="335950"/>
                  <a:pt x="1203871" y="349545"/>
                  <a:pt x="1187102" y="349545"/>
                </a:cubicBezTo>
                <a:cubicBezTo>
                  <a:pt x="1170332" y="349545"/>
                  <a:pt x="1156738" y="335950"/>
                  <a:pt x="1156738" y="319181"/>
                </a:cubicBezTo>
                <a:cubicBezTo>
                  <a:pt x="1156738" y="302412"/>
                  <a:pt x="1170332" y="288818"/>
                  <a:pt x="1187102" y="288818"/>
                </a:cubicBezTo>
                <a:close/>
                <a:moveTo>
                  <a:pt x="1114547" y="288818"/>
                </a:moveTo>
                <a:cubicBezTo>
                  <a:pt x="1131317" y="288818"/>
                  <a:pt x="1144911" y="302412"/>
                  <a:pt x="1144911" y="319181"/>
                </a:cubicBezTo>
                <a:cubicBezTo>
                  <a:pt x="1144911" y="335950"/>
                  <a:pt x="1131317" y="349545"/>
                  <a:pt x="1114547" y="349545"/>
                </a:cubicBezTo>
                <a:cubicBezTo>
                  <a:pt x="1097778" y="349545"/>
                  <a:pt x="1084184" y="335950"/>
                  <a:pt x="1084184" y="319181"/>
                </a:cubicBezTo>
                <a:cubicBezTo>
                  <a:pt x="1084184" y="302412"/>
                  <a:pt x="1097778" y="288818"/>
                  <a:pt x="1114547" y="288818"/>
                </a:cubicBezTo>
                <a:close/>
                <a:moveTo>
                  <a:pt x="1041993" y="288818"/>
                </a:moveTo>
                <a:cubicBezTo>
                  <a:pt x="1058762" y="288818"/>
                  <a:pt x="1072356" y="302412"/>
                  <a:pt x="1072356" y="319181"/>
                </a:cubicBezTo>
                <a:cubicBezTo>
                  <a:pt x="1072356" y="335950"/>
                  <a:pt x="1058762" y="349545"/>
                  <a:pt x="1041993" y="349545"/>
                </a:cubicBezTo>
                <a:cubicBezTo>
                  <a:pt x="1025223" y="349545"/>
                  <a:pt x="1011629" y="335950"/>
                  <a:pt x="1011629" y="319181"/>
                </a:cubicBezTo>
                <a:cubicBezTo>
                  <a:pt x="1011629" y="302412"/>
                  <a:pt x="1025223" y="288818"/>
                  <a:pt x="1041993" y="288818"/>
                </a:cubicBezTo>
                <a:close/>
                <a:moveTo>
                  <a:pt x="969438" y="288818"/>
                </a:moveTo>
                <a:cubicBezTo>
                  <a:pt x="986208" y="288818"/>
                  <a:pt x="999801" y="302412"/>
                  <a:pt x="999801" y="319181"/>
                </a:cubicBezTo>
                <a:cubicBezTo>
                  <a:pt x="999801" y="335950"/>
                  <a:pt x="986208" y="349545"/>
                  <a:pt x="969438" y="349545"/>
                </a:cubicBezTo>
                <a:cubicBezTo>
                  <a:pt x="952669" y="349545"/>
                  <a:pt x="939075" y="335950"/>
                  <a:pt x="939075" y="319181"/>
                </a:cubicBezTo>
                <a:cubicBezTo>
                  <a:pt x="939075" y="302412"/>
                  <a:pt x="952669" y="288818"/>
                  <a:pt x="969438" y="288818"/>
                </a:cubicBezTo>
                <a:close/>
                <a:moveTo>
                  <a:pt x="896883" y="288818"/>
                </a:moveTo>
                <a:cubicBezTo>
                  <a:pt x="913653" y="288818"/>
                  <a:pt x="927247" y="302412"/>
                  <a:pt x="927247" y="319181"/>
                </a:cubicBezTo>
                <a:cubicBezTo>
                  <a:pt x="927247" y="335950"/>
                  <a:pt x="913653" y="349545"/>
                  <a:pt x="896883" y="349545"/>
                </a:cubicBezTo>
                <a:cubicBezTo>
                  <a:pt x="880114" y="349545"/>
                  <a:pt x="866520" y="335950"/>
                  <a:pt x="866520" y="319181"/>
                </a:cubicBezTo>
                <a:cubicBezTo>
                  <a:pt x="866520" y="302412"/>
                  <a:pt x="880114" y="288818"/>
                  <a:pt x="896883" y="288818"/>
                </a:cubicBezTo>
                <a:close/>
                <a:moveTo>
                  <a:pt x="824329" y="288818"/>
                </a:moveTo>
                <a:cubicBezTo>
                  <a:pt x="841098" y="288818"/>
                  <a:pt x="854692" y="302412"/>
                  <a:pt x="854692" y="319181"/>
                </a:cubicBezTo>
                <a:cubicBezTo>
                  <a:pt x="854692" y="335950"/>
                  <a:pt x="841098" y="349545"/>
                  <a:pt x="824329" y="349545"/>
                </a:cubicBezTo>
                <a:cubicBezTo>
                  <a:pt x="807559" y="349545"/>
                  <a:pt x="793965" y="335950"/>
                  <a:pt x="793965" y="319181"/>
                </a:cubicBezTo>
                <a:cubicBezTo>
                  <a:pt x="793965" y="302412"/>
                  <a:pt x="807559" y="288818"/>
                  <a:pt x="824329" y="288818"/>
                </a:cubicBezTo>
                <a:close/>
                <a:moveTo>
                  <a:pt x="751774" y="288818"/>
                </a:moveTo>
                <a:cubicBezTo>
                  <a:pt x="768544" y="288818"/>
                  <a:pt x="782138" y="302412"/>
                  <a:pt x="782138" y="319181"/>
                </a:cubicBezTo>
                <a:cubicBezTo>
                  <a:pt x="782138" y="335950"/>
                  <a:pt x="768544" y="349545"/>
                  <a:pt x="751774" y="349545"/>
                </a:cubicBezTo>
                <a:cubicBezTo>
                  <a:pt x="735005" y="349545"/>
                  <a:pt x="721411" y="335950"/>
                  <a:pt x="721411" y="319181"/>
                </a:cubicBezTo>
                <a:cubicBezTo>
                  <a:pt x="721411" y="302412"/>
                  <a:pt x="735005" y="288818"/>
                  <a:pt x="751774" y="288818"/>
                </a:cubicBezTo>
                <a:close/>
                <a:moveTo>
                  <a:pt x="679220" y="288818"/>
                </a:moveTo>
                <a:cubicBezTo>
                  <a:pt x="695989" y="288818"/>
                  <a:pt x="709583" y="302412"/>
                  <a:pt x="709583" y="319181"/>
                </a:cubicBezTo>
                <a:cubicBezTo>
                  <a:pt x="709583" y="335950"/>
                  <a:pt x="695989" y="349545"/>
                  <a:pt x="679220" y="349545"/>
                </a:cubicBezTo>
                <a:cubicBezTo>
                  <a:pt x="662450" y="349545"/>
                  <a:pt x="648856" y="335950"/>
                  <a:pt x="648856" y="319181"/>
                </a:cubicBezTo>
                <a:cubicBezTo>
                  <a:pt x="648856" y="302412"/>
                  <a:pt x="662450" y="288818"/>
                  <a:pt x="679220" y="288818"/>
                </a:cubicBezTo>
                <a:close/>
                <a:moveTo>
                  <a:pt x="606665" y="288818"/>
                </a:moveTo>
                <a:cubicBezTo>
                  <a:pt x="623435" y="288818"/>
                  <a:pt x="637029" y="302412"/>
                  <a:pt x="637029" y="319181"/>
                </a:cubicBezTo>
                <a:cubicBezTo>
                  <a:pt x="637029" y="335950"/>
                  <a:pt x="623435" y="349545"/>
                  <a:pt x="606665" y="349545"/>
                </a:cubicBezTo>
                <a:cubicBezTo>
                  <a:pt x="589896" y="349545"/>
                  <a:pt x="576302" y="335950"/>
                  <a:pt x="576302" y="319181"/>
                </a:cubicBezTo>
                <a:cubicBezTo>
                  <a:pt x="576302" y="302412"/>
                  <a:pt x="589896" y="288818"/>
                  <a:pt x="606665" y="288818"/>
                </a:cubicBezTo>
                <a:close/>
                <a:moveTo>
                  <a:pt x="534111" y="288818"/>
                </a:moveTo>
                <a:cubicBezTo>
                  <a:pt x="550880" y="288818"/>
                  <a:pt x="564474" y="302412"/>
                  <a:pt x="564474" y="319181"/>
                </a:cubicBezTo>
                <a:cubicBezTo>
                  <a:pt x="564474" y="335950"/>
                  <a:pt x="550880" y="349545"/>
                  <a:pt x="534111" y="349545"/>
                </a:cubicBezTo>
                <a:cubicBezTo>
                  <a:pt x="517341" y="349545"/>
                  <a:pt x="503747" y="335950"/>
                  <a:pt x="503747" y="319181"/>
                </a:cubicBezTo>
                <a:cubicBezTo>
                  <a:pt x="503747" y="302412"/>
                  <a:pt x="517341" y="288818"/>
                  <a:pt x="534111" y="288818"/>
                </a:cubicBezTo>
                <a:close/>
                <a:moveTo>
                  <a:pt x="461556" y="288818"/>
                </a:moveTo>
                <a:cubicBezTo>
                  <a:pt x="478326" y="288818"/>
                  <a:pt x="491920" y="302412"/>
                  <a:pt x="491920" y="319181"/>
                </a:cubicBezTo>
                <a:cubicBezTo>
                  <a:pt x="491920" y="335950"/>
                  <a:pt x="478326" y="349545"/>
                  <a:pt x="461556" y="349545"/>
                </a:cubicBezTo>
                <a:cubicBezTo>
                  <a:pt x="444787" y="349545"/>
                  <a:pt x="431192" y="335950"/>
                  <a:pt x="431192" y="319181"/>
                </a:cubicBezTo>
                <a:cubicBezTo>
                  <a:pt x="431192" y="302412"/>
                  <a:pt x="444787" y="288818"/>
                  <a:pt x="461556" y="288818"/>
                </a:cubicBezTo>
                <a:close/>
                <a:moveTo>
                  <a:pt x="389002" y="288818"/>
                </a:moveTo>
                <a:cubicBezTo>
                  <a:pt x="405771" y="288818"/>
                  <a:pt x="419365" y="302412"/>
                  <a:pt x="419365" y="319181"/>
                </a:cubicBezTo>
                <a:cubicBezTo>
                  <a:pt x="419365" y="335950"/>
                  <a:pt x="405771" y="349545"/>
                  <a:pt x="389002" y="349545"/>
                </a:cubicBezTo>
                <a:cubicBezTo>
                  <a:pt x="372232" y="349545"/>
                  <a:pt x="358638" y="335950"/>
                  <a:pt x="358638" y="319181"/>
                </a:cubicBezTo>
                <a:cubicBezTo>
                  <a:pt x="358638" y="302412"/>
                  <a:pt x="372232" y="288818"/>
                  <a:pt x="389002" y="288818"/>
                </a:cubicBezTo>
                <a:close/>
                <a:moveTo>
                  <a:pt x="316447" y="288818"/>
                </a:moveTo>
                <a:cubicBezTo>
                  <a:pt x="333216" y="288818"/>
                  <a:pt x="346810" y="302412"/>
                  <a:pt x="346810" y="319181"/>
                </a:cubicBezTo>
                <a:cubicBezTo>
                  <a:pt x="346810" y="335950"/>
                  <a:pt x="333216" y="349545"/>
                  <a:pt x="316447" y="349545"/>
                </a:cubicBezTo>
                <a:cubicBezTo>
                  <a:pt x="299677" y="349545"/>
                  <a:pt x="286084" y="335950"/>
                  <a:pt x="286084" y="319181"/>
                </a:cubicBezTo>
                <a:cubicBezTo>
                  <a:pt x="286084" y="302412"/>
                  <a:pt x="299677" y="288818"/>
                  <a:pt x="316447" y="288818"/>
                </a:cubicBezTo>
                <a:close/>
                <a:moveTo>
                  <a:pt x="243892" y="288818"/>
                </a:moveTo>
                <a:cubicBezTo>
                  <a:pt x="260662" y="288818"/>
                  <a:pt x="274256" y="302412"/>
                  <a:pt x="274256" y="319181"/>
                </a:cubicBezTo>
                <a:cubicBezTo>
                  <a:pt x="274256" y="335950"/>
                  <a:pt x="260662" y="349545"/>
                  <a:pt x="243892" y="349545"/>
                </a:cubicBezTo>
                <a:cubicBezTo>
                  <a:pt x="227123" y="349545"/>
                  <a:pt x="213529" y="335950"/>
                  <a:pt x="213529" y="319181"/>
                </a:cubicBezTo>
                <a:cubicBezTo>
                  <a:pt x="213529" y="302412"/>
                  <a:pt x="227123" y="288818"/>
                  <a:pt x="243892" y="288818"/>
                </a:cubicBezTo>
                <a:close/>
                <a:moveTo>
                  <a:pt x="171339" y="288818"/>
                </a:moveTo>
                <a:cubicBezTo>
                  <a:pt x="188107" y="288818"/>
                  <a:pt x="201701" y="302412"/>
                  <a:pt x="201701" y="319181"/>
                </a:cubicBezTo>
                <a:cubicBezTo>
                  <a:pt x="201701" y="335950"/>
                  <a:pt x="188107" y="349545"/>
                  <a:pt x="171339" y="349545"/>
                </a:cubicBezTo>
                <a:cubicBezTo>
                  <a:pt x="154691" y="349545"/>
                  <a:pt x="141096" y="335950"/>
                  <a:pt x="141096" y="319181"/>
                </a:cubicBezTo>
                <a:cubicBezTo>
                  <a:pt x="141096" y="302412"/>
                  <a:pt x="154691" y="288818"/>
                  <a:pt x="171339" y="288818"/>
                </a:cubicBezTo>
                <a:close/>
                <a:moveTo>
                  <a:pt x="98923" y="288818"/>
                </a:moveTo>
                <a:cubicBezTo>
                  <a:pt x="115682" y="288818"/>
                  <a:pt x="129276" y="302412"/>
                  <a:pt x="129276" y="319181"/>
                </a:cubicBezTo>
                <a:cubicBezTo>
                  <a:pt x="129276" y="335950"/>
                  <a:pt x="115682" y="349545"/>
                  <a:pt x="98923" y="349545"/>
                </a:cubicBezTo>
                <a:cubicBezTo>
                  <a:pt x="82149" y="349545"/>
                  <a:pt x="68554" y="335950"/>
                  <a:pt x="68554" y="319181"/>
                </a:cubicBezTo>
                <a:cubicBezTo>
                  <a:pt x="68554" y="302412"/>
                  <a:pt x="82149" y="288818"/>
                  <a:pt x="98923" y="288818"/>
                </a:cubicBezTo>
                <a:close/>
                <a:moveTo>
                  <a:pt x="26368" y="288818"/>
                </a:moveTo>
                <a:cubicBezTo>
                  <a:pt x="43131" y="288818"/>
                  <a:pt x="56725" y="302412"/>
                  <a:pt x="56725" y="319181"/>
                </a:cubicBezTo>
                <a:cubicBezTo>
                  <a:pt x="56725" y="335950"/>
                  <a:pt x="43131" y="349545"/>
                  <a:pt x="26368" y="349545"/>
                </a:cubicBezTo>
                <a:cubicBezTo>
                  <a:pt x="17983" y="349545"/>
                  <a:pt x="10391" y="346146"/>
                  <a:pt x="4896" y="340651"/>
                </a:cubicBezTo>
                <a:lnTo>
                  <a:pt x="0" y="328831"/>
                </a:lnTo>
                <a:lnTo>
                  <a:pt x="0" y="309532"/>
                </a:lnTo>
                <a:lnTo>
                  <a:pt x="4896" y="297711"/>
                </a:lnTo>
                <a:cubicBezTo>
                  <a:pt x="10391" y="292217"/>
                  <a:pt x="17983" y="288818"/>
                  <a:pt x="26368" y="288818"/>
                </a:cubicBezTo>
                <a:close/>
                <a:moveTo>
                  <a:pt x="1622429" y="208366"/>
                </a:moveTo>
                <a:cubicBezTo>
                  <a:pt x="1639199" y="208366"/>
                  <a:pt x="1652792" y="221960"/>
                  <a:pt x="1652792" y="238729"/>
                </a:cubicBezTo>
                <a:cubicBezTo>
                  <a:pt x="1652792" y="255499"/>
                  <a:pt x="1639199" y="269093"/>
                  <a:pt x="1622429" y="269093"/>
                </a:cubicBezTo>
                <a:cubicBezTo>
                  <a:pt x="1605659" y="269093"/>
                  <a:pt x="1592066" y="255499"/>
                  <a:pt x="1592066" y="238729"/>
                </a:cubicBezTo>
                <a:cubicBezTo>
                  <a:pt x="1592066" y="221960"/>
                  <a:pt x="1605659" y="208366"/>
                  <a:pt x="1622429" y="208366"/>
                </a:cubicBezTo>
                <a:close/>
                <a:moveTo>
                  <a:pt x="1549874" y="208366"/>
                </a:moveTo>
                <a:cubicBezTo>
                  <a:pt x="1566644" y="208366"/>
                  <a:pt x="1580238" y="221960"/>
                  <a:pt x="1580238" y="238729"/>
                </a:cubicBezTo>
                <a:cubicBezTo>
                  <a:pt x="1580238" y="255499"/>
                  <a:pt x="1566644" y="269093"/>
                  <a:pt x="1549874" y="269093"/>
                </a:cubicBezTo>
                <a:cubicBezTo>
                  <a:pt x="1533105" y="269093"/>
                  <a:pt x="1519511" y="255499"/>
                  <a:pt x="1519511" y="238729"/>
                </a:cubicBezTo>
                <a:cubicBezTo>
                  <a:pt x="1519511" y="221960"/>
                  <a:pt x="1533105" y="208366"/>
                  <a:pt x="1549874" y="208366"/>
                </a:cubicBezTo>
                <a:close/>
                <a:moveTo>
                  <a:pt x="1477320" y="208366"/>
                </a:moveTo>
                <a:cubicBezTo>
                  <a:pt x="1494089" y="208366"/>
                  <a:pt x="1507683" y="221960"/>
                  <a:pt x="1507683" y="238729"/>
                </a:cubicBezTo>
                <a:cubicBezTo>
                  <a:pt x="1507683" y="255499"/>
                  <a:pt x="1494089" y="269093"/>
                  <a:pt x="1477320" y="269093"/>
                </a:cubicBezTo>
                <a:cubicBezTo>
                  <a:pt x="1460550" y="269093"/>
                  <a:pt x="1446956" y="255499"/>
                  <a:pt x="1446956" y="238729"/>
                </a:cubicBezTo>
                <a:cubicBezTo>
                  <a:pt x="1446956" y="221960"/>
                  <a:pt x="1460550" y="208366"/>
                  <a:pt x="1477320" y="208366"/>
                </a:cubicBezTo>
                <a:close/>
                <a:moveTo>
                  <a:pt x="1404765" y="208366"/>
                </a:moveTo>
                <a:cubicBezTo>
                  <a:pt x="1421535" y="208366"/>
                  <a:pt x="1435129" y="221960"/>
                  <a:pt x="1435129" y="238729"/>
                </a:cubicBezTo>
                <a:cubicBezTo>
                  <a:pt x="1435129" y="255499"/>
                  <a:pt x="1421535" y="269093"/>
                  <a:pt x="1404765" y="269093"/>
                </a:cubicBezTo>
                <a:cubicBezTo>
                  <a:pt x="1387996" y="269093"/>
                  <a:pt x="1374402" y="255499"/>
                  <a:pt x="1374402" y="238729"/>
                </a:cubicBezTo>
                <a:cubicBezTo>
                  <a:pt x="1374402" y="221960"/>
                  <a:pt x="1387996" y="208366"/>
                  <a:pt x="1404765" y="208366"/>
                </a:cubicBezTo>
                <a:close/>
                <a:moveTo>
                  <a:pt x="1332211" y="208366"/>
                </a:moveTo>
                <a:cubicBezTo>
                  <a:pt x="1348980" y="208366"/>
                  <a:pt x="1362574" y="221960"/>
                  <a:pt x="1362574" y="238729"/>
                </a:cubicBezTo>
                <a:cubicBezTo>
                  <a:pt x="1362574" y="255499"/>
                  <a:pt x="1348980" y="269093"/>
                  <a:pt x="1332211" y="269093"/>
                </a:cubicBezTo>
                <a:cubicBezTo>
                  <a:pt x="1315441" y="269093"/>
                  <a:pt x="1301847" y="255499"/>
                  <a:pt x="1301847" y="238729"/>
                </a:cubicBezTo>
                <a:cubicBezTo>
                  <a:pt x="1301847" y="221960"/>
                  <a:pt x="1315441" y="208366"/>
                  <a:pt x="1332211" y="208366"/>
                </a:cubicBezTo>
                <a:close/>
                <a:moveTo>
                  <a:pt x="1259656" y="208366"/>
                </a:moveTo>
                <a:cubicBezTo>
                  <a:pt x="1276426" y="208366"/>
                  <a:pt x="1290020" y="221960"/>
                  <a:pt x="1290020" y="238729"/>
                </a:cubicBezTo>
                <a:cubicBezTo>
                  <a:pt x="1290020" y="255499"/>
                  <a:pt x="1276426" y="269093"/>
                  <a:pt x="1259656" y="269093"/>
                </a:cubicBezTo>
                <a:cubicBezTo>
                  <a:pt x="1242887" y="269093"/>
                  <a:pt x="1229293" y="255499"/>
                  <a:pt x="1229293" y="238729"/>
                </a:cubicBezTo>
                <a:cubicBezTo>
                  <a:pt x="1229293" y="221960"/>
                  <a:pt x="1242887" y="208366"/>
                  <a:pt x="1259656" y="208366"/>
                </a:cubicBezTo>
                <a:close/>
                <a:moveTo>
                  <a:pt x="1187102" y="208366"/>
                </a:moveTo>
                <a:cubicBezTo>
                  <a:pt x="1203871" y="208366"/>
                  <a:pt x="1217465" y="221960"/>
                  <a:pt x="1217465" y="238729"/>
                </a:cubicBezTo>
                <a:cubicBezTo>
                  <a:pt x="1217465" y="255499"/>
                  <a:pt x="1203871" y="269093"/>
                  <a:pt x="1187102" y="269093"/>
                </a:cubicBezTo>
                <a:cubicBezTo>
                  <a:pt x="1170332" y="269093"/>
                  <a:pt x="1156738" y="255499"/>
                  <a:pt x="1156738" y="238729"/>
                </a:cubicBezTo>
                <a:cubicBezTo>
                  <a:pt x="1156738" y="221960"/>
                  <a:pt x="1170332" y="208366"/>
                  <a:pt x="1187102" y="208366"/>
                </a:cubicBezTo>
                <a:close/>
                <a:moveTo>
                  <a:pt x="1114547" y="208366"/>
                </a:moveTo>
                <a:cubicBezTo>
                  <a:pt x="1131317" y="208366"/>
                  <a:pt x="1144911" y="221960"/>
                  <a:pt x="1144911" y="238729"/>
                </a:cubicBezTo>
                <a:cubicBezTo>
                  <a:pt x="1144911" y="255499"/>
                  <a:pt x="1131317" y="269093"/>
                  <a:pt x="1114547" y="269093"/>
                </a:cubicBezTo>
                <a:cubicBezTo>
                  <a:pt x="1097778" y="269093"/>
                  <a:pt x="1084184" y="255499"/>
                  <a:pt x="1084184" y="238729"/>
                </a:cubicBezTo>
                <a:cubicBezTo>
                  <a:pt x="1084184" y="221960"/>
                  <a:pt x="1097778" y="208366"/>
                  <a:pt x="1114547" y="208366"/>
                </a:cubicBezTo>
                <a:close/>
                <a:moveTo>
                  <a:pt x="1041993" y="208366"/>
                </a:moveTo>
                <a:cubicBezTo>
                  <a:pt x="1058762" y="208366"/>
                  <a:pt x="1072356" y="221960"/>
                  <a:pt x="1072356" y="238729"/>
                </a:cubicBezTo>
                <a:cubicBezTo>
                  <a:pt x="1072356" y="255499"/>
                  <a:pt x="1058762" y="269093"/>
                  <a:pt x="1041993" y="269093"/>
                </a:cubicBezTo>
                <a:cubicBezTo>
                  <a:pt x="1025223" y="269093"/>
                  <a:pt x="1011629" y="255499"/>
                  <a:pt x="1011629" y="238729"/>
                </a:cubicBezTo>
                <a:cubicBezTo>
                  <a:pt x="1011629" y="221960"/>
                  <a:pt x="1025223" y="208366"/>
                  <a:pt x="1041993" y="208366"/>
                </a:cubicBezTo>
                <a:close/>
                <a:moveTo>
                  <a:pt x="969438" y="208366"/>
                </a:moveTo>
                <a:cubicBezTo>
                  <a:pt x="986208" y="208366"/>
                  <a:pt x="999801" y="221960"/>
                  <a:pt x="999801" y="238729"/>
                </a:cubicBezTo>
                <a:cubicBezTo>
                  <a:pt x="999801" y="255499"/>
                  <a:pt x="986208" y="269093"/>
                  <a:pt x="969438" y="269093"/>
                </a:cubicBezTo>
                <a:cubicBezTo>
                  <a:pt x="952669" y="269093"/>
                  <a:pt x="939075" y="255499"/>
                  <a:pt x="939075" y="238729"/>
                </a:cubicBezTo>
                <a:cubicBezTo>
                  <a:pt x="939075" y="221960"/>
                  <a:pt x="952669" y="208366"/>
                  <a:pt x="969438" y="208366"/>
                </a:cubicBezTo>
                <a:close/>
                <a:moveTo>
                  <a:pt x="896883" y="208366"/>
                </a:moveTo>
                <a:cubicBezTo>
                  <a:pt x="913653" y="208366"/>
                  <a:pt x="927247" y="221960"/>
                  <a:pt x="927247" y="238729"/>
                </a:cubicBezTo>
                <a:cubicBezTo>
                  <a:pt x="927247" y="255499"/>
                  <a:pt x="913653" y="269093"/>
                  <a:pt x="896883" y="269093"/>
                </a:cubicBezTo>
                <a:cubicBezTo>
                  <a:pt x="880114" y="269093"/>
                  <a:pt x="866520" y="255499"/>
                  <a:pt x="866520" y="238729"/>
                </a:cubicBezTo>
                <a:cubicBezTo>
                  <a:pt x="866520" y="221960"/>
                  <a:pt x="880114" y="208366"/>
                  <a:pt x="896883" y="208366"/>
                </a:cubicBezTo>
                <a:close/>
                <a:moveTo>
                  <a:pt x="824329" y="208366"/>
                </a:moveTo>
                <a:cubicBezTo>
                  <a:pt x="841098" y="208366"/>
                  <a:pt x="854692" y="221960"/>
                  <a:pt x="854692" y="238729"/>
                </a:cubicBezTo>
                <a:cubicBezTo>
                  <a:pt x="854692" y="255499"/>
                  <a:pt x="841098" y="269093"/>
                  <a:pt x="824329" y="269093"/>
                </a:cubicBezTo>
                <a:cubicBezTo>
                  <a:pt x="807559" y="269093"/>
                  <a:pt x="793965" y="255499"/>
                  <a:pt x="793965" y="238729"/>
                </a:cubicBezTo>
                <a:cubicBezTo>
                  <a:pt x="793965" y="221960"/>
                  <a:pt x="807559" y="208366"/>
                  <a:pt x="824329" y="208366"/>
                </a:cubicBezTo>
                <a:close/>
                <a:moveTo>
                  <a:pt x="751774" y="208366"/>
                </a:moveTo>
                <a:cubicBezTo>
                  <a:pt x="768544" y="208366"/>
                  <a:pt x="782138" y="221960"/>
                  <a:pt x="782138" y="238729"/>
                </a:cubicBezTo>
                <a:cubicBezTo>
                  <a:pt x="782138" y="255499"/>
                  <a:pt x="768544" y="269093"/>
                  <a:pt x="751774" y="269093"/>
                </a:cubicBezTo>
                <a:cubicBezTo>
                  <a:pt x="735005" y="269093"/>
                  <a:pt x="721411" y="255499"/>
                  <a:pt x="721411" y="238729"/>
                </a:cubicBezTo>
                <a:cubicBezTo>
                  <a:pt x="721411" y="221960"/>
                  <a:pt x="735005" y="208366"/>
                  <a:pt x="751774" y="208366"/>
                </a:cubicBezTo>
                <a:close/>
                <a:moveTo>
                  <a:pt x="679220" y="208366"/>
                </a:moveTo>
                <a:cubicBezTo>
                  <a:pt x="695989" y="208366"/>
                  <a:pt x="709583" y="221960"/>
                  <a:pt x="709583" y="238729"/>
                </a:cubicBezTo>
                <a:cubicBezTo>
                  <a:pt x="709583" y="255499"/>
                  <a:pt x="695989" y="269093"/>
                  <a:pt x="679220" y="269093"/>
                </a:cubicBezTo>
                <a:cubicBezTo>
                  <a:pt x="662450" y="269093"/>
                  <a:pt x="648856" y="255499"/>
                  <a:pt x="648856" y="238729"/>
                </a:cubicBezTo>
                <a:cubicBezTo>
                  <a:pt x="648856" y="221960"/>
                  <a:pt x="662450" y="208366"/>
                  <a:pt x="679220" y="208366"/>
                </a:cubicBezTo>
                <a:close/>
                <a:moveTo>
                  <a:pt x="606665" y="208366"/>
                </a:moveTo>
                <a:cubicBezTo>
                  <a:pt x="623435" y="208366"/>
                  <a:pt x="637029" y="221960"/>
                  <a:pt x="637029" y="238729"/>
                </a:cubicBezTo>
                <a:cubicBezTo>
                  <a:pt x="637029" y="255499"/>
                  <a:pt x="623435" y="269093"/>
                  <a:pt x="606665" y="269093"/>
                </a:cubicBezTo>
                <a:cubicBezTo>
                  <a:pt x="589896" y="269093"/>
                  <a:pt x="576302" y="255499"/>
                  <a:pt x="576302" y="238729"/>
                </a:cubicBezTo>
                <a:cubicBezTo>
                  <a:pt x="576302" y="221960"/>
                  <a:pt x="589896" y="208366"/>
                  <a:pt x="606665" y="208366"/>
                </a:cubicBezTo>
                <a:close/>
                <a:moveTo>
                  <a:pt x="534111" y="208366"/>
                </a:moveTo>
                <a:cubicBezTo>
                  <a:pt x="550880" y="208366"/>
                  <a:pt x="564474" y="221960"/>
                  <a:pt x="564474" y="238729"/>
                </a:cubicBezTo>
                <a:cubicBezTo>
                  <a:pt x="564474" y="255499"/>
                  <a:pt x="550880" y="269093"/>
                  <a:pt x="534111" y="269093"/>
                </a:cubicBezTo>
                <a:cubicBezTo>
                  <a:pt x="517341" y="269093"/>
                  <a:pt x="503747" y="255499"/>
                  <a:pt x="503747" y="238729"/>
                </a:cubicBezTo>
                <a:cubicBezTo>
                  <a:pt x="503747" y="221960"/>
                  <a:pt x="517341" y="208366"/>
                  <a:pt x="534111" y="208366"/>
                </a:cubicBezTo>
                <a:close/>
                <a:moveTo>
                  <a:pt x="461556" y="208366"/>
                </a:moveTo>
                <a:cubicBezTo>
                  <a:pt x="478326" y="208366"/>
                  <a:pt x="491920" y="221960"/>
                  <a:pt x="491920" y="238729"/>
                </a:cubicBezTo>
                <a:cubicBezTo>
                  <a:pt x="491920" y="255499"/>
                  <a:pt x="478326" y="269093"/>
                  <a:pt x="461556" y="269093"/>
                </a:cubicBezTo>
                <a:cubicBezTo>
                  <a:pt x="444787" y="269093"/>
                  <a:pt x="431192" y="255499"/>
                  <a:pt x="431192" y="238729"/>
                </a:cubicBezTo>
                <a:cubicBezTo>
                  <a:pt x="431192" y="221960"/>
                  <a:pt x="444787" y="208366"/>
                  <a:pt x="461556" y="208366"/>
                </a:cubicBezTo>
                <a:close/>
                <a:moveTo>
                  <a:pt x="389002" y="208366"/>
                </a:moveTo>
                <a:cubicBezTo>
                  <a:pt x="405771" y="208366"/>
                  <a:pt x="419365" y="221960"/>
                  <a:pt x="419365" y="238729"/>
                </a:cubicBezTo>
                <a:cubicBezTo>
                  <a:pt x="419365" y="255499"/>
                  <a:pt x="405771" y="269093"/>
                  <a:pt x="389002" y="269093"/>
                </a:cubicBezTo>
                <a:cubicBezTo>
                  <a:pt x="372232" y="269093"/>
                  <a:pt x="358638" y="255499"/>
                  <a:pt x="358638" y="238729"/>
                </a:cubicBezTo>
                <a:cubicBezTo>
                  <a:pt x="358638" y="221960"/>
                  <a:pt x="372232" y="208366"/>
                  <a:pt x="389002" y="208366"/>
                </a:cubicBezTo>
                <a:close/>
                <a:moveTo>
                  <a:pt x="316447" y="208366"/>
                </a:moveTo>
                <a:cubicBezTo>
                  <a:pt x="333216" y="208366"/>
                  <a:pt x="346810" y="221960"/>
                  <a:pt x="346810" y="238729"/>
                </a:cubicBezTo>
                <a:cubicBezTo>
                  <a:pt x="346810" y="255499"/>
                  <a:pt x="333216" y="269093"/>
                  <a:pt x="316447" y="269093"/>
                </a:cubicBezTo>
                <a:cubicBezTo>
                  <a:pt x="299677" y="269093"/>
                  <a:pt x="286084" y="255499"/>
                  <a:pt x="286084" y="238729"/>
                </a:cubicBezTo>
                <a:cubicBezTo>
                  <a:pt x="286084" y="221960"/>
                  <a:pt x="299677" y="208366"/>
                  <a:pt x="316447" y="208366"/>
                </a:cubicBezTo>
                <a:close/>
                <a:moveTo>
                  <a:pt x="243892" y="208366"/>
                </a:moveTo>
                <a:cubicBezTo>
                  <a:pt x="260662" y="208366"/>
                  <a:pt x="274256" y="221960"/>
                  <a:pt x="274256" y="238729"/>
                </a:cubicBezTo>
                <a:cubicBezTo>
                  <a:pt x="274256" y="255499"/>
                  <a:pt x="260662" y="269093"/>
                  <a:pt x="243892" y="269093"/>
                </a:cubicBezTo>
                <a:cubicBezTo>
                  <a:pt x="227123" y="269093"/>
                  <a:pt x="213529" y="255499"/>
                  <a:pt x="213529" y="238729"/>
                </a:cubicBezTo>
                <a:cubicBezTo>
                  <a:pt x="213529" y="221960"/>
                  <a:pt x="227123" y="208366"/>
                  <a:pt x="243892" y="208366"/>
                </a:cubicBezTo>
                <a:close/>
                <a:moveTo>
                  <a:pt x="171339" y="208366"/>
                </a:moveTo>
                <a:cubicBezTo>
                  <a:pt x="188107" y="208366"/>
                  <a:pt x="201701" y="221960"/>
                  <a:pt x="201701" y="238729"/>
                </a:cubicBezTo>
                <a:cubicBezTo>
                  <a:pt x="201701" y="255499"/>
                  <a:pt x="188107" y="269093"/>
                  <a:pt x="171339" y="269093"/>
                </a:cubicBezTo>
                <a:cubicBezTo>
                  <a:pt x="154697" y="269093"/>
                  <a:pt x="141102" y="255499"/>
                  <a:pt x="141102" y="238729"/>
                </a:cubicBezTo>
                <a:cubicBezTo>
                  <a:pt x="141102" y="221960"/>
                  <a:pt x="154697" y="208366"/>
                  <a:pt x="171339" y="208366"/>
                </a:cubicBezTo>
                <a:close/>
                <a:moveTo>
                  <a:pt x="98929" y="208366"/>
                </a:moveTo>
                <a:cubicBezTo>
                  <a:pt x="115688" y="208366"/>
                  <a:pt x="129282" y="221960"/>
                  <a:pt x="129282" y="238729"/>
                </a:cubicBezTo>
                <a:cubicBezTo>
                  <a:pt x="129282" y="255499"/>
                  <a:pt x="115688" y="269093"/>
                  <a:pt x="98929" y="269093"/>
                </a:cubicBezTo>
                <a:cubicBezTo>
                  <a:pt x="82155" y="269093"/>
                  <a:pt x="68561" y="255499"/>
                  <a:pt x="68561" y="238729"/>
                </a:cubicBezTo>
                <a:cubicBezTo>
                  <a:pt x="68561" y="221960"/>
                  <a:pt x="82155" y="208366"/>
                  <a:pt x="98929" y="208366"/>
                </a:cubicBezTo>
                <a:close/>
                <a:moveTo>
                  <a:pt x="26375" y="208366"/>
                </a:moveTo>
                <a:cubicBezTo>
                  <a:pt x="43137" y="208366"/>
                  <a:pt x="56732" y="221960"/>
                  <a:pt x="56732" y="238729"/>
                </a:cubicBezTo>
                <a:cubicBezTo>
                  <a:pt x="56732" y="255499"/>
                  <a:pt x="43137" y="269093"/>
                  <a:pt x="26375" y="269093"/>
                </a:cubicBezTo>
                <a:cubicBezTo>
                  <a:pt x="17989" y="269093"/>
                  <a:pt x="10398" y="265695"/>
                  <a:pt x="4903" y="260200"/>
                </a:cubicBezTo>
                <a:lnTo>
                  <a:pt x="0" y="248364"/>
                </a:lnTo>
                <a:lnTo>
                  <a:pt x="0" y="229094"/>
                </a:lnTo>
                <a:lnTo>
                  <a:pt x="4903" y="217259"/>
                </a:lnTo>
                <a:cubicBezTo>
                  <a:pt x="10398" y="211765"/>
                  <a:pt x="17989" y="208366"/>
                  <a:pt x="26375" y="208366"/>
                </a:cubicBezTo>
                <a:close/>
                <a:moveTo>
                  <a:pt x="1622429" y="127914"/>
                </a:moveTo>
                <a:cubicBezTo>
                  <a:pt x="1630814" y="127914"/>
                  <a:pt x="1638404" y="131313"/>
                  <a:pt x="1643899" y="136808"/>
                </a:cubicBezTo>
                <a:lnTo>
                  <a:pt x="1648931" y="148957"/>
                </a:lnTo>
                <a:lnTo>
                  <a:pt x="1651011" y="162579"/>
                </a:lnTo>
                <a:lnTo>
                  <a:pt x="1643899" y="179748"/>
                </a:lnTo>
                <a:cubicBezTo>
                  <a:pt x="1638404" y="185243"/>
                  <a:pt x="1630814" y="188641"/>
                  <a:pt x="1622429" y="188641"/>
                </a:cubicBezTo>
                <a:cubicBezTo>
                  <a:pt x="1605659" y="188641"/>
                  <a:pt x="1592066" y="175047"/>
                  <a:pt x="1592066" y="158278"/>
                </a:cubicBezTo>
                <a:cubicBezTo>
                  <a:pt x="1592066" y="141508"/>
                  <a:pt x="1605659" y="127914"/>
                  <a:pt x="1622429" y="127914"/>
                </a:cubicBezTo>
                <a:close/>
                <a:moveTo>
                  <a:pt x="1549874" y="127914"/>
                </a:moveTo>
                <a:cubicBezTo>
                  <a:pt x="1566644" y="127914"/>
                  <a:pt x="1580238" y="141508"/>
                  <a:pt x="1580238" y="158278"/>
                </a:cubicBezTo>
                <a:cubicBezTo>
                  <a:pt x="1580238" y="175047"/>
                  <a:pt x="1566644" y="188641"/>
                  <a:pt x="1549874" y="188641"/>
                </a:cubicBezTo>
                <a:cubicBezTo>
                  <a:pt x="1533105" y="188641"/>
                  <a:pt x="1519511" y="175047"/>
                  <a:pt x="1519511" y="158278"/>
                </a:cubicBezTo>
                <a:cubicBezTo>
                  <a:pt x="1519511" y="141508"/>
                  <a:pt x="1533105" y="127914"/>
                  <a:pt x="1549874" y="127914"/>
                </a:cubicBezTo>
                <a:close/>
                <a:moveTo>
                  <a:pt x="1477320" y="127914"/>
                </a:moveTo>
                <a:cubicBezTo>
                  <a:pt x="1494089" y="127914"/>
                  <a:pt x="1507683" y="141508"/>
                  <a:pt x="1507683" y="158278"/>
                </a:cubicBezTo>
                <a:cubicBezTo>
                  <a:pt x="1507683" y="175047"/>
                  <a:pt x="1494089" y="188641"/>
                  <a:pt x="1477320" y="188641"/>
                </a:cubicBezTo>
                <a:cubicBezTo>
                  <a:pt x="1460550" y="188641"/>
                  <a:pt x="1446956" y="175047"/>
                  <a:pt x="1446956" y="158278"/>
                </a:cubicBezTo>
                <a:cubicBezTo>
                  <a:pt x="1446956" y="141508"/>
                  <a:pt x="1460550" y="127914"/>
                  <a:pt x="1477320" y="127914"/>
                </a:cubicBezTo>
                <a:close/>
                <a:moveTo>
                  <a:pt x="1404765" y="127914"/>
                </a:moveTo>
                <a:cubicBezTo>
                  <a:pt x="1421535" y="127914"/>
                  <a:pt x="1435129" y="141508"/>
                  <a:pt x="1435129" y="158278"/>
                </a:cubicBezTo>
                <a:cubicBezTo>
                  <a:pt x="1435129" y="175047"/>
                  <a:pt x="1421535" y="188641"/>
                  <a:pt x="1404765" y="188641"/>
                </a:cubicBezTo>
                <a:cubicBezTo>
                  <a:pt x="1387996" y="188641"/>
                  <a:pt x="1374402" y="175047"/>
                  <a:pt x="1374402" y="158278"/>
                </a:cubicBezTo>
                <a:cubicBezTo>
                  <a:pt x="1374402" y="141508"/>
                  <a:pt x="1387996" y="127914"/>
                  <a:pt x="1404765" y="127914"/>
                </a:cubicBezTo>
                <a:close/>
                <a:moveTo>
                  <a:pt x="1332211" y="127914"/>
                </a:moveTo>
                <a:cubicBezTo>
                  <a:pt x="1348980" y="127914"/>
                  <a:pt x="1362574" y="141508"/>
                  <a:pt x="1362574" y="158278"/>
                </a:cubicBezTo>
                <a:cubicBezTo>
                  <a:pt x="1362574" y="175047"/>
                  <a:pt x="1348980" y="188641"/>
                  <a:pt x="1332211" y="188641"/>
                </a:cubicBezTo>
                <a:cubicBezTo>
                  <a:pt x="1315441" y="188641"/>
                  <a:pt x="1301847" y="175047"/>
                  <a:pt x="1301847" y="158278"/>
                </a:cubicBezTo>
                <a:cubicBezTo>
                  <a:pt x="1301847" y="141508"/>
                  <a:pt x="1315441" y="127914"/>
                  <a:pt x="1332211" y="127914"/>
                </a:cubicBezTo>
                <a:close/>
                <a:moveTo>
                  <a:pt x="1259656" y="127914"/>
                </a:moveTo>
                <a:cubicBezTo>
                  <a:pt x="1276426" y="127914"/>
                  <a:pt x="1290020" y="141508"/>
                  <a:pt x="1290020" y="158278"/>
                </a:cubicBezTo>
                <a:cubicBezTo>
                  <a:pt x="1290020" y="175047"/>
                  <a:pt x="1276426" y="188641"/>
                  <a:pt x="1259656" y="188641"/>
                </a:cubicBezTo>
                <a:cubicBezTo>
                  <a:pt x="1242887" y="188641"/>
                  <a:pt x="1229293" y="175047"/>
                  <a:pt x="1229293" y="158278"/>
                </a:cubicBezTo>
                <a:cubicBezTo>
                  <a:pt x="1229293" y="141508"/>
                  <a:pt x="1242887" y="127914"/>
                  <a:pt x="1259656" y="127914"/>
                </a:cubicBezTo>
                <a:close/>
                <a:moveTo>
                  <a:pt x="1187102" y="127914"/>
                </a:moveTo>
                <a:cubicBezTo>
                  <a:pt x="1203871" y="127914"/>
                  <a:pt x="1217465" y="141508"/>
                  <a:pt x="1217465" y="158278"/>
                </a:cubicBezTo>
                <a:cubicBezTo>
                  <a:pt x="1217465" y="175047"/>
                  <a:pt x="1203871" y="188641"/>
                  <a:pt x="1187102" y="188641"/>
                </a:cubicBezTo>
                <a:cubicBezTo>
                  <a:pt x="1170332" y="188641"/>
                  <a:pt x="1156738" y="175047"/>
                  <a:pt x="1156738" y="158278"/>
                </a:cubicBezTo>
                <a:cubicBezTo>
                  <a:pt x="1156738" y="141508"/>
                  <a:pt x="1170332" y="127914"/>
                  <a:pt x="1187102" y="127914"/>
                </a:cubicBezTo>
                <a:close/>
                <a:moveTo>
                  <a:pt x="1114547" y="127914"/>
                </a:moveTo>
                <a:cubicBezTo>
                  <a:pt x="1131317" y="127914"/>
                  <a:pt x="1144911" y="141508"/>
                  <a:pt x="1144911" y="158278"/>
                </a:cubicBezTo>
                <a:cubicBezTo>
                  <a:pt x="1144911" y="175047"/>
                  <a:pt x="1131317" y="188641"/>
                  <a:pt x="1114547" y="188641"/>
                </a:cubicBezTo>
                <a:cubicBezTo>
                  <a:pt x="1097778" y="188641"/>
                  <a:pt x="1084184" y="175047"/>
                  <a:pt x="1084184" y="158278"/>
                </a:cubicBezTo>
                <a:cubicBezTo>
                  <a:pt x="1084184" y="141508"/>
                  <a:pt x="1097778" y="127914"/>
                  <a:pt x="1114547" y="127914"/>
                </a:cubicBezTo>
                <a:close/>
                <a:moveTo>
                  <a:pt x="1041993" y="127914"/>
                </a:moveTo>
                <a:cubicBezTo>
                  <a:pt x="1058762" y="127914"/>
                  <a:pt x="1072356" y="141508"/>
                  <a:pt x="1072356" y="158278"/>
                </a:cubicBezTo>
                <a:cubicBezTo>
                  <a:pt x="1072356" y="175047"/>
                  <a:pt x="1058762" y="188641"/>
                  <a:pt x="1041993" y="188641"/>
                </a:cubicBezTo>
                <a:cubicBezTo>
                  <a:pt x="1025223" y="188641"/>
                  <a:pt x="1011629" y="175047"/>
                  <a:pt x="1011629" y="158278"/>
                </a:cubicBezTo>
                <a:cubicBezTo>
                  <a:pt x="1011629" y="141508"/>
                  <a:pt x="1025223" y="127914"/>
                  <a:pt x="1041993" y="127914"/>
                </a:cubicBezTo>
                <a:close/>
                <a:moveTo>
                  <a:pt x="969438" y="127914"/>
                </a:moveTo>
                <a:cubicBezTo>
                  <a:pt x="986208" y="127914"/>
                  <a:pt x="999801" y="141508"/>
                  <a:pt x="999801" y="158278"/>
                </a:cubicBezTo>
                <a:cubicBezTo>
                  <a:pt x="999801" y="175047"/>
                  <a:pt x="986208" y="188641"/>
                  <a:pt x="969438" y="188641"/>
                </a:cubicBezTo>
                <a:cubicBezTo>
                  <a:pt x="952669" y="188641"/>
                  <a:pt x="939075" y="175047"/>
                  <a:pt x="939075" y="158278"/>
                </a:cubicBezTo>
                <a:cubicBezTo>
                  <a:pt x="939075" y="141508"/>
                  <a:pt x="952669" y="127914"/>
                  <a:pt x="969438" y="127914"/>
                </a:cubicBezTo>
                <a:close/>
                <a:moveTo>
                  <a:pt x="896883" y="127914"/>
                </a:moveTo>
                <a:cubicBezTo>
                  <a:pt x="913653" y="127914"/>
                  <a:pt x="927247" y="141508"/>
                  <a:pt x="927247" y="158278"/>
                </a:cubicBezTo>
                <a:cubicBezTo>
                  <a:pt x="927247" y="175047"/>
                  <a:pt x="913653" y="188641"/>
                  <a:pt x="896883" y="188641"/>
                </a:cubicBezTo>
                <a:cubicBezTo>
                  <a:pt x="880114" y="188641"/>
                  <a:pt x="866520" y="175047"/>
                  <a:pt x="866520" y="158278"/>
                </a:cubicBezTo>
                <a:cubicBezTo>
                  <a:pt x="866520" y="141508"/>
                  <a:pt x="880114" y="127914"/>
                  <a:pt x="896883" y="127914"/>
                </a:cubicBezTo>
                <a:close/>
                <a:moveTo>
                  <a:pt x="824329" y="127914"/>
                </a:moveTo>
                <a:cubicBezTo>
                  <a:pt x="841098" y="127914"/>
                  <a:pt x="854692" y="141508"/>
                  <a:pt x="854692" y="158278"/>
                </a:cubicBezTo>
                <a:cubicBezTo>
                  <a:pt x="854692" y="175047"/>
                  <a:pt x="841098" y="188641"/>
                  <a:pt x="824329" y="188641"/>
                </a:cubicBezTo>
                <a:cubicBezTo>
                  <a:pt x="807559" y="188641"/>
                  <a:pt x="793965" y="175047"/>
                  <a:pt x="793965" y="158278"/>
                </a:cubicBezTo>
                <a:cubicBezTo>
                  <a:pt x="793965" y="141508"/>
                  <a:pt x="807559" y="127914"/>
                  <a:pt x="824329" y="127914"/>
                </a:cubicBezTo>
                <a:close/>
                <a:moveTo>
                  <a:pt x="751774" y="127914"/>
                </a:moveTo>
                <a:cubicBezTo>
                  <a:pt x="768544" y="127914"/>
                  <a:pt x="782138" y="141508"/>
                  <a:pt x="782138" y="158278"/>
                </a:cubicBezTo>
                <a:cubicBezTo>
                  <a:pt x="782138" y="175047"/>
                  <a:pt x="768544" y="188641"/>
                  <a:pt x="751774" y="188641"/>
                </a:cubicBezTo>
                <a:cubicBezTo>
                  <a:pt x="735005" y="188641"/>
                  <a:pt x="721411" y="175047"/>
                  <a:pt x="721411" y="158278"/>
                </a:cubicBezTo>
                <a:cubicBezTo>
                  <a:pt x="721411" y="141508"/>
                  <a:pt x="735005" y="127914"/>
                  <a:pt x="751774" y="127914"/>
                </a:cubicBezTo>
                <a:close/>
                <a:moveTo>
                  <a:pt x="679220" y="127914"/>
                </a:moveTo>
                <a:cubicBezTo>
                  <a:pt x="695989" y="127914"/>
                  <a:pt x="709583" y="141508"/>
                  <a:pt x="709583" y="158278"/>
                </a:cubicBezTo>
                <a:cubicBezTo>
                  <a:pt x="709583" y="175047"/>
                  <a:pt x="695989" y="188641"/>
                  <a:pt x="679220" y="188641"/>
                </a:cubicBezTo>
                <a:cubicBezTo>
                  <a:pt x="662450" y="188641"/>
                  <a:pt x="648856" y="175047"/>
                  <a:pt x="648856" y="158278"/>
                </a:cubicBezTo>
                <a:cubicBezTo>
                  <a:pt x="648856" y="141508"/>
                  <a:pt x="662450" y="127914"/>
                  <a:pt x="679220" y="127914"/>
                </a:cubicBezTo>
                <a:close/>
                <a:moveTo>
                  <a:pt x="606665" y="127914"/>
                </a:moveTo>
                <a:cubicBezTo>
                  <a:pt x="623435" y="127914"/>
                  <a:pt x="637029" y="141508"/>
                  <a:pt x="637029" y="158278"/>
                </a:cubicBezTo>
                <a:cubicBezTo>
                  <a:pt x="637029" y="175047"/>
                  <a:pt x="623435" y="188641"/>
                  <a:pt x="606665" y="188641"/>
                </a:cubicBezTo>
                <a:cubicBezTo>
                  <a:pt x="589896" y="188641"/>
                  <a:pt x="576302" y="175047"/>
                  <a:pt x="576302" y="158278"/>
                </a:cubicBezTo>
                <a:cubicBezTo>
                  <a:pt x="576302" y="141508"/>
                  <a:pt x="589896" y="127914"/>
                  <a:pt x="606665" y="127914"/>
                </a:cubicBezTo>
                <a:close/>
                <a:moveTo>
                  <a:pt x="534111" y="127914"/>
                </a:moveTo>
                <a:cubicBezTo>
                  <a:pt x="550880" y="127914"/>
                  <a:pt x="564474" y="141508"/>
                  <a:pt x="564474" y="158278"/>
                </a:cubicBezTo>
                <a:cubicBezTo>
                  <a:pt x="564474" y="175047"/>
                  <a:pt x="550880" y="188641"/>
                  <a:pt x="534111" y="188641"/>
                </a:cubicBezTo>
                <a:cubicBezTo>
                  <a:pt x="517341" y="188641"/>
                  <a:pt x="503747" y="175047"/>
                  <a:pt x="503747" y="158278"/>
                </a:cubicBezTo>
                <a:cubicBezTo>
                  <a:pt x="503747" y="141508"/>
                  <a:pt x="517341" y="127914"/>
                  <a:pt x="534111" y="127914"/>
                </a:cubicBezTo>
                <a:close/>
                <a:moveTo>
                  <a:pt x="461556" y="127914"/>
                </a:moveTo>
                <a:cubicBezTo>
                  <a:pt x="478326" y="127914"/>
                  <a:pt x="491920" y="141508"/>
                  <a:pt x="491920" y="158278"/>
                </a:cubicBezTo>
                <a:cubicBezTo>
                  <a:pt x="491920" y="175047"/>
                  <a:pt x="478326" y="188641"/>
                  <a:pt x="461556" y="188641"/>
                </a:cubicBezTo>
                <a:cubicBezTo>
                  <a:pt x="444787" y="188641"/>
                  <a:pt x="431192" y="175047"/>
                  <a:pt x="431192" y="158278"/>
                </a:cubicBezTo>
                <a:cubicBezTo>
                  <a:pt x="431192" y="141508"/>
                  <a:pt x="444787" y="127914"/>
                  <a:pt x="461556" y="127914"/>
                </a:cubicBezTo>
                <a:close/>
                <a:moveTo>
                  <a:pt x="389002" y="127914"/>
                </a:moveTo>
                <a:cubicBezTo>
                  <a:pt x="405771" y="127914"/>
                  <a:pt x="419365" y="141508"/>
                  <a:pt x="419365" y="158278"/>
                </a:cubicBezTo>
                <a:cubicBezTo>
                  <a:pt x="419365" y="175047"/>
                  <a:pt x="405771" y="188641"/>
                  <a:pt x="389002" y="188641"/>
                </a:cubicBezTo>
                <a:cubicBezTo>
                  <a:pt x="372232" y="188641"/>
                  <a:pt x="358638" y="175047"/>
                  <a:pt x="358638" y="158278"/>
                </a:cubicBezTo>
                <a:cubicBezTo>
                  <a:pt x="358638" y="141508"/>
                  <a:pt x="372232" y="127914"/>
                  <a:pt x="389002" y="127914"/>
                </a:cubicBezTo>
                <a:close/>
                <a:moveTo>
                  <a:pt x="316447" y="127914"/>
                </a:moveTo>
                <a:cubicBezTo>
                  <a:pt x="333216" y="127914"/>
                  <a:pt x="346810" y="141508"/>
                  <a:pt x="346810" y="158278"/>
                </a:cubicBezTo>
                <a:cubicBezTo>
                  <a:pt x="346810" y="175047"/>
                  <a:pt x="333216" y="188641"/>
                  <a:pt x="316447" y="188641"/>
                </a:cubicBezTo>
                <a:cubicBezTo>
                  <a:pt x="299677" y="188641"/>
                  <a:pt x="286084" y="175047"/>
                  <a:pt x="286084" y="158278"/>
                </a:cubicBezTo>
                <a:cubicBezTo>
                  <a:pt x="286084" y="141508"/>
                  <a:pt x="299677" y="127914"/>
                  <a:pt x="316447" y="127914"/>
                </a:cubicBezTo>
                <a:close/>
                <a:moveTo>
                  <a:pt x="243892" y="127914"/>
                </a:moveTo>
                <a:cubicBezTo>
                  <a:pt x="260662" y="127914"/>
                  <a:pt x="274256" y="141508"/>
                  <a:pt x="274256" y="158278"/>
                </a:cubicBezTo>
                <a:cubicBezTo>
                  <a:pt x="274256" y="175047"/>
                  <a:pt x="260662" y="188641"/>
                  <a:pt x="243892" y="188641"/>
                </a:cubicBezTo>
                <a:cubicBezTo>
                  <a:pt x="227123" y="188641"/>
                  <a:pt x="213529" y="175047"/>
                  <a:pt x="213529" y="158278"/>
                </a:cubicBezTo>
                <a:cubicBezTo>
                  <a:pt x="213529" y="141508"/>
                  <a:pt x="227123" y="127914"/>
                  <a:pt x="243892" y="127914"/>
                </a:cubicBezTo>
                <a:close/>
                <a:moveTo>
                  <a:pt x="171339" y="127914"/>
                </a:moveTo>
                <a:cubicBezTo>
                  <a:pt x="188107" y="127914"/>
                  <a:pt x="201701" y="141508"/>
                  <a:pt x="201701" y="158278"/>
                </a:cubicBezTo>
                <a:cubicBezTo>
                  <a:pt x="201701" y="175047"/>
                  <a:pt x="188107" y="188641"/>
                  <a:pt x="171339" y="188641"/>
                </a:cubicBezTo>
                <a:cubicBezTo>
                  <a:pt x="154702" y="188641"/>
                  <a:pt x="141108" y="175047"/>
                  <a:pt x="141108" y="158278"/>
                </a:cubicBezTo>
                <a:cubicBezTo>
                  <a:pt x="141108" y="141508"/>
                  <a:pt x="154702" y="127914"/>
                  <a:pt x="171339" y="127914"/>
                </a:cubicBezTo>
                <a:close/>
                <a:moveTo>
                  <a:pt x="98936" y="127914"/>
                </a:moveTo>
                <a:cubicBezTo>
                  <a:pt x="115695" y="127914"/>
                  <a:pt x="129288" y="141508"/>
                  <a:pt x="129288" y="158278"/>
                </a:cubicBezTo>
                <a:cubicBezTo>
                  <a:pt x="129288" y="175047"/>
                  <a:pt x="115695" y="188641"/>
                  <a:pt x="98936" y="188641"/>
                </a:cubicBezTo>
                <a:cubicBezTo>
                  <a:pt x="82162" y="188641"/>
                  <a:pt x="68567" y="175047"/>
                  <a:pt x="68567" y="158278"/>
                </a:cubicBezTo>
                <a:cubicBezTo>
                  <a:pt x="68567" y="141508"/>
                  <a:pt x="82162" y="127914"/>
                  <a:pt x="98936" y="127914"/>
                </a:cubicBezTo>
                <a:close/>
                <a:moveTo>
                  <a:pt x="26381" y="127914"/>
                </a:moveTo>
                <a:cubicBezTo>
                  <a:pt x="43143" y="127914"/>
                  <a:pt x="56738" y="141508"/>
                  <a:pt x="56738" y="158278"/>
                </a:cubicBezTo>
                <a:cubicBezTo>
                  <a:pt x="56738" y="175047"/>
                  <a:pt x="43143" y="188641"/>
                  <a:pt x="26381" y="188641"/>
                </a:cubicBezTo>
                <a:cubicBezTo>
                  <a:pt x="17995" y="188641"/>
                  <a:pt x="10404" y="185243"/>
                  <a:pt x="4909" y="179748"/>
                </a:cubicBezTo>
                <a:lnTo>
                  <a:pt x="0" y="167898"/>
                </a:lnTo>
                <a:lnTo>
                  <a:pt x="0" y="148658"/>
                </a:lnTo>
                <a:lnTo>
                  <a:pt x="4909" y="136807"/>
                </a:lnTo>
                <a:cubicBezTo>
                  <a:pt x="10404" y="131313"/>
                  <a:pt x="17995" y="127914"/>
                  <a:pt x="26381" y="127914"/>
                </a:cubicBezTo>
                <a:close/>
                <a:moveTo>
                  <a:pt x="1622429" y="47462"/>
                </a:moveTo>
                <a:lnTo>
                  <a:pt x="1625821" y="48147"/>
                </a:lnTo>
                <a:lnTo>
                  <a:pt x="1639701" y="102127"/>
                </a:lnTo>
                <a:lnTo>
                  <a:pt x="1634248" y="105804"/>
                </a:lnTo>
                <a:cubicBezTo>
                  <a:pt x="1630615" y="107340"/>
                  <a:pt x="1626621" y="108189"/>
                  <a:pt x="1622429" y="108189"/>
                </a:cubicBezTo>
                <a:cubicBezTo>
                  <a:pt x="1605659" y="108189"/>
                  <a:pt x="1592066" y="94595"/>
                  <a:pt x="1592066" y="77826"/>
                </a:cubicBezTo>
                <a:cubicBezTo>
                  <a:pt x="1592066" y="61056"/>
                  <a:pt x="1605659" y="47462"/>
                  <a:pt x="1622429" y="47462"/>
                </a:cubicBezTo>
                <a:close/>
                <a:moveTo>
                  <a:pt x="1549874" y="47462"/>
                </a:moveTo>
                <a:cubicBezTo>
                  <a:pt x="1566644" y="47462"/>
                  <a:pt x="1580238" y="61056"/>
                  <a:pt x="1580238" y="77826"/>
                </a:cubicBezTo>
                <a:cubicBezTo>
                  <a:pt x="1580238" y="94595"/>
                  <a:pt x="1566644" y="108189"/>
                  <a:pt x="1549874" y="108189"/>
                </a:cubicBezTo>
                <a:cubicBezTo>
                  <a:pt x="1533105" y="108189"/>
                  <a:pt x="1519511" y="94595"/>
                  <a:pt x="1519511" y="77826"/>
                </a:cubicBezTo>
                <a:cubicBezTo>
                  <a:pt x="1519511" y="61056"/>
                  <a:pt x="1533105" y="47462"/>
                  <a:pt x="1549874" y="47462"/>
                </a:cubicBezTo>
                <a:close/>
                <a:moveTo>
                  <a:pt x="1477320" y="47462"/>
                </a:moveTo>
                <a:cubicBezTo>
                  <a:pt x="1494089" y="47462"/>
                  <a:pt x="1507683" y="61056"/>
                  <a:pt x="1507683" y="77826"/>
                </a:cubicBezTo>
                <a:cubicBezTo>
                  <a:pt x="1507683" y="94595"/>
                  <a:pt x="1494089" y="108189"/>
                  <a:pt x="1477320" y="108189"/>
                </a:cubicBezTo>
                <a:cubicBezTo>
                  <a:pt x="1460550" y="108189"/>
                  <a:pt x="1446956" y="94595"/>
                  <a:pt x="1446956" y="77826"/>
                </a:cubicBezTo>
                <a:cubicBezTo>
                  <a:pt x="1446956" y="61056"/>
                  <a:pt x="1460550" y="47462"/>
                  <a:pt x="1477320" y="47462"/>
                </a:cubicBezTo>
                <a:close/>
                <a:moveTo>
                  <a:pt x="1404765" y="47462"/>
                </a:moveTo>
                <a:cubicBezTo>
                  <a:pt x="1421535" y="47462"/>
                  <a:pt x="1435129" y="61056"/>
                  <a:pt x="1435129" y="77826"/>
                </a:cubicBezTo>
                <a:cubicBezTo>
                  <a:pt x="1435129" y="94595"/>
                  <a:pt x="1421535" y="108189"/>
                  <a:pt x="1404765" y="108189"/>
                </a:cubicBezTo>
                <a:cubicBezTo>
                  <a:pt x="1387996" y="108189"/>
                  <a:pt x="1374402" y="94595"/>
                  <a:pt x="1374402" y="77826"/>
                </a:cubicBezTo>
                <a:cubicBezTo>
                  <a:pt x="1374402" y="61056"/>
                  <a:pt x="1387996" y="47462"/>
                  <a:pt x="1404765" y="47462"/>
                </a:cubicBezTo>
                <a:close/>
                <a:moveTo>
                  <a:pt x="1332211" y="47462"/>
                </a:moveTo>
                <a:cubicBezTo>
                  <a:pt x="1348980" y="47462"/>
                  <a:pt x="1362574" y="61056"/>
                  <a:pt x="1362574" y="77826"/>
                </a:cubicBezTo>
                <a:cubicBezTo>
                  <a:pt x="1362574" y="94595"/>
                  <a:pt x="1348980" y="108189"/>
                  <a:pt x="1332211" y="108189"/>
                </a:cubicBezTo>
                <a:cubicBezTo>
                  <a:pt x="1315441" y="108189"/>
                  <a:pt x="1301847" y="94595"/>
                  <a:pt x="1301847" y="77826"/>
                </a:cubicBezTo>
                <a:cubicBezTo>
                  <a:pt x="1301847" y="61056"/>
                  <a:pt x="1315441" y="47462"/>
                  <a:pt x="1332211" y="47462"/>
                </a:cubicBezTo>
                <a:close/>
                <a:moveTo>
                  <a:pt x="1259656" y="47462"/>
                </a:moveTo>
                <a:cubicBezTo>
                  <a:pt x="1276426" y="47462"/>
                  <a:pt x="1290020" y="61056"/>
                  <a:pt x="1290020" y="77826"/>
                </a:cubicBezTo>
                <a:cubicBezTo>
                  <a:pt x="1290020" y="94595"/>
                  <a:pt x="1276426" y="108189"/>
                  <a:pt x="1259656" y="108189"/>
                </a:cubicBezTo>
                <a:cubicBezTo>
                  <a:pt x="1242887" y="108189"/>
                  <a:pt x="1229293" y="94595"/>
                  <a:pt x="1229293" y="77826"/>
                </a:cubicBezTo>
                <a:cubicBezTo>
                  <a:pt x="1229293" y="61056"/>
                  <a:pt x="1242887" y="47462"/>
                  <a:pt x="1259656" y="47462"/>
                </a:cubicBezTo>
                <a:close/>
                <a:moveTo>
                  <a:pt x="1187102" y="47462"/>
                </a:moveTo>
                <a:cubicBezTo>
                  <a:pt x="1203871" y="47462"/>
                  <a:pt x="1217465" y="61056"/>
                  <a:pt x="1217465" y="77826"/>
                </a:cubicBezTo>
                <a:cubicBezTo>
                  <a:pt x="1217465" y="94595"/>
                  <a:pt x="1203871" y="108189"/>
                  <a:pt x="1187102" y="108189"/>
                </a:cubicBezTo>
                <a:cubicBezTo>
                  <a:pt x="1170332" y="108189"/>
                  <a:pt x="1156738" y="94595"/>
                  <a:pt x="1156738" y="77826"/>
                </a:cubicBezTo>
                <a:cubicBezTo>
                  <a:pt x="1156738" y="61056"/>
                  <a:pt x="1170332" y="47462"/>
                  <a:pt x="1187102" y="47462"/>
                </a:cubicBezTo>
                <a:close/>
                <a:moveTo>
                  <a:pt x="1114547" y="47462"/>
                </a:moveTo>
                <a:cubicBezTo>
                  <a:pt x="1131317" y="47462"/>
                  <a:pt x="1144911" y="61056"/>
                  <a:pt x="1144911" y="77826"/>
                </a:cubicBezTo>
                <a:cubicBezTo>
                  <a:pt x="1144911" y="94595"/>
                  <a:pt x="1131317" y="108189"/>
                  <a:pt x="1114547" y="108189"/>
                </a:cubicBezTo>
                <a:cubicBezTo>
                  <a:pt x="1097778" y="108189"/>
                  <a:pt x="1084184" y="94595"/>
                  <a:pt x="1084184" y="77826"/>
                </a:cubicBezTo>
                <a:cubicBezTo>
                  <a:pt x="1084184" y="61056"/>
                  <a:pt x="1097778" y="47462"/>
                  <a:pt x="1114547" y="47462"/>
                </a:cubicBezTo>
                <a:close/>
                <a:moveTo>
                  <a:pt x="1041993" y="47462"/>
                </a:moveTo>
                <a:cubicBezTo>
                  <a:pt x="1058762" y="47462"/>
                  <a:pt x="1072356" y="61056"/>
                  <a:pt x="1072356" y="77826"/>
                </a:cubicBezTo>
                <a:cubicBezTo>
                  <a:pt x="1072356" y="94595"/>
                  <a:pt x="1058762" y="108189"/>
                  <a:pt x="1041993" y="108189"/>
                </a:cubicBezTo>
                <a:cubicBezTo>
                  <a:pt x="1025223" y="108189"/>
                  <a:pt x="1011629" y="94595"/>
                  <a:pt x="1011629" y="77826"/>
                </a:cubicBezTo>
                <a:cubicBezTo>
                  <a:pt x="1011629" y="61056"/>
                  <a:pt x="1025223" y="47462"/>
                  <a:pt x="1041993" y="47462"/>
                </a:cubicBezTo>
                <a:close/>
                <a:moveTo>
                  <a:pt x="969438" y="47462"/>
                </a:moveTo>
                <a:cubicBezTo>
                  <a:pt x="986208" y="47462"/>
                  <a:pt x="999801" y="61056"/>
                  <a:pt x="999801" y="77826"/>
                </a:cubicBezTo>
                <a:cubicBezTo>
                  <a:pt x="999801" y="94595"/>
                  <a:pt x="986208" y="108189"/>
                  <a:pt x="969438" y="108189"/>
                </a:cubicBezTo>
                <a:cubicBezTo>
                  <a:pt x="952669" y="108189"/>
                  <a:pt x="939075" y="94595"/>
                  <a:pt x="939075" y="77826"/>
                </a:cubicBezTo>
                <a:cubicBezTo>
                  <a:pt x="939075" y="61056"/>
                  <a:pt x="952669" y="47462"/>
                  <a:pt x="969438" y="47462"/>
                </a:cubicBezTo>
                <a:close/>
                <a:moveTo>
                  <a:pt x="896883" y="47462"/>
                </a:moveTo>
                <a:cubicBezTo>
                  <a:pt x="913653" y="47462"/>
                  <a:pt x="927247" y="61056"/>
                  <a:pt x="927247" y="77826"/>
                </a:cubicBezTo>
                <a:cubicBezTo>
                  <a:pt x="927247" y="94595"/>
                  <a:pt x="913653" y="108189"/>
                  <a:pt x="896883" y="108189"/>
                </a:cubicBezTo>
                <a:cubicBezTo>
                  <a:pt x="880114" y="108189"/>
                  <a:pt x="866520" y="94595"/>
                  <a:pt x="866520" y="77826"/>
                </a:cubicBezTo>
                <a:cubicBezTo>
                  <a:pt x="866520" y="61056"/>
                  <a:pt x="880114" y="47462"/>
                  <a:pt x="896883" y="47462"/>
                </a:cubicBezTo>
                <a:close/>
                <a:moveTo>
                  <a:pt x="824329" y="47462"/>
                </a:moveTo>
                <a:cubicBezTo>
                  <a:pt x="841098" y="47462"/>
                  <a:pt x="854692" y="61056"/>
                  <a:pt x="854692" y="77826"/>
                </a:cubicBezTo>
                <a:cubicBezTo>
                  <a:pt x="854692" y="94595"/>
                  <a:pt x="841098" y="108189"/>
                  <a:pt x="824329" y="108189"/>
                </a:cubicBezTo>
                <a:cubicBezTo>
                  <a:pt x="807559" y="108189"/>
                  <a:pt x="793965" y="94595"/>
                  <a:pt x="793965" y="77826"/>
                </a:cubicBezTo>
                <a:cubicBezTo>
                  <a:pt x="793965" y="61056"/>
                  <a:pt x="807559" y="47462"/>
                  <a:pt x="824329" y="47462"/>
                </a:cubicBezTo>
                <a:close/>
                <a:moveTo>
                  <a:pt x="751774" y="47462"/>
                </a:moveTo>
                <a:cubicBezTo>
                  <a:pt x="768544" y="47462"/>
                  <a:pt x="782138" y="61056"/>
                  <a:pt x="782138" y="77826"/>
                </a:cubicBezTo>
                <a:cubicBezTo>
                  <a:pt x="782138" y="94595"/>
                  <a:pt x="768544" y="108189"/>
                  <a:pt x="751774" y="108189"/>
                </a:cubicBezTo>
                <a:cubicBezTo>
                  <a:pt x="735005" y="108189"/>
                  <a:pt x="721411" y="94595"/>
                  <a:pt x="721411" y="77826"/>
                </a:cubicBezTo>
                <a:cubicBezTo>
                  <a:pt x="721411" y="61056"/>
                  <a:pt x="735005" y="47462"/>
                  <a:pt x="751774" y="47462"/>
                </a:cubicBezTo>
                <a:close/>
                <a:moveTo>
                  <a:pt x="679220" y="47462"/>
                </a:moveTo>
                <a:cubicBezTo>
                  <a:pt x="695989" y="47462"/>
                  <a:pt x="709583" y="61056"/>
                  <a:pt x="709583" y="77826"/>
                </a:cubicBezTo>
                <a:cubicBezTo>
                  <a:pt x="709583" y="94595"/>
                  <a:pt x="695989" y="108189"/>
                  <a:pt x="679220" y="108189"/>
                </a:cubicBezTo>
                <a:cubicBezTo>
                  <a:pt x="662450" y="108189"/>
                  <a:pt x="648856" y="94595"/>
                  <a:pt x="648856" y="77826"/>
                </a:cubicBezTo>
                <a:cubicBezTo>
                  <a:pt x="648856" y="61056"/>
                  <a:pt x="662450" y="47462"/>
                  <a:pt x="679220" y="47462"/>
                </a:cubicBezTo>
                <a:close/>
                <a:moveTo>
                  <a:pt x="606665" y="47462"/>
                </a:moveTo>
                <a:cubicBezTo>
                  <a:pt x="623435" y="47462"/>
                  <a:pt x="637029" y="61056"/>
                  <a:pt x="637029" y="77826"/>
                </a:cubicBezTo>
                <a:cubicBezTo>
                  <a:pt x="637029" y="94595"/>
                  <a:pt x="623435" y="108189"/>
                  <a:pt x="606665" y="108189"/>
                </a:cubicBezTo>
                <a:cubicBezTo>
                  <a:pt x="589896" y="108189"/>
                  <a:pt x="576302" y="94595"/>
                  <a:pt x="576302" y="77826"/>
                </a:cubicBezTo>
                <a:cubicBezTo>
                  <a:pt x="576302" y="61056"/>
                  <a:pt x="589896" y="47462"/>
                  <a:pt x="606665" y="47462"/>
                </a:cubicBezTo>
                <a:close/>
                <a:moveTo>
                  <a:pt x="534111" y="47462"/>
                </a:moveTo>
                <a:cubicBezTo>
                  <a:pt x="550880" y="47462"/>
                  <a:pt x="564474" y="61056"/>
                  <a:pt x="564474" y="77826"/>
                </a:cubicBezTo>
                <a:cubicBezTo>
                  <a:pt x="564474" y="94595"/>
                  <a:pt x="550880" y="108189"/>
                  <a:pt x="534111" y="108189"/>
                </a:cubicBezTo>
                <a:cubicBezTo>
                  <a:pt x="517341" y="108189"/>
                  <a:pt x="503747" y="94595"/>
                  <a:pt x="503747" y="77826"/>
                </a:cubicBezTo>
                <a:cubicBezTo>
                  <a:pt x="503747" y="61056"/>
                  <a:pt x="517341" y="47462"/>
                  <a:pt x="534111" y="47462"/>
                </a:cubicBezTo>
                <a:close/>
                <a:moveTo>
                  <a:pt x="461556" y="47462"/>
                </a:moveTo>
                <a:cubicBezTo>
                  <a:pt x="478326" y="47462"/>
                  <a:pt x="491920" y="61056"/>
                  <a:pt x="491920" y="77826"/>
                </a:cubicBezTo>
                <a:cubicBezTo>
                  <a:pt x="491920" y="94595"/>
                  <a:pt x="478326" y="108189"/>
                  <a:pt x="461556" y="108189"/>
                </a:cubicBezTo>
                <a:cubicBezTo>
                  <a:pt x="444787" y="108189"/>
                  <a:pt x="431192" y="94595"/>
                  <a:pt x="431192" y="77826"/>
                </a:cubicBezTo>
                <a:cubicBezTo>
                  <a:pt x="431192" y="61056"/>
                  <a:pt x="444787" y="47462"/>
                  <a:pt x="461556" y="47462"/>
                </a:cubicBezTo>
                <a:close/>
                <a:moveTo>
                  <a:pt x="389002" y="47462"/>
                </a:moveTo>
                <a:cubicBezTo>
                  <a:pt x="405771" y="47462"/>
                  <a:pt x="419365" y="61056"/>
                  <a:pt x="419365" y="77826"/>
                </a:cubicBezTo>
                <a:cubicBezTo>
                  <a:pt x="419365" y="94595"/>
                  <a:pt x="405771" y="108189"/>
                  <a:pt x="389002" y="108189"/>
                </a:cubicBezTo>
                <a:cubicBezTo>
                  <a:pt x="372232" y="108189"/>
                  <a:pt x="358638" y="94595"/>
                  <a:pt x="358638" y="77826"/>
                </a:cubicBezTo>
                <a:cubicBezTo>
                  <a:pt x="358638" y="61056"/>
                  <a:pt x="372232" y="47462"/>
                  <a:pt x="389002" y="47462"/>
                </a:cubicBezTo>
                <a:close/>
                <a:moveTo>
                  <a:pt x="316447" y="47462"/>
                </a:moveTo>
                <a:cubicBezTo>
                  <a:pt x="333216" y="47462"/>
                  <a:pt x="346810" y="61056"/>
                  <a:pt x="346810" y="77826"/>
                </a:cubicBezTo>
                <a:cubicBezTo>
                  <a:pt x="346810" y="94595"/>
                  <a:pt x="333216" y="108189"/>
                  <a:pt x="316447" y="108189"/>
                </a:cubicBezTo>
                <a:cubicBezTo>
                  <a:pt x="299677" y="108189"/>
                  <a:pt x="286084" y="94595"/>
                  <a:pt x="286084" y="77826"/>
                </a:cubicBezTo>
                <a:cubicBezTo>
                  <a:pt x="286084" y="61056"/>
                  <a:pt x="299677" y="47462"/>
                  <a:pt x="316447" y="47462"/>
                </a:cubicBezTo>
                <a:close/>
                <a:moveTo>
                  <a:pt x="243892" y="47462"/>
                </a:moveTo>
                <a:cubicBezTo>
                  <a:pt x="260662" y="47462"/>
                  <a:pt x="274256" y="61056"/>
                  <a:pt x="274256" y="77826"/>
                </a:cubicBezTo>
                <a:cubicBezTo>
                  <a:pt x="274256" y="94595"/>
                  <a:pt x="260662" y="108189"/>
                  <a:pt x="243892" y="108189"/>
                </a:cubicBezTo>
                <a:cubicBezTo>
                  <a:pt x="227123" y="108189"/>
                  <a:pt x="213529" y="94595"/>
                  <a:pt x="213529" y="77826"/>
                </a:cubicBezTo>
                <a:cubicBezTo>
                  <a:pt x="213529" y="61056"/>
                  <a:pt x="227123" y="47462"/>
                  <a:pt x="243892" y="47462"/>
                </a:cubicBezTo>
                <a:close/>
                <a:moveTo>
                  <a:pt x="171339" y="47462"/>
                </a:moveTo>
                <a:cubicBezTo>
                  <a:pt x="188107" y="47462"/>
                  <a:pt x="201701" y="61056"/>
                  <a:pt x="201701" y="77826"/>
                </a:cubicBezTo>
                <a:cubicBezTo>
                  <a:pt x="201701" y="94595"/>
                  <a:pt x="188107" y="108189"/>
                  <a:pt x="171339" y="108189"/>
                </a:cubicBezTo>
                <a:cubicBezTo>
                  <a:pt x="154708" y="108189"/>
                  <a:pt x="141113" y="94595"/>
                  <a:pt x="141113" y="77826"/>
                </a:cubicBezTo>
                <a:cubicBezTo>
                  <a:pt x="141113" y="61056"/>
                  <a:pt x="154708" y="47462"/>
                  <a:pt x="171339" y="47462"/>
                </a:cubicBezTo>
                <a:close/>
                <a:moveTo>
                  <a:pt x="98942" y="47462"/>
                </a:moveTo>
                <a:cubicBezTo>
                  <a:pt x="115700" y="47462"/>
                  <a:pt x="129294" y="61056"/>
                  <a:pt x="129294" y="77826"/>
                </a:cubicBezTo>
                <a:cubicBezTo>
                  <a:pt x="129294" y="94595"/>
                  <a:pt x="115700" y="108189"/>
                  <a:pt x="98942" y="108189"/>
                </a:cubicBezTo>
                <a:cubicBezTo>
                  <a:pt x="82168" y="108189"/>
                  <a:pt x="68573" y="94595"/>
                  <a:pt x="68573" y="77826"/>
                </a:cubicBezTo>
                <a:cubicBezTo>
                  <a:pt x="68573" y="61056"/>
                  <a:pt x="82168" y="47462"/>
                  <a:pt x="98942" y="47462"/>
                </a:cubicBezTo>
                <a:close/>
                <a:moveTo>
                  <a:pt x="26388" y="47462"/>
                </a:moveTo>
                <a:cubicBezTo>
                  <a:pt x="43149" y="47462"/>
                  <a:pt x="56744" y="61056"/>
                  <a:pt x="56744" y="77826"/>
                </a:cubicBezTo>
                <a:cubicBezTo>
                  <a:pt x="56744" y="94595"/>
                  <a:pt x="43149" y="108189"/>
                  <a:pt x="26388" y="108189"/>
                </a:cubicBezTo>
                <a:cubicBezTo>
                  <a:pt x="18002" y="108189"/>
                  <a:pt x="10410" y="104791"/>
                  <a:pt x="4916" y="99296"/>
                </a:cubicBezTo>
                <a:lnTo>
                  <a:pt x="0" y="87429"/>
                </a:lnTo>
                <a:lnTo>
                  <a:pt x="0" y="68222"/>
                </a:lnTo>
                <a:lnTo>
                  <a:pt x="4916" y="56355"/>
                </a:lnTo>
                <a:cubicBezTo>
                  <a:pt x="10410" y="50861"/>
                  <a:pt x="18002" y="47462"/>
                  <a:pt x="26388" y="47462"/>
                </a:cubicBezTo>
                <a:close/>
                <a:moveTo>
                  <a:pt x="1592868" y="0"/>
                </a:moveTo>
                <a:lnTo>
                  <a:pt x="1613441" y="0"/>
                </a:lnTo>
                <a:lnTo>
                  <a:pt x="1620472" y="27343"/>
                </a:lnTo>
                <a:lnTo>
                  <a:pt x="1610610" y="25352"/>
                </a:lnTo>
                <a:cubicBezTo>
                  <a:pt x="1605161" y="23047"/>
                  <a:pt x="1600525" y="19197"/>
                  <a:pt x="1597251" y="14351"/>
                </a:cubicBezTo>
                <a:close/>
                <a:moveTo>
                  <a:pt x="1520598" y="0"/>
                </a:moveTo>
                <a:lnTo>
                  <a:pt x="1579150" y="0"/>
                </a:lnTo>
                <a:lnTo>
                  <a:pt x="1571345" y="18844"/>
                </a:lnTo>
                <a:cubicBezTo>
                  <a:pt x="1565850" y="24339"/>
                  <a:pt x="1558259" y="27738"/>
                  <a:pt x="1549874" y="27738"/>
                </a:cubicBezTo>
                <a:cubicBezTo>
                  <a:pt x="1541490" y="27738"/>
                  <a:pt x="1533899" y="24339"/>
                  <a:pt x="1528404" y="18844"/>
                </a:cubicBezTo>
                <a:close/>
                <a:moveTo>
                  <a:pt x="1448044" y="0"/>
                </a:moveTo>
                <a:lnTo>
                  <a:pt x="1506596" y="0"/>
                </a:lnTo>
                <a:lnTo>
                  <a:pt x="1498790" y="18844"/>
                </a:lnTo>
                <a:cubicBezTo>
                  <a:pt x="1493295" y="24339"/>
                  <a:pt x="1485705" y="27738"/>
                  <a:pt x="1477320" y="27738"/>
                </a:cubicBezTo>
                <a:cubicBezTo>
                  <a:pt x="1468935" y="27738"/>
                  <a:pt x="1461344" y="24339"/>
                  <a:pt x="1455850" y="18844"/>
                </a:cubicBezTo>
                <a:close/>
                <a:moveTo>
                  <a:pt x="1375489" y="0"/>
                </a:moveTo>
                <a:lnTo>
                  <a:pt x="1434041" y="0"/>
                </a:lnTo>
                <a:lnTo>
                  <a:pt x="1426236" y="18844"/>
                </a:lnTo>
                <a:cubicBezTo>
                  <a:pt x="1420741" y="24339"/>
                  <a:pt x="1413150" y="27738"/>
                  <a:pt x="1404765" y="27738"/>
                </a:cubicBezTo>
                <a:cubicBezTo>
                  <a:pt x="1396381" y="27738"/>
                  <a:pt x="1388790" y="24339"/>
                  <a:pt x="1383295" y="18844"/>
                </a:cubicBezTo>
                <a:close/>
                <a:moveTo>
                  <a:pt x="1302935" y="0"/>
                </a:moveTo>
                <a:lnTo>
                  <a:pt x="1361486" y="0"/>
                </a:lnTo>
                <a:lnTo>
                  <a:pt x="1353681" y="18844"/>
                </a:lnTo>
                <a:cubicBezTo>
                  <a:pt x="1348186" y="24339"/>
                  <a:pt x="1340596" y="27738"/>
                  <a:pt x="1332211" y="27738"/>
                </a:cubicBezTo>
                <a:cubicBezTo>
                  <a:pt x="1323826" y="27738"/>
                  <a:pt x="1316235" y="24339"/>
                  <a:pt x="1310740" y="18844"/>
                </a:cubicBezTo>
                <a:close/>
                <a:moveTo>
                  <a:pt x="1230380" y="0"/>
                </a:moveTo>
                <a:lnTo>
                  <a:pt x="1288932" y="0"/>
                </a:lnTo>
                <a:lnTo>
                  <a:pt x="1281126" y="18844"/>
                </a:lnTo>
                <a:cubicBezTo>
                  <a:pt x="1275632" y="24339"/>
                  <a:pt x="1268041" y="27738"/>
                  <a:pt x="1259656" y="27738"/>
                </a:cubicBezTo>
                <a:cubicBezTo>
                  <a:pt x="1251271" y="27738"/>
                  <a:pt x="1243680" y="24339"/>
                  <a:pt x="1238186" y="18844"/>
                </a:cubicBezTo>
                <a:close/>
                <a:moveTo>
                  <a:pt x="1157826" y="0"/>
                </a:moveTo>
                <a:lnTo>
                  <a:pt x="1216377" y="0"/>
                </a:lnTo>
                <a:lnTo>
                  <a:pt x="1208572" y="18844"/>
                </a:lnTo>
                <a:cubicBezTo>
                  <a:pt x="1203077" y="24339"/>
                  <a:pt x="1195486" y="27738"/>
                  <a:pt x="1187102" y="27738"/>
                </a:cubicBezTo>
                <a:cubicBezTo>
                  <a:pt x="1178717" y="27738"/>
                  <a:pt x="1171126" y="24339"/>
                  <a:pt x="1165631" y="18844"/>
                </a:cubicBezTo>
                <a:close/>
                <a:moveTo>
                  <a:pt x="1085271" y="0"/>
                </a:moveTo>
                <a:lnTo>
                  <a:pt x="1143823" y="0"/>
                </a:lnTo>
                <a:lnTo>
                  <a:pt x="1136017" y="18844"/>
                </a:lnTo>
                <a:cubicBezTo>
                  <a:pt x="1130523" y="24339"/>
                  <a:pt x="1122932" y="27738"/>
                  <a:pt x="1114547" y="27738"/>
                </a:cubicBezTo>
                <a:cubicBezTo>
                  <a:pt x="1106162" y="27738"/>
                  <a:pt x="1098571" y="24339"/>
                  <a:pt x="1093077" y="18844"/>
                </a:cubicBezTo>
                <a:close/>
                <a:moveTo>
                  <a:pt x="1012717" y="0"/>
                </a:moveTo>
                <a:lnTo>
                  <a:pt x="1071268" y="0"/>
                </a:lnTo>
                <a:lnTo>
                  <a:pt x="1063463" y="18844"/>
                </a:lnTo>
                <a:cubicBezTo>
                  <a:pt x="1057968" y="24339"/>
                  <a:pt x="1050377" y="27738"/>
                  <a:pt x="1041993" y="27738"/>
                </a:cubicBezTo>
                <a:cubicBezTo>
                  <a:pt x="1033608" y="27738"/>
                  <a:pt x="1026017" y="24339"/>
                  <a:pt x="1020522" y="18844"/>
                </a:cubicBezTo>
                <a:close/>
                <a:moveTo>
                  <a:pt x="940162" y="0"/>
                </a:moveTo>
                <a:lnTo>
                  <a:pt x="998714" y="0"/>
                </a:lnTo>
                <a:lnTo>
                  <a:pt x="990908" y="18844"/>
                </a:lnTo>
                <a:cubicBezTo>
                  <a:pt x="985414" y="24339"/>
                  <a:pt x="977823" y="27738"/>
                  <a:pt x="969438" y="27738"/>
                </a:cubicBezTo>
                <a:cubicBezTo>
                  <a:pt x="961053" y="27738"/>
                  <a:pt x="953462" y="24339"/>
                  <a:pt x="947968" y="18844"/>
                </a:cubicBezTo>
                <a:close/>
                <a:moveTo>
                  <a:pt x="867607" y="0"/>
                </a:moveTo>
                <a:lnTo>
                  <a:pt x="926159" y="0"/>
                </a:lnTo>
                <a:lnTo>
                  <a:pt x="918354" y="18844"/>
                </a:lnTo>
                <a:cubicBezTo>
                  <a:pt x="912859" y="24339"/>
                  <a:pt x="905268" y="27738"/>
                  <a:pt x="896883" y="27738"/>
                </a:cubicBezTo>
                <a:cubicBezTo>
                  <a:pt x="888499" y="27738"/>
                  <a:pt x="880908" y="24339"/>
                  <a:pt x="875413" y="18844"/>
                </a:cubicBezTo>
                <a:close/>
                <a:moveTo>
                  <a:pt x="795053" y="0"/>
                </a:moveTo>
                <a:lnTo>
                  <a:pt x="853605" y="0"/>
                </a:lnTo>
                <a:lnTo>
                  <a:pt x="845799" y="18844"/>
                </a:lnTo>
                <a:cubicBezTo>
                  <a:pt x="840304" y="24339"/>
                  <a:pt x="832714" y="27738"/>
                  <a:pt x="824329" y="27738"/>
                </a:cubicBezTo>
                <a:cubicBezTo>
                  <a:pt x="815944" y="27738"/>
                  <a:pt x="808353" y="24339"/>
                  <a:pt x="802858" y="18844"/>
                </a:cubicBezTo>
                <a:close/>
                <a:moveTo>
                  <a:pt x="722498" y="0"/>
                </a:moveTo>
                <a:lnTo>
                  <a:pt x="781050" y="0"/>
                </a:lnTo>
                <a:lnTo>
                  <a:pt x="773245" y="18844"/>
                </a:lnTo>
                <a:cubicBezTo>
                  <a:pt x="767750" y="24339"/>
                  <a:pt x="760159" y="27738"/>
                  <a:pt x="751774" y="27738"/>
                </a:cubicBezTo>
                <a:cubicBezTo>
                  <a:pt x="743390" y="27738"/>
                  <a:pt x="735799" y="24339"/>
                  <a:pt x="730304" y="18844"/>
                </a:cubicBezTo>
                <a:close/>
                <a:moveTo>
                  <a:pt x="649944" y="0"/>
                </a:moveTo>
                <a:lnTo>
                  <a:pt x="708496" y="0"/>
                </a:lnTo>
                <a:lnTo>
                  <a:pt x="700690" y="18844"/>
                </a:lnTo>
                <a:cubicBezTo>
                  <a:pt x="695195" y="24339"/>
                  <a:pt x="687604" y="27738"/>
                  <a:pt x="679220" y="27738"/>
                </a:cubicBezTo>
                <a:cubicBezTo>
                  <a:pt x="670835" y="27738"/>
                  <a:pt x="663244" y="24339"/>
                  <a:pt x="657749" y="18844"/>
                </a:cubicBezTo>
                <a:close/>
                <a:moveTo>
                  <a:pt x="577389" y="0"/>
                </a:moveTo>
                <a:lnTo>
                  <a:pt x="635941" y="0"/>
                </a:lnTo>
                <a:lnTo>
                  <a:pt x="628135" y="18844"/>
                </a:lnTo>
                <a:cubicBezTo>
                  <a:pt x="622641" y="24339"/>
                  <a:pt x="615050" y="27738"/>
                  <a:pt x="606665" y="27738"/>
                </a:cubicBezTo>
                <a:cubicBezTo>
                  <a:pt x="598280" y="27738"/>
                  <a:pt x="590690" y="24339"/>
                  <a:pt x="585195" y="18844"/>
                </a:cubicBezTo>
                <a:close/>
                <a:moveTo>
                  <a:pt x="504835" y="0"/>
                </a:moveTo>
                <a:lnTo>
                  <a:pt x="563386" y="0"/>
                </a:lnTo>
                <a:lnTo>
                  <a:pt x="555581" y="18844"/>
                </a:lnTo>
                <a:cubicBezTo>
                  <a:pt x="550086" y="24339"/>
                  <a:pt x="542495" y="27738"/>
                  <a:pt x="534111" y="27738"/>
                </a:cubicBezTo>
                <a:cubicBezTo>
                  <a:pt x="525726" y="27738"/>
                  <a:pt x="518135" y="24339"/>
                  <a:pt x="512640" y="18844"/>
                </a:cubicBezTo>
                <a:close/>
                <a:moveTo>
                  <a:pt x="432280" y="0"/>
                </a:moveTo>
                <a:lnTo>
                  <a:pt x="490832" y="0"/>
                </a:lnTo>
                <a:lnTo>
                  <a:pt x="483026" y="18844"/>
                </a:lnTo>
                <a:cubicBezTo>
                  <a:pt x="477532" y="24339"/>
                  <a:pt x="469941" y="27738"/>
                  <a:pt x="461556" y="27738"/>
                </a:cubicBezTo>
                <a:cubicBezTo>
                  <a:pt x="453171" y="27738"/>
                  <a:pt x="445580" y="24339"/>
                  <a:pt x="440086" y="18844"/>
                </a:cubicBezTo>
                <a:close/>
                <a:moveTo>
                  <a:pt x="359726" y="0"/>
                </a:moveTo>
                <a:lnTo>
                  <a:pt x="418277" y="0"/>
                </a:lnTo>
                <a:lnTo>
                  <a:pt x="410472" y="18844"/>
                </a:lnTo>
                <a:cubicBezTo>
                  <a:pt x="404977" y="24339"/>
                  <a:pt x="397386" y="27738"/>
                  <a:pt x="389002" y="27738"/>
                </a:cubicBezTo>
                <a:cubicBezTo>
                  <a:pt x="380617" y="27738"/>
                  <a:pt x="373026" y="24339"/>
                  <a:pt x="367531" y="18844"/>
                </a:cubicBezTo>
                <a:close/>
                <a:moveTo>
                  <a:pt x="287171" y="0"/>
                </a:moveTo>
                <a:lnTo>
                  <a:pt x="345723" y="0"/>
                </a:lnTo>
                <a:lnTo>
                  <a:pt x="337917" y="18844"/>
                </a:lnTo>
                <a:cubicBezTo>
                  <a:pt x="332423" y="24339"/>
                  <a:pt x="324832" y="27738"/>
                  <a:pt x="316447" y="27738"/>
                </a:cubicBezTo>
                <a:cubicBezTo>
                  <a:pt x="308062" y="27738"/>
                  <a:pt x="300471" y="24339"/>
                  <a:pt x="294977" y="18844"/>
                </a:cubicBezTo>
                <a:close/>
                <a:moveTo>
                  <a:pt x="214617" y="0"/>
                </a:moveTo>
                <a:lnTo>
                  <a:pt x="273168" y="0"/>
                </a:lnTo>
                <a:lnTo>
                  <a:pt x="265363" y="18844"/>
                </a:lnTo>
                <a:cubicBezTo>
                  <a:pt x="259868" y="24339"/>
                  <a:pt x="252277" y="27738"/>
                  <a:pt x="243892" y="27738"/>
                </a:cubicBezTo>
                <a:cubicBezTo>
                  <a:pt x="235508" y="27738"/>
                  <a:pt x="227917" y="24339"/>
                  <a:pt x="222422" y="18844"/>
                </a:cubicBezTo>
                <a:close/>
                <a:moveTo>
                  <a:pt x="142204" y="0"/>
                </a:moveTo>
                <a:lnTo>
                  <a:pt x="200614" y="0"/>
                </a:lnTo>
                <a:lnTo>
                  <a:pt x="192808" y="18844"/>
                </a:lnTo>
                <a:cubicBezTo>
                  <a:pt x="187314" y="24339"/>
                  <a:pt x="179723" y="27738"/>
                  <a:pt x="171339" y="27738"/>
                </a:cubicBezTo>
                <a:cubicBezTo>
                  <a:pt x="163026" y="27738"/>
                  <a:pt x="155471" y="24339"/>
                  <a:pt x="149994" y="18844"/>
                </a:cubicBezTo>
                <a:close/>
                <a:moveTo>
                  <a:pt x="69668" y="0"/>
                </a:moveTo>
                <a:lnTo>
                  <a:pt x="128212" y="0"/>
                </a:lnTo>
                <a:lnTo>
                  <a:pt x="120408" y="18844"/>
                </a:lnTo>
                <a:cubicBezTo>
                  <a:pt x="114915" y="24339"/>
                  <a:pt x="107328" y="27738"/>
                  <a:pt x="98949" y="27738"/>
                </a:cubicBezTo>
                <a:cubicBezTo>
                  <a:pt x="90562" y="27738"/>
                  <a:pt x="82969" y="24339"/>
                  <a:pt x="77474" y="18844"/>
                </a:cubicBezTo>
                <a:close/>
                <a:moveTo>
                  <a:pt x="0" y="0"/>
                </a:moveTo>
                <a:lnTo>
                  <a:pt x="55662" y="0"/>
                </a:lnTo>
                <a:lnTo>
                  <a:pt x="47858" y="18844"/>
                </a:lnTo>
                <a:cubicBezTo>
                  <a:pt x="42364" y="24339"/>
                  <a:pt x="34775" y="27738"/>
                  <a:pt x="26394" y="27738"/>
                </a:cubicBezTo>
                <a:cubicBezTo>
                  <a:pt x="18009" y="27738"/>
                  <a:pt x="10417" y="24339"/>
                  <a:pt x="4922" y="18844"/>
                </a:cubicBezTo>
                <a:lnTo>
                  <a:pt x="0" y="6962"/>
                </a:lnTo>
                <a:close/>
              </a:path>
            </a:pathLst>
          </a:custGeom>
          <a:solidFill>
            <a:schemeClr val="accent1">
              <a:alpha val="60000"/>
            </a:schemeClr>
          </a:soli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441" name="Google Shape;441;p33"/>
          <p:cNvSpPr/>
          <p:nvPr/>
        </p:nvSpPr>
        <p:spPr>
          <a:xfrm>
            <a:off x="2" y="2"/>
            <a:ext cx="403373" cy="496797"/>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442" name="Google Shape;442;p33"/>
          <p:cNvSpPr txBox="1">
            <a:spLocks noGrp="1"/>
          </p:cNvSpPr>
          <p:nvPr>
            <p:ph type="subTitle" idx="1"/>
          </p:nvPr>
        </p:nvSpPr>
        <p:spPr>
          <a:xfrm>
            <a:off x="554100" y="987033"/>
            <a:ext cx="11083600" cy="3472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2"/>
              </a:buClr>
              <a:buSzPts val="1200"/>
              <a:buFont typeface="Poppins"/>
              <a:buNone/>
              <a:defRPr sz="1600">
                <a:solidFill>
                  <a:schemeClr val="lt2"/>
                </a:solidFill>
                <a:latin typeface="Poppins"/>
                <a:ea typeface="Poppins"/>
                <a:cs typeface="Poppins"/>
                <a:sym typeface="Poppins"/>
              </a:defRPr>
            </a:lvl1pPr>
            <a:lvl2pPr lvl="1" algn="l">
              <a:lnSpc>
                <a:spcPct val="100000"/>
              </a:lnSpc>
              <a:spcBef>
                <a:spcPts val="267"/>
              </a:spcBef>
              <a:spcAft>
                <a:spcPts val="0"/>
              </a:spcAft>
              <a:buClr>
                <a:schemeClr val="lt2"/>
              </a:buClr>
              <a:buSzPts val="1200"/>
              <a:buFont typeface="Poppins"/>
              <a:buNone/>
              <a:defRPr sz="1600">
                <a:solidFill>
                  <a:schemeClr val="lt2"/>
                </a:solidFill>
                <a:latin typeface="Poppins"/>
                <a:ea typeface="Poppins"/>
                <a:cs typeface="Poppins"/>
                <a:sym typeface="Poppins"/>
              </a:defRPr>
            </a:lvl2pPr>
            <a:lvl3pPr lvl="2" algn="l">
              <a:lnSpc>
                <a:spcPct val="100000"/>
              </a:lnSpc>
              <a:spcBef>
                <a:spcPts val="267"/>
              </a:spcBef>
              <a:spcAft>
                <a:spcPts val="0"/>
              </a:spcAft>
              <a:buClr>
                <a:schemeClr val="lt2"/>
              </a:buClr>
              <a:buSzPts val="1200"/>
              <a:buFont typeface="Poppins"/>
              <a:buNone/>
              <a:defRPr sz="1600">
                <a:solidFill>
                  <a:schemeClr val="lt2"/>
                </a:solidFill>
                <a:latin typeface="Poppins"/>
                <a:ea typeface="Poppins"/>
                <a:cs typeface="Poppins"/>
                <a:sym typeface="Poppins"/>
              </a:defRPr>
            </a:lvl3pPr>
            <a:lvl4pPr lvl="3" algn="l">
              <a:lnSpc>
                <a:spcPct val="100000"/>
              </a:lnSpc>
              <a:spcBef>
                <a:spcPts val="267"/>
              </a:spcBef>
              <a:spcAft>
                <a:spcPts val="0"/>
              </a:spcAft>
              <a:buClr>
                <a:schemeClr val="lt2"/>
              </a:buClr>
              <a:buSzPts val="1200"/>
              <a:buFont typeface="Poppins"/>
              <a:buNone/>
              <a:defRPr sz="1600">
                <a:solidFill>
                  <a:schemeClr val="lt2"/>
                </a:solidFill>
                <a:latin typeface="Poppins"/>
                <a:ea typeface="Poppins"/>
                <a:cs typeface="Poppins"/>
                <a:sym typeface="Poppins"/>
              </a:defRPr>
            </a:lvl4pPr>
            <a:lvl5pPr lvl="4" algn="l">
              <a:lnSpc>
                <a:spcPct val="100000"/>
              </a:lnSpc>
              <a:spcBef>
                <a:spcPts val="267"/>
              </a:spcBef>
              <a:spcAft>
                <a:spcPts val="0"/>
              </a:spcAft>
              <a:buClr>
                <a:schemeClr val="lt2"/>
              </a:buClr>
              <a:buSzPts val="1200"/>
              <a:buFont typeface="Poppins"/>
              <a:buNone/>
              <a:defRPr sz="1600">
                <a:solidFill>
                  <a:schemeClr val="lt2"/>
                </a:solidFill>
                <a:latin typeface="Poppins"/>
                <a:ea typeface="Poppins"/>
                <a:cs typeface="Poppins"/>
                <a:sym typeface="Poppins"/>
              </a:defRPr>
            </a:lvl5pPr>
            <a:lvl6pPr lvl="5" algn="l">
              <a:lnSpc>
                <a:spcPct val="100000"/>
              </a:lnSpc>
              <a:spcBef>
                <a:spcPts val="267"/>
              </a:spcBef>
              <a:spcAft>
                <a:spcPts val="0"/>
              </a:spcAft>
              <a:buClr>
                <a:schemeClr val="lt2"/>
              </a:buClr>
              <a:buSzPts val="1200"/>
              <a:buFont typeface="Poppins"/>
              <a:buNone/>
              <a:defRPr sz="1600">
                <a:solidFill>
                  <a:schemeClr val="lt2"/>
                </a:solidFill>
                <a:latin typeface="Poppins"/>
                <a:ea typeface="Poppins"/>
                <a:cs typeface="Poppins"/>
                <a:sym typeface="Poppins"/>
              </a:defRPr>
            </a:lvl6pPr>
            <a:lvl7pPr lvl="6" algn="l">
              <a:lnSpc>
                <a:spcPct val="100000"/>
              </a:lnSpc>
              <a:spcBef>
                <a:spcPts val="267"/>
              </a:spcBef>
              <a:spcAft>
                <a:spcPts val="0"/>
              </a:spcAft>
              <a:buClr>
                <a:schemeClr val="lt2"/>
              </a:buClr>
              <a:buSzPts val="1200"/>
              <a:buFont typeface="Poppins"/>
              <a:buNone/>
              <a:defRPr sz="1600">
                <a:solidFill>
                  <a:schemeClr val="lt2"/>
                </a:solidFill>
                <a:latin typeface="Poppins"/>
                <a:ea typeface="Poppins"/>
                <a:cs typeface="Poppins"/>
                <a:sym typeface="Poppins"/>
              </a:defRPr>
            </a:lvl7pPr>
            <a:lvl8pPr lvl="7" algn="l">
              <a:lnSpc>
                <a:spcPct val="100000"/>
              </a:lnSpc>
              <a:spcBef>
                <a:spcPts val="267"/>
              </a:spcBef>
              <a:spcAft>
                <a:spcPts val="0"/>
              </a:spcAft>
              <a:buClr>
                <a:schemeClr val="lt2"/>
              </a:buClr>
              <a:buSzPts val="1200"/>
              <a:buFont typeface="Poppins"/>
              <a:buNone/>
              <a:defRPr sz="1600">
                <a:solidFill>
                  <a:schemeClr val="lt2"/>
                </a:solidFill>
                <a:latin typeface="Poppins"/>
                <a:ea typeface="Poppins"/>
                <a:cs typeface="Poppins"/>
                <a:sym typeface="Poppins"/>
              </a:defRPr>
            </a:lvl8pPr>
            <a:lvl9pPr lvl="8" algn="l">
              <a:lnSpc>
                <a:spcPct val="100000"/>
              </a:lnSpc>
              <a:spcBef>
                <a:spcPts val="267"/>
              </a:spcBef>
              <a:spcAft>
                <a:spcPts val="267"/>
              </a:spcAft>
              <a:buClr>
                <a:schemeClr val="lt2"/>
              </a:buClr>
              <a:buSzPts val="1200"/>
              <a:buFont typeface="Poppins"/>
              <a:buNone/>
              <a:defRPr sz="1600">
                <a:solidFill>
                  <a:schemeClr val="lt2"/>
                </a:solidFill>
                <a:latin typeface="Poppins"/>
                <a:ea typeface="Poppins"/>
                <a:cs typeface="Poppins"/>
                <a:sym typeface="Poppins"/>
              </a:defRPr>
            </a:lvl9pPr>
          </a:lstStyle>
          <a:p>
            <a:endParaRPr/>
          </a:p>
        </p:txBody>
      </p:sp>
      <p:pic>
        <p:nvPicPr>
          <p:cNvPr id="443" name="Google Shape;443;p33"/>
          <p:cNvPicPr preferRelativeResize="0"/>
          <p:nvPr/>
        </p:nvPicPr>
        <p:blipFill rotWithShape="1">
          <a:blip r:embed="rId2">
            <a:alphaModFix/>
          </a:blip>
          <a:srcRect/>
          <a:stretch/>
        </p:blipFill>
        <p:spPr>
          <a:xfrm>
            <a:off x="0" y="6811001"/>
            <a:ext cx="12192000" cy="50800"/>
          </a:xfrm>
          <a:prstGeom prst="rect">
            <a:avLst/>
          </a:prstGeom>
          <a:noFill/>
          <a:ln>
            <a:noFill/>
          </a:ln>
        </p:spPr>
      </p:pic>
    </p:spTree>
    <p:extLst>
      <p:ext uri="{BB962C8B-B14F-4D97-AF65-F5344CB8AC3E}">
        <p14:creationId xmlns:p14="http://schemas.microsoft.com/office/powerpoint/2010/main" val="982877531"/>
      </p:ext>
    </p:extLst>
  </p:cSld>
  <p:clrMapOvr>
    <a:masterClrMapping/>
  </p:clrMapOvr>
  <p:extLst>
    <p:ext uri="{DCECCB84-F9BA-43D5-87BE-67443E8EF086}">
      <p15:sldGuideLst xmlns:p15="http://schemas.microsoft.com/office/powerpoint/2012/main">
        <p15:guide id="1" orient="horz" pos="648">
          <p15:clr>
            <a:srgbClr val="FA7B17"/>
          </p15:clr>
        </p15:guide>
        <p15:guide id="2" orient="horz" pos="3068">
          <p15:clr>
            <a:srgbClr val="FA7B17"/>
          </p15:clr>
        </p15:guide>
        <p15:guide id="3" pos="259">
          <p15:clr>
            <a:srgbClr val="FA7B17"/>
          </p15:clr>
        </p15:guide>
        <p15:guide id="4" pos="5501">
          <p15:clr>
            <a:srgbClr val="FA7B17"/>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 One Column">
  <p:cSld name="Title + One Column">
    <p:spTree>
      <p:nvGrpSpPr>
        <p:cNvPr id="1" name="Shape 444"/>
        <p:cNvGrpSpPr/>
        <p:nvPr/>
      </p:nvGrpSpPr>
      <p:grpSpPr>
        <a:xfrm>
          <a:off x="0" y="0"/>
          <a:ext cx="0" cy="0"/>
          <a:chOff x="0" y="0"/>
          <a:chExt cx="0" cy="0"/>
        </a:xfrm>
      </p:grpSpPr>
      <p:sp>
        <p:nvSpPr>
          <p:cNvPr id="445" name="Google Shape;445;p34"/>
          <p:cNvSpPr txBox="1">
            <a:spLocks noGrp="1"/>
          </p:cNvSpPr>
          <p:nvPr>
            <p:ph type="title"/>
          </p:nvPr>
        </p:nvSpPr>
        <p:spPr>
          <a:xfrm>
            <a:off x="554167" y="496800"/>
            <a:ext cx="11083600" cy="6116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1800"/>
              <a:buNone/>
              <a:defRPr sz="2400">
                <a:solidFill>
                  <a:schemeClr val="lt1"/>
                </a:solidFill>
              </a:defRPr>
            </a:lvl1pPr>
            <a:lvl2pPr lvl="1" algn="l">
              <a:lnSpc>
                <a:spcPct val="100000"/>
              </a:lnSpc>
              <a:spcBef>
                <a:spcPts val="0"/>
              </a:spcBef>
              <a:spcAft>
                <a:spcPts val="0"/>
              </a:spcAft>
              <a:buClr>
                <a:schemeClr val="lt1"/>
              </a:buClr>
              <a:buSzPts val="2000"/>
              <a:buNone/>
              <a:defRPr sz="2667">
                <a:solidFill>
                  <a:schemeClr val="lt1"/>
                </a:solidFill>
              </a:defRPr>
            </a:lvl2pPr>
            <a:lvl3pPr lvl="2" algn="l">
              <a:lnSpc>
                <a:spcPct val="100000"/>
              </a:lnSpc>
              <a:spcBef>
                <a:spcPts val="0"/>
              </a:spcBef>
              <a:spcAft>
                <a:spcPts val="0"/>
              </a:spcAft>
              <a:buClr>
                <a:schemeClr val="lt1"/>
              </a:buClr>
              <a:buSzPts val="2000"/>
              <a:buNone/>
              <a:defRPr sz="2667">
                <a:solidFill>
                  <a:schemeClr val="lt1"/>
                </a:solidFill>
              </a:defRPr>
            </a:lvl3pPr>
            <a:lvl4pPr lvl="3" algn="l">
              <a:lnSpc>
                <a:spcPct val="100000"/>
              </a:lnSpc>
              <a:spcBef>
                <a:spcPts val="0"/>
              </a:spcBef>
              <a:spcAft>
                <a:spcPts val="0"/>
              </a:spcAft>
              <a:buClr>
                <a:schemeClr val="lt1"/>
              </a:buClr>
              <a:buSzPts val="2000"/>
              <a:buNone/>
              <a:defRPr sz="2667">
                <a:solidFill>
                  <a:schemeClr val="lt1"/>
                </a:solidFill>
              </a:defRPr>
            </a:lvl4pPr>
            <a:lvl5pPr lvl="4" algn="l">
              <a:lnSpc>
                <a:spcPct val="100000"/>
              </a:lnSpc>
              <a:spcBef>
                <a:spcPts val="0"/>
              </a:spcBef>
              <a:spcAft>
                <a:spcPts val="0"/>
              </a:spcAft>
              <a:buClr>
                <a:schemeClr val="lt1"/>
              </a:buClr>
              <a:buSzPts val="2000"/>
              <a:buNone/>
              <a:defRPr sz="2667">
                <a:solidFill>
                  <a:schemeClr val="lt1"/>
                </a:solidFill>
              </a:defRPr>
            </a:lvl5pPr>
            <a:lvl6pPr lvl="5" algn="l">
              <a:lnSpc>
                <a:spcPct val="100000"/>
              </a:lnSpc>
              <a:spcBef>
                <a:spcPts val="0"/>
              </a:spcBef>
              <a:spcAft>
                <a:spcPts val="0"/>
              </a:spcAft>
              <a:buClr>
                <a:schemeClr val="lt1"/>
              </a:buClr>
              <a:buSzPts val="2000"/>
              <a:buNone/>
              <a:defRPr sz="2667">
                <a:solidFill>
                  <a:schemeClr val="lt1"/>
                </a:solidFill>
              </a:defRPr>
            </a:lvl6pPr>
            <a:lvl7pPr lvl="6" algn="l">
              <a:lnSpc>
                <a:spcPct val="100000"/>
              </a:lnSpc>
              <a:spcBef>
                <a:spcPts val="0"/>
              </a:spcBef>
              <a:spcAft>
                <a:spcPts val="0"/>
              </a:spcAft>
              <a:buClr>
                <a:schemeClr val="lt1"/>
              </a:buClr>
              <a:buSzPts val="2000"/>
              <a:buNone/>
              <a:defRPr sz="2667">
                <a:solidFill>
                  <a:schemeClr val="lt1"/>
                </a:solidFill>
              </a:defRPr>
            </a:lvl7pPr>
            <a:lvl8pPr lvl="7" algn="l">
              <a:lnSpc>
                <a:spcPct val="100000"/>
              </a:lnSpc>
              <a:spcBef>
                <a:spcPts val="0"/>
              </a:spcBef>
              <a:spcAft>
                <a:spcPts val="0"/>
              </a:spcAft>
              <a:buClr>
                <a:schemeClr val="lt1"/>
              </a:buClr>
              <a:buSzPts val="2000"/>
              <a:buNone/>
              <a:defRPr sz="2667">
                <a:solidFill>
                  <a:schemeClr val="lt1"/>
                </a:solidFill>
              </a:defRPr>
            </a:lvl8pPr>
            <a:lvl9pPr lvl="8" algn="l">
              <a:lnSpc>
                <a:spcPct val="100000"/>
              </a:lnSpc>
              <a:spcBef>
                <a:spcPts val="0"/>
              </a:spcBef>
              <a:spcAft>
                <a:spcPts val="0"/>
              </a:spcAft>
              <a:buClr>
                <a:schemeClr val="lt1"/>
              </a:buClr>
              <a:buSzPts val="2000"/>
              <a:buNone/>
              <a:defRPr sz="2667">
                <a:solidFill>
                  <a:schemeClr val="lt1"/>
                </a:solidFill>
              </a:defRPr>
            </a:lvl9pPr>
          </a:lstStyle>
          <a:p>
            <a:endParaRPr/>
          </a:p>
        </p:txBody>
      </p:sp>
      <p:sp>
        <p:nvSpPr>
          <p:cNvPr id="446" name="Google Shape;446;p34"/>
          <p:cNvSpPr/>
          <p:nvPr/>
        </p:nvSpPr>
        <p:spPr>
          <a:xfrm>
            <a:off x="11792595" y="6494883"/>
            <a:ext cx="304800" cy="306000"/>
          </a:xfrm>
          <a:prstGeom prst="ellipse">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US" sz="933" b="0" i="0" u="none" strike="noStrike" cap="none">
                <a:solidFill>
                  <a:schemeClr val="lt1"/>
                </a:solidFill>
                <a:latin typeface="Calibri"/>
                <a:ea typeface="Calibri"/>
                <a:cs typeface="Calibri"/>
                <a:sym typeface="Calibri"/>
              </a:rPr>
              <a:pPr marL="0" marR="0" lvl="0" indent="0" algn="r" rtl="0">
                <a:lnSpc>
                  <a:spcPct val="100000"/>
                </a:lnSpc>
                <a:spcBef>
                  <a:spcPts val="0"/>
                </a:spcBef>
                <a:spcAft>
                  <a:spcPts val="0"/>
                </a:spcAft>
                <a:buClr>
                  <a:srgbClr val="000000"/>
                </a:buClr>
                <a:buSzPts val="700"/>
                <a:buFont typeface="Arial"/>
                <a:buNone/>
              </a:pPr>
              <a:t>‹#›</a:t>
            </a:fld>
            <a:endParaRPr sz="933" b="0" i="0" u="none" strike="noStrike" cap="none" dirty="0">
              <a:solidFill>
                <a:schemeClr val="lt1"/>
              </a:solidFill>
              <a:latin typeface="Calibri"/>
              <a:ea typeface="Calibri"/>
              <a:cs typeface="Calibri"/>
              <a:sym typeface="Calibri"/>
            </a:endParaRPr>
          </a:p>
        </p:txBody>
      </p:sp>
      <p:sp>
        <p:nvSpPr>
          <p:cNvPr id="447" name="Google Shape;447;p34"/>
          <p:cNvSpPr/>
          <p:nvPr/>
        </p:nvSpPr>
        <p:spPr>
          <a:xfrm>
            <a:off x="3" y="1"/>
            <a:ext cx="301543" cy="347263"/>
          </a:xfrm>
          <a:custGeom>
            <a:avLst/>
            <a:gdLst/>
            <a:ahLst/>
            <a:cxnLst/>
            <a:rect l="l" t="t" r="r" b="b"/>
            <a:pathLst>
              <a:path w="1675237" h="1929234" extrusionOk="0">
                <a:moveTo>
                  <a:pt x="461556" y="1897854"/>
                </a:moveTo>
                <a:lnTo>
                  <a:pt x="469774" y="1899513"/>
                </a:lnTo>
                <a:lnTo>
                  <a:pt x="443985" y="1904118"/>
                </a:lnTo>
                <a:lnTo>
                  <a:pt x="449737" y="1900240"/>
                </a:lnTo>
                <a:cubicBezTo>
                  <a:pt x="453370" y="1898704"/>
                  <a:pt x="457364" y="1897854"/>
                  <a:pt x="461556" y="1897854"/>
                </a:cubicBezTo>
                <a:close/>
                <a:moveTo>
                  <a:pt x="389002" y="1897854"/>
                </a:moveTo>
                <a:cubicBezTo>
                  <a:pt x="397386" y="1897854"/>
                  <a:pt x="404977" y="1901253"/>
                  <a:pt x="410472" y="1906747"/>
                </a:cubicBezTo>
                <a:lnTo>
                  <a:pt x="411766" y="1909872"/>
                </a:lnTo>
                <a:lnTo>
                  <a:pt x="400388" y="1911904"/>
                </a:lnTo>
                <a:lnTo>
                  <a:pt x="363451" y="1916598"/>
                </a:lnTo>
                <a:lnTo>
                  <a:pt x="367531" y="1906747"/>
                </a:lnTo>
                <a:cubicBezTo>
                  <a:pt x="373026" y="1901253"/>
                  <a:pt x="380617" y="1897854"/>
                  <a:pt x="389002" y="1897854"/>
                </a:cubicBezTo>
                <a:close/>
                <a:moveTo>
                  <a:pt x="316447" y="1897854"/>
                </a:moveTo>
                <a:cubicBezTo>
                  <a:pt x="324832" y="1897854"/>
                  <a:pt x="332422" y="1901253"/>
                  <a:pt x="337917" y="1906747"/>
                </a:cubicBezTo>
                <a:lnTo>
                  <a:pt x="343070" y="1919187"/>
                </a:lnTo>
                <a:lnTo>
                  <a:pt x="325117" y="1921469"/>
                </a:lnTo>
                <a:lnTo>
                  <a:pt x="287700" y="1924314"/>
                </a:lnTo>
                <a:lnTo>
                  <a:pt x="294977" y="1906747"/>
                </a:lnTo>
                <a:cubicBezTo>
                  <a:pt x="300471" y="1901253"/>
                  <a:pt x="308062" y="1897854"/>
                  <a:pt x="316447" y="1897854"/>
                </a:cubicBezTo>
                <a:close/>
                <a:moveTo>
                  <a:pt x="243892" y="1897854"/>
                </a:moveTo>
                <a:cubicBezTo>
                  <a:pt x="252277" y="1897854"/>
                  <a:pt x="259868" y="1901253"/>
                  <a:pt x="265363" y="1906747"/>
                </a:cubicBezTo>
                <a:lnTo>
                  <a:pt x="273099" y="1925425"/>
                </a:lnTo>
                <a:lnTo>
                  <a:pt x="248735" y="1927277"/>
                </a:lnTo>
                <a:lnTo>
                  <a:pt x="213550" y="1928167"/>
                </a:lnTo>
                <a:lnTo>
                  <a:pt x="222422" y="1906747"/>
                </a:lnTo>
                <a:cubicBezTo>
                  <a:pt x="227917" y="1901253"/>
                  <a:pt x="235508" y="1897854"/>
                  <a:pt x="243892" y="1897854"/>
                </a:cubicBezTo>
                <a:close/>
                <a:moveTo>
                  <a:pt x="171339" y="1897854"/>
                </a:moveTo>
                <a:cubicBezTo>
                  <a:pt x="188107" y="1897854"/>
                  <a:pt x="201701" y="1911448"/>
                  <a:pt x="201701" y="1928218"/>
                </a:cubicBezTo>
                <a:lnTo>
                  <a:pt x="201597" y="1928469"/>
                </a:lnTo>
                <a:lnTo>
                  <a:pt x="171336" y="1929234"/>
                </a:lnTo>
                <a:lnTo>
                  <a:pt x="141087" y="1928469"/>
                </a:lnTo>
                <a:lnTo>
                  <a:pt x="140982" y="1928218"/>
                </a:lnTo>
                <a:cubicBezTo>
                  <a:pt x="140982" y="1911448"/>
                  <a:pt x="154577" y="1897854"/>
                  <a:pt x="171339" y="1897854"/>
                </a:cubicBezTo>
                <a:close/>
                <a:moveTo>
                  <a:pt x="98792" y="1897854"/>
                </a:moveTo>
                <a:cubicBezTo>
                  <a:pt x="107177" y="1897854"/>
                  <a:pt x="114768" y="1901253"/>
                  <a:pt x="120263" y="1906747"/>
                </a:cubicBezTo>
                <a:lnTo>
                  <a:pt x="129135" y="1928167"/>
                </a:lnTo>
                <a:lnTo>
                  <a:pt x="93938" y="1927277"/>
                </a:lnTo>
                <a:lnTo>
                  <a:pt x="69586" y="1925425"/>
                </a:lnTo>
                <a:lnTo>
                  <a:pt x="77322" y="1906747"/>
                </a:lnTo>
                <a:cubicBezTo>
                  <a:pt x="82817" y="1901253"/>
                  <a:pt x="90408" y="1897854"/>
                  <a:pt x="98792" y="1897854"/>
                </a:cubicBezTo>
                <a:close/>
                <a:moveTo>
                  <a:pt x="26239" y="1897854"/>
                </a:moveTo>
                <a:cubicBezTo>
                  <a:pt x="34623" y="1897854"/>
                  <a:pt x="42214" y="1901253"/>
                  <a:pt x="47709" y="1906747"/>
                </a:cubicBezTo>
                <a:lnTo>
                  <a:pt x="54985" y="1924315"/>
                </a:lnTo>
                <a:lnTo>
                  <a:pt x="17556" y="1921469"/>
                </a:lnTo>
                <a:lnTo>
                  <a:pt x="0" y="1919238"/>
                </a:lnTo>
                <a:lnTo>
                  <a:pt x="0" y="1918259"/>
                </a:lnTo>
                <a:lnTo>
                  <a:pt x="4768" y="1906747"/>
                </a:lnTo>
                <a:cubicBezTo>
                  <a:pt x="10263" y="1901253"/>
                  <a:pt x="17854" y="1897854"/>
                  <a:pt x="26239" y="1897854"/>
                </a:cubicBezTo>
                <a:close/>
                <a:moveTo>
                  <a:pt x="679220" y="1817400"/>
                </a:moveTo>
                <a:cubicBezTo>
                  <a:pt x="687604" y="1817400"/>
                  <a:pt x="695195" y="1820799"/>
                  <a:pt x="700690" y="1826293"/>
                </a:cubicBezTo>
                <a:lnTo>
                  <a:pt x="702587" y="1830873"/>
                </a:lnTo>
                <a:lnTo>
                  <a:pt x="649855" y="1850174"/>
                </a:lnTo>
                <a:lnTo>
                  <a:pt x="648856" y="1847763"/>
                </a:lnTo>
                <a:cubicBezTo>
                  <a:pt x="648856" y="1830994"/>
                  <a:pt x="662450" y="1817400"/>
                  <a:pt x="679220" y="1817400"/>
                </a:cubicBezTo>
                <a:close/>
                <a:moveTo>
                  <a:pt x="606665" y="1817400"/>
                </a:moveTo>
                <a:cubicBezTo>
                  <a:pt x="623435" y="1817400"/>
                  <a:pt x="637029" y="1830994"/>
                  <a:pt x="637029" y="1847763"/>
                </a:cubicBezTo>
                <a:lnTo>
                  <a:pt x="633560" y="1856138"/>
                </a:lnTo>
                <a:lnTo>
                  <a:pt x="618594" y="1861615"/>
                </a:lnTo>
                <a:lnTo>
                  <a:pt x="587142" y="1870547"/>
                </a:lnTo>
                <a:lnTo>
                  <a:pt x="585195" y="1869234"/>
                </a:lnTo>
                <a:cubicBezTo>
                  <a:pt x="579700" y="1863739"/>
                  <a:pt x="576302" y="1856148"/>
                  <a:pt x="576302" y="1847763"/>
                </a:cubicBezTo>
                <a:cubicBezTo>
                  <a:pt x="576302" y="1830994"/>
                  <a:pt x="589896" y="1817400"/>
                  <a:pt x="606665" y="1817400"/>
                </a:cubicBezTo>
                <a:close/>
                <a:moveTo>
                  <a:pt x="534111" y="1817400"/>
                </a:moveTo>
                <a:cubicBezTo>
                  <a:pt x="550880" y="1817400"/>
                  <a:pt x="564474" y="1830994"/>
                  <a:pt x="564474" y="1847763"/>
                </a:cubicBezTo>
                <a:cubicBezTo>
                  <a:pt x="564474" y="1864533"/>
                  <a:pt x="550880" y="1878127"/>
                  <a:pt x="534111" y="1878127"/>
                </a:cubicBezTo>
                <a:cubicBezTo>
                  <a:pt x="517341" y="1878127"/>
                  <a:pt x="503747" y="1864533"/>
                  <a:pt x="503747" y="1847763"/>
                </a:cubicBezTo>
                <a:cubicBezTo>
                  <a:pt x="503747" y="1830994"/>
                  <a:pt x="517341" y="1817400"/>
                  <a:pt x="534111" y="1817400"/>
                </a:cubicBezTo>
                <a:close/>
                <a:moveTo>
                  <a:pt x="461556" y="1817400"/>
                </a:moveTo>
                <a:cubicBezTo>
                  <a:pt x="478326" y="1817400"/>
                  <a:pt x="491920" y="1830994"/>
                  <a:pt x="491920" y="1847763"/>
                </a:cubicBezTo>
                <a:cubicBezTo>
                  <a:pt x="491920" y="1864533"/>
                  <a:pt x="478326" y="1878127"/>
                  <a:pt x="461556" y="1878127"/>
                </a:cubicBezTo>
                <a:cubicBezTo>
                  <a:pt x="444787" y="1878127"/>
                  <a:pt x="431192" y="1864533"/>
                  <a:pt x="431192" y="1847763"/>
                </a:cubicBezTo>
                <a:cubicBezTo>
                  <a:pt x="431192" y="1830994"/>
                  <a:pt x="444787" y="1817400"/>
                  <a:pt x="461556" y="1817400"/>
                </a:cubicBezTo>
                <a:close/>
                <a:moveTo>
                  <a:pt x="389002" y="1817400"/>
                </a:moveTo>
                <a:cubicBezTo>
                  <a:pt x="405771" y="1817400"/>
                  <a:pt x="419365" y="1830994"/>
                  <a:pt x="419365" y="1847763"/>
                </a:cubicBezTo>
                <a:cubicBezTo>
                  <a:pt x="419365" y="1864533"/>
                  <a:pt x="405771" y="1878127"/>
                  <a:pt x="389002" y="1878127"/>
                </a:cubicBezTo>
                <a:cubicBezTo>
                  <a:pt x="372232" y="1878127"/>
                  <a:pt x="358638" y="1864533"/>
                  <a:pt x="358638" y="1847763"/>
                </a:cubicBezTo>
                <a:cubicBezTo>
                  <a:pt x="358638" y="1830994"/>
                  <a:pt x="372232" y="1817400"/>
                  <a:pt x="389002" y="1817400"/>
                </a:cubicBezTo>
                <a:close/>
                <a:moveTo>
                  <a:pt x="316447" y="1817400"/>
                </a:moveTo>
                <a:cubicBezTo>
                  <a:pt x="333216" y="1817400"/>
                  <a:pt x="346810" y="1830994"/>
                  <a:pt x="346810" y="1847763"/>
                </a:cubicBezTo>
                <a:cubicBezTo>
                  <a:pt x="346810" y="1864533"/>
                  <a:pt x="333216" y="1878127"/>
                  <a:pt x="316447" y="1878127"/>
                </a:cubicBezTo>
                <a:cubicBezTo>
                  <a:pt x="299677" y="1878127"/>
                  <a:pt x="286084" y="1864533"/>
                  <a:pt x="286084" y="1847763"/>
                </a:cubicBezTo>
                <a:cubicBezTo>
                  <a:pt x="286084" y="1830994"/>
                  <a:pt x="299677" y="1817400"/>
                  <a:pt x="316447" y="1817400"/>
                </a:cubicBezTo>
                <a:close/>
                <a:moveTo>
                  <a:pt x="243892" y="1817400"/>
                </a:moveTo>
                <a:cubicBezTo>
                  <a:pt x="260662" y="1817400"/>
                  <a:pt x="274256" y="1830994"/>
                  <a:pt x="274256" y="1847763"/>
                </a:cubicBezTo>
                <a:cubicBezTo>
                  <a:pt x="274256" y="1864533"/>
                  <a:pt x="260662" y="1878127"/>
                  <a:pt x="243892" y="1878127"/>
                </a:cubicBezTo>
                <a:cubicBezTo>
                  <a:pt x="227123" y="1878127"/>
                  <a:pt x="213529" y="1864533"/>
                  <a:pt x="213529" y="1847763"/>
                </a:cubicBezTo>
                <a:cubicBezTo>
                  <a:pt x="213529" y="1830994"/>
                  <a:pt x="227123" y="1817400"/>
                  <a:pt x="243892" y="1817400"/>
                </a:cubicBezTo>
                <a:close/>
                <a:moveTo>
                  <a:pt x="171339" y="1817400"/>
                </a:moveTo>
                <a:cubicBezTo>
                  <a:pt x="188107" y="1817400"/>
                  <a:pt x="201701" y="1830994"/>
                  <a:pt x="201701" y="1847763"/>
                </a:cubicBezTo>
                <a:cubicBezTo>
                  <a:pt x="201701" y="1864533"/>
                  <a:pt x="188107" y="1878127"/>
                  <a:pt x="171339" y="1878127"/>
                </a:cubicBezTo>
                <a:cubicBezTo>
                  <a:pt x="154583" y="1878127"/>
                  <a:pt x="140989" y="1864533"/>
                  <a:pt x="140989" y="1847763"/>
                </a:cubicBezTo>
                <a:cubicBezTo>
                  <a:pt x="140989" y="1830994"/>
                  <a:pt x="154583" y="1817400"/>
                  <a:pt x="171339" y="1817400"/>
                </a:cubicBezTo>
                <a:close/>
                <a:moveTo>
                  <a:pt x="98799" y="1817400"/>
                </a:moveTo>
                <a:cubicBezTo>
                  <a:pt x="115568" y="1817400"/>
                  <a:pt x="129162" y="1830994"/>
                  <a:pt x="129162" y="1847763"/>
                </a:cubicBezTo>
                <a:cubicBezTo>
                  <a:pt x="129162" y="1864533"/>
                  <a:pt x="115568" y="1878127"/>
                  <a:pt x="98799" y="1878127"/>
                </a:cubicBezTo>
                <a:cubicBezTo>
                  <a:pt x="82029" y="1878127"/>
                  <a:pt x="68435" y="1864533"/>
                  <a:pt x="68435" y="1847763"/>
                </a:cubicBezTo>
                <a:cubicBezTo>
                  <a:pt x="68435" y="1830994"/>
                  <a:pt x="82029" y="1817400"/>
                  <a:pt x="98799" y="1817400"/>
                </a:cubicBezTo>
                <a:close/>
                <a:moveTo>
                  <a:pt x="26245" y="1817400"/>
                </a:moveTo>
                <a:cubicBezTo>
                  <a:pt x="43014" y="1817400"/>
                  <a:pt x="56608" y="1830994"/>
                  <a:pt x="56608" y="1847763"/>
                </a:cubicBezTo>
                <a:cubicBezTo>
                  <a:pt x="56608" y="1864533"/>
                  <a:pt x="43014" y="1878127"/>
                  <a:pt x="26245" y="1878127"/>
                </a:cubicBezTo>
                <a:cubicBezTo>
                  <a:pt x="17860" y="1878127"/>
                  <a:pt x="10269" y="1874729"/>
                  <a:pt x="4775" y="1869234"/>
                </a:cubicBezTo>
                <a:lnTo>
                  <a:pt x="0" y="1857707"/>
                </a:lnTo>
                <a:lnTo>
                  <a:pt x="0" y="1837819"/>
                </a:lnTo>
                <a:lnTo>
                  <a:pt x="4775" y="1826293"/>
                </a:lnTo>
                <a:cubicBezTo>
                  <a:pt x="10269" y="1820799"/>
                  <a:pt x="17860" y="1817400"/>
                  <a:pt x="26245" y="1817400"/>
                </a:cubicBezTo>
                <a:close/>
                <a:moveTo>
                  <a:pt x="896883" y="1736948"/>
                </a:moveTo>
                <a:lnTo>
                  <a:pt x="903696" y="1738324"/>
                </a:lnTo>
                <a:lnTo>
                  <a:pt x="888255" y="1747704"/>
                </a:lnTo>
                <a:lnTo>
                  <a:pt x="871248" y="1755896"/>
                </a:lnTo>
                <a:lnTo>
                  <a:pt x="875413" y="1745841"/>
                </a:lnTo>
                <a:cubicBezTo>
                  <a:pt x="880908" y="1740347"/>
                  <a:pt x="888499" y="1736948"/>
                  <a:pt x="896883" y="1736948"/>
                </a:cubicBezTo>
                <a:close/>
                <a:moveTo>
                  <a:pt x="824329" y="1736948"/>
                </a:moveTo>
                <a:cubicBezTo>
                  <a:pt x="832714" y="1736948"/>
                  <a:pt x="840304" y="1740347"/>
                  <a:pt x="845799" y="1745841"/>
                </a:cubicBezTo>
                <a:lnTo>
                  <a:pt x="853504" y="1764444"/>
                </a:lnTo>
                <a:lnTo>
                  <a:pt x="802910" y="1788817"/>
                </a:lnTo>
                <a:lnTo>
                  <a:pt x="802858" y="1788782"/>
                </a:lnTo>
                <a:cubicBezTo>
                  <a:pt x="797364" y="1783287"/>
                  <a:pt x="793965" y="1775696"/>
                  <a:pt x="793965" y="1767312"/>
                </a:cubicBezTo>
                <a:cubicBezTo>
                  <a:pt x="793965" y="1750542"/>
                  <a:pt x="807559" y="1736948"/>
                  <a:pt x="824329" y="1736948"/>
                </a:cubicBezTo>
                <a:close/>
                <a:moveTo>
                  <a:pt x="751774" y="1736948"/>
                </a:moveTo>
                <a:cubicBezTo>
                  <a:pt x="768544" y="1736948"/>
                  <a:pt x="782138" y="1750542"/>
                  <a:pt x="782138" y="1767312"/>
                </a:cubicBezTo>
                <a:cubicBezTo>
                  <a:pt x="782138" y="1784081"/>
                  <a:pt x="768544" y="1797675"/>
                  <a:pt x="751774" y="1797675"/>
                </a:cubicBezTo>
                <a:cubicBezTo>
                  <a:pt x="735005" y="1797675"/>
                  <a:pt x="721411" y="1784081"/>
                  <a:pt x="721411" y="1767312"/>
                </a:cubicBezTo>
                <a:cubicBezTo>
                  <a:pt x="721411" y="1750542"/>
                  <a:pt x="735005" y="1736948"/>
                  <a:pt x="751774" y="1736948"/>
                </a:cubicBezTo>
                <a:close/>
                <a:moveTo>
                  <a:pt x="679220" y="1736948"/>
                </a:moveTo>
                <a:cubicBezTo>
                  <a:pt x="695989" y="1736948"/>
                  <a:pt x="709583" y="1750542"/>
                  <a:pt x="709583" y="1767312"/>
                </a:cubicBezTo>
                <a:cubicBezTo>
                  <a:pt x="709583" y="1784081"/>
                  <a:pt x="695989" y="1797675"/>
                  <a:pt x="679220" y="1797675"/>
                </a:cubicBezTo>
                <a:cubicBezTo>
                  <a:pt x="662450" y="1797675"/>
                  <a:pt x="648856" y="1784081"/>
                  <a:pt x="648856" y="1767312"/>
                </a:cubicBezTo>
                <a:cubicBezTo>
                  <a:pt x="648856" y="1750542"/>
                  <a:pt x="662450" y="1736948"/>
                  <a:pt x="679220" y="1736948"/>
                </a:cubicBezTo>
                <a:close/>
                <a:moveTo>
                  <a:pt x="606665" y="1736948"/>
                </a:moveTo>
                <a:cubicBezTo>
                  <a:pt x="623435" y="1736948"/>
                  <a:pt x="637029" y="1750542"/>
                  <a:pt x="637029" y="1767312"/>
                </a:cubicBezTo>
                <a:cubicBezTo>
                  <a:pt x="637029" y="1784081"/>
                  <a:pt x="623435" y="1797675"/>
                  <a:pt x="606665" y="1797675"/>
                </a:cubicBezTo>
                <a:cubicBezTo>
                  <a:pt x="589896" y="1797675"/>
                  <a:pt x="576302" y="1784081"/>
                  <a:pt x="576302" y="1767312"/>
                </a:cubicBezTo>
                <a:cubicBezTo>
                  <a:pt x="576302" y="1750542"/>
                  <a:pt x="589896" y="1736948"/>
                  <a:pt x="606665" y="1736948"/>
                </a:cubicBezTo>
                <a:close/>
                <a:moveTo>
                  <a:pt x="534111" y="1736948"/>
                </a:moveTo>
                <a:cubicBezTo>
                  <a:pt x="550880" y="1736948"/>
                  <a:pt x="564474" y="1750542"/>
                  <a:pt x="564474" y="1767312"/>
                </a:cubicBezTo>
                <a:cubicBezTo>
                  <a:pt x="564474" y="1784081"/>
                  <a:pt x="550880" y="1797675"/>
                  <a:pt x="534111" y="1797675"/>
                </a:cubicBezTo>
                <a:cubicBezTo>
                  <a:pt x="517341" y="1797675"/>
                  <a:pt x="503747" y="1784081"/>
                  <a:pt x="503747" y="1767312"/>
                </a:cubicBezTo>
                <a:cubicBezTo>
                  <a:pt x="503747" y="1750542"/>
                  <a:pt x="517341" y="1736948"/>
                  <a:pt x="534111" y="1736948"/>
                </a:cubicBezTo>
                <a:close/>
                <a:moveTo>
                  <a:pt x="461556" y="1736948"/>
                </a:moveTo>
                <a:cubicBezTo>
                  <a:pt x="478326" y="1736948"/>
                  <a:pt x="491920" y="1750542"/>
                  <a:pt x="491920" y="1767312"/>
                </a:cubicBezTo>
                <a:cubicBezTo>
                  <a:pt x="491920" y="1784081"/>
                  <a:pt x="478326" y="1797675"/>
                  <a:pt x="461556" y="1797675"/>
                </a:cubicBezTo>
                <a:cubicBezTo>
                  <a:pt x="444787" y="1797675"/>
                  <a:pt x="431192" y="1784081"/>
                  <a:pt x="431192" y="1767312"/>
                </a:cubicBezTo>
                <a:cubicBezTo>
                  <a:pt x="431192" y="1750542"/>
                  <a:pt x="444787" y="1736948"/>
                  <a:pt x="461556" y="1736948"/>
                </a:cubicBezTo>
                <a:close/>
                <a:moveTo>
                  <a:pt x="389002" y="1736948"/>
                </a:moveTo>
                <a:cubicBezTo>
                  <a:pt x="405771" y="1736948"/>
                  <a:pt x="419365" y="1750542"/>
                  <a:pt x="419365" y="1767312"/>
                </a:cubicBezTo>
                <a:cubicBezTo>
                  <a:pt x="419365" y="1784081"/>
                  <a:pt x="405771" y="1797675"/>
                  <a:pt x="389002" y="1797675"/>
                </a:cubicBezTo>
                <a:cubicBezTo>
                  <a:pt x="372232" y="1797675"/>
                  <a:pt x="358638" y="1784081"/>
                  <a:pt x="358638" y="1767312"/>
                </a:cubicBezTo>
                <a:cubicBezTo>
                  <a:pt x="358638" y="1750542"/>
                  <a:pt x="372232" y="1736948"/>
                  <a:pt x="389002" y="1736948"/>
                </a:cubicBezTo>
                <a:close/>
                <a:moveTo>
                  <a:pt x="316447" y="1736948"/>
                </a:moveTo>
                <a:cubicBezTo>
                  <a:pt x="333216" y="1736948"/>
                  <a:pt x="346810" y="1750542"/>
                  <a:pt x="346810" y="1767312"/>
                </a:cubicBezTo>
                <a:cubicBezTo>
                  <a:pt x="346810" y="1784081"/>
                  <a:pt x="333216" y="1797675"/>
                  <a:pt x="316447" y="1797675"/>
                </a:cubicBezTo>
                <a:cubicBezTo>
                  <a:pt x="299677" y="1797675"/>
                  <a:pt x="286084" y="1784081"/>
                  <a:pt x="286084" y="1767312"/>
                </a:cubicBezTo>
                <a:cubicBezTo>
                  <a:pt x="286084" y="1750542"/>
                  <a:pt x="299677" y="1736948"/>
                  <a:pt x="316447" y="1736948"/>
                </a:cubicBezTo>
                <a:close/>
                <a:moveTo>
                  <a:pt x="243892" y="1736948"/>
                </a:moveTo>
                <a:cubicBezTo>
                  <a:pt x="260662" y="1736948"/>
                  <a:pt x="274256" y="1750542"/>
                  <a:pt x="274256" y="1767312"/>
                </a:cubicBezTo>
                <a:cubicBezTo>
                  <a:pt x="274256" y="1784081"/>
                  <a:pt x="260662" y="1797675"/>
                  <a:pt x="243892" y="1797675"/>
                </a:cubicBezTo>
                <a:cubicBezTo>
                  <a:pt x="227123" y="1797675"/>
                  <a:pt x="213529" y="1784081"/>
                  <a:pt x="213529" y="1767312"/>
                </a:cubicBezTo>
                <a:cubicBezTo>
                  <a:pt x="213529" y="1750542"/>
                  <a:pt x="227123" y="1736948"/>
                  <a:pt x="243892" y="1736948"/>
                </a:cubicBezTo>
                <a:close/>
                <a:moveTo>
                  <a:pt x="171339" y="1736948"/>
                </a:moveTo>
                <a:cubicBezTo>
                  <a:pt x="188107" y="1736948"/>
                  <a:pt x="201701" y="1750542"/>
                  <a:pt x="201701" y="1767312"/>
                </a:cubicBezTo>
                <a:cubicBezTo>
                  <a:pt x="201701" y="1784081"/>
                  <a:pt x="188107" y="1797675"/>
                  <a:pt x="171339" y="1797675"/>
                </a:cubicBezTo>
                <a:cubicBezTo>
                  <a:pt x="154588" y="1797675"/>
                  <a:pt x="140995" y="1784081"/>
                  <a:pt x="140995" y="1767312"/>
                </a:cubicBezTo>
                <a:cubicBezTo>
                  <a:pt x="140995" y="1750542"/>
                  <a:pt x="154588" y="1736948"/>
                  <a:pt x="171339" y="1736948"/>
                </a:cubicBezTo>
                <a:close/>
                <a:moveTo>
                  <a:pt x="98806" y="1736948"/>
                </a:moveTo>
                <a:cubicBezTo>
                  <a:pt x="115574" y="1736948"/>
                  <a:pt x="129168" y="1750542"/>
                  <a:pt x="129168" y="1767312"/>
                </a:cubicBezTo>
                <a:cubicBezTo>
                  <a:pt x="129168" y="1784081"/>
                  <a:pt x="115574" y="1797675"/>
                  <a:pt x="98806" y="1797675"/>
                </a:cubicBezTo>
                <a:cubicBezTo>
                  <a:pt x="82035" y="1797675"/>
                  <a:pt x="68442" y="1784081"/>
                  <a:pt x="68442" y="1767312"/>
                </a:cubicBezTo>
                <a:cubicBezTo>
                  <a:pt x="68442" y="1750542"/>
                  <a:pt x="82035" y="1736948"/>
                  <a:pt x="98806" y="1736948"/>
                </a:cubicBezTo>
                <a:close/>
                <a:moveTo>
                  <a:pt x="26251" y="1736948"/>
                </a:moveTo>
                <a:cubicBezTo>
                  <a:pt x="43020" y="1736948"/>
                  <a:pt x="56614" y="1750542"/>
                  <a:pt x="56614" y="1767312"/>
                </a:cubicBezTo>
                <a:cubicBezTo>
                  <a:pt x="56614" y="1784081"/>
                  <a:pt x="43020" y="1797675"/>
                  <a:pt x="26251" y="1797675"/>
                </a:cubicBezTo>
                <a:cubicBezTo>
                  <a:pt x="17866" y="1797675"/>
                  <a:pt x="10276" y="1794277"/>
                  <a:pt x="4781" y="1788782"/>
                </a:cubicBezTo>
                <a:lnTo>
                  <a:pt x="0" y="1777239"/>
                </a:lnTo>
                <a:lnTo>
                  <a:pt x="0" y="1757384"/>
                </a:lnTo>
                <a:lnTo>
                  <a:pt x="4781" y="1745841"/>
                </a:lnTo>
                <a:cubicBezTo>
                  <a:pt x="10276" y="1740347"/>
                  <a:pt x="17866" y="1736948"/>
                  <a:pt x="26251" y="1736948"/>
                </a:cubicBezTo>
                <a:close/>
                <a:moveTo>
                  <a:pt x="1030341" y="1658849"/>
                </a:moveTo>
                <a:lnTo>
                  <a:pt x="1020041" y="1666551"/>
                </a:lnTo>
                <a:lnTo>
                  <a:pt x="1020522" y="1665390"/>
                </a:lnTo>
                <a:cubicBezTo>
                  <a:pt x="1023269" y="1662642"/>
                  <a:pt x="1026541" y="1660419"/>
                  <a:pt x="1030173" y="1658883"/>
                </a:cubicBezTo>
                <a:close/>
                <a:moveTo>
                  <a:pt x="969438" y="1656497"/>
                </a:moveTo>
                <a:cubicBezTo>
                  <a:pt x="977823" y="1656497"/>
                  <a:pt x="985413" y="1659895"/>
                  <a:pt x="990908" y="1665390"/>
                </a:cubicBezTo>
                <a:lnTo>
                  <a:pt x="997511" y="1681329"/>
                </a:lnTo>
                <a:lnTo>
                  <a:pt x="950384" y="1709959"/>
                </a:lnTo>
                <a:lnTo>
                  <a:pt x="947968" y="1708330"/>
                </a:lnTo>
                <a:cubicBezTo>
                  <a:pt x="942473" y="1702836"/>
                  <a:pt x="939075" y="1695245"/>
                  <a:pt x="939075" y="1686860"/>
                </a:cubicBezTo>
                <a:cubicBezTo>
                  <a:pt x="939075" y="1670091"/>
                  <a:pt x="952669" y="1656497"/>
                  <a:pt x="969438" y="1656497"/>
                </a:cubicBezTo>
                <a:close/>
                <a:moveTo>
                  <a:pt x="896883" y="1656497"/>
                </a:moveTo>
                <a:cubicBezTo>
                  <a:pt x="913653" y="1656497"/>
                  <a:pt x="927247" y="1670091"/>
                  <a:pt x="927247" y="1686860"/>
                </a:cubicBezTo>
                <a:cubicBezTo>
                  <a:pt x="927247" y="1703630"/>
                  <a:pt x="913653" y="1717224"/>
                  <a:pt x="896883" y="1717224"/>
                </a:cubicBezTo>
                <a:cubicBezTo>
                  <a:pt x="880114" y="1717224"/>
                  <a:pt x="866520" y="1703630"/>
                  <a:pt x="866520" y="1686860"/>
                </a:cubicBezTo>
                <a:cubicBezTo>
                  <a:pt x="866520" y="1670091"/>
                  <a:pt x="880114" y="1656497"/>
                  <a:pt x="896883" y="1656497"/>
                </a:cubicBezTo>
                <a:close/>
                <a:moveTo>
                  <a:pt x="824329" y="1656497"/>
                </a:moveTo>
                <a:cubicBezTo>
                  <a:pt x="841098" y="1656497"/>
                  <a:pt x="854692" y="1670091"/>
                  <a:pt x="854692" y="1686860"/>
                </a:cubicBezTo>
                <a:cubicBezTo>
                  <a:pt x="854692" y="1703630"/>
                  <a:pt x="841098" y="1717224"/>
                  <a:pt x="824329" y="1717224"/>
                </a:cubicBezTo>
                <a:cubicBezTo>
                  <a:pt x="807559" y="1717224"/>
                  <a:pt x="793965" y="1703630"/>
                  <a:pt x="793965" y="1686860"/>
                </a:cubicBezTo>
                <a:cubicBezTo>
                  <a:pt x="793965" y="1670091"/>
                  <a:pt x="807559" y="1656497"/>
                  <a:pt x="824329" y="1656497"/>
                </a:cubicBezTo>
                <a:close/>
                <a:moveTo>
                  <a:pt x="751774" y="1656497"/>
                </a:moveTo>
                <a:cubicBezTo>
                  <a:pt x="768544" y="1656497"/>
                  <a:pt x="782138" y="1670091"/>
                  <a:pt x="782138" y="1686860"/>
                </a:cubicBezTo>
                <a:cubicBezTo>
                  <a:pt x="782138" y="1703630"/>
                  <a:pt x="768544" y="1717224"/>
                  <a:pt x="751774" y="1717224"/>
                </a:cubicBezTo>
                <a:cubicBezTo>
                  <a:pt x="735005" y="1717224"/>
                  <a:pt x="721411" y="1703630"/>
                  <a:pt x="721411" y="1686860"/>
                </a:cubicBezTo>
                <a:cubicBezTo>
                  <a:pt x="721411" y="1670091"/>
                  <a:pt x="735005" y="1656497"/>
                  <a:pt x="751774" y="1656497"/>
                </a:cubicBezTo>
                <a:close/>
                <a:moveTo>
                  <a:pt x="679220" y="1656497"/>
                </a:moveTo>
                <a:cubicBezTo>
                  <a:pt x="695989" y="1656497"/>
                  <a:pt x="709583" y="1670091"/>
                  <a:pt x="709583" y="1686860"/>
                </a:cubicBezTo>
                <a:cubicBezTo>
                  <a:pt x="709583" y="1703630"/>
                  <a:pt x="695989" y="1717224"/>
                  <a:pt x="679220" y="1717224"/>
                </a:cubicBezTo>
                <a:cubicBezTo>
                  <a:pt x="662450" y="1717224"/>
                  <a:pt x="648856" y="1703630"/>
                  <a:pt x="648856" y="1686860"/>
                </a:cubicBezTo>
                <a:cubicBezTo>
                  <a:pt x="648856" y="1670091"/>
                  <a:pt x="662450" y="1656497"/>
                  <a:pt x="679220" y="1656497"/>
                </a:cubicBezTo>
                <a:close/>
                <a:moveTo>
                  <a:pt x="606665" y="1656497"/>
                </a:moveTo>
                <a:cubicBezTo>
                  <a:pt x="623435" y="1656497"/>
                  <a:pt x="637029" y="1670091"/>
                  <a:pt x="637029" y="1686860"/>
                </a:cubicBezTo>
                <a:cubicBezTo>
                  <a:pt x="637029" y="1703630"/>
                  <a:pt x="623435" y="1717224"/>
                  <a:pt x="606665" y="1717224"/>
                </a:cubicBezTo>
                <a:cubicBezTo>
                  <a:pt x="589896" y="1717224"/>
                  <a:pt x="576302" y="1703630"/>
                  <a:pt x="576302" y="1686860"/>
                </a:cubicBezTo>
                <a:cubicBezTo>
                  <a:pt x="576302" y="1670091"/>
                  <a:pt x="589896" y="1656497"/>
                  <a:pt x="606665" y="1656497"/>
                </a:cubicBezTo>
                <a:close/>
                <a:moveTo>
                  <a:pt x="534111" y="1656497"/>
                </a:moveTo>
                <a:cubicBezTo>
                  <a:pt x="550880" y="1656497"/>
                  <a:pt x="564474" y="1670091"/>
                  <a:pt x="564474" y="1686860"/>
                </a:cubicBezTo>
                <a:cubicBezTo>
                  <a:pt x="564474" y="1703630"/>
                  <a:pt x="550880" y="1717224"/>
                  <a:pt x="534111" y="1717224"/>
                </a:cubicBezTo>
                <a:cubicBezTo>
                  <a:pt x="517341" y="1717224"/>
                  <a:pt x="503747" y="1703630"/>
                  <a:pt x="503747" y="1686860"/>
                </a:cubicBezTo>
                <a:cubicBezTo>
                  <a:pt x="503747" y="1670091"/>
                  <a:pt x="517341" y="1656497"/>
                  <a:pt x="534111" y="1656497"/>
                </a:cubicBezTo>
                <a:close/>
                <a:moveTo>
                  <a:pt x="461556" y="1656497"/>
                </a:moveTo>
                <a:cubicBezTo>
                  <a:pt x="478326" y="1656497"/>
                  <a:pt x="491920" y="1670091"/>
                  <a:pt x="491920" y="1686860"/>
                </a:cubicBezTo>
                <a:cubicBezTo>
                  <a:pt x="491920" y="1703630"/>
                  <a:pt x="478326" y="1717224"/>
                  <a:pt x="461556" y="1717224"/>
                </a:cubicBezTo>
                <a:cubicBezTo>
                  <a:pt x="444787" y="1717224"/>
                  <a:pt x="431192" y="1703630"/>
                  <a:pt x="431192" y="1686860"/>
                </a:cubicBezTo>
                <a:cubicBezTo>
                  <a:pt x="431192" y="1670091"/>
                  <a:pt x="444787" y="1656497"/>
                  <a:pt x="461556" y="1656497"/>
                </a:cubicBezTo>
                <a:close/>
                <a:moveTo>
                  <a:pt x="389002" y="1656497"/>
                </a:moveTo>
                <a:cubicBezTo>
                  <a:pt x="405771" y="1656497"/>
                  <a:pt x="419365" y="1670091"/>
                  <a:pt x="419365" y="1686860"/>
                </a:cubicBezTo>
                <a:cubicBezTo>
                  <a:pt x="419365" y="1703630"/>
                  <a:pt x="405771" y="1717224"/>
                  <a:pt x="389002" y="1717224"/>
                </a:cubicBezTo>
                <a:cubicBezTo>
                  <a:pt x="372232" y="1717224"/>
                  <a:pt x="358638" y="1703630"/>
                  <a:pt x="358638" y="1686860"/>
                </a:cubicBezTo>
                <a:cubicBezTo>
                  <a:pt x="358638" y="1670091"/>
                  <a:pt x="372232" y="1656497"/>
                  <a:pt x="389002" y="1656497"/>
                </a:cubicBezTo>
                <a:close/>
                <a:moveTo>
                  <a:pt x="316447" y="1656497"/>
                </a:moveTo>
                <a:cubicBezTo>
                  <a:pt x="333216" y="1656497"/>
                  <a:pt x="346810" y="1670091"/>
                  <a:pt x="346810" y="1686860"/>
                </a:cubicBezTo>
                <a:cubicBezTo>
                  <a:pt x="346810" y="1703630"/>
                  <a:pt x="333216" y="1717224"/>
                  <a:pt x="316447" y="1717224"/>
                </a:cubicBezTo>
                <a:cubicBezTo>
                  <a:pt x="299677" y="1717224"/>
                  <a:pt x="286084" y="1703630"/>
                  <a:pt x="286084" y="1686860"/>
                </a:cubicBezTo>
                <a:cubicBezTo>
                  <a:pt x="286084" y="1670091"/>
                  <a:pt x="299677" y="1656497"/>
                  <a:pt x="316447" y="1656497"/>
                </a:cubicBezTo>
                <a:close/>
                <a:moveTo>
                  <a:pt x="243892" y="1656497"/>
                </a:moveTo>
                <a:cubicBezTo>
                  <a:pt x="260662" y="1656497"/>
                  <a:pt x="274256" y="1670091"/>
                  <a:pt x="274256" y="1686860"/>
                </a:cubicBezTo>
                <a:cubicBezTo>
                  <a:pt x="274256" y="1703630"/>
                  <a:pt x="260662" y="1717224"/>
                  <a:pt x="243892" y="1717224"/>
                </a:cubicBezTo>
                <a:cubicBezTo>
                  <a:pt x="227123" y="1717224"/>
                  <a:pt x="213529" y="1703630"/>
                  <a:pt x="213529" y="1686860"/>
                </a:cubicBezTo>
                <a:cubicBezTo>
                  <a:pt x="213529" y="1670091"/>
                  <a:pt x="227123" y="1656497"/>
                  <a:pt x="243892" y="1656497"/>
                </a:cubicBezTo>
                <a:close/>
                <a:moveTo>
                  <a:pt x="171339" y="1656497"/>
                </a:moveTo>
                <a:cubicBezTo>
                  <a:pt x="188107" y="1656497"/>
                  <a:pt x="201701" y="1670091"/>
                  <a:pt x="201701" y="1686860"/>
                </a:cubicBezTo>
                <a:cubicBezTo>
                  <a:pt x="201701" y="1703630"/>
                  <a:pt x="188107" y="1717224"/>
                  <a:pt x="171339" y="1717224"/>
                </a:cubicBezTo>
                <a:cubicBezTo>
                  <a:pt x="154594" y="1717224"/>
                  <a:pt x="141001" y="1703630"/>
                  <a:pt x="141001" y="1686860"/>
                </a:cubicBezTo>
                <a:cubicBezTo>
                  <a:pt x="141001" y="1670091"/>
                  <a:pt x="154594" y="1656497"/>
                  <a:pt x="171339" y="1656497"/>
                </a:cubicBezTo>
                <a:close/>
                <a:moveTo>
                  <a:pt x="98812" y="1656497"/>
                </a:moveTo>
                <a:cubicBezTo>
                  <a:pt x="115580" y="1656497"/>
                  <a:pt x="129174" y="1670091"/>
                  <a:pt x="129174" y="1686860"/>
                </a:cubicBezTo>
                <a:cubicBezTo>
                  <a:pt x="129174" y="1703630"/>
                  <a:pt x="115580" y="1717224"/>
                  <a:pt x="98812" y="1717224"/>
                </a:cubicBezTo>
                <a:cubicBezTo>
                  <a:pt x="82042" y="1717224"/>
                  <a:pt x="68448" y="1703630"/>
                  <a:pt x="68448" y="1686860"/>
                </a:cubicBezTo>
                <a:cubicBezTo>
                  <a:pt x="68448" y="1670091"/>
                  <a:pt x="82042" y="1656497"/>
                  <a:pt x="98812" y="1656497"/>
                </a:cubicBezTo>
                <a:close/>
                <a:moveTo>
                  <a:pt x="26257" y="1656497"/>
                </a:moveTo>
                <a:cubicBezTo>
                  <a:pt x="43026" y="1656497"/>
                  <a:pt x="56620" y="1670091"/>
                  <a:pt x="56620" y="1686860"/>
                </a:cubicBezTo>
                <a:cubicBezTo>
                  <a:pt x="56620" y="1703630"/>
                  <a:pt x="43026" y="1717224"/>
                  <a:pt x="26257" y="1717224"/>
                </a:cubicBezTo>
                <a:cubicBezTo>
                  <a:pt x="17873" y="1717224"/>
                  <a:pt x="10282" y="1713826"/>
                  <a:pt x="4787" y="1708331"/>
                </a:cubicBezTo>
                <a:lnTo>
                  <a:pt x="0" y="1696773"/>
                </a:lnTo>
                <a:lnTo>
                  <a:pt x="0" y="1676947"/>
                </a:lnTo>
                <a:lnTo>
                  <a:pt x="4787" y="1665390"/>
                </a:lnTo>
                <a:cubicBezTo>
                  <a:pt x="10282" y="1659896"/>
                  <a:pt x="17873" y="1656497"/>
                  <a:pt x="26257" y="1656497"/>
                </a:cubicBezTo>
                <a:close/>
                <a:moveTo>
                  <a:pt x="1114547" y="1576045"/>
                </a:moveTo>
                <a:cubicBezTo>
                  <a:pt x="1118739" y="1576045"/>
                  <a:pt x="1122733" y="1576894"/>
                  <a:pt x="1126366" y="1578431"/>
                </a:cubicBezTo>
                <a:lnTo>
                  <a:pt x="1131977" y="1582214"/>
                </a:lnTo>
                <a:lnTo>
                  <a:pt x="1128051" y="1585783"/>
                </a:lnTo>
                <a:lnTo>
                  <a:pt x="1088035" y="1615706"/>
                </a:lnTo>
                <a:lnTo>
                  <a:pt x="1084184" y="1606408"/>
                </a:lnTo>
                <a:cubicBezTo>
                  <a:pt x="1084184" y="1589639"/>
                  <a:pt x="1097778" y="1576045"/>
                  <a:pt x="1114547" y="1576045"/>
                </a:cubicBezTo>
                <a:close/>
                <a:moveTo>
                  <a:pt x="1041993" y="1576045"/>
                </a:moveTo>
                <a:cubicBezTo>
                  <a:pt x="1058762" y="1576045"/>
                  <a:pt x="1072356" y="1589639"/>
                  <a:pt x="1072356" y="1606408"/>
                </a:cubicBezTo>
                <a:cubicBezTo>
                  <a:pt x="1072356" y="1623178"/>
                  <a:pt x="1058762" y="1636772"/>
                  <a:pt x="1041993" y="1636772"/>
                </a:cubicBezTo>
                <a:cubicBezTo>
                  <a:pt x="1025223" y="1636772"/>
                  <a:pt x="1011629" y="1623178"/>
                  <a:pt x="1011629" y="1606408"/>
                </a:cubicBezTo>
                <a:cubicBezTo>
                  <a:pt x="1011629" y="1589639"/>
                  <a:pt x="1025223" y="1576045"/>
                  <a:pt x="1041993" y="1576045"/>
                </a:cubicBezTo>
                <a:close/>
                <a:moveTo>
                  <a:pt x="969438" y="1576045"/>
                </a:moveTo>
                <a:cubicBezTo>
                  <a:pt x="986208" y="1576045"/>
                  <a:pt x="999801" y="1589639"/>
                  <a:pt x="999801" y="1606408"/>
                </a:cubicBezTo>
                <a:cubicBezTo>
                  <a:pt x="999801" y="1623178"/>
                  <a:pt x="986208" y="1636772"/>
                  <a:pt x="969438" y="1636772"/>
                </a:cubicBezTo>
                <a:cubicBezTo>
                  <a:pt x="952669" y="1636772"/>
                  <a:pt x="939075" y="1623178"/>
                  <a:pt x="939075" y="1606408"/>
                </a:cubicBezTo>
                <a:cubicBezTo>
                  <a:pt x="939075" y="1589639"/>
                  <a:pt x="952669" y="1576045"/>
                  <a:pt x="969438" y="1576045"/>
                </a:cubicBezTo>
                <a:close/>
                <a:moveTo>
                  <a:pt x="896883" y="1576045"/>
                </a:moveTo>
                <a:cubicBezTo>
                  <a:pt x="913653" y="1576045"/>
                  <a:pt x="927247" y="1589639"/>
                  <a:pt x="927247" y="1606408"/>
                </a:cubicBezTo>
                <a:cubicBezTo>
                  <a:pt x="927247" y="1623178"/>
                  <a:pt x="913653" y="1636772"/>
                  <a:pt x="896883" y="1636772"/>
                </a:cubicBezTo>
                <a:cubicBezTo>
                  <a:pt x="880114" y="1636772"/>
                  <a:pt x="866520" y="1623178"/>
                  <a:pt x="866520" y="1606408"/>
                </a:cubicBezTo>
                <a:cubicBezTo>
                  <a:pt x="866520" y="1589639"/>
                  <a:pt x="880114" y="1576045"/>
                  <a:pt x="896883" y="1576045"/>
                </a:cubicBezTo>
                <a:close/>
                <a:moveTo>
                  <a:pt x="824329" y="1576045"/>
                </a:moveTo>
                <a:cubicBezTo>
                  <a:pt x="841098" y="1576045"/>
                  <a:pt x="854692" y="1589639"/>
                  <a:pt x="854692" y="1606408"/>
                </a:cubicBezTo>
                <a:cubicBezTo>
                  <a:pt x="854692" y="1623178"/>
                  <a:pt x="841098" y="1636772"/>
                  <a:pt x="824329" y="1636772"/>
                </a:cubicBezTo>
                <a:cubicBezTo>
                  <a:pt x="807559" y="1636772"/>
                  <a:pt x="793965" y="1623178"/>
                  <a:pt x="793965" y="1606408"/>
                </a:cubicBezTo>
                <a:cubicBezTo>
                  <a:pt x="793965" y="1589639"/>
                  <a:pt x="807559" y="1576045"/>
                  <a:pt x="824329" y="1576045"/>
                </a:cubicBezTo>
                <a:close/>
                <a:moveTo>
                  <a:pt x="751774" y="1576045"/>
                </a:moveTo>
                <a:cubicBezTo>
                  <a:pt x="768544" y="1576045"/>
                  <a:pt x="782138" y="1589639"/>
                  <a:pt x="782138" y="1606408"/>
                </a:cubicBezTo>
                <a:cubicBezTo>
                  <a:pt x="782138" y="1623178"/>
                  <a:pt x="768544" y="1636772"/>
                  <a:pt x="751774" y="1636772"/>
                </a:cubicBezTo>
                <a:cubicBezTo>
                  <a:pt x="735005" y="1636772"/>
                  <a:pt x="721411" y="1623178"/>
                  <a:pt x="721411" y="1606408"/>
                </a:cubicBezTo>
                <a:cubicBezTo>
                  <a:pt x="721411" y="1589639"/>
                  <a:pt x="735005" y="1576045"/>
                  <a:pt x="751774" y="1576045"/>
                </a:cubicBezTo>
                <a:close/>
                <a:moveTo>
                  <a:pt x="679220" y="1576045"/>
                </a:moveTo>
                <a:cubicBezTo>
                  <a:pt x="695989" y="1576045"/>
                  <a:pt x="709583" y="1589639"/>
                  <a:pt x="709583" y="1606408"/>
                </a:cubicBezTo>
                <a:cubicBezTo>
                  <a:pt x="709583" y="1623178"/>
                  <a:pt x="695989" y="1636772"/>
                  <a:pt x="679220" y="1636772"/>
                </a:cubicBezTo>
                <a:cubicBezTo>
                  <a:pt x="662450" y="1636772"/>
                  <a:pt x="648856" y="1623178"/>
                  <a:pt x="648856" y="1606408"/>
                </a:cubicBezTo>
                <a:cubicBezTo>
                  <a:pt x="648856" y="1589639"/>
                  <a:pt x="662450" y="1576045"/>
                  <a:pt x="679220" y="1576045"/>
                </a:cubicBezTo>
                <a:close/>
                <a:moveTo>
                  <a:pt x="606665" y="1576045"/>
                </a:moveTo>
                <a:cubicBezTo>
                  <a:pt x="623435" y="1576045"/>
                  <a:pt x="637029" y="1589639"/>
                  <a:pt x="637029" y="1606408"/>
                </a:cubicBezTo>
                <a:cubicBezTo>
                  <a:pt x="637029" y="1623178"/>
                  <a:pt x="623435" y="1636772"/>
                  <a:pt x="606665" y="1636772"/>
                </a:cubicBezTo>
                <a:cubicBezTo>
                  <a:pt x="589896" y="1636772"/>
                  <a:pt x="576302" y="1623178"/>
                  <a:pt x="576302" y="1606408"/>
                </a:cubicBezTo>
                <a:cubicBezTo>
                  <a:pt x="576302" y="1589639"/>
                  <a:pt x="589896" y="1576045"/>
                  <a:pt x="606665" y="1576045"/>
                </a:cubicBezTo>
                <a:close/>
                <a:moveTo>
                  <a:pt x="534111" y="1576045"/>
                </a:moveTo>
                <a:cubicBezTo>
                  <a:pt x="550880" y="1576045"/>
                  <a:pt x="564474" y="1589639"/>
                  <a:pt x="564474" y="1606408"/>
                </a:cubicBezTo>
                <a:cubicBezTo>
                  <a:pt x="564474" y="1623178"/>
                  <a:pt x="550880" y="1636772"/>
                  <a:pt x="534111" y="1636772"/>
                </a:cubicBezTo>
                <a:cubicBezTo>
                  <a:pt x="517341" y="1636772"/>
                  <a:pt x="503747" y="1623178"/>
                  <a:pt x="503747" y="1606408"/>
                </a:cubicBezTo>
                <a:cubicBezTo>
                  <a:pt x="503747" y="1589639"/>
                  <a:pt x="517341" y="1576045"/>
                  <a:pt x="534111" y="1576045"/>
                </a:cubicBezTo>
                <a:close/>
                <a:moveTo>
                  <a:pt x="461556" y="1576045"/>
                </a:moveTo>
                <a:cubicBezTo>
                  <a:pt x="478326" y="1576045"/>
                  <a:pt x="491920" y="1589639"/>
                  <a:pt x="491920" y="1606408"/>
                </a:cubicBezTo>
                <a:cubicBezTo>
                  <a:pt x="491920" y="1623178"/>
                  <a:pt x="478326" y="1636772"/>
                  <a:pt x="461556" y="1636772"/>
                </a:cubicBezTo>
                <a:cubicBezTo>
                  <a:pt x="444787" y="1636772"/>
                  <a:pt x="431192" y="1623178"/>
                  <a:pt x="431192" y="1606408"/>
                </a:cubicBezTo>
                <a:cubicBezTo>
                  <a:pt x="431192" y="1589639"/>
                  <a:pt x="444787" y="1576045"/>
                  <a:pt x="461556" y="1576045"/>
                </a:cubicBezTo>
                <a:close/>
                <a:moveTo>
                  <a:pt x="389002" y="1576045"/>
                </a:moveTo>
                <a:cubicBezTo>
                  <a:pt x="405771" y="1576045"/>
                  <a:pt x="419365" y="1589639"/>
                  <a:pt x="419365" y="1606408"/>
                </a:cubicBezTo>
                <a:cubicBezTo>
                  <a:pt x="419365" y="1623178"/>
                  <a:pt x="405771" y="1636772"/>
                  <a:pt x="389002" y="1636772"/>
                </a:cubicBezTo>
                <a:cubicBezTo>
                  <a:pt x="372232" y="1636772"/>
                  <a:pt x="358638" y="1623178"/>
                  <a:pt x="358638" y="1606408"/>
                </a:cubicBezTo>
                <a:cubicBezTo>
                  <a:pt x="358638" y="1589639"/>
                  <a:pt x="372232" y="1576045"/>
                  <a:pt x="389002" y="1576045"/>
                </a:cubicBezTo>
                <a:close/>
                <a:moveTo>
                  <a:pt x="316447" y="1576045"/>
                </a:moveTo>
                <a:cubicBezTo>
                  <a:pt x="333216" y="1576045"/>
                  <a:pt x="346810" y="1589639"/>
                  <a:pt x="346810" y="1606408"/>
                </a:cubicBezTo>
                <a:cubicBezTo>
                  <a:pt x="346810" y="1623178"/>
                  <a:pt x="333216" y="1636772"/>
                  <a:pt x="316447" y="1636772"/>
                </a:cubicBezTo>
                <a:cubicBezTo>
                  <a:pt x="299677" y="1636772"/>
                  <a:pt x="286084" y="1623178"/>
                  <a:pt x="286084" y="1606408"/>
                </a:cubicBezTo>
                <a:cubicBezTo>
                  <a:pt x="286084" y="1589639"/>
                  <a:pt x="299677" y="1576045"/>
                  <a:pt x="316447" y="1576045"/>
                </a:cubicBezTo>
                <a:close/>
                <a:moveTo>
                  <a:pt x="243892" y="1576045"/>
                </a:moveTo>
                <a:cubicBezTo>
                  <a:pt x="260662" y="1576045"/>
                  <a:pt x="274256" y="1589639"/>
                  <a:pt x="274256" y="1606408"/>
                </a:cubicBezTo>
                <a:cubicBezTo>
                  <a:pt x="274256" y="1623178"/>
                  <a:pt x="260662" y="1636772"/>
                  <a:pt x="243892" y="1636772"/>
                </a:cubicBezTo>
                <a:cubicBezTo>
                  <a:pt x="227123" y="1636772"/>
                  <a:pt x="213529" y="1623178"/>
                  <a:pt x="213529" y="1606408"/>
                </a:cubicBezTo>
                <a:cubicBezTo>
                  <a:pt x="213529" y="1589639"/>
                  <a:pt x="227123" y="1576045"/>
                  <a:pt x="243892" y="1576045"/>
                </a:cubicBezTo>
                <a:close/>
                <a:moveTo>
                  <a:pt x="171339" y="1576045"/>
                </a:moveTo>
                <a:cubicBezTo>
                  <a:pt x="188107" y="1576045"/>
                  <a:pt x="201701" y="1589639"/>
                  <a:pt x="201701" y="1606408"/>
                </a:cubicBezTo>
                <a:cubicBezTo>
                  <a:pt x="201701" y="1623178"/>
                  <a:pt x="188107" y="1636772"/>
                  <a:pt x="171339" y="1636772"/>
                </a:cubicBezTo>
                <a:cubicBezTo>
                  <a:pt x="154599" y="1636772"/>
                  <a:pt x="141006" y="1623178"/>
                  <a:pt x="141006" y="1606408"/>
                </a:cubicBezTo>
                <a:cubicBezTo>
                  <a:pt x="141006" y="1589639"/>
                  <a:pt x="154599" y="1576045"/>
                  <a:pt x="171339" y="1576045"/>
                </a:cubicBezTo>
                <a:close/>
                <a:moveTo>
                  <a:pt x="98818" y="1576045"/>
                </a:moveTo>
                <a:cubicBezTo>
                  <a:pt x="115586" y="1576045"/>
                  <a:pt x="129180" y="1589639"/>
                  <a:pt x="129180" y="1606408"/>
                </a:cubicBezTo>
                <a:cubicBezTo>
                  <a:pt x="129180" y="1623178"/>
                  <a:pt x="115586" y="1636772"/>
                  <a:pt x="98818" y="1636772"/>
                </a:cubicBezTo>
                <a:cubicBezTo>
                  <a:pt x="82048" y="1636772"/>
                  <a:pt x="68454" y="1623178"/>
                  <a:pt x="68454" y="1606408"/>
                </a:cubicBezTo>
                <a:cubicBezTo>
                  <a:pt x="68454" y="1589639"/>
                  <a:pt x="82048" y="1576045"/>
                  <a:pt x="98818" y="1576045"/>
                </a:cubicBezTo>
                <a:close/>
                <a:moveTo>
                  <a:pt x="26264" y="1576045"/>
                </a:moveTo>
                <a:cubicBezTo>
                  <a:pt x="43032" y="1576045"/>
                  <a:pt x="56626" y="1589639"/>
                  <a:pt x="56626" y="1606408"/>
                </a:cubicBezTo>
                <a:cubicBezTo>
                  <a:pt x="56626" y="1623178"/>
                  <a:pt x="43032" y="1636772"/>
                  <a:pt x="26264" y="1636772"/>
                </a:cubicBezTo>
                <a:cubicBezTo>
                  <a:pt x="17880" y="1636772"/>
                  <a:pt x="10289" y="1633374"/>
                  <a:pt x="4794" y="1627879"/>
                </a:cubicBezTo>
                <a:lnTo>
                  <a:pt x="0" y="1616304"/>
                </a:lnTo>
                <a:lnTo>
                  <a:pt x="0" y="1596512"/>
                </a:lnTo>
                <a:lnTo>
                  <a:pt x="4794" y="1584938"/>
                </a:lnTo>
                <a:cubicBezTo>
                  <a:pt x="10289" y="1579444"/>
                  <a:pt x="17880" y="1576045"/>
                  <a:pt x="26264" y="1576045"/>
                </a:cubicBezTo>
                <a:close/>
                <a:moveTo>
                  <a:pt x="1187102" y="1495593"/>
                </a:moveTo>
                <a:cubicBezTo>
                  <a:pt x="1195486" y="1495593"/>
                  <a:pt x="1203077" y="1498992"/>
                  <a:pt x="1208572" y="1504486"/>
                </a:cubicBezTo>
                <a:lnTo>
                  <a:pt x="1211014" y="1510381"/>
                </a:lnTo>
                <a:lnTo>
                  <a:pt x="1168285" y="1549216"/>
                </a:lnTo>
                <a:lnTo>
                  <a:pt x="1165631" y="1547427"/>
                </a:lnTo>
                <a:cubicBezTo>
                  <a:pt x="1160137" y="1541932"/>
                  <a:pt x="1156738" y="1534341"/>
                  <a:pt x="1156738" y="1525957"/>
                </a:cubicBezTo>
                <a:cubicBezTo>
                  <a:pt x="1156738" y="1509187"/>
                  <a:pt x="1170332" y="1495593"/>
                  <a:pt x="1187102" y="1495593"/>
                </a:cubicBezTo>
                <a:close/>
                <a:moveTo>
                  <a:pt x="1114547" y="1495593"/>
                </a:moveTo>
                <a:cubicBezTo>
                  <a:pt x="1131317" y="1495593"/>
                  <a:pt x="1144911" y="1509187"/>
                  <a:pt x="1144911" y="1525957"/>
                </a:cubicBezTo>
                <a:cubicBezTo>
                  <a:pt x="1144911" y="1542726"/>
                  <a:pt x="1131317" y="1556320"/>
                  <a:pt x="1114547" y="1556320"/>
                </a:cubicBezTo>
                <a:cubicBezTo>
                  <a:pt x="1097778" y="1556320"/>
                  <a:pt x="1084184" y="1542726"/>
                  <a:pt x="1084184" y="1525957"/>
                </a:cubicBezTo>
                <a:cubicBezTo>
                  <a:pt x="1084184" y="1509187"/>
                  <a:pt x="1097778" y="1495593"/>
                  <a:pt x="1114547" y="1495593"/>
                </a:cubicBezTo>
                <a:close/>
                <a:moveTo>
                  <a:pt x="1041993" y="1495593"/>
                </a:moveTo>
                <a:cubicBezTo>
                  <a:pt x="1058762" y="1495593"/>
                  <a:pt x="1072356" y="1509187"/>
                  <a:pt x="1072356" y="1525957"/>
                </a:cubicBezTo>
                <a:cubicBezTo>
                  <a:pt x="1072356" y="1542726"/>
                  <a:pt x="1058762" y="1556320"/>
                  <a:pt x="1041993" y="1556320"/>
                </a:cubicBezTo>
                <a:cubicBezTo>
                  <a:pt x="1025223" y="1556320"/>
                  <a:pt x="1011629" y="1542726"/>
                  <a:pt x="1011629" y="1525957"/>
                </a:cubicBezTo>
                <a:cubicBezTo>
                  <a:pt x="1011629" y="1509187"/>
                  <a:pt x="1025223" y="1495593"/>
                  <a:pt x="1041993" y="1495593"/>
                </a:cubicBezTo>
                <a:close/>
                <a:moveTo>
                  <a:pt x="969438" y="1495593"/>
                </a:moveTo>
                <a:cubicBezTo>
                  <a:pt x="986208" y="1495593"/>
                  <a:pt x="999801" y="1509187"/>
                  <a:pt x="999801" y="1525957"/>
                </a:cubicBezTo>
                <a:cubicBezTo>
                  <a:pt x="999801" y="1542726"/>
                  <a:pt x="986208" y="1556320"/>
                  <a:pt x="969438" y="1556320"/>
                </a:cubicBezTo>
                <a:cubicBezTo>
                  <a:pt x="952669" y="1556320"/>
                  <a:pt x="939075" y="1542726"/>
                  <a:pt x="939075" y="1525957"/>
                </a:cubicBezTo>
                <a:cubicBezTo>
                  <a:pt x="939075" y="1509187"/>
                  <a:pt x="952669" y="1495593"/>
                  <a:pt x="969438" y="1495593"/>
                </a:cubicBezTo>
                <a:close/>
                <a:moveTo>
                  <a:pt x="896883" y="1495593"/>
                </a:moveTo>
                <a:cubicBezTo>
                  <a:pt x="913653" y="1495593"/>
                  <a:pt x="927247" y="1509187"/>
                  <a:pt x="927247" y="1525957"/>
                </a:cubicBezTo>
                <a:cubicBezTo>
                  <a:pt x="927247" y="1542726"/>
                  <a:pt x="913653" y="1556320"/>
                  <a:pt x="896883" y="1556320"/>
                </a:cubicBezTo>
                <a:cubicBezTo>
                  <a:pt x="880114" y="1556320"/>
                  <a:pt x="866520" y="1542726"/>
                  <a:pt x="866520" y="1525957"/>
                </a:cubicBezTo>
                <a:cubicBezTo>
                  <a:pt x="866520" y="1509187"/>
                  <a:pt x="880114" y="1495593"/>
                  <a:pt x="896883" y="1495593"/>
                </a:cubicBezTo>
                <a:close/>
                <a:moveTo>
                  <a:pt x="824329" y="1495593"/>
                </a:moveTo>
                <a:cubicBezTo>
                  <a:pt x="841098" y="1495593"/>
                  <a:pt x="854692" y="1509187"/>
                  <a:pt x="854692" y="1525957"/>
                </a:cubicBezTo>
                <a:cubicBezTo>
                  <a:pt x="854692" y="1542726"/>
                  <a:pt x="841098" y="1556320"/>
                  <a:pt x="824329" y="1556320"/>
                </a:cubicBezTo>
                <a:cubicBezTo>
                  <a:pt x="807559" y="1556320"/>
                  <a:pt x="793965" y="1542726"/>
                  <a:pt x="793965" y="1525957"/>
                </a:cubicBezTo>
                <a:cubicBezTo>
                  <a:pt x="793965" y="1509187"/>
                  <a:pt x="807559" y="1495593"/>
                  <a:pt x="824329" y="1495593"/>
                </a:cubicBezTo>
                <a:close/>
                <a:moveTo>
                  <a:pt x="751774" y="1495593"/>
                </a:moveTo>
                <a:cubicBezTo>
                  <a:pt x="768544" y="1495593"/>
                  <a:pt x="782138" y="1509187"/>
                  <a:pt x="782138" y="1525957"/>
                </a:cubicBezTo>
                <a:cubicBezTo>
                  <a:pt x="782138" y="1542726"/>
                  <a:pt x="768544" y="1556320"/>
                  <a:pt x="751774" y="1556320"/>
                </a:cubicBezTo>
                <a:cubicBezTo>
                  <a:pt x="735005" y="1556320"/>
                  <a:pt x="721411" y="1542726"/>
                  <a:pt x="721411" y="1525957"/>
                </a:cubicBezTo>
                <a:cubicBezTo>
                  <a:pt x="721411" y="1509187"/>
                  <a:pt x="735005" y="1495593"/>
                  <a:pt x="751774" y="1495593"/>
                </a:cubicBezTo>
                <a:close/>
                <a:moveTo>
                  <a:pt x="679220" y="1495593"/>
                </a:moveTo>
                <a:cubicBezTo>
                  <a:pt x="695989" y="1495593"/>
                  <a:pt x="709583" y="1509187"/>
                  <a:pt x="709583" y="1525957"/>
                </a:cubicBezTo>
                <a:cubicBezTo>
                  <a:pt x="709583" y="1542726"/>
                  <a:pt x="695989" y="1556320"/>
                  <a:pt x="679220" y="1556320"/>
                </a:cubicBezTo>
                <a:cubicBezTo>
                  <a:pt x="662450" y="1556320"/>
                  <a:pt x="648856" y="1542726"/>
                  <a:pt x="648856" y="1525957"/>
                </a:cubicBezTo>
                <a:cubicBezTo>
                  <a:pt x="648856" y="1509187"/>
                  <a:pt x="662450" y="1495593"/>
                  <a:pt x="679220" y="1495593"/>
                </a:cubicBezTo>
                <a:close/>
                <a:moveTo>
                  <a:pt x="606665" y="1495593"/>
                </a:moveTo>
                <a:cubicBezTo>
                  <a:pt x="623435" y="1495593"/>
                  <a:pt x="637029" y="1509187"/>
                  <a:pt x="637029" y="1525957"/>
                </a:cubicBezTo>
                <a:cubicBezTo>
                  <a:pt x="637029" y="1542726"/>
                  <a:pt x="623435" y="1556320"/>
                  <a:pt x="606665" y="1556320"/>
                </a:cubicBezTo>
                <a:cubicBezTo>
                  <a:pt x="589896" y="1556320"/>
                  <a:pt x="576302" y="1542726"/>
                  <a:pt x="576302" y="1525957"/>
                </a:cubicBezTo>
                <a:cubicBezTo>
                  <a:pt x="576302" y="1509187"/>
                  <a:pt x="589896" y="1495593"/>
                  <a:pt x="606665" y="1495593"/>
                </a:cubicBezTo>
                <a:close/>
                <a:moveTo>
                  <a:pt x="534111" y="1495593"/>
                </a:moveTo>
                <a:cubicBezTo>
                  <a:pt x="550880" y="1495593"/>
                  <a:pt x="564474" y="1509187"/>
                  <a:pt x="564474" y="1525957"/>
                </a:cubicBezTo>
                <a:cubicBezTo>
                  <a:pt x="564474" y="1542726"/>
                  <a:pt x="550880" y="1556320"/>
                  <a:pt x="534111" y="1556320"/>
                </a:cubicBezTo>
                <a:cubicBezTo>
                  <a:pt x="517341" y="1556320"/>
                  <a:pt x="503747" y="1542726"/>
                  <a:pt x="503747" y="1525957"/>
                </a:cubicBezTo>
                <a:cubicBezTo>
                  <a:pt x="503747" y="1509187"/>
                  <a:pt x="517341" y="1495593"/>
                  <a:pt x="534111" y="1495593"/>
                </a:cubicBezTo>
                <a:close/>
                <a:moveTo>
                  <a:pt x="461556" y="1495593"/>
                </a:moveTo>
                <a:cubicBezTo>
                  <a:pt x="478326" y="1495593"/>
                  <a:pt x="491920" y="1509187"/>
                  <a:pt x="491920" y="1525957"/>
                </a:cubicBezTo>
                <a:cubicBezTo>
                  <a:pt x="491920" y="1542726"/>
                  <a:pt x="478326" y="1556320"/>
                  <a:pt x="461556" y="1556320"/>
                </a:cubicBezTo>
                <a:cubicBezTo>
                  <a:pt x="444787" y="1556320"/>
                  <a:pt x="431192" y="1542726"/>
                  <a:pt x="431192" y="1525957"/>
                </a:cubicBezTo>
                <a:cubicBezTo>
                  <a:pt x="431192" y="1509187"/>
                  <a:pt x="444787" y="1495593"/>
                  <a:pt x="461556" y="1495593"/>
                </a:cubicBezTo>
                <a:close/>
                <a:moveTo>
                  <a:pt x="389002" y="1495593"/>
                </a:moveTo>
                <a:cubicBezTo>
                  <a:pt x="405771" y="1495593"/>
                  <a:pt x="419365" y="1509187"/>
                  <a:pt x="419365" y="1525957"/>
                </a:cubicBezTo>
                <a:cubicBezTo>
                  <a:pt x="419365" y="1542726"/>
                  <a:pt x="405771" y="1556320"/>
                  <a:pt x="389002" y="1556320"/>
                </a:cubicBezTo>
                <a:cubicBezTo>
                  <a:pt x="372232" y="1556320"/>
                  <a:pt x="358638" y="1542726"/>
                  <a:pt x="358638" y="1525957"/>
                </a:cubicBezTo>
                <a:cubicBezTo>
                  <a:pt x="358638" y="1509187"/>
                  <a:pt x="372232" y="1495593"/>
                  <a:pt x="389002" y="1495593"/>
                </a:cubicBezTo>
                <a:close/>
                <a:moveTo>
                  <a:pt x="316447" y="1495593"/>
                </a:moveTo>
                <a:cubicBezTo>
                  <a:pt x="333216" y="1495593"/>
                  <a:pt x="346810" y="1509187"/>
                  <a:pt x="346810" y="1525957"/>
                </a:cubicBezTo>
                <a:cubicBezTo>
                  <a:pt x="346810" y="1542726"/>
                  <a:pt x="333216" y="1556320"/>
                  <a:pt x="316447" y="1556320"/>
                </a:cubicBezTo>
                <a:cubicBezTo>
                  <a:pt x="299677" y="1556320"/>
                  <a:pt x="286084" y="1542726"/>
                  <a:pt x="286084" y="1525957"/>
                </a:cubicBezTo>
                <a:cubicBezTo>
                  <a:pt x="286084" y="1509187"/>
                  <a:pt x="299677" y="1495593"/>
                  <a:pt x="316447" y="1495593"/>
                </a:cubicBezTo>
                <a:close/>
                <a:moveTo>
                  <a:pt x="243892" y="1495593"/>
                </a:moveTo>
                <a:cubicBezTo>
                  <a:pt x="260662" y="1495593"/>
                  <a:pt x="274256" y="1509187"/>
                  <a:pt x="274256" y="1525957"/>
                </a:cubicBezTo>
                <a:cubicBezTo>
                  <a:pt x="274256" y="1542726"/>
                  <a:pt x="260662" y="1556320"/>
                  <a:pt x="243892" y="1556320"/>
                </a:cubicBezTo>
                <a:cubicBezTo>
                  <a:pt x="227123" y="1556320"/>
                  <a:pt x="213529" y="1542726"/>
                  <a:pt x="213529" y="1525957"/>
                </a:cubicBezTo>
                <a:cubicBezTo>
                  <a:pt x="213529" y="1509187"/>
                  <a:pt x="227123" y="1495593"/>
                  <a:pt x="243892" y="1495593"/>
                </a:cubicBezTo>
                <a:close/>
                <a:moveTo>
                  <a:pt x="171339" y="1495593"/>
                </a:moveTo>
                <a:cubicBezTo>
                  <a:pt x="188107" y="1495593"/>
                  <a:pt x="201701" y="1509187"/>
                  <a:pt x="201701" y="1525957"/>
                </a:cubicBezTo>
                <a:cubicBezTo>
                  <a:pt x="201701" y="1542726"/>
                  <a:pt x="188107" y="1556320"/>
                  <a:pt x="171339" y="1556320"/>
                </a:cubicBezTo>
                <a:cubicBezTo>
                  <a:pt x="154606" y="1556320"/>
                  <a:pt x="141012" y="1542726"/>
                  <a:pt x="141012" y="1525957"/>
                </a:cubicBezTo>
                <a:cubicBezTo>
                  <a:pt x="141012" y="1509187"/>
                  <a:pt x="154606" y="1495593"/>
                  <a:pt x="171339" y="1495593"/>
                </a:cubicBezTo>
                <a:close/>
                <a:moveTo>
                  <a:pt x="98825" y="1495593"/>
                </a:moveTo>
                <a:cubicBezTo>
                  <a:pt x="115592" y="1495593"/>
                  <a:pt x="129186" y="1509187"/>
                  <a:pt x="129186" y="1525957"/>
                </a:cubicBezTo>
                <a:cubicBezTo>
                  <a:pt x="129186" y="1542726"/>
                  <a:pt x="115592" y="1556320"/>
                  <a:pt x="98825" y="1556320"/>
                </a:cubicBezTo>
                <a:cubicBezTo>
                  <a:pt x="82054" y="1556320"/>
                  <a:pt x="68461" y="1542726"/>
                  <a:pt x="68461" y="1525957"/>
                </a:cubicBezTo>
                <a:cubicBezTo>
                  <a:pt x="68461" y="1509187"/>
                  <a:pt x="82054" y="1495593"/>
                  <a:pt x="98825" y="1495593"/>
                </a:cubicBezTo>
                <a:close/>
                <a:moveTo>
                  <a:pt x="26270" y="1495593"/>
                </a:moveTo>
                <a:cubicBezTo>
                  <a:pt x="43038" y="1495593"/>
                  <a:pt x="56632" y="1509187"/>
                  <a:pt x="56632" y="1525957"/>
                </a:cubicBezTo>
                <a:cubicBezTo>
                  <a:pt x="56632" y="1542726"/>
                  <a:pt x="43038" y="1556320"/>
                  <a:pt x="26270" y="1556320"/>
                </a:cubicBezTo>
                <a:cubicBezTo>
                  <a:pt x="17886" y="1556320"/>
                  <a:pt x="10295" y="1552922"/>
                  <a:pt x="4801" y="1547427"/>
                </a:cubicBezTo>
                <a:lnTo>
                  <a:pt x="0" y="1535836"/>
                </a:lnTo>
                <a:lnTo>
                  <a:pt x="0" y="1516078"/>
                </a:lnTo>
                <a:lnTo>
                  <a:pt x="4801" y="1504486"/>
                </a:lnTo>
                <a:cubicBezTo>
                  <a:pt x="10295" y="1498992"/>
                  <a:pt x="17886" y="1495593"/>
                  <a:pt x="26270" y="1495593"/>
                </a:cubicBezTo>
                <a:close/>
                <a:moveTo>
                  <a:pt x="1259656" y="1415141"/>
                </a:moveTo>
                <a:cubicBezTo>
                  <a:pt x="1268041" y="1415141"/>
                  <a:pt x="1275632" y="1418540"/>
                  <a:pt x="1281127" y="1424035"/>
                </a:cubicBezTo>
                <a:lnTo>
                  <a:pt x="1285044" y="1433492"/>
                </a:lnTo>
                <a:lnTo>
                  <a:pt x="1248565" y="1473629"/>
                </a:lnTo>
                <a:lnTo>
                  <a:pt x="1247837" y="1473482"/>
                </a:lnTo>
                <a:cubicBezTo>
                  <a:pt x="1236940" y="1468873"/>
                  <a:pt x="1229293" y="1458082"/>
                  <a:pt x="1229293" y="1445505"/>
                </a:cubicBezTo>
                <a:cubicBezTo>
                  <a:pt x="1229293" y="1428735"/>
                  <a:pt x="1242887" y="1415141"/>
                  <a:pt x="1259656" y="1415141"/>
                </a:cubicBezTo>
                <a:close/>
                <a:moveTo>
                  <a:pt x="1187102" y="1415141"/>
                </a:moveTo>
                <a:cubicBezTo>
                  <a:pt x="1203871" y="1415141"/>
                  <a:pt x="1217465" y="1428735"/>
                  <a:pt x="1217465" y="1445505"/>
                </a:cubicBezTo>
                <a:cubicBezTo>
                  <a:pt x="1217465" y="1462274"/>
                  <a:pt x="1203871" y="1475868"/>
                  <a:pt x="1187102" y="1475868"/>
                </a:cubicBezTo>
                <a:cubicBezTo>
                  <a:pt x="1170332" y="1475868"/>
                  <a:pt x="1156738" y="1462274"/>
                  <a:pt x="1156738" y="1445505"/>
                </a:cubicBezTo>
                <a:cubicBezTo>
                  <a:pt x="1156738" y="1428735"/>
                  <a:pt x="1170332" y="1415141"/>
                  <a:pt x="1187102" y="1415141"/>
                </a:cubicBezTo>
                <a:close/>
                <a:moveTo>
                  <a:pt x="1114547" y="1415141"/>
                </a:moveTo>
                <a:cubicBezTo>
                  <a:pt x="1131317" y="1415141"/>
                  <a:pt x="1144911" y="1428735"/>
                  <a:pt x="1144911" y="1445505"/>
                </a:cubicBezTo>
                <a:cubicBezTo>
                  <a:pt x="1144911" y="1462274"/>
                  <a:pt x="1131317" y="1475868"/>
                  <a:pt x="1114547" y="1475868"/>
                </a:cubicBezTo>
                <a:cubicBezTo>
                  <a:pt x="1097778" y="1475868"/>
                  <a:pt x="1084184" y="1462274"/>
                  <a:pt x="1084184" y="1445505"/>
                </a:cubicBezTo>
                <a:cubicBezTo>
                  <a:pt x="1084184" y="1428735"/>
                  <a:pt x="1097778" y="1415141"/>
                  <a:pt x="1114547" y="1415141"/>
                </a:cubicBezTo>
                <a:close/>
                <a:moveTo>
                  <a:pt x="1041993" y="1415141"/>
                </a:moveTo>
                <a:cubicBezTo>
                  <a:pt x="1058762" y="1415141"/>
                  <a:pt x="1072356" y="1428735"/>
                  <a:pt x="1072356" y="1445505"/>
                </a:cubicBezTo>
                <a:cubicBezTo>
                  <a:pt x="1072356" y="1462274"/>
                  <a:pt x="1058762" y="1475868"/>
                  <a:pt x="1041993" y="1475868"/>
                </a:cubicBezTo>
                <a:cubicBezTo>
                  <a:pt x="1025223" y="1475868"/>
                  <a:pt x="1011629" y="1462274"/>
                  <a:pt x="1011629" y="1445505"/>
                </a:cubicBezTo>
                <a:cubicBezTo>
                  <a:pt x="1011629" y="1428735"/>
                  <a:pt x="1025223" y="1415141"/>
                  <a:pt x="1041993" y="1415141"/>
                </a:cubicBezTo>
                <a:close/>
                <a:moveTo>
                  <a:pt x="969438" y="1415141"/>
                </a:moveTo>
                <a:cubicBezTo>
                  <a:pt x="986208" y="1415141"/>
                  <a:pt x="999801" y="1428735"/>
                  <a:pt x="999801" y="1445505"/>
                </a:cubicBezTo>
                <a:cubicBezTo>
                  <a:pt x="999801" y="1462274"/>
                  <a:pt x="986208" y="1475868"/>
                  <a:pt x="969438" y="1475868"/>
                </a:cubicBezTo>
                <a:cubicBezTo>
                  <a:pt x="952669" y="1475868"/>
                  <a:pt x="939075" y="1462274"/>
                  <a:pt x="939075" y="1445505"/>
                </a:cubicBezTo>
                <a:cubicBezTo>
                  <a:pt x="939075" y="1428735"/>
                  <a:pt x="952669" y="1415141"/>
                  <a:pt x="969438" y="1415141"/>
                </a:cubicBezTo>
                <a:close/>
                <a:moveTo>
                  <a:pt x="896883" y="1415141"/>
                </a:moveTo>
                <a:cubicBezTo>
                  <a:pt x="913653" y="1415141"/>
                  <a:pt x="927247" y="1428735"/>
                  <a:pt x="927247" y="1445505"/>
                </a:cubicBezTo>
                <a:cubicBezTo>
                  <a:pt x="927247" y="1462274"/>
                  <a:pt x="913653" y="1475868"/>
                  <a:pt x="896883" y="1475868"/>
                </a:cubicBezTo>
                <a:cubicBezTo>
                  <a:pt x="880114" y="1475868"/>
                  <a:pt x="866520" y="1462274"/>
                  <a:pt x="866520" y="1445505"/>
                </a:cubicBezTo>
                <a:cubicBezTo>
                  <a:pt x="866520" y="1428735"/>
                  <a:pt x="880114" y="1415141"/>
                  <a:pt x="896883" y="1415141"/>
                </a:cubicBezTo>
                <a:close/>
                <a:moveTo>
                  <a:pt x="824329" y="1415141"/>
                </a:moveTo>
                <a:cubicBezTo>
                  <a:pt x="841098" y="1415141"/>
                  <a:pt x="854692" y="1428735"/>
                  <a:pt x="854692" y="1445505"/>
                </a:cubicBezTo>
                <a:cubicBezTo>
                  <a:pt x="854692" y="1462274"/>
                  <a:pt x="841098" y="1475868"/>
                  <a:pt x="824329" y="1475868"/>
                </a:cubicBezTo>
                <a:cubicBezTo>
                  <a:pt x="807559" y="1475868"/>
                  <a:pt x="793965" y="1462274"/>
                  <a:pt x="793965" y="1445505"/>
                </a:cubicBezTo>
                <a:cubicBezTo>
                  <a:pt x="793965" y="1428735"/>
                  <a:pt x="807559" y="1415141"/>
                  <a:pt x="824329" y="1415141"/>
                </a:cubicBezTo>
                <a:close/>
                <a:moveTo>
                  <a:pt x="751774" y="1415141"/>
                </a:moveTo>
                <a:cubicBezTo>
                  <a:pt x="768544" y="1415141"/>
                  <a:pt x="782138" y="1428735"/>
                  <a:pt x="782138" y="1445505"/>
                </a:cubicBezTo>
                <a:cubicBezTo>
                  <a:pt x="782138" y="1462274"/>
                  <a:pt x="768544" y="1475868"/>
                  <a:pt x="751774" y="1475868"/>
                </a:cubicBezTo>
                <a:cubicBezTo>
                  <a:pt x="735005" y="1475868"/>
                  <a:pt x="721411" y="1462274"/>
                  <a:pt x="721411" y="1445505"/>
                </a:cubicBezTo>
                <a:cubicBezTo>
                  <a:pt x="721411" y="1428735"/>
                  <a:pt x="735005" y="1415141"/>
                  <a:pt x="751774" y="1415141"/>
                </a:cubicBezTo>
                <a:close/>
                <a:moveTo>
                  <a:pt x="679220" y="1415141"/>
                </a:moveTo>
                <a:cubicBezTo>
                  <a:pt x="695989" y="1415141"/>
                  <a:pt x="709583" y="1428735"/>
                  <a:pt x="709583" y="1445505"/>
                </a:cubicBezTo>
                <a:cubicBezTo>
                  <a:pt x="709583" y="1462274"/>
                  <a:pt x="695989" y="1475868"/>
                  <a:pt x="679220" y="1475868"/>
                </a:cubicBezTo>
                <a:cubicBezTo>
                  <a:pt x="662450" y="1475868"/>
                  <a:pt x="648856" y="1462274"/>
                  <a:pt x="648856" y="1445505"/>
                </a:cubicBezTo>
                <a:cubicBezTo>
                  <a:pt x="648856" y="1428735"/>
                  <a:pt x="662450" y="1415141"/>
                  <a:pt x="679220" y="1415141"/>
                </a:cubicBezTo>
                <a:close/>
                <a:moveTo>
                  <a:pt x="606665" y="1415141"/>
                </a:moveTo>
                <a:cubicBezTo>
                  <a:pt x="623435" y="1415141"/>
                  <a:pt x="637029" y="1428735"/>
                  <a:pt x="637029" y="1445505"/>
                </a:cubicBezTo>
                <a:cubicBezTo>
                  <a:pt x="637029" y="1462274"/>
                  <a:pt x="623435" y="1475868"/>
                  <a:pt x="606665" y="1475868"/>
                </a:cubicBezTo>
                <a:cubicBezTo>
                  <a:pt x="589896" y="1475868"/>
                  <a:pt x="576302" y="1462274"/>
                  <a:pt x="576302" y="1445505"/>
                </a:cubicBezTo>
                <a:cubicBezTo>
                  <a:pt x="576302" y="1428735"/>
                  <a:pt x="589896" y="1415141"/>
                  <a:pt x="606665" y="1415141"/>
                </a:cubicBezTo>
                <a:close/>
                <a:moveTo>
                  <a:pt x="534111" y="1415141"/>
                </a:moveTo>
                <a:cubicBezTo>
                  <a:pt x="550880" y="1415141"/>
                  <a:pt x="564474" y="1428735"/>
                  <a:pt x="564474" y="1445505"/>
                </a:cubicBezTo>
                <a:cubicBezTo>
                  <a:pt x="564474" y="1462274"/>
                  <a:pt x="550880" y="1475868"/>
                  <a:pt x="534111" y="1475868"/>
                </a:cubicBezTo>
                <a:cubicBezTo>
                  <a:pt x="517341" y="1475868"/>
                  <a:pt x="503747" y="1462274"/>
                  <a:pt x="503747" y="1445505"/>
                </a:cubicBezTo>
                <a:cubicBezTo>
                  <a:pt x="503747" y="1428735"/>
                  <a:pt x="517341" y="1415141"/>
                  <a:pt x="534111" y="1415141"/>
                </a:cubicBezTo>
                <a:close/>
                <a:moveTo>
                  <a:pt x="461556" y="1415141"/>
                </a:moveTo>
                <a:cubicBezTo>
                  <a:pt x="478326" y="1415141"/>
                  <a:pt x="491920" y="1428735"/>
                  <a:pt x="491920" y="1445505"/>
                </a:cubicBezTo>
                <a:cubicBezTo>
                  <a:pt x="491920" y="1462274"/>
                  <a:pt x="478326" y="1475868"/>
                  <a:pt x="461556" y="1475868"/>
                </a:cubicBezTo>
                <a:cubicBezTo>
                  <a:pt x="444787" y="1475868"/>
                  <a:pt x="431192" y="1462274"/>
                  <a:pt x="431192" y="1445505"/>
                </a:cubicBezTo>
                <a:cubicBezTo>
                  <a:pt x="431192" y="1428735"/>
                  <a:pt x="444787" y="1415141"/>
                  <a:pt x="461556" y="1415141"/>
                </a:cubicBezTo>
                <a:close/>
                <a:moveTo>
                  <a:pt x="389002" y="1415141"/>
                </a:moveTo>
                <a:cubicBezTo>
                  <a:pt x="405771" y="1415141"/>
                  <a:pt x="419365" y="1428735"/>
                  <a:pt x="419365" y="1445505"/>
                </a:cubicBezTo>
                <a:cubicBezTo>
                  <a:pt x="419365" y="1462274"/>
                  <a:pt x="405771" y="1475868"/>
                  <a:pt x="389002" y="1475868"/>
                </a:cubicBezTo>
                <a:cubicBezTo>
                  <a:pt x="372232" y="1475868"/>
                  <a:pt x="358638" y="1462274"/>
                  <a:pt x="358638" y="1445505"/>
                </a:cubicBezTo>
                <a:cubicBezTo>
                  <a:pt x="358638" y="1428735"/>
                  <a:pt x="372232" y="1415141"/>
                  <a:pt x="389002" y="1415141"/>
                </a:cubicBezTo>
                <a:close/>
                <a:moveTo>
                  <a:pt x="316447" y="1415141"/>
                </a:moveTo>
                <a:cubicBezTo>
                  <a:pt x="333216" y="1415141"/>
                  <a:pt x="346810" y="1428735"/>
                  <a:pt x="346810" y="1445505"/>
                </a:cubicBezTo>
                <a:cubicBezTo>
                  <a:pt x="346810" y="1462274"/>
                  <a:pt x="333216" y="1475868"/>
                  <a:pt x="316447" y="1475868"/>
                </a:cubicBezTo>
                <a:cubicBezTo>
                  <a:pt x="299677" y="1475868"/>
                  <a:pt x="286084" y="1462274"/>
                  <a:pt x="286084" y="1445505"/>
                </a:cubicBezTo>
                <a:cubicBezTo>
                  <a:pt x="286084" y="1428735"/>
                  <a:pt x="299677" y="1415141"/>
                  <a:pt x="316447" y="1415141"/>
                </a:cubicBezTo>
                <a:close/>
                <a:moveTo>
                  <a:pt x="243892" y="1415141"/>
                </a:moveTo>
                <a:cubicBezTo>
                  <a:pt x="260662" y="1415141"/>
                  <a:pt x="274256" y="1428735"/>
                  <a:pt x="274256" y="1445505"/>
                </a:cubicBezTo>
                <a:cubicBezTo>
                  <a:pt x="274256" y="1462274"/>
                  <a:pt x="260662" y="1475868"/>
                  <a:pt x="243892" y="1475868"/>
                </a:cubicBezTo>
                <a:cubicBezTo>
                  <a:pt x="227123" y="1475868"/>
                  <a:pt x="213529" y="1462274"/>
                  <a:pt x="213529" y="1445505"/>
                </a:cubicBezTo>
                <a:cubicBezTo>
                  <a:pt x="213529" y="1428735"/>
                  <a:pt x="227123" y="1415141"/>
                  <a:pt x="243892" y="1415141"/>
                </a:cubicBezTo>
                <a:close/>
                <a:moveTo>
                  <a:pt x="171339" y="1415141"/>
                </a:moveTo>
                <a:cubicBezTo>
                  <a:pt x="188107" y="1415141"/>
                  <a:pt x="201701" y="1428735"/>
                  <a:pt x="201701" y="1445505"/>
                </a:cubicBezTo>
                <a:cubicBezTo>
                  <a:pt x="201701" y="1462274"/>
                  <a:pt x="188107" y="1475868"/>
                  <a:pt x="171339" y="1475868"/>
                </a:cubicBezTo>
                <a:cubicBezTo>
                  <a:pt x="154611" y="1475868"/>
                  <a:pt x="141018" y="1462274"/>
                  <a:pt x="141018" y="1445505"/>
                </a:cubicBezTo>
                <a:cubicBezTo>
                  <a:pt x="141018" y="1428735"/>
                  <a:pt x="154611" y="1415141"/>
                  <a:pt x="171339" y="1415141"/>
                </a:cubicBezTo>
                <a:close/>
                <a:moveTo>
                  <a:pt x="98831" y="1415141"/>
                </a:moveTo>
                <a:cubicBezTo>
                  <a:pt x="115598" y="1415141"/>
                  <a:pt x="129192" y="1428735"/>
                  <a:pt x="129192" y="1445505"/>
                </a:cubicBezTo>
                <a:cubicBezTo>
                  <a:pt x="129192" y="1462274"/>
                  <a:pt x="115598" y="1475868"/>
                  <a:pt x="98831" y="1475868"/>
                </a:cubicBezTo>
                <a:cubicBezTo>
                  <a:pt x="82060" y="1475868"/>
                  <a:pt x="68467" y="1462274"/>
                  <a:pt x="68467" y="1445505"/>
                </a:cubicBezTo>
                <a:cubicBezTo>
                  <a:pt x="68467" y="1428735"/>
                  <a:pt x="82060" y="1415141"/>
                  <a:pt x="98831" y="1415141"/>
                </a:cubicBezTo>
                <a:close/>
                <a:moveTo>
                  <a:pt x="26277" y="1415141"/>
                </a:moveTo>
                <a:cubicBezTo>
                  <a:pt x="43044" y="1415141"/>
                  <a:pt x="56638" y="1428735"/>
                  <a:pt x="56638" y="1445505"/>
                </a:cubicBezTo>
                <a:cubicBezTo>
                  <a:pt x="56638" y="1462274"/>
                  <a:pt x="43044" y="1475868"/>
                  <a:pt x="26277" y="1475868"/>
                </a:cubicBezTo>
                <a:cubicBezTo>
                  <a:pt x="17892" y="1475868"/>
                  <a:pt x="10301" y="1472470"/>
                  <a:pt x="4807" y="1466975"/>
                </a:cubicBezTo>
                <a:lnTo>
                  <a:pt x="0" y="1455370"/>
                </a:lnTo>
                <a:lnTo>
                  <a:pt x="0" y="1435640"/>
                </a:lnTo>
                <a:lnTo>
                  <a:pt x="4807" y="1424034"/>
                </a:lnTo>
                <a:cubicBezTo>
                  <a:pt x="10301" y="1418540"/>
                  <a:pt x="17892" y="1415141"/>
                  <a:pt x="26277" y="1415141"/>
                </a:cubicBezTo>
                <a:close/>
                <a:moveTo>
                  <a:pt x="1332211" y="1334690"/>
                </a:moveTo>
                <a:cubicBezTo>
                  <a:pt x="1340596" y="1334690"/>
                  <a:pt x="1348186" y="1338088"/>
                  <a:pt x="1353681" y="1343583"/>
                </a:cubicBezTo>
                <a:lnTo>
                  <a:pt x="1356143" y="1349526"/>
                </a:lnTo>
                <a:lnTo>
                  <a:pt x="1331934" y="1381900"/>
                </a:lnTo>
                <a:lnTo>
                  <a:pt x="1321597" y="1393274"/>
                </a:lnTo>
                <a:lnTo>
                  <a:pt x="1320392" y="1393030"/>
                </a:lnTo>
                <a:cubicBezTo>
                  <a:pt x="1309494" y="1388421"/>
                  <a:pt x="1301847" y="1377631"/>
                  <a:pt x="1301847" y="1365053"/>
                </a:cubicBezTo>
                <a:cubicBezTo>
                  <a:pt x="1301847" y="1348284"/>
                  <a:pt x="1315441" y="1334690"/>
                  <a:pt x="1332211" y="1334690"/>
                </a:cubicBezTo>
                <a:close/>
                <a:moveTo>
                  <a:pt x="1259656" y="1334690"/>
                </a:moveTo>
                <a:cubicBezTo>
                  <a:pt x="1276426" y="1334690"/>
                  <a:pt x="1290020" y="1348284"/>
                  <a:pt x="1290020" y="1365053"/>
                </a:cubicBezTo>
                <a:cubicBezTo>
                  <a:pt x="1290020" y="1381823"/>
                  <a:pt x="1276426" y="1395417"/>
                  <a:pt x="1259656" y="1395417"/>
                </a:cubicBezTo>
                <a:cubicBezTo>
                  <a:pt x="1242887" y="1395417"/>
                  <a:pt x="1229293" y="1381823"/>
                  <a:pt x="1229293" y="1365053"/>
                </a:cubicBezTo>
                <a:cubicBezTo>
                  <a:pt x="1229293" y="1348284"/>
                  <a:pt x="1242887" y="1334690"/>
                  <a:pt x="1259656" y="1334690"/>
                </a:cubicBezTo>
                <a:close/>
                <a:moveTo>
                  <a:pt x="1187102" y="1334690"/>
                </a:moveTo>
                <a:cubicBezTo>
                  <a:pt x="1203871" y="1334690"/>
                  <a:pt x="1217465" y="1348284"/>
                  <a:pt x="1217465" y="1365053"/>
                </a:cubicBezTo>
                <a:cubicBezTo>
                  <a:pt x="1217465" y="1381823"/>
                  <a:pt x="1203871" y="1395417"/>
                  <a:pt x="1187102" y="1395417"/>
                </a:cubicBezTo>
                <a:cubicBezTo>
                  <a:pt x="1170332" y="1395417"/>
                  <a:pt x="1156738" y="1381823"/>
                  <a:pt x="1156738" y="1365053"/>
                </a:cubicBezTo>
                <a:cubicBezTo>
                  <a:pt x="1156738" y="1348284"/>
                  <a:pt x="1170332" y="1334690"/>
                  <a:pt x="1187102" y="1334690"/>
                </a:cubicBezTo>
                <a:close/>
                <a:moveTo>
                  <a:pt x="1114547" y="1334690"/>
                </a:moveTo>
                <a:cubicBezTo>
                  <a:pt x="1131317" y="1334690"/>
                  <a:pt x="1144911" y="1348284"/>
                  <a:pt x="1144911" y="1365053"/>
                </a:cubicBezTo>
                <a:cubicBezTo>
                  <a:pt x="1144911" y="1381823"/>
                  <a:pt x="1131317" y="1395417"/>
                  <a:pt x="1114547" y="1395417"/>
                </a:cubicBezTo>
                <a:cubicBezTo>
                  <a:pt x="1097778" y="1395417"/>
                  <a:pt x="1084184" y="1381823"/>
                  <a:pt x="1084184" y="1365053"/>
                </a:cubicBezTo>
                <a:cubicBezTo>
                  <a:pt x="1084184" y="1348284"/>
                  <a:pt x="1097778" y="1334690"/>
                  <a:pt x="1114547" y="1334690"/>
                </a:cubicBezTo>
                <a:close/>
                <a:moveTo>
                  <a:pt x="1041993" y="1334690"/>
                </a:moveTo>
                <a:cubicBezTo>
                  <a:pt x="1058762" y="1334690"/>
                  <a:pt x="1072356" y="1348284"/>
                  <a:pt x="1072356" y="1365053"/>
                </a:cubicBezTo>
                <a:cubicBezTo>
                  <a:pt x="1072356" y="1381823"/>
                  <a:pt x="1058762" y="1395417"/>
                  <a:pt x="1041993" y="1395417"/>
                </a:cubicBezTo>
                <a:cubicBezTo>
                  <a:pt x="1025223" y="1395417"/>
                  <a:pt x="1011629" y="1381823"/>
                  <a:pt x="1011629" y="1365053"/>
                </a:cubicBezTo>
                <a:cubicBezTo>
                  <a:pt x="1011629" y="1348284"/>
                  <a:pt x="1025223" y="1334690"/>
                  <a:pt x="1041993" y="1334690"/>
                </a:cubicBezTo>
                <a:close/>
                <a:moveTo>
                  <a:pt x="969438" y="1334690"/>
                </a:moveTo>
                <a:cubicBezTo>
                  <a:pt x="986208" y="1334690"/>
                  <a:pt x="999801" y="1348284"/>
                  <a:pt x="999801" y="1365053"/>
                </a:cubicBezTo>
                <a:cubicBezTo>
                  <a:pt x="999801" y="1381823"/>
                  <a:pt x="986208" y="1395417"/>
                  <a:pt x="969438" y="1395417"/>
                </a:cubicBezTo>
                <a:cubicBezTo>
                  <a:pt x="952669" y="1395417"/>
                  <a:pt x="939075" y="1381823"/>
                  <a:pt x="939075" y="1365053"/>
                </a:cubicBezTo>
                <a:cubicBezTo>
                  <a:pt x="939075" y="1348284"/>
                  <a:pt x="952669" y="1334690"/>
                  <a:pt x="969438" y="1334690"/>
                </a:cubicBezTo>
                <a:close/>
                <a:moveTo>
                  <a:pt x="896883" y="1334690"/>
                </a:moveTo>
                <a:cubicBezTo>
                  <a:pt x="913653" y="1334690"/>
                  <a:pt x="927247" y="1348284"/>
                  <a:pt x="927247" y="1365053"/>
                </a:cubicBezTo>
                <a:cubicBezTo>
                  <a:pt x="927247" y="1381823"/>
                  <a:pt x="913653" y="1395417"/>
                  <a:pt x="896883" y="1395417"/>
                </a:cubicBezTo>
                <a:cubicBezTo>
                  <a:pt x="880114" y="1395417"/>
                  <a:pt x="866520" y="1381823"/>
                  <a:pt x="866520" y="1365053"/>
                </a:cubicBezTo>
                <a:cubicBezTo>
                  <a:pt x="866520" y="1348284"/>
                  <a:pt x="880114" y="1334690"/>
                  <a:pt x="896883" y="1334690"/>
                </a:cubicBezTo>
                <a:close/>
                <a:moveTo>
                  <a:pt x="824329" y="1334690"/>
                </a:moveTo>
                <a:cubicBezTo>
                  <a:pt x="841098" y="1334690"/>
                  <a:pt x="854692" y="1348284"/>
                  <a:pt x="854692" y="1365053"/>
                </a:cubicBezTo>
                <a:cubicBezTo>
                  <a:pt x="854692" y="1381823"/>
                  <a:pt x="841098" y="1395417"/>
                  <a:pt x="824329" y="1395417"/>
                </a:cubicBezTo>
                <a:cubicBezTo>
                  <a:pt x="807559" y="1395417"/>
                  <a:pt x="793965" y="1381823"/>
                  <a:pt x="793965" y="1365053"/>
                </a:cubicBezTo>
                <a:cubicBezTo>
                  <a:pt x="793965" y="1348284"/>
                  <a:pt x="807559" y="1334690"/>
                  <a:pt x="824329" y="1334690"/>
                </a:cubicBezTo>
                <a:close/>
                <a:moveTo>
                  <a:pt x="751774" y="1334690"/>
                </a:moveTo>
                <a:cubicBezTo>
                  <a:pt x="768544" y="1334690"/>
                  <a:pt x="782138" y="1348284"/>
                  <a:pt x="782138" y="1365053"/>
                </a:cubicBezTo>
                <a:cubicBezTo>
                  <a:pt x="782138" y="1381823"/>
                  <a:pt x="768544" y="1395417"/>
                  <a:pt x="751774" y="1395417"/>
                </a:cubicBezTo>
                <a:cubicBezTo>
                  <a:pt x="735005" y="1395417"/>
                  <a:pt x="721411" y="1381823"/>
                  <a:pt x="721411" y="1365053"/>
                </a:cubicBezTo>
                <a:cubicBezTo>
                  <a:pt x="721411" y="1348284"/>
                  <a:pt x="735005" y="1334690"/>
                  <a:pt x="751774" y="1334690"/>
                </a:cubicBezTo>
                <a:close/>
                <a:moveTo>
                  <a:pt x="679220" y="1334690"/>
                </a:moveTo>
                <a:cubicBezTo>
                  <a:pt x="695989" y="1334690"/>
                  <a:pt x="709583" y="1348284"/>
                  <a:pt x="709583" y="1365053"/>
                </a:cubicBezTo>
                <a:cubicBezTo>
                  <a:pt x="709583" y="1381823"/>
                  <a:pt x="695989" y="1395417"/>
                  <a:pt x="679220" y="1395417"/>
                </a:cubicBezTo>
                <a:cubicBezTo>
                  <a:pt x="662450" y="1395417"/>
                  <a:pt x="648856" y="1381823"/>
                  <a:pt x="648856" y="1365053"/>
                </a:cubicBezTo>
                <a:cubicBezTo>
                  <a:pt x="648856" y="1348284"/>
                  <a:pt x="662450" y="1334690"/>
                  <a:pt x="679220" y="1334690"/>
                </a:cubicBezTo>
                <a:close/>
                <a:moveTo>
                  <a:pt x="606665" y="1334690"/>
                </a:moveTo>
                <a:cubicBezTo>
                  <a:pt x="623435" y="1334690"/>
                  <a:pt x="637029" y="1348284"/>
                  <a:pt x="637029" y="1365053"/>
                </a:cubicBezTo>
                <a:cubicBezTo>
                  <a:pt x="637029" y="1381823"/>
                  <a:pt x="623435" y="1395417"/>
                  <a:pt x="606665" y="1395417"/>
                </a:cubicBezTo>
                <a:cubicBezTo>
                  <a:pt x="589896" y="1395417"/>
                  <a:pt x="576302" y="1381823"/>
                  <a:pt x="576302" y="1365053"/>
                </a:cubicBezTo>
                <a:cubicBezTo>
                  <a:pt x="576302" y="1348284"/>
                  <a:pt x="589896" y="1334690"/>
                  <a:pt x="606665" y="1334690"/>
                </a:cubicBezTo>
                <a:close/>
                <a:moveTo>
                  <a:pt x="534111" y="1334690"/>
                </a:moveTo>
                <a:cubicBezTo>
                  <a:pt x="550880" y="1334690"/>
                  <a:pt x="564474" y="1348284"/>
                  <a:pt x="564474" y="1365053"/>
                </a:cubicBezTo>
                <a:cubicBezTo>
                  <a:pt x="564474" y="1381823"/>
                  <a:pt x="550880" y="1395417"/>
                  <a:pt x="534111" y="1395417"/>
                </a:cubicBezTo>
                <a:cubicBezTo>
                  <a:pt x="517341" y="1395417"/>
                  <a:pt x="503747" y="1381823"/>
                  <a:pt x="503747" y="1365053"/>
                </a:cubicBezTo>
                <a:cubicBezTo>
                  <a:pt x="503747" y="1348284"/>
                  <a:pt x="517341" y="1334690"/>
                  <a:pt x="534111" y="1334690"/>
                </a:cubicBezTo>
                <a:close/>
                <a:moveTo>
                  <a:pt x="461556" y="1334690"/>
                </a:moveTo>
                <a:cubicBezTo>
                  <a:pt x="478326" y="1334690"/>
                  <a:pt x="491920" y="1348284"/>
                  <a:pt x="491920" y="1365053"/>
                </a:cubicBezTo>
                <a:cubicBezTo>
                  <a:pt x="491920" y="1381823"/>
                  <a:pt x="478326" y="1395417"/>
                  <a:pt x="461556" y="1395417"/>
                </a:cubicBezTo>
                <a:cubicBezTo>
                  <a:pt x="444787" y="1395417"/>
                  <a:pt x="431192" y="1381823"/>
                  <a:pt x="431192" y="1365053"/>
                </a:cubicBezTo>
                <a:cubicBezTo>
                  <a:pt x="431192" y="1348284"/>
                  <a:pt x="444787" y="1334690"/>
                  <a:pt x="461556" y="1334690"/>
                </a:cubicBezTo>
                <a:close/>
                <a:moveTo>
                  <a:pt x="389002" y="1334690"/>
                </a:moveTo>
                <a:cubicBezTo>
                  <a:pt x="405771" y="1334690"/>
                  <a:pt x="419365" y="1348284"/>
                  <a:pt x="419365" y="1365053"/>
                </a:cubicBezTo>
                <a:cubicBezTo>
                  <a:pt x="419365" y="1381823"/>
                  <a:pt x="405771" y="1395417"/>
                  <a:pt x="389002" y="1395417"/>
                </a:cubicBezTo>
                <a:cubicBezTo>
                  <a:pt x="372232" y="1395417"/>
                  <a:pt x="358638" y="1381823"/>
                  <a:pt x="358638" y="1365053"/>
                </a:cubicBezTo>
                <a:cubicBezTo>
                  <a:pt x="358638" y="1348284"/>
                  <a:pt x="372232" y="1334690"/>
                  <a:pt x="389002" y="1334690"/>
                </a:cubicBezTo>
                <a:close/>
                <a:moveTo>
                  <a:pt x="316447" y="1334690"/>
                </a:moveTo>
                <a:cubicBezTo>
                  <a:pt x="333216" y="1334690"/>
                  <a:pt x="346810" y="1348284"/>
                  <a:pt x="346810" y="1365053"/>
                </a:cubicBezTo>
                <a:cubicBezTo>
                  <a:pt x="346810" y="1381823"/>
                  <a:pt x="333216" y="1395417"/>
                  <a:pt x="316447" y="1395417"/>
                </a:cubicBezTo>
                <a:cubicBezTo>
                  <a:pt x="299677" y="1395417"/>
                  <a:pt x="286084" y="1381823"/>
                  <a:pt x="286084" y="1365053"/>
                </a:cubicBezTo>
                <a:cubicBezTo>
                  <a:pt x="286084" y="1348284"/>
                  <a:pt x="299677" y="1334690"/>
                  <a:pt x="316447" y="1334690"/>
                </a:cubicBezTo>
                <a:close/>
                <a:moveTo>
                  <a:pt x="243892" y="1334690"/>
                </a:moveTo>
                <a:cubicBezTo>
                  <a:pt x="260662" y="1334690"/>
                  <a:pt x="274256" y="1348284"/>
                  <a:pt x="274256" y="1365053"/>
                </a:cubicBezTo>
                <a:cubicBezTo>
                  <a:pt x="274256" y="1381823"/>
                  <a:pt x="260662" y="1395417"/>
                  <a:pt x="243892" y="1395417"/>
                </a:cubicBezTo>
                <a:cubicBezTo>
                  <a:pt x="227123" y="1395417"/>
                  <a:pt x="213529" y="1381823"/>
                  <a:pt x="213529" y="1365053"/>
                </a:cubicBezTo>
                <a:cubicBezTo>
                  <a:pt x="213529" y="1348284"/>
                  <a:pt x="227123" y="1334690"/>
                  <a:pt x="243892" y="1334690"/>
                </a:cubicBezTo>
                <a:close/>
                <a:moveTo>
                  <a:pt x="171339" y="1334690"/>
                </a:moveTo>
                <a:cubicBezTo>
                  <a:pt x="188107" y="1334690"/>
                  <a:pt x="201701" y="1348284"/>
                  <a:pt x="201701" y="1365053"/>
                </a:cubicBezTo>
                <a:cubicBezTo>
                  <a:pt x="201701" y="1381823"/>
                  <a:pt x="188107" y="1395417"/>
                  <a:pt x="171339" y="1395417"/>
                </a:cubicBezTo>
                <a:cubicBezTo>
                  <a:pt x="154616" y="1395417"/>
                  <a:pt x="141023" y="1381823"/>
                  <a:pt x="141023" y="1365053"/>
                </a:cubicBezTo>
                <a:cubicBezTo>
                  <a:pt x="141023" y="1348284"/>
                  <a:pt x="154616" y="1334690"/>
                  <a:pt x="171339" y="1334690"/>
                </a:cubicBezTo>
                <a:close/>
                <a:moveTo>
                  <a:pt x="98838" y="1334690"/>
                </a:moveTo>
                <a:cubicBezTo>
                  <a:pt x="115605" y="1334690"/>
                  <a:pt x="129198" y="1348284"/>
                  <a:pt x="129198" y="1365053"/>
                </a:cubicBezTo>
                <a:cubicBezTo>
                  <a:pt x="129198" y="1381823"/>
                  <a:pt x="115605" y="1395417"/>
                  <a:pt x="98838" y="1395417"/>
                </a:cubicBezTo>
                <a:cubicBezTo>
                  <a:pt x="82067" y="1395417"/>
                  <a:pt x="68474" y="1381823"/>
                  <a:pt x="68474" y="1365053"/>
                </a:cubicBezTo>
                <a:cubicBezTo>
                  <a:pt x="68474" y="1348284"/>
                  <a:pt x="82067" y="1334690"/>
                  <a:pt x="98838" y="1334690"/>
                </a:cubicBezTo>
                <a:close/>
                <a:moveTo>
                  <a:pt x="26283" y="1334690"/>
                </a:moveTo>
                <a:cubicBezTo>
                  <a:pt x="43051" y="1334690"/>
                  <a:pt x="56645" y="1348284"/>
                  <a:pt x="56645" y="1365053"/>
                </a:cubicBezTo>
                <a:cubicBezTo>
                  <a:pt x="56645" y="1381823"/>
                  <a:pt x="43051" y="1395417"/>
                  <a:pt x="26283" y="1395417"/>
                </a:cubicBezTo>
                <a:cubicBezTo>
                  <a:pt x="17898" y="1395417"/>
                  <a:pt x="10308" y="1392019"/>
                  <a:pt x="4813" y="1386524"/>
                </a:cubicBezTo>
                <a:lnTo>
                  <a:pt x="0" y="1374903"/>
                </a:lnTo>
                <a:lnTo>
                  <a:pt x="0" y="1355203"/>
                </a:lnTo>
                <a:lnTo>
                  <a:pt x="4813" y="1343583"/>
                </a:lnTo>
                <a:cubicBezTo>
                  <a:pt x="10308" y="1338089"/>
                  <a:pt x="17898" y="1334690"/>
                  <a:pt x="26283" y="1334690"/>
                </a:cubicBezTo>
                <a:close/>
                <a:moveTo>
                  <a:pt x="1404765" y="1254238"/>
                </a:moveTo>
                <a:cubicBezTo>
                  <a:pt x="1408957" y="1254238"/>
                  <a:pt x="1412951" y="1255088"/>
                  <a:pt x="1416584" y="1256624"/>
                </a:cubicBezTo>
                <a:lnTo>
                  <a:pt x="1422045" y="1260306"/>
                </a:lnTo>
                <a:lnTo>
                  <a:pt x="1418517" y="1266114"/>
                </a:lnTo>
                <a:lnTo>
                  <a:pt x="1386846" y="1308466"/>
                </a:lnTo>
                <a:lnTo>
                  <a:pt x="1383295" y="1306072"/>
                </a:lnTo>
                <a:cubicBezTo>
                  <a:pt x="1377800" y="1300577"/>
                  <a:pt x="1374402" y="1292986"/>
                  <a:pt x="1374402" y="1284602"/>
                </a:cubicBezTo>
                <a:cubicBezTo>
                  <a:pt x="1374402" y="1267832"/>
                  <a:pt x="1387996" y="1254238"/>
                  <a:pt x="1404765" y="1254238"/>
                </a:cubicBezTo>
                <a:close/>
                <a:moveTo>
                  <a:pt x="1332211" y="1254238"/>
                </a:moveTo>
                <a:cubicBezTo>
                  <a:pt x="1348980" y="1254238"/>
                  <a:pt x="1362574" y="1267832"/>
                  <a:pt x="1362574" y="1284602"/>
                </a:cubicBezTo>
                <a:cubicBezTo>
                  <a:pt x="1362574" y="1301371"/>
                  <a:pt x="1348980" y="1314965"/>
                  <a:pt x="1332211" y="1314965"/>
                </a:cubicBezTo>
                <a:cubicBezTo>
                  <a:pt x="1315441" y="1314965"/>
                  <a:pt x="1301847" y="1301371"/>
                  <a:pt x="1301847" y="1284602"/>
                </a:cubicBezTo>
                <a:cubicBezTo>
                  <a:pt x="1301847" y="1267832"/>
                  <a:pt x="1315441" y="1254238"/>
                  <a:pt x="1332211" y="1254238"/>
                </a:cubicBezTo>
                <a:close/>
                <a:moveTo>
                  <a:pt x="1259656" y="1254238"/>
                </a:moveTo>
                <a:cubicBezTo>
                  <a:pt x="1276426" y="1254238"/>
                  <a:pt x="1290020" y="1267832"/>
                  <a:pt x="1290020" y="1284602"/>
                </a:cubicBezTo>
                <a:cubicBezTo>
                  <a:pt x="1290020" y="1301371"/>
                  <a:pt x="1276426" y="1314965"/>
                  <a:pt x="1259656" y="1314965"/>
                </a:cubicBezTo>
                <a:cubicBezTo>
                  <a:pt x="1242887" y="1314965"/>
                  <a:pt x="1229293" y="1301371"/>
                  <a:pt x="1229293" y="1284602"/>
                </a:cubicBezTo>
                <a:cubicBezTo>
                  <a:pt x="1229293" y="1267832"/>
                  <a:pt x="1242887" y="1254238"/>
                  <a:pt x="1259656" y="1254238"/>
                </a:cubicBezTo>
                <a:close/>
                <a:moveTo>
                  <a:pt x="1187102" y="1254238"/>
                </a:moveTo>
                <a:cubicBezTo>
                  <a:pt x="1203871" y="1254238"/>
                  <a:pt x="1217465" y="1267832"/>
                  <a:pt x="1217465" y="1284602"/>
                </a:cubicBezTo>
                <a:cubicBezTo>
                  <a:pt x="1217465" y="1301371"/>
                  <a:pt x="1203871" y="1314965"/>
                  <a:pt x="1187102" y="1314965"/>
                </a:cubicBezTo>
                <a:cubicBezTo>
                  <a:pt x="1170332" y="1314965"/>
                  <a:pt x="1156738" y="1301371"/>
                  <a:pt x="1156738" y="1284602"/>
                </a:cubicBezTo>
                <a:cubicBezTo>
                  <a:pt x="1156738" y="1267832"/>
                  <a:pt x="1170332" y="1254238"/>
                  <a:pt x="1187102" y="1254238"/>
                </a:cubicBezTo>
                <a:close/>
                <a:moveTo>
                  <a:pt x="1114547" y="1254238"/>
                </a:moveTo>
                <a:cubicBezTo>
                  <a:pt x="1131317" y="1254238"/>
                  <a:pt x="1144911" y="1267832"/>
                  <a:pt x="1144911" y="1284602"/>
                </a:cubicBezTo>
                <a:cubicBezTo>
                  <a:pt x="1144911" y="1301371"/>
                  <a:pt x="1131317" y="1314965"/>
                  <a:pt x="1114547" y="1314965"/>
                </a:cubicBezTo>
                <a:cubicBezTo>
                  <a:pt x="1097778" y="1314965"/>
                  <a:pt x="1084184" y="1301371"/>
                  <a:pt x="1084184" y="1284602"/>
                </a:cubicBezTo>
                <a:cubicBezTo>
                  <a:pt x="1084184" y="1267832"/>
                  <a:pt x="1097778" y="1254238"/>
                  <a:pt x="1114547" y="1254238"/>
                </a:cubicBezTo>
                <a:close/>
                <a:moveTo>
                  <a:pt x="1041993" y="1254238"/>
                </a:moveTo>
                <a:cubicBezTo>
                  <a:pt x="1058762" y="1254238"/>
                  <a:pt x="1072356" y="1267832"/>
                  <a:pt x="1072356" y="1284602"/>
                </a:cubicBezTo>
                <a:cubicBezTo>
                  <a:pt x="1072356" y="1301371"/>
                  <a:pt x="1058762" y="1314965"/>
                  <a:pt x="1041993" y="1314965"/>
                </a:cubicBezTo>
                <a:cubicBezTo>
                  <a:pt x="1025223" y="1314965"/>
                  <a:pt x="1011629" y="1301371"/>
                  <a:pt x="1011629" y="1284602"/>
                </a:cubicBezTo>
                <a:cubicBezTo>
                  <a:pt x="1011629" y="1267832"/>
                  <a:pt x="1025223" y="1254238"/>
                  <a:pt x="1041993" y="1254238"/>
                </a:cubicBezTo>
                <a:close/>
                <a:moveTo>
                  <a:pt x="969438" y="1254238"/>
                </a:moveTo>
                <a:cubicBezTo>
                  <a:pt x="986208" y="1254238"/>
                  <a:pt x="999801" y="1267832"/>
                  <a:pt x="999801" y="1284602"/>
                </a:cubicBezTo>
                <a:cubicBezTo>
                  <a:pt x="999801" y="1301371"/>
                  <a:pt x="986208" y="1314965"/>
                  <a:pt x="969438" y="1314965"/>
                </a:cubicBezTo>
                <a:cubicBezTo>
                  <a:pt x="952669" y="1314965"/>
                  <a:pt x="939075" y="1301371"/>
                  <a:pt x="939075" y="1284602"/>
                </a:cubicBezTo>
                <a:cubicBezTo>
                  <a:pt x="939075" y="1267832"/>
                  <a:pt x="952669" y="1254238"/>
                  <a:pt x="969438" y="1254238"/>
                </a:cubicBezTo>
                <a:close/>
                <a:moveTo>
                  <a:pt x="896883" y="1254238"/>
                </a:moveTo>
                <a:cubicBezTo>
                  <a:pt x="913653" y="1254238"/>
                  <a:pt x="927247" y="1267832"/>
                  <a:pt x="927247" y="1284602"/>
                </a:cubicBezTo>
                <a:cubicBezTo>
                  <a:pt x="927247" y="1301371"/>
                  <a:pt x="913653" y="1314965"/>
                  <a:pt x="896883" y="1314965"/>
                </a:cubicBezTo>
                <a:cubicBezTo>
                  <a:pt x="880114" y="1314965"/>
                  <a:pt x="866520" y="1301371"/>
                  <a:pt x="866520" y="1284602"/>
                </a:cubicBezTo>
                <a:cubicBezTo>
                  <a:pt x="866520" y="1267832"/>
                  <a:pt x="880114" y="1254238"/>
                  <a:pt x="896883" y="1254238"/>
                </a:cubicBezTo>
                <a:close/>
                <a:moveTo>
                  <a:pt x="824329" y="1254238"/>
                </a:moveTo>
                <a:cubicBezTo>
                  <a:pt x="841098" y="1254238"/>
                  <a:pt x="854692" y="1267832"/>
                  <a:pt x="854692" y="1284602"/>
                </a:cubicBezTo>
                <a:cubicBezTo>
                  <a:pt x="854692" y="1301371"/>
                  <a:pt x="841098" y="1314965"/>
                  <a:pt x="824329" y="1314965"/>
                </a:cubicBezTo>
                <a:cubicBezTo>
                  <a:pt x="807559" y="1314965"/>
                  <a:pt x="793965" y="1301371"/>
                  <a:pt x="793965" y="1284602"/>
                </a:cubicBezTo>
                <a:cubicBezTo>
                  <a:pt x="793965" y="1267832"/>
                  <a:pt x="807559" y="1254238"/>
                  <a:pt x="824329" y="1254238"/>
                </a:cubicBezTo>
                <a:close/>
                <a:moveTo>
                  <a:pt x="751774" y="1254238"/>
                </a:moveTo>
                <a:cubicBezTo>
                  <a:pt x="768544" y="1254238"/>
                  <a:pt x="782138" y="1267832"/>
                  <a:pt x="782138" y="1284602"/>
                </a:cubicBezTo>
                <a:cubicBezTo>
                  <a:pt x="782138" y="1301371"/>
                  <a:pt x="768544" y="1314965"/>
                  <a:pt x="751774" y="1314965"/>
                </a:cubicBezTo>
                <a:cubicBezTo>
                  <a:pt x="735005" y="1314965"/>
                  <a:pt x="721411" y="1301371"/>
                  <a:pt x="721411" y="1284602"/>
                </a:cubicBezTo>
                <a:cubicBezTo>
                  <a:pt x="721411" y="1267832"/>
                  <a:pt x="735005" y="1254238"/>
                  <a:pt x="751774" y="1254238"/>
                </a:cubicBezTo>
                <a:close/>
                <a:moveTo>
                  <a:pt x="679220" y="1254238"/>
                </a:moveTo>
                <a:cubicBezTo>
                  <a:pt x="695989" y="1254238"/>
                  <a:pt x="709583" y="1267832"/>
                  <a:pt x="709583" y="1284602"/>
                </a:cubicBezTo>
                <a:cubicBezTo>
                  <a:pt x="709583" y="1301371"/>
                  <a:pt x="695989" y="1314965"/>
                  <a:pt x="679220" y="1314965"/>
                </a:cubicBezTo>
                <a:cubicBezTo>
                  <a:pt x="662450" y="1314965"/>
                  <a:pt x="648856" y="1301371"/>
                  <a:pt x="648856" y="1284602"/>
                </a:cubicBezTo>
                <a:cubicBezTo>
                  <a:pt x="648856" y="1267832"/>
                  <a:pt x="662450" y="1254238"/>
                  <a:pt x="679220" y="1254238"/>
                </a:cubicBezTo>
                <a:close/>
                <a:moveTo>
                  <a:pt x="606665" y="1254238"/>
                </a:moveTo>
                <a:cubicBezTo>
                  <a:pt x="623435" y="1254238"/>
                  <a:pt x="637029" y="1267832"/>
                  <a:pt x="637029" y="1284602"/>
                </a:cubicBezTo>
                <a:cubicBezTo>
                  <a:pt x="637029" y="1301371"/>
                  <a:pt x="623435" y="1314965"/>
                  <a:pt x="606665" y="1314965"/>
                </a:cubicBezTo>
                <a:cubicBezTo>
                  <a:pt x="589896" y="1314965"/>
                  <a:pt x="576302" y="1301371"/>
                  <a:pt x="576302" y="1284602"/>
                </a:cubicBezTo>
                <a:cubicBezTo>
                  <a:pt x="576302" y="1267832"/>
                  <a:pt x="589896" y="1254238"/>
                  <a:pt x="606665" y="1254238"/>
                </a:cubicBezTo>
                <a:close/>
                <a:moveTo>
                  <a:pt x="534111" y="1254238"/>
                </a:moveTo>
                <a:cubicBezTo>
                  <a:pt x="550880" y="1254238"/>
                  <a:pt x="564474" y="1267832"/>
                  <a:pt x="564474" y="1284602"/>
                </a:cubicBezTo>
                <a:cubicBezTo>
                  <a:pt x="564474" y="1301371"/>
                  <a:pt x="550880" y="1314965"/>
                  <a:pt x="534111" y="1314965"/>
                </a:cubicBezTo>
                <a:cubicBezTo>
                  <a:pt x="517341" y="1314965"/>
                  <a:pt x="503747" y="1301371"/>
                  <a:pt x="503747" y="1284602"/>
                </a:cubicBezTo>
                <a:cubicBezTo>
                  <a:pt x="503747" y="1267832"/>
                  <a:pt x="517341" y="1254238"/>
                  <a:pt x="534111" y="1254238"/>
                </a:cubicBezTo>
                <a:close/>
                <a:moveTo>
                  <a:pt x="461556" y="1254238"/>
                </a:moveTo>
                <a:cubicBezTo>
                  <a:pt x="478326" y="1254238"/>
                  <a:pt x="491920" y="1267832"/>
                  <a:pt x="491920" y="1284602"/>
                </a:cubicBezTo>
                <a:cubicBezTo>
                  <a:pt x="491920" y="1301371"/>
                  <a:pt x="478326" y="1314965"/>
                  <a:pt x="461556" y="1314965"/>
                </a:cubicBezTo>
                <a:cubicBezTo>
                  <a:pt x="444787" y="1314965"/>
                  <a:pt x="431192" y="1301371"/>
                  <a:pt x="431192" y="1284602"/>
                </a:cubicBezTo>
                <a:cubicBezTo>
                  <a:pt x="431192" y="1267832"/>
                  <a:pt x="444787" y="1254238"/>
                  <a:pt x="461556" y="1254238"/>
                </a:cubicBezTo>
                <a:close/>
                <a:moveTo>
                  <a:pt x="389002" y="1254238"/>
                </a:moveTo>
                <a:cubicBezTo>
                  <a:pt x="405771" y="1254238"/>
                  <a:pt x="419365" y="1267832"/>
                  <a:pt x="419365" y="1284602"/>
                </a:cubicBezTo>
                <a:cubicBezTo>
                  <a:pt x="419365" y="1301371"/>
                  <a:pt x="405771" y="1314965"/>
                  <a:pt x="389002" y="1314965"/>
                </a:cubicBezTo>
                <a:cubicBezTo>
                  <a:pt x="372232" y="1314965"/>
                  <a:pt x="358638" y="1301371"/>
                  <a:pt x="358638" y="1284602"/>
                </a:cubicBezTo>
                <a:cubicBezTo>
                  <a:pt x="358638" y="1267832"/>
                  <a:pt x="372232" y="1254238"/>
                  <a:pt x="389002" y="1254238"/>
                </a:cubicBezTo>
                <a:close/>
                <a:moveTo>
                  <a:pt x="316447" y="1254238"/>
                </a:moveTo>
                <a:cubicBezTo>
                  <a:pt x="333216" y="1254238"/>
                  <a:pt x="346810" y="1267832"/>
                  <a:pt x="346810" y="1284602"/>
                </a:cubicBezTo>
                <a:cubicBezTo>
                  <a:pt x="346810" y="1301371"/>
                  <a:pt x="333216" y="1314965"/>
                  <a:pt x="316447" y="1314965"/>
                </a:cubicBezTo>
                <a:cubicBezTo>
                  <a:pt x="299677" y="1314965"/>
                  <a:pt x="286084" y="1301371"/>
                  <a:pt x="286084" y="1284602"/>
                </a:cubicBezTo>
                <a:cubicBezTo>
                  <a:pt x="286084" y="1267832"/>
                  <a:pt x="299677" y="1254238"/>
                  <a:pt x="316447" y="1254238"/>
                </a:cubicBezTo>
                <a:close/>
                <a:moveTo>
                  <a:pt x="243892" y="1254238"/>
                </a:moveTo>
                <a:cubicBezTo>
                  <a:pt x="260662" y="1254238"/>
                  <a:pt x="274256" y="1267832"/>
                  <a:pt x="274256" y="1284602"/>
                </a:cubicBezTo>
                <a:cubicBezTo>
                  <a:pt x="274256" y="1301371"/>
                  <a:pt x="260662" y="1314965"/>
                  <a:pt x="243892" y="1314965"/>
                </a:cubicBezTo>
                <a:cubicBezTo>
                  <a:pt x="227123" y="1314965"/>
                  <a:pt x="213529" y="1301371"/>
                  <a:pt x="213529" y="1284602"/>
                </a:cubicBezTo>
                <a:cubicBezTo>
                  <a:pt x="213529" y="1267832"/>
                  <a:pt x="227123" y="1254238"/>
                  <a:pt x="243892" y="1254238"/>
                </a:cubicBezTo>
                <a:close/>
                <a:moveTo>
                  <a:pt x="171339" y="1254238"/>
                </a:moveTo>
                <a:cubicBezTo>
                  <a:pt x="188107" y="1254238"/>
                  <a:pt x="201701" y="1267832"/>
                  <a:pt x="201701" y="1284602"/>
                </a:cubicBezTo>
                <a:cubicBezTo>
                  <a:pt x="201701" y="1301371"/>
                  <a:pt x="188107" y="1314965"/>
                  <a:pt x="171339" y="1314965"/>
                </a:cubicBezTo>
                <a:cubicBezTo>
                  <a:pt x="154622" y="1314965"/>
                  <a:pt x="141029" y="1301371"/>
                  <a:pt x="141029" y="1284602"/>
                </a:cubicBezTo>
                <a:cubicBezTo>
                  <a:pt x="141029" y="1267832"/>
                  <a:pt x="154622" y="1254238"/>
                  <a:pt x="171339" y="1254238"/>
                </a:cubicBezTo>
                <a:close/>
                <a:moveTo>
                  <a:pt x="98845" y="1254238"/>
                </a:moveTo>
                <a:cubicBezTo>
                  <a:pt x="115610" y="1254238"/>
                  <a:pt x="129204" y="1267832"/>
                  <a:pt x="129204" y="1284602"/>
                </a:cubicBezTo>
                <a:cubicBezTo>
                  <a:pt x="129204" y="1301371"/>
                  <a:pt x="115610" y="1314965"/>
                  <a:pt x="98845" y="1314965"/>
                </a:cubicBezTo>
                <a:cubicBezTo>
                  <a:pt x="82074" y="1314965"/>
                  <a:pt x="68480" y="1301371"/>
                  <a:pt x="68480" y="1284602"/>
                </a:cubicBezTo>
                <a:cubicBezTo>
                  <a:pt x="68480" y="1267832"/>
                  <a:pt x="82074" y="1254238"/>
                  <a:pt x="98845" y="1254238"/>
                </a:cubicBezTo>
                <a:close/>
                <a:moveTo>
                  <a:pt x="26290" y="1254238"/>
                </a:moveTo>
                <a:cubicBezTo>
                  <a:pt x="43057" y="1254238"/>
                  <a:pt x="56651" y="1267832"/>
                  <a:pt x="56651" y="1284602"/>
                </a:cubicBezTo>
                <a:cubicBezTo>
                  <a:pt x="56651" y="1301371"/>
                  <a:pt x="43057" y="1314965"/>
                  <a:pt x="26290" y="1314965"/>
                </a:cubicBezTo>
                <a:cubicBezTo>
                  <a:pt x="17905" y="1314965"/>
                  <a:pt x="10314" y="1311567"/>
                  <a:pt x="4819" y="1306072"/>
                </a:cubicBezTo>
                <a:lnTo>
                  <a:pt x="0" y="1294437"/>
                </a:lnTo>
                <a:lnTo>
                  <a:pt x="0" y="1274766"/>
                </a:lnTo>
                <a:lnTo>
                  <a:pt x="4819" y="1263131"/>
                </a:lnTo>
                <a:cubicBezTo>
                  <a:pt x="10314" y="1257637"/>
                  <a:pt x="17905" y="1254238"/>
                  <a:pt x="26290" y="1254238"/>
                </a:cubicBezTo>
                <a:close/>
                <a:moveTo>
                  <a:pt x="1474228" y="1174410"/>
                </a:moveTo>
                <a:lnTo>
                  <a:pt x="1450688" y="1213159"/>
                </a:lnTo>
                <a:lnTo>
                  <a:pt x="1446956" y="1204150"/>
                </a:lnTo>
                <a:cubicBezTo>
                  <a:pt x="1446956" y="1191573"/>
                  <a:pt x="1454603" y="1180782"/>
                  <a:pt x="1465501" y="1176173"/>
                </a:cubicBezTo>
                <a:close/>
                <a:moveTo>
                  <a:pt x="1404765" y="1173786"/>
                </a:moveTo>
                <a:cubicBezTo>
                  <a:pt x="1421535" y="1173786"/>
                  <a:pt x="1435129" y="1187380"/>
                  <a:pt x="1435129" y="1204150"/>
                </a:cubicBezTo>
                <a:cubicBezTo>
                  <a:pt x="1435129" y="1220919"/>
                  <a:pt x="1421535" y="1234513"/>
                  <a:pt x="1404765" y="1234513"/>
                </a:cubicBezTo>
                <a:cubicBezTo>
                  <a:pt x="1387996" y="1234513"/>
                  <a:pt x="1374402" y="1220919"/>
                  <a:pt x="1374402" y="1204150"/>
                </a:cubicBezTo>
                <a:cubicBezTo>
                  <a:pt x="1374402" y="1187380"/>
                  <a:pt x="1387996" y="1173786"/>
                  <a:pt x="1404765" y="1173786"/>
                </a:cubicBezTo>
                <a:close/>
                <a:moveTo>
                  <a:pt x="1332211" y="1173786"/>
                </a:moveTo>
                <a:cubicBezTo>
                  <a:pt x="1348980" y="1173786"/>
                  <a:pt x="1362574" y="1187380"/>
                  <a:pt x="1362574" y="1204150"/>
                </a:cubicBezTo>
                <a:cubicBezTo>
                  <a:pt x="1362574" y="1220919"/>
                  <a:pt x="1348980" y="1234513"/>
                  <a:pt x="1332211" y="1234513"/>
                </a:cubicBezTo>
                <a:cubicBezTo>
                  <a:pt x="1315441" y="1234513"/>
                  <a:pt x="1301847" y="1220919"/>
                  <a:pt x="1301847" y="1204150"/>
                </a:cubicBezTo>
                <a:cubicBezTo>
                  <a:pt x="1301847" y="1187380"/>
                  <a:pt x="1315441" y="1173786"/>
                  <a:pt x="1332211" y="1173786"/>
                </a:cubicBezTo>
                <a:close/>
                <a:moveTo>
                  <a:pt x="1259656" y="1173786"/>
                </a:moveTo>
                <a:cubicBezTo>
                  <a:pt x="1276426" y="1173786"/>
                  <a:pt x="1290020" y="1187380"/>
                  <a:pt x="1290020" y="1204150"/>
                </a:cubicBezTo>
                <a:cubicBezTo>
                  <a:pt x="1290020" y="1220919"/>
                  <a:pt x="1276426" y="1234513"/>
                  <a:pt x="1259656" y="1234513"/>
                </a:cubicBezTo>
                <a:cubicBezTo>
                  <a:pt x="1242887" y="1234513"/>
                  <a:pt x="1229293" y="1220919"/>
                  <a:pt x="1229293" y="1204150"/>
                </a:cubicBezTo>
                <a:cubicBezTo>
                  <a:pt x="1229293" y="1187380"/>
                  <a:pt x="1242887" y="1173786"/>
                  <a:pt x="1259656" y="1173786"/>
                </a:cubicBezTo>
                <a:close/>
                <a:moveTo>
                  <a:pt x="1187102" y="1173786"/>
                </a:moveTo>
                <a:cubicBezTo>
                  <a:pt x="1203871" y="1173786"/>
                  <a:pt x="1217465" y="1187380"/>
                  <a:pt x="1217465" y="1204150"/>
                </a:cubicBezTo>
                <a:cubicBezTo>
                  <a:pt x="1217465" y="1220919"/>
                  <a:pt x="1203871" y="1234513"/>
                  <a:pt x="1187102" y="1234513"/>
                </a:cubicBezTo>
                <a:cubicBezTo>
                  <a:pt x="1170332" y="1234513"/>
                  <a:pt x="1156738" y="1220919"/>
                  <a:pt x="1156738" y="1204150"/>
                </a:cubicBezTo>
                <a:cubicBezTo>
                  <a:pt x="1156738" y="1187380"/>
                  <a:pt x="1170332" y="1173786"/>
                  <a:pt x="1187102" y="1173786"/>
                </a:cubicBezTo>
                <a:close/>
                <a:moveTo>
                  <a:pt x="1114547" y="1173786"/>
                </a:moveTo>
                <a:cubicBezTo>
                  <a:pt x="1131317" y="1173786"/>
                  <a:pt x="1144911" y="1187380"/>
                  <a:pt x="1144911" y="1204150"/>
                </a:cubicBezTo>
                <a:cubicBezTo>
                  <a:pt x="1144911" y="1220919"/>
                  <a:pt x="1131317" y="1234513"/>
                  <a:pt x="1114547" y="1234513"/>
                </a:cubicBezTo>
                <a:cubicBezTo>
                  <a:pt x="1097778" y="1234513"/>
                  <a:pt x="1084184" y="1220919"/>
                  <a:pt x="1084184" y="1204150"/>
                </a:cubicBezTo>
                <a:cubicBezTo>
                  <a:pt x="1084184" y="1187380"/>
                  <a:pt x="1097778" y="1173786"/>
                  <a:pt x="1114547" y="1173786"/>
                </a:cubicBezTo>
                <a:close/>
                <a:moveTo>
                  <a:pt x="1041993" y="1173786"/>
                </a:moveTo>
                <a:cubicBezTo>
                  <a:pt x="1058762" y="1173786"/>
                  <a:pt x="1072356" y="1187380"/>
                  <a:pt x="1072356" y="1204150"/>
                </a:cubicBezTo>
                <a:cubicBezTo>
                  <a:pt x="1072356" y="1220919"/>
                  <a:pt x="1058762" y="1234513"/>
                  <a:pt x="1041993" y="1234513"/>
                </a:cubicBezTo>
                <a:cubicBezTo>
                  <a:pt x="1025223" y="1234513"/>
                  <a:pt x="1011629" y="1220919"/>
                  <a:pt x="1011629" y="1204150"/>
                </a:cubicBezTo>
                <a:cubicBezTo>
                  <a:pt x="1011629" y="1187380"/>
                  <a:pt x="1025223" y="1173786"/>
                  <a:pt x="1041993" y="1173786"/>
                </a:cubicBezTo>
                <a:close/>
                <a:moveTo>
                  <a:pt x="969438" y="1173786"/>
                </a:moveTo>
                <a:cubicBezTo>
                  <a:pt x="986208" y="1173786"/>
                  <a:pt x="999801" y="1187380"/>
                  <a:pt x="999801" y="1204150"/>
                </a:cubicBezTo>
                <a:cubicBezTo>
                  <a:pt x="999801" y="1220919"/>
                  <a:pt x="986208" y="1234513"/>
                  <a:pt x="969438" y="1234513"/>
                </a:cubicBezTo>
                <a:cubicBezTo>
                  <a:pt x="952669" y="1234513"/>
                  <a:pt x="939075" y="1220919"/>
                  <a:pt x="939075" y="1204150"/>
                </a:cubicBezTo>
                <a:cubicBezTo>
                  <a:pt x="939075" y="1187380"/>
                  <a:pt x="952669" y="1173786"/>
                  <a:pt x="969438" y="1173786"/>
                </a:cubicBezTo>
                <a:close/>
                <a:moveTo>
                  <a:pt x="896883" y="1173786"/>
                </a:moveTo>
                <a:cubicBezTo>
                  <a:pt x="913653" y="1173786"/>
                  <a:pt x="927247" y="1187380"/>
                  <a:pt x="927247" y="1204150"/>
                </a:cubicBezTo>
                <a:cubicBezTo>
                  <a:pt x="927247" y="1220919"/>
                  <a:pt x="913653" y="1234513"/>
                  <a:pt x="896883" y="1234513"/>
                </a:cubicBezTo>
                <a:cubicBezTo>
                  <a:pt x="880114" y="1234513"/>
                  <a:pt x="866520" y="1220919"/>
                  <a:pt x="866520" y="1204150"/>
                </a:cubicBezTo>
                <a:cubicBezTo>
                  <a:pt x="866520" y="1187380"/>
                  <a:pt x="880114" y="1173786"/>
                  <a:pt x="896883" y="1173786"/>
                </a:cubicBezTo>
                <a:close/>
                <a:moveTo>
                  <a:pt x="824329" y="1173786"/>
                </a:moveTo>
                <a:cubicBezTo>
                  <a:pt x="841098" y="1173786"/>
                  <a:pt x="854692" y="1187380"/>
                  <a:pt x="854692" y="1204150"/>
                </a:cubicBezTo>
                <a:cubicBezTo>
                  <a:pt x="854692" y="1220919"/>
                  <a:pt x="841098" y="1234513"/>
                  <a:pt x="824329" y="1234513"/>
                </a:cubicBezTo>
                <a:cubicBezTo>
                  <a:pt x="807559" y="1234513"/>
                  <a:pt x="793965" y="1220919"/>
                  <a:pt x="793965" y="1204150"/>
                </a:cubicBezTo>
                <a:cubicBezTo>
                  <a:pt x="793965" y="1187380"/>
                  <a:pt x="807559" y="1173786"/>
                  <a:pt x="824329" y="1173786"/>
                </a:cubicBezTo>
                <a:close/>
                <a:moveTo>
                  <a:pt x="751774" y="1173786"/>
                </a:moveTo>
                <a:cubicBezTo>
                  <a:pt x="768544" y="1173786"/>
                  <a:pt x="782138" y="1187380"/>
                  <a:pt x="782138" y="1204150"/>
                </a:cubicBezTo>
                <a:cubicBezTo>
                  <a:pt x="782138" y="1220919"/>
                  <a:pt x="768544" y="1234513"/>
                  <a:pt x="751774" y="1234513"/>
                </a:cubicBezTo>
                <a:cubicBezTo>
                  <a:pt x="735005" y="1234513"/>
                  <a:pt x="721411" y="1220919"/>
                  <a:pt x="721411" y="1204150"/>
                </a:cubicBezTo>
                <a:cubicBezTo>
                  <a:pt x="721411" y="1187380"/>
                  <a:pt x="735005" y="1173786"/>
                  <a:pt x="751774" y="1173786"/>
                </a:cubicBezTo>
                <a:close/>
                <a:moveTo>
                  <a:pt x="679220" y="1173786"/>
                </a:moveTo>
                <a:cubicBezTo>
                  <a:pt x="695989" y="1173786"/>
                  <a:pt x="709583" y="1187380"/>
                  <a:pt x="709583" y="1204150"/>
                </a:cubicBezTo>
                <a:cubicBezTo>
                  <a:pt x="709583" y="1220919"/>
                  <a:pt x="695989" y="1234513"/>
                  <a:pt x="679220" y="1234513"/>
                </a:cubicBezTo>
                <a:cubicBezTo>
                  <a:pt x="662450" y="1234513"/>
                  <a:pt x="648856" y="1220919"/>
                  <a:pt x="648856" y="1204150"/>
                </a:cubicBezTo>
                <a:cubicBezTo>
                  <a:pt x="648856" y="1187380"/>
                  <a:pt x="662450" y="1173786"/>
                  <a:pt x="679220" y="1173786"/>
                </a:cubicBezTo>
                <a:close/>
                <a:moveTo>
                  <a:pt x="606665" y="1173786"/>
                </a:moveTo>
                <a:cubicBezTo>
                  <a:pt x="623435" y="1173786"/>
                  <a:pt x="637029" y="1187380"/>
                  <a:pt x="637029" y="1204150"/>
                </a:cubicBezTo>
                <a:cubicBezTo>
                  <a:pt x="637029" y="1220919"/>
                  <a:pt x="623435" y="1234513"/>
                  <a:pt x="606665" y="1234513"/>
                </a:cubicBezTo>
                <a:cubicBezTo>
                  <a:pt x="589896" y="1234513"/>
                  <a:pt x="576302" y="1220919"/>
                  <a:pt x="576302" y="1204150"/>
                </a:cubicBezTo>
                <a:cubicBezTo>
                  <a:pt x="576302" y="1187380"/>
                  <a:pt x="589896" y="1173786"/>
                  <a:pt x="606665" y="1173786"/>
                </a:cubicBezTo>
                <a:close/>
                <a:moveTo>
                  <a:pt x="534111" y="1173786"/>
                </a:moveTo>
                <a:cubicBezTo>
                  <a:pt x="550880" y="1173786"/>
                  <a:pt x="564474" y="1187380"/>
                  <a:pt x="564474" y="1204150"/>
                </a:cubicBezTo>
                <a:cubicBezTo>
                  <a:pt x="564474" y="1220919"/>
                  <a:pt x="550880" y="1234513"/>
                  <a:pt x="534111" y="1234513"/>
                </a:cubicBezTo>
                <a:cubicBezTo>
                  <a:pt x="517341" y="1234513"/>
                  <a:pt x="503747" y="1220919"/>
                  <a:pt x="503747" y="1204150"/>
                </a:cubicBezTo>
                <a:cubicBezTo>
                  <a:pt x="503747" y="1187380"/>
                  <a:pt x="517341" y="1173786"/>
                  <a:pt x="534111" y="1173786"/>
                </a:cubicBezTo>
                <a:close/>
                <a:moveTo>
                  <a:pt x="461556" y="1173786"/>
                </a:moveTo>
                <a:cubicBezTo>
                  <a:pt x="478326" y="1173786"/>
                  <a:pt x="491920" y="1187380"/>
                  <a:pt x="491920" y="1204150"/>
                </a:cubicBezTo>
                <a:cubicBezTo>
                  <a:pt x="491920" y="1220919"/>
                  <a:pt x="478326" y="1234513"/>
                  <a:pt x="461556" y="1234513"/>
                </a:cubicBezTo>
                <a:cubicBezTo>
                  <a:pt x="444787" y="1234513"/>
                  <a:pt x="431192" y="1220919"/>
                  <a:pt x="431192" y="1204150"/>
                </a:cubicBezTo>
                <a:cubicBezTo>
                  <a:pt x="431192" y="1187380"/>
                  <a:pt x="444787" y="1173786"/>
                  <a:pt x="461556" y="1173786"/>
                </a:cubicBezTo>
                <a:close/>
                <a:moveTo>
                  <a:pt x="389002" y="1173786"/>
                </a:moveTo>
                <a:cubicBezTo>
                  <a:pt x="405771" y="1173786"/>
                  <a:pt x="419365" y="1187380"/>
                  <a:pt x="419365" y="1204150"/>
                </a:cubicBezTo>
                <a:cubicBezTo>
                  <a:pt x="419365" y="1220919"/>
                  <a:pt x="405771" y="1234513"/>
                  <a:pt x="389002" y="1234513"/>
                </a:cubicBezTo>
                <a:cubicBezTo>
                  <a:pt x="372232" y="1234513"/>
                  <a:pt x="358638" y="1220919"/>
                  <a:pt x="358638" y="1204150"/>
                </a:cubicBezTo>
                <a:cubicBezTo>
                  <a:pt x="358638" y="1187380"/>
                  <a:pt x="372232" y="1173786"/>
                  <a:pt x="389002" y="1173786"/>
                </a:cubicBezTo>
                <a:close/>
                <a:moveTo>
                  <a:pt x="316447" y="1173786"/>
                </a:moveTo>
                <a:cubicBezTo>
                  <a:pt x="333216" y="1173786"/>
                  <a:pt x="346810" y="1187380"/>
                  <a:pt x="346810" y="1204150"/>
                </a:cubicBezTo>
                <a:cubicBezTo>
                  <a:pt x="346810" y="1220919"/>
                  <a:pt x="333216" y="1234513"/>
                  <a:pt x="316447" y="1234513"/>
                </a:cubicBezTo>
                <a:cubicBezTo>
                  <a:pt x="299677" y="1234513"/>
                  <a:pt x="286084" y="1220919"/>
                  <a:pt x="286084" y="1204150"/>
                </a:cubicBezTo>
                <a:cubicBezTo>
                  <a:pt x="286084" y="1187380"/>
                  <a:pt x="299677" y="1173786"/>
                  <a:pt x="316447" y="1173786"/>
                </a:cubicBezTo>
                <a:close/>
                <a:moveTo>
                  <a:pt x="243892" y="1173786"/>
                </a:moveTo>
                <a:cubicBezTo>
                  <a:pt x="260662" y="1173786"/>
                  <a:pt x="274256" y="1187380"/>
                  <a:pt x="274256" y="1204150"/>
                </a:cubicBezTo>
                <a:cubicBezTo>
                  <a:pt x="274256" y="1220919"/>
                  <a:pt x="260662" y="1234513"/>
                  <a:pt x="243892" y="1234513"/>
                </a:cubicBezTo>
                <a:cubicBezTo>
                  <a:pt x="227123" y="1234513"/>
                  <a:pt x="213529" y="1220919"/>
                  <a:pt x="213529" y="1204150"/>
                </a:cubicBezTo>
                <a:cubicBezTo>
                  <a:pt x="213529" y="1187380"/>
                  <a:pt x="227123" y="1173786"/>
                  <a:pt x="243892" y="1173786"/>
                </a:cubicBezTo>
                <a:close/>
                <a:moveTo>
                  <a:pt x="171339" y="1173786"/>
                </a:moveTo>
                <a:cubicBezTo>
                  <a:pt x="188107" y="1173786"/>
                  <a:pt x="201701" y="1187380"/>
                  <a:pt x="201701" y="1204150"/>
                </a:cubicBezTo>
                <a:cubicBezTo>
                  <a:pt x="201701" y="1220919"/>
                  <a:pt x="188107" y="1234513"/>
                  <a:pt x="171339" y="1234513"/>
                </a:cubicBezTo>
                <a:cubicBezTo>
                  <a:pt x="154627" y="1234513"/>
                  <a:pt x="141034" y="1220919"/>
                  <a:pt x="141034" y="1204150"/>
                </a:cubicBezTo>
                <a:cubicBezTo>
                  <a:pt x="141034" y="1187380"/>
                  <a:pt x="154627" y="1173786"/>
                  <a:pt x="171339" y="1173786"/>
                </a:cubicBezTo>
                <a:close/>
                <a:moveTo>
                  <a:pt x="98852" y="1173786"/>
                </a:moveTo>
                <a:cubicBezTo>
                  <a:pt x="115616" y="1173786"/>
                  <a:pt x="129210" y="1187380"/>
                  <a:pt x="129210" y="1204150"/>
                </a:cubicBezTo>
                <a:cubicBezTo>
                  <a:pt x="129210" y="1220919"/>
                  <a:pt x="115616" y="1234513"/>
                  <a:pt x="98852" y="1234513"/>
                </a:cubicBezTo>
                <a:cubicBezTo>
                  <a:pt x="82080" y="1234513"/>
                  <a:pt x="68486" y="1220919"/>
                  <a:pt x="68486" y="1204150"/>
                </a:cubicBezTo>
                <a:cubicBezTo>
                  <a:pt x="68486" y="1187380"/>
                  <a:pt x="82080" y="1173786"/>
                  <a:pt x="98852" y="1173786"/>
                </a:cubicBezTo>
                <a:close/>
                <a:moveTo>
                  <a:pt x="26297" y="1173786"/>
                </a:moveTo>
                <a:cubicBezTo>
                  <a:pt x="43063" y="1173786"/>
                  <a:pt x="56658" y="1187380"/>
                  <a:pt x="56658" y="1204150"/>
                </a:cubicBezTo>
                <a:cubicBezTo>
                  <a:pt x="56658" y="1220919"/>
                  <a:pt x="43063" y="1234513"/>
                  <a:pt x="26297" y="1234513"/>
                </a:cubicBezTo>
                <a:cubicBezTo>
                  <a:pt x="17912" y="1234513"/>
                  <a:pt x="10321" y="1231115"/>
                  <a:pt x="4826" y="1225620"/>
                </a:cubicBezTo>
                <a:lnTo>
                  <a:pt x="0" y="1213970"/>
                </a:lnTo>
                <a:lnTo>
                  <a:pt x="0" y="1194329"/>
                </a:lnTo>
                <a:lnTo>
                  <a:pt x="4826" y="1182679"/>
                </a:lnTo>
                <a:cubicBezTo>
                  <a:pt x="10321" y="1177185"/>
                  <a:pt x="17912" y="1173786"/>
                  <a:pt x="26297" y="1173786"/>
                </a:cubicBezTo>
                <a:close/>
                <a:moveTo>
                  <a:pt x="1477320" y="1093335"/>
                </a:moveTo>
                <a:cubicBezTo>
                  <a:pt x="1485705" y="1093335"/>
                  <a:pt x="1493295" y="1096733"/>
                  <a:pt x="1498790" y="1102228"/>
                </a:cubicBezTo>
                <a:lnTo>
                  <a:pt x="1505389" y="1118160"/>
                </a:lnTo>
                <a:lnTo>
                  <a:pt x="1493855" y="1142105"/>
                </a:lnTo>
                <a:lnTo>
                  <a:pt x="1487887" y="1151929"/>
                </a:lnTo>
                <a:lnTo>
                  <a:pt x="1477320" y="1154062"/>
                </a:lnTo>
                <a:cubicBezTo>
                  <a:pt x="1460550" y="1154062"/>
                  <a:pt x="1446956" y="1140468"/>
                  <a:pt x="1446956" y="1123698"/>
                </a:cubicBezTo>
                <a:cubicBezTo>
                  <a:pt x="1446956" y="1106929"/>
                  <a:pt x="1460550" y="1093335"/>
                  <a:pt x="1477320" y="1093335"/>
                </a:cubicBezTo>
                <a:close/>
                <a:moveTo>
                  <a:pt x="1404765" y="1093335"/>
                </a:moveTo>
                <a:cubicBezTo>
                  <a:pt x="1421535" y="1093335"/>
                  <a:pt x="1435129" y="1106929"/>
                  <a:pt x="1435129" y="1123698"/>
                </a:cubicBezTo>
                <a:cubicBezTo>
                  <a:pt x="1435129" y="1140468"/>
                  <a:pt x="1421535" y="1154062"/>
                  <a:pt x="1404765" y="1154062"/>
                </a:cubicBezTo>
                <a:cubicBezTo>
                  <a:pt x="1387996" y="1154062"/>
                  <a:pt x="1374402" y="1140468"/>
                  <a:pt x="1374402" y="1123698"/>
                </a:cubicBezTo>
                <a:cubicBezTo>
                  <a:pt x="1374402" y="1106929"/>
                  <a:pt x="1387996" y="1093335"/>
                  <a:pt x="1404765" y="1093335"/>
                </a:cubicBezTo>
                <a:close/>
                <a:moveTo>
                  <a:pt x="1332211" y="1093335"/>
                </a:moveTo>
                <a:cubicBezTo>
                  <a:pt x="1348980" y="1093335"/>
                  <a:pt x="1362574" y="1106929"/>
                  <a:pt x="1362574" y="1123698"/>
                </a:cubicBezTo>
                <a:cubicBezTo>
                  <a:pt x="1362574" y="1140468"/>
                  <a:pt x="1348980" y="1154062"/>
                  <a:pt x="1332211" y="1154062"/>
                </a:cubicBezTo>
                <a:cubicBezTo>
                  <a:pt x="1315441" y="1154062"/>
                  <a:pt x="1301847" y="1140468"/>
                  <a:pt x="1301847" y="1123698"/>
                </a:cubicBezTo>
                <a:cubicBezTo>
                  <a:pt x="1301847" y="1106929"/>
                  <a:pt x="1315441" y="1093335"/>
                  <a:pt x="1332211" y="1093335"/>
                </a:cubicBezTo>
                <a:close/>
                <a:moveTo>
                  <a:pt x="1259656" y="1093335"/>
                </a:moveTo>
                <a:cubicBezTo>
                  <a:pt x="1276426" y="1093335"/>
                  <a:pt x="1290020" y="1106929"/>
                  <a:pt x="1290020" y="1123698"/>
                </a:cubicBezTo>
                <a:cubicBezTo>
                  <a:pt x="1290020" y="1140468"/>
                  <a:pt x="1276426" y="1154062"/>
                  <a:pt x="1259656" y="1154062"/>
                </a:cubicBezTo>
                <a:cubicBezTo>
                  <a:pt x="1242887" y="1154062"/>
                  <a:pt x="1229293" y="1140468"/>
                  <a:pt x="1229293" y="1123698"/>
                </a:cubicBezTo>
                <a:cubicBezTo>
                  <a:pt x="1229293" y="1106929"/>
                  <a:pt x="1242887" y="1093335"/>
                  <a:pt x="1259656" y="1093335"/>
                </a:cubicBezTo>
                <a:close/>
                <a:moveTo>
                  <a:pt x="1187102" y="1093335"/>
                </a:moveTo>
                <a:cubicBezTo>
                  <a:pt x="1203871" y="1093335"/>
                  <a:pt x="1217465" y="1106929"/>
                  <a:pt x="1217465" y="1123698"/>
                </a:cubicBezTo>
                <a:cubicBezTo>
                  <a:pt x="1217465" y="1140468"/>
                  <a:pt x="1203871" y="1154062"/>
                  <a:pt x="1187102" y="1154062"/>
                </a:cubicBezTo>
                <a:cubicBezTo>
                  <a:pt x="1170332" y="1154062"/>
                  <a:pt x="1156738" y="1140468"/>
                  <a:pt x="1156738" y="1123698"/>
                </a:cubicBezTo>
                <a:cubicBezTo>
                  <a:pt x="1156738" y="1106929"/>
                  <a:pt x="1170332" y="1093335"/>
                  <a:pt x="1187102" y="1093335"/>
                </a:cubicBezTo>
                <a:close/>
                <a:moveTo>
                  <a:pt x="1114547" y="1093335"/>
                </a:moveTo>
                <a:cubicBezTo>
                  <a:pt x="1131317" y="1093335"/>
                  <a:pt x="1144911" y="1106929"/>
                  <a:pt x="1144911" y="1123698"/>
                </a:cubicBezTo>
                <a:cubicBezTo>
                  <a:pt x="1144911" y="1140468"/>
                  <a:pt x="1131317" y="1154062"/>
                  <a:pt x="1114547" y="1154062"/>
                </a:cubicBezTo>
                <a:cubicBezTo>
                  <a:pt x="1097778" y="1154062"/>
                  <a:pt x="1084184" y="1140468"/>
                  <a:pt x="1084184" y="1123698"/>
                </a:cubicBezTo>
                <a:cubicBezTo>
                  <a:pt x="1084184" y="1106929"/>
                  <a:pt x="1097778" y="1093335"/>
                  <a:pt x="1114547" y="1093335"/>
                </a:cubicBezTo>
                <a:close/>
                <a:moveTo>
                  <a:pt x="1041993" y="1093335"/>
                </a:moveTo>
                <a:cubicBezTo>
                  <a:pt x="1058762" y="1093335"/>
                  <a:pt x="1072356" y="1106929"/>
                  <a:pt x="1072356" y="1123698"/>
                </a:cubicBezTo>
                <a:cubicBezTo>
                  <a:pt x="1072356" y="1140468"/>
                  <a:pt x="1058762" y="1154062"/>
                  <a:pt x="1041993" y="1154062"/>
                </a:cubicBezTo>
                <a:cubicBezTo>
                  <a:pt x="1025223" y="1154062"/>
                  <a:pt x="1011629" y="1140468"/>
                  <a:pt x="1011629" y="1123698"/>
                </a:cubicBezTo>
                <a:cubicBezTo>
                  <a:pt x="1011629" y="1106929"/>
                  <a:pt x="1025223" y="1093335"/>
                  <a:pt x="1041993" y="1093335"/>
                </a:cubicBezTo>
                <a:close/>
                <a:moveTo>
                  <a:pt x="969438" y="1093335"/>
                </a:moveTo>
                <a:cubicBezTo>
                  <a:pt x="986208" y="1093335"/>
                  <a:pt x="999801" y="1106929"/>
                  <a:pt x="999801" y="1123698"/>
                </a:cubicBezTo>
                <a:cubicBezTo>
                  <a:pt x="999801" y="1140468"/>
                  <a:pt x="986208" y="1154062"/>
                  <a:pt x="969438" y="1154062"/>
                </a:cubicBezTo>
                <a:cubicBezTo>
                  <a:pt x="952669" y="1154062"/>
                  <a:pt x="939075" y="1140468"/>
                  <a:pt x="939075" y="1123698"/>
                </a:cubicBezTo>
                <a:cubicBezTo>
                  <a:pt x="939075" y="1106929"/>
                  <a:pt x="952669" y="1093335"/>
                  <a:pt x="969438" y="1093335"/>
                </a:cubicBezTo>
                <a:close/>
                <a:moveTo>
                  <a:pt x="896883" y="1093335"/>
                </a:moveTo>
                <a:cubicBezTo>
                  <a:pt x="913653" y="1093335"/>
                  <a:pt x="927247" y="1106929"/>
                  <a:pt x="927247" y="1123698"/>
                </a:cubicBezTo>
                <a:cubicBezTo>
                  <a:pt x="927247" y="1140468"/>
                  <a:pt x="913653" y="1154062"/>
                  <a:pt x="896883" y="1154062"/>
                </a:cubicBezTo>
                <a:cubicBezTo>
                  <a:pt x="880114" y="1154062"/>
                  <a:pt x="866520" y="1140468"/>
                  <a:pt x="866520" y="1123698"/>
                </a:cubicBezTo>
                <a:cubicBezTo>
                  <a:pt x="866520" y="1106929"/>
                  <a:pt x="880114" y="1093335"/>
                  <a:pt x="896883" y="1093335"/>
                </a:cubicBezTo>
                <a:close/>
                <a:moveTo>
                  <a:pt x="824329" y="1093335"/>
                </a:moveTo>
                <a:cubicBezTo>
                  <a:pt x="841098" y="1093335"/>
                  <a:pt x="854692" y="1106929"/>
                  <a:pt x="854692" y="1123698"/>
                </a:cubicBezTo>
                <a:cubicBezTo>
                  <a:pt x="854692" y="1140468"/>
                  <a:pt x="841098" y="1154062"/>
                  <a:pt x="824329" y="1154062"/>
                </a:cubicBezTo>
                <a:cubicBezTo>
                  <a:pt x="807559" y="1154062"/>
                  <a:pt x="793965" y="1140468"/>
                  <a:pt x="793965" y="1123698"/>
                </a:cubicBezTo>
                <a:cubicBezTo>
                  <a:pt x="793965" y="1106929"/>
                  <a:pt x="807559" y="1093335"/>
                  <a:pt x="824329" y="1093335"/>
                </a:cubicBezTo>
                <a:close/>
                <a:moveTo>
                  <a:pt x="751774" y="1093335"/>
                </a:moveTo>
                <a:cubicBezTo>
                  <a:pt x="768544" y="1093335"/>
                  <a:pt x="782138" y="1106929"/>
                  <a:pt x="782138" y="1123698"/>
                </a:cubicBezTo>
                <a:cubicBezTo>
                  <a:pt x="782138" y="1140468"/>
                  <a:pt x="768544" y="1154062"/>
                  <a:pt x="751774" y="1154062"/>
                </a:cubicBezTo>
                <a:cubicBezTo>
                  <a:pt x="735005" y="1154062"/>
                  <a:pt x="721411" y="1140468"/>
                  <a:pt x="721411" y="1123698"/>
                </a:cubicBezTo>
                <a:cubicBezTo>
                  <a:pt x="721411" y="1106929"/>
                  <a:pt x="735005" y="1093335"/>
                  <a:pt x="751774" y="1093335"/>
                </a:cubicBezTo>
                <a:close/>
                <a:moveTo>
                  <a:pt x="679220" y="1093335"/>
                </a:moveTo>
                <a:cubicBezTo>
                  <a:pt x="695989" y="1093335"/>
                  <a:pt x="709583" y="1106929"/>
                  <a:pt x="709583" y="1123698"/>
                </a:cubicBezTo>
                <a:cubicBezTo>
                  <a:pt x="709583" y="1140468"/>
                  <a:pt x="695989" y="1154062"/>
                  <a:pt x="679220" y="1154062"/>
                </a:cubicBezTo>
                <a:cubicBezTo>
                  <a:pt x="662450" y="1154062"/>
                  <a:pt x="648856" y="1140468"/>
                  <a:pt x="648856" y="1123698"/>
                </a:cubicBezTo>
                <a:cubicBezTo>
                  <a:pt x="648856" y="1106929"/>
                  <a:pt x="662450" y="1093335"/>
                  <a:pt x="679220" y="1093335"/>
                </a:cubicBezTo>
                <a:close/>
                <a:moveTo>
                  <a:pt x="606665" y="1093335"/>
                </a:moveTo>
                <a:cubicBezTo>
                  <a:pt x="623435" y="1093335"/>
                  <a:pt x="637029" y="1106929"/>
                  <a:pt x="637029" y="1123698"/>
                </a:cubicBezTo>
                <a:cubicBezTo>
                  <a:pt x="637029" y="1140468"/>
                  <a:pt x="623435" y="1154062"/>
                  <a:pt x="606665" y="1154062"/>
                </a:cubicBezTo>
                <a:cubicBezTo>
                  <a:pt x="589896" y="1154062"/>
                  <a:pt x="576302" y="1140468"/>
                  <a:pt x="576302" y="1123698"/>
                </a:cubicBezTo>
                <a:cubicBezTo>
                  <a:pt x="576302" y="1106929"/>
                  <a:pt x="589896" y="1093335"/>
                  <a:pt x="606665" y="1093335"/>
                </a:cubicBezTo>
                <a:close/>
                <a:moveTo>
                  <a:pt x="534111" y="1093335"/>
                </a:moveTo>
                <a:cubicBezTo>
                  <a:pt x="550880" y="1093335"/>
                  <a:pt x="564474" y="1106929"/>
                  <a:pt x="564474" y="1123698"/>
                </a:cubicBezTo>
                <a:cubicBezTo>
                  <a:pt x="564474" y="1140468"/>
                  <a:pt x="550880" y="1154062"/>
                  <a:pt x="534111" y="1154062"/>
                </a:cubicBezTo>
                <a:cubicBezTo>
                  <a:pt x="517341" y="1154062"/>
                  <a:pt x="503747" y="1140468"/>
                  <a:pt x="503747" y="1123698"/>
                </a:cubicBezTo>
                <a:cubicBezTo>
                  <a:pt x="503747" y="1106929"/>
                  <a:pt x="517341" y="1093335"/>
                  <a:pt x="534111" y="1093335"/>
                </a:cubicBezTo>
                <a:close/>
                <a:moveTo>
                  <a:pt x="461556" y="1093335"/>
                </a:moveTo>
                <a:cubicBezTo>
                  <a:pt x="478326" y="1093335"/>
                  <a:pt x="491920" y="1106929"/>
                  <a:pt x="491920" y="1123698"/>
                </a:cubicBezTo>
                <a:cubicBezTo>
                  <a:pt x="491920" y="1140468"/>
                  <a:pt x="478326" y="1154062"/>
                  <a:pt x="461556" y="1154062"/>
                </a:cubicBezTo>
                <a:cubicBezTo>
                  <a:pt x="444787" y="1154062"/>
                  <a:pt x="431192" y="1140468"/>
                  <a:pt x="431192" y="1123698"/>
                </a:cubicBezTo>
                <a:cubicBezTo>
                  <a:pt x="431192" y="1106929"/>
                  <a:pt x="444787" y="1093335"/>
                  <a:pt x="461556" y="1093335"/>
                </a:cubicBezTo>
                <a:close/>
                <a:moveTo>
                  <a:pt x="389002" y="1093335"/>
                </a:moveTo>
                <a:cubicBezTo>
                  <a:pt x="405771" y="1093335"/>
                  <a:pt x="419365" y="1106929"/>
                  <a:pt x="419365" y="1123698"/>
                </a:cubicBezTo>
                <a:cubicBezTo>
                  <a:pt x="419365" y="1140468"/>
                  <a:pt x="405771" y="1154062"/>
                  <a:pt x="389002" y="1154062"/>
                </a:cubicBezTo>
                <a:cubicBezTo>
                  <a:pt x="372232" y="1154062"/>
                  <a:pt x="358638" y="1140468"/>
                  <a:pt x="358638" y="1123698"/>
                </a:cubicBezTo>
                <a:cubicBezTo>
                  <a:pt x="358638" y="1106929"/>
                  <a:pt x="372232" y="1093335"/>
                  <a:pt x="389002" y="1093335"/>
                </a:cubicBezTo>
                <a:close/>
                <a:moveTo>
                  <a:pt x="316447" y="1093335"/>
                </a:moveTo>
                <a:cubicBezTo>
                  <a:pt x="333216" y="1093335"/>
                  <a:pt x="346810" y="1106929"/>
                  <a:pt x="346810" y="1123698"/>
                </a:cubicBezTo>
                <a:cubicBezTo>
                  <a:pt x="346810" y="1140468"/>
                  <a:pt x="333216" y="1154062"/>
                  <a:pt x="316447" y="1154062"/>
                </a:cubicBezTo>
                <a:cubicBezTo>
                  <a:pt x="299677" y="1154062"/>
                  <a:pt x="286084" y="1140468"/>
                  <a:pt x="286084" y="1123698"/>
                </a:cubicBezTo>
                <a:cubicBezTo>
                  <a:pt x="286084" y="1106929"/>
                  <a:pt x="299677" y="1093335"/>
                  <a:pt x="316447" y="1093335"/>
                </a:cubicBezTo>
                <a:close/>
                <a:moveTo>
                  <a:pt x="243892" y="1093335"/>
                </a:moveTo>
                <a:cubicBezTo>
                  <a:pt x="260662" y="1093335"/>
                  <a:pt x="274256" y="1106929"/>
                  <a:pt x="274256" y="1123698"/>
                </a:cubicBezTo>
                <a:cubicBezTo>
                  <a:pt x="274256" y="1140468"/>
                  <a:pt x="260662" y="1154062"/>
                  <a:pt x="243892" y="1154062"/>
                </a:cubicBezTo>
                <a:cubicBezTo>
                  <a:pt x="227123" y="1154062"/>
                  <a:pt x="213529" y="1140468"/>
                  <a:pt x="213529" y="1123698"/>
                </a:cubicBezTo>
                <a:cubicBezTo>
                  <a:pt x="213529" y="1106929"/>
                  <a:pt x="227123" y="1093335"/>
                  <a:pt x="243892" y="1093335"/>
                </a:cubicBezTo>
                <a:close/>
                <a:moveTo>
                  <a:pt x="171339" y="1093335"/>
                </a:moveTo>
                <a:cubicBezTo>
                  <a:pt x="188107" y="1093335"/>
                  <a:pt x="201701" y="1106929"/>
                  <a:pt x="201701" y="1123698"/>
                </a:cubicBezTo>
                <a:cubicBezTo>
                  <a:pt x="201701" y="1140468"/>
                  <a:pt x="188107" y="1154062"/>
                  <a:pt x="171339" y="1154062"/>
                </a:cubicBezTo>
                <a:cubicBezTo>
                  <a:pt x="154633" y="1154062"/>
                  <a:pt x="141040" y="1140468"/>
                  <a:pt x="141040" y="1123698"/>
                </a:cubicBezTo>
                <a:cubicBezTo>
                  <a:pt x="141040" y="1106929"/>
                  <a:pt x="154633" y="1093335"/>
                  <a:pt x="171339" y="1093335"/>
                </a:cubicBezTo>
                <a:close/>
                <a:moveTo>
                  <a:pt x="98858" y="1093335"/>
                </a:moveTo>
                <a:cubicBezTo>
                  <a:pt x="115622" y="1093335"/>
                  <a:pt x="129216" y="1106929"/>
                  <a:pt x="129216" y="1123698"/>
                </a:cubicBezTo>
                <a:cubicBezTo>
                  <a:pt x="129216" y="1140468"/>
                  <a:pt x="115622" y="1154062"/>
                  <a:pt x="98858" y="1154062"/>
                </a:cubicBezTo>
                <a:cubicBezTo>
                  <a:pt x="82086" y="1154062"/>
                  <a:pt x="68492" y="1140468"/>
                  <a:pt x="68492" y="1123698"/>
                </a:cubicBezTo>
                <a:cubicBezTo>
                  <a:pt x="68492" y="1106929"/>
                  <a:pt x="82086" y="1093335"/>
                  <a:pt x="98858" y="1093335"/>
                </a:cubicBezTo>
                <a:close/>
                <a:moveTo>
                  <a:pt x="26303" y="1093335"/>
                </a:moveTo>
                <a:cubicBezTo>
                  <a:pt x="43069" y="1093335"/>
                  <a:pt x="56664" y="1106929"/>
                  <a:pt x="56664" y="1123698"/>
                </a:cubicBezTo>
                <a:cubicBezTo>
                  <a:pt x="56664" y="1140468"/>
                  <a:pt x="43069" y="1154062"/>
                  <a:pt x="26303" y="1154062"/>
                </a:cubicBezTo>
                <a:cubicBezTo>
                  <a:pt x="17918" y="1154062"/>
                  <a:pt x="10327" y="1150664"/>
                  <a:pt x="4832" y="1145169"/>
                </a:cubicBezTo>
                <a:lnTo>
                  <a:pt x="0" y="1133503"/>
                </a:lnTo>
                <a:lnTo>
                  <a:pt x="0" y="1113894"/>
                </a:lnTo>
                <a:lnTo>
                  <a:pt x="4832" y="1102228"/>
                </a:lnTo>
                <a:cubicBezTo>
                  <a:pt x="10327" y="1096734"/>
                  <a:pt x="17918" y="1093335"/>
                  <a:pt x="26303" y="1093335"/>
                </a:cubicBezTo>
                <a:close/>
                <a:moveTo>
                  <a:pt x="1549874" y="1012883"/>
                </a:moveTo>
                <a:lnTo>
                  <a:pt x="1555552" y="1014029"/>
                </a:lnTo>
                <a:lnTo>
                  <a:pt x="1530465" y="1066106"/>
                </a:lnTo>
                <a:lnTo>
                  <a:pt x="1528404" y="1064717"/>
                </a:lnTo>
                <a:cubicBezTo>
                  <a:pt x="1522910" y="1059222"/>
                  <a:pt x="1519511" y="1051631"/>
                  <a:pt x="1519511" y="1043246"/>
                </a:cubicBezTo>
                <a:cubicBezTo>
                  <a:pt x="1519511" y="1026477"/>
                  <a:pt x="1533105" y="1012883"/>
                  <a:pt x="1549874" y="1012883"/>
                </a:cubicBezTo>
                <a:close/>
                <a:moveTo>
                  <a:pt x="1477320" y="1012883"/>
                </a:moveTo>
                <a:cubicBezTo>
                  <a:pt x="1494089" y="1012883"/>
                  <a:pt x="1507683" y="1026477"/>
                  <a:pt x="1507683" y="1043246"/>
                </a:cubicBezTo>
                <a:cubicBezTo>
                  <a:pt x="1507683" y="1060016"/>
                  <a:pt x="1494089" y="1073610"/>
                  <a:pt x="1477320" y="1073610"/>
                </a:cubicBezTo>
                <a:cubicBezTo>
                  <a:pt x="1460550" y="1073610"/>
                  <a:pt x="1446956" y="1060016"/>
                  <a:pt x="1446956" y="1043246"/>
                </a:cubicBezTo>
                <a:cubicBezTo>
                  <a:pt x="1446956" y="1026477"/>
                  <a:pt x="1460550" y="1012883"/>
                  <a:pt x="1477320" y="1012883"/>
                </a:cubicBezTo>
                <a:close/>
                <a:moveTo>
                  <a:pt x="1404765" y="1012883"/>
                </a:moveTo>
                <a:cubicBezTo>
                  <a:pt x="1421535" y="1012883"/>
                  <a:pt x="1435129" y="1026477"/>
                  <a:pt x="1435129" y="1043246"/>
                </a:cubicBezTo>
                <a:cubicBezTo>
                  <a:pt x="1435129" y="1060016"/>
                  <a:pt x="1421535" y="1073610"/>
                  <a:pt x="1404765" y="1073610"/>
                </a:cubicBezTo>
                <a:cubicBezTo>
                  <a:pt x="1387996" y="1073610"/>
                  <a:pt x="1374402" y="1060016"/>
                  <a:pt x="1374402" y="1043246"/>
                </a:cubicBezTo>
                <a:cubicBezTo>
                  <a:pt x="1374402" y="1026477"/>
                  <a:pt x="1387996" y="1012883"/>
                  <a:pt x="1404765" y="1012883"/>
                </a:cubicBezTo>
                <a:close/>
                <a:moveTo>
                  <a:pt x="1332211" y="1012883"/>
                </a:moveTo>
                <a:cubicBezTo>
                  <a:pt x="1348980" y="1012883"/>
                  <a:pt x="1362574" y="1026477"/>
                  <a:pt x="1362574" y="1043246"/>
                </a:cubicBezTo>
                <a:cubicBezTo>
                  <a:pt x="1362574" y="1060016"/>
                  <a:pt x="1348980" y="1073610"/>
                  <a:pt x="1332211" y="1073610"/>
                </a:cubicBezTo>
                <a:cubicBezTo>
                  <a:pt x="1315441" y="1073610"/>
                  <a:pt x="1301847" y="1060016"/>
                  <a:pt x="1301847" y="1043246"/>
                </a:cubicBezTo>
                <a:cubicBezTo>
                  <a:pt x="1301847" y="1026477"/>
                  <a:pt x="1315441" y="1012883"/>
                  <a:pt x="1332211" y="1012883"/>
                </a:cubicBezTo>
                <a:close/>
                <a:moveTo>
                  <a:pt x="1259656" y="1012883"/>
                </a:moveTo>
                <a:cubicBezTo>
                  <a:pt x="1276426" y="1012883"/>
                  <a:pt x="1290020" y="1026477"/>
                  <a:pt x="1290020" y="1043246"/>
                </a:cubicBezTo>
                <a:cubicBezTo>
                  <a:pt x="1290020" y="1060016"/>
                  <a:pt x="1276426" y="1073610"/>
                  <a:pt x="1259656" y="1073610"/>
                </a:cubicBezTo>
                <a:cubicBezTo>
                  <a:pt x="1242887" y="1073610"/>
                  <a:pt x="1229293" y="1060016"/>
                  <a:pt x="1229293" y="1043246"/>
                </a:cubicBezTo>
                <a:cubicBezTo>
                  <a:pt x="1229293" y="1026477"/>
                  <a:pt x="1242887" y="1012883"/>
                  <a:pt x="1259656" y="1012883"/>
                </a:cubicBezTo>
                <a:close/>
                <a:moveTo>
                  <a:pt x="1187102" y="1012883"/>
                </a:moveTo>
                <a:cubicBezTo>
                  <a:pt x="1203871" y="1012883"/>
                  <a:pt x="1217465" y="1026477"/>
                  <a:pt x="1217465" y="1043246"/>
                </a:cubicBezTo>
                <a:cubicBezTo>
                  <a:pt x="1217465" y="1060016"/>
                  <a:pt x="1203871" y="1073610"/>
                  <a:pt x="1187102" y="1073610"/>
                </a:cubicBezTo>
                <a:cubicBezTo>
                  <a:pt x="1170332" y="1073610"/>
                  <a:pt x="1156738" y="1060016"/>
                  <a:pt x="1156738" y="1043246"/>
                </a:cubicBezTo>
                <a:cubicBezTo>
                  <a:pt x="1156738" y="1026477"/>
                  <a:pt x="1170332" y="1012883"/>
                  <a:pt x="1187102" y="1012883"/>
                </a:cubicBezTo>
                <a:close/>
                <a:moveTo>
                  <a:pt x="1114547" y="1012883"/>
                </a:moveTo>
                <a:cubicBezTo>
                  <a:pt x="1131317" y="1012883"/>
                  <a:pt x="1144911" y="1026477"/>
                  <a:pt x="1144911" y="1043246"/>
                </a:cubicBezTo>
                <a:cubicBezTo>
                  <a:pt x="1144911" y="1060016"/>
                  <a:pt x="1131317" y="1073610"/>
                  <a:pt x="1114547" y="1073610"/>
                </a:cubicBezTo>
                <a:cubicBezTo>
                  <a:pt x="1097778" y="1073610"/>
                  <a:pt x="1084184" y="1060016"/>
                  <a:pt x="1084184" y="1043246"/>
                </a:cubicBezTo>
                <a:cubicBezTo>
                  <a:pt x="1084184" y="1026477"/>
                  <a:pt x="1097778" y="1012883"/>
                  <a:pt x="1114547" y="1012883"/>
                </a:cubicBezTo>
                <a:close/>
                <a:moveTo>
                  <a:pt x="1041993" y="1012883"/>
                </a:moveTo>
                <a:cubicBezTo>
                  <a:pt x="1058762" y="1012883"/>
                  <a:pt x="1072356" y="1026477"/>
                  <a:pt x="1072356" y="1043246"/>
                </a:cubicBezTo>
                <a:cubicBezTo>
                  <a:pt x="1072356" y="1060016"/>
                  <a:pt x="1058762" y="1073610"/>
                  <a:pt x="1041993" y="1073610"/>
                </a:cubicBezTo>
                <a:cubicBezTo>
                  <a:pt x="1025223" y="1073610"/>
                  <a:pt x="1011629" y="1060016"/>
                  <a:pt x="1011629" y="1043246"/>
                </a:cubicBezTo>
                <a:cubicBezTo>
                  <a:pt x="1011629" y="1026477"/>
                  <a:pt x="1025223" y="1012883"/>
                  <a:pt x="1041993" y="1012883"/>
                </a:cubicBezTo>
                <a:close/>
                <a:moveTo>
                  <a:pt x="969438" y="1012883"/>
                </a:moveTo>
                <a:cubicBezTo>
                  <a:pt x="986208" y="1012883"/>
                  <a:pt x="999801" y="1026477"/>
                  <a:pt x="999801" y="1043246"/>
                </a:cubicBezTo>
                <a:cubicBezTo>
                  <a:pt x="999801" y="1060016"/>
                  <a:pt x="986208" y="1073610"/>
                  <a:pt x="969438" y="1073610"/>
                </a:cubicBezTo>
                <a:cubicBezTo>
                  <a:pt x="952669" y="1073610"/>
                  <a:pt x="939075" y="1060016"/>
                  <a:pt x="939075" y="1043246"/>
                </a:cubicBezTo>
                <a:cubicBezTo>
                  <a:pt x="939075" y="1026477"/>
                  <a:pt x="952669" y="1012883"/>
                  <a:pt x="969438" y="1012883"/>
                </a:cubicBezTo>
                <a:close/>
                <a:moveTo>
                  <a:pt x="896883" y="1012883"/>
                </a:moveTo>
                <a:cubicBezTo>
                  <a:pt x="913653" y="1012883"/>
                  <a:pt x="927247" y="1026477"/>
                  <a:pt x="927247" y="1043246"/>
                </a:cubicBezTo>
                <a:cubicBezTo>
                  <a:pt x="927247" y="1060016"/>
                  <a:pt x="913653" y="1073610"/>
                  <a:pt x="896883" y="1073610"/>
                </a:cubicBezTo>
                <a:cubicBezTo>
                  <a:pt x="880114" y="1073610"/>
                  <a:pt x="866520" y="1060016"/>
                  <a:pt x="866520" y="1043246"/>
                </a:cubicBezTo>
                <a:cubicBezTo>
                  <a:pt x="866520" y="1026477"/>
                  <a:pt x="880114" y="1012883"/>
                  <a:pt x="896883" y="1012883"/>
                </a:cubicBezTo>
                <a:close/>
                <a:moveTo>
                  <a:pt x="824329" y="1012883"/>
                </a:moveTo>
                <a:cubicBezTo>
                  <a:pt x="841098" y="1012883"/>
                  <a:pt x="854692" y="1026477"/>
                  <a:pt x="854692" y="1043246"/>
                </a:cubicBezTo>
                <a:cubicBezTo>
                  <a:pt x="854692" y="1060016"/>
                  <a:pt x="841098" y="1073610"/>
                  <a:pt x="824329" y="1073610"/>
                </a:cubicBezTo>
                <a:cubicBezTo>
                  <a:pt x="807559" y="1073610"/>
                  <a:pt x="793965" y="1060016"/>
                  <a:pt x="793965" y="1043246"/>
                </a:cubicBezTo>
                <a:cubicBezTo>
                  <a:pt x="793965" y="1026477"/>
                  <a:pt x="807559" y="1012883"/>
                  <a:pt x="824329" y="1012883"/>
                </a:cubicBezTo>
                <a:close/>
                <a:moveTo>
                  <a:pt x="751774" y="1012883"/>
                </a:moveTo>
                <a:cubicBezTo>
                  <a:pt x="768544" y="1012883"/>
                  <a:pt x="782138" y="1026477"/>
                  <a:pt x="782138" y="1043246"/>
                </a:cubicBezTo>
                <a:cubicBezTo>
                  <a:pt x="782138" y="1060016"/>
                  <a:pt x="768544" y="1073610"/>
                  <a:pt x="751774" y="1073610"/>
                </a:cubicBezTo>
                <a:cubicBezTo>
                  <a:pt x="735005" y="1073610"/>
                  <a:pt x="721411" y="1060016"/>
                  <a:pt x="721411" y="1043246"/>
                </a:cubicBezTo>
                <a:cubicBezTo>
                  <a:pt x="721411" y="1026477"/>
                  <a:pt x="735005" y="1012883"/>
                  <a:pt x="751774" y="1012883"/>
                </a:cubicBezTo>
                <a:close/>
                <a:moveTo>
                  <a:pt x="679220" y="1012883"/>
                </a:moveTo>
                <a:cubicBezTo>
                  <a:pt x="695989" y="1012883"/>
                  <a:pt x="709583" y="1026477"/>
                  <a:pt x="709583" y="1043246"/>
                </a:cubicBezTo>
                <a:cubicBezTo>
                  <a:pt x="709583" y="1060016"/>
                  <a:pt x="695989" y="1073610"/>
                  <a:pt x="679220" y="1073610"/>
                </a:cubicBezTo>
                <a:cubicBezTo>
                  <a:pt x="662450" y="1073610"/>
                  <a:pt x="648856" y="1060016"/>
                  <a:pt x="648856" y="1043246"/>
                </a:cubicBezTo>
                <a:cubicBezTo>
                  <a:pt x="648856" y="1026477"/>
                  <a:pt x="662450" y="1012883"/>
                  <a:pt x="679220" y="1012883"/>
                </a:cubicBezTo>
                <a:close/>
                <a:moveTo>
                  <a:pt x="606665" y="1012883"/>
                </a:moveTo>
                <a:cubicBezTo>
                  <a:pt x="623435" y="1012883"/>
                  <a:pt x="637029" y="1026477"/>
                  <a:pt x="637029" y="1043246"/>
                </a:cubicBezTo>
                <a:cubicBezTo>
                  <a:pt x="637029" y="1060016"/>
                  <a:pt x="623435" y="1073610"/>
                  <a:pt x="606665" y="1073610"/>
                </a:cubicBezTo>
                <a:cubicBezTo>
                  <a:pt x="589896" y="1073610"/>
                  <a:pt x="576302" y="1060016"/>
                  <a:pt x="576302" y="1043246"/>
                </a:cubicBezTo>
                <a:cubicBezTo>
                  <a:pt x="576302" y="1026477"/>
                  <a:pt x="589896" y="1012883"/>
                  <a:pt x="606665" y="1012883"/>
                </a:cubicBezTo>
                <a:close/>
                <a:moveTo>
                  <a:pt x="534111" y="1012883"/>
                </a:moveTo>
                <a:cubicBezTo>
                  <a:pt x="550880" y="1012883"/>
                  <a:pt x="564474" y="1026477"/>
                  <a:pt x="564474" y="1043246"/>
                </a:cubicBezTo>
                <a:cubicBezTo>
                  <a:pt x="564474" y="1060016"/>
                  <a:pt x="550880" y="1073610"/>
                  <a:pt x="534111" y="1073610"/>
                </a:cubicBezTo>
                <a:cubicBezTo>
                  <a:pt x="517341" y="1073610"/>
                  <a:pt x="503747" y="1060016"/>
                  <a:pt x="503747" y="1043246"/>
                </a:cubicBezTo>
                <a:cubicBezTo>
                  <a:pt x="503747" y="1026477"/>
                  <a:pt x="517341" y="1012883"/>
                  <a:pt x="534111" y="1012883"/>
                </a:cubicBezTo>
                <a:close/>
                <a:moveTo>
                  <a:pt x="461556" y="1012883"/>
                </a:moveTo>
                <a:cubicBezTo>
                  <a:pt x="478326" y="1012883"/>
                  <a:pt x="491920" y="1026477"/>
                  <a:pt x="491920" y="1043246"/>
                </a:cubicBezTo>
                <a:cubicBezTo>
                  <a:pt x="491920" y="1060016"/>
                  <a:pt x="478326" y="1073610"/>
                  <a:pt x="461556" y="1073610"/>
                </a:cubicBezTo>
                <a:cubicBezTo>
                  <a:pt x="444787" y="1073610"/>
                  <a:pt x="431192" y="1060016"/>
                  <a:pt x="431192" y="1043246"/>
                </a:cubicBezTo>
                <a:cubicBezTo>
                  <a:pt x="431192" y="1026477"/>
                  <a:pt x="444787" y="1012883"/>
                  <a:pt x="461556" y="1012883"/>
                </a:cubicBezTo>
                <a:close/>
                <a:moveTo>
                  <a:pt x="389002" y="1012883"/>
                </a:moveTo>
                <a:cubicBezTo>
                  <a:pt x="405771" y="1012883"/>
                  <a:pt x="419365" y="1026477"/>
                  <a:pt x="419365" y="1043246"/>
                </a:cubicBezTo>
                <a:cubicBezTo>
                  <a:pt x="419365" y="1060016"/>
                  <a:pt x="405771" y="1073610"/>
                  <a:pt x="389002" y="1073610"/>
                </a:cubicBezTo>
                <a:cubicBezTo>
                  <a:pt x="372232" y="1073610"/>
                  <a:pt x="358638" y="1060016"/>
                  <a:pt x="358638" y="1043246"/>
                </a:cubicBezTo>
                <a:cubicBezTo>
                  <a:pt x="358638" y="1026477"/>
                  <a:pt x="372232" y="1012883"/>
                  <a:pt x="389002" y="1012883"/>
                </a:cubicBezTo>
                <a:close/>
                <a:moveTo>
                  <a:pt x="316447" y="1012883"/>
                </a:moveTo>
                <a:cubicBezTo>
                  <a:pt x="333216" y="1012883"/>
                  <a:pt x="346810" y="1026477"/>
                  <a:pt x="346810" y="1043246"/>
                </a:cubicBezTo>
                <a:cubicBezTo>
                  <a:pt x="346810" y="1060016"/>
                  <a:pt x="333216" y="1073610"/>
                  <a:pt x="316447" y="1073610"/>
                </a:cubicBezTo>
                <a:cubicBezTo>
                  <a:pt x="299677" y="1073610"/>
                  <a:pt x="286084" y="1060016"/>
                  <a:pt x="286084" y="1043246"/>
                </a:cubicBezTo>
                <a:cubicBezTo>
                  <a:pt x="286084" y="1026477"/>
                  <a:pt x="299677" y="1012883"/>
                  <a:pt x="316447" y="1012883"/>
                </a:cubicBezTo>
                <a:close/>
                <a:moveTo>
                  <a:pt x="243892" y="1012883"/>
                </a:moveTo>
                <a:cubicBezTo>
                  <a:pt x="260662" y="1012883"/>
                  <a:pt x="274256" y="1026477"/>
                  <a:pt x="274256" y="1043246"/>
                </a:cubicBezTo>
                <a:cubicBezTo>
                  <a:pt x="274256" y="1060016"/>
                  <a:pt x="260662" y="1073610"/>
                  <a:pt x="243892" y="1073610"/>
                </a:cubicBezTo>
                <a:cubicBezTo>
                  <a:pt x="227123" y="1073610"/>
                  <a:pt x="213529" y="1060016"/>
                  <a:pt x="213529" y="1043246"/>
                </a:cubicBezTo>
                <a:cubicBezTo>
                  <a:pt x="213529" y="1026477"/>
                  <a:pt x="227123" y="1012883"/>
                  <a:pt x="243892" y="1012883"/>
                </a:cubicBezTo>
                <a:close/>
                <a:moveTo>
                  <a:pt x="171339" y="1012883"/>
                </a:moveTo>
                <a:cubicBezTo>
                  <a:pt x="188107" y="1012883"/>
                  <a:pt x="201701" y="1026477"/>
                  <a:pt x="201701" y="1043246"/>
                </a:cubicBezTo>
                <a:cubicBezTo>
                  <a:pt x="201701" y="1060016"/>
                  <a:pt x="188107" y="1073610"/>
                  <a:pt x="171339" y="1073610"/>
                </a:cubicBezTo>
                <a:cubicBezTo>
                  <a:pt x="154639" y="1073610"/>
                  <a:pt x="141045" y="1060016"/>
                  <a:pt x="141045" y="1043246"/>
                </a:cubicBezTo>
                <a:cubicBezTo>
                  <a:pt x="141045" y="1026477"/>
                  <a:pt x="154639" y="1012883"/>
                  <a:pt x="171339" y="1012883"/>
                </a:cubicBezTo>
                <a:close/>
                <a:moveTo>
                  <a:pt x="98865" y="1012883"/>
                </a:moveTo>
                <a:cubicBezTo>
                  <a:pt x="115628" y="1012883"/>
                  <a:pt x="129222" y="1026477"/>
                  <a:pt x="129222" y="1043246"/>
                </a:cubicBezTo>
                <a:cubicBezTo>
                  <a:pt x="129222" y="1060016"/>
                  <a:pt x="115628" y="1073610"/>
                  <a:pt x="98865" y="1073610"/>
                </a:cubicBezTo>
                <a:cubicBezTo>
                  <a:pt x="82093" y="1073610"/>
                  <a:pt x="68498" y="1060016"/>
                  <a:pt x="68498" y="1043246"/>
                </a:cubicBezTo>
                <a:cubicBezTo>
                  <a:pt x="68498" y="1026477"/>
                  <a:pt x="82093" y="1012883"/>
                  <a:pt x="98865" y="1012883"/>
                </a:cubicBezTo>
                <a:close/>
                <a:moveTo>
                  <a:pt x="26309" y="1012883"/>
                </a:moveTo>
                <a:cubicBezTo>
                  <a:pt x="43075" y="1012883"/>
                  <a:pt x="56670" y="1026477"/>
                  <a:pt x="56670" y="1043246"/>
                </a:cubicBezTo>
                <a:cubicBezTo>
                  <a:pt x="56670" y="1060016"/>
                  <a:pt x="43075" y="1073610"/>
                  <a:pt x="26309" y="1073610"/>
                </a:cubicBezTo>
                <a:cubicBezTo>
                  <a:pt x="17924" y="1073610"/>
                  <a:pt x="10333" y="1070212"/>
                  <a:pt x="4838" y="1064717"/>
                </a:cubicBezTo>
                <a:lnTo>
                  <a:pt x="0" y="1053036"/>
                </a:lnTo>
                <a:lnTo>
                  <a:pt x="0" y="1033457"/>
                </a:lnTo>
                <a:lnTo>
                  <a:pt x="4838" y="1021776"/>
                </a:lnTo>
                <a:cubicBezTo>
                  <a:pt x="10333" y="1016282"/>
                  <a:pt x="17924" y="1012883"/>
                  <a:pt x="26309" y="1012883"/>
                </a:cubicBezTo>
                <a:close/>
                <a:moveTo>
                  <a:pt x="1549874" y="932431"/>
                </a:moveTo>
                <a:cubicBezTo>
                  <a:pt x="1558259" y="932431"/>
                  <a:pt x="1565850" y="935830"/>
                  <a:pt x="1571345" y="941324"/>
                </a:cubicBezTo>
                <a:lnTo>
                  <a:pt x="1577296" y="955693"/>
                </a:lnTo>
                <a:lnTo>
                  <a:pt x="1565363" y="988298"/>
                </a:lnTo>
                <a:lnTo>
                  <a:pt x="1561694" y="990772"/>
                </a:lnTo>
                <a:cubicBezTo>
                  <a:pt x="1558061" y="992309"/>
                  <a:pt x="1554067" y="993158"/>
                  <a:pt x="1549874" y="993158"/>
                </a:cubicBezTo>
                <a:cubicBezTo>
                  <a:pt x="1533105" y="993158"/>
                  <a:pt x="1519511" y="979564"/>
                  <a:pt x="1519511" y="962795"/>
                </a:cubicBezTo>
                <a:cubicBezTo>
                  <a:pt x="1519511" y="946025"/>
                  <a:pt x="1533105" y="932431"/>
                  <a:pt x="1549874" y="932431"/>
                </a:cubicBezTo>
                <a:close/>
                <a:moveTo>
                  <a:pt x="1477320" y="932431"/>
                </a:moveTo>
                <a:cubicBezTo>
                  <a:pt x="1494089" y="932431"/>
                  <a:pt x="1507683" y="946025"/>
                  <a:pt x="1507683" y="962795"/>
                </a:cubicBezTo>
                <a:cubicBezTo>
                  <a:pt x="1507683" y="979564"/>
                  <a:pt x="1494089" y="993158"/>
                  <a:pt x="1477320" y="993158"/>
                </a:cubicBezTo>
                <a:cubicBezTo>
                  <a:pt x="1460550" y="993158"/>
                  <a:pt x="1446956" y="979564"/>
                  <a:pt x="1446956" y="962795"/>
                </a:cubicBezTo>
                <a:cubicBezTo>
                  <a:pt x="1446956" y="946025"/>
                  <a:pt x="1460550" y="932431"/>
                  <a:pt x="1477320" y="932431"/>
                </a:cubicBezTo>
                <a:close/>
                <a:moveTo>
                  <a:pt x="1404765" y="932431"/>
                </a:moveTo>
                <a:cubicBezTo>
                  <a:pt x="1421535" y="932431"/>
                  <a:pt x="1435129" y="946025"/>
                  <a:pt x="1435129" y="962795"/>
                </a:cubicBezTo>
                <a:cubicBezTo>
                  <a:pt x="1435129" y="979564"/>
                  <a:pt x="1421535" y="993158"/>
                  <a:pt x="1404765" y="993158"/>
                </a:cubicBezTo>
                <a:cubicBezTo>
                  <a:pt x="1387996" y="993158"/>
                  <a:pt x="1374402" y="979564"/>
                  <a:pt x="1374402" y="962795"/>
                </a:cubicBezTo>
                <a:cubicBezTo>
                  <a:pt x="1374402" y="946025"/>
                  <a:pt x="1387996" y="932431"/>
                  <a:pt x="1404765" y="932431"/>
                </a:cubicBezTo>
                <a:close/>
                <a:moveTo>
                  <a:pt x="1332211" y="932431"/>
                </a:moveTo>
                <a:cubicBezTo>
                  <a:pt x="1348980" y="932431"/>
                  <a:pt x="1362574" y="946025"/>
                  <a:pt x="1362574" y="962795"/>
                </a:cubicBezTo>
                <a:cubicBezTo>
                  <a:pt x="1362574" y="979564"/>
                  <a:pt x="1348980" y="993158"/>
                  <a:pt x="1332211" y="993158"/>
                </a:cubicBezTo>
                <a:cubicBezTo>
                  <a:pt x="1315441" y="993158"/>
                  <a:pt x="1301847" y="979564"/>
                  <a:pt x="1301847" y="962795"/>
                </a:cubicBezTo>
                <a:cubicBezTo>
                  <a:pt x="1301847" y="946025"/>
                  <a:pt x="1315441" y="932431"/>
                  <a:pt x="1332211" y="932431"/>
                </a:cubicBezTo>
                <a:close/>
                <a:moveTo>
                  <a:pt x="1259656" y="932431"/>
                </a:moveTo>
                <a:cubicBezTo>
                  <a:pt x="1276426" y="932431"/>
                  <a:pt x="1290020" y="946025"/>
                  <a:pt x="1290020" y="962795"/>
                </a:cubicBezTo>
                <a:cubicBezTo>
                  <a:pt x="1290020" y="979564"/>
                  <a:pt x="1276426" y="993158"/>
                  <a:pt x="1259656" y="993158"/>
                </a:cubicBezTo>
                <a:cubicBezTo>
                  <a:pt x="1242887" y="993158"/>
                  <a:pt x="1229293" y="979564"/>
                  <a:pt x="1229293" y="962795"/>
                </a:cubicBezTo>
                <a:cubicBezTo>
                  <a:pt x="1229293" y="946025"/>
                  <a:pt x="1242887" y="932431"/>
                  <a:pt x="1259656" y="932431"/>
                </a:cubicBezTo>
                <a:close/>
                <a:moveTo>
                  <a:pt x="1187102" y="932431"/>
                </a:moveTo>
                <a:cubicBezTo>
                  <a:pt x="1203871" y="932431"/>
                  <a:pt x="1217465" y="946025"/>
                  <a:pt x="1217465" y="962795"/>
                </a:cubicBezTo>
                <a:cubicBezTo>
                  <a:pt x="1217465" y="979564"/>
                  <a:pt x="1203871" y="993158"/>
                  <a:pt x="1187102" y="993158"/>
                </a:cubicBezTo>
                <a:cubicBezTo>
                  <a:pt x="1170332" y="993158"/>
                  <a:pt x="1156738" y="979564"/>
                  <a:pt x="1156738" y="962795"/>
                </a:cubicBezTo>
                <a:cubicBezTo>
                  <a:pt x="1156738" y="946025"/>
                  <a:pt x="1170332" y="932431"/>
                  <a:pt x="1187102" y="932431"/>
                </a:cubicBezTo>
                <a:close/>
                <a:moveTo>
                  <a:pt x="1114547" y="932431"/>
                </a:moveTo>
                <a:cubicBezTo>
                  <a:pt x="1131317" y="932431"/>
                  <a:pt x="1144911" y="946025"/>
                  <a:pt x="1144911" y="962795"/>
                </a:cubicBezTo>
                <a:cubicBezTo>
                  <a:pt x="1144911" y="979564"/>
                  <a:pt x="1131317" y="993158"/>
                  <a:pt x="1114547" y="993158"/>
                </a:cubicBezTo>
                <a:cubicBezTo>
                  <a:pt x="1097778" y="993158"/>
                  <a:pt x="1084184" y="979564"/>
                  <a:pt x="1084184" y="962795"/>
                </a:cubicBezTo>
                <a:cubicBezTo>
                  <a:pt x="1084184" y="946025"/>
                  <a:pt x="1097778" y="932431"/>
                  <a:pt x="1114547" y="932431"/>
                </a:cubicBezTo>
                <a:close/>
                <a:moveTo>
                  <a:pt x="1041993" y="932431"/>
                </a:moveTo>
                <a:cubicBezTo>
                  <a:pt x="1058762" y="932431"/>
                  <a:pt x="1072356" y="946025"/>
                  <a:pt x="1072356" y="962795"/>
                </a:cubicBezTo>
                <a:cubicBezTo>
                  <a:pt x="1072356" y="979564"/>
                  <a:pt x="1058762" y="993158"/>
                  <a:pt x="1041993" y="993158"/>
                </a:cubicBezTo>
                <a:cubicBezTo>
                  <a:pt x="1025223" y="993158"/>
                  <a:pt x="1011629" y="979564"/>
                  <a:pt x="1011629" y="962795"/>
                </a:cubicBezTo>
                <a:cubicBezTo>
                  <a:pt x="1011629" y="946025"/>
                  <a:pt x="1025223" y="932431"/>
                  <a:pt x="1041993" y="932431"/>
                </a:cubicBezTo>
                <a:close/>
                <a:moveTo>
                  <a:pt x="969438" y="932431"/>
                </a:moveTo>
                <a:cubicBezTo>
                  <a:pt x="986208" y="932431"/>
                  <a:pt x="999801" y="946025"/>
                  <a:pt x="999801" y="962795"/>
                </a:cubicBezTo>
                <a:cubicBezTo>
                  <a:pt x="999801" y="979564"/>
                  <a:pt x="986208" y="993158"/>
                  <a:pt x="969438" y="993158"/>
                </a:cubicBezTo>
                <a:cubicBezTo>
                  <a:pt x="952669" y="993158"/>
                  <a:pt x="939075" y="979564"/>
                  <a:pt x="939075" y="962795"/>
                </a:cubicBezTo>
                <a:cubicBezTo>
                  <a:pt x="939075" y="946025"/>
                  <a:pt x="952669" y="932431"/>
                  <a:pt x="969438" y="932431"/>
                </a:cubicBezTo>
                <a:close/>
                <a:moveTo>
                  <a:pt x="896883" y="932431"/>
                </a:moveTo>
                <a:cubicBezTo>
                  <a:pt x="913653" y="932431"/>
                  <a:pt x="927247" y="946025"/>
                  <a:pt x="927247" y="962795"/>
                </a:cubicBezTo>
                <a:cubicBezTo>
                  <a:pt x="927247" y="979564"/>
                  <a:pt x="913653" y="993158"/>
                  <a:pt x="896883" y="993158"/>
                </a:cubicBezTo>
                <a:cubicBezTo>
                  <a:pt x="880114" y="993158"/>
                  <a:pt x="866520" y="979564"/>
                  <a:pt x="866520" y="962795"/>
                </a:cubicBezTo>
                <a:cubicBezTo>
                  <a:pt x="866520" y="946025"/>
                  <a:pt x="880114" y="932431"/>
                  <a:pt x="896883" y="932431"/>
                </a:cubicBezTo>
                <a:close/>
                <a:moveTo>
                  <a:pt x="824329" y="932431"/>
                </a:moveTo>
                <a:cubicBezTo>
                  <a:pt x="841098" y="932431"/>
                  <a:pt x="854692" y="946025"/>
                  <a:pt x="854692" y="962795"/>
                </a:cubicBezTo>
                <a:cubicBezTo>
                  <a:pt x="854692" y="979564"/>
                  <a:pt x="841098" y="993158"/>
                  <a:pt x="824329" y="993158"/>
                </a:cubicBezTo>
                <a:cubicBezTo>
                  <a:pt x="807559" y="993158"/>
                  <a:pt x="793965" y="979564"/>
                  <a:pt x="793965" y="962795"/>
                </a:cubicBezTo>
                <a:cubicBezTo>
                  <a:pt x="793965" y="946025"/>
                  <a:pt x="807559" y="932431"/>
                  <a:pt x="824329" y="932431"/>
                </a:cubicBezTo>
                <a:close/>
                <a:moveTo>
                  <a:pt x="751774" y="932431"/>
                </a:moveTo>
                <a:cubicBezTo>
                  <a:pt x="768544" y="932431"/>
                  <a:pt x="782138" y="946025"/>
                  <a:pt x="782138" y="962795"/>
                </a:cubicBezTo>
                <a:cubicBezTo>
                  <a:pt x="782138" y="979564"/>
                  <a:pt x="768544" y="993158"/>
                  <a:pt x="751774" y="993158"/>
                </a:cubicBezTo>
                <a:cubicBezTo>
                  <a:pt x="735005" y="993158"/>
                  <a:pt x="721411" y="979564"/>
                  <a:pt x="721411" y="962795"/>
                </a:cubicBezTo>
                <a:cubicBezTo>
                  <a:pt x="721411" y="946025"/>
                  <a:pt x="735005" y="932431"/>
                  <a:pt x="751774" y="932431"/>
                </a:cubicBezTo>
                <a:close/>
                <a:moveTo>
                  <a:pt x="679220" y="932431"/>
                </a:moveTo>
                <a:cubicBezTo>
                  <a:pt x="695989" y="932431"/>
                  <a:pt x="709583" y="946025"/>
                  <a:pt x="709583" y="962795"/>
                </a:cubicBezTo>
                <a:cubicBezTo>
                  <a:pt x="709583" y="979564"/>
                  <a:pt x="695989" y="993158"/>
                  <a:pt x="679220" y="993158"/>
                </a:cubicBezTo>
                <a:cubicBezTo>
                  <a:pt x="662450" y="993158"/>
                  <a:pt x="648856" y="979564"/>
                  <a:pt x="648856" y="962795"/>
                </a:cubicBezTo>
                <a:cubicBezTo>
                  <a:pt x="648856" y="946025"/>
                  <a:pt x="662450" y="932431"/>
                  <a:pt x="679220" y="932431"/>
                </a:cubicBezTo>
                <a:close/>
                <a:moveTo>
                  <a:pt x="606665" y="932431"/>
                </a:moveTo>
                <a:cubicBezTo>
                  <a:pt x="623435" y="932431"/>
                  <a:pt x="637029" y="946025"/>
                  <a:pt x="637029" y="962795"/>
                </a:cubicBezTo>
                <a:cubicBezTo>
                  <a:pt x="637029" y="979564"/>
                  <a:pt x="623435" y="993158"/>
                  <a:pt x="606665" y="993158"/>
                </a:cubicBezTo>
                <a:cubicBezTo>
                  <a:pt x="589896" y="993158"/>
                  <a:pt x="576302" y="979564"/>
                  <a:pt x="576302" y="962795"/>
                </a:cubicBezTo>
                <a:cubicBezTo>
                  <a:pt x="576302" y="946025"/>
                  <a:pt x="589896" y="932431"/>
                  <a:pt x="606665" y="932431"/>
                </a:cubicBezTo>
                <a:close/>
                <a:moveTo>
                  <a:pt x="534111" y="932431"/>
                </a:moveTo>
                <a:cubicBezTo>
                  <a:pt x="550880" y="932431"/>
                  <a:pt x="564474" y="946025"/>
                  <a:pt x="564474" y="962795"/>
                </a:cubicBezTo>
                <a:cubicBezTo>
                  <a:pt x="564474" y="979564"/>
                  <a:pt x="550880" y="993158"/>
                  <a:pt x="534111" y="993158"/>
                </a:cubicBezTo>
                <a:cubicBezTo>
                  <a:pt x="517341" y="993158"/>
                  <a:pt x="503747" y="979564"/>
                  <a:pt x="503747" y="962795"/>
                </a:cubicBezTo>
                <a:cubicBezTo>
                  <a:pt x="503747" y="946025"/>
                  <a:pt x="517341" y="932431"/>
                  <a:pt x="534111" y="932431"/>
                </a:cubicBezTo>
                <a:close/>
                <a:moveTo>
                  <a:pt x="461556" y="932431"/>
                </a:moveTo>
                <a:cubicBezTo>
                  <a:pt x="478326" y="932431"/>
                  <a:pt x="491920" y="946025"/>
                  <a:pt x="491920" y="962795"/>
                </a:cubicBezTo>
                <a:cubicBezTo>
                  <a:pt x="491920" y="979564"/>
                  <a:pt x="478326" y="993158"/>
                  <a:pt x="461556" y="993158"/>
                </a:cubicBezTo>
                <a:cubicBezTo>
                  <a:pt x="444787" y="993158"/>
                  <a:pt x="431192" y="979564"/>
                  <a:pt x="431192" y="962795"/>
                </a:cubicBezTo>
                <a:cubicBezTo>
                  <a:pt x="431192" y="946025"/>
                  <a:pt x="444787" y="932431"/>
                  <a:pt x="461556" y="932431"/>
                </a:cubicBezTo>
                <a:close/>
                <a:moveTo>
                  <a:pt x="389002" y="932431"/>
                </a:moveTo>
                <a:cubicBezTo>
                  <a:pt x="405771" y="932431"/>
                  <a:pt x="419365" y="946025"/>
                  <a:pt x="419365" y="962795"/>
                </a:cubicBezTo>
                <a:cubicBezTo>
                  <a:pt x="419365" y="979564"/>
                  <a:pt x="405771" y="993158"/>
                  <a:pt x="389002" y="993158"/>
                </a:cubicBezTo>
                <a:cubicBezTo>
                  <a:pt x="372232" y="993158"/>
                  <a:pt x="358638" y="979564"/>
                  <a:pt x="358638" y="962795"/>
                </a:cubicBezTo>
                <a:cubicBezTo>
                  <a:pt x="358638" y="946025"/>
                  <a:pt x="372232" y="932431"/>
                  <a:pt x="389002" y="932431"/>
                </a:cubicBezTo>
                <a:close/>
                <a:moveTo>
                  <a:pt x="316447" y="932431"/>
                </a:moveTo>
                <a:cubicBezTo>
                  <a:pt x="333216" y="932431"/>
                  <a:pt x="346810" y="946025"/>
                  <a:pt x="346810" y="962795"/>
                </a:cubicBezTo>
                <a:cubicBezTo>
                  <a:pt x="346810" y="979564"/>
                  <a:pt x="333216" y="993158"/>
                  <a:pt x="316447" y="993158"/>
                </a:cubicBezTo>
                <a:cubicBezTo>
                  <a:pt x="299677" y="993158"/>
                  <a:pt x="286084" y="979564"/>
                  <a:pt x="286084" y="962795"/>
                </a:cubicBezTo>
                <a:cubicBezTo>
                  <a:pt x="286084" y="946025"/>
                  <a:pt x="299677" y="932431"/>
                  <a:pt x="316447" y="932431"/>
                </a:cubicBezTo>
                <a:close/>
                <a:moveTo>
                  <a:pt x="243892" y="932431"/>
                </a:moveTo>
                <a:cubicBezTo>
                  <a:pt x="260662" y="932431"/>
                  <a:pt x="274256" y="946025"/>
                  <a:pt x="274256" y="962795"/>
                </a:cubicBezTo>
                <a:cubicBezTo>
                  <a:pt x="274256" y="979564"/>
                  <a:pt x="260662" y="993158"/>
                  <a:pt x="243892" y="993158"/>
                </a:cubicBezTo>
                <a:cubicBezTo>
                  <a:pt x="227123" y="993158"/>
                  <a:pt x="213529" y="979564"/>
                  <a:pt x="213529" y="962795"/>
                </a:cubicBezTo>
                <a:cubicBezTo>
                  <a:pt x="213529" y="946025"/>
                  <a:pt x="227123" y="932431"/>
                  <a:pt x="243892" y="932431"/>
                </a:cubicBezTo>
                <a:close/>
                <a:moveTo>
                  <a:pt x="171339" y="932431"/>
                </a:moveTo>
                <a:cubicBezTo>
                  <a:pt x="188107" y="932431"/>
                  <a:pt x="201701" y="946025"/>
                  <a:pt x="201701" y="962795"/>
                </a:cubicBezTo>
                <a:cubicBezTo>
                  <a:pt x="201701" y="979564"/>
                  <a:pt x="188107" y="993158"/>
                  <a:pt x="171339" y="993158"/>
                </a:cubicBezTo>
                <a:cubicBezTo>
                  <a:pt x="154645" y="993158"/>
                  <a:pt x="141051" y="979564"/>
                  <a:pt x="141051" y="962795"/>
                </a:cubicBezTo>
                <a:cubicBezTo>
                  <a:pt x="141051" y="946025"/>
                  <a:pt x="154645" y="932431"/>
                  <a:pt x="171339" y="932431"/>
                </a:cubicBezTo>
                <a:close/>
                <a:moveTo>
                  <a:pt x="98870" y="932431"/>
                </a:moveTo>
                <a:cubicBezTo>
                  <a:pt x="115634" y="932431"/>
                  <a:pt x="129228" y="946025"/>
                  <a:pt x="129228" y="962795"/>
                </a:cubicBezTo>
                <a:cubicBezTo>
                  <a:pt x="129228" y="979564"/>
                  <a:pt x="115634" y="993158"/>
                  <a:pt x="98870" y="993158"/>
                </a:cubicBezTo>
                <a:cubicBezTo>
                  <a:pt x="82099" y="993158"/>
                  <a:pt x="68505" y="979564"/>
                  <a:pt x="68505" y="962795"/>
                </a:cubicBezTo>
                <a:cubicBezTo>
                  <a:pt x="68505" y="946025"/>
                  <a:pt x="82099" y="932431"/>
                  <a:pt x="98870" y="932431"/>
                </a:cubicBezTo>
                <a:close/>
                <a:moveTo>
                  <a:pt x="26316" y="932431"/>
                </a:moveTo>
                <a:cubicBezTo>
                  <a:pt x="43081" y="932431"/>
                  <a:pt x="56676" y="946025"/>
                  <a:pt x="56676" y="962795"/>
                </a:cubicBezTo>
                <a:cubicBezTo>
                  <a:pt x="56676" y="979564"/>
                  <a:pt x="43081" y="993158"/>
                  <a:pt x="26316" y="993158"/>
                </a:cubicBezTo>
                <a:cubicBezTo>
                  <a:pt x="17931" y="993158"/>
                  <a:pt x="10340" y="989760"/>
                  <a:pt x="4845" y="984265"/>
                </a:cubicBezTo>
                <a:lnTo>
                  <a:pt x="0" y="972570"/>
                </a:lnTo>
                <a:lnTo>
                  <a:pt x="0" y="953020"/>
                </a:lnTo>
                <a:lnTo>
                  <a:pt x="4845" y="941324"/>
                </a:lnTo>
                <a:cubicBezTo>
                  <a:pt x="10340" y="935830"/>
                  <a:pt x="17931" y="932431"/>
                  <a:pt x="26316" y="932431"/>
                </a:cubicBezTo>
                <a:close/>
                <a:moveTo>
                  <a:pt x="1612513" y="853981"/>
                </a:moveTo>
                <a:lnTo>
                  <a:pt x="1607766" y="872445"/>
                </a:lnTo>
                <a:lnTo>
                  <a:pt x="1598477" y="897823"/>
                </a:lnTo>
                <a:lnTo>
                  <a:pt x="1592066" y="882343"/>
                </a:lnTo>
                <a:cubicBezTo>
                  <a:pt x="1592066" y="869766"/>
                  <a:pt x="1599712" y="858975"/>
                  <a:pt x="1610610" y="854366"/>
                </a:cubicBezTo>
                <a:close/>
                <a:moveTo>
                  <a:pt x="1549874" y="851979"/>
                </a:moveTo>
                <a:cubicBezTo>
                  <a:pt x="1566644" y="851979"/>
                  <a:pt x="1580238" y="865573"/>
                  <a:pt x="1580238" y="882343"/>
                </a:cubicBezTo>
                <a:cubicBezTo>
                  <a:pt x="1580238" y="899112"/>
                  <a:pt x="1566644" y="912706"/>
                  <a:pt x="1549874" y="912706"/>
                </a:cubicBezTo>
                <a:cubicBezTo>
                  <a:pt x="1533105" y="912706"/>
                  <a:pt x="1519511" y="899112"/>
                  <a:pt x="1519511" y="882343"/>
                </a:cubicBezTo>
                <a:cubicBezTo>
                  <a:pt x="1519511" y="865573"/>
                  <a:pt x="1533105" y="851979"/>
                  <a:pt x="1549874" y="851979"/>
                </a:cubicBezTo>
                <a:close/>
                <a:moveTo>
                  <a:pt x="1477320" y="851979"/>
                </a:moveTo>
                <a:cubicBezTo>
                  <a:pt x="1494089" y="851979"/>
                  <a:pt x="1507683" y="865573"/>
                  <a:pt x="1507683" y="882343"/>
                </a:cubicBezTo>
                <a:cubicBezTo>
                  <a:pt x="1507683" y="899112"/>
                  <a:pt x="1494089" y="912706"/>
                  <a:pt x="1477320" y="912706"/>
                </a:cubicBezTo>
                <a:cubicBezTo>
                  <a:pt x="1460550" y="912706"/>
                  <a:pt x="1446956" y="899112"/>
                  <a:pt x="1446956" y="882343"/>
                </a:cubicBezTo>
                <a:cubicBezTo>
                  <a:pt x="1446956" y="865573"/>
                  <a:pt x="1460550" y="851979"/>
                  <a:pt x="1477320" y="851979"/>
                </a:cubicBezTo>
                <a:close/>
                <a:moveTo>
                  <a:pt x="1404765" y="851979"/>
                </a:moveTo>
                <a:cubicBezTo>
                  <a:pt x="1421535" y="851979"/>
                  <a:pt x="1435129" y="865573"/>
                  <a:pt x="1435129" y="882343"/>
                </a:cubicBezTo>
                <a:cubicBezTo>
                  <a:pt x="1435129" y="899112"/>
                  <a:pt x="1421535" y="912706"/>
                  <a:pt x="1404765" y="912706"/>
                </a:cubicBezTo>
                <a:cubicBezTo>
                  <a:pt x="1387996" y="912706"/>
                  <a:pt x="1374402" y="899112"/>
                  <a:pt x="1374402" y="882343"/>
                </a:cubicBezTo>
                <a:cubicBezTo>
                  <a:pt x="1374402" y="865573"/>
                  <a:pt x="1387996" y="851979"/>
                  <a:pt x="1404765" y="851979"/>
                </a:cubicBezTo>
                <a:close/>
                <a:moveTo>
                  <a:pt x="1332211" y="851979"/>
                </a:moveTo>
                <a:cubicBezTo>
                  <a:pt x="1348980" y="851979"/>
                  <a:pt x="1362574" y="865573"/>
                  <a:pt x="1362574" y="882343"/>
                </a:cubicBezTo>
                <a:cubicBezTo>
                  <a:pt x="1362574" y="899112"/>
                  <a:pt x="1348980" y="912706"/>
                  <a:pt x="1332211" y="912706"/>
                </a:cubicBezTo>
                <a:cubicBezTo>
                  <a:pt x="1315441" y="912706"/>
                  <a:pt x="1301847" y="899112"/>
                  <a:pt x="1301847" y="882343"/>
                </a:cubicBezTo>
                <a:cubicBezTo>
                  <a:pt x="1301847" y="865573"/>
                  <a:pt x="1315441" y="851979"/>
                  <a:pt x="1332211" y="851979"/>
                </a:cubicBezTo>
                <a:close/>
                <a:moveTo>
                  <a:pt x="1259656" y="851979"/>
                </a:moveTo>
                <a:cubicBezTo>
                  <a:pt x="1276426" y="851979"/>
                  <a:pt x="1290020" y="865573"/>
                  <a:pt x="1290020" y="882343"/>
                </a:cubicBezTo>
                <a:cubicBezTo>
                  <a:pt x="1290020" y="899112"/>
                  <a:pt x="1276426" y="912706"/>
                  <a:pt x="1259656" y="912706"/>
                </a:cubicBezTo>
                <a:cubicBezTo>
                  <a:pt x="1242887" y="912706"/>
                  <a:pt x="1229293" y="899112"/>
                  <a:pt x="1229293" y="882343"/>
                </a:cubicBezTo>
                <a:cubicBezTo>
                  <a:pt x="1229293" y="865573"/>
                  <a:pt x="1242887" y="851979"/>
                  <a:pt x="1259656" y="851979"/>
                </a:cubicBezTo>
                <a:close/>
                <a:moveTo>
                  <a:pt x="1187102" y="851979"/>
                </a:moveTo>
                <a:cubicBezTo>
                  <a:pt x="1203871" y="851979"/>
                  <a:pt x="1217465" y="865573"/>
                  <a:pt x="1217465" y="882343"/>
                </a:cubicBezTo>
                <a:cubicBezTo>
                  <a:pt x="1217465" y="899112"/>
                  <a:pt x="1203871" y="912706"/>
                  <a:pt x="1187102" y="912706"/>
                </a:cubicBezTo>
                <a:cubicBezTo>
                  <a:pt x="1170332" y="912706"/>
                  <a:pt x="1156738" y="899112"/>
                  <a:pt x="1156738" y="882343"/>
                </a:cubicBezTo>
                <a:cubicBezTo>
                  <a:pt x="1156738" y="865573"/>
                  <a:pt x="1170332" y="851979"/>
                  <a:pt x="1187102" y="851979"/>
                </a:cubicBezTo>
                <a:close/>
                <a:moveTo>
                  <a:pt x="1114547" y="851979"/>
                </a:moveTo>
                <a:cubicBezTo>
                  <a:pt x="1131317" y="851979"/>
                  <a:pt x="1144911" y="865573"/>
                  <a:pt x="1144911" y="882343"/>
                </a:cubicBezTo>
                <a:cubicBezTo>
                  <a:pt x="1144911" y="899112"/>
                  <a:pt x="1131317" y="912706"/>
                  <a:pt x="1114547" y="912706"/>
                </a:cubicBezTo>
                <a:cubicBezTo>
                  <a:pt x="1097778" y="912706"/>
                  <a:pt x="1084184" y="899112"/>
                  <a:pt x="1084184" y="882343"/>
                </a:cubicBezTo>
                <a:cubicBezTo>
                  <a:pt x="1084184" y="865573"/>
                  <a:pt x="1097778" y="851979"/>
                  <a:pt x="1114547" y="851979"/>
                </a:cubicBezTo>
                <a:close/>
                <a:moveTo>
                  <a:pt x="1041993" y="851979"/>
                </a:moveTo>
                <a:cubicBezTo>
                  <a:pt x="1058762" y="851979"/>
                  <a:pt x="1072356" y="865573"/>
                  <a:pt x="1072356" y="882343"/>
                </a:cubicBezTo>
                <a:cubicBezTo>
                  <a:pt x="1072356" y="899112"/>
                  <a:pt x="1058762" y="912706"/>
                  <a:pt x="1041993" y="912706"/>
                </a:cubicBezTo>
                <a:cubicBezTo>
                  <a:pt x="1025223" y="912706"/>
                  <a:pt x="1011629" y="899112"/>
                  <a:pt x="1011629" y="882343"/>
                </a:cubicBezTo>
                <a:cubicBezTo>
                  <a:pt x="1011629" y="865573"/>
                  <a:pt x="1025223" y="851979"/>
                  <a:pt x="1041993" y="851979"/>
                </a:cubicBezTo>
                <a:close/>
                <a:moveTo>
                  <a:pt x="969438" y="851979"/>
                </a:moveTo>
                <a:cubicBezTo>
                  <a:pt x="986208" y="851979"/>
                  <a:pt x="999801" y="865573"/>
                  <a:pt x="999801" y="882343"/>
                </a:cubicBezTo>
                <a:cubicBezTo>
                  <a:pt x="999801" y="899112"/>
                  <a:pt x="986208" y="912706"/>
                  <a:pt x="969438" y="912706"/>
                </a:cubicBezTo>
                <a:cubicBezTo>
                  <a:pt x="952669" y="912706"/>
                  <a:pt x="939075" y="899112"/>
                  <a:pt x="939075" y="882343"/>
                </a:cubicBezTo>
                <a:cubicBezTo>
                  <a:pt x="939075" y="865573"/>
                  <a:pt x="952669" y="851979"/>
                  <a:pt x="969438" y="851979"/>
                </a:cubicBezTo>
                <a:close/>
                <a:moveTo>
                  <a:pt x="896883" y="851979"/>
                </a:moveTo>
                <a:cubicBezTo>
                  <a:pt x="913653" y="851979"/>
                  <a:pt x="927247" y="865573"/>
                  <a:pt x="927247" y="882343"/>
                </a:cubicBezTo>
                <a:cubicBezTo>
                  <a:pt x="927247" y="899112"/>
                  <a:pt x="913653" y="912706"/>
                  <a:pt x="896883" y="912706"/>
                </a:cubicBezTo>
                <a:cubicBezTo>
                  <a:pt x="880114" y="912706"/>
                  <a:pt x="866520" y="899112"/>
                  <a:pt x="866520" y="882343"/>
                </a:cubicBezTo>
                <a:cubicBezTo>
                  <a:pt x="866520" y="865573"/>
                  <a:pt x="880114" y="851979"/>
                  <a:pt x="896883" y="851979"/>
                </a:cubicBezTo>
                <a:close/>
                <a:moveTo>
                  <a:pt x="824329" y="851979"/>
                </a:moveTo>
                <a:cubicBezTo>
                  <a:pt x="841098" y="851979"/>
                  <a:pt x="854692" y="865573"/>
                  <a:pt x="854692" y="882343"/>
                </a:cubicBezTo>
                <a:cubicBezTo>
                  <a:pt x="854692" y="899112"/>
                  <a:pt x="841098" y="912706"/>
                  <a:pt x="824329" y="912706"/>
                </a:cubicBezTo>
                <a:cubicBezTo>
                  <a:pt x="807559" y="912706"/>
                  <a:pt x="793965" y="899112"/>
                  <a:pt x="793965" y="882343"/>
                </a:cubicBezTo>
                <a:cubicBezTo>
                  <a:pt x="793965" y="865573"/>
                  <a:pt x="807559" y="851979"/>
                  <a:pt x="824329" y="851979"/>
                </a:cubicBezTo>
                <a:close/>
                <a:moveTo>
                  <a:pt x="751774" y="851979"/>
                </a:moveTo>
                <a:cubicBezTo>
                  <a:pt x="768544" y="851979"/>
                  <a:pt x="782138" y="865573"/>
                  <a:pt x="782138" y="882343"/>
                </a:cubicBezTo>
                <a:cubicBezTo>
                  <a:pt x="782138" y="899112"/>
                  <a:pt x="768544" y="912706"/>
                  <a:pt x="751774" y="912706"/>
                </a:cubicBezTo>
                <a:cubicBezTo>
                  <a:pt x="735005" y="912706"/>
                  <a:pt x="721411" y="899112"/>
                  <a:pt x="721411" y="882343"/>
                </a:cubicBezTo>
                <a:cubicBezTo>
                  <a:pt x="721411" y="865573"/>
                  <a:pt x="735005" y="851979"/>
                  <a:pt x="751774" y="851979"/>
                </a:cubicBezTo>
                <a:close/>
                <a:moveTo>
                  <a:pt x="679220" y="851979"/>
                </a:moveTo>
                <a:cubicBezTo>
                  <a:pt x="695989" y="851979"/>
                  <a:pt x="709583" y="865573"/>
                  <a:pt x="709583" y="882343"/>
                </a:cubicBezTo>
                <a:cubicBezTo>
                  <a:pt x="709583" y="899112"/>
                  <a:pt x="695989" y="912706"/>
                  <a:pt x="679220" y="912706"/>
                </a:cubicBezTo>
                <a:cubicBezTo>
                  <a:pt x="662450" y="912706"/>
                  <a:pt x="648856" y="899112"/>
                  <a:pt x="648856" y="882343"/>
                </a:cubicBezTo>
                <a:cubicBezTo>
                  <a:pt x="648856" y="865573"/>
                  <a:pt x="662450" y="851979"/>
                  <a:pt x="679220" y="851979"/>
                </a:cubicBezTo>
                <a:close/>
                <a:moveTo>
                  <a:pt x="606665" y="851979"/>
                </a:moveTo>
                <a:cubicBezTo>
                  <a:pt x="623435" y="851979"/>
                  <a:pt x="637029" y="865573"/>
                  <a:pt x="637029" y="882343"/>
                </a:cubicBezTo>
                <a:cubicBezTo>
                  <a:pt x="637029" y="899112"/>
                  <a:pt x="623435" y="912706"/>
                  <a:pt x="606665" y="912706"/>
                </a:cubicBezTo>
                <a:cubicBezTo>
                  <a:pt x="589896" y="912706"/>
                  <a:pt x="576302" y="899112"/>
                  <a:pt x="576302" y="882343"/>
                </a:cubicBezTo>
                <a:cubicBezTo>
                  <a:pt x="576302" y="865573"/>
                  <a:pt x="589896" y="851979"/>
                  <a:pt x="606665" y="851979"/>
                </a:cubicBezTo>
                <a:close/>
                <a:moveTo>
                  <a:pt x="534111" y="851979"/>
                </a:moveTo>
                <a:cubicBezTo>
                  <a:pt x="550880" y="851979"/>
                  <a:pt x="564474" y="865573"/>
                  <a:pt x="564474" y="882343"/>
                </a:cubicBezTo>
                <a:cubicBezTo>
                  <a:pt x="564474" y="899112"/>
                  <a:pt x="550880" y="912706"/>
                  <a:pt x="534111" y="912706"/>
                </a:cubicBezTo>
                <a:cubicBezTo>
                  <a:pt x="517341" y="912706"/>
                  <a:pt x="503747" y="899112"/>
                  <a:pt x="503747" y="882343"/>
                </a:cubicBezTo>
                <a:cubicBezTo>
                  <a:pt x="503747" y="865573"/>
                  <a:pt x="517341" y="851979"/>
                  <a:pt x="534111" y="851979"/>
                </a:cubicBezTo>
                <a:close/>
                <a:moveTo>
                  <a:pt x="461556" y="851979"/>
                </a:moveTo>
                <a:cubicBezTo>
                  <a:pt x="478326" y="851979"/>
                  <a:pt x="491920" y="865573"/>
                  <a:pt x="491920" y="882343"/>
                </a:cubicBezTo>
                <a:cubicBezTo>
                  <a:pt x="491920" y="899112"/>
                  <a:pt x="478326" y="912706"/>
                  <a:pt x="461556" y="912706"/>
                </a:cubicBezTo>
                <a:cubicBezTo>
                  <a:pt x="444787" y="912706"/>
                  <a:pt x="431192" y="899112"/>
                  <a:pt x="431192" y="882343"/>
                </a:cubicBezTo>
                <a:cubicBezTo>
                  <a:pt x="431192" y="865573"/>
                  <a:pt x="444787" y="851979"/>
                  <a:pt x="461556" y="851979"/>
                </a:cubicBezTo>
                <a:close/>
                <a:moveTo>
                  <a:pt x="389002" y="851979"/>
                </a:moveTo>
                <a:cubicBezTo>
                  <a:pt x="405771" y="851979"/>
                  <a:pt x="419365" y="865573"/>
                  <a:pt x="419365" y="882343"/>
                </a:cubicBezTo>
                <a:cubicBezTo>
                  <a:pt x="419365" y="899112"/>
                  <a:pt x="405771" y="912706"/>
                  <a:pt x="389002" y="912706"/>
                </a:cubicBezTo>
                <a:cubicBezTo>
                  <a:pt x="372232" y="912706"/>
                  <a:pt x="358638" y="899112"/>
                  <a:pt x="358638" y="882343"/>
                </a:cubicBezTo>
                <a:cubicBezTo>
                  <a:pt x="358638" y="865573"/>
                  <a:pt x="372232" y="851979"/>
                  <a:pt x="389002" y="851979"/>
                </a:cubicBezTo>
                <a:close/>
                <a:moveTo>
                  <a:pt x="316447" y="851979"/>
                </a:moveTo>
                <a:cubicBezTo>
                  <a:pt x="333216" y="851979"/>
                  <a:pt x="346810" y="865573"/>
                  <a:pt x="346810" y="882343"/>
                </a:cubicBezTo>
                <a:cubicBezTo>
                  <a:pt x="346810" y="899112"/>
                  <a:pt x="333216" y="912706"/>
                  <a:pt x="316447" y="912706"/>
                </a:cubicBezTo>
                <a:cubicBezTo>
                  <a:pt x="299677" y="912706"/>
                  <a:pt x="286084" y="899112"/>
                  <a:pt x="286084" y="882343"/>
                </a:cubicBezTo>
                <a:cubicBezTo>
                  <a:pt x="286084" y="865573"/>
                  <a:pt x="299677" y="851979"/>
                  <a:pt x="316447" y="851979"/>
                </a:cubicBezTo>
                <a:close/>
                <a:moveTo>
                  <a:pt x="243892" y="851979"/>
                </a:moveTo>
                <a:cubicBezTo>
                  <a:pt x="260662" y="851979"/>
                  <a:pt x="274256" y="865573"/>
                  <a:pt x="274256" y="882343"/>
                </a:cubicBezTo>
                <a:cubicBezTo>
                  <a:pt x="274256" y="899112"/>
                  <a:pt x="260662" y="912706"/>
                  <a:pt x="243892" y="912706"/>
                </a:cubicBezTo>
                <a:cubicBezTo>
                  <a:pt x="227123" y="912706"/>
                  <a:pt x="213529" y="899112"/>
                  <a:pt x="213529" y="882343"/>
                </a:cubicBezTo>
                <a:cubicBezTo>
                  <a:pt x="213529" y="865573"/>
                  <a:pt x="227123" y="851979"/>
                  <a:pt x="243892" y="851979"/>
                </a:cubicBezTo>
                <a:close/>
                <a:moveTo>
                  <a:pt x="171339" y="851979"/>
                </a:moveTo>
                <a:cubicBezTo>
                  <a:pt x="188107" y="851979"/>
                  <a:pt x="201701" y="865573"/>
                  <a:pt x="201701" y="882343"/>
                </a:cubicBezTo>
                <a:cubicBezTo>
                  <a:pt x="201701" y="899112"/>
                  <a:pt x="188107" y="912706"/>
                  <a:pt x="171339" y="912706"/>
                </a:cubicBezTo>
                <a:cubicBezTo>
                  <a:pt x="154651" y="912706"/>
                  <a:pt x="141056" y="899112"/>
                  <a:pt x="141056" y="882343"/>
                </a:cubicBezTo>
                <a:cubicBezTo>
                  <a:pt x="141056" y="865573"/>
                  <a:pt x="154651" y="851979"/>
                  <a:pt x="171339" y="851979"/>
                </a:cubicBezTo>
                <a:close/>
                <a:moveTo>
                  <a:pt x="98877" y="851979"/>
                </a:moveTo>
                <a:cubicBezTo>
                  <a:pt x="115640" y="851979"/>
                  <a:pt x="129234" y="865573"/>
                  <a:pt x="129234" y="882343"/>
                </a:cubicBezTo>
                <a:cubicBezTo>
                  <a:pt x="129234" y="899112"/>
                  <a:pt x="115640" y="912706"/>
                  <a:pt x="98877" y="912706"/>
                </a:cubicBezTo>
                <a:cubicBezTo>
                  <a:pt x="82106" y="912706"/>
                  <a:pt x="68511" y="899112"/>
                  <a:pt x="68511" y="882343"/>
                </a:cubicBezTo>
                <a:cubicBezTo>
                  <a:pt x="68511" y="865573"/>
                  <a:pt x="82106" y="851979"/>
                  <a:pt x="98877" y="851979"/>
                </a:cubicBezTo>
                <a:close/>
                <a:moveTo>
                  <a:pt x="26322" y="851979"/>
                </a:moveTo>
                <a:cubicBezTo>
                  <a:pt x="43087" y="851979"/>
                  <a:pt x="56682" y="865573"/>
                  <a:pt x="56682" y="882343"/>
                </a:cubicBezTo>
                <a:cubicBezTo>
                  <a:pt x="56682" y="899112"/>
                  <a:pt x="43087" y="912706"/>
                  <a:pt x="26322" y="912706"/>
                </a:cubicBezTo>
                <a:cubicBezTo>
                  <a:pt x="17937" y="912706"/>
                  <a:pt x="10346" y="909308"/>
                  <a:pt x="4851" y="903813"/>
                </a:cubicBezTo>
                <a:lnTo>
                  <a:pt x="0" y="892101"/>
                </a:lnTo>
                <a:lnTo>
                  <a:pt x="0" y="872585"/>
                </a:lnTo>
                <a:lnTo>
                  <a:pt x="4851" y="860872"/>
                </a:lnTo>
                <a:cubicBezTo>
                  <a:pt x="10346" y="855378"/>
                  <a:pt x="17937" y="851979"/>
                  <a:pt x="26322" y="851979"/>
                </a:cubicBezTo>
                <a:close/>
                <a:moveTo>
                  <a:pt x="1622429" y="771528"/>
                </a:moveTo>
                <a:lnTo>
                  <a:pt x="1633158" y="773694"/>
                </a:lnTo>
                <a:lnTo>
                  <a:pt x="1618313" y="831424"/>
                </a:lnTo>
                <a:lnTo>
                  <a:pt x="1610610" y="829868"/>
                </a:lnTo>
                <a:cubicBezTo>
                  <a:pt x="1599712" y="825259"/>
                  <a:pt x="1592066" y="814469"/>
                  <a:pt x="1592066" y="801891"/>
                </a:cubicBezTo>
                <a:cubicBezTo>
                  <a:pt x="1592066" y="785122"/>
                  <a:pt x="1605659" y="771528"/>
                  <a:pt x="1622429" y="771528"/>
                </a:cubicBezTo>
                <a:close/>
                <a:moveTo>
                  <a:pt x="1549874" y="771528"/>
                </a:moveTo>
                <a:cubicBezTo>
                  <a:pt x="1566644" y="771528"/>
                  <a:pt x="1580238" y="785122"/>
                  <a:pt x="1580238" y="801891"/>
                </a:cubicBezTo>
                <a:cubicBezTo>
                  <a:pt x="1580238" y="818661"/>
                  <a:pt x="1566644" y="832255"/>
                  <a:pt x="1549874" y="832255"/>
                </a:cubicBezTo>
                <a:cubicBezTo>
                  <a:pt x="1533105" y="832255"/>
                  <a:pt x="1519511" y="818661"/>
                  <a:pt x="1519511" y="801891"/>
                </a:cubicBezTo>
                <a:cubicBezTo>
                  <a:pt x="1519511" y="785122"/>
                  <a:pt x="1533105" y="771528"/>
                  <a:pt x="1549874" y="771528"/>
                </a:cubicBezTo>
                <a:close/>
                <a:moveTo>
                  <a:pt x="1477320" y="771528"/>
                </a:moveTo>
                <a:cubicBezTo>
                  <a:pt x="1494089" y="771528"/>
                  <a:pt x="1507683" y="785122"/>
                  <a:pt x="1507683" y="801891"/>
                </a:cubicBezTo>
                <a:cubicBezTo>
                  <a:pt x="1507683" y="818661"/>
                  <a:pt x="1494089" y="832255"/>
                  <a:pt x="1477320" y="832255"/>
                </a:cubicBezTo>
                <a:cubicBezTo>
                  <a:pt x="1460550" y="832255"/>
                  <a:pt x="1446956" y="818661"/>
                  <a:pt x="1446956" y="801891"/>
                </a:cubicBezTo>
                <a:cubicBezTo>
                  <a:pt x="1446956" y="785122"/>
                  <a:pt x="1460550" y="771528"/>
                  <a:pt x="1477320" y="771528"/>
                </a:cubicBezTo>
                <a:close/>
                <a:moveTo>
                  <a:pt x="1404765" y="771528"/>
                </a:moveTo>
                <a:cubicBezTo>
                  <a:pt x="1421535" y="771528"/>
                  <a:pt x="1435129" y="785122"/>
                  <a:pt x="1435129" y="801891"/>
                </a:cubicBezTo>
                <a:cubicBezTo>
                  <a:pt x="1435129" y="818661"/>
                  <a:pt x="1421535" y="832255"/>
                  <a:pt x="1404765" y="832255"/>
                </a:cubicBezTo>
                <a:cubicBezTo>
                  <a:pt x="1387996" y="832255"/>
                  <a:pt x="1374402" y="818661"/>
                  <a:pt x="1374402" y="801891"/>
                </a:cubicBezTo>
                <a:cubicBezTo>
                  <a:pt x="1374402" y="785122"/>
                  <a:pt x="1387996" y="771528"/>
                  <a:pt x="1404765" y="771528"/>
                </a:cubicBezTo>
                <a:close/>
                <a:moveTo>
                  <a:pt x="1332211" y="771528"/>
                </a:moveTo>
                <a:cubicBezTo>
                  <a:pt x="1348980" y="771528"/>
                  <a:pt x="1362574" y="785122"/>
                  <a:pt x="1362574" y="801891"/>
                </a:cubicBezTo>
                <a:cubicBezTo>
                  <a:pt x="1362574" y="818661"/>
                  <a:pt x="1348980" y="832255"/>
                  <a:pt x="1332211" y="832255"/>
                </a:cubicBezTo>
                <a:cubicBezTo>
                  <a:pt x="1315441" y="832255"/>
                  <a:pt x="1301847" y="818661"/>
                  <a:pt x="1301847" y="801891"/>
                </a:cubicBezTo>
                <a:cubicBezTo>
                  <a:pt x="1301847" y="785122"/>
                  <a:pt x="1315441" y="771528"/>
                  <a:pt x="1332211" y="771528"/>
                </a:cubicBezTo>
                <a:close/>
                <a:moveTo>
                  <a:pt x="1259656" y="771528"/>
                </a:moveTo>
                <a:cubicBezTo>
                  <a:pt x="1276426" y="771528"/>
                  <a:pt x="1290020" y="785122"/>
                  <a:pt x="1290020" y="801891"/>
                </a:cubicBezTo>
                <a:cubicBezTo>
                  <a:pt x="1290020" y="818661"/>
                  <a:pt x="1276426" y="832255"/>
                  <a:pt x="1259656" y="832255"/>
                </a:cubicBezTo>
                <a:cubicBezTo>
                  <a:pt x="1242887" y="832255"/>
                  <a:pt x="1229293" y="818661"/>
                  <a:pt x="1229293" y="801891"/>
                </a:cubicBezTo>
                <a:cubicBezTo>
                  <a:pt x="1229293" y="785122"/>
                  <a:pt x="1242887" y="771528"/>
                  <a:pt x="1259656" y="771528"/>
                </a:cubicBezTo>
                <a:close/>
                <a:moveTo>
                  <a:pt x="1187102" y="771528"/>
                </a:moveTo>
                <a:cubicBezTo>
                  <a:pt x="1203871" y="771528"/>
                  <a:pt x="1217465" y="785122"/>
                  <a:pt x="1217465" y="801891"/>
                </a:cubicBezTo>
                <a:cubicBezTo>
                  <a:pt x="1217465" y="818661"/>
                  <a:pt x="1203871" y="832255"/>
                  <a:pt x="1187102" y="832255"/>
                </a:cubicBezTo>
                <a:cubicBezTo>
                  <a:pt x="1170332" y="832255"/>
                  <a:pt x="1156738" y="818661"/>
                  <a:pt x="1156738" y="801891"/>
                </a:cubicBezTo>
                <a:cubicBezTo>
                  <a:pt x="1156738" y="785122"/>
                  <a:pt x="1170332" y="771528"/>
                  <a:pt x="1187102" y="771528"/>
                </a:cubicBezTo>
                <a:close/>
                <a:moveTo>
                  <a:pt x="1114547" y="771528"/>
                </a:moveTo>
                <a:cubicBezTo>
                  <a:pt x="1131317" y="771528"/>
                  <a:pt x="1144911" y="785122"/>
                  <a:pt x="1144911" y="801891"/>
                </a:cubicBezTo>
                <a:cubicBezTo>
                  <a:pt x="1144911" y="818661"/>
                  <a:pt x="1131317" y="832255"/>
                  <a:pt x="1114547" y="832255"/>
                </a:cubicBezTo>
                <a:cubicBezTo>
                  <a:pt x="1097778" y="832255"/>
                  <a:pt x="1084184" y="818661"/>
                  <a:pt x="1084184" y="801891"/>
                </a:cubicBezTo>
                <a:cubicBezTo>
                  <a:pt x="1084184" y="785122"/>
                  <a:pt x="1097778" y="771528"/>
                  <a:pt x="1114547" y="771528"/>
                </a:cubicBezTo>
                <a:close/>
                <a:moveTo>
                  <a:pt x="1041993" y="771528"/>
                </a:moveTo>
                <a:cubicBezTo>
                  <a:pt x="1058762" y="771528"/>
                  <a:pt x="1072356" y="785122"/>
                  <a:pt x="1072356" y="801891"/>
                </a:cubicBezTo>
                <a:cubicBezTo>
                  <a:pt x="1072356" y="818661"/>
                  <a:pt x="1058762" y="832255"/>
                  <a:pt x="1041993" y="832255"/>
                </a:cubicBezTo>
                <a:cubicBezTo>
                  <a:pt x="1025223" y="832255"/>
                  <a:pt x="1011629" y="818661"/>
                  <a:pt x="1011629" y="801891"/>
                </a:cubicBezTo>
                <a:cubicBezTo>
                  <a:pt x="1011629" y="785122"/>
                  <a:pt x="1025223" y="771528"/>
                  <a:pt x="1041993" y="771528"/>
                </a:cubicBezTo>
                <a:close/>
                <a:moveTo>
                  <a:pt x="969438" y="771528"/>
                </a:moveTo>
                <a:cubicBezTo>
                  <a:pt x="986208" y="771528"/>
                  <a:pt x="999801" y="785122"/>
                  <a:pt x="999801" y="801891"/>
                </a:cubicBezTo>
                <a:cubicBezTo>
                  <a:pt x="999801" y="818661"/>
                  <a:pt x="986208" y="832255"/>
                  <a:pt x="969438" y="832255"/>
                </a:cubicBezTo>
                <a:cubicBezTo>
                  <a:pt x="952669" y="832255"/>
                  <a:pt x="939075" y="818661"/>
                  <a:pt x="939075" y="801891"/>
                </a:cubicBezTo>
                <a:cubicBezTo>
                  <a:pt x="939075" y="785122"/>
                  <a:pt x="952669" y="771528"/>
                  <a:pt x="969438" y="771528"/>
                </a:cubicBezTo>
                <a:close/>
                <a:moveTo>
                  <a:pt x="896883" y="771528"/>
                </a:moveTo>
                <a:cubicBezTo>
                  <a:pt x="913653" y="771528"/>
                  <a:pt x="927247" y="785122"/>
                  <a:pt x="927247" y="801891"/>
                </a:cubicBezTo>
                <a:cubicBezTo>
                  <a:pt x="927247" y="818661"/>
                  <a:pt x="913653" y="832255"/>
                  <a:pt x="896883" y="832255"/>
                </a:cubicBezTo>
                <a:cubicBezTo>
                  <a:pt x="880114" y="832255"/>
                  <a:pt x="866520" y="818661"/>
                  <a:pt x="866520" y="801891"/>
                </a:cubicBezTo>
                <a:cubicBezTo>
                  <a:pt x="866520" y="785122"/>
                  <a:pt x="880114" y="771528"/>
                  <a:pt x="896883" y="771528"/>
                </a:cubicBezTo>
                <a:close/>
                <a:moveTo>
                  <a:pt x="824329" y="771528"/>
                </a:moveTo>
                <a:cubicBezTo>
                  <a:pt x="841098" y="771528"/>
                  <a:pt x="854692" y="785122"/>
                  <a:pt x="854692" y="801891"/>
                </a:cubicBezTo>
                <a:cubicBezTo>
                  <a:pt x="854692" y="818661"/>
                  <a:pt x="841098" y="832255"/>
                  <a:pt x="824329" y="832255"/>
                </a:cubicBezTo>
                <a:cubicBezTo>
                  <a:pt x="807559" y="832255"/>
                  <a:pt x="793965" y="818661"/>
                  <a:pt x="793965" y="801891"/>
                </a:cubicBezTo>
                <a:cubicBezTo>
                  <a:pt x="793965" y="785122"/>
                  <a:pt x="807559" y="771528"/>
                  <a:pt x="824329" y="771528"/>
                </a:cubicBezTo>
                <a:close/>
                <a:moveTo>
                  <a:pt x="751774" y="771528"/>
                </a:moveTo>
                <a:cubicBezTo>
                  <a:pt x="768544" y="771528"/>
                  <a:pt x="782138" y="785122"/>
                  <a:pt x="782138" y="801891"/>
                </a:cubicBezTo>
                <a:cubicBezTo>
                  <a:pt x="782138" y="818661"/>
                  <a:pt x="768544" y="832255"/>
                  <a:pt x="751774" y="832255"/>
                </a:cubicBezTo>
                <a:cubicBezTo>
                  <a:pt x="735005" y="832255"/>
                  <a:pt x="721411" y="818661"/>
                  <a:pt x="721411" y="801891"/>
                </a:cubicBezTo>
                <a:cubicBezTo>
                  <a:pt x="721411" y="785122"/>
                  <a:pt x="735005" y="771528"/>
                  <a:pt x="751774" y="771528"/>
                </a:cubicBezTo>
                <a:close/>
                <a:moveTo>
                  <a:pt x="679220" y="771528"/>
                </a:moveTo>
                <a:cubicBezTo>
                  <a:pt x="695989" y="771528"/>
                  <a:pt x="709583" y="785122"/>
                  <a:pt x="709583" y="801891"/>
                </a:cubicBezTo>
                <a:cubicBezTo>
                  <a:pt x="709583" y="818661"/>
                  <a:pt x="695989" y="832255"/>
                  <a:pt x="679220" y="832255"/>
                </a:cubicBezTo>
                <a:cubicBezTo>
                  <a:pt x="662450" y="832255"/>
                  <a:pt x="648856" y="818661"/>
                  <a:pt x="648856" y="801891"/>
                </a:cubicBezTo>
                <a:cubicBezTo>
                  <a:pt x="648856" y="785122"/>
                  <a:pt x="662450" y="771528"/>
                  <a:pt x="679220" y="771528"/>
                </a:cubicBezTo>
                <a:close/>
                <a:moveTo>
                  <a:pt x="606665" y="771528"/>
                </a:moveTo>
                <a:cubicBezTo>
                  <a:pt x="623435" y="771528"/>
                  <a:pt x="637029" y="785122"/>
                  <a:pt x="637029" y="801891"/>
                </a:cubicBezTo>
                <a:cubicBezTo>
                  <a:pt x="637029" y="818661"/>
                  <a:pt x="623435" y="832255"/>
                  <a:pt x="606665" y="832255"/>
                </a:cubicBezTo>
                <a:cubicBezTo>
                  <a:pt x="589896" y="832255"/>
                  <a:pt x="576302" y="818661"/>
                  <a:pt x="576302" y="801891"/>
                </a:cubicBezTo>
                <a:cubicBezTo>
                  <a:pt x="576302" y="785122"/>
                  <a:pt x="589896" y="771528"/>
                  <a:pt x="606665" y="771528"/>
                </a:cubicBezTo>
                <a:close/>
                <a:moveTo>
                  <a:pt x="534111" y="771528"/>
                </a:moveTo>
                <a:cubicBezTo>
                  <a:pt x="550880" y="771528"/>
                  <a:pt x="564474" y="785122"/>
                  <a:pt x="564474" y="801891"/>
                </a:cubicBezTo>
                <a:cubicBezTo>
                  <a:pt x="564474" y="818661"/>
                  <a:pt x="550880" y="832255"/>
                  <a:pt x="534111" y="832255"/>
                </a:cubicBezTo>
                <a:cubicBezTo>
                  <a:pt x="517341" y="832255"/>
                  <a:pt x="503747" y="818661"/>
                  <a:pt x="503747" y="801891"/>
                </a:cubicBezTo>
                <a:cubicBezTo>
                  <a:pt x="503747" y="785122"/>
                  <a:pt x="517341" y="771528"/>
                  <a:pt x="534111" y="771528"/>
                </a:cubicBezTo>
                <a:close/>
                <a:moveTo>
                  <a:pt x="461556" y="771528"/>
                </a:moveTo>
                <a:cubicBezTo>
                  <a:pt x="478326" y="771528"/>
                  <a:pt x="491920" y="785122"/>
                  <a:pt x="491920" y="801891"/>
                </a:cubicBezTo>
                <a:cubicBezTo>
                  <a:pt x="491920" y="818661"/>
                  <a:pt x="478326" y="832255"/>
                  <a:pt x="461556" y="832255"/>
                </a:cubicBezTo>
                <a:cubicBezTo>
                  <a:pt x="444787" y="832255"/>
                  <a:pt x="431192" y="818661"/>
                  <a:pt x="431192" y="801891"/>
                </a:cubicBezTo>
                <a:cubicBezTo>
                  <a:pt x="431192" y="785122"/>
                  <a:pt x="444787" y="771528"/>
                  <a:pt x="461556" y="771528"/>
                </a:cubicBezTo>
                <a:close/>
                <a:moveTo>
                  <a:pt x="389002" y="771528"/>
                </a:moveTo>
                <a:cubicBezTo>
                  <a:pt x="405771" y="771528"/>
                  <a:pt x="419365" y="785122"/>
                  <a:pt x="419365" y="801891"/>
                </a:cubicBezTo>
                <a:cubicBezTo>
                  <a:pt x="419365" y="818661"/>
                  <a:pt x="405771" y="832255"/>
                  <a:pt x="389002" y="832255"/>
                </a:cubicBezTo>
                <a:cubicBezTo>
                  <a:pt x="372232" y="832255"/>
                  <a:pt x="358638" y="818661"/>
                  <a:pt x="358638" y="801891"/>
                </a:cubicBezTo>
                <a:cubicBezTo>
                  <a:pt x="358638" y="785122"/>
                  <a:pt x="372232" y="771528"/>
                  <a:pt x="389002" y="771528"/>
                </a:cubicBezTo>
                <a:close/>
                <a:moveTo>
                  <a:pt x="316447" y="771528"/>
                </a:moveTo>
                <a:cubicBezTo>
                  <a:pt x="333216" y="771528"/>
                  <a:pt x="346810" y="785122"/>
                  <a:pt x="346810" y="801891"/>
                </a:cubicBezTo>
                <a:cubicBezTo>
                  <a:pt x="346810" y="818661"/>
                  <a:pt x="333216" y="832255"/>
                  <a:pt x="316447" y="832255"/>
                </a:cubicBezTo>
                <a:cubicBezTo>
                  <a:pt x="299677" y="832255"/>
                  <a:pt x="286084" y="818661"/>
                  <a:pt x="286084" y="801891"/>
                </a:cubicBezTo>
                <a:cubicBezTo>
                  <a:pt x="286084" y="785122"/>
                  <a:pt x="299677" y="771528"/>
                  <a:pt x="316447" y="771528"/>
                </a:cubicBezTo>
                <a:close/>
                <a:moveTo>
                  <a:pt x="243892" y="771528"/>
                </a:moveTo>
                <a:cubicBezTo>
                  <a:pt x="260662" y="771528"/>
                  <a:pt x="274256" y="785122"/>
                  <a:pt x="274256" y="801891"/>
                </a:cubicBezTo>
                <a:cubicBezTo>
                  <a:pt x="274256" y="818661"/>
                  <a:pt x="260662" y="832255"/>
                  <a:pt x="243892" y="832255"/>
                </a:cubicBezTo>
                <a:cubicBezTo>
                  <a:pt x="227123" y="832255"/>
                  <a:pt x="213529" y="818661"/>
                  <a:pt x="213529" y="801891"/>
                </a:cubicBezTo>
                <a:cubicBezTo>
                  <a:pt x="213529" y="785122"/>
                  <a:pt x="227123" y="771528"/>
                  <a:pt x="243892" y="771528"/>
                </a:cubicBezTo>
                <a:close/>
                <a:moveTo>
                  <a:pt x="171339" y="771528"/>
                </a:moveTo>
                <a:cubicBezTo>
                  <a:pt x="188107" y="771528"/>
                  <a:pt x="201701" y="785122"/>
                  <a:pt x="201701" y="801891"/>
                </a:cubicBezTo>
                <a:cubicBezTo>
                  <a:pt x="201701" y="818661"/>
                  <a:pt x="188107" y="832255"/>
                  <a:pt x="171339" y="832255"/>
                </a:cubicBezTo>
                <a:cubicBezTo>
                  <a:pt x="154656" y="832255"/>
                  <a:pt x="141062" y="818661"/>
                  <a:pt x="141062" y="801891"/>
                </a:cubicBezTo>
                <a:cubicBezTo>
                  <a:pt x="141062" y="785122"/>
                  <a:pt x="154656" y="771528"/>
                  <a:pt x="171339" y="771528"/>
                </a:cubicBezTo>
                <a:close/>
                <a:moveTo>
                  <a:pt x="98884" y="771528"/>
                </a:moveTo>
                <a:cubicBezTo>
                  <a:pt x="115646" y="771528"/>
                  <a:pt x="129240" y="785122"/>
                  <a:pt x="129240" y="801891"/>
                </a:cubicBezTo>
                <a:cubicBezTo>
                  <a:pt x="129240" y="818661"/>
                  <a:pt x="115646" y="832255"/>
                  <a:pt x="98884" y="832255"/>
                </a:cubicBezTo>
                <a:cubicBezTo>
                  <a:pt x="82112" y="832255"/>
                  <a:pt x="68517" y="818661"/>
                  <a:pt x="68517" y="801891"/>
                </a:cubicBezTo>
                <a:cubicBezTo>
                  <a:pt x="68517" y="785122"/>
                  <a:pt x="82112" y="771528"/>
                  <a:pt x="98884" y="771528"/>
                </a:cubicBezTo>
                <a:close/>
                <a:moveTo>
                  <a:pt x="26329" y="771528"/>
                </a:moveTo>
                <a:cubicBezTo>
                  <a:pt x="43093" y="771528"/>
                  <a:pt x="56688" y="785122"/>
                  <a:pt x="56688" y="801891"/>
                </a:cubicBezTo>
                <a:cubicBezTo>
                  <a:pt x="56688" y="818661"/>
                  <a:pt x="43093" y="832255"/>
                  <a:pt x="26329" y="832255"/>
                </a:cubicBezTo>
                <a:cubicBezTo>
                  <a:pt x="17944" y="832255"/>
                  <a:pt x="10353" y="828857"/>
                  <a:pt x="4858" y="823362"/>
                </a:cubicBezTo>
                <a:lnTo>
                  <a:pt x="0" y="811633"/>
                </a:lnTo>
                <a:lnTo>
                  <a:pt x="0" y="792150"/>
                </a:lnTo>
                <a:lnTo>
                  <a:pt x="4858" y="780421"/>
                </a:lnTo>
                <a:cubicBezTo>
                  <a:pt x="10353" y="774927"/>
                  <a:pt x="17944" y="771528"/>
                  <a:pt x="26329" y="771528"/>
                </a:cubicBezTo>
                <a:close/>
                <a:moveTo>
                  <a:pt x="1622429" y="691076"/>
                </a:moveTo>
                <a:cubicBezTo>
                  <a:pt x="1630814" y="691076"/>
                  <a:pt x="1638404" y="694475"/>
                  <a:pt x="1643899" y="699969"/>
                </a:cubicBezTo>
                <a:lnTo>
                  <a:pt x="1647739" y="709237"/>
                </a:lnTo>
                <a:lnTo>
                  <a:pt x="1644828" y="728305"/>
                </a:lnTo>
                <a:lnTo>
                  <a:pt x="1640480" y="745215"/>
                </a:lnTo>
                <a:lnTo>
                  <a:pt x="1634248" y="749417"/>
                </a:lnTo>
                <a:cubicBezTo>
                  <a:pt x="1630615" y="750953"/>
                  <a:pt x="1626621" y="751803"/>
                  <a:pt x="1622429" y="751803"/>
                </a:cubicBezTo>
                <a:cubicBezTo>
                  <a:pt x="1605659" y="751803"/>
                  <a:pt x="1592066" y="738209"/>
                  <a:pt x="1592066" y="721440"/>
                </a:cubicBezTo>
                <a:cubicBezTo>
                  <a:pt x="1592066" y="704670"/>
                  <a:pt x="1605659" y="691076"/>
                  <a:pt x="1622429" y="691076"/>
                </a:cubicBezTo>
                <a:close/>
                <a:moveTo>
                  <a:pt x="1549874" y="691076"/>
                </a:moveTo>
                <a:cubicBezTo>
                  <a:pt x="1566644" y="691076"/>
                  <a:pt x="1580238" y="704670"/>
                  <a:pt x="1580238" y="721440"/>
                </a:cubicBezTo>
                <a:cubicBezTo>
                  <a:pt x="1580238" y="738209"/>
                  <a:pt x="1566644" y="751803"/>
                  <a:pt x="1549874" y="751803"/>
                </a:cubicBezTo>
                <a:cubicBezTo>
                  <a:pt x="1533105" y="751803"/>
                  <a:pt x="1519511" y="738209"/>
                  <a:pt x="1519511" y="721440"/>
                </a:cubicBezTo>
                <a:cubicBezTo>
                  <a:pt x="1519511" y="704670"/>
                  <a:pt x="1533105" y="691076"/>
                  <a:pt x="1549874" y="691076"/>
                </a:cubicBezTo>
                <a:close/>
                <a:moveTo>
                  <a:pt x="1477320" y="691076"/>
                </a:moveTo>
                <a:cubicBezTo>
                  <a:pt x="1494089" y="691076"/>
                  <a:pt x="1507683" y="704670"/>
                  <a:pt x="1507683" y="721440"/>
                </a:cubicBezTo>
                <a:cubicBezTo>
                  <a:pt x="1507683" y="738209"/>
                  <a:pt x="1494089" y="751803"/>
                  <a:pt x="1477320" y="751803"/>
                </a:cubicBezTo>
                <a:cubicBezTo>
                  <a:pt x="1460550" y="751803"/>
                  <a:pt x="1446956" y="738209"/>
                  <a:pt x="1446956" y="721440"/>
                </a:cubicBezTo>
                <a:cubicBezTo>
                  <a:pt x="1446956" y="704670"/>
                  <a:pt x="1460550" y="691076"/>
                  <a:pt x="1477320" y="691076"/>
                </a:cubicBezTo>
                <a:close/>
                <a:moveTo>
                  <a:pt x="1404765" y="691076"/>
                </a:moveTo>
                <a:cubicBezTo>
                  <a:pt x="1421535" y="691076"/>
                  <a:pt x="1435129" y="704670"/>
                  <a:pt x="1435129" y="721440"/>
                </a:cubicBezTo>
                <a:cubicBezTo>
                  <a:pt x="1435129" y="738209"/>
                  <a:pt x="1421535" y="751803"/>
                  <a:pt x="1404765" y="751803"/>
                </a:cubicBezTo>
                <a:cubicBezTo>
                  <a:pt x="1387996" y="751803"/>
                  <a:pt x="1374402" y="738209"/>
                  <a:pt x="1374402" y="721440"/>
                </a:cubicBezTo>
                <a:cubicBezTo>
                  <a:pt x="1374402" y="704670"/>
                  <a:pt x="1387996" y="691076"/>
                  <a:pt x="1404765" y="691076"/>
                </a:cubicBezTo>
                <a:close/>
                <a:moveTo>
                  <a:pt x="1332211" y="691076"/>
                </a:moveTo>
                <a:cubicBezTo>
                  <a:pt x="1348980" y="691076"/>
                  <a:pt x="1362574" y="704670"/>
                  <a:pt x="1362574" y="721440"/>
                </a:cubicBezTo>
                <a:cubicBezTo>
                  <a:pt x="1362574" y="738209"/>
                  <a:pt x="1348980" y="751803"/>
                  <a:pt x="1332211" y="751803"/>
                </a:cubicBezTo>
                <a:cubicBezTo>
                  <a:pt x="1315441" y="751803"/>
                  <a:pt x="1301847" y="738209"/>
                  <a:pt x="1301847" y="721440"/>
                </a:cubicBezTo>
                <a:cubicBezTo>
                  <a:pt x="1301847" y="704670"/>
                  <a:pt x="1315441" y="691076"/>
                  <a:pt x="1332211" y="691076"/>
                </a:cubicBezTo>
                <a:close/>
                <a:moveTo>
                  <a:pt x="1259656" y="691076"/>
                </a:moveTo>
                <a:cubicBezTo>
                  <a:pt x="1276426" y="691076"/>
                  <a:pt x="1290020" y="704670"/>
                  <a:pt x="1290020" y="721440"/>
                </a:cubicBezTo>
                <a:cubicBezTo>
                  <a:pt x="1290020" y="738209"/>
                  <a:pt x="1276426" y="751803"/>
                  <a:pt x="1259656" y="751803"/>
                </a:cubicBezTo>
                <a:cubicBezTo>
                  <a:pt x="1242887" y="751803"/>
                  <a:pt x="1229293" y="738209"/>
                  <a:pt x="1229293" y="721440"/>
                </a:cubicBezTo>
                <a:cubicBezTo>
                  <a:pt x="1229293" y="704670"/>
                  <a:pt x="1242887" y="691076"/>
                  <a:pt x="1259656" y="691076"/>
                </a:cubicBezTo>
                <a:close/>
                <a:moveTo>
                  <a:pt x="1187102" y="691076"/>
                </a:moveTo>
                <a:cubicBezTo>
                  <a:pt x="1203871" y="691076"/>
                  <a:pt x="1217465" y="704670"/>
                  <a:pt x="1217465" y="721440"/>
                </a:cubicBezTo>
                <a:cubicBezTo>
                  <a:pt x="1217465" y="738209"/>
                  <a:pt x="1203871" y="751803"/>
                  <a:pt x="1187102" y="751803"/>
                </a:cubicBezTo>
                <a:cubicBezTo>
                  <a:pt x="1170332" y="751803"/>
                  <a:pt x="1156738" y="738209"/>
                  <a:pt x="1156738" y="721440"/>
                </a:cubicBezTo>
                <a:cubicBezTo>
                  <a:pt x="1156738" y="704670"/>
                  <a:pt x="1170332" y="691076"/>
                  <a:pt x="1187102" y="691076"/>
                </a:cubicBezTo>
                <a:close/>
                <a:moveTo>
                  <a:pt x="1114547" y="691076"/>
                </a:moveTo>
                <a:cubicBezTo>
                  <a:pt x="1131317" y="691076"/>
                  <a:pt x="1144911" y="704670"/>
                  <a:pt x="1144911" y="721440"/>
                </a:cubicBezTo>
                <a:cubicBezTo>
                  <a:pt x="1144911" y="738209"/>
                  <a:pt x="1131317" y="751803"/>
                  <a:pt x="1114547" y="751803"/>
                </a:cubicBezTo>
                <a:cubicBezTo>
                  <a:pt x="1097778" y="751803"/>
                  <a:pt x="1084184" y="738209"/>
                  <a:pt x="1084184" y="721440"/>
                </a:cubicBezTo>
                <a:cubicBezTo>
                  <a:pt x="1084184" y="704670"/>
                  <a:pt x="1097778" y="691076"/>
                  <a:pt x="1114547" y="691076"/>
                </a:cubicBezTo>
                <a:close/>
                <a:moveTo>
                  <a:pt x="1041993" y="691076"/>
                </a:moveTo>
                <a:cubicBezTo>
                  <a:pt x="1058762" y="691076"/>
                  <a:pt x="1072356" y="704670"/>
                  <a:pt x="1072356" y="721440"/>
                </a:cubicBezTo>
                <a:cubicBezTo>
                  <a:pt x="1072356" y="738209"/>
                  <a:pt x="1058762" y="751803"/>
                  <a:pt x="1041993" y="751803"/>
                </a:cubicBezTo>
                <a:cubicBezTo>
                  <a:pt x="1025223" y="751803"/>
                  <a:pt x="1011629" y="738209"/>
                  <a:pt x="1011629" y="721440"/>
                </a:cubicBezTo>
                <a:cubicBezTo>
                  <a:pt x="1011629" y="704670"/>
                  <a:pt x="1025223" y="691076"/>
                  <a:pt x="1041993" y="691076"/>
                </a:cubicBezTo>
                <a:close/>
                <a:moveTo>
                  <a:pt x="969438" y="691076"/>
                </a:moveTo>
                <a:cubicBezTo>
                  <a:pt x="986208" y="691076"/>
                  <a:pt x="999801" y="704670"/>
                  <a:pt x="999801" y="721440"/>
                </a:cubicBezTo>
                <a:cubicBezTo>
                  <a:pt x="999801" y="738209"/>
                  <a:pt x="986208" y="751803"/>
                  <a:pt x="969438" y="751803"/>
                </a:cubicBezTo>
                <a:cubicBezTo>
                  <a:pt x="952669" y="751803"/>
                  <a:pt x="939075" y="738209"/>
                  <a:pt x="939075" y="721440"/>
                </a:cubicBezTo>
                <a:cubicBezTo>
                  <a:pt x="939075" y="704670"/>
                  <a:pt x="952669" y="691076"/>
                  <a:pt x="969438" y="691076"/>
                </a:cubicBezTo>
                <a:close/>
                <a:moveTo>
                  <a:pt x="896883" y="691076"/>
                </a:moveTo>
                <a:cubicBezTo>
                  <a:pt x="913653" y="691076"/>
                  <a:pt x="927247" y="704670"/>
                  <a:pt x="927247" y="721440"/>
                </a:cubicBezTo>
                <a:cubicBezTo>
                  <a:pt x="927247" y="738209"/>
                  <a:pt x="913653" y="751803"/>
                  <a:pt x="896883" y="751803"/>
                </a:cubicBezTo>
                <a:cubicBezTo>
                  <a:pt x="880114" y="751803"/>
                  <a:pt x="866520" y="738209"/>
                  <a:pt x="866520" y="721440"/>
                </a:cubicBezTo>
                <a:cubicBezTo>
                  <a:pt x="866520" y="704670"/>
                  <a:pt x="880114" y="691076"/>
                  <a:pt x="896883" y="691076"/>
                </a:cubicBezTo>
                <a:close/>
                <a:moveTo>
                  <a:pt x="824329" y="691076"/>
                </a:moveTo>
                <a:cubicBezTo>
                  <a:pt x="841098" y="691076"/>
                  <a:pt x="854692" y="704670"/>
                  <a:pt x="854692" y="721440"/>
                </a:cubicBezTo>
                <a:cubicBezTo>
                  <a:pt x="854692" y="738209"/>
                  <a:pt x="841098" y="751803"/>
                  <a:pt x="824329" y="751803"/>
                </a:cubicBezTo>
                <a:cubicBezTo>
                  <a:pt x="807559" y="751803"/>
                  <a:pt x="793965" y="738209"/>
                  <a:pt x="793965" y="721440"/>
                </a:cubicBezTo>
                <a:cubicBezTo>
                  <a:pt x="793965" y="704670"/>
                  <a:pt x="807559" y="691076"/>
                  <a:pt x="824329" y="691076"/>
                </a:cubicBezTo>
                <a:close/>
                <a:moveTo>
                  <a:pt x="751774" y="691076"/>
                </a:moveTo>
                <a:cubicBezTo>
                  <a:pt x="768544" y="691076"/>
                  <a:pt x="782138" y="704670"/>
                  <a:pt x="782138" y="721440"/>
                </a:cubicBezTo>
                <a:cubicBezTo>
                  <a:pt x="782138" y="738209"/>
                  <a:pt x="768544" y="751803"/>
                  <a:pt x="751774" y="751803"/>
                </a:cubicBezTo>
                <a:cubicBezTo>
                  <a:pt x="735005" y="751803"/>
                  <a:pt x="721411" y="738209"/>
                  <a:pt x="721411" y="721440"/>
                </a:cubicBezTo>
                <a:cubicBezTo>
                  <a:pt x="721411" y="704670"/>
                  <a:pt x="735005" y="691076"/>
                  <a:pt x="751774" y="691076"/>
                </a:cubicBezTo>
                <a:close/>
                <a:moveTo>
                  <a:pt x="679220" y="691076"/>
                </a:moveTo>
                <a:cubicBezTo>
                  <a:pt x="695989" y="691076"/>
                  <a:pt x="709583" y="704670"/>
                  <a:pt x="709583" y="721440"/>
                </a:cubicBezTo>
                <a:cubicBezTo>
                  <a:pt x="709583" y="738209"/>
                  <a:pt x="695989" y="751803"/>
                  <a:pt x="679220" y="751803"/>
                </a:cubicBezTo>
                <a:cubicBezTo>
                  <a:pt x="662450" y="751803"/>
                  <a:pt x="648856" y="738209"/>
                  <a:pt x="648856" y="721440"/>
                </a:cubicBezTo>
                <a:cubicBezTo>
                  <a:pt x="648856" y="704670"/>
                  <a:pt x="662450" y="691076"/>
                  <a:pt x="679220" y="691076"/>
                </a:cubicBezTo>
                <a:close/>
                <a:moveTo>
                  <a:pt x="606665" y="691076"/>
                </a:moveTo>
                <a:cubicBezTo>
                  <a:pt x="623435" y="691076"/>
                  <a:pt x="637029" y="704670"/>
                  <a:pt x="637029" y="721440"/>
                </a:cubicBezTo>
                <a:cubicBezTo>
                  <a:pt x="637029" y="738209"/>
                  <a:pt x="623435" y="751803"/>
                  <a:pt x="606665" y="751803"/>
                </a:cubicBezTo>
                <a:cubicBezTo>
                  <a:pt x="589896" y="751803"/>
                  <a:pt x="576302" y="738209"/>
                  <a:pt x="576302" y="721440"/>
                </a:cubicBezTo>
                <a:cubicBezTo>
                  <a:pt x="576302" y="704670"/>
                  <a:pt x="589896" y="691076"/>
                  <a:pt x="606665" y="691076"/>
                </a:cubicBezTo>
                <a:close/>
                <a:moveTo>
                  <a:pt x="534111" y="691076"/>
                </a:moveTo>
                <a:cubicBezTo>
                  <a:pt x="550880" y="691076"/>
                  <a:pt x="564474" y="704670"/>
                  <a:pt x="564474" y="721440"/>
                </a:cubicBezTo>
                <a:cubicBezTo>
                  <a:pt x="564474" y="738209"/>
                  <a:pt x="550880" y="751803"/>
                  <a:pt x="534111" y="751803"/>
                </a:cubicBezTo>
                <a:cubicBezTo>
                  <a:pt x="517341" y="751803"/>
                  <a:pt x="503747" y="738209"/>
                  <a:pt x="503747" y="721440"/>
                </a:cubicBezTo>
                <a:cubicBezTo>
                  <a:pt x="503747" y="704670"/>
                  <a:pt x="517341" y="691076"/>
                  <a:pt x="534111" y="691076"/>
                </a:cubicBezTo>
                <a:close/>
                <a:moveTo>
                  <a:pt x="461556" y="691076"/>
                </a:moveTo>
                <a:cubicBezTo>
                  <a:pt x="478326" y="691076"/>
                  <a:pt x="491920" y="704670"/>
                  <a:pt x="491920" y="721440"/>
                </a:cubicBezTo>
                <a:cubicBezTo>
                  <a:pt x="491920" y="738209"/>
                  <a:pt x="478326" y="751803"/>
                  <a:pt x="461556" y="751803"/>
                </a:cubicBezTo>
                <a:cubicBezTo>
                  <a:pt x="444787" y="751803"/>
                  <a:pt x="431192" y="738209"/>
                  <a:pt x="431192" y="721440"/>
                </a:cubicBezTo>
                <a:cubicBezTo>
                  <a:pt x="431192" y="704670"/>
                  <a:pt x="444787" y="691076"/>
                  <a:pt x="461556" y="691076"/>
                </a:cubicBezTo>
                <a:close/>
                <a:moveTo>
                  <a:pt x="389002" y="691076"/>
                </a:moveTo>
                <a:cubicBezTo>
                  <a:pt x="405771" y="691076"/>
                  <a:pt x="419365" y="704670"/>
                  <a:pt x="419365" y="721440"/>
                </a:cubicBezTo>
                <a:cubicBezTo>
                  <a:pt x="419365" y="738209"/>
                  <a:pt x="405771" y="751803"/>
                  <a:pt x="389002" y="751803"/>
                </a:cubicBezTo>
                <a:cubicBezTo>
                  <a:pt x="372232" y="751803"/>
                  <a:pt x="358638" y="738209"/>
                  <a:pt x="358638" y="721440"/>
                </a:cubicBezTo>
                <a:cubicBezTo>
                  <a:pt x="358638" y="704670"/>
                  <a:pt x="372232" y="691076"/>
                  <a:pt x="389002" y="691076"/>
                </a:cubicBezTo>
                <a:close/>
                <a:moveTo>
                  <a:pt x="316447" y="691076"/>
                </a:moveTo>
                <a:cubicBezTo>
                  <a:pt x="333216" y="691076"/>
                  <a:pt x="346810" y="704670"/>
                  <a:pt x="346810" y="721440"/>
                </a:cubicBezTo>
                <a:cubicBezTo>
                  <a:pt x="346810" y="738209"/>
                  <a:pt x="333216" y="751803"/>
                  <a:pt x="316447" y="751803"/>
                </a:cubicBezTo>
                <a:cubicBezTo>
                  <a:pt x="299677" y="751803"/>
                  <a:pt x="286084" y="738209"/>
                  <a:pt x="286084" y="721440"/>
                </a:cubicBezTo>
                <a:cubicBezTo>
                  <a:pt x="286084" y="704670"/>
                  <a:pt x="299677" y="691076"/>
                  <a:pt x="316447" y="691076"/>
                </a:cubicBezTo>
                <a:close/>
                <a:moveTo>
                  <a:pt x="243892" y="691076"/>
                </a:moveTo>
                <a:cubicBezTo>
                  <a:pt x="260662" y="691076"/>
                  <a:pt x="274256" y="704670"/>
                  <a:pt x="274256" y="721440"/>
                </a:cubicBezTo>
                <a:cubicBezTo>
                  <a:pt x="274256" y="738209"/>
                  <a:pt x="260662" y="751803"/>
                  <a:pt x="243892" y="751803"/>
                </a:cubicBezTo>
                <a:cubicBezTo>
                  <a:pt x="227123" y="751803"/>
                  <a:pt x="213529" y="738209"/>
                  <a:pt x="213529" y="721440"/>
                </a:cubicBezTo>
                <a:cubicBezTo>
                  <a:pt x="213529" y="704670"/>
                  <a:pt x="227123" y="691076"/>
                  <a:pt x="243892" y="691076"/>
                </a:cubicBezTo>
                <a:close/>
                <a:moveTo>
                  <a:pt x="171339" y="691076"/>
                </a:moveTo>
                <a:cubicBezTo>
                  <a:pt x="188107" y="691076"/>
                  <a:pt x="201701" y="704670"/>
                  <a:pt x="201701" y="721440"/>
                </a:cubicBezTo>
                <a:cubicBezTo>
                  <a:pt x="201701" y="738209"/>
                  <a:pt x="188107" y="751803"/>
                  <a:pt x="171339" y="751803"/>
                </a:cubicBezTo>
                <a:cubicBezTo>
                  <a:pt x="154662" y="751803"/>
                  <a:pt x="141067" y="738209"/>
                  <a:pt x="141067" y="721440"/>
                </a:cubicBezTo>
                <a:cubicBezTo>
                  <a:pt x="141067" y="704670"/>
                  <a:pt x="154662" y="691076"/>
                  <a:pt x="171339" y="691076"/>
                </a:cubicBezTo>
                <a:close/>
                <a:moveTo>
                  <a:pt x="98890" y="691076"/>
                </a:moveTo>
                <a:cubicBezTo>
                  <a:pt x="115653" y="691076"/>
                  <a:pt x="129246" y="704670"/>
                  <a:pt x="129246" y="721440"/>
                </a:cubicBezTo>
                <a:cubicBezTo>
                  <a:pt x="129246" y="738209"/>
                  <a:pt x="115653" y="751803"/>
                  <a:pt x="98890" y="751803"/>
                </a:cubicBezTo>
                <a:cubicBezTo>
                  <a:pt x="82117" y="751803"/>
                  <a:pt x="68523" y="738209"/>
                  <a:pt x="68523" y="721440"/>
                </a:cubicBezTo>
                <a:cubicBezTo>
                  <a:pt x="68523" y="704670"/>
                  <a:pt x="82117" y="691076"/>
                  <a:pt x="98890" y="691076"/>
                </a:cubicBezTo>
                <a:close/>
                <a:moveTo>
                  <a:pt x="26336" y="691076"/>
                </a:moveTo>
                <a:cubicBezTo>
                  <a:pt x="43099" y="691076"/>
                  <a:pt x="56694" y="704670"/>
                  <a:pt x="56694" y="721440"/>
                </a:cubicBezTo>
                <a:cubicBezTo>
                  <a:pt x="56694" y="738209"/>
                  <a:pt x="43099" y="751803"/>
                  <a:pt x="26336" y="751803"/>
                </a:cubicBezTo>
                <a:cubicBezTo>
                  <a:pt x="17950" y="751803"/>
                  <a:pt x="10359" y="748405"/>
                  <a:pt x="4864" y="742910"/>
                </a:cubicBezTo>
                <a:lnTo>
                  <a:pt x="0" y="731167"/>
                </a:lnTo>
                <a:lnTo>
                  <a:pt x="0" y="711713"/>
                </a:lnTo>
                <a:lnTo>
                  <a:pt x="4864" y="699969"/>
                </a:lnTo>
                <a:cubicBezTo>
                  <a:pt x="10359" y="694475"/>
                  <a:pt x="17950" y="691076"/>
                  <a:pt x="26336" y="691076"/>
                </a:cubicBezTo>
                <a:close/>
                <a:moveTo>
                  <a:pt x="1622429" y="610624"/>
                </a:moveTo>
                <a:cubicBezTo>
                  <a:pt x="1639199" y="610624"/>
                  <a:pt x="1652792" y="624218"/>
                  <a:pt x="1652792" y="640988"/>
                </a:cubicBezTo>
                <a:cubicBezTo>
                  <a:pt x="1652792" y="657757"/>
                  <a:pt x="1639199" y="671351"/>
                  <a:pt x="1622429" y="671351"/>
                </a:cubicBezTo>
                <a:cubicBezTo>
                  <a:pt x="1605659" y="671351"/>
                  <a:pt x="1592066" y="657757"/>
                  <a:pt x="1592066" y="640988"/>
                </a:cubicBezTo>
                <a:cubicBezTo>
                  <a:pt x="1592066" y="624218"/>
                  <a:pt x="1605659" y="610624"/>
                  <a:pt x="1622429" y="610624"/>
                </a:cubicBezTo>
                <a:close/>
                <a:moveTo>
                  <a:pt x="1549874" y="610624"/>
                </a:moveTo>
                <a:cubicBezTo>
                  <a:pt x="1566644" y="610624"/>
                  <a:pt x="1580238" y="624218"/>
                  <a:pt x="1580238" y="640988"/>
                </a:cubicBezTo>
                <a:cubicBezTo>
                  <a:pt x="1580238" y="657757"/>
                  <a:pt x="1566644" y="671351"/>
                  <a:pt x="1549874" y="671351"/>
                </a:cubicBezTo>
                <a:cubicBezTo>
                  <a:pt x="1533105" y="671351"/>
                  <a:pt x="1519511" y="657757"/>
                  <a:pt x="1519511" y="640988"/>
                </a:cubicBezTo>
                <a:cubicBezTo>
                  <a:pt x="1519511" y="624218"/>
                  <a:pt x="1533105" y="610624"/>
                  <a:pt x="1549874" y="610624"/>
                </a:cubicBezTo>
                <a:close/>
                <a:moveTo>
                  <a:pt x="1477320" y="610624"/>
                </a:moveTo>
                <a:cubicBezTo>
                  <a:pt x="1494089" y="610624"/>
                  <a:pt x="1507683" y="624218"/>
                  <a:pt x="1507683" y="640988"/>
                </a:cubicBezTo>
                <a:cubicBezTo>
                  <a:pt x="1507683" y="657757"/>
                  <a:pt x="1494089" y="671351"/>
                  <a:pt x="1477320" y="671351"/>
                </a:cubicBezTo>
                <a:cubicBezTo>
                  <a:pt x="1460550" y="671351"/>
                  <a:pt x="1446956" y="657757"/>
                  <a:pt x="1446956" y="640988"/>
                </a:cubicBezTo>
                <a:cubicBezTo>
                  <a:pt x="1446956" y="624218"/>
                  <a:pt x="1460550" y="610624"/>
                  <a:pt x="1477320" y="610624"/>
                </a:cubicBezTo>
                <a:close/>
                <a:moveTo>
                  <a:pt x="1404765" y="610624"/>
                </a:moveTo>
                <a:cubicBezTo>
                  <a:pt x="1421535" y="610624"/>
                  <a:pt x="1435129" y="624218"/>
                  <a:pt x="1435129" y="640988"/>
                </a:cubicBezTo>
                <a:cubicBezTo>
                  <a:pt x="1435129" y="657757"/>
                  <a:pt x="1421535" y="671351"/>
                  <a:pt x="1404765" y="671351"/>
                </a:cubicBezTo>
                <a:cubicBezTo>
                  <a:pt x="1387996" y="671351"/>
                  <a:pt x="1374402" y="657757"/>
                  <a:pt x="1374402" y="640988"/>
                </a:cubicBezTo>
                <a:cubicBezTo>
                  <a:pt x="1374402" y="624218"/>
                  <a:pt x="1387996" y="610624"/>
                  <a:pt x="1404765" y="610624"/>
                </a:cubicBezTo>
                <a:close/>
                <a:moveTo>
                  <a:pt x="1332211" y="610624"/>
                </a:moveTo>
                <a:cubicBezTo>
                  <a:pt x="1348980" y="610624"/>
                  <a:pt x="1362574" y="624218"/>
                  <a:pt x="1362574" y="640988"/>
                </a:cubicBezTo>
                <a:cubicBezTo>
                  <a:pt x="1362574" y="657757"/>
                  <a:pt x="1348980" y="671351"/>
                  <a:pt x="1332211" y="671351"/>
                </a:cubicBezTo>
                <a:cubicBezTo>
                  <a:pt x="1315441" y="671351"/>
                  <a:pt x="1301847" y="657757"/>
                  <a:pt x="1301847" y="640988"/>
                </a:cubicBezTo>
                <a:cubicBezTo>
                  <a:pt x="1301847" y="624218"/>
                  <a:pt x="1315441" y="610624"/>
                  <a:pt x="1332211" y="610624"/>
                </a:cubicBezTo>
                <a:close/>
                <a:moveTo>
                  <a:pt x="1259656" y="610624"/>
                </a:moveTo>
                <a:cubicBezTo>
                  <a:pt x="1276426" y="610624"/>
                  <a:pt x="1290020" y="624218"/>
                  <a:pt x="1290020" y="640988"/>
                </a:cubicBezTo>
                <a:cubicBezTo>
                  <a:pt x="1290020" y="657757"/>
                  <a:pt x="1276426" y="671351"/>
                  <a:pt x="1259656" y="671351"/>
                </a:cubicBezTo>
                <a:cubicBezTo>
                  <a:pt x="1242887" y="671351"/>
                  <a:pt x="1229293" y="657757"/>
                  <a:pt x="1229293" y="640988"/>
                </a:cubicBezTo>
                <a:cubicBezTo>
                  <a:pt x="1229293" y="624218"/>
                  <a:pt x="1242887" y="610624"/>
                  <a:pt x="1259656" y="610624"/>
                </a:cubicBezTo>
                <a:close/>
                <a:moveTo>
                  <a:pt x="1187102" y="610624"/>
                </a:moveTo>
                <a:cubicBezTo>
                  <a:pt x="1203871" y="610624"/>
                  <a:pt x="1217465" y="624218"/>
                  <a:pt x="1217465" y="640988"/>
                </a:cubicBezTo>
                <a:cubicBezTo>
                  <a:pt x="1217465" y="657757"/>
                  <a:pt x="1203871" y="671351"/>
                  <a:pt x="1187102" y="671351"/>
                </a:cubicBezTo>
                <a:cubicBezTo>
                  <a:pt x="1170332" y="671351"/>
                  <a:pt x="1156738" y="657757"/>
                  <a:pt x="1156738" y="640988"/>
                </a:cubicBezTo>
                <a:cubicBezTo>
                  <a:pt x="1156738" y="624218"/>
                  <a:pt x="1170332" y="610624"/>
                  <a:pt x="1187102" y="610624"/>
                </a:cubicBezTo>
                <a:close/>
                <a:moveTo>
                  <a:pt x="1114547" y="610624"/>
                </a:moveTo>
                <a:cubicBezTo>
                  <a:pt x="1131317" y="610624"/>
                  <a:pt x="1144911" y="624218"/>
                  <a:pt x="1144911" y="640988"/>
                </a:cubicBezTo>
                <a:cubicBezTo>
                  <a:pt x="1144911" y="657757"/>
                  <a:pt x="1131317" y="671351"/>
                  <a:pt x="1114547" y="671351"/>
                </a:cubicBezTo>
                <a:cubicBezTo>
                  <a:pt x="1097778" y="671351"/>
                  <a:pt x="1084184" y="657757"/>
                  <a:pt x="1084184" y="640988"/>
                </a:cubicBezTo>
                <a:cubicBezTo>
                  <a:pt x="1084184" y="624218"/>
                  <a:pt x="1097778" y="610624"/>
                  <a:pt x="1114547" y="610624"/>
                </a:cubicBezTo>
                <a:close/>
                <a:moveTo>
                  <a:pt x="1041993" y="610624"/>
                </a:moveTo>
                <a:cubicBezTo>
                  <a:pt x="1058762" y="610624"/>
                  <a:pt x="1072356" y="624218"/>
                  <a:pt x="1072356" y="640988"/>
                </a:cubicBezTo>
                <a:cubicBezTo>
                  <a:pt x="1072356" y="657757"/>
                  <a:pt x="1058762" y="671351"/>
                  <a:pt x="1041993" y="671351"/>
                </a:cubicBezTo>
                <a:cubicBezTo>
                  <a:pt x="1025223" y="671351"/>
                  <a:pt x="1011629" y="657757"/>
                  <a:pt x="1011629" y="640988"/>
                </a:cubicBezTo>
                <a:cubicBezTo>
                  <a:pt x="1011629" y="624218"/>
                  <a:pt x="1025223" y="610624"/>
                  <a:pt x="1041993" y="610624"/>
                </a:cubicBezTo>
                <a:close/>
                <a:moveTo>
                  <a:pt x="969438" y="610624"/>
                </a:moveTo>
                <a:cubicBezTo>
                  <a:pt x="986208" y="610624"/>
                  <a:pt x="999801" y="624218"/>
                  <a:pt x="999801" y="640988"/>
                </a:cubicBezTo>
                <a:cubicBezTo>
                  <a:pt x="999801" y="657757"/>
                  <a:pt x="986208" y="671351"/>
                  <a:pt x="969438" y="671351"/>
                </a:cubicBezTo>
                <a:cubicBezTo>
                  <a:pt x="952669" y="671351"/>
                  <a:pt x="939075" y="657757"/>
                  <a:pt x="939075" y="640988"/>
                </a:cubicBezTo>
                <a:cubicBezTo>
                  <a:pt x="939075" y="624218"/>
                  <a:pt x="952669" y="610624"/>
                  <a:pt x="969438" y="610624"/>
                </a:cubicBezTo>
                <a:close/>
                <a:moveTo>
                  <a:pt x="896883" y="610624"/>
                </a:moveTo>
                <a:cubicBezTo>
                  <a:pt x="913653" y="610624"/>
                  <a:pt x="927247" y="624218"/>
                  <a:pt x="927247" y="640988"/>
                </a:cubicBezTo>
                <a:cubicBezTo>
                  <a:pt x="927247" y="657757"/>
                  <a:pt x="913653" y="671351"/>
                  <a:pt x="896883" y="671351"/>
                </a:cubicBezTo>
                <a:cubicBezTo>
                  <a:pt x="880114" y="671351"/>
                  <a:pt x="866520" y="657757"/>
                  <a:pt x="866520" y="640988"/>
                </a:cubicBezTo>
                <a:cubicBezTo>
                  <a:pt x="866520" y="624218"/>
                  <a:pt x="880114" y="610624"/>
                  <a:pt x="896883" y="610624"/>
                </a:cubicBezTo>
                <a:close/>
                <a:moveTo>
                  <a:pt x="824329" y="610624"/>
                </a:moveTo>
                <a:cubicBezTo>
                  <a:pt x="841098" y="610624"/>
                  <a:pt x="854692" y="624218"/>
                  <a:pt x="854692" y="640988"/>
                </a:cubicBezTo>
                <a:cubicBezTo>
                  <a:pt x="854692" y="657757"/>
                  <a:pt x="841098" y="671351"/>
                  <a:pt x="824329" y="671351"/>
                </a:cubicBezTo>
                <a:cubicBezTo>
                  <a:pt x="807559" y="671351"/>
                  <a:pt x="793965" y="657757"/>
                  <a:pt x="793965" y="640988"/>
                </a:cubicBezTo>
                <a:cubicBezTo>
                  <a:pt x="793965" y="624218"/>
                  <a:pt x="807559" y="610624"/>
                  <a:pt x="824329" y="610624"/>
                </a:cubicBezTo>
                <a:close/>
                <a:moveTo>
                  <a:pt x="751774" y="610624"/>
                </a:moveTo>
                <a:cubicBezTo>
                  <a:pt x="768544" y="610624"/>
                  <a:pt x="782138" y="624218"/>
                  <a:pt x="782138" y="640988"/>
                </a:cubicBezTo>
                <a:cubicBezTo>
                  <a:pt x="782138" y="657757"/>
                  <a:pt x="768544" y="671351"/>
                  <a:pt x="751774" y="671351"/>
                </a:cubicBezTo>
                <a:cubicBezTo>
                  <a:pt x="735005" y="671351"/>
                  <a:pt x="721411" y="657757"/>
                  <a:pt x="721411" y="640988"/>
                </a:cubicBezTo>
                <a:cubicBezTo>
                  <a:pt x="721411" y="624218"/>
                  <a:pt x="735005" y="610624"/>
                  <a:pt x="751774" y="610624"/>
                </a:cubicBezTo>
                <a:close/>
                <a:moveTo>
                  <a:pt x="679220" y="610624"/>
                </a:moveTo>
                <a:cubicBezTo>
                  <a:pt x="695989" y="610624"/>
                  <a:pt x="709583" y="624218"/>
                  <a:pt x="709583" y="640988"/>
                </a:cubicBezTo>
                <a:cubicBezTo>
                  <a:pt x="709583" y="657757"/>
                  <a:pt x="695989" y="671351"/>
                  <a:pt x="679220" y="671351"/>
                </a:cubicBezTo>
                <a:cubicBezTo>
                  <a:pt x="662450" y="671351"/>
                  <a:pt x="648856" y="657757"/>
                  <a:pt x="648856" y="640988"/>
                </a:cubicBezTo>
                <a:cubicBezTo>
                  <a:pt x="648856" y="624218"/>
                  <a:pt x="662450" y="610624"/>
                  <a:pt x="679220" y="610624"/>
                </a:cubicBezTo>
                <a:close/>
                <a:moveTo>
                  <a:pt x="606665" y="610624"/>
                </a:moveTo>
                <a:cubicBezTo>
                  <a:pt x="623435" y="610624"/>
                  <a:pt x="637029" y="624218"/>
                  <a:pt x="637029" y="640988"/>
                </a:cubicBezTo>
                <a:cubicBezTo>
                  <a:pt x="637029" y="657757"/>
                  <a:pt x="623435" y="671351"/>
                  <a:pt x="606665" y="671351"/>
                </a:cubicBezTo>
                <a:cubicBezTo>
                  <a:pt x="589896" y="671351"/>
                  <a:pt x="576302" y="657757"/>
                  <a:pt x="576302" y="640988"/>
                </a:cubicBezTo>
                <a:cubicBezTo>
                  <a:pt x="576302" y="624218"/>
                  <a:pt x="589896" y="610624"/>
                  <a:pt x="606665" y="610624"/>
                </a:cubicBezTo>
                <a:close/>
                <a:moveTo>
                  <a:pt x="534111" y="610624"/>
                </a:moveTo>
                <a:cubicBezTo>
                  <a:pt x="550880" y="610624"/>
                  <a:pt x="564474" y="624218"/>
                  <a:pt x="564474" y="640988"/>
                </a:cubicBezTo>
                <a:cubicBezTo>
                  <a:pt x="564474" y="657757"/>
                  <a:pt x="550880" y="671351"/>
                  <a:pt x="534111" y="671351"/>
                </a:cubicBezTo>
                <a:cubicBezTo>
                  <a:pt x="517341" y="671351"/>
                  <a:pt x="503747" y="657757"/>
                  <a:pt x="503747" y="640988"/>
                </a:cubicBezTo>
                <a:cubicBezTo>
                  <a:pt x="503747" y="624218"/>
                  <a:pt x="517341" y="610624"/>
                  <a:pt x="534111" y="610624"/>
                </a:cubicBezTo>
                <a:close/>
                <a:moveTo>
                  <a:pt x="461556" y="610624"/>
                </a:moveTo>
                <a:cubicBezTo>
                  <a:pt x="478326" y="610624"/>
                  <a:pt x="491920" y="624218"/>
                  <a:pt x="491920" y="640988"/>
                </a:cubicBezTo>
                <a:cubicBezTo>
                  <a:pt x="491920" y="657757"/>
                  <a:pt x="478326" y="671351"/>
                  <a:pt x="461556" y="671351"/>
                </a:cubicBezTo>
                <a:cubicBezTo>
                  <a:pt x="444787" y="671351"/>
                  <a:pt x="431192" y="657757"/>
                  <a:pt x="431192" y="640988"/>
                </a:cubicBezTo>
                <a:cubicBezTo>
                  <a:pt x="431192" y="624218"/>
                  <a:pt x="444787" y="610624"/>
                  <a:pt x="461556" y="610624"/>
                </a:cubicBezTo>
                <a:close/>
                <a:moveTo>
                  <a:pt x="389002" y="610624"/>
                </a:moveTo>
                <a:cubicBezTo>
                  <a:pt x="405771" y="610624"/>
                  <a:pt x="419365" y="624218"/>
                  <a:pt x="419365" y="640988"/>
                </a:cubicBezTo>
                <a:cubicBezTo>
                  <a:pt x="419365" y="657757"/>
                  <a:pt x="405771" y="671351"/>
                  <a:pt x="389002" y="671351"/>
                </a:cubicBezTo>
                <a:cubicBezTo>
                  <a:pt x="372232" y="671351"/>
                  <a:pt x="358638" y="657757"/>
                  <a:pt x="358638" y="640988"/>
                </a:cubicBezTo>
                <a:cubicBezTo>
                  <a:pt x="358638" y="624218"/>
                  <a:pt x="372232" y="610624"/>
                  <a:pt x="389002" y="610624"/>
                </a:cubicBezTo>
                <a:close/>
                <a:moveTo>
                  <a:pt x="316447" y="610624"/>
                </a:moveTo>
                <a:cubicBezTo>
                  <a:pt x="333216" y="610624"/>
                  <a:pt x="346810" y="624218"/>
                  <a:pt x="346810" y="640988"/>
                </a:cubicBezTo>
                <a:cubicBezTo>
                  <a:pt x="346810" y="657757"/>
                  <a:pt x="333216" y="671351"/>
                  <a:pt x="316447" y="671351"/>
                </a:cubicBezTo>
                <a:cubicBezTo>
                  <a:pt x="299677" y="671351"/>
                  <a:pt x="286084" y="657757"/>
                  <a:pt x="286084" y="640988"/>
                </a:cubicBezTo>
                <a:cubicBezTo>
                  <a:pt x="286084" y="624218"/>
                  <a:pt x="299677" y="610624"/>
                  <a:pt x="316447" y="610624"/>
                </a:cubicBezTo>
                <a:close/>
                <a:moveTo>
                  <a:pt x="243892" y="610624"/>
                </a:moveTo>
                <a:cubicBezTo>
                  <a:pt x="260662" y="610624"/>
                  <a:pt x="274256" y="624218"/>
                  <a:pt x="274256" y="640988"/>
                </a:cubicBezTo>
                <a:cubicBezTo>
                  <a:pt x="274256" y="657757"/>
                  <a:pt x="260662" y="671351"/>
                  <a:pt x="243892" y="671351"/>
                </a:cubicBezTo>
                <a:cubicBezTo>
                  <a:pt x="227123" y="671351"/>
                  <a:pt x="213529" y="657757"/>
                  <a:pt x="213529" y="640988"/>
                </a:cubicBezTo>
                <a:cubicBezTo>
                  <a:pt x="213529" y="624218"/>
                  <a:pt x="227123" y="610624"/>
                  <a:pt x="243892" y="610624"/>
                </a:cubicBezTo>
                <a:close/>
                <a:moveTo>
                  <a:pt x="171339" y="610624"/>
                </a:moveTo>
                <a:cubicBezTo>
                  <a:pt x="188107" y="610624"/>
                  <a:pt x="201701" y="624218"/>
                  <a:pt x="201701" y="640988"/>
                </a:cubicBezTo>
                <a:cubicBezTo>
                  <a:pt x="201701" y="657757"/>
                  <a:pt x="188107" y="671351"/>
                  <a:pt x="171339" y="671351"/>
                </a:cubicBezTo>
                <a:cubicBezTo>
                  <a:pt x="154667" y="671351"/>
                  <a:pt x="141073" y="657757"/>
                  <a:pt x="141073" y="640988"/>
                </a:cubicBezTo>
                <a:cubicBezTo>
                  <a:pt x="141073" y="624218"/>
                  <a:pt x="154667" y="610624"/>
                  <a:pt x="171339" y="610624"/>
                </a:cubicBezTo>
                <a:close/>
                <a:moveTo>
                  <a:pt x="98897" y="610624"/>
                </a:moveTo>
                <a:cubicBezTo>
                  <a:pt x="115658" y="610624"/>
                  <a:pt x="129252" y="624218"/>
                  <a:pt x="129252" y="640988"/>
                </a:cubicBezTo>
                <a:cubicBezTo>
                  <a:pt x="129252" y="657757"/>
                  <a:pt x="115658" y="671351"/>
                  <a:pt x="98897" y="671351"/>
                </a:cubicBezTo>
                <a:cubicBezTo>
                  <a:pt x="82124" y="671351"/>
                  <a:pt x="68530" y="657757"/>
                  <a:pt x="68530" y="640988"/>
                </a:cubicBezTo>
                <a:cubicBezTo>
                  <a:pt x="68530" y="624218"/>
                  <a:pt x="82124" y="610624"/>
                  <a:pt x="98897" y="610624"/>
                </a:cubicBezTo>
                <a:close/>
                <a:moveTo>
                  <a:pt x="26342" y="610624"/>
                </a:moveTo>
                <a:cubicBezTo>
                  <a:pt x="43106" y="610624"/>
                  <a:pt x="56701" y="624218"/>
                  <a:pt x="56701" y="640988"/>
                </a:cubicBezTo>
                <a:cubicBezTo>
                  <a:pt x="56701" y="657757"/>
                  <a:pt x="43106" y="671351"/>
                  <a:pt x="26342" y="671351"/>
                </a:cubicBezTo>
                <a:cubicBezTo>
                  <a:pt x="17956" y="671351"/>
                  <a:pt x="10365" y="667953"/>
                  <a:pt x="4871" y="662458"/>
                </a:cubicBezTo>
                <a:lnTo>
                  <a:pt x="0" y="650698"/>
                </a:lnTo>
                <a:lnTo>
                  <a:pt x="0" y="631277"/>
                </a:lnTo>
                <a:lnTo>
                  <a:pt x="4871" y="619517"/>
                </a:lnTo>
                <a:cubicBezTo>
                  <a:pt x="10365" y="614023"/>
                  <a:pt x="17956" y="610624"/>
                  <a:pt x="26342" y="610624"/>
                </a:cubicBezTo>
                <a:close/>
                <a:moveTo>
                  <a:pt x="1669096" y="549730"/>
                </a:moveTo>
                <a:lnTo>
                  <a:pt x="1668124" y="568994"/>
                </a:lnTo>
                <a:lnTo>
                  <a:pt x="1664620" y="560536"/>
                </a:lnTo>
                <a:close/>
                <a:moveTo>
                  <a:pt x="1622429" y="530173"/>
                </a:moveTo>
                <a:cubicBezTo>
                  <a:pt x="1639199" y="530173"/>
                  <a:pt x="1652792" y="543767"/>
                  <a:pt x="1652792" y="560536"/>
                </a:cubicBezTo>
                <a:cubicBezTo>
                  <a:pt x="1652792" y="577306"/>
                  <a:pt x="1639199" y="590900"/>
                  <a:pt x="1622429" y="590900"/>
                </a:cubicBezTo>
                <a:cubicBezTo>
                  <a:pt x="1605659" y="590900"/>
                  <a:pt x="1592066" y="577306"/>
                  <a:pt x="1592066" y="560536"/>
                </a:cubicBezTo>
                <a:cubicBezTo>
                  <a:pt x="1592066" y="543767"/>
                  <a:pt x="1605659" y="530173"/>
                  <a:pt x="1622429" y="530173"/>
                </a:cubicBezTo>
                <a:close/>
                <a:moveTo>
                  <a:pt x="1549874" y="530173"/>
                </a:moveTo>
                <a:cubicBezTo>
                  <a:pt x="1566644" y="530173"/>
                  <a:pt x="1580238" y="543767"/>
                  <a:pt x="1580238" y="560536"/>
                </a:cubicBezTo>
                <a:cubicBezTo>
                  <a:pt x="1580238" y="577306"/>
                  <a:pt x="1566644" y="590900"/>
                  <a:pt x="1549874" y="590900"/>
                </a:cubicBezTo>
                <a:cubicBezTo>
                  <a:pt x="1533105" y="590900"/>
                  <a:pt x="1519511" y="577306"/>
                  <a:pt x="1519511" y="560536"/>
                </a:cubicBezTo>
                <a:cubicBezTo>
                  <a:pt x="1519511" y="543767"/>
                  <a:pt x="1533105" y="530173"/>
                  <a:pt x="1549874" y="530173"/>
                </a:cubicBezTo>
                <a:close/>
                <a:moveTo>
                  <a:pt x="1477320" y="530173"/>
                </a:moveTo>
                <a:cubicBezTo>
                  <a:pt x="1494089" y="530173"/>
                  <a:pt x="1507683" y="543767"/>
                  <a:pt x="1507683" y="560536"/>
                </a:cubicBezTo>
                <a:cubicBezTo>
                  <a:pt x="1507683" y="577306"/>
                  <a:pt x="1494089" y="590900"/>
                  <a:pt x="1477320" y="590900"/>
                </a:cubicBezTo>
                <a:cubicBezTo>
                  <a:pt x="1460550" y="590900"/>
                  <a:pt x="1446956" y="577306"/>
                  <a:pt x="1446956" y="560536"/>
                </a:cubicBezTo>
                <a:cubicBezTo>
                  <a:pt x="1446956" y="543767"/>
                  <a:pt x="1460550" y="530173"/>
                  <a:pt x="1477320" y="530173"/>
                </a:cubicBezTo>
                <a:close/>
                <a:moveTo>
                  <a:pt x="1404765" y="530173"/>
                </a:moveTo>
                <a:cubicBezTo>
                  <a:pt x="1421535" y="530173"/>
                  <a:pt x="1435129" y="543767"/>
                  <a:pt x="1435129" y="560536"/>
                </a:cubicBezTo>
                <a:cubicBezTo>
                  <a:pt x="1435129" y="577306"/>
                  <a:pt x="1421535" y="590900"/>
                  <a:pt x="1404765" y="590900"/>
                </a:cubicBezTo>
                <a:cubicBezTo>
                  <a:pt x="1387996" y="590900"/>
                  <a:pt x="1374402" y="577306"/>
                  <a:pt x="1374402" y="560536"/>
                </a:cubicBezTo>
                <a:cubicBezTo>
                  <a:pt x="1374402" y="543767"/>
                  <a:pt x="1387996" y="530173"/>
                  <a:pt x="1404765" y="530173"/>
                </a:cubicBezTo>
                <a:close/>
                <a:moveTo>
                  <a:pt x="1332211" y="530173"/>
                </a:moveTo>
                <a:cubicBezTo>
                  <a:pt x="1348980" y="530173"/>
                  <a:pt x="1362574" y="543767"/>
                  <a:pt x="1362574" y="560536"/>
                </a:cubicBezTo>
                <a:cubicBezTo>
                  <a:pt x="1362574" y="577306"/>
                  <a:pt x="1348980" y="590900"/>
                  <a:pt x="1332211" y="590900"/>
                </a:cubicBezTo>
                <a:cubicBezTo>
                  <a:pt x="1315441" y="590900"/>
                  <a:pt x="1301847" y="577306"/>
                  <a:pt x="1301847" y="560536"/>
                </a:cubicBezTo>
                <a:cubicBezTo>
                  <a:pt x="1301847" y="543767"/>
                  <a:pt x="1315441" y="530173"/>
                  <a:pt x="1332211" y="530173"/>
                </a:cubicBezTo>
                <a:close/>
                <a:moveTo>
                  <a:pt x="1259656" y="530173"/>
                </a:moveTo>
                <a:cubicBezTo>
                  <a:pt x="1276426" y="530173"/>
                  <a:pt x="1290020" y="543767"/>
                  <a:pt x="1290020" y="560536"/>
                </a:cubicBezTo>
                <a:cubicBezTo>
                  <a:pt x="1290020" y="577306"/>
                  <a:pt x="1276426" y="590900"/>
                  <a:pt x="1259656" y="590900"/>
                </a:cubicBezTo>
                <a:cubicBezTo>
                  <a:pt x="1242887" y="590900"/>
                  <a:pt x="1229293" y="577306"/>
                  <a:pt x="1229293" y="560536"/>
                </a:cubicBezTo>
                <a:cubicBezTo>
                  <a:pt x="1229293" y="543767"/>
                  <a:pt x="1242887" y="530173"/>
                  <a:pt x="1259656" y="530173"/>
                </a:cubicBezTo>
                <a:close/>
                <a:moveTo>
                  <a:pt x="1187102" y="530173"/>
                </a:moveTo>
                <a:cubicBezTo>
                  <a:pt x="1203871" y="530173"/>
                  <a:pt x="1217465" y="543767"/>
                  <a:pt x="1217465" y="560536"/>
                </a:cubicBezTo>
                <a:cubicBezTo>
                  <a:pt x="1217465" y="577306"/>
                  <a:pt x="1203871" y="590900"/>
                  <a:pt x="1187102" y="590900"/>
                </a:cubicBezTo>
                <a:cubicBezTo>
                  <a:pt x="1170332" y="590900"/>
                  <a:pt x="1156738" y="577306"/>
                  <a:pt x="1156738" y="560536"/>
                </a:cubicBezTo>
                <a:cubicBezTo>
                  <a:pt x="1156738" y="543767"/>
                  <a:pt x="1170332" y="530173"/>
                  <a:pt x="1187102" y="530173"/>
                </a:cubicBezTo>
                <a:close/>
                <a:moveTo>
                  <a:pt x="1114547" y="530173"/>
                </a:moveTo>
                <a:cubicBezTo>
                  <a:pt x="1131317" y="530173"/>
                  <a:pt x="1144911" y="543767"/>
                  <a:pt x="1144911" y="560536"/>
                </a:cubicBezTo>
                <a:cubicBezTo>
                  <a:pt x="1144911" y="577306"/>
                  <a:pt x="1131317" y="590900"/>
                  <a:pt x="1114547" y="590900"/>
                </a:cubicBezTo>
                <a:cubicBezTo>
                  <a:pt x="1097778" y="590900"/>
                  <a:pt x="1084184" y="577306"/>
                  <a:pt x="1084184" y="560536"/>
                </a:cubicBezTo>
                <a:cubicBezTo>
                  <a:pt x="1084184" y="543767"/>
                  <a:pt x="1097778" y="530173"/>
                  <a:pt x="1114547" y="530173"/>
                </a:cubicBezTo>
                <a:close/>
                <a:moveTo>
                  <a:pt x="1041993" y="530173"/>
                </a:moveTo>
                <a:cubicBezTo>
                  <a:pt x="1058762" y="530173"/>
                  <a:pt x="1072356" y="543767"/>
                  <a:pt x="1072356" y="560536"/>
                </a:cubicBezTo>
                <a:cubicBezTo>
                  <a:pt x="1072356" y="577306"/>
                  <a:pt x="1058762" y="590900"/>
                  <a:pt x="1041993" y="590900"/>
                </a:cubicBezTo>
                <a:cubicBezTo>
                  <a:pt x="1025223" y="590900"/>
                  <a:pt x="1011629" y="577306"/>
                  <a:pt x="1011629" y="560536"/>
                </a:cubicBezTo>
                <a:cubicBezTo>
                  <a:pt x="1011629" y="543767"/>
                  <a:pt x="1025223" y="530173"/>
                  <a:pt x="1041993" y="530173"/>
                </a:cubicBezTo>
                <a:close/>
                <a:moveTo>
                  <a:pt x="969438" y="530173"/>
                </a:moveTo>
                <a:cubicBezTo>
                  <a:pt x="986208" y="530173"/>
                  <a:pt x="999801" y="543767"/>
                  <a:pt x="999801" y="560536"/>
                </a:cubicBezTo>
                <a:cubicBezTo>
                  <a:pt x="999801" y="577306"/>
                  <a:pt x="986208" y="590900"/>
                  <a:pt x="969438" y="590900"/>
                </a:cubicBezTo>
                <a:cubicBezTo>
                  <a:pt x="952669" y="590900"/>
                  <a:pt x="939075" y="577306"/>
                  <a:pt x="939075" y="560536"/>
                </a:cubicBezTo>
                <a:cubicBezTo>
                  <a:pt x="939075" y="543767"/>
                  <a:pt x="952669" y="530173"/>
                  <a:pt x="969438" y="530173"/>
                </a:cubicBezTo>
                <a:close/>
                <a:moveTo>
                  <a:pt x="896883" y="530173"/>
                </a:moveTo>
                <a:cubicBezTo>
                  <a:pt x="913653" y="530173"/>
                  <a:pt x="927247" y="543767"/>
                  <a:pt x="927247" y="560536"/>
                </a:cubicBezTo>
                <a:cubicBezTo>
                  <a:pt x="927247" y="577306"/>
                  <a:pt x="913653" y="590900"/>
                  <a:pt x="896883" y="590900"/>
                </a:cubicBezTo>
                <a:cubicBezTo>
                  <a:pt x="880114" y="590900"/>
                  <a:pt x="866520" y="577306"/>
                  <a:pt x="866520" y="560536"/>
                </a:cubicBezTo>
                <a:cubicBezTo>
                  <a:pt x="866520" y="543767"/>
                  <a:pt x="880114" y="530173"/>
                  <a:pt x="896883" y="530173"/>
                </a:cubicBezTo>
                <a:close/>
                <a:moveTo>
                  <a:pt x="824329" y="530173"/>
                </a:moveTo>
                <a:cubicBezTo>
                  <a:pt x="841098" y="530173"/>
                  <a:pt x="854692" y="543767"/>
                  <a:pt x="854692" y="560536"/>
                </a:cubicBezTo>
                <a:cubicBezTo>
                  <a:pt x="854692" y="577306"/>
                  <a:pt x="841098" y="590900"/>
                  <a:pt x="824329" y="590900"/>
                </a:cubicBezTo>
                <a:cubicBezTo>
                  <a:pt x="807559" y="590900"/>
                  <a:pt x="793965" y="577306"/>
                  <a:pt x="793965" y="560536"/>
                </a:cubicBezTo>
                <a:cubicBezTo>
                  <a:pt x="793965" y="543767"/>
                  <a:pt x="807559" y="530173"/>
                  <a:pt x="824329" y="530173"/>
                </a:cubicBezTo>
                <a:close/>
                <a:moveTo>
                  <a:pt x="751774" y="530173"/>
                </a:moveTo>
                <a:cubicBezTo>
                  <a:pt x="768544" y="530173"/>
                  <a:pt x="782138" y="543767"/>
                  <a:pt x="782138" y="560536"/>
                </a:cubicBezTo>
                <a:cubicBezTo>
                  <a:pt x="782138" y="577306"/>
                  <a:pt x="768544" y="590900"/>
                  <a:pt x="751774" y="590900"/>
                </a:cubicBezTo>
                <a:cubicBezTo>
                  <a:pt x="735005" y="590900"/>
                  <a:pt x="721411" y="577306"/>
                  <a:pt x="721411" y="560536"/>
                </a:cubicBezTo>
                <a:cubicBezTo>
                  <a:pt x="721411" y="543767"/>
                  <a:pt x="735005" y="530173"/>
                  <a:pt x="751774" y="530173"/>
                </a:cubicBezTo>
                <a:close/>
                <a:moveTo>
                  <a:pt x="679220" y="530173"/>
                </a:moveTo>
                <a:cubicBezTo>
                  <a:pt x="695989" y="530173"/>
                  <a:pt x="709583" y="543767"/>
                  <a:pt x="709583" y="560536"/>
                </a:cubicBezTo>
                <a:cubicBezTo>
                  <a:pt x="709583" y="577306"/>
                  <a:pt x="695989" y="590900"/>
                  <a:pt x="679220" y="590900"/>
                </a:cubicBezTo>
                <a:cubicBezTo>
                  <a:pt x="662450" y="590900"/>
                  <a:pt x="648856" y="577306"/>
                  <a:pt x="648856" y="560536"/>
                </a:cubicBezTo>
                <a:cubicBezTo>
                  <a:pt x="648856" y="543767"/>
                  <a:pt x="662450" y="530173"/>
                  <a:pt x="679220" y="530173"/>
                </a:cubicBezTo>
                <a:close/>
                <a:moveTo>
                  <a:pt x="606665" y="530173"/>
                </a:moveTo>
                <a:cubicBezTo>
                  <a:pt x="623435" y="530173"/>
                  <a:pt x="637029" y="543767"/>
                  <a:pt x="637029" y="560536"/>
                </a:cubicBezTo>
                <a:cubicBezTo>
                  <a:pt x="637029" y="577306"/>
                  <a:pt x="623435" y="590900"/>
                  <a:pt x="606665" y="590900"/>
                </a:cubicBezTo>
                <a:cubicBezTo>
                  <a:pt x="589896" y="590900"/>
                  <a:pt x="576302" y="577306"/>
                  <a:pt x="576302" y="560536"/>
                </a:cubicBezTo>
                <a:cubicBezTo>
                  <a:pt x="576302" y="543767"/>
                  <a:pt x="589896" y="530173"/>
                  <a:pt x="606665" y="530173"/>
                </a:cubicBezTo>
                <a:close/>
                <a:moveTo>
                  <a:pt x="534111" y="530173"/>
                </a:moveTo>
                <a:cubicBezTo>
                  <a:pt x="550880" y="530173"/>
                  <a:pt x="564474" y="543767"/>
                  <a:pt x="564474" y="560536"/>
                </a:cubicBezTo>
                <a:cubicBezTo>
                  <a:pt x="564474" y="577306"/>
                  <a:pt x="550880" y="590900"/>
                  <a:pt x="534111" y="590900"/>
                </a:cubicBezTo>
                <a:cubicBezTo>
                  <a:pt x="517341" y="590900"/>
                  <a:pt x="503747" y="577306"/>
                  <a:pt x="503747" y="560536"/>
                </a:cubicBezTo>
                <a:cubicBezTo>
                  <a:pt x="503747" y="543767"/>
                  <a:pt x="517341" y="530173"/>
                  <a:pt x="534111" y="530173"/>
                </a:cubicBezTo>
                <a:close/>
                <a:moveTo>
                  <a:pt x="461556" y="530173"/>
                </a:moveTo>
                <a:cubicBezTo>
                  <a:pt x="478326" y="530173"/>
                  <a:pt x="491920" y="543767"/>
                  <a:pt x="491920" y="560536"/>
                </a:cubicBezTo>
                <a:cubicBezTo>
                  <a:pt x="491920" y="577306"/>
                  <a:pt x="478326" y="590900"/>
                  <a:pt x="461556" y="590900"/>
                </a:cubicBezTo>
                <a:cubicBezTo>
                  <a:pt x="444787" y="590900"/>
                  <a:pt x="431192" y="577306"/>
                  <a:pt x="431192" y="560536"/>
                </a:cubicBezTo>
                <a:cubicBezTo>
                  <a:pt x="431192" y="543767"/>
                  <a:pt x="444787" y="530173"/>
                  <a:pt x="461556" y="530173"/>
                </a:cubicBezTo>
                <a:close/>
                <a:moveTo>
                  <a:pt x="389002" y="530173"/>
                </a:moveTo>
                <a:cubicBezTo>
                  <a:pt x="405771" y="530173"/>
                  <a:pt x="419365" y="543767"/>
                  <a:pt x="419365" y="560536"/>
                </a:cubicBezTo>
                <a:cubicBezTo>
                  <a:pt x="419365" y="577306"/>
                  <a:pt x="405771" y="590900"/>
                  <a:pt x="389002" y="590900"/>
                </a:cubicBezTo>
                <a:cubicBezTo>
                  <a:pt x="372232" y="590900"/>
                  <a:pt x="358638" y="577306"/>
                  <a:pt x="358638" y="560536"/>
                </a:cubicBezTo>
                <a:cubicBezTo>
                  <a:pt x="358638" y="543767"/>
                  <a:pt x="372232" y="530173"/>
                  <a:pt x="389002" y="530173"/>
                </a:cubicBezTo>
                <a:close/>
                <a:moveTo>
                  <a:pt x="316447" y="530173"/>
                </a:moveTo>
                <a:cubicBezTo>
                  <a:pt x="333216" y="530173"/>
                  <a:pt x="346810" y="543767"/>
                  <a:pt x="346810" y="560536"/>
                </a:cubicBezTo>
                <a:cubicBezTo>
                  <a:pt x="346810" y="577306"/>
                  <a:pt x="333216" y="590900"/>
                  <a:pt x="316447" y="590900"/>
                </a:cubicBezTo>
                <a:cubicBezTo>
                  <a:pt x="299677" y="590900"/>
                  <a:pt x="286084" y="577306"/>
                  <a:pt x="286084" y="560536"/>
                </a:cubicBezTo>
                <a:cubicBezTo>
                  <a:pt x="286084" y="543767"/>
                  <a:pt x="299677" y="530173"/>
                  <a:pt x="316447" y="530173"/>
                </a:cubicBezTo>
                <a:close/>
                <a:moveTo>
                  <a:pt x="243892" y="530173"/>
                </a:moveTo>
                <a:cubicBezTo>
                  <a:pt x="260662" y="530173"/>
                  <a:pt x="274256" y="543767"/>
                  <a:pt x="274256" y="560536"/>
                </a:cubicBezTo>
                <a:cubicBezTo>
                  <a:pt x="274256" y="577306"/>
                  <a:pt x="260662" y="590900"/>
                  <a:pt x="243892" y="590900"/>
                </a:cubicBezTo>
                <a:cubicBezTo>
                  <a:pt x="227123" y="590900"/>
                  <a:pt x="213529" y="577306"/>
                  <a:pt x="213529" y="560536"/>
                </a:cubicBezTo>
                <a:cubicBezTo>
                  <a:pt x="213529" y="543767"/>
                  <a:pt x="227123" y="530173"/>
                  <a:pt x="243892" y="530173"/>
                </a:cubicBezTo>
                <a:close/>
                <a:moveTo>
                  <a:pt x="171339" y="530173"/>
                </a:moveTo>
                <a:cubicBezTo>
                  <a:pt x="188107" y="530173"/>
                  <a:pt x="201701" y="543767"/>
                  <a:pt x="201701" y="560536"/>
                </a:cubicBezTo>
                <a:cubicBezTo>
                  <a:pt x="201701" y="577306"/>
                  <a:pt x="188107" y="590900"/>
                  <a:pt x="171339" y="590900"/>
                </a:cubicBezTo>
                <a:cubicBezTo>
                  <a:pt x="154673" y="590900"/>
                  <a:pt x="141079" y="577306"/>
                  <a:pt x="141079" y="560536"/>
                </a:cubicBezTo>
                <a:cubicBezTo>
                  <a:pt x="141079" y="543767"/>
                  <a:pt x="154673" y="530173"/>
                  <a:pt x="171339" y="530173"/>
                </a:cubicBezTo>
                <a:close/>
                <a:moveTo>
                  <a:pt x="98904" y="530173"/>
                </a:moveTo>
                <a:cubicBezTo>
                  <a:pt x="115664" y="530173"/>
                  <a:pt x="129258" y="543767"/>
                  <a:pt x="129258" y="560536"/>
                </a:cubicBezTo>
                <a:cubicBezTo>
                  <a:pt x="129258" y="577306"/>
                  <a:pt x="115664" y="590900"/>
                  <a:pt x="98904" y="590900"/>
                </a:cubicBezTo>
                <a:cubicBezTo>
                  <a:pt x="82130" y="590900"/>
                  <a:pt x="68536" y="577306"/>
                  <a:pt x="68536" y="560536"/>
                </a:cubicBezTo>
                <a:cubicBezTo>
                  <a:pt x="68536" y="543767"/>
                  <a:pt x="82130" y="530173"/>
                  <a:pt x="98904" y="530173"/>
                </a:cubicBezTo>
                <a:close/>
                <a:moveTo>
                  <a:pt x="26349" y="530173"/>
                </a:moveTo>
                <a:cubicBezTo>
                  <a:pt x="43112" y="530173"/>
                  <a:pt x="56707" y="543767"/>
                  <a:pt x="56707" y="560536"/>
                </a:cubicBezTo>
                <a:cubicBezTo>
                  <a:pt x="56707" y="577306"/>
                  <a:pt x="43112" y="590900"/>
                  <a:pt x="26349" y="590900"/>
                </a:cubicBezTo>
                <a:cubicBezTo>
                  <a:pt x="17963" y="590900"/>
                  <a:pt x="10372" y="587502"/>
                  <a:pt x="4877" y="582007"/>
                </a:cubicBezTo>
                <a:lnTo>
                  <a:pt x="0" y="570232"/>
                </a:lnTo>
                <a:lnTo>
                  <a:pt x="0" y="550840"/>
                </a:lnTo>
                <a:lnTo>
                  <a:pt x="4877" y="539066"/>
                </a:lnTo>
                <a:cubicBezTo>
                  <a:pt x="10372" y="533572"/>
                  <a:pt x="17963" y="530173"/>
                  <a:pt x="26349" y="530173"/>
                </a:cubicBezTo>
                <a:close/>
                <a:moveTo>
                  <a:pt x="1673704" y="458486"/>
                </a:moveTo>
                <a:lnTo>
                  <a:pt x="1671744" y="497284"/>
                </a:lnTo>
                <a:lnTo>
                  <a:pt x="1664620" y="480084"/>
                </a:lnTo>
                <a:cubicBezTo>
                  <a:pt x="1664620" y="471700"/>
                  <a:pt x="1668019" y="464109"/>
                  <a:pt x="1673514" y="458614"/>
                </a:cubicBezTo>
                <a:close/>
                <a:moveTo>
                  <a:pt x="1622429" y="449721"/>
                </a:moveTo>
                <a:cubicBezTo>
                  <a:pt x="1639199" y="449721"/>
                  <a:pt x="1652792" y="463315"/>
                  <a:pt x="1652792" y="480084"/>
                </a:cubicBezTo>
                <a:cubicBezTo>
                  <a:pt x="1652792" y="496854"/>
                  <a:pt x="1639199" y="510448"/>
                  <a:pt x="1622429" y="510448"/>
                </a:cubicBezTo>
                <a:cubicBezTo>
                  <a:pt x="1605659" y="510448"/>
                  <a:pt x="1592066" y="496854"/>
                  <a:pt x="1592066" y="480084"/>
                </a:cubicBezTo>
                <a:cubicBezTo>
                  <a:pt x="1592066" y="463315"/>
                  <a:pt x="1605659" y="449721"/>
                  <a:pt x="1622429" y="449721"/>
                </a:cubicBezTo>
                <a:close/>
                <a:moveTo>
                  <a:pt x="1549874" y="449721"/>
                </a:moveTo>
                <a:cubicBezTo>
                  <a:pt x="1566644" y="449721"/>
                  <a:pt x="1580238" y="463315"/>
                  <a:pt x="1580238" y="480084"/>
                </a:cubicBezTo>
                <a:cubicBezTo>
                  <a:pt x="1580238" y="496854"/>
                  <a:pt x="1566644" y="510448"/>
                  <a:pt x="1549874" y="510448"/>
                </a:cubicBezTo>
                <a:cubicBezTo>
                  <a:pt x="1533105" y="510448"/>
                  <a:pt x="1519511" y="496854"/>
                  <a:pt x="1519511" y="480084"/>
                </a:cubicBezTo>
                <a:cubicBezTo>
                  <a:pt x="1519511" y="463315"/>
                  <a:pt x="1533105" y="449721"/>
                  <a:pt x="1549874" y="449721"/>
                </a:cubicBezTo>
                <a:close/>
                <a:moveTo>
                  <a:pt x="1477320" y="449721"/>
                </a:moveTo>
                <a:cubicBezTo>
                  <a:pt x="1494089" y="449721"/>
                  <a:pt x="1507683" y="463315"/>
                  <a:pt x="1507683" y="480084"/>
                </a:cubicBezTo>
                <a:cubicBezTo>
                  <a:pt x="1507683" y="496854"/>
                  <a:pt x="1494089" y="510448"/>
                  <a:pt x="1477320" y="510448"/>
                </a:cubicBezTo>
                <a:cubicBezTo>
                  <a:pt x="1460550" y="510448"/>
                  <a:pt x="1446956" y="496854"/>
                  <a:pt x="1446956" y="480084"/>
                </a:cubicBezTo>
                <a:cubicBezTo>
                  <a:pt x="1446956" y="463315"/>
                  <a:pt x="1460550" y="449721"/>
                  <a:pt x="1477320" y="449721"/>
                </a:cubicBezTo>
                <a:close/>
                <a:moveTo>
                  <a:pt x="1404765" y="449721"/>
                </a:moveTo>
                <a:cubicBezTo>
                  <a:pt x="1421535" y="449721"/>
                  <a:pt x="1435129" y="463315"/>
                  <a:pt x="1435129" y="480084"/>
                </a:cubicBezTo>
                <a:cubicBezTo>
                  <a:pt x="1435129" y="496854"/>
                  <a:pt x="1421535" y="510448"/>
                  <a:pt x="1404765" y="510448"/>
                </a:cubicBezTo>
                <a:cubicBezTo>
                  <a:pt x="1387996" y="510448"/>
                  <a:pt x="1374402" y="496854"/>
                  <a:pt x="1374402" y="480084"/>
                </a:cubicBezTo>
                <a:cubicBezTo>
                  <a:pt x="1374402" y="463315"/>
                  <a:pt x="1387996" y="449721"/>
                  <a:pt x="1404765" y="449721"/>
                </a:cubicBezTo>
                <a:close/>
                <a:moveTo>
                  <a:pt x="1332211" y="449721"/>
                </a:moveTo>
                <a:cubicBezTo>
                  <a:pt x="1348980" y="449721"/>
                  <a:pt x="1362574" y="463315"/>
                  <a:pt x="1362574" y="480084"/>
                </a:cubicBezTo>
                <a:cubicBezTo>
                  <a:pt x="1362574" y="496854"/>
                  <a:pt x="1348980" y="510448"/>
                  <a:pt x="1332211" y="510448"/>
                </a:cubicBezTo>
                <a:cubicBezTo>
                  <a:pt x="1315441" y="510448"/>
                  <a:pt x="1301847" y="496854"/>
                  <a:pt x="1301847" y="480084"/>
                </a:cubicBezTo>
                <a:cubicBezTo>
                  <a:pt x="1301847" y="463315"/>
                  <a:pt x="1315441" y="449721"/>
                  <a:pt x="1332211" y="449721"/>
                </a:cubicBezTo>
                <a:close/>
                <a:moveTo>
                  <a:pt x="1259656" y="449721"/>
                </a:moveTo>
                <a:cubicBezTo>
                  <a:pt x="1276426" y="449721"/>
                  <a:pt x="1290020" y="463315"/>
                  <a:pt x="1290020" y="480084"/>
                </a:cubicBezTo>
                <a:cubicBezTo>
                  <a:pt x="1290020" y="496854"/>
                  <a:pt x="1276426" y="510448"/>
                  <a:pt x="1259656" y="510448"/>
                </a:cubicBezTo>
                <a:cubicBezTo>
                  <a:pt x="1242887" y="510448"/>
                  <a:pt x="1229293" y="496854"/>
                  <a:pt x="1229293" y="480084"/>
                </a:cubicBezTo>
                <a:cubicBezTo>
                  <a:pt x="1229293" y="463315"/>
                  <a:pt x="1242887" y="449721"/>
                  <a:pt x="1259656" y="449721"/>
                </a:cubicBezTo>
                <a:close/>
                <a:moveTo>
                  <a:pt x="1187102" y="449721"/>
                </a:moveTo>
                <a:cubicBezTo>
                  <a:pt x="1203871" y="449721"/>
                  <a:pt x="1217465" y="463315"/>
                  <a:pt x="1217465" y="480084"/>
                </a:cubicBezTo>
                <a:cubicBezTo>
                  <a:pt x="1217465" y="496854"/>
                  <a:pt x="1203871" y="510448"/>
                  <a:pt x="1187102" y="510448"/>
                </a:cubicBezTo>
                <a:cubicBezTo>
                  <a:pt x="1170332" y="510448"/>
                  <a:pt x="1156738" y="496854"/>
                  <a:pt x="1156738" y="480084"/>
                </a:cubicBezTo>
                <a:cubicBezTo>
                  <a:pt x="1156738" y="463315"/>
                  <a:pt x="1170332" y="449721"/>
                  <a:pt x="1187102" y="449721"/>
                </a:cubicBezTo>
                <a:close/>
                <a:moveTo>
                  <a:pt x="1114547" y="449721"/>
                </a:moveTo>
                <a:cubicBezTo>
                  <a:pt x="1131317" y="449721"/>
                  <a:pt x="1144911" y="463315"/>
                  <a:pt x="1144911" y="480084"/>
                </a:cubicBezTo>
                <a:cubicBezTo>
                  <a:pt x="1144911" y="496854"/>
                  <a:pt x="1131317" y="510448"/>
                  <a:pt x="1114547" y="510448"/>
                </a:cubicBezTo>
                <a:cubicBezTo>
                  <a:pt x="1097778" y="510448"/>
                  <a:pt x="1084184" y="496854"/>
                  <a:pt x="1084184" y="480084"/>
                </a:cubicBezTo>
                <a:cubicBezTo>
                  <a:pt x="1084184" y="463315"/>
                  <a:pt x="1097778" y="449721"/>
                  <a:pt x="1114547" y="449721"/>
                </a:cubicBezTo>
                <a:close/>
                <a:moveTo>
                  <a:pt x="1041993" y="449721"/>
                </a:moveTo>
                <a:cubicBezTo>
                  <a:pt x="1058762" y="449721"/>
                  <a:pt x="1072356" y="463315"/>
                  <a:pt x="1072356" y="480084"/>
                </a:cubicBezTo>
                <a:cubicBezTo>
                  <a:pt x="1072356" y="496854"/>
                  <a:pt x="1058762" y="510448"/>
                  <a:pt x="1041993" y="510448"/>
                </a:cubicBezTo>
                <a:cubicBezTo>
                  <a:pt x="1025223" y="510448"/>
                  <a:pt x="1011629" y="496854"/>
                  <a:pt x="1011629" y="480084"/>
                </a:cubicBezTo>
                <a:cubicBezTo>
                  <a:pt x="1011629" y="463315"/>
                  <a:pt x="1025223" y="449721"/>
                  <a:pt x="1041993" y="449721"/>
                </a:cubicBezTo>
                <a:close/>
                <a:moveTo>
                  <a:pt x="969438" y="449721"/>
                </a:moveTo>
                <a:cubicBezTo>
                  <a:pt x="986208" y="449721"/>
                  <a:pt x="999801" y="463315"/>
                  <a:pt x="999801" y="480084"/>
                </a:cubicBezTo>
                <a:cubicBezTo>
                  <a:pt x="999801" y="496854"/>
                  <a:pt x="986208" y="510448"/>
                  <a:pt x="969438" y="510448"/>
                </a:cubicBezTo>
                <a:cubicBezTo>
                  <a:pt x="952669" y="510448"/>
                  <a:pt x="939075" y="496854"/>
                  <a:pt x="939075" y="480084"/>
                </a:cubicBezTo>
                <a:cubicBezTo>
                  <a:pt x="939075" y="463315"/>
                  <a:pt x="952669" y="449721"/>
                  <a:pt x="969438" y="449721"/>
                </a:cubicBezTo>
                <a:close/>
                <a:moveTo>
                  <a:pt x="896883" y="449721"/>
                </a:moveTo>
                <a:cubicBezTo>
                  <a:pt x="913653" y="449721"/>
                  <a:pt x="927247" y="463315"/>
                  <a:pt x="927247" y="480084"/>
                </a:cubicBezTo>
                <a:cubicBezTo>
                  <a:pt x="927247" y="496854"/>
                  <a:pt x="913653" y="510448"/>
                  <a:pt x="896883" y="510448"/>
                </a:cubicBezTo>
                <a:cubicBezTo>
                  <a:pt x="880114" y="510448"/>
                  <a:pt x="866520" y="496854"/>
                  <a:pt x="866520" y="480084"/>
                </a:cubicBezTo>
                <a:cubicBezTo>
                  <a:pt x="866520" y="463315"/>
                  <a:pt x="880114" y="449721"/>
                  <a:pt x="896883" y="449721"/>
                </a:cubicBezTo>
                <a:close/>
                <a:moveTo>
                  <a:pt x="824329" y="449721"/>
                </a:moveTo>
                <a:cubicBezTo>
                  <a:pt x="841098" y="449721"/>
                  <a:pt x="854692" y="463315"/>
                  <a:pt x="854692" y="480084"/>
                </a:cubicBezTo>
                <a:cubicBezTo>
                  <a:pt x="854692" y="496854"/>
                  <a:pt x="841098" y="510448"/>
                  <a:pt x="824329" y="510448"/>
                </a:cubicBezTo>
                <a:cubicBezTo>
                  <a:pt x="807559" y="510448"/>
                  <a:pt x="793965" y="496854"/>
                  <a:pt x="793965" y="480084"/>
                </a:cubicBezTo>
                <a:cubicBezTo>
                  <a:pt x="793965" y="463315"/>
                  <a:pt x="807559" y="449721"/>
                  <a:pt x="824329" y="449721"/>
                </a:cubicBezTo>
                <a:close/>
                <a:moveTo>
                  <a:pt x="751774" y="449721"/>
                </a:moveTo>
                <a:cubicBezTo>
                  <a:pt x="768544" y="449721"/>
                  <a:pt x="782138" y="463315"/>
                  <a:pt x="782138" y="480084"/>
                </a:cubicBezTo>
                <a:cubicBezTo>
                  <a:pt x="782138" y="496854"/>
                  <a:pt x="768544" y="510448"/>
                  <a:pt x="751774" y="510448"/>
                </a:cubicBezTo>
                <a:cubicBezTo>
                  <a:pt x="735005" y="510448"/>
                  <a:pt x="721411" y="496854"/>
                  <a:pt x="721411" y="480084"/>
                </a:cubicBezTo>
                <a:cubicBezTo>
                  <a:pt x="721411" y="463315"/>
                  <a:pt x="735005" y="449721"/>
                  <a:pt x="751774" y="449721"/>
                </a:cubicBezTo>
                <a:close/>
                <a:moveTo>
                  <a:pt x="679220" y="449721"/>
                </a:moveTo>
                <a:cubicBezTo>
                  <a:pt x="695989" y="449721"/>
                  <a:pt x="709583" y="463315"/>
                  <a:pt x="709583" y="480084"/>
                </a:cubicBezTo>
                <a:cubicBezTo>
                  <a:pt x="709583" y="496854"/>
                  <a:pt x="695989" y="510448"/>
                  <a:pt x="679220" y="510448"/>
                </a:cubicBezTo>
                <a:cubicBezTo>
                  <a:pt x="662450" y="510448"/>
                  <a:pt x="648856" y="496854"/>
                  <a:pt x="648856" y="480084"/>
                </a:cubicBezTo>
                <a:cubicBezTo>
                  <a:pt x="648856" y="463315"/>
                  <a:pt x="662450" y="449721"/>
                  <a:pt x="679220" y="449721"/>
                </a:cubicBezTo>
                <a:close/>
                <a:moveTo>
                  <a:pt x="606665" y="449721"/>
                </a:moveTo>
                <a:cubicBezTo>
                  <a:pt x="623435" y="449721"/>
                  <a:pt x="637029" y="463315"/>
                  <a:pt x="637029" y="480084"/>
                </a:cubicBezTo>
                <a:cubicBezTo>
                  <a:pt x="637029" y="496854"/>
                  <a:pt x="623435" y="510448"/>
                  <a:pt x="606665" y="510448"/>
                </a:cubicBezTo>
                <a:cubicBezTo>
                  <a:pt x="589896" y="510448"/>
                  <a:pt x="576302" y="496854"/>
                  <a:pt x="576302" y="480084"/>
                </a:cubicBezTo>
                <a:cubicBezTo>
                  <a:pt x="576302" y="463315"/>
                  <a:pt x="589896" y="449721"/>
                  <a:pt x="606665" y="449721"/>
                </a:cubicBezTo>
                <a:close/>
                <a:moveTo>
                  <a:pt x="534111" y="449721"/>
                </a:moveTo>
                <a:cubicBezTo>
                  <a:pt x="550880" y="449721"/>
                  <a:pt x="564474" y="463315"/>
                  <a:pt x="564474" y="480084"/>
                </a:cubicBezTo>
                <a:cubicBezTo>
                  <a:pt x="564474" y="496854"/>
                  <a:pt x="550880" y="510448"/>
                  <a:pt x="534111" y="510448"/>
                </a:cubicBezTo>
                <a:cubicBezTo>
                  <a:pt x="517341" y="510448"/>
                  <a:pt x="503747" y="496854"/>
                  <a:pt x="503747" y="480084"/>
                </a:cubicBezTo>
                <a:cubicBezTo>
                  <a:pt x="503747" y="463315"/>
                  <a:pt x="517341" y="449721"/>
                  <a:pt x="534111" y="449721"/>
                </a:cubicBezTo>
                <a:close/>
                <a:moveTo>
                  <a:pt x="461556" y="449721"/>
                </a:moveTo>
                <a:cubicBezTo>
                  <a:pt x="478326" y="449721"/>
                  <a:pt x="491920" y="463315"/>
                  <a:pt x="491920" y="480084"/>
                </a:cubicBezTo>
                <a:cubicBezTo>
                  <a:pt x="491920" y="496854"/>
                  <a:pt x="478326" y="510448"/>
                  <a:pt x="461556" y="510448"/>
                </a:cubicBezTo>
                <a:cubicBezTo>
                  <a:pt x="444787" y="510448"/>
                  <a:pt x="431192" y="496854"/>
                  <a:pt x="431192" y="480084"/>
                </a:cubicBezTo>
                <a:cubicBezTo>
                  <a:pt x="431192" y="463315"/>
                  <a:pt x="444787" y="449721"/>
                  <a:pt x="461556" y="449721"/>
                </a:cubicBezTo>
                <a:close/>
                <a:moveTo>
                  <a:pt x="389002" y="449721"/>
                </a:moveTo>
                <a:cubicBezTo>
                  <a:pt x="405771" y="449721"/>
                  <a:pt x="419365" y="463315"/>
                  <a:pt x="419365" y="480084"/>
                </a:cubicBezTo>
                <a:cubicBezTo>
                  <a:pt x="419365" y="496854"/>
                  <a:pt x="405771" y="510448"/>
                  <a:pt x="389002" y="510448"/>
                </a:cubicBezTo>
                <a:cubicBezTo>
                  <a:pt x="372232" y="510448"/>
                  <a:pt x="358638" y="496854"/>
                  <a:pt x="358638" y="480084"/>
                </a:cubicBezTo>
                <a:cubicBezTo>
                  <a:pt x="358638" y="463315"/>
                  <a:pt x="372232" y="449721"/>
                  <a:pt x="389002" y="449721"/>
                </a:cubicBezTo>
                <a:close/>
                <a:moveTo>
                  <a:pt x="316447" y="449721"/>
                </a:moveTo>
                <a:cubicBezTo>
                  <a:pt x="333216" y="449721"/>
                  <a:pt x="346810" y="463315"/>
                  <a:pt x="346810" y="480084"/>
                </a:cubicBezTo>
                <a:cubicBezTo>
                  <a:pt x="346810" y="496854"/>
                  <a:pt x="333216" y="510448"/>
                  <a:pt x="316447" y="510448"/>
                </a:cubicBezTo>
                <a:cubicBezTo>
                  <a:pt x="299677" y="510448"/>
                  <a:pt x="286084" y="496854"/>
                  <a:pt x="286084" y="480084"/>
                </a:cubicBezTo>
                <a:cubicBezTo>
                  <a:pt x="286084" y="463315"/>
                  <a:pt x="299677" y="449721"/>
                  <a:pt x="316447" y="449721"/>
                </a:cubicBezTo>
                <a:close/>
                <a:moveTo>
                  <a:pt x="243892" y="449721"/>
                </a:moveTo>
                <a:cubicBezTo>
                  <a:pt x="260662" y="449721"/>
                  <a:pt x="274256" y="463315"/>
                  <a:pt x="274256" y="480084"/>
                </a:cubicBezTo>
                <a:cubicBezTo>
                  <a:pt x="274256" y="496854"/>
                  <a:pt x="260662" y="510448"/>
                  <a:pt x="243892" y="510448"/>
                </a:cubicBezTo>
                <a:cubicBezTo>
                  <a:pt x="227123" y="510448"/>
                  <a:pt x="213529" y="496854"/>
                  <a:pt x="213529" y="480084"/>
                </a:cubicBezTo>
                <a:cubicBezTo>
                  <a:pt x="213529" y="463315"/>
                  <a:pt x="227123" y="449721"/>
                  <a:pt x="243892" y="449721"/>
                </a:cubicBezTo>
                <a:close/>
                <a:moveTo>
                  <a:pt x="171339" y="449721"/>
                </a:moveTo>
                <a:cubicBezTo>
                  <a:pt x="188107" y="449721"/>
                  <a:pt x="201701" y="463315"/>
                  <a:pt x="201701" y="480084"/>
                </a:cubicBezTo>
                <a:cubicBezTo>
                  <a:pt x="201701" y="496854"/>
                  <a:pt x="188107" y="510448"/>
                  <a:pt x="171339" y="510448"/>
                </a:cubicBezTo>
                <a:cubicBezTo>
                  <a:pt x="154679" y="510448"/>
                  <a:pt x="141085" y="496854"/>
                  <a:pt x="141085" y="480084"/>
                </a:cubicBezTo>
                <a:cubicBezTo>
                  <a:pt x="141085" y="463315"/>
                  <a:pt x="154679" y="449721"/>
                  <a:pt x="171339" y="449721"/>
                </a:cubicBezTo>
                <a:close/>
                <a:moveTo>
                  <a:pt x="98910" y="449721"/>
                </a:moveTo>
                <a:cubicBezTo>
                  <a:pt x="115670" y="449721"/>
                  <a:pt x="129264" y="463315"/>
                  <a:pt x="129264" y="480084"/>
                </a:cubicBezTo>
                <a:cubicBezTo>
                  <a:pt x="129264" y="496854"/>
                  <a:pt x="115670" y="510448"/>
                  <a:pt x="98910" y="510448"/>
                </a:cubicBezTo>
                <a:cubicBezTo>
                  <a:pt x="82136" y="510448"/>
                  <a:pt x="68542" y="496854"/>
                  <a:pt x="68542" y="480084"/>
                </a:cubicBezTo>
                <a:cubicBezTo>
                  <a:pt x="68542" y="463315"/>
                  <a:pt x="82136" y="449721"/>
                  <a:pt x="98910" y="449721"/>
                </a:cubicBezTo>
                <a:close/>
                <a:moveTo>
                  <a:pt x="26355" y="449721"/>
                </a:moveTo>
                <a:cubicBezTo>
                  <a:pt x="43118" y="449721"/>
                  <a:pt x="56713" y="463315"/>
                  <a:pt x="56713" y="480084"/>
                </a:cubicBezTo>
                <a:cubicBezTo>
                  <a:pt x="56713" y="496854"/>
                  <a:pt x="43118" y="510448"/>
                  <a:pt x="26355" y="510448"/>
                </a:cubicBezTo>
                <a:cubicBezTo>
                  <a:pt x="17970" y="510448"/>
                  <a:pt x="10379" y="507050"/>
                  <a:pt x="4884" y="501555"/>
                </a:cubicBezTo>
                <a:lnTo>
                  <a:pt x="0" y="489763"/>
                </a:lnTo>
                <a:lnTo>
                  <a:pt x="0" y="470405"/>
                </a:lnTo>
                <a:lnTo>
                  <a:pt x="4884" y="458614"/>
                </a:lnTo>
                <a:cubicBezTo>
                  <a:pt x="10379" y="453120"/>
                  <a:pt x="17970" y="449721"/>
                  <a:pt x="26355" y="449721"/>
                </a:cubicBezTo>
                <a:close/>
                <a:moveTo>
                  <a:pt x="1673066" y="379245"/>
                </a:moveTo>
                <a:lnTo>
                  <a:pt x="1675237" y="422266"/>
                </a:lnTo>
                <a:lnTo>
                  <a:pt x="1673514" y="421103"/>
                </a:lnTo>
                <a:cubicBezTo>
                  <a:pt x="1668019" y="415609"/>
                  <a:pt x="1664620" y="408017"/>
                  <a:pt x="1664620" y="399633"/>
                </a:cubicBezTo>
                <a:close/>
                <a:moveTo>
                  <a:pt x="1622429" y="369269"/>
                </a:moveTo>
                <a:cubicBezTo>
                  <a:pt x="1639199" y="369269"/>
                  <a:pt x="1652792" y="382864"/>
                  <a:pt x="1652792" y="399633"/>
                </a:cubicBezTo>
                <a:cubicBezTo>
                  <a:pt x="1652792" y="416402"/>
                  <a:pt x="1639199" y="429997"/>
                  <a:pt x="1622429" y="429997"/>
                </a:cubicBezTo>
                <a:cubicBezTo>
                  <a:pt x="1605659" y="429997"/>
                  <a:pt x="1592066" y="416402"/>
                  <a:pt x="1592066" y="399633"/>
                </a:cubicBezTo>
                <a:cubicBezTo>
                  <a:pt x="1592066" y="382864"/>
                  <a:pt x="1605659" y="369269"/>
                  <a:pt x="1622429" y="369269"/>
                </a:cubicBezTo>
                <a:close/>
                <a:moveTo>
                  <a:pt x="1549874" y="369269"/>
                </a:moveTo>
                <a:cubicBezTo>
                  <a:pt x="1566644" y="369269"/>
                  <a:pt x="1580238" y="382864"/>
                  <a:pt x="1580238" y="399633"/>
                </a:cubicBezTo>
                <a:cubicBezTo>
                  <a:pt x="1580238" y="416402"/>
                  <a:pt x="1566644" y="429997"/>
                  <a:pt x="1549874" y="429997"/>
                </a:cubicBezTo>
                <a:cubicBezTo>
                  <a:pt x="1533105" y="429997"/>
                  <a:pt x="1519511" y="416402"/>
                  <a:pt x="1519511" y="399633"/>
                </a:cubicBezTo>
                <a:cubicBezTo>
                  <a:pt x="1519511" y="382864"/>
                  <a:pt x="1533105" y="369269"/>
                  <a:pt x="1549874" y="369269"/>
                </a:cubicBezTo>
                <a:close/>
                <a:moveTo>
                  <a:pt x="1477320" y="369269"/>
                </a:moveTo>
                <a:cubicBezTo>
                  <a:pt x="1494089" y="369269"/>
                  <a:pt x="1507683" y="382864"/>
                  <a:pt x="1507683" y="399633"/>
                </a:cubicBezTo>
                <a:cubicBezTo>
                  <a:pt x="1507683" y="416402"/>
                  <a:pt x="1494089" y="429997"/>
                  <a:pt x="1477320" y="429997"/>
                </a:cubicBezTo>
                <a:cubicBezTo>
                  <a:pt x="1460550" y="429997"/>
                  <a:pt x="1446956" y="416402"/>
                  <a:pt x="1446956" y="399633"/>
                </a:cubicBezTo>
                <a:cubicBezTo>
                  <a:pt x="1446956" y="382864"/>
                  <a:pt x="1460550" y="369269"/>
                  <a:pt x="1477320" y="369269"/>
                </a:cubicBezTo>
                <a:close/>
                <a:moveTo>
                  <a:pt x="1404765" y="369269"/>
                </a:moveTo>
                <a:cubicBezTo>
                  <a:pt x="1421535" y="369269"/>
                  <a:pt x="1435129" y="382864"/>
                  <a:pt x="1435129" y="399633"/>
                </a:cubicBezTo>
                <a:cubicBezTo>
                  <a:pt x="1435129" y="416402"/>
                  <a:pt x="1421535" y="429997"/>
                  <a:pt x="1404765" y="429997"/>
                </a:cubicBezTo>
                <a:cubicBezTo>
                  <a:pt x="1387996" y="429997"/>
                  <a:pt x="1374402" y="416402"/>
                  <a:pt x="1374402" y="399633"/>
                </a:cubicBezTo>
                <a:cubicBezTo>
                  <a:pt x="1374402" y="382864"/>
                  <a:pt x="1387996" y="369269"/>
                  <a:pt x="1404765" y="369269"/>
                </a:cubicBezTo>
                <a:close/>
                <a:moveTo>
                  <a:pt x="1332211" y="369269"/>
                </a:moveTo>
                <a:cubicBezTo>
                  <a:pt x="1348980" y="369269"/>
                  <a:pt x="1362574" y="382864"/>
                  <a:pt x="1362574" y="399633"/>
                </a:cubicBezTo>
                <a:cubicBezTo>
                  <a:pt x="1362574" y="416402"/>
                  <a:pt x="1348980" y="429997"/>
                  <a:pt x="1332211" y="429997"/>
                </a:cubicBezTo>
                <a:cubicBezTo>
                  <a:pt x="1315441" y="429997"/>
                  <a:pt x="1301847" y="416402"/>
                  <a:pt x="1301847" y="399633"/>
                </a:cubicBezTo>
                <a:cubicBezTo>
                  <a:pt x="1301847" y="382864"/>
                  <a:pt x="1315441" y="369269"/>
                  <a:pt x="1332211" y="369269"/>
                </a:cubicBezTo>
                <a:close/>
                <a:moveTo>
                  <a:pt x="1259656" y="369269"/>
                </a:moveTo>
                <a:cubicBezTo>
                  <a:pt x="1276426" y="369269"/>
                  <a:pt x="1290020" y="382864"/>
                  <a:pt x="1290020" y="399633"/>
                </a:cubicBezTo>
                <a:cubicBezTo>
                  <a:pt x="1290020" y="416402"/>
                  <a:pt x="1276426" y="429997"/>
                  <a:pt x="1259656" y="429997"/>
                </a:cubicBezTo>
                <a:cubicBezTo>
                  <a:pt x="1242887" y="429997"/>
                  <a:pt x="1229293" y="416402"/>
                  <a:pt x="1229293" y="399633"/>
                </a:cubicBezTo>
                <a:cubicBezTo>
                  <a:pt x="1229293" y="382864"/>
                  <a:pt x="1242887" y="369269"/>
                  <a:pt x="1259656" y="369269"/>
                </a:cubicBezTo>
                <a:close/>
                <a:moveTo>
                  <a:pt x="1187102" y="369269"/>
                </a:moveTo>
                <a:cubicBezTo>
                  <a:pt x="1203871" y="369269"/>
                  <a:pt x="1217465" y="382864"/>
                  <a:pt x="1217465" y="399633"/>
                </a:cubicBezTo>
                <a:cubicBezTo>
                  <a:pt x="1217465" y="416402"/>
                  <a:pt x="1203871" y="429997"/>
                  <a:pt x="1187102" y="429997"/>
                </a:cubicBezTo>
                <a:cubicBezTo>
                  <a:pt x="1170332" y="429997"/>
                  <a:pt x="1156738" y="416402"/>
                  <a:pt x="1156738" y="399633"/>
                </a:cubicBezTo>
                <a:cubicBezTo>
                  <a:pt x="1156738" y="382864"/>
                  <a:pt x="1170332" y="369269"/>
                  <a:pt x="1187102" y="369269"/>
                </a:cubicBezTo>
                <a:close/>
                <a:moveTo>
                  <a:pt x="1114547" y="369269"/>
                </a:moveTo>
                <a:cubicBezTo>
                  <a:pt x="1131317" y="369269"/>
                  <a:pt x="1144911" y="382864"/>
                  <a:pt x="1144911" y="399633"/>
                </a:cubicBezTo>
                <a:cubicBezTo>
                  <a:pt x="1144911" y="416402"/>
                  <a:pt x="1131317" y="429997"/>
                  <a:pt x="1114547" y="429997"/>
                </a:cubicBezTo>
                <a:cubicBezTo>
                  <a:pt x="1097778" y="429997"/>
                  <a:pt x="1084184" y="416402"/>
                  <a:pt x="1084184" y="399633"/>
                </a:cubicBezTo>
                <a:cubicBezTo>
                  <a:pt x="1084184" y="382864"/>
                  <a:pt x="1097778" y="369269"/>
                  <a:pt x="1114547" y="369269"/>
                </a:cubicBezTo>
                <a:close/>
                <a:moveTo>
                  <a:pt x="1041993" y="369269"/>
                </a:moveTo>
                <a:cubicBezTo>
                  <a:pt x="1058762" y="369269"/>
                  <a:pt x="1072356" y="382864"/>
                  <a:pt x="1072356" y="399633"/>
                </a:cubicBezTo>
                <a:cubicBezTo>
                  <a:pt x="1072356" y="416402"/>
                  <a:pt x="1058762" y="429997"/>
                  <a:pt x="1041993" y="429997"/>
                </a:cubicBezTo>
                <a:cubicBezTo>
                  <a:pt x="1025223" y="429997"/>
                  <a:pt x="1011629" y="416402"/>
                  <a:pt x="1011629" y="399633"/>
                </a:cubicBezTo>
                <a:cubicBezTo>
                  <a:pt x="1011629" y="382864"/>
                  <a:pt x="1025223" y="369269"/>
                  <a:pt x="1041993" y="369269"/>
                </a:cubicBezTo>
                <a:close/>
                <a:moveTo>
                  <a:pt x="969438" y="369269"/>
                </a:moveTo>
                <a:cubicBezTo>
                  <a:pt x="986208" y="369269"/>
                  <a:pt x="999801" y="382864"/>
                  <a:pt x="999801" y="399633"/>
                </a:cubicBezTo>
                <a:cubicBezTo>
                  <a:pt x="999801" y="416402"/>
                  <a:pt x="986208" y="429997"/>
                  <a:pt x="969438" y="429997"/>
                </a:cubicBezTo>
                <a:cubicBezTo>
                  <a:pt x="952669" y="429997"/>
                  <a:pt x="939075" y="416402"/>
                  <a:pt x="939075" y="399633"/>
                </a:cubicBezTo>
                <a:cubicBezTo>
                  <a:pt x="939075" y="382864"/>
                  <a:pt x="952669" y="369269"/>
                  <a:pt x="969438" y="369269"/>
                </a:cubicBezTo>
                <a:close/>
                <a:moveTo>
                  <a:pt x="896883" y="369269"/>
                </a:moveTo>
                <a:cubicBezTo>
                  <a:pt x="913653" y="369269"/>
                  <a:pt x="927247" y="382864"/>
                  <a:pt x="927247" y="399633"/>
                </a:cubicBezTo>
                <a:cubicBezTo>
                  <a:pt x="927247" y="416402"/>
                  <a:pt x="913653" y="429997"/>
                  <a:pt x="896883" y="429997"/>
                </a:cubicBezTo>
                <a:cubicBezTo>
                  <a:pt x="880114" y="429997"/>
                  <a:pt x="866520" y="416402"/>
                  <a:pt x="866520" y="399633"/>
                </a:cubicBezTo>
                <a:cubicBezTo>
                  <a:pt x="866520" y="382864"/>
                  <a:pt x="880114" y="369269"/>
                  <a:pt x="896883" y="369269"/>
                </a:cubicBezTo>
                <a:close/>
                <a:moveTo>
                  <a:pt x="824329" y="369269"/>
                </a:moveTo>
                <a:cubicBezTo>
                  <a:pt x="841098" y="369269"/>
                  <a:pt x="854692" y="382864"/>
                  <a:pt x="854692" y="399633"/>
                </a:cubicBezTo>
                <a:cubicBezTo>
                  <a:pt x="854692" y="416402"/>
                  <a:pt x="841098" y="429997"/>
                  <a:pt x="824329" y="429997"/>
                </a:cubicBezTo>
                <a:cubicBezTo>
                  <a:pt x="807559" y="429997"/>
                  <a:pt x="793965" y="416402"/>
                  <a:pt x="793965" y="399633"/>
                </a:cubicBezTo>
                <a:cubicBezTo>
                  <a:pt x="793965" y="382864"/>
                  <a:pt x="807559" y="369269"/>
                  <a:pt x="824329" y="369269"/>
                </a:cubicBezTo>
                <a:close/>
                <a:moveTo>
                  <a:pt x="751774" y="369269"/>
                </a:moveTo>
                <a:cubicBezTo>
                  <a:pt x="768544" y="369269"/>
                  <a:pt x="782138" y="382864"/>
                  <a:pt x="782138" y="399633"/>
                </a:cubicBezTo>
                <a:cubicBezTo>
                  <a:pt x="782138" y="416402"/>
                  <a:pt x="768544" y="429997"/>
                  <a:pt x="751774" y="429997"/>
                </a:cubicBezTo>
                <a:cubicBezTo>
                  <a:pt x="735005" y="429997"/>
                  <a:pt x="721411" y="416402"/>
                  <a:pt x="721411" y="399633"/>
                </a:cubicBezTo>
                <a:cubicBezTo>
                  <a:pt x="721411" y="382864"/>
                  <a:pt x="735005" y="369269"/>
                  <a:pt x="751774" y="369269"/>
                </a:cubicBezTo>
                <a:close/>
                <a:moveTo>
                  <a:pt x="679220" y="369269"/>
                </a:moveTo>
                <a:cubicBezTo>
                  <a:pt x="695989" y="369269"/>
                  <a:pt x="709583" y="382864"/>
                  <a:pt x="709583" y="399633"/>
                </a:cubicBezTo>
                <a:cubicBezTo>
                  <a:pt x="709583" y="416402"/>
                  <a:pt x="695989" y="429997"/>
                  <a:pt x="679220" y="429997"/>
                </a:cubicBezTo>
                <a:cubicBezTo>
                  <a:pt x="662450" y="429997"/>
                  <a:pt x="648856" y="416402"/>
                  <a:pt x="648856" y="399633"/>
                </a:cubicBezTo>
                <a:cubicBezTo>
                  <a:pt x="648856" y="382864"/>
                  <a:pt x="662450" y="369269"/>
                  <a:pt x="679220" y="369269"/>
                </a:cubicBezTo>
                <a:close/>
                <a:moveTo>
                  <a:pt x="606665" y="369269"/>
                </a:moveTo>
                <a:cubicBezTo>
                  <a:pt x="623435" y="369269"/>
                  <a:pt x="637029" y="382864"/>
                  <a:pt x="637029" y="399633"/>
                </a:cubicBezTo>
                <a:cubicBezTo>
                  <a:pt x="637029" y="416402"/>
                  <a:pt x="623435" y="429997"/>
                  <a:pt x="606665" y="429997"/>
                </a:cubicBezTo>
                <a:cubicBezTo>
                  <a:pt x="589896" y="429997"/>
                  <a:pt x="576302" y="416402"/>
                  <a:pt x="576302" y="399633"/>
                </a:cubicBezTo>
                <a:cubicBezTo>
                  <a:pt x="576302" y="382864"/>
                  <a:pt x="589896" y="369269"/>
                  <a:pt x="606665" y="369269"/>
                </a:cubicBezTo>
                <a:close/>
                <a:moveTo>
                  <a:pt x="534111" y="369269"/>
                </a:moveTo>
                <a:cubicBezTo>
                  <a:pt x="550880" y="369269"/>
                  <a:pt x="564474" y="382864"/>
                  <a:pt x="564474" y="399633"/>
                </a:cubicBezTo>
                <a:cubicBezTo>
                  <a:pt x="564474" y="416402"/>
                  <a:pt x="550880" y="429997"/>
                  <a:pt x="534111" y="429997"/>
                </a:cubicBezTo>
                <a:cubicBezTo>
                  <a:pt x="517341" y="429997"/>
                  <a:pt x="503747" y="416402"/>
                  <a:pt x="503747" y="399633"/>
                </a:cubicBezTo>
                <a:cubicBezTo>
                  <a:pt x="503747" y="382864"/>
                  <a:pt x="517341" y="369269"/>
                  <a:pt x="534111" y="369269"/>
                </a:cubicBezTo>
                <a:close/>
                <a:moveTo>
                  <a:pt x="461556" y="369269"/>
                </a:moveTo>
                <a:cubicBezTo>
                  <a:pt x="478326" y="369269"/>
                  <a:pt x="491920" y="382864"/>
                  <a:pt x="491920" y="399633"/>
                </a:cubicBezTo>
                <a:cubicBezTo>
                  <a:pt x="491920" y="416402"/>
                  <a:pt x="478326" y="429997"/>
                  <a:pt x="461556" y="429997"/>
                </a:cubicBezTo>
                <a:cubicBezTo>
                  <a:pt x="444787" y="429997"/>
                  <a:pt x="431192" y="416402"/>
                  <a:pt x="431192" y="399633"/>
                </a:cubicBezTo>
                <a:cubicBezTo>
                  <a:pt x="431192" y="382864"/>
                  <a:pt x="444787" y="369269"/>
                  <a:pt x="461556" y="369269"/>
                </a:cubicBezTo>
                <a:close/>
                <a:moveTo>
                  <a:pt x="389002" y="369269"/>
                </a:moveTo>
                <a:cubicBezTo>
                  <a:pt x="405771" y="369269"/>
                  <a:pt x="419365" y="382864"/>
                  <a:pt x="419365" y="399633"/>
                </a:cubicBezTo>
                <a:cubicBezTo>
                  <a:pt x="419365" y="416402"/>
                  <a:pt x="405771" y="429997"/>
                  <a:pt x="389002" y="429997"/>
                </a:cubicBezTo>
                <a:cubicBezTo>
                  <a:pt x="372232" y="429997"/>
                  <a:pt x="358638" y="416402"/>
                  <a:pt x="358638" y="399633"/>
                </a:cubicBezTo>
                <a:cubicBezTo>
                  <a:pt x="358638" y="382864"/>
                  <a:pt x="372232" y="369269"/>
                  <a:pt x="389002" y="369269"/>
                </a:cubicBezTo>
                <a:close/>
                <a:moveTo>
                  <a:pt x="316447" y="369269"/>
                </a:moveTo>
                <a:cubicBezTo>
                  <a:pt x="333216" y="369269"/>
                  <a:pt x="346810" y="382864"/>
                  <a:pt x="346810" y="399633"/>
                </a:cubicBezTo>
                <a:cubicBezTo>
                  <a:pt x="346810" y="416402"/>
                  <a:pt x="333216" y="429997"/>
                  <a:pt x="316447" y="429997"/>
                </a:cubicBezTo>
                <a:cubicBezTo>
                  <a:pt x="299677" y="429997"/>
                  <a:pt x="286084" y="416402"/>
                  <a:pt x="286084" y="399633"/>
                </a:cubicBezTo>
                <a:cubicBezTo>
                  <a:pt x="286084" y="382864"/>
                  <a:pt x="299677" y="369269"/>
                  <a:pt x="316447" y="369269"/>
                </a:cubicBezTo>
                <a:close/>
                <a:moveTo>
                  <a:pt x="243892" y="369269"/>
                </a:moveTo>
                <a:cubicBezTo>
                  <a:pt x="260662" y="369269"/>
                  <a:pt x="274256" y="382864"/>
                  <a:pt x="274256" y="399633"/>
                </a:cubicBezTo>
                <a:cubicBezTo>
                  <a:pt x="274256" y="416402"/>
                  <a:pt x="260662" y="429997"/>
                  <a:pt x="243892" y="429997"/>
                </a:cubicBezTo>
                <a:cubicBezTo>
                  <a:pt x="227123" y="429997"/>
                  <a:pt x="213529" y="416402"/>
                  <a:pt x="213529" y="399633"/>
                </a:cubicBezTo>
                <a:cubicBezTo>
                  <a:pt x="213529" y="382864"/>
                  <a:pt x="227123" y="369269"/>
                  <a:pt x="243892" y="369269"/>
                </a:cubicBezTo>
                <a:close/>
                <a:moveTo>
                  <a:pt x="171339" y="369269"/>
                </a:moveTo>
                <a:cubicBezTo>
                  <a:pt x="188107" y="369269"/>
                  <a:pt x="201701" y="382864"/>
                  <a:pt x="201701" y="399633"/>
                </a:cubicBezTo>
                <a:cubicBezTo>
                  <a:pt x="201701" y="416402"/>
                  <a:pt x="188107" y="429997"/>
                  <a:pt x="171339" y="429997"/>
                </a:cubicBezTo>
                <a:cubicBezTo>
                  <a:pt x="154685" y="429997"/>
                  <a:pt x="141090" y="416402"/>
                  <a:pt x="141090" y="399633"/>
                </a:cubicBezTo>
                <a:cubicBezTo>
                  <a:pt x="141090" y="382864"/>
                  <a:pt x="154685" y="369269"/>
                  <a:pt x="171339" y="369269"/>
                </a:cubicBezTo>
                <a:close/>
                <a:moveTo>
                  <a:pt x="98917" y="369269"/>
                </a:moveTo>
                <a:cubicBezTo>
                  <a:pt x="115677" y="369269"/>
                  <a:pt x="129270" y="382864"/>
                  <a:pt x="129270" y="399633"/>
                </a:cubicBezTo>
                <a:cubicBezTo>
                  <a:pt x="129270" y="416402"/>
                  <a:pt x="115677" y="429997"/>
                  <a:pt x="98917" y="429997"/>
                </a:cubicBezTo>
                <a:cubicBezTo>
                  <a:pt x="82143" y="429997"/>
                  <a:pt x="68549" y="416402"/>
                  <a:pt x="68549" y="399633"/>
                </a:cubicBezTo>
                <a:cubicBezTo>
                  <a:pt x="68549" y="382864"/>
                  <a:pt x="82143" y="369269"/>
                  <a:pt x="98917" y="369269"/>
                </a:cubicBezTo>
                <a:close/>
                <a:moveTo>
                  <a:pt x="26362" y="369269"/>
                </a:moveTo>
                <a:cubicBezTo>
                  <a:pt x="43124" y="369269"/>
                  <a:pt x="56719" y="382864"/>
                  <a:pt x="56719" y="399633"/>
                </a:cubicBezTo>
                <a:cubicBezTo>
                  <a:pt x="56719" y="416402"/>
                  <a:pt x="43124" y="429997"/>
                  <a:pt x="26362" y="429997"/>
                </a:cubicBezTo>
                <a:cubicBezTo>
                  <a:pt x="17976" y="429997"/>
                  <a:pt x="10385" y="426598"/>
                  <a:pt x="4890" y="421103"/>
                </a:cubicBezTo>
                <a:lnTo>
                  <a:pt x="0" y="409299"/>
                </a:lnTo>
                <a:lnTo>
                  <a:pt x="0" y="389967"/>
                </a:lnTo>
                <a:lnTo>
                  <a:pt x="4890" y="378163"/>
                </a:lnTo>
                <a:cubicBezTo>
                  <a:pt x="10385" y="372668"/>
                  <a:pt x="17976" y="369269"/>
                  <a:pt x="26362" y="369269"/>
                </a:cubicBezTo>
                <a:close/>
                <a:moveTo>
                  <a:pt x="1669444" y="307535"/>
                </a:moveTo>
                <a:lnTo>
                  <a:pt x="1670784" y="334061"/>
                </a:lnTo>
                <a:lnTo>
                  <a:pt x="1664620" y="319181"/>
                </a:lnTo>
                <a:close/>
                <a:moveTo>
                  <a:pt x="1622429" y="288818"/>
                </a:moveTo>
                <a:cubicBezTo>
                  <a:pt x="1639199" y="288818"/>
                  <a:pt x="1652792" y="302412"/>
                  <a:pt x="1652792" y="319181"/>
                </a:cubicBezTo>
                <a:cubicBezTo>
                  <a:pt x="1652792" y="335950"/>
                  <a:pt x="1639199" y="349545"/>
                  <a:pt x="1622429" y="349545"/>
                </a:cubicBezTo>
                <a:cubicBezTo>
                  <a:pt x="1605659" y="349545"/>
                  <a:pt x="1592066" y="335950"/>
                  <a:pt x="1592066" y="319181"/>
                </a:cubicBezTo>
                <a:cubicBezTo>
                  <a:pt x="1592066" y="302412"/>
                  <a:pt x="1605659" y="288818"/>
                  <a:pt x="1622429" y="288818"/>
                </a:cubicBezTo>
                <a:close/>
                <a:moveTo>
                  <a:pt x="1549874" y="288818"/>
                </a:moveTo>
                <a:cubicBezTo>
                  <a:pt x="1566644" y="288818"/>
                  <a:pt x="1580238" y="302412"/>
                  <a:pt x="1580238" y="319181"/>
                </a:cubicBezTo>
                <a:cubicBezTo>
                  <a:pt x="1580238" y="335950"/>
                  <a:pt x="1566644" y="349545"/>
                  <a:pt x="1549874" y="349545"/>
                </a:cubicBezTo>
                <a:cubicBezTo>
                  <a:pt x="1533105" y="349545"/>
                  <a:pt x="1519511" y="335950"/>
                  <a:pt x="1519511" y="319181"/>
                </a:cubicBezTo>
                <a:cubicBezTo>
                  <a:pt x="1519511" y="302412"/>
                  <a:pt x="1533105" y="288818"/>
                  <a:pt x="1549874" y="288818"/>
                </a:cubicBezTo>
                <a:close/>
                <a:moveTo>
                  <a:pt x="1477320" y="288818"/>
                </a:moveTo>
                <a:cubicBezTo>
                  <a:pt x="1494089" y="288818"/>
                  <a:pt x="1507683" y="302412"/>
                  <a:pt x="1507683" y="319181"/>
                </a:cubicBezTo>
                <a:cubicBezTo>
                  <a:pt x="1507683" y="335950"/>
                  <a:pt x="1494089" y="349545"/>
                  <a:pt x="1477320" y="349545"/>
                </a:cubicBezTo>
                <a:cubicBezTo>
                  <a:pt x="1460550" y="349545"/>
                  <a:pt x="1446956" y="335950"/>
                  <a:pt x="1446956" y="319181"/>
                </a:cubicBezTo>
                <a:cubicBezTo>
                  <a:pt x="1446956" y="302412"/>
                  <a:pt x="1460550" y="288818"/>
                  <a:pt x="1477320" y="288818"/>
                </a:cubicBezTo>
                <a:close/>
                <a:moveTo>
                  <a:pt x="1404765" y="288818"/>
                </a:moveTo>
                <a:cubicBezTo>
                  <a:pt x="1421535" y="288818"/>
                  <a:pt x="1435129" y="302412"/>
                  <a:pt x="1435129" y="319181"/>
                </a:cubicBezTo>
                <a:cubicBezTo>
                  <a:pt x="1435129" y="335950"/>
                  <a:pt x="1421535" y="349545"/>
                  <a:pt x="1404765" y="349545"/>
                </a:cubicBezTo>
                <a:cubicBezTo>
                  <a:pt x="1387996" y="349545"/>
                  <a:pt x="1374402" y="335950"/>
                  <a:pt x="1374402" y="319181"/>
                </a:cubicBezTo>
                <a:cubicBezTo>
                  <a:pt x="1374402" y="302412"/>
                  <a:pt x="1387996" y="288818"/>
                  <a:pt x="1404765" y="288818"/>
                </a:cubicBezTo>
                <a:close/>
                <a:moveTo>
                  <a:pt x="1332211" y="288818"/>
                </a:moveTo>
                <a:cubicBezTo>
                  <a:pt x="1348980" y="288818"/>
                  <a:pt x="1362574" y="302412"/>
                  <a:pt x="1362574" y="319181"/>
                </a:cubicBezTo>
                <a:cubicBezTo>
                  <a:pt x="1362574" y="335950"/>
                  <a:pt x="1348980" y="349545"/>
                  <a:pt x="1332211" y="349545"/>
                </a:cubicBezTo>
                <a:cubicBezTo>
                  <a:pt x="1315441" y="349545"/>
                  <a:pt x="1301847" y="335950"/>
                  <a:pt x="1301847" y="319181"/>
                </a:cubicBezTo>
                <a:cubicBezTo>
                  <a:pt x="1301847" y="302412"/>
                  <a:pt x="1315441" y="288818"/>
                  <a:pt x="1332211" y="288818"/>
                </a:cubicBezTo>
                <a:close/>
                <a:moveTo>
                  <a:pt x="1259656" y="288818"/>
                </a:moveTo>
                <a:cubicBezTo>
                  <a:pt x="1276426" y="288818"/>
                  <a:pt x="1290020" y="302412"/>
                  <a:pt x="1290020" y="319181"/>
                </a:cubicBezTo>
                <a:cubicBezTo>
                  <a:pt x="1290020" y="335950"/>
                  <a:pt x="1276426" y="349545"/>
                  <a:pt x="1259656" y="349545"/>
                </a:cubicBezTo>
                <a:cubicBezTo>
                  <a:pt x="1242887" y="349545"/>
                  <a:pt x="1229293" y="335950"/>
                  <a:pt x="1229293" y="319181"/>
                </a:cubicBezTo>
                <a:cubicBezTo>
                  <a:pt x="1229293" y="302412"/>
                  <a:pt x="1242887" y="288818"/>
                  <a:pt x="1259656" y="288818"/>
                </a:cubicBezTo>
                <a:close/>
                <a:moveTo>
                  <a:pt x="1187102" y="288818"/>
                </a:moveTo>
                <a:cubicBezTo>
                  <a:pt x="1203871" y="288818"/>
                  <a:pt x="1217465" y="302412"/>
                  <a:pt x="1217465" y="319181"/>
                </a:cubicBezTo>
                <a:cubicBezTo>
                  <a:pt x="1217465" y="335950"/>
                  <a:pt x="1203871" y="349545"/>
                  <a:pt x="1187102" y="349545"/>
                </a:cubicBezTo>
                <a:cubicBezTo>
                  <a:pt x="1170332" y="349545"/>
                  <a:pt x="1156738" y="335950"/>
                  <a:pt x="1156738" y="319181"/>
                </a:cubicBezTo>
                <a:cubicBezTo>
                  <a:pt x="1156738" y="302412"/>
                  <a:pt x="1170332" y="288818"/>
                  <a:pt x="1187102" y="288818"/>
                </a:cubicBezTo>
                <a:close/>
                <a:moveTo>
                  <a:pt x="1114547" y="288818"/>
                </a:moveTo>
                <a:cubicBezTo>
                  <a:pt x="1131317" y="288818"/>
                  <a:pt x="1144911" y="302412"/>
                  <a:pt x="1144911" y="319181"/>
                </a:cubicBezTo>
                <a:cubicBezTo>
                  <a:pt x="1144911" y="335950"/>
                  <a:pt x="1131317" y="349545"/>
                  <a:pt x="1114547" y="349545"/>
                </a:cubicBezTo>
                <a:cubicBezTo>
                  <a:pt x="1097778" y="349545"/>
                  <a:pt x="1084184" y="335950"/>
                  <a:pt x="1084184" y="319181"/>
                </a:cubicBezTo>
                <a:cubicBezTo>
                  <a:pt x="1084184" y="302412"/>
                  <a:pt x="1097778" y="288818"/>
                  <a:pt x="1114547" y="288818"/>
                </a:cubicBezTo>
                <a:close/>
                <a:moveTo>
                  <a:pt x="1041993" y="288818"/>
                </a:moveTo>
                <a:cubicBezTo>
                  <a:pt x="1058762" y="288818"/>
                  <a:pt x="1072356" y="302412"/>
                  <a:pt x="1072356" y="319181"/>
                </a:cubicBezTo>
                <a:cubicBezTo>
                  <a:pt x="1072356" y="335950"/>
                  <a:pt x="1058762" y="349545"/>
                  <a:pt x="1041993" y="349545"/>
                </a:cubicBezTo>
                <a:cubicBezTo>
                  <a:pt x="1025223" y="349545"/>
                  <a:pt x="1011629" y="335950"/>
                  <a:pt x="1011629" y="319181"/>
                </a:cubicBezTo>
                <a:cubicBezTo>
                  <a:pt x="1011629" y="302412"/>
                  <a:pt x="1025223" y="288818"/>
                  <a:pt x="1041993" y="288818"/>
                </a:cubicBezTo>
                <a:close/>
                <a:moveTo>
                  <a:pt x="969438" y="288818"/>
                </a:moveTo>
                <a:cubicBezTo>
                  <a:pt x="986208" y="288818"/>
                  <a:pt x="999801" y="302412"/>
                  <a:pt x="999801" y="319181"/>
                </a:cubicBezTo>
                <a:cubicBezTo>
                  <a:pt x="999801" y="335950"/>
                  <a:pt x="986208" y="349545"/>
                  <a:pt x="969438" y="349545"/>
                </a:cubicBezTo>
                <a:cubicBezTo>
                  <a:pt x="952669" y="349545"/>
                  <a:pt x="939075" y="335950"/>
                  <a:pt x="939075" y="319181"/>
                </a:cubicBezTo>
                <a:cubicBezTo>
                  <a:pt x="939075" y="302412"/>
                  <a:pt x="952669" y="288818"/>
                  <a:pt x="969438" y="288818"/>
                </a:cubicBezTo>
                <a:close/>
                <a:moveTo>
                  <a:pt x="896883" y="288818"/>
                </a:moveTo>
                <a:cubicBezTo>
                  <a:pt x="913653" y="288818"/>
                  <a:pt x="927247" y="302412"/>
                  <a:pt x="927247" y="319181"/>
                </a:cubicBezTo>
                <a:cubicBezTo>
                  <a:pt x="927247" y="335950"/>
                  <a:pt x="913653" y="349545"/>
                  <a:pt x="896883" y="349545"/>
                </a:cubicBezTo>
                <a:cubicBezTo>
                  <a:pt x="880114" y="349545"/>
                  <a:pt x="866520" y="335950"/>
                  <a:pt x="866520" y="319181"/>
                </a:cubicBezTo>
                <a:cubicBezTo>
                  <a:pt x="866520" y="302412"/>
                  <a:pt x="880114" y="288818"/>
                  <a:pt x="896883" y="288818"/>
                </a:cubicBezTo>
                <a:close/>
                <a:moveTo>
                  <a:pt x="824329" y="288818"/>
                </a:moveTo>
                <a:cubicBezTo>
                  <a:pt x="841098" y="288818"/>
                  <a:pt x="854692" y="302412"/>
                  <a:pt x="854692" y="319181"/>
                </a:cubicBezTo>
                <a:cubicBezTo>
                  <a:pt x="854692" y="335950"/>
                  <a:pt x="841098" y="349545"/>
                  <a:pt x="824329" y="349545"/>
                </a:cubicBezTo>
                <a:cubicBezTo>
                  <a:pt x="807559" y="349545"/>
                  <a:pt x="793965" y="335950"/>
                  <a:pt x="793965" y="319181"/>
                </a:cubicBezTo>
                <a:cubicBezTo>
                  <a:pt x="793965" y="302412"/>
                  <a:pt x="807559" y="288818"/>
                  <a:pt x="824329" y="288818"/>
                </a:cubicBezTo>
                <a:close/>
                <a:moveTo>
                  <a:pt x="751774" y="288818"/>
                </a:moveTo>
                <a:cubicBezTo>
                  <a:pt x="768544" y="288818"/>
                  <a:pt x="782138" y="302412"/>
                  <a:pt x="782138" y="319181"/>
                </a:cubicBezTo>
                <a:cubicBezTo>
                  <a:pt x="782138" y="335950"/>
                  <a:pt x="768544" y="349545"/>
                  <a:pt x="751774" y="349545"/>
                </a:cubicBezTo>
                <a:cubicBezTo>
                  <a:pt x="735005" y="349545"/>
                  <a:pt x="721411" y="335950"/>
                  <a:pt x="721411" y="319181"/>
                </a:cubicBezTo>
                <a:cubicBezTo>
                  <a:pt x="721411" y="302412"/>
                  <a:pt x="735005" y="288818"/>
                  <a:pt x="751774" y="288818"/>
                </a:cubicBezTo>
                <a:close/>
                <a:moveTo>
                  <a:pt x="679220" y="288818"/>
                </a:moveTo>
                <a:cubicBezTo>
                  <a:pt x="695989" y="288818"/>
                  <a:pt x="709583" y="302412"/>
                  <a:pt x="709583" y="319181"/>
                </a:cubicBezTo>
                <a:cubicBezTo>
                  <a:pt x="709583" y="335950"/>
                  <a:pt x="695989" y="349545"/>
                  <a:pt x="679220" y="349545"/>
                </a:cubicBezTo>
                <a:cubicBezTo>
                  <a:pt x="662450" y="349545"/>
                  <a:pt x="648856" y="335950"/>
                  <a:pt x="648856" y="319181"/>
                </a:cubicBezTo>
                <a:cubicBezTo>
                  <a:pt x="648856" y="302412"/>
                  <a:pt x="662450" y="288818"/>
                  <a:pt x="679220" y="288818"/>
                </a:cubicBezTo>
                <a:close/>
                <a:moveTo>
                  <a:pt x="606665" y="288818"/>
                </a:moveTo>
                <a:cubicBezTo>
                  <a:pt x="623435" y="288818"/>
                  <a:pt x="637029" y="302412"/>
                  <a:pt x="637029" y="319181"/>
                </a:cubicBezTo>
                <a:cubicBezTo>
                  <a:pt x="637029" y="335950"/>
                  <a:pt x="623435" y="349545"/>
                  <a:pt x="606665" y="349545"/>
                </a:cubicBezTo>
                <a:cubicBezTo>
                  <a:pt x="589896" y="349545"/>
                  <a:pt x="576302" y="335950"/>
                  <a:pt x="576302" y="319181"/>
                </a:cubicBezTo>
                <a:cubicBezTo>
                  <a:pt x="576302" y="302412"/>
                  <a:pt x="589896" y="288818"/>
                  <a:pt x="606665" y="288818"/>
                </a:cubicBezTo>
                <a:close/>
                <a:moveTo>
                  <a:pt x="534111" y="288818"/>
                </a:moveTo>
                <a:cubicBezTo>
                  <a:pt x="550880" y="288818"/>
                  <a:pt x="564474" y="302412"/>
                  <a:pt x="564474" y="319181"/>
                </a:cubicBezTo>
                <a:cubicBezTo>
                  <a:pt x="564474" y="335950"/>
                  <a:pt x="550880" y="349545"/>
                  <a:pt x="534111" y="349545"/>
                </a:cubicBezTo>
                <a:cubicBezTo>
                  <a:pt x="517341" y="349545"/>
                  <a:pt x="503747" y="335950"/>
                  <a:pt x="503747" y="319181"/>
                </a:cubicBezTo>
                <a:cubicBezTo>
                  <a:pt x="503747" y="302412"/>
                  <a:pt x="517341" y="288818"/>
                  <a:pt x="534111" y="288818"/>
                </a:cubicBezTo>
                <a:close/>
                <a:moveTo>
                  <a:pt x="461556" y="288818"/>
                </a:moveTo>
                <a:cubicBezTo>
                  <a:pt x="478326" y="288818"/>
                  <a:pt x="491920" y="302412"/>
                  <a:pt x="491920" y="319181"/>
                </a:cubicBezTo>
                <a:cubicBezTo>
                  <a:pt x="491920" y="335950"/>
                  <a:pt x="478326" y="349545"/>
                  <a:pt x="461556" y="349545"/>
                </a:cubicBezTo>
                <a:cubicBezTo>
                  <a:pt x="444787" y="349545"/>
                  <a:pt x="431192" y="335950"/>
                  <a:pt x="431192" y="319181"/>
                </a:cubicBezTo>
                <a:cubicBezTo>
                  <a:pt x="431192" y="302412"/>
                  <a:pt x="444787" y="288818"/>
                  <a:pt x="461556" y="288818"/>
                </a:cubicBezTo>
                <a:close/>
                <a:moveTo>
                  <a:pt x="389002" y="288818"/>
                </a:moveTo>
                <a:cubicBezTo>
                  <a:pt x="405771" y="288818"/>
                  <a:pt x="419365" y="302412"/>
                  <a:pt x="419365" y="319181"/>
                </a:cubicBezTo>
                <a:cubicBezTo>
                  <a:pt x="419365" y="335950"/>
                  <a:pt x="405771" y="349545"/>
                  <a:pt x="389002" y="349545"/>
                </a:cubicBezTo>
                <a:cubicBezTo>
                  <a:pt x="372232" y="349545"/>
                  <a:pt x="358638" y="335950"/>
                  <a:pt x="358638" y="319181"/>
                </a:cubicBezTo>
                <a:cubicBezTo>
                  <a:pt x="358638" y="302412"/>
                  <a:pt x="372232" y="288818"/>
                  <a:pt x="389002" y="288818"/>
                </a:cubicBezTo>
                <a:close/>
                <a:moveTo>
                  <a:pt x="316447" y="288818"/>
                </a:moveTo>
                <a:cubicBezTo>
                  <a:pt x="333216" y="288818"/>
                  <a:pt x="346810" y="302412"/>
                  <a:pt x="346810" y="319181"/>
                </a:cubicBezTo>
                <a:cubicBezTo>
                  <a:pt x="346810" y="335950"/>
                  <a:pt x="333216" y="349545"/>
                  <a:pt x="316447" y="349545"/>
                </a:cubicBezTo>
                <a:cubicBezTo>
                  <a:pt x="299677" y="349545"/>
                  <a:pt x="286084" y="335950"/>
                  <a:pt x="286084" y="319181"/>
                </a:cubicBezTo>
                <a:cubicBezTo>
                  <a:pt x="286084" y="302412"/>
                  <a:pt x="299677" y="288818"/>
                  <a:pt x="316447" y="288818"/>
                </a:cubicBezTo>
                <a:close/>
                <a:moveTo>
                  <a:pt x="243892" y="288818"/>
                </a:moveTo>
                <a:cubicBezTo>
                  <a:pt x="260662" y="288818"/>
                  <a:pt x="274256" y="302412"/>
                  <a:pt x="274256" y="319181"/>
                </a:cubicBezTo>
                <a:cubicBezTo>
                  <a:pt x="274256" y="335950"/>
                  <a:pt x="260662" y="349545"/>
                  <a:pt x="243892" y="349545"/>
                </a:cubicBezTo>
                <a:cubicBezTo>
                  <a:pt x="227123" y="349545"/>
                  <a:pt x="213529" y="335950"/>
                  <a:pt x="213529" y="319181"/>
                </a:cubicBezTo>
                <a:cubicBezTo>
                  <a:pt x="213529" y="302412"/>
                  <a:pt x="227123" y="288818"/>
                  <a:pt x="243892" y="288818"/>
                </a:cubicBezTo>
                <a:close/>
                <a:moveTo>
                  <a:pt x="171339" y="288818"/>
                </a:moveTo>
                <a:cubicBezTo>
                  <a:pt x="188107" y="288818"/>
                  <a:pt x="201701" y="302412"/>
                  <a:pt x="201701" y="319181"/>
                </a:cubicBezTo>
                <a:cubicBezTo>
                  <a:pt x="201701" y="335950"/>
                  <a:pt x="188107" y="349545"/>
                  <a:pt x="171339" y="349545"/>
                </a:cubicBezTo>
                <a:cubicBezTo>
                  <a:pt x="154691" y="349545"/>
                  <a:pt x="141096" y="335950"/>
                  <a:pt x="141096" y="319181"/>
                </a:cubicBezTo>
                <a:cubicBezTo>
                  <a:pt x="141096" y="302412"/>
                  <a:pt x="154691" y="288818"/>
                  <a:pt x="171339" y="288818"/>
                </a:cubicBezTo>
                <a:close/>
                <a:moveTo>
                  <a:pt x="98923" y="288818"/>
                </a:moveTo>
                <a:cubicBezTo>
                  <a:pt x="115682" y="288818"/>
                  <a:pt x="129276" y="302412"/>
                  <a:pt x="129276" y="319181"/>
                </a:cubicBezTo>
                <a:cubicBezTo>
                  <a:pt x="129276" y="335950"/>
                  <a:pt x="115682" y="349545"/>
                  <a:pt x="98923" y="349545"/>
                </a:cubicBezTo>
                <a:cubicBezTo>
                  <a:pt x="82149" y="349545"/>
                  <a:pt x="68554" y="335950"/>
                  <a:pt x="68554" y="319181"/>
                </a:cubicBezTo>
                <a:cubicBezTo>
                  <a:pt x="68554" y="302412"/>
                  <a:pt x="82149" y="288818"/>
                  <a:pt x="98923" y="288818"/>
                </a:cubicBezTo>
                <a:close/>
                <a:moveTo>
                  <a:pt x="26368" y="288818"/>
                </a:moveTo>
                <a:cubicBezTo>
                  <a:pt x="43131" y="288818"/>
                  <a:pt x="56725" y="302412"/>
                  <a:pt x="56725" y="319181"/>
                </a:cubicBezTo>
                <a:cubicBezTo>
                  <a:pt x="56725" y="335950"/>
                  <a:pt x="43131" y="349545"/>
                  <a:pt x="26368" y="349545"/>
                </a:cubicBezTo>
                <a:cubicBezTo>
                  <a:pt x="17983" y="349545"/>
                  <a:pt x="10391" y="346146"/>
                  <a:pt x="4896" y="340651"/>
                </a:cubicBezTo>
                <a:lnTo>
                  <a:pt x="0" y="328831"/>
                </a:lnTo>
                <a:lnTo>
                  <a:pt x="0" y="309532"/>
                </a:lnTo>
                <a:lnTo>
                  <a:pt x="4896" y="297711"/>
                </a:lnTo>
                <a:cubicBezTo>
                  <a:pt x="10391" y="292217"/>
                  <a:pt x="17983" y="288818"/>
                  <a:pt x="26368" y="288818"/>
                </a:cubicBezTo>
                <a:close/>
                <a:moveTo>
                  <a:pt x="1622429" y="208366"/>
                </a:moveTo>
                <a:cubicBezTo>
                  <a:pt x="1639199" y="208366"/>
                  <a:pt x="1652792" y="221960"/>
                  <a:pt x="1652792" y="238729"/>
                </a:cubicBezTo>
                <a:cubicBezTo>
                  <a:pt x="1652792" y="255499"/>
                  <a:pt x="1639199" y="269093"/>
                  <a:pt x="1622429" y="269093"/>
                </a:cubicBezTo>
                <a:cubicBezTo>
                  <a:pt x="1605659" y="269093"/>
                  <a:pt x="1592066" y="255499"/>
                  <a:pt x="1592066" y="238729"/>
                </a:cubicBezTo>
                <a:cubicBezTo>
                  <a:pt x="1592066" y="221960"/>
                  <a:pt x="1605659" y="208366"/>
                  <a:pt x="1622429" y="208366"/>
                </a:cubicBezTo>
                <a:close/>
                <a:moveTo>
                  <a:pt x="1549874" y="208366"/>
                </a:moveTo>
                <a:cubicBezTo>
                  <a:pt x="1566644" y="208366"/>
                  <a:pt x="1580238" y="221960"/>
                  <a:pt x="1580238" y="238729"/>
                </a:cubicBezTo>
                <a:cubicBezTo>
                  <a:pt x="1580238" y="255499"/>
                  <a:pt x="1566644" y="269093"/>
                  <a:pt x="1549874" y="269093"/>
                </a:cubicBezTo>
                <a:cubicBezTo>
                  <a:pt x="1533105" y="269093"/>
                  <a:pt x="1519511" y="255499"/>
                  <a:pt x="1519511" y="238729"/>
                </a:cubicBezTo>
                <a:cubicBezTo>
                  <a:pt x="1519511" y="221960"/>
                  <a:pt x="1533105" y="208366"/>
                  <a:pt x="1549874" y="208366"/>
                </a:cubicBezTo>
                <a:close/>
                <a:moveTo>
                  <a:pt x="1477320" y="208366"/>
                </a:moveTo>
                <a:cubicBezTo>
                  <a:pt x="1494089" y="208366"/>
                  <a:pt x="1507683" y="221960"/>
                  <a:pt x="1507683" y="238729"/>
                </a:cubicBezTo>
                <a:cubicBezTo>
                  <a:pt x="1507683" y="255499"/>
                  <a:pt x="1494089" y="269093"/>
                  <a:pt x="1477320" y="269093"/>
                </a:cubicBezTo>
                <a:cubicBezTo>
                  <a:pt x="1460550" y="269093"/>
                  <a:pt x="1446956" y="255499"/>
                  <a:pt x="1446956" y="238729"/>
                </a:cubicBezTo>
                <a:cubicBezTo>
                  <a:pt x="1446956" y="221960"/>
                  <a:pt x="1460550" y="208366"/>
                  <a:pt x="1477320" y="208366"/>
                </a:cubicBezTo>
                <a:close/>
                <a:moveTo>
                  <a:pt x="1404765" y="208366"/>
                </a:moveTo>
                <a:cubicBezTo>
                  <a:pt x="1421535" y="208366"/>
                  <a:pt x="1435129" y="221960"/>
                  <a:pt x="1435129" y="238729"/>
                </a:cubicBezTo>
                <a:cubicBezTo>
                  <a:pt x="1435129" y="255499"/>
                  <a:pt x="1421535" y="269093"/>
                  <a:pt x="1404765" y="269093"/>
                </a:cubicBezTo>
                <a:cubicBezTo>
                  <a:pt x="1387996" y="269093"/>
                  <a:pt x="1374402" y="255499"/>
                  <a:pt x="1374402" y="238729"/>
                </a:cubicBezTo>
                <a:cubicBezTo>
                  <a:pt x="1374402" y="221960"/>
                  <a:pt x="1387996" y="208366"/>
                  <a:pt x="1404765" y="208366"/>
                </a:cubicBezTo>
                <a:close/>
                <a:moveTo>
                  <a:pt x="1332211" y="208366"/>
                </a:moveTo>
                <a:cubicBezTo>
                  <a:pt x="1348980" y="208366"/>
                  <a:pt x="1362574" y="221960"/>
                  <a:pt x="1362574" y="238729"/>
                </a:cubicBezTo>
                <a:cubicBezTo>
                  <a:pt x="1362574" y="255499"/>
                  <a:pt x="1348980" y="269093"/>
                  <a:pt x="1332211" y="269093"/>
                </a:cubicBezTo>
                <a:cubicBezTo>
                  <a:pt x="1315441" y="269093"/>
                  <a:pt x="1301847" y="255499"/>
                  <a:pt x="1301847" y="238729"/>
                </a:cubicBezTo>
                <a:cubicBezTo>
                  <a:pt x="1301847" y="221960"/>
                  <a:pt x="1315441" y="208366"/>
                  <a:pt x="1332211" y="208366"/>
                </a:cubicBezTo>
                <a:close/>
                <a:moveTo>
                  <a:pt x="1259656" y="208366"/>
                </a:moveTo>
                <a:cubicBezTo>
                  <a:pt x="1276426" y="208366"/>
                  <a:pt x="1290020" y="221960"/>
                  <a:pt x="1290020" y="238729"/>
                </a:cubicBezTo>
                <a:cubicBezTo>
                  <a:pt x="1290020" y="255499"/>
                  <a:pt x="1276426" y="269093"/>
                  <a:pt x="1259656" y="269093"/>
                </a:cubicBezTo>
                <a:cubicBezTo>
                  <a:pt x="1242887" y="269093"/>
                  <a:pt x="1229293" y="255499"/>
                  <a:pt x="1229293" y="238729"/>
                </a:cubicBezTo>
                <a:cubicBezTo>
                  <a:pt x="1229293" y="221960"/>
                  <a:pt x="1242887" y="208366"/>
                  <a:pt x="1259656" y="208366"/>
                </a:cubicBezTo>
                <a:close/>
                <a:moveTo>
                  <a:pt x="1187102" y="208366"/>
                </a:moveTo>
                <a:cubicBezTo>
                  <a:pt x="1203871" y="208366"/>
                  <a:pt x="1217465" y="221960"/>
                  <a:pt x="1217465" y="238729"/>
                </a:cubicBezTo>
                <a:cubicBezTo>
                  <a:pt x="1217465" y="255499"/>
                  <a:pt x="1203871" y="269093"/>
                  <a:pt x="1187102" y="269093"/>
                </a:cubicBezTo>
                <a:cubicBezTo>
                  <a:pt x="1170332" y="269093"/>
                  <a:pt x="1156738" y="255499"/>
                  <a:pt x="1156738" y="238729"/>
                </a:cubicBezTo>
                <a:cubicBezTo>
                  <a:pt x="1156738" y="221960"/>
                  <a:pt x="1170332" y="208366"/>
                  <a:pt x="1187102" y="208366"/>
                </a:cubicBezTo>
                <a:close/>
                <a:moveTo>
                  <a:pt x="1114547" y="208366"/>
                </a:moveTo>
                <a:cubicBezTo>
                  <a:pt x="1131317" y="208366"/>
                  <a:pt x="1144911" y="221960"/>
                  <a:pt x="1144911" y="238729"/>
                </a:cubicBezTo>
                <a:cubicBezTo>
                  <a:pt x="1144911" y="255499"/>
                  <a:pt x="1131317" y="269093"/>
                  <a:pt x="1114547" y="269093"/>
                </a:cubicBezTo>
                <a:cubicBezTo>
                  <a:pt x="1097778" y="269093"/>
                  <a:pt x="1084184" y="255499"/>
                  <a:pt x="1084184" y="238729"/>
                </a:cubicBezTo>
                <a:cubicBezTo>
                  <a:pt x="1084184" y="221960"/>
                  <a:pt x="1097778" y="208366"/>
                  <a:pt x="1114547" y="208366"/>
                </a:cubicBezTo>
                <a:close/>
                <a:moveTo>
                  <a:pt x="1041993" y="208366"/>
                </a:moveTo>
                <a:cubicBezTo>
                  <a:pt x="1058762" y="208366"/>
                  <a:pt x="1072356" y="221960"/>
                  <a:pt x="1072356" y="238729"/>
                </a:cubicBezTo>
                <a:cubicBezTo>
                  <a:pt x="1072356" y="255499"/>
                  <a:pt x="1058762" y="269093"/>
                  <a:pt x="1041993" y="269093"/>
                </a:cubicBezTo>
                <a:cubicBezTo>
                  <a:pt x="1025223" y="269093"/>
                  <a:pt x="1011629" y="255499"/>
                  <a:pt x="1011629" y="238729"/>
                </a:cubicBezTo>
                <a:cubicBezTo>
                  <a:pt x="1011629" y="221960"/>
                  <a:pt x="1025223" y="208366"/>
                  <a:pt x="1041993" y="208366"/>
                </a:cubicBezTo>
                <a:close/>
                <a:moveTo>
                  <a:pt x="969438" y="208366"/>
                </a:moveTo>
                <a:cubicBezTo>
                  <a:pt x="986208" y="208366"/>
                  <a:pt x="999801" y="221960"/>
                  <a:pt x="999801" y="238729"/>
                </a:cubicBezTo>
                <a:cubicBezTo>
                  <a:pt x="999801" y="255499"/>
                  <a:pt x="986208" y="269093"/>
                  <a:pt x="969438" y="269093"/>
                </a:cubicBezTo>
                <a:cubicBezTo>
                  <a:pt x="952669" y="269093"/>
                  <a:pt x="939075" y="255499"/>
                  <a:pt x="939075" y="238729"/>
                </a:cubicBezTo>
                <a:cubicBezTo>
                  <a:pt x="939075" y="221960"/>
                  <a:pt x="952669" y="208366"/>
                  <a:pt x="969438" y="208366"/>
                </a:cubicBezTo>
                <a:close/>
                <a:moveTo>
                  <a:pt x="896883" y="208366"/>
                </a:moveTo>
                <a:cubicBezTo>
                  <a:pt x="913653" y="208366"/>
                  <a:pt x="927247" y="221960"/>
                  <a:pt x="927247" y="238729"/>
                </a:cubicBezTo>
                <a:cubicBezTo>
                  <a:pt x="927247" y="255499"/>
                  <a:pt x="913653" y="269093"/>
                  <a:pt x="896883" y="269093"/>
                </a:cubicBezTo>
                <a:cubicBezTo>
                  <a:pt x="880114" y="269093"/>
                  <a:pt x="866520" y="255499"/>
                  <a:pt x="866520" y="238729"/>
                </a:cubicBezTo>
                <a:cubicBezTo>
                  <a:pt x="866520" y="221960"/>
                  <a:pt x="880114" y="208366"/>
                  <a:pt x="896883" y="208366"/>
                </a:cubicBezTo>
                <a:close/>
                <a:moveTo>
                  <a:pt x="824329" y="208366"/>
                </a:moveTo>
                <a:cubicBezTo>
                  <a:pt x="841098" y="208366"/>
                  <a:pt x="854692" y="221960"/>
                  <a:pt x="854692" y="238729"/>
                </a:cubicBezTo>
                <a:cubicBezTo>
                  <a:pt x="854692" y="255499"/>
                  <a:pt x="841098" y="269093"/>
                  <a:pt x="824329" y="269093"/>
                </a:cubicBezTo>
                <a:cubicBezTo>
                  <a:pt x="807559" y="269093"/>
                  <a:pt x="793965" y="255499"/>
                  <a:pt x="793965" y="238729"/>
                </a:cubicBezTo>
                <a:cubicBezTo>
                  <a:pt x="793965" y="221960"/>
                  <a:pt x="807559" y="208366"/>
                  <a:pt x="824329" y="208366"/>
                </a:cubicBezTo>
                <a:close/>
                <a:moveTo>
                  <a:pt x="751774" y="208366"/>
                </a:moveTo>
                <a:cubicBezTo>
                  <a:pt x="768544" y="208366"/>
                  <a:pt x="782138" y="221960"/>
                  <a:pt x="782138" y="238729"/>
                </a:cubicBezTo>
                <a:cubicBezTo>
                  <a:pt x="782138" y="255499"/>
                  <a:pt x="768544" y="269093"/>
                  <a:pt x="751774" y="269093"/>
                </a:cubicBezTo>
                <a:cubicBezTo>
                  <a:pt x="735005" y="269093"/>
                  <a:pt x="721411" y="255499"/>
                  <a:pt x="721411" y="238729"/>
                </a:cubicBezTo>
                <a:cubicBezTo>
                  <a:pt x="721411" y="221960"/>
                  <a:pt x="735005" y="208366"/>
                  <a:pt x="751774" y="208366"/>
                </a:cubicBezTo>
                <a:close/>
                <a:moveTo>
                  <a:pt x="679220" y="208366"/>
                </a:moveTo>
                <a:cubicBezTo>
                  <a:pt x="695989" y="208366"/>
                  <a:pt x="709583" y="221960"/>
                  <a:pt x="709583" y="238729"/>
                </a:cubicBezTo>
                <a:cubicBezTo>
                  <a:pt x="709583" y="255499"/>
                  <a:pt x="695989" y="269093"/>
                  <a:pt x="679220" y="269093"/>
                </a:cubicBezTo>
                <a:cubicBezTo>
                  <a:pt x="662450" y="269093"/>
                  <a:pt x="648856" y="255499"/>
                  <a:pt x="648856" y="238729"/>
                </a:cubicBezTo>
                <a:cubicBezTo>
                  <a:pt x="648856" y="221960"/>
                  <a:pt x="662450" y="208366"/>
                  <a:pt x="679220" y="208366"/>
                </a:cubicBezTo>
                <a:close/>
                <a:moveTo>
                  <a:pt x="606665" y="208366"/>
                </a:moveTo>
                <a:cubicBezTo>
                  <a:pt x="623435" y="208366"/>
                  <a:pt x="637029" y="221960"/>
                  <a:pt x="637029" y="238729"/>
                </a:cubicBezTo>
                <a:cubicBezTo>
                  <a:pt x="637029" y="255499"/>
                  <a:pt x="623435" y="269093"/>
                  <a:pt x="606665" y="269093"/>
                </a:cubicBezTo>
                <a:cubicBezTo>
                  <a:pt x="589896" y="269093"/>
                  <a:pt x="576302" y="255499"/>
                  <a:pt x="576302" y="238729"/>
                </a:cubicBezTo>
                <a:cubicBezTo>
                  <a:pt x="576302" y="221960"/>
                  <a:pt x="589896" y="208366"/>
                  <a:pt x="606665" y="208366"/>
                </a:cubicBezTo>
                <a:close/>
                <a:moveTo>
                  <a:pt x="534111" y="208366"/>
                </a:moveTo>
                <a:cubicBezTo>
                  <a:pt x="550880" y="208366"/>
                  <a:pt x="564474" y="221960"/>
                  <a:pt x="564474" y="238729"/>
                </a:cubicBezTo>
                <a:cubicBezTo>
                  <a:pt x="564474" y="255499"/>
                  <a:pt x="550880" y="269093"/>
                  <a:pt x="534111" y="269093"/>
                </a:cubicBezTo>
                <a:cubicBezTo>
                  <a:pt x="517341" y="269093"/>
                  <a:pt x="503747" y="255499"/>
                  <a:pt x="503747" y="238729"/>
                </a:cubicBezTo>
                <a:cubicBezTo>
                  <a:pt x="503747" y="221960"/>
                  <a:pt x="517341" y="208366"/>
                  <a:pt x="534111" y="208366"/>
                </a:cubicBezTo>
                <a:close/>
                <a:moveTo>
                  <a:pt x="461556" y="208366"/>
                </a:moveTo>
                <a:cubicBezTo>
                  <a:pt x="478326" y="208366"/>
                  <a:pt x="491920" y="221960"/>
                  <a:pt x="491920" y="238729"/>
                </a:cubicBezTo>
                <a:cubicBezTo>
                  <a:pt x="491920" y="255499"/>
                  <a:pt x="478326" y="269093"/>
                  <a:pt x="461556" y="269093"/>
                </a:cubicBezTo>
                <a:cubicBezTo>
                  <a:pt x="444787" y="269093"/>
                  <a:pt x="431192" y="255499"/>
                  <a:pt x="431192" y="238729"/>
                </a:cubicBezTo>
                <a:cubicBezTo>
                  <a:pt x="431192" y="221960"/>
                  <a:pt x="444787" y="208366"/>
                  <a:pt x="461556" y="208366"/>
                </a:cubicBezTo>
                <a:close/>
                <a:moveTo>
                  <a:pt x="389002" y="208366"/>
                </a:moveTo>
                <a:cubicBezTo>
                  <a:pt x="405771" y="208366"/>
                  <a:pt x="419365" y="221960"/>
                  <a:pt x="419365" y="238729"/>
                </a:cubicBezTo>
                <a:cubicBezTo>
                  <a:pt x="419365" y="255499"/>
                  <a:pt x="405771" y="269093"/>
                  <a:pt x="389002" y="269093"/>
                </a:cubicBezTo>
                <a:cubicBezTo>
                  <a:pt x="372232" y="269093"/>
                  <a:pt x="358638" y="255499"/>
                  <a:pt x="358638" y="238729"/>
                </a:cubicBezTo>
                <a:cubicBezTo>
                  <a:pt x="358638" y="221960"/>
                  <a:pt x="372232" y="208366"/>
                  <a:pt x="389002" y="208366"/>
                </a:cubicBezTo>
                <a:close/>
                <a:moveTo>
                  <a:pt x="316447" y="208366"/>
                </a:moveTo>
                <a:cubicBezTo>
                  <a:pt x="333216" y="208366"/>
                  <a:pt x="346810" y="221960"/>
                  <a:pt x="346810" y="238729"/>
                </a:cubicBezTo>
                <a:cubicBezTo>
                  <a:pt x="346810" y="255499"/>
                  <a:pt x="333216" y="269093"/>
                  <a:pt x="316447" y="269093"/>
                </a:cubicBezTo>
                <a:cubicBezTo>
                  <a:pt x="299677" y="269093"/>
                  <a:pt x="286084" y="255499"/>
                  <a:pt x="286084" y="238729"/>
                </a:cubicBezTo>
                <a:cubicBezTo>
                  <a:pt x="286084" y="221960"/>
                  <a:pt x="299677" y="208366"/>
                  <a:pt x="316447" y="208366"/>
                </a:cubicBezTo>
                <a:close/>
                <a:moveTo>
                  <a:pt x="243892" y="208366"/>
                </a:moveTo>
                <a:cubicBezTo>
                  <a:pt x="260662" y="208366"/>
                  <a:pt x="274256" y="221960"/>
                  <a:pt x="274256" y="238729"/>
                </a:cubicBezTo>
                <a:cubicBezTo>
                  <a:pt x="274256" y="255499"/>
                  <a:pt x="260662" y="269093"/>
                  <a:pt x="243892" y="269093"/>
                </a:cubicBezTo>
                <a:cubicBezTo>
                  <a:pt x="227123" y="269093"/>
                  <a:pt x="213529" y="255499"/>
                  <a:pt x="213529" y="238729"/>
                </a:cubicBezTo>
                <a:cubicBezTo>
                  <a:pt x="213529" y="221960"/>
                  <a:pt x="227123" y="208366"/>
                  <a:pt x="243892" y="208366"/>
                </a:cubicBezTo>
                <a:close/>
                <a:moveTo>
                  <a:pt x="171339" y="208366"/>
                </a:moveTo>
                <a:cubicBezTo>
                  <a:pt x="188107" y="208366"/>
                  <a:pt x="201701" y="221960"/>
                  <a:pt x="201701" y="238729"/>
                </a:cubicBezTo>
                <a:cubicBezTo>
                  <a:pt x="201701" y="255499"/>
                  <a:pt x="188107" y="269093"/>
                  <a:pt x="171339" y="269093"/>
                </a:cubicBezTo>
                <a:cubicBezTo>
                  <a:pt x="154697" y="269093"/>
                  <a:pt x="141102" y="255499"/>
                  <a:pt x="141102" y="238729"/>
                </a:cubicBezTo>
                <a:cubicBezTo>
                  <a:pt x="141102" y="221960"/>
                  <a:pt x="154697" y="208366"/>
                  <a:pt x="171339" y="208366"/>
                </a:cubicBezTo>
                <a:close/>
                <a:moveTo>
                  <a:pt x="98929" y="208366"/>
                </a:moveTo>
                <a:cubicBezTo>
                  <a:pt x="115688" y="208366"/>
                  <a:pt x="129282" y="221960"/>
                  <a:pt x="129282" y="238729"/>
                </a:cubicBezTo>
                <a:cubicBezTo>
                  <a:pt x="129282" y="255499"/>
                  <a:pt x="115688" y="269093"/>
                  <a:pt x="98929" y="269093"/>
                </a:cubicBezTo>
                <a:cubicBezTo>
                  <a:pt x="82155" y="269093"/>
                  <a:pt x="68561" y="255499"/>
                  <a:pt x="68561" y="238729"/>
                </a:cubicBezTo>
                <a:cubicBezTo>
                  <a:pt x="68561" y="221960"/>
                  <a:pt x="82155" y="208366"/>
                  <a:pt x="98929" y="208366"/>
                </a:cubicBezTo>
                <a:close/>
                <a:moveTo>
                  <a:pt x="26375" y="208366"/>
                </a:moveTo>
                <a:cubicBezTo>
                  <a:pt x="43137" y="208366"/>
                  <a:pt x="56732" y="221960"/>
                  <a:pt x="56732" y="238729"/>
                </a:cubicBezTo>
                <a:cubicBezTo>
                  <a:pt x="56732" y="255499"/>
                  <a:pt x="43137" y="269093"/>
                  <a:pt x="26375" y="269093"/>
                </a:cubicBezTo>
                <a:cubicBezTo>
                  <a:pt x="17989" y="269093"/>
                  <a:pt x="10398" y="265695"/>
                  <a:pt x="4903" y="260200"/>
                </a:cubicBezTo>
                <a:lnTo>
                  <a:pt x="0" y="248364"/>
                </a:lnTo>
                <a:lnTo>
                  <a:pt x="0" y="229094"/>
                </a:lnTo>
                <a:lnTo>
                  <a:pt x="4903" y="217259"/>
                </a:lnTo>
                <a:cubicBezTo>
                  <a:pt x="10398" y="211765"/>
                  <a:pt x="17989" y="208366"/>
                  <a:pt x="26375" y="208366"/>
                </a:cubicBezTo>
                <a:close/>
                <a:moveTo>
                  <a:pt x="1622429" y="127914"/>
                </a:moveTo>
                <a:cubicBezTo>
                  <a:pt x="1630814" y="127914"/>
                  <a:pt x="1638404" y="131313"/>
                  <a:pt x="1643899" y="136808"/>
                </a:cubicBezTo>
                <a:lnTo>
                  <a:pt x="1648931" y="148957"/>
                </a:lnTo>
                <a:lnTo>
                  <a:pt x="1651011" y="162579"/>
                </a:lnTo>
                <a:lnTo>
                  <a:pt x="1643899" y="179748"/>
                </a:lnTo>
                <a:cubicBezTo>
                  <a:pt x="1638404" y="185243"/>
                  <a:pt x="1630814" y="188641"/>
                  <a:pt x="1622429" y="188641"/>
                </a:cubicBezTo>
                <a:cubicBezTo>
                  <a:pt x="1605659" y="188641"/>
                  <a:pt x="1592066" y="175047"/>
                  <a:pt x="1592066" y="158278"/>
                </a:cubicBezTo>
                <a:cubicBezTo>
                  <a:pt x="1592066" y="141508"/>
                  <a:pt x="1605659" y="127914"/>
                  <a:pt x="1622429" y="127914"/>
                </a:cubicBezTo>
                <a:close/>
                <a:moveTo>
                  <a:pt x="1549874" y="127914"/>
                </a:moveTo>
                <a:cubicBezTo>
                  <a:pt x="1566644" y="127914"/>
                  <a:pt x="1580238" y="141508"/>
                  <a:pt x="1580238" y="158278"/>
                </a:cubicBezTo>
                <a:cubicBezTo>
                  <a:pt x="1580238" y="175047"/>
                  <a:pt x="1566644" y="188641"/>
                  <a:pt x="1549874" y="188641"/>
                </a:cubicBezTo>
                <a:cubicBezTo>
                  <a:pt x="1533105" y="188641"/>
                  <a:pt x="1519511" y="175047"/>
                  <a:pt x="1519511" y="158278"/>
                </a:cubicBezTo>
                <a:cubicBezTo>
                  <a:pt x="1519511" y="141508"/>
                  <a:pt x="1533105" y="127914"/>
                  <a:pt x="1549874" y="127914"/>
                </a:cubicBezTo>
                <a:close/>
                <a:moveTo>
                  <a:pt x="1477320" y="127914"/>
                </a:moveTo>
                <a:cubicBezTo>
                  <a:pt x="1494089" y="127914"/>
                  <a:pt x="1507683" y="141508"/>
                  <a:pt x="1507683" y="158278"/>
                </a:cubicBezTo>
                <a:cubicBezTo>
                  <a:pt x="1507683" y="175047"/>
                  <a:pt x="1494089" y="188641"/>
                  <a:pt x="1477320" y="188641"/>
                </a:cubicBezTo>
                <a:cubicBezTo>
                  <a:pt x="1460550" y="188641"/>
                  <a:pt x="1446956" y="175047"/>
                  <a:pt x="1446956" y="158278"/>
                </a:cubicBezTo>
                <a:cubicBezTo>
                  <a:pt x="1446956" y="141508"/>
                  <a:pt x="1460550" y="127914"/>
                  <a:pt x="1477320" y="127914"/>
                </a:cubicBezTo>
                <a:close/>
                <a:moveTo>
                  <a:pt x="1404765" y="127914"/>
                </a:moveTo>
                <a:cubicBezTo>
                  <a:pt x="1421535" y="127914"/>
                  <a:pt x="1435129" y="141508"/>
                  <a:pt x="1435129" y="158278"/>
                </a:cubicBezTo>
                <a:cubicBezTo>
                  <a:pt x="1435129" y="175047"/>
                  <a:pt x="1421535" y="188641"/>
                  <a:pt x="1404765" y="188641"/>
                </a:cubicBezTo>
                <a:cubicBezTo>
                  <a:pt x="1387996" y="188641"/>
                  <a:pt x="1374402" y="175047"/>
                  <a:pt x="1374402" y="158278"/>
                </a:cubicBezTo>
                <a:cubicBezTo>
                  <a:pt x="1374402" y="141508"/>
                  <a:pt x="1387996" y="127914"/>
                  <a:pt x="1404765" y="127914"/>
                </a:cubicBezTo>
                <a:close/>
                <a:moveTo>
                  <a:pt x="1332211" y="127914"/>
                </a:moveTo>
                <a:cubicBezTo>
                  <a:pt x="1348980" y="127914"/>
                  <a:pt x="1362574" y="141508"/>
                  <a:pt x="1362574" y="158278"/>
                </a:cubicBezTo>
                <a:cubicBezTo>
                  <a:pt x="1362574" y="175047"/>
                  <a:pt x="1348980" y="188641"/>
                  <a:pt x="1332211" y="188641"/>
                </a:cubicBezTo>
                <a:cubicBezTo>
                  <a:pt x="1315441" y="188641"/>
                  <a:pt x="1301847" y="175047"/>
                  <a:pt x="1301847" y="158278"/>
                </a:cubicBezTo>
                <a:cubicBezTo>
                  <a:pt x="1301847" y="141508"/>
                  <a:pt x="1315441" y="127914"/>
                  <a:pt x="1332211" y="127914"/>
                </a:cubicBezTo>
                <a:close/>
                <a:moveTo>
                  <a:pt x="1259656" y="127914"/>
                </a:moveTo>
                <a:cubicBezTo>
                  <a:pt x="1276426" y="127914"/>
                  <a:pt x="1290020" y="141508"/>
                  <a:pt x="1290020" y="158278"/>
                </a:cubicBezTo>
                <a:cubicBezTo>
                  <a:pt x="1290020" y="175047"/>
                  <a:pt x="1276426" y="188641"/>
                  <a:pt x="1259656" y="188641"/>
                </a:cubicBezTo>
                <a:cubicBezTo>
                  <a:pt x="1242887" y="188641"/>
                  <a:pt x="1229293" y="175047"/>
                  <a:pt x="1229293" y="158278"/>
                </a:cubicBezTo>
                <a:cubicBezTo>
                  <a:pt x="1229293" y="141508"/>
                  <a:pt x="1242887" y="127914"/>
                  <a:pt x="1259656" y="127914"/>
                </a:cubicBezTo>
                <a:close/>
                <a:moveTo>
                  <a:pt x="1187102" y="127914"/>
                </a:moveTo>
                <a:cubicBezTo>
                  <a:pt x="1203871" y="127914"/>
                  <a:pt x="1217465" y="141508"/>
                  <a:pt x="1217465" y="158278"/>
                </a:cubicBezTo>
                <a:cubicBezTo>
                  <a:pt x="1217465" y="175047"/>
                  <a:pt x="1203871" y="188641"/>
                  <a:pt x="1187102" y="188641"/>
                </a:cubicBezTo>
                <a:cubicBezTo>
                  <a:pt x="1170332" y="188641"/>
                  <a:pt x="1156738" y="175047"/>
                  <a:pt x="1156738" y="158278"/>
                </a:cubicBezTo>
                <a:cubicBezTo>
                  <a:pt x="1156738" y="141508"/>
                  <a:pt x="1170332" y="127914"/>
                  <a:pt x="1187102" y="127914"/>
                </a:cubicBezTo>
                <a:close/>
                <a:moveTo>
                  <a:pt x="1114547" y="127914"/>
                </a:moveTo>
                <a:cubicBezTo>
                  <a:pt x="1131317" y="127914"/>
                  <a:pt x="1144911" y="141508"/>
                  <a:pt x="1144911" y="158278"/>
                </a:cubicBezTo>
                <a:cubicBezTo>
                  <a:pt x="1144911" y="175047"/>
                  <a:pt x="1131317" y="188641"/>
                  <a:pt x="1114547" y="188641"/>
                </a:cubicBezTo>
                <a:cubicBezTo>
                  <a:pt x="1097778" y="188641"/>
                  <a:pt x="1084184" y="175047"/>
                  <a:pt x="1084184" y="158278"/>
                </a:cubicBezTo>
                <a:cubicBezTo>
                  <a:pt x="1084184" y="141508"/>
                  <a:pt x="1097778" y="127914"/>
                  <a:pt x="1114547" y="127914"/>
                </a:cubicBezTo>
                <a:close/>
                <a:moveTo>
                  <a:pt x="1041993" y="127914"/>
                </a:moveTo>
                <a:cubicBezTo>
                  <a:pt x="1058762" y="127914"/>
                  <a:pt x="1072356" y="141508"/>
                  <a:pt x="1072356" y="158278"/>
                </a:cubicBezTo>
                <a:cubicBezTo>
                  <a:pt x="1072356" y="175047"/>
                  <a:pt x="1058762" y="188641"/>
                  <a:pt x="1041993" y="188641"/>
                </a:cubicBezTo>
                <a:cubicBezTo>
                  <a:pt x="1025223" y="188641"/>
                  <a:pt x="1011629" y="175047"/>
                  <a:pt x="1011629" y="158278"/>
                </a:cubicBezTo>
                <a:cubicBezTo>
                  <a:pt x="1011629" y="141508"/>
                  <a:pt x="1025223" y="127914"/>
                  <a:pt x="1041993" y="127914"/>
                </a:cubicBezTo>
                <a:close/>
                <a:moveTo>
                  <a:pt x="969438" y="127914"/>
                </a:moveTo>
                <a:cubicBezTo>
                  <a:pt x="986208" y="127914"/>
                  <a:pt x="999801" y="141508"/>
                  <a:pt x="999801" y="158278"/>
                </a:cubicBezTo>
                <a:cubicBezTo>
                  <a:pt x="999801" y="175047"/>
                  <a:pt x="986208" y="188641"/>
                  <a:pt x="969438" y="188641"/>
                </a:cubicBezTo>
                <a:cubicBezTo>
                  <a:pt x="952669" y="188641"/>
                  <a:pt x="939075" y="175047"/>
                  <a:pt x="939075" y="158278"/>
                </a:cubicBezTo>
                <a:cubicBezTo>
                  <a:pt x="939075" y="141508"/>
                  <a:pt x="952669" y="127914"/>
                  <a:pt x="969438" y="127914"/>
                </a:cubicBezTo>
                <a:close/>
                <a:moveTo>
                  <a:pt x="896883" y="127914"/>
                </a:moveTo>
                <a:cubicBezTo>
                  <a:pt x="913653" y="127914"/>
                  <a:pt x="927247" y="141508"/>
                  <a:pt x="927247" y="158278"/>
                </a:cubicBezTo>
                <a:cubicBezTo>
                  <a:pt x="927247" y="175047"/>
                  <a:pt x="913653" y="188641"/>
                  <a:pt x="896883" y="188641"/>
                </a:cubicBezTo>
                <a:cubicBezTo>
                  <a:pt x="880114" y="188641"/>
                  <a:pt x="866520" y="175047"/>
                  <a:pt x="866520" y="158278"/>
                </a:cubicBezTo>
                <a:cubicBezTo>
                  <a:pt x="866520" y="141508"/>
                  <a:pt x="880114" y="127914"/>
                  <a:pt x="896883" y="127914"/>
                </a:cubicBezTo>
                <a:close/>
                <a:moveTo>
                  <a:pt x="824329" y="127914"/>
                </a:moveTo>
                <a:cubicBezTo>
                  <a:pt x="841098" y="127914"/>
                  <a:pt x="854692" y="141508"/>
                  <a:pt x="854692" y="158278"/>
                </a:cubicBezTo>
                <a:cubicBezTo>
                  <a:pt x="854692" y="175047"/>
                  <a:pt x="841098" y="188641"/>
                  <a:pt x="824329" y="188641"/>
                </a:cubicBezTo>
                <a:cubicBezTo>
                  <a:pt x="807559" y="188641"/>
                  <a:pt x="793965" y="175047"/>
                  <a:pt x="793965" y="158278"/>
                </a:cubicBezTo>
                <a:cubicBezTo>
                  <a:pt x="793965" y="141508"/>
                  <a:pt x="807559" y="127914"/>
                  <a:pt x="824329" y="127914"/>
                </a:cubicBezTo>
                <a:close/>
                <a:moveTo>
                  <a:pt x="751774" y="127914"/>
                </a:moveTo>
                <a:cubicBezTo>
                  <a:pt x="768544" y="127914"/>
                  <a:pt x="782138" y="141508"/>
                  <a:pt x="782138" y="158278"/>
                </a:cubicBezTo>
                <a:cubicBezTo>
                  <a:pt x="782138" y="175047"/>
                  <a:pt x="768544" y="188641"/>
                  <a:pt x="751774" y="188641"/>
                </a:cubicBezTo>
                <a:cubicBezTo>
                  <a:pt x="735005" y="188641"/>
                  <a:pt x="721411" y="175047"/>
                  <a:pt x="721411" y="158278"/>
                </a:cubicBezTo>
                <a:cubicBezTo>
                  <a:pt x="721411" y="141508"/>
                  <a:pt x="735005" y="127914"/>
                  <a:pt x="751774" y="127914"/>
                </a:cubicBezTo>
                <a:close/>
                <a:moveTo>
                  <a:pt x="679220" y="127914"/>
                </a:moveTo>
                <a:cubicBezTo>
                  <a:pt x="695989" y="127914"/>
                  <a:pt x="709583" y="141508"/>
                  <a:pt x="709583" y="158278"/>
                </a:cubicBezTo>
                <a:cubicBezTo>
                  <a:pt x="709583" y="175047"/>
                  <a:pt x="695989" y="188641"/>
                  <a:pt x="679220" y="188641"/>
                </a:cubicBezTo>
                <a:cubicBezTo>
                  <a:pt x="662450" y="188641"/>
                  <a:pt x="648856" y="175047"/>
                  <a:pt x="648856" y="158278"/>
                </a:cubicBezTo>
                <a:cubicBezTo>
                  <a:pt x="648856" y="141508"/>
                  <a:pt x="662450" y="127914"/>
                  <a:pt x="679220" y="127914"/>
                </a:cubicBezTo>
                <a:close/>
                <a:moveTo>
                  <a:pt x="606665" y="127914"/>
                </a:moveTo>
                <a:cubicBezTo>
                  <a:pt x="623435" y="127914"/>
                  <a:pt x="637029" y="141508"/>
                  <a:pt x="637029" y="158278"/>
                </a:cubicBezTo>
                <a:cubicBezTo>
                  <a:pt x="637029" y="175047"/>
                  <a:pt x="623435" y="188641"/>
                  <a:pt x="606665" y="188641"/>
                </a:cubicBezTo>
                <a:cubicBezTo>
                  <a:pt x="589896" y="188641"/>
                  <a:pt x="576302" y="175047"/>
                  <a:pt x="576302" y="158278"/>
                </a:cubicBezTo>
                <a:cubicBezTo>
                  <a:pt x="576302" y="141508"/>
                  <a:pt x="589896" y="127914"/>
                  <a:pt x="606665" y="127914"/>
                </a:cubicBezTo>
                <a:close/>
                <a:moveTo>
                  <a:pt x="534111" y="127914"/>
                </a:moveTo>
                <a:cubicBezTo>
                  <a:pt x="550880" y="127914"/>
                  <a:pt x="564474" y="141508"/>
                  <a:pt x="564474" y="158278"/>
                </a:cubicBezTo>
                <a:cubicBezTo>
                  <a:pt x="564474" y="175047"/>
                  <a:pt x="550880" y="188641"/>
                  <a:pt x="534111" y="188641"/>
                </a:cubicBezTo>
                <a:cubicBezTo>
                  <a:pt x="517341" y="188641"/>
                  <a:pt x="503747" y="175047"/>
                  <a:pt x="503747" y="158278"/>
                </a:cubicBezTo>
                <a:cubicBezTo>
                  <a:pt x="503747" y="141508"/>
                  <a:pt x="517341" y="127914"/>
                  <a:pt x="534111" y="127914"/>
                </a:cubicBezTo>
                <a:close/>
                <a:moveTo>
                  <a:pt x="461556" y="127914"/>
                </a:moveTo>
                <a:cubicBezTo>
                  <a:pt x="478326" y="127914"/>
                  <a:pt x="491920" y="141508"/>
                  <a:pt x="491920" y="158278"/>
                </a:cubicBezTo>
                <a:cubicBezTo>
                  <a:pt x="491920" y="175047"/>
                  <a:pt x="478326" y="188641"/>
                  <a:pt x="461556" y="188641"/>
                </a:cubicBezTo>
                <a:cubicBezTo>
                  <a:pt x="444787" y="188641"/>
                  <a:pt x="431192" y="175047"/>
                  <a:pt x="431192" y="158278"/>
                </a:cubicBezTo>
                <a:cubicBezTo>
                  <a:pt x="431192" y="141508"/>
                  <a:pt x="444787" y="127914"/>
                  <a:pt x="461556" y="127914"/>
                </a:cubicBezTo>
                <a:close/>
                <a:moveTo>
                  <a:pt x="389002" y="127914"/>
                </a:moveTo>
                <a:cubicBezTo>
                  <a:pt x="405771" y="127914"/>
                  <a:pt x="419365" y="141508"/>
                  <a:pt x="419365" y="158278"/>
                </a:cubicBezTo>
                <a:cubicBezTo>
                  <a:pt x="419365" y="175047"/>
                  <a:pt x="405771" y="188641"/>
                  <a:pt x="389002" y="188641"/>
                </a:cubicBezTo>
                <a:cubicBezTo>
                  <a:pt x="372232" y="188641"/>
                  <a:pt x="358638" y="175047"/>
                  <a:pt x="358638" y="158278"/>
                </a:cubicBezTo>
                <a:cubicBezTo>
                  <a:pt x="358638" y="141508"/>
                  <a:pt x="372232" y="127914"/>
                  <a:pt x="389002" y="127914"/>
                </a:cubicBezTo>
                <a:close/>
                <a:moveTo>
                  <a:pt x="316447" y="127914"/>
                </a:moveTo>
                <a:cubicBezTo>
                  <a:pt x="333216" y="127914"/>
                  <a:pt x="346810" y="141508"/>
                  <a:pt x="346810" y="158278"/>
                </a:cubicBezTo>
                <a:cubicBezTo>
                  <a:pt x="346810" y="175047"/>
                  <a:pt x="333216" y="188641"/>
                  <a:pt x="316447" y="188641"/>
                </a:cubicBezTo>
                <a:cubicBezTo>
                  <a:pt x="299677" y="188641"/>
                  <a:pt x="286084" y="175047"/>
                  <a:pt x="286084" y="158278"/>
                </a:cubicBezTo>
                <a:cubicBezTo>
                  <a:pt x="286084" y="141508"/>
                  <a:pt x="299677" y="127914"/>
                  <a:pt x="316447" y="127914"/>
                </a:cubicBezTo>
                <a:close/>
                <a:moveTo>
                  <a:pt x="243892" y="127914"/>
                </a:moveTo>
                <a:cubicBezTo>
                  <a:pt x="260662" y="127914"/>
                  <a:pt x="274256" y="141508"/>
                  <a:pt x="274256" y="158278"/>
                </a:cubicBezTo>
                <a:cubicBezTo>
                  <a:pt x="274256" y="175047"/>
                  <a:pt x="260662" y="188641"/>
                  <a:pt x="243892" y="188641"/>
                </a:cubicBezTo>
                <a:cubicBezTo>
                  <a:pt x="227123" y="188641"/>
                  <a:pt x="213529" y="175047"/>
                  <a:pt x="213529" y="158278"/>
                </a:cubicBezTo>
                <a:cubicBezTo>
                  <a:pt x="213529" y="141508"/>
                  <a:pt x="227123" y="127914"/>
                  <a:pt x="243892" y="127914"/>
                </a:cubicBezTo>
                <a:close/>
                <a:moveTo>
                  <a:pt x="171339" y="127914"/>
                </a:moveTo>
                <a:cubicBezTo>
                  <a:pt x="188107" y="127914"/>
                  <a:pt x="201701" y="141508"/>
                  <a:pt x="201701" y="158278"/>
                </a:cubicBezTo>
                <a:cubicBezTo>
                  <a:pt x="201701" y="175047"/>
                  <a:pt x="188107" y="188641"/>
                  <a:pt x="171339" y="188641"/>
                </a:cubicBezTo>
                <a:cubicBezTo>
                  <a:pt x="154702" y="188641"/>
                  <a:pt x="141108" y="175047"/>
                  <a:pt x="141108" y="158278"/>
                </a:cubicBezTo>
                <a:cubicBezTo>
                  <a:pt x="141108" y="141508"/>
                  <a:pt x="154702" y="127914"/>
                  <a:pt x="171339" y="127914"/>
                </a:cubicBezTo>
                <a:close/>
                <a:moveTo>
                  <a:pt x="98936" y="127914"/>
                </a:moveTo>
                <a:cubicBezTo>
                  <a:pt x="115695" y="127914"/>
                  <a:pt x="129288" y="141508"/>
                  <a:pt x="129288" y="158278"/>
                </a:cubicBezTo>
                <a:cubicBezTo>
                  <a:pt x="129288" y="175047"/>
                  <a:pt x="115695" y="188641"/>
                  <a:pt x="98936" y="188641"/>
                </a:cubicBezTo>
                <a:cubicBezTo>
                  <a:pt x="82162" y="188641"/>
                  <a:pt x="68567" y="175047"/>
                  <a:pt x="68567" y="158278"/>
                </a:cubicBezTo>
                <a:cubicBezTo>
                  <a:pt x="68567" y="141508"/>
                  <a:pt x="82162" y="127914"/>
                  <a:pt x="98936" y="127914"/>
                </a:cubicBezTo>
                <a:close/>
                <a:moveTo>
                  <a:pt x="26381" y="127914"/>
                </a:moveTo>
                <a:cubicBezTo>
                  <a:pt x="43143" y="127914"/>
                  <a:pt x="56738" y="141508"/>
                  <a:pt x="56738" y="158278"/>
                </a:cubicBezTo>
                <a:cubicBezTo>
                  <a:pt x="56738" y="175047"/>
                  <a:pt x="43143" y="188641"/>
                  <a:pt x="26381" y="188641"/>
                </a:cubicBezTo>
                <a:cubicBezTo>
                  <a:pt x="17995" y="188641"/>
                  <a:pt x="10404" y="185243"/>
                  <a:pt x="4909" y="179748"/>
                </a:cubicBezTo>
                <a:lnTo>
                  <a:pt x="0" y="167898"/>
                </a:lnTo>
                <a:lnTo>
                  <a:pt x="0" y="148658"/>
                </a:lnTo>
                <a:lnTo>
                  <a:pt x="4909" y="136807"/>
                </a:lnTo>
                <a:cubicBezTo>
                  <a:pt x="10404" y="131313"/>
                  <a:pt x="17995" y="127914"/>
                  <a:pt x="26381" y="127914"/>
                </a:cubicBezTo>
                <a:close/>
                <a:moveTo>
                  <a:pt x="1622429" y="47462"/>
                </a:moveTo>
                <a:lnTo>
                  <a:pt x="1625821" y="48147"/>
                </a:lnTo>
                <a:lnTo>
                  <a:pt x="1639701" y="102127"/>
                </a:lnTo>
                <a:lnTo>
                  <a:pt x="1634248" y="105804"/>
                </a:lnTo>
                <a:cubicBezTo>
                  <a:pt x="1630615" y="107340"/>
                  <a:pt x="1626621" y="108189"/>
                  <a:pt x="1622429" y="108189"/>
                </a:cubicBezTo>
                <a:cubicBezTo>
                  <a:pt x="1605659" y="108189"/>
                  <a:pt x="1592066" y="94595"/>
                  <a:pt x="1592066" y="77826"/>
                </a:cubicBezTo>
                <a:cubicBezTo>
                  <a:pt x="1592066" y="61056"/>
                  <a:pt x="1605659" y="47462"/>
                  <a:pt x="1622429" y="47462"/>
                </a:cubicBezTo>
                <a:close/>
                <a:moveTo>
                  <a:pt x="1549874" y="47462"/>
                </a:moveTo>
                <a:cubicBezTo>
                  <a:pt x="1566644" y="47462"/>
                  <a:pt x="1580238" y="61056"/>
                  <a:pt x="1580238" y="77826"/>
                </a:cubicBezTo>
                <a:cubicBezTo>
                  <a:pt x="1580238" y="94595"/>
                  <a:pt x="1566644" y="108189"/>
                  <a:pt x="1549874" y="108189"/>
                </a:cubicBezTo>
                <a:cubicBezTo>
                  <a:pt x="1533105" y="108189"/>
                  <a:pt x="1519511" y="94595"/>
                  <a:pt x="1519511" y="77826"/>
                </a:cubicBezTo>
                <a:cubicBezTo>
                  <a:pt x="1519511" y="61056"/>
                  <a:pt x="1533105" y="47462"/>
                  <a:pt x="1549874" y="47462"/>
                </a:cubicBezTo>
                <a:close/>
                <a:moveTo>
                  <a:pt x="1477320" y="47462"/>
                </a:moveTo>
                <a:cubicBezTo>
                  <a:pt x="1494089" y="47462"/>
                  <a:pt x="1507683" y="61056"/>
                  <a:pt x="1507683" y="77826"/>
                </a:cubicBezTo>
                <a:cubicBezTo>
                  <a:pt x="1507683" y="94595"/>
                  <a:pt x="1494089" y="108189"/>
                  <a:pt x="1477320" y="108189"/>
                </a:cubicBezTo>
                <a:cubicBezTo>
                  <a:pt x="1460550" y="108189"/>
                  <a:pt x="1446956" y="94595"/>
                  <a:pt x="1446956" y="77826"/>
                </a:cubicBezTo>
                <a:cubicBezTo>
                  <a:pt x="1446956" y="61056"/>
                  <a:pt x="1460550" y="47462"/>
                  <a:pt x="1477320" y="47462"/>
                </a:cubicBezTo>
                <a:close/>
                <a:moveTo>
                  <a:pt x="1404765" y="47462"/>
                </a:moveTo>
                <a:cubicBezTo>
                  <a:pt x="1421535" y="47462"/>
                  <a:pt x="1435129" y="61056"/>
                  <a:pt x="1435129" y="77826"/>
                </a:cubicBezTo>
                <a:cubicBezTo>
                  <a:pt x="1435129" y="94595"/>
                  <a:pt x="1421535" y="108189"/>
                  <a:pt x="1404765" y="108189"/>
                </a:cubicBezTo>
                <a:cubicBezTo>
                  <a:pt x="1387996" y="108189"/>
                  <a:pt x="1374402" y="94595"/>
                  <a:pt x="1374402" y="77826"/>
                </a:cubicBezTo>
                <a:cubicBezTo>
                  <a:pt x="1374402" y="61056"/>
                  <a:pt x="1387996" y="47462"/>
                  <a:pt x="1404765" y="47462"/>
                </a:cubicBezTo>
                <a:close/>
                <a:moveTo>
                  <a:pt x="1332211" y="47462"/>
                </a:moveTo>
                <a:cubicBezTo>
                  <a:pt x="1348980" y="47462"/>
                  <a:pt x="1362574" y="61056"/>
                  <a:pt x="1362574" y="77826"/>
                </a:cubicBezTo>
                <a:cubicBezTo>
                  <a:pt x="1362574" y="94595"/>
                  <a:pt x="1348980" y="108189"/>
                  <a:pt x="1332211" y="108189"/>
                </a:cubicBezTo>
                <a:cubicBezTo>
                  <a:pt x="1315441" y="108189"/>
                  <a:pt x="1301847" y="94595"/>
                  <a:pt x="1301847" y="77826"/>
                </a:cubicBezTo>
                <a:cubicBezTo>
                  <a:pt x="1301847" y="61056"/>
                  <a:pt x="1315441" y="47462"/>
                  <a:pt x="1332211" y="47462"/>
                </a:cubicBezTo>
                <a:close/>
                <a:moveTo>
                  <a:pt x="1259656" y="47462"/>
                </a:moveTo>
                <a:cubicBezTo>
                  <a:pt x="1276426" y="47462"/>
                  <a:pt x="1290020" y="61056"/>
                  <a:pt x="1290020" y="77826"/>
                </a:cubicBezTo>
                <a:cubicBezTo>
                  <a:pt x="1290020" y="94595"/>
                  <a:pt x="1276426" y="108189"/>
                  <a:pt x="1259656" y="108189"/>
                </a:cubicBezTo>
                <a:cubicBezTo>
                  <a:pt x="1242887" y="108189"/>
                  <a:pt x="1229293" y="94595"/>
                  <a:pt x="1229293" y="77826"/>
                </a:cubicBezTo>
                <a:cubicBezTo>
                  <a:pt x="1229293" y="61056"/>
                  <a:pt x="1242887" y="47462"/>
                  <a:pt x="1259656" y="47462"/>
                </a:cubicBezTo>
                <a:close/>
                <a:moveTo>
                  <a:pt x="1187102" y="47462"/>
                </a:moveTo>
                <a:cubicBezTo>
                  <a:pt x="1203871" y="47462"/>
                  <a:pt x="1217465" y="61056"/>
                  <a:pt x="1217465" y="77826"/>
                </a:cubicBezTo>
                <a:cubicBezTo>
                  <a:pt x="1217465" y="94595"/>
                  <a:pt x="1203871" y="108189"/>
                  <a:pt x="1187102" y="108189"/>
                </a:cubicBezTo>
                <a:cubicBezTo>
                  <a:pt x="1170332" y="108189"/>
                  <a:pt x="1156738" y="94595"/>
                  <a:pt x="1156738" y="77826"/>
                </a:cubicBezTo>
                <a:cubicBezTo>
                  <a:pt x="1156738" y="61056"/>
                  <a:pt x="1170332" y="47462"/>
                  <a:pt x="1187102" y="47462"/>
                </a:cubicBezTo>
                <a:close/>
                <a:moveTo>
                  <a:pt x="1114547" y="47462"/>
                </a:moveTo>
                <a:cubicBezTo>
                  <a:pt x="1131317" y="47462"/>
                  <a:pt x="1144911" y="61056"/>
                  <a:pt x="1144911" y="77826"/>
                </a:cubicBezTo>
                <a:cubicBezTo>
                  <a:pt x="1144911" y="94595"/>
                  <a:pt x="1131317" y="108189"/>
                  <a:pt x="1114547" y="108189"/>
                </a:cubicBezTo>
                <a:cubicBezTo>
                  <a:pt x="1097778" y="108189"/>
                  <a:pt x="1084184" y="94595"/>
                  <a:pt x="1084184" y="77826"/>
                </a:cubicBezTo>
                <a:cubicBezTo>
                  <a:pt x="1084184" y="61056"/>
                  <a:pt x="1097778" y="47462"/>
                  <a:pt x="1114547" y="47462"/>
                </a:cubicBezTo>
                <a:close/>
                <a:moveTo>
                  <a:pt x="1041993" y="47462"/>
                </a:moveTo>
                <a:cubicBezTo>
                  <a:pt x="1058762" y="47462"/>
                  <a:pt x="1072356" y="61056"/>
                  <a:pt x="1072356" y="77826"/>
                </a:cubicBezTo>
                <a:cubicBezTo>
                  <a:pt x="1072356" y="94595"/>
                  <a:pt x="1058762" y="108189"/>
                  <a:pt x="1041993" y="108189"/>
                </a:cubicBezTo>
                <a:cubicBezTo>
                  <a:pt x="1025223" y="108189"/>
                  <a:pt x="1011629" y="94595"/>
                  <a:pt x="1011629" y="77826"/>
                </a:cubicBezTo>
                <a:cubicBezTo>
                  <a:pt x="1011629" y="61056"/>
                  <a:pt x="1025223" y="47462"/>
                  <a:pt x="1041993" y="47462"/>
                </a:cubicBezTo>
                <a:close/>
                <a:moveTo>
                  <a:pt x="969438" y="47462"/>
                </a:moveTo>
                <a:cubicBezTo>
                  <a:pt x="986208" y="47462"/>
                  <a:pt x="999801" y="61056"/>
                  <a:pt x="999801" y="77826"/>
                </a:cubicBezTo>
                <a:cubicBezTo>
                  <a:pt x="999801" y="94595"/>
                  <a:pt x="986208" y="108189"/>
                  <a:pt x="969438" y="108189"/>
                </a:cubicBezTo>
                <a:cubicBezTo>
                  <a:pt x="952669" y="108189"/>
                  <a:pt x="939075" y="94595"/>
                  <a:pt x="939075" y="77826"/>
                </a:cubicBezTo>
                <a:cubicBezTo>
                  <a:pt x="939075" y="61056"/>
                  <a:pt x="952669" y="47462"/>
                  <a:pt x="969438" y="47462"/>
                </a:cubicBezTo>
                <a:close/>
                <a:moveTo>
                  <a:pt x="896883" y="47462"/>
                </a:moveTo>
                <a:cubicBezTo>
                  <a:pt x="913653" y="47462"/>
                  <a:pt x="927247" y="61056"/>
                  <a:pt x="927247" y="77826"/>
                </a:cubicBezTo>
                <a:cubicBezTo>
                  <a:pt x="927247" y="94595"/>
                  <a:pt x="913653" y="108189"/>
                  <a:pt x="896883" y="108189"/>
                </a:cubicBezTo>
                <a:cubicBezTo>
                  <a:pt x="880114" y="108189"/>
                  <a:pt x="866520" y="94595"/>
                  <a:pt x="866520" y="77826"/>
                </a:cubicBezTo>
                <a:cubicBezTo>
                  <a:pt x="866520" y="61056"/>
                  <a:pt x="880114" y="47462"/>
                  <a:pt x="896883" y="47462"/>
                </a:cubicBezTo>
                <a:close/>
                <a:moveTo>
                  <a:pt x="824329" y="47462"/>
                </a:moveTo>
                <a:cubicBezTo>
                  <a:pt x="841098" y="47462"/>
                  <a:pt x="854692" y="61056"/>
                  <a:pt x="854692" y="77826"/>
                </a:cubicBezTo>
                <a:cubicBezTo>
                  <a:pt x="854692" y="94595"/>
                  <a:pt x="841098" y="108189"/>
                  <a:pt x="824329" y="108189"/>
                </a:cubicBezTo>
                <a:cubicBezTo>
                  <a:pt x="807559" y="108189"/>
                  <a:pt x="793965" y="94595"/>
                  <a:pt x="793965" y="77826"/>
                </a:cubicBezTo>
                <a:cubicBezTo>
                  <a:pt x="793965" y="61056"/>
                  <a:pt x="807559" y="47462"/>
                  <a:pt x="824329" y="47462"/>
                </a:cubicBezTo>
                <a:close/>
                <a:moveTo>
                  <a:pt x="751774" y="47462"/>
                </a:moveTo>
                <a:cubicBezTo>
                  <a:pt x="768544" y="47462"/>
                  <a:pt x="782138" y="61056"/>
                  <a:pt x="782138" y="77826"/>
                </a:cubicBezTo>
                <a:cubicBezTo>
                  <a:pt x="782138" y="94595"/>
                  <a:pt x="768544" y="108189"/>
                  <a:pt x="751774" y="108189"/>
                </a:cubicBezTo>
                <a:cubicBezTo>
                  <a:pt x="735005" y="108189"/>
                  <a:pt x="721411" y="94595"/>
                  <a:pt x="721411" y="77826"/>
                </a:cubicBezTo>
                <a:cubicBezTo>
                  <a:pt x="721411" y="61056"/>
                  <a:pt x="735005" y="47462"/>
                  <a:pt x="751774" y="47462"/>
                </a:cubicBezTo>
                <a:close/>
                <a:moveTo>
                  <a:pt x="679220" y="47462"/>
                </a:moveTo>
                <a:cubicBezTo>
                  <a:pt x="695989" y="47462"/>
                  <a:pt x="709583" y="61056"/>
                  <a:pt x="709583" y="77826"/>
                </a:cubicBezTo>
                <a:cubicBezTo>
                  <a:pt x="709583" y="94595"/>
                  <a:pt x="695989" y="108189"/>
                  <a:pt x="679220" y="108189"/>
                </a:cubicBezTo>
                <a:cubicBezTo>
                  <a:pt x="662450" y="108189"/>
                  <a:pt x="648856" y="94595"/>
                  <a:pt x="648856" y="77826"/>
                </a:cubicBezTo>
                <a:cubicBezTo>
                  <a:pt x="648856" y="61056"/>
                  <a:pt x="662450" y="47462"/>
                  <a:pt x="679220" y="47462"/>
                </a:cubicBezTo>
                <a:close/>
                <a:moveTo>
                  <a:pt x="606665" y="47462"/>
                </a:moveTo>
                <a:cubicBezTo>
                  <a:pt x="623435" y="47462"/>
                  <a:pt x="637029" y="61056"/>
                  <a:pt x="637029" y="77826"/>
                </a:cubicBezTo>
                <a:cubicBezTo>
                  <a:pt x="637029" y="94595"/>
                  <a:pt x="623435" y="108189"/>
                  <a:pt x="606665" y="108189"/>
                </a:cubicBezTo>
                <a:cubicBezTo>
                  <a:pt x="589896" y="108189"/>
                  <a:pt x="576302" y="94595"/>
                  <a:pt x="576302" y="77826"/>
                </a:cubicBezTo>
                <a:cubicBezTo>
                  <a:pt x="576302" y="61056"/>
                  <a:pt x="589896" y="47462"/>
                  <a:pt x="606665" y="47462"/>
                </a:cubicBezTo>
                <a:close/>
                <a:moveTo>
                  <a:pt x="534111" y="47462"/>
                </a:moveTo>
                <a:cubicBezTo>
                  <a:pt x="550880" y="47462"/>
                  <a:pt x="564474" y="61056"/>
                  <a:pt x="564474" y="77826"/>
                </a:cubicBezTo>
                <a:cubicBezTo>
                  <a:pt x="564474" y="94595"/>
                  <a:pt x="550880" y="108189"/>
                  <a:pt x="534111" y="108189"/>
                </a:cubicBezTo>
                <a:cubicBezTo>
                  <a:pt x="517341" y="108189"/>
                  <a:pt x="503747" y="94595"/>
                  <a:pt x="503747" y="77826"/>
                </a:cubicBezTo>
                <a:cubicBezTo>
                  <a:pt x="503747" y="61056"/>
                  <a:pt x="517341" y="47462"/>
                  <a:pt x="534111" y="47462"/>
                </a:cubicBezTo>
                <a:close/>
                <a:moveTo>
                  <a:pt x="461556" y="47462"/>
                </a:moveTo>
                <a:cubicBezTo>
                  <a:pt x="478326" y="47462"/>
                  <a:pt x="491920" y="61056"/>
                  <a:pt x="491920" y="77826"/>
                </a:cubicBezTo>
                <a:cubicBezTo>
                  <a:pt x="491920" y="94595"/>
                  <a:pt x="478326" y="108189"/>
                  <a:pt x="461556" y="108189"/>
                </a:cubicBezTo>
                <a:cubicBezTo>
                  <a:pt x="444787" y="108189"/>
                  <a:pt x="431192" y="94595"/>
                  <a:pt x="431192" y="77826"/>
                </a:cubicBezTo>
                <a:cubicBezTo>
                  <a:pt x="431192" y="61056"/>
                  <a:pt x="444787" y="47462"/>
                  <a:pt x="461556" y="47462"/>
                </a:cubicBezTo>
                <a:close/>
                <a:moveTo>
                  <a:pt x="389002" y="47462"/>
                </a:moveTo>
                <a:cubicBezTo>
                  <a:pt x="405771" y="47462"/>
                  <a:pt x="419365" y="61056"/>
                  <a:pt x="419365" y="77826"/>
                </a:cubicBezTo>
                <a:cubicBezTo>
                  <a:pt x="419365" y="94595"/>
                  <a:pt x="405771" y="108189"/>
                  <a:pt x="389002" y="108189"/>
                </a:cubicBezTo>
                <a:cubicBezTo>
                  <a:pt x="372232" y="108189"/>
                  <a:pt x="358638" y="94595"/>
                  <a:pt x="358638" y="77826"/>
                </a:cubicBezTo>
                <a:cubicBezTo>
                  <a:pt x="358638" y="61056"/>
                  <a:pt x="372232" y="47462"/>
                  <a:pt x="389002" y="47462"/>
                </a:cubicBezTo>
                <a:close/>
                <a:moveTo>
                  <a:pt x="316447" y="47462"/>
                </a:moveTo>
                <a:cubicBezTo>
                  <a:pt x="333216" y="47462"/>
                  <a:pt x="346810" y="61056"/>
                  <a:pt x="346810" y="77826"/>
                </a:cubicBezTo>
                <a:cubicBezTo>
                  <a:pt x="346810" y="94595"/>
                  <a:pt x="333216" y="108189"/>
                  <a:pt x="316447" y="108189"/>
                </a:cubicBezTo>
                <a:cubicBezTo>
                  <a:pt x="299677" y="108189"/>
                  <a:pt x="286084" y="94595"/>
                  <a:pt x="286084" y="77826"/>
                </a:cubicBezTo>
                <a:cubicBezTo>
                  <a:pt x="286084" y="61056"/>
                  <a:pt x="299677" y="47462"/>
                  <a:pt x="316447" y="47462"/>
                </a:cubicBezTo>
                <a:close/>
                <a:moveTo>
                  <a:pt x="243892" y="47462"/>
                </a:moveTo>
                <a:cubicBezTo>
                  <a:pt x="260662" y="47462"/>
                  <a:pt x="274256" y="61056"/>
                  <a:pt x="274256" y="77826"/>
                </a:cubicBezTo>
                <a:cubicBezTo>
                  <a:pt x="274256" y="94595"/>
                  <a:pt x="260662" y="108189"/>
                  <a:pt x="243892" y="108189"/>
                </a:cubicBezTo>
                <a:cubicBezTo>
                  <a:pt x="227123" y="108189"/>
                  <a:pt x="213529" y="94595"/>
                  <a:pt x="213529" y="77826"/>
                </a:cubicBezTo>
                <a:cubicBezTo>
                  <a:pt x="213529" y="61056"/>
                  <a:pt x="227123" y="47462"/>
                  <a:pt x="243892" y="47462"/>
                </a:cubicBezTo>
                <a:close/>
                <a:moveTo>
                  <a:pt x="171339" y="47462"/>
                </a:moveTo>
                <a:cubicBezTo>
                  <a:pt x="188107" y="47462"/>
                  <a:pt x="201701" y="61056"/>
                  <a:pt x="201701" y="77826"/>
                </a:cubicBezTo>
                <a:cubicBezTo>
                  <a:pt x="201701" y="94595"/>
                  <a:pt x="188107" y="108189"/>
                  <a:pt x="171339" y="108189"/>
                </a:cubicBezTo>
                <a:cubicBezTo>
                  <a:pt x="154708" y="108189"/>
                  <a:pt x="141113" y="94595"/>
                  <a:pt x="141113" y="77826"/>
                </a:cubicBezTo>
                <a:cubicBezTo>
                  <a:pt x="141113" y="61056"/>
                  <a:pt x="154708" y="47462"/>
                  <a:pt x="171339" y="47462"/>
                </a:cubicBezTo>
                <a:close/>
                <a:moveTo>
                  <a:pt x="98942" y="47462"/>
                </a:moveTo>
                <a:cubicBezTo>
                  <a:pt x="115700" y="47462"/>
                  <a:pt x="129294" y="61056"/>
                  <a:pt x="129294" y="77826"/>
                </a:cubicBezTo>
                <a:cubicBezTo>
                  <a:pt x="129294" y="94595"/>
                  <a:pt x="115700" y="108189"/>
                  <a:pt x="98942" y="108189"/>
                </a:cubicBezTo>
                <a:cubicBezTo>
                  <a:pt x="82168" y="108189"/>
                  <a:pt x="68573" y="94595"/>
                  <a:pt x="68573" y="77826"/>
                </a:cubicBezTo>
                <a:cubicBezTo>
                  <a:pt x="68573" y="61056"/>
                  <a:pt x="82168" y="47462"/>
                  <a:pt x="98942" y="47462"/>
                </a:cubicBezTo>
                <a:close/>
                <a:moveTo>
                  <a:pt x="26388" y="47462"/>
                </a:moveTo>
                <a:cubicBezTo>
                  <a:pt x="43149" y="47462"/>
                  <a:pt x="56744" y="61056"/>
                  <a:pt x="56744" y="77826"/>
                </a:cubicBezTo>
                <a:cubicBezTo>
                  <a:pt x="56744" y="94595"/>
                  <a:pt x="43149" y="108189"/>
                  <a:pt x="26388" y="108189"/>
                </a:cubicBezTo>
                <a:cubicBezTo>
                  <a:pt x="18002" y="108189"/>
                  <a:pt x="10410" y="104791"/>
                  <a:pt x="4916" y="99296"/>
                </a:cubicBezTo>
                <a:lnTo>
                  <a:pt x="0" y="87429"/>
                </a:lnTo>
                <a:lnTo>
                  <a:pt x="0" y="68222"/>
                </a:lnTo>
                <a:lnTo>
                  <a:pt x="4916" y="56355"/>
                </a:lnTo>
                <a:cubicBezTo>
                  <a:pt x="10410" y="50861"/>
                  <a:pt x="18002" y="47462"/>
                  <a:pt x="26388" y="47462"/>
                </a:cubicBezTo>
                <a:close/>
                <a:moveTo>
                  <a:pt x="1592868" y="0"/>
                </a:moveTo>
                <a:lnTo>
                  <a:pt x="1613441" y="0"/>
                </a:lnTo>
                <a:lnTo>
                  <a:pt x="1620472" y="27343"/>
                </a:lnTo>
                <a:lnTo>
                  <a:pt x="1610610" y="25352"/>
                </a:lnTo>
                <a:cubicBezTo>
                  <a:pt x="1605161" y="23047"/>
                  <a:pt x="1600525" y="19197"/>
                  <a:pt x="1597251" y="14351"/>
                </a:cubicBezTo>
                <a:close/>
                <a:moveTo>
                  <a:pt x="1520598" y="0"/>
                </a:moveTo>
                <a:lnTo>
                  <a:pt x="1579150" y="0"/>
                </a:lnTo>
                <a:lnTo>
                  <a:pt x="1571345" y="18844"/>
                </a:lnTo>
                <a:cubicBezTo>
                  <a:pt x="1565850" y="24339"/>
                  <a:pt x="1558259" y="27738"/>
                  <a:pt x="1549874" y="27738"/>
                </a:cubicBezTo>
                <a:cubicBezTo>
                  <a:pt x="1541490" y="27738"/>
                  <a:pt x="1533899" y="24339"/>
                  <a:pt x="1528404" y="18844"/>
                </a:cubicBezTo>
                <a:close/>
                <a:moveTo>
                  <a:pt x="1448044" y="0"/>
                </a:moveTo>
                <a:lnTo>
                  <a:pt x="1506596" y="0"/>
                </a:lnTo>
                <a:lnTo>
                  <a:pt x="1498790" y="18844"/>
                </a:lnTo>
                <a:cubicBezTo>
                  <a:pt x="1493295" y="24339"/>
                  <a:pt x="1485705" y="27738"/>
                  <a:pt x="1477320" y="27738"/>
                </a:cubicBezTo>
                <a:cubicBezTo>
                  <a:pt x="1468935" y="27738"/>
                  <a:pt x="1461344" y="24339"/>
                  <a:pt x="1455850" y="18844"/>
                </a:cubicBezTo>
                <a:close/>
                <a:moveTo>
                  <a:pt x="1375489" y="0"/>
                </a:moveTo>
                <a:lnTo>
                  <a:pt x="1434041" y="0"/>
                </a:lnTo>
                <a:lnTo>
                  <a:pt x="1426236" y="18844"/>
                </a:lnTo>
                <a:cubicBezTo>
                  <a:pt x="1420741" y="24339"/>
                  <a:pt x="1413150" y="27738"/>
                  <a:pt x="1404765" y="27738"/>
                </a:cubicBezTo>
                <a:cubicBezTo>
                  <a:pt x="1396381" y="27738"/>
                  <a:pt x="1388790" y="24339"/>
                  <a:pt x="1383295" y="18844"/>
                </a:cubicBezTo>
                <a:close/>
                <a:moveTo>
                  <a:pt x="1302935" y="0"/>
                </a:moveTo>
                <a:lnTo>
                  <a:pt x="1361486" y="0"/>
                </a:lnTo>
                <a:lnTo>
                  <a:pt x="1353681" y="18844"/>
                </a:lnTo>
                <a:cubicBezTo>
                  <a:pt x="1348186" y="24339"/>
                  <a:pt x="1340596" y="27738"/>
                  <a:pt x="1332211" y="27738"/>
                </a:cubicBezTo>
                <a:cubicBezTo>
                  <a:pt x="1323826" y="27738"/>
                  <a:pt x="1316235" y="24339"/>
                  <a:pt x="1310740" y="18844"/>
                </a:cubicBezTo>
                <a:close/>
                <a:moveTo>
                  <a:pt x="1230380" y="0"/>
                </a:moveTo>
                <a:lnTo>
                  <a:pt x="1288932" y="0"/>
                </a:lnTo>
                <a:lnTo>
                  <a:pt x="1281126" y="18844"/>
                </a:lnTo>
                <a:cubicBezTo>
                  <a:pt x="1275632" y="24339"/>
                  <a:pt x="1268041" y="27738"/>
                  <a:pt x="1259656" y="27738"/>
                </a:cubicBezTo>
                <a:cubicBezTo>
                  <a:pt x="1251271" y="27738"/>
                  <a:pt x="1243680" y="24339"/>
                  <a:pt x="1238186" y="18844"/>
                </a:cubicBezTo>
                <a:close/>
                <a:moveTo>
                  <a:pt x="1157826" y="0"/>
                </a:moveTo>
                <a:lnTo>
                  <a:pt x="1216377" y="0"/>
                </a:lnTo>
                <a:lnTo>
                  <a:pt x="1208572" y="18844"/>
                </a:lnTo>
                <a:cubicBezTo>
                  <a:pt x="1203077" y="24339"/>
                  <a:pt x="1195486" y="27738"/>
                  <a:pt x="1187102" y="27738"/>
                </a:cubicBezTo>
                <a:cubicBezTo>
                  <a:pt x="1178717" y="27738"/>
                  <a:pt x="1171126" y="24339"/>
                  <a:pt x="1165631" y="18844"/>
                </a:cubicBezTo>
                <a:close/>
                <a:moveTo>
                  <a:pt x="1085271" y="0"/>
                </a:moveTo>
                <a:lnTo>
                  <a:pt x="1143823" y="0"/>
                </a:lnTo>
                <a:lnTo>
                  <a:pt x="1136017" y="18844"/>
                </a:lnTo>
                <a:cubicBezTo>
                  <a:pt x="1130523" y="24339"/>
                  <a:pt x="1122932" y="27738"/>
                  <a:pt x="1114547" y="27738"/>
                </a:cubicBezTo>
                <a:cubicBezTo>
                  <a:pt x="1106162" y="27738"/>
                  <a:pt x="1098571" y="24339"/>
                  <a:pt x="1093077" y="18844"/>
                </a:cubicBezTo>
                <a:close/>
                <a:moveTo>
                  <a:pt x="1012717" y="0"/>
                </a:moveTo>
                <a:lnTo>
                  <a:pt x="1071268" y="0"/>
                </a:lnTo>
                <a:lnTo>
                  <a:pt x="1063463" y="18844"/>
                </a:lnTo>
                <a:cubicBezTo>
                  <a:pt x="1057968" y="24339"/>
                  <a:pt x="1050377" y="27738"/>
                  <a:pt x="1041993" y="27738"/>
                </a:cubicBezTo>
                <a:cubicBezTo>
                  <a:pt x="1033608" y="27738"/>
                  <a:pt x="1026017" y="24339"/>
                  <a:pt x="1020522" y="18844"/>
                </a:cubicBezTo>
                <a:close/>
                <a:moveTo>
                  <a:pt x="940162" y="0"/>
                </a:moveTo>
                <a:lnTo>
                  <a:pt x="998714" y="0"/>
                </a:lnTo>
                <a:lnTo>
                  <a:pt x="990908" y="18844"/>
                </a:lnTo>
                <a:cubicBezTo>
                  <a:pt x="985414" y="24339"/>
                  <a:pt x="977823" y="27738"/>
                  <a:pt x="969438" y="27738"/>
                </a:cubicBezTo>
                <a:cubicBezTo>
                  <a:pt x="961053" y="27738"/>
                  <a:pt x="953462" y="24339"/>
                  <a:pt x="947968" y="18844"/>
                </a:cubicBezTo>
                <a:close/>
                <a:moveTo>
                  <a:pt x="867607" y="0"/>
                </a:moveTo>
                <a:lnTo>
                  <a:pt x="926159" y="0"/>
                </a:lnTo>
                <a:lnTo>
                  <a:pt x="918354" y="18844"/>
                </a:lnTo>
                <a:cubicBezTo>
                  <a:pt x="912859" y="24339"/>
                  <a:pt x="905268" y="27738"/>
                  <a:pt x="896883" y="27738"/>
                </a:cubicBezTo>
                <a:cubicBezTo>
                  <a:pt x="888499" y="27738"/>
                  <a:pt x="880908" y="24339"/>
                  <a:pt x="875413" y="18844"/>
                </a:cubicBezTo>
                <a:close/>
                <a:moveTo>
                  <a:pt x="795053" y="0"/>
                </a:moveTo>
                <a:lnTo>
                  <a:pt x="853605" y="0"/>
                </a:lnTo>
                <a:lnTo>
                  <a:pt x="845799" y="18844"/>
                </a:lnTo>
                <a:cubicBezTo>
                  <a:pt x="840304" y="24339"/>
                  <a:pt x="832714" y="27738"/>
                  <a:pt x="824329" y="27738"/>
                </a:cubicBezTo>
                <a:cubicBezTo>
                  <a:pt x="815944" y="27738"/>
                  <a:pt x="808353" y="24339"/>
                  <a:pt x="802858" y="18844"/>
                </a:cubicBezTo>
                <a:close/>
                <a:moveTo>
                  <a:pt x="722498" y="0"/>
                </a:moveTo>
                <a:lnTo>
                  <a:pt x="781050" y="0"/>
                </a:lnTo>
                <a:lnTo>
                  <a:pt x="773245" y="18844"/>
                </a:lnTo>
                <a:cubicBezTo>
                  <a:pt x="767750" y="24339"/>
                  <a:pt x="760159" y="27738"/>
                  <a:pt x="751774" y="27738"/>
                </a:cubicBezTo>
                <a:cubicBezTo>
                  <a:pt x="743390" y="27738"/>
                  <a:pt x="735799" y="24339"/>
                  <a:pt x="730304" y="18844"/>
                </a:cubicBezTo>
                <a:close/>
                <a:moveTo>
                  <a:pt x="649944" y="0"/>
                </a:moveTo>
                <a:lnTo>
                  <a:pt x="708496" y="0"/>
                </a:lnTo>
                <a:lnTo>
                  <a:pt x="700690" y="18844"/>
                </a:lnTo>
                <a:cubicBezTo>
                  <a:pt x="695195" y="24339"/>
                  <a:pt x="687604" y="27738"/>
                  <a:pt x="679220" y="27738"/>
                </a:cubicBezTo>
                <a:cubicBezTo>
                  <a:pt x="670835" y="27738"/>
                  <a:pt x="663244" y="24339"/>
                  <a:pt x="657749" y="18844"/>
                </a:cubicBezTo>
                <a:close/>
                <a:moveTo>
                  <a:pt x="577389" y="0"/>
                </a:moveTo>
                <a:lnTo>
                  <a:pt x="635941" y="0"/>
                </a:lnTo>
                <a:lnTo>
                  <a:pt x="628135" y="18844"/>
                </a:lnTo>
                <a:cubicBezTo>
                  <a:pt x="622641" y="24339"/>
                  <a:pt x="615050" y="27738"/>
                  <a:pt x="606665" y="27738"/>
                </a:cubicBezTo>
                <a:cubicBezTo>
                  <a:pt x="598280" y="27738"/>
                  <a:pt x="590690" y="24339"/>
                  <a:pt x="585195" y="18844"/>
                </a:cubicBezTo>
                <a:close/>
                <a:moveTo>
                  <a:pt x="504835" y="0"/>
                </a:moveTo>
                <a:lnTo>
                  <a:pt x="563386" y="0"/>
                </a:lnTo>
                <a:lnTo>
                  <a:pt x="555581" y="18844"/>
                </a:lnTo>
                <a:cubicBezTo>
                  <a:pt x="550086" y="24339"/>
                  <a:pt x="542495" y="27738"/>
                  <a:pt x="534111" y="27738"/>
                </a:cubicBezTo>
                <a:cubicBezTo>
                  <a:pt x="525726" y="27738"/>
                  <a:pt x="518135" y="24339"/>
                  <a:pt x="512640" y="18844"/>
                </a:cubicBezTo>
                <a:close/>
                <a:moveTo>
                  <a:pt x="432280" y="0"/>
                </a:moveTo>
                <a:lnTo>
                  <a:pt x="490832" y="0"/>
                </a:lnTo>
                <a:lnTo>
                  <a:pt x="483026" y="18844"/>
                </a:lnTo>
                <a:cubicBezTo>
                  <a:pt x="477532" y="24339"/>
                  <a:pt x="469941" y="27738"/>
                  <a:pt x="461556" y="27738"/>
                </a:cubicBezTo>
                <a:cubicBezTo>
                  <a:pt x="453171" y="27738"/>
                  <a:pt x="445580" y="24339"/>
                  <a:pt x="440086" y="18844"/>
                </a:cubicBezTo>
                <a:close/>
                <a:moveTo>
                  <a:pt x="359726" y="0"/>
                </a:moveTo>
                <a:lnTo>
                  <a:pt x="418277" y="0"/>
                </a:lnTo>
                <a:lnTo>
                  <a:pt x="410472" y="18844"/>
                </a:lnTo>
                <a:cubicBezTo>
                  <a:pt x="404977" y="24339"/>
                  <a:pt x="397386" y="27738"/>
                  <a:pt x="389002" y="27738"/>
                </a:cubicBezTo>
                <a:cubicBezTo>
                  <a:pt x="380617" y="27738"/>
                  <a:pt x="373026" y="24339"/>
                  <a:pt x="367531" y="18844"/>
                </a:cubicBezTo>
                <a:close/>
                <a:moveTo>
                  <a:pt x="287171" y="0"/>
                </a:moveTo>
                <a:lnTo>
                  <a:pt x="345723" y="0"/>
                </a:lnTo>
                <a:lnTo>
                  <a:pt x="337917" y="18844"/>
                </a:lnTo>
                <a:cubicBezTo>
                  <a:pt x="332423" y="24339"/>
                  <a:pt x="324832" y="27738"/>
                  <a:pt x="316447" y="27738"/>
                </a:cubicBezTo>
                <a:cubicBezTo>
                  <a:pt x="308062" y="27738"/>
                  <a:pt x="300471" y="24339"/>
                  <a:pt x="294977" y="18844"/>
                </a:cubicBezTo>
                <a:close/>
                <a:moveTo>
                  <a:pt x="214617" y="0"/>
                </a:moveTo>
                <a:lnTo>
                  <a:pt x="273168" y="0"/>
                </a:lnTo>
                <a:lnTo>
                  <a:pt x="265363" y="18844"/>
                </a:lnTo>
                <a:cubicBezTo>
                  <a:pt x="259868" y="24339"/>
                  <a:pt x="252277" y="27738"/>
                  <a:pt x="243892" y="27738"/>
                </a:cubicBezTo>
                <a:cubicBezTo>
                  <a:pt x="235508" y="27738"/>
                  <a:pt x="227917" y="24339"/>
                  <a:pt x="222422" y="18844"/>
                </a:cubicBezTo>
                <a:close/>
                <a:moveTo>
                  <a:pt x="142204" y="0"/>
                </a:moveTo>
                <a:lnTo>
                  <a:pt x="200614" y="0"/>
                </a:lnTo>
                <a:lnTo>
                  <a:pt x="192808" y="18844"/>
                </a:lnTo>
                <a:cubicBezTo>
                  <a:pt x="187314" y="24339"/>
                  <a:pt x="179723" y="27738"/>
                  <a:pt x="171339" y="27738"/>
                </a:cubicBezTo>
                <a:cubicBezTo>
                  <a:pt x="163026" y="27738"/>
                  <a:pt x="155471" y="24339"/>
                  <a:pt x="149994" y="18844"/>
                </a:cubicBezTo>
                <a:close/>
                <a:moveTo>
                  <a:pt x="69668" y="0"/>
                </a:moveTo>
                <a:lnTo>
                  <a:pt x="128212" y="0"/>
                </a:lnTo>
                <a:lnTo>
                  <a:pt x="120408" y="18844"/>
                </a:lnTo>
                <a:cubicBezTo>
                  <a:pt x="114915" y="24339"/>
                  <a:pt x="107328" y="27738"/>
                  <a:pt x="98949" y="27738"/>
                </a:cubicBezTo>
                <a:cubicBezTo>
                  <a:pt x="90562" y="27738"/>
                  <a:pt x="82969" y="24339"/>
                  <a:pt x="77474" y="18844"/>
                </a:cubicBezTo>
                <a:close/>
                <a:moveTo>
                  <a:pt x="0" y="0"/>
                </a:moveTo>
                <a:lnTo>
                  <a:pt x="55662" y="0"/>
                </a:lnTo>
                <a:lnTo>
                  <a:pt x="47858" y="18844"/>
                </a:lnTo>
                <a:cubicBezTo>
                  <a:pt x="42364" y="24339"/>
                  <a:pt x="34775" y="27738"/>
                  <a:pt x="26394" y="27738"/>
                </a:cubicBezTo>
                <a:cubicBezTo>
                  <a:pt x="18009" y="27738"/>
                  <a:pt x="10417" y="24339"/>
                  <a:pt x="4922" y="18844"/>
                </a:cubicBezTo>
                <a:lnTo>
                  <a:pt x="0" y="6962"/>
                </a:lnTo>
                <a:close/>
              </a:path>
            </a:pathLst>
          </a:custGeom>
          <a:solidFill>
            <a:schemeClr val="accent1">
              <a:alpha val="60000"/>
            </a:schemeClr>
          </a:soli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448" name="Google Shape;448;p34"/>
          <p:cNvSpPr/>
          <p:nvPr/>
        </p:nvSpPr>
        <p:spPr>
          <a:xfrm>
            <a:off x="2" y="2"/>
            <a:ext cx="403373" cy="496797"/>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449" name="Google Shape;449;p34"/>
          <p:cNvSpPr txBox="1">
            <a:spLocks noGrp="1"/>
          </p:cNvSpPr>
          <p:nvPr>
            <p:ph type="body" idx="1"/>
          </p:nvPr>
        </p:nvSpPr>
        <p:spPr>
          <a:xfrm>
            <a:off x="554167" y="1346200"/>
            <a:ext cx="11083600" cy="4851600"/>
          </a:xfrm>
          <a:prstGeom prst="rect">
            <a:avLst/>
          </a:prstGeom>
          <a:noFill/>
          <a:ln>
            <a:noFill/>
          </a:ln>
        </p:spPr>
        <p:txBody>
          <a:bodyPr spcFirstLastPara="1" wrap="square" lIns="0" tIns="0" rIns="0" bIns="0" anchor="t" anchorCtr="0">
            <a:noAutofit/>
          </a:bodyPr>
          <a:lstStyle>
            <a:lvl1pPr marL="609585" lvl="0" indent="-389457" algn="l">
              <a:lnSpc>
                <a:spcPct val="100000"/>
              </a:lnSpc>
              <a:spcBef>
                <a:spcPts val="0"/>
              </a:spcBef>
              <a:spcAft>
                <a:spcPts val="0"/>
              </a:spcAft>
              <a:buSzPts val="1000"/>
              <a:buChar char="●"/>
              <a:defRPr sz="1333"/>
            </a:lvl1pPr>
            <a:lvl2pPr marL="1219170" lvl="1" indent="-389457" algn="l">
              <a:lnSpc>
                <a:spcPct val="100000"/>
              </a:lnSpc>
              <a:spcBef>
                <a:spcPts val="267"/>
              </a:spcBef>
              <a:spcAft>
                <a:spcPts val="0"/>
              </a:spcAft>
              <a:buSzPts val="1000"/>
              <a:buChar char="○"/>
              <a:defRPr sz="1333"/>
            </a:lvl2pPr>
            <a:lvl3pPr marL="1828754" lvl="2" indent="-389457" algn="l">
              <a:lnSpc>
                <a:spcPct val="100000"/>
              </a:lnSpc>
              <a:spcBef>
                <a:spcPts val="267"/>
              </a:spcBef>
              <a:spcAft>
                <a:spcPts val="0"/>
              </a:spcAft>
              <a:buSzPts val="1000"/>
              <a:buChar char="■"/>
              <a:defRPr sz="1333"/>
            </a:lvl3pPr>
            <a:lvl4pPr marL="2438339" lvl="3" indent="-389457" algn="l">
              <a:lnSpc>
                <a:spcPct val="100000"/>
              </a:lnSpc>
              <a:spcBef>
                <a:spcPts val="267"/>
              </a:spcBef>
              <a:spcAft>
                <a:spcPts val="0"/>
              </a:spcAft>
              <a:buSzPts val="1000"/>
              <a:buChar char="●"/>
              <a:defRPr sz="1333"/>
            </a:lvl4pPr>
            <a:lvl5pPr marL="3047924" lvl="4" indent="-389457" algn="l">
              <a:lnSpc>
                <a:spcPct val="100000"/>
              </a:lnSpc>
              <a:spcBef>
                <a:spcPts val="267"/>
              </a:spcBef>
              <a:spcAft>
                <a:spcPts val="0"/>
              </a:spcAft>
              <a:buSzPts val="1000"/>
              <a:buChar char="○"/>
              <a:defRPr sz="1333"/>
            </a:lvl5pPr>
            <a:lvl6pPr marL="3657509" lvl="5" indent="-389457" algn="l">
              <a:lnSpc>
                <a:spcPct val="100000"/>
              </a:lnSpc>
              <a:spcBef>
                <a:spcPts val="267"/>
              </a:spcBef>
              <a:spcAft>
                <a:spcPts val="0"/>
              </a:spcAft>
              <a:buSzPts val="1000"/>
              <a:buChar char="■"/>
              <a:defRPr sz="1333"/>
            </a:lvl6pPr>
            <a:lvl7pPr marL="4267093" lvl="6" indent="-389457" algn="l">
              <a:lnSpc>
                <a:spcPct val="100000"/>
              </a:lnSpc>
              <a:spcBef>
                <a:spcPts val="267"/>
              </a:spcBef>
              <a:spcAft>
                <a:spcPts val="0"/>
              </a:spcAft>
              <a:buSzPts val="1000"/>
              <a:buChar char="●"/>
              <a:defRPr sz="1333"/>
            </a:lvl7pPr>
            <a:lvl8pPr marL="4876678" lvl="7" indent="-389457" algn="l">
              <a:lnSpc>
                <a:spcPct val="100000"/>
              </a:lnSpc>
              <a:spcBef>
                <a:spcPts val="267"/>
              </a:spcBef>
              <a:spcAft>
                <a:spcPts val="0"/>
              </a:spcAft>
              <a:buSzPts val="1000"/>
              <a:buChar char="○"/>
              <a:defRPr sz="1333"/>
            </a:lvl8pPr>
            <a:lvl9pPr marL="5486263" lvl="8" indent="-389457" algn="l">
              <a:lnSpc>
                <a:spcPct val="100000"/>
              </a:lnSpc>
              <a:spcBef>
                <a:spcPts val="267"/>
              </a:spcBef>
              <a:spcAft>
                <a:spcPts val="267"/>
              </a:spcAft>
              <a:buSzPts val="1000"/>
              <a:buChar char="■"/>
              <a:defRPr sz="1333"/>
            </a:lvl9pPr>
          </a:lstStyle>
          <a:p>
            <a:endParaRPr/>
          </a:p>
        </p:txBody>
      </p:sp>
      <p:pic>
        <p:nvPicPr>
          <p:cNvPr id="450" name="Google Shape;450;p34"/>
          <p:cNvPicPr preferRelativeResize="0"/>
          <p:nvPr/>
        </p:nvPicPr>
        <p:blipFill rotWithShape="1">
          <a:blip r:embed="rId2">
            <a:alphaModFix/>
          </a:blip>
          <a:srcRect/>
          <a:stretch/>
        </p:blipFill>
        <p:spPr>
          <a:xfrm>
            <a:off x="0" y="6811001"/>
            <a:ext cx="12192000" cy="50800"/>
          </a:xfrm>
          <a:prstGeom prst="rect">
            <a:avLst/>
          </a:prstGeom>
          <a:noFill/>
          <a:ln>
            <a:noFill/>
          </a:ln>
        </p:spPr>
      </p:pic>
    </p:spTree>
    <p:extLst>
      <p:ext uri="{BB962C8B-B14F-4D97-AF65-F5344CB8AC3E}">
        <p14:creationId xmlns:p14="http://schemas.microsoft.com/office/powerpoint/2010/main" val="3095517632"/>
      </p:ext>
    </p:extLst>
  </p:cSld>
  <p:clrMapOvr>
    <a:masterClrMapping/>
  </p:clrMapOvr>
  <p:extLst>
    <p:ext uri="{DCECCB84-F9BA-43D5-87BE-67443E8EF086}">
      <p15:sldGuideLst xmlns:p15="http://schemas.microsoft.com/office/powerpoint/2012/main">
        <p15:guide id="1" orient="horz" pos="518">
          <p15:clr>
            <a:srgbClr val="FA7B17"/>
          </p15:clr>
        </p15:guide>
        <p15:guide id="2" orient="horz" pos="3068">
          <p15:clr>
            <a:srgbClr val="FA7B17"/>
          </p15:clr>
        </p15:guide>
        <p15:guide id="3" pos="259">
          <p15:clr>
            <a:srgbClr val="FA7B17"/>
          </p15:clr>
        </p15:guide>
        <p15:guide id="4" pos="5501">
          <p15:clr>
            <a:srgbClr val="FA7B17"/>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 One Column with Headings">
  <p:cSld name="Title + One Column with Headings">
    <p:spTree>
      <p:nvGrpSpPr>
        <p:cNvPr id="1" name="Shape 451"/>
        <p:cNvGrpSpPr/>
        <p:nvPr/>
      </p:nvGrpSpPr>
      <p:grpSpPr>
        <a:xfrm>
          <a:off x="0" y="0"/>
          <a:ext cx="0" cy="0"/>
          <a:chOff x="0" y="0"/>
          <a:chExt cx="0" cy="0"/>
        </a:xfrm>
      </p:grpSpPr>
      <p:sp>
        <p:nvSpPr>
          <p:cNvPr id="452" name="Google Shape;452;p35"/>
          <p:cNvSpPr txBox="1">
            <a:spLocks noGrp="1"/>
          </p:cNvSpPr>
          <p:nvPr>
            <p:ph type="title"/>
          </p:nvPr>
        </p:nvSpPr>
        <p:spPr>
          <a:xfrm>
            <a:off x="554167" y="496800"/>
            <a:ext cx="11083600" cy="6116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1800"/>
              <a:buNone/>
              <a:defRPr sz="2400">
                <a:solidFill>
                  <a:schemeClr val="lt1"/>
                </a:solidFill>
              </a:defRPr>
            </a:lvl1pPr>
            <a:lvl2pPr lvl="1" algn="l">
              <a:lnSpc>
                <a:spcPct val="100000"/>
              </a:lnSpc>
              <a:spcBef>
                <a:spcPts val="0"/>
              </a:spcBef>
              <a:spcAft>
                <a:spcPts val="0"/>
              </a:spcAft>
              <a:buClr>
                <a:schemeClr val="lt1"/>
              </a:buClr>
              <a:buSzPts val="2000"/>
              <a:buNone/>
              <a:defRPr sz="2667">
                <a:solidFill>
                  <a:schemeClr val="lt1"/>
                </a:solidFill>
              </a:defRPr>
            </a:lvl2pPr>
            <a:lvl3pPr lvl="2" algn="l">
              <a:lnSpc>
                <a:spcPct val="100000"/>
              </a:lnSpc>
              <a:spcBef>
                <a:spcPts val="0"/>
              </a:spcBef>
              <a:spcAft>
                <a:spcPts val="0"/>
              </a:spcAft>
              <a:buClr>
                <a:schemeClr val="lt1"/>
              </a:buClr>
              <a:buSzPts val="2000"/>
              <a:buNone/>
              <a:defRPr sz="2667">
                <a:solidFill>
                  <a:schemeClr val="lt1"/>
                </a:solidFill>
              </a:defRPr>
            </a:lvl3pPr>
            <a:lvl4pPr lvl="3" algn="l">
              <a:lnSpc>
                <a:spcPct val="100000"/>
              </a:lnSpc>
              <a:spcBef>
                <a:spcPts val="0"/>
              </a:spcBef>
              <a:spcAft>
                <a:spcPts val="0"/>
              </a:spcAft>
              <a:buClr>
                <a:schemeClr val="lt1"/>
              </a:buClr>
              <a:buSzPts val="2000"/>
              <a:buNone/>
              <a:defRPr sz="2667">
                <a:solidFill>
                  <a:schemeClr val="lt1"/>
                </a:solidFill>
              </a:defRPr>
            </a:lvl4pPr>
            <a:lvl5pPr lvl="4" algn="l">
              <a:lnSpc>
                <a:spcPct val="100000"/>
              </a:lnSpc>
              <a:spcBef>
                <a:spcPts val="0"/>
              </a:spcBef>
              <a:spcAft>
                <a:spcPts val="0"/>
              </a:spcAft>
              <a:buClr>
                <a:schemeClr val="lt1"/>
              </a:buClr>
              <a:buSzPts val="2000"/>
              <a:buNone/>
              <a:defRPr sz="2667">
                <a:solidFill>
                  <a:schemeClr val="lt1"/>
                </a:solidFill>
              </a:defRPr>
            </a:lvl5pPr>
            <a:lvl6pPr lvl="5" algn="l">
              <a:lnSpc>
                <a:spcPct val="100000"/>
              </a:lnSpc>
              <a:spcBef>
                <a:spcPts val="0"/>
              </a:spcBef>
              <a:spcAft>
                <a:spcPts val="0"/>
              </a:spcAft>
              <a:buClr>
                <a:schemeClr val="lt1"/>
              </a:buClr>
              <a:buSzPts val="2000"/>
              <a:buNone/>
              <a:defRPr sz="2667">
                <a:solidFill>
                  <a:schemeClr val="lt1"/>
                </a:solidFill>
              </a:defRPr>
            </a:lvl6pPr>
            <a:lvl7pPr lvl="6" algn="l">
              <a:lnSpc>
                <a:spcPct val="100000"/>
              </a:lnSpc>
              <a:spcBef>
                <a:spcPts val="0"/>
              </a:spcBef>
              <a:spcAft>
                <a:spcPts val="0"/>
              </a:spcAft>
              <a:buClr>
                <a:schemeClr val="lt1"/>
              </a:buClr>
              <a:buSzPts val="2000"/>
              <a:buNone/>
              <a:defRPr sz="2667">
                <a:solidFill>
                  <a:schemeClr val="lt1"/>
                </a:solidFill>
              </a:defRPr>
            </a:lvl7pPr>
            <a:lvl8pPr lvl="7" algn="l">
              <a:lnSpc>
                <a:spcPct val="100000"/>
              </a:lnSpc>
              <a:spcBef>
                <a:spcPts val="0"/>
              </a:spcBef>
              <a:spcAft>
                <a:spcPts val="0"/>
              </a:spcAft>
              <a:buClr>
                <a:schemeClr val="lt1"/>
              </a:buClr>
              <a:buSzPts val="2000"/>
              <a:buNone/>
              <a:defRPr sz="2667">
                <a:solidFill>
                  <a:schemeClr val="lt1"/>
                </a:solidFill>
              </a:defRPr>
            </a:lvl8pPr>
            <a:lvl9pPr lvl="8" algn="l">
              <a:lnSpc>
                <a:spcPct val="100000"/>
              </a:lnSpc>
              <a:spcBef>
                <a:spcPts val="0"/>
              </a:spcBef>
              <a:spcAft>
                <a:spcPts val="0"/>
              </a:spcAft>
              <a:buClr>
                <a:schemeClr val="lt1"/>
              </a:buClr>
              <a:buSzPts val="2000"/>
              <a:buNone/>
              <a:defRPr sz="2667">
                <a:solidFill>
                  <a:schemeClr val="lt1"/>
                </a:solidFill>
              </a:defRPr>
            </a:lvl9pPr>
          </a:lstStyle>
          <a:p>
            <a:endParaRPr/>
          </a:p>
        </p:txBody>
      </p:sp>
      <p:sp>
        <p:nvSpPr>
          <p:cNvPr id="453" name="Google Shape;453;p35"/>
          <p:cNvSpPr/>
          <p:nvPr/>
        </p:nvSpPr>
        <p:spPr>
          <a:xfrm>
            <a:off x="11792595" y="6494883"/>
            <a:ext cx="304800" cy="306000"/>
          </a:xfrm>
          <a:prstGeom prst="ellipse">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US" sz="933" b="0" i="0" u="none" strike="noStrike" cap="none">
                <a:solidFill>
                  <a:schemeClr val="lt1"/>
                </a:solidFill>
                <a:latin typeface="Calibri"/>
                <a:ea typeface="Calibri"/>
                <a:cs typeface="Calibri"/>
                <a:sym typeface="Calibri"/>
              </a:rPr>
              <a:pPr marL="0" marR="0" lvl="0" indent="0" algn="r" rtl="0">
                <a:lnSpc>
                  <a:spcPct val="100000"/>
                </a:lnSpc>
                <a:spcBef>
                  <a:spcPts val="0"/>
                </a:spcBef>
                <a:spcAft>
                  <a:spcPts val="0"/>
                </a:spcAft>
                <a:buClr>
                  <a:srgbClr val="000000"/>
                </a:buClr>
                <a:buSzPts val="700"/>
                <a:buFont typeface="Arial"/>
                <a:buNone/>
              </a:pPr>
              <a:t>‹#›</a:t>
            </a:fld>
            <a:endParaRPr sz="933" b="0" i="0" u="none" strike="noStrike" cap="none" dirty="0">
              <a:solidFill>
                <a:schemeClr val="lt1"/>
              </a:solidFill>
              <a:latin typeface="Calibri"/>
              <a:ea typeface="Calibri"/>
              <a:cs typeface="Calibri"/>
              <a:sym typeface="Calibri"/>
            </a:endParaRPr>
          </a:p>
        </p:txBody>
      </p:sp>
      <p:sp>
        <p:nvSpPr>
          <p:cNvPr id="454" name="Google Shape;454;p35"/>
          <p:cNvSpPr/>
          <p:nvPr/>
        </p:nvSpPr>
        <p:spPr>
          <a:xfrm>
            <a:off x="3" y="1"/>
            <a:ext cx="301543" cy="347263"/>
          </a:xfrm>
          <a:custGeom>
            <a:avLst/>
            <a:gdLst/>
            <a:ahLst/>
            <a:cxnLst/>
            <a:rect l="l" t="t" r="r" b="b"/>
            <a:pathLst>
              <a:path w="1675237" h="1929234" extrusionOk="0">
                <a:moveTo>
                  <a:pt x="461556" y="1897854"/>
                </a:moveTo>
                <a:lnTo>
                  <a:pt x="469774" y="1899513"/>
                </a:lnTo>
                <a:lnTo>
                  <a:pt x="443985" y="1904118"/>
                </a:lnTo>
                <a:lnTo>
                  <a:pt x="449737" y="1900240"/>
                </a:lnTo>
                <a:cubicBezTo>
                  <a:pt x="453370" y="1898704"/>
                  <a:pt x="457364" y="1897854"/>
                  <a:pt x="461556" y="1897854"/>
                </a:cubicBezTo>
                <a:close/>
                <a:moveTo>
                  <a:pt x="389002" y="1897854"/>
                </a:moveTo>
                <a:cubicBezTo>
                  <a:pt x="397386" y="1897854"/>
                  <a:pt x="404977" y="1901253"/>
                  <a:pt x="410472" y="1906747"/>
                </a:cubicBezTo>
                <a:lnTo>
                  <a:pt x="411766" y="1909872"/>
                </a:lnTo>
                <a:lnTo>
                  <a:pt x="400388" y="1911904"/>
                </a:lnTo>
                <a:lnTo>
                  <a:pt x="363451" y="1916598"/>
                </a:lnTo>
                <a:lnTo>
                  <a:pt x="367531" y="1906747"/>
                </a:lnTo>
                <a:cubicBezTo>
                  <a:pt x="373026" y="1901253"/>
                  <a:pt x="380617" y="1897854"/>
                  <a:pt x="389002" y="1897854"/>
                </a:cubicBezTo>
                <a:close/>
                <a:moveTo>
                  <a:pt x="316447" y="1897854"/>
                </a:moveTo>
                <a:cubicBezTo>
                  <a:pt x="324832" y="1897854"/>
                  <a:pt x="332422" y="1901253"/>
                  <a:pt x="337917" y="1906747"/>
                </a:cubicBezTo>
                <a:lnTo>
                  <a:pt x="343070" y="1919187"/>
                </a:lnTo>
                <a:lnTo>
                  <a:pt x="325117" y="1921469"/>
                </a:lnTo>
                <a:lnTo>
                  <a:pt x="287700" y="1924314"/>
                </a:lnTo>
                <a:lnTo>
                  <a:pt x="294977" y="1906747"/>
                </a:lnTo>
                <a:cubicBezTo>
                  <a:pt x="300471" y="1901253"/>
                  <a:pt x="308062" y="1897854"/>
                  <a:pt x="316447" y="1897854"/>
                </a:cubicBezTo>
                <a:close/>
                <a:moveTo>
                  <a:pt x="243892" y="1897854"/>
                </a:moveTo>
                <a:cubicBezTo>
                  <a:pt x="252277" y="1897854"/>
                  <a:pt x="259868" y="1901253"/>
                  <a:pt x="265363" y="1906747"/>
                </a:cubicBezTo>
                <a:lnTo>
                  <a:pt x="273099" y="1925425"/>
                </a:lnTo>
                <a:lnTo>
                  <a:pt x="248735" y="1927277"/>
                </a:lnTo>
                <a:lnTo>
                  <a:pt x="213550" y="1928167"/>
                </a:lnTo>
                <a:lnTo>
                  <a:pt x="222422" y="1906747"/>
                </a:lnTo>
                <a:cubicBezTo>
                  <a:pt x="227917" y="1901253"/>
                  <a:pt x="235508" y="1897854"/>
                  <a:pt x="243892" y="1897854"/>
                </a:cubicBezTo>
                <a:close/>
                <a:moveTo>
                  <a:pt x="171339" y="1897854"/>
                </a:moveTo>
                <a:cubicBezTo>
                  <a:pt x="188107" y="1897854"/>
                  <a:pt x="201701" y="1911448"/>
                  <a:pt x="201701" y="1928218"/>
                </a:cubicBezTo>
                <a:lnTo>
                  <a:pt x="201597" y="1928469"/>
                </a:lnTo>
                <a:lnTo>
                  <a:pt x="171336" y="1929234"/>
                </a:lnTo>
                <a:lnTo>
                  <a:pt x="141087" y="1928469"/>
                </a:lnTo>
                <a:lnTo>
                  <a:pt x="140982" y="1928218"/>
                </a:lnTo>
                <a:cubicBezTo>
                  <a:pt x="140982" y="1911448"/>
                  <a:pt x="154577" y="1897854"/>
                  <a:pt x="171339" y="1897854"/>
                </a:cubicBezTo>
                <a:close/>
                <a:moveTo>
                  <a:pt x="98792" y="1897854"/>
                </a:moveTo>
                <a:cubicBezTo>
                  <a:pt x="107177" y="1897854"/>
                  <a:pt x="114768" y="1901253"/>
                  <a:pt x="120263" y="1906747"/>
                </a:cubicBezTo>
                <a:lnTo>
                  <a:pt x="129135" y="1928167"/>
                </a:lnTo>
                <a:lnTo>
                  <a:pt x="93938" y="1927277"/>
                </a:lnTo>
                <a:lnTo>
                  <a:pt x="69586" y="1925425"/>
                </a:lnTo>
                <a:lnTo>
                  <a:pt x="77322" y="1906747"/>
                </a:lnTo>
                <a:cubicBezTo>
                  <a:pt x="82817" y="1901253"/>
                  <a:pt x="90408" y="1897854"/>
                  <a:pt x="98792" y="1897854"/>
                </a:cubicBezTo>
                <a:close/>
                <a:moveTo>
                  <a:pt x="26239" y="1897854"/>
                </a:moveTo>
                <a:cubicBezTo>
                  <a:pt x="34623" y="1897854"/>
                  <a:pt x="42214" y="1901253"/>
                  <a:pt x="47709" y="1906747"/>
                </a:cubicBezTo>
                <a:lnTo>
                  <a:pt x="54985" y="1924315"/>
                </a:lnTo>
                <a:lnTo>
                  <a:pt x="17556" y="1921469"/>
                </a:lnTo>
                <a:lnTo>
                  <a:pt x="0" y="1919238"/>
                </a:lnTo>
                <a:lnTo>
                  <a:pt x="0" y="1918259"/>
                </a:lnTo>
                <a:lnTo>
                  <a:pt x="4768" y="1906747"/>
                </a:lnTo>
                <a:cubicBezTo>
                  <a:pt x="10263" y="1901253"/>
                  <a:pt x="17854" y="1897854"/>
                  <a:pt x="26239" y="1897854"/>
                </a:cubicBezTo>
                <a:close/>
                <a:moveTo>
                  <a:pt x="679220" y="1817400"/>
                </a:moveTo>
                <a:cubicBezTo>
                  <a:pt x="687604" y="1817400"/>
                  <a:pt x="695195" y="1820799"/>
                  <a:pt x="700690" y="1826293"/>
                </a:cubicBezTo>
                <a:lnTo>
                  <a:pt x="702587" y="1830873"/>
                </a:lnTo>
                <a:lnTo>
                  <a:pt x="649855" y="1850174"/>
                </a:lnTo>
                <a:lnTo>
                  <a:pt x="648856" y="1847763"/>
                </a:lnTo>
                <a:cubicBezTo>
                  <a:pt x="648856" y="1830994"/>
                  <a:pt x="662450" y="1817400"/>
                  <a:pt x="679220" y="1817400"/>
                </a:cubicBezTo>
                <a:close/>
                <a:moveTo>
                  <a:pt x="606665" y="1817400"/>
                </a:moveTo>
                <a:cubicBezTo>
                  <a:pt x="623435" y="1817400"/>
                  <a:pt x="637029" y="1830994"/>
                  <a:pt x="637029" y="1847763"/>
                </a:cubicBezTo>
                <a:lnTo>
                  <a:pt x="633560" y="1856138"/>
                </a:lnTo>
                <a:lnTo>
                  <a:pt x="618594" y="1861615"/>
                </a:lnTo>
                <a:lnTo>
                  <a:pt x="587142" y="1870547"/>
                </a:lnTo>
                <a:lnTo>
                  <a:pt x="585195" y="1869234"/>
                </a:lnTo>
                <a:cubicBezTo>
                  <a:pt x="579700" y="1863739"/>
                  <a:pt x="576302" y="1856148"/>
                  <a:pt x="576302" y="1847763"/>
                </a:cubicBezTo>
                <a:cubicBezTo>
                  <a:pt x="576302" y="1830994"/>
                  <a:pt x="589896" y="1817400"/>
                  <a:pt x="606665" y="1817400"/>
                </a:cubicBezTo>
                <a:close/>
                <a:moveTo>
                  <a:pt x="534111" y="1817400"/>
                </a:moveTo>
                <a:cubicBezTo>
                  <a:pt x="550880" y="1817400"/>
                  <a:pt x="564474" y="1830994"/>
                  <a:pt x="564474" y="1847763"/>
                </a:cubicBezTo>
                <a:cubicBezTo>
                  <a:pt x="564474" y="1864533"/>
                  <a:pt x="550880" y="1878127"/>
                  <a:pt x="534111" y="1878127"/>
                </a:cubicBezTo>
                <a:cubicBezTo>
                  <a:pt x="517341" y="1878127"/>
                  <a:pt x="503747" y="1864533"/>
                  <a:pt x="503747" y="1847763"/>
                </a:cubicBezTo>
                <a:cubicBezTo>
                  <a:pt x="503747" y="1830994"/>
                  <a:pt x="517341" y="1817400"/>
                  <a:pt x="534111" y="1817400"/>
                </a:cubicBezTo>
                <a:close/>
                <a:moveTo>
                  <a:pt x="461556" y="1817400"/>
                </a:moveTo>
                <a:cubicBezTo>
                  <a:pt x="478326" y="1817400"/>
                  <a:pt x="491920" y="1830994"/>
                  <a:pt x="491920" y="1847763"/>
                </a:cubicBezTo>
                <a:cubicBezTo>
                  <a:pt x="491920" y="1864533"/>
                  <a:pt x="478326" y="1878127"/>
                  <a:pt x="461556" y="1878127"/>
                </a:cubicBezTo>
                <a:cubicBezTo>
                  <a:pt x="444787" y="1878127"/>
                  <a:pt x="431192" y="1864533"/>
                  <a:pt x="431192" y="1847763"/>
                </a:cubicBezTo>
                <a:cubicBezTo>
                  <a:pt x="431192" y="1830994"/>
                  <a:pt x="444787" y="1817400"/>
                  <a:pt x="461556" y="1817400"/>
                </a:cubicBezTo>
                <a:close/>
                <a:moveTo>
                  <a:pt x="389002" y="1817400"/>
                </a:moveTo>
                <a:cubicBezTo>
                  <a:pt x="405771" y="1817400"/>
                  <a:pt x="419365" y="1830994"/>
                  <a:pt x="419365" y="1847763"/>
                </a:cubicBezTo>
                <a:cubicBezTo>
                  <a:pt x="419365" y="1864533"/>
                  <a:pt x="405771" y="1878127"/>
                  <a:pt x="389002" y="1878127"/>
                </a:cubicBezTo>
                <a:cubicBezTo>
                  <a:pt x="372232" y="1878127"/>
                  <a:pt x="358638" y="1864533"/>
                  <a:pt x="358638" y="1847763"/>
                </a:cubicBezTo>
                <a:cubicBezTo>
                  <a:pt x="358638" y="1830994"/>
                  <a:pt x="372232" y="1817400"/>
                  <a:pt x="389002" y="1817400"/>
                </a:cubicBezTo>
                <a:close/>
                <a:moveTo>
                  <a:pt x="316447" y="1817400"/>
                </a:moveTo>
                <a:cubicBezTo>
                  <a:pt x="333216" y="1817400"/>
                  <a:pt x="346810" y="1830994"/>
                  <a:pt x="346810" y="1847763"/>
                </a:cubicBezTo>
                <a:cubicBezTo>
                  <a:pt x="346810" y="1864533"/>
                  <a:pt x="333216" y="1878127"/>
                  <a:pt x="316447" y="1878127"/>
                </a:cubicBezTo>
                <a:cubicBezTo>
                  <a:pt x="299677" y="1878127"/>
                  <a:pt x="286084" y="1864533"/>
                  <a:pt x="286084" y="1847763"/>
                </a:cubicBezTo>
                <a:cubicBezTo>
                  <a:pt x="286084" y="1830994"/>
                  <a:pt x="299677" y="1817400"/>
                  <a:pt x="316447" y="1817400"/>
                </a:cubicBezTo>
                <a:close/>
                <a:moveTo>
                  <a:pt x="243892" y="1817400"/>
                </a:moveTo>
                <a:cubicBezTo>
                  <a:pt x="260662" y="1817400"/>
                  <a:pt x="274256" y="1830994"/>
                  <a:pt x="274256" y="1847763"/>
                </a:cubicBezTo>
                <a:cubicBezTo>
                  <a:pt x="274256" y="1864533"/>
                  <a:pt x="260662" y="1878127"/>
                  <a:pt x="243892" y="1878127"/>
                </a:cubicBezTo>
                <a:cubicBezTo>
                  <a:pt x="227123" y="1878127"/>
                  <a:pt x="213529" y="1864533"/>
                  <a:pt x="213529" y="1847763"/>
                </a:cubicBezTo>
                <a:cubicBezTo>
                  <a:pt x="213529" y="1830994"/>
                  <a:pt x="227123" y="1817400"/>
                  <a:pt x="243892" y="1817400"/>
                </a:cubicBezTo>
                <a:close/>
                <a:moveTo>
                  <a:pt x="171339" y="1817400"/>
                </a:moveTo>
                <a:cubicBezTo>
                  <a:pt x="188107" y="1817400"/>
                  <a:pt x="201701" y="1830994"/>
                  <a:pt x="201701" y="1847763"/>
                </a:cubicBezTo>
                <a:cubicBezTo>
                  <a:pt x="201701" y="1864533"/>
                  <a:pt x="188107" y="1878127"/>
                  <a:pt x="171339" y="1878127"/>
                </a:cubicBezTo>
                <a:cubicBezTo>
                  <a:pt x="154583" y="1878127"/>
                  <a:pt x="140989" y="1864533"/>
                  <a:pt x="140989" y="1847763"/>
                </a:cubicBezTo>
                <a:cubicBezTo>
                  <a:pt x="140989" y="1830994"/>
                  <a:pt x="154583" y="1817400"/>
                  <a:pt x="171339" y="1817400"/>
                </a:cubicBezTo>
                <a:close/>
                <a:moveTo>
                  <a:pt x="98799" y="1817400"/>
                </a:moveTo>
                <a:cubicBezTo>
                  <a:pt x="115568" y="1817400"/>
                  <a:pt x="129162" y="1830994"/>
                  <a:pt x="129162" y="1847763"/>
                </a:cubicBezTo>
                <a:cubicBezTo>
                  <a:pt x="129162" y="1864533"/>
                  <a:pt x="115568" y="1878127"/>
                  <a:pt x="98799" y="1878127"/>
                </a:cubicBezTo>
                <a:cubicBezTo>
                  <a:pt x="82029" y="1878127"/>
                  <a:pt x="68435" y="1864533"/>
                  <a:pt x="68435" y="1847763"/>
                </a:cubicBezTo>
                <a:cubicBezTo>
                  <a:pt x="68435" y="1830994"/>
                  <a:pt x="82029" y="1817400"/>
                  <a:pt x="98799" y="1817400"/>
                </a:cubicBezTo>
                <a:close/>
                <a:moveTo>
                  <a:pt x="26245" y="1817400"/>
                </a:moveTo>
                <a:cubicBezTo>
                  <a:pt x="43014" y="1817400"/>
                  <a:pt x="56608" y="1830994"/>
                  <a:pt x="56608" y="1847763"/>
                </a:cubicBezTo>
                <a:cubicBezTo>
                  <a:pt x="56608" y="1864533"/>
                  <a:pt x="43014" y="1878127"/>
                  <a:pt x="26245" y="1878127"/>
                </a:cubicBezTo>
                <a:cubicBezTo>
                  <a:pt x="17860" y="1878127"/>
                  <a:pt x="10269" y="1874729"/>
                  <a:pt x="4775" y="1869234"/>
                </a:cubicBezTo>
                <a:lnTo>
                  <a:pt x="0" y="1857707"/>
                </a:lnTo>
                <a:lnTo>
                  <a:pt x="0" y="1837819"/>
                </a:lnTo>
                <a:lnTo>
                  <a:pt x="4775" y="1826293"/>
                </a:lnTo>
                <a:cubicBezTo>
                  <a:pt x="10269" y="1820799"/>
                  <a:pt x="17860" y="1817400"/>
                  <a:pt x="26245" y="1817400"/>
                </a:cubicBezTo>
                <a:close/>
                <a:moveTo>
                  <a:pt x="896883" y="1736948"/>
                </a:moveTo>
                <a:lnTo>
                  <a:pt x="903696" y="1738324"/>
                </a:lnTo>
                <a:lnTo>
                  <a:pt x="888255" y="1747704"/>
                </a:lnTo>
                <a:lnTo>
                  <a:pt x="871248" y="1755896"/>
                </a:lnTo>
                <a:lnTo>
                  <a:pt x="875413" y="1745841"/>
                </a:lnTo>
                <a:cubicBezTo>
                  <a:pt x="880908" y="1740347"/>
                  <a:pt x="888499" y="1736948"/>
                  <a:pt x="896883" y="1736948"/>
                </a:cubicBezTo>
                <a:close/>
                <a:moveTo>
                  <a:pt x="824329" y="1736948"/>
                </a:moveTo>
                <a:cubicBezTo>
                  <a:pt x="832714" y="1736948"/>
                  <a:pt x="840304" y="1740347"/>
                  <a:pt x="845799" y="1745841"/>
                </a:cubicBezTo>
                <a:lnTo>
                  <a:pt x="853504" y="1764444"/>
                </a:lnTo>
                <a:lnTo>
                  <a:pt x="802910" y="1788817"/>
                </a:lnTo>
                <a:lnTo>
                  <a:pt x="802858" y="1788782"/>
                </a:lnTo>
                <a:cubicBezTo>
                  <a:pt x="797364" y="1783287"/>
                  <a:pt x="793965" y="1775696"/>
                  <a:pt x="793965" y="1767312"/>
                </a:cubicBezTo>
                <a:cubicBezTo>
                  <a:pt x="793965" y="1750542"/>
                  <a:pt x="807559" y="1736948"/>
                  <a:pt x="824329" y="1736948"/>
                </a:cubicBezTo>
                <a:close/>
                <a:moveTo>
                  <a:pt x="751774" y="1736948"/>
                </a:moveTo>
                <a:cubicBezTo>
                  <a:pt x="768544" y="1736948"/>
                  <a:pt x="782138" y="1750542"/>
                  <a:pt x="782138" y="1767312"/>
                </a:cubicBezTo>
                <a:cubicBezTo>
                  <a:pt x="782138" y="1784081"/>
                  <a:pt x="768544" y="1797675"/>
                  <a:pt x="751774" y="1797675"/>
                </a:cubicBezTo>
                <a:cubicBezTo>
                  <a:pt x="735005" y="1797675"/>
                  <a:pt x="721411" y="1784081"/>
                  <a:pt x="721411" y="1767312"/>
                </a:cubicBezTo>
                <a:cubicBezTo>
                  <a:pt x="721411" y="1750542"/>
                  <a:pt x="735005" y="1736948"/>
                  <a:pt x="751774" y="1736948"/>
                </a:cubicBezTo>
                <a:close/>
                <a:moveTo>
                  <a:pt x="679220" y="1736948"/>
                </a:moveTo>
                <a:cubicBezTo>
                  <a:pt x="695989" y="1736948"/>
                  <a:pt x="709583" y="1750542"/>
                  <a:pt x="709583" y="1767312"/>
                </a:cubicBezTo>
                <a:cubicBezTo>
                  <a:pt x="709583" y="1784081"/>
                  <a:pt x="695989" y="1797675"/>
                  <a:pt x="679220" y="1797675"/>
                </a:cubicBezTo>
                <a:cubicBezTo>
                  <a:pt x="662450" y="1797675"/>
                  <a:pt x="648856" y="1784081"/>
                  <a:pt x="648856" y="1767312"/>
                </a:cubicBezTo>
                <a:cubicBezTo>
                  <a:pt x="648856" y="1750542"/>
                  <a:pt x="662450" y="1736948"/>
                  <a:pt x="679220" y="1736948"/>
                </a:cubicBezTo>
                <a:close/>
                <a:moveTo>
                  <a:pt x="606665" y="1736948"/>
                </a:moveTo>
                <a:cubicBezTo>
                  <a:pt x="623435" y="1736948"/>
                  <a:pt x="637029" y="1750542"/>
                  <a:pt x="637029" y="1767312"/>
                </a:cubicBezTo>
                <a:cubicBezTo>
                  <a:pt x="637029" y="1784081"/>
                  <a:pt x="623435" y="1797675"/>
                  <a:pt x="606665" y="1797675"/>
                </a:cubicBezTo>
                <a:cubicBezTo>
                  <a:pt x="589896" y="1797675"/>
                  <a:pt x="576302" y="1784081"/>
                  <a:pt x="576302" y="1767312"/>
                </a:cubicBezTo>
                <a:cubicBezTo>
                  <a:pt x="576302" y="1750542"/>
                  <a:pt x="589896" y="1736948"/>
                  <a:pt x="606665" y="1736948"/>
                </a:cubicBezTo>
                <a:close/>
                <a:moveTo>
                  <a:pt x="534111" y="1736948"/>
                </a:moveTo>
                <a:cubicBezTo>
                  <a:pt x="550880" y="1736948"/>
                  <a:pt x="564474" y="1750542"/>
                  <a:pt x="564474" y="1767312"/>
                </a:cubicBezTo>
                <a:cubicBezTo>
                  <a:pt x="564474" y="1784081"/>
                  <a:pt x="550880" y="1797675"/>
                  <a:pt x="534111" y="1797675"/>
                </a:cubicBezTo>
                <a:cubicBezTo>
                  <a:pt x="517341" y="1797675"/>
                  <a:pt x="503747" y="1784081"/>
                  <a:pt x="503747" y="1767312"/>
                </a:cubicBezTo>
                <a:cubicBezTo>
                  <a:pt x="503747" y="1750542"/>
                  <a:pt x="517341" y="1736948"/>
                  <a:pt x="534111" y="1736948"/>
                </a:cubicBezTo>
                <a:close/>
                <a:moveTo>
                  <a:pt x="461556" y="1736948"/>
                </a:moveTo>
                <a:cubicBezTo>
                  <a:pt x="478326" y="1736948"/>
                  <a:pt x="491920" y="1750542"/>
                  <a:pt x="491920" y="1767312"/>
                </a:cubicBezTo>
                <a:cubicBezTo>
                  <a:pt x="491920" y="1784081"/>
                  <a:pt x="478326" y="1797675"/>
                  <a:pt x="461556" y="1797675"/>
                </a:cubicBezTo>
                <a:cubicBezTo>
                  <a:pt x="444787" y="1797675"/>
                  <a:pt x="431192" y="1784081"/>
                  <a:pt x="431192" y="1767312"/>
                </a:cubicBezTo>
                <a:cubicBezTo>
                  <a:pt x="431192" y="1750542"/>
                  <a:pt x="444787" y="1736948"/>
                  <a:pt x="461556" y="1736948"/>
                </a:cubicBezTo>
                <a:close/>
                <a:moveTo>
                  <a:pt x="389002" y="1736948"/>
                </a:moveTo>
                <a:cubicBezTo>
                  <a:pt x="405771" y="1736948"/>
                  <a:pt x="419365" y="1750542"/>
                  <a:pt x="419365" y="1767312"/>
                </a:cubicBezTo>
                <a:cubicBezTo>
                  <a:pt x="419365" y="1784081"/>
                  <a:pt x="405771" y="1797675"/>
                  <a:pt x="389002" y="1797675"/>
                </a:cubicBezTo>
                <a:cubicBezTo>
                  <a:pt x="372232" y="1797675"/>
                  <a:pt x="358638" y="1784081"/>
                  <a:pt x="358638" y="1767312"/>
                </a:cubicBezTo>
                <a:cubicBezTo>
                  <a:pt x="358638" y="1750542"/>
                  <a:pt x="372232" y="1736948"/>
                  <a:pt x="389002" y="1736948"/>
                </a:cubicBezTo>
                <a:close/>
                <a:moveTo>
                  <a:pt x="316447" y="1736948"/>
                </a:moveTo>
                <a:cubicBezTo>
                  <a:pt x="333216" y="1736948"/>
                  <a:pt x="346810" y="1750542"/>
                  <a:pt x="346810" y="1767312"/>
                </a:cubicBezTo>
                <a:cubicBezTo>
                  <a:pt x="346810" y="1784081"/>
                  <a:pt x="333216" y="1797675"/>
                  <a:pt x="316447" y="1797675"/>
                </a:cubicBezTo>
                <a:cubicBezTo>
                  <a:pt x="299677" y="1797675"/>
                  <a:pt x="286084" y="1784081"/>
                  <a:pt x="286084" y="1767312"/>
                </a:cubicBezTo>
                <a:cubicBezTo>
                  <a:pt x="286084" y="1750542"/>
                  <a:pt x="299677" y="1736948"/>
                  <a:pt x="316447" y="1736948"/>
                </a:cubicBezTo>
                <a:close/>
                <a:moveTo>
                  <a:pt x="243892" y="1736948"/>
                </a:moveTo>
                <a:cubicBezTo>
                  <a:pt x="260662" y="1736948"/>
                  <a:pt x="274256" y="1750542"/>
                  <a:pt x="274256" y="1767312"/>
                </a:cubicBezTo>
                <a:cubicBezTo>
                  <a:pt x="274256" y="1784081"/>
                  <a:pt x="260662" y="1797675"/>
                  <a:pt x="243892" y="1797675"/>
                </a:cubicBezTo>
                <a:cubicBezTo>
                  <a:pt x="227123" y="1797675"/>
                  <a:pt x="213529" y="1784081"/>
                  <a:pt x="213529" y="1767312"/>
                </a:cubicBezTo>
                <a:cubicBezTo>
                  <a:pt x="213529" y="1750542"/>
                  <a:pt x="227123" y="1736948"/>
                  <a:pt x="243892" y="1736948"/>
                </a:cubicBezTo>
                <a:close/>
                <a:moveTo>
                  <a:pt x="171339" y="1736948"/>
                </a:moveTo>
                <a:cubicBezTo>
                  <a:pt x="188107" y="1736948"/>
                  <a:pt x="201701" y="1750542"/>
                  <a:pt x="201701" y="1767312"/>
                </a:cubicBezTo>
                <a:cubicBezTo>
                  <a:pt x="201701" y="1784081"/>
                  <a:pt x="188107" y="1797675"/>
                  <a:pt x="171339" y="1797675"/>
                </a:cubicBezTo>
                <a:cubicBezTo>
                  <a:pt x="154588" y="1797675"/>
                  <a:pt x="140995" y="1784081"/>
                  <a:pt x="140995" y="1767312"/>
                </a:cubicBezTo>
                <a:cubicBezTo>
                  <a:pt x="140995" y="1750542"/>
                  <a:pt x="154588" y="1736948"/>
                  <a:pt x="171339" y="1736948"/>
                </a:cubicBezTo>
                <a:close/>
                <a:moveTo>
                  <a:pt x="98806" y="1736948"/>
                </a:moveTo>
                <a:cubicBezTo>
                  <a:pt x="115574" y="1736948"/>
                  <a:pt x="129168" y="1750542"/>
                  <a:pt x="129168" y="1767312"/>
                </a:cubicBezTo>
                <a:cubicBezTo>
                  <a:pt x="129168" y="1784081"/>
                  <a:pt x="115574" y="1797675"/>
                  <a:pt x="98806" y="1797675"/>
                </a:cubicBezTo>
                <a:cubicBezTo>
                  <a:pt x="82035" y="1797675"/>
                  <a:pt x="68442" y="1784081"/>
                  <a:pt x="68442" y="1767312"/>
                </a:cubicBezTo>
                <a:cubicBezTo>
                  <a:pt x="68442" y="1750542"/>
                  <a:pt x="82035" y="1736948"/>
                  <a:pt x="98806" y="1736948"/>
                </a:cubicBezTo>
                <a:close/>
                <a:moveTo>
                  <a:pt x="26251" y="1736948"/>
                </a:moveTo>
                <a:cubicBezTo>
                  <a:pt x="43020" y="1736948"/>
                  <a:pt x="56614" y="1750542"/>
                  <a:pt x="56614" y="1767312"/>
                </a:cubicBezTo>
                <a:cubicBezTo>
                  <a:pt x="56614" y="1784081"/>
                  <a:pt x="43020" y="1797675"/>
                  <a:pt x="26251" y="1797675"/>
                </a:cubicBezTo>
                <a:cubicBezTo>
                  <a:pt x="17866" y="1797675"/>
                  <a:pt x="10276" y="1794277"/>
                  <a:pt x="4781" y="1788782"/>
                </a:cubicBezTo>
                <a:lnTo>
                  <a:pt x="0" y="1777239"/>
                </a:lnTo>
                <a:lnTo>
                  <a:pt x="0" y="1757384"/>
                </a:lnTo>
                <a:lnTo>
                  <a:pt x="4781" y="1745841"/>
                </a:lnTo>
                <a:cubicBezTo>
                  <a:pt x="10276" y="1740347"/>
                  <a:pt x="17866" y="1736948"/>
                  <a:pt x="26251" y="1736948"/>
                </a:cubicBezTo>
                <a:close/>
                <a:moveTo>
                  <a:pt x="1030341" y="1658849"/>
                </a:moveTo>
                <a:lnTo>
                  <a:pt x="1020041" y="1666551"/>
                </a:lnTo>
                <a:lnTo>
                  <a:pt x="1020522" y="1665390"/>
                </a:lnTo>
                <a:cubicBezTo>
                  <a:pt x="1023269" y="1662642"/>
                  <a:pt x="1026541" y="1660419"/>
                  <a:pt x="1030173" y="1658883"/>
                </a:cubicBezTo>
                <a:close/>
                <a:moveTo>
                  <a:pt x="969438" y="1656497"/>
                </a:moveTo>
                <a:cubicBezTo>
                  <a:pt x="977823" y="1656497"/>
                  <a:pt x="985413" y="1659895"/>
                  <a:pt x="990908" y="1665390"/>
                </a:cubicBezTo>
                <a:lnTo>
                  <a:pt x="997511" y="1681329"/>
                </a:lnTo>
                <a:lnTo>
                  <a:pt x="950384" y="1709959"/>
                </a:lnTo>
                <a:lnTo>
                  <a:pt x="947968" y="1708330"/>
                </a:lnTo>
                <a:cubicBezTo>
                  <a:pt x="942473" y="1702836"/>
                  <a:pt x="939075" y="1695245"/>
                  <a:pt x="939075" y="1686860"/>
                </a:cubicBezTo>
                <a:cubicBezTo>
                  <a:pt x="939075" y="1670091"/>
                  <a:pt x="952669" y="1656497"/>
                  <a:pt x="969438" y="1656497"/>
                </a:cubicBezTo>
                <a:close/>
                <a:moveTo>
                  <a:pt x="896883" y="1656497"/>
                </a:moveTo>
                <a:cubicBezTo>
                  <a:pt x="913653" y="1656497"/>
                  <a:pt x="927247" y="1670091"/>
                  <a:pt x="927247" y="1686860"/>
                </a:cubicBezTo>
                <a:cubicBezTo>
                  <a:pt x="927247" y="1703630"/>
                  <a:pt x="913653" y="1717224"/>
                  <a:pt x="896883" y="1717224"/>
                </a:cubicBezTo>
                <a:cubicBezTo>
                  <a:pt x="880114" y="1717224"/>
                  <a:pt x="866520" y="1703630"/>
                  <a:pt x="866520" y="1686860"/>
                </a:cubicBezTo>
                <a:cubicBezTo>
                  <a:pt x="866520" y="1670091"/>
                  <a:pt x="880114" y="1656497"/>
                  <a:pt x="896883" y="1656497"/>
                </a:cubicBezTo>
                <a:close/>
                <a:moveTo>
                  <a:pt x="824329" y="1656497"/>
                </a:moveTo>
                <a:cubicBezTo>
                  <a:pt x="841098" y="1656497"/>
                  <a:pt x="854692" y="1670091"/>
                  <a:pt x="854692" y="1686860"/>
                </a:cubicBezTo>
                <a:cubicBezTo>
                  <a:pt x="854692" y="1703630"/>
                  <a:pt x="841098" y="1717224"/>
                  <a:pt x="824329" y="1717224"/>
                </a:cubicBezTo>
                <a:cubicBezTo>
                  <a:pt x="807559" y="1717224"/>
                  <a:pt x="793965" y="1703630"/>
                  <a:pt x="793965" y="1686860"/>
                </a:cubicBezTo>
                <a:cubicBezTo>
                  <a:pt x="793965" y="1670091"/>
                  <a:pt x="807559" y="1656497"/>
                  <a:pt x="824329" y="1656497"/>
                </a:cubicBezTo>
                <a:close/>
                <a:moveTo>
                  <a:pt x="751774" y="1656497"/>
                </a:moveTo>
                <a:cubicBezTo>
                  <a:pt x="768544" y="1656497"/>
                  <a:pt x="782138" y="1670091"/>
                  <a:pt x="782138" y="1686860"/>
                </a:cubicBezTo>
                <a:cubicBezTo>
                  <a:pt x="782138" y="1703630"/>
                  <a:pt x="768544" y="1717224"/>
                  <a:pt x="751774" y="1717224"/>
                </a:cubicBezTo>
                <a:cubicBezTo>
                  <a:pt x="735005" y="1717224"/>
                  <a:pt x="721411" y="1703630"/>
                  <a:pt x="721411" y="1686860"/>
                </a:cubicBezTo>
                <a:cubicBezTo>
                  <a:pt x="721411" y="1670091"/>
                  <a:pt x="735005" y="1656497"/>
                  <a:pt x="751774" y="1656497"/>
                </a:cubicBezTo>
                <a:close/>
                <a:moveTo>
                  <a:pt x="679220" y="1656497"/>
                </a:moveTo>
                <a:cubicBezTo>
                  <a:pt x="695989" y="1656497"/>
                  <a:pt x="709583" y="1670091"/>
                  <a:pt x="709583" y="1686860"/>
                </a:cubicBezTo>
                <a:cubicBezTo>
                  <a:pt x="709583" y="1703630"/>
                  <a:pt x="695989" y="1717224"/>
                  <a:pt x="679220" y="1717224"/>
                </a:cubicBezTo>
                <a:cubicBezTo>
                  <a:pt x="662450" y="1717224"/>
                  <a:pt x="648856" y="1703630"/>
                  <a:pt x="648856" y="1686860"/>
                </a:cubicBezTo>
                <a:cubicBezTo>
                  <a:pt x="648856" y="1670091"/>
                  <a:pt x="662450" y="1656497"/>
                  <a:pt x="679220" y="1656497"/>
                </a:cubicBezTo>
                <a:close/>
                <a:moveTo>
                  <a:pt x="606665" y="1656497"/>
                </a:moveTo>
                <a:cubicBezTo>
                  <a:pt x="623435" y="1656497"/>
                  <a:pt x="637029" y="1670091"/>
                  <a:pt x="637029" y="1686860"/>
                </a:cubicBezTo>
                <a:cubicBezTo>
                  <a:pt x="637029" y="1703630"/>
                  <a:pt x="623435" y="1717224"/>
                  <a:pt x="606665" y="1717224"/>
                </a:cubicBezTo>
                <a:cubicBezTo>
                  <a:pt x="589896" y="1717224"/>
                  <a:pt x="576302" y="1703630"/>
                  <a:pt x="576302" y="1686860"/>
                </a:cubicBezTo>
                <a:cubicBezTo>
                  <a:pt x="576302" y="1670091"/>
                  <a:pt x="589896" y="1656497"/>
                  <a:pt x="606665" y="1656497"/>
                </a:cubicBezTo>
                <a:close/>
                <a:moveTo>
                  <a:pt x="534111" y="1656497"/>
                </a:moveTo>
                <a:cubicBezTo>
                  <a:pt x="550880" y="1656497"/>
                  <a:pt x="564474" y="1670091"/>
                  <a:pt x="564474" y="1686860"/>
                </a:cubicBezTo>
                <a:cubicBezTo>
                  <a:pt x="564474" y="1703630"/>
                  <a:pt x="550880" y="1717224"/>
                  <a:pt x="534111" y="1717224"/>
                </a:cubicBezTo>
                <a:cubicBezTo>
                  <a:pt x="517341" y="1717224"/>
                  <a:pt x="503747" y="1703630"/>
                  <a:pt x="503747" y="1686860"/>
                </a:cubicBezTo>
                <a:cubicBezTo>
                  <a:pt x="503747" y="1670091"/>
                  <a:pt x="517341" y="1656497"/>
                  <a:pt x="534111" y="1656497"/>
                </a:cubicBezTo>
                <a:close/>
                <a:moveTo>
                  <a:pt x="461556" y="1656497"/>
                </a:moveTo>
                <a:cubicBezTo>
                  <a:pt x="478326" y="1656497"/>
                  <a:pt x="491920" y="1670091"/>
                  <a:pt x="491920" y="1686860"/>
                </a:cubicBezTo>
                <a:cubicBezTo>
                  <a:pt x="491920" y="1703630"/>
                  <a:pt x="478326" y="1717224"/>
                  <a:pt x="461556" y="1717224"/>
                </a:cubicBezTo>
                <a:cubicBezTo>
                  <a:pt x="444787" y="1717224"/>
                  <a:pt x="431192" y="1703630"/>
                  <a:pt x="431192" y="1686860"/>
                </a:cubicBezTo>
                <a:cubicBezTo>
                  <a:pt x="431192" y="1670091"/>
                  <a:pt x="444787" y="1656497"/>
                  <a:pt x="461556" y="1656497"/>
                </a:cubicBezTo>
                <a:close/>
                <a:moveTo>
                  <a:pt x="389002" y="1656497"/>
                </a:moveTo>
                <a:cubicBezTo>
                  <a:pt x="405771" y="1656497"/>
                  <a:pt x="419365" y="1670091"/>
                  <a:pt x="419365" y="1686860"/>
                </a:cubicBezTo>
                <a:cubicBezTo>
                  <a:pt x="419365" y="1703630"/>
                  <a:pt x="405771" y="1717224"/>
                  <a:pt x="389002" y="1717224"/>
                </a:cubicBezTo>
                <a:cubicBezTo>
                  <a:pt x="372232" y="1717224"/>
                  <a:pt x="358638" y="1703630"/>
                  <a:pt x="358638" y="1686860"/>
                </a:cubicBezTo>
                <a:cubicBezTo>
                  <a:pt x="358638" y="1670091"/>
                  <a:pt x="372232" y="1656497"/>
                  <a:pt x="389002" y="1656497"/>
                </a:cubicBezTo>
                <a:close/>
                <a:moveTo>
                  <a:pt x="316447" y="1656497"/>
                </a:moveTo>
                <a:cubicBezTo>
                  <a:pt x="333216" y="1656497"/>
                  <a:pt x="346810" y="1670091"/>
                  <a:pt x="346810" y="1686860"/>
                </a:cubicBezTo>
                <a:cubicBezTo>
                  <a:pt x="346810" y="1703630"/>
                  <a:pt x="333216" y="1717224"/>
                  <a:pt x="316447" y="1717224"/>
                </a:cubicBezTo>
                <a:cubicBezTo>
                  <a:pt x="299677" y="1717224"/>
                  <a:pt x="286084" y="1703630"/>
                  <a:pt x="286084" y="1686860"/>
                </a:cubicBezTo>
                <a:cubicBezTo>
                  <a:pt x="286084" y="1670091"/>
                  <a:pt x="299677" y="1656497"/>
                  <a:pt x="316447" y="1656497"/>
                </a:cubicBezTo>
                <a:close/>
                <a:moveTo>
                  <a:pt x="243892" y="1656497"/>
                </a:moveTo>
                <a:cubicBezTo>
                  <a:pt x="260662" y="1656497"/>
                  <a:pt x="274256" y="1670091"/>
                  <a:pt x="274256" y="1686860"/>
                </a:cubicBezTo>
                <a:cubicBezTo>
                  <a:pt x="274256" y="1703630"/>
                  <a:pt x="260662" y="1717224"/>
                  <a:pt x="243892" y="1717224"/>
                </a:cubicBezTo>
                <a:cubicBezTo>
                  <a:pt x="227123" y="1717224"/>
                  <a:pt x="213529" y="1703630"/>
                  <a:pt x="213529" y="1686860"/>
                </a:cubicBezTo>
                <a:cubicBezTo>
                  <a:pt x="213529" y="1670091"/>
                  <a:pt x="227123" y="1656497"/>
                  <a:pt x="243892" y="1656497"/>
                </a:cubicBezTo>
                <a:close/>
                <a:moveTo>
                  <a:pt x="171339" y="1656497"/>
                </a:moveTo>
                <a:cubicBezTo>
                  <a:pt x="188107" y="1656497"/>
                  <a:pt x="201701" y="1670091"/>
                  <a:pt x="201701" y="1686860"/>
                </a:cubicBezTo>
                <a:cubicBezTo>
                  <a:pt x="201701" y="1703630"/>
                  <a:pt x="188107" y="1717224"/>
                  <a:pt x="171339" y="1717224"/>
                </a:cubicBezTo>
                <a:cubicBezTo>
                  <a:pt x="154594" y="1717224"/>
                  <a:pt x="141001" y="1703630"/>
                  <a:pt x="141001" y="1686860"/>
                </a:cubicBezTo>
                <a:cubicBezTo>
                  <a:pt x="141001" y="1670091"/>
                  <a:pt x="154594" y="1656497"/>
                  <a:pt x="171339" y="1656497"/>
                </a:cubicBezTo>
                <a:close/>
                <a:moveTo>
                  <a:pt x="98812" y="1656497"/>
                </a:moveTo>
                <a:cubicBezTo>
                  <a:pt x="115580" y="1656497"/>
                  <a:pt x="129174" y="1670091"/>
                  <a:pt x="129174" y="1686860"/>
                </a:cubicBezTo>
                <a:cubicBezTo>
                  <a:pt x="129174" y="1703630"/>
                  <a:pt x="115580" y="1717224"/>
                  <a:pt x="98812" y="1717224"/>
                </a:cubicBezTo>
                <a:cubicBezTo>
                  <a:pt x="82042" y="1717224"/>
                  <a:pt x="68448" y="1703630"/>
                  <a:pt x="68448" y="1686860"/>
                </a:cubicBezTo>
                <a:cubicBezTo>
                  <a:pt x="68448" y="1670091"/>
                  <a:pt x="82042" y="1656497"/>
                  <a:pt x="98812" y="1656497"/>
                </a:cubicBezTo>
                <a:close/>
                <a:moveTo>
                  <a:pt x="26257" y="1656497"/>
                </a:moveTo>
                <a:cubicBezTo>
                  <a:pt x="43026" y="1656497"/>
                  <a:pt x="56620" y="1670091"/>
                  <a:pt x="56620" y="1686860"/>
                </a:cubicBezTo>
                <a:cubicBezTo>
                  <a:pt x="56620" y="1703630"/>
                  <a:pt x="43026" y="1717224"/>
                  <a:pt x="26257" y="1717224"/>
                </a:cubicBezTo>
                <a:cubicBezTo>
                  <a:pt x="17873" y="1717224"/>
                  <a:pt x="10282" y="1713826"/>
                  <a:pt x="4787" y="1708331"/>
                </a:cubicBezTo>
                <a:lnTo>
                  <a:pt x="0" y="1696773"/>
                </a:lnTo>
                <a:lnTo>
                  <a:pt x="0" y="1676947"/>
                </a:lnTo>
                <a:lnTo>
                  <a:pt x="4787" y="1665390"/>
                </a:lnTo>
                <a:cubicBezTo>
                  <a:pt x="10282" y="1659896"/>
                  <a:pt x="17873" y="1656497"/>
                  <a:pt x="26257" y="1656497"/>
                </a:cubicBezTo>
                <a:close/>
                <a:moveTo>
                  <a:pt x="1114547" y="1576045"/>
                </a:moveTo>
                <a:cubicBezTo>
                  <a:pt x="1118739" y="1576045"/>
                  <a:pt x="1122733" y="1576894"/>
                  <a:pt x="1126366" y="1578431"/>
                </a:cubicBezTo>
                <a:lnTo>
                  <a:pt x="1131977" y="1582214"/>
                </a:lnTo>
                <a:lnTo>
                  <a:pt x="1128051" y="1585783"/>
                </a:lnTo>
                <a:lnTo>
                  <a:pt x="1088035" y="1615706"/>
                </a:lnTo>
                <a:lnTo>
                  <a:pt x="1084184" y="1606408"/>
                </a:lnTo>
                <a:cubicBezTo>
                  <a:pt x="1084184" y="1589639"/>
                  <a:pt x="1097778" y="1576045"/>
                  <a:pt x="1114547" y="1576045"/>
                </a:cubicBezTo>
                <a:close/>
                <a:moveTo>
                  <a:pt x="1041993" y="1576045"/>
                </a:moveTo>
                <a:cubicBezTo>
                  <a:pt x="1058762" y="1576045"/>
                  <a:pt x="1072356" y="1589639"/>
                  <a:pt x="1072356" y="1606408"/>
                </a:cubicBezTo>
                <a:cubicBezTo>
                  <a:pt x="1072356" y="1623178"/>
                  <a:pt x="1058762" y="1636772"/>
                  <a:pt x="1041993" y="1636772"/>
                </a:cubicBezTo>
                <a:cubicBezTo>
                  <a:pt x="1025223" y="1636772"/>
                  <a:pt x="1011629" y="1623178"/>
                  <a:pt x="1011629" y="1606408"/>
                </a:cubicBezTo>
                <a:cubicBezTo>
                  <a:pt x="1011629" y="1589639"/>
                  <a:pt x="1025223" y="1576045"/>
                  <a:pt x="1041993" y="1576045"/>
                </a:cubicBezTo>
                <a:close/>
                <a:moveTo>
                  <a:pt x="969438" y="1576045"/>
                </a:moveTo>
                <a:cubicBezTo>
                  <a:pt x="986208" y="1576045"/>
                  <a:pt x="999801" y="1589639"/>
                  <a:pt x="999801" y="1606408"/>
                </a:cubicBezTo>
                <a:cubicBezTo>
                  <a:pt x="999801" y="1623178"/>
                  <a:pt x="986208" y="1636772"/>
                  <a:pt x="969438" y="1636772"/>
                </a:cubicBezTo>
                <a:cubicBezTo>
                  <a:pt x="952669" y="1636772"/>
                  <a:pt x="939075" y="1623178"/>
                  <a:pt x="939075" y="1606408"/>
                </a:cubicBezTo>
                <a:cubicBezTo>
                  <a:pt x="939075" y="1589639"/>
                  <a:pt x="952669" y="1576045"/>
                  <a:pt x="969438" y="1576045"/>
                </a:cubicBezTo>
                <a:close/>
                <a:moveTo>
                  <a:pt x="896883" y="1576045"/>
                </a:moveTo>
                <a:cubicBezTo>
                  <a:pt x="913653" y="1576045"/>
                  <a:pt x="927247" y="1589639"/>
                  <a:pt x="927247" y="1606408"/>
                </a:cubicBezTo>
                <a:cubicBezTo>
                  <a:pt x="927247" y="1623178"/>
                  <a:pt x="913653" y="1636772"/>
                  <a:pt x="896883" y="1636772"/>
                </a:cubicBezTo>
                <a:cubicBezTo>
                  <a:pt x="880114" y="1636772"/>
                  <a:pt x="866520" y="1623178"/>
                  <a:pt x="866520" y="1606408"/>
                </a:cubicBezTo>
                <a:cubicBezTo>
                  <a:pt x="866520" y="1589639"/>
                  <a:pt x="880114" y="1576045"/>
                  <a:pt x="896883" y="1576045"/>
                </a:cubicBezTo>
                <a:close/>
                <a:moveTo>
                  <a:pt x="824329" y="1576045"/>
                </a:moveTo>
                <a:cubicBezTo>
                  <a:pt x="841098" y="1576045"/>
                  <a:pt x="854692" y="1589639"/>
                  <a:pt x="854692" y="1606408"/>
                </a:cubicBezTo>
                <a:cubicBezTo>
                  <a:pt x="854692" y="1623178"/>
                  <a:pt x="841098" y="1636772"/>
                  <a:pt x="824329" y="1636772"/>
                </a:cubicBezTo>
                <a:cubicBezTo>
                  <a:pt x="807559" y="1636772"/>
                  <a:pt x="793965" y="1623178"/>
                  <a:pt x="793965" y="1606408"/>
                </a:cubicBezTo>
                <a:cubicBezTo>
                  <a:pt x="793965" y="1589639"/>
                  <a:pt x="807559" y="1576045"/>
                  <a:pt x="824329" y="1576045"/>
                </a:cubicBezTo>
                <a:close/>
                <a:moveTo>
                  <a:pt x="751774" y="1576045"/>
                </a:moveTo>
                <a:cubicBezTo>
                  <a:pt x="768544" y="1576045"/>
                  <a:pt x="782138" y="1589639"/>
                  <a:pt x="782138" y="1606408"/>
                </a:cubicBezTo>
                <a:cubicBezTo>
                  <a:pt x="782138" y="1623178"/>
                  <a:pt x="768544" y="1636772"/>
                  <a:pt x="751774" y="1636772"/>
                </a:cubicBezTo>
                <a:cubicBezTo>
                  <a:pt x="735005" y="1636772"/>
                  <a:pt x="721411" y="1623178"/>
                  <a:pt x="721411" y="1606408"/>
                </a:cubicBezTo>
                <a:cubicBezTo>
                  <a:pt x="721411" y="1589639"/>
                  <a:pt x="735005" y="1576045"/>
                  <a:pt x="751774" y="1576045"/>
                </a:cubicBezTo>
                <a:close/>
                <a:moveTo>
                  <a:pt x="679220" y="1576045"/>
                </a:moveTo>
                <a:cubicBezTo>
                  <a:pt x="695989" y="1576045"/>
                  <a:pt x="709583" y="1589639"/>
                  <a:pt x="709583" y="1606408"/>
                </a:cubicBezTo>
                <a:cubicBezTo>
                  <a:pt x="709583" y="1623178"/>
                  <a:pt x="695989" y="1636772"/>
                  <a:pt x="679220" y="1636772"/>
                </a:cubicBezTo>
                <a:cubicBezTo>
                  <a:pt x="662450" y="1636772"/>
                  <a:pt x="648856" y="1623178"/>
                  <a:pt x="648856" y="1606408"/>
                </a:cubicBezTo>
                <a:cubicBezTo>
                  <a:pt x="648856" y="1589639"/>
                  <a:pt x="662450" y="1576045"/>
                  <a:pt x="679220" y="1576045"/>
                </a:cubicBezTo>
                <a:close/>
                <a:moveTo>
                  <a:pt x="606665" y="1576045"/>
                </a:moveTo>
                <a:cubicBezTo>
                  <a:pt x="623435" y="1576045"/>
                  <a:pt x="637029" y="1589639"/>
                  <a:pt x="637029" y="1606408"/>
                </a:cubicBezTo>
                <a:cubicBezTo>
                  <a:pt x="637029" y="1623178"/>
                  <a:pt x="623435" y="1636772"/>
                  <a:pt x="606665" y="1636772"/>
                </a:cubicBezTo>
                <a:cubicBezTo>
                  <a:pt x="589896" y="1636772"/>
                  <a:pt x="576302" y="1623178"/>
                  <a:pt x="576302" y="1606408"/>
                </a:cubicBezTo>
                <a:cubicBezTo>
                  <a:pt x="576302" y="1589639"/>
                  <a:pt x="589896" y="1576045"/>
                  <a:pt x="606665" y="1576045"/>
                </a:cubicBezTo>
                <a:close/>
                <a:moveTo>
                  <a:pt x="534111" y="1576045"/>
                </a:moveTo>
                <a:cubicBezTo>
                  <a:pt x="550880" y="1576045"/>
                  <a:pt x="564474" y="1589639"/>
                  <a:pt x="564474" y="1606408"/>
                </a:cubicBezTo>
                <a:cubicBezTo>
                  <a:pt x="564474" y="1623178"/>
                  <a:pt x="550880" y="1636772"/>
                  <a:pt x="534111" y="1636772"/>
                </a:cubicBezTo>
                <a:cubicBezTo>
                  <a:pt x="517341" y="1636772"/>
                  <a:pt x="503747" y="1623178"/>
                  <a:pt x="503747" y="1606408"/>
                </a:cubicBezTo>
                <a:cubicBezTo>
                  <a:pt x="503747" y="1589639"/>
                  <a:pt x="517341" y="1576045"/>
                  <a:pt x="534111" y="1576045"/>
                </a:cubicBezTo>
                <a:close/>
                <a:moveTo>
                  <a:pt x="461556" y="1576045"/>
                </a:moveTo>
                <a:cubicBezTo>
                  <a:pt x="478326" y="1576045"/>
                  <a:pt x="491920" y="1589639"/>
                  <a:pt x="491920" y="1606408"/>
                </a:cubicBezTo>
                <a:cubicBezTo>
                  <a:pt x="491920" y="1623178"/>
                  <a:pt x="478326" y="1636772"/>
                  <a:pt x="461556" y="1636772"/>
                </a:cubicBezTo>
                <a:cubicBezTo>
                  <a:pt x="444787" y="1636772"/>
                  <a:pt x="431192" y="1623178"/>
                  <a:pt x="431192" y="1606408"/>
                </a:cubicBezTo>
                <a:cubicBezTo>
                  <a:pt x="431192" y="1589639"/>
                  <a:pt x="444787" y="1576045"/>
                  <a:pt x="461556" y="1576045"/>
                </a:cubicBezTo>
                <a:close/>
                <a:moveTo>
                  <a:pt x="389002" y="1576045"/>
                </a:moveTo>
                <a:cubicBezTo>
                  <a:pt x="405771" y="1576045"/>
                  <a:pt x="419365" y="1589639"/>
                  <a:pt x="419365" y="1606408"/>
                </a:cubicBezTo>
                <a:cubicBezTo>
                  <a:pt x="419365" y="1623178"/>
                  <a:pt x="405771" y="1636772"/>
                  <a:pt x="389002" y="1636772"/>
                </a:cubicBezTo>
                <a:cubicBezTo>
                  <a:pt x="372232" y="1636772"/>
                  <a:pt x="358638" y="1623178"/>
                  <a:pt x="358638" y="1606408"/>
                </a:cubicBezTo>
                <a:cubicBezTo>
                  <a:pt x="358638" y="1589639"/>
                  <a:pt x="372232" y="1576045"/>
                  <a:pt x="389002" y="1576045"/>
                </a:cubicBezTo>
                <a:close/>
                <a:moveTo>
                  <a:pt x="316447" y="1576045"/>
                </a:moveTo>
                <a:cubicBezTo>
                  <a:pt x="333216" y="1576045"/>
                  <a:pt x="346810" y="1589639"/>
                  <a:pt x="346810" y="1606408"/>
                </a:cubicBezTo>
                <a:cubicBezTo>
                  <a:pt x="346810" y="1623178"/>
                  <a:pt x="333216" y="1636772"/>
                  <a:pt x="316447" y="1636772"/>
                </a:cubicBezTo>
                <a:cubicBezTo>
                  <a:pt x="299677" y="1636772"/>
                  <a:pt x="286084" y="1623178"/>
                  <a:pt x="286084" y="1606408"/>
                </a:cubicBezTo>
                <a:cubicBezTo>
                  <a:pt x="286084" y="1589639"/>
                  <a:pt x="299677" y="1576045"/>
                  <a:pt x="316447" y="1576045"/>
                </a:cubicBezTo>
                <a:close/>
                <a:moveTo>
                  <a:pt x="243892" y="1576045"/>
                </a:moveTo>
                <a:cubicBezTo>
                  <a:pt x="260662" y="1576045"/>
                  <a:pt x="274256" y="1589639"/>
                  <a:pt x="274256" y="1606408"/>
                </a:cubicBezTo>
                <a:cubicBezTo>
                  <a:pt x="274256" y="1623178"/>
                  <a:pt x="260662" y="1636772"/>
                  <a:pt x="243892" y="1636772"/>
                </a:cubicBezTo>
                <a:cubicBezTo>
                  <a:pt x="227123" y="1636772"/>
                  <a:pt x="213529" y="1623178"/>
                  <a:pt x="213529" y="1606408"/>
                </a:cubicBezTo>
                <a:cubicBezTo>
                  <a:pt x="213529" y="1589639"/>
                  <a:pt x="227123" y="1576045"/>
                  <a:pt x="243892" y="1576045"/>
                </a:cubicBezTo>
                <a:close/>
                <a:moveTo>
                  <a:pt x="171339" y="1576045"/>
                </a:moveTo>
                <a:cubicBezTo>
                  <a:pt x="188107" y="1576045"/>
                  <a:pt x="201701" y="1589639"/>
                  <a:pt x="201701" y="1606408"/>
                </a:cubicBezTo>
                <a:cubicBezTo>
                  <a:pt x="201701" y="1623178"/>
                  <a:pt x="188107" y="1636772"/>
                  <a:pt x="171339" y="1636772"/>
                </a:cubicBezTo>
                <a:cubicBezTo>
                  <a:pt x="154599" y="1636772"/>
                  <a:pt x="141006" y="1623178"/>
                  <a:pt x="141006" y="1606408"/>
                </a:cubicBezTo>
                <a:cubicBezTo>
                  <a:pt x="141006" y="1589639"/>
                  <a:pt x="154599" y="1576045"/>
                  <a:pt x="171339" y="1576045"/>
                </a:cubicBezTo>
                <a:close/>
                <a:moveTo>
                  <a:pt x="98818" y="1576045"/>
                </a:moveTo>
                <a:cubicBezTo>
                  <a:pt x="115586" y="1576045"/>
                  <a:pt x="129180" y="1589639"/>
                  <a:pt x="129180" y="1606408"/>
                </a:cubicBezTo>
                <a:cubicBezTo>
                  <a:pt x="129180" y="1623178"/>
                  <a:pt x="115586" y="1636772"/>
                  <a:pt x="98818" y="1636772"/>
                </a:cubicBezTo>
                <a:cubicBezTo>
                  <a:pt x="82048" y="1636772"/>
                  <a:pt x="68454" y="1623178"/>
                  <a:pt x="68454" y="1606408"/>
                </a:cubicBezTo>
                <a:cubicBezTo>
                  <a:pt x="68454" y="1589639"/>
                  <a:pt x="82048" y="1576045"/>
                  <a:pt x="98818" y="1576045"/>
                </a:cubicBezTo>
                <a:close/>
                <a:moveTo>
                  <a:pt x="26264" y="1576045"/>
                </a:moveTo>
                <a:cubicBezTo>
                  <a:pt x="43032" y="1576045"/>
                  <a:pt x="56626" y="1589639"/>
                  <a:pt x="56626" y="1606408"/>
                </a:cubicBezTo>
                <a:cubicBezTo>
                  <a:pt x="56626" y="1623178"/>
                  <a:pt x="43032" y="1636772"/>
                  <a:pt x="26264" y="1636772"/>
                </a:cubicBezTo>
                <a:cubicBezTo>
                  <a:pt x="17880" y="1636772"/>
                  <a:pt x="10289" y="1633374"/>
                  <a:pt x="4794" y="1627879"/>
                </a:cubicBezTo>
                <a:lnTo>
                  <a:pt x="0" y="1616304"/>
                </a:lnTo>
                <a:lnTo>
                  <a:pt x="0" y="1596512"/>
                </a:lnTo>
                <a:lnTo>
                  <a:pt x="4794" y="1584938"/>
                </a:lnTo>
                <a:cubicBezTo>
                  <a:pt x="10289" y="1579444"/>
                  <a:pt x="17880" y="1576045"/>
                  <a:pt x="26264" y="1576045"/>
                </a:cubicBezTo>
                <a:close/>
                <a:moveTo>
                  <a:pt x="1187102" y="1495593"/>
                </a:moveTo>
                <a:cubicBezTo>
                  <a:pt x="1195486" y="1495593"/>
                  <a:pt x="1203077" y="1498992"/>
                  <a:pt x="1208572" y="1504486"/>
                </a:cubicBezTo>
                <a:lnTo>
                  <a:pt x="1211014" y="1510381"/>
                </a:lnTo>
                <a:lnTo>
                  <a:pt x="1168285" y="1549216"/>
                </a:lnTo>
                <a:lnTo>
                  <a:pt x="1165631" y="1547427"/>
                </a:lnTo>
                <a:cubicBezTo>
                  <a:pt x="1160137" y="1541932"/>
                  <a:pt x="1156738" y="1534341"/>
                  <a:pt x="1156738" y="1525957"/>
                </a:cubicBezTo>
                <a:cubicBezTo>
                  <a:pt x="1156738" y="1509187"/>
                  <a:pt x="1170332" y="1495593"/>
                  <a:pt x="1187102" y="1495593"/>
                </a:cubicBezTo>
                <a:close/>
                <a:moveTo>
                  <a:pt x="1114547" y="1495593"/>
                </a:moveTo>
                <a:cubicBezTo>
                  <a:pt x="1131317" y="1495593"/>
                  <a:pt x="1144911" y="1509187"/>
                  <a:pt x="1144911" y="1525957"/>
                </a:cubicBezTo>
                <a:cubicBezTo>
                  <a:pt x="1144911" y="1542726"/>
                  <a:pt x="1131317" y="1556320"/>
                  <a:pt x="1114547" y="1556320"/>
                </a:cubicBezTo>
                <a:cubicBezTo>
                  <a:pt x="1097778" y="1556320"/>
                  <a:pt x="1084184" y="1542726"/>
                  <a:pt x="1084184" y="1525957"/>
                </a:cubicBezTo>
                <a:cubicBezTo>
                  <a:pt x="1084184" y="1509187"/>
                  <a:pt x="1097778" y="1495593"/>
                  <a:pt x="1114547" y="1495593"/>
                </a:cubicBezTo>
                <a:close/>
                <a:moveTo>
                  <a:pt x="1041993" y="1495593"/>
                </a:moveTo>
                <a:cubicBezTo>
                  <a:pt x="1058762" y="1495593"/>
                  <a:pt x="1072356" y="1509187"/>
                  <a:pt x="1072356" y="1525957"/>
                </a:cubicBezTo>
                <a:cubicBezTo>
                  <a:pt x="1072356" y="1542726"/>
                  <a:pt x="1058762" y="1556320"/>
                  <a:pt x="1041993" y="1556320"/>
                </a:cubicBezTo>
                <a:cubicBezTo>
                  <a:pt x="1025223" y="1556320"/>
                  <a:pt x="1011629" y="1542726"/>
                  <a:pt x="1011629" y="1525957"/>
                </a:cubicBezTo>
                <a:cubicBezTo>
                  <a:pt x="1011629" y="1509187"/>
                  <a:pt x="1025223" y="1495593"/>
                  <a:pt x="1041993" y="1495593"/>
                </a:cubicBezTo>
                <a:close/>
                <a:moveTo>
                  <a:pt x="969438" y="1495593"/>
                </a:moveTo>
                <a:cubicBezTo>
                  <a:pt x="986208" y="1495593"/>
                  <a:pt x="999801" y="1509187"/>
                  <a:pt x="999801" y="1525957"/>
                </a:cubicBezTo>
                <a:cubicBezTo>
                  <a:pt x="999801" y="1542726"/>
                  <a:pt x="986208" y="1556320"/>
                  <a:pt x="969438" y="1556320"/>
                </a:cubicBezTo>
                <a:cubicBezTo>
                  <a:pt x="952669" y="1556320"/>
                  <a:pt x="939075" y="1542726"/>
                  <a:pt x="939075" y="1525957"/>
                </a:cubicBezTo>
                <a:cubicBezTo>
                  <a:pt x="939075" y="1509187"/>
                  <a:pt x="952669" y="1495593"/>
                  <a:pt x="969438" y="1495593"/>
                </a:cubicBezTo>
                <a:close/>
                <a:moveTo>
                  <a:pt x="896883" y="1495593"/>
                </a:moveTo>
                <a:cubicBezTo>
                  <a:pt x="913653" y="1495593"/>
                  <a:pt x="927247" y="1509187"/>
                  <a:pt x="927247" y="1525957"/>
                </a:cubicBezTo>
                <a:cubicBezTo>
                  <a:pt x="927247" y="1542726"/>
                  <a:pt x="913653" y="1556320"/>
                  <a:pt x="896883" y="1556320"/>
                </a:cubicBezTo>
                <a:cubicBezTo>
                  <a:pt x="880114" y="1556320"/>
                  <a:pt x="866520" y="1542726"/>
                  <a:pt x="866520" y="1525957"/>
                </a:cubicBezTo>
                <a:cubicBezTo>
                  <a:pt x="866520" y="1509187"/>
                  <a:pt x="880114" y="1495593"/>
                  <a:pt x="896883" y="1495593"/>
                </a:cubicBezTo>
                <a:close/>
                <a:moveTo>
                  <a:pt x="824329" y="1495593"/>
                </a:moveTo>
                <a:cubicBezTo>
                  <a:pt x="841098" y="1495593"/>
                  <a:pt x="854692" y="1509187"/>
                  <a:pt x="854692" y="1525957"/>
                </a:cubicBezTo>
                <a:cubicBezTo>
                  <a:pt x="854692" y="1542726"/>
                  <a:pt x="841098" y="1556320"/>
                  <a:pt x="824329" y="1556320"/>
                </a:cubicBezTo>
                <a:cubicBezTo>
                  <a:pt x="807559" y="1556320"/>
                  <a:pt x="793965" y="1542726"/>
                  <a:pt x="793965" y="1525957"/>
                </a:cubicBezTo>
                <a:cubicBezTo>
                  <a:pt x="793965" y="1509187"/>
                  <a:pt x="807559" y="1495593"/>
                  <a:pt x="824329" y="1495593"/>
                </a:cubicBezTo>
                <a:close/>
                <a:moveTo>
                  <a:pt x="751774" y="1495593"/>
                </a:moveTo>
                <a:cubicBezTo>
                  <a:pt x="768544" y="1495593"/>
                  <a:pt x="782138" y="1509187"/>
                  <a:pt x="782138" y="1525957"/>
                </a:cubicBezTo>
                <a:cubicBezTo>
                  <a:pt x="782138" y="1542726"/>
                  <a:pt x="768544" y="1556320"/>
                  <a:pt x="751774" y="1556320"/>
                </a:cubicBezTo>
                <a:cubicBezTo>
                  <a:pt x="735005" y="1556320"/>
                  <a:pt x="721411" y="1542726"/>
                  <a:pt x="721411" y="1525957"/>
                </a:cubicBezTo>
                <a:cubicBezTo>
                  <a:pt x="721411" y="1509187"/>
                  <a:pt x="735005" y="1495593"/>
                  <a:pt x="751774" y="1495593"/>
                </a:cubicBezTo>
                <a:close/>
                <a:moveTo>
                  <a:pt x="679220" y="1495593"/>
                </a:moveTo>
                <a:cubicBezTo>
                  <a:pt x="695989" y="1495593"/>
                  <a:pt x="709583" y="1509187"/>
                  <a:pt x="709583" y="1525957"/>
                </a:cubicBezTo>
                <a:cubicBezTo>
                  <a:pt x="709583" y="1542726"/>
                  <a:pt x="695989" y="1556320"/>
                  <a:pt x="679220" y="1556320"/>
                </a:cubicBezTo>
                <a:cubicBezTo>
                  <a:pt x="662450" y="1556320"/>
                  <a:pt x="648856" y="1542726"/>
                  <a:pt x="648856" y="1525957"/>
                </a:cubicBezTo>
                <a:cubicBezTo>
                  <a:pt x="648856" y="1509187"/>
                  <a:pt x="662450" y="1495593"/>
                  <a:pt x="679220" y="1495593"/>
                </a:cubicBezTo>
                <a:close/>
                <a:moveTo>
                  <a:pt x="606665" y="1495593"/>
                </a:moveTo>
                <a:cubicBezTo>
                  <a:pt x="623435" y="1495593"/>
                  <a:pt x="637029" y="1509187"/>
                  <a:pt x="637029" y="1525957"/>
                </a:cubicBezTo>
                <a:cubicBezTo>
                  <a:pt x="637029" y="1542726"/>
                  <a:pt x="623435" y="1556320"/>
                  <a:pt x="606665" y="1556320"/>
                </a:cubicBezTo>
                <a:cubicBezTo>
                  <a:pt x="589896" y="1556320"/>
                  <a:pt x="576302" y="1542726"/>
                  <a:pt x="576302" y="1525957"/>
                </a:cubicBezTo>
                <a:cubicBezTo>
                  <a:pt x="576302" y="1509187"/>
                  <a:pt x="589896" y="1495593"/>
                  <a:pt x="606665" y="1495593"/>
                </a:cubicBezTo>
                <a:close/>
                <a:moveTo>
                  <a:pt x="534111" y="1495593"/>
                </a:moveTo>
                <a:cubicBezTo>
                  <a:pt x="550880" y="1495593"/>
                  <a:pt x="564474" y="1509187"/>
                  <a:pt x="564474" y="1525957"/>
                </a:cubicBezTo>
                <a:cubicBezTo>
                  <a:pt x="564474" y="1542726"/>
                  <a:pt x="550880" y="1556320"/>
                  <a:pt x="534111" y="1556320"/>
                </a:cubicBezTo>
                <a:cubicBezTo>
                  <a:pt x="517341" y="1556320"/>
                  <a:pt x="503747" y="1542726"/>
                  <a:pt x="503747" y="1525957"/>
                </a:cubicBezTo>
                <a:cubicBezTo>
                  <a:pt x="503747" y="1509187"/>
                  <a:pt x="517341" y="1495593"/>
                  <a:pt x="534111" y="1495593"/>
                </a:cubicBezTo>
                <a:close/>
                <a:moveTo>
                  <a:pt x="461556" y="1495593"/>
                </a:moveTo>
                <a:cubicBezTo>
                  <a:pt x="478326" y="1495593"/>
                  <a:pt x="491920" y="1509187"/>
                  <a:pt x="491920" y="1525957"/>
                </a:cubicBezTo>
                <a:cubicBezTo>
                  <a:pt x="491920" y="1542726"/>
                  <a:pt x="478326" y="1556320"/>
                  <a:pt x="461556" y="1556320"/>
                </a:cubicBezTo>
                <a:cubicBezTo>
                  <a:pt x="444787" y="1556320"/>
                  <a:pt x="431192" y="1542726"/>
                  <a:pt x="431192" y="1525957"/>
                </a:cubicBezTo>
                <a:cubicBezTo>
                  <a:pt x="431192" y="1509187"/>
                  <a:pt x="444787" y="1495593"/>
                  <a:pt x="461556" y="1495593"/>
                </a:cubicBezTo>
                <a:close/>
                <a:moveTo>
                  <a:pt x="389002" y="1495593"/>
                </a:moveTo>
                <a:cubicBezTo>
                  <a:pt x="405771" y="1495593"/>
                  <a:pt x="419365" y="1509187"/>
                  <a:pt x="419365" y="1525957"/>
                </a:cubicBezTo>
                <a:cubicBezTo>
                  <a:pt x="419365" y="1542726"/>
                  <a:pt x="405771" y="1556320"/>
                  <a:pt x="389002" y="1556320"/>
                </a:cubicBezTo>
                <a:cubicBezTo>
                  <a:pt x="372232" y="1556320"/>
                  <a:pt x="358638" y="1542726"/>
                  <a:pt x="358638" y="1525957"/>
                </a:cubicBezTo>
                <a:cubicBezTo>
                  <a:pt x="358638" y="1509187"/>
                  <a:pt x="372232" y="1495593"/>
                  <a:pt x="389002" y="1495593"/>
                </a:cubicBezTo>
                <a:close/>
                <a:moveTo>
                  <a:pt x="316447" y="1495593"/>
                </a:moveTo>
                <a:cubicBezTo>
                  <a:pt x="333216" y="1495593"/>
                  <a:pt x="346810" y="1509187"/>
                  <a:pt x="346810" y="1525957"/>
                </a:cubicBezTo>
                <a:cubicBezTo>
                  <a:pt x="346810" y="1542726"/>
                  <a:pt x="333216" y="1556320"/>
                  <a:pt x="316447" y="1556320"/>
                </a:cubicBezTo>
                <a:cubicBezTo>
                  <a:pt x="299677" y="1556320"/>
                  <a:pt x="286084" y="1542726"/>
                  <a:pt x="286084" y="1525957"/>
                </a:cubicBezTo>
                <a:cubicBezTo>
                  <a:pt x="286084" y="1509187"/>
                  <a:pt x="299677" y="1495593"/>
                  <a:pt x="316447" y="1495593"/>
                </a:cubicBezTo>
                <a:close/>
                <a:moveTo>
                  <a:pt x="243892" y="1495593"/>
                </a:moveTo>
                <a:cubicBezTo>
                  <a:pt x="260662" y="1495593"/>
                  <a:pt x="274256" y="1509187"/>
                  <a:pt x="274256" y="1525957"/>
                </a:cubicBezTo>
                <a:cubicBezTo>
                  <a:pt x="274256" y="1542726"/>
                  <a:pt x="260662" y="1556320"/>
                  <a:pt x="243892" y="1556320"/>
                </a:cubicBezTo>
                <a:cubicBezTo>
                  <a:pt x="227123" y="1556320"/>
                  <a:pt x="213529" y="1542726"/>
                  <a:pt x="213529" y="1525957"/>
                </a:cubicBezTo>
                <a:cubicBezTo>
                  <a:pt x="213529" y="1509187"/>
                  <a:pt x="227123" y="1495593"/>
                  <a:pt x="243892" y="1495593"/>
                </a:cubicBezTo>
                <a:close/>
                <a:moveTo>
                  <a:pt x="171339" y="1495593"/>
                </a:moveTo>
                <a:cubicBezTo>
                  <a:pt x="188107" y="1495593"/>
                  <a:pt x="201701" y="1509187"/>
                  <a:pt x="201701" y="1525957"/>
                </a:cubicBezTo>
                <a:cubicBezTo>
                  <a:pt x="201701" y="1542726"/>
                  <a:pt x="188107" y="1556320"/>
                  <a:pt x="171339" y="1556320"/>
                </a:cubicBezTo>
                <a:cubicBezTo>
                  <a:pt x="154606" y="1556320"/>
                  <a:pt x="141012" y="1542726"/>
                  <a:pt x="141012" y="1525957"/>
                </a:cubicBezTo>
                <a:cubicBezTo>
                  <a:pt x="141012" y="1509187"/>
                  <a:pt x="154606" y="1495593"/>
                  <a:pt x="171339" y="1495593"/>
                </a:cubicBezTo>
                <a:close/>
                <a:moveTo>
                  <a:pt x="98825" y="1495593"/>
                </a:moveTo>
                <a:cubicBezTo>
                  <a:pt x="115592" y="1495593"/>
                  <a:pt x="129186" y="1509187"/>
                  <a:pt x="129186" y="1525957"/>
                </a:cubicBezTo>
                <a:cubicBezTo>
                  <a:pt x="129186" y="1542726"/>
                  <a:pt x="115592" y="1556320"/>
                  <a:pt x="98825" y="1556320"/>
                </a:cubicBezTo>
                <a:cubicBezTo>
                  <a:pt x="82054" y="1556320"/>
                  <a:pt x="68461" y="1542726"/>
                  <a:pt x="68461" y="1525957"/>
                </a:cubicBezTo>
                <a:cubicBezTo>
                  <a:pt x="68461" y="1509187"/>
                  <a:pt x="82054" y="1495593"/>
                  <a:pt x="98825" y="1495593"/>
                </a:cubicBezTo>
                <a:close/>
                <a:moveTo>
                  <a:pt x="26270" y="1495593"/>
                </a:moveTo>
                <a:cubicBezTo>
                  <a:pt x="43038" y="1495593"/>
                  <a:pt x="56632" y="1509187"/>
                  <a:pt x="56632" y="1525957"/>
                </a:cubicBezTo>
                <a:cubicBezTo>
                  <a:pt x="56632" y="1542726"/>
                  <a:pt x="43038" y="1556320"/>
                  <a:pt x="26270" y="1556320"/>
                </a:cubicBezTo>
                <a:cubicBezTo>
                  <a:pt x="17886" y="1556320"/>
                  <a:pt x="10295" y="1552922"/>
                  <a:pt x="4801" y="1547427"/>
                </a:cubicBezTo>
                <a:lnTo>
                  <a:pt x="0" y="1535836"/>
                </a:lnTo>
                <a:lnTo>
                  <a:pt x="0" y="1516078"/>
                </a:lnTo>
                <a:lnTo>
                  <a:pt x="4801" y="1504486"/>
                </a:lnTo>
                <a:cubicBezTo>
                  <a:pt x="10295" y="1498992"/>
                  <a:pt x="17886" y="1495593"/>
                  <a:pt x="26270" y="1495593"/>
                </a:cubicBezTo>
                <a:close/>
                <a:moveTo>
                  <a:pt x="1259656" y="1415141"/>
                </a:moveTo>
                <a:cubicBezTo>
                  <a:pt x="1268041" y="1415141"/>
                  <a:pt x="1275632" y="1418540"/>
                  <a:pt x="1281127" y="1424035"/>
                </a:cubicBezTo>
                <a:lnTo>
                  <a:pt x="1285044" y="1433492"/>
                </a:lnTo>
                <a:lnTo>
                  <a:pt x="1248565" y="1473629"/>
                </a:lnTo>
                <a:lnTo>
                  <a:pt x="1247837" y="1473482"/>
                </a:lnTo>
                <a:cubicBezTo>
                  <a:pt x="1236940" y="1468873"/>
                  <a:pt x="1229293" y="1458082"/>
                  <a:pt x="1229293" y="1445505"/>
                </a:cubicBezTo>
                <a:cubicBezTo>
                  <a:pt x="1229293" y="1428735"/>
                  <a:pt x="1242887" y="1415141"/>
                  <a:pt x="1259656" y="1415141"/>
                </a:cubicBezTo>
                <a:close/>
                <a:moveTo>
                  <a:pt x="1187102" y="1415141"/>
                </a:moveTo>
                <a:cubicBezTo>
                  <a:pt x="1203871" y="1415141"/>
                  <a:pt x="1217465" y="1428735"/>
                  <a:pt x="1217465" y="1445505"/>
                </a:cubicBezTo>
                <a:cubicBezTo>
                  <a:pt x="1217465" y="1462274"/>
                  <a:pt x="1203871" y="1475868"/>
                  <a:pt x="1187102" y="1475868"/>
                </a:cubicBezTo>
                <a:cubicBezTo>
                  <a:pt x="1170332" y="1475868"/>
                  <a:pt x="1156738" y="1462274"/>
                  <a:pt x="1156738" y="1445505"/>
                </a:cubicBezTo>
                <a:cubicBezTo>
                  <a:pt x="1156738" y="1428735"/>
                  <a:pt x="1170332" y="1415141"/>
                  <a:pt x="1187102" y="1415141"/>
                </a:cubicBezTo>
                <a:close/>
                <a:moveTo>
                  <a:pt x="1114547" y="1415141"/>
                </a:moveTo>
                <a:cubicBezTo>
                  <a:pt x="1131317" y="1415141"/>
                  <a:pt x="1144911" y="1428735"/>
                  <a:pt x="1144911" y="1445505"/>
                </a:cubicBezTo>
                <a:cubicBezTo>
                  <a:pt x="1144911" y="1462274"/>
                  <a:pt x="1131317" y="1475868"/>
                  <a:pt x="1114547" y="1475868"/>
                </a:cubicBezTo>
                <a:cubicBezTo>
                  <a:pt x="1097778" y="1475868"/>
                  <a:pt x="1084184" y="1462274"/>
                  <a:pt x="1084184" y="1445505"/>
                </a:cubicBezTo>
                <a:cubicBezTo>
                  <a:pt x="1084184" y="1428735"/>
                  <a:pt x="1097778" y="1415141"/>
                  <a:pt x="1114547" y="1415141"/>
                </a:cubicBezTo>
                <a:close/>
                <a:moveTo>
                  <a:pt x="1041993" y="1415141"/>
                </a:moveTo>
                <a:cubicBezTo>
                  <a:pt x="1058762" y="1415141"/>
                  <a:pt x="1072356" y="1428735"/>
                  <a:pt x="1072356" y="1445505"/>
                </a:cubicBezTo>
                <a:cubicBezTo>
                  <a:pt x="1072356" y="1462274"/>
                  <a:pt x="1058762" y="1475868"/>
                  <a:pt x="1041993" y="1475868"/>
                </a:cubicBezTo>
                <a:cubicBezTo>
                  <a:pt x="1025223" y="1475868"/>
                  <a:pt x="1011629" y="1462274"/>
                  <a:pt x="1011629" y="1445505"/>
                </a:cubicBezTo>
                <a:cubicBezTo>
                  <a:pt x="1011629" y="1428735"/>
                  <a:pt x="1025223" y="1415141"/>
                  <a:pt x="1041993" y="1415141"/>
                </a:cubicBezTo>
                <a:close/>
                <a:moveTo>
                  <a:pt x="969438" y="1415141"/>
                </a:moveTo>
                <a:cubicBezTo>
                  <a:pt x="986208" y="1415141"/>
                  <a:pt x="999801" y="1428735"/>
                  <a:pt x="999801" y="1445505"/>
                </a:cubicBezTo>
                <a:cubicBezTo>
                  <a:pt x="999801" y="1462274"/>
                  <a:pt x="986208" y="1475868"/>
                  <a:pt x="969438" y="1475868"/>
                </a:cubicBezTo>
                <a:cubicBezTo>
                  <a:pt x="952669" y="1475868"/>
                  <a:pt x="939075" y="1462274"/>
                  <a:pt x="939075" y="1445505"/>
                </a:cubicBezTo>
                <a:cubicBezTo>
                  <a:pt x="939075" y="1428735"/>
                  <a:pt x="952669" y="1415141"/>
                  <a:pt x="969438" y="1415141"/>
                </a:cubicBezTo>
                <a:close/>
                <a:moveTo>
                  <a:pt x="896883" y="1415141"/>
                </a:moveTo>
                <a:cubicBezTo>
                  <a:pt x="913653" y="1415141"/>
                  <a:pt x="927247" y="1428735"/>
                  <a:pt x="927247" y="1445505"/>
                </a:cubicBezTo>
                <a:cubicBezTo>
                  <a:pt x="927247" y="1462274"/>
                  <a:pt x="913653" y="1475868"/>
                  <a:pt x="896883" y="1475868"/>
                </a:cubicBezTo>
                <a:cubicBezTo>
                  <a:pt x="880114" y="1475868"/>
                  <a:pt x="866520" y="1462274"/>
                  <a:pt x="866520" y="1445505"/>
                </a:cubicBezTo>
                <a:cubicBezTo>
                  <a:pt x="866520" y="1428735"/>
                  <a:pt x="880114" y="1415141"/>
                  <a:pt x="896883" y="1415141"/>
                </a:cubicBezTo>
                <a:close/>
                <a:moveTo>
                  <a:pt x="824329" y="1415141"/>
                </a:moveTo>
                <a:cubicBezTo>
                  <a:pt x="841098" y="1415141"/>
                  <a:pt x="854692" y="1428735"/>
                  <a:pt x="854692" y="1445505"/>
                </a:cubicBezTo>
                <a:cubicBezTo>
                  <a:pt x="854692" y="1462274"/>
                  <a:pt x="841098" y="1475868"/>
                  <a:pt x="824329" y="1475868"/>
                </a:cubicBezTo>
                <a:cubicBezTo>
                  <a:pt x="807559" y="1475868"/>
                  <a:pt x="793965" y="1462274"/>
                  <a:pt x="793965" y="1445505"/>
                </a:cubicBezTo>
                <a:cubicBezTo>
                  <a:pt x="793965" y="1428735"/>
                  <a:pt x="807559" y="1415141"/>
                  <a:pt x="824329" y="1415141"/>
                </a:cubicBezTo>
                <a:close/>
                <a:moveTo>
                  <a:pt x="751774" y="1415141"/>
                </a:moveTo>
                <a:cubicBezTo>
                  <a:pt x="768544" y="1415141"/>
                  <a:pt x="782138" y="1428735"/>
                  <a:pt x="782138" y="1445505"/>
                </a:cubicBezTo>
                <a:cubicBezTo>
                  <a:pt x="782138" y="1462274"/>
                  <a:pt x="768544" y="1475868"/>
                  <a:pt x="751774" y="1475868"/>
                </a:cubicBezTo>
                <a:cubicBezTo>
                  <a:pt x="735005" y="1475868"/>
                  <a:pt x="721411" y="1462274"/>
                  <a:pt x="721411" y="1445505"/>
                </a:cubicBezTo>
                <a:cubicBezTo>
                  <a:pt x="721411" y="1428735"/>
                  <a:pt x="735005" y="1415141"/>
                  <a:pt x="751774" y="1415141"/>
                </a:cubicBezTo>
                <a:close/>
                <a:moveTo>
                  <a:pt x="679220" y="1415141"/>
                </a:moveTo>
                <a:cubicBezTo>
                  <a:pt x="695989" y="1415141"/>
                  <a:pt x="709583" y="1428735"/>
                  <a:pt x="709583" y="1445505"/>
                </a:cubicBezTo>
                <a:cubicBezTo>
                  <a:pt x="709583" y="1462274"/>
                  <a:pt x="695989" y="1475868"/>
                  <a:pt x="679220" y="1475868"/>
                </a:cubicBezTo>
                <a:cubicBezTo>
                  <a:pt x="662450" y="1475868"/>
                  <a:pt x="648856" y="1462274"/>
                  <a:pt x="648856" y="1445505"/>
                </a:cubicBezTo>
                <a:cubicBezTo>
                  <a:pt x="648856" y="1428735"/>
                  <a:pt x="662450" y="1415141"/>
                  <a:pt x="679220" y="1415141"/>
                </a:cubicBezTo>
                <a:close/>
                <a:moveTo>
                  <a:pt x="606665" y="1415141"/>
                </a:moveTo>
                <a:cubicBezTo>
                  <a:pt x="623435" y="1415141"/>
                  <a:pt x="637029" y="1428735"/>
                  <a:pt x="637029" y="1445505"/>
                </a:cubicBezTo>
                <a:cubicBezTo>
                  <a:pt x="637029" y="1462274"/>
                  <a:pt x="623435" y="1475868"/>
                  <a:pt x="606665" y="1475868"/>
                </a:cubicBezTo>
                <a:cubicBezTo>
                  <a:pt x="589896" y="1475868"/>
                  <a:pt x="576302" y="1462274"/>
                  <a:pt x="576302" y="1445505"/>
                </a:cubicBezTo>
                <a:cubicBezTo>
                  <a:pt x="576302" y="1428735"/>
                  <a:pt x="589896" y="1415141"/>
                  <a:pt x="606665" y="1415141"/>
                </a:cubicBezTo>
                <a:close/>
                <a:moveTo>
                  <a:pt x="534111" y="1415141"/>
                </a:moveTo>
                <a:cubicBezTo>
                  <a:pt x="550880" y="1415141"/>
                  <a:pt x="564474" y="1428735"/>
                  <a:pt x="564474" y="1445505"/>
                </a:cubicBezTo>
                <a:cubicBezTo>
                  <a:pt x="564474" y="1462274"/>
                  <a:pt x="550880" y="1475868"/>
                  <a:pt x="534111" y="1475868"/>
                </a:cubicBezTo>
                <a:cubicBezTo>
                  <a:pt x="517341" y="1475868"/>
                  <a:pt x="503747" y="1462274"/>
                  <a:pt x="503747" y="1445505"/>
                </a:cubicBezTo>
                <a:cubicBezTo>
                  <a:pt x="503747" y="1428735"/>
                  <a:pt x="517341" y="1415141"/>
                  <a:pt x="534111" y="1415141"/>
                </a:cubicBezTo>
                <a:close/>
                <a:moveTo>
                  <a:pt x="461556" y="1415141"/>
                </a:moveTo>
                <a:cubicBezTo>
                  <a:pt x="478326" y="1415141"/>
                  <a:pt x="491920" y="1428735"/>
                  <a:pt x="491920" y="1445505"/>
                </a:cubicBezTo>
                <a:cubicBezTo>
                  <a:pt x="491920" y="1462274"/>
                  <a:pt x="478326" y="1475868"/>
                  <a:pt x="461556" y="1475868"/>
                </a:cubicBezTo>
                <a:cubicBezTo>
                  <a:pt x="444787" y="1475868"/>
                  <a:pt x="431192" y="1462274"/>
                  <a:pt x="431192" y="1445505"/>
                </a:cubicBezTo>
                <a:cubicBezTo>
                  <a:pt x="431192" y="1428735"/>
                  <a:pt x="444787" y="1415141"/>
                  <a:pt x="461556" y="1415141"/>
                </a:cubicBezTo>
                <a:close/>
                <a:moveTo>
                  <a:pt x="389002" y="1415141"/>
                </a:moveTo>
                <a:cubicBezTo>
                  <a:pt x="405771" y="1415141"/>
                  <a:pt x="419365" y="1428735"/>
                  <a:pt x="419365" y="1445505"/>
                </a:cubicBezTo>
                <a:cubicBezTo>
                  <a:pt x="419365" y="1462274"/>
                  <a:pt x="405771" y="1475868"/>
                  <a:pt x="389002" y="1475868"/>
                </a:cubicBezTo>
                <a:cubicBezTo>
                  <a:pt x="372232" y="1475868"/>
                  <a:pt x="358638" y="1462274"/>
                  <a:pt x="358638" y="1445505"/>
                </a:cubicBezTo>
                <a:cubicBezTo>
                  <a:pt x="358638" y="1428735"/>
                  <a:pt x="372232" y="1415141"/>
                  <a:pt x="389002" y="1415141"/>
                </a:cubicBezTo>
                <a:close/>
                <a:moveTo>
                  <a:pt x="316447" y="1415141"/>
                </a:moveTo>
                <a:cubicBezTo>
                  <a:pt x="333216" y="1415141"/>
                  <a:pt x="346810" y="1428735"/>
                  <a:pt x="346810" y="1445505"/>
                </a:cubicBezTo>
                <a:cubicBezTo>
                  <a:pt x="346810" y="1462274"/>
                  <a:pt x="333216" y="1475868"/>
                  <a:pt x="316447" y="1475868"/>
                </a:cubicBezTo>
                <a:cubicBezTo>
                  <a:pt x="299677" y="1475868"/>
                  <a:pt x="286084" y="1462274"/>
                  <a:pt x="286084" y="1445505"/>
                </a:cubicBezTo>
                <a:cubicBezTo>
                  <a:pt x="286084" y="1428735"/>
                  <a:pt x="299677" y="1415141"/>
                  <a:pt x="316447" y="1415141"/>
                </a:cubicBezTo>
                <a:close/>
                <a:moveTo>
                  <a:pt x="243892" y="1415141"/>
                </a:moveTo>
                <a:cubicBezTo>
                  <a:pt x="260662" y="1415141"/>
                  <a:pt x="274256" y="1428735"/>
                  <a:pt x="274256" y="1445505"/>
                </a:cubicBezTo>
                <a:cubicBezTo>
                  <a:pt x="274256" y="1462274"/>
                  <a:pt x="260662" y="1475868"/>
                  <a:pt x="243892" y="1475868"/>
                </a:cubicBezTo>
                <a:cubicBezTo>
                  <a:pt x="227123" y="1475868"/>
                  <a:pt x="213529" y="1462274"/>
                  <a:pt x="213529" y="1445505"/>
                </a:cubicBezTo>
                <a:cubicBezTo>
                  <a:pt x="213529" y="1428735"/>
                  <a:pt x="227123" y="1415141"/>
                  <a:pt x="243892" y="1415141"/>
                </a:cubicBezTo>
                <a:close/>
                <a:moveTo>
                  <a:pt x="171339" y="1415141"/>
                </a:moveTo>
                <a:cubicBezTo>
                  <a:pt x="188107" y="1415141"/>
                  <a:pt x="201701" y="1428735"/>
                  <a:pt x="201701" y="1445505"/>
                </a:cubicBezTo>
                <a:cubicBezTo>
                  <a:pt x="201701" y="1462274"/>
                  <a:pt x="188107" y="1475868"/>
                  <a:pt x="171339" y="1475868"/>
                </a:cubicBezTo>
                <a:cubicBezTo>
                  <a:pt x="154611" y="1475868"/>
                  <a:pt x="141018" y="1462274"/>
                  <a:pt x="141018" y="1445505"/>
                </a:cubicBezTo>
                <a:cubicBezTo>
                  <a:pt x="141018" y="1428735"/>
                  <a:pt x="154611" y="1415141"/>
                  <a:pt x="171339" y="1415141"/>
                </a:cubicBezTo>
                <a:close/>
                <a:moveTo>
                  <a:pt x="98831" y="1415141"/>
                </a:moveTo>
                <a:cubicBezTo>
                  <a:pt x="115598" y="1415141"/>
                  <a:pt x="129192" y="1428735"/>
                  <a:pt x="129192" y="1445505"/>
                </a:cubicBezTo>
                <a:cubicBezTo>
                  <a:pt x="129192" y="1462274"/>
                  <a:pt x="115598" y="1475868"/>
                  <a:pt x="98831" y="1475868"/>
                </a:cubicBezTo>
                <a:cubicBezTo>
                  <a:pt x="82060" y="1475868"/>
                  <a:pt x="68467" y="1462274"/>
                  <a:pt x="68467" y="1445505"/>
                </a:cubicBezTo>
                <a:cubicBezTo>
                  <a:pt x="68467" y="1428735"/>
                  <a:pt x="82060" y="1415141"/>
                  <a:pt x="98831" y="1415141"/>
                </a:cubicBezTo>
                <a:close/>
                <a:moveTo>
                  <a:pt x="26277" y="1415141"/>
                </a:moveTo>
                <a:cubicBezTo>
                  <a:pt x="43044" y="1415141"/>
                  <a:pt x="56638" y="1428735"/>
                  <a:pt x="56638" y="1445505"/>
                </a:cubicBezTo>
                <a:cubicBezTo>
                  <a:pt x="56638" y="1462274"/>
                  <a:pt x="43044" y="1475868"/>
                  <a:pt x="26277" y="1475868"/>
                </a:cubicBezTo>
                <a:cubicBezTo>
                  <a:pt x="17892" y="1475868"/>
                  <a:pt x="10301" y="1472470"/>
                  <a:pt x="4807" y="1466975"/>
                </a:cubicBezTo>
                <a:lnTo>
                  <a:pt x="0" y="1455370"/>
                </a:lnTo>
                <a:lnTo>
                  <a:pt x="0" y="1435640"/>
                </a:lnTo>
                <a:lnTo>
                  <a:pt x="4807" y="1424034"/>
                </a:lnTo>
                <a:cubicBezTo>
                  <a:pt x="10301" y="1418540"/>
                  <a:pt x="17892" y="1415141"/>
                  <a:pt x="26277" y="1415141"/>
                </a:cubicBezTo>
                <a:close/>
                <a:moveTo>
                  <a:pt x="1332211" y="1334690"/>
                </a:moveTo>
                <a:cubicBezTo>
                  <a:pt x="1340596" y="1334690"/>
                  <a:pt x="1348186" y="1338088"/>
                  <a:pt x="1353681" y="1343583"/>
                </a:cubicBezTo>
                <a:lnTo>
                  <a:pt x="1356143" y="1349526"/>
                </a:lnTo>
                <a:lnTo>
                  <a:pt x="1331934" y="1381900"/>
                </a:lnTo>
                <a:lnTo>
                  <a:pt x="1321597" y="1393274"/>
                </a:lnTo>
                <a:lnTo>
                  <a:pt x="1320392" y="1393030"/>
                </a:lnTo>
                <a:cubicBezTo>
                  <a:pt x="1309494" y="1388421"/>
                  <a:pt x="1301847" y="1377631"/>
                  <a:pt x="1301847" y="1365053"/>
                </a:cubicBezTo>
                <a:cubicBezTo>
                  <a:pt x="1301847" y="1348284"/>
                  <a:pt x="1315441" y="1334690"/>
                  <a:pt x="1332211" y="1334690"/>
                </a:cubicBezTo>
                <a:close/>
                <a:moveTo>
                  <a:pt x="1259656" y="1334690"/>
                </a:moveTo>
                <a:cubicBezTo>
                  <a:pt x="1276426" y="1334690"/>
                  <a:pt x="1290020" y="1348284"/>
                  <a:pt x="1290020" y="1365053"/>
                </a:cubicBezTo>
                <a:cubicBezTo>
                  <a:pt x="1290020" y="1381823"/>
                  <a:pt x="1276426" y="1395417"/>
                  <a:pt x="1259656" y="1395417"/>
                </a:cubicBezTo>
                <a:cubicBezTo>
                  <a:pt x="1242887" y="1395417"/>
                  <a:pt x="1229293" y="1381823"/>
                  <a:pt x="1229293" y="1365053"/>
                </a:cubicBezTo>
                <a:cubicBezTo>
                  <a:pt x="1229293" y="1348284"/>
                  <a:pt x="1242887" y="1334690"/>
                  <a:pt x="1259656" y="1334690"/>
                </a:cubicBezTo>
                <a:close/>
                <a:moveTo>
                  <a:pt x="1187102" y="1334690"/>
                </a:moveTo>
                <a:cubicBezTo>
                  <a:pt x="1203871" y="1334690"/>
                  <a:pt x="1217465" y="1348284"/>
                  <a:pt x="1217465" y="1365053"/>
                </a:cubicBezTo>
                <a:cubicBezTo>
                  <a:pt x="1217465" y="1381823"/>
                  <a:pt x="1203871" y="1395417"/>
                  <a:pt x="1187102" y="1395417"/>
                </a:cubicBezTo>
                <a:cubicBezTo>
                  <a:pt x="1170332" y="1395417"/>
                  <a:pt x="1156738" y="1381823"/>
                  <a:pt x="1156738" y="1365053"/>
                </a:cubicBezTo>
                <a:cubicBezTo>
                  <a:pt x="1156738" y="1348284"/>
                  <a:pt x="1170332" y="1334690"/>
                  <a:pt x="1187102" y="1334690"/>
                </a:cubicBezTo>
                <a:close/>
                <a:moveTo>
                  <a:pt x="1114547" y="1334690"/>
                </a:moveTo>
                <a:cubicBezTo>
                  <a:pt x="1131317" y="1334690"/>
                  <a:pt x="1144911" y="1348284"/>
                  <a:pt x="1144911" y="1365053"/>
                </a:cubicBezTo>
                <a:cubicBezTo>
                  <a:pt x="1144911" y="1381823"/>
                  <a:pt x="1131317" y="1395417"/>
                  <a:pt x="1114547" y="1395417"/>
                </a:cubicBezTo>
                <a:cubicBezTo>
                  <a:pt x="1097778" y="1395417"/>
                  <a:pt x="1084184" y="1381823"/>
                  <a:pt x="1084184" y="1365053"/>
                </a:cubicBezTo>
                <a:cubicBezTo>
                  <a:pt x="1084184" y="1348284"/>
                  <a:pt x="1097778" y="1334690"/>
                  <a:pt x="1114547" y="1334690"/>
                </a:cubicBezTo>
                <a:close/>
                <a:moveTo>
                  <a:pt x="1041993" y="1334690"/>
                </a:moveTo>
                <a:cubicBezTo>
                  <a:pt x="1058762" y="1334690"/>
                  <a:pt x="1072356" y="1348284"/>
                  <a:pt x="1072356" y="1365053"/>
                </a:cubicBezTo>
                <a:cubicBezTo>
                  <a:pt x="1072356" y="1381823"/>
                  <a:pt x="1058762" y="1395417"/>
                  <a:pt x="1041993" y="1395417"/>
                </a:cubicBezTo>
                <a:cubicBezTo>
                  <a:pt x="1025223" y="1395417"/>
                  <a:pt x="1011629" y="1381823"/>
                  <a:pt x="1011629" y="1365053"/>
                </a:cubicBezTo>
                <a:cubicBezTo>
                  <a:pt x="1011629" y="1348284"/>
                  <a:pt x="1025223" y="1334690"/>
                  <a:pt x="1041993" y="1334690"/>
                </a:cubicBezTo>
                <a:close/>
                <a:moveTo>
                  <a:pt x="969438" y="1334690"/>
                </a:moveTo>
                <a:cubicBezTo>
                  <a:pt x="986208" y="1334690"/>
                  <a:pt x="999801" y="1348284"/>
                  <a:pt x="999801" y="1365053"/>
                </a:cubicBezTo>
                <a:cubicBezTo>
                  <a:pt x="999801" y="1381823"/>
                  <a:pt x="986208" y="1395417"/>
                  <a:pt x="969438" y="1395417"/>
                </a:cubicBezTo>
                <a:cubicBezTo>
                  <a:pt x="952669" y="1395417"/>
                  <a:pt x="939075" y="1381823"/>
                  <a:pt x="939075" y="1365053"/>
                </a:cubicBezTo>
                <a:cubicBezTo>
                  <a:pt x="939075" y="1348284"/>
                  <a:pt x="952669" y="1334690"/>
                  <a:pt x="969438" y="1334690"/>
                </a:cubicBezTo>
                <a:close/>
                <a:moveTo>
                  <a:pt x="896883" y="1334690"/>
                </a:moveTo>
                <a:cubicBezTo>
                  <a:pt x="913653" y="1334690"/>
                  <a:pt x="927247" y="1348284"/>
                  <a:pt x="927247" y="1365053"/>
                </a:cubicBezTo>
                <a:cubicBezTo>
                  <a:pt x="927247" y="1381823"/>
                  <a:pt x="913653" y="1395417"/>
                  <a:pt x="896883" y="1395417"/>
                </a:cubicBezTo>
                <a:cubicBezTo>
                  <a:pt x="880114" y="1395417"/>
                  <a:pt x="866520" y="1381823"/>
                  <a:pt x="866520" y="1365053"/>
                </a:cubicBezTo>
                <a:cubicBezTo>
                  <a:pt x="866520" y="1348284"/>
                  <a:pt x="880114" y="1334690"/>
                  <a:pt x="896883" y="1334690"/>
                </a:cubicBezTo>
                <a:close/>
                <a:moveTo>
                  <a:pt x="824329" y="1334690"/>
                </a:moveTo>
                <a:cubicBezTo>
                  <a:pt x="841098" y="1334690"/>
                  <a:pt x="854692" y="1348284"/>
                  <a:pt x="854692" y="1365053"/>
                </a:cubicBezTo>
                <a:cubicBezTo>
                  <a:pt x="854692" y="1381823"/>
                  <a:pt x="841098" y="1395417"/>
                  <a:pt x="824329" y="1395417"/>
                </a:cubicBezTo>
                <a:cubicBezTo>
                  <a:pt x="807559" y="1395417"/>
                  <a:pt x="793965" y="1381823"/>
                  <a:pt x="793965" y="1365053"/>
                </a:cubicBezTo>
                <a:cubicBezTo>
                  <a:pt x="793965" y="1348284"/>
                  <a:pt x="807559" y="1334690"/>
                  <a:pt x="824329" y="1334690"/>
                </a:cubicBezTo>
                <a:close/>
                <a:moveTo>
                  <a:pt x="751774" y="1334690"/>
                </a:moveTo>
                <a:cubicBezTo>
                  <a:pt x="768544" y="1334690"/>
                  <a:pt x="782138" y="1348284"/>
                  <a:pt x="782138" y="1365053"/>
                </a:cubicBezTo>
                <a:cubicBezTo>
                  <a:pt x="782138" y="1381823"/>
                  <a:pt x="768544" y="1395417"/>
                  <a:pt x="751774" y="1395417"/>
                </a:cubicBezTo>
                <a:cubicBezTo>
                  <a:pt x="735005" y="1395417"/>
                  <a:pt x="721411" y="1381823"/>
                  <a:pt x="721411" y="1365053"/>
                </a:cubicBezTo>
                <a:cubicBezTo>
                  <a:pt x="721411" y="1348284"/>
                  <a:pt x="735005" y="1334690"/>
                  <a:pt x="751774" y="1334690"/>
                </a:cubicBezTo>
                <a:close/>
                <a:moveTo>
                  <a:pt x="679220" y="1334690"/>
                </a:moveTo>
                <a:cubicBezTo>
                  <a:pt x="695989" y="1334690"/>
                  <a:pt x="709583" y="1348284"/>
                  <a:pt x="709583" y="1365053"/>
                </a:cubicBezTo>
                <a:cubicBezTo>
                  <a:pt x="709583" y="1381823"/>
                  <a:pt x="695989" y="1395417"/>
                  <a:pt x="679220" y="1395417"/>
                </a:cubicBezTo>
                <a:cubicBezTo>
                  <a:pt x="662450" y="1395417"/>
                  <a:pt x="648856" y="1381823"/>
                  <a:pt x="648856" y="1365053"/>
                </a:cubicBezTo>
                <a:cubicBezTo>
                  <a:pt x="648856" y="1348284"/>
                  <a:pt x="662450" y="1334690"/>
                  <a:pt x="679220" y="1334690"/>
                </a:cubicBezTo>
                <a:close/>
                <a:moveTo>
                  <a:pt x="606665" y="1334690"/>
                </a:moveTo>
                <a:cubicBezTo>
                  <a:pt x="623435" y="1334690"/>
                  <a:pt x="637029" y="1348284"/>
                  <a:pt x="637029" y="1365053"/>
                </a:cubicBezTo>
                <a:cubicBezTo>
                  <a:pt x="637029" y="1381823"/>
                  <a:pt x="623435" y="1395417"/>
                  <a:pt x="606665" y="1395417"/>
                </a:cubicBezTo>
                <a:cubicBezTo>
                  <a:pt x="589896" y="1395417"/>
                  <a:pt x="576302" y="1381823"/>
                  <a:pt x="576302" y="1365053"/>
                </a:cubicBezTo>
                <a:cubicBezTo>
                  <a:pt x="576302" y="1348284"/>
                  <a:pt x="589896" y="1334690"/>
                  <a:pt x="606665" y="1334690"/>
                </a:cubicBezTo>
                <a:close/>
                <a:moveTo>
                  <a:pt x="534111" y="1334690"/>
                </a:moveTo>
                <a:cubicBezTo>
                  <a:pt x="550880" y="1334690"/>
                  <a:pt x="564474" y="1348284"/>
                  <a:pt x="564474" y="1365053"/>
                </a:cubicBezTo>
                <a:cubicBezTo>
                  <a:pt x="564474" y="1381823"/>
                  <a:pt x="550880" y="1395417"/>
                  <a:pt x="534111" y="1395417"/>
                </a:cubicBezTo>
                <a:cubicBezTo>
                  <a:pt x="517341" y="1395417"/>
                  <a:pt x="503747" y="1381823"/>
                  <a:pt x="503747" y="1365053"/>
                </a:cubicBezTo>
                <a:cubicBezTo>
                  <a:pt x="503747" y="1348284"/>
                  <a:pt x="517341" y="1334690"/>
                  <a:pt x="534111" y="1334690"/>
                </a:cubicBezTo>
                <a:close/>
                <a:moveTo>
                  <a:pt x="461556" y="1334690"/>
                </a:moveTo>
                <a:cubicBezTo>
                  <a:pt x="478326" y="1334690"/>
                  <a:pt x="491920" y="1348284"/>
                  <a:pt x="491920" y="1365053"/>
                </a:cubicBezTo>
                <a:cubicBezTo>
                  <a:pt x="491920" y="1381823"/>
                  <a:pt x="478326" y="1395417"/>
                  <a:pt x="461556" y="1395417"/>
                </a:cubicBezTo>
                <a:cubicBezTo>
                  <a:pt x="444787" y="1395417"/>
                  <a:pt x="431192" y="1381823"/>
                  <a:pt x="431192" y="1365053"/>
                </a:cubicBezTo>
                <a:cubicBezTo>
                  <a:pt x="431192" y="1348284"/>
                  <a:pt x="444787" y="1334690"/>
                  <a:pt x="461556" y="1334690"/>
                </a:cubicBezTo>
                <a:close/>
                <a:moveTo>
                  <a:pt x="389002" y="1334690"/>
                </a:moveTo>
                <a:cubicBezTo>
                  <a:pt x="405771" y="1334690"/>
                  <a:pt x="419365" y="1348284"/>
                  <a:pt x="419365" y="1365053"/>
                </a:cubicBezTo>
                <a:cubicBezTo>
                  <a:pt x="419365" y="1381823"/>
                  <a:pt x="405771" y="1395417"/>
                  <a:pt x="389002" y="1395417"/>
                </a:cubicBezTo>
                <a:cubicBezTo>
                  <a:pt x="372232" y="1395417"/>
                  <a:pt x="358638" y="1381823"/>
                  <a:pt x="358638" y="1365053"/>
                </a:cubicBezTo>
                <a:cubicBezTo>
                  <a:pt x="358638" y="1348284"/>
                  <a:pt x="372232" y="1334690"/>
                  <a:pt x="389002" y="1334690"/>
                </a:cubicBezTo>
                <a:close/>
                <a:moveTo>
                  <a:pt x="316447" y="1334690"/>
                </a:moveTo>
                <a:cubicBezTo>
                  <a:pt x="333216" y="1334690"/>
                  <a:pt x="346810" y="1348284"/>
                  <a:pt x="346810" y="1365053"/>
                </a:cubicBezTo>
                <a:cubicBezTo>
                  <a:pt x="346810" y="1381823"/>
                  <a:pt x="333216" y="1395417"/>
                  <a:pt x="316447" y="1395417"/>
                </a:cubicBezTo>
                <a:cubicBezTo>
                  <a:pt x="299677" y="1395417"/>
                  <a:pt x="286084" y="1381823"/>
                  <a:pt x="286084" y="1365053"/>
                </a:cubicBezTo>
                <a:cubicBezTo>
                  <a:pt x="286084" y="1348284"/>
                  <a:pt x="299677" y="1334690"/>
                  <a:pt x="316447" y="1334690"/>
                </a:cubicBezTo>
                <a:close/>
                <a:moveTo>
                  <a:pt x="243892" y="1334690"/>
                </a:moveTo>
                <a:cubicBezTo>
                  <a:pt x="260662" y="1334690"/>
                  <a:pt x="274256" y="1348284"/>
                  <a:pt x="274256" y="1365053"/>
                </a:cubicBezTo>
                <a:cubicBezTo>
                  <a:pt x="274256" y="1381823"/>
                  <a:pt x="260662" y="1395417"/>
                  <a:pt x="243892" y="1395417"/>
                </a:cubicBezTo>
                <a:cubicBezTo>
                  <a:pt x="227123" y="1395417"/>
                  <a:pt x="213529" y="1381823"/>
                  <a:pt x="213529" y="1365053"/>
                </a:cubicBezTo>
                <a:cubicBezTo>
                  <a:pt x="213529" y="1348284"/>
                  <a:pt x="227123" y="1334690"/>
                  <a:pt x="243892" y="1334690"/>
                </a:cubicBezTo>
                <a:close/>
                <a:moveTo>
                  <a:pt x="171339" y="1334690"/>
                </a:moveTo>
                <a:cubicBezTo>
                  <a:pt x="188107" y="1334690"/>
                  <a:pt x="201701" y="1348284"/>
                  <a:pt x="201701" y="1365053"/>
                </a:cubicBezTo>
                <a:cubicBezTo>
                  <a:pt x="201701" y="1381823"/>
                  <a:pt x="188107" y="1395417"/>
                  <a:pt x="171339" y="1395417"/>
                </a:cubicBezTo>
                <a:cubicBezTo>
                  <a:pt x="154616" y="1395417"/>
                  <a:pt x="141023" y="1381823"/>
                  <a:pt x="141023" y="1365053"/>
                </a:cubicBezTo>
                <a:cubicBezTo>
                  <a:pt x="141023" y="1348284"/>
                  <a:pt x="154616" y="1334690"/>
                  <a:pt x="171339" y="1334690"/>
                </a:cubicBezTo>
                <a:close/>
                <a:moveTo>
                  <a:pt x="98838" y="1334690"/>
                </a:moveTo>
                <a:cubicBezTo>
                  <a:pt x="115605" y="1334690"/>
                  <a:pt x="129198" y="1348284"/>
                  <a:pt x="129198" y="1365053"/>
                </a:cubicBezTo>
                <a:cubicBezTo>
                  <a:pt x="129198" y="1381823"/>
                  <a:pt x="115605" y="1395417"/>
                  <a:pt x="98838" y="1395417"/>
                </a:cubicBezTo>
                <a:cubicBezTo>
                  <a:pt x="82067" y="1395417"/>
                  <a:pt x="68474" y="1381823"/>
                  <a:pt x="68474" y="1365053"/>
                </a:cubicBezTo>
                <a:cubicBezTo>
                  <a:pt x="68474" y="1348284"/>
                  <a:pt x="82067" y="1334690"/>
                  <a:pt x="98838" y="1334690"/>
                </a:cubicBezTo>
                <a:close/>
                <a:moveTo>
                  <a:pt x="26283" y="1334690"/>
                </a:moveTo>
                <a:cubicBezTo>
                  <a:pt x="43051" y="1334690"/>
                  <a:pt x="56645" y="1348284"/>
                  <a:pt x="56645" y="1365053"/>
                </a:cubicBezTo>
                <a:cubicBezTo>
                  <a:pt x="56645" y="1381823"/>
                  <a:pt x="43051" y="1395417"/>
                  <a:pt x="26283" y="1395417"/>
                </a:cubicBezTo>
                <a:cubicBezTo>
                  <a:pt x="17898" y="1395417"/>
                  <a:pt x="10308" y="1392019"/>
                  <a:pt x="4813" y="1386524"/>
                </a:cubicBezTo>
                <a:lnTo>
                  <a:pt x="0" y="1374903"/>
                </a:lnTo>
                <a:lnTo>
                  <a:pt x="0" y="1355203"/>
                </a:lnTo>
                <a:lnTo>
                  <a:pt x="4813" y="1343583"/>
                </a:lnTo>
                <a:cubicBezTo>
                  <a:pt x="10308" y="1338089"/>
                  <a:pt x="17898" y="1334690"/>
                  <a:pt x="26283" y="1334690"/>
                </a:cubicBezTo>
                <a:close/>
                <a:moveTo>
                  <a:pt x="1404765" y="1254238"/>
                </a:moveTo>
                <a:cubicBezTo>
                  <a:pt x="1408957" y="1254238"/>
                  <a:pt x="1412951" y="1255088"/>
                  <a:pt x="1416584" y="1256624"/>
                </a:cubicBezTo>
                <a:lnTo>
                  <a:pt x="1422045" y="1260306"/>
                </a:lnTo>
                <a:lnTo>
                  <a:pt x="1418517" y="1266114"/>
                </a:lnTo>
                <a:lnTo>
                  <a:pt x="1386846" y="1308466"/>
                </a:lnTo>
                <a:lnTo>
                  <a:pt x="1383295" y="1306072"/>
                </a:lnTo>
                <a:cubicBezTo>
                  <a:pt x="1377800" y="1300577"/>
                  <a:pt x="1374402" y="1292986"/>
                  <a:pt x="1374402" y="1284602"/>
                </a:cubicBezTo>
                <a:cubicBezTo>
                  <a:pt x="1374402" y="1267832"/>
                  <a:pt x="1387996" y="1254238"/>
                  <a:pt x="1404765" y="1254238"/>
                </a:cubicBezTo>
                <a:close/>
                <a:moveTo>
                  <a:pt x="1332211" y="1254238"/>
                </a:moveTo>
                <a:cubicBezTo>
                  <a:pt x="1348980" y="1254238"/>
                  <a:pt x="1362574" y="1267832"/>
                  <a:pt x="1362574" y="1284602"/>
                </a:cubicBezTo>
                <a:cubicBezTo>
                  <a:pt x="1362574" y="1301371"/>
                  <a:pt x="1348980" y="1314965"/>
                  <a:pt x="1332211" y="1314965"/>
                </a:cubicBezTo>
                <a:cubicBezTo>
                  <a:pt x="1315441" y="1314965"/>
                  <a:pt x="1301847" y="1301371"/>
                  <a:pt x="1301847" y="1284602"/>
                </a:cubicBezTo>
                <a:cubicBezTo>
                  <a:pt x="1301847" y="1267832"/>
                  <a:pt x="1315441" y="1254238"/>
                  <a:pt x="1332211" y="1254238"/>
                </a:cubicBezTo>
                <a:close/>
                <a:moveTo>
                  <a:pt x="1259656" y="1254238"/>
                </a:moveTo>
                <a:cubicBezTo>
                  <a:pt x="1276426" y="1254238"/>
                  <a:pt x="1290020" y="1267832"/>
                  <a:pt x="1290020" y="1284602"/>
                </a:cubicBezTo>
                <a:cubicBezTo>
                  <a:pt x="1290020" y="1301371"/>
                  <a:pt x="1276426" y="1314965"/>
                  <a:pt x="1259656" y="1314965"/>
                </a:cubicBezTo>
                <a:cubicBezTo>
                  <a:pt x="1242887" y="1314965"/>
                  <a:pt x="1229293" y="1301371"/>
                  <a:pt x="1229293" y="1284602"/>
                </a:cubicBezTo>
                <a:cubicBezTo>
                  <a:pt x="1229293" y="1267832"/>
                  <a:pt x="1242887" y="1254238"/>
                  <a:pt x="1259656" y="1254238"/>
                </a:cubicBezTo>
                <a:close/>
                <a:moveTo>
                  <a:pt x="1187102" y="1254238"/>
                </a:moveTo>
                <a:cubicBezTo>
                  <a:pt x="1203871" y="1254238"/>
                  <a:pt x="1217465" y="1267832"/>
                  <a:pt x="1217465" y="1284602"/>
                </a:cubicBezTo>
                <a:cubicBezTo>
                  <a:pt x="1217465" y="1301371"/>
                  <a:pt x="1203871" y="1314965"/>
                  <a:pt x="1187102" y="1314965"/>
                </a:cubicBezTo>
                <a:cubicBezTo>
                  <a:pt x="1170332" y="1314965"/>
                  <a:pt x="1156738" y="1301371"/>
                  <a:pt x="1156738" y="1284602"/>
                </a:cubicBezTo>
                <a:cubicBezTo>
                  <a:pt x="1156738" y="1267832"/>
                  <a:pt x="1170332" y="1254238"/>
                  <a:pt x="1187102" y="1254238"/>
                </a:cubicBezTo>
                <a:close/>
                <a:moveTo>
                  <a:pt x="1114547" y="1254238"/>
                </a:moveTo>
                <a:cubicBezTo>
                  <a:pt x="1131317" y="1254238"/>
                  <a:pt x="1144911" y="1267832"/>
                  <a:pt x="1144911" y="1284602"/>
                </a:cubicBezTo>
                <a:cubicBezTo>
                  <a:pt x="1144911" y="1301371"/>
                  <a:pt x="1131317" y="1314965"/>
                  <a:pt x="1114547" y="1314965"/>
                </a:cubicBezTo>
                <a:cubicBezTo>
                  <a:pt x="1097778" y="1314965"/>
                  <a:pt x="1084184" y="1301371"/>
                  <a:pt x="1084184" y="1284602"/>
                </a:cubicBezTo>
                <a:cubicBezTo>
                  <a:pt x="1084184" y="1267832"/>
                  <a:pt x="1097778" y="1254238"/>
                  <a:pt x="1114547" y="1254238"/>
                </a:cubicBezTo>
                <a:close/>
                <a:moveTo>
                  <a:pt x="1041993" y="1254238"/>
                </a:moveTo>
                <a:cubicBezTo>
                  <a:pt x="1058762" y="1254238"/>
                  <a:pt x="1072356" y="1267832"/>
                  <a:pt x="1072356" y="1284602"/>
                </a:cubicBezTo>
                <a:cubicBezTo>
                  <a:pt x="1072356" y="1301371"/>
                  <a:pt x="1058762" y="1314965"/>
                  <a:pt x="1041993" y="1314965"/>
                </a:cubicBezTo>
                <a:cubicBezTo>
                  <a:pt x="1025223" y="1314965"/>
                  <a:pt x="1011629" y="1301371"/>
                  <a:pt x="1011629" y="1284602"/>
                </a:cubicBezTo>
                <a:cubicBezTo>
                  <a:pt x="1011629" y="1267832"/>
                  <a:pt x="1025223" y="1254238"/>
                  <a:pt x="1041993" y="1254238"/>
                </a:cubicBezTo>
                <a:close/>
                <a:moveTo>
                  <a:pt x="969438" y="1254238"/>
                </a:moveTo>
                <a:cubicBezTo>
                  <a:pt x="986208" y="1254238"/>
                  <a:pt x="999801" y="1267832"/>
                  <a:pt x="999801" y="1284602"/>
                </a:cubicBezTo>
                <a:cubicBezTo>
                  <a:pt x="999801" y="1301371"/>
                  <a:pt x="986208" y="1314965"/>
                  <a:pt x="969438" y="1314965"/>
                </a:cubicBezTo>
                <a:cubicBezTo>
                  <a:pt x="952669" y="1314965"/>
                  <a:pt x="939075" y="1301371"/>
                  <a:pt x="939075" y="1284602"/>
                </a:cubicBezTo>
                <a:cubicBezTo>
                  <a:pt x="939075" y="1267832"/>
                  <a:pt x="952669" y="1254238"/>
                  <a:pt x="969438" y="1254238"/>
                </a:cubicBezTo>
                <a:close/>
                <a:moveTo>
                  <a:pt x="896883" y="1254238"/>
                </a:moveTo>
                <a:cubicBezTo>
                  <a:pt x="913653" y="1254238"/>
                  <a:pt x="927247" y="1267832"/>
                  <a:pt x="927247" y="1284602"/>
                </a:cubicBezTo>
                <a:cubicBezTo>
                  <a:pt x="927247" y="1301371"/>
                  <a:pt x="913653" y="1314965"/>
                  <a:pt x="896883" y="1314965"/>
                </a:cubicBezTo>
                <a:cubicBezTo>
                  <a:pt x="880114" y="1314965"/>
                  <a:pt x="866520" y="1301371"/>
                  <a:pt x="866520" y="1284602"/>
                </a:cubicBezTo>
                <a:cubicBezTo>
                  <a:pt x="866520" y="1267832"/>
                  <a:pt x="880114" y="1254238"/>
                  <a:pt x="896883" y="1254238"/>
                </a:cubicBezTo>
                <a:close/>
                <a:moveTo>
                  <a:pt x="824329" y="1254238"/>
                </a:moveTo>
                <a:cubicBezTo>
                  <a:pt x="841098" y="1254238"/>
                  <a:pt x="854692" y="1267832"/>
                  <a:pt x="854692" y="1284602"/>
                </a:cubicBezTo>
                <a:cubicBezTo>
                  <a:pt x="854692" y="1301371"/>
                  <a:pt x="841098" y="1314965"/>
                  <a:pt x="824329" y="1314965"/>
                </a:cubicBezTo>
                <a:cubicBezTo>
                  <a:pt x="807559" y="1314965"/>
                  <a:pt x="793965" y="1301371"/>
                  <a:pt x="793965" y="1284602"/>
                </a:cubicBezTo>
                <a:cubicBezTo>
                  <a:pt x="793965" y="1267832"/>
                  <a:pt x="807559" y="1254238"/>
                  <a:pt x="824329" y="1254238"/>
                </a:cubicBezTo>
                <a:close/>
                <a:moveTo>
                  <a:pt x="751774" y="1254238"/>
                </a:moveTo>
                <a:cubicBezTo>
                  <a:pt x="768544" y="1254238"/>
                  <a:pt x="782138" y="1267832"/>
                  <a:pt x="782138" y="1284602"/>
                </a:cubicBezTo>
                <a:cubicBezTo>
                  <a:pt x="782138" y="1301371"/>
                  <a:pt x="768544" y="1314965"/>
                  <a:pt x="751774" y="1314965"/>
                </a:cubicBezTo>
                <a:cubicBezTo>
                  <a:pt x="735005" y="1314965"/>
                  <a:pt x="721411" y="1301371"/>
                  <a:pt x="721411" y="1284602"/>
                </a:cubicBezTo>
                <a:cubicBezTo>
                  <a:pt x="721411" y="1267832"/>
                  <a:pt x="735005" y="1254238"/>
                  <a:pt x="751774" y="1254238"/>
                </a:cubicBezTo>
                <a:close/>
                <a:moveTo>
                  <a:pt x="679220" y="1254238"/>
                </a:moveTo>
                <a:cubicBezTo>
                  <a:pt x="695989" y="1254238"/>
                  <a:pt x="709583" y="1267832"/>
                  <a:pt x="709583" y="1284602"/>
                </a:cubicBezTo>
                <a:cubicBezTo>
                  <a:pt x="709583" y="1301371"/>
                  <a:pt x="695989" y="1314965"/>
                  <a:pt x="679220" y="1314965"/>
                </a:cubicBezTo>
                <a:cubicBezTo>
                  <a:pt x="662450" y="1314965"/>
                  <a:pt x="648856" y="1301371"/>
                  <a:pt x="648856" y="1284602"/>
                </a:cubicBezTo>
                <a:cubicBezTo>
                  <a:pt x="648856" y="1267832"/>
                  <a:pt x="662450" y="1254238"/>
                  <a:pt x="679220" y="1254238"/>
                </a:cubicBezTo>
                <a:close/>
                <a:moveTo>
                  <a:pt x="606665" y="1254238"/>
                </a:moveTo>
                <a:cubicBezTo>
                  <a:pt x="623435" y="1254238"/>
                  <a:pt x="637029" y="1267832"/>
                  <a:pt x="637029" y="1284602"/>
                </a:cubicBezTo>
                <a:cubicBezTo>
                  <a:pt x="637029" y="1301371"/>
                  <a:pt x="623435" y="1314965"/>
                  <a:pt x="606665" y="1314965"/>
                </a:cubicBezTo>
                <a:cubicBezTo>
                  <a:pt x="589896" y="1314965"/>
                  <a:pt x="576302" y="1301371"/>
                  <a:pt x="576302" y="1284602"/>
                </a:cubicBezTo>
                <a:cubicBezTo>
                  <a:pt x="576302" y="1267832"/>
                  <a:pt x="589896" y="1254238"/>
                  <a:pt x="606665" y="1254238"/>
                </a:cubicBezTo>
                <a:close/>
                <a:moveTo>
                  <a:pt x="534111" y="1254238"/>
                </a:moveTo>
                <a:cubicBezTo>
                  <a:pt x="550880" y="1254238"/>
                  <a:pt x="564474" y="1267832"/>
                  <a:pt x="564474" y="1284602"/>
                </a:cubicBezTo>
                <a:cubicBezTo>
                  <a:pt x="564474" y="1301371"/>
                  <a:pt x="550880" y="1314965"/>
                  <a:pt x="534111" y="1314965"/>
                </a:cubicBezTo>
                <a:cubicBezTo>
                  <a:pt x="517341" y="1314965"/>
                  <a:pt x="503747" y="1301371"/>
                  <a:pt x="503747" y="1284602"/>
                </a:cubicBezTo>
                <a:cubicBezTo>
                  <a:pt x="503747" y="1267832"/>
                  <a:pt x="517341" y="1254238"/>
                  <a:pt x="534111" y="1254238"/>
                </a:cubicBezTo>
                <a:close/>
                <a:moveTo>
                  <a:pt x="461556" y="1254238"/>
                </a:moveTo>
                <a:cubicBezTo>
                  <a:pt x="478326" y="1254238"/>
                  <a:pt x="491920" y="1267832"/>
                  <a:pt x="491920" y="1284602"/>
                </a:cubicBezTo>
                <a:cubicBezTo>
                  <a:pt x="491920" y="1301371"/>
                  <a:pt x="478326" y="1314965"/>
                  <a:pt x="461556" y="1314965"/>
                </a:cubicBezTo>
                <a:cubicBezTo>
                  <a:pt x="444787" y="1314965"/>
                  <a:pt x="431192" y="1301371"/>
                  <a:pt x="431192" y="1284602"/>
                </a:cubicBezTo>
                <a:cubicBezTo>
                  <a:pt x="431192" y="1267832"/>
                  <a:pt x="444787" y="1254238"/>
                  <a:pt x="461556" y="1254238"/>
                </a:cubicBezTo>
                <a:close/>
                <a:moveTo>
                  <a:pt x="389002" y="1254238"/>
                </a:moveTo>
                <a:cubicBezTo>
                  <a:pt x="405771" y="1254238"/>
                  <a:pt x="419365" y="1267832"/>
                  <a:pt x="419365" y="1284602"/>
                </a:cubicBezTo>
                <a:cubicBezTo>
                  <a:pt x="419365" y="1301371"/>
                  <a:pt x="405771" y="1314965"/>
                  <a:pt x="389002" y="1314965"/>
                </a:cubicBezTo>
                <a:cubicBezTo>
                  <a:pt x="372232" y="1314965"/>
                  <a:pt x="358638" y="1301371"/>
                  <a:pt x="358638" y="1284602"/>
                </a:cubicBezTo>
                <a:cubicBezTo>
                  <a:pt x="358638" y="1267832"/>
                  <a:pt x="372232" y="1254238"/>
                  <a:pt x="389002" y="1254238"/>
                </a:cubicBezTo>
                <a:close/>
                <a:moveTo>
                  <a:pt x="316447" y="1254238"/>
                </a:moveTo>
                <a:cubicBezTo>
                  <a:pt x="333216" y="1254238"/>
                  <a:pt x="346810" y="1267832"/>
                  <a:pt x="346810" y="1284602"/>
                </a:cubicBezTo>
                <a:cubicBezTo>
                  <a:pt x="346810" y="1301371"/>
                  <a:pt x="333216" y="1314965"/>
                  <a:pt x="316447" y="1314965"/>
                </a:cubicBezTo>
                <a:cubicBezTo>
                  <a:pt x="299677" y="1314965"/>
                  <a:pt x="286084" y="1301371"/>
                  <a:pt x="286084" y="1284602"/>
                </a:cubicBezTo>
                <a:cubicBezTo>
                  <a:pt x="286084" y="1267832"/>
                  <a:pt x="299677" y="1254238"/>
                  <a:pt x="316447" y="1254238"/>
                </a:cubicBezTo>
                <a:close/>
                <a:moveTo>
                  <a:pt x="243892" y="1254238"/>
                </a:moveTo>
                <a:cubicBezTo>
                  <a:pt x="260662" y="1254238"/>
                  <a:pt x="274256" y="1267832"/>
                  <a:pt x="274256" y="1284602"/>
                </a:cubicBezTo>
                <a:cubicBezTo>
                  <a:pt x="274256" y="1301371"/>
                  <a:pt x="260662" y="1314965"/>
                  <a:pt x="243892" y="1314965"/>
                </a:cubicBezTo>
                <a:cubicBezTo>
                  <a:pt x="227123" y="1314965"/>
                  <a:pt x="213529" y="1301371"/>
                  <a:pt x="213529" y="1284602"/>
                </a:cubicBezTo>
                <a:cubicBezTo>
                  <a:pt x="213529" y="1267832"/>
                  <a:pt x="227123" y="1254238"/>
                  <a:pt x="243892" y="1254238"/>
                </a:cubicBezTo>
                <a:close/>
                <a:moveTo>
                  <a:pt x="171339" y="1254238"/>
                </a:moveTo>
                <a:cubicBezTo>
                  <a:pt x="188107" y="1254238"/>
                  <a:pt x="201701" y="1267832"/>
                  <a:pt x="201701" y="1284602"/>
                </a:cubicBezTo>
                <a:cubicBezTo>
                  <a:pt x="201701" y="1301371"/>
                  <a:pt x="188107" y="1314965"/>
                  <a:pt x="171339" y="1314965"/>
                </a:cubicBezTo>
                <a:cubicBezTo>
                  <a:pt x="154622" y="1314965"/>
                  <a:pt x="141029" y="1301371"/>
                  <a:pt x="141029" y="1284602"/>
                </a:cubicBezTo>
                <a:cubicBezTo>
                  <a:pt x="141029" y="1267832"/>
                  <a:pt x="154622" y="1254238"/>
                  <a:pt x="171339" y="1254238"/>
                </a:cubicBezTo>
                <a:close/>
                <a:moveTo>
                  <a:pt x="98845" y="1254238"/>
                </a:moveTo>
                <a:cubicBezTo>
                  <a:pt x="115610" y="1254238"/>
                  <a:pt x="129204" y="1267832"/>
                  <a:pt x="129204" y="1284602"/>
                </a:cubicBezTo>
                <a:cubicBezTo>
                  <a:pt x="129204" y="1301371"/>
                  <a:pt x="115610" y="1314965"/>
                  <a:pt x="98845" y="1314965"/>
                </a:cubicBezTo>
                <a:cubicBezTo>
                  <a:pt x="82074" y="1314965"/>
                  <a:pt x="68480" y="1301371"/>
                  <a:pt x="68480" y="1284602"/>
                </a:cubicBezTo>
                <a:cubicBezTo>
                  <a:pt x="68480" y="1267832"/>
                  <a:pt x="82074" y="1254238"/>
                  <a:pt x="98845" y="1254238"/>
                </a:cubicBezTo>
                <a:close/>
                <a:moveTo>
                  <a:pt x="26290" y="1254238"/>
                </a:moveTo>
                <a:cubicBezTo>
                  <a:pt x="43057" y="1254238"/>
                  <a:pt x="56651" y="1267832"/>
                  <a:pt x="56651" y="1284602"/>
                </a:cubicBezTo>
                <a:cubicBezTo>
                  <a:pt x="56651" y="1301371"/>
                  <a:pt x="43057" y="1314965"/>
                  <a:pt x="26290" y="1314965"/>
                </a:cubicBezTo>
                <a:cubicBezTo>
                  <a:pt x="17905" y="1314965"/>
                  <a:pt x="10314" y="1311567"/>
                  <a:pt x="4819" y="1306072"/>
                </a:cubicBezTo>
                <a:lnTo>
                  <a:pt x="0" y="1294437"/>
                </a:lnTo>
                <a:lnTo>
                  <a:pt x="0" y="1274766"/>
                </a:lnTo>
                <a:lnTo>
                  <a:pt x="4819" y="1263131"/>
                </a:lnTo>
                <a:cubicBezTo>
                  <a:pt x="10314" y="1257637"/>
                  <a:pt x="17905" y="1254238"/>
                  <a:pt x="26290" y="1254238"/>
                </a:cubicBezTo>
                <a:close/>
                <a:moveTo>
                  <a:pt x="1474228" y="1174410"/>
                </a:moveTo>
                <a:lnTo>
                  <a:pt x="1450688" y="1213159"/>
                </a:lnTo>
                <a:lnTo>
                  <a:pt x="1446956" y="1204150"/>
                </a:lnTo>
                <a:cubicBezTo>
                  <a:pt x="1446956" y="1191573"/>
                  <a:pt x="1454603" y="1180782"/>
                  <a:pt x="1465501" y="1176173"/>
                </a:cubicBezTo>
                <a:close/>
                <a:moveTo>
                  <a:pt x="1404765" y="1173786"/>
                </a:moveTo>
                <a:cubicBezTo>
                  <a:pt x="1421535" y="1173786"/>
                  <a:pt x="1435129" y="1187380"/>
                  <a:pt x="1435129" y="1204150"/>
                </a:cubicBezTo>
                <a:cubicBezTo>
                  <a:pt x="1435129" y="1220919"/>
                  <a:pt x="1421535" y="1234513"/>
                  <a:pt x="1404765" y="1234513"/>
                </a:cubicBezTo>
                <a:cubicBezTo>
                  <a:pt x="1387996" y="1234513"/>
                  <a:pt x="1374402" y="1220919"/>
                  <a:pt x="1374402" y="1204150"/>
                </a:cubicBezTo>
                <a:cubicBezTo>
                  <a:pt x="1374402" y="1187380"/>
                  <a:pt x="1387996" y="1173786"/>
                  <a:pt x="1404765" y="1173786"/>
                </a:cubicBezTo>
                <a:close/>
                <a:moveTo>
                  <a:pt x="1332211" y="1173786"/>
                </a:moveTo>
                <a:cubicBezTo>
                  <a:pt x="1348980" y="1173786"/>
                  <a:pt x="1362574" y="1187380"/>
                  <a:pt x="1362574" y="1204150"/>
                </a:cubicBezTo>
                <a:cubicBezTo>
                  <a:pt x="1362574" y="1220919"/>
                  <a:pt x="1348980" y="1234513"/>
                  <a:pt x="1332211" y="1234513"/>
                </a:cubicBezTo>
                <a:cubicBezTo>
                  <a:pt x="1315441" y="1234513"/>
                  <a:pt x="1301847" y="1220919"/>
                  <a:pt x="1301847" y="1204150"/>
                </a:cubicBezTo>
                <a:cubicBezTo>
                  <a:pt x="1301847" y="1187380"/>
                  <a:pt x="1315441" y="1173786"/>
                  <a:pt x="1332211" y="1173786"/>
                </a:cubicBezTo>
                <a:close/>
                <a:moveTo>
                  <a:pt x="1259656" y="1173786"/>
                </a:moveTo>
                <a:cubicBezTo>
                  <a:pt x="1276426" y="1173786"/>
                  <a:pt x="1290020" y="1187380"/>
                  <a:pt x="1290020" y="1204150"/>
                </a:cubicBezTo>
                <a:cubicBezTo>
                  <a:pt x="1290020" y="1220919"/>
                  <a:pt x="1276426" y="1234513"/>
                  <a:pt x="1259656" y="1234513"/>
                </a:cubicBezTo>
                <a:cubicBezTo>
                  <a:pt x="1242887" y="1234513"/>
                  <a:pt x="1229293" y="1220919"/>
                  <a:pt x="1229293" y="1204150"/>
                </a:cubicBezTo>
                <a:cubicBezTo>
                  <a:pt x="1229293" y="1187380"/>
                  <a:pt x="1242887" y="1173786"/>
                  <a:pt x="1259656" y="1173786"/>
                </a:cubicBezTo>
                <a:close/>
                <a:moveTo>
                  <a:pt x="1187102" y="1173786"/>
                </a:moveTo>
                <a:cubicBezTo>
                  <a:pt x="1203871" y="1173786"/>
                  <a:pt x="1217465" y="1187380"/>
                  <a:pt x="1217465" y="1204150"/>
                </a:cubicBezTo>
                <a:cubicBezTo>
                  <a:pt x="1217465" y="1220919"/>
                  <a:pt x="1203871" y="1234513"/>
                  <a:pt x="1187102" y="1234513"/>
                </a:cubicBezTo>
                <a:cubicBezTo>
                  <a:pt x="1170332" y="1234513"/>
                  <a:pt x="1156738" y="1220919"/>
                  <a:pt x="1156738" y="1204150"/>
                </a:cubicBezTo>
                <a:cubicBezTo>
                  <a:pt x="1156738" y="1187380"/>
                  <a:pt x="1170332" y="1173786"/>
                  <a:pt x="1187102" y="1173786"/>
                </a:cubicBezTo>
                <a:close/>
                <a:moveTo>
                  <a:pt x="1114547" y="1173786"/>
                </a:moveTo>
                <a:cubicBezTo>
                  <a:pt x="1131317" y="1173786"/>
                  <a:pt x="1144911" y="1187380"/>
                  <a:pt x="1144911" y="1204150"/>
                </a:cubicBezTo>
                <a:cubicBezTo>
                  <a:pt x="1144911" y="1220919"/>
                  <a:pt x="1131317" y="1234513"/>
                  <a:pt x="1114547" y="1234513"/>
                </a:cubicBezTo>
                <a:cubicBezTo>
                  <a:pt x="1097778" y="1234513"/>
                  <a:pt x="1084184" y="1220919"/>
                  <a:pt x="1084184" y="1204150"/>
                </a:cubicBezTo>
                <a:cubicBezTo>
                  <a:pt x="1084184" y="1187380"/>
                  <a:pt x="1097778" y="1173786"/>
                  <a:pt x="1114547" y="1173786"/>
                </a:cubicBezTo>
                <a:close/>
                <a:moveTo>
                  <a:pt x="1041993" y="1173786"/>
                </a:moveTo>
                <a:cubicBezTo>
                  <a:pt x="1058762" y="1173786"/>
                  <a:pt x="1072356" y="1187380"/>
                  <a:pt x="1072356" y="1204150"/>
                </a:cubicBezTo>
                <a:cubicBezTo>
                  <a:pt x="1072356" y="1220919"/>
                  <a:pt x="1058762" y="1234513"/>
                  <a:pt x="1041993" y="1234513"/>
                </a:cubicBezTo>
                <a:cubicBezTo>
                  <a:pt x="1025223" y="1234513"/>
                  <a:pt x="1011629" y="1220919"/>
                  <a:pt x="1011629" y="1204150"/>
                </a:cubicBezTo>
                <a:cubicBezTo>
                  <a:pt x="1011629" y="1187380"/>
                  <a:pt x="1025223" y="1173786"/>
                  <a:pt x="1041993" y="1173786"/>
                </a:cubicBezTo>
                <a:close/>
                <a:moveTo>
                  <a:pt x="969438" y="1173786"/>
                </a:moveTo>
                <a:cubicBezTo>
                  <a:pt x="986208" y="1173786"/>
                  <a:pt x="999801" y="1187380"/>
                  <a:pt x="999801" y="1204150"/>
                </a:cubicBezTo>
                <a:cubicBezTo>
                  <a:pt x="999801" y="1220919"/>
                  <a:pt x="986208" y="1234513"/>
                  <a:pt x="969438" y="1234513"/>
                </a:cubicBezTo>
                <a:cubicBezTo>
                  <a:pt x="952669" y="1234513"/>
                  <a:pt x="939075" y="1220919"/>
                  <a:pt x="939075" y="1204150"/>
                </a:cubicBezTo>
                <a:cubicBezTo>
                  <a:pt x="939075" y="1187380"/>
                  <a:pt x="952669" y="1173786"/>
                  <a:pt x="969438" y="1173786"/>
                </a:cubicBezTo>
                <a:close/>
                <a:moveTo>
                  <a:pt x="896883" y="1173786"/>
                </a:moveTo>
                <a:cubicBezTo>
                  <a:pt x="913653" y="1173786"/>
                  <a:pt x="927247" y="1187380"/>
                  <a:pt x="927247" y="1204150"/>
                </a:cubicBezTo>
                <a:cubicBezTo>
                  <a:pt x="927247" y="1220919"/>
                  <a:pt x="913653" y="1234513"/>
                  <a:pt x="896883" y="1234513"/>
                </a:cubicBezTo>
                <a:cubicBezTo>
                  <a:pt x="880114" y="1234513"/>
                  <a:pt x="866520" y="1220919"/>
                  <a:pt x="866520" y="1204150"/>
                </a:cubicBezTo>
                <a:cubicBezTo>
                  <a:pt x="866520" y="1187380"/>
                  <a:pt x="880114" y="1173786"/>
                  <a:pt x="896883" y="1173786"/>
                </a:cubicBezTo>
                <a:close/>
                <a:moveTo>
                  <a:pt x="824329" y="1173786"/>
                </a:moveTo>
                <a:cubicBezTo>
                  <a:pt x="841098" y="1173786"/>
                  <a:pt x="854692" y="1187380"/>
                  <a:pt x="854692" y="1204150"/>
                </a:cubicBezTo>
                <a:cubicBezTo>
                  <a:pt x="854692" y="1220919"/>
                  <a:pt x="841098" y="1234513"/>
                  <a:pt x="824329" y="1234513"/>
                </a:cubicBezTo>
                <a:cubicBezTo>
                  <a:pt x="807559" y="1234513"/>
                  <a:pt x="793965" y="1220919"/>
                  <a:pt x="793965" y="1204150"/>
                </a:cubicBezTo>
                <a:cubicBezTo>
                  <a:pt x="793965" y="1187380"/>
                  <a:pt x="807559" y="1173786"/>
                  <a:pt x="824329" y="1173786"/>
                </a:cubicBezTo>
                <a:close/>
                <a:moveTo>
                  <a:pt x="751774" y="1173786"/>
                </a:moveTo>
                <a:cubicBezTo>
                  <a:pt x="768544" y="1173786"/>
                  <a:pt x="782138" y="1187380"/>
                  <a:pt x="782138" y="1204150"/>
                </a:cubicBezTo>
                <a:cubicBezTo>
                  <a:pt x="782138" y="1220919"/>
                  <a:pt x="768544" y="1234513"/>
                  <a:pt x="751774" y="1234513"/>
                </a:cubicBezTo>
                <a:cubicBezTo>
                  <a:pt x="735005" y="1234513"/>
                  <a:pt x="721411" y="1220919"/>
                  <a:pt x="721411" y="1204150"/>
                </a:cubicBezTo>
                <a:cubicBezTo>
                  <a:pt x="721411" y="1187380"/>
                  <a:pt x="735005" y="1173786"/>
                  <a:pt x="751774" y="1173786"/>
                </a:cubicBezTo>
                <a:close/>
                <a:moveTo>
                  <a:pt x="679220" y="1173786"/>
                </a:moveTo>
                <a:cubicBezTo>
                  <a:pt x="695989" y="1173786"/>
                  <a:pt x="709583" y="1187380"/>
                  <a:pt x="709583" y="1204150"/>
                </a:cubicBezTo>
                <a:cubicBezTo>
                  <a:pt x="709583" y="1220919"/>
                  <a:pt x="695989" y="1234513"/>
                  <a:pt x="679220" y="1234513"/>
                </a:cubicBezTo>
                <a:cubicBezTo>
                  <a:pt x="662450" y="1234513"/>
                  <a:pt x="648856" y="1220919"/>
                  <a:pt x="648856" y="1204150"/>
                </a:cubicBezTo>
                <a:cubicBezTo>
                  <a:pt x="648856" y="1187380"/>
                  <a:pt x="662450" y="1173786"/>
                  <a:pt x="679220" y="1173786"/>
                </a:cubicBezTo>
                <a:close/>
                <a:moveTo>
                  <a:pt x="606665" y="1173786"/>
                </a:moveTo>
                <a:cubicBezTo>
                  <a:pt x="623435" y="1173786"/>
                  <a:pt x="637029" y="1187380"/>
                  <a:pt x="637029" y="1204150"/>
                </a:cubicBezTo>
                <a:cubicBezTo>
                  <a:pt x="637029" y="1220919"/>
                  <a:pt x="623435" y="1234513"/>
                  <a:pt x="606665" y="1234513"/>
                </a:cubicBezTo>
                <a:cubicBezTo>
                  <a:pt x="589896" y="1234513"/>
                  <a:pt x="576302" y="1220919"/>
                  <a:pt x="576302" y="1204150"/>
                </a:cubicBezTo>
                <a:cubicBezTo>
                  <a:pt x="576302" y="1187380"/>
                  <a:pt x="589896" y="1173786"/>
                  <a:pt x="606665" y="1173786"/>
                </a:cubicBezTo>
                <a:close/>
                <a:moveTo>
                  <a:pt x="534111" y="1173786"/>
                </a:moveTo>
                <a:cubicBezTo>
                  <a:pt x="550880" y="1173786"/>
                  <a:pt x="564474" y="1187380"/>
                  <a:pt x="564474" y="1204150"/>
                </a:cubicBezTo>
                <a:cubicBezTo>
                  <a:pt x="564474" y="1220919"/>
                  <a:pt x="550880" y="1234513"/>
                  <a:pt x="534111" y="1234513"/>
                </a:cubicBezTo>
                <a:cubicBezTo>
                  <a:pt x="517341" y="1234513"/>
                  <a:pt x="503747" y="1220919"/>
                  <a:pt x="503747" y="1204150"/>
                </a:cubicBezTo>
                <a:cubicBezTo>
                  <a:pt x="503747" y="1187380"/>
                  <a:pt x="517341" y="1173786"/>
                  <a:pt x="534111" y="1173786"/>
                </a:cubicBezTo>
                <a:close/>
                <a:moveTo>
                  <a:pt x="461556" y="1173786"/>
                </a:moveTo>
                <a:cubicBezTo>
                  <a:pt x="478326" y="1173786"/>
                  <a:pt x="491920" y="1187380"/>
                  <a:pt x="491920" y="1204150"/>
                </a:cubicBezTo>
                <a:cubicBezTo>
                  <a:pt x="491920" y="1220919"/>
                  <a:pt x="478326" y="1234513"/>
                  <a:pt x="461556" y="1234513"/>
                </a:cubicBezTo>
                <a:cubicBezTo>
                  <a:pt x="444787" y="1234513"/>
                  <a:pt x="431192" y="1220919"/>
                  <a:pt x="431192" y="1204150"/>
                </a:cubicBezTo>
                <a:cubicBezTo>
                  <a:pt x="431192" y="1187380"/>
                  <a:pt x="444787" y="1173786"/>
                  <a:pt x="461556" y="1173786"/>
                </a:cubicBezTo>
                <a:close/>
                <a:moveTo>
                  <a:pt x="389002" y="1173786"/>
                </a:moveTo>
                <a:cubicBezTo>
                  <a:pt x="405771" y="1173786"/>
                  <a:pt x="419365" y="1187380"/>
                  <a:pt x="419365" y="1204150"/>
                </a:cubicBezTo>
                <a:cubicBezTo>
                  <a:pt x="419365" y="1220919"/>
                  <a:pt x="405771" y="1234513"/>
                  <a:pt x="389002" y="1234513"/>
                </a:cubicBezTo>
                <a:cubicBezTo>
                  <a:pt x="372232" y="1234513"/>
                  <a:pt x="358638" y="1220919"/>
                  <a:pt x="358638" y="1204150"/>
                </a:cubicBezTo>
                <a:cubicBezTo>
                  <a:pt x="358638" y="1187380"/>
                  <a:pt x="372232" y="1173786"/>
                  <a:pt x="389002" y="1173786"/>
                </a:cubicBezTo>
                <a:close/>
                <a:moveTo>
                  <a:pt x="316447" y="1173786"/>
                </a:moveTo>
                <a:cubicBezTo>
                  <a:pt x="333216" y="1173786"/>
                  <a:pt x="346810" y="1187380"/>
                  <a:pt x="346810" y="1204150"/>
                </a:cubicBezTo>
                <a:cubicBezTo>
                  <a:pt x="346810" y="1220919"/>
                  <a:pt x="333216" y="1234513"/>
                  <a:pt x="316447" y="1234513"/>
                </a:cubicBezTo>
                <a:cubicBezTo>
                  <a:pt x="299677" y="1234513"/>
                  <a:pt x="286084" y="1220919"/>
                  <a:pt x="286084" y="1204150"/>
                </a:cubicBezTo>
                <a:cubicBezTo>
                  <a:pt x="286084" y="1187380"/>
                  <a:pt x="299677" y="1173786"/>
                  <a:pt x="316447" y="1173786"/>
                </a:cubicBezTo>
                <a:close/>
                <a:moveTo>
                  <a:pt x="243892" y="1173786"/>
                </a:moveTo>
                <a:cubicBezTo>
                  <a:pt x="260662" y="1173786"/>
                  <a:pt x="274256" y="1187380"/>
                  <a:pt x="274256" y="1204150"/>
                </a:cubicBezTo>
                <a:cubicBezTo>
                  <a:pt x="274256" y="1220919"/>
                  <a:pt x="260662" y="1234513"/>
                  <a:pt x="243892" y="1234513"/>
                </a:cubicBezTo>
                <a:cubicBezTo>
                  <a:pt x="227123" y="1234513"/>
                  <a:pt x="213529" y="1220919"/>
                  <a:pt x="213529" y="1204150"/>
                </a:cubicBezTo>
                <a:cubicBezTo>
                  <a:pt x="213529" y="1187380"/>
                  <a:pt x="227123" y="1173786"/>
                  <a:pt x="243892" y="1173786"/>
                </a:cubicBezTo>
                <a:close/>
                <a:moveTo>
                  <a:pt x="171339" y="1173786"/>
                </a:moveTo>
                <a:cubicBezTo>
                  <a:pt x="188107" y="1173786"/>
                  <a:pt x="201701" y="1187380"/>
                  <a:pt x="201701" y="1204150"/>
                </a:cubicBezTo>
                <a:cubicBezTo>
                  <a:pt x="201701" y="1220919"/>
                  <a:pt x="188107" y="1234513"/>
                  <a:pt x="171339" y="1234513"/>
                </a:cubicBezTo>
                <a:cubicBezTo>
                  <a:pt x="154627" y="1234513"/>
                  <a:pt x="141034" y="1220919"/>
                  <a:pt x="141034" y="1204150"/>
                </a:cubicBezTo>
                <a:cubicBezTo>
                  <a:pt x="141034" y="1187380"/>
                  <a:pt x="154627" y="1173786"/>
                  <a:pt x="171339" y="1173786"/>
                </a:cubicBezTo>
                <a:close/>
                <a:moveTo>
                  <a:pt x="98852" y="1173786"/>
                </a:moveTo>
                <a:cubicBezTo>
                  <a:pt x="115616" y="1173786"/>
                  <a:pt x="129210" y="1187380"/>
                  <a:pt x="129210" y="1204150"/>
                </a:cubicBezTo>
                <a:cubicBezTo>
                  <a:pt x="129210" y="1220919"/>
                  <a:pt x="115616" y="1234513"/>
                  <a:pt x="98852" y="1234513"/>
                </a:cubicBezTo>
                <a:cubicBezTo>
                  <a:pt x="82080" y="1234513"/>
                  <a:pt x="68486" y="1220919"/>
                  <a:pt x="68486" y="1204150"/>
                </a:cubicBezTo>
                <a:cubicBezTo>
                  <a:pt x="68486" y="1187380"/>
                  <a:pt x="82080" y="1173786"/>
                  <a:pt x="98852" y="1173786"/>
                </a:cubicBezTo>
                <a:close/>
                <a:moveTo>
                  <a:pt x="26297" y="1173786"/>
                </a:moveTo>
                <a:cubicBezTo>
                  <a:pt x="43063" y="1173786"/>
                  <a:pt x="56658" y="1187380"/>
                  <a:pt x="56658" y="1204150"/>
                </a:cubicBezTo>
                <a:cubicBezTo>
                  <a:pt x="56658" y="1220919"/>
                  <a:pt x="43063" y="1234513"/>
                  <a:pt x="26297" y="1234513"/>
                </a:cubicBezTo>
                <a:cubicBezTo>
                  <a:pt x="17912" y="1234513"/>
                  <a:pt x="10321" y="1231115"/>
                  <a:pt x="4826" y="1225620"/>
                </a:cubicBezTo>
                <a:lnTo>
                  <a:pt x="0" y="1213970"/>
                </a:lnTo>
                <a:lnTo>
                  <a:pt x="0" y="1194329"/>
                </a:lnTo>
                <a:lnTo>
                  <a:pt x="4826" y="1182679"/>
                </a:lnTo>
                <a:cubicBezTo>
                  <a:pt x="10321" y="1177185"/>
                  <a:pt x="17912" y="1173786"/>
                  <a:pt x="26297" y="1173786"/>
                </a:cubicBezTo>
                <a:close/>
                <a:moveTo>
                  <a:pt x="1477320" y="1093335"/>
                </a:moveTo>
                <a:cubicBezTo>
                  <a:pt x="1485705" y="1093335"/>
                  <a:pt x="1493295" y="1096733"/>
                  <a:pt x="1498790" y="1102228"/>
                </a:cubicBezTo>
                <a:lnTo>
                  <a:pt x="1505389" y="1118160"/>
                </a:lnTo>
                <a:lnTo>
                  <a:pt x="1493855" y="1142105"/>
                </a:lnTo>
                <a:lnTo>
                  <a:pt x="1487887" y="1151929"/>
                </a:lnTo>
                <a:lnTo>
                  <a:pt x="1477320" y="1154062"/>
                </a:lnTo>
                <a:cubicBezTo>
                  <a:pt x="1460550" y="1154062"/>
                  <a:pt x="1446956" y="1140468"/>
                  <a:pt x="1446956" y="1123698"/>
                </a:cubicBezTo>
                <a:cubicBezTo>
                  <a:pt x="1446956" y="1106929"/>
                  <a:pt x="1460550" y="1093335"/>
                  <a:pt x="1477320" y="1093335"/>
                </a:cubicBezTo>
                <a:close/>
                <a:moveTo>
                  <a:pt x="1404765" y="1093335"/>
                </a:moveTo>
                <a:cubicBezTo>
                  <a:pt x="1421535" y="1093335"/>
                  <a:pt x="1435129" y="1106929"/>
                  <a:pt x="1435129" y="1123698"/>
                </a:cubicBezTo>
                <a:cubicBezTo>
                  <a:pt x="1435129" y="1140468"/>
                  <a:pt x="1421535" y="1154062"/>
                  <a:pt x="1404765" y="1154062"/>
                </a:cubicBezTo>
                <a:cubicBezTo>
                  <a:pt x="1387996" y="1154062"/>
                  <a:pt x="1374402" y="1140468"/>
                  <a:pt x="1374402" y="1123698"/>
                </a:cubicBezTo>
                <a:cubicBezTo>
                  <a:pt x="1374402" y="1106929"/>
                  <a:pt x="1387996" y="1093335"/>
                  <a:pt x="1404765" y="1093335"/>
                </a:cubicBezTo>
                <a:close/>
                <a:moveTo>
                  <a:pt x="1332211" y="1093335"/>
                </a:moveTo>
                <a:cubicBezTo>
                  <a:pt x="1348980" y="1093335"/>
                  <a:pt x="1362574" y="1106929"/>
                  <a:pt x="1362574" y="1123698"/>
                </a:cubicBezTo>
                <a:cubicBezTo>
                  <a:pt x="1362574" y="1140468"/>
                  <a:pt x="1348980" y="1154062"/>
                  <a:pt x="1332211" y="1154062"/>
                </a:cubicBezTo>
                <a:cubicBezTo>
                  <a:pt x="1315441" y="1154062"/>
                  <a:pt x="1301847" y="1140468"/>
                  <a:pt x="1301847" y="1123698"/>
                </a:cubicBezTo>
                <a:cubicBezTo>
                  <a:pt x="1301847" y="1106929"/>
                  <a:pt x="1315441" y="1093335"/>
                  <a:pt x="1332211" y="1093335"/>
                </a:cubicBezTo>
                <a:close/>
                <a:moveTo>
                  <a:pt x="1259656" y="1093335"/>
                </a:moveTo>
                <a:cubicBezTo>
                  <a:pt x="1276426" y="1093335"/>
                  <a:pt x="1290020" y="1106929"/>
                  <a:pt x="1290020" y="1123698"/>
                </a:cubicBezTo>
                <a:cubicBezTo>
                  <a:pt x="1290020" y="1140468"/>
                  <a:pt x="1276426" y="1154062"/>
                  <a:pt x="1259656" y="1154062"/>
                </a:cubicBezTo>
                <a:cubicBezTo>
                  <a:pt x="1242887" y="1154062"/>
                  <a:pt x="1229293" y="1140468"/>
                  <a:pt x="1229293" y="1123698"/>
                </a:cubicBezTo>
                <a:cubicBezTo>
                  <a:pt x="1229293" y="1106929"/>
                  <a:pt x="1242887" y="1093335"/>
                  <a:pt x="1259656" y="1093335"/>
                </a:cubicBezTo>
                <a:close/>
                <a:moveTo>
                  <a:pt x="1187102" y="1093335"/>
                </a:moveTo>
                <a:cubicBezTo>
                  <a:pt x="1203871" y="1093335"/>
                  <a:pt x="1217465" y="1106929"/>
                  <a:pt x="1217465" y="1123698"/>
                </a:cubicBezTo>
                <a:cubicBezTo>
                  <a:pt x="1217465" y="1140468"/>
                  <a:pt x="1203871" y="1154062"/>
                  <a:pt x="1187102" y="1154062"/>
                </a:cubicBezTo>
                <a:cubicBezTo>
                  <a:pt x="1170332" y="1154062"/>
                  <a:pt x="1156738" y="1140468"/>
                  <a:pt x="1156738" y="1123698"/>
                </a:cubicBezTo>
                <a:cubicBezTo>
                  <a:pt x="1156738" y="1106929"/>
                  <a:pt x="1170332" y="1093335"/>
                  <a:pt x="1187102" y="1093335"/>
                </a:cubicBezTo>
                <a:close/>
                <a:moveTo>
                  <a:pt x="1114547" y="1093335"/>
                </a:moveTo>
                <a:cubicBezTo>
                  <a:pt x="1131317" y="1093335"/>
                  <a:pt x="1144911" y="1106929"/>
                  <a:pt x="1144911" y="1123698"/>
                </a:cubicBezTo>
                <a:cubicBezTo>
                  <a:pt x="1144911" y="1140468"/>
                  <a:pt x="1131317" y="1154062"/>
                  <a:pt x="1114547" y="1154062"/>
                </a:cubicBezTo>
                <a:cubicBezTo>
                  <a:pt x="1097778" y="1154062"/>
                  <a:pt x="1084184" y="1140468"/>
                  <a:pt x="1084184" y="1123698"/>
                </a:cubicBezTo>
                <a:cubicBezTo>
                  <a:pt x="1084184" y="1106929"/>
                  <a:pt x="1097778" y="1093335"/>
                  <a:pt x="1114547" y="1093335"/>
                </a:cubicBezTo>
                <a:close/>
                <a:moveTo>
                  <a:pt x="1041993" y="1093335"/>
                </a:moveTo>
                <a:cubicBezTo>
                  <a:pt x="1058762" y="1093335"/>
                  <a:pt x="1072356" y="1106929"/>
                  <a:pt x="1072356" y="1123698"/>
                </a:cubicBezTo>
                <a:cubicBezTo>
                  <a:pt x="1072356" y="1140468"/>
                  <a:pt x="1058762" y="1154062"/>
                  <a:pt x="1041993" y="1154062"/>
                </a:cubicBezTo>
                <a:cubicBezTo>
                  <a:pt x="1025223" y="1154062"/>
                  <a:pt x="1011629" y="1140468"/>
                  <a:pt x="1011629" y="1123698"/>
                </a:cubicBezTo>
                <a:cubicBezTo>
                  <a:pt x="1011629" y="1106929"/>
                  <a:pt x="1025223" y="1093335"/>
                  <a:pt x="1041993" y="1093335"/>
                </a:cubicBezTo>
                <a:close/>
                <a:moveTo>
                  <a:pt x="969438" y="1093335"/>
                </a:moveTo>
                <a:cubicBezTo>
                  <a:pt x="986208" y="1093335"/>
                  <a:pt x="999801" y="1106929"/>
                  <a:pt x="999801" y="1123698"/>
                </a:cubicBezTo>
                <a:cubicBezTo>
                  <a:pt x="999801" y="1140468"/>
                  <a:pt x="986208" y="1154062"/>
                  <a:pt x="969438" y="1154062"/>
                </a:cubicBezTo>
                <a:cubicBezTo>
                  <a:pt x="952669" y="1154062"/>
                  <a:pt x="939075" y="1140468"/>
                  <a:pt x="939075" y="1123698"/>
                </a:cubicBezTo>
                <a:cubicBezTo>
                  <a:pt x="939075" y="1106929"/>
                  <a:pt x="952669" y="1093335"/>
                  <a:pt x="969438" y="1093335"/>
                </a:cubicBezTo>
                <a:close/>
                <a:moveTo>
                  <a:pt x="896883" y="1093335"/>
                </a:moveTo>
                <a:cubicBezTo>
                  <a:pt x="913653" y="1093335"/>
                  <a:pt x="927247" y="1106929"/>
                  <a:pt x="927247" y="1123698"/>
                </a:cubicBezTo>
                <a:cubicBezTo>
                  <a:pt x="927247" y="1140468"/>
                  <a:pt x="913653" y="1154062"/>
                  <a:pt x="896883" y="1154062"/>
                </a:cubicBezTo>
                <a:cubicBezTo>
                  <a:pt x="880114" y="1154062"/>
                  <a:pt x="866520" y="1140468"/>
                  <a:pt x="866520" y="1123698"/>
                </a:cubicBezTo>
                <a:cubicBezTo>
                  <a:pt x="866520" y="1106929"/>
                  <a:pt x="880114" y="1093335"/>
                  <a:pt x="896883" y="1093335"/>
                </a:cubicBezTo>
                <a:close/>
                <a:moveTo>
                  <a:pt x="824329" y="1093335"/>
                </a:moveTo>
                <a:cubicBezTo>
                  <a:pt x="841098" y="1093335"/>
                  <a:pt x="854692" y="1106929"/>
                  <a:pt x="854692" y="1123698"/>
                </a:cubicBezTo>
                <a:cubicBezTo>
                  <a:pt x="854692" y="1140468"/>
                  <a:pt x="841098" y="1154062"/>
                  <a:pt x="824329" y="1154062"/>
                </a:cubicBezTo>
                <a:cubicBezTo>
                  <a:pt x="807559" y="1154062"/>
                  <a:pt x="793965" y="1140468"/>
                  <a:pt x="793965" y="1123698"/>
                </a:cubicBezTo>
                <a:cubicBezTo>
                  <a:pt x="793965" y="1106929"/>
                  <a:pt x="807559" y="1093335"/>
                  <a:pt x="824329" y="1093335"/>
                </a:cubicBezTo>
                <a:close/>
                <a:moveTo>
                  <a:pt x="751774" y="1093335"/>
                </a:moveTo>
                <a:cubicBezTo>
                  <a:pt x="768544" y="1093335"/>
                  <a:pt x="782138" y="1106929"/>
                  <a:pt x="782138" y="1123698"/>
                </a:cubicBezTo>
                <a:cubicBezTo>
                  <a:pt x="782138" y="1140468"/>
                  <a:pt x="768544" y="1154062"/>
                  <a:pt x="751774" y="1154062"/>
                </a:cubicBezTo>
                <a:cubicBezTo>
                  <a:pt x="735005" y="1154062"/>
                  <a:pt x="721411" y="1140468"/>
                  <a:pt x="721411" y="1123698"/>
                </a:cubicBezTo>
                <a:cubicBezTo>
                  <a:pt x="721411" y="1106929"/>
                  <a:pt x="735005" y="1093335"/>
                  <a:pt x="751774" y="1093335"/>
                </a:cubicBezTo>
                <a:close/>
                <a:moveTo>
                  <a:pt x="679220" y="1093335"/>
                </a:moveTo>
                <a:cubicBezTo>
                  <a:pt x="695989" y="1093335"/>
                  <a:pt x="709583" y="1106929"/>
                  <a:pt x="709583" y="1123698"/>
                </a:cubicBezTo>
                <a:cubicBezTo>
                  <a:pt x="709583" y="1140468"/>
                  <a:pt x="695989" y="1154062"/>
                  <a:pt x="679220" y="1154062"/>
                </a:cubicBezTo>
                <a:cubicBezTo>
                  <a:pt x="662450" y="1154062"/>
                  <a:pt x="648856" y="1140468"/>
                  <a:pt x="648856" y="1123698"/>
                </a:cubicBezTo>
                <a:cubicBezTo>
                  <a:pt x="648856" y="1106929"/>
                  <a:pt x="662450" y="1093335"/>
                  <a:pt x="679220" y="1093335"/>
                </a:cubicBezTo>
                <a:close/>
                <a:moveTo>
                  <a:pt x="606665" y="1093335"/>
                </a:moveTo>
                <a:cubicBezTo>
                  <a:pt x="623435" y="1093335"/>
                  <a:pt x="637029" y="1106929"/>
                  <a:pt x="637029" y="1123698"/>
                </a:cubicBezTo>
                <a:cubicBezTo>
                  <a:pt x="637029" y="1140468"/>
                  <a:pt x="623435" y="1154062"/>
                  <a:pt x="606665" y="1154062"/>
                </a:cubicBezTo>
                <a:cubicBezTo>
                  <a:pt x="589896" y="1154062"/>
                  <a:pt x="576302" y="1140468"/>
                  <a:pt x="576302" y="1123698"/>
                </a:cubicBezTo>
                <a:cubicBezTo>
                  <a:pt x="576302" y="1106929"/>
                  <a:pt x="589896" y="1093335"/>
                  <a:pt x="606665" y="1093335"/>
                </a:cubicBezTo>
                <a:close/>
                <a:moveTo>
                  <a:pt x="534111" y="1093335"/>
                </a:moveTo>
                <a:cubicBezTo>
                  <a:pt x="550880" y="1093335"/>
                  <a:pt x="564474" y="1106929"/>
                  <a:pt x="564474" y="1123698"/>
                </a:cubicBezTo>
                <a:cubicBezTo>
                  <a:pt x="564474" y="1140468"/>
                  <a:pt x="550880" y="1154062"/>
                  <a:pt x="534111" y="1154062"/>
                </a:cubicBezTo>
                <a:cubicBezTo>
                  <a:pt x="517341" y="1154062"/>
                  <a:pt x="503747" y="1140468"/>
                  <a:pt x="503747" y="1123698"/>
                </a:cubicBezTo>
                <a:cubicBezTo>
                  <a:pt x="503747" y="1106929"/>
                  <a:pt x="517341" y="1093335"/>
                  <a:pt x="534111" y="1093335"/>
                </a:cubicBezTo>
                <a:close/>
                <a:moveTo>
                  <a:pt x="461556" y="1093335"/>
                </a:moveTo>
                <a:cubicBezTo>
                  <a:pt x="478326" y="1093335"/>
                  <a:pt x="491920" y="1106929"/>
                  <a:pt x="491920" y="1123698"/>
                </a:cubicBezTo>
                <a:cubicBezTo>
                  <a:pt x="491920" y="1140468"/>
                  <a:pt x="478326" y="1154062"/>
                  <a:pt x="461556" y="1154062"/>
                </a:cubicBezTo>
                <a:cubicBezTo>
                  <a:pt x="444787" y="1154062"/>
                  <a:pt x="431192" y="1140468"/>
                  <a:pt x="431192" y="1123698"/>
                </a:cubicBezTo>
                <a:cubicBezTo>
                  <a:pt x="431192" y="1106929"/>
                  <a:pt x="444787" y="1093335"/>
                  <a:pt x="461556" y="1093335"/>
                </a:cubicBezTo>
                <a:close/>
                <a:moveTo>
                  <a:pt x="389002" y="1093335"/>
                </a:moveTo>
                <a:cubicBezTo>
                  <a:pt x="405771" y="1093335"/>
                  <a:pt x="419365" y="1106929"/>
                  <a:pt x="419365" y="1123698"/>
                </a:cubicBezTo>
                <a:cubicBezTo>
                  <a:pt x="419365" y="1140468"/>
                  <a:pt x="405771" y="1154062"/>
                  <a:pt x="389002" y="1154062"/>
                </a:cubicBezTo>
                <a:cubicBezTo>
                  <a:pt x="372232" y="1154062"/>
                  <a:pt x="358638" y="1140468"/>
                  <a:pt x="358638" y="1123698"/>
                </a:cubicBezTo>
                <a:cubicBezTo>
                  <a:pt x="358638" y="1106929"/>
                  <a:pt x="372232" y="1093335"/>
                  <a:pt x="389002" y="1093335"/>
                </a:cubicBezTo>
                <a:close/>
                <a:moveTo>
                  <a:pt x="316447" y="1093335"/>
                </a:moveTo>
                <a:cubicBezTo>
                  <a:pt x="333216" y="1093335"/>
                  <a:pt x="346810" y="1106929"/>
                  <a:pt x="346810" y="1123698"/>
                </a:cubicBezTo>
                <a:cubicBezTo>
                  <a:pt x="346810" y="1140468"/>
                  <a:pt x="333216" y="1154062"/>
                  <a:pt x="316447" y="1154062"/>
                </a:cubicBezTo>
                <a:cubicBezTo>
                  <a:pt x="299677" y="1154062"/>
                  <a:pt x="286084" y="1140468"/>
                  <a:pt x="286084" y="1123698"/>
                </a:cubicBezTo>
                <a:cubicBezTo>
                  <a:pt x="286084" y="1106929"/>
                  <a:pt x="299677" y="1093335"/>
                  <a:pt x="316447" y="1093335"/>
                </a:cubicBezTo>
                <a:close/>
                <a:moveTo>
                  <a:pt x="243892" y="1093335"/>
                </a:moveTo>
                <a:cubicBezTo>
                  <a:pt x="260662" y="1093335"/>
                  <a:pt x="274256" y="1106929"/>
                  <a:pt x="274256" y="1123698"/>
                </a:cubicBezTo>
                <a:cubicBezTo>
                  <a:pt x="274256" y="1140468"/>
                  <a:pt x="260662" y="1154062"/>
                  <a:pt x="243892" y="1154062"/>
                </a:cubicBezTo>
                <a:cubicBezTo>
                  <a:pt x="227123" y="1154062"/>
                  <a:pt x="213529" y="1140468"/>
                  <a:pt x="213529" y="1123698"/>
                </a:cubicBezTo>
                <a:cubicBezTo>
                  <a:pt x="213529" y="1106929"/>
                  <a:pt x="227123" y="1093335"/>
                  <a:pt x="243892" y="1093335"/>
                </a:cubicBezTo>
                <a:close/>
                <a:moveTo>
                  <a:pt x="171339" y="1093335"/>
                </a:moveTo>
                <a:cubicBezTo>
                  <a:pt x="188107" y="1093335"/>
                  <a:pt x="201701" y="1106929"/>
                  <a:pt x="201701" y="1123698"/>
                </a:cubicBezTo>
                <a:cubicBezTo>
                  <a:pt x="201701" y="1140468"/>
                  <a:pt x="188107" y="1154062"/>
                  <a:pt x="171339" y="1154062"/>
                </a:cubicBezTo>
                <a:cubicBezTo>
                  <a:pt x="154633" y="1154062"/>
                  <a:pt x="141040" y="1140468"/>
                  <a:pt x="141040" y="1123698"/>
                </a:cubicBezTo>
                <a:cubicBezTo>
                  <a:pt x="141040" y="1106929"/>
                  <a:pt x="154633" y="1093335"/>
                  <a:pt x="171339" y="1093335"/>
                </a:cubicBezTo>
                <a:close/>
                <a:moveTo>
                  <a:pt x="98858" y="1093335"/>
                </a:moveTo>
                <a:cubicBezTo>
                  <a:pt x="115622" y="1093335"/>
                  <a:pt x="129216" y="1106929"/>
                  <a:pt x="129216" y="1123698"/>
                </a:cubicBezTo>
                <a:cubicBezTo>
                  <a:pt x="129216" y="1140468"/>
                  <a:pt x="115622" y="1154062"/>
                  <a:pt x="98858" y="1154062"/>
                </a:cubicBezTo>
                <a:cubicBezTo>
                  <a:pt x="82086" y="1154062"/>
                  <a:pt x="68492" y="1140468"/>
                  <a:pt x="68492" y="1123698"/>
                </a:cubicBezTo>
                <a:cubicBezTo>
                  <a:pt x="68492" y="1106929"/>
                  <a:pt x="82086" y="1093335"/>
                  <a:pt x="98858" y="1093335"/>
                </a:cubicBezTo>
                <a:close/>
                <a:moveTo>
                  <a:pt x="26303" y="1093335"/>
                </a:moveTo>
                <a:cubicBezTo>
                  <a:pt x="43069" y="1093335"/>
                  <a:pt x="56664" y="1106929"/>
                  <a:pt x="56664" y="1123698"/>
                </a:cubicBezTo>
                <a:cubicBezTo>
                  <a:pt x="56664" y="1140468"/>
                  <a:pt x="43069" y="1154062"/>
                  <a:pt x="26303" y="1154062"/>
                </a:cubicBezTo>
                <a:cubicBezTo>
                  <a:pt x="17918" y="1154062"/>
                  <a:pt x="10327" y="1150664"/>
                  <a:pt x="4832" y="1145169"/>
                </a:cubicBezTo>
                <a:lnTo>
                  <a:pt x="0" y="1133503"/>
                </a:lnTo>
                <a:lnTo>
                  <a:pt x="0" y="1113894"/>
                </a:lnTo>
                <a:lnTo>
                  <a:pt x="4832" y="1102228"/>
                </a:lnTo>
                <a:cubicBezTo>
                  <a:pt x="10327" y="1096734"/>
                  <a:pt x="17918" y="1093335"/>
                  <a:pt x="26303" y="1093335"/>
                </a:cubicBezTo>
                <a:close/>
                <a:moveTo>
                  <a:pt x="1549874" y="1012883"/>
                </a:moveTo>
                <a:lnTo>
                  <a:pt x="1555552" y="1014029"/>
                </a:lnTo>
                <a:lnTo>
                  <a:pt x="1530465" y="1066106"/>
                </a:lnTo>
                <a:lnTo>
                  <a:pt x="1528404" y="1064717"/>
                </a:lnTo>
                <a:cubicBezTo>
                  <a:pt x="1522910" y="1059222"/>
                  <a:pt x="1519511" y="1051631"/>
                  <a:pt x="1519511" y="1043246"/>
                </a:cubicBezTo>
                <a:cubicBezTo>
                  <a:pt x="1519511" y="1026477"/>
                  <a:pt x="1533105" y="1012883"/>
                  <a:pt x="1549874" y="1012883"/>
                </a:cubicBezTo>
                <a:close/>
                <a:moveTo>
                  <a:pt x="1477320" y="1012883"/>
                </a:moveTo>
                <a:cubicBezTo>
                  <a:pt x="1494089" y="1012883"/>
                  <a:pt x="1507683" y="1026477"/>
                  <a:pt x="1507683" y="1043246"/>
                </a:cubicBezTo>
                <a:cubicBezTo>
                  <a:pt x="1507683" y="1060016"/>
                  <a:pt x="1494089" y="1073610"/>
                  <a:pt x="1477320" y="1073610"/>
                </a:cubicBezTo>
                <a:cubicBezTo>
                  <a:pt x="1460550" y="1073610"/>
                  <a:pt x="1446956" y="1060016"/>
                  <a:pt x="1446956" y="1043246"/>
                </a:cubicBezTo>
                <a:cubicBezTo>
                  <a:pt x="1446956" y="1026477"/>
                  <a:pt x="1460550" y="1012883"/>
                  <a:pt x="1477320" y="1012883"/>
                </a:cubicBezTo>
                <a:close/>
                <a:moveTo>
                  <a:pt x="1404765" y="1012883"/>
                </a:moveTo>
                <a:cubicBezTo>
                  <a:pt x="1421535" y="1012883"/>
                  <a:pt x="1435129" y="1026477"/>
                  <a:pt x="1435129" y="1043246"/>
                </a:cubicBezTo>
                <a:cubicBezTo>
                  <a:pt x="1435129" y="1060016"/>
                  <a:pt x="1421535" y="1073610"/>
                  <a:pt x="1404765" y="1073610"/>
                </a:cubicBezTo>
                <a:cubicBezTo>
                  <a:pt x="1387996" y="1073610"/>
                  <a:pt x="1374402" y="1060016"/>
                  <a:pt x="1374402" y="1043246"/>
                </a:cubicBezTo>
                <a:cubicBezTo>
                  <a:pt x="1374402" y="1026477"/>
                  <a:pt x="1387996" y="1012883"/>
                  <a:pt x="1404765" y="1012883"/>
                </a:cubicBezTo>
                <a:close/>
                <a:moveTo>
                  <a:pt x="1332211" y="1012883"/>
                </a:moveTo>
                <a:cubicBezTo>
                  <a:pt x="1348980" y="1012883"/>
                  <a:pt x="1362574" y="1026477"/>
                  <a:pt x="1362574" y="1043246"/>
                </a:cubicBezTo>
                <a:cubicBezTo>
                  <a:pt x="1362574" y="1060016"/>
                  <a:pt x="1348980" y="1073610"/>
                  <a:pt x="1332211" y="1073610"/>
                </a:cubicBezTo>
                <a:cubicBezTo>
                  <a:pt x="1315441" y="1073610"/>
                  <a:pt x="1301847" y="1060016"/>
                  <a:pt x="1301847" y="1043246"/>
                </a:cubicBezTo>
                <a:cubicBezTo>
                  <a:pt x="1301847" y="1026477"/>
                  <a:pt x="1315441" y="1012883"/>
                  <a:pt x="1332211" y="1012883"/>
                </a:cubicBezTo>
                <a:close/>
                <a:moveTo>
                  <a:pt x="1259656" y="1012883"/>
                </a:moveTo>
                <a:cubicBezTo>
                  <a:pt x="1276426" y="1012883"/>
                  <a:pt x="1290020" y="1026477"/>
                  <a:pt x="1290020" y="1043246"/>
                </a:cubicBezTo>
                <a:cubicBezTo>
                  <a:pt x="1290020" y="1060016"/>
                  <a:pt x="1276426" y="1073610"/>
                  <a:pt x="1259656" y="1073610"/>
                </a:cubicBezTo>
                <a:cubicBezTo>
                  <a:pt x="1242887" y="1073610"/>
                  <a:pt x="1229293" y="1060016"/>
                  <a:pt x="1229293" y="1043246"/>
                </a:cubicBezTo>
                <a:cubicBezTo>
                  <a:pt x="1229293" y="1026477"/>
                  <a:pt x="1242887" y="1012883"/>
                  <a:pt x="1259656" y="1012883"/>
                </a:cubicBezTo>
                <a:close/>
                <a:moveTo>
                  <a:pt x="1187102" y="1012883"/>
                </a:moveTo>
                <a:cubicBezTo>
                  <a:pt x="1203871" y="1012883"/>
                  <a:pt x="1217465" y="1026477"/>
                  <a:pt x="1217465" y="1043246"/>
                </a:cubicBezTo>
                <a:cubicBezTo>
                  <a:pt x="1217465" y="1060016"/>
                  <a:pt x="1203871" y="1073610"/>
                  <a:pt x="1187102" y="1073610"/>
                </a:cubicBezTo>
                <a:cubicBezTo>
                  <a:pt x="1170332" y="1073610"/>
                  <a:pt x="1156738" y="1060016"/>
                  <a:pt x="1156738" y="1043246"/>
                </a:cubicBezTo>
                <a:cubicBezTo>
                  <a:pt x="1156738" y="1026477"/>
                  <a:pt x="1170332" y="1012883"/>
                  <a:pt x="1187102" y="1012883"/>
                </a:cubicBezTo>
                <a:close/>
                <a:moveTo>
                  <a:pt x="1114547" y="1012883"/>
                </a:moveTo>
                <a:cubicBezTo>
                  <a:pt x="1131317" y="1012883"/>
                  <a:pt x="1144911" y="1026477"/>
                  <a:pt x="1144911" y="1043246"/>
                </a:cubicBezTo>
                <a:cubicBezTo>
                  <a:pt x="1144911" y="1060016"/>
                  <a:pt x="1131317" y="1073610"/>
                  <a:pt x="1114547" y="1073610"/>
                </a:cubicBezTo>
                <a:cubicBezTo>
                  <a:pt x="1097778" y="1073610"/>
                  <a:pt x="1084184" y="1060016"/>
                  <a:pt x="1084184" y="1043246"/>
                </a:cubicBezTo>
                <a:cubicBezTo>
                  <a:pt x="1084184" y="1026477"/>
                  <a:pt x="1097778" y="1012883"/>
                  <a:pt x="1114547" y="1012883"/>
                </a:cubicBezTo>
                <a:close/>
                <a:moveTo>
                  <a:pt x="1041993" y="1012883"/>
                </a:moveTo>
                <a:cubicBezTo>
                  <a:pt x="1058762" y="1012883"/>
                  <a:pt x="1072356" y="1026477"/>
                  <a:pt x="1072356" y="1043246"/>
                </a:cubicBezTo>
                <a:cubicBezTo>
                  <a:pt x="1072356" y="1060016"/>
                  <a:pt x="1058762" y="1073610"/>
                  <a:pt x="1041993" y="1073610"/>
                </a:cubicBezTo>
                <a:cubicBezTo>
                  <a:pt x="1025223" y="1073610"/>
                  <a:pt x="1011629" y="1060016"/>
                  <a:pt x="1011629" y="1043246"/>
                </a:cubicBezTo>
                <a:cubicBezTo>
                  <a:pt x="1011629" y="1026477"/>
                  <a:pt x="1025223" y="1012883"/>
                  <a:pt x="1041993" y="1012883"/>
                </a:cubicBezTo>
                <a:close/>
                <a:moveTo>
                  <a:pt x="969438" y="1012883"/>
                </a:moveTo>
                <a:cubicBezTo>
                  <a:pt x="986208" y="1012883"/>
                  <a:pt x="999801" y="1026477"/>
                  <a:pt x="999801" y="1043246"/>
                </a:cubicBezTo>
                <a:cubicBezTo>
                  <a:pt x="999801" y="1060016"/>
                  <a:pt x="986208" y="1073610"/>
                  <a:pt x="969438" y="1073610"/>
                </a:cubicBezTo>
                <a:cubicBezTo>
                  <a:pt x="952669" y="1073610"/>
                  <a:pt x="939075" y="1060016"/>
                  <a:pt x="939075" y="1043246"/>
                </a:cubicBezTo>
                <a:cubicBezTo>
                  <a:pt x="939075" y="1026477"/>
                  <a:pt x="952669" y="1012883"/>
                  <a:pt x="969438" y="1012883"/>
                </a:cubicBezTo>
                <a:close/>
                <a:moveTo>
                  <a:pt x="896883" y="1012883"/>
                </a:moveTo>
                <a:cubicBezTo>
                  <a:pt x="913653" y="1012883"/>
                  <a:pt x="927247" y="1026477"/>
                  <a:pt x="927247" y="1043246"/>
                </a:cubicBezTo>
                <a:cubicBezTo>
                  <a:pt x="927247" y="1060016"/>
                  <a:pt x="913653" y="1073610"/>
                  <a:pt x="896883" y="1073610"/>
                </a:cubicBezTo>
                <a:cubicBezTo>
                  <a:pt x="880114" y="1073610"/>
                  <a:pt x="866520" y="1060016"/>
                  <a:pt x="866520" y="1043246"/>
                </a:cubicBezTo>
                <a:cubicBezTo>
                  <a:pt x="866520" y="1026477"/>
                  <a:pt x="880114" y="1012883"/>
                  <a:pt x="896883" y="1012883"/>
                </a:cubicBezTo>
                <a:close/>
                <a:moveTo>
                  <a:pt x="824329" y="1012883"/>
                </a:moveTo>
                <a:cubicBezTo>
                  <a:pt x="841098" y="1012883"/>
                  <a:pt x="854692" y="1026477"/>
                  <a:pt x="854692" y="1043246"/>
                </a:cubicBezTo>
                <a:cubicBezTo>
                  <a:pt x="854692" y="1060016"/>
                  <a:pt x="841098" y="1073610"/>
                  <a:pt x="824329" y="1073610"/>
                </a:cubicBezTo>
                <a:cubicBezTo>
                  <a:pt x="807559" y="1073610"/>
                  <a:pt x="793965" y="1060016"/>
                  <a:pt x="793965" y="1043246"/>
                </a:cubicBezTo>
                <a:cubicBezTo>
                  <a:pt x="793965" y="1026477"/>
                  <a:pt x="807559" y="1012883"/>
                  <a:pt x="824329" y="1012883"/>
                </a:cubicBezTo>
                <a:close/>
                <a:moveTo>
                  <a:pt x="751774" y="1012883"/>
                </a:moveTo>
                <a:cubicBezTo>
                  <a:pt x="768544" y="1012883"/>
                  <a:pt x="782138" y="1026477"/>
                  <a:pt x="782138" y="1043246"/>
                </a:cubicBezTo>
                <a:cubicBezTo>
                  <a:pt x="782138" y="1060016"/>
                  <a:pt x="768544" y="1073610"/>
                  <a:pt x="751774" y="1073610"/>
                </a:cubicBezTo>
                <a:cubicBezTo>
                  <a:pt x="735005" y="1073610"/>
                  <a:pt x="721411" y="1060016"/>
                  <a:pt x="721411" y="1043246"/>
                </a:cubicBezTo>
                <a:cubicBezTo>
                  <a:pt x="721411" y="1026477"/>
                  <a:pt x="735005" y="1012883"/>
                  <a:pt x="751774" y="1012883"/>
                </a:cubicBezTo>
                <a:close/>
                <a:moveTo>
                  <a:pt x="679220" y="1012883"/>
                </a:moveTo>
                <a:cubicBezTo>
                  <a:pt x="695989" y="1012883"/>
                  <a:pt x="709583" y="1026477"/>
                  <a:pt x="709583" y="1043246"/>
                </a:cubicBezTo>
                <a:cubicBezTo>
                  <a:pt x="709583" y="1060016"/>
                  <a:pt x="695989" y="1073610"/>
                  <a:pt x="679220" y="1073610"/>
                </a:cubicBezTo>
                <a:cubicBezTo>
                  <a:pt x="662450" y="1073610"/>
                  <a:pt x="648856" y="1060016"/>
                  <a:pt x="648856" y="1043246"/>
                </a:cubicBezTo>
                <a:cubicBezTo>
                  <a:pt x="648856" y="1026477"/>
                  <a:pt x="662450" y="1012883"/>
                  <a:pt x="679220" y="1012883"/>
                </a:cubicBezTo>
                <a:close/>
                <a:moveTo>
                  <a:pt x="606665" y="1012883"/>
                </a:moveTo>
                <a:cubicBezTo>
                  <a:pt x="623435" y="1012883"/>
                  <a:pt x="637029" y="1026477"/>
                  <a:pt x="637029" y="1043246"/>
                </a:cubicBezTo>
                <a:cubicBezTo>
                  <a:pt x="637029" y="1060016"/>
                  <a:pt x="623435" y="1073610"/>
                  <a:pt x="606665" y="1073610"/>
                </a:cubicBezTo>
                <a:cubicBezTo>
                  <a:pt x="589896" y="1073610"/>
                  <a:pt x="576302" y="1060016"/>
                  <a:pt x="576302" y="1043246"/>
                </a:cubicBezTo>
                <a:cubicBezTo>
                  <a:pt x="576302" y="1026477"/>
                  <a:pt x="589896" y="1012883"/>
                  <a:pt x="606665" y="1012883"/>
                </a:cubicBezTo>
                <a:close/>
                <a:moveTo>
                  <a:pt x="534111" y="1012883"/>
                </a:moveTo>
                <a:cubicBezTo>
                  <a:pt x="550880" y="1012883"/>
                  <a:pt x="564474" y="1026477"/>
                  <a:pt x="564474" y="1043246"/>
                </a:cubicBezTo>
                <a:cubicBezTo>
                  <a:pt x="564474" y="1060016"/>
                  <a:pt x="550880" y="1073610"/>
                  <a:pt x="534111" y="1073610"/>
                </a:cubicBezTo>
                <a:cubicBezTo>
                  <a:pt x="517341" y="1073610"/>
                  <a:pt x="503747" y="1060016"/>
                  <a:pt x="503747" y="1043246"/>
                </a:cubicBezTo>
                <a:cubicBezTo>
                  <a:pt x="503747" y="1026477"/>
                  <a:pt x="517341" y="1012883"/>
                  <a:pt x="534111" y="1012883"/>
                </a:cubicBezTo>
                <a:close/>
                <a:moveTo>
                  <a:pt x="461556" y="1012883"/>
                </a:moveTo>
                <a:cubicBezTo>
                  <a:pt x="478326" y="1012883"/>
                  <a:pt x="491920" y="1026477"/>
                  <a:pt x="491920" y="1043246"/>
                </a:cubicBezTo>
                <a:cubicBezTo>
                  <a:pt x="491920" y="1060016"/>
                  <a:pt x="478326" y="1073610"/>
                  <a:pt x="461556" y="1073610"/>
                </a:cubicBezTo>
                <a:cubicBezTo>
                  <a:pt x="444787" y="1073610"/>
                  <a:pt x="431192" y="1060016"/>
                  <a:pt x="431192" y="1043246"/>
                </a:cubicBezTo>
                <a:cubicBezTo>
                  <a:pt x="431192" y="1026477"/>
                  <a:pt x="444787" y="1012883"/>
                  <a:pt x="461556" y="1012883"/>
                </a:cubicBezTo>
                <a:close/>
                <a:moveTo>
                  <a:pt x="389002" y="1012883"/>
                </a:moveTo>
                <a:cubicBezTo>
                  <a:pt x="405771" y="1012883"/>
                  <a:pt x="419365" y="1026477"/>
                  <a:pt x="419365" y="1043246"/>
                </a:cubicBezTo>
                <a:cubicBezTo>
                  <a:pt x="419365" y="1060016"/>
                  <a:pt x="405771" y="1073610"/>
                  <a:pt x="389002" y="1073610"/>
                </a:cubicBezTo>
                <a:cubicBezTo>
                  <a:pt x="372232" y="1073610"/>
                  <a:pt x="358638" y="1060016"/>
                  <a:pt x="358638" y="1043246"/>
                </a:cubicBezTo>
                <a:cubicBezTo>
                  <a:pt x="358638" y="1026477"/>
                  <a:pt x="372232" y="1012883"/>
                  <a:pt x="389002" y="1012883"/>
                </a:cubicBezTo>
                <a:close/>
                <a:moveTo>
                  <a:pt x="316447" y="1012883"/>
                </a:moveTo>
                <a:cubicBezTo>
                  <a:pt x="333216" y="1012883"/>
                  <a:pt x="346810" y="1026477"/>
                  <a:pt x="346810" y="1043246"/>
                </a:cubicBezTo>
                <a:cubicBezTo>
                  <a:pt x="346810" y="1060016"/>
                  <a:pt x="333216" y="1073610"/>
                  <a:pt x="316447" y="1073610"/>
                </a:cubicBezTo>
                <a:cubicBezTo>
                  <a:pt x="299677" y="1073610"/>
                  <a:pt x="286084" y="1060016"/>
                  <a:pt x="286084" y="1043246"/>
                </a:cubicBezTo>
                <a:cubicBezTo>
                  <a:pt x="286084" y="1026477"/>
                  <a:pt x="299677" y="1012883"/>
                  <a:pt x="316447" y="1012883"/>
                </a:cubicBezTo>
                <a:close/>
                <a:moveTo>
                  <a:pt x="243892" y="1012883"/>
                </a:moveTo>
                <a:cubicBezTo>
                  <a:pt x="260662" y="1012883"/>
                  <a:pt x="274256" y="1026477"/>
                  <a:pt x="274256" y="1043246"/>
                </a:cubicBezTo>
                <a:cubicBezTo>
                  <a:pt x="274256" y="1060016"/>
                  <a:pt x="260662" y="1073610"/>
                  <a:pt x="243892" y="1073610"/>
                </a:cubicBezTo>
                <a:cubicBezTo>
                  <a:pt x="227123" y="1073610"/>
                  <a:pt x="213529" y="1060016"/>
                  <a:pt x="213529" y="1043246"/>
                </a:cubicBezTo>
                <a:cubicBezTo>
                  <a:pt x="213529" y="1026477"/>
                  <a:pt x="227123" y="1012883"/>
                  <a:pt x="243892" y="1012883"/>
                </a:cubicBezTo>
                <a:close/>
                <a:moveTo>
                  <a:pt x="171339" y="1012883"/>
                </a:moveTo>
                <a:cubicBezTo>
                  <a:pt x="188107" y="1012883"/>
                  <a:pt x="201701" y="1026477"/>
                  <a:pt x="201701" y="1043246"/>
                </a:cubicBezTo>
                <a:cubicBezTo>
                  <a:pt x="201701" y="1060016"/>
                  <a:pt x="188107" y="1073610"/>
                  <a:pt x="171339" y="1073610"/>
                </a:cubicBezTo>
                <a:cubicBezTo>
                  <a:pt x="154639" y="1073610"/>
                  <a:pt x="141045" y="1060016"/>
                  <a:pt x="141045" y="1043246"/>
                </a:cubicBezTo>
                <a:cubicBezTo>
                  <a:pt x="141045" y="1026477"/>
                  <a:pt x="154639" y="1012883"/>
                  <a:pt x="171339" y="1012883"/>
                </a:cubicBezTo>
                <a:close/>
                <a:moveTo>
                  <a:pt x="98865" y="1012883"/>
                </a:moveTo>
                <a:cubicBezTo>
                  <a:pt x="115628" y="1012883"/>
                  <a:pt x="129222" y="1026477"/>
                  <a:pt x="129222" y="1043246"/>
                </a:cubicBezTo>
                <a:cubicBezTo>
                  <a:pt x="129222" y="1060016"/>
                  <a:pt x="115628" y="1073610"/>
                  <a:pt x="98865" y="1073610"/>
                </a:cubicBezTo>
                <a:cubicBezTo>
                  <a:pt x="82093" y="1073610"/>
                  <a:pt x="68498" y="1060016"/>
                  <a:pt x="68498" y="1043246"/>
                </a:cubicBezTo>
                <a:cubicBezTo>
                  <a:pt x="68498" y="1026477"/>
                  <a:pt x="82093" y="1012883"/>
                  <a:pt x="98865" y="1012883"/>
                </a:cubicBezTo>
                <a:close/>
                <a:moveTo>
                  <a:pt x="26309" y="1012883"/>
                </a:moveTo>
                <a:cubicBezTo>
                  <a:pt x="43075" y="1012883"/>
                  <a:pt x="56670" y="1026477"/>
                  <a:pt x="56670" y="1043246"/>
                </a:cubicBezTo>
                <a:cubicBezTo>
                  <a:pt x="56670" y="1060016"/>
                  <a:pt x="43075" y="1073610"/>
                  <a:pt x="26309" y="1073610"/>
                </a:cubicBezTo>
                <a:cubicBezTo>
                  <a:pt x="17924" y="1073610"/>
                  <a:pt x="10333" y="1070212"/>
                  <a:pt x="4838" y="1064717"/>
                </a:cubicBezTo>
                <a:lnTo>
                  <a:pt x="0" y="1053036"/>
                </a:lnTo>
                <a:lnTo>
                  <a:pt x="0" y="1033457"/>
                </a:lnTo>
                <a:lnTo>
                  <a:pt x="4838" y="1021776"/>
                </a:lnTo>
                <a:cubicBezTo>
                  <a:pt x="10333" y="1016282"/>
                  <a:pt x="17924" y="1012883"/>
                  <a:pt x="26309" y="1012883"/>
                </a:cubicBezTo>
                <a:close/>
                <a:moveTo>
                  <a:pt x="1549874" y="932431"/>
                </a:moveTo>
                <a:cubicBezTo>
                  <a:pt x="1558259" y="932431"/>
                  <a:pt x="1565850" y="935830"/>
                  <a:pt x="1571345" y="941324"/>
                </a:cubicBezTo>
                <a:lnTo>
                  <a:pt x="1577296" y="955693"/>
                </a:lnTo>
                <a:lnTo>
                  <a:pt x="1565363" y="988298"/>
                </a:lnTo>
                <a:lnTo>
                  <a:pt x="1561694" y="990772"/>
                </a:lnTo>
                <a:cubicBezTo>
                  <a:pt x="1558061" y="992309"/>
                  <a:pt x="1554067" y="993158"/>
                  <a:pt x="1549874" y="993158"/>
                </a:cubicBezTo>
                <a:cubicBezTo>
                  <a:pt x="1533105" y="993158"/>
                  <a:pt x="1519511" y="979564"/>
                  <a:pt x="1519511" y="962795"/>
                </a:cubicBezTo>
                <a:cubicBezTo>
                  <a:pt x="1519511" y="946025"/>
                  <a:pt x="1533105" y="932431"/>
                  <a:pt x="1549874" y="932431"/>
                </a:cubicBezTo>
                <a:close/>
                <a:moveTo>
                  <a:pt x="1477320" y="932431"/>
                </a:moveTo>
                <a:cubicBezTo>
                  <a:pt x="1494089" y="932431"/>
                  <a:pt x="1507683" y="946025"/>
                  <a:pt x="1507683" y="962795"/>
                </a:cubicBezTo>
                <a:cubicBezTo>
                  <a:pt x="1507683" y="979564"/>
                  <a:pt x="1494089" y="993158"/>
                  <a:pt x="1477320" y="993158"/>
                </a:cubicBezTo>
                <a:cubicBezTo>
                  <a:pt x="1460550" y="993158"/>
                  <a:pt x="1446956" y="979564"/>
                  <a:pt x="1446956" y="962795"/>
                </a:cubicBezTo>
                <a:cubicBezTo>
                  <a:pt x="1446956" y="946025"/>
                  <a:pt x="1460550" y="932431"/>
                  <a:pt x="1477320" y="932431"/>
                </a:cubicBezTo>
                <a:close/>
                <a:moveTo>
                  <a:pt x="1404765" y="932431"/>
                </a:moveTo>
                <a:cubicBezTo>
                  <a:pt x="1421535" y="932431"/>
                  <a:pt x="1435129" y="946025"/>
                  <a:pt x="1435129" y="962795"/>
                </a:cubicBezTo>
                <a:cubicBezTo>
                  <a:pt x="1435129" y="979564"/>
                  <a:pt x="1421535" y="993158"/>
                  <a:pt x="1404765" y="993158"/>
                </a:cubicBezTo>
                <a:cubicBezTo>
                  <a:pt x="1387996" y="993158"/>
                  <a:pt x="1374402" y="979564"/>
                  <a:pt x="1374402" y="962795"/>
                </a:cubicBezTo>
                <a:cubicBezTo>
                  <a:pt x="1374402" y="946025"/>
                  <a:pt x="1387996" y="932431"/>
                  <a:pt x="1404765" y="932431"/>
                </a:cubicBezTo>
                <a:close/>
                <a:moveTo>
                  <a:pt x="1332211" y="932431"/>
                </a:moveTo>
                <a:cubicBezTo>
                  <a:pt x="1348980" y="932431"/>
                  <a:pt x="1362574" y="946025"/>
                  <a:pt x="1362574" y="962795"/>
                </a:cubicBezTo>
                <a:cubicBezTo>
                  <a:pt x="1362574" y="979564"/>
                  <a:pt x="1348980" y="993158"/>
                  <a:pt x="1332211" y="993158"/>
                </a:cubicBezTo>
                <a:cubicBezTo>
                  <a:pt x="1315441" y="993158"/>
                  <a:pt x="1301847" y="979564"/>
                  <a:pt x="1301847" y="962795"/>
                </a:cubicBezTo>
                <a:cubicBezTo>
                  <a:pt x="1301847" y="946025"/>
                  <a:pt x="1315441" y="932431"/>
                  <a:pt x="1332211" y="932431"/>
                </a:cubicBezTo>
                <a:close/>
                <a:moveTo>
                  <a:pt x="1259656" y="932431"/>
                </a:moveTo>
                <a:cubicBezTo>
                  <a:pt x="1276426" y="932431"/>
                  <a:pt x="1290020" y="946025"/>
                  <a:pt x="1290020" y="962795"/>
                </a:cubicBezTo>
                <a:cubicBezTo>
                  <a:pt x="1290020" y="979564"/>
                  <a:pt x="1276426" y="993158"/>
                  <a:pt x="1259656" y="993158"/>
                </a:cubicBezTo>
                <a:cubicBezTo>
                  <a:pt x="1242887" y="993158"/>
                  <a:pt x="1229293" y="979564"/>
                  <a:pt x="1229293" y="962795"/>
                </a:cubicBezTo>
                <a:cubicBezTo>
                  <a:pt x="1229293" y="946025"/>
                  <a:pt x="1242887" y="932431"/>
                  <a:pt x="1259656" y="932431"/>
                </a:cubicBezTo>
                <a:close/>
                <a:moveTo>
                  <a:pt x="1187102" y="932431"/>
                </a:moveTo>
                <a:cubicBezTo>
                  <a:pt x="1203871" y="932431"/>
                  <a:pt x="1217465" y="946025"/>
                  <a:pt x="1217465" y="962795"/>
                </a:cubicBezTo>
                <a:cubicBezTo>
                  <a:pt x="1217465" y="979564"/>
                  <a:pt x="1203871" y="993158"/>
                  <a:pt x="1187102" y="993158"/>
                </a:cubicBezTo>
                <a:cubicBezTo>
                  <a:pt x="1170332" y="993158"/>
                  <a:pt x="1156738" y="979564"/>
                  <a:pt x="1156738" y="962795"/>
                </a:cubicBezTo>
                <a:cubicBezTo>
                  <a:pt x="1156738" y="946025"/>
                  <a:pt x="1170332" y="932431"/>
                  <a:pt x="1187102" y="932431"/>
                </a:cubicBezTo>
                <a:close/>
                <a:moveTo>
                  <a:pt x="1114547" y="932431"/>
                </a:moveTo>
                <a:cubicBezTo>
                  <a:pt x="1131317" y="932431"/>
                  <a:pt x="1144911" y="946025"/>
                  <a:pt x="1144911" y="962795"/>
                </a:cubicBezTo>
                <a:cubicBezTo>
                  <a:pt x="1144911" y="979564"/>
                  <a:pt x="1131317" y="993158"/>
                  <a:pt x="1114547" y="993158"/>
                </a:cubicBezTo>
                <a:cubicBezTo>
                  <a:pt x="1097778" y="993158"/>
                  <a:pt x="1084184" y="979564"/>
                  <a:pt x="1084184" y="962795"/>
                </a:cubicBezTo>
                <a:cubicBezTo>
                  <a:pt x="1084184" y="946025"/>
                  <a:pt x="1097778" y="932431"/>
                  <a:pt x="1114547" y="932431"/>
                </a:cubicBezTo>
                <a:close/>
                <a:moveTo>
                  <a:pt x="1041993" y="932431"/>
                </a:moveTo>
                <a:cubicBezTo>
                  <a:pt x="1058762" y="932431"/>
                  <a:pt x="1072356" y="946025"/>
                  <a:pt x="1072356" y="962795"/>
                </a:cubicBezTo>
                <a:cubicBezTo>
                  <a:pt x="1072356" y="979564"/>
                  <a:pt x="1058762" y="993158"/>
                  <a:pt x="1041993" y="993158"/>
                </a:cubicBezTo>
                <a:cubicBezTo>
                  <a:pt x="1025223" y="993158"/>
                  <a:pt x="1011629" y="979564"/>
                  <a:pt x="1011629" y="962795"/>
                </a:cubicBezTo>
                <a:cubicBezTo>
                  <a:pt x="1011629" y="946025"/>
                  <a:pt x="1025223" y="932431"/>
                  <a:pt x="1041993" y="932431"/>
                </a:cubicBezTo>
                <a:close/>
                <a:moveTo>
                  <a:pt x="969438" y="932431"/>
                </a:moveTo>
                <a:cubicBezTo>
                  <a:pt x="986208" y="932431"/>
                  <a:pt x="999801" y="946025"/>
                  <a:pt x="999801" y="962795"/>
                </a:cubicBezTo>
                <a:cubicBezTo>
                  <a:pt x="999801" y="979564"/>
                  <a:pt x="986208" y="993158"/>
                  <a:pt x="969438" y="993158"/>
                </a:cubicBezTo>
                <a:cubicBezTo>
                  <a:pt x="952669" y="993158"/>
                  <a:pt x="939075" y="979564"/>
                  <a:pt x="939075" y="962795"/>
                </a:cubicBezTo>
                <a:cubicBezTo>
                  <a:pt x="939075" y="946025"/>
                  <a:pt x="952669" y="932431"/>
                  <a:pt x="969438" y="932431"/>
                </a:cubicBezTo>
                <a:close/>
                <a:moveTo>
                  <a:pt x="896883" y="932431"/>
                </a:moveTo>
                <a:cubicBezTo>
                  <a:pt x="913653" y="932431"/>
                  <a:pt x="927247" y="946025"/>
                  <a:pt x="927247" y="962795"/>
                </a:cubicBezTo>
                <a:cubicBezTo>
                  <a:pt x="927247" y="979564"/>
                  <a:pt x="913653" y="993158"/>
                  <a:pt x="896883" y="993158"/>
                </a:cubicBezTo>
                <a:cubicBezTo>
                  <a:pt x="880114" y="993158"/>
                  <a:pt x="866520" y="979564"/>
                  <a:pt x="866520" y="962795"/>
                </a:cubicBezTo>
                <a:cubicBezTo>
                  <a:pt x="866520" y="946025"/>
                  <a:pt x="880114" y="932431"/>
                  <a:pt x="896883" y="932431"/>
                </a:cubicBezTo>
                <a:close/>
                <a:moveTo>
                  <a:pt x="824329" y="932431"/>
                </a:moveTo>
                <a:cubicBezTo>
                  <a:pt x="841098" y="932431"/>
                  <a:pt x="854692" y="946025"/>
                  <a:pt x="854692" y="962795"/>
                </a:cubicBezTo>
                <a:cubicBezTo>
                  <a:pt x="854692" y="979564"/>
                  <a:pt x="841098" y="993158"/>
                  <a:pt x="824329" y="993158"/>
                </a:cubicBezTo>
                <a:cubicBezTo>
                  <a:pt x="807559" y="993158"/>
                  <a:pt x="793965" y="979564"/>
                  <a:pt x="793965" y="962795"/>
                </a:cubicBezTo>
                <a:cubicBezTo>
                  <a:pt x="793965" y="946025"/>
                  <a:pt x="807559" y="932431"/>
                  <a:pt x="824329" y="932431"/>
                </a:cubicBezTo>
                <a:close/>
                <a:moveTo>
                  <a:pt x="751774" y="932431"/>
                </a:moveTo>
                <a:cubicBezTo>
                  <a:pt x="768544" y="932431"/>
                  <a:pt x="782138" y="946025"/>
                  <a:pt x="782138" y="962795"/>
                </a:cubicBezTo>
                <a:cubicBezTo>
                  <a:pt x="782138" y="979564"/>
                  <a:pt x="768544" y="993158"/>
                  <a:pt x="751774" y="993158"/>
                </a:cubicBezTo>
                <a:cubicBezTo>
                  <a:pt x="735005" y="993158"/>
                  <a:pt x="721411" y="979564"/>
                  <a:pt x="721411" y="962795"/>
                </a:cubicBezTo>
                <a:cubicBezTo>
                  <a:pt x="721411" y="946025"/>
                  <a:pt x="735005" y="932431"/>
                  <a:pt x="751774" y="932431"/>
                </a:cubicBezTo>
                <a:close/>
                <a:moveTo>
                  <a:pt x="679220" y="932431"/>
                </a:moveTo>
                <a:cubicBezTo>
                  <a:pt x="695989" y="932431"/>
                  <a:pt x="709583" y="946025"/>
                  <a:pt x="709583" y="962795"/>
                </a:cubicBezTo>
                <a:cubicBezTo>
                  <a:pt x="709583" y="979564"/>
                  <a:pt x="695989" y="993158"/>
                  <a:pt x="679220" y="993158"/>
                </a:cubicBezTo>
                <a:cubicBezTo>
                  <a:pt x="662450" y="993158"/>
                  <a:pt x="648856" y="979564"/>
                  <a:pt x="648856" y="962795"/>
                </a:cubicBezTo>
                <a:cubicBezTo>
                  <a:pt x="648856" y="946025"/>
                  <a:pt x="662450" y="932431"/>
                  <a:pt x="679220" y="932431"/>
                </a:cubicBezTo>
                <a:close/>
                <a:moveTo>
                  <a:pt x="606665" y="932431"/>
                </a:moveTo>
                <a:cubicBezTo>
                  <a:pt x="623435" y="932431"/>
                  <a:pt x="637029" y="946025"/>
                  <a:pt x="637029" y="962795"/>
                </a:cubicBezTo>
                <a:cubicBezTo>
                  <a:pt x="637029" y="979564"/>
                  <a:pt x="623435" y="993158"/>
                  <a:pt x="606665" y="993158"/>
                </a:cubicBezTo>
                <a:cubicBezTo>
                  <a:pt x="589896" y="993158"/>
                  <a:pt x="576302" y="979564"/>
                  <a:pt x="576302" y="962795"/>
                </a:cubicBezTo>
                <a:cubicBezTo>
                  <a:pt x="576302" y="946025"/>
                  <a:pt x="589896" y="932431"/>
                  <a:pt x="606665" y="932431"/>
                </a:cubicBezTo>
                <a:close/>
                <a:moveTo>
                  <a:pt x="534111" y="932431"/>
                </a:moveTo>
                <a:cubicBezTo>
                  <a:pt x="550880" y="932431"/>
                  <a:pt x="564474" y="946025"/>
                  <a:pt x="564474" y="962795"/>
                </a:cubicBezTo>
                <a:cubicBezTo>
                  <a:pt x="564474" y="979564"/>
                  <a:pt x="550880" y="993158"/>
                  <a:pt x="534111" y="993158"/>
                </a:cubicBezTo>
                <a:cubicBezTo>
                  <a:pt x="517341" y="993158"/>
                  <a:pt x="503747" y="979564"/>
                  <a:pt x="503747" y="962795"/>
                </a:cubicBezTo>
                <a:cubicBezTo>
                  <a:pt x="503747" y="946025"/>
                  <a:pt x="517341" y="932431"/>
                  <a:pt x="534111" y="932431"/>
                </a:cubicBezTo>
                <a:close/>
                <a:moveTo>
                  <a:pt x="461556" y="932431"/>
                </a:moveTo>
                <a:cubicBezTo>
                  <a:pt x="478326" y="932431"/>
                  <a:pt x="491920" y="946025"/>
                  <a:pt x="491920" y="962795"/>
                </a:cubicBezTo>
                <a:cubicBezTo>
                  <a:pt x="491920" y="979564"/>
                  <a:pt x="478326" y="993158"/>
                  <a:pt x="461556" y="993158"/>
                </a:cubicBezTo>
                <a:cubicBezTo>
                  <a:pt x="444787" y="993158"/>
                  <a:pt x="431192" y="979564"/>
                  <a:pt x="431192" y="962795"/>
                </a:cubicBezTo>
                <a:cubicBezTo>
                  <a:pt x="431192" y="946025"/>
                  <a:pt x="444787" y="932431"/>
                  <a:pt x="461556" y="932431"/>
                </a:cubicBezTo>
                <a:close/>
                <a:moveTo>
                  <a:pt x="389002" y="932431"/>
                </a:moveTo>
                <a:cubicBezTo>
                  <a:pt x="405771" y="932431"/>
                  <a:pt x="419365" y="946025"/>
                  <a:pt x="419365" y="962795"/>
                </a:cubicBezTo>
                <a:cubicBezTo>
                  <a:pt x="419365" y="979564"/>
                  <a:pt x="405771" y="993158"/>
                  <a:pt x="389002" y="993158"/>
                </a:cubicBezTo>
                <a:cubicBezTo>
                  <a:pt x="372232" y="993158"/>
                  <a:pt x="358638" y="979564"/>
                  <a:pt x="358638" y="962795"/>
                </a:cubicBezTo>
                <a:cubicBezTo>
                  <a:pt x="358638" y="946025"/>
                  <a:pt x="372232" y="932431"/>
                  <a:pt x="389002" y="932431"/>
                </a:cubicBezTo>
                <a:close/>
                <a:moveTo>
                  <a:pt x="316447" y="932431"/>
                </a:moveTo>
                <a:cubicBezTo>
                  <a:pt x="333216" y="932431"/>
                  <a:pt x="346810" y="946025"/>
                  <a:pt x="346810" y="962795"/>
                </a:cubicBezTo>
                <a:cubicBezTo>
                  <a:pt x="346810" y="979564"/>
                  <a:pt x="333216" y="993158"/>
                  <a:pt x="316447" y="993158"/>
                </a:cubicBezTo>
                <a:cubicBezTo>
                  <a:pt x="299677" y="993158"/>
                  <a:pt x="286084" y="979564"/>
                  <a:pt x="286084" y="962795"/>
                </a:cubicBezTo>
                <a:cubicBezTo>
                  <a:pt x="286084" y="946025"/>
                  <a:pt x="299677" y="932431"/>
                  <a:pt x="316447" y="932431"/>
                </a:cubicBezTo>
                <a:close/>
                <a:moveTo>
                  <a:pt x="243892" y="932431"/>
                </a:moveTo>
                <a:cubicBezTo>
                  <a:pt x="260662" y="932431"/>
                  <a:pt x="274256" y="946025"/>
                  <a:pt x="274256" y="962795"/>
                </a:cubicBezTo>
                <a:cubicBezTo>
                  <a:pt x="274256" y="979564"/>
                  <a:pt x="260662" y="993158"/>
                  <a:pt x="243892" y="993158"/>
                </a:cubicBezTo>
                <a:cubicBezTo>
                  <a:pt x="227123" y="993158"/>
                  <a:pt x="213529" y="979564"/>
                  <a:pt x="213529" y="962795"/>
                </a:cubicBezTo>
                <a:cubicBezTo>
                  <a:pt x="213529" y="946025"/>
                  <a:pt x="227123" y="932431"/>
                  <a:pt x="243892" y="932431"/>
                </a:cubicBezTo>
                <a:close/>
                <a:moveTo>
                  <a:pt x="171339" y="932431"/>
                </a:moveTo>
                <a:cubicBezTo>
                  <a:pt x="188107" y="932431"/>
                  <a:pt x="201701" y="946025"/>
                  <a:pt x="201701" y="962795"/>
                </a:cubicBezTo>
                <a:cubicBezTo>
                  <a:pt x="201701" y="979564"/>
                  <a:pt x="188107" y="993158"/>
                  <a:pt x="171339" y="993158"/>
                </a:cubicBezTo>
                <a:cubicBezTo>
                  <a:pt x="154645" y="993158"/>
                  <a:pt x="141051" y="979564"/>
                  <a:pt x="141051" y="962795"/>
                </a:cubicBezTo>
                <a:cubicBezTo>
                  <a:pt x="141051" y="946025"/>
                  <a:pt x="154645" y="932431"/>
                  <a:pt x="171339" y="932431"/>
                </a:cubicBezTo>
                <a:close/>
                <a:moveTo>
                  <a:pt x="98870" y="932431"/>
                </a:moveTo>
                <a:cubicBezTo>
                  <a:pt x="115634" y="932431"/>
                  <a:pt x="129228" y="946025"/>
                  <a:pt x="129228" y="962795"/>
                </a:cubicBezTo>
                <a:cubicBezTo>
                  <a:pt x="129228" y="979564"/>
                  <a:pt x="115634" y="993158"/>
                  <a:pt x="98870" y="993158"/>
                </a:cubicBezTo>
                <a:cubicBezTo>
                  <a:pt x="82099" y="993158"/>
                  <a:pt x="68505" y="979564"/>
                  <a:pt x="68505" y="962795"/>
                </a:cubicBezTo>
                <a:cubicBezTo>
                  <a:pt x="68505" y="946025"/>
                  <a:pt x="82099" y="932431"/>
                  <a:pt x="98870" y="932431"/>
                </a:cubicBezTo>
                <a:close/>
                <a:moveTo>
                  <a:pt x="26316" y="932431"/>
                </a:moveTo>
                <a:cubicBezTo>
                  <a:pt x="43081" y="932431"/>
                  <a:pt x="56676" y="946025"/>
                  <a:pt x="56676" y="962795"/>
                </a:cubicBezTo>
                <a:cubicBezTo>
                  <a:pt x="56676" y="979564"/>
                  <a:pt x="43081" y="993158"/>
                  <a:pt x="26316" y="993158"/>
                </a:cubicBezTo>
                <a:cubicBezTo>
                  <a:pt x="17931" y="993158"/>
                  <a:pt x="10340" y="989760"/>
                  <a:pt x="4845" y="984265"/>
                </a:cubicBezTo>
                <a:lnTo>
                  <a:pt x="0" y="972570"/>
                </a:lnTo>
                <a:lnTo>
                  <a:pt x="0" y="953020"/>
                </a:lnTo>
                <a:lnTo>
                  <a:pt x="4845" y="941324"/>
                </a:lnTo>
                <a:cubicBezTo>
                  <a:pt x="10340" y="935830"/>
                  <a:pt x="17931" y="932431"/>
                  <a:pt x="26316" y="932431"/>
                </a:cubicBezTo>
                <a:close/>
                <a:moveTo>
                  <a:pt x="1612513" y="853981"/>
                </a:moveTo>
                <a:lnTo>
                  <a:pt x="1607766" y="872445"/>
                </a:lnTo>
                <a:lnTo>
                  <a:pt x="1598477" y="897823"/>
                </a:lnTo>
                <a:lnTo>
                  <a:pt x="1592066" y="882343"/>
                </a:lnTo>
                <a:cubicBezTo>
                  <a:pt x="1592066" y="869766"/>
                  <a:pt x="1599712" y="858975"/>
                  <a:pt x="1610610" y="854366"/>
                </a:cubicBezTo>
                <a:close/>
                <a:moveTo>
                  <a:pt x="1549874" y="851979"/>
                </a:moveTo>
                <a:cubicBezTo>
                  <a:pt x="1566644" y="851979"/>
                  <a:pt x="1580238" y="865573"/>
                  <a:pt x="1580238" y="882343"/>
                </a:cubicBezTo>
                <a:cubicBezTo>
                  <a:pt x="1580238" y="899112"/>
                  <a:pt x="1566644" y="912706"/>
                  <a:pt x="1549874" y="912706"/>
                </a:cubicBezTo>
                <a:cubicBezTo>
                  <a:pt x="1533105" y="912706"/>
                  <a:pt x="1519511" y="899112"/>
                  <a:pt x="1519511" y="882343"/>
                </a:cubicBezTo>
                <a:cubicBezTo>
                  <a:pt x="1519511" y="865573"/>
                  <a:pt x="1533105" y="851979"/>
                  <a:pt x="1549874" y="851979"/>
                </a:cubicBezTo>
                <a:close/>
                <a:moveTo>
                  <a:pt x="1477320" y="851979"/>
                </a:moveTo>
                <a:cubicBezTo>
                  <a:pt x="1494089" y="851979"/>
                  <a:pt x="1507683" y="865573"/>
                  <a:pt x="1507683" y="882343"/>
                </a:cubicBezTo>
                <a:cubicBezTo>
                  <a:pt x="1507683" y="899112"/>
                  <a:pt x="1494089" y="912706"/>
                  <a:pt x="1477320" y="912706"/>
                </a:cubicBezTo>
                <a:cubicBezTo>
                  <a:pt x="1460550" y="912706"/>
                  <a:pt x="1446956" y="899112"/>
                  <a:pt x="1446956" y="882343"/>
                </a:cubicBezTo>
                <a:cubicBezTo>
                  <a:pt x="1446956" y="865573"/>
                  <a:pt x="1460550" y="851979"/>
                  <a:pt x="1477320" y="851979"/>
                </a:cubicBezTo>
                <a:close/>
                <a:moveTo>
                  <a:pt x="1404765" y="851979"/>
                </a:moveTo>
                <a:cubicBezTo>
                  <a:pt x="1421535" y="851979"/>
                  <a:pt x="1435129" y="865573"/>
                  <a:pt x="1435129" y="882343"/>
                </a:cubicBezTo>
                <a:cubicBezTo>
                  <a:pt x="1435129" y="899112"/>
                  <a:pt x="1421535" y="912706"/>
                  <a:pt x="1404765" y="912706"/>
                </a:cubicBezTo>
                <a:cubicBezTo>
                  <a:pt x="1387996" y="912706"/>
                  <a:pt x="1374402" y="899112"/>
                  <a:pt x="1374402" y="882343"/>
                </a:cubicBezTo>
                <a:cubicBezTo>
                  <a:pt x="1374402" y="865573"/>
                  <a:pt x="1387996" y="851979"/>
                  <a:pt x="1404765" y="851979"/>
                </a:cubicBezTo>
                <a:close/>
                <a:moveTo>
                  <a:pt x="1332211" y="851979"/>
                </a:moveTo>
                <a:cubicBezTo>
                  <a:pt x="1348980" y="851979"/>
                  <a:pt x="1362574" y="865573"/>
                  <a:pt x="1362574" y="882343"/>
                </a:cubicBezTo>
                <a:cubicBezTo>
                  <a:pt x="1362574" y="899112"/>
                  <a:pt x="1348980" y="912706"/>
                  <a:pt x="1332211" y="912706"/>
                </a:cubicBezTo>
                <a:cubicBezTo>
                  <a:pt x="1315441" y="912706"/>
                  <a:pt x="1301847" y="899112"/>
                  <a:pt x="1301847" y="882343"/>
                </a:cubicBezTo>
                <a:cubicBezTo>
                  <a:pt x="1301847" y="865573"/>
                  <a:pt x="1315441" y="851979"/>
                  <a:pt x="1332211" y="851979"/>
                </a:cubicBezTo>
                <a:close/>
                <a:moveTo>
                  <a:pt x="1259656" y="851979"/>
                </a:moveTo>
                <a:cubicBezTo>
                  <a:pt x="1276426" y="851979"/>
                  <a:pt x="1290020" y="865573"/>
                  <a:pt x="1290020" y="882343"/>
                </a:cubicBezTo>
                <a:cubicBezTo>
                  <a:pt x="1290020" y="899112"/>
                  <a:pt x="1276426" y="912706"/>
                  <a:pt x="1259656" y="912706"/>
                </a:cubicBezTo>
                <a:cubicBezTo>
                  <a:pt x="1242887" y="912706"/>
                  <a:pt x="1229293" y="899112"/>
                  <a:pt x="1229293" y="882343"/>
                </a:cubicBezTo>
                <a:cubicBezTo>
                  <a:pt x="1229293" y="865573"/>
                  <a:pt x="1242887" y="851979"/>
                  <a:pt x="1259656" y="851979"/>
                </a:cubicBezTo>
                <a:close/>
                <a:moveTo>
                  <a:pt x="1187102" y="851979"/>
                </a:moveTo>
                <a:cubicBezTo>
                  <a:pt x="1203871" y="851979"/>
                  <a:pt x="1217465" y="865573"/>
                  <a:pt x="1217465" y="882343"/>
                </a:cubicBezTo>
                <a:cubicBezTo>
                  <a:pt x="1217465" y="899112"/>
                  <a:pt x="1203871" y="912706"/>
                  <a:pt x="1187102" y="912706"/>
                </a:cubicBezTo>
                <a:cubicBezTo>
                  <a:pt x="1170332" y="912706"/>
                  <a:pt x="1156738" y="899112"/>
                  <a:pt x="1156738" y="882343"/>
                </a:cubicBezTo>
                <a:cubicBezTo>
                  <a:pt x="1156738" y="865573"/>
                  <a:pt x="1170332" y="851979"/>
                  <a:pt x="1187102" y="851979"/>
                </a:cubicBezTo>
                <a:close/>
                <a:moveTo>
                  <a:pt x="1114547" y="851979"/>
                </a:moveTo>
                <a:cubicBezTo>
                  <a:pt x="1131317" y="851979"/>
                  <a:pt x="1144911" y="865573"/>
                  <a:pt x="1144911" y="882343"/>
                </a:cubicBezTo>
                <a:cubicBezTo>
                  <a:pt x="1144911" y="899112"/>
                  <a:pt x="1131317" y="912706"/>
                  <a:pt x="1114547" y="912706"/>
                </a:cubicBezTo>
                <a:cubicBezTo>
                  <a:pt x="1097778" y="912706"/>
                  <a:pt x="1084184" y="899112"/>
                  <a:pt x="1084184" y="882343"/>
                </a:cubicBezTo>
                <a:cubicBezTo>
                  <a:pt x="1084184" y="865573"/>
                  <a:pt x="1097778" y="851979"/>
                  <a:pt x="1114547" y="851979"/>
                </a:cubicBezTo>
                <a:close/>
                <a:moveTo>
                  <a:pt x="1041993" y="851979"/>
                </a:moveTo>
                <a:cubicBezTo>
                  <a:pt x="1058762" y="851979"/>
                  <a:pt x="1072356" y="865573"/>
                  <a:pt x="1072356" y="882343"/>
                </a:cubicBezTo>
                <a:cubicBezTo>
                  <a:pt x="1072356" y="899112"/>
                  <a:pt x="1058762" y="912706"/>
                  <a:pt x="1041993" y="912706"/>
                </a:cubicBezTo>
                <a:cubicBezTo>
                  <a:pt x="1025223" y="912706"/>
                  <a:pt x="1011629" y="899112"/>
                  <a:pt x="1011629" y="882343"/>
                </a:cubicBezTo>
                <a:cubicBezTo>
                  <a:pt x="1011629" y="865573"/>
                  <a:pt x="1025223" y="851979"/>
                  <a:pt x="1041993" y="851979"/>
                </a:cubicBezTo>
                <a:close/>
                <a:moveTo>
                  <a:pt x="969438" y="851979"/>
                </a:moveTo>
                <a:cubicBezTo>
                  <a:pt x="986208" y="851979"/>
                  <a:pt x="999801" y="865573"/>
                  <a:pt x="999801" y="882343"/>
                </a:cubicBezTo>
                <a:cubicBezTo>
                  <a:pt x="999801" y="899112"/>
                  <a:pt x="986208" y="912706"/>
                  <a:pt x="969438" y="912706"/>
                </a:cubicBezTo>
                <a:cubicBezTo>
                  <a:pt x="952669" y="912706"/>
                  <a:pt x="939075" y="899112"/>
                  <a:pt x="939075" y="882343"/>
                </a:cubicBezTo>
                <a:cubicBezTo>
                  <a:pt x="939075" y="865573"/>
                  <a:pt x="952669" y="851979"/>
                  <a:pt x="969438" y="851979"/>
                </a:cubicBezTo>
                <a:close/>
                <a:moveTo>
                  <a:pt x="896883" y="851979"/>
                </a:moveTo>
                <a:cubicBezTo>
                  <a:pt x="913653" y="851979"/>
                  <a:pt x="927247" y="865573"/>
                  <a:pt x="927247" y="882343"/>
                </a:cubicBezTo>
                <a:cubicBezTo>
                  <a:pt x="927247" y="899112"/>
                  <a:pt x="913653" y="912706"/>
                  <a:pt x="896883" y="912706"/>
                </a:cubicBezTo>
                <a:cubicBezTo>
                  <a:pt x="880114" y="912706"/>
                  <a:pt x="866520" y="899112"/>
                  <a:pt x="866520" y="882343"/>
                </a:cubicBezTo>
                <a:cubicBezTo>
                  <a:pt x="866520" y="865573"/>
                  <a:pt x="880114" y="851979"/>
                  <a:pt x="896883" y="851979"/>
                </a:cubicBezTo>
                <a:close/>
                <a:moveTo>
                  <a:pt x="824329" y="851979"/>
                </a:moveTo>
                <a:cubicBezTo>
                  <a:pt x="841098" y="851979"/>
                  <a:pt x="854692" y="865573"/>
                  <a:pt x="854692" y="882343"/>
                </a:cubicBezTo>
                <a:cubicBezTo>
                  <a:pt x="854692" y="899112"/>
                  <a:pt x="841098" y="912706"/>
                  <a:pt x="824329" y="912706"/>
                </a:cubicBezTo>
                <a:cubicBezTo>
                  <a:pt x="807559" y="912706"/>
                  <a:pt x="793965" y="899112"/>
                  <a:pt x="793965" y="882343"/>
                </a:cubicBezTo>
                <a:cubicBezTo>
                  <a:pt x="793965" y="865573"/>
                  <a:pt x="807559" y="851979"/>
                  <a:pt x="824329" y="851979"/>
                </a:cubicBezTo>
                <a:close/>
                <a:moveTo>
                  <a:pt x="751774" y="851979"/>
                </a:moveTo>
                <a:cubicBezTo>
                  <a:pt x="768544" y="851979"/>
                  <a:pt x="782138" y="865573"/>
                  <a:pt x="782138" y="882343"/>
                </a:cubicBezTo>
                <a:cubicBezTo>
                  <a:pt x="782138" y="899112"/>
                  <a:pt x="768544" y="912706"/>
                  <a:pt x="751774" y="912706"/>
                </a:cubicBezTo>
                <a:cubicBezTo>
                  <a:pt x="735005" y="912706"/>
                  <a:pt x="721411" y="899112"/>
                  <a:pt x="721411" y="882343"/>
                </a:cubicBezTo>
                <a:cubicBezTo>
                  <a:pt x="721411" y="865573"/>
                  <a:pt x="735005" y="851979"/>
                  <a:pt x="751774" y="851979"/>
                </a:cubicBezTo>
                <a:close/>
                <a:moveTo>
                  <a:pt x="679220" y="851979"/>
                </a:moveTo>
                <a:cubicBezTo>
                  <a:pt x="695989" y="851979"/>
                  <a:pt x="709583" y="865573"/>
                  <a:pt x="709583" y="882343"/>
                </a:cubicBezTo>
                <a:cubicBezTo>
                  <a:pt x="709583" y="899112"/>
                  <a:pt x="695989" y="912706"/>
                  <a:pt x="679220" y="912706"/>
                </a:cubicBezTo>
                <a:cubicBezTo>
                  <a:pt x="662450" y="912706"/>
                  <a:pt x="648856" y="899112"/>
                  <a:pt x="648856" y="882343"/>
                </a:cubicBezTo>
                <a:cubicBezTo>
                  <a:pt x="648856" y="865573"/>
                  <a:pt x="662450" y="851979"/>
                  <a:pt x="679220" y="851979"/>
                </a:cubicBezTo>
                <a:close/>
                <a:moveTo>
                  <a:pt x="606665" y="851979"/>
                </a:moveTo>
                <a:cubicBezTo>
                  <a:pt x="623435" y="851979"/>
                  <a:pt x="637029" y="865573"/>
                  <a:pt x="637029" y="882343"/>
                </a:cubicBezTo>
                <a:cubicBezTo>
                  <a:pt x="637029" y="899112"/>
                  <a:pt x="623435" y="912706"/>
                  <a:pt x="606665" y="912706"/>
                </a:cubicBezTo>
                <a:cubicBezTo>
                  <a:pt x="589896" y="912706"/>
                  <a:pt x="576302" y="899112"/>
                  <a:pt x="576302" y="882343"/>
                </a:cubicBezTo>
                <a:cubicBezTo>
                  <a:pt x="576302" y="865573"/>
                  <a:pt x="589896" y="851979"/>
                  <a:pt x="606665" y="851979"/>
                </a:cubicBezTo>
                <a:close/>
                <a:moveTo>
                  <a:pt x="534111" y="851979"/>
                </a:moveTo>
                <a:cubicBezTo>
                  <a:pt x="550880" y="851979"/>
                  <a:pt x="564474" y="865573"/>
                  <a:pt x="564474" y="882343"/>
                </a:cubicBezTo>
                <a:cubicBezTo>
                  <a:pt x="564474" y="899112"/>
                  <a:pt x="550880" y="912706"/>
                  <a:pt x="534111" y="912706"/>
                </a:cubicBezTo>
                <a:cubicBezTo>
                  <a:pt x="517341" y="912706"/>
                  <a:pt x="503747" y="899112"/>
                  <a:pt x="503747" y="882343"/>
                </a:cubicBezTo>
                <a:cubicBezTo>
                  <a:pt x="503747" y="865573"/>
                  <a:pt x="517341" y="851979"/>
                  <a:pt x="534111" y="851979"/>
                </a:cubicBezTo>
                <a:close/>
                <a:moveTo>
                  <a:pt x="461556" y="851979"/>
                </a:moveTo>
                <a:cubicBezTo>
                  <a:pt x="478326" y="851979"/>
                  <a:pt x="491920" y="865573"/>
                  <a:pt x="491920" y="882343"/>
                </a:cubicBezTo>
                <a:cubicBezTo>
                  <a:pt x="491920" y="899112"/>
                  <a:pt x="478326" y="912706"/>
                  <a:pt x="461556" y="912706"/>
                </a:cubicBezTo>
                <a:cubicBezTo>
                  <a:pt x="444787" y="912706"/>
                  <a:pt x="431192" y="899112"/>
                  <a:pt x="431192" y="882343"/>
                </a:cubicBezTo>
                <a:cubicBezTo>
                  <a:pt x="431192" y="865573"/>
                  <a:pt x="444787" y="851979"/>
                  <a:pt x="461556" y="851979"/>
                </a:cubicBezTo>
                <a:close/>
                <a:moveTo>
                  <a:pt x="389002" y="851979"/>
                </a:moveTo>
                <a:cubicBezTo>
                  <a:pt x="405771" y="851979"/>
                  <a:pt x="419365" y="865573"/>
                  <a:pt x="419365" y="882343"/>
                </a:cubicBezTo>
                <a:cubicBezTo>
                  <a:pt x="419365" y="899112"/>
                  <a:pt x="405771" y="912706"/>
                  <a:pt x="389002" y="912706"/>
                </a:cubicBezTo>
                <a:cubicBezTo>
                  <a:pt x="372232" y="912706"/>
                  <a:pt x="358638" y="899112"/>
                  <a:pt x="358638" y="882343"/>
                </a:cubicBezTo>
                <a:cubicBezTo>
                  <a:pt x="358638" y="865573"/>
                  <a:pt x="372232" y="851979"/>
                  <a:pt x="389002" y="851979"/>
                </a:cubicBezTo>
                <a:close/>
                <a:moveTo>
                  <a:pt x="316447" y="851979"/>
                </a:moveTo>
                <a:cubicBezTo>
                  <a:pt x="333216" y="851979"/>
                  <a:pt x="346810" y="865573"/>
                  <a:pt x="346810" y="882343"/>
                </a:cubicBezTo>
                <a:cubicBezTo>
                  <a:pt x="346810" y="899112"/>
                  <a:pt x="333216" y="912706"/>
                  <a:pt x="316447" y="912706"/>
                </a:cubicBezTo>
                <a:cubicBezTo>
                  <a:pt x="299677" y="912706"/>
                  <a:pt x="286084" y="899112"/>
                  <a:pt x="286084" y="882343"/>
                </a:cubicBezTo>
                <a:cubicBezTo>
                  <a:pt x="286084" y="865573"/>
                  <a:pt x="299677" y="851979"/>
                  <a:pt x="316447" y="851979"/>
                </a:cubicBezTo>
                <a:close/>
                <a:moveTo>
                  <a:pt x="243892" y="851979"/>
                </a:moveTo>
                <a:cubicBezTo>
                  <a:pt x="260662" y="851979"/>
                  <a:pt x="274256" y="865573"/>
                  <a:pt x="274256" y="882343"/>
                </a:cubicBezTo>
                <a:cubicBezTo>
                  <a:pt x="274256" y="899112"/>
                  <a:pt x="260662" y="912706"/>
                  <a:pt x="243892" y="912706"/>
                </a:cubicBezTo>
                <a:cubicBezTo>
                  <a:pt x="227123" y="912706"/>
                  <a:pt x="213529" y="899112"/>
                  <a:pt x="213529" y="882343"/>
                </a:cubicBezTo>
                <a:cubicBezTo>
                  <a:pt x="213529" y="865573"/>
                  <a:pt x="227123" y="851979"/>
                  <a:pt x="243892" y="851979"/>
                </a:cubicBezTo>
                <a:close/>
                <a:moveTo>
                  <a:pt x="171339" y="851979"/>
                </a:moveTo>
                <a:cubicBezTo>
                  <a:pt x="188107" y="851979"/>
                  <a:pt x="201701" y="865573"/>
                  <a:pt x="201701" y="882343"/>
                </a:cubicBezTo>
                <a:cubicBezTo>
                  <a:pt x="201701" y="899112"/>
                  <a:pt x="188107" y="912706"/>
                  <a:pt x="171339" y="912706"/>
                </a:cubicBezTo>
                <a:cubicBezTo>
                  <a:pt x="154651" y="912706"/>
                  <a:pt x="141056" y="899112"/>
                  <a:pt x="141056" y="882343"/>
                </a:cubicBezTo>
                <a:cubicBezTo>
                  <a:pt x="141056" y="865573"/>
                  <a:pt x="154651" y="851979"/>
                  <a:pt x="171339" y="851979"/>
                </a:cubicBezTo>
                <a:close/>
                <a:moveTo>
                  <a:pt x="98877" y="851979"/>
                </a:moveTo>
                <a:cubicBezTo>
                  <a:pt x="115640" y="851979"/>
                  <a:pt x="129234" y="865573"/>
                  <a:pt x="129234" y="882343"/>
                </a:cubicBezTo>
                <a:cubicBezTo>
                  <a:pt x="129234" y="899112"/>
                  <a:pt x="115640" y="912706"/>
                  <a:pt x="98877" y="912706"/>
                </a:cubicBezTo>
                <a:cubicBezTo>
                  <a:pt x="82106" y="912706"/>
                  <a:pt x="68511" y="899112"/>
                  <a:pt x="68511" y="882343"/>
                </a:cubicBezTo>
                <a:cubicBezTo>
                  <a:pt x="68511" y="865573"/>
                  <a:pt x="82106" y="851979"/>
                  <a:pt x="98877" y="851979"/>
                </a:cubicBezTo>
                <a:close/>
                <a:moveTo>
                  <a:pt x="26322" y="851979"/>
                </a:moveTo>
                <a:cubicBezTo>
                  <a:pt x="43087" y="851979"/>
                  <a:pt x="56682" y="865573"/>
                  <a:pt x="56682" y="882343"/>
                </a:cubicBezTo>
                <a:cubicBezTo>
                  <a:pt x="56682" y="899112"/>
                  <a:pt x="43087" y="912706"/>
                  <a:pt x="26322" y="912706"/>
                </a:cubicBezTo>
                <a:cubicBezTo>
                  <a:pt x="17937" y="912706"/>
                  <a:pt x="10346" y="909308"/>
                  <a:pt x="4851" y="903813"/>
                </a:cubicBezTo>
                <a:lnTo>
                  <a:pt x="0" y="892101"/>
                </a:lnTo>
                <a:lnTo>
                  <a:pt x="0" y="872585"/>
                </a:lnTo>
                <a:lnTo>
                  <a:pt x="4851" y="860872"/>
                </a:lnTo>
                <a:cubicBezTo>
                  <a:pt x="10346" y="855378"/>
                  <a:pt x="17937" y="851979"/>
                  <a:pt x="26322" y="851979"/>
                </a:cubicBezTo>
                <a:close/>
                <a:moveTo>
                  <a:pt x="1622429" y="771528"/>
                </a:moveTo>
                <a:lnTo>
                  <a:pt x="1633158" y="773694"/>
                </a:lnTo>
                <a:lnTo>
                  <a:pt x="1618313" y="831424"/>
                </a:lnTo>
                <a:lnTo>
                  <a:pt x="1610610" y="829868"/>
                </a:lnTo>
                <a:cubicBezTo>
                  <a:pt x="1599712" y="825259"/>
                  <a:pt x="1592066" y="814469"/>
                  <a:pt x="1592066" y="801891"/>
                </a:cubicBezTo>
                <a:cubicBezTo>
                  <a:pt x="1592066" y="785122"/>
                  <a:pt x="1605659" y="771528"/>
                  <a:pt x="1622429" y="771528"/>
                </a:cubicBezTo>
                <a:close/>
                <a:moveTo>
                  <a:pt x="1549874" y="771528"/>
                </a:moveTo>
                <a:cubicBezTo>
                  <a:pt x="1566644" y="771528"/>
                  <a:pt x="1580238" y="785122"/>
                  <a:pt x="1580238" y="801891"/>
                </a:cubicBezTo>
                <a:cubicBezTo>
                  <a:pt x="1580238" y="818661"/>
                  <a:pt x="1566644" y="832255"/>
                  <a:pt x="1549874" y="832255"/>
                </a:cubicBezTo>
                <a:cubicBezTo>
                  <a:pt x="1533105" y="832255"/>
                  <a:pt x="1519511" y="818661"/>
                  <a:pt x="1519511" y="801891"/>
                </a:cubicBezTo>
                <a:cubicBezTo>
                  <a:pt x="1519511" y="785122"/>
                  <a:pt x="1533105" y="771528"/>
                  <a:pt x="1549874" y="771528"/>
                </a:cubicBezTo>
                <a:close/>
                <a:moveTo>
                  <a:pt x="1477320" y="771528"/>
                </a:moveTo>
                <a:cubicBezTo>
                  <a:pt x="1494089" y="771528"/>
                  <a:pt x="1507683" y="785122"/>
                  <a:pt x="1507683" y="801891"/>
                </a:cubicBezTo>
                <a:cubicBezTo>
                  <a:pt x="1507683" y="818661"/>
                  <a:pt x="1494089" y="832255"/>
                  <a:pt x="1477320" y="832255"/>
                </a:cubicBezTo>
                <a:cubicBezTo>
                  <a:pt x="1460550" y="832255"/>
                  <a:pt x="1446956" y="818661"/>
                  <a:pt x="1446956" y="801891"/>
                </a:cubicBezTo>
                <a:cubicBezTo>
                  <a:pt x="1446956" y="785122"/>
                  <a:pt x="1460550" y="771528"/>
                  <a:pt x="1477320" y="771528"/>
                </a:cubicBezTo>
                <a:close/>
                <a:moveTo>
                  <a:pt x="1404765" y="771528"/>
                </a:moveTo>
                <a:cubicBezTo>
                  <a:pt x="1421535" y="771528"/>
                  <a:pt x="1435129" y="785122"/>
                  <a:pt x="1435129" y="801891"/>
                </a:cubicBezTo>
                <a:cubicBezTo>
                  <a:pt x="1435129" y="818661"/>
                  <a:pt x="1421535" y="832255"/>
                  <a:pt x="1404765" y="832255"/>
                </a:cubicBezTo>
                <a:cubicBezTo>
                  <a:pt x="1387996" y="832255"/>
                  <a:pt x="1374402" y="818661"/>
                  <a:pt x="1374402" y="801891"/>
                </a:cubicBezTo>
                <a:cubicBezTo>
                  <a:pt x="1374402" y="785122"/>
                  <a:pt x="1387996" y="771528"/>
                  <a:pt x="1404765" y="771528"/>
                </a:cubicBezTo>
                <a:close/>
                <a:moveTo>
                  <a:pt x="1332211" y="771528"/>
                </a:moveTo>
                <a:cubicBezTo>
                  <a:pt x="1348980" y="771528"/>
                  <a:pt x="1362574" y="785122"/>
                  <a:pt x="1362574" y="801891"/>
                </a:cubicBezTo>
                <a:cubicBezTo>
                  <a:pt x="1362574" y="818661"/>
                  <a:pt x="1348980" y="832255"/>
                  <a:pt x="1332211" y="832255"/>
                </a:cubicBezTo>
                <a:cubicBezTo>
                  <a:pt x="1315441" y="832255"/>
                  <a:pt x="1301847" y="818661"/>
                  <a:pt x="1301847" y="801891"/>
                </a:cubicBezTo>
                <a:cubicBezTo>
                  <a:pt x="1301847" y="785122"/>
                  <a:pt x="1315441" y="771528"/>
                  <a:pt x="1332211" y="771528"/>
                </a:cubicBezTo>
                <a:close/>
                <a:moveTo>
                  <a:pt x="1259656" y="771528"/>
                </a:moveTo>
                <a:cubicBezTo>
                  <a:pt x="1276426" y="771528"/>
                  <a:pt x="1290020" y="785122"/>
                  <a:pt x="1290020" y="801891"/>
                </a:cubicBezTo>
                <a:cubicBezTo>
                  <a:pt x="1290020" y="818661"/>
                  <a:pt x="1276426" y="832255"/>
                  <a:pt x="1259656" y="832255"/>
                </a:cubicBezTo>
                <a:cubicBezTo>
                  <a:pt x="1242887" y="832255"/>
                  <a:pt x="1229293" y="818661"/>
                  <a:pt x="1229293" y="801891"/>
                </a:cubicBezTo>
                <a:cubicBezTo>
                  <a:pt x="1229293" y="785122"/>
                  <a:pt x="1242887" y="771528"/>
                  <a:pt x="1259656" y="771528"/>
                </a:cubicBezTo>
                <a:close/>
                <a:moveTo>
                  <a:pt x="1187102" y="771528"/>
                </a:moveTo>
                <a:cubicBezTo>
                  <a:pt x="1203871" y="771528"/>
                  <a:pt x="1217465" y="785122"/>
                  <a:pt x="1217465" y="801891"/>
                </a:cubicBezTo>
                <a:cubicBezTo>
                  <a:pt x="1217465" y="818661"/>
                  <a:pt x="1203871" y="832255"/>
                  <a:pt x="1187102" y="832255"/>
                </a:cubicBezTo>
                <a:cubicBezTo>
                  <a:pt x="1170332" y="832255"/>
                  <a:pt x="1156738" y="818661"/>
                  <a:pt x="1156738" y="801891"/>
                </a:cubicBezTo>
                <a:cubicBezTo>
                  <a:pt x="1156738" y="785122"/>
                  <a:pt x="1170332" y="771528"/>
                  <a:pt x="1187102" y="771528"/>
                </a:cubicBezTo>
                <a:close/>
                <a:moveTo>
                  <a:pt x="1114547" y="771528"/>
                </a:moveTo>
                <a:cubicBezTo>
                  <a:pt x="1131317" y="771528"/>
                  <a:pt x="1144911" y="785122"/>
                  <a:pt x="1144911" y="801891"/>
                </a:cubicBezTo>
                <a:cubicBezTo>
                  <a:pt x="1144911" y="818661"/>
                  <a:pt x="1131317" y="832255"/>
                  <a:pt x="1114547" y="832255"/>
                </a:cubicBezTo>
                <a:cubicBezTo>
                  <a:pt x="1097778" y="832255"/>
                  <a:pt x="1084184" y="818661"/>
                  <a:pt x="1084184" y="801891"/>
                </a:cubicBezTo>
                <a:cubicBezTo>
                  <a:pt x="1084184" y="785122"/>
                  <a:pt x="1097778" y="771528"/>
                  <a:pt x="1114547" y="771528"/>
                </a:cubicBezTo>
                <a:close/>
                <a:moveTo>
                  <a:pt x="1041993" y="771528"/>
                </a:moveTo>
                <a:cubicBezTo>
                  <a:pt x="1058762" y="771528"/>
                  <a:pt x="1072356" y="785122"/>
                  <a:pt x="1072356" y="801891"/>
                </a:cubicBezTo>
                <a:cubicBezTo>
                  <a:pt x="1072356" y="818661"/>
                  <a:pt x="1058762" y="832255"/>
                  <a:pt x="1041993" y="832255"/>
                </a:cubicBezTo>
                <a:cubicBezTo>
                  <a:pt x="1025223" y="832255"/>
                  <a:pt x="1011629" y="818661"/>
                  <a:pt x="1011629" y="801891"/>
                </a:cubicBezTo>
                <a:cubicBezTo>
                  <a:pt x="1011629" y="785122"/>
                  <a:pt x="1025223" y="771528"/>
                  <a:pt x="1041993" y="771528"/>
                </a:cubicBezTo>
                <a:close/>
                <a:moveTo>
                  <a:pt x="969438" y="771528"/>
                </a:moveTo>
                <a:cubicBezTo>
                  <a:pt x="986208" y="771528"/>
                  <a:pt x="999801" y="785122"/>
                  <a:pt x="999801" y="801891"/>
                </a:cubicBezTo>
                <a:cubicBezTo>
                  <a:pt x="999801" y="818661"/>
                  <a:pt x="986208" y="832255"/>
                  <a:pt x="969438" y="832255"/>
                </a:cubicBezTo>
                <a:cubicBezTo>
                  <a:pt x="952669" y="832255"/>
                  <a:pt x="939075" y="818661"/>
                  <a:pt x="939075" y="801891"/>
                </a:cubicBezTo>
                <a:cubicBezTo>
                  <a:pt x="939075" y="785122"/>
                  <a:pt x="952669" y="771528"/>
                  <a:pt x="969438" y="771528"/>
                </a:cubicBezTo>
                <a:close/>
                <a:moveTo>
                  <a:pt x="896883" y="771528"/>
                </a:moveTo>
                <a:cubicBezTo>
                  <a:pt x="913653" y="771528"/>
                  <a:pt x="927247" y="785122"/>
                  <a:pt x="927247" y="801891"/>
                </a:cubicBezTo>
                <a:cubicBezTo>
                  <a:pt x="927247" y="818661"/>
                  <a:pt x="913653" y="832255"/>
                  <a:pt x="896883" y="832255"/>
                </a:cubicBezTo>
                <a:cubicBezTo>
                  <a:pt x="880114" y="832255"/>
                  <a:pt x="866520" y="818661"/>
                  <a:pt x="866520" y="801891"/>
                </a:cubicBezTo>
                <a:cubicBezTo>
                  <a:pt x="866520" y="785122"/>
                  <a:pt x="880114" y="771528"/>
                  <a:pt x="896883" y="771528"/>
                </a:cubicBezTo>
                <a:close/>
                <a:moveTo>
                  <a:pt x="824329" y="771528"/>
                </a:moveTo>
                <a:cubicBezTo>
                  <a:pt x="841098" y="771528"/>
                  <a:pt x="854692" y="785122"/>
                  <a:pt x="854692" y="801891"/>
                </a:cubicBezTo>
                <a:cubicBezTo>
                  <a:pt x="854692" y="818661"/>
                  <a:pt x="841098" y="832255"/>
                  <a:pt x="824329" y="832255"/>
                </a:cubicBezTo>
                <a:cubicBezTo>
                  <a:pt x="807559" y="832255"/>
                  <a:pt x="793965" y="818661"/>
                  <a:pt x="793965" y="801891"/>
                </a:cubicBezTo>
                <a:cubicBezTo>
                  <a:pt x="793965" y="785122"/>
                  <a:pt x="807559" y="771528"/>
                  <a:pt x="824329" y="771528"/>
                </a:cubicBezTo>
                <a:close/>
                <a:moveTo>
                  <a:pt x="751774" y="771528"/>
                </a:moveTo>
                <a:cubicBezTo>
                  <a:pt x="768544" y="771528"/>
                  <a:pt x="782138" y="785122"/>
                  <a:pt x="782138" y="801891"/>
                </a:cubicBezTo>
                <a:cubicBezTo>
                  <a:pt x="782138" y="818661"/>
                  <a:pt x="768544" y="832255"/>
                  <a:pt x="751774" y="832255"/>
                </a:cubicBezTo>
                <a:cubicBezTo>
                  <a:pt x="735005" y="832255"/>
                  <a:pt x="721411" y="818661"/>
                  <a:pt x="721411" y="801891"/>
                </a:cubicBezTo>
                <a:cubicBezTo>
                  <a:pt x="721411" y="785122"/>
                  <a:pt x="735005" y="771528"/>
                  <a:pt x="751774" y="771528"/>
                </a:cubicBezTo>
                <a:close/>
                <a:moveTo>
                  <a:pt x="679220" y="771528"/>
                </a:moveTo>
                <a:cubicBezTo>
                  <a:pt x="695989" y="771528"/>
                  <a:pt x="709583" y="785122"/>
                  <a:pt x="709583" y="801891"/>
                </a:cubicBezTo>
                <a:cubicBezTo>
                  <a:pt x="709583" y="818661"/>
                  <a:pt x="695989" y="832255"/>
                  <a:pt x="679220" y="832255"/>
                </a:cubicBezTo>
                <a:cubicBezTo>
                  <a:pt x="662450" y="832255"/>
                  <a:pt x="648856" y="818661"/>
                  <a:pt x="648856" y="801891"/>
                </a:cubicBezTo>
                <a:cubicBezTo>
                  <a:pt x="648856" y="785122"/>
                  <a:pt x="662450" y="771528"/>
                  <a:pt x="679220" y="771528"/>
                </a:cubicBezTo>
                <a:close/>
                <a:moveTo>
                  <a:pt x="606665" y="771528"/>
                </a:moveTo>
                <a:cubicBezTo>
                  <a:pt x="623435" y="771528"/>
                  <a:pt x="637029" y="785122"/>
                  <a:pt x="637029" y="801891"/>
                </a:cubicBezTo>
                <a:cubicBezTo>
                  <a:pt x="637029" y="818661"/>
                  <a:pt x="623435" y="832255"/>
                  <a:pt x="606665" y="832255"/>
                </a:cubicBezTo>
                <a:cubicBezTo>
                  <a:pt x="589896" y="832255"/>
                  <a:pt x="576302" y="818661"/>
                  <a:pt x="576302" y="801891"/>
                </a:cubicBezTo>
                <a:cubicBezTo>
                  <a:pt x="576302" y="785122"/>
                  <a:pt x="589896" y="771528"/>
                  <a:pt x="606665" y="771528"/>
                </a:cubicBezTo>
                <a:close/>
                <a:moveTo>
                  <a:pt x="534111" y="771528"/>
                </a:moveTo>
                <a:cubicBezTo>
                  <a:pt x="550880" y="771528"/>
                  <a:pt x="564474" y="785122"/>
                  <a:pt x="564474" y="801891"/>
                </a:cubicBezTo>
                <a:cubicBezTo>
                  <a:pt x="564474" y="818661"/>
                  <a:pt x="550880" y="832255"/>
                  <a:pt x="534111" y="832255"/>
                </a:cubicBezTo>
                <a:cubicBezTo>
                  <a:pt x="517341" y="832255"/>
                  <a:pt x="503747" y="818661"/>
                  <a:pt x="503747" y="801891"/>
                </a:cubicBezTo>
                <a:cubicBezTo>
                  <a:pt x="503747" y="785122"/>
                  <a:pt x="517341" y="771528"/>
                  <a:pt x="534111" y="771528"/>
                </a:cubicBezTo>
                <a:close/>
                <a:moveTo>
                  <a:pt x="461556" y="771528"/>
                </a:moveTo>
                <a:cubicBezTo>
                  <a:pt x="478326" y="771528"/>
                  <a:pt x="491920" y="785122"/>
                  <a:pt x="491920" y="801891"/>
                </a:cubicBezTo>
                <a:cubicBezTo>
                  <a:pt x="491920" y="818661"/>
                  <a:pt x="478326" y="832255"/>
                  <a:pt x="461556" y="832255"/>
                </a:cubicBezTo>
                <a:cubicBezTo>
                  <a:pt x="444787" y="832255"/>
                  <a:pt x="431192" y="818661"/>
                  <a:pt x="431192" y="801891"/>
                </a:cubicBezTo>
                <a:cubicBezTo>
                  <a:pt x="431192" y="785122"/>
                  <a:pt x="444787" y="771528"/>
                  <a:pt x="461556" y="771528"/>
                </a:cubicBezTo>
                <a:close/>
                <a:moveTo>
                  <a:pt x="389002" y="771528"/>
                </a:moveTo>
                <a:cubicBezTo>
                  <a:pt x="405771" y="771528"/>
                  <a:pt x="419365" y="785122"/>
                  <a:pt x="419365" y="801891"/>
                </a:cubicBezTo>
                <a:cubicBezTo>
                  <a:pt x="419365" y="818661"/>
                  <a:pt x="405771" y="832255"/>
                  <a:pt x="389002" y="832255"/>
                </a:cubicBezTo>
                <a:cubicBezTo>
                  <a:pt x="372232" y="832255"/>
                  <a:pt x="358638" y="818661"/>
                  <a:pt x="358638" y="801891"/>
                </a:cubicBezTo>
                <a:cubicBezTo>
                  <a:pt x="358638" y="785122"/>
                  <a:pt x="372232" y="771528"/>
                  <a:pt x="389002" y="771528"/>
                </a:cubicBezTo>
                <a:close/>
                <a:moveTo>
                  <a:pt x="316447" y="771528"/>
                </a:moveTo>
                <a:cubicBezTo>
                  <a:pt x="333216" y="771528"/>
                  <a:pt x="346810" y="785122"/>
                  <a:pt x="346810" y="801891"/>
                </a:cubicBezTo>
                <a:cubicBezTo>
                  <a:pt x="346810" y="818661"/>
                  <a:pt x="333216" y="832255"/>
                  <a:pt x="316447" y="832255"/>
                </a:cubicBezTo>
                <a:cubicBezTo>
                  <a:pt x="299677" y="832255"/>
                  <a:pt x="286084" y="818661"/>
                  <a:pt x="286084" y="801891"/>
                </a:cubicBezTo>
                <a:cubicBezTo>
                  <a:pt x="286084" y="785122"/>
                  <a:pt x="299677" y="771528"/>
                  <a:pt x="316447" y="771528"/>
                </a:cubicBezTo>
                <a:close/>
                <a:moveTo>
                  <a:pt x="243892" y="771528"/>
                </a:moveTo>
                <a:cubicBezTo>
                  <a:pt x="260662" y="771528"/>
                  <a:pt x="274256" y="785122"/>
                  <a:pt x="274256" y="801891"/>
                </a:cubicBezTo>
                <a:cubicBezTo>
                  <a:pt x="274256" y="818661"/>
                  <a:pt x="260662" y="832255"/>
                  <a:pt x="243892" y="832255"/>
                </a:cubicBezTo>
                <a:cubicBezTo>
                  <a:pt x="227123" y="832255"/>
                  <a:pt x="213529" y="818661"/>
                  <a:pt x="213529" y="801891"/>
                </a:cubicBezTo>
                <a:cubicBezTo>
                  <a:pt x="213529" y="785122"/>
                  <a:pt x="227123" y="771528"/>
                  <a:pt x="243892" y="771528"/>
                </a:cubicBezTo>
                <a:close/>
                <a:moveTo>
                  <a:pt x="171339" y="771528"/>
                </a:moveTo>
                <a:cubicBezTo>
                  <a:pt x="188107" y="771528"/>
                  <a:pt x="201701" y="785122"/>
                  <a:pt x="201701" y="801891"/>
                </a:cubicBezTo>
                <a:cubicBezTo>
                  <a:pt x="201701" y="818661"/>
                  <a:pt x="188107" y="832255"/>
                  <a:pt x="171339" y="832255"/>
                </a:cubicBezTo>
                <a:cubicBezTo>
                  <a:pt x="154656" y="832255"/>
                  <a:pt x="141062" y="818661"/>
                  <a:pt x="141062" y="801891"/>
                </a:cubicBezTo>
                <a:cubicBezTo>
                  <a:pt x="141062" y="785122"/>
                  <a:pt x="154656" y="771528"/>
                  <a:pt x="171339" y="771528"/>
                </a:cubicBezTo>
                <a:close/>
                <a:moveTo>
                  <a:pt x="98884" y="771528"/>
                </a:moveTo>
                <a:cubicBezTo>
                  <a:pt x="115646" y="771528"/>
                  <a:pt x="129240" y="785122"/>
                  <a:pt x="129240" y="801891"/>
                </a:cubicBezTo>
                <a:cubicBezTo>
                  <a:pt x="129240" y="818661"/>
                  <a:pt x="115646" y="832255"/>
                  <a:pt x="98884" y="832255"/>
                </a:cubicBezTo>
                <a:cubicBezTo>
                  <a:pt x="82112" y="832255"/>
                  <a:pt x="68517" y="818661"/>
                  <a:pt x="68517" y="801891"/>
                </a:cubicBezTo>
                <a:cubicBezTo>
                  <a:pt x="68517" y="785122"/>
                  <a:pt x="82112" y="771528"/>
                  <a:pt x="98884" y="771528"/>
                </a:cubicBezTo>
                <a:close/>
                <a:moveTo>
                  <a:pt x="26329" y="771528"/>
                </a:moveTo>
                <a:cubicBezTo>
                  <a:pt x="43093" y="771528"/>
                  <a:pt x="56688" y="785122"/>
                  <a:pt x="56688" y="801891"/>
                </a:cubicBezTo>
                <a:cubicBezTo>
                  <a:pt x="56688" y="818661"/>
                  <a:pt x="43093" y="832255"/>
                  <a:pt x="26329" y="832255"/>
                </a:cubicBezTo>
                <a:cubicBezTo>
                  <a:pt x="17944" y="832255"/>
                  <a:pt x="10353" y="828857"/>
                  <a:pt x="4858" y="823362"/>
                </a:cubicBezTo>
                <a:lnTo>
                  <a:pt x="0" y="811633"/>
                </a:lnTo>
                <a:lnTo>
                  <a:pt x="0" y="792150"/>
                </a:lnTo>
                <a:lnTo>
                  <a:pt x="4858" y="780421"/>
                </a:lnTo>
                <a:cubicBezTo>
                  <a:pt x="10353" y="774927"/>
                  <a:pt x="17944" y="771528"/>
                  <a:pt x="26329" y="771528"/>
                </a:cubicBezTo>
                <a:close/>
                <a:moveTo>
                  <a:pt x="1622429" y="691076"/>
                </a:moveTo>
                <a:cubicBezTo>
                  <a:pt x="1630814" y="691076"/>
                  <a:pt x="1638404" y="694475"/>
                  <a:pt x="1643899" y="699969"/>
                </a:cubicBezTo>
                <a:lnTo>
                  <a:pt x="1647739" y="709237"/>
                </a:lnTo>
                <a:lnTo>
                  <a:pt x="1644828" y="728305"/>
                </a:lnTo>
                <a:lnTo>
                  <a:pt x="1640480" y="745215"/>
                </a:lnTo>
                <a:lnTo>
                  <a:pt x="1634248" y="749417"/>
                </a:lnTo>
                <a:cubicBezTo>
                  <a:pt x="1630615" y="750953"/>
                  <a:pt x="1626621" y="751803"/>
                  <a:pt x="1622429" y="751803"/>
                </a:cubicBezTo>
                <a:cubicBezTo>
                  <a:pt x="1605659" y="751803"/>
                  <a:pt x="1592066" y="738209"/>
                  <a:pt x="1592066" y="721440"/>
                </a:cubicBezTo>
                <a:cubicBezTo>
                  <a:pt x="1592066" y="704670"/>
                  <a:pt x="1605659" y="691076"/>
                  <a:pt x="1622429" y="691076"/>
                </a:cubicBezTo>
                <a:close/>
                <a:moveTo>
                  <a:pt x="1549874" y="691076"/>
                </a:moveTo>
                <a:cubicBezTo>
                  <a:pt x="1566644" y="691076"/>
                  <a:pt x="1580238" y="704670"/>
                  <a:pt x="1580238" y="721440"/>
                </a:cubicBezTo>
                <a:cubicBezTo>
                  <a:pt x="1580238" y="738209"/>
                  <a:pt x="1566644" y="751803"/>
                  <a:pt x="1549874" y="751803"/>
                </a:cubicBezTo>
                <a:cubicBezTo>
                  <a:pt x="1533105" y="751803"/>
                  <a:pt x="1519511" y="738209"/>
                  <a:pt x="1519511" y="721440"/>
                </a:cubicBezTo>
                <a:cubicBezTo>
                  <a:pt x="1519511" y="704670"/>
                  <a:pt x="1533105" y="691076"/>
                  <a:pt x="1549874" y="691076"/>
                </a:cubicBezTo>
                <a:close/>
                <a:moveTo>
                  <a:pt x="1477320" y="691076"/>
                </a:moveTo>
                <a:cubicBezTo>
                  <a:pt x="1494089" y="691076"/>
                  <a:pt x="1507683" y="704670"/>
                  <a:pt x="1507683" y="721440"/>
                </a:cubicBezTo>
                <a:cubicBezTo>
                  <a:pt x="1507683" y="738209"/>
                  <a:pt x="1494089" y="751803"/>
                  <a:pt x="1477320" y="751803"/>
                </a:cubicBezTo>
                <a:cubicBezTo>
                  <a:pt x="1460550" y="751803"/>
                  <a:pt x="1446956" y="738209"/>
                  <a:pt x="1446956" y="721440"/>
                </a:cubicBezTo>
                <a:cubicBezTo>
                  <a:pt x="1446956" y="704670"/>
                  <a:pt x="1460550" y="691076"/>
                  <a:pt x="1477320" y="691076"/>
                </a:cubicBezTo>
                <a:close/>
                <a:moveTo>
                  <a:pt x="1404765" y="691076"/>
                </a:moveTo>
                <a:cubicBezTo>
                  <a:pt x="1421535" y="691076"/>
                  <a:pt x="1435129" y="704670"/>
                  <a:pt x="1435129" y="721440"/>
                </a:cubicBezTo>
                <a:cubicBezTo>
                  <a:pt x="1435129" y="738209"/>
                  <a:pt x="1421535" y="751803"/>
                  <a:pt x="1404765" y="751803"/>
                </a:cubicBezTo>
                <a:cubicBezTo>
                  <a:pt x="1387996" y="751803"/>
                  <a:pt x="1374402" y="738209"/>
                  <a:pt x="1374402" y="721440"/>
                </a:cubicBezTo>
                <a:cubicBezTo>
                  <a:pt x="1374402" y="704670"/>
                  <a:pt x="1387996" y="691076"/>
                  <a:pt x="1404765" y="691076"/>
                </a:cubicBezTo>
                <a:close/>
                <a:moveTo>
                  <a:pt x="1332211" y="691076"/>
                </a:moveTo>
                <a:cubicBezTo>
                  <a:pt x="1348980" y="691076"/>
                  <a:pt x="1362574" y="704670"/>
                  <a:pt x="1362574" y="721440"/>
                </a:cubicBezTo>
                <a:cubicBezTo>
                  <a:pt x="1362574" y="738209"/>
                  <a:pt x="1348980" y="751803"/>
                  <a:pt x="1332211" y="751803"/>
                </a:cubicBezTo>
                <a:cubicBezTo>
                  <a:pt x="1315441" y="751803"/>
                  <a:pt x="1301847" y="738209"/>
                  <a:pt x="1301847" y="721440"/>
                </a:cubicBezTo>
                <a:cubicBezTo>
                  <a:pt x="1301847" y="704670"/>
                  <a:pt x="1315441" y="691076"/>
                  <a:pt x="1332211" y="691076"/>
                </a:cubicBezTo>
                <a:close/>
                <a:moveTo>
                  <a:pt x="1259656" y="691076"/>
                </a:moveTo>
                <a:cubicBezTo>
                  <a:pt x="1276426" y="691076"/>
                  <a:pt x="1290020" y="704670"/>
                  <a:pt x="1290020" y="721440"/>
                </a:cubicBezTo>
                <a:cubicBezTo>
                  <a:pt x="1290020" y="738209"/>
                  <a:pt x="1276426" y="751803"/>
                  <a:pt x="1259656" y="751803"/>
                </a:cubicBezTo>
                <a:cubicBezTo>
                  <a:pt x="1242887" y="751803"/>
                  <a:pt x="1229293" y="738209"/>
                  <a:pt x="1229293" y="721440"/>
                </a:cubicBezTo>
                <a:cubicBezTo>
                  <a:pt x="1229293" y="704670"/>
                  <a:pt x="1242887" y="691076"/>
                  <a:pt x="1259656" y="691076"/>
                </a:cubicBezTo>
                <a:close/>
                <a:moveTo>
                  <a:pt x="1187102" y="691076"/>
                </a:moveTo>
                <a:cubicBezTo>
                  <a:pt x="1203871" y="691076"/>
                  <a:pt x="1217465" y="704670"/>
                  <a:pt x="1217465" y="721440"/>
                </a:cubicBezTo>
                <a:cubicBezTo>
                  <a:pt x="1217465" y="738209"/>
                  <a:pt x="1203871" y="751803"/>
                  <a:pt x="1187102" y="751803"/>
                </a:cubicBezTo>
                <a:cubicBezTo>
                  <a:pt x="1170332" y="751803"/>
                  <a:pt x="1156738" y="738209"/>
                  <a:pt x="1156738" y="721440"/>
                </a:cubicBezTo>
                <a:cubicBezTo>
                  <a:pt x="1156738" y="704670"/>
                  <a:pt x="1170332" y="691076"/>
                  <a:pt x="1187102" y="691076"/>
                </a:cubicBezTo>
                <a:close/>
                <a:moveTo>
                  <a:pt x="1114547" y="691076"/>
                </a:moveTo>
                <a:cubicBezTo>
                  <a:pt x="1131317" y="691076"/>
                  <a:pt x="1144911" y="704670"/>
                  <a:pt x="1144911" y="721440"/>
                </a:cubicBezTo>
                <a:cubicBezTo>
                  <a:pt x="1144911" y="738209"/>
                  <a:pt x="1131317" y="751803"/>
                  <a:pt x="1114547" y="751803"/>
                </a:cubicBezTo>
                <a:cubicBezTo>
                  <a:pt x="1097778" y="751803"/>
                  <a:pt x="1084184" y="738209"/>
                  <a:pt x="1084184" y="721440"/>
                </a:cubicBezTo>
                <a:cubicBezTo>
                  <a:pt x="1084184" y="704670"/>
                  <a:pt x="1097778" y="691076"/>
                  <a:pt x="1114547" y="691076"/>
                </a:cubicBezTo>
                <a:close/>
                <a:moveTo>
                  <a:pt x="1041993" y="691076"/>
                </a:moveTo>
                <a:cubicBezTo>
                  <a:pt x="1058762" y="691076"/>
                  <a:pt x="1072356" y="704670"/>
                  <a:pt x="1072356" y="721440"/>
                </a:cubicBezTo>
                <a:cubicBezTo>
                  <a:pt x="1072356" y="738209"/>
                  <a:pt x="1058762" y="751803"/>
                  <a:pt x="1041993" y="751803"/>
                </a:cubicBezTo>
                <a:cubicBezTo>
                  <a:pt x="1025223" y="751803"/>
                  <a:pt x="1011629" y="738209"/>
                  <a:pt x="1011629" y="721440"/>
                </a:cubicBezTo>
                <a:cubicBezTo>
                  <a:pt x="1011629" y="704670"/>
                  <a:pt x="1025223" y="691076"/>
                  <a:pt x="1041993" y="691076"/>
                </a:cubicBezTo>
                <a:close/>
                <a:moveTo>
                  <a:pt x="969438" y="691076"/>
                </a:moveTo>
                <a:cubicBezTo>
                  <a:pt x="986208" y="691076"/>
                  <a:pt x="999801" y="704670"/>
                  <a:pt x="999801" y="721440"/>
                </a:cubicBezTo>
                <a:cubicBezTo>
                  <a:pt x="999801" y="738209"/>
                  <a:pt x="986208" y="751803"/>
                  <a:pt x="969438" y="751803"/>
                </a:cubicBezTo>
                <a:cubicBezTo>
                  <a:pt x="952669" y="751803"/>
                  <a:pt x="939075" y="738209"/>
                  <a:pt x="939075" y="721440"/>
                </a:cubicBezTo>
                <a:cubicBezTo>
                  <a:pt x="939075" y="704670"/>
                  <a:pt x="952669" y="691076"/>
                  <a:pt x="969438" y="691076"/>
                </a:cubicBezTo>
                <a:close/>
                <a:moveTo>
                  <a:pt x="896883" y="691076"/>
                </a:moveTo>
                <a:cubicBezTo>
                  <a:pt x="913653" y="691076"/>
                  <a:pt x="927247" y="704670"/>
                  <a:pt x="927247" y="721440"/>
                </a:cubicBezTo>
                <a:cubicBezTo>
                  <a:pt x="927247" y="738209"/>
                  <a:pt x="913653" y="751803"/>
                  <a:pt x="896883" y="751803"/>
                </a:cubicBezTo>
                <a:cubicBezTo>
                  <a:pt x="880114" y="751803"/>
                  <a:pt x="866520" y="738209"/>
                  <a:pt x="866520" y="721440"/>
                </a:cubicBezTo>
                <a:cubicBezTo>
                  <a:pt x="866520" y="704670"/>
                  <a:pt x="880114" y="691076"/>
                  <a:pt x="896883" y="691076"/>
                </a:cubicBezTo>
                <a:close/>
                <a:moveTo>
                  <a:pt x="824329" y="691076"/>
                </a:moveTo>
                <a:cubicBezTo>
                  <a:pt x="841098" y="691076"/>
                  <a:pt x="854692" y="704670"/>
                  <a:pt x="854692" y="721440"/>
                </a:cubicBezTo>
                <a:cubicBezTo>
                  <a:pt x="854692" y="738209"/>
                  <a:pt x="841098" y="751803"/>
                  <a:pt x="824329" y="751803"/>
                </a:cubicBezTo>
                <a:cubicBezTo>
                  <a:pt x="807559" y="751803"/>
                  <a:pt x="793965" y="738209"/>
                  <a:pt x="793965" y="721440"/>
                </a:cubicBezTo>
                <a:cubicBezTo>
                  <a:pt x="793965" y="704670"/>
                  <a:pt x="807559" y="691076"/>
                  <a:pt x="824329" y="691076"/>
                </a:cubicBezTo>
                <a:close/>
                <a:moveTo>
                  <a:pt x="751774" y="691076"/>
                </a:moveTo>
                <a:cubicBezTo>
                  <a:pt x="768544" y="691076"/>
                  <a:pt x="782138" y="704670"/>
                  <a:pt x="782138" y="721440"/>
                </a:cubicBezTo>
                <a:cubicBezTo>
                  <a:pt x="782138" y="738209"/>
                  <a:pt x="768544" y="751803"/>
                  <a:pt x="751774" y="751803"/>
                </a:cubicBezTo>
                <a:cubicBezTo>
                  <a:pt x="735005" y="751803"/>
                  <a:pt x="721411" y="738209"/>
                  <a:pt x="721411" y="721440"/>
                </a:cubicBezTo>
                <a:cubicBezTo>
                  <a:pt x="721411" y="704670"/>
                  <a:pt x="735005" y="691076"/>
                  <a:pt x="751774" y="691076"/>
                </a:cubicBezTo>
                <a:close/>
                <a:moveTo>
                  <a:pt x="679220" y="691076"/>
                </a:moveTo>
                <a:cubicBezTo>
                  <a:pt x="695989" y="691076"/>
                  <a:pt x="709583" y="704670"/>
                  <a:pt x="709583" y="721440"/>
                </a:cubicBezTo>
                <a:cubicBezTo>
                  <a:pt x="709583" y="738209"/>
                  <a:pt x="695989" y="751803"/>
                  <a:pt x="679220" y="751803"/>
                </a:cubicBezTo>
                <a:cubicBezTo>
                  <a:pt x="662450" y="751803"/>
                  <a:pt x="648856" y="738209"/>
                  <a:pt x="648856" y="721440"/>
                </a:cubicBezTo>
                <a:cubicBezTo>
                  <a:pt x="648856" y="704670"/>
                  <a:pt x="662450" y="691076"/>
                  <a:pt x="679220" y="691076"/>
                </a:cubicBezTo>
                <a:close/>
                <a:moveTo>
                  <a:pt x="606665" y="691076"/>
                </a:moveTo>
                <a:cubicBezTo>
                  <a:pt x="623435" y="691076"/>
                  <a:pt x="637029" y="704670"/>
                  <a:pt x="637029" y="721440"/>
                </a:cubicBezTo>
                <a:cubicBezTo>
                  <a:pt x="637029" y="738209"/>
                  <a:pt x="623435" y="751803"/>
                  <a:pt x="606665" y="751803"/>
                </a:cubicBezTo>
                <a:cubicBezTo>
                  <a:pt x="589896" y="751803"/>
                  <a:pt x="576302" y="738209"/>
                  <a:pt x="576302" y="721440"/>
                </a:cubicBezTo>
                <a:cubicBezTo>
                  <a:pt x="576302" y="704670"/>
                  <a:pt x="589896" y="691076"/>
                  <a:pt x="606665" y="691076"/>
                </a:cubicBezTo>
                <a:close/>
                <a:moveTo>
                  <a:pt x="534111" y="691076"/>
                </a:moveTo>
                <a:cubicBezTo>
                  <a:pt x="550880" y="691076"/>
                  <a:pt x="564474" y="704670"/>
                  <a:pt x="564474" y="721440"/>
                </a:cubicBezTo>
                <a:cubicBezTo>
                  <a:pt x="564474" y="738209"/>
                  <a:pt x="550880" y="751803"/>
                  <a:pt x="534111" y="751803"/>
                </a:cubicBezTo>
                <a:cubicBezTo>
                  <a:pt x="517341" y="751803"/>
                  <a:pt x="503747" y="738209"/>
                  <a:pt x="503747" y="721440"/>
                </a:cubicBezTo>
                <a:cubicBezTo>
                  <a:pt x="503747" y="704670"/>
                  <a:pt x="517341" y="691076"/>
                  <a:pt x="534111" y="691076"/>
                </a:cubicBezTo>
                <a:close/>
                <a:moveTo>
                  <a:pt x="461556" y="691076"/>
                </a:moveTo>
                <a:cubicBezTo>
                  <a:pt x="478326" y="691076"/>
                  <a:pt x="491920" y="704670"/>
                  <a:pt x="491920" y="721440"/>
                </a:cubicBezTo>
                <a:cubicBezTo>
                  <a:pt x="491920" y="738209"/>
                  <a:pt x="478326" y="751803"/>
                  <a:pt x="461556" y="751803"/>
                </a:cubicBezTo>
                <a:cubicBezTo>
                  <a:pt x="444787" y="751803"/>
                  <a:pt x="431192" y="738209"/>
                  <a:pt x="431192" y="721440"/>
                </a:cubicBezTo>
                <a:cubicBezTo>
                  <a:pt x="431192" y="704670"/>
                  <a:pt x="444787" y="691076"/>
                  <a:pt x="461556" y="691076"/>
                </a:cubicBezTo>
                <a:close/>
                <a:moveTo>
                  <a:pt x="389002" y="691076"/>
                </a:moveTo>
                <a:cubicBezTo>
                  <a:pt x="405771" y="691076"/>
                  <a:pt x="419365" y="704670"/>
                  <a:pt x="419365" y="721440"/>
                </a:cubicBezTo>
                <a:cubicBezTo>
                  <a:pt x="419365" y="738209"/>
                  <a:pt x="405771" y="751803"/>
                  <a:pt x="389002" y="751803"/>
                </a:cubicBezTo>
                <a:cubicBezTo>
                  <a:pt x="372232" y="751803"/>
                  <a:pt x="358638" y="738209"/>
                  <a:pt x="358638" y="721440"/>
                </a:cubicBezTo>
                <a:cubicBezTo>
                  <a:pt x="358638" y="704670"/>
                  <a:pt x="372232" y="691076"/>
                  <a:pt x="389002" y="691076"/>
                </a:cubicBezTo>
                <a:close/>
                <a:moveTo>
                  <a:pt x="316447" y="691076"/>
                </a:moveTo>
                <a:cubicBezTo>
                  <a:pt x="333216" y="691076"/>
                  <a:pt x="346810" y="704670"/>
                  <a:pt x="346810" y="721440"/>
                </a:cubicBezTo>
                <a:cubicBezTo>
                  <a:pt x="346810" y="738209"/>
                  <a:pt x="333216" y="751803"/>
                  <a:pt x="316447" y="751803"/>
                </a:cubicBezTo>
                <a:cubicBezTo>
                  <a:pt x="299677" y="751803"/>
                  <a:pt x="286084" y="738209"/>
                  <a:pt x="286084" y="721440"/>
                </a:cubicBezTo>
                <a:cubicBezTo>
                  <a:pt x="286084" y="704670"/>
                  <a:pt x="299677" y="691076"/>
                  <a:pt x="316447" y="691076"/>
                </a:cubicBezTo>
                <a:close/>
                <a:moveTo>
                  <a:pt x="243892" y="691076"/>
                </a:moveTo>
                <a:cubicBezTo>
                  <a:pt x="260662" y="691076"/>
                  <a:pt x="274256" y="704670"/>
                  <a:pt x="274256" y="721440"/>
                </a:cubicBezTo>
                <a:cubicBezTo>
                  <a:pt x="274256" y="738209"/>
                  <a:pt x="260662" y="751803"/>
                  <a:pt x="243892" y="751803"/>
                </a:cubicBezTo>
                <a:cubicBezTo>
                  <a:pt x="227123" y="751803"/>
                  <a:pt x="213529" y="738209"/>
                  <a:pt x="213529" y="721440"/>
                </a:cubicBezTo>
                <a:cubicBezTo>
                  <a:pt x="213529" y="704670"/>
                  <a:pt x="227123" y="691076"/>
                  <a:pt x="243892" y="691076"/>
                </a:cubicBezTo>
                <a:close/>
                <a:moveTo>
                  <a:pt x="171339" y="691076"/>
                </a:moveTo>
                <a:cubicBezTo>
                  <a:pt x="188107" y="691076"/>
                  <a:pt x="201701" y="704670"/>
                  <a:pt x="201701" y="721440"/>
                </a:cubicBezTo>
                <a:cubicBezTo>
                  <a:pt x="201701" y="738209"/>
                  <a:pt x="188107" y="751803"/>
                  <a:pt x="171339" y="751803"/>
                </a:cubicBezTo>
                <a:cubicBezTo>
                  <a:pt x="154662" y="751803"/>
                  <a:pt x="141067" y="738209"/>
                  <a:pt x="141067" y="721440"/>
                </a:cubicBezTo>
                <a:cubicBezTo>
                  <a:pt x="141067" y="704670"/>
                  <a:pt x="154662" y="691076"/>
                  <a:pt x="171339" y="691076"/>
                </a:cubicBezTo>
                <a:close/>
                <a:moveTo>
                  <a:pt x="98890" y="691076"/>
                </a:moveTo>
                <a:cubicBezTo>
                  <a:pt x="115653" y="691076"/>
                  <a:pt x="129246" y="704670"/>
                  <a:pt x="129246" y="721440"/>
                </a:cubicBezTo>
                <a:cubicBezTo>
                  <a:pt x="129246" y="738209"/>
                  <a:pt x="115653" y="751803"/>
                  <a:pt x="98890" y="751803"/>
                </a:cubicBezTo>
                <a:cubicBezTo>
                  <a:pt x="82117" y="751803"/>
                  <a:pt x="68523" y="738209"/>
                  <a:pt x="68523" y="721440"/>
                </a:cubicBezTo>
                <a:cubicBezTo>
                  <a:pt x="68523" y="704670"/>
                  <a:pt x="82117" y="691076"/>
                  <a:pt x="98890" y="691076"/>
                </a:cubicBezTo>
                <a:close/>
                <a:moveTo>
                  <a:pt x="26336" y="691076"/>
                </a:moveTo>
                <a:cubicBezTo>
                  <a:pt x="43099" y="691076"/>
                  <a:pt x="56694" y="704670"/>
                  <a:pt x="56694" y="721440"/>
                </a:cubicBezTo>
                <a:cubicBezTo>
                  <a:pt x="56694" y="738209"/>
                  <a:pt x="43099" y="751803"/>
                  <a:pt x="26336" y="751803"/>
                </a:cubicBezTo>
                <a:cubicBezTo>
                  <a:pt x="17950" y="751803"/>
                  <a:pt x="10359" y="748405"/>
                  <a:pt x="4864" y="742910"/>
                </a:cubicBezTo>
                <a:lnTo>
                  <a:pt x="0" y="731167"/>
                </a:lnTo>
                <a:lnTo>
                  <a:pt x="0" y="711713"/>
                </a:lnTo>
                <a:lnTo>
                  <a:pt x="4864" y="699969"/>
                </a:lnTo>
                <a:cubicBezTo>
                  <a:pt x="10359" y="694475"/>
                  <a:pt x="17950" y="691076"/>
                  <a:pt x="26336" y="691076"/>
                </a:cubicBezTo>
                <a:close/>
                <a:moveTo>
                  <a:pt x="1622429" y="610624"/>
                </a:moveTo>
                <a:cubicBezTo>
                  <a:pt x="1639199" y="610624"/>
                  <a:pt x="1652792" y="624218"/>
                  <a:pt x="1652792" y="640988"/>
                </a:cubicBezTo>
                <a:cubicBezTo>
                  <a:pt x="1652792" y="657757"/>
                  <a:pt x="1639199" y="671351"/>
                  <a:pt x="1622429" y="671351"/>
                </a:cubicBezTo>
                <a:cubicBezTo>
                  <a:pt x="1605659" y="671351"/>
                  <a:pt x="1592066" y="657757"/>
                  <a:pt x="1592066" y="640988"/>
                </a:cubicBezTo>
                <a:cubicBezTo>
                  <a:pt x="1592066" y="624218"/>
                  <a:pt x="1605659" y="610624"/>
                  <a:pt x="1622429" y="610624"/>
                </a:cubicBezTo>
                <a:close/>
                <a:moveTo>
                  <a:pt x="1549874" y="610624"/>
                </a:moveTo>
                <a:cubicBezTo>
                  <a:pt x="1566644" y="610624"/>
                  <a:pt x="1580238" y="624218"/>
                  <a:pt x="1580238" y="640988"/>
                </a:cubicBezTo>
                <a:cubicBezTo>
                  <a:pt x="1580238" y="657757"/>
                  <a:pt x="1566644" y="671351"/>
                  <a:pt x="1549874" y="671351"/>
                </a:cubicBezTo>
                <a:cubicBezTo>
                  <a:pt x="1533105" y="671351"/>
                  <a:pt x="1519511" y="657757"/>
                  <a:pt x="1519511" y="640988"/>
                </a:cubicBezTo>
                <a:cubicBezTo>
                  <a:pt x="1519511" y="624218"/>
                  <a:pt x="1533105" y="610624"/>
                  <a:pt x="1549874" y="610624"/>
                </a:cubicBezTo>
                <a:close/>
                <a:moveTo>
                  <a:pt x="1477320" y="610624"/>
                </a:moveTo>
                <a:cubicBezTo>
                  <a:pt x="1494089" y="610624"/>
                  <a:pt x="1507683" y="624218"/>
                  <a:pt x="1507683" y="640988"/>
                </a:cubicBezTo>
                <a:cubicBezTo>
                  <a:pt x="1507683" y="657757"/>
                  <a:pt x="1494089" y="671351"/>
                  <a:pt x="1477320" y="671351"/>
                </a:cubicBezTo>
                <a:cubicBezTo>
                  <a:pt x="1460550" y="671351"/>
                  <a:pt x="1446956" y="657757"/>
                  <a:pt x="1446956" y="640988"/>
                </a:cubicBezTo>
                <a:cubicBezTo>
                  <a:pt x="1446956" y="624218"/>
                  <a:pt x="1460550" y="610624"/>
                  <a:pt x="1477320" y="610624"/>
                </a:cubicBezTo>
                <a:close/>
                <a:moveTo>
                  <a:pt x="1404765" y="610624"/>
                </a:moveTo>
                <a:cubicBezTo>
                  <a:pt x="1421535" y="610624"/>
                  <a:pt x="1435129" y="624218"/>
                  <a:pt x="1435129" y="640988"/>
                </a:cubicBezTo>
                <a:cubicBezTo>
                  <a:pt x="1435129" y="657757"/>
                  <a:pt x="1421535" y="671351"/>
                  <a:pt x="1404765" y="671351"/>
                </a:cubicBezTo>
                <a:cubicBezTo>
                  <a:pt x="1387996" y="671351"/>
                  <a:pt x="1374402" y="657757"/>
                  <a:pt x="1374402" y="640988"/>
                </a:cubicBezTo>
                <a:cubicBezTo>
                  <a:pt x="1374402" y="624218"/>
                  <a:pt x="1387996" y="610624"/>
                  <a:pt x="1404765" y="610624"/>
                </a:cubicBezTo>
                <a:close/>
                <a:moveTo>
                  <a:pt x="1332211" y="610624"/>
                </a:moveTo>
                <a:cubicBezTo>
                  <a:pt x="1348980" y="610624"/>
                  <a:pt x="1362574" y="624218"/>
                  <a:pt x="1362574" y="640988"/>
                </a:cubicBezTo>
                <a:cubicBezTo>
                  <a:pt x="1362574" y="657757"/>
                  <a:pt x="1348980" y="671351"/>
                  <a:pt x="1332211" y="671351"/>
                </a:cubicBezTo>
                <a:cubicBezTo>
                  <a:pt x="1315441" y="671351"/>
                  <a:pt x="1301847" y="657757"/>
                  <a:pt x="1301847" y="640988"/>
                </a:cubicBezTo>
                <a:cubicBezTo>
                  <a:pt x="1301847" y="624218"/>
                  <a:pt x="1315441" y="610624"/>
                  <a:pt x="1332211" y="610624"/>
                </a:cubicBezTo>
                <a:close/>
                <a:moveTo>
                  <a:pt x="1259656" y="610624"/>
                </a:moveTo>
                <a:cubicBezTo>
                  <a:pt x="1276426" y="610624"/>
                  <a:pt x="1290020" y="624218"/>
                  <a:pt x="1290020" y="640988"/>
                </a:cubicBezTo>
                <a:cubicBezTo>
                  <a:pt x="1290020" y="657757"/>
                  <a:pt x="1276426" y="671351"/>
                  <a:pt x="1259656" y="671351"/>
                </a:cubicBezTo>
                <a:cubicBezTo>
                  <a:pt x="1242887" y="671351"/>
                  <a:pt x="1229293" y="657757"/>
                  <a:pt x="1229293" y="640988"/>
                </a:cubicBezTo>
                <a:cubicBezTo>
                  <a:pt x="1229293" y="624218"/>
                  <a:pt x="1242887" y="610624"/>
                  <a:pt x="1259656" y="610624"/>
                </a:cubicBezTo>
                <a:close/>
                <a:moveTo>
                  <a:pt x="1187102" y="610624"/>
                </a:moveTo>
                <a:cubicBezTo>
                  <a:pt x="1203871" y="610624"/>
                  <a:pt x="1217465" y="624218"/>
                  <a:pt x="1217465" y="640988"/>
                </a:cubicBezTo>
                <a:cubicBezTo>
                  <a:pt x="1217465" y="657757"/>
                  <a:pt x="1203871" y="671351"/>
                  <a:pt x="1187102" y="671351"/>
                </a:cubicBezTo>
                <a:cubicBezTo>
                  <a:pt x="1170332" y="671351"/>
                  <a:pt x="1156738" y="657757"/>
                  <a:pt x="1156738" y="640988"/>
                </a:cubicBezTo>
                <a:cubicBezTo>
                  <a:pt x="1156738" y="624218"/>
                  <a:pt x="1170332" y="610624"/>
                  <a:pt x="1187102" y="610624"/>
                </a:cubicBezTo>
                <a:close/>
                <a:moveTo>
                  <a:pt x="1114547" y="610624"/>
                </a:moveTo>
                <a:cubicBezTo>
                  <a:pt x="1131317" y="610624"/>
                  <a:pt x="1144911" y="624218"/>
                  <a:pt x="1144911" y="640988"/>
                </a:cubicBezTo>
                <a:cubicBezTo>
                  <a:pt x="1144911" y="657757"/>
                  <a:pt x="1131317" y="671351"/>
                  <a:pt x="1114547" y="671351"/>
                </a:cubicBezTo>
                <a:cubicBezTo>
                  <a:pt x="1097778" y="671351"/>
                  <a:pt x="1084184" y="657757"/>
                  <a:pt x="1084184" y="640988"/>
                </a:cubicBezTo>
                <a:cubicBezTo>
                  <a:pt x="1084184" y="624218"/>
                  <a:pt x="1097778" y="610624"/>
                  <a:pt x="1114547" y="610624"/>
                </a:cubicBezTo>
                <a:close/>
                <a:moveTo>
                  <a:pt x="1041993" y="610624"/>
                </a:moveTo>
                <a:cubicBezTo>
                  <a:pt x="1058762" y="610624"/>
                  <a:pt x="1072356" y="624218"/>
                  <a:pt x="1072356" y="640988"/>
                </a:cubicBezTo>
                <a:cubicBezTo>
                  <a:pt x="1072356" y="657757"/>
                  <a:pt x="1058762" y="671351"/>
                  <a:pt x="1041993" y="671351"/>
                </a:cubicBezTo>
                <a:cubicBezTo>
                  <a:pt x="1025223" y="671351"/>
                  <a:pt x="1011629" y="657757"/>
                  <a:pt x="1011629" y="640988"/>
                </a:cubicBezTo>
                <a:cubicBezTo>
                  <a:pt x="1011629" y="624218"/>
                  <a:pt x="1025223" y="610624"/>
                  <a:pt x="1041993" y="610624"/>
                </a:cubicBezTo>
                <a:close/>
                <a:moveTo>
                  <a:pt x="969438" y="610624"/>
                </a:moveTo>
                <a:cubicBezTo>
                  <a:pt x="986208" y="610624"/>
                  <a:pt x="999801" y="624218"/>
                  <a:pt x="999801" y="640988"/>
                </a:cubicBezTo>
                <a:cubicBezTo>
                  <a:pt x="999801" y="657757"/>
                  <a:pt x="986208" y="671351"/>
                  <a:pt x="969438" y="671351"/>
                </a:cubicBezTo>
                <a:cubicBezTo>
                  <a:pt x="952669" y="671351"/>
                  <a:pt x="939075" y="657757"/>
                  <a:pt x="939075" y="640988"/>
                </a:cubicBezTo>
                <a:cubicBezTo>
                  <a:pt x="939075" y="624218"/>
                  <a:pt x="952669" y="610624"/>
                  <a:pt x="969438" y="610624"/>
                </a:cubicBezTo>
                <a:close/>
                <a:moveTo>
                  <a:pt x="896883" y="610624"/>
                </a:moveTo>
                <a:cubicBezTo>
                  <a:pt x="913653" y="610624"/>
                  <a:pt x="927247" y="624218"/>
                  <a:pt x="927247" y="640988"/>
                </a:cubicBezTo>
                <a:cubicBezTo>
                  <a:pt x="927247" y="657757"/>
                  <a:pt x="913653" y="671351"/>
                  <a:pt x="896883" y="671351"/>
                </a:cubicBezTo>
                <a:cubicBezTo>
                  <a:pt x="880114" y="671351"/>
                  <a:pt x="866520" y="657757"/>
                  <a:pt x="866520" y="640988"/>
                </a:cubicBezTo>
                <a:cubicBezTo>
                  <a:pt x="866520" y="624218"/>
                  <a:pt x="880114" y="610624"/>
                  <a:pt x="896883" y="610624"/>
                </a:cubicBezTo>
                <a:close/>
                <a:moveTo>
                  <a:pt x="824329" y="610624"/>
                </a:moveTo>
                <a:cubicBezTo>
                  <a:pt x="841098" y="610624"/>
                  <a:pt x="854692" y="624218"/>
                  <a:pt x="854692" y="640988"/>
                </a:cubicBezTo>
                <a:cubicBezTo>
                  <a:pt x="854692" y="657757"/>
                  <a:pt x="841098" y="671351"/>
                  <a:pt x="824329" y="671351"/>
                </a:cubicBezTo>
                <a:cubicBezTo>
                  <a:pt x="807559" y="671351"/>
                  <a:pt x="793965" y="657757"/>
                  <a:pt x="793965" y="640988"/>
                </a:cubicBezTo>
                <a:cubicBezTo>
                  <a:pt x="793965" y="624218"/>
                  <a:pt x="807559" y="610624"/>
                  <a:pt x="824329" y="610624"/>
                </a:cubicBezTo>
                <a:close/>
                <a:moveTo>
                  <a:pt x="751774" y="610624"/>
                </a:moveTo>
                <a:cubicBezTo>
                  <a:pt x="768544" y="610624"/>
                  <a:pt x="782138" y="624218"/>
                  <a:pt x="782138" y="640988"/>
                </a:cubicBezTo>
                <a:cubicBezTo>
                  <a:pt x="782138" y="657757"/>
                  <a:pt x="768544" y="671351"/>
                  <a:pt x="751774" y="671351"/>
                </a:cubicBezTo>
                <a:cubicBezTo>
                  <a:pt x="735005" y="671351"/>
                  <a:pt x="721411" y="657757"/>
                  <a:pt x="721411" y="640988"/>
                </a:cubicBezTo>
                <a:cubicBezTo>
                  <a:pt x="721411" y="624218"/>
                  <a:pt x="735005" y="610624"/>
                  <a:pt x="751774" y="610624"/>
                </a:cubicBezTo>
                <a:close/>
                <a:moveTo>
                  <a:pt x="679220" y="610624"/>
                </a:moveTo>
                <a:cubicBezTo>
                  <a:pt x="695989" y="610624"/>
                  <a:pt x="709583" y="624218"/>
                  <a:pt x="709583" y="640988"/>
                </a:cubicBezTo>
                <a:cubicBezTo>
                  <a:pt x="709583" y="657757"/>
                  <a:pt x="695989" y="671351"/>
                  <a:pt x="679220" y="671351"/>
                </a:cubicBezTo>
                <a:cubicBezTo>
                  <a:pt x="662450" y="671351"/>
                  <a:pt x="648856" y="657757"/>
                  <a:pt x="648856" y="640988"/>
                </a:cubicBezTo>
                <a:cubicBezTo>
                  <a:pt x="648856" y="624218"/>
                  <a:pt x="662450" y="610624"/>
                  <a:pt x="679220" y="610624"/>
                </a:cubicBezTo>
                <a:close/>
                <a:moveTo>
                  <a:pt x="606665" y="610624"/>
                </a:moveTo>
                <a:cubicBezTo>
                  <a:pt x="623435" y="610624"/>
                  <a:pt x="637029" y="624218"/>
                  <a:pt x="637029" y="640988"/>
                </a:cubicBezTo>
                <a:cubicBezTo>
                  <a:pt x="637029" y="657757"/>
                  <a:pt x="623435" y="671351"/>
                  <a:pt x="606665" y="671351"/>
                </a:cubicBezTo>
                <a:cubicBezTo>
                  <a:pt x="589896" y="671351"/>
                  <a:pt x="576302" y="657757"/>
                  <a:pt x="576302" y="640988"/>
                </a:cubicBezTo>
                <a:cubicBezTo>
                  <a:pt x="576302" y="624218"/>
                  <a:pt x="589896" y="610624"/>
                  <a:pt x="606665" y="610624"/>
                </a:cubicBezTo>
                <a:close/>
                <a:moveTo>
                  <a:pt x="534111" y="610624"/>
                </a:moveTo>
                <a:cubicBezTo>
                  <a:pt x="550880" y="610624"/>
                  <a:pt x="564474" y="624218"/>
                  <a:pt x="564474" y="640988"/>
                </a:cubicBezTo>
                <a:cubicBezTo>
                  <a:pt x="564474" y="657757"/>
                  <a:pt x="550880" y="671351"/>
                  <a:pt x="534111" y="671351"/>
                </a:cubicBezTo>
                <a:cubicBezTo>
                  <a:pt x="517341" y="671351"/>
                  <a:pt x="503747" y="657757"/>
                  <a:pt x="503747" y="640988"/>
                </a:cubicBezTo>
                <a:cubicBezTo>
                  <a:pt x="503747" y="624218"/>
                  <a:pt x="517341" y="610624"/>
                  <a:pt x="534111" y="610624"/>
                </a:cubicBezTo>
                <a:close/>
                <a:moveTo>
                  <a:pt x="461556" y="610624"/>
                </a:moveTo>
                <a:cubicBezTo>
                  <a:pt x="478326" y="610624"/>
                  <a:pt x="491920" y="624218"/>
                  <a:pt x="491920" y="640988"/>
                </a:cubicBezTo>
                <a:cubicBezTo>
                  <a:pt x="491920" y="657757"/>
                  <a:pt x="478326" y="671351"/>
                  <a:pt x="461556" y="671351"/>
                </a:cubicBezTo>
                <a:cubicBezTo>
                  <a:pt x="444787" y="671351"/>
                  <a:pt x="431192" y="657757"/>
                  <a:pt x="431192" y="640988"/>
                </a:cubicBezTo>
                <a:cubicBezTo>
                  <a:pt x="431192" y="624218"/>
                  <a:pt x="444787" y="610624"/>
                  <a:pt x="461556" y="610624"/>
                </a:cubicBezTo>
                <a:close/>
                <a:moveTo>
                  <a:pt x="389002" y="610624"/>
                </a:moveTo>
                <a:cubicBezTo>
                  <a:pt x="405771" y="610624"/>
                  <a:pt x="419365" y="624218"/>
                  <a:pt x="419365" y="640988"/>
                </a:cubicBezTo>
                <a:cubicBezTo>
                  <a:pt x="419365" y="657757"/>
                  <a:pt x="405771" y="671351"/>
                  <a:pt x="389002" y="671351"/>
                </a:cubicBezTo>
                <a:cubicBezTo>
                  <a:pt x="372232" y="671351"/>
                  <a:pt x="358638" y="657757"/>
                  <a:pt x="358638" y="640988"/>
                </a:cubicBezTo>
                <a:cubicBezTo>
                  <a:pt x="358638" y="624218"/>
                  <a:pt x="372232" y="610624"/>
                  <a:pt x="389002" y="610624"/>
                </a:cubicBezTo>
                <a:close/>
                <a:moveTo>
                  <a:pt x="316447" y="610624"/>
                </a:moveTo>
                <a:cubicBezTo>
                  <a:pt x="333216" y="610624"/>
                  <a:pt x="346810" y="624218"/>
                  <a:pt x="346810" y="640988"/>
                </a:cubicBezTo>
                <a:cubicBezTo>
                  <a:pt x="346810" y="657757"/>
                  <a:pt x="333216" y="671351"/>
                  <a:pt x="316447" y="671351"/>
                </a:cubicBezTo>
                <a:cubicBezTo>
                  <a:pt x="299677" y="671351"/>
                  <a:pt x="286084" y="657757"/>
                  <a:pt x="286084" y="640988"/>
                </a:cubicBezTo>
                <a:cubicBezTo>
                  <a:pt x="286084" y="624218"/>
                  <a:pt x="299677" y="610624"/>
                  <a:pt x="316447" y="610624"/>
                </a:cubicBezTo>
                <a:close/>
                <a:moveTo>
                  <a:pt x="243892" y="610624"/>
                </a:moveTo>
                <a:cubicBezTo>
                  <a:pt x="260662" y="610624"/>
                  <a:pt x="274256" y="624218"/>
                  <a:pt x="274256" y="640988"/>
                </a:cubicBezTo>
                <a:cubicBezTo>
                  <a:pt x="274256" y="657757"/>
                  <a:pt x="260662" y="671351"/>
                  <a:pt x="243892" y="671351"/>
                </a:cubicBezTo>
                <a:cubicBezTo>
                  <a:pt x="227123" y="671351"/>
                  <a:pt x="213529" y="657757"/>
                  <a:pt x="213529" y="640988"/>
                </a:cubicBezTo>
                <a:cubicBezTo>
                  <a:pt x="213529" y="624218"/>
                  <a:pt x="227123" y="610624"/>
                  <a:pt x="243892" y="610624"/>
                </a:cubicBezTo>
                <a:close/>
                <a:moveTo>
                  <a:pt x="171339" y="610624"/>
                </a:moveTo>
                <a:cubicBezTo>
                  <a:pt x="188107" y="610624"/>
                  <a:pt x="201701" y="624218"/>
                  <a:pt x="201701" y="640988"/>
                </a:cubicBezTo>
                <a:cubicBezTo>
                  <a:pt x="201701" y="657757"/>
                  <a:pt x="188107" y="671351"/>
                  <a:pt x="171339" y="671351"/>
                </a:cubicBezTo>
                <a:cubicBezTo>
                  <a:pt x="154667" y="671351"/>
                  <a:pt x="141073" y="657757"/>
                  <a:pt x="141073" y="640988"/>
                </a:cubicBezTo>
                <a:cubicBezTo>
                  <a:pt x="141073" y="624218"/>
                  <a:pt x="154667" y="610624"/>
                  <a:pt x="171339" y="610624"/>
                </a:cubicBezTo>
                <a:close/>
                <a:moveTo>
                  <a:pt x="98897" y="610624"/>
                </a:moveTo>
                <a:cubicBezTo>
                  <a:pt x="115658" y="610624"/>
                  <a:pt x="129252" y="624218"/>
                  <a:pt x="129252" y="640988"/>
                </a:cubicBezTo>
                <a:cubicBezTo>
                  <a:pt x="129252" y="657757"/>
                  <a:pt x="115658" y="671351"/>
                  <a:pt x="98897" y="671351"/>
                </a:cubicBezTo>
                <a:cubicBezTo>
                  <a:pt x="82124" y="671351"/>
                  <a:pt x="68530" y="657757"/>
                  <a:pt x="68530" y="640988"/>
                </a:cubicBezTo>
                <a:cubicBezTo>
                  <a:pt x="68530" y="624218"/>
                  <a:pt x="82124" y="610624"/>
                  <a:pt x="98897" y="610624"/>
                </a:cubicBezTo>
                <a:close/>
                <a:moveTo>
                  <a:pt x="26342" y="610624"/>
                </a:moveTo>
                <a:cubicBezTo>
                  <a:pt x="43106" y="610624"/>
                  <a:pt x="56701" y="624218"/>
                  <a:pt x="56701" y="640988"/>
                </a:cubicBezTo>
                <a:cubicBezTo>
                  <a:pt x="56701" y="657757"/>
                  <a:pt x="43106" y="671351"/>
                  <a:pt x="26342" y="671351"/>
                </a:cubicBezTo>
                <a:cubicBezTo>
                  <a:pt x="17956" y="671351"/>
                  <a:pt x="10365" y="667953"/>
                  <a:pt x="4871" y="662458"/>
                </a:cubicBezTo>
                <a:lnTo>
                  <a:pt x="0" y="650698"/>
                </a:lnTo>
                <a:lnTo>
                  <a:pt x="0" y="631277"/>
                </a:lnTo>
                <a:lnTo>
                  <a:pt x="4871" y="619517"/>
                </a:lnTo>
                <a:cubicBezTo>
                  <a:pt x="10365" y="614023"/>
                  <a:pt x="17956" y="610624"/>
                  <a:pt x="26342" y="610624"/>
                </a:cubicBezTo>
                <a:close/>
                <a:moveTo>
                  <a:pt x="1669096" y="549730"/>
                </a:moveTo>
                <a:lnTo>
                  <a:pt x="1668124" y="568994"/>
                </a:lnTo>
                <a:lnTo>
                  <a:pt x="1664620" y="560536"/>
                </a:lnTo>
                <a:close/>
                <a:moveTo>
                  <a:pt x="1622429" y="530173"/>
                </a:moveTo>
                <a:cubicBezTo>
                  <a:pt x="1639199" y="530173"/>
                  <a:pt x="1652792" y="543767"/>
                  <a:pt x="1652792" y="560536"/>
                </a:cubicBezTo>
                <a:cubicBezTo>
                  <a:pt x="1652792" y="577306"/>
                  <a:pt x="1639199" y="590900"/>
                  <a:pt x="1622429" y="590900"/>
                </a:cubicBezTo>
                <a:cubicBezTo>
                  <a:pt x="1605659" y="590900"/>
                  <a:pt x="1592066" y="577306"/>
                  <a:pt x="1592066" y="560536"/>
                </a:cubicBezTo>
                <a:cubicBezTo>
                  <a:pt x="1592066" y="543767"/>
                  <a:pt x="1605659" y="530173"/>
                  <a:pt x="1622429" y="530173"/>
                </a:cubicBezTo>
                <a:close/>
                <a:moveTo>
                  <a:pt x="1549874" y="530173"/>
                </a:moveTo>
                <a:cubicBezTo>
                  <a:pt x="1566644" y="530173"/>
                  <a:pt x="1580238" y="543767"/>
                  <a:pt x="1580238" y="560536"/>
                </a:cubicBezTo>
                <a:cubicBezTo>
                  <a:pt x="1580238" y="577306"/>
                  <a:pt x="1566644" y="590900"/>
                  <a:pt x="1549874" y="590900"/>
                </a:cubicBezTo>
                <a:cubicBezTo>
                  <a:pt x="1533105" y="590900"/>
                  <a:pt x="1519511" y="577306"/>
                  <a:pt x="1519511" y="560536"/>
                </a:cubicBezTo>
                <a:cubicBezTo>
                  <a:pt x="1519511" y="543767"/>
                  <a:pt x="1533105" y="530173"/>
                  <a:pt x="1549874" y="530173"/>
                </a:cubicBezTo>
                <a:close/>
                <a:moveTo>
                  <a:pt x="1477320" y="530173"/>
                </a:moveTo>
                <a:cubicBezTo>
                  <a:pt x="1494089" y="530173"/>
                  <a:pt x="1507683" y="543767"/>
                  <a:pt x="1507683" y="560536"/>
                </a:cubicBezTo>
                <a:cubicBezTo>
                  <a:pt x="1507683" y="577306"/>
                  <a:pt x="1494089" y="590900"/>
                  <a:pt x="1477320" y="590900"/>
                </a:cubicBezTo>
                <a:cubicBezTo>
                  <a:pt x="1460550" y="590900"/>
                  <a:pt x="1446956" y="577306"/>
                  <a:pt x="1446956" y="560536"/>
                </a:cubicBezTo>
                <a:cubicBezTo>
                  <a:pt x="1446956" y="543767"/>
                  <a:pt x="1460550" y="530173"/>
                  <a:pt x="1477320" y="530173"/>
                </a:cubicBezTo>
                <a:close/>
                <a:moveTo>
                  <a:pt x="1404765" y="530173"/>
                </a:moveTo>
                <a:cubicBezTo>
                  <a:pt x="1421535" y="530173"/>
                  <a:pt x="1435129" y="543767"/>
                  <a:pt x="1435129" y="560536"/>
                </a:cubicBezTo>
                <a:cubicBezTo>
                  <a:pt x="1435129" y="577306"/>
                  <a:pt x="1421535" y="590900"/>
                  <a:pt x="1404765" y="590900"/>
                </a:cubicBezTo>
                <a:cubicBezTo>
                  <a:pt x="1387996" y="590900"/>
                  <a:pt x="1374402" y="577306"/>
                  <a:pt x="1374402" y="560536"/>
                </a:cubicBezTo>
                <a:cubicBezTo>
                  <a:pt x="1374402" y="543767"/>
                  <a:pt x="1387996" y="530173"/>
                  <a:pt x="1404765" y="530173"/>
                </a:cubicBezTo>
                <a:close/>
                <a:moveTo>
                  <a:pt x="1332211" y="530173"/>
                </a:moveTo>
                <a:cubicBezTo>
                  <a:pt x="1348980" y="530173"/>
                  <a:pt x="1362574" y="543767"/>
                  <a:pt x="1362574" y="560536"/>
                </a:cubicBezTo>
                <a:cubicBezTo>
                  <a:pt x="1362574" y="577306"/>
                  <a:pt x="1348980" y="590900"/>
                  <a:pt x="1332211" y="590900"/>
                </a:cubicBezTo>
                <a:cubicBezTo>
                  <a:pt x="1315441" y="590900"/>
                  <a:pt x="1301847" y="577306"/>
                  <a:pt x="1301847" y="560536"/>
                </a:cubicBezTo>
                <a:cubicBezTo>
                  <a:pt x="1301847" y="543767"/>
                  <a:pt x="1315441" y="530173"/>
                  <a:pt x="1332211" y="530173"/>
                </a:cubicBezTo>
                <a:close/>
                <a:moveTo>
                  <a:pt x="1259656" y="530173"/>
                </a:moveTo>
                <a:cubicBezTo>
                  <a:pt x="1276426" y="530173"/>
                  <a:pt x="1290020" y="543767"/>
                  <a:pt x="1290020" y="560536"/>
                </a:cubicBezTo>
                <a:cubicBezTo>
                  <a:pt x="1290020" y="577306"/>
                  <a:pt x="1276426" y="590900"/>
                  <a:pt x="1259656" y="590900"/>
                </a:cubicBezTo>
                <a:cubicBezTo>
                  <a:pt x="1242887" y="590900"/>
                  <a:pt x="1229293" y="577306"/>
                  <a:pt x="1229293" y="560536"/>
                </a:cubicBezTo>
                <a:cubicBezTo>
                  <a:pt x="1229293" y="543767"/>
                  <a:pt x="1242887" y="530173"/>
                  <a:pt x="1259656" y="530173"/>
                </a:cubicBezTo>
                <a:close/>
                <a:moveTo>
                  <a:pt x="1187102" y="530173"/>
                </a:moveTo>
                <a:cubicBezTo>
                  <a:pt x="1203871" y="530173"/>
                  <a:pt x="1217465" y="543767"/>
                  <a:pt x="1217465" y="560536"/>
                </a:cubicBezTo>
                <a:cubicBezTo>
                  <a:pt x="1217465" y="577306"/>
                  <a:pt x="1203871" y="590900"/>
                  <a:pt x="1187102" y="590900"/>
                </a:cubicBezTo>
                <a:cubicBezTo>
                  <a:pt x="1170332" y="590900"/>
                  <a:pt x="1156738" y="577306"/>
                  <a:pt x="1156738" y="560536"/>
                </a:cubicBezTo>
                <a:cubicBezTo>
                  <a:pt x="1156738" y="543767"/>
                  <a:pt x="1170332" y="530173"/>
                  <a:pt x="1187102" y="530173"/>
                </a:cubicBezTo>
                <a:close/>
                <a:moveTo>
                  <a:pt x="1114547" y="530173"/>
                </a:moveTo>
                <a:cubicBezTo>
                  <a:pt x="1131317" y="530173"/>
                  <a:pt x="1144911" y="543767"/>
                  <a:pt x="1144911" y="560536"/>
                </a:cubicBezTo>
                <a:cubicBezTo>
                  <a:pt x="1144911" y="577306"/>
                  <a:pt x="1131317" y="590900"/>
                  <a:pt x="1114547" y="590900"/>
                </a:cubicBezTo>
                <a:cubicBezTo>
                  <a:pt x="1097778" y="590900"/>
                  <a:pt x="1084184" y="577306"/>
                  <a:pt x="1084184" y="560536"/>
                </a:cubicBezTo>
                <a:cubicBezTo>
                  <a:pt x="1084184" y="543767"/>
                  <a:pt x="1097778" y="530173"/>
                  <a:pt x="1114547" y="530173"/>
                </a:cubicBezTo>
                <a:close/>
                <a:moveTo>
                  <a:pt x="1041993" y="530173"/>
                </a:moveTo>
                <a:cubicBezTo>
                  <a:pt x="1058762" y="530173"/>
                  <a:pt x="1072356" y="543767"/>
                  <a:pt x="1072356" y="560536"/>
                </a:cubicBezTo>
                <a:cubicBezTo>
                  <a:pt x="1072356" y="577306"/>
                  <a:pt x="1058762" y="590900"/>
                  <a:pt x="1041993" y="590900"/>
                </a:cubicBezTo>
                <a:cubicBezTo>
                  <a:pt x="1025223" y="590900"/>
                  <a:pt x="1011629" y="577306"/>
                  <a:pt x="1011629" y="560536"/>
                </a:cubicBezTo>
                <a:cubicBezTo>
                  <a:pt x="1011629" y="543767"/>
                  <a:pt x="1025223" y="530173"/>
                  <a:pt x="1041993" y="530173"/>
                </a:cubicBezTo>
                <a:close/>
                <a:moveTo>
                  <a:pt x="969438" y="530173"/>
                </a:moveTo>
                <a:cubicBezTo>
                  <a:pt x="986208" y="530173"/>
                  <a:pt x="999801" y="543767"/>
                  <a:pt x="999801" y="560536"/>
                </a:cubicBezTo>
                <a:cubicBezTo>
                  <a:pt x="999801" y="577306"/>
                  <a:pt x="986208" y="590900"/>
                  <a:pt x="969438" y="590900"/>
                </a:cubicBezTo>
                <a:cubicBezTo>
                  <a:pt x="952669" y="590900"/>
                  <a:pt x="939075" y="577306"/>
                  <a:pt x="939075" y="560536"/>
                </a:cubicBezTo>
                <a:cubicBezTo>
                  <a:pt x="939075" y="543767"/>
                  <a:pt x="952669" y="530173"/>
                  <a:pt x="969438" y="530173"/>
                </a:cubicBezTo>
                <a:close/>
                <a:moveTo>
                  <a:pt x="896883" y="530173"/>
                </a:moveTo>
                <a:cubicBezTo>
                  <a:pt x="913653" y="530173"/>
                  <a:pt x="927247" y="543767"/>
                  <a:pt x="927247" y="560536"/>
                </a:cubicBezTo>
                <a:cubicBezTo>
                  <a:pt x="927247" y="577306"/>
                  <a:pt x="913653" y="590900"/>
                  <a:pt x="896883" y="590900"/>
                </a:cubicBezTo>
                <a:cubicBezTo>
                  <a:pt x="880114" y="590900"/>
                  <a:pt x="866520" y="577306"/>
                  <a:pt x="866520" y="560536"/>
                </a:cubicBezTo>
                <a:cubicBezTo>
                  <a:pt x="866520" y="543767"/>
                  <a:pt x="880114" y="530173"/>
                  <a:pt x="896883" y="530173"/>
                </a:cubicBezTo>
                <a:close/>
                <a:moveTo>
                  <a:pt x="824329" y="530173"/>
                </a:moveTo>
                <a:cubicBezTo>
                  <a:pt x="841098" y="530173"/>
                  <a:pt x="854692" y="543767"/>
                  <a:pt x="854692" y="560536"/>
                </a:cubicBezTo>
                <a:cubicBezTo>
                  <a:pt x="854692" y="577306"/>
                  <a:pt x="841098" y="590900"/>
                  <a:pt x="824329" y="590900"/>
                </a:cubicBezTo>
                <a:cubicBezTo>
                  <a:pt x="807559" y="590900"/>
                  <a:pt x="793965" y="577306"/>
                  <a:pt x="793965" y="560536"/>
                </a:cubicBezTo>
                <a:cubicBezTo>
                  <a:pt x="793965" y="543767"/>
                  <a:pt x="807559" y="530173"/>
                  <a:pt x="824329" y="530173"/>
                </a:cubicBezTo>
                <a:close/>
                <a:moveTo>
                  <a:pt x="751774" y="530173"/>
                </a:moveTo>
                <a:cubicBezTo>
                  <a:pt x="768544" y="530173"/>
                  <a:pt x="782138" y="543767"/>
                  <a:pt x="782138" y="560536"/>
                </a:cubicBezTo>
                <a:cubicBezTo>
                  <a:pt x="782138" y="577306"/>
                  <a:pt x="768544" y="590900"/>
                  <a:pt x="751774" y="590900"/>
                </a:cubicBezTo>
                <a:cubicBezTo>
                  <a:pt x="735005" y="590900"/>
                  <a:pt x="721411" y="577306"/>
                  <a:pt x="721411" y="560536"/>
                </a:cubicBezTo>
                <a:cubicBezTo>
                  <a:pt x="721411" y="543767"/>
                  <a:pt x="735005" y="530173"/>
                  <a:pt x="751774" y="530173"/>
                </a:cubicBezTo>
                <a:close/>
                <a:moveTo>
                  <a:pt x="679220" y="530173"/>
                </a:moveTo>
                <a:cubicBezTo>
                  <a:pt x="695989" y="530173"/>
                  <a:pt x="709583" y="543767"/>
                  <a:pt x="709583" y="560536"/>
                </a:cubicBezTo>
                <a:cubicBezTo>
                  <a:pt x="709583" y="577306"/>
                  <a:pt x="695989" y="590900"/>
                  <a:pt x="679220" y="590900"/>
                </a:cubicBezTo>
                <a:cubicBezTo>
                  <a:pt x="662450" y="590900"/>
                  <a:pt x="648856" y="577306"/>
                  <a:pt x="648856" y="560536"/>
                </a:cubicBezTo>
                <a:cubicBezTo>
                  <a:pt x="648856" y="543767"/>
                  <a:pt x="662450" y="530173"/>
                  <a:pt x="679220" y="530173"/>
                </a:cubicBezTo>
                <a:close/>
                <a:moveTo>
                  <a:pt x="606665" y="530173"/>
                </a:moveTo>
                <a:cubicBezTo>
                  <a:pt x="623435" y="530173"/>
                  <a:pt x="637029" y="543767"/>
                  <a:pt x="637029" y="560536"/>
                </a:cubicBezTo>
                <a:cubicBezTo>
                  <a:pt x="637029" y="577306"/>
                  <a:pt x="623435" y="590900"/>
                  <a:pt x="606665" y="590900"/>
                </a:cubicBezTo>
                <a:cubicBezTo>
                  <a:pt x="589896" y="590900"/>
                  <a:pt x="576302" y="577306"/>
                  <a:pt x="576302" y="560536"/>
                </a:cubicBezTo>
                <a:cubicBezTo>
                  <a:pt x="576302" y="543767"/>
                  <a:pt x="589896" y="530173"/>
                  <a:pt x="606665" y="530173"/>
                </a:cubicBezTo>
                <a:close/>
                <a:moveTo>
                  <a:pt x="534111" y="530173"/>
                </a:moveTo>
                <a:cubicBezTo>
                  <a:pt x="550880" y="530173"/>
                  <a:pt x="564474" y="543767"/>
                  <a:pt x="564474" y="560536"/>
                </a:cubicBezTo>
                <a:cubicBezTo>
                  <a:pt x="564474" y="577306"/>
                  <a:pt x="550880" y="590900"/>
                  <a:pt x="534111" y="590900"/>
                </a:cubicBezTo>
                <a:cubicBezTo>
                  <a:pt x="517341" y="590900"/>
                  <a:pt x="503747" y="577306"/>
                  <a:pt x="503747" y="560536"/>
                </a:cubicBezTo>
                <a:cubicBezTo>
                  <a:pt x="503747" y="543767"/>
                  <a:pt x="517341" y="530173"/>
                  <a:pt x="534111" y="530173"/>
                </a:cubicBezTo>
                <a:close/>
                <a:moveTo>
                  <a:pt x="461556" y="530173"/>
                </a:moveTo>
                <a:cubicBezTo>
                  <a:pt x="478326" y="530173"/>
                  <a:pt x="491920" y="543767"/>
                  <a:pt x="491920" y="560536"/>
                </a:cubicBezTo>
                <a:cubicBezTo>
                  <a:pt x="491920" y="577306"/>
                  <a:pt x="478326" y="590900"/>
                  <a:pt x="461556" y="590900"/>
                </a:cubicBezTo>
                <a:cubicBezTo>
                  <a:pt x="444787" y="590900"/>
                  <a:pt x="431192" y="577306"/>
                  <a:pt x="431192" y="560536"/>
                </a:cubicBezTo>
                <a:cubicBezTo>
                  <a:pt x="431192" y="543767"/>
                  <a:pt x="444787" y="530173"/>
                  <a:pt x="461556" y="530173"/>
                </a:cubicBezTo>
                <a:close/>
                <a:moveTo>
                  <a:pt x="389002" y="530173"/>
                </a:moveTo>
                <a:cubicBezTo>
                  <a:pt x="405771" y="530173"/>
                  <a:pt x="419365" y="543767"/>
                  <a:pt x="419365" y="560536"/>
                </a:cubicBezTo>
                <a:cubicBezTo>
                  <a:pt x="419365" y="577306"/>
                  <a:pt x="405771" y="590900"/>
                  <a:pt x="389002" y="590900"/>
                </a:cubicBezTo>
                <a:cubicBezTo>
                  <a:pt x="372232" y="590900"/>
                  <a:pt x="358638" y="577306"/>
                  <a:pt x="358638" y="560536"/>
                </a:cubicBezTo>
                <a:cubicBezTo>
                  <a:pt x="358638" y="543767"/>
                  <a:pt x="372232" y="530173"/>
                  <a:pt x="389002" y="530173"/>
                </a:cubicBezTo>
                <a:close/>
                <a:moveTo>
                  <a:pt x="316447" y="530173"/>
                </a:moveTo>
                <a:cubicBezTo>
                  <a:pt x="333216" y="530173"/>
                  <a:pt x="346810" y="543767"/>
                  <a:pt x="346810" y="560536"/>
                </a:cubicBezTo>
                <a:cubicBezTo>
                  <a:pt x="346810" y="577306"/>
                  <a:pt x="333216" y="590900"/>
                  <a:pt x="316447" y="590900"/>
                </a:cubicBezTo>
                <a:cubicBezTo>
                  <a:pt x="299677" y="590900"/>
                  <a:pt x="286084" y="577306"/>
                  <a:pt x="286084" y="560536"/>
                </a:cubicBezTo>
                <a:cubicBezTo>
                  <a:pt x="286084" y="543767"/>
                  <a:pt x="299677" y="530173"/>
                  <a:pt x="316447" y="530173"/>
                </a:cubicBezTo>
                <a:close/>
                <a:moveTo>
                  <a:pt x="243892" y="530173"/>
                </a:moveTo>
                <a:cubicBezTo>
                  <a:pt x="260662" y="530173"/>
                  <a:pt x="274256" y="543767"/>
                  <a:pt x="274256" y="560536"/>
                </a:cubicBezTo>
                <a:cubicBezTo>
                  <a:pt x="274256" y="577306"/>
                  <a:pt x="260662" y="590900"/>
                  <a:pt x="243892" y="590900"/>
                </a:cubicBezTo>
                <a:cubicBezTo>
                  <a:pt x="227123" y="590900"/>
                  <a:pt x="213529" y="577306"/>
                  <a:pt x="213529" y="560536"/>
                </a:cubicBezTo>
                <a:cubicBezTo>
                  <a:pt x="213529" y="543767"/>
                  <a:pt x="227123" y="530173"/>
                  <a:pt x="243892" y="530173"/>
                </a:cubicBezTo>
                <a:close/>
                <a:moveTo>
                  <a:pt x="171339" y="530173"/>
                </a:moveTo>
                <a:cubicBezTo>
                  <a:pt x="188107" y="530173"/>
                  <a:pt x="201701" y="543767"/>
                  <a:pt x="201701" y="560536"/>
                </a:cubicBezTo>
                <a:cubicBezTo>
                  <a:pt x="201701" y="577306"/>
                  <a:pt x="188107" y="590900"/>
                  <a:pt x="171339" y="590900"/>
                </a:cubicBezTo>
                <a:cubicBezTo>
                  <a:pt x="154673" y="590900"/>
                  <a:pt x="141079" y="577306"/>
                  <a:pt x="141079" y="560536"/>
                </a:cubicBezTo>
                <a:cubicBezTo>
                  <a:pt x="141079" y="543767"/>
                  <a:pt x="154673" y="530173"/>
                  <a:pt x="171339" y="530173"/>
                </a:cubicBezTo>
                <a:close/>
                <a:moveTo>
                  <a:pt x="98904" y="530173"/>
                </a:moveTo>
                <a:cubicBezTo>
                  <a:pt x="115664" y="530173"/>
                  <a:pt x="129258" y="543767"/>
                  <a:pt x="129258" y="560536"/>
                </a:cubicBezTo>
                <a:cubicBezTo>
                  <a:pt x="129258" y="577306"/>
                  <a:pt x="115664" y="590900"/>
                  <a:pt x="98904" y="590900"/>
                </a:cubicBezTo>
                <a:cubicBezTo>
                  <a:pt x="82130" y="590900"/>
                  <a:pt x="68536" y="577306"/>
                  <a:pt x="68536" y="560536"/>
                </a:cubicBezTo>
                <a:cubicBezTo>
                  <a:pt x="68536" y="543767"/>
                  <a:pt x="82130" y="530173"/>
                  <a:pt x="98904" y="530173"/>
                </a:cubicBezTo>
                <a:close/>
                <a:moveTo>
                  <a:pt x="26349" y="530173"/>
                </a:moveTo>
                <a:cubicBezTo>
                  <a:pt x="43112" y="530173"/>
                  <a:pt x="56707" y="543767"/>
                  <a:pt x="56707" y="560536"/>
                </a:cubicBezTo>
                <a:cubicBezTo>
                  <a:pt x="56707" y="577306"/>
                  <a:pt x="43112" y="590900"/>
                  <a:pt x="26349" y="590900"/>
                </a:cubicBezTo>
                <a:cubicBezTo>
                  <a:pt x="17963" y="590900"/>
                  <a:pt x="10372" y="587502"/>
                  <a:pt x="4877" y="582007"/>
                </a:cubicBezTo>
                <a:lnTo>
                  <a:pt x="0" y="570232"/>
                </a:lnTo>
                <a:lnTo>
                  <a:pt x="0" y="550840"/>
                </a:lnTo>
                <a:lnTo>
                  <a:pt x="4877" y="539066"/>
                </a:lnTo>
                <a:cubicBezTo>
                  <a:pt x="10372" y="533572"/>
                  <a:pt x="17963" y="530173"/>
                  <a:pt x="26349" y="530173"/>
                </a:cubicBezTo>
                <a:close/>
                <a:moveTo>
                  <a:pt x="1673704" y="458486"/>
                </a:moveTo>
                <a:lnTo>
                  <a:pt x="1671744" y="497284"/>
                </a:lnTo>
                <a:lnTo>
                  <a:pt x="1664620" y="480084"/>
                </a:lnTo>
                <a:cubicBezTo>
                  <a:pt x="1664620" y="471700"/>
                  <a:pt x="1668019" y="464109"/>
                  <a:pt x="1673514" y="458614"/>
                </a:cubicBezTo>
                <a:close/>
                <a:moveTo>
                  <a:pt x="1622429" y="449721"/>
                </a:moveTo>
                <a:cubicBezTo>
                  <a:pt x="1639199" y="449721"/>
                  <a:pt x="1652792" y="463315"/>
                  <a:pt x="1652792" y="480084"/>
                </a:cubicBezTo>
                <a:cubicBezTo>
                  <a:pt x="1652792" y="496854"/>
                  <a:pt x="1639199" y="510448"/>
                  <a:pt x="1622429" y="510448"/>
                </a:cubicBezTo>
                <a:cubicBezTo>
                  <a:pt x="1605659" y="510448"/>
                  <a:pt x="1592066" y="496854"/>
                  <a:pt x="1592066" y="480084"/>
                </a:cubicBezTo>
                <a:cubicBezTo>
                  <a:pt x="1592066" y="463315"/>
                  <a:pt x="1605659" y="449721"/>
                  <a:pt x="1622429" y="449721"/>
                </a:cubicBezTo>
                <a:close/>
                <a:moveTo>
                  <a:pt x="1549874" y="449721"/>
                </a:moveTo>
                <a:cubicBezTo>
                  <a:pt x="1566644" y="449721"/>
                  <a:pt x="1580238" y="463315"/>
                  <a:pt x="1580238" y="480084"/>
                </a:cubicBezTo>
                <a:cubicBezTo>
                  <a:pt x="1580238" y="496854"/>
                  <a:pt x="1566644" y="510448"/>
                  <a:pt x="1549874" y="510448"/>
                </a:cubicBezTo>
                <a:cubicBezTo>
                  <a:pt x="1533105" y="510448"/>
                  <a:pt x="1519511" y="496854"/>
                  <a:pt x="1519511" y="480084"/>
                </a:cubicBezTo>
                <a:cubicBezTo>
                  <a:pt x="1519511" y="463315"/>
                  <a:pt x="1533105" y="449721"/>
                  <a:pt x="1549874" y="449721"/>
                </a:cubicBezTo>
                <a:close/>
                <a:moveTo>
                  <a:pt x="1477320" y="449721"/>
                </a:moveTo>
                <a:cubicBezTo>
                  <a:pt x="1494089" y="449721"/>
                  <a:pt x="1507683" y="463315"/>
                  <a:pt x="1507683" y="480084"/>
                </a:cubicBezTo>
                <a:cubicBezTo>
                  <a:pt x="1507683" y="496854"/>
                  <a:pt x="1494089" y="510448"/>
                  <a:pt x="1477320" y="510448"/>
                </a:cubicBezTo>
                <a:cubicBezTo>
                  <a:pt x="1460550" y="510448"/>
                  <a:pt x="1446956" y="496854"/>
                  <a:pt x="1446956" y="480084"/>
                </a:cubicBezTo>
                <a:cubicBezTo>
                  <a:pt x="1446956" y="463315"/>
                  <a:pt x="1460550" y="449721"/>
                  <a:pt x="1477320" y="449721"/>
                </a:cubicBezTo>
                <a:close/>
                <a:moveTo>
                  <a:pt x="1404765" y="449721"/>
                </a:moveTo>
                <a:cubicBezTo>
                  <a:pt x="1421535" y="449721"/>
                  <a:pt x="1435129" y="463315"/>
                  <a:pt x="1435129" y="480084"/>
                </a:cubicBezTo>
                <a:cubicBezTo>
                  <a:pt x="1435129" y="496854"/>
                  <a:pt x="1421535" y="510448"/>
                  <a:pt x="1404765" y="510448"/>
                </a:cubicBezTo>
                <a:cubicBezTo>
                  <a:pt x="1387996" y="510448"/>
                  <a:pt x="1374402" y="496854"/>
                  <a:pt x="1374402" y="480084"/>
                </a:cubicBezTo>
                <a:cubicBezTo>
                  <a:pt x="1374402" y="463315"/>
                  <a:pt x="1387996" y="449721"/>
                  <a:pt x="1404765" y="449721"/>
                </a:cubicBezTo>
                <a:close/>
                <a:moveTo>
                  <a:pt x="1332211" y="449721"/>
                </a:moveTo>
                <a:cubicBezTo>
                  <a:pt x="1348980" y="449721"/>
                  <a:pt x="1362574" y="463315"/>
                  <a:pt x="1362574" y="480084"/>
                </a:cubicBezTo>
                <a:cubicBezTo>
                  <a:pt x="1362574" y="496854"/>
                  <a:pt x="1348980" y="510448"/>
                  <a:pt x="1332211" y="510448"/>
                </a:cubicBezTo>
                <a:cubicBezTo>
                  <a:pt x="1315441" y="510448"/>
                  <a:pt x="1301847" y="496854"/>
                  <a:pt x="1301847" y="480084"/>
                </a:cubicBezTo>
                <a:cubicBezTo>
                  <a:pt x="1301847" y="463315"/>
                  <a:pt x="1315441" y="449721"/>
                  <a:pt x="1332211" y="449721"/>
                </a:cubicBezTo>
                <a:close/>
                <a:moveTo>
                  <a:pt x="1259656" y="449721"/>
                </a:moveTo>
                <a:cubicBezTo>
                  <a:pt x="1276426" y="449721"/>
                  <a:pt x="1290020" y="463315"/>
                  <a:pt x="1290020" y="480084"/>
                </a:cubicBezTo>
                <a:cubicBezTo>
                  <a:pt x="1290020" y="496854"/>
                  <a:pt x="1276426" y="510448"/>
                  <a:pt x="1259656" y="510448"/>
                </a:cubicBezTo>
                <a:cubicBezTo>
                  <a:pt x="1242887" y="510448"/>
                  <a:pt x="1229293" y="496854"/>
                  <a:pt x="1229293" y="480084"/>
                </a:cubicBezTo>
                <a:cubicBezTo>
                  <a:pt x="1229293" y="463315"/>
                  <a:pt x="1242887" y="449721"/>
                  <a:pt x="1259656" y="449721"/>
                </a:cubicBezTo>
                <a:close/>
                <a:moveTo>
                  <a:pt x="1187102" y="449721"/>
                </a:moveTo>
                <a:cubicBezTo>
                  <a:pt x="1203871" y="449721"/>
                  <a:pt x="1217465" y="463315"/>
                  <a:pt x="1217465" y="480084"/>
                </a:cubicBezTo>
                <a:cubicBezTo>
                  <a:pt x="1217465" y="496854"/>
                  <a:pt x="1203871" y="510448"/>
                  <a:pt x="1187102" y="510448"/>
                </a:cubicBezTo>
                <a:cubicBezTo>
                  <a:pt x="1170332" y="510448"/>
                  <a:pt x="1156738" y="496854"/>
                  <a:pt x="1156738" y="480084"/>
                </a:cubicBezTo>
                <a:cubicBezTo>
                  <a:pt x="1156738" y="463315"/>
                  <a:pt x="1170332" y="449721"/>
                  <a:pt x="1187102" y="449721"/>
                </a:cubicBezTo>
                <a:close/>
                <a:moveTo>
                  <a:pt x="1114547" y="449721"/>
                </a:moveTo>
                <a:cubicBezTo>
                  <a:pt x="1131317" y="449721"/>
                  <a:pt x="1144911" y="463315"/>
                  <a:pt x="1144911" y="480084"/>
                </a:cubicBezTo>
                <a:cubicBezTo>
                  <a:pt x="1144911" y="496854"/>
                  <a:pt x="1131317" y="510448"/>
                  <a:pt x="1114547" y="510448"/>
                </a:cubicBezTo>
                <a:cubicBezTo>
                  <a:pt x="1097778" y="510448"/>
                  <a:pt x="1084184" y="496854"/>
                  <a:pt x="1084184" y="480084"/>
                </a:cubicBezTo>
                <a:cubicBezTo>
                  <a:pt x="1084184" y="463315"/>
                  <a:pt x="1097778" y="449721"/>
                  <a:pt x="1114547" y="449721"/>
                </a:cubicBezTo>
                <a:close/>
                <a:moveTo>
                  <a:pt x="1041993" y="449721"/>
                </a:moveTo>
                <a:cubicBezTo>
                  <a:pt x="1058762" y="449721"/>
                  <a:pt x="1072356" y="463315"/>
                  <a:pt x="1072356" y="480084"/>
                </a:cubicBezTo>
                <a:cubicBezTo>
                  <a:pt x="1072356" y="496854"/>
                  <a:pt x="1058762" y="510448"/>
                  <a:pt x="1041993" y="510448"/>
                </a:cubicBezTo>
                <a:cubicBezTo>
                  <a:pt x="1025223" y="510448"/>
                  <a:pt x="1011629" y="496854"/>
                  <a:pt x="1011629" y="480084"/>
                </a:cubicBezTo>
                <a:cubicBezTo>
                  <a:pt x="1011629" y="463315"/>
                  <a:pt x="1025223" y="449721"/>
                  <a:pt x="1041993" y="449721"/>
                </a:cubicBezTo>
                <a:close/>
                <a:moveTo>
                  <a:pt x="969438" y="449721"/>
                </a:moveTo>
                <a:cubicBezTo>
                  <a:pt x="986208" y="449721"/>
                  <a:pt x="999801" y="463315"/>
                  <a:pt x="999801" y="480084"/>
                </a:cubicBezTo>
                <a:cubicBezTo>
                  <a:pt x="999801" y="496854"/>
                  <a:pt x="986208" y="510448"/>
                  <a:pt x="969438" y="510448"/>
                </a:cubicBezTo>
                <a:cubicBezTo>
                  <a:pt x="952669" y="510448"/>
                  <a:pt x="939075" y="496854"/>
                  <a:pt x="939075" y="480084"/>
                </a:cubicBezTo>
                <a:cubicBezTo>
                  <a:pt x="939075" y="463315"/>
                  <a:pt x="952669" y="449721"/>
                  <a:pt x="969438" y="449721"/>
                </a:cubicBezTo>
                <a:close/>
                <a:moveTo>
                  <a:pt x="896883" y="449721"/>
                </a:moveTo>
                <a:cubicBezTo>
                  <a:pt x="913653" y="449721"/>
                  <a:pt x="927247" y="463315"/>
                  <a:pt x="927247" y="480084"/>
                </a:cubicBezTo>
                <a:cubicBezTo>
                  <a:pt x="927247" y="496854"/>
                  <a:pt x="913653" y="510448"/>
                  <a:pt x="896883" y="510448"/>
                </a:cubicBezTo>
                <a:cubicBezTo>
                  <a:pt x="880114" y="510448"/>
                  <a:pt x="866520" y="496854"/>
                  <a:pt x="866520" y="480084"/>
                </a:cubicBezTo>
                <a:cubicBezTo>
                  <a:pt x="866520" y="463315"/>
                  <a:pt x="880114" y="449721"/>
                  <a:pt x="896883" y="449721"/>
                </a:cubicBezTo>
                <a:close/>
                <a:moveTo>
                  <a:pt x="824329" y="449721"/>
                </a:moveTo>
                <a:cubicBezTo>
                  <a:pt x="841098" y="449721"/>
                  <a:pt x="854692" y="463315"/>
                  <a:pt x="854692" y="480084"/>
                </a:cubicBezTo>
                <a:cubicBezTo>
                  <a:pt x="854692" y="496854"/>
                  <a:pt x="841098" y="510448"/>
                  <a:pt x="824329" y="510448"/>
                </a:cubicBezTo>
                <a:cubicBezTo>
                  <a:pt x="807559" y="510448"/>
                  <a:pt x="793965" y="496854"/>
                  <a:pt x="793965" y="480084"/>
                </a:cubicBezTo>
                <a:cubicBezTo>
                  <a:pt x="793965" y="463315"/>
                  <a:pt x="807559" y="449721"/>
                  <a:pt x="824329" y="449721"/>
                </a:cubicBezTo>
                <a:close/>
                <a:moveTo>
                  <a:pt x="751774" y="449721"/>
                </a:moveTo>
                <a:cubicBezTo>
                  <a:pt x="768544" y="449721"/>
                  <a:pt x="782138" y="463315"/>
                  <a:pt x="782138" y="480084"/>
                </a:cubicBezTo>
                <a:cubicBezTo>
                  <a:pt x="782138" y="496854"/>
                  <a:pt x="768544" y="510448"/>
                  <a:pt x="751774" y="510448"/>
                </a:cubicBezTo>
                <a:cubicBezTo>
                  <a:pt x="735005" y="510448"/>
                  <a:pt x="721411" y="496854"/>
                  <a:pt x="721411" y="480084"/>
                </a:cubicBezTo>
                <a:cubicBezTo>
                  <a:pt x="721411" y="463315"/>
                  <a:pt x="735005" y="449721"/>
                  <a:pt x="751774" y="449721"/>
                </a:cubicBezTo>
                <a:close/>
                <a:moveTo>
                  <a:pt x="679220" y="449721"/>
                </a:moveTo>
                <a:cubicBezTo>
                  <a:pt x="695989" y="449721"/>
                  <a:pt x="709583" y="463315"/>
                  <a:pt x="709583" y="480084"/>
                </a:cubicBezTo>
                <a:cubicBezTo>
                  <a:pt x="709583" y="496854"/>
                  <a:pt x="695989" y="510448"/>
                  <a:pt x="679220" y="510448"/>
                </a:cubicBezTo>
                <a:cubicBezTo>
                  <a:pt x="662450" y="510448"/>
                  <a:pt x="648856" y="496854"/>
                  <a:pt x="648856" y="480084"/>
                </a:cubicBezTo>
                <a:cubicBezTo>
                  <a:pt x="648856" y="463315"/>
                  <a:pt x="662450" y="449721"/>
                  <a:pt x="679220" y="449721"/>
                </a:cubicBezTo>
                <a:close/>
                <a:moveTo>
                  <a:pt x="606665" y="449721"/>
                </a:moveTo>
                <a:cubicBezTo>
                  <a:pt x="623435" y="449721"/>
                  <a:pt x="637029" y="463315"/>
                  <a:pt x="637029" y="480084"/>
                </a:cubicBezTo>
                <a:cubicBezTo>
                  <a:pt x="637029" y="496854"/>
                  <a:pt x="623435" y="510448"/>
                  <a:pt x="606665" y="510448"/>
                </a:cubicBezTo>
                <a:cubicBezTo>
                  <a:pt x="589896" y="510448"/>
                  <a:pt x="576302" y="496854"/>
                  <a:pt x="576302" y="480084"/>
                </a:cubicBezTo>
                <a:cubicBezTo>
                  <a:pt x="576302" y="463315"/>
                  <a:pt x="589896" y="449721"/>
                  <a:pt x="606665" y="449721"/>
                </a:cubicBezTo>
                <a:close/>
                <a:moveTo>
                  <a:pt x="534111" y="449721"/>
                </a:moveTo>
                <a:cubicBezTo>
                  <a:pt x="550880" y="449721"/>
                  <a:pt x="564474" y="463315"/>
                  <a:pt x="564474" y="480084"/>
                </a:cubicBezTo>
                <a:cubicBezTo>
                  <a:pt x="564474" y="496854"/>
                  <a:pt x="550880" y="510448"/>
                  <a:pt x="534111" y="510448"/>
                </a:cubicBezTo>
                <a:cubicBezTo>
                  <a:pt x="517341" y="510448"/>
                  <a:pt x="503747" y="496854"/>
                  <a:pt x="503747" y="480084"/>
                </a:cubicBezTo>
                <a:cubicBezTo>
                  <a:pt x="503747" y="463315"/>
                  <a:pt x="517341" y="449721"/>
                  <a:pt x="534111" y="449721"/>
                </a:cubicBezTo>
                <a:close/>
                <a:moveTo>
                  <a:pt x="461556" y="449721"/>
                </a:moveTo>
                <a:cubicBezTo>
                  <a:pt x="478326" y="449721"/>
                  <a:pt x="491920" y="463315"/>
                  <a:pt x="491920" y="480084"/>
                </a:cubicBezTo>
                <a:cubicBezTo>
                  <a:pt x="491920" y="496854"/>
                  <a:pt x="478326" y="510448"/>
                  <a:pt x="461556" y="510448"/>
                </a:cubicBezTo>
                <a:cubicBezTo>
                  <a:pt x="444787" y="510448"/>
                  <a:pt x="431192" y="496854"/>
                  <a:pt x="431192" y="480084"/>
                </a:cubicBezTo>
                <a:cubicBezTo>
                  <a:pt x="431192" y="463315"/>
                  <a:pt x="444787" y="449721"/>
                  <a:pt x="461556" y="449721"/>
                </a:cubicBezTo>
                <a:close/>
                <a:moveTo>
                  <a:pt x="389002" y="449721"/>
                </a:moveTo>
                <a:cubicBezTo>
                  <a:pt x="405771" y="449721"/>
                  <a:pt x="419365" y="463315"/>
                  <a:pt x="419365" y="480084"/>
                </a:cubicBezTo>
                <a:cubicBezTo>
                  <a:pt x="419365" y="496854"/>
                  <a:pt x="405771" y="510448"/>
                  <a:pt x="389002" y="510448"/>
                </a:cubicBezTo>
                <a:cubicBezTo>
                  <a:pt x="372232" y="510448"/>
                  <a:pt x="358638" y="496854"/>
                  <a:pt x="358638" y="480084"/>
                </a:cubicBezTo>
                <a:cubicBezTo>
                  <a:pt x="358638" y="463315"/>
                  <a:pt x="372232" y="449721"/>
                  <a:pt x="389002" y="449721"/>
                </a:cubicBezTo>
                <a:close/>
                <a:moveTo>
                  <a:pt x="316447" y="449721"/>
                </a:moveTo>
                <a:cubicBezTo>
                  <a:pt x="333216" y="449721"/>
                  <a:pt x="346810" y="463315"/>
                  <a:pt x="346810" y="480084"/>
                </a:cubicBezTo>
                <a:cubicBezTo>
                  <a:pt x="346810" y="496854"/>
                  <a:pt x="333216" y="510448"/>
                  <a:pt x="316447" y="510448"/>
                </a:cubicBezTo>
                <a:cubicBezTo>
                  <a:pt x="299677" y="510448"/>
                  <a:pt x="286084" y="496854"/>
                  <a:pt x="286084" y="480084"/>
                </a:cubicBezTo>
                <a:cubicBezTo>
                  <a:pt x="286084" y="463315"/>
                  <a:pt x="299677" y="449721"/>
                  <a:pt x="316447" y="449721"/>
                </a:cubicBezTo>
                <a:close/>
                <a:moveTo>
                  <a:pt x="243892" y="449721"/>
                </a:moveTo>
                <a:cubicBezTo>
                  <a:pt x="260662" y="449721"/>
                  <a:pt x="274256" y="463315"/>
                  <a:pt x="274256" y="480084"/>
                </a:cubicBezTo>
                <a:cubicBezTo>
                  <a:pt x="274256" y="496854"/>
                  <a:pt x="260662" y="510448"/>
                  <a:pt x="243892" y="510448"/>
                </a:cubicBezTo>
                <a:cubicBezTo>
                  <a:pt x="227123" y="510448"/>
                  <a:pt x="213529" y="496854"/>
                  <a:pt x="213529" y="480084"/>
                </a:cubicBezTo>
                <a:cubicBezTo>
                  <a:pt x="213529" y="463315"/>
                  <a:pt x="227123" y="449721"/>
                  <a:pt x="243892" y="449721"/>
                </a:cubicBezTo>
                <a:close/>
                <a:moveTo>
                  <a:pt x="171339" y="449721"/>
                </a:moveTo>
                <a:cubicBezTo>
                  <a:pt x="188107" y="449721"/>
                  <a:pt x="201701" y="463315"/>
                  <a:pt x="201701" y="480084"/>
                </a:cubicBezTo>
                <a:cubicBezTo>
                  <a:pt x="201701" y="496854"/>
                  <a:pt x="188107" y="510448"/>
                  <a:pt x="171339" y="510448"/>
                </a:cubicBezTo>
                <a:cubicBezTo>
                  <a:pt x="154679" y="510448"/>
                  <a:pt x="141085" y="496854"/>
                  <a:pt x="141085" y="480084"/>
                </a:cubicBezTo>
                <a:cubicBezTo>
                  <a:pt x="141085" y="463315"/>
                  <a:pt x="154679" y="449721"/>
                  <a:pt x="171339" y="449721"/>
                </a:cubicBezTo>
                <a:close/>
                <a:moveTo>
                  <a:pt x="98910" y="449721"/>
                </a:moveTo>
                <a:cubicBezTo>
                  <a:pt x="115670" y="449721"/>
                  <a:pt x="129264" y="463315"/>
                  <a:pt x="129264" y="480084"/>
                </a:cubicBezTo>
                <a:cubicBezTo>
                  <a:pt x="129264" y="496854"/>
                  <a:pt x="115670" y="510448"/>
                  <a:pt x="98910" y="510448"/>
                </a:cubicBezTo>
                <a:cubicBezTo>
                  <a:pt x="82136" y="510448"/>
                  <a:pt x="68542" y="496854"/>
                  <a:pt x="68542" y="480084"/>
                </a:cubicBezTo>
                <a:cubicBezTo>
                  <a:pt x="68542" y="463315"/>
                  <a:pt x="82136" y="449721"/>
                  <a:pt x="98910" y="449721"/>
                </a:cubicBezTo>
                <a:close/>
                <a:moveTo>
                  <a:pt x="26355" y="449721"/>
                </a:moveTo>
                <a:cubicBezTo>
                  <a:pt x="43118" y="449721"/>
                  <a:pt x="56713" y="463315"/>
                  <a:pt x="56713" y="480084"/>
                </a:cubicBezTo>
                <a:cubicBezTo>
                  <a:pt x="56713" y="496854"/>
                  <a:pt x="43118" y="510448"/>
                  <a:pt x="26355" y="510448"/>
                </a:cubicBezTo>
                <a:cubicBezTo>
                  <a:pt x="17970" y="510448"/>
                  <a:pt x="10379" y="507050"/>
                  <a:pt x="4884" y="501555"/>
                </a:cubicBezTo>
                <a:lnTo>
                  <a:pt x="0" y="489763"/>
                </a:lnTo>
                <a:lnTo>
                  <a:pt x="0" y="470405"/>
                </a:lnTo>
                <a:lnTo>
                  <a:pt x="4884" y="458614"/>
                </a:lnTo>
                <a:cubicBezTo>
                  <a:pt x="10379" y="453120"/>
                  <a:pt x="17970" y="449721"/>
                  <a:pt x="26355" y="449721"/>
                </a:cubicBezTo>
                <a:close/>
                <a:moveTo>
                  <a:pt x="1673066" y="379245"/>
                </a:moveTo>
                <a:lnTo>
                  <a:pt x="1675237" y="422266"/>
                </a:lnTo>
                <a:lnTo>
                  <a:pt x="1673514" y="421103"/>
                </a:lnTo>
                <a:cubicBezTo>
                  <a:pt x="1668019" y="415609"/>
                  <a:pt x="1664620" y="408017"/>
                  <a:pt x="1664620" y="399633"/>
                </a:cubicBezTo>
                <a:close/>
                <a:moveTo>
                  <a:pt x="1622429" y="369269"/>
                </a:moveTo>
                <a:cubicBezTo>
                  <a:pt x="1639199" y="369269"/>
                  <a:pt x="1652792" y="382864"/>
                  <a:pt x="1652792" y="399633"/>
                </a:cubicBezTo>
                <a:cubicBezTo>
                  <a:pt x="1652792" y="416402"/>
                  <a:pt x="1639199" y="429997"/>
                  <a:pt x="1622429" y="429997"/>
                </a:cubicBezTo>
                <a:cubicBezTo>
                  <a:pt x="1605659" y="429997"/>
                  <a:pt x="1592066" y="416402"/>
                  <a:pt x="1592066" y="399633"/>
                </a:cubicBezTo>
                <a:cubicBezTo>
                  <a:pt x="1592066" y="382864"/>
                  <a:pt x="1605659" y="369269"/>
                  <a:pt x="1622429" y="369269"/>
                </a:cubicBezTo>
                <a:close/>
                <a:moveTo>
                  <a:pt x="1549874" y="369269"/>
                </a:moveTo>
                <a:cubicBezTo>
                  <a:pt x="1566644" y="369269"/>
                  <a:pt x="1580238" y="382864"/>
                  <a:pt x="1580238" y="399633"/>
                </a:cubicBezTo>
                <a:cubicBezTo>
                  <a:pt x="1580238" y="416402"/>
                  <a:pt x="1566644" y="429997"/>
                  <a:pt x="1549874" y="429997"/>
                </a:cubicBezTo>
                <a:cubicBezTo>
                  <a:pt x="1533105" y="429997"/>
                  <a:pt x="1519511" y="416402"/>
                  <a:pt x="1519511" y="399633"/>
                </a:cubicBezTo>
                <a:cubicBezTo>
                  <a:pt x="1519511" y="382864"/>
                  <a:pt x="1533105" y="369269"/>
                  <a:pt x="1549874" y="369269"/>
                </a:cubicBezTo>
                <a:close/>
                <a:moveTo>
                  <a:pt x="1477320" y="369269"/>
                </a:moveTo>
                <a:cubicBezTo>
                  <a:pt x="1494089" y="369269"/>
                  <a:pt x="1507683" y="382864"/>
                  <a:pt x="1507683" y="399633"/>
                </a:cubicBezTo>
                <a:cubicBezTo>
                  <a:pt x="1507683" y="416402"/>
                  <a:pt x="1494089" y="429997"/>
                  <a:pt x="1477320" y="429997"/>
                </a:cubicBezTo>
                <a:cubicBezTo>
                  <a:pt x="1460550" y="429997"/>
                  <a:pt x="1446956" y="416402"/>
                  <a:pt x="1446956" y="399633"/>
                </a:cubicBezTo>
                <a:cubicBezTo>
                  <a:pt x="1446956" y="382864"/>
                  <a:pt x="1460550" y="369269"/>
                  <a:pt x="1477320" y="369269"/>
                </a:cubicBezTo>
                <a:close/>
                <a:moveTo>
                  <a:pt x="1404765" y="369269"/>
                </a:moveTo>
                <a:cubicBezTo>
                  <a:pt x="1421535" y="369269"/>
                  <a:pt x="1435129" y="382864"/>
                  <a:pt x="1435129" y="399633"/>
                </a:cubicBezTo>
                <a:cubicBezTo>
                  <a:pt x="1435129" y="416402"/>
                  <a:pt x="1421535" y="429997"/>
                  <a:pt x="1404765" y="429997"/>
                </a:cubicBezTo>
                <a:cubicBezTo>
                  <a:pt x="1387996" y="429997"/>
                  <a:pt x="1374402" y="416402"/>
                  <a:pt x="1374402" y="399633"/>
                </a:cubicBezTo>
                <a:cubicBezTo>
                  <a:pt x="1374402" y="382864"/>
                  <a:pt x="1387996" y="369269"/>
                  <a:pt x="1404765" y="369269"/>
                </a:cubicBezTo>
                <a:close/>
                <a:moveTo>
                  <a:pt x="1332211" y="369269"/>
                </a:moveTo>
                <a:cubicBezTo>
                  <a:pt x="1348980" y="369269"/>
                  <a:pt x="1362574" y="382864"/>
                  <a:pt x="1362574" y="399633"/>
                </a:cubicBezTo>
                <a:cubicBezTo>
                  <a:pt x="1362574" y="416402"/>
                  <a:pt x="1348980" y="429997"/>
                  <a:pt x="1332211" y="429997"/>
                </a:cubicBezTo>
                <a:cubicBezTo>
                  <a:pt x="1315441" y="429997"/>
                  <a:pt x="1301847" y="416402"/>
                  <a:pt x="1301847" y="399633"/>
                </a:cubicBezTo>
                <a:cubicBezTo>
                  <a:pt x="1301847" y="382864"/>
                  <a:pt x="1315441" y="369269"/>
                  <a:pt x="1332211" y="369269"/>
                </a:cubicBezTo>
                <a:close/>
                <a:moveTo>
                  <a:pt x="1259656" y="369269"/>
                </a:moveTo>
                <a:cubicBezTo>
                  <a:pt x="1276426" y="369269"/>
                  <a:pt x="1290020" y="382864"/>
                  <a:pt x="1290020" y="399633"/>
                </a:cubicBezTo>
                <a:cubicBezTo>
                  <a:pt x="1290020" y="416402"/>
                  <a:pt x="1276426" y="429997"/>
                  <a:pt x="1259656" y="429997"/>
                </a:cubicBezTo>
                <a:cubicBezTo>
                  <a:pt x="1242887" y="429997"/>
                  <a:pt x="1229293" y="416402"/>
                  <a:pt x="1229293" y="399633"/>
                </a:cubicBezTo>
                <a:cubicBezTo>
                  <a:pt x="1229293" y="382864"/>
                  <a:pt x="1242887" y="369269"/>
                  <a:pt x="1259656" y="369269"/>
                </a:cubicBezTo>
                <a:close/>
                <a:moveTo>
                  <a:pt x="1187102" y="369269"/>
                </a:moveTo>
                <a:cubicBezTo>
                  <a:pt x="1203871" y="369269"/>
                  <a:pt x="1217465" y="382864"/>
                  <a:pt x="1217465" y="399633"/>
                </a:cubicBezTo>
                <a:cubicBezTo>
                  <a:pt x="1217465" y="416402"/>
                  <a:pt x="1203871" y="429997"/>
                  <a:pt x="1187102" y="429997"/>
                </a:cubicBezTo>
                <a:cubicBezTo>
                  <a:pt x="1170332" y="429997"/>
                  <a:pt x="1156738" y="416402"/>
                  <a:pt x="1156738" y="399633"/>
                </a:cubicBezTo>
                <a:cubicBezTo>
                  <a:pt x="1156738" y="382864"/>
                  <a:pt x="1170332" y="369269"/>
                  <a:pt x="1187102" y="369269"/>
                </a:cubicBezTo>
                <a:close/>
                <a:moveTo>
                  <a:pt x="1114547" y="369269"/>
                </a:moveTo>
                <a:cubicBezTo>
                  <a:pt x="1131317" y="369269"/>
                  <a:pt x="1144911" y="382864"/>
                  <a:pt x="1144911" y="399633"/>
                </a:cubicBezTo>
                <a:cubicBezTo>
                  <a:pt x="1144911" y="416402"/>
                  <a:pt x="1131317" y="429997"/>
                  <a:pt x="1114547" y="429997"/>
                </a:cubicBezTo>
                <a:cubicBezTo>
                  <a:pt x="1097778" y="429997"/>
                  <a:pt x="1084184" y="416402"/>
                  <a:pt x="1084184" y="399633"/>
                </a:cubicBezTo>
                <a:cubicBezTo>
                  <a:pt x="1084184" y="382864"/>
                  <a:pt x="1097778" y="369269"/>
                  <a:pt x="1114547" y="369269"/>
                </a:cubicBezTo>
                <a:close/>
                <a:moveTo>
                  <a:pt x="1041993" y="369269"/>
                </a:moveTo>
                <a:cubicBezTo>
                  <a:pt x="1058762" y="369269"/>
                  <a:pt x="1072356" y="382864"/>
                  <a:pt x="1072356" y="399633"/>
                </a:cubicBezTo>
                <a:cubicBezTo>
                  <a:pt x="1072356" y="416402"/>
                  <a:pt x="1058762" y="429997"/>
                  <a:pt x="1041993" y="429997"/>
                </a:cubicBezTo>
                <a:cubicBezTo>
                  <a:pt x="1025223" y="429997"/>
                  <a:pt x="1011629" y="416402"/>
                  <a:pt x="1011629" y="399633"/>
                </a:cubicBezTo>
                <a:cubicBezTo>
                  <a:pt x="1011629" y="382864"/>
                  <a:pt x="1025223" y="369269"/>
                  <a:pt x="1041993" y="369269"/>
                </a:cubicBezTo>
                <a:close/>
                <a:moveTo>
                  <a:pt x="969438" y="369269"/>
                </a:moveTo>
                <a:cubicBezTo>
                  <a:pt x="986208" y="369269"/>
                  <a:pt x="999801" y="382864"/>
                  <a:pt x="999801" y="399633"/>
                </a:cubicBezTo>
                <a:cubicBezTo>
                  <a:pt x="999801" y="416402"/>
                  <a:pt x="986208" y="429997"/>
                  <a:pt x="969438" y="429997"/>
                </a:cubicBezTo>
                <a:cubicBezTo>
                  <a:pt x="952669" y="429997"/>
                  <a:pt x="939075" y="416402"/>
                  <a:pt x="939075" y="399633"/>
                </a:cubicBezTo>
                <a:cubicBezTo>
                  <a:pt x="939075" y="382864"/>
                  <a:pt x="952669" y="369269"/>
                  <a:pt x="969438" y="369269"/>
                </a:cubicBezTo>
                <a:close/>
                <a:moveTo>
                  <a:pt x="896883" y="369269"/>
                </a:moveTo>
                <a:cubicBezTo>
                  <a:pt x="913653" y="369269"/>
                  <a:pt x="927247" y="382864"/>
                  <a:pt x="927247" y="399633"/>
                </a:cubicBezTo>
                <a:cubicBezTo>
                  <a:pt x="927247" y="416402"/>
                  <a:pt x="913653" y="429997"/>
                  <a:pt x="896883" y="429997"/>
                </a:cubicBezTo>
                <a:cubicBezTo>
                  <a:pt x="880114" y="429997"/>
                  <a:pt x="866520" y="416402"/>
                  <a:pt x="866520" y="399633"/>
                </a:cubicBezTo>
                <a:cubicBezTo>
                  <a:pt x="866520" y="382864"/>
                  <a:pt x="880114" y="369269"/>
                  <a:pt x="896883" y="369269"/>
                </a:cubicBezTo>
                <a:close/>
                <a:moveTo>
                  <a:pt x="824329" y="369269"/>
                </a:moveTo>
                <a:cubicBezTo>
                  <a:pt x="841098" y="369269"/>
                  <a:pt x="854692" y="382864"/>
                  <a:pt x="854692" y="399633"/>
                </a:cubicBezTo>
                <a:cubicBezTo>
                  <a:pt x="854692" y="416402"/>
                  <a:pt x="841098" y="429997"/>
                  <a:pt x="824329" y="429997"/>
                </a:cubicBezTo>
                <a:cubicBezTo>
                  <a:pt x="807559" y="429997"/>
                  <a:pt x="793965" y="416402"/>
                  <a:pt x="793965" y="399633"/>
                </a:cubicBezTo>
                <a:cubicBezTo>
                  <a:pt x="793965" y="382864"/>
                  <a:pt x="807559" y="369269"/>
                  <a:pt x="824329" y="369269"/>
                </a:cubicBezTo>
                <a:close/>
                <a:moveTo>
                  <a:pt x="751774" y="369269"/>
                </a:moveTo>
                <a:cubicBezTo>
                  <a:pt x="768544" y="369269"/>
                  <a:pt x="782138" y="382864"/>
                  <a:pt x="782138" y="399633"/>
                </a:cubicBezTo>
                <a:cubicBezTo>
                  <a:pt x="782138" y="416402"/>
                  <a:pt x="768544" y="429997"/>
                  <a:pt x="751774" y="429997"/>
                </a:cubicBezTo>
                <a:cubicBezTo>
                  <a:pt x="735005" y="429997"/>
                  <a:pt x="721411" y="416402"/>
                  <a:pt x="721411" y="399633"/>
                </a:cubicBezTo>
                <a:cubicBezTo>
                  <a:pt x="721411" y="382864"/>
                  <a:pt x="735005" y="369269"/>
                  <a:pt x="751774" y="369269"/>
                </a:cubicBezTo>
                <a:close/>
                <a:moveTo>
                  <a:pt x="679220" y="369269"/>
                </a:moveTo>
                <a:cubicBezTo>
                  <a:pt x="695989" y="369269"/>
                  <a:pt x="709583" y="382864"/>
                  <a:pt x="709583" y="399633"/>
                </a:cubicBezTo>
                <a:cubicBezTo>
                  <a:pt x="709583" y="416402"/>
                  <a:pt x="695989" y="429997"/>
                  <a:pt x="679220" y="429997"/>
                </a:cubicBezTo>
                <a:cubicBezTo>
                  <a:pt x="662450" y="429997"/>
                  <a:pt x="648856" y="416402"/>
                  <a:pt x="648856" y="399633"/>
                </a:cubicBezTo>
                <a:cubicBezTo>
                  <a:pt x="648856" y="382864"/>
                  <a:pt x="662450" y="369269"/>
                  <a:pt x="679220" y="369269"/>
                </a:cubicBezTo>
                <a:close/>
                <a:moveTo>
                  <a:pt x="606665" y="369269"/>
                </a:moveTo>
                <a:cubicBezTo>
                  <a:pt x="623435" y="369269"/>
                  <a:pt x="637029" y="382864"/>
                  <a:pt x="637029" y="399633"/>
                </a:cubicBezTo>
                <a:cubicBezTo>
                  <a:pt x="637029" y="416402"/>
                  <a:pt x="623435" y="429997"/>
                  <a:pt x="606665" y="429997"/>
                </a:cubicBezTo>
                <a:cubicBezTo>
                  <a:pt x="589896" y="429997"/>
                  <a:pt x="576302" y="416402"/>
                  <a:pt x="576302" y="399633"/>
                </a:cubicBezTo>
                <a:cubicBezTo>
                  <a:pt x="576302" y="382864"/>
                  <a:pt x="589896" y="369269"/>
                  <a:pt x="606665" y="369269"/>
                </a:cubicBezTo>
                <a:close/>
                <a:moveTo>
                  <a:pt x="534111" y="369269"/>
                </a:moveTo>
                <a:cubicBezTo>
                  <a:pt x="550880" y="369269"/>
                  <a:pt x="564474" y="382864"/>
                  <a:pt x="564474" y="399633"/>
                </a:cubicBezTo>
                <a:cubicBezTo>
                  <a:pt x="564474" y="416402"/>
                  <a:pt x="550880" y="429997"/>
                  <a:pt x="534111" y="429997"/>
                </a:cubicBezTo>
                <a:cubicBezTo>
                  <a:pt x="517341" y="429997"/>
                  <a:pt x="503747" y="416402"/>
                  <a:pt x="503747" y="399633"/>
                </a:cubicBezTo>
                <a:cubicBezTo>
                  <a:pt x="503747" y="382864"/>
                  <a:pt x="517341" y="369269"/>
                  <a:pt x="534111" y="369269"/>
                </a:cubicBezTo>
                <a:close/>
                <a:moveTo>
                  <a:pt x="461556" y="369269"/>
                </a:moveTo>
                <a:cubicBezTo>
                  <a:pt x="478326" y="369269"/>
                  <a:pt x="491920" y="382864"/>
                  <a:pt x="491920" y="399633"/>
                </a:cubicBezTo>
                <a:cubicBezTo>
                  <a:pt x="491920" y="416402"/>
                  <a:pt x="478326" y="429997"/>
                  <a:pt x="461556" y="429997"/>
                </a:cubicBezTo>
                <a:cubicBezTo>
                  <a:pt x="444787" y="429997"/>
                  <a:pt x="431192" y="416402"/>
                  <a:pt x="431192" y="399633"/>
                </a:cubicBezTo>
                <a:cubicBezTo>
                  <a:pt x="431192" y="382864"/>
                  <a:pt x="444787" y="369269"/>
                  <a:pt x="461556" y="369269"/>
                </a:cubicBezTo>
                <a:close/>
                <a:moveTo>
                  <a:pt x="389002" y="369269"/>
                </a:moveTo>
                <a:cubicBezTo>
                  <a:pt x="405771" y="369269"/>
                  <a:pt x="419365" y="382864"/>
                  <a:pt x="419365" y="399633"/>
                </a:cubicBezTo>
                <a:cubicBezTo>
                  <a:pt x="419365" y="416402"/>
                  <a:pt x="405771" y="429997"/>
                  <a:pt x="389002" y="429997"/>
                </a:cubicBezTo>
                <a:cubicBezTo>
                  <a:pt x="372232" y="429997"/>
                  <a:pt x="358638" y="416402"/>
                  <a:pt x="358638" y="399633"/>
                </a:cubicBezTo>
                <a:cubicBezTo>
                  <a:pt x="358638" y="382864"/>
                  <a:pt x="372232" y="369269"/>
                  <a:pt x="389002" y="369269"/>
                </a:cubicBezTo>
                <a:close/>
                <a:moveTo>
                  <a:pt x="316447" y="369269"/>
                </a:moveTo>
                <a:cubicBezTo>
                  <a:pt x="333216" y="369269"/>
                  <a:pt x="346810" y="382864"/>
                  <a:pt x="346810" y="399633"/>
                </a:cubicBezTo>
                <a:cubicBezTo>
                  <a:pt x="346810" y="416402"/>
                  <a:pt x="333216" y="429997"/>
                  <a:pt x="316447" y="429997"/>
                </a:cubicBezTo>
                <a:cubicBezTo>
                  <a:pt x="299677" y="429997"/>
                  <a:pt x="286084" y="416402"/>
                  <a:pt x="286084" y="399633"/>
                </a:cubicBezTo>
                <a:cubicBezTo>
                  <a:pt x="286084" y="382864"/>
                  <a:pt x="299677" y="369269"/>
                  <a:pt x="316447" y="369269"/>
                </a:cubicBezTo>
                <a:close/>
                <a:moveTo>
                  <a:pt x="243892" y="369269"/>
                </a:moveTo>
                <a:cubicBezTo>
                  <a:pt x="260662" y="369269"/>
                  <a:pt x="274256" y="382864"/>
                  <a:pt x="274256" y="399633"/>
                </a:cubicBezTo>
                <a:cubicBezTo>
                  <a:pt x="274256" y="416402"/>
                  <a:pt x="260662" y="429997"/>
                  <a:pt x="243892" y="429997"/>
                </a:cubicBezTo>
                <a:cubicBezTo>
                  <a:pt x="227123" y="429997"/>
                  <a:pt x="213529" y="416402"/>
                  <a:pt x="213529" y="399633"/>
                </a:cubicBezTo>
                <a:cubicBezTo>
                  <a:pt x="213529" y="382864"/>
                  <a:pt x="227123" y="369269"/>
                  <a:pt x="243892" y="369269"/>
                </a:cubicBezTo>
                <a:close/>
                <a:moveTo>
                  <a:pt x="171339" y="369269"/>
                </a:moveTo>
                <a:cubicBezTo>
                  <a:pt x="188107" y="369269"/>
                  <a:pt x="201701" y="382864"/>
                  <a:pt x="201701" y="399633"/>
                </a:cubicBezTo>
                <a:cubicBezTo>
                  <a:pt x="201701" y="416402"/>
                  <a:pt x="188107" y="429997"/>
                  <a:pt x="171339" y="429997"/>
                </a:cubicBezTo>
                <a:cubicBezTo>
                  <a:pt x="154685" y="429997"/>
                  <a:pt x="141090" y="416402"/>
                  <a:pt x="141090" y="399633"/>
                </a:cubicBezTo>
                <a:cubicBezTo>
                  <a:pt x="141090" y="382864"/>
                  <a:pt x="154685" y="369269"/>
                  <a:pt x="171339" y="369269"/>
                </a:cubicBezTo>
                <a:close/>
                <a:moveTo>
                  <a:pt x="98917" y="369269"/>
                </a:moveTo>
                <a:cubicBezTo>
                  <a:pt x="115677" y="369269"/>
                  <a:pt x="129270" y="382864"/>
                  <a:pt x="129270" y="399633"/>
                </a:cubicBezTo>
                <a:cubicBezTo>
                  <a:pt x="129270" y="416402"/>
                  <a:pt x="115677" y="429997"/>
                  <a:pt x="98917" y="429997"/>
                </a:cubicBezTo>
                <a:cubicBezTo>
                  <a:pt x="82143" y="429997"/>
                  <a:pt x="68549" y="416402"/>
                  <a:pt x="68549" y="399633"/>
                </a:cubicBezTo>
                <a:cubicBezTo>
                  <a:pt x="68549" y="382864"/>
                  <a:pt x="82143" y="369269"/>
                  <a:pt x="98917" y="369269"/>
                </a:cubicBezTo>
                <a:close/>
                <a:moveTo>
                  <a:pt x="26362" y="369269"/>
                </a:moveTo>
                <a:cubicBezTo>
                  <a:pt x="43124" y="369269"/>
                  <a:pt x="56719" y="382864"/>
                  <a:pt x="56719" y="399633"/>
                </a:cubicBezTo>
                <a:cubicBezTo>
                  <a:pt x="56719" y="416402"/>
                  <a:pt x="43124" y="429997"/>
                  <a:pt x="26362" y="429997"/>
                </a:cubicBezTo>
                <a:cubicBezTo>
                  <a:pt x="17976" y="429997"/>
                  <a:pt x="10385" y="426598"/>
                  <a:pt x="4890" y="421103"/>
                </a:cubicBezTo>
                <a:lnTo>
                  <a:pt x="0" y="409299"/>
                </a:lnTo>
                <a:lnTo>
                  <a:pt x="0" y="389967"/>
                </a:lnTo>
                <a:lnTo>
                  <a:pt x="4890" y="378163"/>
                </a:lnTo>
                <a:cubicBezTo>
                  <a:pt x="10385" y="372668"/>
                  <a:pt x="17976" y="369269"/>
                  <a:pt x="26362" y="369269"/>
                </a:cubicBezTo>
                <a:close/>
                <a:moveTo>
                  <a:pt x="1669444" y="307535"/>
                </a:moveTo>
                <a:lnTo>
                  <a:pt x="1670784" y="334061"/>
                </a:lnTo>
                <a:lnTo>
                  <a:pt x="1664620" y="319181"/>
                </a:lnTo>
                <a:close/>
                <a:moveTo>
                  <a:pt x="1622429" y="288818"/>
                </a:moveTo>
                <a:cubicBezTo>
                  <a:pt x="1639199" y="288818"/>
                  <a:pt x="1652792" y="302412"/>
                  <a:pt x="1652792" y="319181"/>
                </a:cubicBezTo>
                <a:cubicBezTo>
                  <a:pt x="1652792" y="335950"/>
                  <a:pt x="1639199" y="349545"/>
                  <a:pt x="1622429" y="349545"/>
                </a:cubicBezTo>
                <a:cubicBezTo>
                  <a:pt x="1605659" y="349545"/>
                  <a:pt x="1592066" y="335950"/>
                  <a:pt x="1592066" y="319181"/>
                </a:cubicBezTo>
                <a:cubicBezTo>
                  <a:pt x="1592066" y="302412"/>
                  <a:pt x="1605659" y="288818"/>
                  <a:pt x="1622429" y="288818"/>
                </a:cubicBezTo>
                <a:close/>
                <a:moveTo>
                  <a:pt x="1549874" y="288818"/>
                </a:moveTo>
                <a:cubicBezTo>
                  <a:pt x="1566644" y="288818"/>
                  <a:pt x="1580238" y="302412"/>
                  <a:pt x="1580238" y="319181"/>
                </a:cubicBezTo>
                <a:cubicBezTo>
                  <a:pt x="1580238" y="335950"/>
                  <a:pt x="1566644" y="349545"/>
                  <a:pt x="1549874" y="349545"/>
                </a:cubicBezTo>
                <a:cubicBezTo>
                  <a:pt x="1533105" y="349545"/>
                  <a:pt x="1519511" y="335950"/>
                  <a:pt x="1519511" y="319181"/>
                </a:cubicBezTo>
                <a:cubicBezTo>
                  <a:pt x="1519511" y="302412"/>
                  <a:pt x="1533105" y="288818"/>
                  <a:pt x="1549874" y="288818"/>
                </a:cubicBezTo>
                <a:close/>
                <a:moveTo>
                  <a:pt x="1477320" y="288818"/>
                </a:moveTo>
                <a:cubicBezTo>
                  <a:pt x="1494089" y="288818"/>
                  <a:pt x="1507683" y="302412"/>
                  <a:pt x="1507683" y="319181"/>
                </a:cubicBezTo>
                <a:cubicBezTo>
                  <a:pt x="1507683" y="335950"/>
                  <a:pt x="1494089" y="349545"/>
                  <a:pt x="1477320" y="349545"/>
                </a:cubicBezTo>
                <a:cubicBezTo>
                  <a:pt x="1460550" y="349545"/>
                  <a:pt x="1446956" y="335950"/>
                  <a:pt x="1446956" y="319181"/>
                </a:cubicBezTo>
                <a:cubicBezTo>
                  <a:pt x="1446956" y="302412"/>
                  <a:pt x="1460550" y="288818"/>
                  <a:pt x="1477320" y="288818"/>
                </a:cubicBezTo>
                <a:close/>
                <a:moveTo>
                  <a:pt x="1404765" y="288818"/>
                </a:moveTo>
                <a:cubicBezTo>
                  <a:pt x="1421535" y="288818"/>
                  <a:pt x="1435129" y="302412"/>
                  <a:pt x="1435129" y="319181"/>
                </a:cubicBezTo>
                <a:cubicBezTo>
                  <a:pt x="1435129" y="335950"/>
                  <a:pt x="1421535" y="349545"/>
                  <a:pt x="1404765" y="349545"/>
                </a:cubicBezTo>
                <a:cubicBezTo>
                  <a:pt x="1387996" y="349545"/>
                  <a:pt x="1374402" y="335950"/>
                  <a:pt x="1374402" y="319181"/>
                </a:cubicBezTo>
                <a:cubicBezTo>
                  <a:pt x="1374402" y="302412"/>
                  <a:pt x="1387996" y="288818"/>
                  <a:pt x="1404765" y="288818"/>
                </a:cubicBezTo>
                <a:close/>
                <a:moveTo>
                  <a:pt x="1332211" y="288818"/>
                </a:moveTo>
                <a:cubicBezTo>
                  <a:pt x="1348980" y="288818"/>
                  <a:pt x="1362574" y="302412"/>
                  <a:pt x="1362574" y="319181"/>
                </a:cubicBezTo>
                <a:cubicBezTo>
                  <a:pt x="1362574" y="335950"/>
                  <a:pt x="1348980" y="349545"/>
                  <a:pt x="1332211" y="349545"/>
                </a:cubicBezTo>
                <a:cubicBezTo>
                  <a:pt x="1315441" y="349545"/>
                  <a:pt x="1301847" y="335950"/>
                  <a:pt x="1301847" y="319181"/>
                </a:cubicBezTo>
                <a:cubicBezTo>
                  <a:pt x="1301847" y="302412"/>
                  <a:pt x="1315441" y="288818"/>
                  <a:pt x="1332211" y="288818"/>
                </a:cubicBezTo>
                <a:close/>
                <a:moveTo>
                  <a:pt x="1259656" y="288818"/>
                </a:moveTo>
                <a:cubicBezTo>
                  <a:pt x="1276426" y="288818"/>
                  <a:pt x="1290020" y="302412"/>
                  <a:pt x="1290020" y="319181"/>
                </a:cubicBezTo>
                <a:cubicBezTo>
                  <a:pt x="1290020" y="335950"/>
                  <a:pt x="1276426" y="349545"/>
                  <a:pt x="1259656" y="349545"/>
                </a:cubicBezTo>
                <a:cubicBezTo>
                  <a:pt x="1242887" y="349545"/>
                  <a:pt x="1229293" y="335950"/>
                  <a:pt x="1229293" y="319181"/>
                </a:cubicBezTo>
                <a:cubicBezTo>
                  <a:pt x="1229293" y="302412"/>
                  <a:pt x="1242887" y="288818"/>
                  <a:pt x="1259656" y="288818"/>
                </a:cubicBezTo>
                <a:close/>
                <a:moveTo>
                  <a:pt x="1187102" y="288818"/>
                </a:moveTo>
                <a:cubicBezTo>
                  <a:pt x="1203871" y="288818"/>
                  <a:pt x="1217465" y="302412"/>
                  <a:pt x="1217465" y="319181"/>
                </a:cubicBezTo>
                <a:cubicBezTo>
                  <a:pt x="1217465" y="335950"/>
                  <a:pt x="1203871" y="349545"/>
                  <a:pt x="1187102" y="349545"/>
                </a:cubicBezTo>
                <a:cubicBezTo>
                  <a:pt x="1170332" y="349545"/>
                  <a:pt x="1156738" y="335950"/>
                  <a:pt x="1156738" y="319181"/>
                </a:cubicBezTo>
                <a:cubicBezTo>
                  <a:pt x="1156738" y="302412"/>
                  <a:pt x="1170332" y="288818"/>
                  <a:pt x="1187102" y="288818"/>
                </a:cubicBezTo>
                <a:close/>
                <a:moveTo>
                  <a:pt x="1114547" y="288818"/>
                </a:moveTo>
                <a:cubicBezTo>
                  <a:pt x="1131317" y="288818"/>
                  <a:pt x="1144911" y="302412"/>
                  <a:pt x="1144911" y="319181"/>
                </a:cubicBezTo>
                <a:cubicBezTo>
                  <a:pt x="1144911" y="335950"/>
                  <a:pt x="1131317" y="349545"/>
                  <a:pt x="1114547" y="349545"/>
                </a:cubicBezTo>
                <a:cubicBezTo>
                  <a:pt x="1097778" y="349545"/>
                  <a:pt x="1084184" y="335950"/>
                  <a:pt x="1084184" y="319181"/>
                </a:cubicBezTo>
                <a:cubicBezTo>
                  <a:pt x="1084184" y="302412"/>
                  <a:pt x="1097778" y="288818"/>
                  <a:pt x="1114547" y="288818"/>
                </a:cubicBezTo>
                <a:close/>
                <a:moveTo>
                  <a:pt x="1041993" y="288818"/>
                </a:moveTo>
                <a:cubicBezTo>
                  <a:pt x="1058762" y="288818"/>
                  <a:pt x="1072356" y="302412"/>
                  <a:pt x="1072356" y="319181"/>
                </a:cubicBezTo>
                <a:cubicBezTo>
                  <a:pt x="1072356" y="335950"/>
                  <a:pt x="1058762" y="349545"/>
                  <a:pt x="1041993" y="349545"/>
                </a:cubicBezTo>
                <a:cubicBezTo>
                  <a:pt x="1025223" y="349545"/>
                  <a:pt x="1011629" y="335950"/>
                  <a:pt x="1011629" y="319181"/>
                </a:cubicBezTo>
                <a:cubicBezTo>
                  <a:pt x="1011629" y="302412"/>
                  <a:pt x="1025223" y="288818"/>
                  <a:pt x="1041993" y="288818"/>
                </a:cubicBezTo>
                <a:close/>
                <a:moveTo>
                  <a:pt x="969438" y="288818"/>
                </a:moveTo>
                <a:cubicBezTo>
                  <a:pt x="986208" y="288818"/>
                  <a:pt x="999801" y="302412"/>
                  <a:pt x="999801" y="319181"/>
                </a:cubicBezTo>
                <a:cubicBezTo>
                  <a:pt x="999801" y="335950"/>
                  <a:pt x="986208" y="349545"/>
                  <a:pt x="969438" y="349545"/>
                </a:cubicBezTo>
                <a:cubicBezTo>
                  <a:pt x="952669" y="349545"/>
                  <a:pt x="939075" y="335950"/>
                  <a:pt x="939075" y="319181"/>
                </a:cubicBezTo>
                <a:cubicBezTo>
                  <a:pt x="939075" y="302412"/>
                  <a:pt x="952669" y="288818"/>
                  <a:pt x="969438" y="288818"/>
                </a:cubicBezTo>
                <a:close/>
                <a:moveTo>
                  <a:pt x="896883" y="288818"/>
                </a:moveTo>
                <a:cubicBezTo>
                  <a:pt x="913653" y="288818"/>
                  <a:pt x="927247" y="302412"/>
                  <a:pt x="927247" y="319181"/>
                </a:cubicBezTo>
                <a:cubicBezTo>
                  <a:pt x="927247" y="335950"/>
                  <a:pt x="913653" y="349545"/>
                  <a:pt x="896883" y="349545"/>
                </a:cubicBezTo>
                <a:cubicBezTo>
                  <a:pt x="880114" y="349545"/>
                  <a:pt x="866520" y="335950"/>
                  <a:pt x="866520" y="319181"/>
                </a:cubicBezTo>
                <a:cubicBezTo>
                  <a:pt x="866520" y="302412"/>
                  <a:pt x="880114" y="288818"/>
                  <a:pt x="896883" y="288818"/>
                </a:cubicBezTo>
                <a:close/>
                <a:moveTo>
                  <a:pt x="824329" y="288818"/>
                </a:moveTo>
                <a:cubicBezTo>
                  <a:pt x="841098" y="288818"/>
                  <a:pt x="854692" y="302412"/>
                  <a:pt x="854692" y="319181"/>
                </a:cubicBezTo>
                <a:cubicBezTo>
                  <a:pt x="854692" y="335950"/>
                  <a:pt x="841098" y="349545"/>
                  <a:pt x="824329" y="349545"/>
                </a:cubicBezTo>
                <a:cubicBezTo>
                  <a:pt x="807559" y="349545"/>
                  <a:pt x="793965" y="335950"/>
                  <a:pt x="793965" y="319181"/>
                </a:cubicBezTo>
                <a:cubicBezTo>
                  <a:pt x="793965" y="302412"/>
                  <a:pt x="807559" y="288818"/>
                  <a:pt x="824329" y="288818"/>
                </a:cubicBezTo>
                <a:close/>
                <a:moveTo>
                  <a:pt x="751774" y="288818"/>
                </a:moveTo>
                <a:cubicBezTo>
                  <a:pt x="768544" y="288818"/>
                  <a:pt x="782138" y="302412"/>
                  <a:pt x="782138" y="319181"/>
                </a:cubicBezTo>
                <a:cubicBezTo>
                  <a:pt x="782138" y="335950"/>
                  <a:pt x="768544" y="349545"/>
                  <a:pt x="751774" y="349545"/>
                </a:cubicBezTo>
                <a:cubicBezTo>
                  <a:pt x="735005" y="349545"/>
                  <a:pt x="721411" y="335950"/>
                  <a:pt x="721411" y="319181"/>
                </a:cubicBezTo>
                <a:cubicBezTo>
                  <a:pt x="721411" y="302412"/>
                  <a:pt x="735005" y="288818"/>
                  <a:pt x="751774" y="288818"/>
                </a:cubicBezTo>
                <a:close/>
                <a:moveTo>
                  <a:pt x="679220" y="288818"/>
                </a:moveTo>
                <a:cubicBezTo>
                  <a:pt x="695989" y="288818"/>
                  <a:pt x="709583" y="302412"/>
                  <a:pt x="709583" y="319181"/>
                </a:cubicBezTo>
                <a:cubicBezTo>
                  <a:pt x="709583" y="335950"/>
                  <a:pt x="695989" y="349545"/>
                  <a:pt x="679220" y="349545"/>
                </a:cubicBezTo>
                <a:cubicBezTo>
                  <a:pt x="662450" y="349545"/>
                  <a:pt x="648856" y="335950"/>
                  <a:pt x="648856" y="319181"/>
                </a:cubicBezTo>
                <a:cubicBezTo>
                  <a:pt x="648856" y="302412"/>
                  <a:pt x="662450" y="288818"/>
                  <a:pt x="679220" y="288818"/>
                </a:cubicBezTo>
                <a:close/>
                <a:moveTo>
                  <a:pt x="606665" y="288818"/>
                </a:moveTo>
                <a:cubicBezTo>
                  <a:pt x="623435" y="288818"/>
                  <a:pt x="637029" y="302412"/>
                  <a:pt x="637029" y="319181"/>
                </a:cubicBezTo>
                <a:cubicBezTo>
                  <a:pt x="637029" y="335950"/>
                  <a:pt x="623435" y="349545"/>
                  <a:pt x="606665" y="349545"/>
                </a:cubicBezTo>
                <a:cubicBezTo>
                  <a:pt x="589896" y="349545"/>
                  <a:pt x="576302" y="335950"/>
                  <a:pt x="576302" y="319181"/>
                </a:cubicBezTo>
                <a:cubicBezTo>
                  <a:pt x="576302" y="302412"/>
                  <a:pt x="589896" y="288818"/>
                  <a:pt x="606665" y="288818"/>
                </a:cubicBezTo>
                <a:close/>
                <a:moveTo>
                  <a:pt x="534111" y="288818"/>
                </a:moveTo>
                <a:cubicBezTo>
                  <a:pt x="550880" y="288818"/>
                  <a:pt x="564474" y="302412"/>
                  <a:pt x="564474" y="319181"/>
                </a:cubicBezTo>
                <a:cubicBezTo>
                  <a:pt x="564474" y="335950"/>
                  <a:pt x="550880" y="349545"/>
                  <a:pt x="534111" y="349545"/>
                </a:cubicBezTo>
                <a:cubicBezTo>
                  <a:pt x="517341" y="349545"/>
                  <a:pt x="503747" y="335950"/>
                  <a:pt x="503747" y="319181"/>
                </a:cubicBezTo>
                <a:cubicBezTo>
                  <a:pt x="503747" y="302412"/>
                  <a:pt x="517341" y="288818"/>
                  <a:pt x="534111" y="288818"/>
                </a:cubicBezTo>
                <a:close/>
                <a:moveTo>
                  <a:pt x="461556" y="288818"/>
                </a:moveTo>
                <a:cubicBezTo>
                  <a:pt x="478326" y="288818"/>
                  <a:pt x="491920" y="302412"/>
                  <a:pt x="491920" y="319181"/>
                </a:cubicBezTo>
                <a:cubicBezTo>
                  <a:pt x="491920" y="335950"/>
                  <a:pt x="478326" y="349545"/>
                  <a:pt x="461556" y="349545"/>
                </a:cubicBezTo>
                <a:cubicBezTo>
                  <a:pt x="444787" y="349545"/>
                  <a:pt x="431192" y="335950"/>
                  <a:pt x="431192" y="319181"/>
                </a:cubicBezTo>
                <a:cubicBezTo>
                  <a:pt x="431192" y="302412"/>
                  <a:pt x="444787" y="288818"/>
                  <a:pt x="461556" y="288818"/>
                </a:cubicBezTo>
                <a:close/>
                <a:moveTo>
                  <a:pt x="389002" y="288818"/>
                </a:moveTo>
                <a:cubicBezTo>
                  <a:pt x="405771" y="288818"/>
                  <a:pt x="419365" y="302412"/>
                  <a:pt x="419365" y="319181"/>
                </a:cubicBezTo>
                <a:cubicBezTo>
                  <a:pt x="419365" y="335950"/>
                  <a:pt x="405771" y="349545"/>
                  <a:pt x="389002" y="349545"/>
                </a:cubicBezTo>
                <a:cubicBezTo>
                  <a:pt x="372232" y="349545"/>
                  <a:pt x="358638" y="335950"/>
                  <a:pt x="358638" y="319181"/>
                </a:cubicBezTo>
                <a:cubicBezTo>
                  <a:pt x="358638" y="302412"/>
                  <a:pt x="372232" y="288818"/>
                  <a:pt x="389002" y="288818"/>
                </a:cubicBezTo>
                <a:close/>
                <a:moveTo>
                  <a:pt x="316447" y="288818"/>
                </a:moveTo>
                <a:cubicBezTo>
                  <a:pt x="333216" y="288818"/>
                  <a:pt x="346810" y="302412"/>
                  <a:pt x="346810" y="319181"/>
                </a:cubicBezTo>
                <a:cubicBezTo>
                  <a:pt x="346810" y="335950"/>
                  <a:pt x="333216" y="349545"/>
                  <a:pt x="316447" y="349545"/>
                </a:cubicBezTo>
                <a:cubicBezTo>
                  <a:pt x="299677" y="349545"/>
                  <a:pt x="286084" y="335950"/>
                  <a:pt x="286084" y="319181"/>
                </a:cubicBezTo>
                <a:cubicBezTo>
                  <a:pt x="286084" y="302412"/>
                  <a:pt x="299677" y="288818"/>
                  <a:pt x="316447" y="288818"/>
                </a:cubicBezTo>
                <a:close/>
                <a:moveTo>
                  <a:pt x="243892" y="288818"/>
                </a:moveTo>
                <a:cubicBezTo>
                  <a:pt x="260662" y="288818"/>
                  <a:pt x="274256" y="302412"/>
                  <a:pt x="274256" y="319181"/>
                </a:cubicBezTo>
                <a:cubicBezTo>
                  <a:pt x="274256" y="335950"/>
                  <a:pt x="260662" y="349545"/>
                  <a:pt x="243892" y="349545"/>
                </a:cubicBezTo>
                <a:cubicBezTo>
                  <a:pt x="227123" y="349545"/>
                  <a:pt x="213529" y="335950"/>
                  <a:pt x="213529" y="319181"/>
                </a:cubicBezTo>
                <a:cubicBezTo>
                  <a:pt x="213529" y="302412"/>
                  <a:pt x="227123" y="288818"/>
                  <a:pt x="243892" y="288818"/>
                </a:cubicBezTo>
                <a:close/>
                <a:moveTo>
                  <a:pt x="171339" y="288818"/>
                </a:moveTo>
                <a:cubicBezTo>
                  <a:pt x="188107" y="288818"/>
                  <a:pt x="201701" y="302412"/>
                  <a:pt x="201701" y="319181"/>
                </a:cubicBezTo>
                <a:cubicBezTo>
                  <a:pt x="201701" y="335950"/>
                  <a:pt x="188107" y="349545"/>
                  <a:pt x="171339" y="349545"/>
                </a:cubicBezTo>
                <a:cubicBezTo>
                  <a:pt x="154691" y="349545"/>
                  <a:pt x="141096" y="335950"/>
                  <a:pt x="141096" y="319181"/>
                </a:cubicBezTo>
                <a:cubicBezTo>
                  <a:pt x="141096" y="302412"/>
                  <a:pt x="154691" y="288818"/>
                  <a:pt x="171339" y="288818"/>
                </a:cubicBezTo>
                <a:close/>
                <a:moveTo>
                  <a:pt x="98923" y="288818"/>
                </a:moveTo>
                <a:cubicBezTo>
                  <a:pt x="115682" y="288818"/>
                  <a:pt x="129276" y="302412"/>
                  <a:pt x="129276" y="319181"/>
                </a:cubicBezTo>
                <a:cubicBezTo>
                  <a:pt x="129276" y="335950"/>
                  <a:pt x="115682" y="349545"/>
                  <a:pt x="98923" y="349545"/>
                </a:cubicBezTo>
                <a:cubicBezTo>
                  <a:pt x="82149" y="349545"/>
                  <a:pt x="68554" y="335950"/>
                  <a:pt x="68554" y="319181"/>
                </a:cubicBezTo>
                <a:cubicBezTo>
                  <a:pt x="68554" y="302412"/>
                  <a:pt x="82149" y="288818"/>
                  <a:pt x="98923" y="288818"/>
                </a:cubicBezTo>
                <a:close/>
                <a:moveTo>
                  <a:pt x="26368" y="288818"/>
                </a:moveTo>
                <a:cubicBezTo>
                  <a:pt x="43131" y="288818"/>
                  <a:pt x="56725" y="302412"/>
                  <a:pt x="56725" y="319181"/>
                </a:cubicBezTo>
                <a:cubicBezTo>
                  <a:pt x="56725" y="335950"/>
                  <a:pt x="43131" y="349545"/>
                  <a:pt x="26368" y="349545"/>
                </a:cubicBezTo>
                <a:cubicBezTo>
                  <a:pt x="17983" y="349545"/>
                  <a:pt x="10391" y="346146"/>
                  <a:pt x="4896" y="340651"/>
                </a:cubicBezTo>
                <a:lnTo>
                  <a:pt x="0" y="328831"/>
                </a:lnTo>
                <a:lnTo>
                  <a:pt x="0" y="309532"/>
                </a:lnTo>
                <a:lnTo>
                  <a:pt x="4896" y="297711"/>
                </a:lnTo>
                <a:cubicBezTo>
                  <a:pt x="10391" y="292217"/>
                  <a:pt x="17983" y="288818"/>
                  <a:pt x="26368" y="288818"/>
                </a:cubicBezTo>
                <a:close/>
                <a:moveTo>
                  <a:pt x="1622429" y="208366"/>
                </a:moveTo>
                <a:cubicBezTo>
                  <a:pt x="1639199" y="208366"/>
                  <a:pt x="1652792" y="221960"/>
                  <a:pt x="1652792" y="238729"/>
                </a:cubicBezTo>
                <a:cubicBezTo>
                  <a:pt x="1652792" y="255499"/>
                  <a:pt x="1639199" y="269093"/>
                  <a:pt x="1622429" y="269093"/>
                </a:cubicBezTo>
                <a:cubicBezTo>
                  <a:pt x="1605659" y="269093"/>
                  <a:pt x="1592066" y="255499"/>
                  <a:pt x="1592066" y="238729"/>
                </a:cubicBezTo>
                <a:cubicBezTo>
                  <a:pt x="1592066" y="221960"/>
                  <a:pt x="1605659" y="208366"/>
                  <a:pt x="1622429" y="208366"/>
                </a:cubicBezTo>
                <a:close/>
                <a:moveTo>
                  <a:pt x="1549874" y="208366"/>
                </a:moveTo>
                <a:cubicBezTo>
                  <a:pt x="1566644" y="208366"/>
                  <a:pt x="1580238" y="221960"/>
                  <a:pt x="1580238" y="238729"/>
                </a:cubicBezTo>
                <a:cubicBezTo>
                  <a:pt x="1580238" y="255499"/>
                  <a:pt x="1566644" y="269093"/>
                  <a:pt x="1549874" y="269093"/>
                </a:cubicBezTo>
                <a:cubicBezTo>
                  <a:pt x="1533105" y="269093"/>
                  <a:pt x="1519511" y="255499"/>
                  <a:pt x="1519511" y="238729"/>
                </a:cubicBezTo>
                <a:cubicBezTo>
                  <a:pt x="1519511" y="221960"/>
                  <a:pt x="1533105" y="208366"/>
                  <a:pt x="1549874" y="208366"/>
                </a:cubicBezTo>
                <a:close/>
                <a:moveTo>
                  <a:pt x="1477320" y="208366"/>
                </a:moveTo>
                <a:cubicBezTo>
                  <a:pt x="1494089" y="208366"/>
                  <a:pt x="1507683" y="221960"/>
                  <a:pt x="1507683" y="238729"/>
                </a:cubicBezTo>
                <a:cubicBezTo>
                  <a:pt x="1507683" y="255499"/>
                  <a:pt x="1494089" y="269093"/>
                  <a:pt x="1477320" y="269093"/>
                </a:cubicBezTo>
                <a:cubicBezTo>
                  <a:pt x="1460550" y="269093"/>
                  <a:pt x="1446956" y="255499"/>
                  <a:pt x="1446956" y="238729"/>
                </a:cubicBezTo>
                <a:cubicBezTo>
                  <a:pt x="1446956" y="221960"/>
                  <a:pt x="1460550" y="208366"/>
                  <a:pt x="1477320" y="208366"/>
                </a:cubicBezTo>
                <a:close/>
                <a:moveTo>
                  <a:pt x="1404765" y="208366"/>
                </a:moveTo>
                <a:cubicBezTo>
                  <a:pt x="1421535" y="208366"/>
                  <a:pt x="1435129" y="221960"/>
                  <a:pt x="1435129" y="238729"/>
                </a:cubicBezTo>
                <a:cubicBezTo>
                  <a:pt x="1435129" y="255499"/>
                  <a:pt x="1421535" y="269093"/>
                  <a:pt x="1404765" y="269093"/>
                </a:cubicBezTo>
                <a:cubicBezTo>
                  <a:pt x="1387996" y="269093"/>
                  <a:pt x="1374402" y="255499"/>
                  <a:pt x="1374402" y="238729"/>
                </a:cubicBezTo>
                <a:cubicBezTo>
                  <a:pt x="1374402" y="221960"/>
                  <a:pt x="1387996" y="208366"/>
                  <a:pt x="1404765" y="208366"/>
                </a:cubicBezTo>
                <a:close/>
                <a:moveTo>
                  <a:pt x="1332211" y="208366"/>
                </a:moveTo>
                <a:cubicBezTo>
                  <a:pt x="1348980" y="208366"/>
                  <a:pt x="1362574" y="221960"/>
                  <a:pt x="1362574" y="238729"/>
                </a:cubicBezTo>
                <a:cubicBezTo>
                  <a:pt x="1362574" y="255499"/>
                  <a:pt x="1348980" y="269093"/>
                  <a:pt x="1332211" y="269093"/>
                </a:cubicBezTo>
                <a:cubicBezTo>
                  <a:pt x="1315441" y="269093"/>
                  <a:pt x="1301847" y="255499"/>
                  <a:pt x="1301847" y="238729"/>
                </a:cubicBezTo>
                <a:cubicBezTo>
                  <a:pt x="1301847" y="221960"/>
                  <a:pt x="1315441" y="208366"/>
                  <a:pt x="1332211" y="208366"/>
                </a:cubicBezTo>
                <a:close/>
                <a:moveTo>
                  <a:pt x="1259656" y="208366"/>
                </a:moveTo>
                <a:cubicBezTo>
                  <a:pt x="1276426" y="208366"/>
                  <a:pt x="1290020" y="221960"/>
                  <a:pt x="1290020" y="238729"/>
                </a:cubicBezTo>
                <a:cubicBezTo>
                  <a:pt x="1290020" y="255499"/>
                  <a:pt x="1276426" y="269093"/>
                  <a:pt x="1259656" y="269093"/>
                </a:cubicBezTo>
                <a:cubicBezTo>
                  <a:pt x="1242887" y="269093"/>
                  <a:pt x="1229293" y="255499"/>
                  <a:pt x="1229293" y="238729"/>
                </a:cubicBezTo>
                <a:cubicBezTo>
                  <a:pt x="1229293" y="221960"/>
                  <a:pt x="1242887" y="208366"/>
                  <a:pt x="1259656" y="208366"/>
                </a:cubicBezTo>
                <a:close/>
                <a:moveTo>
                  <a:pt x="1187102" y="208366"/>
                </a:moveTo>
                <a:cubicBezTo>
                  <a:pt x="1203871" y="208366"/>
                  <a:pt x="1217465" y="221960"/>
                  <a:pt x="1217465" y="238729"/>
                </a:cubicBezTo>
                <a:cubicBezTo>
                  <a:pt x="1217465" y="255499"/>
                  <a:pt x="1203871" y="269093"/>
                  <a:pt x="1187102" y="269093"/>
                </a:cubicBezTo>
                <a:cubicBezTo>
                  <a:pt x="1170332" y="269093"/>
                  <a:pt x="1156738" y="255499"/>
                  <a:pt x="1156738" y="238729"/>
                </a:cubicBezTo>
                <a:cubicBezTo>
                  <a:pt x="1156738" y="221960"/>
                  <a:pt x="1170332" y="208366"/>
                  <a:pt x="1187102" y="208366"/>
                </a:cubicBezTo>
                <a:close/>
                <a:moveTo>
                  <a:pt x="1114547" y="208366"/>
                </a:moveTo>
                <a:cubicBezTo>
                  <a:pt x="1131317" y="208366"/>
                  <a:pt x="1144911" y="221960"/>
                  <a:pt x="1144911" y="238729"/>
                </a:cubicBezTo>
                <a:cubicBezTo>
                  <a:pt x="1144911" y="255499"/>
                  <a:pt x="1131317" y="269093"/>
                  <a:pt x="1114547" y="269093"/>
                </a:cubicBezTo>
                <a:cubicBezTo>
                  <a:pt x="1097778" y="269093"/>
                  <a:pt x="1084184" y="255499"/>
                  <a:pt x="1084184" y="238729"/>
                </a:cubicBezTo>
                <a:cubicBezTo>
                  <a:pt x="1084184" y="221960"/>
                  <a:pt x="1097778" y="208366"/>
                  <a:pt x="1114547" y="208366"/>
                </a:cubicBezTo>
                <a:close/>
                <a:moveTo>
                  <a:pt x="1041993" y="208366"/>
                </a:moveTo>
                <a:cubicBezTo>
                  <a:pt x="1058762" y="208366"/>
                  <a:pt x="1072356" y="221960"/>
                  <a:pt x="1072356" y="238729"/>
                </a:cubicBezTo>
                <a:cubicBezTo>
                  <a:pt x="1072356" y="255499"/>
                  <a:pt x="1058762" y="269093"/>
                  <a:pt x="1041993" y="269093"/>
                </a:cubicBezTo>
                <a:cubicBezTo>
                  <a:pt x="1025223" y="269093"/>
                  <a:pt x="1011629" y="255499"/>
                  <a:pt x="1011629" y="238729"/>
                </a:cubicBezTo>
                <a:cubicBezTo>
                  <a:pt x="1011629" y="221960"/>
                  <a:pt x="1025223" y="208366"/>
                  <a:pt x="1041993" y="208366"/>
                </a:cubicBezTo>
                <a:close/>
                <a:moveTo>
                  <a:pt x="969438" y="208366"/>
                </a:moveTo>
                <a:cubicBezTo>
                  <a:pt x="986208" y="208366"/>
                  <a:pt x="999801" y="221960"/>
                  <a:pt x="999801" y="238729"/>
                </a:cubicBezTo>
                <a:cubicBezTo>
                  <a:pt x="999801" y="255499"/>
                  <a:pt x="986208" y="269093"/>
                  <a:pt x="969438" y="269093"/>
                </a:cubicBezTo>
                <a:cubicBezTo>
                  <a:pt x="952669" y="269093"/>
                  <a:pt x="939075" y="255499"/>
                  <a:pt x="939075" y="238729"/>
                </a:cubicBezTo>
                <a:cubicBezTo>
                  <a:pt x="939075" y="221960"/>
                  <a:pt x="952669" y="208366"/>
                  <a:pt x="969438" y="208366"/>
                </a:cubicBezTo>
                <a:close/>
                <a:moveTo>
                  <a:pt x="896883" y="208366"/>
                </a:moveTo>
                <a:cubicBezTo>
                  <a:pt x="913653" y="208366"/>
                  <a:pt x="927247" y="221960"/>
                  <a:pt x="927247" y="238729"/>
                </a:cubicBezTo>
                <a:cubicBezTo>
                  <a:pt x="927247" y="255499"/>
                  <a:pt x="913653" y="269093"/>
                  <a:pt x="896883" y="269093"/>
                </a:cubicBezTo>
                <a:cubicBezTo>
                  <a:pt x="880114" y="269093"/>
                  <a:pt x="866520" y="255499"/>
                  <a:pt x="866520" y="238729"/>
                </a:cubicBezTo>
                <a:cubicBezTo>
                  <a:pt x="866520" y="221960"/>
                  <a:pt x="880114" y="208366"/>
                  <a:pt x="896883" y="208366"/>
                </a:cubicBezTo>
                <a:close/>
                <a:moveTo>
                  <a:pt x="824329" y="208366"/>
                </a:moveTo>
                <a:cubicBezTo>
                  <a:pt x="841098" y="208366"/>
                  <a:pt x="854692" y="221960"/>
                  <a:pt x="854692" y="238729"/>
                </a:cubicBezTo>
                <a:cubicBezTo>
                  <a:pt x="854692" y="255499"/>
                  <a:pt x="841098" y="269093"/>
                  <a:pt x="824329" y="269093"/>
                </a:cubicBezTo>
                <a:cubicBezTo>
                  <a:pt x="807559" y="269093"/>
                  <a:pt x="793965" y="255499"/>
                  <a:pt x="793965" y="238729"/>
                </a:cubicBezTo>
                <a:cubicBezTo>
                  <a:pt x="793965" y="221960"/>
                  <a:pt x="807559" y="208366"/>
                  <a:pt x="824329" y="208366"/>
                </a:cubicBezTo>
                <a:close/>
                <a:moveTo>
                  <a:pt x="751774" y="208366"/>
                </a:moveTo>
                <a:cubicBezTo>
                  <a:pt x="768544" y="208366"/>
                  <a:pt x="782138" y="221960"/>
                  <a:pt x="782138" y="238729"/>
                </a:cubicBezTo>
                <a:cubicBezTo>
                  <a:pt x="782138" y="255499"/>
                  <a:pt x="768544" y="269093"/>
                  <a:pt x="751774" y="269093"/>
                </a:cubicBezTo>
                <a:cubicBezTo>
                  <a:pt x="735005" y="269093"/>
                  <a:pt x="721411" y="255499"/>
                  <a:pt x="721411" y="238729"/>
                </a:cubicBezTo>
                <a:cubicBezTo>
                  <a:pt x="721411" y="221960"/>
                  <a:pt x="735005" y="208366"/>
                  <a:pt x="751774" y="208366"/>
                </a:cubicBezTo>
                <a:close/>
                <a:moveTo>
                  <a:pt x="679220" y="208366"/>
                </a:moveTo>
                <a:cubicBezTo>
                  <a:pt x="695989" y="208366"/>
                  <a:pt x="709583" y="221960"/>
                  <a:pt x="709583" y="238729"/>
                </a:cubicBezTo>
                <a:cubicBezTo>
                  <a:pt x="709583" y="255499"/>
                  <a:pt x="695989" y="269093"/>
                  <a:pt x="679220" y="269093"/>
                </a:cubicBezTo>
                <a:cubicBezTo>
                  <a:pt x="662450" y="269093"/>
                  <a:pt x="648856" y="255499"/>
                  <a:pt x="648856" y="238729"/>
                </a:cubicBezTo>
                <a:cubicBezTo>
                  <a:pt x="648856" y="221960"/>
                  <a:pt x="662450" y="208366"/>
                  <a:pt x="679220" y="208366"/>
                </a:cubicBezTo>
                <a:close/>
                <a:moveTo>
                  <a:pt x="606665" y="208366"/>
                </a:moveTo>
                <a:cubicBezTo>
                  <a:pt x="623435" y="208366"/>
                  <a:pt x="637029" y="221960"/>
                  <a:pt x="637029" y="238729"/>
                </a:cubicBezTo>
                <a:cubicBezTo>
                  <a:pt x="637029" y="255499"/>
                  <a:pt x="623435" y="269093"/>
                  <a:pt x="606665" y="269093"/>
                </a:cubicBezTo>
                <a:cubicBezTo>
                  <a:pt x="589896" y="269093"/>
                  <a:pt x="576302" y="255499"/>
                  <a:pt x="576302" y="238729"/>
                </a:cubicBezTo>
                <a:cubicBezTo>
                  <a:pt x="576302" y="221960"/>
                  <a:pt x="589896" y="208366"/>
                  <a:pt x="606665" y="208366"/>
                </a:cubicBezTo>
                <a:close/>
                <a:moveTo>
                  <a:pt x="534111" y="208366"/>
                </a:moveTo>
                <a:cubicBezTo>
                  <a:pt x="550880" y="208366"/>
                  <a:pt x="564474" y="221960"/>
                  <a:pt x="564474" y="238729"/>
                </a:cubicBezTo>
                <a:cubicBezTo>
                  <a:pt x="564474" y="255499"/>
                  <a:pt x="550880" y="269093"/>
                  <a:pt x="534111" y="269093"/>
                </a:cubicBezTo>
                <a:cubicBezTo>
                  <a:pt x="517341" y="269093"/>
                  <a:pt x="503747" y="255499"/>
                  <a:pt x="503747" y="238729"/>
                </a:cubicBezTo>
                <a:cubicBezTo>
                  <a:pt x="503747" y="221960"/>
                  <a:pt x="517341" y="208366"/>
                  <a:pt x="534111" y="208366"/>
                </a:cubicBezTo>
                <a:close/>
                <a:moveTo>
                  <a:pt x="461556" y="208366"/>
                </a:moveTo>
                <a:cubicBezTo>
                  <a:pt x="478326" y="208366"/>
                  <a:pt x="491920" y="221960"/>
                  <a:pt x="491920" y="238729"/>
                </a:cubicBezTo>
                <a:cubicBezTo>
                  <a:pt x="491920" y="255499"/>
                  <a:pt x="478326" y="269093"/>
                  <a:pt x="461556" y="269093"/>
                </a:cubicBezTo>
                <a:cubicBezTo>
                  <a:pt x="444787" y="269093"/>
                  <a:pt x="431192" y="255499"/>
                  <a:pt x="431192" y="238729"/>
                </a:cubicBezTo>
                <a:cubicBezTo>
                  <a:pt x="431192" y="221960"/>
                  <a:pt x="444787" y="208366"/>
                  <a:pt x="461556" y="208366"/>
                </a:cubicBezTo>
                <a:close/>
                <a:moveTo>
                  <a:pt x="389002" y="208366"/>
                </a:moveTo>
                <a:cubicBezTo>
                  <a:pt x="405771" y="208366"/>
                  <a:pt x="419365" y="221960"/>
                  <a:pt x="419365" y="238729"/>
                </a:cubicBezTo>
                <a:cubicBezTo>
                  <a:pt x="419365" y="255499"/>
                  <a:pt x="405771" y="269093"/>
                  <a:pt x="389002" y="269093"/>
                </a:cubicBezTo>
                <a:cubicBezTo>
                  <a:pt x="372232" y="269093"/>
                  <a:pt x="358638" y="255499"/>
                  <a:pt x="358638" y="238729"/>
                </a:cubicBezTo>
                <a:cubicBezTo>
                  <a:pt x="358638" y="221960"/>
                  <a:pt x="372232" y="208366"/>
                  <a:pt x="389002" y="208366"/>
                </a:cubicBezTo>
                <a:close/>
                <a:moveTo>
                  <a:pt x="316447" y="208366"/>
                </a:moveTo>
                <a:cubicBezTo>
                  <a:pt x="333216" y="208366"/>
                  <a:pt x="346810" y="221960"/>
                  <a:pt x="346810" y="238729"/>
                </a:cubicBezTo>
                <a:cubicBezTo>
                  <a:pt x="346810" y="255499"/>
                  <a:pt x="333216" y="269093"/>
                  <a:pt x="316447" y="269093"/>
                </a:cubicBezTo>
                <a:cubicBezTo>
                  <a:pt x="299677" y="269093"/>
                  <a:pt x="286084" y="255499"/>
                  <a:pt x="286084" y="238729"/>
                </a:cubicBezTo>
                <a:cubicBezTo>
                  <a:pt x="286084" y="221960"/>
                  <a:pt x="299677" y="208366"/>
                  <a:pt x="316447" y="208366"/>
                </a:cubicBezTo>
                <a:close/>
                <a:moveTo>
                  <a:pt x="243892" y="208366"/>
                </a:moveTo>
                <a:cubicBezTo>
                  <a:pt x="260662" y="208366"/>
                  <a:pt x="274256" y="221960"/>
                  <a:pt x="274256" y="238729"/>
                </a:cubicBezTo>
                <a:cubicBezTo>
                  <a:pt x="274256" y="255499"/>
                  <a:pt x="260662" y="269093"/>
                  <a:pt x="243892" y="269093"/>
                </a:cubicBezTo>
                <a:cubicBezTo>
                  <a:pt x="227123" y="269093"/>
                  <a:pt x="213529" y="255499"/>
                  <a:pt x="213529" y="238729"/>
                </a:cubicBezTo>
                <a:cubicBezTo>
                  <a:pt x="213529" y="221960"/>
                  <a:pt x="227123" y="208366"/>
                  <a:pt x="243892" y="208366"/>
                </a:cubicBezTo>
                <a:close/>
                <a:moveTo>
                  <a:pt x="171339" y="208366"/>
                </a:moveTo>
                <a:cubicBezTo>
                  <a:pt x="188107" y="208366"/>
                  <a:pt x="201701" y="221960"/>
                  <a:pt x="201701" y="238729"/>
                </a:cubicBezTo>
                <a:cubicBezTo>
                  <a:pt x="201701" y="255499"/>
                  <a:pt x="188107" y="269093"/>
                  <a:pt x="171339" y="269093"/>
                </a:cubicBezTo>
                <a:cubicBezTo>
                  <a:pt x="154697" y="269093"/>
                  <a:pt x="141102" y="255499"/>
                  <a:pt x="141102" y="238729"/>
                </a:cubicBezTo>
                <a:cubicBezTo>
                  <a:pt x="141102" y="221960"/>
                  <a:pt x="154697" y="208366"/>
                  <a:pt x="171339" y="208366"/>
                </a:cubicBezTo>
                <a:close/>
                <a:moveTo>
                  <a:pt x="98929" y="208366"/>
                </a:moveTo>
                <a:cubicBezTo>
                  <a:pt x="115688" y="208366"/>
                  <a:pt x="129282" y="221960"/>
                  <a:pt x="129282" y="238729"/>
                </a:cubicBezTo>
                <a:cubicBezTo>
                  <a:pt x="129282" y="255499"/>
                  <a:pt x="115688" y="269093"/>
                  <a:pt x="98929" y="269093"/>
                </a:cubicBezTo>
                <a:cubicBezTo>
                  <a:pt x="82155" y="269093"/>
                  <a:pt x="68561" y="255499"/>
                  <a:pt x="68561" y="238729"/>
                </a:cubicBezTo>
                <a:cubicBezTo>
                  <a:pt x="68561" y="221960"/>
                  <a:pt x="82155" y="208366"/>
                  <a:pt x="98929" y="208366"/>
                </a:cubicBezTo>
                <a:close/>
                <a:moveTo>
                  <a:pt x="26375" y="208366"/>
                </a:moveTo>
                <a:cubicBezTo>
                  <a:pt x="43137" y="208366"/>
                  <a:pt x="56732" y="221960"/>
                  <a:pt x="56732" y="238729"/>
                </a:cubicBezTo>
                <a:cubicBezTo>
                  <a:pt x="56732" y="255499"/>
                  <a:pt x="43137" y="269093"/>
                  <a:pt x="26375" y="269093"/>
                </a:cubicBezTo>
                <a:cubicBezTo>
                  <a:pt x="17989" y="269093"/>
                  <a:pt x="10398" y="265695"/>
                  <a:pt x="4903" y="260200"/>
                </a:cubicBezTo>
                <a:lnTo>
                  <a:pt x="0" y="248364"/>
                </a:lnTo>
                <a:lnTo>
                  <a:pt x="0" y="229094"/>
                </a:lnTo>
                <a:lnTo>
                  <a:pt x="4903" y="217259"/>
                </a:lnTo>
                <a:cubicBezTo>
                  <a:pt x="10398" y="211765"/>
                  <a:pt x="17989" y="208366"/>
                  <a:pt x="26375" y="208366"/>
                </a:cubicBezTo>
                <a:close/>
                <a:moveTo>
                  <a:pt x="1622429" y="127914"/>
                </a:moveTo>
                <a:cubicBezTo>
                  <a:pt x="1630814" y="127914"/>
                  <a:pt x="1638404" y="131313"/>
                  <a:pt x="1643899" y="136808"/>
                </a:cubicBezTo>
                <a:lnTo>
                  <a:pt x="1648931" y="148957"/>
                </a:lnTo>
                <a:lnTo>
                  <a:pt x="1651011" y="162579"/>
                </a:lnTo>
                <a:lnTo>
                  <a:pt x="1643899" y="179748"/>
                </a:lnTo>
                <a:cubicBezTo>
                  <a:pt x="1638404" y="185243"/>
                  <a:pt x="1630814" y="188641"/>
                  <a:pt x="1622429" y="188641"/>
                </a:cubicBezTo>
                <a:cubicBezTo>
                  <a:pt x="1605659" y="188641"/>
                  <a:pt x="1592066" y="175047"/>
                  <a:pt x="1592066" y="158278"/>
                </a:cubicBezTo>
                <a:cubicBezTo>
                  <a:pt x="1592066" y="141508"/>
                  <a:pt x="1605659" y="127914"/>
                  <a:pt x="1622429" y="127914"/>
                </a:cubicBezTo>
                <a:close/>
                <a:moveTo>
                  <a:pt x="1549874" y="127914"/>
                </a:moveTo>
                <a:cubicBezTo>
                  <a:pt x="1566644" y="127914"/>
                  <a:pt x="1580238" y="141508"/>
                  <a:pt x="1580238" y="158278"/>
                </a:cubicBezTo>
                <a:cubicBezTo>
                  <a:pt x="1580238" y="175047"/>
                  <a:pt x="1566644" y="188641"/>
                  <a:pt x="1549874" y="188641"/>
                </a:cubicBezTo>
                <a:cubicBezTo>
                  <a:pt x="1533105" y="188641"/>
                  <a:pt x="1519511" y="175047"/>
                  <a:pt x="1519511" y="158278"/>
                </a:cubicBezTo>
                <a:cubicBezTo>
                  <a:pt x="1519511" y="141508"/>
                  <a:pt x="1533105" y="127914"/>
                  <a:pt x="1549874" y="127914"/>
                </a:cubicBezTo>
                <a:close/>
                <a:moveTo>
                  <a:pt x="1477320" y="127914"/>
                </a:moveTo>
                <a:cubicBezTo>
                  <a:pt x="1494089" y="127914"/>
                  <a:pt x="1507683" y="141508"/>
                  <a:pt x="1507683" y="158278"/>
                </a:cubicBezTo>
                <a:cubicBezTo>
                  <a:pt x="1507683" y="175047"/>
                  <a:pt x="1494089" y="188641"/>
                  <a:pt x="1477320" y="188641"/>
                </a:cubicBezTo>
                <a:cubicBezTo>
                  <a:pt x="1460550" y="188641"/>
                  <a:pt x="1446956" y="175047"/>
                  <a:pt x="1446956" y="158278"/>
                </a:cubicBezTo>
                <a:cubicBezTo>
                  <a:pt x="1446956" y="141508"/>
                  <a:pt x="1460550" y="127914"/>
                  <a:pt x="1477320" y="127914"/>
                </a:cubicBezTo>
                <a:close/>
                <a:moveTo>
                  <a:pt x="1404765" y="127914"/>
                </a:moveTo>
                <a:cubicBezTo>
                  <a:pt x="1421535" y="127914"/>
                  <a:pt x="1435129" y="141508"/>
                  <a:pt x="1435129" y="158278"/>
                </a:cubicBezTo>
                <a:cubicBezTo>
                  <a:pt x="1435129" y="175047"/>
                  <a:pt x="1421535" y="188641"/>
                  <a:pt x="1404765" y="188641"/>
                </a:cubicBezTo>
                <a:cubicBezTo>
                  <a:pt x="1387996" y="188641"/>
                  <a:pt x="1374402" y="175047"/>
                  <a:pt x="1374402" y="158278"/>
                </a:cubicBezTo>
                <a:cubicBezTo>
                  <a:pt x="1374402" y="141508"/>
                  <a:pt x="1387996" y="127914"/>
                  <a:pt x="1404765" y="127914"/>
                </a:cubicBezTo>
                <a:close/>
                <a:moveTo>
                  <a:pt x="1332211" y="127914"/>
                </a:moveTo>
                <a:cubicBezTo>
                  <a:pt x="1348980" y="127914"/>
                  <a:pt x="1362574" y="141508"/>
                  <a:pt x="1362574" y="158278"/>
                </a:cubicBezTo>
                <a:cubicBezTo>
                  <a:pt x="1362574" y="175047"/>
                  <a:pt x="1348980" y="188641"/>
                  <a:pt x="1332211" y="188641"/>
                </a:cubicBezTo>
                <a:cubicBezTo>
                  <a:pt x="1315441" y="188641"/>
                  <a:pt x="1301847" y="175047"/>
                  <a:pt x="1301847" y="158278"/>
                </a:cubicBezTo>
                <a:cubicBezTo>
                  <a:pt x="1301847" y="141508"/>
                  <a:pt x="1315441" y="127914"/>
                  <a:pt x="1332211" y="127914"/>
                </a:cubicBezTo>
                <a:close/>
                <a:moveTo>
                  <a:pt x="1259656" y="127914"/>
                </a:moveTo>
                <a:cubicBezTo>
                  <a:pt x="1276426" y="127914"/>
                  <a:pt x="1290020" y="141508"/>
                  <a:pt x="1290020" y="158278"/>
                </a:cubicBezTo>
                <a:cubicBezTo>
                  <a:pt x="1290020" y="175047"/>
                  <a:pt x="1276426" y="188641"/>
                  <a:pt x="1259656" y="188641"/>
                </a:cubicBezTo>
                <a:cubicBezTo>
                  <a:pt x="1242887" y="188641"/>
                  <a:pt x="1229293" y="175047"/>
                  <a:pt x="1229293" y="158278"/>
                </a:cubicBezTo>
                <a:cubicBezTo>
                  <a:pt x="1229293" y="141508"/>
                  <a:pt x="1242887" y="127914"/>
                  <a:pt x="1259656" y="127914"/>
                </a:cubicBezTo>
                <a:close/>
                <a:moveTo>
                  <a:pt x="1187102" y="127914"/>
                </a:moveTo>
                <a:cubicBezTo>
                  <a:pt x="1203871" y="127914"/>
                  <a:pt x="1217465" y="141508"/>
                  <a:pt x="1217465" y="158278"/>
                </a:cubicBezTo>
                <a:cubicBezTo>
                  <a:pt x="1217465" y="175047"/>
                  <a:pt x="1203871" y="188641"/>
                  <a:pt x="1187102" y="188641"/>
                </a:cubicBezTo>
                <a:cubicBezTo>
                  <a:pt x="1170332" y="188641"/>
                  <a:pt x="1156738" y="175047"/>
                  <a:pt x="1156738" y="158278"/>
                </a:cubicBezTo>
                <a:cubicBezTo>
                  <a:pt x="1156738" y="141508"/>
                  <a:pt x="1170332" y="127914"/>
                  <a:pt x="1187102" y="127914"/>
                </a:cubicBezTo>
                <a:close/>
                <a:moveTo>
                  <a:pt x="1114547" y="127914"/>
                </a:moveTo>
                <a:cubicBezTo>
                  <a:pt x="1131317" y="127914"/>
                  <a:pt x="1144911" y="141508"/>
                  <a:pt x="1144911" y="158278"/>
                </a:cubicBezTo>
                <a:cubicBezTo>
                  <a:pt x="1144911" y="175047"/>
                  <a:pt x="1131317" y="188641"/>
                  <a:pt x="1114547" y="188641"/>
                </a:cubicBezTo>
                <a:cubicBezTo>
                  <a:pt x="1097778" y="188641"/>
                  <a:pt x="1084184" y="175047"/>
                  <a:pt x="1084184" y="158278"/>
                </a:cubicBezTo>
                <a:cubicBezTo>
                  <a:pt x="1084184" y="141508"/>
                  <a:pt x="1097778" y="127914"/>
                  <a:pt x="1114547" y="127914"/>
                </a:cubicBezTo>
                <a:close/>
                <a:moveTo>
                  <a:pt x="1041993" y="127914"/>
                </a:moveTo>
                <a:cubicBezTo>
                  <a:pt x="1058762" y="127914"/>
                  <a:pt x="1072356" y="141508"/>
                  <a:pt x="1072356" y="158278"/>
                </a:cubicBezTo>
                <a:cubicBezTo>
                  <a:pt x="1072356" y="175047"/>
                  <a:pt x="1058762" y="188641"/>
                  <a:pt x="1041993" y="188641"/>
                </a:cubicBezTo>
                <a:cubicBezTo>
                  <a:pt x="1025223" y="188641"/>
                  <a:pt x="1011629" y="175047"/>
                  <a:pt x="1011629" y="158278"/>
                </a:cubicBezTo>
                <a:cubicBezTo>
                  <a:pt x="1011629" y="141508"/>
                  <a:pt x="1025223" y="127914"/>
                  <a:pt x="1041993" y="127914"/>
                </a:cubicBezTo>
                <a:close/>
                <a:moveTo>
                  <a:pt x="969438" y="127914"/>
                </a:moveTo>
                <a:cubicBezTo>
                  <a:pt x="986208" y="127914"/>
                  <a:pt x="999801" y="141508"/>
                  <a:pt x="999801" y="158278"/>
                </a:cubicBezTo>
                <a:cubicBezTo>
                  <a:pt x="999801" y="175047"/>
                  <a:pt x="986208" y="188641"/>
                  <a:pt x="969438" y="188641"/>
                </a:cubicBezTo>
                <a:cubicBezTo>
                  <a:pt x="952669" y="188641"/>
                  <a:pt x="939075" y="175047"/>
                  <a:pt x="939075" y="158278"/>
                </a:cubicBezTo>
                <a:cubicBezTo>
                  <a:pt x="939075" y="141508"/>
                  <a:pt x="952669" y="127914"/>
                  <a:pt x="969438" y="127914"/>
                </a:cubicBezTo>
                <a:close/>
                <a:moveTo>
                  <a:pt x="896883" y="127914"/>
                </a:moveTo>
                <a:cubicBezTo>
                  <a:pt x="913653" y="127914"/>
                  <a:pt x="927247" y="141508"/>
                  <a:pt x="927247" y="158278"/>
                </a:cubicBezTo>
                <a:cubicBezTo>
                  <a:pt x="927247" y="175047"/>
                  <a:pt x="913653" y="188641"/>
                  <a:pt x="896883" y="188641"/>
                </a:cubicBezTo>
                <a:cubicBezTo>
                  <a:pt x="880114" y="188641"/>
                  <a:pt x="866520" y="175047"/>
                  <a:pt x="866520" y="158278"/>
                </a:cubicBezTo>
                <a:cubicBezTo>
                  <a:pt x="866520" y="141508"/>
                  <a:pt x="880114" y="127914"/>
                  <a:pt x="896883" y="127914"/>
                </a:cubicBezTo>
                <a:close/>
                <a:moveTo>
                  <a:pt x="824329" y="127914"/>
                </a:moveTo>
                <a:cubicBezTo>
                  <a:pt x="841098" y="127914"/>
                  <a:pt x="854692" y="141508"/>
                  <a:pt x="854692" y="158278"/>
                </a:cubicBezTo>
                <a:cubicBezTo>
                  <a:pt x="854692" y="175047"/>
                  <a:pt x="841098" y="188641"/>
                  <a:pt x="824329" y="188641"/>
                </a:cubicBezTo>
                <a:cubicBezTo>
                  <a:pt x="807559" y="188641"/>
                  <a:pt x="793965" y="175047"/>
                  <a:pt x="793965" y="158278"/>
                </a:cubicBezTo>
                <a:cubicBezTo>
                  <a:pt x="793965" y="141508"/>
                  <a:pt x="807559" y="127914"/>
                  <a:pt x="824329" y="127914"/>
                </a:cubicBezTo>
                <a:close/>
                <a:moveTo>
                  <a:pt x="751774" y="127914"/>
                </a:moveTo>
                <a:cubicBezTo>
                  <a:pt x="768544" y="127914"/>
                  <a:pt x="782138" y="141508"/>
                  <a:pt x="782138" y="158278"/>
                </a:cubicBezTo>
                <a:cubicBezTo>
                  <a:pt x="782138" y="175047"/>
                  <a:pt x="768544" y="188641"/>
                  <a:pt x="751774" y="188641"/>
                </a:cubicBezTo>
                <a:cubicBezTo>
                  <a:pt x="735005" y="188641"/>
                  <a:pt x="721411" y="175047"/>
                  <a:pt x="721411" y="158278"/>
                </a:cubicBezTo>
                <a:cubicBezTo>
                  <a:pt x="721411" y="141508"/>
                  <a:pt x="735005" y="127914"/>
                  <a:pt x="751774" y="127914"/>
                </a:cubicBezTo>
                <a:close/>
                <a:moveTo>
                  <a:pt x="679220" y="127914"/>
                </a:moveTo>
                <a:cubicBezTo>
                  <a:pt x="695989" y="127914"/>
                  <a:pt x="709583" y="141508"/>
                  <a:pt x="709583" y="158278"/>
                </a:cubicBezTo>
                <a:cubicBezTo>
                  <a:pt x="709583" y="175047"/>
                  <a:pt x="695989" y="188641"/>
                  <a:pt x="679220" y="188641"/>
                </a:cubicBezTo>
                <a:cubicBezTo>
                  <a:pt x="662450" y="188641"/>
                  <a:pt x="648856" y="175047"/>
                  <a:pt x="648856" y="158278"/>
                </a:cubicBezTo>
                <a:cubicBezTo>
                  <a:pt x="648856" y="141508"/>
                  <a:pt x="662450" y="127914"/>
                  <a:pt x="679220" y="127914"/>
                </a:cubicBezTo>
                <a:close/>
                <a:moveTo>
                  <a:pt x="606665" y="127914"/>
                </a:moveTo>
                <a:cubicBezTo>
                  <a:pt x="623435" y="127914"/>
                  <a:pt x="637029" y="141508"/>
                  <a:pt x="637029" y="158278"/>
                </a:cubicBezTo>
                <a:cubicBezTo>
                  <a:pt x="637029" y="175047"/>
                  <a:pt x="623435" y="188641"/>
                  <a:pt x="606665" y="188641"/>
                </a:cubicBezTo>
                <a:cubicBezTo>
                  <a:pt x="589896" y="188641"/>
                  <a:pt x="576302" y="175047"/>
                  <a:pt x="576302" y="158278"/>
                </a:cubicBezTo>
                <a:cubicBezTo>
                  <a:pt x="576302" y="141508"/>
                  <a:pt x="589896" y="127914"/>
                  <a:pt x="606665" y="127914"/>
                </a:cubicBezTo>
                <a:close/>
                <a:moveTo>
                  <a:pt x="534111" y="127914"/>
                </a:moveTo>
                <a:cubicBezTo>
                  <a:pt x="550880" y="127914"/>
                  <a:pt x="564474" y="141508"/>
                  <a:pt x="564474" y="158278"/>
                </a:cubicBezTo>
                <a:cubicBezTo>
                  <a:pt x="564474" y="175047"/>
                  <a:pt x="550880" y="188641"/>
                  <a:pt x="534111" y="188641"/>
                </a:cubicBezTo>
                <a:cubicBezTo>
                  <a:pt x="517341" y="188641"/>
                  <a:pt x="503747" y="175047"/>
                  <a:pt x="503747" y="158278"/>
                </a:cubicBezTo>
                <a:cubicBezTo>
                  <a:pt x="503747" y="141508"/>
                  <a:pt x="517341" y="127914"/>
                  <a:pt x="534111" y="127914"/>
                </a:cubicBezTo>
                <a:close/>
                <a:moveTo>
                  <a:pt x="461556" y="127914"/>
                </a:moveTo>
                <a:cubicBezTo>
                  <a:pt x="478326" y="127914"/>
                  <a:pt x="491920" y="141508"/>
                  <a:pt x="491920" y="158278"/>
                </a:cubicBezTo>
                <a:cubicBezTo>
                  <a:pt x="491920" y="175047"/>
                  <a:pt x="478326" y="188641"/>
                  <a:pt x="461556" y="188641"/>
                </a:cubicBezTo>
                <a:cubicBezTo>
                  <a:pt x="444787" y="188641"/>
                  <a:pt x="431192" y="175047"/>
                  <a:pt x="431192" y="158278"/>
                </a:cubicBezTo>
                <a:cubicBezTo>
                  <a:pt x="431192" y="141508"/>
                  <a:pt x="444787" y="127914"/>
                  <a:pt x="461556" y="127914"/>
                </a:cubicBezTo>
                <a:close/>
                <a:moveTo>
                  <a:pt x="389002" y="127914"/>
                </a:moveTo>
                <a:cubicBezTo>
                  <a:pt x="405771" y="127914"/>
                  <a:pt x="419365" y="141508"/>
                  <a:pt x="419365" y="158278"/>
                </a:cubicBezTo>
                <a:cubicBezTo>
                  <a:pt x="419365" y="175047"/>
                  <a:pt x="405771" y="188641"/>
                  <a:pt x="389002" y="188641"/>
                </a:cubicBezTo>
                <a:cubicBezTo>
                  <a:pt x="372232" y="188641"/>
                  <a:pt x="358638" y="175047"/>
                  <a:pt x="358638" y="158278"/>
                </a:cubicBezTo>
                <a:cubicBezTo>
                  <a:pt x="358638" y="141508"/>
                  <a:pt x="372232" y="127914"/>
                  <a:pt x="389002" y="127914"/>
                </a:cubicBezTo>
                <a:close/>
                <a:moveTo>
                  <a:pt x="316447" y="127914"/>
                </a:moveTo>
                <a:cubicBezTo>
                  <a:pt x="333216" y="127914"/>
                  <a:pt x="346810" y="141508"/>
                  <a:pt x="346810" y="158278"/>
                </a:cubicBezTo>
                <a:cubicBezTo>
                  <a:pt x="346810" y="175047"/>
                  <a:pt x="333216" y="188641"/>
                  <a:pt x="316447" y="188641"/>
                </a:cubicBezTo>
                <a:cubicBezTo>
                  <a:pt x="299677" y="188641"/>
                  <a:pt x="286084" y="175047"/>
                  <a:pt x="286084" y="158278"/>
                </a:cubicBezTo>
                <a:cubicBezTo>
                  <a:pt x="286084" y="141508"/>
                  <a:pt x="299677" y="127914"/>
                  <a:pt x="316447" y="127914"/>
                </a:cubicBezTo>
                <a:close/>
                <a:moveTo>
                  <a:pt x="243892" y="127914"/>
                </a:moveTo>
                <a:cubicBezTo>
                  <a:pt x="260662" y="127914"/>
                  <a:pt x="274256" y="141508"/>
                  <a:pt x="274256" y="158278"/>
                </a:cubicBezTo>
                <a:cubicBezTo>
                  <a:pt x="274256" y="175047"/>
                  <a:pt x="260662" y="188641"/>
                  <a:pt x="243892" y="188641"/>
                </a:cubicBezTo>
                <a:cubicBezTo>
                  <a:pt x="227123" y="188641"/>
                  <a:pt x="213529" y="175047"/>
                  <a:pt x="213529" y="158278"/>
                </a:cubicBezTo>
                <a:cubicBezTo>
                  <a:pt x="213529" y="141508"/>
                  <a:pt x="227123" y="127914"/>
                  <a:pt x="243892" y="127914"/>
                </a:cubicBezTo>
                <a:close/>
                <a:moveTo>
                  <a:pt x="171339" y="127914"/>
                </a:moveTo>
                <a:cubicBezTo>
                  <a:pt x="188107" y="127914"/>
                  <a:pt x="201701" y="141508"/>
                  <a:pt x="201701" y="158278"/>
                </a:cubicBezTo>
                <a:cubicBezTo>
                  <a:pt x="201701" y="175047"/>
                  <a:pt x="188107" y="188641"/>
                  <a:pt x="171339" y="188641"/>
                </a:cubicBezTo>
                <a:cubicBezTo>
                  <a:pt x="154702" y="188641"/>
                  <a:pt x="141108" y="175047"/>
                  <a:pt x="141108" y="158278"/>
                </a:cubicBezTo>
                <a:cubicBezTo>
                  <a:pt x="141108" y="141508"/>
                  <a:pt x="154702" y="127914"/>
                  <a:pt x="171339" y="127914"/>
                </a:cubicBezTo>
                <a:close/>
                <a:moveTo>
                  <a:pt x="98936" y="127914"/>
                </a:moveTo>
                <a:cubicBezTo>
                  <a:pt x="115695" y="127914"/>
                  <a:pt x="129288" y="141508"/>
                  <a:pt x="129288" y="158278"/>
                </a:cubicBezTo>
                <a:cubicBezTo>
                  <a:pt x="129288" y="175047"/>
                  <a:pt x="115695" y="188641"/>
                  <a:pt x="98936" y="188641"/>
                </a:cubicBezTo>
                <a:cubicBezTo>
                  <a:pt x="82162" y="188641"/>
                  <a:pt x="68567" y="175047"/>
                  <a:pt x="68567" y="158278"/>
                </a:cubicBezTo>
                <a:cubicBezTo>
                  <a:pt x="68567" y="141508"/>
                  <a:pt x="82162" y="127914"/>
                  <a:pt x="98936" y="127914"/>
                </a:cubicBezTo>
                <a:close/>
                <a:moveTo>
                  <a:pt x="26381" y="127914"/>
                </a:moveTo>
                <a:cubicBezTo>
                  <a:pt x="43143" y="127914"/>
                  <a:pt x="56738" y="141508"/>
                  <a:pt x="56738" y="158278"/>
                </a:cubicBezTo>
                <a:cubicBezTo>
                  <a:pt x="56738" y="175047"/>
                  <a:pt x="43143" y="188641"/>
                  <a:pt x="26381" y="188641"/>
                </a:cubicBezTo>
                <a:cubicBezTo>
                  <a:pt x="17995" y="188641"/>
                  <a:pt x="10404" y="185243"/>
                  <a:pt x="4909" y="179748"/>
                </a:cubicBezTo>
                <a:lnTo>
                  <a:pt x="0" y="167898"/>
                </a:lnTo>
                <a:lnTo>
                  <a:pt x="0" y="148658"/>
                </a:lnTo>
                <a:lnTo>
                  <a:pt x="4909" y="136807"/>
                </a:lnTo>
                <a:cubicBezTo>
                  <a:pt x="10404" y="131313"/>
                  <a:pt x="17995" y="127914"/>
                  <a:pt x="26381" y="127914"/>
                </a:cubicBezTo>
                <a:close/>
                <a:moveTo>
                  <a:pt x="1622429" y="47462"/>
                </a:moveTo>
                <a:lnTo>
                  <a:pt x="1625821" y="48147"/>
                </a:lnTo>
                <a:lnTo>
                  <a:pt x="1639701" y="102127"/>
                </a:lnTo>
                <a:lnTo>
                  <a:pt x="1634248" y="105804"/>
                </a:lnTo>
                <a:cubicBezTo>
                  <a:pt x="1630615" y="107340"/>
                  <a:pt x="1626621" y="108189"/>
                  <a:pt x="1622429" y="108189"/>
                </a:cubicBezTo>
                <a:cubicBezTo>
                  <a:pt x="1605659" y="108189"/>
                  <a:pt x="1592066" y="94595"/>
                  <a:pt x="1592066" y="77826"/>
                </a:cubicBezTo>
                <a:cubicBezTo>
                  <a:pt x="1592066" y="61056"/>
                  <a:pt x="1605659" y="47462"/>
                  <a:pt x="1622429" y="47462"/>
                </a:cubicBezTo>
                <a:close/>
                <a:moveTo>
                  <a:pt x="1549874" y="47462"/>
                </a:moveTo>
                <a:cubicBezTo>
                  <a:pt x="1566644" y="47462"/>
                  <a:pt x="1580238" y="61056"/>
                  <a:pt x="1580238" y="77826"/>
                </a:cubicBezTo>
                <a:cubicBezTo>
                  <a:pt x="1580238" y="94595"/>
                  <a:pt x="1566644" y="108189"/>
                  <a:pt x="1549874" y="108189"/>
                </a:cubicBezTo>
                <a:cubicBezTo>
                  <a:pt x="1533105" y="108189"/>
                  <a:pt x="1519511" y="94595"/>
                  <a:pt x="1519511" y="77826"/>
                </a:cubicBezTo>
                <a:cubicBezTo>
                  <a:pt x="1519511" y="61056"/>
                  <a:pt x="1533105" y="47462"/>
                  <a:pt x="1549874" y="47462"/>
                </a:cubicBezTo>
                <a:close/>
                <a:moveTo>
                  <a:pt x="1477320" y="47462"/>
                </a:moveTo>
                <a:cubicBezTo>
                  <a:pt x="1494089" y="47462"/>
                  <a:pt x="1507683" y="61056"/>
                  <a:pt x="1507683" y="77826"/>
                </a:cubicBezTo>
                <a:cubicBezTo>
                  <a:pt x="1507683" y="94595"/>
                  <a:pt x="1494089" y="108189"/>
                  <a:pt x="1477320" y="108189"/>
                </a:cubicBezTo>
                <a:cubicBezTo>
                  <a:pt x="1460550" y="108189"/>
                  <a:pt x="1446956" y="94595"/>
                  <a:pt x="1446956" y="77826"/>
                </a:cubicBezTo>
                <a:cubicBezTo>
                  <a:pt x="1446956" y="61056"/>
                  <a:pt x="1460550" y="47462"/>
                  <a:pt x="1477320" y="47462"/>
                </a:cubicBezTo>
                <a:close/>
                <a:moveTo>
                  <a:pt x="1404765" y="47462"/>
                </a:moveTo>
                <a:cubicBezTo>
                  <a:pt x="1421535" y="47462"/>
                  <a:pt x="1435129" y="61056"/>
                  <a:pt x="1435129" y="77826"/>
                </a:cubicBezTo>
                <a:cubicBezTo>
                  <a:pt x="1435129" y="94595"/>
                  <a:pt x="1421535" y="108189"/>
                  <a:pt x="1404765" y="108189"/>
                </a:cubicBezTo>
                <a:cubicBezTo>
                  <a:pt x="1387996" y="108189"/>
                  <a:pt x="1374402" y="94595"/>
                  <a:pt x="1374402" y="77826"/>
                </a:cubicBezTo>
                <a:cubicBezTo>
                  <a:pt x="1374402" y="61056"/>
                  <a:pt x="1387996" y="47462"/>
                  <a:pt x="1404765" y="47462"/>
                </a:cubicBezTo>
                <a:close/>
                <a:moveTo>
                  <a:pt x="1332211" y="47462"/>
                </a:moveTo>
                <a:cubicBezTo>
                  <a:pt x="1348980" y="47462"/>
                  <a:pt x="1362574" y="61056"/>
                  <a:pt x="1362574" y="77826"/>
                </a:cubicBezTo>
                <a:cubicBezTo>
                  <a:pt x="1362574" y="94595"/>
                  <a:pt x="1348980" y="108189"/>
                  <a:pt x="1332211" y="108189"/>
                </a:cubicBezTo>
                <a:cubicBezTo>
                  <a:pt x="1315441" y="108189"/>
                  <a:pt x="1301847" y="94595"/>
                  <a:pt x="1301847" y="77826"/>
                </a:cubicBezTo>
                <a:cubicBezTo>
                  <a:pt x="1301847" y="61056"/>
                  <a:pt x="1315441" y="47462"/>
                  <a:pt x="1332211" y="47462"/>
                </a:cubicBezTo>
                <a:close/>
                <a:moveTo>
                  <a:pt x="1259656" y="47462"/>
                </a:moveTo>
                <a:cubicBezTo>
                  <a:pt x="1276426" y="47462"/>
                  <a:pt x="1290020" y="61056"/>
                  <a:pt x="1290020" y="77826"/>
                </a:cubicBezTo>
                <a:cubicBezTo>
                  <a:pt x="1290020" y="94595"/>
                  <a:pt x="1276426" y="108189"/>
                  <a:pt x="1259656" y="108189"/>
                </a:cubicBezTo>
                <a:cubicBezTo>
                  <a:pt x="1242887" y="108189"/>
                  <a:pt x="1229293" y="94595"/>
                  <a:pt x="1229293" y="77826"/>
                </a:cubicBezTo>
                <a:cubicBezTo>
                  <a:pt x="1229293" y="61056"/>
                  <a:pt x="1242887" y="47462"/>
                  <a:pt x="1259656" y="47462"/>
                </a:cubicBezTo>
                <a:close/>
                <a:moveTo>
                  <a:pt x="1187102" y="47462"/>
                </a:moveTo>
                <a:cubicBezTo>
                  <a:pt x="1203871" y="47462"/>
                  <a:pt x="1217465" y="61056"/>
                  <a:pt x="1217465" y="77826"/>
                </a:cubicBezTo>
                <a:cubicBezTo>
                  <a:pt x="1217465" y="94595"/>
                  <a:pt x="1203871" y="108189"/>
                  <a:pt x="1187102" y="108189"/>
                </a:cubicBezTo>
                <a:cubicBezTo>
                  <a:pt x="1170332" y="108189"/>
                  <a:pt x="1156738" y="94595"/>
                  <a:pt x="1156738" y="77826"/>
                </a:cubicBezTo>
                <a:cubicBezTo>
                  <a:pt x="1156738" y="61056"/>
                  <a:pt x="1170332" y="47462"/>
                  <a:pt x="1187102" y="47462"/>
                </a:cubicBezTo>
                <a:close/>
                <a:moveTo>
                  <a:pt x="1114547" y="47462"/>
                </a:moveTo>
                <a:cubicBezTo>
                  <a:pt x="1131317" y="47462"/>
                  <a:pt x="1144911" y="61056"/>
                  <a:pt x="1144911" y="77826"/>
                </a:cubicBezTo>
                <a:cubicBezTo>
                  <a:pt x="1144911" y="94595"/>
                  <a:pt x="1131317" y="108189"/>
                  <a:pt x="1114547" y="108189"/>
                </a:cubicBezTo>
                <a:cubicBezTo>
                  <a:pt x="1097778" y="108189"/>
                  <a:pt x="1084184" y="94595"/>
                  <a:pt x="1084184" y="77826"/>
                </a:cubicBezTo>
                <a:cubicBezTo>
                  <a:pt x="1084184" y="61056"/>
                  <a:pt x="1097778" y="47462"/>
                  <a:pt x="1114547" y="47462"/>
                </a:cubicBezTo>
                <a:close/>
                <a:moveTo>
                  <a:pt x="1041993" y="47462"/>
                </a:moveTo>
                <a:cubicBezTo>
                  <a:pt x="1058762" y="47462"/>
                  <a:pt x="1072356" y="61056"/>
                  <a:pt x="1072356" y="77826"/>
                </a:cubicBezTo>
                <a:cubicBezTo>
                  <a:pt x="1072356" y="94595"/>
                  <a:pt x="1058762" y="108189"/>
                  <a:pt x="1041993" y="108189"/>
                </a:cubicBezTo>
                <a:cubicBezTo>
                  <a:pt x="1025223" y="108189"/>
                  <a:pt x="1011629" y="94595"/>
                  <a:pt x="1011629" y="77826"/>
                </a:cubicBezTo>
                <a:cubicBezTo>
                  <a:pt x="1011629" y="61056"/>
                  <a:pt x="1025223" y="47462"/>
                  <a:pt x="1041993" y="47462"/>
                </a:cubicBezTo>
                <a:close/>
                <a:moveTo>
                  <a:pt x="969438" y="47462"/>
                </a:moveTo>
                <a:cubicBezTo>
                  <a:pt x="986208" y="47462"/>
                  <a:pt x="999801" y="61056"/>
                  <a:pt x="999801" y="77826"/>
                </a:cubicBezTo>
                <a:cubicBezTo>
                  <a:pt x="999801" y="94595"/>
                  <a:pt x="986208" y="108189"/>
                  <a:pt x="969438" y="108189"/>
                </a:cubicBezTo>
                <a:cubicBezTo>
                  <a:pt x="952669" y="108189"/>
                  <a:pt x="939075" y="94595"/>
                  <a:pt x="939075" y="77826"/>
                </a:cubicBezTo>
                <a:cubicBezTo>
                  <a:pt x="939075" y="61056"/>
                  <a:pt x="952669" y="47462"/>
                  <a:pt x="969438" y="47462"/>
                </a:cubicBezTo>
                <a:close/>
                <a:moveTo>
                  <a:pt x="896883" y="47462"/>
                </a:moveTo>
                <a:cubicBezTo>
                  <a:pt x="913653" y="47462"/>
                  <a:pt x="927247" y="61056"/>
                  <a:pt x="927247" y="77826"/>
                </a:cubicBezTo>
                <a:cubicBezTo>
                  <a:pt x="927247" y="94595"/>
                  <a:pt x="913653" y="108189"/>
                  <a:pt x="896883" y="108189"/>
                </a:cubicBezTo>
                <a:cubicBezTo>
                  <a:pt x="880114" y="108189"/>
                  <a:pt x="866520" y="94595"/>
                  <a:pt x="866520" y="77826"/>
                </a:cubicBezTo>
                <a:cubicBezTo>
                  <a:pt x="866520" y="61056"/>
                  <a:pt x="880114" y="47462"/>
                  <a:pt x="896883" y="47462"/>
                </a:cubicBezTo>
                <a:close/>
                <a:moveTo>
                  <a:pt x="824329" y="47462"/>
                </a:moveTo>
                <a:cubicBezTo>
                  <a:pt x="841098" y="47462"/>
                  <a:pt x="854692" y="61056"/>
                  <a:pt x="854692" y="77826"/>
                </a:cubicBezTo>
                <a:cubicBezTo>
                  <a:pt x="854692" y="94595"/>
                  <a:pt x="841098" y="108189"/>
                  <a:pt x="824329" y="108189"/>
                </a:cubicBezTo>
                <a:cubicBezTo>
                  <a:pt x="807559" y="108189"/>
                  <a:pt x="793965" y="94595"/>
                  <a:pt x="793965" y="77826"/>
                </a:cubicBezTo>
                <a:cubicBezTo>
                  <a:pt x="793965" y="61056"/>
                  <a:pt x="807559" y="47462"/>
                  <a:pt x="824329" y="47462"/>
                </a:cubicBezTo>
                <a:close/>
                <a:moveTo>
                  <a:pt x="751774" y="47462"/>
                </a:moveTo>
                <a:cubicBezTo>
                  <a:pt x="768544" y="47462"/>
                  <a:pt x="782138" y="61056"/>
                  <a:pt x="782138" y="77826"/>
                </a:cubicBezTo>
                <a:cubicBezTo>
                  <a:pt x="782138" y="94595"/>
                  <a:pt x="768544" y="108189"/>
                  <a:pt x="751774" y="108189"/>
                </a:cubicBezTo>
                <a:cubicBezTo>
                  <a:pt x="735005" y="108189"/>
                  <a:pt x="721411" y="94595"/>
                  <a:pt x="721411" y="77826"/>
                </a:cubicBezTo>
                <a:cubicBezTo>
                  <a:pt x="721411" y="61056"/>
                  <a:pt x="735005" y="47462"/>
                  <a:pt x="751774" y="47462"/>
                </a:cubicBezTo>
                <a:close/>
                <a:moveTo>
                  <a:pt x="679220" y="47462"/>
                </a:moveTo>
                <a:cubicBezTo>
                  <a:pt x="695989" y="47462"/>
                  <a:pt x="709583" y="61056"/>
                  <a:pt x="709583" y="77826"/>
                </a:cubicBezTo>
                <a:cubicBezTo>
                  <a:pt x="709583" y="94595"/>
                  <a:pt x="695989" y="108189"/>
                  <a:pt x="679220" y="108189"/>
                </a:cubicBezTo>
                <a:cubicBezTo>
                  <a:pt x="662450" y="108189"/>
                  <a:pt x="648856" y="94595"/>
                  <a:pt x="648856" y="77826"/>
                </a:cubicBezTo>
                <a:cubicBezTo>
                  <a:pt x="648856" y="61056"/>
                  <a:pt x="662450" y="47462"/>
                  <a:pt x="679220" y="47462"/>
                </a:cubicBezTo>
                <a:close/>
                <a:moveTo>
                  <a:pt x="606665" y="47462"/>
                </a:moveTo>
                <a:cubicBezTo>
                  <a:pt x="623435" y="47462"/>
                  <a:pt x="637029" y="61056"/>
                  <a:pt x="637029" y="77826"/>
                </a:cubicBezTo>
                <a:cubicBezTo>
                  <a:pt x="637029" y="94595"/>
                  <a:pt x="623435" y="108189"/>
                  <a:pt x="606665" y="108189"/>
                </a:cubicBezTo>
                <a:cubicBezTo>
                  <a:pt x="589896" y="108189"/>
                  <a:pt x="576302" y="94595"/>
                  <a:pt x="576302" y="77826"/>
                </a:cubicBezTo>
                <a:cubicBezTo>
                  <a:pt x="576302" y="61056"/>
                  <a:pt x="589896" y="47462"/>
                  <a:pt x="606665" y="47462"/>
                </a:cubicBezTo>
                <a:close/>
                <a:moveTo>
                  <a:pt x="534111" y="47462"/>
                </a:moveTo>
                <a:cubicBezTo>
                  <a:pt x="550880" y="47462"/>
                  <a:pt x="564474" y="61056"/>
                  <a:pt x="564474" y="77826"/>
                </a:cubicBezTo>
                <a:cubicBezTo>
                  <a:pt x="564474" y="94595"/>
                  <a:pt x="550880" y="108189"/>
                  <a:pt x="534111" y="108189"/>
                </a:cubicBezTo>
                <a:cubicBezTo>
                  <a:pt x="517341" y="108189"/>
                  <a:pt x="503747" y="94595"/>
                  <a:pt x="503747" y="77826"/>
                </a:cubicBezTo>
                <a:cubicBezTo>
                  <a:pt x="503747" y="61056"/>
                  <a:pt x="517341" y="47462"/>
                  <a:pt x="534111" y="47462"/>
                </a:cubicBezTo>
                <a:close/>
                <a:moveTo>
                  <a:pt x="461556" y="47462"/>
                </a:moveTo>
                <a:cubicBezTo>
                  <a:pt x="478326" y="47462"/>
                  <a:pt x="491920" y="61056"/>
                  <a:pt x="491920" y="77826"/>
                </a:cubicBezTo>
                <a:cubicBezTo>
                  <a:pt x="491920" y="94595"/>
                  <a:pt x="478326" y="108189"/>
                  <a:pt x="461556" y="108189"/>
                </a:cubicBezTo>
                <a:cubicBezTo>
                  <a:pt x="444787" y="108189"/>
                  <a:pt x="431192" y="94595"/>
                  <a:pt x="431192" y="77826"/>
                </a:cubicBezTo>
                <a:cubicBezTo>
                  <a:pt x="431192" y="61056"/>
                  <a:pt x="444787" y="47462"/>
                  <a:pt x="461556" y="47462"/>
                </a:cubicBezTo>
                <a:close/>
                <a:moveTo>
                  <a:pt x="389002" y="47462"/>
                </a:moveTo>
                <a:cubicBezTo>
                  <a:pt x="405771" y="47462"/>
                  <a:pt x="419365" y="61056"/>
                  <a:pt x="419365" y="77826"/>
                </a:cubicBezTo>
                <a:cubicBezTo>
                  <a:pt x="419365" y="94595"/>
                  <a:pt x="405771" y="108189"/>
                  <a:pt x="389002" y="108189"/>
                </a:cubicBezTo>
                <a:cubicBezTo>
                  <a:pt x="372232" y="108189"/>
                  <a:pt x="358638" y="94595"/>
                  <a:pt x="358638" y="77826"/>
                </a:cubicBezTo>
                <a:cubicBezTo>
                  <a:pt x="358638" y="61056"/>
                  <a:pt x="372232" y="47462"/>
                  <a:pt x="389002" y="47462"/>
                </a:cubicBezTo>
                <a:close/>
                <a:moveTo>
                  <a:pt x="316447" y="47462"/>
                </a:moveTo>
                <a:cubicBezTo>
                  <a:pt x="333216" y="47462"/>
                  <a:pt x="346810" y="61056"/>
                  <a:pt x="346810" y="77826"/>
                </a:cubicBezTo>
                <a:cubicBezTo>
                  <a:pt x="346810" y="94595"/>
                  <a:pt x="333216" y="108189"/>
                  <a:pt x="316447" y="108189"/>
                </a:cubicBezTo>
                <a:cubicBezTo>
                  <a:pt x="299677" y="108189"/>
                  <a:pt x="286084" y="94595"/>
                  <a:pt x="286084" y="77826"/>
                </a:cubicBezTo>
                <a:cubicBezTo>
                  <a:pt x="286084" y="61056"/>
                  <a:pt x="299677" y="47462"/>
                  <a:pt x="316447" y="47462"/>
                </a:cubicBezTo>
                <a:close/>
                <a:moveTo>
                  <a:pt x="243892" y="47462"/>
                </a:moveTo>
                <a:cubicBezTo>
                  <a:pt x="260662" y="47462"/>
                  <a:pt x="274256" y="61056"/>
                  <a:pt x="274256" y="77826"/>
                </a:cubicBezTo>
                <a:cubicBezTo>
                  <a:pt x="274256" y="94595"/>
                  <a:pt x="260662" y="108189"/>
                  <a:pt x="243892" y="108189"/>
                </a:cubicBezTo>
                <a:cubicBezTo>
                  <a:pt x="227123" y="108189"/>
                  <a:pt x="213529" y="94595"/>
                  <a:pt x="213529" y="77826"/>
                </a:cubicBezTo>
                <a:cubicBezTo>
                  <a:pt x="213529" y="61056"/>
                  <a:pt x="227123" y="47462"/>
                  <a:pt x="243892" y="47462"/>
                </a:cubicBezTo>
                <a:close/>
                <a:moveTo>
                  <a:pt x="171339" y="47462"/>
                </a:moveTo>
                <a:cubicBezTo>
                  <a:pt x="188107" y="47462"/>
                  <a:pt x="201701" y="61056"/>
                  <a:pt x="201701" y="77826"/>
                </a:cubicBezTo>
                <a:cubicBezTo>
                  <a:pt x="201701" y="94595"/>
                  <a:pt x="188107" y="108189"/>
                  <a:pt x="171339" y="108189"/>
                </a:cubicBezTo>
                <a:cubicBezTo>
                  <a:pt x="154708" y="108189"/>
                  <a:pt x="141113" y="94595"/>
                  <a:pt x="141113" y="77826"/>
                </a:cubicBezTo>
                <a:cubicBezTo>
                  <a:pt x="141113" y="61056"/>
                  <a:pt x="154708" y="47462"/>
                  <a:pt x="171339" y="47462"/>
                </a:cubicBezTo>
                <a:close/>
                <a:moveTo>
                  <a:pt x="98942" y="47462"/>
                </a:moveTo>
                <a:cubicBezTo>
                  <a:pt x="115700" y="47462"/>
                  <a:pt x="129294" y="61056"/>
                  <a:pt x="129294" y="77826"/>
                </a:cubicBezTo>
                <a:cubicBezTo>
                  <a:pt x="129294" y="94595"/>
                  <a:pt x="115700" y="108189"/>
                  <a:pt x="98942" y="108189"/>
                </a:cubicBezTo>
                <a:cubicBezTo>
                  <a:pt x="82168" y="108189"/>
                  <a:pt x="68573" y="94595"/>
                  <a:pt x="68573" y="77826"/>
                </a:cubicBezTo>
                <a:cubicBezTo>
                  <a:pt x="68573" y="61056"/>
                  <a:pt x="82168" y="47462"/>
                  <a:pt x="98942" y="47462"/>
                </a:cubicBezTo>
                <a:close/>
                <a:moveTo>
                  <a:pt x="26388" y="47462"/>
                </a:moveTo>
                <a:cubicBezTo>
                  <a:pt x="43149" y="47462"/>
                  <a:pt x="56744" y="61056"/>
                  <a:pt x="56744" y="77826"/>
                </a:cubicBezTo>
                <a:cubicBezTo>
                  <a:pt x="56744" y="94595"/>
                  <a:pt x="43149" y="108189"/>
                  <a:pt x="26388" y="108189"/>
                </a:cubicBezTo>
                <a:cubicBezTo>
                  <a:pt x="18002" y="108189"/>
                  <a:pt x="10410" y="104791"/>
                  <a:pt x="4916" y="99296"/>
                </a:cubicBezTo>
                <a:lnTo>
                  <a:pt x="0" y="87429"/>
                </a:lnTo>
                <a:lnTo>
                  <a:pt x="0" y="68222"/>
                </a:lnTo>
                <a:lnTo>
                  <a:pt x="4916" y="56355"/>
                </a:lnTo>
                <a:cubicBezTo>
                  <a:pt x="10410" y="50861"/>
                  <a:pt x="18002" y="47462"/>
                  <a:pt x="26388" y="47462"/>
                </a:cubicBezTo>
                <a:close/>
                <a:moveTo>
                  <a:pt x="1592868" y="0"/>
                </a:moveTo>
                <a:lnTo>
                  <a:pt x="1613441" y="0"/>
                </a:lnTo>
                <a:lnTo>
                  <a:pt x="1620472" y="27343"/>
                </a:lnTo>
                <a:lnTo>
                  <a:pt x="1610610" y="25352"/>
                </a:lnTo>
                <a:cubicBezTo>
                  <a:pt x="1605161" y="23047"/>
                  <a:pt x="1600525" y="19197"/>
                  <a:pt x="1597251" y="14351"/>
                </a:cubicBezTo>
                <a:close/>
                <a:moveTo>
                  <a:pt x="1520598" y="0"/>
                </a:moveTo>
                <a:lnTo>
                  <a:pt x="1579150" y="0"/>
                </a:lnTo>
                <a:lnTo>
                  <a:pt x="1571345" y="18844"/>
                </a:lnTo>
                <a:cubicBezTo>
                  <a:pt x="1565850" y="24339"/>
                  <a:pt x="1558259" y="27738"/>
                  <a:pt x="1549874" y="27738"/>
                </a:cubicBezTo>
                <a:cubicBezTo>
                  <a:pt x="1541490" y="27738"/>
                  <a:pt x="1533899" y="24339"/>
                  <a:pt x="1528404" y="18844"/>
                </a:cubicBezTo>
                <a:close/>
                <a:moveTo>
                  <a:pt x="1448044" y="0"/>
                </a:moveTo>
                <a:lnTo>
                  <a:pt x="1506596" y="0"/>
                </a:lnTo>
                <a:lnTo>
                  <a:pt x="1498790" y="18844"/>
                </a:lnTo>
                <a:cubicBezTo>
                  <a:pt x="1493295" y="24339"/>
                  <a:pt x="1485705" y="27738"/>
                  <a:pt x="1477320" y="27738"/>
                </a:cubicBezTo>
                <a:cubicBezTo>
                  <a:pt x="1468935" y="27738"/>
                  <a:pt x="1461344" y="24339"/>
                  <a:pt x="1455850" y="18844"/>
                </a:cubicBezTo>
                <a:close/>
                <a:moveTo>
                  <a:pt x="1375489" y="0"/>
                </a:moveTo>
                <a:lnTo>
                  <a:pt x="1434041" y="0"/>
                </a:lnTo>
                <a:lnTo>
                  <a:pt x="1426236" y="18844"/>
                </a:lnTo>
                <a:cubicBezTo>
                  <a:pt x="1420741" y="24339"/>
                  <a:pt x="1413150" y="27738"/>
                  <a:pt x="1404765" y="27738"/>
                </a:cubicBezTo>
                <a:cubicBezTo>
                  <a:pt x="1396381" y="27738"/>
                  <a:pt x="1388790" y="24339"/>
                  <a:pt x="1383295" y="18844"/>
                </a:cubicBezTo>
                <a:close/>
                <a:moveTo>
                  <a:pt x="1302935" y="0"/>
                </a:moveTo>
                <a:lnTo>
                  <a:pt x="1361486" y="0"/>
                </a:lnTo>
                <a:lnTo>
                  <a:pt x="1353681" y="18844"/>
                </a:lnTo>
                <a:cubicBezTo>
                  <a:pt x="1348186" y="24339"/>
                  <a:pt x="1340596" y="27738"/>
                  <a:pt x="1332211" y="27738"/>
                </a:cubicBezTo>
                <a:cubicBezTo>
                  <a:pt x="1323826" y="27738"/>
                  <a:pt x="1316235" y="24339"/>
                  <a:pt x="1310740" y="18844"/>
                </a:cubicBezTo>
                <a:close/>
                <a:moveTo>
                  <a:pt x="1230380" y="0"/>
                </a:moveTo>
                <a:lnTo>
                  <a:pt x="1288932" y="0"/>
                </a:lnTo>
                <a:lnTo>
                  <a:pt x="1281126" y="18844"/>
                </a:lnTo>
                <a:cubicBezTo>
                  <a:pt x="1275632" y="24339"/>
                  <a:pt x="1268041" y="27738"/>
                  <a:pt x="1259656" y="27738"/>
                </a:cubicBezTo>
                <a:cubicBezTo>
                  <a:pt x="1251271" y="27738"/>
                  <a:pt x="1243680" y="24339"/>
                  <a:pt x="1238186" y="18844"/>
                </a:cubicBezTo>
                <a:close/>
                <a:moveTo>
                  <a:pt x="1157826" y="0"/>
                </a:moveTo>
                <a:lnTo>
                  <a:pt x="1216377" y="0"/>
                </a:lnTo>
                <a:lnTo>
                  <a:pt x="1208572" y="18844"/>
                </a:lnTo>
                <a:cubicBezTo>
                  <a:pt x="1203077" y="24339"/>
                  <a:pt x="1195486" y="27738"/>
                  <a:pt x="1187102" y="27738"/>
                </a:cubicBezTo>
                <a:cubicBezTo>
                  <a:pt x="1178717" y="27738"/>
                  <a:pt x="1171126" y="24339"/>
                  <a:pt x="1165631" y="18844"/>
                </a:cubicBezTo>
                <a:close/>
                <a:moveTo>
                  <a:pt x="1085271" y="0"/>
                </a:moveTo>
                <a:lnTo>
                  <a:pt x="1143823" y="0"/>
                </a:lnTo>
                <a:lnTo>
                  <a:pt x="1136017" y="18844"/>
                </a:lnTo>
                <a:cubicBezTo>
                  <a:pt x="1130523" y="24339"/>
                  <a:pt x="1122932" y="27738"/>
                  <a:pt x="1114547" y="27738"/>
                </a:cubicBezTo>
                <a:cubicBezTo>
                  <a:pt x="1106162" y="27738"/>
                  <a:pt x="1098571" y="24339"/>
                  <a:pt x="1093077" y="18844"/>
                </a:cubicBezTo>
                <a:close/>
                <a:moveTo>
                  <a:pt x="1012717" y="0"/>
                </a:moveTo>
                <a:lnTo>
                  <a:pt x="1071268" y="0"/>
                </a:lnTo>
                <a:lnTo>
                  <a:pt x="1063463" y="18844"/>
                </a:lnTo>
                <a:cubicBezTo>
                  <a:pt x="1057968" y="24339"/>
                  <a:pt x="1050377" y="27738"/>
                  <a:pt x="1041993" y="27738"/>
                </a:cubicBezTo>
                <a:cubicBezTo>
                  <a:pt x="1033608" y="27738"/>
                  <a:pt x="1026017" y="24339"/>
                  <a:pt x="1020522" y="18844"/>
                </a:cubicBezTo>
                <a:close/>
                <a:moveTo>
                  <a:pt x="940162" y="0"/>
                </a:moveTo>
                <a:lnTo>
                  <a:pt x="998714" y="0"/>
                </a:lnTo>
                <a:lnTo>
                  <a:pt x="990908" y="18844"/>
                </a:lnTo>
                <a:cubicBezTo>
                  <a:pt x="985414" y="24339"/>
                  <a:pt x="977823" y="27738"/>
                  <a:pt x="969438" y="27738"/>
                </a:cubicBezTo>
                <a:cubicBezTo>
                  <a:pt x="961053" y="27738"/>
                  <a:pt x="953462" y="24339"/>
                  <a:pt x="947968" y="18844"/>
                </a:cubicBezTo>
                <a:close/>
                <a:moveTo>
                  <a:pt x="867607" y="0"/>
                </a:moveTo>
                <a:lnTo>
                  <a:pt x="926159" y="0"/>
                </a:lnTo>
                <a:lnTo>
                  <a:pt x="918354" y="18844"/>
                </a:lnTo>
                <a:cubicBezTo>
                  <a:pt x="912859" y="24339"/>
                  <a:pt x="905268" y="27738"/>
                  <a:pt x="896883" y="27738"/>
                </a:cubicBezTo>
                <a:cubicBezTo>
                  <a:pt x="888499" y="27738"/>
                  <a:pt x="880908" y="24339"/>
                  <a:pt x="875413" y="18844"/>
                </a:cubicBezTo>
                <a:close/>
                <a:moveTo>
                  <a:pt x="795053" y="0"/>
                </a:moveTo>
                <a:lnTo>
                  <a:pt x="853605" y="0"/>
                </a:lnTo>
                <a:lnTo>
                  <a:pt x="845799" y="18844"/>
                </a:lnTo>
                <a:cubicBezTo>
                  <a:pt x="840304" y="24339"/>
                  <a:pt x="832714" y="27738"/>
                  <a:pt x="824329" y="27738"/>
                </a:cubicBezTo>
                <a:cubicBezTo>
                  <a:pt x="815944" y="27738"/>
                  <a:pt x="808353" y="24339"/>
                  <a:pt x="802858" y="18844"/>
                </a:cubicBezTo>
                <a:close/>
                <a:moveTo>
                  <a:pt x="722498" y="0"/>
                </a:moveTo>
                <a:lnTo>
                  <a:pt x="781050" y="0"/>
                </a:lnTo>
                <a:lnTo>
                  <a:pt x="773245" y="18844"/>
                </a:lnTo>
                <a:cubicBezTo>
                  <a:pt x="767750" y="24339"/>
                  <a:pt x="760159" y="27738"/>
                  <a:pt x="751774" y="27738"/>
                </a:cubicBezTo>
                <a:cubicBezTo>
                  <a:pt x="743390" y="27738"/>
                  <a:pt x="735799" y="24339"/>
                  <a:pt x="730304" y="18844"/>
                </a:cubicBezTo>
                <a:close/>
                <a:moveTo>
                  <a:pt x="649944" y="0"/>
                </a:moveTo>
                <a:lnTo>
                  <a:pt x="708496" y="0"/>
                </a:lnTo>
                <a:lnTo>
                  <a:pt x="700690" y="18844"/>
                </a:lnTo>
                <a:cubicBezTo>
                  <a:pt x="695195" y="24339"/>
                  <a:pt x="687604" y="27738"/>
                  <a:pt x="679220" y="27738"/>
                </a:cubicBezTo>
                <a:cubicBezTo>
                  <a:pt x="670835" y="27738"/>
                  <a:pt x="663244" y="24339"/>
                  <a:pt x="657749" y="18844"/>
                </a:cubicBezTo>
                <a:close/>
                <a:moveTo>
                  <a:pt x="577389" y="0"/>
                </a:moveTo>
                <a:lnTo>
                  <a:pt x="635941" y="0"/>
                </a:lnTo>
                <a:lnTo>
                  <a:pt x="628135" y="18844"/>
                </a:lnTo>
                <a:cubicBezTo>
                  <a:pt x="622641" y="24339"/>
                  <a:pt x="615050" y="27738"/>
                  <a:pt x="606665" y="27738"/>
                </a:cubicBezTo>
                <a:cubicBezTo>
                  <a:pt x="598280" y="27738"/>
                  <a:pt x="590690" y="24339"/>
                  <a:pt x="585195" y="18844"/>
                </a:cubicBezTo>
                <a:close/>
                <a:moveTo>
                  <a:pt x="504835" y="0"/>
                </a:moveTo>
                <a:lnTo>
                  <a:pt x="563386" y="0"/>
                </a:lnTo>
                <a:lnTo>
                  <a:pt x="555581" y="18844"/>
                </a:lnTo>
                <a:cubicBezTo>
                  <a:pt x="550086" y="24339"/>
                  <a:pt x="542495" y="27738"/>
                  <a:pt x="534111" y="27738"/>
                </a:cubicBezTo>
                <a:cubicBezTo>
                  <a:pt x="525726" y="27738"/>
                  <a:pt x="518135" y="24339"/>
                  <a:pt x="512640" y="18844"/>
                </a:cubicBezTo>
                <a:close/>
                <a:moveTo>
                  <a:pt x="432280" y="0"/>
                </a:moveTo>
                <a:lnTo>
                  <a:pt x="490832" y="0"/>
                </a:lnTo>
                <a:lnTo>
                  <a:pt x="483026" y="18844"/>
                </a:lnTo>
                <a:cubicBezTo>
                  <a:pt x="477532" y="24339"/>
                  <a:pt x="469941" y="27738"/>
                  <a:pt x="461556" y="27738"/>
                </a:cubicBezTo>
                <a:cubicBezTo>
                  <a:pt x="453171" y="27738"/>
                  <a:pt x="445580" y="24339"/>
                  <a:pt x="440086" y="18844"/>
                </a:cubicBezTo>
                <a:close/>
                <a:moveTo>
                  <a:pt x="359726" y="0"/>
                </a:moveTo>
                <a:lnTo>
                  <a:pt x="418277" y="0"/>
                </a:lnTo>
                <a:lnTo>
                  <a:pt x="410472" y="18844"/>
                </a:lnTo>
                <a:cubicBezTo>
                  <a:pt x="404977" y="24339"/>
                  <a:pt x="397386" y="27738"/>
                  <a:pt x="389002" y="27738"/>
                </a:cubicBezTo>
                <a:cubicBezTo>
                  <a:pt x="380617" y="27738"/>
                  <a:pt x="373026" y="24339"/>
                  <a:pt x="367531" y="18844"/>
                </a:cubicBezTo>
                <a:close/>
                <a:moveTo>
                  <a:pt x="287171" y="0"/>
                </a:moveTo>
                <a:lnTo>
                  <a:pt x="345723" y="0"/>
                </a:lnTo>
                <a:lnTo>
                  <a:pt x="337917" y="18844"/>
                </a:lnTo>
                <a:cubicBezTo>
                  <a:pt x="332423" y="24339"/>
                  <a:pt x="324832" y="27738"/>
                  <a:pt x="316447" y="27738"/>
                </a:cubicBezTo>
                <a:cubicBezTo>
                  <a:pt x="308062" y="27738"/>
                  <a:pt x="300471" y="24339"/>
                  <a:pt x="294977" y="18844"/>
                </a:cubicBezTo>
                <a:close/>
                <a:moveTo>
                  <a:pt x="214617" y="0"/>
                </a:moveTo>
                <a:lnTo>
                  <a:pt x="273168" y="0"/>
                </a:lnTo>
                <a:lnTo>
                  <a:pt x="265363" y="18844"/>
                </a:lnTo>
                <a:cubicBezTo>
                  <a:pt x="259868" y="24339"/>
                  <a:pt x="252277" y="27738"/>
                  <a:pt x="243892" y="27738"/>
                </a:cubicBezTo>
                <a:cubicBezTo>
                  <a:pt x="235508" y="27738"/>
                  <a:pt x="227917" y="24339"/>
                  <a:pt x="222422" y="18844"/>
                </a:cubicBezTo>
                <a:close/>
                <a:moveTo>
                  <a:pt x="142204" y="0"/>
                </a:moveTo>
                <a:lnTo>
                  <a:pt x="200614" y="0"/>
                </a:lnTo>
                <a:lnTo>
                  <a:pt x="192808" y="18844"/>
                </a:lnTo>
                <a:cubicBezTo>
                  <a:pt x="187314" y="24339"/>
                  <a:pt x="179723" y="27738"/>
                  <a:pt x="171339" y="27738"/>
                </a:cubicBezTo>
                <a:cubicBezTo>
                  <a:pt x="163026" y="27738"/>
                  <a:pt x="155471" y="24339"/>
                  <a:pt x="149994" y="18844"/>
                </a:cubicBezTo>
                <a:close/>
                <a:moveTo>
                  <a:pt x="69668" y="0"/>
                </a:moveTo>
                <a:lnTo>
                  <a:pt x="128212" y="0"/>
                </a:lnTo>
                <a:lnTo>
                  <a:pt x="120408" y="18844"/>
                </a:lnTo>
                <a:cubicBezTo>
                  <a:pt x="114915" y="24339"/>
                  <a:pt x="107328" y="27738"/>
                  <a:pt x="98949" y="27738"/>
                </a:cubicBezTo>
                <a:cubicBezTo>
                  <a:pt x="90562" y="27738"/>
                  <a:pt x="82969" y="24339"/>
                  <a:pt x="77474" y="18844"/>
                </a:cubicBezTo>
                <a:close/>
                <a:moveTo>
                  <a:pt x="0" y="0"/>
                </a:moveTo>
                <a:lnTo>
                  <a:pt x="55662" y="0"/>
                </a:lnTo>
                <a:lnTo>
                  <a:pt x="47858" y="18844"/>
                </a:lnTo>
                <a:cubicBezTo>
                  <a:pt x="42364" y="24339"/>
                  <a:pt x="34775" y="27738"/>
                  <a:pt x="26394" y="27738"/>
                </a:cubicBezTo>
                <a:cubicBezTo>
                  <a:pt x="18009" y="27738"/>
                  <a:pt x="10417" y="24339"/>
                  <a:pt x="4922" y="18844"/>
                </a:cubicBezTo>
                <a:lnTo>
                  <a:pt x="0" y="6962"/>
                </a:lnTo>
                <a:close/>
              </a:path>
            </a:pathLst>
          </a:custGeom>
          <a:solidFill>
            <a:schemeClr val="accent1">
              <a:alpha val="60000"/>
            </a:schemeClr>
          </a:soli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455" name="Google Shape;455;p35"/>
          <p:cNvSpPr/>
          <p:nvPr/>
        </p:nvSpPr>
        <p:spPr>
          <a:xfrm>
            <a:off x="2" y="2"/>
            <a:ext cx="403373" cy="496797"/>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456" name="Google Shape;456;p35"/>
          <p:cNvSpPr txBox="1">
            <a:spLocks noGrp="1"/>
          </p:cNvSpPr>
          <p:nvPr>
            <p:ph type="body" idx="1"/>
          </p:nvPr>
        </p:nvSpPr>
        <p:spPr>
          <a:xfrm>
            <a:off x="554167" y="1879400"/>
            <a:ext cx="11083600" cy="4318400"/>
          </a:xfrm>
          <a:prstGeom prst="rect">
            <a:avLst/>
          </a:prstGeom>
          <a:noFill/>
          <a:ln>
            <a:noFill/>
          </a:ln>
        </p:spPr>
        <p:txBody>
          <a:bodyPr spcFirstLastPara="1" wrap="square" lIns="0" tIns="0" rIns="0" bIns="0" anchor="t" anchorCtr="0">
            <a:noAutofit/>
          </a:bodyPr>
          <a:lstStyle>
            <a:lvl1pPr marL="609585" lvl="0" indent="-389457" algn="l">
              <a:lnSpc>
                <a:spcPct val="100000"/>
              </a:lnSpc>
              <a:spcBef>
                <a:spcPts val="0"/>
              </a:spcBef>
              <a:spcAft>
                <a:spcPts val="0"/>
              </a:spcAft>
              <a:buSzPts val="1000"/>
              <a:buChar char="●"/>
              <a:defRPr sz="1333"/>
            </a:lvl1pPr>
            <a:lvl2pPr marL="1219170" lvl="1" indent="-389457" algn="l">
              <a:lnSpc>
                <a:spcPct val="100000"/>
              </a:lnSpc>
              <a:spcBef>
                <a:spcPts val="267"/>
              </a:spcBef>
              <a:spcAft>
                <a:spcPts val="0"/>
              </a:spcAft>
              <a:buSzPts val="1000"/>
              <a:buChar char="○"/>
              <a:defRPr sz="1333"/>
            </a:lvl2pPr>
            <a:lvl3pPr marL="1828754" lvl="2" indent="-389457" algn="l">
              <a:lnSpc>
                <a:spcPct val="100000"/>
              </a:lnSpc>
              <a:spcBef>
                <a:spcPts val="267"/>
              </a:spcBef>
              <a:spcAft>
                <a:spcPts val="0"/>
              </a:spcAft>
              <a:buSzPts val="1000"/>
              <a:buChar char="■"/>
              <a:defRPr sz="1333"/>
            </a:lvl3pPr>
            <a:lvl4pPr marL="2438339" lvl="3" indent="-389457" algn="l">
              <a:lnSpc>
                <a:spcPct val="100000"/>
              </a:lnSpc>
              <a:spcBef>
                <a:spcPts val="267"/>
              </a:spcBef>
              <a:spcAft>
                <a:spcPts val="0"/>
              </a:spcAft>
              <a:buSzPts val="1000"/>
              <a:buChar char="●"/>
              <a:defRPr sz="1333"/>
            </a:lvl4pPr>
            <a:lvl5pPr marL="3047924" lvl="4" indent="-389457" algn="l">
              <a:lnSpc>
                <a:spcPct val="100000"/>
              </a:lnSpc>
              <a:spcBef>
                <a:spcPts val="267"/>
              </a:spcBef>
              <a:spcAft>
                <a:spcPts val="0"/>
              </a:spcAft>
              <a:buSzPts val="1000"/>
              <a:buChar char="○"/>
              <a:defRPr sz="1333"/>
            </a:lvl5pPr>
            <a:lvl6pPr marL="3657509" lvl="5" indent="-389457" algn="l">
              <a:lnSpc>
                <a:spcPct val="100000"/>
              </a:lnSpc>
              <a:spcBef>
                <a:spcPts val="267"/>
              </a:spcBef>
              <a:spcAft>
                <a:spcPts val="0"/>
              </a:spcAft>
              <a:buSzPts val="1000"/>
              <a:buChar char="■"/>
              <a:defRPr sz="1333"/>
            </a:lvl6pPr>
            <a:lvl7pPr marL="4267093" lvl="6" indent="-389457" algn="l">
              <a:lnSpc>
                <a:spcPct val="100000"/>
              </a:lnSpc>
              <a:spcBef>
                <a:spcPts val="267"/>
              </a:spcBef>
              <a:spcAft>
                <a:spcPts val="0"/>
              </a:spcAft>
              <a:buSzPts val="1000"/>
              <a:buChar char="●"/>
              <a:defRPr sz="1333"/>
            </a:lvl7pPr>
            <a:lvl8pPr marL="4876678" lvl="7" indent="-389457" algn="l">
              <a:lnSpc>
                <a:spcPct val="100000"/>
              </a:lnSpc>
              <a:spcBef>
                <a:spcPts val="267"/>
              </a:spcBef>
              <a:spcAft>
                <a:spcPts val="0"/>
              </a:spcAft>
              <a:buSzPts val="1000"/>
              <a:buChar char="○"/>
              <a:defRPr sz="1333"/>
            </a:lvl8pPr>
            <a:lvl9pPr marL="5486263" lvl="8" indent="-389457" algn="l">
              <a:lnSpc>
                <a:spcPct val="100000"/>
              </a:lnSpc>
              <a:spcBef>
                <a:spcPts val="267"/>
              </a:spcBef>
              <a:spcAft>
                <a:spcPts val="267"/>
              </a:spcAft>
              <a:buSzPts val="1000"/>
              <a:buChar char="■"/>
              <a:defRPr sz="1333"/>
            </a:lvl9pPr>
          </a:lstStyle>
          <a:p>
            <a:endParaRPr/>
          </a:p>
        </p:txBody>
      </p:sp>
      <p:sp>
        <p:nvSpPr>
          <p:cNvPr id="457" name="Google Shape;457;p35"/>
          <p:cNvSpPr txBox="1">
            <a:spLocks noGrp="1"/>
          </p:cNvSpPr>
          <p:nvPr>
            <p:ph type="subTitle" idx="2"/>
          </p:nvPr>
        </p:nvSpPr>
        <p:spPr>
          <a:xfrm>
            <a:off x="554067" y="1300533"/>
            <a:ext cx="11083600" cy="3472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1200"/>
              <a:buNone/>
              <a:defRPr sz="1600" b="1">
                <a:solidFill>
                  <a:schemeClr val="accent1"/>
                </a:solidFill>
              </a:defRPr>
            </a:lvl1pPr>
            <a:lvl2pPr lvl="1" algn="l">
              <a:lnSpc>
                <a:spcPct val="100000"/>
              </a:lnSpc>
              <a:spcBef>
                <a:spcPts val="267"/>
              </a:spcBef>
              <a:spcAft>
                <a:spcPts val="0"/>
              </a:spcAft>
              <a:buClr>
                <a:schemeClr val="accent1"/>
              </a:buClr>
              <a:buSzPts val="1200"/>
              <a:buNone/>
              <a:defRPr sz="1600">
                <a:solidFill>
                  <a:schemeClr val="accent1"/>
                </a:solidFill>
              </a:defRPr>
            </a:lvl2pPr>
            <a:lvl3pPr lvl="2" algn="l">
              <a:lnSpc>
                <a:spcPct val="100000"/>
              </a:lnSpc>
              <a:spcBef>
                <a:spcPts val="267"/>
              </a:spcBef>
              <a:spcAft>
                <a:spcPts val="0"/>
              </a:spcAft>
              <a:buClr>
                <a:schemeClr val="accent1"/>
              </a:buClr>
              <a:buSzPts val="1200"/>
              <a:buNone/>
              <a:defRPr sz="1600">
                <a:solidFill>
                  <a:schemeClr val="accent1"/>
                </a:solidFill>
              </a:defRPr>
            </a:lvl3pPr>
            <a:lvl4pPr lvl="3" algn="l">
              <a:lnSpc>
                <a:spcPct val="100000"/>
              </a:lnSpc>
              <a:spcBef>
                <a:spcPts val="267"/>
              </a:spcBef>
              <a:spcAft>
                <a:spcPts val="0"/>
              </a:spcAft>
              <a:buClr>
                <a:schemeClr val="accent1"/>
              </a:buClr>
              <a:buSzPts val="1200"/>
              <a:buNone/>
              <a:defRPr sz="1600">
                <a:solidFill>
                  <a:schemeClr val="accent1"/>
                </a:solidFill>
              </a:defRPr>
            </a:lvl4pPr>
            <a:lvl5pPr lvl="4" algn="l">
              <a:lnSpc>
                <a:spcPct val="100000"/>
              </a:lnSpc>
              <a:spcBef>
                <a:spcPts val="267"/>
              </a:spcBef>
              <a:spcAft>
                <a:spcPts val="0"/>
              </a:spcAft>
              <a:buClr>
                <a:schemeClr val="accent1"/>
              </a:buClr>
              <a:buSzPts val="1200"/>
              <a:buNone/>
              <a:defRPr sz="1600">
                <a:solidFill>
                  <a:schemeClr val="accent1"/>
                </a:solidFill>
              </a:defRPr>
            </a:lvl5pPr>
            <a:lvl6pPr lvl="5" algn="l">
              <a:lnSpc>
                <a:spcPct val="100000"/>
              </a:lnSpc>
              <a:spcBef>
                <a:spcPts val="267"/>
              </a:spcBef>
              <a:spcAft>
                <a:spcPts val="0"/>
              </a:spcAft>
              <a:buClr>
                <a:schemeClr val="accent1"/>
              </a:buClr>
              <a:buSzPts val="1200"/>
              <a:buNone/>
              <a:defRPr sz="1600">
                <a:solidFill>
                  <a:schemeClr val="accent1"/>
                </a:solidFill>
              </a:defRPr>
            </a:lvl6pPr>
            <a:lvl7pPr lvl="6" algn="l">
              <a:lnSpc>
                <a:spcPct val="100000"/>
              </a:lnSpc>
              <a:spcBef>
                <a:spcPts val="267"/>
              </a:spcBef>
              <a:spcAft>
                <a:spcPts val="0"/>
              </a:spcAft>
              <a:buClr>
                <a:schemeClr val="accent1"/>
              </a:buClr>
              <a:buSzPts val="1200"/>
              <a:buNone/>
              <a:defRPr sz="1600">
                <a:solidFill>
                  <a:schemeClr val="accent1"/>
                </a:solidFill>
              </a:defRPr>
            </a:lvl7pPr>
            <a:lvl8pPr lvl="7" algn="l">
              <a:lnSpc>
                <a:spcPct val="100000"/>
              </a:lnSpc>
              <a:spcBef>
                <a:spcPts val="267"/>
              </a:spcBef>
              <a:spcAft>
                <a:spcPts val="0"/>
              </a:spcAft>
              <a:buClr>
                <a:schemeClr val="accent1"/>
              </a:buClr>
              <a:buSzPts val="1200"/>
              <a:buNone/>
              <a:defRPr sz="1600">
                <a:solidFill>
                  <a:schemeClr val="accent1"/>
                </a:solidFill>
              </a:defRPr>
            </a:lvl8pPr>
            <a:lvl9pPr lvl="8" algn="l">
              <a:lnSpc>
                <a:spcPct val="100000"/>
              </a:lnSpc>
              <a:spcBef>
                <a:spcPts val="267"/>
              </a:spcBef>
              <a:spcAft>
                <a:spcPts val="267"/>
              </a:spcAft>
              <a:buClr>
                <a:schemeClr val="accent1"/>
              </a:buClr>
              <a:buSzPts val="1200"/>
              <a:buNone/>
              <a:defRPr sz="1600">
                <a:solidFill>
                  <a:schemeClr val="accent1"/>
                </a:solidFill>
              </a:defRPr>
            </a:lvl9pPr>
          </a:lstStyle>
          <a:p>
            <a:endParaRPr/>
          </a:p>
        </p:txBody>
      </p:sp>
      <p:pic>
        <p:nvPicPr>
          <p:cNvPr id="458" name="Google Shape;458;p35"/>
          <p:cNvPicPr preferRelativeResize="0"/>
          <p:nvPr/>
        </p:nvPicPr>
        <p:blipFill rotWithShape="1">
          <a:blip r:embed="rId2">
            <a:alphaModFix/>
          </a:blip>
          <a:srcRect/>
          <a:stretch/>
        </p:blipFill>
        <p:spPr>
          <a:xfrm>
            <a:off x="0" y="6811001"/>
            <a:ext cx="12192000" cy="50800"/>
          </a:xfrm>
          <a:prstGeom prst="rect">
            <a:avLst/>
          </a:prstGeom>
          <a:noFill/>
          <a:ln>
            <a:noFill/>
          </a:ln>
        </p:spPr>
      </p:pic>
    </p:spTree>
    <p:extLst>
      <p:ext uri="{BB962C8B-B14F-4D97-AF65-F5344CB8AC3E}">
        <p14:creationId xmlns:p14="http://schemas.microsoft.com/office/powerpoint/2010/main" val="2011859354"/>
      </p:ext>
    </p:extLst>
  </p:cSld>
  <p:clrMapOvr>
    <a:masterClrMapping/>
  </p:clrMapOvr>
  <p:extLst>
    <p:ext uri="{DCECCB84-F9BA-43D5-87BE-67443E8EF086}">
      <p15:sldGuideLst xmlns:p15="http://schemas.microsoft.com/office/powerpoint/2012/main">
        <p15:guide id="1" orient="horz" pos="518">
          <p15:clr>
            <a:srgbClr val="FA7B17"/>
          </p15:clr>
        </p15:guide>
        <p15:guide id="2" orient="horz" pos="3068">
          <p15:clr>
            <a:srgbClr val="FA7B17"/>
          </p15:clr>
        </p15:guide>
        <p15:guide id="3" pos="259">
          <p15:clr>
            <a:srgbClr val="FA7B17"/>
          </p15:clr>
        </p15:guide>
        <p15:guide id="4" pos="5501">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 Two Columns">
  <p:cSld name="Title + Two Columns">
    <p:spTree>
      <p:nvGrpSpPr>
        <p:cNvPr id="1" name="Shape 459"/>
        <p:cNvGrpSpPr/>
        <p:nvPr/>
      </p:nvGrpSpPr>
      <p:grpSpPr>
        <a:xfrm>
          <a:off x="0" y="0"/>
          <a:ext cx="0" cy="0"/>
          <a:chOff x="0" y="0"/>
          <a:chExt cx="0" cy="0"/>
        </a:xfrm>
      </p:grpSpPr>
      <p:sp>
        <p:nvSpPr>
          <p:cNvPr id="460" name="Google Shape;460;p36"/>
          <p:cNvSpPr txBox="1">
            <a:spLocks noGrp="1"/>
          </p:cNvSpPr>
          <p:nvPr>
            <p:ph type="title"/>
          </p:nvPr>
        </p:nvSpPr>
        <p:spPr>
          <a:xfrm>
            <a:off x="554167" y="496800"/>
            <a:ext cx="11083600" cy="6116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1800"/>
              <a:buNone/>
              <a:defRPr sz="2400">
                <a:solidFill>
                  <a:schemeClr val="lt1"/>
                </a:solidFill>
              </a:defRPr>
            </a:lvl1pPr>
            <a:lvl2pPr lvl="1" algn="l">
              <a:lnSpc>
                <a:spcPct val="100000"/>
              </a:lnSpc>
              <a:spcBef>
                <a:spcPts val="0"/>
              </a:spcBef>
              <a:spcAft>
                <a:spcPts val="0"/>
              </a:spcAft>
              <a:buClr>
                <a:schemeClr val="lt1"/>
              </a:buClr>
              <a:buSzPts val="2000"/>
              <a:buNone/>
              <a:defRPr sz="2667">
                <a:solidFill>
                  <a:schemeClr val="lt1"/>
                </a:solidFill>
              </a:defRPr>
            </a:lvl2pPr>
            <a:lvl3pPr lvl="2" algn="l">
              <a:lnSpc>
                <a:spcPct val="100000"/>
              </a:lnSpc>
              <a:spcBef>
                <a:spcPts val="0"/>
              </a:spcBef>
              <a:spcAft>
                <a:spcPts val="0"/>
              </a:spcAft>
              <a:buClr>
                <a:schemeClr val="lt1"/>
              </a:buClr>
              <a:buSzPts val="2000"/>
              <a:buNone/>
              <a:defRPr sz="2667">
                <a:solidFill>
                  <a:schemeClr val="lt1"/>
                </a:solidFill>
              </a:defRPr>
            </a:lvl3pPr>
            <a:lvl4pPr lvl="3" algn="l">
              <a:lnSpc>
                <a:spcPct val="100000"/>
              </a:lnSpc>
              <a:spcBef>
                <a:spcPts val="0"/>
              </a:spcBef>
              <a:spcAft>
                <a:spcPts val="0"/>
              </a:spcAft>
              <a:buClr>
                <a:schemeClr val="lt1"/>
              </a:buClr>
              <a:buSzPts val="2000"/>
              <a:buNone/>
              <a:defRPr sz="2667">
                <a:solidFill>
                  <a:schemeClr val="lt1"/>
                </a:solidFill>
              </a:defRPr>
            </a:lvl4pPr>
            <a:lvl5pPr lvl="4" algn="l">
              <a:lnSpc>
                <a:spcPct val="100000"/>
              </a:lnSpc>
              <a:spcBef>
                <a:spcPts val="0"/>
              </a:spcBef>
              <a:spcAft>
                <a:spcPts val="0"/>
              </a:spcAft>
              <a:buClr>
                <a:schemeClr val="lt1"/>
              </a:buClr>
              <a:buSzPts val="2000"/>
              <a:buNone/>
              <a:defRPr sz="2667">
                <a:solidFill>
                  <a:schemeClr val="lt1"/>
                </a:solidFill>
              </a:defRPr>
            </a:lvl5pPr>
            <a:lvl6pPr lvl="5" algn="l">
              <a:lnSpc>
                <a:spcPct val="100000"/>
              </a:lnSpc>
              <a:spcBef>
                <a:spcPts val="0"/>
              </a:spcBef>
              <a:spcAft>
                <a:spcPts val="0"/>
              </a:spcAft>
              <a:buClr>
                <a:schemeClr val="lt1"/>
              </a:buClr>
              <a:buSzPts val="2000"/>
              <a:buNone/>
              <a:defRPr sz="2667">
                <a:solidFill>
                  <a:schemeClr val="lt1"/>
                </a:solidFill>
              </a:defRPr>
            </a:lvl6pPr>
            <a:lvl7pPr lvl="6" algn="l">
              <a:lnSpc>
                <a:spcPct val="100000"/>
              </a:lnSpc>
              <a:spcBef>
                <a:spcPts val="0"/>
              </a:spcBef>
              <a:spcAft>
                <a:spcPts val="0"/>
              </a:spcAft>
              <a:buClr>
                <a:schemeClr val="lt1"/>
              </a:buClr>
              <a:buSzPts val="2000"/>
              <a:buNone/>
              <a:defRPr sz="2667">
                <a:solidFill>
                  <a:schemeClr val="lt1"/>
                </a:solidFill>
              </a:defRPr>
            </a:lvl7pPr>
            <a:lvl8pPr lvl="7" algn="l">
              <a:lnSpc>
                <a:spcPct val="100000"/>
              </a:lnSpc>
              <a:spcBef>
                <a:spcPts val="0"/>
              </a:spcBef>
              <a:spcAft>
                <a:spcPts val="0"/>
              </a:spcAft>
              <a:buClr>
                <a:schemeClr val="lt1"/>
              </a:buClr>
              <a:buSzPts val="2000"/>
              <a:buNone/>
              <a:defRPr sz="2667">
                <a:solidFill>
                  <a:schemeClr val="lt1"/>
                </a:solidFill>
              </a:defRPr>
            </a:lvl8pPr>
            <a:lvl9pPr lvl="8" algn="l">
              <a:lnSpc>
                <a:spcPct val="100000"/>
              </a:lnSpc>
              <a:spcBef>
                <a:spcPts val="0"/>
              </a:spcBef>
              <a:spcAft>
                <a:spcPts val="0"/>
              </a:spcAft>
              <a:buClr>
                <a:schemeClr val="lt1"/>
              </a:buClr>
              <a:buSzPts val="2000"/>
              <a:buNone/>
              <a:defRPr sz="2667">
                <a:solidFill>
                  <a:schemeClr val="lt1"/>
                </a:solidFill>
              </a:defRPr>
            </a:lvl9pPr>
          </a:lstStyle>
          <a:p>
            <a:endParaRPr/>
          </a:p>
        </p:txBody>
      </p:sp>
      <p:sp>
        <p:nvSpPr>
          <p:cNvPr id="461" name="Google Shape;461;p36"/>
          <p:cNvSpPr/>
          <p:nvPr/>
        </p:nvSpPr>
        <p:spPr>
          <a:xfrm>
            <a:off x="11792595" y="6494883"/>
            <a:ext cx="304800" cy="306000"/>
          </a:xfrm>
          <a:prstGeom prst="ellipse">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US" sz="933" b="0" i="0" u="none" strike="noStrike" cap="none">
                <a:solidFill>
                  <a:schemeClr val="lt1"/>
                </a:solidFill>
                <a:latin typeface="Calibri"/>
                <a:ea typeface="Calibri"/>
                <a:cs typeface="Calibri"/>
                <a:sym typeface="Calibri"/>
              </a:rPr>
              <a:pPr marL="0" marR="0" lvl="0" indent="0" algn="r" rtl="0">
                <a:lnSpc>
                  <a:spcPct val="100000"/>
                </a:lnSpc>
                <a:spcBef>
                  <a:spcPts val="0"/>
                </a:spcBef>
                <a:spcAft>
                  <a:spcPts val="0"/>
                </a:spcAft>
                <a:buClr>
                  <a:srgbClr val="000000"/>
                </a:buClr>
                <a:buSzPts val="700"/>
                <a:buFont typeface="Arial"/>
                <a:buNone/>
              </a:pPr>
              <a:t>‹#›</a:t>
            </a:fld>
            <a:endParaRPr sz="933" b="0" i="0" u="none" strike="noStrike" cap="none" dirty="0">
              <a:solidFill>
                <a:schemeClr val="lt1"/>
              </a:solidFill>
              <a:latin typeface="Calibri"/>
              <a:ea typeface="Calibri"/>
              <a:cs typeface="Calibri"/>
              <a:sym typeface="Calibri"/>
            </a:endParaRPr>
          </a:p>
        </p:txBody>
      </p:sp>
      <p:sp>
        <p:nvSpPr>
          <p:cNvPr id="462" name="Google Shape;462;p36"/>
          <p:cNvSpPr/>
          <p:nvPr/>
        </p:nvSpPr>
        <p:spPr>
          <a:xfrm>
            <a:off x="3" y="1"/>
            <a:ext cx="301543" cy="347263"/>
          </a:xfrm>
          <a:custGeom>
            <a:avLst/>
            <a:gdLst/>
            <a:ahLst/>
            <a:cxnLst/>
            <a:rect l="l" t="t" r="r" b="b"/>
            <a:pathLst>
              <a:path w="1675237" h="1929234" extrusionOk="0">
                <a:moveTo>
                  <a:pt x="461556" y="1897854"/>
                </a:moveTo>
                <a:lnTo>
                  <a:pt x="469774" y="1899513"/>
                </a:lnTo>
                <a:lnTo>
                  <a:pt x="443985" y="1904118"/>
                </a:lnTo>
                <a:lnTo>
                  <a:pt x="449737" y="1900240"/>
                </a:lnTo>
                <a:cubicBezTo>
                  <a:pt x="453370" y="1898704"/>
                  <a:pt x="457364" y="1897854"/>
                  <a:pt x="461556" y="1897854"/>
                </a:cubicBezTo>
                <a:close/>
                <a:moveTo>
                  <a:pt x="389002" y="1897854"/>
                </a:moveTo>
                <a:cubicBezTo>
                  <a:pt x="397386" y="1897854"/>
                  <a:pt x="404977" y="1901253"/>
                  <a:pt x="410472" y="1906747"/>
                </a:cubicBezTo>
                <a:lnTo>
                  <a:pt x="411766" y="1909872"/>
                </a:lnTo>
                <a:lnTo>
                  <a:pt x="400388" y="1911904"/>
                </a:lnTo>
                <a:lnTo>
                  <a:pt x="363451" y="1916598"/>
                </a:lnTo>
                <a:lnTo>
                  <a:pt x="367531" y="1906747"/>
                </a:lnTo>
                <a:cubicBezTo>
                  <a:pt x="373026" y="1901253"/>
                  <a:pt x="380617" y="1897854"/>
                  <a:pt x="389002" y="1897854"/>
                </a:cubicBezTo>
                <a:close/>
                <a:moveTo>
                  <a:pt x="316447" y="1897854"/>
                </a:moveTo>
                <a:cubicBezTo>
                  <a:pt x="324832" y="1897854"/>
                  <a:pt x="332422" y="1901253"/>
                  <a:pt x="337917" y="1906747"/>
                </a:cubicBezTo>
                <a:lnTo>
                  <a:pt x="343070" y="1919187"/>
                </a:lnTo>
                <a:lnTo>
                  <a:pt x="325117" y="1921469"/>
                </a:lnTo>
                <a:lnTo>
                  <a:pt x="287700" y="1924314"/>
                </a:lnTo>
                <a:lnTo>
                  <a:pt x="294977" y="1906747"/>
                </a:lnTo>
                <a:cubicBezTo>
                  <a:pt x="300471" y="1901253"/>
                  <a:pt x="308062" y="1897854"/>
                  <a:pt x="316447" y="1897854"/>
                </a:cubicBezTo>
                <a:close/>
                <a:moveTo>
                  <a:pt x="243892" y="1897854"/>
                </a:moveTo>
                <a:cubicBezTo>
                  <a:pt x="252277" y="1897854"/>
                  <a:pt x="259868" y="1901253"/>
                  <a:pt x="265363" y="1906747"/>
                </a:cubicBezTo>
                <a:lnTo>
                  <a:pt x="273099" y="1925425"/>
                </a:lnTo>
                <a:lnTo>
                  <a:pt x="248735" y="1927277"/>
                </a:lnTo>
                <a:lnTo>
                  <a:pt x="213550" y="1928167"/>
                </a:lnTo>
                <a:lnTo>
                  <a:pt x="222422" y="1906747"/>
                </a:lnTo>
                <a:cubicBezTo>
                  <a:pt x="227917" y="1901253"/>
                  <a:pt x="235508" y="1897854"/>
                  <a:pt x="243892" y="1897854"/>
                </a:cubicBezTo>
                <a:close/>
                <a:moveTo>
                  <a:pt x="171339" y="1897854"/>
                </a:moveTo>
                <a:cubicBezTo>
                  <a:pt x="188107" y="1897854"/>
                  <a:pt x="201701" y="1911448"/>
                  <a:pt x="201701" y="1928218"/>
                </a:cubicBezTo>
                <a:lnTo>
                  <a:pt x="201597" y="1928469"/>
                </a:lnTo>
                <a:lnTo>
                  <a:pt x="171336" y="1929234"/>
                </a:lnTo>
                <a:lnTo>
                  <a:pt x="141087" y="1928469"/>
                </a:lnTo>
                <a:lnTo>
                  <a:pt x="140982" y="1928218"/>
                </a:lnTo>
                <a:cubicBezTo>
                  <a:pt x="140982" y="1911448"/>
                  <a:pt x="154577" y="1897854"/>
                  <a:pt x="171339" y="1897854"/>
                </a:cubicBezTo>
                <a:close/>
                <a:moveTo>
                  <a:pt x="98792" y="1897854"/>
                </a:moveTo>
                <a:cubicBezTo>
                  <a:pt x="107177" y="1897854"/>
                  <a:pt x="114768" y="1901253"/>
                  <a:pt x="120263" y="1906747"/>
                </a:cubicBezTo>
                <a:lnTo>
                  <a:pt x="129135" y="1928167"/>
                </a:lnTo>
                <a:lnTo>
                  <a:pt x="93938" y="1927277"/>
                </a:lnTo>
                <a:lnTo>
                  <a:pt x="69586" y="1925425"/>
                </a:lnTo>
                <a:lnTo>
                  <a:pt x="77322" y="1906747"/>
                </a:lnTo>
                <a:cubicBezTo>
                  <a:pt x="82817" y="1901253"/>
                  <a:pt x="90408" y="1897854"/>
                  <a:pt x="98792" y="1897854"/>
                </a:cubicBezTo>
                <a:close/>
                <a:moveTo>
                  <a:pt x="26239" y="1897854"/>
                </a:moveTo>
                <a:cubicBezTo>
                  <a:pt x="34623" y="1897854"/>
                  <a:pt x="42214" y="1901253"/>
                  <a:pt x="47709" y="1906747"/>
                </a:cubicBezTo>
                <a:lnTo>
                  <a:pt x="54985" y="1924315"/>
                </a:lnTo>
                <a:lnTo>
                  <a:pt x="17556" y="1921469"/>
                </a:lnTo>
                <a:lnTo>
                  <a:pt x="0" y="1919238"/>
                </a:lnTo>
                <a:lnTo>
                  <a:pt x="0" y="1918259"/>
                </a:lnTo>
                <a:lnTo>
                  <a:pt x="4768" y="1906747"/>
                </a:lnTo>
                <a:cubicBezTo>
                  <a:pt x="10263" y="1901253"/>
                  <a:pt x="17854" y="1897854"/>
                  <a:pt x="26239" y="1897854"/>
                </a:cubicBezTo>
                <a:close/>
                <a:moveTo>
                  <a:pt x="679220" y="1817400"/>
                </a:moveTo>
                <a:cubicBezTo>
                  <a:pt x="687604" y="1817400"/>
                  <a:pt x="695195" y="1820799"/>
                  <a:pt x="700690" y="1826293"/>
                </a:cubicBezTo>
                <a:lnTo>
                  <a:pt x="702587" y="1830873"/>
                </a:lnTo>
                <a:lnTo>
                  <a:pt x="649855" y="1850174"/>
                </a:lnTo>
                <a:lnTo>
                  <a:pt x="648856" y="1847763"/>
                </a:lnTo>
                <a:cubicBezTo>
                  <a:pt x="648856" y="1830994"/>
                  <a:pt x="662450" y="1817400"/>
                  <a:pt x="679220" y="1817400"/>
                </a:cubicBezTo>
                <a:close/>
                <a:moveTo>
                  <a:pt x="606665" y="1817400"/>
                </a:moveTo>
                <a:cubicBezTo>
                  <a:pt x="623435" y="1817400"/>
                  <a:pt x="637029" y="1830994"/>
                  <a:pt x="637029" y="1847763"/>
                </a:cubicBezTo>
                <a:lnTo>
                  <a:pt x="633560" y="1856138"/>
                </a:lnTo>
                <a:lnTo>
                  <a:pt x="618594" y="1861615"/>
                </a:lnTo>
                <a:lnTo>
                  <a:pt x="587142" y="1870547"/>
                </a:lnTo>
                <a:lnTo>
                  <a:pt x="585195" y="1869234"/>
                </a:lnTo>
                <a:cubicBezTo>
                  <a:pt x="579700" y="1863739"/>
                  <a:pt x="576302" y="1856148"/>
                  <a:pt x="576302" y="1847763"/>
                </a:cubicBezTo>
                <a:cubicBezTo>
                  <a:pt x="576302" y="1830994"/>
                  <a:pt x="589896" y="1817400"/>
                  <a:pt x="606665" y="1817400"/>
                </a:cubicBezTo>
                <a:close/>
                <a:moveTo>
                  <a:pt x="534111" y="1817400"/>
                </a:moveTo>
                <a:cubicBezTo>
                  <a:pt x="550880" y="1817400"/>
                  <a:pt x="564474" y="1830994"/>
                  <a:pt x="564474" y="1847763"/>
                </a:cubicBezTo>
                <a:cubicBezTo>
                  <a:pt x="564474" y="1864533"/>
                  <a:pt x="550880" y="1878127"/>
                  <a:pt x="534111" y="1878127"/>
                </a:cubicBezTo>
                <a:cubicBezTo>
                  <a:pt x="517341" y="1878127"/>
                  <a:pt x="503747" y="1864533"/>
                  <a:pt x="503747" y="1847763"/>
                </a:cubicBezTo>
                <a:cubicBezTo>
                  <a:pt x="503747" y="1830994"/>
                  <a:pt x="517341" y="1817400"/>
                  <a:pt x="534111" y="1817400"/>
                </a:cubicBezTo>
                <a:close/>
                <a:moveTo>
                  <a:pt x="461556" y="1817400"/>
                </a:moveTo>
                <a:cubicBezTo>
                  <a:pt x="478326" y="1817400"/>
                  <a:pt x="491920" y="1830994"/>
                  <a:pt x="491920" y="1847763"/>
                </a:cubicBezTo>
                <a:cubicBezTo>
                  <a:pt x="491920" y="1864533"/>
                  <a:pt x="478326" y="1878127"/>
                  <a:pt x="461556" y="1878127"/>
                </a:cubicBezTo>
                <a:cubicBezTo>
                  <a:pt x="444787" y="1878127"/>
                  <a:pt x="431192" y="1864533"/>
                  <a:pt x="431192" y="1847763"/>
                </a:cubicBezTo>
                <a:cubicBezTo>
                  <a:pt x="431192" y="1830994"/>
                  <a:pt x="444787" y="1817400"/>
                  <a:pt x="461556" y="1817400"/>
                </a:cubicBezTo>
                <a:close/>
                <a:moveTo>
                  <a:pt x="389002" y="1817400"/>
                </a:moveTo>
                <a:cubicBezTo>
                  <a:pt x="405771" y="1817400"/>
                  <a:pt x="419365" y="1830994"/>
                  <a:pt x="419365" y="1847763"/>
                </a:cubicBezTo>
                <a:cubicBezTo>
                  <a:pt x="419365" y="1864533"/>
                  <a:pt x="405771" y="1878127"/>
                  <a:pt x="389002" y="1878127"/>
                </a:cubicBezTo>
                <a:cubicBezTo>
                  <a:pt x="372232" y="1878127"/>
                  <a:pt x="358638" y="1864533"/>
                  <a:pt x="358638" y="1847763"/>
                </a:cubicBezTo>
                <a:cubicBezTo>
                  <a:pt x="358638" y="1830994"/>
                  <a:pt x="372232" y="1817400"/>
                  <a:pt x="389002" y="1817400"/>
                </a:cubicBezTo>
                <a:close/>
                <a:moveTo>
                  <a:pt x="316447" y="1817400"/>
                </a:moveTo>
                <a:cubicBezTo>
                  <a:pt x="333216" y="1817400"/>
                  <a:pt x="346810" y="1830994"/>
                  <a:pt x="346810" y="1847763"/>
                </a:cubicBezTo>
                <a:cubicBezTo>
                  <a:pt x="346810" y="1864533"/>
                  <a:pt x="333216" y="1878127"/>
                  <a:pt x="316447" y="1878127"/>
                </a:cubicBezTo>
                <a:cubicBezTo>
                  <a:pt x="299677" y="1878127"/>
                  <a:pt x="286084" y="1864533"/>
                  <a:pt x="286084" y="1847763"/>
                </a:cubicBezTo>
                <a:cubicBezTo>
                  <a:pt x="286084" y="1830994"/>
                  <a:pt x="299677" y="1817400"/>
                  <a:pt x="316447" y="1817400"/>
                </a:cubicBezTo>
                <a:close/>
                <a:moveTo>
                  <a:pt x="243892" y="1817400"/>
                </a:moveTo>
                <a:cubicBezTo>
                  <a:pt x="260662" y="1817400"/>
                  <a:pt x="274256" y="1830994"/>
                  <a:pt x="274256" y="1847763"/>
                </a:cubicBezTo>
                <a:cubicBezTo>
                  <a:pt x="274256" y="1864533"/>
                  <a:pt x="260662" y="1878127"/>
                  <a:pt x="243892" y="1878127"/>
                </a:cubicBezTo>
                <a:cubicBezTo>
                  <a:pt x="227123" y="1878127"/>
                  <a:pt x="213529" y="1864533"/>
                  <a:pt x="213529" y="1847763"/>
                </a:cubicBezTo>
                <a:cubicBezTo>
                  <a:pt x="213529" y="1830994"/>
                  <a:pt x="227123" y="1817400"/>
                  <a:pt x="243892" y="1817400"/>
                </a:cubicBezTo>
                <a:close/>
                <a:moveTo>
                  <a:pt x="171339" y="1817400"/>
                </a:moveTo>
                <a:cubicBezTo>
                  <a:pt x="188107" y="1817400"/>
                  <a:pt x="201701" y="1830994"/>
                  <a:pt x="201701" y="1847763"/>
                </a:cubicBezTo>
                <a:cubicBezTo>
                  <a:pt x="201701" y="1864533"/>
                  <a:pt x="188107" y="1878127"/>
                  <a:pt x="171339" y="1878127"/>
                </a:cubicBezTo>
                <a:cubicBezTo>
                  <a:pt x="154583" y="1878127"/>
                  <a:pt x="140989" y="1864533"/>
                  <a:pt x="140989" y="1847763"/>
                </a:cubicBezTo>
                <a:cubicBezTo>
                  <a:pt x="140989" y="1830994"/>
                  <a:pt x="154583" y="1817400"/>
                  <a:pt x="171339" y="1817400"/>
                </a:cubicBezTo>
                <a:close/>
                <a:moveTo>
                  <a:pt x="98799" y="1817400"/>
                </a:moveTo>
                <a:cubicBezTo>
                  <a:pt x="115568" y="1817400"/>
                  <a:pt x="129162" y="1830994"/>
                  <a:pt x="129162" y="1847763"/>
                </a:cubicBezTo>
                <a:cubicBezTo>
                  <a:pt x="129162" y="1864533"/>
                  <a:pt x="115568" y="1878127"/>
                  <a:pt x="98799" y="1878127"/>
                </a:cubicBezTo>
                <a:cubicBezTo>
                  <a:pt x="82029" y="1878127"/>
                  <a:pt x="68435" y="1864533"/>
                  <a:pt x="68435" y="1847763"/>
                </a:cubicBezTo>
                <a:cubicBezTo>
                  <a:pt x="68435" y="1830994"/>
                  <a:pt x="82029" y="1817400"/>
                  <a:pt x="98799" y="1817400"/>
                </a:cubicBezTo>
                <a:close/>
                <a:moveTo>
                  <a:pt x="26245" y="1817400"/>
                </a:moveTo>
                <a:cubicBezTo>
                  <a:pt x="43014" y="1817400"/>
                  <a:pt x="56608" y="1830994"/>
                  <a:pt x="56608" y="1847763"/>
                </a:cubicBezTo>
                <a:cubicBezTo>
                  <a:pt x="56608" y="1864533"/>
                  <a:pt x="43014" y="1878127"/>
                  <a:pt x="26245" y="1878127"/>
                </a:cubicBezTo>
                <a:cubicBezTo>
                  <a:pt x="17860" y="1878127"/>
                  <a:pt x="10269" y="1874729"/>
                  <a:pt x="4775" y="1869234"/>
                </a:cubicBezTo>
                <a:lnTo>
                  <a:pt x="0" y="1857707"/>
                </a:lnTo>
                <a:lnTo>
                  <a:pt x="0" y="1837819"/>
                </a:lnTo>
                <a:lnTo>
                  <a:pt x="4775" y="1826293"/>
                </a:lnTo>
                <a:cubicBezTo>
                  <a:pt x="10269" y="1820799"/>
                  <a:pt x="17860" y="1817400"/>
                  <a:pt x="26245" y="1817400"/>
                </a:cubicBezTo>
                <a:close/>
                <a:moveTo>
                  <a:pt x="896883" y="1736948"/>
                </a:moveTo>
                <a:lnTo>
                  <a:pt x="903696" y="1738324"/>
                </a:lnTo>
                <a:lnTo>
                  <a:pt x="888255" y="1747704"/>
                </a:lnTo>
                <a:lnTo>
                  <a:pt x="871248" y="1755896"/>
                </a:lnTo>
                <a:lnTo>
                  <a:pt x="875413" y="1745841"/>
                </a:lnTo>
                <a:cubicBezTo>
                  <a:pt x="880908" y="1740347"/>
                  <a:pt x="888499" y="1736948"/>
                  <a:pt x="896883" y="1736948"/>
                </a:cubicBezTo>
                <a:close/>
                <a:moveTo>
                  <a:pt x="824329" y="1736948"/>
                </a:moveTo>
                <a:cubicBezTo>
                  <a:pt x="832714" y="1736948"/>
                  <a:pt x="840304" y="1740347"/>
                  <a:pt x="845799" y="1745841"/>
                </a:cubicBezTo>
                <a:lnTo>
                  <a:pt x="853504" y="1764444"/>
                </a:lnTo>
                <a:lnTo>
                  <a:pt x="802910" y="1788817"/>
                </a:lnTo>
                <a:lnTo>
                  <a:pt x="802858" y="1788782"/>
                </a:lnTo>
                <a:cubicBezTo>
                  <a:pt x="797364" y="1783287"/>
                  <a:pt x="793965" y="1775696"/>
                  <a:pt x="793965" y="1767312"/>
                </a:cubicBezTo>
                <a:cubicBezTo>
                  <a:pt x="793965" y="1750542"/>
                  <a:pt x="807559" y="1736948"/>
                  <a:pt x="824329" y="1736948"/>
                </a:cubicBezTo>
                <a:close/>
                <a:moveTo>
                  <a:pt x="751774" y="1736948"/>
                </a:moveTo>
                <a:cubicBezTo>
                  <a:pt x="768544" y="1736948"/>
                  <a:pt x="782138" y="1750542"/>
                  <a:pt x="782138" y="1767312"/>
                </a:cubicBezTo>
                <a:cubicBezTo>
                  <a:pt x="782138" y="1784081"/>
                  <a:pt x="768544" y="1797675"/>
                  <a:pt x="751774" y="1797675"/>
                </a:cubicBezTo>
                <a:cubicBezTo>
                  <a:pt x="735005" y="1797675"/>
                  <a:pt x="721411" y="1784081"/>
                  <a:pt x="721411" y="1767312"/>
                </a:cubicBezTo>
                <a:cubicBezTo>
                  <a:pt x="721411" y="1750542"/>
                  <a:pt x="735005" y="1736948"/>
                  <a:pt x="751774" y="1736948"/>
                </a:cubicBezTo>
                <a:close/>
                <a:moveTo>
                  <a:pt x="679220" y="1736948"/>
                </a:moveTo>
                <a:cubicBezTo>
                  <a:pt x="695989" y="1736948"/>
                  <a:pt x="709583" y="1750542"/>
                  <a:pt x="709583" y="1767312"/>
                </a:cubicBezTo>
                <a:cubicBezTo>
                  <a:pt x="709583" y="1784081"/>
                  <a:pt x="695989" y="1797675"/>
                  <a:pt x="679220" y="1797675"/>
                </a:cubicBezTo>
                <a:cubicBezTo>
                  <a:pt x="662450" y="1797675"/>
                  <a:pt x="648856" y="1784081"/>
                  <a:pt x="648856" y="1767312"/>
                </a:cubicBezTo>
                <a:cubicBezTo>
                  <a:pt x="648856" y="1750542"/>
                  <a:pt x="662450" y="1736948"/>
                  <a:pt x="679220" y="1736948"/>
                </a:cubicBezTo>
                <a:close/>
                <a:moveTo>
                  <a:pt x="606665" y="1736948"/>
                </a:moveTo>
                <a:cubicBezTo>
                  <a:pt x="623435" y="1736948"/>
                  <a:pt x="637029" y="1750542"/>
                  <a:pt x="637029" y="1767312"/>
                </a:cubicBezTo>
                <a:cubicBezTo>
                  <a:pt x="637029" y="1784081"/>
                  <a:pt x="623435" y="1797675"/>
                  <a:pt x="606665" y="1797675"/>
                </a:cubicBezTo>
                <a:cubicBezTo>
                  <a:pt x="589896" y="1797675"/>
                  <a:pt x="576302" y="1784081"/>
                  <a:pt x="576302" y="1767312"/>
                </a:cubicBezTo>
                <a:cubicBezTo>
                  <a:pt x="576302" y="1750542"/>
                  <a:pt x="589896" y="1736948"/>
                  <a:pt x="606665" y="1736948"/>
                </a:cubicBezTo>
                <a:close/>
                <a:moveTo>
                  <a:pt x="534111" y="1736948"/>
                </a:moveTo>
                <a:cubicBezTo>
                  <a:pt x="550880" y="1736948"/>
                  <a:pt x="564474" y="1750542"/>
                  <a:pt x="564474" y="1767312"/>
                </a:cubicBezTo>
                <a:cubicBezTo>
                  <a:pt x="564474" y="1784081"/>
                  <a:pt x="550880" y="1797675"/>
                  <a:pt x="534111" y="1797675"/>
                </a:cubicBezTo>
                <a:cubicBezTo>
                  <a:pt x="517341" y="1797675"/>
                  <a:pt x="503747" y="1784081"/>
                  <a:pt x="503747" y="1767312"/>
                </a:cubicBezTo>
                <a:cubicBezTo>
                  <a:pt x="503747" y="1750542"/>
                  <a:pt x="517341" y="1736948"/>
                  <a:pt x="534111" y="1736948"/>
                </a:cubicBezTo>
                <a:close/>
                <a:moveTo>
                  <a:pt x="461556" y="1736948"/>
                </a:moveTo>
                <a:cubicBezTo>
                  <a:pt x="478326" y="1736948"/>
                  <a:pt x="491920" y="1750542"/>
                  <a:pt x="491920" y="1767312"/>
                </a:cubicBezTo>
                <a:cubicBezTo>
                  <a:pt x="491920" y="1784081"/>
                  <a:pt x="478326" y="1797675"/>
                  <a:pt x="461556" y="1797675"/>
                </a:cubicBezTo>
                <a:cubicBezTo>
                  <a:pt x="444787" y="1797675"/>
                  <a:pt x="431192" y="1784081"/>
                  <a:pt x="431192" y="1767312"/>
                </a:cubicBezTo>
                <a:cubicBezTo>
                  <a:pt x="431192" y="1750542"/>
                  <a:pt x="444787" y="1736948"/>
                  <a:pt x="461556" y="1736948"/>
                </a:cubicBezTo>
                <a:close/>
                <a:moveTo>
                  <a:pt x="389002" y="1736948"/>
                </a:moveTo>
                <a:cubicBezTo>
                  <a:pt x="405771" y="1736948"/>
                  <a:pt x="419365" y="1750542"/>
                  <a:pt x="419365" y="1767312"/>
                </a:cubicBezTo>
                <a:cubicBezTo>
                  <a:pt x="419365" y="1784081"/>
                  <a:pt x="405771" y="1797675"/>
                  <a:pt x="389002" y="1797675"/>
                </a:cubicBezTo>
                <a:cubicBezTo>
                  <a:pt x="372232" y="1797675"/>
                  <a:pt x="358638" y="1784081"/>
                  <a:pt x="358638" y="1767312"/>
                </a:cubicBezTo>
                <a:cubicBezTo>
                  <a:pt x="358638" y="1750542"/>
                  <a:pt x="372232" y="1736948"/>
                  <a:pt x="389002" y="1736948"/>
                </a:cubicBezTo>
                <a:close/>
                <a:moveTo>
                  <a:pt x="316447" y="1736948"/>
                </a:moveTo>
                <a:cubicBezTo>
                  <a:pt x="333216" y="1736948"/>
                  <a:pt x="346810" y="1750542"/>
                  <a:pt x="346810" y="1767312"/>
                </a:cubicBezTo>
                <a:cubicBezTo>
                  <a:pt x="346810" y="1784081"/>
                  <a:pt x="333216" y="1797675"/>
                  <a:pt x="316447" y="1797675"/>
                </a:cubicBezTo>
                <a:cubicBezTo>
                  <a:pt x="299677" y="1797675"/>
                  <a:pt x="286084" y="1784081"/>
                  <a:pt x="286084" y="1767312"/>
                </a:cubicBezTo>
                <a:cubicBezTo>
                  <a:pt x="286084" y="1750542"/>
                  <a:pt x="299677" y="1736948"/>
                  <a:pt x="316447" y="1736948"/>
                </a:cubicBezTo>
                <a:close/>
                <a:moveTo>
                  <a:pt x="243892" y="1736948"/>
                </a:moveTo>
                <a:cubicBezTo>
                  <a:pt x="260662" y="1736948"/>
                  <a:pt x="274256" y="1750542"/>
                  <a:pt x="274256" y="1767312"/>
                </a:cubicBezTo>
                <a:cubicBezTo>
                  <a:pt x="274256" y="1784081"/>
                  <a:pt x="260662" y="1797675"/>
                  <a:pt x="243892" y="1797675"/>
                </a:cubicBezTo>
                <a:cubicBezTo>
                  <a:pt x="227123" y="1797675"/>
                  <a:pt x="213529" y="1784081"/>
                  <a:pt x="213529" y="1767312"/>
                </a:cubicBezTo>
                <a:cubicBezTo>
                  <a:pt x="213529" y="1750542"/>
                  <a:pt x="227123" y="1736948"/>
                  <a:pt x="243892" y="1736948"/>
                </a:cubicBezTo>
                <a:close/>
                <a:moveTo>
                  <a:pt x="171339" y="1736948"/>
                </a:moveTo>
                <a:cubicBezTo>
                  <a:pt x="188107" y="1736948"/>
                  <a:pt x="201701" y="1750542"/>
                  <a:pt x="201701" y="1767312"/>
                </a:cubicBezTo>
                <a:cubicBezTo>
                  <a:pt x="201701" y="1784081"/>
                  <a:pt x="188107" y="1797675"/>
                  <a:pt x="171339" y="1797675"/>
                </a:cubicBezTo>
                <a:cubicBezTo>
                  <a:pt x="154588" y="1797675"/>
                  <a:pt x="140995" y="1784081"/>
                  <a:pt x="140995" y="1767312"/>
                </a:cubicBezTo>
                <a:cubicBezTo>
                  <a:pt x="140995" y="1750542"/>
                  <a:pt x="154588" y="1736948"/>
                  <a:pt x="171339" y="1736948"/>
                </a:cubicBezTo>
                <a:close/>
                <a:moveTo>
                  <a:pt x="98806" y="1736948"/>
                </a:moveTo>
                <a:cubicBezTo>
                  <a:pt x="115574" y="1736948"/>
                  <a:pt x="129168" y="1750542"/>
                  <a:pt x="129168" y="1767312"/>
                </a:cubicBezTo>
                <a:cubicBezTo>
                  <a:pt x="129168" y="1784081"/>
                  <a:pt x="115574" y="1797675"/>
                  <a:pt x="98806" y="1797675"/>
                </a:cubicBezTo>
                <a:cubicBezTo>
                  <a:pt x="82035" y="1797675"/>
                  <a:pt x="68442" y="1784081"/>
                  <a:pt x="68442" y="1767312"/>
                </a:cubicBezTo>
                <a:cubicBezTo>
                  <a:pt x="68442" y="1750542"/>
                  <a:pt x="82035" y="1736948"/>
                  <a:pt x="98806" y="1736948"/>
                </a:cubicBezTo>
                <a:close/>
                <a:moveTo>
                  <a:pt x="26251" y="1736948"/>
                </a:moveTo>
                <a:cubicBezTo>
                  <a:pt x="43020" y="1736948"/>
                  <a:pt x="56614" y="1750542"/>
                  <a:pt x="56614" y="1767312"/>
                </a:cubicBezTo>
                <a:cubicBezTo>
                  <a:pt x="56614" y="1784081"/>
                  <a:pt x="43020" y="1797675"/>
                  <a:pt x="26251" y="1797675"/>
                </a:cubicBezTo>
                <a:cubicBezTo>
                  <a:pt x="17866" y="1797675"/>
                  <a:pt x="10276" y="1794277"/>
                  <a:pt x="4781" y="1788782"/>
                </a:cubicBezTo>
                <a:lnTo>
                  <a:pt x="0" y="1777239"/>
                </a:lnTo>
                <a:lnTo>
                  <a:pt x="0" y="1757384"/>
                </a:lnTo>
                <a:lnTo>
                  <a:pt x="4781" y="1745841"/>
                </a:lnTo>
                <a:cubicBezTo>
                  <a:pt x="10276" y="1740347"/>
                  <a:pt x="17866" y="1736948"/>
                  <a:pt x="26251" y="1736948"/>
                </a:cubicBezTo>
                <a:close/>
                <a:moveTo>
                  <a:pt x="1030341" y="1658849"/>
                </a:moveTo>
                <a:lnTo>
                  <a:pt x="1020041" y="1666551"/>
                </a:lnTo>
                <a:lnTo>
                  <a:pt x="1020522" y="1665390"/>
                </a:lnTo>
                <a:cubicBezTo>
                  <a:pt x="1023269" y="1662642"/>
                  <a:pt x="1026541" y="1660419"/>
                  <a:pt x="1030173" y="1658883"/>
                </a:cubicBezTo>
                <a:close/>
                <a:moveTo>
                  <a:pt x="969438" y="1656497"/>
                </a:moveTo>
                <a:cubicBezTo>
                  <a:pt x="977823" y="1656497"/>
                  <a:pt x="985413" y="1659895"/>
                  <a:pt x="990908" y="1665390"/>
                </a:cubicBezTo>
                <a:lnTo>
                  <a:pt x="997511" y="1681329"/>
                </a:lnTo>
                <a:lnTo>
                  <a:pt x="950384" y="1709959"/>
                </a:lnTo>
                <a:lnTo>
                  <a:pt x="947968" y="1708330"/>
                </a:lnTo>
                <a:cubicBezTo>
                  <a:pt x="942473" y="1702836"/>
                  <a:pt x="939075" y="1695245"/>
                  <a:pt x="939075" y="1686860"/>
                </a:cubicBezTo>
                <a:cubicBezTo>
                  <a:pt x="939075" y="1670091"/>
                  <a:pt x="952669" y="1656497"/>
                  <a:pt x="969438" y="1656497"/>
                </a:cubicBezTo>
                <a:close/>
                <a:moveTo>
                  <a:pt x="896883" y="1656497"/>
                </a:moveTo>
                <a:cubicBezTo>
                  <a:pt x="913653" y="1656497"/>
                  <a:pt x="927247" y="1670091"/>
                  <a:pt x="927247" y="1686860"/>
                </a:cubicBezTo>
                <a:cubicBezTo>
                  <a:pt x="927247" y="1703630"/>
                  <a:pt x="913653" y="1717224"/>
                  <a:pt x="896883" y="1717224"/>
                </a:cubicBezTo>
                <a:cubicBezTo>
                  <a:pt x="880114" y="1717224"/>
                  <a:pt x="866520" y="1703630"/>
                  <a:pt x="866520" y="1686860"/>
                </a:cubicBezTo>
                <a:cubicBezTo>
                  <a:pt x="866520" y="1670091"/>
                  <a:pt x="880114" y="1656497"/>
                  <a:pt x="896883" y="1656497"/>
                </a:cubicBezTo>
                <a:close/>
                <a:moveTo>
                  <a:pt x="824329" y="1656497"/>
                </a:moveTo>
                <a:cubicBezTo>
                  <a:pt x="841098" y="1656497"/>
                  <a:pt x="854692" y="1670091"/>
                  <a:pt x="854692" y="1686860"/>
                </a:cubicBezTo>
                <a:cubicBezTo>
                  <a:pt x="854692" y="1703630"/>
                  <a:pt x="841098" y="1717224"/>
                  <a:pt x="824329" y="1717224"/>
                </a:cubicBezTo>
                <a:cubicBezTo>
                  <a:pt x="807559" y="1717224"/>
                  <a:pt x="793965" y="1703630"/>
                  <a:pt x="793965" y="1686860"/>
                </a:cubicBezTo>
                <a:cubicBezTo>
                  <a:pt x="793965" y="1670091"/>
                  <a:pt x="807559" y="1656497"/>
                  <a:pt x="824329" y="1656497"/>
                </a:cubicBezTo>
                <a:close/>
                <a:moveTo>
                  <a:pt x="751774" y="1656497"/>
                </a:moveTo>
                <a:cubicBezTo>
                  <a:pt x="768544" y="1656497"/>
                  <a:pt x="782138" y="1670091"/>
                  <a:pt x="782138" y="1686860"/>
                </a:cubicBezTo>
                <a:cubicBezTo>
                  <a:pt x="782138" y="1703630"/>
                  <a:pt x="768544" y="1717224"/>
                  <a:pt x="751774" y="1717224"/>
                </a:cubicBezTo>
                <a:cubicBezTo>
                  <a:pt x="735005" y="1717224"/>
                  <a:pt x="721411" y="1703630"/>
                  <a:pt x="721411" y="1686860"/>
                </a:cubicBezTo>
                <a:cubicBezTo>
                  <a:pt x="721411" y="1670091"/>
                  <a:pt x="735005" y="1656497"/>
                  <a:pt x="751774" y="1656497"/>
                </a:cubicBezTo>
                <a:close/>
                <a:moveTo>
                  <a:pt x="679220" y="1656497"/>
                </a:moveTo>
                <a:cubicBezTo>
                  <a:pt x="695989" y="1656497"/>
                  <a:pt x="709583" y="1670091"/>
                  <a:pt x="709583" y="1686860"/>
                </a:cubicBezTo>
                <a:cubicBezTo>
                  <a:pt x="709583" y="1703630"/>
                  <a:pt x="695989" y="1717224"/>
                  <a:pt x="679220" y="1717224"/>
                </a:cubicBezTo>
                <a:cubicBezTo>
                  <a:pt x="662450" y="1717224"/>
                  <a:pt x="648856" y="1703630"/>
                  <a:pt x="648856" y="1686860"/>
                </a:cubicBezTo>
                <a:cubicBezTo>
                  <a:pt x="648856" y="1670091"/>
                  <a:pt x="662450" y="1656497"/>
                  <a:pt x="679220" y="1656497"/>
                </a:cubicBezTo>
                <a:close/>
                <a:moveTo>
                  <a:pt x="606665" y="1656497"/>
                </a:moveTo>
                <a:cubicBezTo>
                  <a:pt x="623435" y="1656497"/>
                  <a:pt x="637029" y="1670091"/>
                  <a:pt x="637029" y="1686860"/>
                </a:cubicBezTo>
                <a:cubicBezTo>
                  <a:pt x="637029" y="1703630"/>
                  <a:pt x="623435" y="1717224"/>
                  <a:pt x="606665" y="1717224"/>
                </a:cubicBezTo>
                <a:cubicBezTo>
                  <a:pt x="589896" y="1717224"/>
                  <a:pt x="576302" y="1703630"/>
                  <a:pt x="576302" y="1686860"/>
                </a:cubicBezTo>
                <a:cubicBezTo>
                  <a:pt x="576302" y="1670091"/>
                  <a:pt x="589896" y="1656497"/>
                  <a:pt x="606665" y="1656497"/>
                </a:cubicBezTo>
                <a:close/>
                <a:moveTo>
                  <a:pt x="534111" y="1656497"/>
                </a:moveTo>
                <a:cubicBezTo>
                  <a:pt x="550880" y="1656497"/>
                  <a:pt x="564474" y="1670091"/>
                  <a:pt x="564474" y="1686860"/>
                </a:cubicBezTo>
                <a:cubicBezTo>
                  <a:pt x="564474" y="1703630"/>
                  <a:pt x="550880" y="1717224"/>
                  <a:pt x="534111" y="1717224"/>
                </a:cubicBezTo>
                <a:cubicBezTo>
                  <a:pt x="517341" y="1717224"/>
                  <a:pt x="503747" y="1703630"/>
                  <a:pt x="503747" y="1686860"/>
                </a:cubicBezTo>
                <a:cubicBezTo>
                  <a:pt x="503747" y="1670091"/>
                  <a:pt x="517341" y="1656497"/>
                  <a:pt x="534111" y="1656497"/>
                </a:cubicBezTo>
                <a:close/>
                <a:moveTo>
                  <a:pt x="461556" y="1656497"/>
                </a:moveTo>
                <a:cubicBezTo>
                  <a:pt x="478326" y="1656497"/>
                  <a:pt x="491920" y="1670091"/>
                  <a:pt x="491920" y="1686860"/>
                </a:cubicBezTo>
                <a:cubicBezTo>
                  <a:pt x="491920" y="1703630"/>
                  <a:pt x="478326" y="1717224"/>
                  <a:pt x="461556" y="1717224"/>
                </a:cubicBezTo>
                <a:cubicBezTo>
                  <a:pt x="444787" y="1717224"/>
                  <a:pt x="431192" y="1703630"/>
                  <a:pt x="431192" y="1686860"/>
                </a:cubicBezTo>
                <a:cubicBezTo>
                  <a:pt x="431192" y="1670091"/>
                  <a:pt x="444787" y="1656497"/>
                  <a:pt x="461556" y="1656497"/>
                </a:cubicBezTo>
                <a:close/>
                <a:moveTo>
                  <a:pt x="389002" y="1656497"/>
                </a:moveTo>
                <a:cubicBezTo>
                  <a:pt x="405771" y="1656497"/>
                  <a:pt x="419365" y="1670091"/>
                  <a:pt x="419365" y="1686860"/>
                </a:cubicBezTo>
                <a:cubicBezTo>
                  <a:pt x="419365" y="1703630"/>
                  <a:pt x="405771" y="1717224"/>
                  <a:pt x="389002" y="1717224"/>
                </a:cubicBezTo>
                <a:cubicBezTo>
                  <a:pt x="372232" y="1717224"/>
                  <a:pt x="358638" y="1703630"/>
                  <a:pt x="358638" y="1686860"/>
                </a:cubicBezTo>
                <a:cubicBezTo>
                  <a:pt x="358638" y="1670091"/>
                  <a:pt x="372232" y="1656497"/>
                  <a:pt x="389002" y="1656497"/>
                </a:cubicBezTo>
                <a:close/>
                <a:moveTo>
                  <a:pt x="316447" y="1656497"/>
                </a:moveTo>
                <a:cubicBezTo>
                  <a:pt x="333216" y="1656497"/>
                  <a:pt x="346810" y="1670091"/>
                  <a:pt x="346810" y="1686860"/>
                </a:cubicBezTo>
                <a:cubicBezTo>
                  <a:pt x="346810" y="1703630"/>
                  <a:pt x="333216" y="1717224"/>
                  <a:pt x="316447" y="1717224"/>
                </a:cubicBezTo>
                <a:cubicBezTo>
                  <a:pt x="299677" y="1717224"/>
                  <a:pt x="286084" y="1703630"/>
                  <a:pt x="286084" y="1686860"/>
                </a:cubicBezTo>
                <a:cubicBezTo>
                  <a:pt x="286084" y="1670091"/>
                  <a:pt x="299677" y="1656497"/>
                  <a:pt x="316447" y="1656497"/>
                </a:cubicBezTo>
                <a:close/>
                <a:moveTo>
                  <a:pt x="243892" y="1656497"/>
                </a:moveTo>
                <a:cubicBezTo>
                  <a:pt x="260662" y="1656497"/>
                  <a:pt x="274256" y="1670091"/>
                  <a:pt x="274256" y="1686860"/>
                </a:cubicBezTo>
                <a:cubicBezTo>
                  <a:pt x="274256" y="1703630"/>
                  <a:pt x="260662" y="1717224"/>
                  <a:pt x="243892" y="1717224"/>
                </a:cubicBezTo>
                <a:cubicBezTo>
                  <a:pt x="227123" y="1717224"/>
                  <a:pt x="213529" y="1703630"/>
                  <a:pt x="213529" y="1686860"/>
                </a:cubicBezTo>
                <a:cubicBezTo>
                  <a:pt x="213529" y="1670091"/>
                  <a:pt x="227123" y="1656497"/>
                  <a:pt x="243892" y="1656497"/>
                </a:cubicBezTo>
                <a:close/>
                <a:moveTo>
                  <a:pt x="171339" y="1656497"/>
                </a:moveTo>
                <a:cubicBezTo>
                  <a:pt x="188107" y="1656497"/>
                  <a:pt x="201701" y="1670091"/>
                  <a:pt x="201701" y="1686860"/>
                </a:cubicBezTo>
                <a:cubicBezTo>
                  <a:pt x="201701" y="1703630"/>
                  <a:pt x="188107" y="1717224"/>
                  <a:pt x="171339" y="1717224"/>
                </a:cubicBezTo>
                <a:cubicBezTo>
                  <a:pt x="154594" y="1717224"/>
                  <a:pt x="141001" y="1703630"/>
                  <a:pt x="141001" y="1686860"/>
                </a:cubicBezTo>
                <a:cubicBezTo>
                  <a:pt x="141001" y="1670091"/>
                  <a:pt x="154594" y="1656497"/>
                  <a:pt x="171339" y="1656497"/>
                </a:cubicBezTo>
                <a:close/>
                <a:moveTo>
                  <a:pt x="98812" y="1656497"/>
                </a:moveTo>
                <a:cubicBezTo>
                  <a:pt x="115580" y="1656497"/>
                  <a:pt x="129174" y="1670091"/>
                  <a:pt x="129174" y="1686860"/>
                </a:cubicBezTo>
                <a:cubicBezTo>
                  <a:pt x="129174" y="1703630"/>
                  <a:pt x="115580" y="1717224"/>
                  <a:pt x="98812" y="1717224"/>
                </a:cubicBezTo>
                <a:cubicBezTo>
                  <a:pt x="82042" y="1717224"/>
                  <a:pt x="68448" y="1703630"/>
                  <a:pt x="68448" y="1686860"/>
                </a:cubicBezTo>
                <a:cubicBezTo>
                  <a:pt x="68448" y="1670091"/>
                  <a:pt x="82042" y="1656497"/>
                  <a:pt x="98812" y="1656497"/>
                </a:cubicBezTo>
                <a:close/>
                <a:moveTo>
                  <a:pt x="26257" y="1656497"/>
                </a:moveTo>
                <a:cubicBezTo>
                  <a:pt x="43026" y="1656497"/>
                  <a:pt x="56620" y="1670091"/>
                  <a:pt x="56620" y="1686860"/>
                </a:cubicBezTo>
                <a:cubicBezTo>
                  <a:pt x="56620" y="1703630"/>
                  <a:pt x="43026" y="1717224"/>
                  <a:pt x="26257" y="1717224"/>
                </a:cubicBezTo>
                <a:cubicBezTo>
                  <a:pt x="17873" y="1717224"/>
                  <a:pt x="10282" y="1713826"/>
                  <a:pt x="4787" y="1708331"/>
                </a:cubicBezTo>
                <a:lnTo>
                  <a:pt x="0" y="1696773"/>
                </a:lnTo>
                <a:lnTo>
                  <a:pt x="0" y="1676947"/>
                </a:lnTo>
                <a:lnTo>
                  <a:pt x="4787" y="1665390"/>
                </a:lnTo>
                <a:cubicBezTo>
                  <a:pt x="10282" y="1659896"/>
                  <a:pt x="17873" y="1656497"/>
                  <a:pt x="26257" y="1656497"/>
                </a:cubicBezTo>
                <a:close/>
                <a:moveTo>
                  <a:pt x="1114547" y="1576045"/>
                </a:moveTo>
                <a:cubicBezTo>
                  <a:pt x="1118739" y="1576045"/>
                  <a:pt x="1122733" y="1576894"/>
                  <a:pt x="1126366" y="1578431"/>
                </a:cubicBezTo>
                <a:lnTo>
                  <a:pt x="1131977" y="1582214"/>
                </a:lnTo>
                <a:lnTo>
                  <a:pt x="1128051" y="1585783"/>
                </a:lnTo>
                <a:lnTo>
                  <a:pt x="1088035" y="1615706"/>
                </a:lnTo>
                <a:lnTo>
                  <a:pt x="1084184" y="1606408"/>
                </a:lnTo>
                <a:cubicBezTo>
                  <a:pt x="1084184" y="1589639"/>
                  <a:pt x="1097778" y="1576045"/>
                  <a:pt x="1114547" y="1576045"/>
                </a:cubicBezTo>
                <a:close/>
                <a:moveTo>
                  <a:pt x="1041993" y="1576045"/>
                </a:moveTo>
                <a:cubicBezTo>
                  <a:pt x="1058762" y="1576045"/>
                  <a:pt x="1072356" y="1589639"/>
                  <a:pt x="1072356" y="1606408"/>
                </a:cubicBezTo>
                <a:cubicBezTo>
                  <a:pt x="1072356" y="1623178"/>
                  <a:pt x="1058762" y="1636772"/>
                  <a:pt x="1041993" y="1636772"/>
                </a:cubicBezTo>
                <a:cubicBezTo>
                  <a:pt x="1025223" y="1636772"/>
                  <a:pt x="1011629" y="1623178"/>
                  <a:pt x="1011629" y="1606408"/>
                </a:cubicBezTo>
                <a:cubicBezTo>
                  <a:pt x="1011629" y="1589639"/>
                  <a:pt x="1025223" y="1576045"/>
                  <a:pt x="1041993" y="1576045"/>
                </a:cubicBezTo>
                <a:close/>
                <a:moveTo>
                  <a:pt x="969438" y="1576045"/>
                </a:moveTo>
                <a:cubicBezTo>
                  <a:pt x="986208" y="1576045"/>
                  <a:pt x="999801" y="1589639"/>
                  <a:pt x="999801" y="1606408"/>
                </a:cubicBezTo>
                <a:cubicBezTo>
                  <a:pt x="999801" y="1623178"/>
                  <a:pt x="986208" y="1636772"/>
                  <a:pt x="969438" y="1636772"/>
                </a:cubicBezTo>
                <a:cubicBezTo>
                  <a:pt x="952669" y="1636772"/>
                  <a:pt x="939075" y="1623178"/>
                  <a:pt x="939075" y="1606408"/>
                </a:cubicBezTo>
                <a:cubicBezTo>
                  <a:pt x="939075" y="1589639"/>
                  <a:pt x="952669" y="1576045"/>
                  <a:pt x="969438" y="1576045"/>
                </a:cubicBezTo>
                <a:close/>
                <a:moveTo>
                  <a:pt x="896883" y="1576045"/>
                </a:moveTo>
                <a:cubicBezTo>
                  <a:pt x="913653" y="1576045"/>
                  <a:pt x="927247" y="1589639"/>
                  <a:pt x="927247" y="1606408"/>
                </a:cubicBezTo>
                <a:cubicBezTo>
                  <a:pt x="927247" y="1623178"/>
                  <a:pt x="913653" y="1636772"/>
                  <a:pt x="896883" y="1636772"/>
                </a:cubicBezTo>
                <a:cubicBezTo>
                  <a:pt x="880114" y="1636772"/>
                  <a:pt x="866520" y="1623178"/>
                  <a:pt x="866520" y="1606408"/>
                </a:cubicBezTo>
                <a:cubicBezTo>
                  <a:pt x="866520" y="1589639"/>
                  <a:pt x="880114" y="1576045"/>
                  <a:pt x="896883" y="1576045"/>
                </a:cubicBezTo>
                <a:close/>
                <a:moveTo>
                  <a:pt x="824329" y="1576045"/>
                </a:moveTo>
                <a:cubicBezTo>
                  <a:pt x="841098" y="1576045"/>
                  <a:pt x="854692" y="1589639"/>
                  <a:pt x="854692" y="1606408"/>
                </a:cubicBezTo>
                <a:cubicBezTo>
                  <a:pt x="854692" y="1623178"/>
                  <a:pt x="841098" y="1636772"/>
                  <a:pt x="824329" y="1636772"/>
                </a:cubicBezTo>
                <a:cubicBezTo>
                  <a:pt x="807559" y="1636772"/>
                  <a:pt x="793965" y="1623178"/>
                  <a:pt x="793965" y="1606408"/>
                </a:cubicBezTo>
                <a:cubicBezTo>
                  <a:pt x="793965" y="1589639"/>
                  <a:pt x="807559" y="1576045"/>
                  <a:pt x="824329" y="1576045"/>
                </a:cubicBezTo>
                <a:close/>
                <a:moveTo>
                  <a:pt x="751774" y="1576045"/>
                </a:moveTo>
                <a:cubicBezTo>
                  <a:pt x="768544" y="1576045"/>
                  <a:pt x="782138" y="1589639"/>
                  <a:pt x="782138" y="1606408"/>
                </a:cubicBezTo>
                <a:cubicBezTo>
                  <a:pt x="782138" y="1623178"/>
                  <a:pt x="768544" y="1636772"/>
                  <a:pt x="751774" y="1636772"/>
                </a:cubicBezTo>
                <a:cubicBezTo>
                  <a:pt x="735005" y="1636772"/>
                  <a:pt x="721411" y="1623178"/>
                  <a:pt x="721411" y="1606408"/>
                </a:cubicBezTo>
                <a:cubicBezTo>
                  <a:pt x="721411" y="1589639"/>
                  <a:pt x="735005" y="1576045"/>
                  <a:pt x="751774" y="1576045"/>
                </a:cubicBezTo>
                <a:close/>
                <a:moveTo>
                  <a:pt x="679220" y="1576045"/>
                </a:moveTo>
                <a:cubicBezTo>
                  <a:pt x="695989" y="1576045"/>
                  <a:pt x="709583" y="1589639"/>
                  <a:pt x="709583" y="1606408"/>
                </a:cubicBezTo>
                <a:cubicBezTo>
                  <a:pt x="709583" y="1623178"/>
                  <a:pt x="695989" y="1636772"/>
                  <a:pt x="679220" y="1636772"/>
                </a:cubicBezTo>
                <a:cubicBezTo>
                  <a:pt x="662450" y="1636772"/>
                  <a:pt x="648856" y="1623178"/>
                  <a:pt x="648856" y="1606408"/>
                </a:cubicBezTo>
                <a:cubicBezTo>
                  <a:pt x="648856" y="1589639"/>
                  <a:pt x="662450" y="1576045"/>
                  <a:pt x="679220" y="1576045"/>
                </a:cubicBezTo>
                <a:close/>
                <a:moveTo>
                  <a:pt x="606665" y="1576045"/>
                </a:moveTo>
                <a:cubicBezTo>
                  <a:pt x="623435" y="1576045"/>
                  <a:pt x="637029" y="1589639"/>
                  <a:pt x="637029" y="1606408"/>
                </a:cubicBezTo>
                <a:cubicBezTo>
                  <a:pt x="637029" y="1623178"/>
                  <a:pt x="623435" y="1636772"/>
                  <a:pt x="606665" y="1636772"/>
                </a:cubicBezTo>
                <a:cubicBezTo>
                  <a:pt x="589896" y="1636772"/>
                  <a:pt x="576302" y="1623178"/>
                  <a:pt x="576302" y="1606408"/>
                </a:cubicBezTo>
                <a:cubicBezTo>
                  <a:pt x="576302" y="1589639"/>
                  <a:pt x="589896" y="1576045"/>
                  <a:pt x="606665" y="1576045"/>
                </a:cubicBezTo>
                <a:close/>
                <a:moveTo>
                  <a:pt x="534111" y="1576045"/>
                </a:moveTo>
                <a:cubicBezTo>
                  <a:pt x="550880" y="1576045"/>
                  <a:pt x="564474" y="1589639"/>
                  <a:pt x="564474" y="1606408"/>
                </a:cubicBezTo>
                <a:cubicBezTo>
                  <a:pt x="564474" y="1623178"/>
                  <a:pt x="550880" y="1636772"/>
                  <a:pt x="534111" y="1636772"/>
                </a:cubicBezTo>
                <a:cubicBezTo>
                  <a:pt x="517341" y="1636772"/>
                  <a:pt x="503747" y="1623178"/>
                  <a:pt x="503747" y="1606408"/>
                </a:cubicBezTo>
                <a:cubicBezTo>
                  <a:pt x="503747" y="1589639"/>
                  <a:pt x="517341" y="1576045"/>
                  <a:pt x="534111" y="1576045"/>
                </a:cubicBezTo>
                <a:close/>
                <a:moveTo>
                  <a:pt x="461556" y="1576045"/>
                </a:moveTo>
                <a:cubicBezTo>
                  <a:pt x="478326" y="1576045"/>
                  <a:pt x="491920" y="1589639"/>
                  <a:pt x="491920" y="1606408"/>
                </a:cubicBezTo>
                <a:cubicBezTo>
                  <a:pt x="491920" y="1623178"/>
                  <a:pt x="478326" y="1636772"/>
                  <a:pt x="461556" y="1636772"/>
                </a:cubicBezTo>
                <a:cubicBezTo>
                  <a:pt x="444787" y="1636772"/>
                  <a:pt x="431192" y="1623178"/>
                  <a:pt x="431192" y="1606408"/>
                </a:cubicBezTo>
                <a:cubicBezTo>
                  <a:pt x="431192" y="1589639"/>
                  <a:pt x="444787" y="1576045"/>
                  <a:pt x="461556" y="1576045"/>
                </a:cubicBezTo>
                <a:close/>
                <a:moveTo>
                  <a:pt x="389002" y="1576045"/>
                </a:moveTo>
                <a:cubicBezTo>
                  <a:pt x="405771" y="1576045"/>
                  <a:pt x="419365" y="1589639"/>
                  <a:pt x="419365" y="1606408"/>
                </a:cubicBezTo>
                <a:cubicBezTo>
                  <a:pt x="419365" y="1623178"/>
                  <a:pt x="405771" y="1636772"/>
                  <a:pt x="389002" y="1636772"/>
                </a:cubicBezTo>
                <a:cubicBezTo>
                  <a:pt x="372232" y="1636772"/>
                  <a:pt x="358638" y="1623178"/>
                  <a:pt x="358638" y="1606408"/>
                </a:cubicBezTo>
                <a:cubicBezTo>
                  <a:pt x="358638" y="1589639"/>
                  <a:pt x="372232" y="1576045"/>
                  <a:pt x="389002" y="1576045"/>
                </a:cubicBezTo>
                <a:close/>
                <a:moveTo>
                  <a:pt x="316447" y="1576045"/>
                </a:moveTo>
                <a:cubicBezTo>
                  <a:pt x="333216" y="1576045"/>
                  <a:pt x="346810" y="1589639"/>
                  <a:pt x="346810" y="1606408"/>
                </a:cubicBezTo>
                <a:cubicBezTo>
                  <a:pt x="346810" y="1623178"/>
                  <a:pt x="333216" y="1636772"/>
                  <a:pt x="316447" y="1636772"/>
                </a:cubicBezTo>
                <a:cubicBezTo>
                  <a:pt x="299677" y="1636772"/>
                  <a:pt x="286084" y="1623178"/>
                  <a:pt x="286084" y="1606408"/>
                </a:cubicBezTo>
                <a:cubicBezTo>
                  <a:pt x="286084" y="1589639"/>
                  <a:pt x="299677" y="1576045"/>
                  <a:pt x="316447" y="1576045"/>
                </a:cubicBezTo>
                <a:close/>
                <a:moveTo>
                  <a:pt x="243892" y="1576045"/>
                </a:moveTo>
                <a:cubicBezTo>
                  <a:pt x="260662" y="1576045"/>
                  <a:pt x="274256" y="1589639"/>
                  <a:pt x="274256" y="1606408"/>
                </a:cubicBezTo>
                <a:cubicBezTo>
                  <a:pt x="274256" y="1623178"/>
                  <a:pt x="260662" y="1636772"/>
                  <a:pt x="243892" y="1636772"/>
                </a:cubicBezTo>
                <a:cubicBezTo>
                  <a:pt x="227123" y="1636772"/>
                  <a:pt x="213529" y="1623178"/>
                  <a:pt x="213529" y="1606408"/>
                </a:cubicBezTo>
                <a:cubicBezTo>
                  <a:pt x="213529" y="1589639"/>
                  <a:pt x="227123" y="1576045"/>
                  <a:pt x="243892" y="1576045"/>
                </a:cubicBezTo>
                <a:close/>
                <a:moveTo>
                  <a:pt x="171339" y="1576045"/>
                </a:moveTo>
                <a:cubicBezTo>
                  <a:pt x="188107" y="1576045"/>
                  <a:pt x="201701" y="1589639"/>
                  <a:pt x="201701" y="1606408"/>
                </a:cubicBezTo>
                <a:cubicBezTo>
                  <a:pt x="201701" y="1623178"/>
                  <a:pt x="188107" y="1636772"/>
                  <a:pt x="171339" y="1636772"/>
                </a:cubicBezTo>
                <a:cubicBezTo>
                  <a:pt x="154599" y="1636772"/>
                  <a:pt x="141006" y="1623178"/>
                  <a:pt x="141006" y="1606408"/>
                </a:cubicBezTo>
                <a:cubicBezTo>
                  <a:pt x="141006" y="1589639"/>
                  <a:pt x="154599" y="1576045"/>
                  <a:pt x="171339" y="1576045"/>
                </a:cubicBezTo>
                <a:close/>
                <a:moveTo>
                  <a:pt x="98818" y="1576045"/>
                </a:moveTo>
                <a:cubicBezTo>
                  <a:pt x="115586" y="1576045"/>
                  <a:pt x="129180" y="1589639"/>
                  <a:pt x="129180" y="1606408"/>
                </a:cubicBezTo>
                <a:cubicBezTo>
                  <a:pt x="129180" y="1623178"/>
                  <a:pt x="115586" y="1636772"/>
                  <a:pt x="98818" y="1636772"/>
                </a:cubicBezTo>
                <a:cubicBezTo>
                  <a:pt x="82048" y="1636772"/>
                  <a:pt x="68454" y="1623178"/>
                  <a:pt x="68454" y="1606408"/>
                </a:cubicBezTo>
                <a:cubicBezTo>
                  <a:pt x="68454" y="1589639"/>
                  <a:pt x="82048" y="1576045"/>
                  <a:pt x="98818" y="1576045"/>
                </a:cubicBezTo>
                <a:close/>
                <a:moveTo>
                  <a:pt x="26264" y="1576045"/>
                </a:moveTo>
                <a:cubicBezTo>
                  <a:pt x="43032" y="1576045"/>
                  <a:pt x="56626" y="1589639"/>
                  <a:pt x="56626" y="1606408"/>
                </a:cubicBezTo>
                <a:cubicBezTo>
                  <a:pt x="56626" y="1623178"/>
                  <a:pt x="43032" y="1636772"/>
                  <a:pt x="26264" y="1636772"/>
                </a:cubicBezTo>
                <a:cubicBezTo>
                  <a:pt x="17880" y="1636772"/>
                  <a:pt x="10289" y="1633374"/>
                  <a:pt x="4794" y="1627879"/>
                </a:cubicBezTo>
                <a:lnTo>
                  <a:pt x="0" y="1616304"/>
                </a:lnTo>
                <a:lnTo>
                  <a:pt x="0" y="1596512"/>
                </a:lnTo>
                <a:lnTo>
                  <a:pt x="4794" y="1584938"/>
                </a:lnTo>
                <a:cubicBezTo>
                  <a:pt x="10289" y="1579444"/>
                  <a:pt x="17880" y="1576045"/>
                  <a:pt x="26264" y="1576045"/>
                </a:cubicBezTo>
                <a:close/>
                <a:moveTo>
                  <a:pt x="1187102" y="1495593"/>
                </a:moveTo>
                <a:cubicBezTo>
                  <a:pt x="1195486" y="1495593"/>
                  <a:pt x="1203077" y="1498992"/>
                  <a:pt x="1208572" y="1504486"/>
                </a:cubicBezTo>
                <a:lnTo>
                  <a:pt x="1211014" y="1510381"/>
                </a:lnTo>
                <a:lnTo>
                  <a:pt x="1168285" y="1549216"/>
                </a:lnTo>
                <a:lnTo>
                  <a:pt x="1165631" y="1547427"/>
                </a:lnTo>
                <a:cubicBezTo>
                  <a:pt x="1160137" y="1541932"/>
                  <a:pt x="1156738" y="1534341"/>
                  <a:pt x="1156738" y="1525957"/>
                </a:cubicBezTo>
                <a:cubicBezTo>
                  <a:pt x="1156738" y="1509187"/>
                  <a:pt x="1170332" y="1495593"/>
                  <a:pt x="1187102" y="1495593"/>
                </a:cubicBezTo>
                <a:close/>
                <a:moveTo>
                  <a:pt x="1114547" y="1495593"/>
                </a:moveTo>
                <a:cubicBezTo>
                  <a:pt x="1131317" y="1495593"/>
                  <a:pt x="1144911" y="1509187"/>
                  <a:pt x="1144911" y="1525957"/>
                </a:cubicBezTo>
                <a:cubicBezTo>
                  <a:pt x="1144911" y="1542726"/>
                  <a:pt x="1131317" y="1556320"/>
                  <a:pt x="1114547" y="1556320"/>
                </a:cubicBezTo>
                <a:cubicBezTo>
                  <a:pt x="1097778" y="1556320"/>
                  <a:pt x="1084184" y="1542726"/>
                  <a:pt x="1084184" y="1525957"/>
                </a:cubicBezTo>
                <a:cubicBezTo>
                  <a:pt x="1084184" y="1509187"/>
                  <a:pt x="1097778" y="1495593"/>
                  <a:pt x="1114547" y="1495593"/>
                </a:cubicBezTo>
                <a:close/>
                <a:moveTo>
                  <a:pt x="1041993" y="1495593"/>
                </a:moveTo>
                <a:cubicBezTo>
                  <a:pt x="1058762" y="1495593"/>
                  <a:pt x="1072356" y="1509187"/>
                  <a:pt x="1072356" y="1525957"/>
                </a:cubicBezTo>
                <a:cubicBezTo>
                  <a:pt x="1072356" y="1542726"/>
                  <a:pt x="1058762" y="1556320"/>
                  <a:pt x="1041993" y="1556320"/>
                </a:cubicBezTo>
                <a:cubicBezTo>
                  <a:pt x="1025223" y="1556320"/>
                  <a:pt x="1011629" y="1542726"/>
                  <a:pt x="1011629" y="1525957"/>
                </a:cubicBezTo>
                <a:cubicBezTo>
                  <a:pt x="1011629" y="1509187"/>
                  <a:pt x="1025223" y="1495593"/>
                  <a:pt x="1041993" y="1495593"/>
                </a:cubicBezTo>
                <a:close/>
                <a:moveTo>
                  <a:pt x="969438" y="1495593"/>
                </a:moveTo>
                <a:cubicBezTo>
                  <a:pt x="986208" y="1495593"/>
                  <a:pt x="999801" y="1509187"/>
                  <a:pt x="999801" y="1525957"/>
                </a:cubicBezTo>
                <a:cubicBezTo>
                  <a:pt x="999801" y="1542726"/>
                  <a:pt x="986208" y="1556320"/>
                  <a:pt x="969438" y="1556320"/>
                </a:cubicBezTo>
                <a:cubicBezTo>
                  <a:pt x="952669" y="1556320"/>
                  <a:pt x="939075" y="1542726"/>
                  <a:pt x="939075" y="1525957"/>
                </a:cubicBezTo>
                <a:cubicBezTo>
                  <a:pt x="939075" y="1509187"/>
                  <a:pt x="952669" y="1495593"/>
                  <a:pt x="969438" y="1495593"/>
                </a:cubicBezTo>
                <a:close/>
                <a:moveTo>
                  <a:pt x="896883" y="1495593"/>
                </a:moveTo>
                <a:cubicBezTo>
                  <a:pt x="913653" y="1495593"/>
                  <a:pt x="927247" y="1509187"/>
                  <a:pt x="927247" y="1525957"/>
                </a:cubicBezTo>
                <a:cubicBezTo>
                  <a:pt x="927247" y="1542726"/>
                  <a:pt x="913653" y="1556320"/>
                  <a:pt x="896883" y="1556320"/>
                </a:cubicBezTo>
                <a:cubicBezTo>
                  <a:pt x="880114" y="1556320"/>
                  <a:pt x="866520" y="1542726"/>
                  <a:pt x="866520" y="1525957"/>
                </a:cubicBezTo>
                <a:cubicBezTo>
                  <a:pt x="866520" y="1509187"/>
                  <a:pt x="880114" y="1495593"/>
                  <a:pt x="896883" y="1495593"/>
                </a:cubicBezTo>
                <a:close/>
                <a:moveTo>
                  <a:pt x="824329" y="1495593"/>
                </a:moveTo>
                <a:cubicBezTo>
                  <a:pt x="841098" y="1495593"/>
                  <a:pt x="854692" y="1509187"/>
                  <a:pt x="854692" y="1525957"/>
                </a:cubicBezTo>
                <a:cubicBezTo>
                  <a:pt x="854692" y="1542726"/>
                  <a:pt x="841098" y="1556320"/>
                  <a:pt x="824329" y="1556320"/>
                </a:cubicBezTo>
                <a:cubicBezTo>
                  <a:pt x="807559" y="1556320"/>
                  <a:pt x="793965" y="1542726"/>
                  <a:pt x="793965" y="1525957"/>
                </a:cubicBezTo>
                <a:cubicBezTo>
                  <a:pt x="793965" y="1509187"/>
                  <a:pt x="807559" y="1495593"/>
                  <a:pt x="824329" y="1495593"/>
                </a:cubicBezTo>
                <a:close/>
                <a:moveTo>
                  <a:pt x="751774" y="1495593"/>
                </a:moveTo>
                <a:cubicBezTo>
                  <a:pt x="768544" y="1495593"/>
                  <a:pt x="782138" y="1509187"/>
                  <a:pt x="782138" y="1525957"/>
                </a:cubicBezTo>
                <a:cubicBezTo>
                  <a:pt x="782138" y="1542726"/>
                  <a:pt x="768544" y="1556320"/>
                  <a:pt x="751774" y="1556320"/>
                </a:cubicBezTo>
                <a:cubicBezTo>
                  <a:pt x="735005" y="1556320"/>
                  <a:pt x="721411" y="1542726"/>
                  <a:pt x="721411" y="1525957"/>
                </a:cubicBezTo>
                <a:cubicBezTo>
                  <a:pt x="721411" y="1509187"/>
                  <a:pt x="735005" y="1495593"/>
                  <a:pt x="751774" y="1495593"/>
                </a:cubicBezTo>
                <a:close/>
                <a:moveTo>
                  <a:pt x="679220" y="1495593"/>
                </a:moveTo>
                <a:cubicBezTo>
                  <a:pt x="695989" y="1495593"/>
                  <a:pt x="709583" y="1509187"/>
                  <a:pt x="709583" y="1525957"/>
                </a:cubicBezTo>
                <a:cubicBezTo>
                  <a:pt x="709583" y="1542726"/>
                  <a:pt x="695989" y="1556320"/>
                  <a:pt x="679220" y="1556320"/>
                </a:cubicBezTo>
                <a:cubicBezTo>
                  <a:pt x="662450" y="1556320"/>
                  <a:pt x="648856" y="1542726"/>
                  <a:pt x="648856" y="1525957"/>
                </a:cubicBezTo>
                <a:cubicBezTo>
                  <a:pt x="648856" y="1509187"/>
                  <a:pt x="662450" y="1495593"/>
                  <a:pt x="679220" y="1495593"/>
                </a:cubicBezTo>
                <a:close/>
                <a:moveTo>
                  <a:pt x="606665" y="1495593"/>
                </a:moveTo>
                <a:cubicBezTo>
                  <a:pt x="623435" y="1495593"/>
                  <a:pt x="637029" y="1509187"/>
                  <a:pt x="637029" y="1525957"/>
                </a:cubicBezTo>
                <a:cubicBezTo>
                  <a:pt x="637029" y="1542726"/>
                  <a:pt x="623435" y="1556320"/>
                  <a:pt x="606665" y="1556320"/>
                </a:cubicBezTo>
                <a:cubicBezTo>
                  <a:pt x="589896" y="1556320"/>
                  <a:pt x="576302" y="1542726"/>
                  <a:pt x="576302" y="1525957"/>
                </a:cubicBezTo>
                <a:cubicBezTo>
                  <a:pt x="576302" y="1509187"/>
                  <a:pt x="589896" y="1495593"/>
                  <a:pt x="606665" y="1495593"/>
                </a:cubicBezTo>
                <a:close/>
                <a:moveTo>
                  <a:pt x="534111" y="1495593"/>
                </a:moveTo>
                <a:cubicBezTo>
                  <a:pt x="550880" y="1495593"/>
                  <a:pt x="564474" y="1509187"/>
                  <a:pt x="564474" y="1525957"/>
                </a:cubicBezTo>
                <a:cubicBezTo>
                  <a:pt x="564474" y="1542726"/>
                  <a:pt x="550880" y="1556320"/>
                  <a:pt x="534111" y="1556320"/>
                </a:cubicBezTo>
                <a:cubicBezTo>
                  <a:pt x="517341" y="1556320"/>
                  <a:pt x="503747" y="1542726"/>
                  <a:pt x="503747" y="1525957"/>
                </a:cubicBezTo>
                <a:cubicBezTo>
                  <a:pt x="503747" y="1509187"/>
                  <a:pt x="517341" y="1495593"/>
                  <a:pt x="534111" y="1495593"/>
                </a:cubicBezTo>
                <a:close/>
                <a:moveTo>
                  <a:pt x="461556" y="1495593"/>
                </a:moveTo>
                <a:cubicBezTo>
                  <a:pt x="478326" y="1495593"/>
                  <a:pt x="491920" y="1509187"/>
                  <a:pt x="491920" y="1525957"/>
                </a:cubicBezTo>
                <a:cubicBezTo>
                  <a:pt x="491920" y="1542726"/>
                  <a:pt x="478326" y="1556320"/>
                  <a:pt x="461556" y="1556320"/>
                </a:cubicBezTo>
                <a:cubicBezTo>
                  <a:pt x="444787" y="1556320"/>
                  <a:pt x="431192" y="1542726"/>
                  <a:pt x="431192" y="1525957"/>
                </a:cubicBezTo>
                <a:cubicBezTo>
                  <a:pt x="431192" y="1509187"/>
                  <a:pt x="444787" y="1495593"/>
                  <a:pt x="461556" y="1495593"/>
                </a:cubicBezTo>
                <a:close/>
                <a:moveTo>
                  <a:pt x="389002" y="1495593"/>
                </a:moveTo>
                <a:cubicBezTo>
                  <a:pt x="405771" y="1495593"/>
                  <a:pt x="419365" y="1509187"/>
                  <a:pt x="419365" y="1525957"/>
                </a:cubicBezTo>
                <a:cubicBezTo>
                  <a:pt x="419365" y="1542726"/>
                  <a:pt x="405771" y="1556320"/>
                  <a:pt x="389002" y="1556320"/>
                </a:cubicBezTo>
                <a:cubicBezTo>
                  <a:pt x="372232" y="1556320"/>
                  <a:pt x="358638" y="1542726"/>
                  <a:pt x="358638" y="1525957"/>
                </a:cubicBezTo>
                <a:cubicBezTo>
                  <a:pt x="358638" y="1509187"/>
                  <a:pt x="372232" y="1495593"/>
                  <a:pt x="389002" y="1495593"/>
                </a:cubicBezTo>
                <a:close/>
                <a:moveTo>
                  <a:pt x="316447" y="1495593"/>
                </a:moveTo>
                <a:cubicBezTo>
                  <a:pt x="333216" y="1495593"/>
                  <a:pt x="346810" y="1509187"/>
                  <a:pt x="346810" y="1525957"/>
                </a:cubicBezTo>
                <a:cubicBezTo>
                  <a:pt x="346810" y="1542726"/>
                  <a:pt x="333216" y="1556320"/>
                  <a:pt x="316447" y="1556320"/>
                </a:cubicBezTo>
                <a:cubicBezTo>
                  <a:pt x="299677" y="1556320"/>
                  <a:pt x="286084" y="1542726"/>
                  <a:pt x="286084" y="1525957"/>
                </a:cubicBezTo>
                <a:cubicBezTo>
                  <a:pt x="286084" y="1509187"/>
                  <a:pt x="299677" y="1495593"/>
                  <a:pt x="316447" y="1495593"/>
                </a:cubicBezTo>
                <a:close/>
                <a:moveTo>
                  <a:pt x="243892" y="1495593"/>
                </a:moveTo>
                <a:cubicBezTo>
                  <a:pt x="260662" y="1495593"/>
                  <a:pt x="274256" y="1509187"/>
                  <a:pt x="274256" y="1525957"/>
                </a:cubicBezTo>
                <a:cubicBezTo>
                  <a:pt x="274256" y="1542726"/>
                  <a:pt x="260662" y="1556320"/>
                  <a:pt x="243892" y="1556320"/>
                </a:cubicBezTo>
                <a:cubicBezTo>
                  <a:pt x="227123" y="1556320"/>
                  <a:pt x="213529" y="1542726"/>
                  <a:pt x="213529" y="1525957"/>
                </a:cubicBezTo>
                <a:cubicBezTo>
                  <a:pt x="213529" y="1509187"/>
                  <a:pt x="227123" y="1495593"/>
                  <a:pt x="243892" y="1495593"/>
                </a:cubicBezTo>
                <a:close/>
                <a:moveTo>
                  <a:pt x="171339" y="1495593"/>
                </a:moveTo>
                <a:cubicBezTo>
                  <a:pt x="188107" y="1495593"/>
                  <a:pt x="201701" y="1509187"/>
                  <a:pt x="201701" y="1525957"/>
                </a:cubicBezTo>
                <a:cubicBezTo>
                  <a:pt x="201701" y="1542726"/>
                  <a:pt x="188107" y="1556320"/>
                  <a:pt x="171339" y="1556320"/>
                </a:cubicBezTo>
                <a:cubicBezTo>
                  <a:pt x="154606" y="1556320"/>
                  <a:pt x="141012" y="1542726"/>
                  <a:pt x="141012" y="1525957"/>
                </a:cubicBezTo>
                <a:cubicBezTo>
                  <a:pt x="141012" y="1509187"/>
                  <a:pt x="154606" y="1495593"/>
                  <a:pt x="171339" y="1495593"/>
                </a:cubicBezTo>
                <a:close/>
                <a:moveTo>
                  <a:pt x="98825" y="1495593"/>
                </a:moveTo>
                <a:cubicBezTo>
                  <a:pt x="115592" y="1495593"/>
                  <a:pt x="129186" y="1509187"/>
                  <a:pt x="129186" y="1525957"/>
                </a:cubicBezTo>
                <a:cubicBezTo>
                  <a:pt x="129186" y="1542726"/>
                  <a:pt x="115592" y="1556320"/>
                  <a:pt x="98825" y="1556320"/>
                </a:cubicBezTo>
                <a:cubicBezTo>
                  <a:pt x="82054" y="1556320"/>
                  <a:pt x="68461" y="1542726"/>
                  <a:pt x="68461" y="1525957"/>
                </a:cubicBezTo>
                <a:cubicBezTo>
                  <a:pt x="68461" y="1509187"/>
                  <a:pt x="82054" y="1495593"/>
                  <a:pt x="98825" y="1495593"/>
                </a:cubicBezTo>
                <a:close/>
                <a:moveTo>
                  <a:pt x="26270" y="1495593"/>
                </a:moveTo>
                <a:cubicBezTo>
                  <a:pt x="43038" y="1495593"/>
                  <a:pt x="56632" y="1509187"/>
                  <a:pt x="56632" y="1525957"/>
                </a:cubicBezTo>
                <a:cubicBezTo>
                  <a:pt x="56632" y="1542726"/>
                  <a:pt x="43038" y="1556320"/>
                  <a:pt x="26270" y="1556320"/>
                </a:cubicBezTo>
                <a:cubicBezTo>
                  <a:pt x="17886" y="1556320"/>
                  <a:pt x="10295" y="1552922"/>
                  <a:pt x="4801" y="1547427"/>
                </a:cubicBezTo>
                <a:lnTo>
                  <a:pt x="0" y="1535836"/>
                </a:lnTo>
                <a:lnTo>
                  <a:pt x="0" y="1516078"/>
                </a:lnTo>
                <a:lnTo>
                  <a:pt x="4801" y="1504486"/>
                </a:lnTo>
                <a:cubicBezTo>
                  <a:pt x="10295" y="1498992"/>
                  <a:pt x="17886" y="1495593"/>
                  <a:pt x="26270" y="1495593"/>
                </a:cubicBezTo>
                <a:close/>
                <a:moveTo>
                  <a:pt x="1259656" y="1415141"/>
                </a:moveTo>
                <a:cubicBezTo>
                  <a:pt x="1268041" y="1415141"/>
                  <a:pt x="1275632" y="1418540"/>
                  <a:pt x="1281127" y="1424035"/>
                </a:cubicBezTo>
                <a:lnTo>
                  <a:pt x="1285044" y="1433492"/>
                </a:lnTo>
                <a:lnTo>
                  <a:pt x="1248565" y="1473629"/>
                </a:lnTo>
                <a:lnTo>
                  <a:pt x="1247837" y="1473482"/>
                </a:lnTo>
                <a:cubicBezTo>
                  <a:pt x="1236940" y="1468873"/>
                  <a:pt x="1229293" y="1458082"/>
                  <a:pt x="1229293" y="1445505"/>
                </a:cubicBezTo>
                <a:cubicBezTo>
                  <a:pt x="1229293" y="1428735"/>
                  <a:pt x="1242887" y="1415141"/>
                  <a:pt x="1259656" y="1415141"/>
                </a:cubicBezTo>
                <a:close/>
                <a:moveTo>
                  <a:pt x="1187102" y="1415141"/>
                </a:moveTo>
                <a:cubicBezTo>
                  <a:pt x="1203871" y="1415141"/>
                  <a:pt x="1217465" y="1428735"/>
                  <a:pt x="1217465" y="1445505"/>
                </a:cubicBezTo>
                <a:cubicBezTo>
                  <a:pt x="1217465" y="1462274"/>
                  <a:pt x="1203871" y="1475868"/>
                  <a:pt x="1187102" y="1475868"/>
                </a:cubicBezTo>
                <a:cubicBezTo>
                  <a:pt x="1170332" y="1475868"/>
                  <a:pt x="1156738" y="1462274"/>
                  <a:pt x="1156738" y="1445505"/>
                </a:cubicBezTo>
                <a:cubicBezTo>
                  <a:pt x="1156738" y="1428735"/>
                  <a:pt x="1170332" y="1415141"/>
                  <a:pt x="1187102" y="1415141"/>
                </a:cubicBezTo>
                <a:close/>
                <a:moveTo>
                  <a:pt x="1114547" y="1415141"/>
                </a:moveTo>
                <a:cubicBezTo>
                  <a:pt x="1131317" y="1415141"/>
                  <a:pt x="1144911" y="1428735"/>
                  <a:pt x="1144911" y="1445505"/>
                </a:cubicBezTo>
                <a:cubicBezTo>
                  <a:pt x="1144911" y="1462274"/>
                  <a:pt x="1131317" y="1475868"/>
                  <a:pt x="1114547" y="1475868"/>
                </a:cubicBezTo>
                <a:cubicBezTo>
                  <a:pt x="1097778" y="1475868"/>
                  <a:pt x="1084184" y="1462274"/>
                  <a:pt x="1084184" y="1445505"/>
                </a:cubicBezTo>
                <a:cubicBezTo>
                  <a:pt x="1084184" y="1428735"/>
                  <a:pt x="1097778" y="1415141"/>
                  <a:pt x="1114547" y="1415141"/>
                </a:cubicBezTo>
                <a:close/>
                <a:moveTo>
                  <a:pt x="1041993" y="1415141"/>
                </a:moveTo>
                <a:cubicBezTo>
                  <a:pt x="1058762" y="1415141"/>
                  <a:pt x="1072356" y="1428735"/>
                  <a:pt x="1072356" y="1445505"/>
                </a:cubicBezTo>
                <a:cubicBezTo>
                  <a:pt x="1072356" y="1462274"/>
                  <a:pt x="1058762" y="1475868"/>
                  <a:pt x="1041993" y="1475868"/>
                </a:cubicBezTo>
                <a:cubicBezTo>
                  <a:pt x="1025223" y="1475868"/>
                  <a:pt x="1011629" y="1462274"/>
                  <a:pt x="1011629" y="1445505"/>
                </a:cubicBezTo>
                <a:cubicBezTo>
                  <a:pt x="1011629" y="1428735"/>
                  <a:pt x="1025223" y="1415141"/>
                  <a:pt x="1041993" y="1415141"/>
                </a:cubicBezTo>
                <a:close/>
                <a:moveTo>
                  <a:pt x="969438" y="1415141"/>
                </a:moveTo>
                <a:cubicBezTo>
                  <a:pt x="986208" y="1415141"/>
                  <a:pt x="999801" y="1428735"/>
                  <a:pt x="999801" y="1445505"/>
                </a:cubicBezTo>
                <a:cubicBezTo>
                  <a:pt x="999801" y="1462274"/>
                  <a:pt x="986208" y="1475868"/>
                  <a:pt x="969438" y="1475868"/>
                </a:cubicBezTo>
                <a:cubicBezTo>
                  <a:pt x="952669" y="1475868"/>
                  <a:pt x="939075" y="1462274"/>
                  <a:pt x="939075" y="1445505"/>
                </a:cubicBezTo>
                <a:cubicBezTo>
                  <a:pt x="939075" y="1428735"/>
                  <a:pt x="952669" y="1415141"/>
                  <a:pt x="969438" y="1415141"/>
                </a:cubicBezTo>
                <a:close/>
                <a:moveTo>
                  <a:pt x="896883" y="1415141"/>
                </a:moveTo>
                <a:cubicBezTo>
                  <a:pt x="913653" y="1415141"/>
                  <a:pt x="927247" y="1428735"/>
                  <a:pt x="927247" y="1445505"/>
                </a:cubicBezTo>
                <a:cubicBezTo>
                  <a:pt x="927247" y="1462274"/>
                  <a:pt x="913653" y="1475868"/>
                  <a:pt x="896883" y="1475868"/>
                </a:cubicBezTo>
                <a:cubicBezTo>
                  <a:pt x="880114" y="1475868"/>
                  <a:pt x="866520" y="1462274"/>
                  <a:pt x="866520" y="1445505"/>
                </a:cubicBezTo>
                <a:cubicBezTo>
                  <a:pt x="866520" y="1428735"/>
                  <a:pt x="880114" y="1415141"/>
                  <a:pt x="896883" y="1415141"/>
                </a:cubicBezTo>
                <a:close/>
                <a:moveTo>
                  <a:pt x="824329" y="1415141"/>
                </a:moveTo>
                <a:cubicBezTo>
                  <a:pt x="841098" y="1415141"/>
                  <a:pt x="854692" y="1428735"/>
                  <a:pt x="854692" y="1445505"/>
                </a:cubicBezTo>
                <a:cubicBezTo>
                  <a:pt x="854692" y="1462274"/>
                  <a:pt x="841098" y="1475868"/>
                  <a:pt x="824329" y="1475868"/>
                </a:cubicBezTo>
                <a:cubicBezTo>
                  <a:pt x="807559" y="1475868"/>
                  <a:pt x="793965" y="1462274"/>
                  <a:pt x="793965" y="1445505"/>
                </a:cubicBezTo>
                <a:cubicBezTo>
                  <a:pt x="793965" y="1428735"/>
                  <a:pt x="807559" y="1415141"/>
                  <a:pt x="824329" y="1415141"/>
                </a:cubicBezTo>
                <a:close/>
                <a:moveTo>
                  <a:pt x="751774" y="1415141"/>
                </a:moveTo>
                <a:cubicBezTo>
                  <a:pt x="768544" y="1415141"/>
                  <a:pt x="782138" y="1428735"/>
                  <a:pt x="782138" y="1445505"/>
                </a:cubicBezTo>
                <a:cubicBezTo>
                  <a:pt x="782138" y="1462274"/>
                  <a:pt x="768544" y="1475868"/>
                  <a:pt x="751774" y="1475868"/>
                </a:cubicBezTo>
                <a:cubicBezTo>
                  <a:pt x="735005" y="1475868"/>
                  <a:pt x="721411" y="1462274"/>
                  <a:pt x="721411" y="1445505"/>
                </a:cubicBezTo>
                <a:cubicBezTo>
                  <a:pt x="721411" y="1428735"/>
                  <a:pt x="735005" y="1415141"/>
                  <a:pt x="751774" y="1415141"/>
                </a:cubicBezTo>
                <a:close/>
                <a:moveTo>
                  <a:pt x="679220" y="1415141"/>
                </a:moveTo>
                <a:cubicBezTo>
                  <a:pt x="695989" y="1415141"/>
                  <a:pt x="709583" y="1428735"/>
                  <a:pt x="709583" y="1445505"/>
                </a:cubicBezTo>
                <a:cubicBezTo>
                  <a:pt x="709583" y="1462274"/>
                  <a:pt x="695989" y="1475868"/>
                  <a:pt x="679220" y="1475868"/>
                </a:cubicBezTo>
                <a:cubicBezTo>
                  <a:pt x="662450" y="1475868"/>
                  <a:pt x="648856" y="1462274"/>
                  <a:pt x="648856" y="1445505"/>
                </a:cubicBezTo>
                <a:cubicBezTo>
                  <a:pt x="648856" y="1428735"/>
                  <a:pt x="662450" y="1415141"/>
                  <a:pt x="679220" y="1415141"/>
                </a:cubicBezTo>
                <a:close/>
                <a:moveTo>
                  <a:pt x="606665" y="1415141"/>
                </a:moveTo>
                <a:cubicBezTo>
                  <a:pt x="623435" y="1415141"/>
                  <a:pt x="637029" y="1428735"/>
                  <a:pt x="637029" y="1445505"/>
                </a:cubicBezTo>
                <a:cubicBezTo>
                  <a:pt x="637029" y="1462274"/>
                  <a:pt x="623435" y="1475868"/>
                  <a:pt x="606665" y="1475868"/>
                </a:cubicBezTo>
                <a:cubicBezTo>
                  <a:pt x="589896" y="1475868"/>
                  <a:pt x="576302" y="1462274"/>
                  <a:pt x="576302" y="1445505"/>
                </a:cubicBezTo>
                <a:cubicBezTo>
                  <a:pt x="576302" y="1428735"/>
                  <a:pt x="589896" y="1415141"/>
                  <a:pt x="606665" y="1415141"/>
                </a:cubicBezTo>
                <a:close/>
                <a:moveTo>
                  <a:pt x="534111" y="1415141"/>
                </a:moveTo>
                <a:cubicBezTo>
                  <a:pt x="550880" y="1415141"/>
                  <a:pt x="564474" y="1428735"/>
                  <a:pt x="564474" y="1445505"/>
                </a:cubicBezTo>
                <a:cubicBezTo>
                  <a:pt x="564474" y="1462274"/>
                  <a:pt x="550880" y="1475868"/>
                  <a:pt x="534111" y="1475868"/>
                </a:cubicBezTo>
                <a:cubicBezTo>
                  <a:pt x="517341" y="1475868"/>
                  <a:pt x="503747" y="1462274"/>
                  <a:pt x="503747" y="1445505"/>
                </a:cubicBezTo>
                <a:cubicBezTo>
                  <a:pt x="503747" y="1428735"/>
                  <a:pt x="517341" y="1415141"/>
                  <a:pt x="534111" y="1415141"/>
                </a:cubicBezTo>
                <a:close/>
                <a:moveTo>
                  <a:pt x="461556" y="1415141"/>
                </a:moveTo>
                <a:cubicBezTo>
                  <a:pt x="478326" y="1415141"/>
                  <a:pt x="491920" y="1428735"/>
                  <a:pt x="491920" y="1445505"/>
                </a:cubicBezTo>
                <a:cubicBezTo>
                  <a:pt x="491920" y="1462274"/>
                  <a:pt x="478326" y="1475868"/>
                  <a:pt x="461556" y="1475868"/>
                </a:cubicBezTo>
                <a:cubicBezTo>
                  <a:pt x="444787" y="1475868"/>
                  <a:pt x="431192" y="1462274"/>
                  <a:pt x="431192" y="1445505"/>
                </a:cubicBezTo>
                <a:cubicBezTo>
                  <a:pt x="431192" y="1428735"/>
                  <a:pt x="444787" y="1415141"/>
                  <a:pt x="461556" y="1415141"/>
                </a:cubicBezTo>
                <a:close/>
                <a:moveTo>
                  <a:pt x="389002" y="1415141"/>
                </a:moveTo>
                <a:cubicBezTo>
                  <a:pt x="405771" y="1415141"/>
                  <a:pt x="419365" y="1428735"/>
                  <a:pt x="419365" y="1445505"/>
                </a:cubicBezTo>
                <a:cubicBezTo>
                  <a:pt x="419365" y="1462274"/>
                  <a:pt x="405771" y="1475868"/>
                  <a:pt x="389002" y="1475868"/>
                </a:cubicBezTo>
                <a:cubicBezTo>
                  <a:pt x="372232" y="1475868"/>
                  <a:pt x="358638" y="1462274"/>
                  <a:pt x="358638" y="1445505"/>
                </a:cubicBezTo>
                <a:cubicBezTo>
                  <a:pt x="358638" y="1428735"/>
                  <a:pt x="372232" y="1415141"/>
                  <a:pt x="389002" y="1415141"/>
                </a:cubicBezTo>
                <a:close/>
                <a:moveTo>
                  <a:pt x="316447" y="1415141"/>
                </a:moveTo>
                <a:cubicBezTo>
                  <a:pt x="333216" y="1415141"/>
                  <a:pt x="346810" y="1428735"/>
                  <a:pt x="346810" y="1445505"/>
                </a:cubicBezTo>
                <a:cubicBezTo>
                  <a:pt x="346810" y="1462274"/>
                  <a:pt x="333216" y="1475868"/>
                  <a:pt x="316447" y="1475868"/>
                </a:cubicBezTo>
                <a:cubicBezTo>
                  <a:pt x="299677" y="1475868"/>
                  <a:pt x="286084" y="1462274"/>
                  <a:pt x="286084" y="1445505"/>
                </a:cubicBezTo>
                <a:cubicBezTo>
                  <a:pt x="286084" y="1428735"/>
                  <a:pt x="299677" y="1415141"/>
                  <a:pt x="316447" y="1415141"/>
                </a:cubicBezTo>
                <a:close/>
                <a:moveTo>
                  <a:pt x="243892" y="1415141"/>
                </a:moveTo>
                <a:cubicBezTo>
                  <a:pt x="260662" y="1415141"/>
                  <a:pt x="274256" y="1428735"/>
                  <a:pt x="274256" y="1445505"/>
                </a:cubicBezTo>
                <a:cubicBezTo>
                  <a:pt x="274256" y="1462274"/>
                  <a:pt x="260662" y="1475868"/>
                  <a:pt x="243892" y="1475868"/>
                </a:cubicBezTo>
                <a:cubicBezTo>
                  <a:pt x="227123" y="1475868"/>
                  <a:pt x="213529" y="1462274"/>
                  <a:pt x="213529" y="1445505"/>
                </a:cubicBezTo>
                <a:cubicBezTo>
                  <a:pt x="213529" y="1428735"/>
                  <a:pt x="227123" y="1415141"/>
                  <a:pt x="243892" y="1415141"/>
                </a:cubicBezTo>
                <a:close/>
                <a:moveTo>
                  <a:pt x="171339" y="1415141"/>
                </a:moveTo>
                <a:cubicBezTo>
                  <a:pt x="188107" y="1415141"/>
                  <a:pt x="201701" y="1428735"/>
                  <a:pt x="201701" y="1445505"/>
                </a:cubicBezTo>
                <a:cubicBezTo>
                  <a:pt x="201701" y="1462274"/>
                  <a:pt x="188107" y="1475868"/>
                  <a:pt x="171339" y="1475868"/>
                </a:cubicBezTo>
                <a:cubicBezTo>
                  <a:pt x="154611" y="1475868"/>
                  <a:pt x="141018" y="1462274"/>
                  <a:pt x="141018" y="1445505"/>
                </a:cubicBezTo>
                <a:cubicBezTo>
                  <a:pt x="141018" y="1428735"/>
                  <a:pt x="154611" y="1415141"/>
                  <a:pt x="171339" y="1415141"/>
                </a:cubicBezTo>
                <a:close/>
                <a:moveTo>
                  <a:pt x="98831" y="1415141"/>
                </a:moveTo>
                <a:cubicBezTo>
                  <a:pt x="115598" y="1415141"/>
                  <a:pt x="129192" y="1428735"/>
                  <a:pt x="129192" y="1445505"/>
                </a:cubicBezTo>
                <a:cubicBezTo>
                  <a:pt x="129192" y="1462274"/>
                  <a:pt x="115598" y="1475868"/>
                  <a:pt x="98831" y="1475868"/>
                </a:cubicBezTo>
                <a:cubicBezTo>
                  <a:pt x="82060" y="1475868"/>
                  <a:pt x="68467" y="1462274"/>
                  <a:pt x="68467" y="1445505"/>
                </a:cubicBezTo>
                <a:cubicBezTo>
                  <a:pt x="68467" y="1428735"/>
                  <a:pt x="82060" y="1415141"/>
                  <a:pt x="98831" y="1415141"/>
                </a:cubicBezTo>
                <a:close/>
                <a:moveTo>
                  <a:pt x="26277" y="1415141"/>
                </a:moveTo>
                <a:cubicBezTo>
                  <a:pt x="43044" y="1415141"/>
                  <a:pt x="56638" y="1428735"/>
                  <a:pt x="56638" y="1445505"/>
                </a:cubicBezTo>
                <a:cubicBezTo>
                  <a:pt x="56638" y="1462274"/>
                  <a:pt x="43044" y="1475868"/>
                  <a:pt x="26277" y="1475868"/>
                </a:cubicBezTo>
                <a:cubicBezTo>
                  <a:pt x="17892" y="1475868"/>
                  <a:pt x="10301" y="1472470"/>
                  <a:pt x="4807" y="1466975"/>
                </a:cubicBezTo>
                <a:lnTo>
                  <a:pt x="0" y="1455370"/>
                </a:lnTo>
                <a:lnTo>
                  <a:pt x="0" y="1435640"/>
                </a:lnTo>
                <a:lnTo>
                  <a:pt x="4807" y="1424034"/>
                </a:lnTo>
                <a:cubicBezTo>
                  <a:pt x="10301" y="1418540"/>
                  <a:pt x="17892" y="1415141"/>
                  <a:pt x="26277" y="1415141"/>
                </a:cubicBezTo>
                <a:close/>
                <a:moveTo>
                  <a:pt x="1332211" y="1334690"/>
                </a:moveTo>
                <a:cubicBezTo>
                  <a:pt x="1340596" y="1334690"/>
                  <a:pt x="1348186" y="1338088"/>
                  <a:pt x="1353681" y="1343583"/>
                </a:cubicBezTo>
                <a:lnTo>
                  <a:pt x="1356143" y="1349526"/>
                </a:lnTo>
                <a:lnTo>
                  <a:pt x="1331934" y="1381900"/>
                </a:lnTo>
                <a:lnTo>
                  <a:pt x="1321597" y="1393274"/>
                </a:lnTo>
                <a:lnTo>
                  <a:pt x="1320392" y="1393030"/>
                </a:lnTo>
                <a:cubicBezTo>
                  <a:pt x="1309494" y="1388421"/>
                  <a:pt x="1301847" y="1377631"/>
                  <a:pt x="1301847" y="1365053"/>
                </a:cubicBezTo>
                <a:cubicBezTo>
                  <a:pt x="1301847" y="1348284"/>
                  <a:pt x="1315441" y="1334690"/>
                  <a:pt x="1332211" y="1334690"/>
                </a:cubicBezTo>
                <a:close/>
                <a:moveTo>
                  <a:pt x="1259656" y="1334690"/>
                </a:moveTo>
                <a:cubicBezTo>
                  <a:pt x="1276426" y="1334690"/>
                  <a:pt x="1290020" y="1348284"/>
                  <a:pt x="1290020" y="1365053"/>
                </a:cubicBezTo>
                <a:cubicBezTo>
                  <a:pt x="1290020" y="1381823"/>
                  <a:pt x="1276426" y="1395417"/>
                  <a:pt x="1259656" y="1395417"/>
                </a:cubicBezTo>
                <a:cubicBezTo>
                  <a:pt x="1242887" y="1395417"/>
                  <a:pt x="1229293" y="1381823"/>
                  <a:pt x="1229293" y="1365053"/>
                </a:cubicBezTo>
                <a:cubicBezTo>
                  <a:pt x="1229293" y="1348284"/>
                  <a:pt x="1242887" y="1334690"/>
                  <a:pt x="1259656" y="1334690"/>
                </a:cubicBezTo>
                <a:close/>
                <a:moveTo>
                  <a:pt x="1187102" y="1334690"/>
                </a:moveTo>
                <a:cubicBezTo>
                  <a:pt x="1203871" y="1334690"/>
                  <a:pt x="1217465" y="1348284"/>
                  <a:pt x="1217465" y="1365053"/>
                </a:cubicBezTo>
                <a:cubicBezTo>
                  <a:pt x="1217465" y="1381823"/>
                  <a:pt x="1203871" y="1395417"/>
                  <a:pt x="1187102" y="1395417"/>
                </a:cubicBezTo>
                <a:cubicBezTo>
                  <a:pt x="1170332" y="1395417"/>
                  <a:pt x="1156738" y="1381823"/>
                  <a:pt x="1156738" y="1365053"/>
                </a:cubicBezTo>
                <a:cubicBezTo>
                  <a:pt x="1156738" y="1348284"/>
                  <a:pt x="1170332" y="1334690"/>
                  <a:pt x="1187102" y="1334690"/>
                </a:cubicBezTo>
                <a:close/>
                <a:moveTo>
                  <a:pt x="1114547" y="1334690"/>
                </a:moveTo>
                <a:cubicBezTo>
                  <a:pt x="1131317" y="1334690"/>
                  <a:pt x="1144911" y="1348284"/>
                  <a:pt x="1144911" y="1365053"/>
                </a:cubicBezTo>
                <a:cubicBezTo>
                  <a:pt x="1144911" y="1381823"/>
                  <a:pt x="1131317" y="1395417"/>
                  <a:pt x="1114547" y="1395417"/>
                </a:cubicBezTo>
                <a:cubicBezTo>
                  <a:pt x="1097778" y="1395417"/>
                  <a:pt x="1084184" y="1381823"/>
                  <a:pt x="1084184" y="1365053"/>
                </a:cubicBezTo>
                <a:cubicBezTo>
                  <a:pt x="1084184" y="1348284"/>
                  <a:pt x="1097778" y="1334690"/>
                  <a:pt x="1114547" y="1334690"/>
                </a:cubicBezTo>
                <a:close/>
                <a:moveTo>
                  <a:pt x="1041993" y="1334690"/>
                </a:moveTo>
                <a:cubicBezTo>
                  <a:pt x="1058762" y="1334690"/>
                  <a:pt x="1072356" y="1348284"/>
                  <a:pt x="1072356" y="1365053"/>
                </a:cubicBezTo>
                <a:cubicBezTo>
                  <a:pt x="1072356" y="1381823"/>
                  <a:pt x="1058762" y="1395417"/>
                  <a:pt x="1041993" y="1395417"/>
                </a:cubicBezTo>
                <a:cubicBezTo>
                  <a:pt x="1025223" y="1395417"/>
                  <a:pt x="1011629" y="1381823"/>
                  <a:pt x="1011629" y="1365053"/>
                </a:cubicBezTo>
                <a:cubicBezTo>
                  <a:pt x="1011629" y="1348284"/>
                  <a:pt x="1025223" y="1334690"/>
                  <a:pt x="1041993" y="1334690"/>
                </a:cubicBezTo>
                <a:close/>
                <a:moveTo>
                  <a:pt x="969438" y="1334690"/>
                </a:moveTo>
                <a:cubicBezTo>
                  <a:pt x="986208" y="1334690"/>
                  <a:pt x="999801" y="1348284"/>
                  <a:pt x="999801" y="1365053"/>
                </a:cubicBezTo>
                <a:cubicBezTo>
                  <a:pt x="999801" y="1381823"/>
                  <a:pt x="986208" y="1395417"/>
                  <a:pt x="969438" y="1395417"/>
                </a:cubicBezTo>
                <a:cubicBezTo>
                  <a:pt x="952669" y="1395417"/>
                  <a:pt x="939075" y="1381823"/>
                  <a:pt x="939075" y="1365053"/>
                </a:cubicBezTo>
                <a:cubicBezTo>
                  <a:pt x="939075" y="1348284"/>
                  <a:pt x="952669" y="1334690"/>
                  <a:pt x="969438" y="1334690"/>
                </a:cubicBezTo>
                <a:close/>
                <a:moveTo>
                  <a:pt x="896883" y="1334690"/>
                </a:moveTo>
                <a:cubicBezTo>
                  <a:pt x="913653" y="1334690"/>
                  <a:pt x="927247" y="1348284"/>
                  <a:pt x="927247" y="1365053"/>
                </a:cubicBezTo>
                <a:cubicBezTo>
                  <a:pt x="927247" y="1381823"/>
                  <a:pt x="913653" y="1395417"/>
                  <a:pt x="896883" y="1395417"/>
                </a:cubicBezTo>
                <a:cubicBezTo>
                  <a:pt x="880114" y="1395417"/>
                  <a:pt x="866520" y="1381823"/>
                  <a:pt x="866520" y="1365053"/>
                </a:cubicBezTo>
                <a:cubicBezTo>
                  <a:pt x="866520" y="1348284"/>
                  <a:pt x="880114" y="1334690"/>
                  <a:pt x="896883" y="1334690"/>
                </a:cubicBezTo>
                <a:close/>
                <a:moveTo>
                  <a:pt x="824329" y="1334690"/>
                </a:moveTo>
                <a:cubicBezTo>
                  <a:pt x="841098" y="1334690"/>
                  <a:pt x="854692" y="1348284"/>
                  <a:pt x="854692" y="1365053"/>
                </a:cubicBezTo>
                <a:cubicBezTo>
                  <a:pt x="854692" y="1381823"/>
                  <a:pt x="841098" y="1395417"/>
                  <a:pt x="824329" y="1395417"/>
                </a:cubicBezTo>
                <a:cubicBezTo>
                  <a:pt x="807559" y="1395417"/>
                  <a:pt x="793965" y="1381823"/>
                  <a:pt x="793965" y="1365053"/>
                </a:cubicBezTo>
                <a:cubicBezTo>
                  <a:pt x="793965" y="1348284"/>
                  <a:pt x="807559" y="1334690"/>
                  <a:pt x="824329" y="1334690"/>
                </a:cubicBezTo>
                <a:close/>
                <a:moveTo>
                  <a:pt x="751774" y="1334690"/>
                </a:moveTo>
                <a:cubicBezTo>
                  <a:pt x="768544" y="1334690"/>
                  <a:pt x="782138" y="1348284"/>
                  <a:pt x="782138" y="1365053"/>
                </a:cubicBezTo>
                <a:cubicBezTo>
                  <a:pt x="782138" y="1381823"/>
                  <a:pt x="768544" y="1395417"/>
                  <a:pt x="751774" y="1395417"/>
                </a:cubicBezTo>
                <a:cubicBezTo>
                  <a:pt x="735005" y="1395417"/>
                  <a:pt x="721411" y="1381823"/>
                  <a:pt x="721411" y="1365053"/>
                </a:cubicBezTo>
                <a:cubicBezTo>
                  <a:pt x="721411" y="1348284"/>
                  <a:pt x="735005" y="1334690"/>
                  <a:pt x="751774" y="1334690"/>
                </a:cubicBezTo>
                <a:close/>
                <a:moveTo>
                  <a:pt x="679220" y="1334690"/>
                </a:moveTo>
                <a:cubicBezTo>
                  <a:pt x="695989" y="1334690"/>
                  <a:pt x="709583" y="1348284"/>
                  <a:pt x="709583" y="1365053"/>
                </a:cubicBezTo>
                <a:cubicBezTo>
                  <a:pt x="709583" y="1381823"/>
                  <a:pt x="695989" y="1395417"/>
                  <a:pt x="679220" y="1395417"/>
                </a:cubicBezTo>
                <a:cubicBezTo>
                  <a:pt x="662450" y="1395417"/>
                  <a:pt x="648856" y="1381823"/>
                  <a:pt x="648856" y="1365053"/>
                </a:cubicBezTo>
                <a:cubicBezTo>
                  <a:pt x="648856" y="1348284"/>
                  <a:pt x="662450" y="1334690"/>
                  <a:pt x="679220" y="1334690"/>
                </a:cubicBezTo>
                <a:close/>
                <a:moveTo>
                  <a:pt x="606665" y="1334690"/>
                </a:moveTo>
                <a:cubicBezTo>
                  <a:pt x="623435" y="1334690"/>
                  <a:pt x="637029" y="1348284"/>
                  <a:pt x="637029" y="1365053"/>
                </a:cubicBezTo>
                <a:cubicBezTo>
                  <a:pt x="637029" y="1381823"/>
                  <a:pt x="623435" y="1395417"/>
                  <a:pt x="606665" y="1395417"/>
                </a:cubicBezTo>
                <a:cubicBezTo>
                  <a:pt x="589896" y="1395417"/>
                  <a:pt x="576302" y="1381823"/>
                  <a:pt x="576302" y="1365053"/>
                </a:cubicBezTo>
                <a:cubicBezTo>
                  <a:pt x="576302" y="1348284"/>
                  <a:pt x="589896" y="1334690"/>
                  <a:pt x="606665" y="1334690"/>
                </a:cubicBezTo>
                <a:close/>
                <a:moveTo>
                  <a:pt x="534111" y="1334690"/>
                </a:moveTo>
                <a:cubicBezTo>
                  <a:pt x="550880" y="1334690"/>
                  <a:pt x="564474" y="1348284"/>
                  <a:pt x="564474" y="1365053"/>
                </a:cubicBezTo>
                <a:cubicBezTo>
                  <a:pt x="564474" y="1381823"/>
                  <a:pt x="550880" y="1395417"/>
                  <a:pt x="534111" y="1395417"/>
                </a:cubicBezTo>
                <a:cubicBezTo>
                  <a:pt x="517341" y="1395417"/>
                  <a:pt x="503747" y="1381823"/>
                  <a:pt x="503747" y="1365053"/>
                </a:cubicBezTo>
                <a:cubicBezTo>
                  <a:pt x="503747" y="1348284"/>
                  <a:pt x="517341" y="1334690"/>
                  <a:pt x="534111" y="1334690"/>
                </a:cubicBezTo>
                <a:close/>
                <a:moveTo>
                  <a:pt x="461556" y="1334690"/>
                </a:moveTo>
                <a:cubicBezTo>
                  <a:pt x="478326" y="1334690"/>
                  <a:pt x="491920" y="1348284"/>
                  <a:pt x="491920" y="1365053"/>
                </a:cubicBezTo>
                <a:cubicBezTo>
                  <a:pt x="491920" y="1381823"/>
                  <a:pt x="478326" y="1395417"/>
                  <a:pt x="461556" y="1395417"/>
                </a:cubicBezTo>
                <a:cubicBezTo>
                  <a:pt x="444787" y="1395417"/>
                  <a:pt x="431192" y="1381823"/>
                  <a:pt x="431192" y="1365053"/>
                </a:cubicBezTo>
                <a:cubicBezTo>
                  <a:pt x="431192" y="1348284"/>
                  <a:pt x="444787" y="1334690"/>
                  <a:pt x="461556" y="1334690"/>
                </a:cubicBezTo>
                <a:close/>
                <a:moveTo>
                  <a:pt x="389002" y="1334690"/>
                </a:moveTo>
                <a:cubicBezTo>
                  <a:pt x="405771" y="1334690"/>
                  <a:pt x="419365" y="1348284"/>
                  <a:pt x="419365" y="1365053"/>
                </a:cubicBezTo>
                <a:cubicBezTo>
                  <a:pt x="419365" y="1381823"/>
                  <a:pt x="405771" y="1395417"/>
                  <a:pt x="389002" y="1395417"/>
                </a:cubicBezTo>
                <a:cubicBezTo>
                  <a:pt x="372232" y="1395417"/>
                  <a:pt x="358638" y="1381823"/>
                  <a:pt x="358638" y="1365053"/>
                </a:cubicBezTo>
                <a:cubicBezTo>
                  <a:pt x="358638" y="1348284"/>
                  <a:pt x="372232" y="1334690"/>
                  <a:pt x="389002" y="1334690"/>
                </a:cubicBezTo>
                <a:close/>
                <a:moveTo>
                  <a:pt x="316447" y="1334690"/>
                </a:moveTo>
                <a:cubicBezTo>
                  <a:pt x="333216" y="1334690"/>
                  <a:pt x="346810" y="1348284"/>
                  <a:pt x="346810" y="1365053"/>
                </a:cubicBezTo>
                <a:cubicBezTo>
                  <a:pt x="346810" y="1381823"/>
                  <a:pt x="333216" y="1395417"/>
                  <a:pt x="316447" y="1395417"/>
                </a:cubicBezTo>
                <a:cubicBezTo>
                  <a:pt x="299677" y="1395417"/>
                  <a:pt x="286084" y="1381823"/>
                  <a:pt x="286084" y="1365053"/>
                </a:cubicBezTo>
                <a:cubicBezTo>
                  <a:pt x="286084" y="1348284"/>
                  <a:pt x="299677" y="1334690"/>
                  <a:pt x="316447" y="1334690"/>
                </a:cubicBezTo>
                <a:close/>
                <a:moveTo>
                  <a:pt x="243892" y="1334690"/>
                </a:moveTo>
                <a:cubicBezTo>
                  <a:pt x="260662" y="1334690"/>
                  <a:pt x="274256" y="1348284"/>
                  <a:pt x="274256" y="1365053"/>
                </a:cubicBezTo>
                <a:cubicBezTo>
                  <a:pt x="274256" y="1381823"/>
                  <a:pt x="260662" y="1395417"/>
                  <a:pt x="243892" y="1395417"/>
                </a:cubicBezTo>
                <a:cubicBezTo>
                  <a:pt x="227123" y="1395417"/>
                  <a:pt x="213529" y="1381823"/>
                  <a:pt x="213529" y="1365053"/>
                </a:cubicBezTo>
                <a:cubicBezTo>
                  <a:pt x="213529" y="1348284"/>
                  <a:pt x="227123" y="1334690"/>
                  <a:pt x="243892" y="1334690"/>
                </a:cubicBezTo>
                <a:close/>
                <a:moveTo>
                  <a:pt x="171339" y="1334690"/>
                </a:moveTo>
                <a:cubicBezTo>
                  <a:pt x="188107" y="1334690"/>
                  <a:pt x="201701" y="1348284"/>
                  <a:pt x="201701" y="1365053"/>
                </a:cubicBezTo>
                <a:cubicBezTo>
                  <a:pt x="201701" y="1381823"/>
                  <a:pt x="188107" y="1395417"/>
                  <a:pt x="171339" y="1395417"/>
                </a:cubicBezTo>
                <a:cubicBezTo>
                  <a:pt x="154616" y="1395417"/>
                  <a:pt x="141023" y="1381823"/>
                  <a:pt x="141023" y="1365053"/>
                </a:cubicBezTo>
                <a:cubicBezTo>
                  <a:pt x="141023" y="1348284"/>
                  <a:pt x="154616" y="1334690"/>
                  <a:pt x="171339" y="1334690"/>
                </a:cubicBezTo>
                <a:close/>
                <a:moveTo>
                  <a:pt x="98838" y="1334690"/>
                </a:moveTo>
                <a:cubicBezTo>
                  <a:pt x="115605" y="1334690"/>
                  <a:pt x="129198" y="1348284"/>
                  <a:pt x="129198" y="1365053"/>
                </a:cubicBezTo>
                <a:cubicBezTo>
                  <a:pt x="129198" y="1381823"/>
                  <a:pt x="115605" y="1395417"/>
                  <a:pt x="98838" y="1395417"/>
                </a:cubicBezTo>
                <a:cubicBezTo>
                  <a:pt x="82067" y="1395417"/>
                  <a:pt x="68474" y="1381823"/>
                  <a:pt x="68474" y="1365053"/>
                </a:cubicBezTo>
                <a:cubicBezTo>
                  <a:pt x="68474" y="1348284"/>
                  <a:pt x="82067" y="1334690"/>
                  <a:pt x="98838" y="1334690"/>
                </a:cubicBezTo>
                <a:close/>
                <a:moveTo>
                  <a:pt x="26283" y="1334690"/>
                </a:moveTo>
                <a:cubicBezTo>
                  <a:pt x="43051" y="1334690"/>
                  <a:pt x="56645" y="1348284"/>
                  <a:pt x="56645" y="1365053"/>
                </a:cubicBezTo>
                <a:cubicBezTo>
                  <a:pt x="56645" y="1381823"/>
                  <a:pt x="43051" y="1395417"/>
                  <a:pt x="26283" y="1395417"/>
                </a:cubicBezTo>
                <a:cubicBezTo>
                  <a:pt x="17898" y="1395417"/>
                  <a:pt x="10308" y="1392019"/>
                  <a:pt x="4813" y="1386524"/>
                </a:cubicBezTo>
                <a:lnTo>
                  <a:pt x="0" y="1374903"/>
                </a:lnTo>
                <a:lnTo>
                  <a:pt x="0" y="1355203"/>
                </a:lnTo>
                <a:lnTo>
                  <a:pt x="4813" y="1343583"/>
                </a:lnTo>
                <a:cubicBezTo>
                  <a:pt x="10308" y="1338089"/>
                  <a:pt x="17898" y="1334690"/>
                  <a:pt x="26283" y="1334690"/>
                </a:cubicBezTo>
                <a:close/>
                <a:moveTo>
                  <a:pt x="1404765" y="1254238"/>
                </a:moveTo>
                <a:cubicBezTo>
                  <a:pt x="1408957" y="1254238"/>
                  <a:pt x="1412951" y="1255088"/>
                  <a:pt x="1416584" y="1256624"/>
                </a:cubicBezTo>
                <a:lnTo>
                  <a:pt x="1422045" y="1260306"/>
                </a:lnTo>
                <a:lnTo>
                  <a:pt x="1418517" y="1266114"/>
                </a:lnTo>
                <a:lnTo>
                  <a:pt x="1386846" y="1308466"/>
                </a:lnTo>
                <a:lnTo>
                  <a:pt x="1383295" y="1306072"/>
                </a:lnTo>
                <a:cubicBezTo>
                  <a:pt x="1377800" y="1300577"/>
                  <a:pt x="1374402" y="1292986"/>
                  <a:pt x="1374402" y="1284602"/>
                </a:cubicBezTo>
                <a:cubicBezTo>
                  <a:pt x="1374402" y="1267832"/>
                  <a:pt x="1387996" y="1254238"/>
                  <a:pt x="1404765" y="1254238"/>
                </a:cubicBezTo>
                <a:close/>
                <a:moveTo>
                  <a:pt x="1332211" y="1254238"/>
                </a:moveTo>
                <a:cubicBezTo>
                  <a:pt x="1348980" y="1254238"/>
                  <a:pt x="1362574" y="1267832"/>
                  <a:pt x="1362574" y="1284602"/>
                </a:cubicBezTo>
                <a:cubicBezTo>
                  <a:pt x="1362574" y="1301371"/>
                  <a:pt x="1348980" y="1314965"/>
                  <a:pt x="1332211" y="1314965"/>
                </a:cubicBezTo>
                <a:cubicBezTo>
                  <a:pt x="1315441" y="1314965"/>
                  <a:pt x="1301847" y="1301371"/>
                  <a:pt x="1301847" y="1284602"/>
                </a:cubicBezTo>
                <a:cubicBezTo>
                  <a:pt x="1301847" y="1267832"/>
                  <a:pt x="1315441" y="1254238"/>
                  <a:pt x="1332211" y="1254238"/>
                </a:cubicBezTo>
                <a:close/>
                <a:moveTo>
                  <a:pt x="1259656" y="1254238"/>
                </a:moveTo>
                <a:cubicBezTo>
                  <a:pt x="1276426" y="1254238"/>
                  <a:pt x="1290020" y="1267832"/>
                  <a:pt x="1290020" y="1284602"/>
                </a:cubicBezTo>
                <a:cubicBezTo>
                  <a:pt x="1290020" y="1301371"/>
                  <a:pt x="1276426" y="1314965"/>
                  <a:pt x="1259656" y="1314965"/>
                </a:cubicBezTo>
                <a:cubicBezTo>
                  <a:pt x="1242887" y="1314965"/>
                  <a:pt x="1229293" y="1301371"/>
                  <a:pt x="1229293" y="1284602"/>
                </a:cubicBezTo>
                <a:cubicBezTo>
                  <a:pt x="1229293" y="1267832"/>
                  <a:pt x="1242887" y="1254238"/>
                  <a:pt x="1259656" y="1254238"/>
                </a:cubicBezTo>
                <a:close/>
                <a:moveTo>
                  <a:pt x="1187102" y="1254238"/>
                </a:moveTo>
                <a:cubicBezTo>
                  <a:pt x="1203871" y="1254238"/>
                  <a:pt x="1217465" y="1267832"/>
                  <a:pt x="1217465" y="1284602"/>
                </a:cubicBezTo>
                <a:cubicBezTo>
                  <a:pt x="1217465" y="1301371"/>
                  <a:pt x="1203871" y="1314965"/>
                  <a:pt x="1187102" y="1314965"/>
                </a:cubicBezTo>
                <a:cubicBezTo>
                  <a:pt x="1170332" y="1314965"/>
                  <a:pt x="1156738" y="1301371"/>
                  <a:pt x="1156738" y="1284602"/>
                </a:cubicBezTo>
                <a:cubicBezTo>
                  <a:pt x="1156738" y="1267832"/>
                  <a:pt x="1170332" y="1254238"/>
                  <a:pt x="1187102" y="1254238"/>
                </a:cubicBezTo>
                <a:close/>
                <a:moveTo>
                  <a:pt x="1114547" y="1254238"/>
                </a:moveTo>
                <a:cubicBezTo>
                  <a:pt x="1131317" y="1254238"/>
                  <a:pt x="1144911" y="1267832"/>
                  <a:pt x="1144911" y="1284602"/>
                </a:cubicBezTo>
                <a:cubicBezTo>
                  <a:pt x="1144911" y="1301371"/>
                  <a:pt x="1131317" y="1314965"/>
                  <a:pt x="1114547" y="1314965"/>
                </a:cubicBezTo>
                <a:cubicBezTo>
                  <a:pt x="1097778" y="1314965"/>
                  <a:pt x="1084184" y="1301371"/>
                  <a:pt x="1084184" y="1284602"/>
                </a:cubicBezTo>
                <a:cubicBezTo>
                  <a:pt x="1084184" y="1267832"/>
                  <a:pt x="1097778" y="1254238"/>
                  <a:pt x="1114547" y="1254238"/>
                </a:cubicBezTo>
                <a:close/>
                <a:moveTo>
                  <a:pt x="1041993" y="1254238"/>
                </a:moveTo>
                <a:cubicBezTo>
                  <a:pt x="1058762" y="1254238"/>
                  <a:pt x="1072356" y="1267832"/>
                  <a:pt x="1072356" y="1284602"/>
                </a:cubicBezTo>
                <a:cubicBezTo>
                  <a:pt x="1072356" y="1301371"/>
                  <a:pt x="1058762" y="1314965"/>
                  <a:pt x="1041993" y="1314965"/>
                </a:cubicBezTo>
                <a:cubicBezTo>
                  <a:pt x="1025223" y="1314965"/>
                  <a:pt x="1011629" y="1301371"/>
                  <a:pt x="1011629" y="1284602"/>
                </a:cubicBezTo>
                <a:cubicBezTo>
                  <a:pt x="1011629" y="1267832"/>
                  <a:pt x="1025223" y="1254238"/>
                  <a:pt x="1041993" y="1254238"/>
                </a:cubicBezTo>
                <a:close/>
                <a:moveTo>
                  <a:pt x="969438" y="1254238"/>
                </a:moveTo>
                <a:cubicBezTo>
                  <a:pt x="986208" y="1254238"/>
                  <a:pt x="999801" y="1267832"/>
                  <a:pt x="999801" y="1284602"/>
                </a:cubicBezTo>
                <a:cubicBezTo>
                  <a:pt x="999801" y="1301371"/>
                  <a:pt x="986208" y="1314965"/>
                  <a:pt x="969438" y="1314965"/>
                </a:cubicBezTo>
                <a:cubicBezTo>
                  <a:pt x="952669" y="1314965"/>
                  <a:pt x="939075" y="1301371"/>
                  <a:pt x="939075" y="1284602"/>
                </a:cubicBezTo>
                <a:cubicBezTo>
                  <a:pt x="939075" y="1267832"/>
                  <a:pt x="952669" y="1254238"/>
                  <a:pt x="969438" y="1254238"/>
                </a:cubicBezTo>
                <a:close/>
                <a:moveTo>
                  <a:pt x="896883" y="1254238"/>
                </a:moveTo>
                <a:cubicBezTo>
                  <a:pt x="913653" y="1254238"/>
                  <a:pt x="927247" y="1267832"/>
                  <a:pt x="927247" y="1284602"/>
                </a:cubicBezTo>
                <a:cubicBezTo>
                  <a:pt x="927247" y="1301371"/>
                  <a:pt x="913653" y="1314965"/>
                  <a:pt x="896883" y="1314965"/>
                </a:cubicBezTo>
                <a:cubicBezTo>
                  <a:pt x="880114" y="1314965"/>
                  <a:pt x="866520" y="1301371"/>
                  <a:pt x="866520" y="1284602"/>
                </a:cubicBezTo>
                <a:cubicBezTo>
                  <a:pt x="866520" y="1267832"/>
                  <a:pt x="880114" y="1254238"/>
                  <a:pt x="896883" y="1254238"/>
                </a:cubicBezTo>
                <a:close/>
                <a:moveTo>
                  <a:pt x="824329" y="1254238"/>
                </a:moveTo>
                <a:cubicBezTo>
                  <a:pt x="841098" y="1254238"/>
                  <a:pt x="854692" y="1267832"/>
                  <a:pt x="854692" y="1284602"/>
                </a:cubicBezTo>
                <a:cubicBezTo>
                  <a:pt x="854692" y="1301371"/>
                  <a:pt x="841098" y="1314965"/>
                  <a:pt x="824329" y="1314965"/>
                </a:cubicBezTo>
                <a:cubicBezTo>
                  <a:pt x="807559" y="1314965"/>
                  <a:pt x="793965" y="1301371"/>
                  <a:pt x="793965" y="1284602"/>
                </a:cubicBezTo>
                <a:cubicBezTo>
                  <a:pt x="793965" y="1267832"/>
                  <a:pt x="807559" y="1254238"/>
                  <a:pt x="824329" y="1254238"/>
                </a:cubicBezTo>
                <a:close/>
                <a:moveTo>
                  <a:pt x="751774" y="1254238"/>
                </a:moveTo>
                <a:cubicBezTo>
                  <a:pt x="768544" y="1254238"/>
                  <a:pt x="782138" y="1267832"/>
                  <a:pt x="782138" y="1284602"/>
                </a:cubicBezTo>
                <a:cubicBezTo>
                  <a:pt x="782138" y="1301371"/>
                  <a:pt x="768544" y="1314965"/>
                  <a:pt x="751774" y="1314965"/>
                </a:cubicBezTo>
                <a:cubicBezTo>
                  <a:pt x="735005" y="1314965"/>
                  <a:pt x="721411" y="1301371"/>
                  <a:pt x="721411" y="1284602"/>
                </a:cubicBezTo>
                <a:cubicBezTo>
                  <a:pt x="721411" y="1267832"/>
                  <a:pt x="735005" y="1254238"/>
                  <a:pt x="751774" y="1254238"/>
                </a:cubicBezTo>
                <a:close/>
                <a:moveTo>
                  <a:pt x="679220" y="1254238"/>
                </a:moveTo>
                <a:cubicBezTo>
                  <a:pt x="695989" y="1254238"/>
                  <a:pt x="709583" y="1267832"/>
                  <a:pt x="709583" y="1284602"/>
                </a:cubicBezTo>
                <a:cubicBezTo>
                  <a:pt x="709583" y="1301371"/>
                  <a:pt x="695989" y="1314965"/>
                  <a:pt x="679220" y="1314965"/>
                </a:cubicBezTo>
                <a:cubicBezTo>
                  <a:pt x="662450" y="1314965"/>
                  <a:pt x="648856" y="1301371"/>
                  <a:pt x="648856" y="1284602"/>
                </a:cubicBezTo>
                <a:cubicBezTo>
                  <a:pt x="648856" y="1267832"/>
                  <a:pt x="662450" y="1254238"/>
                  <a:pt x="679220" y="1254238"/>
                </a:cubicBezTo>
                <a:close/>
                <a:moveTo>
                  <a:pt x="606665" y="1254238"/>
                </a:moveTo>
                <a:cubicBezTo>
                  <a:pt x="623435" y="1254238"/>
                  <a:pt x="637029" y="1267832"/>
                  <a:pt x="637029" y="1284602"/>
                </a:cubicBezTo>
                <a:cubicBezTo>
                  <a:pt x="637029" y="1301371"/>
                  <a:pt x="623435" y="1314965"/>
                  <a:pt x="606665" y="1314965"/>
                </a:cubicBezTo>
                <a:cubicBezTo>
                  <a:pt x="589896" y="1314965"/>
                  <a:pt x="576302" y="1301371"/>
                  <a:pt x="576302" y="1284602"/>
                </a:cubicBezTo>
                <a:cubicBezTo>
                  <a:pt x="576302" y="1267832"/>
                  <a:pt x="589896" y="1254238"/>
                  <a:pt x="606665" y="1254238"/>
                </a:cubicBezTo>
                <a:close/>
                <a:moveTo>
                  <a:pt x="534111" y="1254238"/>
                </a:moveTo>
                <a:cubicBezTo>
                  <a:pt x="550880" y="1254238"/>
                  <a:pt x="564474" y="1267832"/>
                  <a:pt x="564474" y="1284602"/>
                </a:cubicBezTo>
                <a:cubicBezTo>
                  <a:pt x="564474" y="1301371"/>
                  <a:pt x="550880" y="1314965"/>
                  <a:pt x="534111" y="1314965"/>
                </a:cubicBezTo>
                <a:cubicBezTo>
                  <a:pt x="517341" y="1314965"/>
                  <a:pt x="503747" y="1301371"/>
                  <a:pt x="503747" y="1284602"/>
                </a:cubicBezTo>
                <a:cubicBezTo>
                  <a:pt x="503747" y="1267832"/>
                  <a:pt x="517341" y="1254238"/>
                  <a:pt x="534111" y="1254238"/>
                </a:cubicBezTo>
                <a:close/>
                <a:moveTo>
                  <a:pt x="461556" y="1254238"/>
                </a:moveTo>
                <a:cubicBezTo>
                  <a:pt x="478326" y="1254238"/>
                  <a:pt x="491920" y="1267832"/>
                  <a:pt x="491920" y="1284602"/>
                </a:cubicBezTo>
                <a:cubicBezTo>
                  <a:pt x="491920" y="1301371"/>
                  <a:pt x="478326" y="1314965"/>
                  <a:pt x="461556" y="1314965"/>
                </a:cubicBezTo>
                <a:cubicBezTo>
                  <a:pt x="444787" y="1314965"/>
                  <a:pt x="431192" y="1301371"/>
                  <a:pt x="431192" y="1284602"/>
                </a:cubicBezTo>
                <a:cubicBezTo>
                  <a:pt x="431192" y="1267832"/>
                  <a:pt x="444787" y="1254238"/>
                  <a:pt x="461556" y="1254238"/>
                </a:cubicBezTo>
                <a:close/>
                <a:moveTo>
                  <a:pt x="389002" y="1254238"/>
                </a:moveTo>
                <a:cubicBezTo>
                  <a:pt x="405771" y="1254238"/>
                  <a:pt x="419365" y="1267832"/>
                  <a:pt x="419365" y="1284602"/>
                </a:cubicBezTo>
                <a:cubicBezTo>
                  <a:pt x="419365" y="1301371"/>
                  <a:pt x="405771" y="1314965"/>
                  <a:pt x="389002" y="1314965"/>
                </a:cubicBezTo>
                <a:cubicBezTo>
                  <a:pt x="372232" y="1314965"/>
                  <a:pt x="358638" y="1301371"/>
                  <a:pt x="358638" y="1284602"/>
                </a:cubicBezTo>
                <a:cubicBezTo>
                  <a:pt x="358638" y="1267832"/>
                  <a:pt x="372232" y="1254238"/>
                  <a:pt x="389002" y="1254238"/>
                </a:cubicBezTo>
                <a:close/>
                <a:moveTo>
                  <a:pt x="316447" y="1254238"/>
                </a:moveTo>
                <a:cubicBezTo>
                  <a:pt x="333216" y="1254238"/>
                  <a:pt x="346810" y="1267832"/>
                  <a:pt x="346810" y="1284602"/>
                </a:cubicBezTo>
                <a:cubicBezTo>
                  <a:pt x="346810" y="1301371"/>
                  <a:pt x="333216" y="1314965"/>
                  <a:pt x="316447" y="1314965"/>
                </a:cubicBezTo>
                <a:cubicBezTo>
                  <a:pt x="299677" y="1314965"/>
                  <a:pt x="286084" y="1301371"/>
                  <a:pt x="286084" y="1284602"/>
                </a:cubicBezTo>
                <a:cubicBezTo>
                  <a:pt x="286084" y="1267832"/>
                  <a:pt x="299677" y="1254238"/>
                  <a:pt x="316447" y="1254238"/>
                </a:cubicBezTo>
                <a:close/>
                <a:moveTo>
                  <a:pt x="243892" y="1254238"/>
                </a:moveTo>
                <a:cubicBezTo>
                  <a:pt x="260662" y="1254238"/>
                  <a:pt x="274256" y="1267832"/>
                  <a:pt x="274256" y="1284602"/>
                </a:cubicBezTo>
                <a:cubicBezTo>
                  <a:pt x="274256" y="1301371"/>
                  <a:pt x="260662" y="1314965"/>
                  <a:pt x="243892" y="1314965"/>
                </a:cubicBezTo>
                <a:cubicBezTo>
                  <a:pt x="227123" y="1314965"/>
                  <a:pt x="213529" y="1301371"/>
                  <a:pt x="213529" y="1284602"/>
                </a:cubicBezTo>
                <a:cubicBezTo>
                  <a:pt x="213529" y="1267832"/>
                  <a:pt x="227123" y="1254238"/>
                  <a:pt x="243892" y="1254238"/>
                </a:cubicBezTo>
                <a:close/>
                <a:moveTo>
                  <a:pt x="171339" y="1254238"/>
                </a:moveTo>
                <a:cubicBezTo>
                  <a:pt x="188107" y="1254238"/>
                  <a:pt x="201701" y="1267832"/>
                  <a:pt x="201701" y="1284602"/>
                </a:cubicBezTo>
                <a:cubicBezTo>
                  <a:pt x="201701" y="1301371"/>
                  <a:pt x="188107" y="1314965"/>
                  <a:pt x="171339" y="1314965"/>
                </a:cubicBezTo>
                <a:cubicBezTo>
                  <a:pt x="154622" y="1314965"/>
                  <a:pt x="141029" y="1301371"/>
                  <a:pt x="141029" y="1284602"/>
                </a:cubicBezTo>
                <a:cubicBezTo>
                  <a:pt x="141029" y="1267832"/>
                  <a:pt x="154622" y="1254238"/>
                  <a:pt x="171339" y="1254238"/>
                </a:cubicBezTo>
                <a:close/>
                <a:moveTo>
                  <a:pt x="98845" y="1254238"/>
                </a:moveTo>
                <a:cubicBezTo>
                  <a:pt x="115610" y="1254238"/>
                  <a:pt x="129204" y="1267832"/>
                  <a:pt x="129204" y="1284602"/>
                </a:cubicBezTo>
                <a:cubicBezTo>
                  <a:pt x="129204" y="1301371"/>
                  <a:pt x="115610" y="1314965"/>
                  <a:pt x="98845" y="1314965"/>
                </a:cubicBezTo>
                <a:cubicBezTo>
                  <a:pt x="82074" y="1314965"/>
                  <a:pt x="68480" y="1301371"/>
                  <a:pt x="68480" y="1284602"/>
                </a:cubicBezTo>
                <a:cubicBezTo>
                  <a:pt x="68480" y="1267832"/>
                  <a:pt x="82074" y="1254238"/>
                  <a:pt x="98845" y="1254238"/>
                </a:cubicBezTo>
                <a:close/>
                <a:moveTo>
                  <a:pt x="26290" y="1254238"/>
                </a:moveTo>
                <a:cubicBezTo>
                  <a:pt x="43057" y="1254238"/>
                  <a:pt x="56651" y="1267832"/>
                  <a:pt x="56651" y="1284602"/>
                </a:cubicBezTo>
                <a:cubicBezTo>
                  <a:pt x="56651" y="1301371"/>
                  <a:pt x="43057" y="1314965"/>
                  <a:pt x="26290" y="1314965"/>
                </a:cubicBezTo>
                <a:cubicBezTo>
                  <a:pt x="17905" y="1314965"/>
                  <a:pt x="10314" y="1311567"/>
                  <a:pt x="4819" y="1306072"/>
                </a:cubicBezTo>
                <a:lnTo>
                  <a:pt x="0" y="1294437"/>
                </a:lnTo>
                <a:lnTo>
                  <a:pt x="0" y="1274766"/>
                </a:lnTo>
                <a:lnTo>
                  <a:pt x="4819" y="1263131"/>
                </a:lnTo>
                <a:cubicBezTo>
                  <a:pt x="10314" y="1257637"/>
                  <a:pt x="17905" y="1254238"/>
                  <a:pt x="26290" y="1254238"/>
                </a:cubicBezTo>
                <a:close/>
                <a:moveTo>
                  <a:pt x="1474228" y="1174410"/>
                </a:moveTo>
                <a:lnTo>
                  <a:pt x="1450688" y="1213159"/>
                </a:lnTo>
                <a:lnTo>
                  <a:pt x="1446956" y="1204150"/>
                </a:lnTo>
                <a:cubicBezTo>
                  <a:pt x="1446956" y="1191573"/>
                  <a:pt x="1454603" y="1180782"/>
                  <a:pt x="1465501" y="1176173"/>
                </a:cubicBezTo>
                <a:close/>
                <a:moveTo>
                  <a:pt x="1404765" y="1173786"/>
                </a:moveTo>
                <a:cubicBezTo>
                  <a:pt x="1421535" y="1173786"/>
                  <a:pt x="1435129" y="1187380"/>
                  <a:pt x="1435129" y="1204150"/>
                </a:cubicBezTo>
                <a:cubicBezTo>
                  <a:pt x="1435129" y="1220919"/>
                  <a:pt x="1421535" y="1234513"/>
                  <a:pt x="1404765" y="1234513"/>
                </a:cubicBezTo>
                <a:cubicBezTo>
                  <a:pt x="1387996" y="1234513"/>
                  <a:pt x="1374402" y="1220919"/>
                  <a:pt x="1374402" y="1204150"/>
                </a:cubicBezTo>
                <a:cubicBezTo>
                  <a:pt x="1374402" y="1187380"/>
                  <a:pt x="1387996" y="1173786"/>
                  <a:pt x="1404765" y="1173786"/>
                </a:cubicBezTo>
                <a:close/>
                <a:moveTo>
                  <a:pt x="1332211" y="1173786"/>
                </a:moveTo>
                <a:cubicBezTo>
                  <a:pt x="1348980" y="1173786"/>
                  <a:pt x="1362574" y="1187380"/>
                  <a:pt x="1362574" y="1204150"/>
                </a:cubicBezTo>
                <a:cubicBezTo>
                  <a:pt x="1362574" y="1220919"/>
                  <a:pt x="1348980" y="1234513"/>
                  <a:pt x="1332211" y="1234513"/>
                </a:cubicBezTo>
                <a:cubicBezTo>
                  <a:pt x="1315441" y="1234513"/>
                  <a:pt x="1301847" y="1220919"/>
                  <a:pt x="1301847" y="1204150"/>
                </a:cubicBezTo>
                <a:cubicBezTo>
                  <a:pt x="1301847" y="1187380"/>
                  <a:pt x="1315441" y="1173786"/>
                  <a:pt x="1332211" y="1173786"/>
                </a:cubicBezTo>
                <a:close/>
                <a:moveTo>
                  <a:pt x="1259656" y="1173786"/>
                </a:moveTo>
                <a:cubicBezTo>
                  <a:pt x="1276426" y="1173786"/>
                  <a:pt x="1290020" y="1187380"/>
                  <a:pt x="1290020" y="1204150"/>
                </a:cubicBezTo>
                <a:cubicBezTo>
                  <a:pt x="1290020" y="1220919"/>
                  <a:pt x="1276426" y="1234513"/>
                  <a:pt x="1259656" y="1234513"/>
                </a:cubicBezTo>
                <a:cubicBezTo>
                  <a:pt x="1242887" y="1234513"/>
                  <a:pt x="1229293" y="1220919"/>
                  <a:pt x="1229293" y="1204150"/>
                </a:cubicBezTo>
                <a:cubicBezTo>
                  <a:pt x="1229293" y="1187380"/>
                  <a:pt x="1242887" y="1173786"/>
                  <a:pt x="1259656" y="1173786"/>
                </a:cubicBezTo>
                <a:close/>
                <a:moveTo>
                  <a:pt x="1187102" y="1173786"/>
                </a:moveTo>
                <a:cubicBezTo>
                  <a:pt x="1203871" y="1173786"/>
                  <a:pt x="1217465" y="1187380"/>
                  <a:pt x="1217465" y="1204150"/>
                </a:cubicBezTo>
                <a:cubicBezTo>
                  <a:pt x="1217465" y="1220919"/>
                  <a:pt x="1203871" y="1234513"/>
                  <a:pt x="1187102" y="1234513"/>
                </a:cubicBezTo>
                <a:cubicBezTo>
                  <a:pt x="1170332" y="1234513"/>
                  <a:pt x="1156738" y="1220919"/>
                  <a:pt x="1156738" y="1204150"/>
                </a:cubicBezTo>
                <a:cubicBezTo>
                  <a:pt x="1156738" y="1187380"/>
                  <a:pt x="1170332" y="1173786"/>
                  <a:pt x="1187102" y="1173786"/>
                </a:cubicBezTo>
                <a:close/>
                <a:moveTo>
                  <a:pt x="1114547" y="1173786"/>
                </a:moveTo>
                <a:cubicBezTo>
                  <a:pt x="1131317" y="1173786"/>
                  <a:pt x="1144911" y="1187380"/>
                  <a:pt x="1144911" y="1204150"/>
                </a:cubicBezTo>
                <a:cubicBezTo>
                  <a:pt x="1144911" y="1220919"/>
                  <a:pt x="1131317" y="1234513"/>
                  <a:pt x="1114547" y="1234513"/>
                </a:cubicBezTo>
                <a:cubicBezTo>
                  <a:pt x="1097778" y="1234513"/>
                  <a:pt x="1084184" y="1220919"/>
                  <a:pt x="1084184" y="1204150"/>
                </a:cubicBezTo>
                <a:cubicBezTo>
                  <a:pt x="1084184" y="1187380"/>
                  <a:pt x="1097778" y="1173786"/>
                  <a:pt x="1114547" y="1173786"/>
                </a:cubicBezTo>
                <a:close/>
                <a:moveTo>
                  <a:pt x="1041993" y="1173786"/>
                </a:moveTo>
                <a:cubicBezTo>
                  <a:pt x="1058762" y="1173786"/>
                  <a:pt x="1072356" y="1187380"/>
                  <a:pt x="1072356" y="1204150"/>
                </a:cubicBezTo>
                <a:cubicBezTo>
                  <a:pt x="1072356" y="1220919"/>
                  <a:pt x="1058762" y="1234513"/>
                  <a:pt x="1041993" y="1234513"/>
                </a:cubicBezTo>
                <a:cubicBezTo>
                  <a:pt x="1025223" y="1234513"/>
                  <a:pt x="1011629" y="1220919"/>
                  <a:pt x="1011629" y="1204150"/>
                </a:cubicBezTo>
                <a:cubicBezTo>
                  <a:pt x="1011629" y="1187380"/>
                  <a:pt x="1025223" y="1173786"/>
                  <a:pt x="1041993" y="1173786"/>
                </a:cubicBezTo>
                <a:close/>
                <a:moveTo>
                  <a:pt x="969438" y="1173786"/>
                </a:moveTo>
                <a:cubicBezTo>
                  <a:pt x="986208" y="1173786"/>
                  <a:pt x="999801" y="1187380"/>
                  <a:pt x="999801" y="1204150"/>
                </a:cubicBezTo>
                <a:cubicBezTo>
                  <a:pt x="999801" y="1220919"/>
                  <a:pt x="986208" y="1234513"/>
                  <a:pt x="969438" y="1234513"/>
                </a:cubicBezTo>
                <a:cubicBezTo>
                  <a:pt x="952669" y="1234513"/>
                  <a:pt x="939075" y="1220919"/>
                  <a:pt x="939075" y="1204150"/>
                </a:cubicBezTo>
                <a:cubicBezTo>
                  <a:pt x="939075" y="1187380"/>
                  <a:pt x="952669" y="1173786"/>
                  <a:pt x="969438" y="1173786"/>
                </a:cubicBezTo>
                <a:close/>
                <a:moveTo>
                  <a:pt x="896883" y="1173786"/>
                </a:moveTo>
                <a:cubicBezTo>
                  <a:pt x="913653" y="1173786"/>
                  <a:pt x="927247" y="1187380"/>
                  <a:pt x="927247" y="1204150"/>
                </a:cubicBezTo>
                <a:cubicBezTo>
                  <a:pt x="927247" y="1220919"/>
                  <a:pt x="913653" y="1234513"/>
                  <a:pt x="896883" y="1234513"/>
                </a:cubicBezTo>
                <a:cubicBezTo>
                  <a:pt x="880114" y="1234513"/>
                  <a:pt x="866520" y="1220919"/>
                  <a:pt x="866520" y="1204150"/>
                </a:cubicBezTo>
                <a:cubicBezTo>
                  <a:pt x="866520" y="1187380"/>
                  <a:pt x="880114" y="1173786"/>
                  <a:pt x="896883" y="1173786"/>
                </a:cubicBezTo>
                <a:close/>
                <a:moveTo>
                  <a:pt x="824329" y="1173786"/>
                </a:moveTo>
                <a:cubicBezTo>
                  <a:pt x="841098" y="1173786"/>
                  <a:pt x="854692" y="1187380"/>
                  <a:pt x="854692" y="1204150"/>
                </a:cubicBezTo>
                <a:cubicBezTo>
                  <a:pt x="854692" y="1220919"/>
                  <a:pt x="841098" y="1234513"/>
                  <a:pt x="824329" y="1234513"/>
                </a:cubicBezTo>
                <a:cubicBezTo>
                  <a:pt x="807559" y="1234513"/>
                  <a:pt x="793965" y="1220919"/>
                  <a:pt x="793965" y="1204150"/>
                </a:cubicBezTo>
                <a:cubicBezTo>
                  <a:pt x="793965" y="1187380"/>
                  <a:pt x="807559" y="1173786"/>
                  <a:pt x="824329" y="1173786"/>
                </a:cubicBezTo>
                <a:close/>
                <a:moveTo>
                  <a:pt x="751774" y="1173786"/>
                </a:moveTo>
                <a:cubicBezTo>
                  <a:pt x="768544" y="1173786"/>
                  <a:pt x="782138" y="1187380"/>
                  <a:pt x="782138" y="1204150"/>
                </a:cubicBezTo>
                <a:cubicBezTo>
                  <a:pt x="782138" y="1220919"/>
                  <a:pt x="768544" y="1234513"/>
                  <a:pt x="751774" y="1234513"/>
                </a:cubicBezTo>
                <a:cubicBezTo>
                  <a:pt x="735005" y="1234513"/>
                  <a:pt x="721411" y="1220919"/>
                  <a:pt x="721411" y="1204150"/>
                </a:cubicBezTo>
                <a:cubicBezTo>
                  <a:pt x="721411" y="1187380"/>
                  <a:pt x="735005" y="1173786"/>
                  <a:pt x="751774" y="1173786"/>
                </a:cubicBezTo>
                <a:close/>
                <a:moveTo>
                  <a:pt x="679220" y="1173786"/>
                </a:moveTo>
                <a:cubicBezTo>
                  <a:pt x="695989" y="1173786"/>
                  <a:pt x="709583" y="1187380"/>
                  <a:pt x="709583" y="1204150"/>
                </a:cubicBezTo>
                <a:cubicBezTo>
                  <a:pt x="709583" y="1220919"/>
                  <a:pt x="695989" y="1234513"/>
                  <a:pt x="679220" y="1234513"/>
                </a:cubicBezTo>
                <a:cubicBezTo>
                  <a:pt x="662450" y="1234513"/>
                  <a:pt x="648856" y="1220919"/>
                  <a:pt x="648856" y="1204150"/>
                </a:cubicBezTo>
                <a:cubicBezTo>
                  <a:pt x="648856" y="1187380"/>
                  <a:pt x="662450" y="1173786"/>
                  <a:pt x="679220" y="1173786"/>
                </a:cubicBezTo>
                <a:close/>
                <a:moveTo>
                  <a:pt x="606665" y="1173786"/>
                </a:moveTo>
                <a:cubicBezTo>
                  <a:pt x="623435" y="1173786"/>
                  <a:pt x="637029" y="1187380"/>
                  <a:pt x="637029" y="1204150"/>
                </a:cubicBezTo>
                <a:cubicBezTo>
                  <a:pt x="637029" y="1220919"/>
                  <a:pt x="623435" y="1234513"/>
                  <a:pt x="606665" y="1234513"/>
                </a:cubicBezTo>
                <a:cubicBezTo>
                  <a:pt x="589896" y="1234513"/>
                  <a:pt x="576302" y="1220919"/>
                  <a:pt x="576302" y="1204150"/>
                </a:cubicBezTo>
                <a:cubicBezTo>
                  <a:pt x="576302" y="1187380"/>
                  <a:pt x="589896" y="1173786"/>
                  <a:pt x="606665" y="1173786"/>
                </a:cubicBezTo>
                <a:close/>
                <a:moveTo>
                  <a:pt x="534111" y="1173786"/>
                </a:moveTo>
                <a:cubicBezTo>
                  <a:pt x="550880" y="1173786"/>
                  <a:pt x="564474" y="1187380"/>
                  <a:pt x="564474" y="1204150"/>
                </a:cubicBezTo>
                <a:cubicBezTo>
                  <a:pt x="564474" y="1220919"/>
                  <a:pt x="550880" y="1234513"/>
                  <a:pt x="534111" y="1234513"/>
                </a:cubicBezTo>
                <a:cubicBezTo>
                  <a:pt x="517341" y="1234513"/>
                  <a:pt x="503747" y="1220919"/>
                  <a:pt x="503747" y="1204150"/>
                </a:cubicBezTo>
                <a:cubicBezTo>
                  <a:pt x="503747" y="1187380"/>
                  <a:pt x="517341" y="1173786"/>
                  <a:pt x="534111" y="1173786"/>
                </a:cubicBezTo>
                <a:close/>
                <a:moveTo>
                  <a:pt x="461556" y="1173786"/>
                </a:moveTo>
                <a:cubicBezTo>
                  <a:pt x="478326" y="1173786"/>
                  <a:pt x="491920" y="1187380"/>
                  <a:pt x="491920" y="1204150"/>
                </a:cubicBezTo>
                <a:cubicBezTo>
                  <a:pt x="491920" y="1220919"/>
                  <a:pt x="478326" y="1234513"/>
                  <a:pt x="461556" y="1234513"/>
                </a:cubicBezTo>
                <a:cubicBezTo>
                  <a:pt x="444787" y="1234513"/>
                  <a:pt x="431192" y="1220919"/>
                  <a:pt x="431192" y="1204150"/>
                </a:cubicBezTo>
                <a:cubicBezTo>
                  <a:pt x="431192" y="1187380"/>
                  <a:pt x="444787" y="1173786"/>
                  <a:pt x="461556" y="1173786"/>
                </a:cubicBezTo>
                <a:close/>
                <a:moveTo>
                  <a:pt x="389002" y="1173786"/>
                </a:moveTo>
                <a:cubicBezTo>
                  <a:pt x="405771" y="1173786"/>
                  <a:pt x="419365" y="1187380"/>
                  <a:pt x="419365" y="1204150"/>
                </a:cubicBezTo>
                <a:cubicBezTo>
                  <a:pt x="419365" y="1220919"/>
                  <a:pt x="405771" y="1234513"/>
                  <a:pt x="389002" y="1234513"/>
                </a:cubicBezTo>
                <a:cubicBezTo>
                  <a:pt x="372232" y="1234513"/>
                  <a:pt x="358638" y="1220919"/>
                  <a:pt x="358638" y="1204150"/>
                </a:cubicBezTo>
                <a:cubicBezTo>
                  <a:pt x="358638" y="1187380"/>
                  <a:pt x="372232" y="1173786"/>
                  <a:pt x="389002" y="1173786"/>
                </a:cubicBezTo>
                <a:close/>
                <a:moveTo>
                  <a:pt x="316447" y="1173786"/>
                </a:moveTo>
                <a:cubicBezTo>
                  <a:pt x="333216" y="1173786"/>
                  <a:pt x="346810" y="1187380"/>
                  <a:pt x="346810" y="1204150"/>
                </a:cubicBezTo>
                <a:cubicBezTo>
                  <a:pt x="346810" y="1220919"/>
                  <a:pt x="333216" y="1234513"/>
                  <a:pt x="316447" y="1234513"/>
                </a:cubicBezTo>
                <a:cubicBezTo>
                  <a:pt x="299677" y="1234513"/>
                  <a:pt x="286084" y="1220919"/>
                  <a:pt x="286084" y="1204150"/>
                </a:cubicBezTo>
                <a:cubicBezTo>
                  <a:pt x="286084" y="1187380"/>
                  <a:pt x="299677" y="1173786"/>
                  <a:pt x="316447" y="1173786"/>
                </a:cubicBezTo>
                <a:close/>
                <a:moveTo>
                  <a:pt x="243892" y="1173786"/>
                </a:moveTo>
                <a:cubicBezTo>
                  <a:pt x="260662" y="1173786"/>
                  <a:pt x="274256" y="1187380"/>
                  <a:pt x="274256" y="1204150"/>
                </a:cubicBezTo>
                <a:cubicBezTo>
                  <a:pt x="274256" y="1220919"/>
                  <a:pt x="260662" y="1234513"/>
                  <a:pt x="243892" y="1234513"/>
                </a:cubicBezTo>
                <a:cubicBezTo>
                  <a:pt x="227123" y="1234513"/>
                  <a:pt x="213529" y="1220919"/>
                  <a:pt x="213529" y="1204150"/>
                </a:cubicBezTo>
                <a:cubicBezTo>
                  <a:pt x="213529" y="1187380"/>
                  <a:pt x="227123" y="1173786"/>
                  <a:pt x="243892" y="1173786"/>
                </a:cubicBezTo>
                <a:close/>
                <a:moveTo>
                  <a:pt x="171339" y="1173786"/>
                </a:moveTo>
                <a:cubicBezTo>
                  <a:pt x="188107" y="1173786"/>
                  <a:pt x="201701" y="1187380"/>
                  <a:pt x="201701" y="1204150"/>
                </a:cubicBezTo>
                <a:cubicBezTo>
                  <a:pt x="201701" y="1220919"/>
                  <a:pt x="188107" y="1234513"/>
                  <a:pt x="171339" y="1234513"/>
                </a:cubicBezTo>
                <a:cubicBezTo>
                  <a:pt x="154627" y="1234513"/>
                  <a:pt x="141034" y="1220919"/>
                  <a:pt x="141034" y="1204150"/>
                </a:cubicBezTo>
                <a:cubicBezTo>
                  <a:pt x="141034" y="1187380"/>
                  <a:pt x="154627" y="1173786"/>
                  <a:pt x="171339" y="1173786"/>
                </a:cubicBezTo>
                <a:close/>
                <a:moveTo>
                  <a:pt x="98852" y="1173786"/>
                </a:moveTo>
                <a:cubicBezTo>
                  <a:pt x="115616" y="1173786"/>
                  <a:pt x="129210" y="1187380"/>
                  <a:pt x="129210" y="1204150"/>
                </a:cubicBezTo>
                <a:cubicBezTo>
                  <a:pt x="129210" y="1220919"/>
                  <a:pt x="115616" y="1234513"/>
                  <a:pt x="98852" y="1234513"/>
                </a:cubicBezTo>
                <a:cubicBezTo>
                  <a:pt x="82080" y="1234513"/>
                  <a:pt x="68486" y="1220919"/>
                  <a:pt x="68486" y="1204150"/>
                </a:cubicBezTo>
                <a:cubicBezTo>
                  <a:pt x="68486" y="1187380"/>
                  <a:pt x="82080" y="1173786"/>
                  <a:pt x="98852" y="1173786"/>
                </a:cubicBezTo>
                <a:close/>
                <a:moveTo>
                  <a:pt x="26297" y="1173786"/>
                </a:moveTo>
                <a:cubicBezTo>
                  <a:pt x="43063" y="1173786"/>
                  <a:pt x="56658" y="1187380"/>
                  <a:pt x="56658" y="1204150"/>
                </a:cubicBezTo>
                <a:cubicBezTo>
                  <a:pt x="56658" y="1220919"/>
                  <a:pt x="43063" y="1234513"/>
                  <a:pt x="26297" y="1234513"/>
                </a:cubicBezTo>
                <a:cubicBezTo>
                  <a:pt x="17912" y="1234513"/>
                  <a:pt x="10321" y="1231115"/>
                  <a:pt x="4826" y="1225620"/>
                </a:cubicBezTo>
                <a:lnTo>
                  <a:pt x="0" y="1213970"/>
                </a:lnTo>
                <a:lnTo>
                  <a:pt x="0" y="1194329"/>
                </a:lnTo>
                <a:lnTo>
                  <a:pt x="4826" y="1182679"/>
                </a:lnTo>
                <a:cubicBezTo>
                  <a:pt x="10321" y="1177185"/>
                  <a:pt x="17912" y="1173786"/>
                  <a:pt x="26297" y="1173786"/>
                </a:cubicBezTo>
                <a:close/>
                <a:moveTo>
                  <a:pt x="1477320" y="1093335"/>
                </a:moveTo>
                <a:cubicBezTo>
                  <a:pt x="1485705" y="1093335"/>
                  <a:pt x="1493295" y="1096733"/>
                  <a:pt x="1498790" y="1102228"/>
                </a:cubicBezTo>
                <a:lnTo>
                  <a:pt x="1505389" y="1118160"/>
                </a:lnTo>
                <a:lnTo>
                  <a:pt x="1493855" y="1142105"/>
                </a:lnTo>
                <a:lnTo>
                  <a:pt x="1487887" y="1151929"/>
                </a:lnTo>
                <a:lnTo>
                  <a:pt x="1477320" y="1154062"/>
                </a:lnTo>
                <a:cubicBezTo>
                  <a:pt x="1460550" y="1154062"/>
                  <a:pt x="1446956" y="1140468"/>
                  <a:pt x="1446956" y="1123698"/>
                </a:cubicBezTo>
                <a:cubicBezTo>
                  <a:pt x="1446956" y="1106929"/>
                  <a:pt x="1460550" y="1093335"/>
                  <a:pt x="1477320" y="1093335"/>
                </a:cubicBezTo>
                <a:close/>
                <a:moveTo>
                  <a:pt x="1404765" y="1093335"/>
                </a:moveTo>
                <a:cubicBezTo>
                  <a:pt x="1421535" y="1093335"/>
                  <a:pt x="1435129" y="1106929"/>
                  <a:pt x="1435129" y="1123698"/>
                </a:cubicBezTo>
                <a:cubicBezTo>
                  <a:pt x="1435129" y="1140468"/>
                  <a:pt x="1421535" y="1154062"/>
                  <a:pt x="1404765" y="1154062"/>
                </a:cubicBezTo>
                <a:cubicBezTo>
                  <a:pt x="1387996" y="1154062"/>
                  <a:pt x="1374402" y="1140468"/>
                  <a:pt x="1374402" y="1123698"/>
                </a:cubicBezTo>
                <a:cubicBezTo>
                  <a:pt x="1374402" y="1106929"/>
                  <a:pt x="1387996" y="1093335"/>
                  <a:pt x="1404765" y="1093335"/>
                </a:cubicBezTo>
                <a:close/>
                <a:moveTo>
                  <a:pt x="1332211" y="1093335"/>
                </a:moveTo>
                <a:cubicBezTo>
                  <a:pt x="1348980" y="1093335"/>
                  <a:pt x="1362574" y="1106929"/>
                  <a:pt x="1362574" y="1123698"/>
                </a:cubicBezTo>
                <a:cubicBezTo>
                  <a:pt x="1362574" y="1140468"/>
                  <a:pt x="1348980" y="1154062"/>
                  <a:pt x="1332211" y="1154062"/>
                </a:cubicBezTo>
                <a:cubicBezTo>
                  <a:pt x="1315441" y="1154062"/>
                  <a:pt x="1301847" y="1140468"/>
                  <a:pt x="1301847" y="1123698"/>
                </a:cubicBezTo>
                <a:cubicBezTo>
                  <a:pt x="1301847" y="1106929"/>
                  <a:pt x="1315441" y="1093335"/>
                  <a:pt x="1332211" y="1093335"/>
                </a:cubicBezTo>
                <a:close/>
                <a:moveTo>
                  <a:pt x="1259656" y="1093335"/>
                </a:moveTo>
                <a:cubicBezTo>
                  <a:pt x="1276426" y="1093335"/>
                  <a:pt x="1290020" y="1106929"/>
                  <a:pt x="1290020" y="1123698"/>
                </a:cubicBezTo>
                <a:cubicBezTo>
                  <a:pt x="1290020" y="1140468"/>
                  <a:pt x="1276426" y="1154062"/>
                  <a:pt x="1259656" y="1154062"/>
                </a:cubicBezTo>
                <a:cubicBezTo>
                  <a:pt x="1242887" y="1154062"/>
                  <a:pt x="1229293" y="1140468"/>
                  <a:pt x="1229293" y="1123698"/>
                </a:cubicBezTo>
                <a:cubicBezTo>
                  <a:pt x="1229293" y="1106929"/>
                  <a:pt x="1242887" y="1093335"/>
                  <a:pt x="1259656" y="1093335"/>
                </a:cubicBezTo>
                <a:close/>
                <a:moveTo>
                  <a:pt x="1187102" y="1093335"/>
                </a:moveTo>
                <a:cubicBezTo>
                  <a:pt x="1203871" y="1093335"/>
                  <a:pt x="1217465" y="1106929"/>
                  <a:pt x="1217465" y="1123698"/>
                </a:cubicBezTo>
                <a:cubicBezTo>
                  <a:pt x="1217465" y="1140468"/>
                  <a:pt x="1203871" y="1154062"/>
                  <a:pt x="1187102" y="1154062"/>
                </a:cubicBezTo>
                <a:cubicBezTo>
                  <a:pt x="1170332" y="1154062"/>
                  <a:pt x="1156738" y="1140468"/>
                  <a:pt x="1156738" y="1123698"/>
                </a:cubicBezTo>
                <a:cubicBezTo>
                  <a:pt x="1156738" y="1106929"/>
                  <a:pt x="1170332" y="1093335"/>
                  <a:pt x="1187102" y="1093335"/>
                </a:cubicBezTo>
                <a:close/>
                <a:moveTo>
                  <a:pt x="1114547" y="1093335"/>
                </a:moveTo>
                <a:cubicBezTo>
                  <a:pt x="1131317" y="1093335"/>
                  <a:pt x="1144911" y="1106929"/>
                  <a:pt x="1144911" y="1123698"/>
                </a:cubicBezTo>
                <a:cubicBezTo>
                  <a:pt x="1144911" y="1140468"/>
                  <a:pt x="1131317" y="1154062"/>
                  <a:pt x="1114547" y="1154062"/>
                </a:cubicBezTo>
                <a:cubicBezTo>
                  <a:pt x="1097778" y="1154062"/>
                  <a:pt x="1084184" y="1140468"/>
                  <a:pt x="1084184" y="1123698"/>
                </a:cubicBezTo>
                <a:cubicBezTo>
                  <a:pt x="1084184" y="1106929"/>
                  <a:pt x="1097778" y="1093335"/>
                  <a:pt x="1114547" y="1093335"/>
                </a:cubicBezTo>
                <a:close/>
                <a:moveTo>
                  <a:pt x="1041993" y="1093335"/>
                </a:moveTo>
                <a:cubicBezTo>
                  <a:pt x="1058762" y="1093335"/>
                  <a:pt x="1072356" y="1106929"/>
                  <a:pt x="1072356" y="1123698"/>
                </a:cubicBezTo>
                <a:cubicBezTo>
                  <a:pt x="1072356" y="1140468"/>
                  <a:pt x="1058762" y="1154062"/>
                  <a:pt x="1041993" y="1154062"/>
                </a:cubicBezTo>
                <a:cubicBezTo>
                  <a:pt x="1025223" y="1154062"/>
                  <a:pt x="1011629" y="1140468"/>
                  <a:pt x="1011629" y="1123698"/>
                </a:cubicBezTo>
                <a:cubicBezTo>
                  <a:pt x="1011629" y="1106929"/>
                  <a:pt x="1025223" y="1093335"/>
                  <a:pt x="1041993" y="1093335"/>
                </a:cubicBezTo>
                <a:close/>
                <a:moveTo>
                  <a:pt x="969438" y="1093335"/>
                </a:moveTo>
                <a:cubicBezTo>
                  <a:pt x="986208" y="1093335"/>
                  <a:pt x="999801" y="1106929"/>
                  <a:pt x="999801" y="1123698"/>
                </a:cubicBezTo>
                <a:cubicBezTo>
                  <a:pt x="999801" y="1140468"/>
                  <a:pt x="986208" y="1154062"/>
                  <a:pt x="969438" y="1154062"/>
                </a:cubicBezTo>
                <a:cubicBezTo>
                  <a:pt x="952669" y="1154062"/>
                  <a:pt x="939075" y="1140468"/>
                  <a:pt x="939075" y="1123698"/>
                </a:cubicBezTo>
                <a:cubicBezTo>
                  <a:pt x="939075" y="1106929"/>
                  <a:pt x="952669" y="1093335"/>
                  <a:pt x="969438" y="1093335"/>
                </a:cubicBezTo>
                <a:close/>
                <a:moveTo>
                  <a:pt x="896883" y="1093335"/>
                </a:moveTo>
                <a:cubicBezTo>
                  <a:pt x="913653" y="1093335"/>
                  <a:pt x="927247" y="1106929"/>
                  <a:pt x="927247" y="1123698"/>
                </a:cubicBezTo>
                <a:cubicBezTo>
                  <a:pt x="927247" y="1140468"/>
                  <a:pt x="913653" y="1154062"/>
                  <a:pt x="896883" y="1154062"/>
                </a:cubicBezTo>
                <a:cubicBezTo>
                  <a:pt x="880114" y="1154062"/>
                  <a:pt x="866520" y="1140468"/>
                  <a:pt x="866520" y="1123698"/>
                </a:cubicBezTo>
                <a:cubicBezTo>
                  <a:pt x="866520" y="1106929"/>
                  <a:pt x="880114" y="1093335"/>
                  <a:pt x="896883" y="1093335"/>
                </a:cubicBezTo>
                <a:close/>
                <a:moveTo>
                  <a:pt x="824329" y="1093335"/>
                </a:moveTo>
                <a:cubicBezTo>
                  <a:pt x="841098" y="1093335"/>
                  <a:pt x="854692" y="1106929"/>
                  <a:pt x="854692" y="1123698"/>
                </a:cubicBezTo>
                <a:cubicBezTo>
                  <a:pt x="854692" y="1140468"/>
                  <a:pt x="841098" y="1154062"/>
                  <a:pt x="824329" y="1154062"/>
                </a:cubicBezTo>
                <a:cubicBezTo>
                  <a:pt x="807559" y="1154062"/>
                  <a:pt x="793965" y="1140468"/>
                  <a:pt x="793965" y="1123698"/>
                </a:cubicBezTo>
                <a:cubicBezTo>
                  <a:pt x="793965" y="1106929"/>
                  <a:pt x="807559" y="1093335"/>
                  <a:pt x="824329" y="1093335"/>
                </a:cubicBezTo>
                <a:close/>
                <a:moveTo>
                  <a:pt x="751774" y="1093335"/>
                </a:moveTo>
                <a:cubicBezTo>
                  <a:pt x="768544" y="1093335"/>
                  <a:pt x="782138" y="1106929"/>
                  <a:pt x="782138" y="1123698"/>
                </a:cubicBezTo>
                <a:cubicBezTo>
                  <a:pt x="782138" y="1140468"/>
                  <a:pt x="768544" y="1154062"/>
                  <a:pt x="751774" y="1154062"/>
                </a:cubicBezTo>
                <a:cubicBezTo>
                  <a:pt x="735005" y="1154062"/>
                  <a:pt x="721411" y="1140468"/>
                  <a:pt x="721411" y="1123698"/>
                </a:cubicBezTo>
                <a:cubicBezTo>
                  <a:pt x="721411" y="1106929"/>
                  <a:pt x="735005" y="1093335"/>
                  <a:pt x="751774" y="1093335"/>
                </a:cubicBezTo>
                <a:close/>
                <a:moveTo>
                  <a:pt x="679220" y="1093335"/>
                </a:moveTo>
                <a:cubicBezTo>
                  <a:pt x="695989" y="1093335"/>
                  <a:pt x="709583" y="1106929"/>
                  <a:pt x="709583" y="1123698"/>
                </a:cubicBezTo>
                <a:cubicBezTo>
                  <a:pt x="709583" y="1140468"/>
                  <a:pt x="695989" y="1154062"/>
                  <a:pt x="679220" y="1154062"/>
                </a:cubicBezTo>
                <a:cubicBezTo>
                  <a:pt x="662450" y="1154062"/>
                  <a:pt x="648856" y="1140468"/>
                  <a:pt x="648856" y="1123698"/>
                </a:cubicBezTo>
                <a:cubicBezTo>
                  <a:pt x="648856" y="1106929"/>
                  <a:pt x="662450" y="1093335"/>
                  <a:pt x="679220" y="1093335"/>
                </a:cubicBezTo>
                <a:close/>
                <a:moveTo>
                  <a:pt x="606665" y="1093335"/>
                </a:moveTo>
                <a:cubicBezTo>
                  <a:pt x="623435" y="1093335"/>
                  <a:pt x="637029" y="1106929"/>
                  <a:pt x="637029" y="1123698"/>
                </a:cubicBezTo>
                <a:cubicBezTo>
                  <a:pt x="637029" y="1140468"/>
                  <a:pt x="623435" y="1154062"/>
                  <a:pt x="606665" y="1154062"/>
                </a:cubicBezTo>
                <a:cubicBezTo>
                  <a:pt x="589896" y="1154062"/>
                  <a:pt x="576302" y="1140468"/>
                  <a:pt x="576302" y="1123698"/>
                </a:cubicBezTo>
                <a:cubicBezTo>
                  <a:pt x="576302" y="1106929"/>
                  <a:pt x="589896" y="1093335"/>
                  <a:pt x="606665" y="1093335"/>
                </a:cubicBezTo>
                <a:close/>
                <a:moveTo>
                  <a:pt x="534111" y="1093335"/>
                </a:moveTo>
                <a:cubicBezTo>
                  <a:pt x="550880" y="1093335"/>
                  <a:pt x="564474" y="1106929"/>
                  <a:pt x="564474" y="1123698"/>
                </a:cubicBezTo>
                <a:cubicBezTo>
                  <a:pt x="564474" y="1140468"/>
                  <a:pt x="550880" y="1154062"/>
                  <a:pt x="534111" y="1154062"/>
                </a:cubicBezTo>
                <a:cubicBezTo>
                  <a:pt x="517341" y="1154062"/>
                  <a:pt x="503747" y="1140468"/>
                  <a:pt x="503747" y="1123698"/>
                </a:cubicBezTo>
                <a:cubicBezTo>
                  <a:pt x="503747" y="1106929"/>
                  <a:pt x="517341" y="1093335"/>
                  <a:pt x="534111" y="1093335"/>
                </a:cubicBezTo>
                <a:close/>
                <a:moveTo>
                  <a:pt x="461556" y="1093335"/>
                </a:moveTo>
                <a:cubicBezTo>
                  <a:pt x="478326" y="1093335"/>
                  <a:pt x="491920" y="1106929"/>
                  <a:pt x="491920" y="1123698"/>
                </a:cubicBezTo>
                <a:cubicBezTo>
                  <a:pt x="491920" y="1140468"/>
                  <a:pt x="478326" y="1154062"/>
                  <a:pt x="461556" y="1154062"/>
                </a:cubicBezTo>
                <a:cubicBezTo>
                  <a:pt x="444787" y="1154062"/>
                  <a:pt x="431192" y="1140468"/>
                  <a:pt x="431192" y="1123698"/>
                </a:cubicBezTo>
                <a:cubicBezTo>
                  <a:pt x="431192" y="1106929"/>
                  <a:pt x="444787" y="1093335"/>
                  <a:pt x="461556" y="1093335"/>
                </a:cubicBezTo>
                <a:close/>
                <a:moveTo>
                  <a:pt x="389002" y="1093335"/>
                </a:moveTo>
                <a:cubicBezTo>
                  <a:pt x="405771" y="1093335"/>
                  <a:pt x="419365" y="1106929"/>
                  <a:pt x="419365" y="1123698"/>
                </a:cubicBezTo>
                <a:cubicBezTo>
                  <a:pt x="419365" y="1140468"/>
                  <a:pt x="405771" y="1154062"/>
                  <a:pt x="389002" y="1154062"/>
                </a:cubicBezTo>
                <a:cubicBezTo>
                  <a:pt x="372232" y="1154062"/>
                  <a:pt x="358638" y="1140468"/>
                  <a:pt x="358638" y="1123698"/>
                </a:cubicBezTo>
                <a:cubicBezTo>
                  <a:pt x="358638" y="1106929"/>
                  <a:pt x="372232" y="1093335"/>
                  <a:pt x="389002" y="1093335"/>
                </a:cubicBezTo>
                <a:close/>
                <a:moveTo>
                  <a:pt x="316447" y="1093335"/>
                </a:moveTo>
                <a:cubicBezTo>
                  <a:pt x="333216" y="1093335"/>
                  <a:pt x="346810" y="1106929"/>
                  <a:pt x="346810" y="1123698"/>
                </a:cubicBezTo>
                <a:cubicBezTo>
                  <a:pt x="346810" y="1140468"/>
                  <a:pt x="333216" y="1154062"/>
                  <a:pt x="316447" y="1154062"/>
                </a:cubicBezTo>
                <a:cubicBezTo>
                  <a:pt x="299677" y="1154062"/>
                  <a:pt x="286084" y="1140468"/>
                  <a:pt x="286084" y="1123698"/>
                </a:cubicBezTo>
                <a:cubicBezTo>
                  <a:pt x="286084" y="1106929"/>
                  <a:pt x="299677" y="1093335"/>
                  <a:pt x="316447" y="1093335"/>
                </a:cubicBezTo>
                <a:close/>
                <a:moveTo>
                  <a:pt x="243892" y="1093335"/>
                </a:moveTo>
                <a:cubicBezTo>
                  <a:pt x="260662" y="1093335"/>
                  <a:pt x="274256" y="1106929"/>
                  <a:pt x="274256" y="1123698"/>
                </a:cubicBezTo>
                <a:cubicBezTo>
                  <a:pt x="274256" y="1140468"/>
                  <a:pt x="260662" y="1154062"/>
                  <a:pt x="243892" y="1154062"/>
                </a:cubicBezTo>
                <a:cubicBezTo>
                  <a:pt x="227123" y="1154062"/>
                  <a:pt x="213529" y="1140468"/>
                  <a:pt x="213529" y="1123698"/>
                </a:cubicBezTo>
                <a:cubicBezTo>
                  <a:pt x="213529" y="1106929"/>
                  <a:pt x="227123" y="1093335"/>
                  <a:pt x="243892" y="1093335"/>
                </a:cubicBezTo>
                <a:close/>
                <a:moveTo>
                  <a:pt x="171339" y="1093335"/>
                </a:moveTo>
                <a:cubicBezTo>
                  <a:pt x="188107" y="1093335"/>
                  <a:pt x="201701" y="1106929"/>
                  <a:pt x="201701" y="1123698"/>
                </a:cubicBezTo>
                <a:cubicBezTo>
                  <a:pt x="201701" y="1140468"/>
                  <a:pt x="188107" y="1154062"/>
                  <a:pt x="171339" y="1154062"/>
                </a:cubicBezTo>
                <a:cubicBezTo>
                  <a:pt x="154633" y="1154062"/>
                  <a:pt x="141040" y="1140468"/>
                  <a:pt x="141040" y="1123698"/>
                </a:cubicBezTo>
                <a:cubicBezTo>
                  <a:pt x="141040" y="1106929"/>
                  <a:pt x="154633" y="1093335"/>
                  <a:pt x="171339" y="1093335"/>
                </a:cubicBezTo>
                <a:close/>
                <a:moveTo>
                  <a:pt x="98858" y="1093335"/>
                </a:moveTo>
                <a:cubicBezTo>
                  <a:pt x="115622" y="1093335"/>
                  <a:pt x="129216" y="1106929"/>
                  <a:pt x="129216" y="1123698"/>
                </a:cubicBezTo>
                <a:cubicBezTo>
                  <a:pt x="129216" y="1140468"/>
                  <a:pt x="115622" y="1154062"/>
                  <a:pt x="98858" y="1154062"/>
                </a:cubicBezTo>
                <a:cubicBezTo>
                  <a:pt x="82086" y="1154062"/>
                  <a:pt x="68492" y="1140468"/>
                  <a:pt x="68492" y="1123698"/>
                </a:cubicBezTo>
                <a:cubicBezTo>
                  <a:pt x="68492" y="1106929"/>
                  <a:pt x="82086" y="1093335"/>
                  <a:pt x="98858" y="1093335"/>
                </a:cubicBezTo>
                <a:close/>
                <a:moveTo>
                  <a:pt x="26303" y="1093335"/>
                </a:moveTo>
                <a:cubicBezTo>
                  <a:pt x="43069" y="1093335"/>
                  <a:pt x="56664" y="1106929"/>
                  <a:pt x="56664" y="1123698"/>
                </a:cubicBezTo>
                <a:cubicBezTo>
                  <a:pt x="56664" y="1140468"/>
                  <a:pt x="43069" y="1154062"/>
                  <a:pt x="26303" y="1154062"/>
                </a:cubicBezTo>
                <a:cubicBezTo>
                  <a:pt x="17918" y="1154062"/>
                  <a:pt x="10327" y="1150664"/>
                  <a:pt x="4832" y="1145169"/>
                </a:cubicBezTo>
                <a:lnTo>
                  <a:pt x="0" y="1133503"/>
                </a:lnTo>
                <a:lnTo>
                  <a:pt x="0" y="1113894"/>
                </a:lnTo>
                <a:lnTo>
                  <a:pt x="4832" y="1102228"/>
                </a:lnTo>
                <a:cubicBezTo>
                  <a:pt x="10327" y="1096734"/>
                  <a:pt x="17918" y="1093335"/>
                  <a:pt x="26303" y="1093335"/>
                </a:cubicBezTo>
                <a:close/>
                <a:moveTo>
                  <a:pt x="1549874" y="1012883"/>
                </a:moveTo>
                <a:lnTo>
                  <a:pt x="1555552" y="1014029"/>
                </a:lnTo>
                <a:lnTo>
                  <a:pt x="1530465" y="1066106"/>
                </a:lnTo>
                <a:lnTo>
                  <a:pt x="1528404" y="1064717"/>
                </a:lnTo>
                <a:cubicBezTo>
                  <a:pt x="1522910" y="1059222"/>
                  <a:pt x="1519511" y="1051631"/>
                  <a:pt x="1519511" y="1043246"/>
                </a:cubicBezTo>
                <a:cubicBezTo>
                  <a:pt x="1519511" y="1026477"/>
                  <a:pt x="1533105" y="1012883"/>
                  <a:pt x="1549874" y="1012883"/>
                </a:cubicBezTo>
                <a:close/>
                <a:moveTo>
                  <a:pt x="1477320" y="1012883"/>
                </a:moveTo>
                <a:cubicBezTo>
                  <a:pt x="1494089" y="1012883"/>
                  <a:pt x="1507683" y="1026477"/>
                  <a:pt x="1507683" y="1043246"/>
                </a:cubicBezTo>
                <a:cubicBezTo>
                  <a:pt x="1507683" y="1060016"/>
                  <a:pt x="1494089" y="1073610"/>
                  <a:pt x="1477320" y="1073610"/>
                </a:cubicBezTo>
                <a:cubicBezTo>
                  <a:pt x="1460550" y="1073610"/>
                  <a:pt x="1446956" y="1060016"/>
                  <a:pt x="1446956" y="1043246"/>
                </a:cubicBezTo>
                <a:cubicBezTo>
                  <a:pt x="1446956" y="1026477"/>
                  <a:pt x="1460550" y="1012883"/>
                  <a:pt x="1477320" y="1012883"/>
                </a:cubicBezTo>
                <a:close/>
                <a:moveTo>
                  <a:pt x="1404765" y="1012883"/>
                </a:moveTo>
                <a:cubicBezTo>
                  <a:pt x="1421535" y="1012883"/>
                  <a:pt x="1435129" y="1026477"/>
                  <a:pt x="1435129" y="1043246"/>
                </a:cubicBezTo>
                <a:cubicBezTo>
                  <a:pt x="1435129" y="1060016"/>
                  <a:pt x="1421535" y="1073610"/>
                  <a:pt x="1404765" y="1073610"/>
                </a:cubicBezTo>
                <a:cubicBezTo>
                  <a:pt x="1387996" y="1073610"/>
                  <a:pt x="1374402" y="1060016"/>
                  <a:pt x="1374402" y="1043246"/>
                </a:cubicBezTo>
                <a:cubicBezTo>
                  <a:pt x="1374402" y="1026477"/>
                  <a:pt x="1387996" y="1012883"/>
                  <a:pt x="1404765" y="1012883"/>
                </a:cubicBezTo>
                <a:close/>
                <a:moveTo>
                  <a:pt x="1332211" y="1012883"/>
                </a:moveTo>
                <a:cubicBezTo>
                  <a:pt x="1348980" y="1012883"/>
                  <a:pt x="1362574" y="1026477"/>
                  <a:pt x="1362574" y="1043246"/>
                </a:cubicBezTo>
                <a:cubicBezTo>
                  <a:pt x="1362574" y="1060016"/>
                  <a:pt x="1348980" y="1073610"/>
                  <a:pt x="1332211" y="1073610"/>
                </a:cubicBezTo>
                <a:cubicBezTo>
                  <a:pt x="1315441" y="1073610"/>
                  <a:pt x="1301847" y="1060016"/>
                  <a:pt x="1301847" y="1043246"/>
                </a:cubicBezTo>
                <a:cubicBezTo>
                  <a:pt x="1301847" y="1026477"/>
                  <a:pt x="1315441" y="1012883"/>
                  <a:pt x="1332211" y="1012883"/>
                </a:cubicBezTo>
                <a:close/>
                <a:moveTo>
                  <a:pt x="1259656" y="1012883"/>
                </a:moveTo>
                <a:cubicBezTo>
                  <a:pt x="1276426" y="1012883"/>
                  <a:pt x="1290020" y="1026477"/>
                  <a:pt x="1290020" y="1043246"/>
                </a:cubicBezTo>
                <a:cubicBezTo>
                  <a:pt x="1290020" y="1060016"/>
                  <a:pt x="1276426" y="1073610"/>
                  <a:pt x="1259656" y="1073610"/>
                </a:cubicBezTo>
                <a:cubicBezTo>
                  <a:pt x="1242887" y="1073610"/>
                  <a:pt x="1229293" y="1060016"/>
                  <a:pt x="1229293" y="1043246"/>
                </a:cubicBezTo>
                <a:cubicBezTo>
                  <a:pt x="1229293" y="1026477"/>
                  <a:pt x="1242887" y="1012883"/>
                  <a:pt x="1259656" y="1012883"/>
                </a:cubicBezTo>
                <a:close/>
                <a:moveTo>
                  <a:pt x="1187102" y="1012883"/>
                </a:moveTo>
                <a:cubicBezTo>
                  <a:pt x="1203871" y="1012883"/>
                  <a:pt x="1217465" y="1026477"/>
                  <a:pt x="1217465" y="1043246"/>
                </a:cubicBezTo>
                <a:cubicBezTo>
                  <a:pt x="1217465" y="1060016"/>
                  <a:pt x="1203871" y="1073610"/>
                  <a:pt x="1187102" y="1073610"/>
                </a:cubicBezTo>
                <a:cubicBezTo>
                  <a:pt x="1170332" y="1073610"/>
                  <a:pt x="1156738" y="1060016"/>
                  <a:pt x="1156738" y="1043246"/>
                </a:cubicBezTo>
                <a:cubicBezTo>
                  <a:pt x="1156738" y="1026477"/>
                  <a:pt x="1170332" y="1012883"/>
                  <a:pt x="1187102" y="1012883"/>
                </a:cubicBezTo>
                <a:close/>
                <a:moveTo>
                  <a:pt x="1114547" y="1012883"/>
                </a:moveTo>
                <a:cubicBezTo>
                  <a:pt x="1131317" y="1012883"/>
                  <a:pt x="1144911" y="1026477"/>
                  <a:pt x="1144911" y="1043246"/>
                </a:cubicBezTo>
                <a:cubicBezTo>
                  <a:pt x="1144911" y="1060016"/>
                  <a:pt x="1131317" y="1073610"/>
                  <a:pt x="1114547" y="1073610"/>
                </a:cubicBezTo>
                <a:cubicBezTo>
                  <a:pt x="1097778" y="1073610"/>
                  <a:pt x="1084184" y="1060016"/>
                  <a:pt x="1084184" y="1043246"/>
                </a:cubicBezTo>
                <a:cubicBezTo>
                  <a:pt x="1084184" y="1026477"/>
                  <a:pt x="1097778" y="1012883"/>
                  <a:pt x="1114547" y="1012883"/>
                </a:cubicBezTo>
                <a:close/>
                <a:moveTo>
                  <a:pt x="1041993" y="1012883"/>
                </a:moveTo>
                <a:cubicBezTo>
                  <a:pt x="1058762" y="1012883"/>
                  <a:pt x="1072356" y="1026477"/>
                  <a:pt x="1072356" y="1043246"/>
                </a:cubicBezTo>
                <a:cubicBezTo>
                  <a:pt x="1072356" y="1060016"/>
                  <a:pt x="1058762" y="1073610"/>
                  <a:pt x="1041993" y="1073610"/>
                </a:cubicBezTo>
                <a:cubicBezTo>
                  <a:pt x="1025223" y="1073610"/>
                  <a:pt x="1011629" y="1060016"/>
                  <a:pt x="1011629" y="1043246"/>
                </a:cubicBezTo>
                <a:cubicBezTo>
                  <a:pt x="1011629" y="1026477"/>
                  <a:pt x="1025223" y="1012883"/>
                  <a:pt x="1041993" y="1012883"/>
                </a:cubicBezTo>
                <a:close/>
                <a:moveTo>
                  <a:pt x="969438" y="1012883"/>
                </a:moveTo>
                <a:cubicBezTo>
                  <a:pt x="986208" y="1012883"/>
                  <a:pt x="999801" y="1026477"/>
                  <a:pt x="999801" y="1043246"/>
                </a:cubicBezTo>
                <a:cubicBezTo>
                  <a:pt x="999801" y="1060016"/>
                  <a:pt x="986208" y="1073610"/>
                  <a:pt x="969438" y="1073610"/>
                </a:cubicBezTo>
                <a:cubicBezTo>
                  <a:pt x="952669" y="1073610"/>
                  <a:pt x="939075" y="1060016"/>
                  <a:pt x="939075" y="1043246"/>
                </a:cubicBezTo>
                <a:cubicBezTo>
                  <a:pt x="939075" y="1026477"/>
                  <a:pt x="952669" y="1012883"/>
                  <a:pt x="969438" y="1012883"/>
                </a:cubicBezTo>
                <a:close/>
                <a:moveTo>
                  <a:pt x="896883" y="1012883"/>
                </a:moveTo>
                <a:cubicBezTo>
                  <a:pt x="913653" y="1012883"/>
                  <a:pt x="927247" y="1026477"/>
                  <a:pt x="927247" y="1043246"/>
                </a:cubicBezTo>
                <a:cubicBezTo>
                  <a:pt x="927247" y="1060016"/>
                  <a:pt x="913653" y="1073610"/>
                  <a:pt x="896883" y="1073610"/>
                </a:cubicBezTo>
                <a:cubicBezTo>
                  <a:pt x="880114" y="1073610"/>
                  <a:pt x="866520" y="1060016"/>
                  <a:pt x="866520" y="1043246"/>
                </a:cubicBezTo>
                <a:cubicBezTo>
                  <a:pt x="866520" y="1026477"/>
                  <a:pt x="880114" y="1012883"/>
                  <a:pt x="896883" y="1012883"/>
                </a:cubicBezTo>
                <a:close/>
                <a:moveTo>
                  <a:pt x="824329" y="1012883"/>
                </a:moveTo>
                <a:cubicBezTo>
                  <a:pt x="841098" y="1012883"/>
                  <a:pt x="854692" y="1026477"/>
                  <a:pt x="854692" y="1043246"/>
                </a:cubicBezTo>
                <a:cubicBezTo>
                  <a:pt x="854692" y="1060016"/>
                  <a:pt x="841098" y="1073610"/>
                  <a:pt x="824329" y="1073610"/>
                </a:cubicBezTo>
                <a:cubicBezTo>
                  <a:pt x="807559" y="1073610"/>
                  <a:pt x="793965" y="1060016"/>
                  <a:pt x="793965" y="1043246"/>
                </a:cubicBezTo>
                <a:cubicBezTo>
                  <a:pt x="793965" y="1026477"/>
                  <a:pt x="807559" y="1012883"/>
                  <a:pt x="824329" y="1012883"/>
                </a:cubicBezTo>
                <a:close/>
                <a:moveTo>
                  <a:pt x="751774" y="1012883"/>
                </a:moveTo>
                <a:cubicBezTo>
                  <a:pt x="768544" y="1012883"/>
                  <a:pt x="782138" y="1026477"/>
                  <a:pt x="782138" y="1043246"/>
                </a:cubicBezTo>
                <a:cubicBezTo>
                  <a:pt x="782138" y="1060016"/>
                  <a:pt x="768544" y="1073610"/>
                  <a:pt x="751774" y="1073610"/>
                </a:cubicBezTo>
                <a:cubicBezTo>
                  <a:pt x="735005" y="1073610"/>
                  <a:pt x="721411" y="1060016"/>
                  <a:pt x="721411" y="1043246"/>
                </a:cubicBezTo>
                <a:cubicBezTo>
                  <a:pt x="721411" y="1026477"/>
                  <a:pt x="735005" y="1012883"/>
                  <a:pt x="751774" y="1012883"/>
                </a:cubicBezTo>
                <a:close/>
                <a:moveTo>
                  <a:pt x="679220" y="1012883"/>
                </a:moveTo>
                <a:cubicBezTo>
                  <a:pt x="695989" y="1012883"/>
                  <a:pt x="709583" y="1026477"/>
                  <a:pt x="709583" y="1043246"/>
                </a:cubicBezTo>
                <a:cubicBezTo>
                  <a:pt x="709583" y="1060016"/>
                  <a:pt x="695989" y="1073610"/>
                  <a:pt x="679220" y="1073610"/>
                </a:cubicBezTo>
                <a:cubicBezTo>
                  <a:pt x="662450" y="1073610"/>
                  <a:pt x="648856" y="1060016"/>
                  <a:pt x="648856" y="1043246"/>
                </a:cubicBezTo>
                <a:cubicBezTo>
                  <a:pt x="648856" y="1026477"/>
                  <a:pt x="662450" y="1012883"/>
                  <a:pt x="679220" y="1012883"/>
                </a:cubicBezTo>
                <a:close/>
                <a:moveTo>
                  <a:pt x="606665" y="1012883"/>
                </a:moveTo>
                <a:cubicBezTo>
                  <a:pt x="623435" y="1012883"/>
                  <a:pt x="637029" y="1026477"/>
                  <a:pt x="637029" y="1043246"/>
                </a:cubicBezTo>
                <a:cubicBezTo>
                  <a:pt x="637029" y="1060016"/>
                  <a:pt x="623435" y="1073610"/>
                  <a:pt x="606665" y="1073610"/>
                </a:cubicBezTo>
                <a:cubicBezTo>
                  <a:pt x="589896" y="1073610"/>
                  <a:pt x="576302" y="1060016"/>
                  <a:pt x="576302" y="1043246"/>
                </a:cubicBezTo>
                <a:cubicBezTo>
                  <a:pt x="576302" y="1026477"/>
                  <a:pt x="589896" y="1012883"/>
                  <a:pt x="606665" y="1012883"/>
                </a:cubicBezTo>
                <a:close/>
                <a:moveTo>
                  <a:pt x="534111" y="1012883"/>
                </a:moveTo>
                <a:cubicBezTo>
                  <a:pt x="550880" y="1012883"/>
                  <a:pt x="564474" y="1026477"/>
                  <a:pt x="564474" y="1043246"/>
                </a:cubicBezTo>
                <a:cubicBezTo>
                  <a:pt x="564474" y="1060016"/>
                  <a:pt x="550880" y="1073610"/>
                  <a:pt x="534111" y="1073610"/>
                </a:cubicBezTo>
                <a:cubicBezTo>
                  <a:pt x="517341" y="1073610"/>
                  <a:pt x="503747" y="1060016"/>
                  <a:pt x="503747" y="1043246"/>
                </a:cubicBezTo>
                <a:cubicBezTo>
                  <a:pt x="503747" y="1026477"/>
                  <a:pt x="517341" y="1012883"/>
                  <a:pt x="534111" y="1012883"/>
                </a:cubicBezTo>
                <a:close/>
                <a:moveTo>
                  <a:pt x="461556" y="1012883"/>
                </a:moveTo>
                <a:cubicBezTo>
                  <a:pt x="478326" y="1012883"/>
                  <a:pt x="491920" y="1026477"/>
                  <a:pt x="491920" y="1043246"/>
                </a:cubicBezTo>
                <a:cubicBezTo>
                  <a:pt x="491920" y="1060016"/>
                  <a:pt x="478326" y="1073610"/>
                  <a:pt x="461556" y="1073610"/>
                </a:cubicBezTo>
                <a:cubicBezTo>
                  <a:pt x="444787" y="1073610"/>
                  <a:pt x="431192" y="1060016"/>
                  <a:pt x="431192" y="1043246"/>
                </a:cubicBezTo>
                <a:cubicBezTo>
                  <a:pt x="431192" y="1026477"/>
                  <a:pt x="444787" y="1012883"/>
                  <a:pt x="461556" y="1012883"/>
                </a:cubicBezTo>
                <a:close/>
                <a:moveTo>
                  <a:pt x="389002" y="1012883"/>
                </a:moveTo>
                <a:cubicBezTo>
                  <a:pt x="405771" y="1012883"/>
                  <a:pt x="419365" y="1026477"/>
                  <a:pt x="419365" y="1043246"/>
                </a:cubicBezTo>
                <a:cubicBezTo>
                  <a:pt x="419365" y="1060016"/>
                  <a:pt x="405771" y="1073610"/>
                  <a:pt x="389002" y="1073610"/>
                </a:cubicBezTo>
                <a:cubicBezTo>
                  <a:pt x="372232" y="1073610"/>
                  <a:pt x="358638" y="1060016"/>
                  <a:pt x="358638" y="1043246"/>
                </a:cubicBezTo>
                <a:cubicBezTo>
                  <a:pt x="358638" y="1026477"/>
                  <a:pt x="372232" y="1012883"/>
                  <a:pt x="389002" y="1012883"/>
                </a:cubicBezTo>
                <a:close/>
                <a:moveTo>
                  <a:pt x="316447" y="1012883"/>
                </a:moveTo>
                <a:cubicBezTo>
                  <a:pt x="333216" y="1012883"/>
                  <a:pt x="346810" y="1026477"/>
                  <a:pt x="346810" y="1043246"/>
                </a:cubicBezTo>
                <a:cubicBezTo>
                  <a:pt x="346810" y="1060016"/>
                  <a:pt x="333216" y="1073610"/>
                  <a:pt x="316447" y="1073610"/>
                </a:cubicBezTo>
                <a:cubicBezTo>
                  <a:pt x="299677" y="1073610"/>
                  <a:pt x="286084" y="1060016"/>
                  <a:pt x="286084" y="1043246"/>
                </a:cubicBezTo>
                <a:cubicBezTo>
                  <a:pt x="286084" y="1026477"/>
                  <a:pt x="299677" y="1012883"/>
                  <a:pt x="316447" y="1012883"/>
                </a:cubicBezTo>
                <a:close/>
                <a:moveTo>
                  <a:pt x="243892" y="1012883"/>
                </a:moveTo>
                <a:cubicBezTo>
                  <a:pt x="260662" y="1012883"/>
                  <a:pt x="274256" y="1026477"/>
                  <a:pt x="274256" y="1043246"/>
                </a:cubicBezTo>
                <a:cubicBezTo>
                  <a:pt x="274256" y="1060016"/>
                  <a:pt x="260662" y="1073610"/>
                  <a:pt x="243892" y="1073610"/>
                </a:cubicBezTo>
                <a:cubicBezTo>
                  <a:pt x="227123" y="1073610"/>
                  <a:pt x="213529" y="1060016"/>
                  <a:pt x="213529" y="1043246"/>
                </a:cubicBezTo>
                <a:cubicBezTo>
                  <a:pt x="213529" y="1026477"/>
                  <a:pt x="227123" y="1012883"/>
                  <a:pt x="243892" y="1012883"/>
                </a:cubicBezTo>
                <a:close/>
                <a:moveTo>
                  <a:pt x="171339" y="1012883"/>
                </a:moveTo>
                <a:cubicBezTo>
                  <a:pt x="188107" y="1012883"/>
                  <a:pt x="201701" y="1026477"/>
                  <a:pt x="201701" y="1043246"/>
                </a:cubicBezTo>
                <a:cubicBezTo>
                  <a:pt x="201701" y="1060016"/>
                  <a:pt x="188107" y="1073610"/>
                  <a:pt x="171339" y="1073610"/>
                </a:cubicBezTo>
                <a:cubicBezTo>
                  <a:pt x="154639" y="1073610"/>
                  <a:pt x="141045" y="1060016"/>
                  <a:pt x="141045" y="1043246"/>
                </a:cubicBezTo>
                <a:cubicBezTo>
                  <a:pt x="141045" y="1026477"/>
                  <a:pt x="154639" y="1012883"/>
                  <a:pt x="171339" y="1012883"/>
                </a:cubicBezTo>
                <a:close/>
                <a:moveTo>
                  <a:pt x="98865" y="1012883"/>
                </a:moveTo>
                <a:cubicBezTo>
                  <a:pt x="115628" y="1012883"/>
                  <a:pt x="129222" y="1026477"/>
                  <a:pt x="129222" y="1043246"/>
                </a:cubicBezTo>
                <a:cubicBezTo>
                  <a:pt x="129222" y="1060016"/>
                  <a:pt x="115628" y="1073610"/>
                  <a:pt x="98865" y="1073610"/>
                </a:cubicBezTo>
                <a:cubicBezTo>
                  <a:pt x="82093" y="1073610"/>
                  <a:pt x="68498" y="1060016"/>
                  <a:pt x="68498" y="1043246"/>
                </a:cubicBezTo>
                <a:cubicBezTo>
                  <a:pt x="68498" y="1026477"/>
                  <a:pt x="82093" y="1012883"/>
                  <a:pt x="98865" y="1012883"/>
                </a:cubicBezTo>
                <a:close/>
                <a:moveTo>
                  <a:pt x="26309" y="1012883"/>
                </a:moveTo>
                <a:cubicBezTo>
                  <a:pt x="43075" y="1012883"/>
                  <a:pt x="56670" y="1026477"/>
                  <a:pt x="56670" y="1043246"/>
                </a:cubicBezTo>
                <a:cubicBezTo>
                  <a:pt x="56670" y="1060016"/>
                  <a:pt x="43075" y="1073610"/>
                  <a:pt x="26309" y="1073610"/>
                </a:cubicBezTo>
                <a:cubicBezTo>
                  <a:pt x="17924" y="1073610"/>
                  <a:pt x="10333" y="1070212"/>
                  <a:pt x="4838" y="1064717"/>
                </a:cubicBezTo>
                <a:lnTo>
                  <a:pt x="0" y="1053036"/>
                </a:lnTo>
                <a:lnTo>
                  <a:pt x="0" y="1033457"/>
                </a:lnTo>
                <a:lnTo>
                  <a:pt x="4838" y="1021776"/>
                </a:lnTo>
                <a:cubicBezTo>
                  <a:pt x="10333" y="1016282"/>
                  <a:pt x="17924" y="1012883"/>
                  <a:pt x="26309" y="1012883"/>
                </a:cubicBezTo>
                <a:close/>
                <a:moveTo>
                  <a:pt x="1549874" y="932431"/>
                </a:moveTo>
                <a:cubicBezTo>
                  <a:pt x="1558259" y="932431"/>
                  <a:pt x="1565850" y="935830"/>
                  <a:pt x="1571345" y="941324"/>
                </a:cubicBezTo>
                <a:lnTo>
                  <a:pt x="1577296" y="955693"/>
                </a:lnTo>
                <a:lnTo>
                  <a:pt x="1565363" y="988298"/>
                </a:lnTo>
                <a:lnTo>
                  <a:pt x="1561694" y="990772"/>
                </a:lnTo>
                <a:cubicBezTo>
                  <a:pt x="1558061" y="992309"/>
                  <a:pt x="1554067" y="993158"/>
                  <a:pt x="1549874" y="993158"/>
                </a:cubicBezTo>
                <a:cubicBezTo>
                  <a:pt x="1533105" y="993158"/>
                  <a:pt x="1519511" y="979564"/>
                  <a:pt x="1519511" y="962795"/>
                </a:cubicBezTo>
                <a:cubicBezTo>
                  <a:pt x="1519511" y="946025"/>
                  <a:pt x="1533105" y="932431"/>
                  <a:pt x="1549874" y="932431"/>
                </a:cubicBezTo>
                <a:close/>
                <a:moveTo>
                  <a:pt x="1477320" y="932431"/>
                </a:moveTo>
                <a:cubicBezTo>
                  <a:pt x="1494089" y="932431"/>
                  <a:pt x="1507683" y="946025"/>
                  <a:pt x="1507683" y="962795"/>
                </a:cubicBezTo>
                <a:cubicBezTo>
                  <a:pt x="1507683" y="979564"/>
                  <a:pt x="1494089" y="993158"/>
                  <a:pt x="1477320" y="993158"/>
                </a:cubicBezTo>
                <a:cubicBezTo>
                  <a:pt x="1460550" y="993158"/>
                  <a:pt x="1446956" y="979564"/>
                  <a:pt x="1446956" y="962795"/>
                </a:cubicBezTo>
                <a:cubicBezTo>
                  <a:pt x="1446956" y="946025"/>
                  <a:pt x="1460550" y="932431"/>
                  <a:pt x="1477320" y="932431"/>
                </a:cubicBezTo>
                <a:close/>
                <a:moveTo>
                  <a:pt x="1404765" y="932431"/>
                </a:moveTo>
                <a:cubicBezTo>
                  <a:pt x="1421535" y="932431"/>
                  <a:pt x="1435129" y="946025"/>
                  <a:pt x="1435129" y="962795"/>
                </a:cubicBezTo>
                <a:cubicBezTo>
                  <a:pt x="1435129" y="979564"/>
                  <a:pt x="1421535" y="993158"/>
                  <a:pt x="1404765" y="993158"/>
                </a:cubicBezTo>
                <a:cubicBezTo>
                  <a:pt x="1387996" y="993158"/>
                  <a:pt x="1374402" y="979564"/>
                  <a:pt x="1374402" y="962795"/>
                </a:cubicBezTo>
                <a:cubicBezTo>
                  <a:pt x="1374402" y="946025"/>
                  <a:pt x="1387996" y="932431"/>
                  <a:pt x="1404765" y="932431"/>
                </a:cubicBezTo>
                <a:close/>
                <a:moveTo>
                  <a:pt x="1332211" y="932431"/>
                </a:moveTo>
                <a:cubicBezTo>
                  <a:pt x="1348980" y="932431"/>
                  <a:pt x="1362574" y="946025"/>
                  <a:pt x="1362574" y="962795"/>
                </a:cubicBezTo>
                <a:cubicBezTo>
                  <a:pt x="1362574" y="979564"/>
                  <a:pt x="1348980" y="993158"/>
                  <a:pt x="1332211" y="993158"/>
                </a:cubicBezTo>
                <a:cubicBezTo>
                  <a:pt x="1315441" y="993158"/>
                  <a:pt x="1301847" y="979564"/>
                  <a:pt x="1301847" y="962795"/>
                </a:cubicBezTo>
                <a:cubicBezTo>
                  <a:pt x="1301847" y="946025"/>
                  <a:pt x="1315441" y="932431"/>
                  <a:pt x="1332211" y="932431"/>
                </a:cubicBezTo>
                <a:close/>
                <a:moveTo>
                  <a:pt x="1259656" y="932431"/>
                </a:moveTo>
                <a:cubicBezTo>
                  <a:pt x="1276426" y="932431"/>
                  <a:pt x="1290020" y="946025"/>
                  <a:pt x="1290020" y="962795"/>
                </a:cubicBezTo>
                <a:cubicBezTo>
                  <a:pt x="1290020" y="979564"/>
                  <a:pt x="1276426" y="993158"/>
                  <a:pt x="1259656" y="993158"/>
                </a:cubicBezTo>
                <a:cubicBezTo>
                  <a:pt x="1242887" y="993158"/>
                  <a:pt x="1229293" y="979564"/>
                  <a:pt x="1229293" y="962795"/>
                </a:cubicBezTo>
                <a:cubicBezTo>
                  <a:pt x="1229293" y="946025"/>
                  <a:pt x="1242887" y="932431"/>
                  <a:pt x="1259656" y="932431"/>
                </a:cubicBezTo>
                <a:close/>
                <a:moveTo>
                  <a:pt x="1187102" y="932431"/>
                </a:moveTo>
                <a:cubicBezTo>
                  <a:pt x="1203871" y="932431"/>
                  <a:pt x="1217465" y="946025"/>
                  <a:pt x="1217465" y="962795"/>
                </a:cubicBezTo>
                <a:cubicBezTo>
                  <a:pt x="1217465" y="979564"/>
                  <a:pt x="1203871" y="993158"/>
                  <a:pt x="1187102" y="993158"/>
                </a:cubicBezTo>
                <a:cubicBezTo>
                  <a:pt x="1170332" y="993158"/>
                  <a:pt x="1156738" y="979564"/>
                  <a:pt x="1156738" y="962795"/>
                </a:cubicBezTo>
                <a:cubicBezTo>
                  <a:pt x="1156738" y="946025"/>
                  <a:pt x="1170332" y="932431"/>
                  <a:pt x="1187102" y="932431"/>
                </a:cubicBezTo>
                <a:close/>
                <a:moveTo>
                  <a:pt x="1114547" y="932431"/>
                </a:moveTo>
                <a:cubicBezTo>
                  <a:pt x="1131317" y="932431"/>
                  <a:pt x="1144911" y="946025"/>
                  <a:pt x="1144911" y="962795"/>
                </a:cubicBezTo>
                <a:cubicBezTo>
                  <a:pt x="1144911" y="979564"/>
                  <a:pt x="1131317" y="993158"/>
                  <a:pt x="1114547" y="993158"/>
                </a:cubicBezTo>
                <a:cubicBezTo>
                  <a:pt x="1097778" y="993158"/>
                  <a:pt x="1084184" y="979564"/>
                  <a:pt x="1084184" y="962795"/>
                </a:cubicBezTo>
                <a:cubicBezTo>
                  <a:pt x="1084184" y="946025"/>
                  <a:pt x="1097778" y="932431"/>
                  <a:pt x="1114547" y="932431"/>
                </a:cubicBezTo>
                <a:close/>
                <a:moveTo>
                  <a:pt x="1041993" y="932431"/>
                </a:moveTo>
                <a:cubicBezTo>
                  <a:pt x="1058762" y="932431"/>
                  <a:pt x="1072356" y="946025"/>
                  <a:pt x="1072356" y="962795"/>
                </a:cubicBezTo>
                <a:cubicBezTo>
                  <a:pt x="1072356" y="979564"/>
                  <a:pt x="1058762" y="993158"/>
                  <a:pt x="1041993" y="993158"/>
                </a:cubicBezTo>
                <a:cubicBezTo>
                  <a:pt x="1025223" y="993158"/>
                  <a:pt x="1011629" y="979564"/>
                  <a:pt x="1011629" y="962795"/>
                </a:cubicBezTo>
                <a:cubicBezTo>
                  <a:pt x="1011629" y="946025"/>
                  <a:pt x="1025223" y="932431"/>
                  <a:pt x="1041993" y="932431"/>
                </a:cubicBezTo>
                <a:close/>
                <a:moveTo>
                  <a:pt x="969438" y="932431"/>
                </a:moveTo>
                <a:cubicBezTo>
                  <a:pt x="986208" y="932431"/>
                  <a:pt x="999801" y="946025"/>
                  <a:pt x="999801" y="962795"/>
                </a:cubicBezTo>
                <a:cubicBezTo>
                  <a:pt x="999801" y="979564"/>
                  <a:pt x="986208" y="993158"/>
                  <a:pt x="969438" y="993158"/>
                </a:cubicBezTo>
                <a:cubicBezTo>
                  <a:pt x="952669" y="993158"/>
                  <a:pt x="939075" y="979564"/>
                  <a:pt x="939075" y="962795"/>
                </a:cubicBezTo>
                <a:cubicBezTo>
                  <a:pt x="939075" y="946025"/>
                  <a:pt x="952669" y="932431"/>
                  <a:pt x="969438" y="932431"/>
                </a:cubicBezTo>
                <a:close/>
                <a:moveTo>
                  <a:pt x="896883" y="932431"/>
                </a:moveTo>
                <a:cubicBezTo>
                  <a:pt x="913653" y="932431"/>
                  <a:pt x="927247" y="946025"/>
                  <a:pt x="927247" y="962795"/>
                </a:cubicBezTo>
                <a:cubicBezTo>
                  <a:pt x="927247" y="979564"/>
                  <a:pt x="913653" y="993158"/>
                  <a:pt x="896883" y="993158"/>
                </a:cubicBezTo>
                <a:cubicBezTo>
                  <a:pt x="880114" y="993158"/>
                  <a:pt x="866520" y="979564"/>
                  <a:pt x="866520" y="962795"/>
                </a:cubicBezTo>
                <a:cubicBezTo>
                  <a:pt x="866520" y="946025"/>
                  <a:pt x="880114" y="932431"/>
                  <a:pt x="896883" y="932431"/>
                </a:cubicBezTo>
                <a:close/>
                <a:moveTo>
                  <a:pt x="824329" y="932431"/>
                </a:moveTo>
                <a:cubicBezTo>
                  <a:pt x="841098" y="932431"/>
                  <a:pt x="854692" y="946025"/>
                  <a:pt x="854692" y="962795"/>
                </a:cubicBezTo>
                <a:cubicBezTo>
                  <a:pt x="854692" y="979564"/>
                  <a:pt x="841098" y="993158"/>
                  <a:pt x="824329" y="993158"/>
                </a:cubicBezTo>
                <a:cubicBezTo>
                  <a:pt x="807559" y="993158"/>
                  <a:pt x="793965" y="979564"/>
                  <a:pt x="793965" y="962795"/>
                </a:cubicBezTo>
                <a:cubicBezTo>
                  <a:pt x="793965" y="946025"/>
                  <a:pt x="807559" y="932431"/>
                  <a:pt x="824329" y="932431"/>
                </a:cubicBezTo>
                <a:close/>
                <a:moveTo>
                  <a:pt x="751774" y="932431"/>
                </a:moveTo>
                <a:cubicBezTo>
                  <a:pt x="768544" y="932431"/>
                  <a:pt x="782138" y="946025"/>
                  <a:pt x="782138" y="962795"/>
                </a:cubicBezTo>
                <a:cubicBezTo>
                  <a:pt x="782138" y="979564"/>
                  <a:pt x="768544" y="993158"/>
                  <a:pt x="751774" y="993158"/>
                </a:cubicBezTo>
                <a:cubicBezTo>
                  <a:pt x="735005" y="993158"/>
                  <a:pt x="721411" y="979564"/>
                  <a:pt x="721411" y="962795"/>
                </a:cubicBezTo>
                <a:cubicBezTo>
                  <a:pt x="721411" y="946025"/>
                  <a:pt x="735005" y="932431"/>
                  <a:pt x="751774" y="932431"/>
                </a:cubicBezTo>
                <a:close/>
                <a:moveTo>
                  <a:pt x="679220" y="932431"/>
                </a:moveTo>
                <a:cubicBezTo>
                  <a:pt x="695989" y="932431"/>
                  <a:pt x="709583" y="946025"/>
                  <a:pt x="709583" y="962795"/>
                </a:cubicBezTo>
                <a:cubicBezTo>
                  <a:pt x="709583" y="979564"/>
                  <a:pt x="695989" y="993158"/>
                  <a:pt x="679220" y="993158"/>
                </a:cubicBezTo>
                <a:cubicBezTo>
                  <a:pt x="662450" y="993158"/>
                  <a:pt x="648856" y="979564"/>
                  <a:pt x="648856" y="962795"/>
                </a:cubicBezTo>
                <a:cubicBezTo>
                  <a:pt x="648856" y="946025"/>
                  <a:pt x="662450" y="932431"/>
                  <a:pt x="679220" y="932431"/>
                </a:cubicBezTo>
                <a:close/>
                <a:moveTo>
                  <a:pt x="606665" y="932431"/>
                </a:moveTo>
                <a:cubicBezTo>
                  <a:pt x="623435" y="932431"/>
                  <a:pt x="637029" y="946025"/>
                  <a:pt x="637029" y="962795"/>
                </a:cubicBezTo>
                <a:cubicBezTo>
                  <a:pt x="637029" y="979564"/>
                  <a:pt x="623435" y="993158"/>
                  <a:pt x="606665" y="993158"/>
                </a:cubicBezTo>
                <a:cubicBezTo>
                  <a:pt x="589896" y="993158"/>
                  <a:pt x="576302" y="979564"/>
                  <a:pt x="576302" y="962795"/>
                </a:cubicBezTo>
                <a:cubicBezTo>
                  <a:pt x="576302" y="946025"/>
                  <a:pt x="589896" y="932431"/>
                  <a:pt x="606665" y="932431"/>
                </a:cubicBezTo>
                <a:close/>
                <a:moveTo>
                  <a:pt x="534111" y="932431"/>
                </a:moveTo>
                <a:cubicBezTo>
                  <a:pt x="550880" y="932431"/>
                  <a:pt x="564474" y="946025"/>
                  <a:pt x="564474" y="962795"/>
                </a:cubicBezTo>
                <a:cubicBezTo>
                  <a:pt x="564474" y="979564"/>
                  <a:pt x="550880" y="993158"/>
                  <a:pt x="534111" y="993158"/>
                </a:cubicBezTo>
                <a:cubicBezTo>
                  <a:pt x="517341" y="993158"/>
                  <a:pt x="503747" y="979564"/>
                  <a:pt x="503747" y="962795"/>
                </a:cubicBezTo>
                <a:cubicBezTo>
                  <a:pt x="503747" y="946025"/>
                  <a:pt x="517341" y="932431"/>
                  <a:pt x="534111" y="932431"/>
                </a:cubicBezTo>
                <a:close/>
                <a:moveTo>
                  <a:pt x="461556" y="932431"/>
                </a:moveTo>
                <a:cubicBezTo>
                  <a:pt x="478326" y="932431"/>
                  <a:pt x="491920" y="946025"/>
                  <a:pt x="491920" y="962795"/>
                </a:cubicBezTo>
                <a:cubicBezTo>
                  <a:pt x="491920" y="979564"/>
                  <a:pt x="478326" y="993158"/>
                  <a:pt x="461556" y="993158"/>
                </a:cubicBezTo>
                <a:cubicBezTo>
                  <a:pt x="444787" y="993158"/>
                  <a:pt x="431192" y="979564"/>
                  <a:pt x="431192" y="962795"/>
                </a:cubicBezTo>
                <a:cubicBezTo>
                  <a:pt x="431192" y="946025"/>
                  <a:pt x="444787" y="932431"/>
                  <a:pt x="461556" y="932431"/>
                </a:cubicBezTo>
                <a:close/>
                <a:moveTo>
                  <a:pt x="389002" y="932431"/>
                </a:moveTo>
                <a:cubicBezTo>
                  <a:pt x="405771" y="932431"/>
                  <a:pt x="419365" y="946025"/>
                  <a:pt x="419365" y="962795"/>
                </a:cubicBezTo>
                <a:cubicBezTo>
                  <a:pt x="419365" y="979564"/>
                  <a:pt x="405771" y="993158"/>
                  <a:pt x="389002" y="993158"/>
                </a:cubicBezTo>
                <a:cubicBezTo>
                  <a:pt x="372232" y="993158"/>
                  <a:pt x="358638" y="979564"/>
                  <a:pt x="358638" y="962795"/>
                </a:cubicBezTo>
                <a:cubicBezTo>
                  <a:pt x="358638" y="946025"/>
                  <a:pt x="372232" y="932431"/>
                  <a:pt x="389002" y="932431"/>
                </a:cubicBezTo>
                <a:close/>
                <a:moveTo>
                  <a:pt x="316447" y="932431"/>
                </a:moveTo>
                <a:cubicBezTo>
                  <a:pt x="333216" y="932431"/>
                  <a:pt x="346810" y="946025"/>
                  <a:pt x="346810" y="962795"/>
                </a:cubicBezTo>
                <a:cubicBezTo>
                  <a:pt x="346810" y="979564"/>
                  <a:pt x="333216" y="993158"/>
                  <a:pt x="316447" y="993158"/>
                </a:cubicBezTo>
                <a:cubicBezTo>
                  <a:pt x="299677" y="993158"/>
                  <a:pt x="286084" y="979564"/>
                  <a:pt x="286084" y="962795"/>
                </a:cubicBezTo>
                <a:cubicBezTo>
                  <a:pt x="286084" y="946025"/>
                  <a:pt x="299677" y="932431"/>
                  <a:pt x="316447" y="932431"/>
                </a:cubicBezTo>
                <a:close/>
                <a:moveTo>
                  <a:pt x="243892" y="932431"/>
                </a:moveTo>
                <a:cubicBezTo>
                  <a:pt x="260662" y="932431"/>
                  <a:pt x="274256" y="946025"/>
                  <a:pt x="274256" y="962795"/>
                </a:cubicBezTo>
                <a:cubicBezTo>
                  <a:pt x="274256" y="979564"/>
                  <a:pt x="260662" y="993158"/>
                  <a:pt x="243892" y="993158"/>
                </a:cubicBezTo>
                <a:cubicBezTo>
                  <a:pt x="227123" y="993158"/>
                  <a:pt x="213529" y="979564"/>
                  <a:pt x="213529" y="962795"/>
                </a:cubicBezTo>
                <a:cubicBezTo>
                  <a:pt x="213529" y="946025"/>
                  <a:pt x="227123" y="932431"/>
                  <a:pt x="243892" y="932431"/>
                </a:cubicBezTo>
                <a:close/>
                <a:moveTo>
                  <a:pt x="171339" y="932431"/>
                </a:moveTo>
                <a:cubicBezTo>
                  <a:pt x="188107" y="932431"/>
                  <a:pt x="201701" y="946025"/>
                  <a:pt x="201701" y="962795"/>
                </a:cubicBezTo>
                <a:cubicBezTo>
                  <a:pt x="201701" y="979564"/>
                  <a:pt x="188107" y="993158"/>
                  <a:pt x="171339" y="993158"/>
                </a:cubicBezTo>
                <a:cubicBezTo>
                  <a:pt x="154645" y="993158"/>
                  <a:pt x="141051" y="979564"/>
                  <a:pt x="141051" y="962795"/>
                </a:cubicBezTo>
                <a:cubicBezTo>
                  <a:pt x="141051" y="946025"/>
                  <a:pt x="154645" y="932431"/>
                  <a:pt x="171339" y="932431"/>
                </a:cubicBezTo>
                <a:close/>
                <a:moveTo>
                  <a:pt x="98870" y="932431"/>
                </a:moveTo>
                <a:cubicBezTo>
                  <a:pt x="115634" y="932431"/>
                  <a:pt x="129228" y="946025"/>
                  <a:pt x="129228" y="962795"/>
                </a:cubicBezTo>
                <a:cubicBezTo>
                  <a:pt x="129228" y="979564"/>
                  <a:pt x="115634" y="993158"/>
                  <a:pt x="98870" y="993158"/>
                </a:cubicBezTo>
                <a:cubicBezTo>
                  <a:pt x="82099" y="993158"/>
                  <a:pt x="68505" y="979564"/>
                  <a:pt x="68505" y="962795"/>
                </a:cubicBezTo>
                <a:cubicBezTo>
                  <a:pt x="68505" y="946025"/>
                  <a:pt x="82099" y="932431"/>
                  <a:pt x="98870" y="932431"/>
                </a:cubicBezTo>
                <a:close/>
                <a:moveTo>
                  <a:pt x="26316" y="932431"/>
                </a:moveTo>
                <a:cubicBezTo>
                  <a:pt x="43081" y="932431"/>
                  <a:pt x="56676" y="946025"/>
                  <a:pt x="56676" y="962795"/>
                </a:cubicBezTo>
                <a:cubicBezTo>
                  <a:pt x="56676" y="979564"/>
                  <a:pt x="43081" y="993158"/>
                  <a:pt x="26316" y="993158"/>
                </a:cubicBezTo>
                <a:cubicBezTo>
                  <a:pt x="17931" y="993158"/>
                  <a:pt x="10340" y="989760"/>
                  <a:pt x="4845" y="984265"/>
                </a:cubicBezTo>
                <a:lnTo>
                  <a:pt x="0" y="972570"/>
                </a:lnTo>
                <a:lnTo>
                  <a:pt x="0" y="953020"/>
                </a:lnTo>
                <a:lnTo>
                  <a:pt x="4845" y="941324"/>
                </a:lnTo>
                <a:cubicBezTo>
                  <a:pt x="10340" y="935830"/>
                  <a:pt x="17931" y="932431"/>
                  <a:pt x="26316" y="932431"/>
                </a:cubicBezTo>
                <a:close/>
                <a:moveTo>
                  <a:pt x="1612513" y="853981"/>
                </a:moveTo>
                <a:lnTo>
                  <a:pt x="1607766" y="872445"/>
                </a:lnTo>
                <a:lnTo>
                  <a:pt x="1598477" y="897823"/>
                </a:lnTo>
                <a:lnTo>
                  <a:pt x="1592066" y="882343"/>
                </a:lnTo>
                <a:cubicBezTo>
                  <a:pt x="1592066" y="869766"/>
                  <a:pt x="1599712" y="858975"/>
                  <a:pt x="1610610" y="854366"/>
                </a:cubicBezTo>
                <a:close/>
                <a:moveTo>
                  <a:pt x="1549874" y="851979"/>
                </a:moveTo>
                <a:cubicBezTo>
                  <a:pt x="1566644" y="851979"/>
                  <a:pt x="1580238" y="865573"/>
                  <a:pt x="1580238" y="882343"/>
                </a:cubicBezTo>
                <a:cubicBezTo>
                  <a:pt x="1580238" y="899112"/>
                  <a:pt x="1566644" y="912706"/>
                  <a:pt x="1549874" y="912706"/>
                </a:cubicBezTo>
                <a:cubicBezTo>
                  <a:pt x="1533105" y="912706"/>
                  <a:pt x="1519511" y="899112"/>
                  <a:pt x="1519511" y="882343"/>
                </a:cubicBezTo>
                <a:cubicBezTo>
                  <a:pt x="1519511" y="865573"/>
                  <a:pt x="1533105" y="851979"/>
                  <a:pt x="1549874" y="851979"/>
                </a:cubicBezTo>
                <a:close/>
                <a:moveTo>
                  <a:pt x="1477320" y="851979"/>
                </a:moveTo>
                <a:cubicBezTo>
                  <a:pt x="1494089" y="851979"/>
                  <a:pt x="1507683" y="865573"/>
                  <a:pt x="1507683" y="882343"/>
                </a:cubicBezTo>
                <a:cubicBezTo>
                  <a:pt x="1507683" y="899112"/>
                  <a:pt x="1494089" y="912706"/>
                  <a:pt x="1477320" y="912706"/>
                </a:cubicBezTo>
                <a:cubicBezTo>
                  <a:pt x="1460550" y="912706"/>
                  <a:pt x="1446956" y="899112"/>
                  <a:pt x="1446956" y="882343"/>
                </a:cubicBezTo>
                <a:cubicBezTo>
                  <a:pt x="1446956" y="865573"/>
                  <a:pt x="1460550" y="851979"/>
                  <a:pt x="1477320" y="851979"/>
                </a:cubicBezTo>
                <a:close/>
                <a:moveTo>
                  <a:pt x="1404765" y="851979"/>
                </a:moveTo>
                <a:cubicBezTo>
                  <a:pt x="1421535" y="851979"/>
                  <a:pt x="1435129" y="865573"/>
                  <a:pt x="1435129" y="882343"/>
                </a:cubicBezTo>
                <a:cubicBezTo>
                  <a:pt x="1435129" y="899112"/>
                  <a:pt x="1421535" y="912706"/>
                  <a:pt x="1404765" y="912706"/>
                </a:cubicBezTo>
                <a:cubicBezTo>
                  <a:pt x="1387996" y="912706"/>
                  <a:pt x="1374402" y="899112"/>
                  <a:pt x="1374402" y="882343"/>
                </a:cubicBezTo>
                <a:cubicBezTo>
                  <a:pt x="1374402" y="865573"/>
                  <a:pt x="1387996" y="851979"/>
                  <a:pt x="1404765" y="851979"/>
                </a:cubicBezTo>
                <a:close/>
                <a:moveTo>
                  <a:pt x="1332211" y="851979"/>
                </a:moveTo>
                <a:cubicBezTo>
                  <a:pt x="1348980" y="851979"/>
                  <a:pt x="1362574" y="865573"/>
                  <a:pt x="1362574" y="882343"/>
                </a:cubicBezTo>
                <a:cubicBezTo>
                  <a:pt x="1362574" y="899112"/>
                  <a:pt x="1348980" y="912706"/>
                  <a:pt x="1332211" y="912706"/>
                </a:cubicBezTo>
                <a:cubicBezTo>
                  <a:pt x="1315441" y="912706"/>
                  <a:pt x="1301847" y="899112"/>
                  <a:pt x="1301847" y="882343"/>
                </a:cubicBezTo>
                <a:cubicBezTo>
                  <a:pt x="1301847" y="865573"/>
                  <a:pt x="1315441" y="851979"/>
                  <a:pt x="1332211" y="851979"/>
                </a:cubicBezTo>
                <a:close/>
                <a:moveTo>
                  <a:pt x="1259656" y="851979"/>
                </a:moveTo>
                <a:cubicBezTo>
                  <a:pt x="1276426" y="851979"/>
                  <a:pt x="1290020" y="865573"/>
                  <a:pt x="1290020" y="882343"/>
                </a:cubicBezTo>
                <a:cubicBezTo>
                  <a:pt x="1290020" y="899112"/>
                  <a:pt x="1276426" y="912706"/>
                  <a:pt x="1259656" y="912706"/>
                </a:cubicBezTo>
                <a:cubicBezTo>
                  <a:pt x="1242887" y="912706"/>
                  <a:pt x="1229293" y="899112"/>
                  <a:pt x="1229293" y="882343"/>
                </a:cubicBezTo>
                <a:cubicBezTo>
                  <a:pt x="1229293" y="865573"/>
                  <a:pt x="1242887" y="851979"/>
                  <a:pt x="1259656" y="851979"/>
                </a:cubicBezTo>
                <a:close/>
                <a:moveTo>
                  <a:pt x="1187102" y="851979"/>
                </a:moveTo>
                <a:cubicBezTo>
                  <a:pt x="1203871" y="851979"/>
                  <a:pt x="1217465" y="865573"/>
                  <a:pt x="1217465" y="882343"/>
                </a:cubicBezTo>
                <a:cubicBezTo>
                  <a:pt x="1217465" y="899112"/>
                  <a:pt x="1203871" y="912706"/>
                  <a:pt x="1187102" y="912706"/>
                </a:cubicBezTo>
                <a:cubicBezTo>
                  <a:pt x="1170332" y="912706"/>
                  <a:pt x="1156738" y="899112"/>
                  <a:pt x="1156738" y="882343"/>
                </a:cubicBezTo>
                <a:cubicBezTo>
                  <a:pt x="1156738" y="865573"/>
                  <a:pt x="1170332" y="851979"/>
                  <a:pt x="1187102" y="851979"/>
                </a:cubicBezTo>
                <a:close/>
                <a:moveTo>
                  <a:pt x="1114547" y="851979"/>
                </a:moveTo>
                <a:cubicBezTo>
                  <a:pt x="1131317" y="851979"/>
                  <a:pt x="1144911" y="865573"/>
                  <a:pt x="1144911" y="882343"/>
                </a:cubicBezTo>
                <a:cubicBezTo>
                  <a:pt x="1144911" y="899112"/>
                  <a:pt x="1131317" y="912706"/>
                  <a:pt x="1114547" y="912706"/>
                </a:cubicBezTo>
                <a:cubicBezTo>
                  <a:pt x="1097778" y="912706"/>
                  <a:pt x="1084184" y="899112"/>
                  <a:pt x="1084184" y="882343"/>
                </a:cubicBezTo>
                <a:cubicBezTo>
                  <a:pt x="1084184" y="865573"/>
                  <a:pt x="1097778" y="851979"/>
                  <a:pt x="1114547" y="851979"/>
                </a:cubicBezTo>
                <a:close/>
                <a:moveTo>
                  <a:pt x="1041993" y="851979"/>
                </a:moveTo>
                <a:cubicBezTo>
                  <a:pt x="1058762" y="851979"/>
                  <a:pt x="1072356" y="865573"/>
                  <a:pt x="1072356" y="882343"/>
                </a:cubicBezTo>
                <a:cubicBezTo>
                  <a:pt x="1072356" y="899112"/>
                  <a:pt x="1058762" y="912706"/>
                  <a:pt x="1041993" y="912706"/>
                </a:cubicBezTo>
                <a:cubicBezTo>
                  <a:pt x="1025223" y="912706"/>
                  <a:pt x="1011629" y="899112"/>
                  <a:pt x="1011629" y="882343"/>
                </a:cubicBezTo>
                <a:cubicBezTo>
                  <a:pt x="1011629" y="865573"/>
                  <a:pt x="1025223" y="851979"/>
                  <a:pt x="1041993" y="851979"/>
                </a:cubicBezTo>
                <a:close/>
                <a:moveTo>
                  <a:pt x="969438" y="851979"/>
                </a:moveTo>
                <a:cubicBezTo>
                  <a:pt x="986208" y="851979"/>
                  <a:pt x="999801" y="865573"/>
                  <a:pt x="999801" y="882343"/>
                </a:cubicBezTo>
                <a:cubicBezTo>
                  <a:pt x="999801" y="899112"/>
                  <a:pt x="986208" y="912706"/>
                  <a:pt x="969438" y="912706"/>
                </a:cubicBezTo>
                <a:cubicBezTo>
                  <a:pt x="952669" y="912706"/>
                  <a:pt x="939075" y="899112"/>
                  <a:pt x="939075" y="882343"/>
                </a:cubicBezTo>
                <a:cubicBezTo>
                  <a:pt x="939075" y="865573"/>
                  <a:pt x="952669" y="851979"/>
                  <a:pt x="969438" y="851979"/>
                </a:cubicBezTo>
                <a:close/>
                <a:moveTo>
                  <a:pt x="896883" y="851979"/>
                </a:moveTo>
                <a:cubicBezTo>
                  <a:pt x="913653" y="851979"/>
                  <a:pt x="927247" y="865573"/>
                  <a:pt x="927247" y="882343"/>
                </a:cubicBezTo>
                <a:cubicBezTo>
                  <a:pt x="927247" y="899112"/>
                  <a:pt x="913653" y="912706"/>
                  <a:pt x="896883" y="912706"/>
                </a:cubicBezTo>
                <a:cubicBezTo>
                  <a:pt x="880114" y="912706"/>
                  <a:pt x="866520" y="899112"/>
                  <a:pt x="866520" y="882343"/>
                </a:cubicBezTo>
                <a:cubicBezTo>
                  <a:pt x="866520" y="865573"/>
                  <a:pt x="880114" y="851979"/>
                  <a:pt x="896883" y="851979"/>
                </a:cubicBezTo>
                <a:close/>
                <a:moveTo>
                  <a:pt x="824329" y="851979"/>
                </a:moveTo>
                <a:cubicBezTo>
                  <a:pt x="841098" y="851979"/>
                  <a:pt x="854692" y="865573"/>
                  <a:pt x="854692" y="882343"/>
                </a:cubicBezTo>
                <a:cubicBezTo>
                  <a:pt x="854692" y="899112"/>
                  <a:pt x="841098" y="912706"/>
                  <a:pt x="824329" y="912706"/>
                </a:cubicBezTo>
                <a:cubicBezTo>
                  <a:pt x="807559" y="912706"/>
                  <a:pt x="793965" y="899112"/>
                  <a:pt x="793965" y="882343"/>
                </a:cubicBezTo>
                <a:cubicBezTo>
                  <a:pt x="793965" y="865573"/>
                  <a:pt x="807559" y="851979"/>
                  <a:pt x="824329" y="851979"/>
                </a:cubicBezTo>
                <a:close/>
                <a:moveTo>
                  <a:pt x="751774" y="851979"/>
                </a:moveTo>
                <a:cubicBezTo>
                  <a:pt x="768544" y="851979"/>
                  <a:pt x="782138" y="865573"/>
                  <a:pt x="782138" y="882343"/>
                </a:cubicBezTo>
                <a:cubicBezTo>
                  <a:pt x="782138" y="899112"/>
                  <a:pt x="768544" y="912706"/>
                  <a:pt x="751774" y="912706"/>
                </a:cubicBezTo>
                <a:cubicBezTo>
                  <a:pt x="735005" y="912706"/>
                  <a:pt x="721411" y="899112"/>
                  <a:pt x="721411" y="882343"/>
                </a:cubicBezTo>
                <a:cubicBezTo>
                  <a:pt x="721411" y="865573"/>
                  <a:pt x="735005" y="851979"/>
                  <a:pt x="751774" y="851979"/>
                </a:cubicBezTo>
                <a:close/>
                <a:moveTo>
                  <a:pt x="679220" y="851979"/>
                </a:moveTo>
                <a:cubicBezTo>
                  <a:pt x="695989" y="851979"/>
                  <a:pt x="709583" y="865573"/>
                  <a:pt x="709583" y="882343"/>
                </a:cubicBezTo>
                <a:cubicBezTo>
                  <a:pt x="709583" y="899112"/>
                  <a:pt x="695989" y="912706"/>
                  <a:pt x="679220" y="912706"/>
                </a:cubicBezTo>
                <a:cubicBezTo>
                  <a:pt x="662450" y="912706"/>
                  <a:pt x="648856" y="899112"/>
                  <a:pt x="648856" y="882343"/>
                </a:cubicBezTo>
                <a:cubicBezTo>
                  <a:pt x="648856" y="865573"/>
                  <a:pt x="662450" y="851979"/>
                  <a:pt x="679220" y="851979"/>
                </a:cubicBezTo>
                <a:close/>
                <a:moveTo>
                  <a:pt x="606665" y="851979"/>
                </a:moveTo>
                <a:cubicBezTo>
                  <a:pt x="623435" y="851979"/>
                  <a:pt x="637029" y="865573"/>
                  <a:pt x="637029" y="882343"/>
                </a:cubicBezTo>
                <a:cubicBezTo>
                  <a:pt x="637029" y="899112"/>
                  <a:pt x="623435" y="912706"/>
                  <a:pt x="606665" y="912706"/>
                </a:cubicBezTo>
                <a:cubicBezTo>
                  <a:pt x="589896" y="912706"/>
                  <a:pt x="576302" y="899112"/>
                  <a:pt x="576302" y="882343"/>
                </a:cubicBezTo>
                <a:cubicBezTo>
                  <a:pt x="576302" y="865573"/>
                  <a:pt x="589896" y="851979"/>
                  <a:pt x="606665" y="851979"/>
                </a:cubicBezTo>
                <a:close/>
                <a:moveTo>
                  <a:pt x="534111" y="851979"/>
                </a:moveTo>
                <a:cubicBezTo>
                  <a:pt x="550880" y="851979"/>
                  <a:pt x="564474" y="865573"/>
                  <a:pt x="564474" y="882343"/>
                </a:cubicBezTo>
                <a:cubicBezTo>
                  <a:pt x="564474" y="899112"/>
                  <a:pt x="550880" y="912706"/>
                  <a:pt x="534111" y="912706"/>
                </a:cubicBezTo>
                <a:cubicBezTo>
                  <a:pt x="517341" y="912706"/>
                  <a:pt x="503747" y="899112"/>
                  <a:pt x="503747" y="882343"/>
                </a:cubicBezTo>
                <a:cubicBezTo>
                  <a:pt x="503747" y="865573"/>
                  <a:pt x="517341" y="851979"/>
                  <a:pt x="534111" y="851979"/>
                </a:cubicBezTo>
                <a:close/>
                <a:moveTo>
                  <a:pt x="461556" y="851979"/>
                </a:moveTo>
                <a:cubicBezTo>
                  <a:pt x="478326" y="851979"/>
                  <a:pt x="491920" y="865573"/>
                  <a:pt x="491920" y="882343"/>
                </a:cubicBezTo>
                <a:cubicBezTo>
                  <a:pt x="491920" y="899112"/>
                  <a:pt x="478326" y="912706"/>
                  <a:pt x="461556" y="912706"/>
                </a:cubicBezTo>
                <a:cubicBezTo>
                  <a:pt x="444787" y="912706"/>
                  <a:pt x="431192" y="899112"/>
                  <a:pt x="431192" y="882343"/>
                </a:cubicBezTo>
                <a:cubicBezTo>
                  <a:pt x="431192" y="865573"/>
                  <a:pt x="444787" y="851979"/>
                  <a:pt x="461556" y="851979"/>
                </a:cubicBezTo>
                <a:close/>
                <a:moveTo>
                  <a:pt x="389002" y="851979"/>
                </a:moveTo>
                <a:cubicBezTo>
                  <a:pt x="405771" y="851979"/>
                  <a:pt x="419365" y="865573"/>
                  <a:pt x="419365" y="882343"/>
                </a:cubicBezTo>
                <a:cubicBezTo>
                  <a:pt x="419365" y="899112"/>
                  <a:pt x="405771" y="912706"/>
                  <a:pt x="389002" y="912706"/>
                </a:cubicBezTo>
                <a:cubicBezTo>
                  <a:pt x="372232" y="912706"/>
                  <a:pt x="358638" y="899112"/>
                  <a:pt x="358638" y="882343"/>
                </a:cubicBezTo>
                <a:cubicBezTo>
                  <a:pt x="358638" y="865573"/>
                  <a:pt x="372232" y="851979"/>
                  <a:pt x="389002" y="851979"/>
                </a:cubicBezTo>
                <a:close/>
                <a:moveTo>
                  <a:pt x="316447" y="851979"/>
                </a:moveTo>
                <a:cubicBezTo>
                  <a:pt x="333216" y="851979"/>
                  <a:pt x="346810" y="865573"/>
                  <a:pt x="346810" y="882343"/>
                </a:cubicBezTo>
                <a:cubicBezTo>
                  <a:pt x="346810" y="899112"/>
                  <a:pt x="333216" y="912706"/>
                  <a:pt x="316447" y="912706"/>
                </a:cubicBezTo>
                <a:cubicBezTo>
                  <a:pt x="299677" y="912706"/>
                  <a:pt x="286084" y="899112"/>
                  <a:pt x="286084" y="882343"/>
                </a:cubicBezTo>
                <a:cubicBezTo>
                  <a:pt x="286084" y="865573"/>
                  <a:pt x="299677" y="851979"/>
                  <a:pt x="316447" y="851979"/>
                </a:cubicBezTo>
                <a:close/>
                <a:moveTo>
                  <a:pt x="243892" y="851979"/>
                </a:moveTo>
                <a:cubicBezTo>
                  <a:pt x="260662" y="851979"/>
                  <a:pt x="274256" y="865573"/>
                  <a:pt x="274256" y="882343"/>
                </a:cubicBezTo>
                <a:cubicBezTo>
                  <a:pt x="274256" y="899112"/>
                  <a:pt x="260662" y="912706"/>
                  <a:pt x="243892" y="912706"/>
                </a:cubicBezTo>
                <a:cubicBezTo>
                  <a:pt x="227123" y="912706"/>
                  <a:pt x="213529" y="899112"/>
                  <a:pt x="213529" y="882343"/>
                </a:cubicBezTo>
                <a:cubicBezTo>
                  <a:pt x="213529" y="865573"/>
                  <a:pt x="227123" y="851979"/>
                  <a:pt x="243892" y="851979"/>
                </a:cubicBezTo>
                <a:close/>
                <a:moveTo>
                  <a:pt x="171339" y="851979"/>
                </a:moveTo>
                <a:cubicBezTo>
                  <a:pt x="188107" y="851979"/>
                  <a:pt x="201701" y="865573"/>
                  <a:pt x="201701" y="882343"/>
                </a:cubicBezTo>
                <a:cubicBezTo>
                  <a:pt x="201701" y="899112"/>
                  <a:pt x="188107" y="912706"/>
                  <a:pt x="171339" y="912706"/>
                </a:cubicBezTo>
                <a:cubicBezTo>
                  <a:pt x="154651" y="912706"/>
                  <a:pt x="141056" y="899112"/>
                  <a:pt x="141056" y="882343"/>
                </a:cubicBezTo>
                <a:cubicBezTo>
                  <a:pt x="141056" y="865573"/>
                  <a:pt x="154651" y="851979"/>
                  <a:pt x="171339" y="851979"/>
                </a:cubicBezTo>
                <a:close/>
                <a:moveTo>
                  <a:pt x="98877" y="851979"/>
                </a:moveTo>
                <a:cubicBezTo>
                  <a:pt x="115640" y="851979"/>
                  <a:pt x="129234" y="865573"/>
                  <a:pt x="129234" y="882343"/>
                </a:cubicBezTo>
                <a:cubicBezTo>
                  <a:pt x="129234" y="899112"/>
                  <a:pt x="115640" y="912706"/>
                  <a:pt x="98877" y="912706"/>
                </a:cubicBezTo>
                <a:cubicBezTo>
                  <a:pt x="82106" y="912706"/>
                  <a:pt x="68511" y="899112"/>
                  <a:pt x="68511" y="882343"/>
                </a:cubicBezTo>
                <a:cubicBezTo>
                  <a:pt x="68511" y="865573"/>
                  <a:pt x="82106" y="851979"/>
                  <a:pt x="98877" y="851979"/>
                </a:cubicBezTo>
                <a:close/>
                <a:moveTo>
                  <a:pt x="26322" y="851979"/>
                </a:moveTo>
                <a:cubicBezTo>
                  <a:pt x="43087" y="851979"/>
                  <a:pt x="56682" y="865573"/>
                  <a:pt x="56682" y="882343"/>
                </a:cubicBezTo>
                <a:cubicBezTo>
                  <a:pt x="56682" y="899112"/>
                  <a:pt x="43087" y="912706"/>
                  <a:pt x="26322" y="912706"/>
                </a:cubicBezTo>
                <a:cubicBezTo>
                  <a:pt x="17937" y="912706"/>
                  <a:pt x="10346" y="909308"/>
                  <a:pt x="4851" y="903813"/>
                </a:cubicBezTo>
                <a:lnTo>
                  <a:pt x="0" y="892101"/>
                </a:lnTo>
                <a:lnTo>
                  <a:pt x="0" y="872585"/>
                </a:lnTo>
                <a:lnTo>
                  <a:pt x="4851" y="860872"/>
                </a:lnTo>
                <a:cubicBezTo>
                  <a:pt x="10346" y="855378"/>
                  <a:pt x="17937" y="851979"/>
                  <a:pt x="26322" y="851979"/>
                </a:cubicBezTo>
                <a:close/>
                <a:moveTo>
                  <a:pt x="1622429" y="771528"/>
                </a:moveTo>
                <a:lnTo>
                  <a:pt x="1633158" y="773694"/>
                </a:lnTo>
                <a:lnTo>
                  <a:pt x="1618313" y="831424"/>
                </a:lnTo>
                <a:lnTo>
                  <a:pt x="1610610" y="829868"/>
                </a:lnTo>
                <a:cubicBezTo>
                  <a:pt x="1599712" y="825259"/>
                  <a:pt x="1592066" y="814469"/>
                  <a:pt x="1592066" y="801891"/>
                </a:cubicBezTo>
                <a:cubicBezTo>
                  <a:pt x="1592066" y="785122"/>
                  <a:pt x="1605659" y="771528"/>
                  <a:pt x="1622429" y="771528"/>
                </a:cubicBezTo>
                <a:close/>
                <a:moveTo>
                  <a:pt x="1549874" y="771528"/>
                </a:moveTo>
                <a:cubicBezTo>
                  <a:pt x="1566644" y="771528"/>
                  <a:pt x="1580238" y="785122"/>
                  <a:pt x="1580238" y="801891"/>
                </a:cubicBezTo>
                <a:cubicBezTo>
                  <a:pt x="1580238" y="818661"/>
                  <a:pt x="1566644" y="832255"/>
                  <a:pt x="1549874" y="832255"/>
                </a:cubicBezTo>
                <a:cubicBezTo>
                  <a:pt x="1533105" y="832255"/>
                  <a:pt x="1519511" y="818661"/>
                  <a:pt x="1519511" y="801891"/>
                </a:cubicBezTo>
                <a:cubicBezTo>
                  <a:pt x="1519511" y="785122"/>
                  <a:pt x="1533105" y="771528"/>
                  <a:pt x="1549874" y="771528"/>
                </a:cubicBezTo>
                <a:close/>
                <a:moveTo>
                  <a:pt x="1477320" y="771528"/>
                </a:moveTo>
                <a:cubicBezTo>
                  <a:pt x="1494089" y="771528"/>
                  <a:pt x="1507683" y="785122"/>
                  <a:pt x="1507683" y="801891"/>
                </a:cubicBezTo>
                <a:cubicBezTo>
                  <a:pt x="1507683" y="818661"/>
                  <a:pt x="1494089" y="832255"/>
                  <a:pt x="1477320" y="832255"/>
                </a:cubicBezTo>
                <a:cubicBezTo>
                  <a:pt x="1460550" y="832255"/>
                  <a:pt x="1446956" y="818661"/>
                  <a:pt x="1446956" y="801891"/>
                </a:cubicBezTo>
                <a:cubicBezTo>
                  <a:pt x="1446956" y="785122"/>
                  <a:pt x="1460550" y="771528"/>
                  <a:pt x="1477320" y="771528"/>
                </a:cubicBezTo>
                <a:close/>
                <a:moveTo>
                  <a:pt x="1404765" y="771528"/>
                </a:moveTo>
                <a:cubicBezTo>
                  <a:pt x="1421535" y="771528"/>
                  <a:pt x="1435129" y="785122"/>
                  <a:pt x="1435129" y="801891"/>
                </a:cubicBezTo>
                <a:cubicBezTo>
                  <a:pt x="1435129" y="818661"/>
                  <a:pt x="1421535" y="832255"/>
                  <a:pt x="1404765" y="832255"/>
                </a:cubicBezTo>
                <a:cubicBezTo>
                  <a:pt x="1387996" y="832255"/>
                  <a:pt x="1374402" y="818661"/>
                  <a:pt x="1374402" y="801891"/>
                </a:cubicBezTo>
                <a:cubicBezTo>
                  <a:pt x="1374402" y="785122"/>
                  <a:pt x="1387996" y="771528"/>
                  <a:pt x="1404765" y="771528"/>
                </a:cubicBezTo>
                <a:close/>
                <a:moveTo>
                  <a:pt x="1332211" y="771528"/>
                </a:moveTo>
                <a:cubicBezTo>
                  <a:pt x="1348980" y="771528"/>
                  <a:pt x="1362574" y="785122"/>
                  <a:pt x="1362574" y="801891"/>
                </a:cubicBezTo>
                <a:cubicBezTo>
                  <a:pt x="1362574" y="818661"/>
                  <a:pt x="1348980" y="832255"/>
                  <a:pt x="1332211" y="832255"/>
                </a:cubicBezTo>
                <a:cubicBezTo>
                  <a:pt x="1315441" y="832255"/>
                  <a:pt x="1301847" y="818661"/>
                  <a:pt x="1301847" y="801891"/>
                </a:cubicBezTo>
                <a:cubicBezTo>
                  <a:pt x="1301847" y="785122"/>
                  <a:pt x="1315441" y="771528"/>
                  <a:pt x="1332211" y="771528"/>
                </a:cubicBezTo>
                <a:close/>
                <a:moveTo>
                  <a:pt x="1259656" y="771528"/>
                </a:moveTo>
                <a:cubicBezTo>
                  <a:pt x="1276426" y="771528"/>
                  <a:pt x="1290020" y="785122"/>
                  <a:pt x="1290020" y="801891"/>
                </a:cubicBezTo>
                <a:cubicBezTo>
                  <a:pt x="1290020" y="818661"/>
                  <a:pt x="1276426" y="832255"/>
                  <a:pt x="1259656" y="832255"/>
                </a:cubicBezTo>
                <a:cubicBezTo>
                  <a:pt x="1242887" y="832255"/>
                  <a:pt x="1229293" y="818661"/>
                  <a:pt x="1229293" y="801891"/>
                </a:cubicBezTo>
                <a:cubicBezTo>
                  <a:pt x="1229293" y="785122"/>
                  <a:pt x="1242887" y="771528"/>
                  <a:pt x="1259656" y="771528"/>
                </a:cubicBezTo>
                <a:close/>
                <a:moveTo>
                  <a:pt x="1187102" y="771528"/>
                </a:moveTo>
                <a:cubicBezTo>
                  <a:pt x="1203871" y="771528"/>
                  <a:pt x="1217465" y="785122"/>
                  <a:pt x="1217465" y="801891"/>
                </a:cubicBezTo>
                <a:cubicBezTo>
                  <a:pt x="1217465" y="818661"/>
                  <a:pt x="1203871" y="832255"/>
                  <a:pt x="1187102" y="832255"/>
                </a:cubicBezTo>
                <a:cubicBezTo>
                  <a:pt x="1170332" y="832255"/>
                  <a:pt x="1156738" y="818661"/>
                  <a:pt x="1156738" y="801891"/>
                </a:cubicBezTo>
                <a:cubicBezTo>
                  <a:pt x="1156738" y="785122"/>
                  <a:pt x="1170332" y="771528"/>
                  <a:pt x="1187102" y="771528"/>
                </a:cubicBezTo>
                <a:close/>
                <a:moveTo>
                  <a:pt x="1114547" y="771528"/>
                </a:moveTo>
                <a:cubicBezTo>
                  <a:pt x="1131317" y="771528"/>
                  <a:pt x="1144911" y="785122"/>
                  <a:pt x="1144911" y="801891"/>
                </a:cubicBezTo>
                <a:cubicBezTo>
                  <a:pt x="1144911" y="818661"/>
                  <a:pt x="1131317" y="832255"/>
                  <a:pt x="1114547" y="832255"/>
                </a:cubicBezTo>
                <a:cubicBezTo>
                  <a:pt x="1097778" y="832255"/>
                  <a:pt x="1084184" y="818661"/>
                  <a:pt x="1084184" y="801891"/>
                </a:cubicBezTo>
                <a:cubicBezTo>
                  <a:pt x="1084184" y="785122"/>
                  <a:pt x="1097778" y="771528"/>
                  <a:pt x="1114547" y="771528"/>
                </a:cubicBezTo>
                <a:close/>
                <a:moveTo>
                  <a:pt x="1041993" y="771528"/>
                </a:moveTo>
                <a:cubicBezTo>
                  <a:pt x="1058762" y="771528"/>
                  <a:pt x="1072356" y="785122"/>
                  <a:pt x="1072356" y="801891"/>
                </a:cubicBezTo>
                <a:cubicBezTo>
                  <a:pt x="1072356" y="818661"/>
                  <a:pt x="1058762" y="832255"/>
                  <a:pt x="1041993" y="832255"/>
                </a:cubicBezTo>
                <a:cubicBezTo>
                  <a:pt x="1025223" y="832255"/>
                  <a:pt x="1011629" y="818661"/>
                  <a:pt x="1011629" y="801891"/>
                </a:cubicBezTo>
                <a:cubicBezTo>
                  <a:pt x="1011629" y="785122"/>
                  <a:pt x="1025223" y="771528"/>
                  <a:pt x="1041993" y="771528"/>
                </a:cubicBezTo>
                <a:close/>
                <a:moveTo>
                  <a:pt x="969438" y="771528"/>
                </a:moveTo>
                <a:cubicBezTo>
                  <a:pt x="986208" y="771528"/>
                  <a:pt x="999801" y="785122"/>
                  <a:pt x="999801" y="801891"/>
                </a:cubicBezTo>
                <a:cubicBezTo>
                  <a:pt x="999801" y="818661"/>
                  <a:pt x="986208" y="832255"/>
                  <a:pt x="969438" y="832255"/>
                </a:cubicBezTo>
                <a:cubicBezTo>
                  <a:pt x="952669" y="832255"/>
                  <a:pt x="939075" y="818661"/>
                  <a:pt x="939075" y="801891"/>
                </a:cubicBezTo>
                <a:cubicBezTo>
                  <a:pt x="939075" y="785122"/>
                  <a:pt x="952669" y="771528"/>
                  <a:pt x="969438" y="771528"/>
                </a:cubicBezTo>
                <a:close/>
                <a:moveTo>
                  <a:pt x="896883" y="771528"/>
                </a:moveTo>
                <a:cubicBezTo>
                  <a:pt x="913653" y="771528"/>
                  <a:pt x="927247" y="785122"/>
                  <a:pt x="927247" y="801891"/>
                </a:cubicBezTo>
                <a:cubicBezTo>
                  <a:pt x="927247" y="818661"/>
                  <a:pt x="913653" y="832255"/>
                  <a:pt x="896883" y="832255"/>
                </a:cubicBezTo>
                <a:cubicBezTo>
                  <a:pt x="880114" y="832255"/>
                  <a:pt x="866520" y="818661"/>
                  <a:pt x="866520" y="801891"/>
                </a:cubicBezTo>
                <a:cubicBezTo>
                  <a:pt x="866520" y="785122"/>
                  <a:pt x="880114" y="771528"/>
                  <a:pt x="896883" y="771528"/>
                </a:cubicBezTo>
                <a:close/>
                <a:moveTo>
                  <a:pt x="824329" y="771528"/>
                </a:moveTo>
                <a:cubicBezTo>
                  <a:pt x="841098" y="771528"/>
                  <a:pt x="854692" y="785122"/>
                  <a:pt x="854692" y="801891"/>
                </a:cubicBezTo>
                <a:cubicBezTo>
                  <a:pt x="854692" y="818661"/>
                  <a:pt x="841098" y="832255"/>
                  <a:pt x="824329" y="832255"/>
                </a:cubicBezTo>
                <a:cubicBezTo>
                  <a:pt x="807559" y="832255"/>
                  <a:pt x="793965" y="818661"/>
                  <a:pt x="793965" y="801891"/>
                </a:cubicBezTo>
                <a:cubicBezTo>
                  <a:pt x="793965" y="785122"/>
                  <a:pt x="807559" y="771528"/>
                  <a:pt x="824329" y="771528"/>
                </a:cubicBezTo>
                <a:close/>
                <a:moveTo>
                  <a:pt x="751774" y="771528"/>
                </a:moveTo>
                <a:cubicBezTo>
                  <a:pt x="768544" y="771528"/>
                  <a:pt x="782138" y="785122"/>
                  <a:pt x="782138" y="801891"/>
                </a:cubicBezTo>
                <a:cubicBezTo>
                  <a:pt x="782138" y="818661"/>
                  <a:pt x="768544" y="832255"/>
                  <a:pt x="751774" y="832255"/>
                </a:cubicBezTo>
                <a:cubicBezTo>
                  <a:pt x="735005" y="832255"/>
                  <a:pt x="721411" y="818661"/>
                  <a:pt x="721411" y="801891"/>
                </a:cubicBezTo>
                <a:cubicBezTo>
                  <a:pt x="721411" y="785122"/>
                  <a:pt x="735005" y="771528"/>
                  <a:pt x="751774" y="771528"/>
                </a:cubicBezTo>
                <a:close/>
                <a:moveTo>
                  <a:pt x="679220" y="771528"/>
                </a:moveTo>
                <a:cubicBezTo>
                  <a:pt x="695989" y="771528"/>
                  <a:pt x="709583" y="785122"/>
                  <a:pt x="709583" y="801891"/>
                </a:cubicBezTo>
                <a:cubicBezTo>
                  <a:pt x="709583" y="818661"/>
                  <a:pt x="695989" y="832255"/>
                  <a:pt x="679220" y="832255"/>
                </a:cubicBezTo>
                <a:cubicBezTo>
                  <a:pt x="662450" y="832255"/>
                  <a:pt x="648856" y="818661"/>
                  <a:pt x="648856" y="801891"/>
                </a:cubicBezTo>
                <a:cubicBezTo>
                  <a:pt x="648856" y="785122"/>
                  <a:pt x="662450" y="771528"/>
                  <a:pt x="679220" y="771528"/>
                </a:cubicBezTo>
                <a:close/>
                <a:moveTo>
                  <a:pt x="606665" y="771528"/>
                </a:moveTo>
                <a:cubicBezTo>
                  <a:pt x="623435" y="771528"/>
                  <a:pt x="637029" y="785122"/>
                  <a:pt x="637029" y="801891"/>
                </a:cubicBezTo>
                <a:cubicBezTo>
                  <a:pt x="637029" y="818661"/>
                  <a:pt x="623435" y="832255"/>
                  <a:pt x="606665" y="832255"/>
                </a:cubicBezTo>
                <a:cubicBezTo>
                  <a:pt x="589896" y="832255"/>
                  <a:pt x="576302" y="818661"/>
                  <a:pt x="576302" y="801891"/>
                </a:cubicBezTo>
                <a:cubicBezTo>
                  <a:pt x="576302" y="785122"/>
                  <a:pt x="589896" y="771528"/>
                  <a:pt x="606665" y="771528"/>
                </a:cubicBezTo>
                <a:close/>
                <a:moveTo>
                  <a:pt x="534111" y="771528"/>
                </a:moveTo>
                <a:cubicBezTo>
                  <a:pt x="550880" y="771528"/>
                  <a:pt x="564474" y="785122"/>
                  <a:pt x="564474" y="801891"/>
                </a:cubicBezTo>
                <a:cubicBezTo>
                  <a:pt x="564474" y="818661"/>
                  <a:pt x="550880" y="832255"/>
                  <a:pt x="534111" y="832255"/>
                </a:cubicBezTo>
                <a:cubicBezTo>
                  <a:pt x="517341" y="832255"/>
                  <a:pt x="503747" y="818661"/>
                  <a:pt x="503747" y="801891"/>
                </a:cubicBezTo>
                <a:cubicBezTo>
                  <a:pt x="503747" y="785122"/>
                  <a:pt x="517341" y="771528"/>
                  <a:pt x="534111" y="771528"/>
                </a:cubicBezTo>
                <a:close/>
                <a:moveTo>
                  <a:pt x="461556" y="771528"/>
                </a:moveTo>
                <a:cubicBezTo>
                  <a:pt x="478326" y="771528"/>
                  <a:pt x="491920" y="785122"/>
                  <a:pt x="491920" y="801891"/>
                </a:cubicBezTo>
                <a:cubicBezTo>
                  <a:pt x="491920" y="818661"/>
                  <a:pt x="478326" y="832255"/>
                  <a:pt x="461556" y="832255"/>
                </a:cubicBezTo>
                <a:cubicBezTo>
                  <a:pt x="444787" y="832255"/>
                  <a:pt x="431192" y="818661"/>
                  <a:pt x="431192" y="801891"/>
                </a:cubicBezTo>
                <a:cubicBezTo>
                  <a:pt x="431192" y="785122"/>
                  <a:pt x="444787" y="771528"/>
                  <a:pt x="461556" y="771528"/>
                </a:cubicBezTo>
                <a:close/>
                <a:moveTo>
                  <a:pt x="389002" y="771528"/>
                </a:moveTo>
                <a:cubicBezTo>
                  <a:pt x="405771" y="771528"/>
                  <a:pt x="419365" y="785122"/>
                  <a:pt x="419365" y="801891"/>
                </a:cubicBezTo>
                <a:cubicBezTo>
                  <a:pt x="419365" y="818661"/>
                  <a:pt x="405771" y="832255"/>
                  <a:pt x="389002" y="832255"/>
                </a:cubicBezTo>
                <a:cubicBezTo>
                  <a:pt x="372232" y="832255"/>
                  <a:pt x="358638" y="818661"/>
                  <a:pt x="358638" y="801891"/>
                </a:cubicBezTo>
                <a:cubicBezTo>
                  <a:pt x="358638" y="785122"/>
                  <a:pt x="372232" y="771528"/>
                  <a:pt x="389002" y="771528"/>
                </a:cubicBezTo>
                <a:close/>
                <a:moveTo>
                  <a:pt x="316447" y="771528"/>
                </a:moveTo>
                <a:cubicBezTo>
                  <a:pt x="333216" y="771528"/>
                  <a:pt x="346810" y="785122"/>
                  <a:pt x="346810" y="801891"/>
                </a:cubicBezTo>
                <a:cubicBezTo>
                  <a:pt x="346810" y="818661"/>
                  <a:pt x="333216" y="832255"/>
                  <a:pt x="316447" y="832255"/>
                </a:cubicBezTo>
                <a:cubicBezTo>
                  <a:pt x="299677" y="832255"/>
                  <a:pt x="286084" y="818661"/>
                  <a:pt x="286084" y="801891"/>
                </a:cubicBezTo>
                <a:cubicBezTo>
                  <a:pt x="286084" y="785122"/>
                  <a:pt x="299677" y="771528"/>
                  <a:pt x="316447" y="771528"/>
                </a:cubicBezTo>
                <a:close/>
                <a:moveTo>
                  <a:pt x="243892" y="771528"/>
                </a:moveTo>
                <a:cubicBezTo>
                  <a:pt x="260662" y="771528"/>
                  <a:pt x="274256" y="785122"/>
                  <a:pt x="274256" y="801891"/>
                </a:cubicBezTo>
                <a:cubicBezTo>
                  <a:pt x="274256" y="818661"/>
                  <a:pt x="260662" y="832255"/>
                  <a:pt x="243892" y="832255"/>
                </a:cubicBezTo>
                <a:cubicBezTo>
                  <a:pt x="227123" y="832255"/>
                  <a:pt x="213529" y="818661"/>
                  <a:pt x="213529" y="801891"/>
                </a:cubicBezTo>
                <a:cubicBezTo>
                  <a:pt x="213529" y="785122"/>
                  <a:pt x="227123" y="771528"/>
                  <a:pt x="243892" y="771528"/>
                </a:cubicBezTo>
                <a:close/>
                <a:moveTo>
                  <a:pt x="171339" y="771528"/>
                </a:moveTo>
                <a:cubicBezTo>
                  <a:pt x="188107" y="771528"/>
                  <a:pt x="201701" y="785122"/>
                  <a:pt x="201701" y="801891"/>
                </a:cubicBezTo>
                <a:cubicBezTo>
                  <a:pt x="201701" y="818661"/>
                  <a:pt x="188107" y="832255"/>
                  <a:pt x="171339" y="832255"/>
                </a:cubicBezTo>
                <a:cubicBezTo>
                  <a:pt x="154656" y="832255"/>
                  <a:pt x="141062" y="818661"/>
                  <a:pt x="141062" y="801891"/>
                </a:cubicBezTo>
                <a:cubicBezTo>
                  <a:pt x="141062" y="785122"/>
                  <a:pt x="154656" y="771528"/>
                  <a:pt x="171339" y="771528"/>
                </a:cubicBezTo>
                <a:close/>
                <a:moveTo>
                  <a:pt x="98884" y="771528"/>
                </a:moveTo>
                <a:cubicBezTo>
                  <a:pt x="115646" y="771528"/>
                  <a:pt x="129240" y="785122"/>
                  <a:pt x="129240" y="801891"/>
                </a:cubicBezTo>
                <a:cubicBezTo>
                  <a:pt x="129240" y="818661"/>
                  <a:pt x="115646" y="832255"/>
                  <a:pt x="98884" y="832255"/>
                </a:cubicBezTo>
                <a:cubicBezTo>
                  <a:pt x="82112" y="832255"/>
                  <a:pt x="68517" y="818661"/>
                  <a:pt x="68517" y="801891"/>
                </a:cubicBezTo>
                <a:cubicBezTo>
                  <a:pt x="68517" y="785122"/>
                  <a:pt x="82112" y="771528"/>
                  <a:pt x="98884" y="771528"/>
                </a:cubicBezTo>
                <a:close/>
                <a:moveTo>
                  <a:pt x="26329" y="771528"/>
                </a:moveTo>
                <a:cubicBezTo>
                  <a:pt x="43093" y="771528"/>
                  <a:pt x="56688" y="785122"/>
                  <a:pt x="56688" y="801891"/>
                </a:cubicBezTo>
                <a:cubicBezTo>
                  <a:pt x="56688" y="818661"/>
                  <a:pt x="43093" y="832255"/>
                  <a:pt x="26329" y="832255"/>
                </a:cubicBezTo>
                <a:cubicBezTo>
                  <a:pt x="17944" y="832255"/>
                  <a:pt x="10353" y="828857"/>
                  <a:pt x="4858" y="823362"/>
                </a:cubicBezTo>
                <a:lnTo>
                  <a:pt x="0" y="811633"/>
                </a:lnTo>
                <a:lnTo>
                  <a:pt x="0" y="792150"/>
                </a:lnTo>
                <a:lnTo>
                  <a:pt x="4858" y="780421"/>
                </a:lnTo>
                <a:cubicBezTo>
                  <a:pt x="10353" y="774927"/>
                  <a:pt x="17944" y="771528"/>
                  <a:pt x="26329" y="771528"/>
                </a:cubicBezTo>
                <a:close/>
                <a:moveTo>
                  <a:pt x="1622429" y="691076"/>
                </a:moveTo>
                <a:cubicBezTo>
                  <a:pt x="1630814" y="691076"/>
                  <a:pt x="1638404" y="694475"/>
                  <a:pt x="1643899" y="699969"/>
                </a:cubicBezTo>
                <a:lnTo>
                  <a:pt x="1647739" y="709237"/>
                </a:lnTo>
                <a:lnTo>
                  <a:pt x="1644828" y="728305"/>
                </a:lnTo>
                <a:lnTo>
                  <a:pt x="1640480" y="745215"/>
                </a:lnTo>
                <a:lnTo>
                  <a:pt x="1634248" y="749417"/>
                </a:lnTo>
                <a:cubicBezTo>
                  <a:pt x="1630615" y="750953"/>
                  <a:pt x="1626621" y="751803"/>
                  <a:pt x="1622429" y="751803"/>
                </a:cubicBezTo>
                <a:cubicBezTo>
                  <a:pt x="1605659" y="751803"/>
                  <a:pt x="1592066" y="738209"/>
                  <a:pt x="1592066" y="721440"/>
                </a:cubicBezTo>
                <a:cubicBezTo>
                  <a:pt x="1592066" y="704670"/>
                  <a:pt x="1605659" y="691076"/>
                  <a:pt x="1622429" y="691076"/>
                </a:cubicBezTo>
                <a:close/>
                <a:moveTo>
                  <a:pt x="1549874" y="691076"/>
                </a:moveTo>
                <a:cubicBezTo>
                  <a:pt x="1566644" y="691076"/>
                  <a:pt x="1580238" y="704670"/>
                  <a:pt x="1580238" y="721440"/>
                </a:cubicBezTo>
                <a:cubicBezTo>
                  <a:pt x="1580238" y="738209"/>
                  <a:pt x="1566644" y="751803"/>
                  <a:pt x="1549874" y="751803"/>
                </a:cubicBezTo>
                <a:cubicBezTo>
                  <a:pt x="1533105" y="751803"/>
                  <a:pt x="1519511" y="738209"/>
                  <a:pt x="1519511" y="721440"/>
                </a:cubicBezTo>
                <a:cubicBezTo>
                  <a:pt x="1519511" y="704670"/>
                  <a:pt x="1533105" y="691076"/>
                  <a:pt x="1549874" y="691076"/>
                </a:cubicBezTo>
                <a:close/>
                <a:moveTo>
                  <a:pt x="1477320" y="691076"/>
                </a:moveTo>
                <a:cubicBezTo>
                  <a:pt x="1494089" y="691076"/>
                  <a:pt x="1507683" y="704670"/>
                  <a:pt x="1507683" y="721440"/>
                </a:cubicBezTo>
                <a:cubicBezTo>
                  <a:pt x="1507683" y="738209"/>
                  <a:pt x="1494089" y="751803"/>
                  <a:pt x="1477320" y="751803"/>
                </a:cubicBezTo>
                <a:cubicBezTo>
                  <a:pt x="1460550" y="751803"/>
                  <a:pt x="1446956" y="738209"/>
                  <a:pt x="1446956" y="721440"/>
                </a:cubicBezTo>
                <a:cubicBezTo>
                  <a:pt x="1446956" y="704670"/>
                  <a:pt x="1460550" y="691076"/>
                  <a:pt x="1477320" y="691076"/>
                </a:cubicBezTo>
                <a:close/>
                <a:moveTo>
                  <a:pt x="1404765" y="691076"/>
                </a:moveTo>
                <a:cubicBezTo>
                  <a:pt x="1421535" y="691076"/>
                  <a:pt x="1435129" y="704670"/>
                  <a:pt x="1435129" y="721440"/>
                </a:cubicBezTo>
                <a:cubicBezTo>
                  <a:pt x="1435129" y="738209"/>
                  <a:pt x="1421535" y="751803"/>
                  <a:pt x="1404765" y="751803"/>
                </a:cubicBezTo>
                <a:cubicBezTo>
                  <a:pt x="1387996" y="751803"/>
                  <a:pt x="1374402" y="738209"/>
                  <a:pt x="1374402" y="721440"/>
                </a:cubicBezTo>
                <a:cubicBezTo>
                  <a:pt x="1374402" y="704670"/>
                  <a:pt x="1387996" y="691076"/>
                  <a:pt x="1404765" y="691076"/>
                </a:cubicBezTo>
                <a:close/>
                <a:moveTo>
                  <a:pt x="1332211" y="691076"/>
                </a:moveTo>
                <a:cubicBezTo>
                  <a:pt x="1348980" y="691076"/>
                  <a:pt x="1362574" y="704670"/>
                  <a:pt x="1362574" y="721440"/>
                </a:cubicBezTo>
                <a:cubicBezTo>
                  <a:pt x="1362574" y="738209"/>
                  <a:pt x="1348980" y="751803"/>
                  <a:pt x="1332211" y="751803"/>
                </a:cubicBezTo>
                <a:cubicBezTo>
                  <a:pt x="1315441" y="751803"/>
                  <a:pt x="1301847" y="738209"/>
                  <a:pt x="1301847" y="721440"/>
                </a:cubicBezTo>
                <a:cubicBezTo>
                  <a:pt x="1301847" y="704670"/>
                  <a:pt x="1315441" y="691076"/>
                  <a:pt x="1332211" y="691076"/>
                </a:cubicBezTo>
                <a:close/>
                <a:moveTo>
                  <a:pt x="1259656" y="691076"/>
                </a:moveTo>
                <a:cubicBezTo>
                  <a:pt x="1276426" y="691076"/>
                  <a:pt x="1290020" y="704670"/>
                  <a:pt x="1290020" y="721440"/>
                </a:cubicBezTo>
                <a:cubicBezTo>
                  <a:pt x="1290020" y="738209"/>
                  <a:pt x="1276426" y="751803"/>
                  <a:pt x="1259656" y="751803"/>
                </a:cubicBezTo>
                <a:cubicBezTo>
                  <a:pt x="1242887" y="751803"/>
                  <a:pt x="1229293" y="738209"/>
                  <a:pt x="1229293" y="721440"/>
                </a:cubicBezTo>
                <a:cubicBezTo>
                  <a:pt x="1229293" y="704670"/>
                  <a:pt x="1242887" y="691076"/>
                  <a:pt x="1259656" y="691076"/>
                </a:cubicBezTo>
                <a:close/>
                <a:moveTo>
                  <a:pt x="1187102" y="691076"/>
                </a:moveTo>
                <a:cubicBezTo>
                  <a:pt x="1203871" y="691076"/>
                  <a:pt x="1217465" y="704670"/>
                  <a:pt x="1217465" y="721440"/>
                </a:cubicBezTo>
                <a:cubicBezTo>
                  <a:pt x="1217465" y="738209"/>
                  <a:pt x="1203871" y="751803"/>
                  <a:pt x="1187102" y="751803"/>
                </a:cubicBezTo>
                <a:cubicBezTo>
                  <a:pt x="1170332" y="751803"/>
                  <a:pt x="1156738" y="738209"/>
                  <a:pt x="1156738" y="721440"/>
                </a:cubicBezTo>
                <a:cubicBezTo>
                  <a:pt x="1156738" y="704670"/>
                  <a:pt x="1170332" y="691076"/>
                  <a:pt x="1187102" y="691076"/>
                </a:cubicBezTo>
                <a:close/>
                <a:moveTo>
                  <a:pt x="1114547" y="691076"/>
                </a:moveTo>
                <a:cubicBezTo>
                  <a:pt x="1131317" y="691076"/>
                  <a:pt x="1144911" y="704670"/>
                  <a:pt x="1144911" y="721440"/>
                </a:cubicBezTo>
                <a:cubicBezTo>
                  <a:pt x="1144911" y="738209"/>
                  <a:pt x="1131317" y="751803"/>
                  <a:pt x="1114547" y="751803"/>
                </a:cubicBezTo>
                <a:cubicBezTo>
                  <a:pt x="1097778" y="751803"/>
                  <a:pt x="1084184" y="738209"/>
                  <a:pt x="1084184" y="721440"/>
                </a:cubicBezTo>
                <a:cubicBezTo>
                  <a:pt x="1084184" y="704670"/>
                  <a:pt x="1097778" y="691076"/>
                  <a:pt x="1114547" y="691076"/>
                </a:cubicBezTo>
                <a:close/>
                <a:moveTo>
                  <a:pt x="1041993" y="691076"/>
                </a:moveTo>
                <a:cubicBezTo>
                  <a:pt x="1058762" y="691076"/>
                  <a:pt x="1072356" y="704670"/>
                  <a:pt x="1072356" y="721440"/>
                </a:cubicBezTo>
                <a:cubicBezTo>
                  <a:pt x="1072356" y="738209"/>
                  <a:pt x="1058762" y="751803"/>
                  <a:pt x="1041993" y="751803"/>
                </a:cubicBezTo>
                <a:cubicBezTo>
                  <a:pt x="1025223" y="751803"/>
                  <a:pt x="1011629" y="738209"/>
                  <a:pt x="1011629" y="721440"/>
                </a:cubicBezTo>
                <a:cubicBezTo>
                  <a:pt x="1011629" y="704670"/>
                  <a:pt x="1025223" y="691076"/>
                  <a:pt x="1041993" y="691076"/>
                </a:cubicBezTo>
                <a:close/>
                <a:moveTo>
                  <a:pt x="969438" y="691076"/>
                </a:moveTo>
                <a:cubicBezTo>
                  <a:pt x="986208" y="691076"/>
                  <a:pt x="999801" y="704670"/>
                  <a:pt x="999801" y="721440"/>
                </a:cubicBezTo>
                <a:cubicBezTo>
                  <a:pt x="999801" y="738209"/>
                  <a:pt x="986208" y="751803"/>
                  <a:pt x="969438" y="751803"/>
                </a:cubicBezTo>
                <a:cubicBezTo>
                  <a:pt x="952669" y="751803"/>
                  <a:pt x="939075" y="738209"/>
                  <a:pt x="939075" y="721440"/>
                </a:cubicBezTo>
                <a:cubicBezTo>
                  <a:pt x="939075" y="704670"/>
                  <a:pt x="952669" y="691076"/>
                  <a:pt x="969438" y="691076"/>
                </a:cubicBezTo>
                <a:close/>
                <a:moveTo>
                  <a:pt x="896883" y="691076"/>
                </a:moveTo>
                <a:cubicBezTo>
                  <a:pt x="913653" y="691076"/>
                  <a:pt x="927247" y="704670"/>
                  <a:pt x="927247" y="721440"/>
                </a:cubicBezTo>
                <a:cubicBezTo>
                  <a:pt x="927247" y="738209"/>
                  <a:pt x="913653" y="751803"/>
                  <a:pt x="896883" y="751803"/>
                </a:cubicBezTo>
                <a:cubicBezTo>
                  <a:pt x="880114" y="751803"/>
                  <a:pt x="866520" y="738209"/>
                  <a:pt x="866520" y="721440"/>
                </a:cubicBezTo>
                <a:cubicBezTo>
                  <a:pt x="866520" y="704670"/>
                  <a:pt x="880114" y="691076"/>
                  <a:pt x="896883" y="691076"/>
                </a:cubicBezTo>
                <a:close/>
                <a:moveTo>
                  <a:pt x="824329" y="691076"/>
                </a:moveTo>
                <a:cubicBezTo>
                  <a:pt x="841098" y="691076"/>
                  <a:pt x="854692" y="704670"/>
                  <a:pt x="854692" y="721440"/>
                </a:cubicBezTo>
                <a:cubicBezTo>
                  <a:pt x="854692" y="738209"/>
                  <a:pt x="841098" y="751803"/>
                  <a:pt x="824329" y="751803"/>
                </a:cubicBezTo>
                <a:cubicBezTo>
                  <a:pt x="807559" y="751803"/>
                  <a:pt x="793965" y="738209"/>
                  <a:pt x="793965" y="721440"/>
                </a:cubicBezTo>
                <a:cubicBezTo>
                  <a:pt x="793965" y="704670"/>
                  <a:pt x="807559" y="691076"/>
                  <a:pt x="824329" y="691076"/>
                </a:cubicBezTo>
                <a:close/>
                <a:moveTo>
                  <a:pt x="751774" y="691076"/>
                </a:moveTo>
                <a:cubicBezTo>
                  <a:pt x="768544" y="691076"/>
                  <a:pt x="782138" y="704670"/>
                  <a:pt x="782138" y="721440"/>
                </a:cubicBezTo>
                <a:cubicBezTo>
                  <a:pt x="782138" y="738209"/>
                  <a:pt x="768544" y="751803"/>
                  <a:pt x="751774" y="751803"/>
                </a:cubicBezTo>
                <a:cubicBezTo>
                  <a:pt x="735005" y="751803"/>
                  <a:pt x="721411" y="738209"/>
                  <a:pt x="721411" y="721440"/>
                </a:cubicBezTo>
                <a:cubicBezTo>
                  <a:pt x="721411" y="704670"/>
                  <a:pt x="735005" y="691076"/>
                  <a:pt x="751774" y="691076"/>
                </a:cubicBezTo>
                <a:close/>
                <a:moveTo>
                  <a:pt x="679220" y="691076"/>
                </a:moveTo>
                <a:cubicBezTo>
                  <a:pt x="695989" y="691076"/>
                  <a:pt x="709583" y="704670"/>
                  <a:pt x="709583" y="721440"/>
                </a:cubicBezTo>
                <a:cubicBezTo>
                  <a:pt x="709583" y="738209"/>
                  <a:pt x="695989" y="751803"/>
                  <a:pt x="679220" y="751803"/>
                </a:cubicBezTo>
                <a:cubicBezTo>
                  <a:pt x="662450" y="751803"/>
                  <a:pt x="648856" y="738209"/>
                  <a:pt x="648856" y="721440"/>
                </a:cubicBezTo>
                <a:cubicBezTo>
                  <a:pt x="648856" y="704670"/>
                  <a:pt x="662450" y="691076"/>
                  <a:pt x="679220" y="691076"/>
                </a:cubicBezTo>
                <a:close/>
                <a:moveTo>
                  <a:pt x="606665" y="691076"/>
                </a:moveTo>
                <a:cubicBezTo>
                  <a:pt x="623435" y="691076"/>
                  <a:pt x="637029" y="704670"/>
                  <a:pt x="637029" y="721440"/>
                </a:cubicBezTo>
                <a:cubicBezTo>
                  <a:pt x="637029" y="738209"/>
                  <a:pt x="623435" y="751803"/>
                  <a:pt x="606665" y="751803"/>
                </a:cubicBezTo>
                <a:cubicBezTo>
                  <a:pt x="589896" y="751803"/>
                  <a:pt x="576302" y="738209"/>
                  <a:pt x="576302" y="721440"/>
                </a:cubicBezTo>
                <a:cubicBezTo>
                  <a:pt x="576302" y="704670"/>
                  <a:pt x="589896" y="691076"/>
                  <a:pt x="606665" y="691076"/>
                </a:cubicBezTo>
                <a:close/>
                <a:moveTo>
                  <a:pt x="534111" y="691076"/>
                </a:moveTo>
                <a:cubicBezTo>
                  <a:pt x="550880" y="691076"/>
                  <a:pt x="564474" y="704670"/>
                  <a:pt x="564474" y="721440"/>
                </a:cubicBezTo>
                <a:cubicBezTo>
                  <a:pt x="564474" y="738209"/>
                  <a:pt x="550880" y="751803"/>
                  <a:pt x="534111" y="751803"/>
                </a:cubicBezTo>
                <a:cubicBezTo>
                  <a:pt x="517341" y="751803"/>
                  <a:pt x="503747" y="738209"/>
                  <a:pt x="503747" y="721440"/>
                </a:cubicBezTo>
                <a:cubicBezTo>
                  <a:pt x="503747" y="704670"/>
                  <a:pt x="517341" y="691076"/>
                  <a:pt x="534111" y="691076"/>
                </a:cubicBezTo>
                <a:close/>
                <a:moveTo>
                  <a:pt x="461556" y="691076"/>
                </a:moveTo>
                <a:cubicBezTo>
                  <a:pt x="478326" y="691076"/>
                  <a:pt x="491920" y="704670"/>
                  <a:pt x="491920" y="721440"/>
                </a:cubicBezTo>
                <a:cubicBezTo>
                  <a:pt x="491920" y="738209"/>
                  <a:pt x="478326" y="751803"/>
                  <a:pt x="461556" y="751803"/>
                </a:cubicBezTo>
                <a:cubicBezTo>
                  <a:pt x="444787" y="751803"/>
                  <a:pt x="431192" y="738209"/>
                  <a:pt x="431192" y="721440"/>
                </a:cubicBezTo>
                <a:cubicBezTo>
                  <a:pt x="431192" y="704670"/>
                  <a:pt x="444787" y="691076"/>
                  <a:pt x="461556" y="691076"/>
                </a:cubicBezTo>
                <a:close/>
                <a:moveTo>
                  <a:pt x="389002" y="691076"/>
                </a:moveTo>
                <a:cubicBezTo>
                  <a:pt x="405771" y="691076"/>
                  <a:pt x="419365" y="704670"/>
                  <a:pt x="419365" y="721440"/>
                </a:cubicBezTo>
                <a:cubicBezTo>
                  <a:pt x="419365" y="738209"/>
                  <a:pt x="405771" y="751803"/>
                  <a:pt x="389002" y="751803"/>
                </a:cubicBezTo>
                <a:cubicBezTo>
                  <a:pt x="372232" y="751803"/>
                  <a:pt x="358638" y="738209"/>
                  <a:pt x="358638" y="721440"/>
                </a:cubicBezTo>
                <a:cubicBezTo>
                  <a:pt x="358638" y="704670"/>
                  <a:pt x="372232" y="691076"/>
                  <a:pt x="389002" y="691076"/>
                </a:cubicBezTo>
                <a:close/>
                <a:moveTo>
                  <a:pt x="316447" y="691076"/>
                </a:moveTo>
                <a:cubicBezTo>
                  <a:pt x="333216" y="691076"/>
                  <a:pt x="346810" y="704670"/>
                  <a:pt x="346810" y="721440"/>
                </a:cubicBezTo>
                <a:cubicBezTo>
                  <a:pt x="346810" y="738209"/>
                  <a:pt x="333216" y="751803"/>
                  <a:pt x="316447" y="751803"/>
                </a:cubicBezTo>
                <a:cubicBezTo>
                  <a:pt x="299677" y="751803"/>
                  <a:pt x="286084" y="738209"/>
                  <a:pt x="286084" y="721440"/>
                </a:cubicBezTo>
                <a:cubicBezTo>
                  <a:pt x="286084" y="704670"/>
                  <a:pt x="299677" y="691076"/>
                  <a:pt x="316447" y="691076"/>
                </a:cubicBezTo>
                <a:close/>
                <a:moveTo>
                  <a:pt x="243892" y="691076"/>
                </a:moveTo>
                <a:cubicBezTo>
                  <a:pt x="260662" y="691076"/>
                  <a:pt x="274256" y="704670"/>
                  <a:pt x="274256" y="721440"/>
                </a:cubicBezTo>
                <a:cubicBezTo>
                  <a:pt x="274256" y="738209"/>
                  <a:pt x="260662" y="751803"/>
                  <a:pt x="243892" y="751803"/>
                </a:cubicBezTo>
                <a:cubicBezTo>
                  <a:pt x="227123" y="751803"/>
                  <a:pt x="213529" y="738209"/>
                  <a:pt x="213529" y="721440"/>
                </a:cubicBezTo>
                <a:cubicBezTo>
                  <a:pt x="213529" y="704670"/>
                  <a:pt x="227123" y="691076"/>
                  <a:pt x="243892" y="691076"/>
                </a:cubicBezTo>
                <a:close/>
                <a:moveTo>
                  <a:pt x="171339" y="691076"/>
                </a:moveTo>
                <a:cubicBezTo>
                  <a:pt x="188107" y="691076"/>
                  <a:pt x="201701" y="704670"/>
                  <a:pt x="201701" y="721440"/>
                </a:cubicBezTo>
                <a:cubicBezTo>
                  <a:pt x="201701" y="738209"/>
                  <a:pt x="188107" y="751803"/>
                  <a:pt x="171339" y="751803"/>
                </a:cubicBezTo>
                <a:cubicBezTo>
                  <a:pt x="154662" y="751803"/>
                  <a:pt x="141067" y="738209"/>
                  <a:pt x="141067" y="721440"/>
                </a:cubicBezTo>
                <a:cubicBezTo>
                  <a:pt x="141067" y="704670"/>
                  <a:pt x="154662" y="691076"/>
                  <a:pt x="171339" y="691076"/>
                </a:cubicBezTo>
                <a:close/>
                <a:moveTo>
                  <a:pt x="98890" y="691076"/>
                </a:moveTo>
                <a:cubicBezTo>
                  <a:pt x="115653" y="691076"/>
                  <a:pt x="129246" y="704670"/>
                  <a:pt x="129246" y="721440"/>
                </a:cubicBezTo>
                <a:cubicBezTo>
                  <a:pt x="129246" y="738209"/>
                  <a:pt x="115653" y="751803"/>
                  <a:pt x="98890" y="751803"/>
                </a:cubicBezTo>
                <a:cubicBezTo>
                  <a:pt x="82117" y="751803"/>
                  <a:pt x="68523" y="738209"/>
                  <a:pt x="68523" y="721440"/>
                </a:cubicBezTo>
                <a:cubicBezTo>
                  <a:pt x="68523" y="704670"/>
                  <a:pt x="82117" y="691076"/>
                  <a:pt x="98890" y="691076"/>
                </a:cubicBezTo>
                <a:close/>
                <a:moveTo>
                  <a:pt x="26336" y="691076"/>
                </a:moveTo>
                <a:cubicBezTo>
                  <a:pt x="43099" y="691076"/>
                  <a:pt x="56694" y="704670"/>
                  <a:pt x="56694" y="721440"/>
                </a:cubicBezTo>
                <a:cubicBezTo>
                  <a:pt x="56694" y="738209"/>
                  <a:pt x="43099" y="751803"/>
                  <a:pt x="26336" y="751803"/>
                </a:cubicBezTo>
                <a:cubicBezTo>
                  <a:pt x="17950" y="751803"/>
                  <a:pt x="10359" y="748405"/>
                  <a:pt x="4864" y="742910"/>
                </a:cubicBezTo>
                <a:lnTo>
                  <a:pt x="0" y="731167"/>
                </a:lnTo>
                <a:lnTo>
                  <a:pt x="0" y="711713"/>
                </a:lnTo>
                <a:lnTo>
                  <a:pt x="4864" y="699969"/>
                </a:lnTo>
                <a:cubicBezTo>
                  <a:pt x="10359" y="694475"/>
                  <a:pt x="17950" y="691076"/>
                  <a:pt x="26336" y="691076"/>
                </a:cubicBezTo>
                <a:close/>
                <a:moveTo>
                  <a:pt x="1622429" y="610624"/>
                </a:moveTo>
                <a:cubicBezTo>
                  <a:pt x="1639199" y="610624"/>
                  <a:pt x="1652792" y="624218"/>
                  <a:pt x="1652792" y="640988"/>
                </a:cubicBezTo>
                <a:cubicBezTo>
                  <a:pt x="1652792" y="657757"/>
                  <a:pt x="1639199" y="671351"/>
                  <a:pt x="1622429" y="671351"/>
                </a:cubicBezTo>
                <a:cubicBezTo>
                  <a:pt x="1605659" y="671351"/>
                  <a:pt x="1592066" y="657757"/>
                  <a:pt x="1592066" y="640988"/>
                </a:cubicBezTo>
                <a:cubicBezTo>
                  <a:pt x="1592066" y="624218"/>
                  <a:pt x="1605659" y="610624"/>
                  <a:pt x="1622429" y="610624"/>
                </a:cubicBezTo>
                <a:close/>
                <a:moveTo>
                  <a:pt x="1549874" y="610624"/>
                </a:moveTo>
                <a:cubicBezTo>
                  <a:pt x="1566644" y="610624"/>
                  <a:pt x="1580238" y="624218"/>
                  <a:pt x="1580238" y="640988"/>
                </a:cubicBezTo>
                <a:cubicBezTo>
                  <a:pt x="1580238" y="657757"/>
                  <a:pt x="1566644" y="671351"/>
                  <a:pt x="1549874" y="671351"/>
                </a:cubicBezTo>
                <a:cubicBezTo>
                  <a:pt x="1533105" y="671351"/>
                  <a:pt x="1519511" y="657757"/>
                  <a:pt x="1519511" y="640988"/>
                </a:cubicBezTo>
                <a:cubicBezTo>
                  <a:pt x="1519511" y="624218"/>
                  <a:pt x="1533105" y="610624"/>
                  <a:pt x="1549874" y="610624"/>
                </a:cubicBezTo>
                <a:close/>
                <a:moveTo>
                  <a:pt x="1477320" y="610624"/>
                </a:moveTo>
                <a:cubicBezTo>
                  <a:pt x="1494089" y="610624"/>
                  <a:pt x="1507683" y="624218"/>
                  <a:pt x="1507683" y="640988"/>
                </a:cubicBezTo>
                <a:cubicBezTo>
                  <a:pt x="1507683" y="657757"/>
                  <a:pt x="1494089" y="671351"/>
                  <a:pt x="1477320" y="671351"/>
                </a:cubicBezTo>
                <a:cubicBezTo>
                  <a:pt x="1460550" y="671351"/>
                  <a:pt x="1446956" y="657757"/>
                  <a:pt x="1446956" y="640988"/>
                </a:cubicBezTo>
                <a:cubicBezTo>
                  <a:pt x="1446956" y="624218"/>
                  <a:pt x="1460550" y="610624"/>
                  <a:pt x="1477320" y="610624"/>
                </a:cubicBezTo>
                <a:close/>
                <a:moveTo>
                  <a:pt x="1404765" y="610624"/>
                </a:moveTo>
                <a:cubicBezTo>
                  <a:pt x="1421535" y="610624"/>
                  <a:pt x="1435129" y="624218"/>
                  <a:pt x="1435129" y="640988"/>
                </a:cubicBezTo>
                <a:cubicBezTo>
                  <a:pt x="1435129" y="657757"/>
                  <a:pt x="1421535" y="671351"/>
                  <a:pt x="1404765" y="671351"/>
                </a:cubicBezTo>
                <a:cubicBezTo>
                  <a:pt x="1387996" y="671351"/>
                  <a:pt x="1374402" y="657757"/>
                  <a:pt x="1374402" y="640988"/>
                </a:cubicBezTo>
                <a:cubicBezTo>
                  <a:pt x="1374402" y="624218"/>
                  <a:pt x="1387996" y="610624"/>
                  <a:pt x="1404765" y="610624"/>
                </a:cubicBezTo>
                <a:close/>
                <a:moveTo>
                  <a:pt x="1332211" y="610624"/>
                </a:moveTo>
                <a:cubicBezTo>
                  <a:pt x="1348980" y="610624"/>
                  <a:pt x="1362574" y="624218"/>
                  <a:pt x="1362574" y="640988"/>
                </a:cubicBezTo>
                <a:cubicBezTo>
                  <a:pt x="1362574" y="657757"/>
                  <a:pt x="1348980" y="671351"/>
                  <a:pt x="1332211" y="671351"/>
                </a:cubicBezTo>
                <a:cubicBezTo>
                  <a:pt x="1315441" y="671351"/>
                  <a:pt x="1301847" y="657757"/>
                  <a:pt x="1301847" y="640988"/>
                </a:cubicBezTo>
                <a:cubicBezTo>
                  <a:pt x="1301847" y="624218"/>
                  <a:pt x="1315441" y="610624"/>
                  <a:pt x="1332211" y="610624"/>
                </a:cubicBezTo>
                <a:close/>
                <a:moveTo>
                  <a:pt x="1259656" y="610624"/>
                </a:moveTo>
                <a:cubicBezTo>
                  <a:pt x="1276426" y="610624"/>
                  <a:pt x="1290020" y="624218"/>
                  <a:pt x="1290020" y="640988"/>
                </a:cubicBezTo>
                <a:cubicBezTo>
                  <a:pt x="1290020" y="657757"/>
                  <a:pt x="1276426" y="671351"/>
                  <a:pt x="1259656" y="671351"/>
                </a:cubicBezTo>
                <a:cubicBezTo>
                  <a:pt x="1242887" y="671351"/>
                  <a:pt x="1229293" y="657757"/>
                  <a:pt x="1229293" y="640988"/>
                </a:cubicBezTo>
                <a:cubicBezTo>
                  <a:pt x="1229293" y="624218"/>
                  <a:pt x="1242887" y="610624"/>
                  <a:pt x="1259656" y="610624"/>
                </a:cubicBezTo>
                <a:close/>
                <a:moveTo>
                  <a:pt x="1187102" y="610624"/>
                </a:moveTo>
                <a:cubicBezTo>
                  <a:pt x="1203871" y="610624"/>
                  <a:pt x="1217465" y="624218"/>
                  <a:pt x="1217465" y="640988"/>
                </a:cubicBezTo>
                <a:cubicBezTo>
                  <a:pt x="1217465" y="657757"/>
                  <a:pt x="1203871" y="671351"/>
                  <a:pt x="1187102" y="671351"/>
                </a:cubicBezTo>
                <a:cubicBezTo>
                  <a:pt x="1170332" y="671351"/>
                  <a:pt x="1156738" y="657757"/>
                  <a:pt x="1156738" y="640988"/>
                </a:cubicBezTo>
                <a:cubicBezTo>
                  <a:pt x="1156738" y="624218"/>
                  <a:pt x="1170332" y="610624"/>
                  <a:pt x="1187102" y="610624"/>
                </a:cubicBezTo>
                <a:close/>
                <a:moveTo>
                  <a:pt x="1114547" y="610624"/>
                </a:moveTo>
                <a:cubicBezTo>
                  <a:pt x="1131317" y="610624"/>
                  <a:pt x="1144911" y="624218"/>
                  <a:pt x="1144911" y="640988"/>
                </a:cubicBezTo>
                <a:cubicBezTo>
                  <a:pt x="1144911" y="657757"/>
                  <a:pt x="1131317" y="671351"/>
                  <a:pt x="1114547" y="671351"/>
                </a:cubicBezTo>
                <a:cubicBezTo>
                  <a:pt x="1097778" y="671351"/>
                  <a:pt x="1084184" y="657757"/>
                  <a:pt x="1084184" y="640988"/>
                </a:cubicBezTo>
                <a:cubicBezTo>
                  <a:pt x="1084184" y="624218"/>
                  <a:pt x="1097778" y="610624"/>
                  <a:pt x="1114547" y="610624"/>
                </a:cubicBezTo>
                <a:close/>
                <a:moveTo>
                  <a:pt x="1041993" y="610624"/>
                </a:moveTo>
                <a:cubicBezTo>
                  <a:pt x="1058762" y="610624"/>
                  <a:pt x="1072356" y="624218"/>
                  <a:pt x="1072356" y="640988"/>
                </a:cubicBezTo>
                <a:cubicBezTo>
                  <a:pt x="1072356" y="657757"/>
                  <a:pt x="1058762" y="671351"/>
                  <a:pt x="1041993" y="671351"/>
                </a:cubicBezTo>
                <a:cubicBezTo>
                  <a:pt x="1025223" y="671351"/>
                  <a:pt x="1011629" y="657757"/>
                  <a:pt x="1011629" y="640988"/>
                </a:cubicBezTo>
                <a:cubicBezTo>
                  <a:pt x="1011629" y="624218"/>
                  <a:pt x="1025223" y="610624"/>
                  <a:pt x="1041993" y="610624"/>
                </a:cubicBezTo>
                <a:close/>
                <a:moveTo>
                  <a:pt x="969438" y="610624"/>
                </a:moveTo>
                <a:cubicBezTo>
                  <a:pt x="986208" y="610624"/>
                  <a:pt x="999801" y="624218"/>
                  <a:pt x="999801" y="640988"/>
                </a:cubicBezTo>
                <a:cubicBezTo>
                  <a:pt x="999801" y="657757"/>
                  <a:pt x="986208" y="671351"/>
                  <a:pt x="969438" y="671351"/>
                </a:cubicBezTo>
                <a:cubicBezTo>
                  <a:pt x="952669" y="671351"/>
                  <a:pt x="939075" y="657757"/>
                  <a:pt x="939075" y="640988"/>
                </a:cubicBezTo>
                <a:cubicBezTo>
                  <a:pt x="939075" y="624218"/>
                  <a:pt x="952669" y="610624"/>
                  <a:pt x="969438" y="610624"/>
                </a:cubicBezTo>
                <a:close/>
                <a:moveTo>
                  <a:pt x="896883" y="610624"/>
                </a:moveTo>
                <a:cubicBezTo>
                  <a:pt x="913653" y="610624"/>
                  <a:pt x="927247" y="624218"/>
                  <a:pt x="927247" y="640988"/>
                </a:cubicBezTo>
                <a:cubicBezTo>
                  <a:pt x="927247" y="657757"/>
                  <a:pt x="913653" y="671351"/>
                  <a:pt x="896883" y="671351"/>
                </a:cubicBezTo>
                <a:cubicBezTo>
                  <a:pt x="880114" y="671351"/>
                  <a:pt x="866520" y="657757"/>
                  <a:pt x="866520" y="640988"/>
                </a:cubicBezTo>
                <a:cubicBezTo>
                  <a:pt x="866520" y="624218"/>
                  <a:pt x="880114" y="610624"/>
                  <a:pt x="896883" y="610624"/>
                </a:cubicBezTo>
                <a:close/>
                <a:moveTo>
                  <a:pt x="824329" y="610624"/>
                </a:moveTo>
                <a:cubicBezTo>
                  <a:pt x="841098" y="610624"/>
                  <a:pt x="854692" y="624218"/>
                  <a:pt x="854692" y="640988"/>
                </a:cubicBezTo>
                <a:cubicBezTo>
                  <a:pt x="854692" y="657757"/>
                  <a:pt x="841098" y="671351"/>
                  <a:pt x="824329" y="671351"/>
                </a:cubicBezTo>
                <a:cubicBezTo>
                  <a:pt x="807559" y="671351"/>
                  <a:pt x="793965" y="657757"/>
                  <a:pt x="793965" y="640988"/>
                </a:cubicBezTo>
                <a:cubicBezTo>
                  <a:pt x="793965" y="624218"/>
                  <a:pt x="807559" y="610624"/>
                  <a:pt x="824329" y="610624"/>
                </a:cubicBezTo>
                <a:close/>
                <a:moveTo>
                  <a:pt x="751774" y="610624"/>
                </a:moveTo>
                <a:cubicBezTo>
                  <a:pt x="768544" y="610624"/>
                  <a:pt x="782138" y="624218"/>
                  <a:pt x="782138" y="640988"/>
                </a:cubicBezTo>
                <a:cubicBezTo>
                  <a:pt x="782138" y="657757"/>
                  <a:pt x="768544" y="671351"/>
                  <a:pt x="751774" y="671351"/>
                </a:cubicBezTo>
                <a:cubicBezTo>
                  <a:pt x="735005" y="671351"/>
                  <a:pt x="721411" y="657757"/>
                  <a:pt x="721411" y="640988"/>
                </a:cubicBezTo>
                <a:cubicBezTo>
                  <a:pt x="721411" y="624218"/>
                  <a:pt x="735005" y="610624"/>
                  <a:pt x="751774" y="610624"/>
                </a:cubicBezTo>
                <a:close/>
                <a:moveTo>
                  <a:pt x="679220" y="610624"/>
                </a:moveTo>
                <a:cubicBezTo>
                  <a:pt x="695989" y="610624"/>
                  <a:pt x="709583" y="624218"/>
                  <a:pt x="709583" y="640988"/>
                </a:cubicBezTo>
                <a:cubicBezTo>
                  <a:pt x="709583" y="657757"/>
                  <a:pt x="695989" y="671351"/>
                  <a:pt x="679220" y="671351"/>
                </a:cubicBezTo>
                <a:cubicBezTo>
                  <a:pt x="662450" y="671351"/>
                  <a:pt x="648856" y="657757"/>
                  <a:pt x="648856" y="640988"/>
                </a:cubicBezTo>
                <a:cubicBezTo>
                  <a:pt x="648856" y="624218"/>
                  <a:pt x="662450" y="610624"/>
                  <a:pt x="679220" y="610624"/>
                </a:cubicBezTo>
                <a:close/>
                <a:moveTo>
                  <a:pt x="606665" y="610624"/>
                </a:moveTo>
                <a:cubicBezTo>
                  <a:pt x="623435" y="610624"/>
                  <a:pt x="637029" y="624218"/>
                  <a:pt x="637029" y="640988"/>
                </a:cubicBezTo>
                <a:cubicBezTo>
                  <a:pt x="637029" y="657757"/>
                  <a:pt x="623435" y="671351"/>
                  <a:pt x="606665" y="671351"/>
                </a:cubicBezTo>
                <a:cubicBezTo>
                  <a:pt x="589896" y="671351"/>
                  <a:pt x="576302" y="657757"/>
                  <a:pt x="576302" y="640988"/>
                </a:cubicBezTo>
                <a:cubicBezTo>
                  <a:pt x="576302" y="624218"/>
                  <a:pt x="589896" y="610624"/>
                  <a:pt x="606665" y="610624"/>
                </a:cubicBezTo>
                <a:close/>
                <a:moveTo>
                  <a:pt x="534111" y="610624"/>
                </a:moveTo>
                <a:cubicBezTo>
                  <a:pt x="550880" y="610624"/>
                  <a:pt x="564474" y="624218"/>
                  <a:pt x="564474" y="640988"/>
                </a:cubicBezTo>
                <a:cubicBezTo>
                  <a:pt x="564474" y="657757"/>
                  <a:pt x="550880" y="671351"/>
                  <a:pt x="534111" y="671351"/>
                </a:cubicBezTo>
                <a:cubicBezTo>
                  <a:pt x="517341" y="671351"/>
                  <a:pt x="503747" y="657757"/>
                  <a:pt x="503747" y="640988"/>
                </a:cubicBezTo>
                <a:cubicBezTo>
                  <a:pt x="503747" y="624218"/>
                  <a:pt x="517341" y="610624"/>
                  <a:pt x="534111" y="610624"/>
                </a:cubicBezTo>
                <a:close/>
                <a:moveTo>
                  <a:pt x="461556" y="610624"/>
                </a:moveTo>
                <a:cubicBezTo>
                  <a:pt x="478326" y="610624"/>
                  <a:pt x="491920" y="624218"/>
                  <a:pt x="491920" y="640988"/>
                </a:cubicBezTo>
                <a:cubicBezTo>
                  <a:pt x="491920" y="657757"/>
                  <a:pt x="478326" y="671351"/>
                  <a:pt x="461556" y="671351"/>
                </a:cubicBezTo>
                <a:cubicBezTo>
                  <a:pt x="444787" y="671351"/>
                  <a:pt x="431192" y="657757"/>
                  <a:pt x="431192" y="640988"/>
                </a:cubicBezTo>
                <a:cubicBezTo>
                  <a:pt x="431192" y="624218"/>
                  <a:pt x="444787" y="610624"/>
                  <a:pt x="461556" y="610624"/>
                </a:cubicBezTo>
                <a:close/>
                <a:moveTo>
                  <a:pt x="389002" y="610624"/>
                </a:moveTo>
                <a:cubicBezTo>
                  <a:pt x="405771" y="610624"/>
                  <a:pt x="419365" y="624218"/>
                  <a:pt x="419365" y="640988"/>
                </a:cubicBezTo>
                <a:cubicBezTo>
                  <a:pt x="419365" y="657757"/>
                  <a:pt x="405771" y="671351"/>
                  <a:pt x="389002" y="671351"/>
                </a:cubicBezTo>
                <a:cubicBezTo>
                  <a:pt x="372232" y="671351"/>
                  <a:pt x="358638" y="657757"/>
                  <a:pt x="358638" y="640988"/>
                </a:cubicBezTo>
                <a:cubicBezTo>
                  <a:pt x="358638" y="624218"/>
                  <a:pt x="372232" y="610624"/>
                  <a:pt x="389002" y="610624"/>
                </a:cubicBezTo>
                <a:close/>
                <a:moveTo>
                  <a:pt x="316447" y="610624"/>
                </a:moveTo>
                <a:cubicBezTo>
                  <a:pt x="333216" y="610624"/>
                  <a:pt x="346810" y="624218"/>
                  <a:pt x="346810" y="640988"/>
                </a:cubicBezTo>
                <a:cubicBezTo>
                  <a:pt x="346810" y="657757"/>
                  <a:pt x="333216" y="671351"/>
                  <a:pt x="316447" y="671351"/>
                </a:cubicBezTo>
                <a:cubicBezTo>
                  <a:pt x="299677" y="671351"/>
                  <a:pt x="286084" y="657757"/>
                  <a:pt x="286084" y="640988"/>
                </a:cubicBezTo>
                <a:cubicBezTo>
                  <a:pt x="286084" y="624218"/>
                  <a:pt x="299677" y="610624"/>
                  <a:pt x="316447" y="610624"/>
                </a:cubicBezTo>
                <a:close/>
                <a:moveTo>
                  <a:pt x="243892" y="610624"/>
                </a:moveTo>
                <a:cubicBezTo>
                  <a:pt x="260662" y="610624"/>
                  <a:pt x="274256" y="624218"/>
                  <a:pt x="274256" y="640988"/>
                </a:cubicBezTo>
                <a:cubicBezTo>
                  <a:pt x="274256" y="657757"/>
                  <a:pt x="260662" y="671351"/>
                  <a:pt x="243892" y="671351"/>
                </a:cubicBezTo>
                <a:cubicBezTo>
                  <a:pt x="227123" y="671351"/>
                  <a:pt x="213529" y="657757"/>
                  <a:pt x="213529" y="640988"/>
                </a:cubicBezTo>
                <a:cubicBezTo>
                  <a:pt x="213529" y="624218"/>
                  <a:pt x="227123" y="610624"/>
                  <a:pt x="243892" y="610624"/>
                </a:cubicBezTo>
                <a:close/>
                <a:moveTo>
                  <a:pt x="171339" y="610624"/>
                </a:moveTo>
                <a:cubicBezTo>
                  <a:pt x="188107" y="610624"/>
                  <a:pt x="201701" y="624218"/>
                  <a:pt x="201701" y="640988"/>
                </a:cubicBezTo>
                <a:cubicBezTo>
                  <a:pt x="201701" y="657757"/>
                  <a:pt x="188107" y="671351"/>
                  <a:pt x="171339" y="671351"/>
                </a:cubicBezTo>
                <a:cubicBezTo>
                  <a:pt x="154667" y="671351"/>
                  <a:pt x="141073" y="657757"/>
                  <a:pt x="141073" y="640988"/>
                </a:cubicBezTo>
                <a:cubicBezTo>
                  <a:pt x="141073" y="624218"/>
                  <a:pt x="154667" y="610624"/>
                  <a:pt x="171339" y="610624"/>
                </a:cubicBezTo>
                <a:close/>
                <a:moveTo>
                  <a:pt x="98897" y="610624"/>
                </a:moveTo>
                <a:cubicBezTo>
                  <a:pt x="115658" y="610624"/>
                  <a:pt x="129252" y="624218"/>
                  <a:pt x="129252" y="640988"/>
                </a:cubicBezTo>
                <a:cubicBezTo>
                  <a:pt x="129252" y="657757"/>
                  <a:pt x="115658" y="671351"/>
                  <a:pt x="98897" y="671351"/>
                </a:cubicBezTo>
                <a:cubicBezTo>
                  <a:pt x="82124" y="671351"/>
                  <a:pt x="68530" y="657757"/>
                  <a:pt x="68530" y="640988"/>
                </a:cubicBezTo>
                <a:cubicBezTo>
                  <a:pt x="68530" y="624218"/>
                  <a:pt x="82124" y="610624"/>
                  <a:pt x="98897" y="610624"/>
                </a:cubicBezTo>
                <a:close/>
                <a:moveTo>
                  <a:pt x="26342" y="610624"/>
                </a:moveTo>
                <a:cubicBezTo>
                  <a:pt x="43106" y="610624"/>
                  <a:pt x="56701" y="624218"/>
                  <a:pt x="56701" y="640988"/>
                </a:cubicBezTo>
                <a:cubicBezTo>
                  <a:pt x="56701" y="657757"/>
                  <a:pt x="43106" y="671351"/>
                  <a:pt x="26342" y="671351"/>
                </a:cubicBezTo>
                <a:cubicBezTo>
                  <a:pt x="17956" y="671351"/>
                  <a:pt x="10365" y="667953"/>
                  <a:pt x="4871" y="662458"/>
                </a:cubicBezTo>
                <a:lnTo>
                  <a:pt x="0" y="650698"/>
                </a:lnTo>
                <a:lnTo>
                  <a:pt x="0" y="631277"/>
                </a:lnTo>
                <a:lnTo>
                  <a:pt x="4871" y="619517"/>
                </a:lnTo>
                <a:cubicBezTo>
                  <a:pt x="10365" y="614023"/>
                  <a:pt x="17956" y="610624"/>
                  <a:pt x="26342" y="610624"/>
                </a:cubicBezTo>
                <a:close/>
                <a:moveTo>
                  <a:pt x="1669096" y="549730"/>
                </a:moveTo>
                <a:lnTo>
                  <a:pt x="1668124" y="568994"/>
                </a:lnTo>
                <a:lnTo>
                  <a:pt x="1664620" y="560536"/>
                </a:lnTo>
                <a:close/>
                <a:moveTo>
                  <a:pt x="1622429" y="530173"/>
                </a:moveTo>
                <a:cubicBezTo>
                  <a:pt x="1639199" y="530173"/>
                  <a:pt x="1652792" y="543767"/>
                  <a:pt x="1652792" y="560536"/>
                </a:cubicBezTo>
                <a:cubicBezTo>
                  <a:pt x="1652792" y="577306"/>
                  <a:pt x="1639199" y="590900"/>
                  <a:pt x="1622429" y="590900"/>
                </a:cubicBezTo>
                <a:cubicBezTo>
                  <a:pt x="1605659" y="590900"/>
                  <a:pt x="1592066" y="577306"/>
                  <a:pt x="1592066" y="560536"/>
                </a:cubicBezTo>
                <a:cubicBezTo>
                  <a:pt x="1592066" y="543767"/>
                  <a:pt x="1605659" y="530173"/>
                  <a:pt x="1622429" y="530173"/>
                </a:cubicBezTo>
                <a:close/>
                <a:moveTo>
                  <a:pt x="1549874" y="530173"/>
                </a:moveTo>
                <a:cubicBezTo>
                  <a:pt x="1566644" y="530173"/>
                  <a:pt x="1580238" y="543767"/>
                  <a:pt x="1580238" y="560536"/>
                </a:cubicBezTo>
                <a:cubicBezTo>
                  <a:pt x="1580238" y="577306"/>
                  <a:pt x="1566644" y="590900"/>
                  <a:pt x="1549874" y="590900"/>
                </a:cubicBezTo>
                <a:cubicBezTo>
                  <a:pt x="1533105" y="590900"/>
                  <a:pt x="1519511" y="577306"/>
                  <a:pt x="1519511" y="560536"/>
                </a:cubicBezTo>
                <a:cubicBezTo>
                  <a:pt x="1519511" y="543767"/>
                  <a:pt x="1533105" y="530173"/>
                  <a:pt x="1549874" y="530173"/>
                </a:cubicBezTo>
                <a:close/>
                <a:moveTo>
                  <a:pt x="1477320" y="530173"/>
                </a:moveTo>
                <a:cubicBezTo>
                  <a:pt x="1494089" y="530173"/>
                  <a:pt x="1507683" y="543767"/>
                  <a:pt x="1507683" y="560536"/>
                </a:cubicBezTo>
                <a:cubicBezTo>
                  <a:pt x="1507683" y="577306"/>
                  <a:pt x="1494089" y="590900"/>
                  <a:pt x="1477320" y="590900"/>
                </a:cubicBezTo>
                <a:cubicBezTo>
                  <a:pt x="1460550" y="590900"/>
                  <a:pt x="1446956" y="577306"/>
                  <a:pt x="1446956" y="560536"/>
                </a:cubicBezTo>
                <a:cubicBezTo>
                  <a:pt x="1446956" y="543767"/>
                  <a:pt x="1460550" y="530173"/>
                  <a:pt x="1477320" y="530173"/>
                </a:cubicBezTo>
                <a:close/>
                <a:moveTo>
                  <a:pt x="1404765" y="530173"/>
                </a:moveTo>
                <a:cubicBezTo>
                  <a:pt x="1421535" y="530173"/>
                  <a:pt x="1435129" y="543767"/>
                  <a:pt x="1435129" y="560536"/>
                </a:cubicBezTo>
                <a:cubicBezTo>
                  <a:pt x="1435129" y="577306"/>
                  <a:pt x="1421535" y="590900"/>
                  <a:pt x="1404765" y="590900"/>
                </a:cubicBezTo>
                <a:cubicBezTo>
                  <a:pt x="1387996" y="590900"/>
                  <a:pt x="1374402" y="577306"/>
                  <a:pt x="1374402" y="560536"/>
                </a:cubicBezTo>
                <a:cubicBezTo>
                  <a:pt x="1374402" y="543767"/>
                  <a:pt x="1387996" y="530173"/>
                  <a:pt x="1404765" y="530173"/>
                </a:cubicBezTo>
                <a:close/>
                <a:moveTo>
                  <a:pt x="1332211" y="530173"/>
                </a:moveTo>
                <a:cubicBezTo>
                  <a:pt x="1348980" y="530173"/>
                  <a:pt x="1362574" y="543767"/>
                  <a:pt x="1362574" y="560536"/>
                </a:cubicBezTo>
                <a:cubicBezTo>
                  <a:pt x="1362574" y="577306"/>
                  <a:pt x="1348980" y="590900"/>
                  <a:pt x="1332211" y="590900"/>
                </a:cubicBezTo>
                <a:cubicBezTo>
                  <a:pt x="1315441" y="590900"/>
                  <a:pt x="1301847" y="577306"/>
                  <a:pt x="1301847" y="560536"/>
                </a:cubicBezTo>
                <a:cubicBezTo>
                  <a:pt x="1301847" y="543767"/>
                  <a:pt x="1315441" y="530173"/>
                  <a:pt x="1332211" y="530173"/>
                </a:cubicBezTo>
                <a:close/>
                <a:moveTo>
                  <a:pt x="1259656" y="530173"/>
                </a:moveTo>
                <a:cubicBezTo>
                  <a:pt x="1276426" y="530173"/>
                  <a:pt x="1290020" y="543767"/>
                  <a:pt x="1290020" y="560536"/>
                </a:cubicBezTo>
                <a:cubicBezTo>
                  <a:pt x="1290020" y="577306"/>
                  <a:pt x="1276426" y="590900"/>
                  <a:pt x="1259656" y="590900"/>
                </a:cubicBezTo>
                <a:cubicBezTo>
                  <a:pt x="1242887" y="590900"/>
                  <a:pt x="1229293" y="577306"/>
                  <a:pt x="1229293" y="560536"/>
                </a:cubicBezTo>
                <a:cubicBezTo>
                  <a:pt x="1229293" y="543767"/>
                  <a:pt x="1242887" y="530173"/>
                  <a:pt x="1259656" y="530173"/>
                </a:cubicBezTo>
                <a:close/>
                <a:moveTo>
                  <a:pt x="1187102" y="530173"/>
                </a:moveTo>
                <a:cubicBezTo>
                  <a:pt x="1203871" y="530173"/>
                  <a:pt x="1217465" y="543767"/>
                  <a:pt x="1217465" y="560536"/>
                </a:cubicBezTo>
                <a:cubicBezTo>
                  <a:pt x="1217465" y="577306"/>
                  <a:pt x="1203871" y="590900"/>
                  <a:pt x="1187102" y="590900"/>
                </a:cubicBezTo>
                <a:cubicBezTo>
                  <a:pt x="1170332" y="590900"/>
                  <a:pt x="1156738" y="577306"/>
                  <a:pt x="1156738" y="560536"/>
                </a:cubicBezTo>
                <a:cubicBezTo>
                  <a:pt x="1156738" y="543767"/>
                  <a:pt x="1170332" y="530173"/>
                  <a:pt x="1187102" y="530173"/>
                </a:cubicBezTo>
                <a:close/>
                <a:moveTo>
                  <a:pt x="1114547" y="530173"/>
                </a:moveTo>
                <a:cubicBezTo>
                  <a:pt x="1131317" y="530173"/>
                  <a:pt x="1144911" y="543767"/>
                  <a:pt x="1144911" y="560536"/>
                </a:cubicBezTo>
                <a:cubicBezTo>
                  <a:pt x="1144911" y="577306"/>
                  <a:pt x="1131317" y="590900"/>
                  <a:pt x="1114547" y="590900"/>
                </a:cubicBezTo>
                <a:cubicBezTo>
                  <a:pt x="1097778" y="590900"/>
                  <a:pt x="1084184" y="577306"/>
                  <a:pt x="1084184" y="560536"/>
                </a:cubicBezTo>
                <a:cubicBezTo>
                  <a:pt x="1084184" y="543767"/>
                  <a:pt x="1097778" y="530173"/>
                  <a:pt x="1114547" y="530173"/>
                </a:cubicBezTo>
                <a:close/>
                <a:moveTo>
                  <a:pt x="1041993" y="530173"/>
                </a:moveTo>
                <a:cubicBezTo>
                  <a:pt x="1058762" y="530173"/>
                  <a:pt x="1072356" y="543767"/>
                  <a:pt x="1072356" y="560536"/>
                </a:cubicBezTo>
                <a:cubicBezTo>
                  <a:pt x="1072356" y="577306"/>
                  <a:pt x="1058762" y="590900"/>
                  <a:pt x="1041993" y="590900"/>
                </a:cubicBezTo>
                <a:cubicBezTo>
                  <a:pt x="1025223" y="590900"/>
                  <a:pt x="1011629" y="577306"/>
                  <a:pt x="1011629" y="560536"/>
                </a:cubicBezTo>
                <a:cubicBezTo>
                  <a:pt x="1011629" y="543767"/>
                  <a:pt x="1025223" y="530173"/>
                  <a:pt x="1041993" y="530173"/>
                </a:cubicBezTo>
                <a:close/>
                <a:moveTo>
                  <a:pt x="969438" y="530173"/>
                </a:moveTo>
                <a:cubicBezTo>
                  <a:pt x="986208" y="530173"/>
                  <a:pt x="999801" y="543767"/>
                  <a:pt x="999801" y="560536"/>
                </a:cubicBezTo>
                <a:cubicBezTo>
                  <a:pt x="999801" y="577306"/>
                  <a:pt x="986208" y="590900"/>
                  <a:pt x="969438" y="590900"/>
                </a:cubicBezTo>
                <a:cubicBezTo>
                  <a:pt x="952669" y="590900"/>
                  <a:pt x="939075" y="577306"/>
                  <a:pt x="939075" y="560536"/>
                </a:cubicBezTo>
                <a:cubicBezTo>
                  <a:pt x="939075" y="543767"/>
                  <a:pt x="952669" y="530173"/>
                  <a:pt x="969438" y="530173"/>
                </a:cubicBezTo>
                <a:close/>
                <a:moveTo>
                  <a:pt x="896883" y="530173"/>
                </a:moveTo>
                <a:cubicBezTo>
                  <a:pt x="913653" y="530173"/>
                  <a:pt x="927247" y="543767"/>
                  <a:pt x="927247" y="560536"/>
                </a:cubicBezTo>
                <a:cubicBezTo>
                  <a:pt x="927247" y="577306"/>
                  <a:pt x="913653" y="590900"/>
                  <a:pt x="896883" y="590900"/>
                </a:cubicBezTo>
                <a:cubicBezTo>
                  <a:pt x="880114" y="590900"/>
                  <a:pt x="866520" y="577306"/>
                  <a:pt x="866520" y="560536"/>
                </a:cubicBezTo>
                <a:cubicBezTo>
                  <a:pt x="866520" y="543767"/>
                  <a:pt x="880114" y="530173"/>
                  <a:pt x="896883" y="530173"/>
                </a:cubicBezTo>
                <a:close/>
                <a:moveTo>
                  <a:pt x="824329" y="530173"/>
                </a:moveTo>
                <a:cubicBezTo>
                  <a:pt x="841098" y="530173"/>
                  <a:pt x="854692" y="543767"/>
                  <a:pt x="854692" y="560536"/>
                </a:cubicBezTo>
                <a:cubicBezTo>
                  <a:pt x="854692" y="577306"/>
                  <a:pt x="841098" y="590900"/>
                  <a:pt x="824329" y="590900"/>
                </a:cubicBezTo>
                <a:cubicBezTo>
                  <a:pt x="807559" y="590900"/>
                  <a:pt x="793965" y="577306"/>
                  <a:pt x="793965" y="560536"/>
                </a:cubicBezTo>
                <a:cubicBezTo>
                  <a:pt x="793965" y="543767"/>
                  <a:pt x="807559" y="530173"/>
                  <a:pt x="824329" y="530173"/>
                </a:cubicBezTo>
                <a:close/>
                <a:moveTo>
                  <a:pt x="751774" y="530173"/>
                </a:moveTo>
                <a:cubicBezTo>
                  <a:pt x="768544" y="530173"/>
                  <a:pt x="782138" y="543767"/>
                  <a:pt x="782138" y="560536"/>
                </a:cubicBezTo>
                <a:cubicBezTo>
                  <a:pt x="782138" y="577306"/>
                  <a:pt x="768544" y="590900"/>
                  <a:pt x="751774" y="590900"/>
                </a:cubicBezTo>
                <a:cubicBezTo>
                  <a:pt x="735005" y="590900"/>
                  <a:pt x="721411" y="577306"/>
                  <a:pt x="721411" y="560536"/>
                </a:cubicBezTo>
                <a:cubicBezTo>
                  <a:pt x="721411" y="543767"/>
                  <a:pt x="735005" y="530173"/>
                  <a:pt x="751774" y="530173"/>
                </a:cubicBezTo>
                <a:close/>
                <a:moveTo>
                  <a:pt x="679220" y="530173"/>
                </a:moveTo>
                <a:cubicBezTo>
                  <a:pt x="695989" y="530173"/>
                  <a:pt x="709583" y="543767"/>
                  <a:pt x="709583" y="560536"/>
                </a:cubicBezTo>
                <a:cubicBezTo>
                  <a:pt x="709583" y="577306"/>
                  <a:pt x="695989" y="590900"/>
                  <a:pt x="679220" y="590900"/>
                </a:cubicBezTo>
                <a:cubicBezTo>
                  <a:pt x="662450" y="590900"/>
                  <a:pt x="648856" y="577306"/>
                  <a:pt x="648856" y="560536"/>
                </a:cubicBezTo>
                <a:cubicBezTo>
                  <a:pt x="648856" y="543767"/>
                  <a:pt x="662450" y="530173"/>
                  <a:pt x="679220" y="530173"/>
                </a:cubicBezTo>
                <a:close/>
                <a:moveTo>
                  <a:pt x="606665" y="530173"/>
                </a:moveTo>
                <a:cubicBezTo>
                  <a:pt x="623435" y="530173"/>
                  <a:pt x="637029" y="543767"/>
                  <a:pt x="637029" y="560536"/>
                </a:cubicBezTo>
                <a:cubicBezTo>
                  <a:pt x="637029" y="577306"/>
                  <a:pt x="623435" y="590900"/>
                  <a:pt x="606665" y="590900"/>
                </a:cubicBezTo>
                <a:cubicBezTo>
                  <a:pt x="589896" y="590900"/>
                  <a:pt x="576302" y="577306"/>
                  <a:pt x="576302" y="560536"/>
                </a:cubicBezTo>
                <a:cubicBezTo>
                  <a:pt x="576302" y="543767"/>
                  <a:pt x="589896" y="530173"/>
                  <a:pt x="606665" y="530173"/>
                </a:cubicBezTo>
                <a:close/>
                <a:moveTo>
                  <a:pt x="534111" y="530173"/>
                </a:moveTo>
                <a:cubicBezTo>
                  <a:pt x="550880" y="530173"/>
                  <a:pt x="564474" y="543767"/>
                  <a:pt x="564474" y="560536"/>
                </a:cubicBezTo>
                <a:cubicBezTo>
                  <a:pt x="564474" y="577306"/>
                  <a:pt x="550880" y="590900"/>
                  <a:pt x="534111" y="590900"/>
                </a:cubicBezTo>
                <a:cubicBezTo>
                  <a:pt x="517341" y="590900"/>
                  <a:pt x="503747" y="577306"/>
                  <a:pt x="503747" y="560536"/>
                </a:cubicBezTo>
                <a:cubicBezTo>
                  <a:pt x="503747" y="543767"/>
                  <a:pt x="517341" y="530173"/>
                  <a:pt x="534111" y="530173"/>
                </a:cubicBezTo>
                <a:close/>
                <a:moveTo>
                  <a:pt x="461556" y="530173"/>
                </a:moveTo>
                <a:cubicBezTo>
                  <a:pt x="478326" y="530173"/>
                  <a:pt x="491920" y="543767"/>
                  <a:pt x="491920" y="560536"/>
                </a:cubicBezTo>
                <a:cubicBezTo>
                  <a:pt x="491920" y="577306"/>
                  <a:pt x="478326" y="590900"/>
                  <a:pt x="461556" y="590900"/>
                </a:cubicBezTo>
                <a:cubicBezTo>
                  <a:pt x="444787" y="590900"/>
                  <a:pt x="431192" y="577306"/>
                  <a:pt x="431192" y="560536"/>
                </a:cubicBezTo>
                <a:cubicBezTo>
                  <a:pt x="431192" y="543767"/>
                  <a:pt x="444787" y="530173"/>
                  <a:pt x="461556" y="530173"/>
                </a:cubicBezTo>
                <a:close/>
                <a:moveTo>
                  <a:pt x="389002" y="530173"/>
                </a:moveTo>
                <a:cubicBezTo>
                  <a:pt x="405771" y="530173"/>
                  <a:pt x="419365" y="543767"/>
                  <a:pt x="419365" y="560536"/>
                </a:cubicBezTo>
                <a:cubicBezTo>
                  <a:pt x="419365" y="577306"/>
                  <a:pt x="405771" y="590900"/>
                  <a:pt x="389002" y="590900"/>
                </a:cubicBezTo>
                <a:cubicBezTo>
                  <a:pt x="372232" y="590900"/>
                  <a:pt x="358638" y="577306"/>
                  <a:pt x="358638" y="560536"/>
                </a:cubicBezTo>
                <a:cubicBezTo>
                  <a:pt x="358638" y="543767"/>
                  <a:pt x="372232" y="530173"/>
                  <a:pt x="389002" y="530173"/>
                </a:cubicBezTo>
                <a:close/>
                <a:moveTo>
                  <a:pt x="316447" y="530173"/>
                </a:moveTo>
                <a:cubicBezTo>
                  <a:pt x="333216" y="530173"/>
                  <a:pt x="346810" y="543767"/>
                  <a:pt x="346810" y="560536"/>
                </a:cubicBezTo>
                <a:cubicBezTo>
                  <a:pt x="346810" y="577306"/>
                  <a:pt x="333216" y="590900"/>
                  <a:pt x="316447" y="590900"/>
                </a:cubicBezTo>
                <a:cubicBezTo>
                  <a:pt x="299677" y="590900"/>
                  <a:pt x="286084" y="577306"/>
                  <a:pt x="286084" y="560536"/>
                </a:cubicBezTo>
                <a:cubicBezTo>
                  <a:pt x="286084" y="543767"/>
                  <a:pt x="299677" y="530173"/>
                  <a:pt x="316447" y="530173"/>
                </a:cubicBezTo>
                <a:close/>
                <a:moveTo>
                  <a:pt x="243892" y="530173"/>
                </a:moveTo>
                <a:cubicBezTo>
                  <a:pt x="260662" y="530173"/>
                  <a:pt x="274256" y="543767"/>
                  <a:pt x="274256" y="560536"/>
                </a:cubicBezTo>
                <a:cubicBezTo>
                  <a:pt x="274256" y="577306"/>
                  <a:pt x="260662" y="590900"/>
                  <a:pt x="243892" y="590900"/>
                </a:cubicBezTo>
                <a:cubicBezTo>
                  <a:pt x="227123" y="590900"/>
                  <a:pt x="213529" y="577306"/>
                  <a:pt x="213529" y="560536"/>
                </a:cubicBezTo>
                <a:cubicBezTo>
                  <a:pt x="213529" y="543767"/>
                  <a:pt x="227123" y="530173"/>
                  <a:pt x="243892" y="530173"/>
                </a:cubicBezTo>
                <a:close/>
                <a:moveTo>
                  <a:pt x="171339" y="530173"/>
                </a:moveTo>
                <a:cubicBezTo>
                  <a:pt x="188107" y="530173"/>
                  <a:pt x="201701" y="543767"/>
                  <a:pt x="201701" y="560536"/>
                </a:cubicBezTo>
                <a:cubicBezTo>
                  <a:pt x="201701" y="577306"/>
                  <a:pt x="188107" y="590900"/>
                  <a:pt x="171339" y="590900"/>
                </a:cubicBezTo>
                <a:cubicBezTo>
                  <a:pt x="154673" y="590900"/>
                  <a:pt x="141079" y="577306"/>
                  <a:pt x="141079" y="560536"/>
                </a:cubicBezTo>
                <a:cubicBezTo>
                  <a:pt x="141079" y="543767"/>
                  <a:pt x="154673" y="530173"/>
                  <a:pt x="171339" y="530173"/>
                </a:cubicBezTo>
                <a:close/>
                <a:moveTo>
                  <a:pt x="98904" y="530173"/>
                </a:moveTo>
                <a:cubicBezTo>
                  <a:pt x="115664" y="530173"/>
                  <a:pt x="129258" y="543767"/>
                  <a:pt x="129258" y="560536"/>
                </a:cubicBezTo>
                <a:cubicBezTo>
                  <a:pt x="129258" y="577306"/>
                  <a:pt x="115664" y="590900"/>
                  <a:pt x="98904" y="590900"/>
                </a:cubicBezTo>
                <a:cubicBezTo>
                  <a:pt x="82130" y="590900"/>
                  <a:pt x="68536" y="577306"/>
                  <a:pt x="68536" y="560536"/>
                </a:cubicBezTo>
                <a:cubicBezTo>
                  <a:pt x="68536" y="543767"/>
                  <a:pt x="82130" y="530173"/>
                  <a:pt x="98904" y="530173"/>
                </a:cubicBezTo>
                <a:close/>
                <a:moveTo>
                  <a:pt x="26349" y="530173"/>
                </a:moveTo>
                <a:cubicBezTo>
                  <a:pt x="43112" y="530173"/>
                  <a:pt x="56707" y="543767"/>
                  <a:pt x="56707" y="560536"/>
                </a:cubicBezTo>
                <a:cubicBezTo>
                  <a:pt x="56707" y="577306"/>
                  <a:pt x="43112" y="590900"/>
                  <a:pt x="26349" y="590900"/>
                </a:cubicBezTo>
                <a:cubicBezTo>
                  <a:pt x="17963" y="590900"/>
                  <a:pt x="10372" y="587502"/>
                  <a:pt x="4877" y="582007"/>
                </a:cubicBezTo>
                <a:lnTo>
                  <a:pt x="0" y="570232"/>
                </a:lnTo>
                <a:lnTo>
                  <a:pt x="0" y="550840"/>
                </a:lnTo>
                <a:lnTo>
                  <a:pt x="4877" y="539066"/>
                </a:lnTo>
                <a:cubicBezTo>
                  <a:pt x="10372" y="533572"/>
                  <a:pt x="17963" y="530173"/>
                  <a:pt x="26349" y="530173"/>
                </a:cubicBezTo>
                <a:close/>
                <a:moveTo>
                  <a:pt x="1673704" y="458486"/>
                </a:moveTo>
                <a:lnTo>
                  <a:pt x="1671744" y="497284"/>
                </a:lnTo>
                <a:lnTo>
                  <a:pt x="1664620" y="480084"/>
                </a:lnTo>
                <a:cubicBezTo>
                  <a:pt x="1664620" y="471700"/>
                  <a:pt x="1668019" y="464109"/>
                  <a:pt x="1673514" y="458614"/>
                </a:cubicBezTo>
                <a:close/>
                <a:moveTo>
                  <a:pt x="1622429" y="449721"/>
                </a:moveTo>
                <a:cubicBezTo>
                  <a:pt x="1639199" y="449721"/>
                  <a:pt x="1652792" y="463315"/>
                  <a:pt x="1652792" y="480084"/>
                </a:cubicBezTo>
                <a:cubicBezTo>
                  <a:pt x="1652792" y="496854"/>
                  <a:pt x="1639199" y="510448"/>
                  <a:pt x="1622429" y="510448"/>
                </a:cubicBezTo>
                <a:cubicBezTo>
                  <a:pt x="1605659" y="510448"/>
                  <a:pt x="1592066" y="496854"/>
                  <a:pt x="1592066" y="480084"/>
                </a:cubicBezTo>
                <a:cubicBezTo>
                  <a:pt x="1592066" y="463315"/>
                  <a:pt x="1605659" y="449721"/>
                  <a:pt x="1622429" y="449721"/>
                </a:cubicBezTo>
                <a:close/>
                <a:moveTo>
                  <a:pt x="1549874" y="449721"/>
                </a:moveTo>
                <a:cubicBezTo>
                  <a:pt x="1566644" y="449721"/>
                  <a:pt x="1580238" y="463315"/>
                  <a:pt x="1580238" y="480084"/>
                </a:cubicBezTo>
                <a:cubicBezTo>
                  <a:pt x="1580238" y="496854"/>
                  <a:pt x="1566644" y="510448"/>
                  <a:pt x="1549874" y="510448"/>
                </a:cubicBezTo>
                <a:cubicBezTo>
                  <a:pt x="1533105" y="510448"/>
                  <a:pt x="1519511" y="496854"/>
                  <a:pt x="1519511" y="480084"/>
                </a:cubicBezTo>
                <a:cubicBezTo>
                  <a:pt x="1519511" y="463315"/>
                  <a:pt x="1533105" y="449721"/>
                  <a:pt x="1549874" y="449721"/>
                </a:cubicBezTo>
                <a:close/>
                <a:moveTo>
                  <a:pt x="1477320" y="449721"/>
                </a:moveTo>
                <a:cubicBezTo>
                  <a:pt x="1494089" y="449721"/>
                  <a:pt x="1507683" y="463315"/>
                  <a:pt x="1507683" y="480084"/>
                </a:cubicBezTo>
                <a:cubicBezTo>
                  <a:pt x="1507683" y="496854"/>
                  <a:pt x="1494089" y="510448"/>
                  <a:pt x="1477320" y="510448"/>
                </a:cubicBezTo>
                <a:cubicBezTo>
                  <a:pt x="1460550" y="510448"/>
                  <a:pt x="1446956" y="496854"/>
                  <a:pt x="1446956" y="480084"/>
                </a:cubicBezTo>
                <a:cubicBezTo>
                  <a:pt x="1446956" y="463315"/>
                  <a:pt x="1460550" y="449721"/>
                  <a:pt x="1477320" y="449721"/>
                </a:cubicBezTo>
                <a:close/>
                <a:moveTo>
                  <a:pt x="1404765" y="449721"/>
                </a:moveTo>
                <a:cubicBezTo>
                  <a:pt x="1421535" y="449721"/>
                  <a:pt x="1435129" y="463315"/>
                  <a:pt x="1435129" y="480084"/>
                </a:cubicBezTo>
                <a:cubicBezTo>
                  <a:pt x="1435129" y="496854"/>
                  <a:pt x="1421535" y="510448"/>
                  <a:pt x="1404765" y="510448"/>
                </a:cubicBezTo>
                <a:cubicBezTo>
                  <a:pt x="1387996" y="510448"/>
                  <a:pt x="1374402" y="496854"/>
                  <a:pt x="1374402" y="480084"/>
                </a:cubicBezTo>
                <a:cubicBezTo>
                  <a:pt x="1374402" y="463315"/>
                  <a:pt x="1387996" y="449721"/>
                  <a:pt x="1404765" y="449721"/>
                </a:cubicBezTo>
                <a:close/>
                <a:moveTo>
                  <a:pt x="1332211" y="449721"/>
                </a:moveTo>
                <a:cubicBezTo>
                  <a:pt x="1348980" y="449721"/>
                  <a:pt x="1362574" y="463315"/>
                  <a:pt x="1362574" y="480084"/>
                </a:cubicBezTo>
                <a:cubicBezTo>
                  <a:pt x="1362574" y="496854"/>
                  <a:pt x="1348980" y="510448"/>
                  <a:pt x="1332211" y="510448"/>
                </a:cubicBezTo>
                <a:cubicBezTo>
                  <a:pt x="1315441" y="510448"/>
                  <a:pt x="1301847" y="496854"/>
                  <a:pt x="1301847" y="480084"/>
                </a:cubicBezTo>
                <a:cubicBezTo>
                  <a:pt x="1301847" y="463315"/>
                  <a:pt x="1315441" y="449721"/>
                  <a:pt x="1332211" y="449721"/>
                </a:cubicBezTo>
                <a:close/>
                <a:moveTo>
                  <a:pt x="1259656" y="449721"/>
                </a:moveTo>
                <a:cubicBezTo>
                  <a:pt x="1276426" y="449721"/>
                  <a:pt x="1290020" y="463315"/>
                  <a:pt x="1290020" y="480084"/>
                </a:cubicBezTo>
                <a:cubicBezTo>
                  <a:pt x="1290020" y="496854"/>
                  <a:pt x="1276426" y="510448"/>
                  <a:pt x="1259656" y="510448"/>
                </a:cubicBezTo>
                <a:cubicBezTo>
                  <a:pt x="1242887" y="510448"/>
                  <a:pt x="1229293" y="496854"/>
                  <a:pt x="1229293" y="480084"/>
                </a:cubicBezTo>
                <a:cubicBezTo>
                  <a:pt x="1229293" y="463315"/>
                  <a:pt x="1242887" y="449721"/>
                  <a:pt x="1259656" y="449721"/>
                </a:cubicBezTo>
                <a:close/>
                <a:moveTo>
                  <a:pt x="1187102" y="449721"/>
                </a:moveTo>
                <a:cubicBezTo>
                  <a:pt x="1203871" y="449721"/>
                  <a:pt x="1217465" y="463315"/>
                  <a:pt x="1217465" y="480084"/>
                </a:cubicBezTo>
                <a:cubicBezTo>
                  <a:pt x="1217465" y="496854"/>
                  <a:pt x="1203871" y="510448"/>
                  <a:pt x="1187102" y="510448"/>
                </a:cubicBezTo>
                <a:cubicBezTo>
                  <a:pt x="1170332" y="510448"/>
                  <a:pt x="1156738" y="496854"/>
                  <a:pt x="1156738" y="480084"/>
                </a:cubicBezTo>
                <a:cubicBezTo>
                  <a:pt x="1156738" y="463315"/>
                  <a:pt x="1170332" y="449721"/>
                  <a:pt x="1187102" y="449721"/>
                </a:cubicBezTo>
                <a:close/>
                <a:moveTo>
                  <a:pt x="1114547" y="449721"/>
                </a:moveTo>
                <a:cubicBezTo>
                  <a:pt x="1131317" y="449721"/>
                  <a:pt x="1144911" y="463315"/>
                  <a:pt x="1144911" y="480084"/>
                </a:cubicBezTo>
                <a:cubicBezTo>
                  <a:pt x="1144911" y="496854"/>
                  <a:pt x="1131317" y="510448"/>
                  <a:pt x="1114547" y="510448"/>
                </a:cubicBezTo>
                <a:cubicBezTo>
                  <a:pt x="1097778" y="510448"/>
                  <a:pt x="1084184" y="496854"/>
                  <a:pt x="1084184" y="480084"/>
                </a:cubicBezTo>
                <a:cubicBezTo>
                  <a:pt x="1084184" y="463315"/>
                  <a:pt x="1097778" y="449721"/>
                  <a:pt x="1114547" y="449721"/>
                </a:cubicBezTo>
                <a:close/>
                <a:moveTo>
                  <a:pt x="1041993" y="449721"/>
                </a:moveTo>
                <a:cubicBezTo>
                  <a:pt x="1058762" y="449721"/>
                  <a:pt x="1072356" y="463315"/>
                  <a:pt x="1072356" y="480084"/>
                </a:cubicBezTo>
                <a:cubicBezTo>
                  <a:pt x="1072356" y="496854"/>
                  <a:pt x="1058762" y="510448"/>
                  <a:pt x="1041993" y="510448"/>
                </a:cubicBezTo>
                <a:cubicBezTo>
                  <a:pt x="1025223" y="510448"/>
                  <a:pt x="1011629" y="496854"/>
                  <a:pt x="1011629" y="480084"/>
                </a:cubicBezTo>
                <a:cubicBezTo>
                  <a:pt x="1011629" y="463315"/>
                  <a:pt x="1025223" y="449721"/>
                  <a:pt x="1041993" y="449721"/>
                </a:cubicBezTo>
                <a:close/>
                <a:moveTo>
                  <a:pt x="969438" y="449721"/>
                </a:moveTo>
                <a:cubicBezTo>
                  <a:pt x="986208" y="449721"/>
                  <a:pt x="999801" y="463315"/>
                  <a:pt x="999801" y="480084"/>
                </a:cubicBezTo>
                <a:cubicBezTo>
                  <a:pt x="999801" y="496854"/>
                  <a:pt x="986208" y="510448"/>
                  <a:pt x="969438" y="510448"/>
                </a:cubicBezTo>
                <a:cubicBezTo>
                  <a:pt x="952669" y="510448"/>
                  <a:pt x="939075" y="496854"/>
                  <a:pt x="939075" y="480084"/>
                </a:cubicBezTo>
                <a:cubicBezTo>
                  <a:pt x="939075" y="463315"/>
                  <a:pt x="952669" y="449721"/>
                  <a:pt x="969438" y="449721"/>
                </a:cubicBezTo>
                <a:close/>
                <a:moveTo>
                  <a:pt x="896883" y="449721"/>
                </a:moveTo>
                <a:cubicBezTo>
                  <a:pt x="913653" y="449721"/>
                  <a:pt x="927247" y="463315"/>
                  <a:pt x="927247" y="480084"/>
                </a:cubicBezTo>
                <a:cubicBezTo>
                  <a:pt x="927247" y="496854"/>
                  <a:pt x="913653" y="510448"/>
                  <a:pt x="896883" y="510448"/>
                </a:cubicBezTo>
                <a:cubicBezTo>
                  <a:pt x="880114" y="510448"/>
                  <a:pt x="866520" y="496854"/>
                  <a:pt x="866520" y="480084"/>
                </a:cubicBezTo>
                <a:cubicBezTo>
                  <a:pt x="866520" y="463315"/>
                  <a:pt x="880114" y="449721"/>
                  <a:pt x="896883" y="449721"/>
                </a:cubicBezTo>
                <a:close/>
                <a:moveTo>
                  <a:pt x="824329" y="449721"/>
                </a:moveTo>
                <a:cubicBezTo>
                  <a:pt x="841098" y="449721"/>
                  <a:pt x="854692" y="463315"/>
                  <a:pt x="854692" y="480084"/>
                </a:cubicBezTo>
                <a:cubicBezTo>
                  <a:pt x="854692" y="496854"/>
                  <a:pt x="841098" y="510448"/>
                  <a:pt x="824329" y="510448"/>
                </a:cubicBezTo>
                <a:cubicBezTo>
                  <a:pt x="807559" y="510448"/>
                  <a:pt x="793965" y="496854"/>
                  <a:pt x="793965" y="480084"/>
                </a:cubicBezTo>
                <a:cubicBezTo>
                  <a:pt x="793965" y="463315"/>
                  <a:pt x="807559" y="449721"/>
                  <a:pt x="824329" y="449721"/>
                </a:cubicBezTo>
                <a:close/>
                <a:moveTo>
                  <a:pt x="751774" y="449721"/>
                </a:moveTo>
                <a:cubicBezTo>
                  <a:pt x="768544" y="449721"/>
                  <a:pt x="782138" y="463315"/>
                  <a:pt x="782138" y="480084"/>
                </a:cubicBezTo>
                <a:cubicBezTo>
                  <a:pt x="782138" y="496854"/>
                  <a:pt x="768544" y="510448"/>
                  <a:pt x="751774" y="510448"/>
                </a:cubicBezTo>
                <a:cubicBezTo>
                  <a:pt x="735005" y="510448"/>
                  <a:pt x="721411" y="496854"/>
                  <a:pt x="721411" y="480084"/>
                </a:cubicBezTo>
                <a:cubicBezTo>
                  <a:pt x="721411" y="463315"/>
                  <a:pt x="735005" y="449721"/>
                  <a:pt x="751774" y="449721"/>
                </a:cubicBezTo>
                <a:close/>
                <a:moveTo>
                  <a:pt x="679220" y="449721"/>
                </a:moveTo>
                <a:cubicBezTo>
                  <a:pt x="695989" y="449721"/>
                  <a:pt x="709583" y="463315"/>
                  <a:pt x="709583" y="480084"/>
                </a:cubicBezTo>
                <a:cubicBezTo>
                  <a:pt x="709583" y="496854"/>
                  <a:pt x="695989" y="510448"/>
                  <a:pt x="679220" y="510448"/>
                </a:cubicBezTo>
                <a:cubicBezTo>
                  <a:pt x="662450" y="510448"/>
                  <a:pt x="648856" y="496854"/>
                  <a:pt x="648856" y="480084"/>
                </a:cubicBezTo>
                <a:cubicBezTo>
                  <a:pt x="648856" y="463315"/>
                  <a:pt x="662450" y="449721"/>
                  <a:pt x="679220" y="449721"/>
                </a:cubicBezTo>
                <a:close/>
                <a:moveTo>
                  <a:pt x="606665" y="449721"/>
                </a:moveTo>
                <a:cubicBezTo>
                  <a:pt x="623435" y="449721"/>
                  <a:pt x="637029" y="463315"/>
                  <a:pt x="637029" y="480084"/>
                </a:cubicBezTo>
                <a:cubicBezTo>
                  <a:pt x="637029" y="496854"/>
                  <a:pt x="623435" y="510448"/>
                  <a:pt x="606665" y="510448"/>
                </a:cubicBezTo>
                <a:cubicBezTo>
                  <a:pt x="589896" y="510448"/>
                  <a:pt x="576302" y="496854"/>
                  <a:pt x="576302" y="480084"/>
                </a:cubicBezTo>
                <a:cubicBezTo>
                  <a:pt x="576302" y="463315"/>
                  <a:pt x="589896" y="449721"/>
                  <a:pt x="606665" y="449721"/>
                </a:cubicBezTo>
                <a:close/>
                <a:moveTo>
                  <a:pt x="534111" y="449721"/>
                </a:moveTo>
                <a:cubicBezTo>
                  <a:pt x="550880" y="449721"/>
                  <a:pt x="564474" y="463315"/>
                  <a:pt x="564474" y="480084"/>
                </a:cubicBezTo>
                <a:cubicBezTo>
                  <a:pt x="564474" y="496854"/>
                  <a:pt x="550880" y="510448"/>
                  <a:pt x="534111" y="510448"/>
                </a:cubicBezTo>
                <a:cubicBezTo>
                  <a:pt x="517341" y="510448"/>
                  <a:pt x="503747" y="496854"/>
                  <a:pt x="503747" y="480084"/>
                </a:cubicBezTo>
                <a:cubicBezTo>
                  <a:pt x="503747" y="463315"/>
                  <a:pt x="517341" y="449721"/>
                  <a:pt x="534111" y="449721"/>
                </a:cubicBezTo>
                <a:close/>
                <a:moveTo>
                  <a:pt x="461556" y="449721"/>
                </a:moveTo>
                <a:cubicBezTo>
                  <a:pt x="478326" y="449721"/>
                  <a:pt x="491920" y="463315"/>
                  <a:pt x="491920" y="480084"/>
                </a:cubicBezTo>
                <a:cubicBezTo>
                  <a:pt x="491920" y="496854"/>
                  <a:pt x="478326" y="510448"/>
                  <a:pt x="461556" y="510448"/>
                </a:cubicBezTo>
                <a:cubicBezTo>
                  <a:pt x="444787" y="510448"/>
                  <a:pt x="431192" y="496854"/>
                  <a:pt x="431192" y="480084"/>
                </a:cubicBezTo>
                <a:cubicBezTo>
                  <a:pt x="431192" y="463315"/>
                  <a:pt x="444787" y="449721"/>
                  <a:pt x="461556" y="449721"/>
                </a:cubicBezTo>
                <a:close/>
                <a:moveTo>
                  <a:pt x="389002" y="449721"/>
                </a:moveTo>
                <a:cubicBezTo>
                  <a:pt x="405771" y="449721"/>
                  <a:pt x="419365" y="463315"/>
                  <a:pt x="419365" y="480084"/>
                </a:cubicBezTo>
                <a:cubicBezTo>
                  <a:pt x="419365" y="496854"/>
                  <a:pt x="405771" y="510448"/>
                  <a:pt x="389002" y="510448"/>
                </a:cubicBezTo>
                <a:cubicBezTo>
                  <a:pt x="372232" y="510448"/>
                  <a:pt x="358638" y="496854"/>
                  <a:pt x="358638" y="480084"/>
                </a:cubicBezTo>
                <a:cubicBezTo>
                  <a:pt x="358638" y="463315"/>
                  <a:pt x="372232" y="449721"/>
                  <a:pt x="389002" y="449721"/>
                </a:cubicBezTo>
                <a:close/>
                <a:moveTo>
                  <a:pt x="316447" y="449721"/>
                </a:moveTo>
                <a:cubicBezTo>
                  <a:pt x="333216" y="449721"/>
                  <a:pt x="346810" y="463315"/>
                  <a:pt x="346810" y="480084"/>
                </a:cubicBezTo>
                <a:cubicBezTo>
                  <a:pt x="346810" y="496854"/>
                  <a:pt x="333216" y="510448"/>
                  <a:pt x="316447" y="510448"/>
                </a:cubicBezTo>
                <a:cubicBezTo>
                  <a:pt x="299677" y="510448"/>
                  <a:pt x="286084" y="496854"/>
                  <a:pt x="286084" y="480084"/>
                </a:cubicBezTo>
                <a:cubicBezTo>
                  <a:pt x="286084" y="463315"/>
                  <a:pt x="299677" y="449721"/>
                  <a:pt x="316447" y="449721"/>
                </a:cubicBezTo>
                <a:close/>
                <a:moveTo>
                  <a:pt x="243892" y="449721"/>
                </a:moveTo>
                <a:cubicBezTo>
                  <a:pt x="260662" y="449721"/>
                  <a:pt x="274256" y="463315"/>
                  <a:pt x="274256" y="480084"/>
                </a:cubicBezTo>
                <a:cubicBezTo>
                  <a:pt x="274256" y="496854"/>
                  <a:pt x="260662" y="510448"/>
                  <a:pt x="243892" y="510448"/>
                </a:cubicBezTo>
                <a:cubicBezTo>
                  <a:pt x="227123" y="510448"/>
                  <a:pt x="213529" y="496854"/>
                  <a:pt x="213529" y="480084"/>
                </a:cubicBezTo>
                <a:cubicBezTo>
                  <a:pt x="213529" y="463315"/>
                  <a:pt x="227123" y="449721"/>
                  <a:pt x="243892" y="449721"/>
                </a:cubicBezTo>
                <a:close/>
                <a:moveTo>
                  <a:pt x="171339" y="449721"/>
                </a:moveTo>
                <a:cubicBezTo>
                  <a:pt x="188107" y="449721"/>
                  <a:pt x="201701" y="463315"/>
                  <a:pt x="201701" y="480084"/>
                </a:cubicBezTo>
                <a:cubicBezTo>
                  <a:pt x="201701" y="496854"/>
                  <a:pt x="188107" y="510448"/>
                  <a:pt x="171339" y="510448"/>
                </a:cubicBezTo>
                <a:cubicBezTo>
                  <a:pt x="154679" y="510448"/>
                  <a:pt x="141085" y="496854"/>
                  <a:pt x="141085" y="480084"/>
                </a:cubicBezTo>
                <a:cubicBezTo>
                  <a:pt x="141085" y="463315"/>
                  <a:pt x="154679" y="449721"/>
                  <a:pt x="171339" y="449721"/>
                </a:cubicBezTo>
                <a:close/>
                <a:moveTo>
                  <a:pt x="98910" y="449721"/>
                </a:moveTo>
                <a:cubicBezTo>
                  <a:pt x="115670" y="449721"/>
                  <a:pt x="129264" y="463315"/>
                  <a:pt x="129264" y="480084"/>
                </a:cubicBezTo>
                <a:cubicBezTo>
                  <a:pt x="129264" y="496854"/>
                  <a:pt x="115670" y="510448"/>
                  <a:pt x="98910" y="510448"/>
                </a:cubicBezTo>
                <a:cubicBezTo>
                  <a:pt x="82136" y="510448"/>
                  <a:pt x="68542" y="496854"/>
                  <a:pt x="68542" y="480084"/>
                </a:cubicBezTo>
                <a:cubicBezTo>
                  <a:pt x="68542" y="463315"/>
                  <a:pt x="82136" y="449721"/>
                  <a:pt x="98910" y="449721"/>
                </a:cubicBezTo>
                <a:close/>
                <a:moveTo>
                  <a:pt x="26355" y="449721"/>
                </a:moveTo>
                <a:cubicBezTo>
                  <a:pt x="43118" y="449721"/>
                  <a:pt x="56713" y="463315"/>
                  <a:pt x="56713" y="480084"/>
                </a:cubicBezTo>
                <a:cubicBezTo>
                  <a:pt x="56713" y="496854"/>
                  <a:pt x="43118" y="510448"/>
                  <a:pt x="26355" y="510448"/>
                </a:cubicBezTo>
                <a:cubicBezTo>
                  <a:pt x="17970" y="510448"/>
                  <a:pt x="10379" y="507050"/>
                  <a:pt x="4884" y="501555"/>
                </a:cubicBezTo>
                <a:lnTo>
                  <a:pt x="0" y="489763"/>
                </a:lnTo>
                <a:lnTo>
                  <a:pt x="0" y="470405"/>
                </a:lnTo>
                <a:lnTo>
                  <a:pt x="4884" y="458614"/>
                </a:lnTo>
                <a:cubicBezTo>
                  <a:pt x="10379" y="453120"/>
                  <a:pt x="17970" y="449721"/>
                  <a:pt x="26355" y="449721"/>
                </a:cubicBezTo>
                <a:close/>
                <a:moveTo>
                  <a:pt x="1673066" y="379245"/>
                </a:moveTo>
                <a:lnTo>
                  <a:pt x="1675237" y="422266"/>
                </a:lnTo>
                <a:lnTo>
                  <a:pt x="1673514" y="421103"/>
                </a:lnTo>
                <a:cubicBezTo>
                  <a:pt x="1668019" y="415609"/>
                  <a:pt x="1664620" y="408017"/>
                  <a:pt x="1664620" y="399633"/>
                </a:cubicBezTo>
                <a:close/>
                <a:moveTo>
                  <a:pt x="1622429" y="369269"/>
                </a:moveTo>
                <a:cubicBezTo>
                  <a:pt x="1639199" y="369269"/>
                  <a:pt x="1652792" y="382864"/>
                  <a:pt x="1652792" y="399633"/>
                </a:cubicBezTo>
                <a:cubicBezTo>
                  <a:pt x="1652792" y="416402"/>
                  <a:pt x="1639199" y="429997"/>
                  <a:pt x="1622429" y="429997"/>
                </a:cubicBezTo>
                <a:cubicBezTo>
                  <a:pt x="1605659" y="429997"/>
                  <a:pt x="1592066" y="416402"/>
                  <a:pt x="1592066" y="399633"/>
                </a:cubicBezTo>
                <a:cubicBezTo>
                  <a:pt x="1592066" y="382864"/>
                  <a:pt x="1605659" y="369269"/>
                  <a:pt x="1622429" y="369269"/>
                </a:cubicBezTo>
                <a:close/>
                <a:moveTo>
                  <a:pt x="1549874" y="369269"/>
                </a:moveTo>
                <a:cubicBezTo>
                  <a:pt x="1566644" y="369269"/>
                  <a:pt x="1580238" y="382864"/>
                  <a:pt x="1580238" y="399633"/>
                </a:cubicBezTo>
                <a:cubicBezTo>
                  <a:pt x="1580238" y="416402"/>
                  <a:pt x="1566644" y="429997"/>
                  <a:pt x="1549874" y="429997"/>
                </a:cubicBezTo>
                <a:cubicBezTo>
                  <a:pt x="1533105" y="429997"/>
                  <a:pt x="1519511" y="416402"/>
                  <a:pt x="1519511" y="399633"/>
                </a:cubicBezTo>
                <a:cubicBezTo>
                  <a:pt x="1519511" y="382864"/>
                  <a:pt x="1533105" y="369269"/>
                  <a:pt x="1549874" y="369269"/>
                </a:cubicBezTo>
                <a:close/>
                <a:moveTo>
                  <a:pt x="1477320" y="369269"/>
                </a:moveTo>
                <a:cubicBezTo>
                  <a:pt x="1494089" y="369269"/>
                  <a:pt x="1507683" y="382864"/>
                  <a:pt x="1507683" y="399633"/>
                </a:cubicBezTo>
                <a:cubicBezTo>
                  <a:pt x="1507683" y="416402"/>
                  <a:pt x="1494089" y="429997"/>
                  <a:pt x="1477320" y="429997"/>
                </a:cubicBezTo>
                <a:cubicBezTo>
                  <a:pt x="1460550" y="429997"/>
                  <a:pt x="1446956" y="416402"/>
                  <a:pt x="1446956" y="399633"/>
                </a:cubicBezTo>
                <a:cubicBezTo>
                  <a:pt x="1446956" y="382864"/>
                  <a:pt x="1460550" y="369269"/>
                  <a:pt x="1477320" y="369269"/>
                </a:cubicBezTo>
                <a:close/>
                <a:moveTo>
                  <a:pt x="1404765" y="369269"/>
                </a:moveTo>
                <a:cubicBezTo>
                  <a:pt x="1421535" y="369269"/>
                  <a:pt x="1435129" y="382864"/>
                  <a:pt x="1435129" y="399633"/>
                </a:cubicBezTo>
                <a:cubicBezTo>
                  <a:pt x="1435129" y="416402"/>
                  <a:pt x="1421535" y="429997"/>
                  <a:pt x="1404765" y="429997"/>
                </a:cubicBezTo>
                <a:cubicBezTo>
                  <a:pt x="1387996" y="429997"/>
                  <a:pt x="1374402" y="416402"/>
                  <a:pt x="1374402" y="399633"/>
                </a:cubicBezTo>
                <a:cubicBezTo>
                  <a:pt x="1374402" y="382864"/>
                  <a:pt x="1387996" y="369269"/>
                  <a:pt x="1404765" y="369269"/>
                </a:cubicBezTo>
                <a:close/>
                <a:moveTo>
                  <a:pt x="1332211" y="369269"/>
                </a:moveTo>
                <a:cubicBezTo>
                  <a:pt x="1348980" y="369269"/>
                  <a:pt x="1362574" y="382864"/>
                  <a:pt x="1362574" y="399633"/>
                </a:cubicBezTo>
                <a:cubicBezTo>
                  <a:pt x="1362574" y="416402"/>
                  <a:pt x="1348980" y="429997"/>
                  <a:pt x="1332211" y="429997"/>
                </a:cubicBezTo>
                <a:cubicBezTo>
                  <a:pt x="1315441" y="429997"/>
                  <a:pt x="1301847" y="416402"/>
                  <a:pt x="1301847" y="399633"/>
                </a:cubicBezTo>
                <a:cubicBezTo>
                  <a:pt x="1301847" y="382864"/>
                  <a:pt x="1315441" y="369269"/>
                  <a:pt x="1332211" y="369269"/>
                </a:cubicBezTo>
                <a:close/>
                <a:moveTo>
                  <a:pt x="1259656" y="369269"/>
                </a:moveTo>
                <a:cubicBezTo>
                  <a:pt x="1276426" y="369269"/>
                  <a:pt x="1290020" y="382864"/>
                  <a:pt x="1290020" y="399633"/>
                </a:cubicBezTo>
                <a:cubicBezTo>
                  <a:pt x="1290020" y="416402"/>
                  <a:pt x="1276426" y="429997"/>
                  <a:pt x="1259656" y="429997"/>
                </a:cubicBezTo>
                <a:cubicBezTo>
                  <a:pt x="1242887" y="429997"/>
                  <a:pt x="1229293" y="416402"/>
                  <a:pt x="1229293" y="399633"/>
                </a:cubicBezTo>
                <a:cubicBezTo>
                  <a:pt x="1229293" y="382864"/>
                  <a:pt x="1242887" y="369269"/>
                  <a:pt x="1259656" y="369269"/>
                </a:cubicBezTo>
                <a:close/>
                <a:moveTo>
                  <a:pt x="1187102" y="369269"/>
                </a:moveTo>
                <a:cubicBezTo>
                  <a:pt x="1203871" y="369269"/>
                  <a:pt x="1217465" y="382864"/>
                  <a:pt x="1217465" y="399633"/>
                </a:cubicBezTo>
                <a:cubicBezTo>
                  <a:pt x="1217465" y="416402"/>
                  <a:pt x="1203871" y="429997"/>
                  <a:pt x="1187102" y="429997"/>
                </a:cubicBezTo>
                <a:cubicBezTo>
                  <a:pt x="1170332" y="429997"/>
                  <a:pt x="1156738" y="416402"/>
                  <a:pt x="1156738" y="399633"/>
                </a:cubicBezTo>
                <a:cubicBezTo>
                  <a:pt x="1156738" y="382864"/>
                  <a:pt x="1170332" y="369269"/>
                  <a:pt x="1187102" y="369269"/>
                </a:cubicBezTo>
                <a:close/>
                <a:moveTo>
                  <a:pt x="1114547" y="369269"/>
                </a:moveTo>
                <a:cubicBezTo>
                  <a:pt x="1131317" y="369269"/>
                  <a:pt x="1144911" y="382864"/>
                  <a:pt x="1144911" y="399633"/>
                </a:cubicBezTo>
                <a:cubicBezTo>
                  <a:pt x="1144911" y="416402"/>
                  <a:pt x="1131317" y="429997"/>
                  <a:pt x="1114547" y="429997"/>
                </a:cubicBezTo>
                <a:cubicBezTo>
                  <a:pt x="1097778" y="429997"/>
                  <a:pt x="1084184" y="416402"/>
                  <a:pt x="1084184" y="399633"/>
                </a:cubicBezTo>
                <a:cubicBezTo>
                  <a:pt x="1084184" y="382864"/>
                  <a:pt x="1097778" y="369269"/>
                  <a:pt x="1114547" y="369269"/>
                </a:cubicBezTo>
                <a:close/>
                <a:moveTo>
                  <a:pt x="1041993" y="369269"/>
                </a:moveTo>
                <a:cubicBezTo>
                  <a:pt x="1058762" y="369269"/>
                  <a:pt x="1072356" y="382864"/>
                  <a:pt x="1072356" y="399633"/>
                </a:cubicBezTo>
                <a:cubicBezTo>
                  <a:pt x="1072356" y="416402"/>
                  <a:pt x="1058762" y="429997"/>
                  <a:pt x="1041993" y="429997"/>
                </a:cubicBezTo>
                <a:cubicBezTo>
                  <a:pt x="1025223" y="429997"/>
                  <a:pt x="1011629" y="416402"/>
                  <a:pt x="1011629" y="399633"/>
                </a:cubicBezTo>
                <a:cubicBezTo>
                  <a:pt x="1011629" y="382864"/>
                  <a:pt x="1025223" y="369269"/>
                  <a:pt x="1041993" y="369269"/>
                </a:cubicBezTo>
                <a:close/>
                <a:moveTo>
                  <a:pt x="969438" y="369269"/>
                </a:moveTo>
                <a:cubicBezTo>
                  <a:pt x="986208" y="369269"/>
                  <a:pt x="999801" y="382864"/>
                  <a:pt x="999801" y="399633"/>
                </a:cubicBezTo>
                <a:cubicBezTo>
                  <a:pt x="999801" y="416402"/>
                  <a:pt x="986208" y="429997"/>
                  <a:pt x="969438" y="429997"/>
                </a:cubicBezTo>
                <a:cubicBezTo>
                  <a:pt x="952669" y="429997"/>
                  <a:pt x="939075" y="416402"/>
                  <a:pt x="939075" y="399633"/>
                </a:cubicBezTo>
                <a:cubicBezTo>
                  <a:pt x="939075" y="382864"/>
                  <a:pt x="952669" y="369269"/>
                  <a:pt x="969438" y="369269"/>
                </a:cubicBezTo>
                <a:close/>
                <a:moveTo>
                  <a:pt x="896883" y="369269"/>
                </a:moveTo>
                <a:cubicBezTo>
                  <a:pt x="913653" y="369269"/>
                  <a:pt x="927247" y="382864"/>
                  <a:pt x="927247" y="399633"/>
                </a:cubicBezTo>
                <a:cubicBezTo>
                  <a:pt x="927247" y="416402"/>
                  <a:pt x="913653" y="429997"/>
                  <a:pt x="896883" y="429997"/>
                </a:cubicBezTo>
                <a:cubicBezTo>
                  <a:pt x="880114" y="429997"/>
                  <a:pt x="866520" y="416402"/>
                  <a:pt x="866520" y="399633"/>
                </a:cubicBezTo>
                <a:cubicBezTo>
                  <a:pt x="866520" y="382864"/>
                  <a:pt x="880114" y="369269"/>
                  <a:pt x="896883" y="369269"/>
                </a:cubicBezTo>
                <a:close/>
                <a:moveTo>
                  <a:pt x="824329" y="369269"/>
                </a:moveTo>
                <a:cubicBezTo>
                  <a:pt x="841098" y="369269"/>
                  <a:pt x="854692" y="382864"/>
                  <a:pt x="854692" y="399633"/>
                </a:cubicBezTo>
                <a:cubicBezTo>
                  <a:pt x="854692" y="416402"/>
                  <a:pt x="841098" y="429997"/>
                  <a:pt x="824329" y="429997"/>
                </a:cubicBezTo>
                <a:cubicBezTo>
                  <a:pt x="807559" y="429997"/>
                  <a:pt x="793965" y="416402"/>
                  <a:pt x="793965" y="399633"/>
                </a:cubicBezTo>
                <a:cubicBezTo>
                  <a:pt x="793965" y="382864"/>
                  <a:pt x="807559" y="369269"/>
                  <a:pt x="824329" y="369269"/>
                </a:cubicBezTo>
                <a:close/>
                <a:moveTo>
                  <a:pt x="751774" y="369269"/>
                </a:moveTo>
                <a:cubicBezTo>
                  <a:pt x="768544" y="369269"/>
                  <a:pt x="782138" y="382864"/>
                  <a:pt x="782138" y="399633"/>
                </a:cubicBezTo>
                <a:cubicBezTo>
                  <a:pt x="782138" y="416402"/>
                  <a:pt x="768544" y="429997"/>
                  <a:pt x="751774" y="429997"/>
                </a:cubicBezTo>
                <a:cubicBezTo>
                  <a:pt x="735005" y="429997"/>
                  <a:pt x="721411" y="416402"/>
                  <a:pt x="721411" y="399633"/>
                </a:cubicBezTo>
                <a:cubicBezTo>
                  <a:pt x="721411" y="382864"/>
                  <a:pt x="735005" y="369269"/>
                  <a:pt x="751774" y="369269"/>
                </a:cubicBezTo>
                <a:close/>
                <a:moveTo>
                  <a:pt x="679220" y="369269"/>
                </a:moveTo>
                <a:cubicBezTo>
                  <a:pt x="695989" y="369269"/>
                  <a:pt x="709583" y="382864"/>
                  <a:pt x="709583" y="399633"/>
                </a:cubicBezTo>
                <a:cubicBezTo>
                  <a:pt x="709583" y="416402"/>
                  <a:pt x="695989" y="429997"/>
                  <a:pt x="679220" y="429997"/>
                </a:cubicBezTo>
                <a:cubicBezTo>
                  <a:pt x="662450" y="429997"/>
                  <a:pt x="648856" y="416402"/>
                  <a:pt x="648856" y="399633"/>
                </a:cubicBezTo>
                <a:cubicBezTo>
                  <a:pt x="648856" y="382864"/>
                  <a:pt x="662450" y="369269"/>
                  <a:pt x="679220" y="369269"/>
                </a:cubicBezTo>
                <a:close/>
                <a:moveTo>
                  <a:pt x="606665" y="369269"/>
                </a:moveTo>
                <a:cubicBezTo>
                  <a:pt x="623435" y="369269"/>
                  <a:pt x="637029" y="382864"/>
                  <a:pt x="637029" y="399633"/>
                </a:cubicBezTo>
                <a:cubicBezTo>
                  <a:pt x="637029" y="416402"/>
                  <a:pt x="623435" y="429997"/>
                  <a:pt x="606665" y="429997"/>
                </a:cubicBezTo>
                <a:cubicBezTo>
                  <a:pt x="589896" y="429997"/>
                  <a:pt x="576302" y="416402"/>
                  <a:pt x="576302" y="399633"/>
                </a:cubicBezTo>
                <a:cubicBezTo>
                  <a:pt x="576302" y="382864"/>
                  <a:pt x="589896" y="369269"/>
                  <a:pt x="606665" y="369269"/>
                </a:cubicBezTo>
                <a:close/>
                <a:moveTo>
                  <a:pt x="534111" y="369269"/>
                </a:moveTo>
                <a:cubicBezTo>
                  <a:pt x="550880" y="369269"/>
                  <a:pt x="564474" y="382864"/>
                  <a:pt x="564474" y="399633"/>
                </a:cubicBezTo>
                <a:cubicBezTo>
                  <a:pt x="564474" y="416402"/>
                  <a:pt x="550880" y="429997"/>
                  <a:pt x="534111" y="429997"/>
                </a:cubicBezTo>
                <a:cubicBezTo>
                  <a:pt x="517341" y="429997"/>
                  <a:pt x="503747" y="416402"/>
                  <a:pt x="503747" y="399633"/>
                </a:cubicBezTo>
                <a:cubicBezTo>
                  <a:pt x="503747" y="382864"/>
                  <a:pt x="517341" y="369269"/>
                  <a:pt x="534111" y="369269"/>
                </a:cubicBezTo>
                <a:close/>
                <a:moveTo>
                  <a:pt x="461556" y="369269"/>
                </a:moveTo>
                <a:cubicBezTo>
                  <a:pt x="478326" y="369269"/>
                  <a:pt x="491920" y="382864"/>
                  <a:pt x="491920" y="399633"/>
                </a:cubicBezTo>
                <a:cubicBezTo>
                  <a:pt x="491920" y="416402"/>
                  <a:pt x="478326" y="429997"/>
                  <a:pt x="461556" y="429997"/>
                </a:cubicBezTo>
                <a:cubicBezTo>
                  <a:pt x="444787" y="429997"/>
                  <a:pt x="431192" y="416402"/>
                  <a:pt x="431192" y="399633"/>
                </a:cubicBezTo>
                <a:cubicBezTo>
                  <a:pt x="431192" y="382864"/>
                  <a:pt x="444787" y="369269"/>
                  <a:pt x="461556" y="369269"/>
                </a:cubicBezTo>
                <a:close/>
                <a:moveTo>
                  <a:pt x="389002" y="369269"/>
                </a:moveTo>
                <a:cubicBezTo>
                  <a:pt x="405771" y="369269"/>
                  <a:pt x="419365" y="382864"/>
                  <a:pt x="419365" y="399633"/>
                </a:cubicBezTo>
                <a:cubicBezTo>
                  <a:pt x="419365" y="416402"/>
                  <a:pt x="405771" y="429997"/>
                  <a:pt x="389002" y="429997"/>
                </a:cubicBezTo>
                <a:cubicBezTo>
                  <a:pt x="372232" y="429997"/>
                  <a:pt x="358638" y="416402"/>
                  <a:pt x="358638" y="399633"/>
                </a:cubicBezTo>
                <a:cubicBezTo>
                  <a:pt x="358638" y="382864"/>
                  <a:pt x="372232" y="369269"/>
                  <a:pt x="389002" y="369269"/>
                </a:cubicBezTo>
                <a:close/>
                <a:moveTo>
                  <a:pt x="316447" y="369269"/>
                </a:moveTo>
                <a:cubicBezTo>
                  <a:pt x="333216" y="369269"/>
                  <a:pt x="346810" y="382864"/>
                  <a:pt x="346810" y="399633"/>
                </a:cubicBezTo>
                <a:cubicBezTo>
                  <a:pt x="346810" y="416402"/>
                  <a:pt x="333216" y="429997"/>
                  <a:pt x="316447" y="429997"/>
                </a:cubicBezTo>
                <a:cubicBezTo>
                  <a:pt x="299677" y="429997"/>
                  <a:pt x="286084" y="416402"/>
                  <a:pt x="286084" y="399633"/>
                </a:cubicBezTo>
                <a:cubicBezTo>
                  <a:pt x="286084" y="382864"/>
                  <a:pt x="299677" y="369269"/>
                  <a:pt x="316447" y="369269"/>
                </a:cubicBezTo>
                <a:close/>
                <a:moveTo>
                  <a:pt x="243892" y="369269"/>
                </a:moveTo>
                <a:cubicBezTo>
                  <a:pt x="260662" y="369269"/>
                  <a:pt x="274256" y="382864"/>
                  <a:pt x="274256" y="399633"/>
                </a:cubicBezTo>
                <a:cubicBezTo>
                  <a:pt x="274256" y="416402"/>
                  <a:pt x="260662" y="429997"/>
                  <a:pt x="243892" y="429997"/>
                </a:cubicBezTo>
                <a:cubicBezTo>
                  <a:pt x="227123" y="429997"/>
                  <a:pt x="213529" y="416402"/>
                  <a:pt x="213529" y="399633"/>
                </a:cubicBezTo>
                <a:cubicBezTo>
                  <a:pt x="213529" y="382864"/>
                  <a:pt x="227123" y="369269"/>
                  <a:pt x="243892" y="369269"/>
                </a:cubicBezTo>
                <a:close/>
                <a:moveTo>
                  <a:pt x="171339" y="369269"/>
                </a:moveTo>
                <a:cubicBezTo>
                  <a:pt x="188107" y="369269"/>
                  <a:pt x="201701" y="382864"/>
                  <a:pt x="201701" y="399633"/>
                </a:cubicBezTo>
                <a:cubicBezTo>
                  <a:pt x="201701" y="416402"/>
                  <a:pt x="188107" y="429997"/>
                  <a:pt x="171339" y="429997"/>
                </a:cubicBezTo>
                <a:cubicBezTo>
                  <a:pt x="154685" y="429997"/>
                  <a:pt x="141090" y="416402"/>
                  <a:pt x="141090" y="399633"/>
                </a:cubicBezTo>
                <a:cubicBezTo>
                  <a:pt x="141090" y="382864"/>
                  <a:pt x="154685" y="369269"/>
                  <a:pt x="171339" y="369269"/>
                </a:cubicBezTo>
                <a:close/>
                <a:moveTo>
                  <a:pt x="98917" y="369269"/>
                </a:moveTo>
                <a:cubicBezTo>
                  <a:pt x="115677" y="369269"/>
                  <a:pt x="129270" y="382864"/>
                  <a:pt x="129270" y="399633"/>
                </a:cubicBezTo>
                <a:cubicBezTo>
                  <a:pt x="129270" y="416402"/>
                  <a:pt x="115677" y="429997"/>
                  <a:pt x="98917" y="429997"/>
                </a:cubicBezTo>
                <a:cubicBezTo>
                  <a:pt x="82143" y="429997"/>
                  <a:pt x="68549" y="416402"/>
                  <a:pt x="68549" y="399633"/>
                </a:cubicBezTo>
                <a:cubicBezTo>
                  <a:pt x="68549" y="382864"/>
                  <a:pt x="82143" y="369269"/>
                  <a:pt x="98917" y="369269"/>
                </a:cubicBezTo>
                <a:close/>
                <a:moveTo>
                  <a:pt x="26362" y="369269"/>
                </a:moveTo>
                <a:cubicBezTo>
                  <a:pt x="43124" y="369269"/>
                  <a:pt x="56719" y="382864"/>
                  <a:pt x="56719" y="399633"/>
                </a:cubicBezTo>
                <a:cubicBezTo>
                  <a:pt x="56719" y="416402"/>
                  <a:pt x="43124" y="429997"/>
                  <a:pt x="26362" y="429997"/>
                </a:cubicBezTo>
                <a:cubicBezTo>
                  <a:pt x="17976" y="429997"/>
                  <a:pt x="10385" y="426598"/>
                  <a:pt x="4890" y="421103"/>
                </a:cubicBezTo>
                <a:lnTo>
                  <a:pt x="0" y="409299"/>
                </a:lnTo>
                <a:lnTo>
                  <a:pt x="0" y="389967"/>
                </a:lnTo>
                <a:lnTo>
                  <a:pt x="4890" y="378163"/>
                </a:lnTo>
                <a:cubicBezTo>
                  <a:pt x="10385" y="372668"/>
                  <a:pt x="17976" y="369269"/>
                  <a:pt x="26362" y="369269"/>
                </a:cubicBezTo>
                <a:close/>
                <a:moveTo>
                  <a:pt x="1669444" y="307535"/>
                </a:moveTo>
                <a:lnTo>
                  <a:pt x="1670784" y="334061"/>
                </a:lnTo>
                <a:lnTo>
                  <a:pt x="1664620" y="319181"/>
                </a:lnTo>
                <a:close/>
                <a:moveTo>
                  <a:pt x="1622429" y="288818"/>
                </a:moveTo>
                <a:cubicBezTo>
                  <a:pt x="1639199" y="288818"/>
                  <a:pt x="1652792" y="302412"/>
                  <a:pt x="1652792" y="319181"/>
                </a:cubicBezTo>
                <a:cubicBezTo>
                  <a:pt x="1652792" y="335950"/>
                  <a:pt x="1639199" y="349545"/>
                  <a:pt x="1622429" y="349545"/>
                </a:cubicBezTo>
                <a:cubicBezTo>
                  <a:pt x="1605659" y="349545"/>
                  <a:pt x="1592066" y="335950"/>
                  <a:pt x="1592066" y="319181"/>
                </a:cubicBezTo>
                <a:cubicBezTo>
                  <a:pt x="1592066" y="302412"/>
                  <a:pt x="1605659" y="288818"/>
                  <a:pt x="1622429" y="288818"/>
                </a:cubicBezTo>
                <a:close/>
                <a:moveTo>
                  <a:pt x="1549874" y="288818"/>
                </a:moveTo>
                <a:cubicBezTo>
                  <a:pt x="1566644" y="288818"/>
                  <a:pt x="1580238" y="302412"/>
                  <a:pt x="1580238" y="319181"/>
                </a:cubicBezTo>
                <a:cubicBezTo>
                  <a:pt x="1580238" y="335950"/>
                  <a:pt x="1566644" y="349545"/>
                  <a:pt x="1549874" y="349545"/>
                </a:cubicBezTo>
                <a:cubicBezTo>
                  <a:pt x="1533105" y="349545"/>
                  <a:pt x="1519511" y="335950"/>
                  <a:pt x="1519511" y="319181"/>
                </a:cubicBezTo>
                <a:cubicBezTo>
                  <a:pt x="1519511" y="302412"/>
                  <a:pt x="1533105" y="288818"/>
                  <a:pt x="1549874" y="288818"/>
                </a:cubicBezTo>
                <a:close/>
                <a:moveTo>
                  <a:pt x="1477320" y="288818"/>
                </a:moveTo>
                <a:cubicBezTo>
                  <a:pt x="1494089" y="288818"/>
                  <a:pt x="1507683" y="302412"/>
                  <a:pt x="1507683" y="319181"/>
                </a:cubicBezTo>
                <a:cubicBezTo>
                  <a:pt x="1507683" y="335950"/>
                  <a:pt x="1494089" y="349545"/>
                  <a:pt x="1477320" y="349545"/>
                </a:cubicBezTo>
                <a:cubicBezTo>
                  <a:pt x="1460550" y="349545"/>
                  <a:pt x="1446956" y="335950"/>
                  <a:pt x="1446956" y="319181"/>
                </a:cubicBezTo>
                <a:cubicBezTo>
                  <a:pt x="1446956" y="302412"/>
                  <a:pt x="1460550" y="288818"/>
                  <a:pt x="1477320" y="288818"/>
                </a:cubicBezTo>
                <a:close/>
                <a:moveTo>
                  <a:pt x="1404765" y="288818"/>
                </a:moveTo>
                <a:cubicBezTo>
                  <a:pt x="1421535" y="288818"/>
                  <a:pt x="1435129" y="302412"/>
                  <a:pt x="1435129" y="319181"/>
                </a:cubicBezTo>
                <a:cubicBezTo>
                  <a:pt x="1435129" y="335950"/>
                  <a:pt x="1421535" y="349545"/>
                  <a:pt x="1404765" y="349545"/>
                </a:cubicBezTo>
                <a:cubicBezTo>
                  <a:pt x="1387996" y="349545"/>
                  <a:pt x="1374402" y="335950"/>
                  <a:pt x="1374402" y="319181"/>
                </a:cubicBezTo>
                <a:cubicBezTo>
                  <a:pt x="1374402" y="302412"/>
                  <a:pt x="1387996" y="288818"/>
                  <a:pt x="1404765" y="288818"/>
                </a:cubicBezTo>
                <a:close/>
                <a:moveTo>
                  <a:pt x="1332211" y="288818"/>
                </a:moveTo>
                <a:cubicBezTo>
                  <a:pt x="1348980" y="288818"/>
                  <a:pt x="1362574" y="302412"/>
                  <a:pt x="1362574" y="319181"/>
                </a:cubicBezTo>
                <a:cubicBezTo>
                  <a:pt x="1362574" y="335950"/>
                  <a:pt x="1348980" y="349545"/>
                  <a:pt x="1332211" y="349545"/>
                </a:cubicBezTo>
                <a:cubicBezTo>
                  <a:pt x="1315441" y="349545"/>
                  <a:pt x="1301847" y="335950"/>
                  <a:pt x="1301847" y="319181"/>
                </a:cubicBezTo>
                <a:cubicBezTo>
                  <a:pt x="1301847" y="302412"/>
                  <a:pt x="1315441" y="288818"/>
                  <a:pt x="1332211" y="288818"/>
                </a:cubicBezTo>
                <a:close/>
                <a:moveTo>
                  <a:pt x="1259656" y="288818"/>
                </a:moveTo>
                <a:cubicBezTo>
                  <a:pt x="1276426" y="288818"/>
                  <a:pt x="1290020" y="302412"/>
                  <a:pt x="1290020" y="319181"/>
                </a:cubicBezTo>
                <a:cubicBezTo>
                  <a:pt x="1290020" y="335950"/>
                  <a:pt x="1276426" y="349545"/>
                  <a:pt x="1259656" y="349545"/>
                </a:cubicBezTo>
                <a:cubicBezTo>
                  <a:pt x="1242887" y="349545"/>
                  <a:pt x="1229293" y="335950"/>
                  <a:pt x="1229293" y="319181"/>
                </a:cubicBezTo>
                <a:cubicBezTo>
                  <a:pt x="1229293" y="302412"/>
                  <a:pt x="1242887" y="288818"/>
                  <a:pt x="1259656" y="288818"/>
                </a:cubicBezTo>
                <a:close/>
                <a:moveTo>
                  <a:pt x="1187102" y="288818"/>
                </a:moveTo>
                <a:cubicBezTo>
                  <a:pt x="1203871" y="288818"/>
                  <a:pt x="1217465" y="302412"/>
                  <a:pt x="1217465" y="319181"/>
                </a:cubicBezTo>
                <a:cubicBezTo>
                  <a:pt x="1217465" y="335950"/>
                  <a:pt x="1203871" y="349545"/>
                  <a:pt x="1187102" y="349545"/>
                </a:cubicBezTo>
                <a:cubicBezTo>
                  <a:pt x="1170332" y="349545"/>
                  <a:pt x="1156738" y="335950"/>
                  <a:pt x="1156738" y="319181"/>
                </a:cubicBezTo>
                <a:cubicBezTo>
                  <a:pt x="1156738" y="302412"/>
                  <a:pt x="1170332" y="288818"/>
                  <a:pt x="1187102" y="288818"/>
                </a:cubicBezTo>
                <a:close/>
                <a:moveTo>
                  <a:pt x="1114547" y="288818"/>
                </a:moveTo>
                <a:cubicBezTo>
                  <a:pt x="1131317" y="288818"/>
                  <a:pt x="1144911" y="302412"/>
                  <a:pt x="1144911" y="319181"/>
                </a:cubicBezTo>
                <a:cubicBezTo>
                  <a:pt x="1144911" y="335950"/>
                  <a:pt x="1131317" y="349545"/>
                  <a:pt x="1114547" y="349545"/>
                </a:cubicBezTo>
                <a:cubicBezTo>
                  <a:pt x="1097778" y="349545"/>
                  <a:pt x="1084184" y="335950"/>
                  <a:pt x="1084184" y="319181"/>
                </a:cubicBezTo>
                <a:cubicBezTo>
                  <a:pt x="1084184" y="302412"/>
                  <a:pt x="1097778" y="288818"/>
                  <a:pt x="1114547" y="288818"/>
                </a:cubicBezTo>
                <a:close/>
                <a:moveTo>
                  <a:pt x="1041993" y="288818"/>
                </a:moveTo>
                <a:cubicBezTo>
                  <a:pt x="1058762" y="288818"/>
                  <a:pt x="1072356" y="302412"/>
                  <a:pt x="1072356" y="319181"/>
                </a:cubicBezTo>
                <a:cubicBezTo>
                  <a:pt x="1072356" y="335950"/>
                  <a:pt x="1058762" y="349545"/>
                  <a:pt x="1041993" y="349545"/>
                </a:cubicBezTo>
                <a:cubicBezTo>
                  <a:pt x="1025223" y="349545"/>
                  <a:pt x="1011629" y="335950"/>
                  <a:pt x="1011629" y="319181"/>
                </a:cubicBezTo>
                <a:cubicBezTo>
                  <a:pt x="1011629" y="302412"/>
                  <a:pt x="1025223" y="288818"/>
                  <a:pt x="1041993" y="288818"/>
                </a:cubicBezTo>
                <a:close/>
                <a:moveTo>
                  <a:pt x="969438" y="288818"/>
                </a:moveTo>
                <a:cubicBezTo>
                  <a:pt x="986208" y="288818"/>
                  <a:pt x="999801" y="302412"/>
                  <a:pt x="999801" y="319181"/>
                </a:cubicBezTo>
                <a:cubicBezTo>
                  <a:pt x="999801" y="335950"/>
                  <a:pt x="986208" y="349545"/>
                  <a:pt x="969438" y="349545"/>
                </a:cubicBezTo>
                <a:cubicBezTo>
                  <a:pt x="952669" y="349545"/>
                  <a:pt x="939075" y="335950"/>
                  <a:pt x="939075" y="319181"/>
                </a:cubicBezTo>
                <a:cubicBezTo>
                  <a:pt x="939075" y="302412"/>
                  <a:pt x="952669" y="288818"/>
                  <a:pt x="969438" y="288818"/>
                </a:cubicBezTo>
                <a:close/>
                <a:moveTo>
                  <a:pt x="896883" y="288818"/>
                </a:moveTo>
                <a:cubicBezTo>
                  <a:pt x="913653" y="288818"/>
                  <a:pt x="927247" y="302412"/>
                  <a:pt x="927247" y="319181"/>
                </a:cubicBezTo>
                <a:cubicBezTo>
                  <a:pt x="927247" y="335950"/>
                  <a:pt x="913653" y="349545"/>
                  <a:pt x="896883" y="349545"/>
                </a:cubicBezTo>
                <a:cubicBezTo>
                  <a:pt x="880114" y="349545"/>
                  <a:pt x="866520" y="335950"/>
                  <a:pt x="866520" y="319181"/>
                </a:cubicBezTo>
                <a:cubicBezTo>
                  <a:pt x="866520" y="302412"/>
                  <a:pt x="880114" y="288818"/>
                  <a:pt x="896883" y="288818"/>
                </a:cubicBezTo>
                <a:close/>
                <a:moveTo>
                  <a:pt x="824329" y="288818"/>
                </a:moveTo>
                <a:cubicBezTo>
                  <a:pt x="841098" y="288818"/>
                  <a:pt x="854692" y="302412"/>
                  <a:pt x="854692" y="319181"/>
                </a:cubicBezTo>
                <a:cubicBezTo>
                  <a:pt x="854692" y="335950"/>
                  <a:pt x="841098" y="349545"/>
                  <a:pt x="824329" y="349545"/>
                </a:cubicBezTo>
                <a:cubicBezTo>
                  <a:pt x="807559" y="349545"/>
                  <a:pt x="793965" y="335950"/>
                  <a:pt x="793965" y="319181"/>
                </a:cubicBezTo>
                <a:cubicBezTo>
                  <a:pt x="793965" y="302412"/>
                  <a:pt x="807559" y="288818"/>
                  <a:pt x="824329" y="288818"/>
                </a:cubicBezTo>
                <a:close/>
                <a:moveTo>
                  <a:pt x="751774" y="288818"/>
                </a:moveTo>
                <a:cubicBezTo>
                  <a:pt x="768544" y="288818"/>
                  <a:pt x="782138" y="302412"/>
                  <a:pt x="782138" y="319181"/>
                </a:cubicBezTo>
                <a:cubicBezTo>
                  <a:pt x="782138" y="335950"/>
                  <a:pt x="768544" y="349545"/>
                  <a:pt x="751774" y="349545"/>
                </a:cubicBezTo>
                <a:cubicBezTo>
                  <a:pt x="735005" y="349545"/>
                  <a:pt x="721411" y="335950"/>
                  <a:pt x="721411" y="319181"/>
                </a:cubicBezTo>
                <a:cubicBezTo>
                  <a:pt x="721411" y="302412"/>
                  <a:pt x="735005" y="288818"/>
                  <a:pt x="751774" y="288818"/>
                </a:cubicBezTo>
                <a:close/>
                <a:moveTo>
                  <a:pt x="679220" y="288818"/>
                </a:moveTo>
                <a:cubicBezTo>
                  <a:pt x="695989" y="288818"/>
                  <a:pt x="709583" y="302412"/>
                  <a:pt x="709583" y="319181"/>
                </a:cubicBezTo>
                <a:cubicBezTo>
                  <a:pt x="709583" y="335950"/>
                  <a:pt x="695989" y="349545"/>
                  <a:pt x="679220" y="349545"/>
                </a:cubicBezTo>
                <a:cubicBezTo>
                  <a:pt x="662450" y="349545"/>
                  <a:pt x="648856" y="335950"/>
                  <a:pt x="648856" y="319181"/>
                </a:cubicBezTo>
                <a:cubicBezTo>
                  <a:pt x="648856" y="302412"/>
                  <a:pt x="662450" y="288818"/>
                  <a:pt x="679220" y="288818"/>
                </a:cubicBezTo>
                <a:close/>
                <a:moveTo>
                  <a:pt x="606665" y="288818"/>
                </a:moveTo>
                <a:cubicBezTo>
                  <a:pt x="623435" y="288818"/>
                  <a:pt x="637029" y="302412"/>
                  <a:pt x="637029" y="319181"/>
                </a:cubicBezTo>
                <a:cubicBezTo>
                  <a:pt x="637029" y="335950"/>
                  <a:pt x="623435" y="349545"/>
                  <a:pt x="606665" y="349545"/>
                </a:cubicBezTo>
                <a:cubicBezTo>
                  <a:pt x="589896" y="349545"/>
                  <a:pt x="576302" y="335950"/>
                  <a:pt x="576302" y="319181"/>
                </a:cubicBezTo>
                <a:cubicBezTo>
                  <a:pt x="576302" y="302412"/>
                  <a:pt x="589896" y="288818"/>
                  <a:pt x="606665" y="288818"/>
                </a:cubicBezTo>
                <a:close/>
                <a:moveTo>
                  <a:pt x="534111" y="288818"/>
                </a:moveTo>
                <a:cubicBezTo>
                  <a:pt x="550880" y="288818"/>
                  <a:pt x="564474" y="302412"/>
                  <a:pt x="564474" y="319181"/>
                </a:cubicBezTo>
                <a:cubicBezTo>
                  <a:pt x="564474" y="335950"/>
                  <a:pt x="550880" y="349545"/>
                  <a:pt x="534111" y="349545"/>
                </a:cubicBezTo>
                <a:cubicBezTo>
                  <a:pt x="517341" y="349545"/>
                  <a:pt x="503747" y="335950"/>
                  <a:pt x="503747" y="319181"/>
                </a:cubicBezTo>
                <a:cubicBezTo>
                  <a:pt x="503747" y="302412"/>
                  <a:pt x="517341" y="288818"/>
                  <a:pt x="534111" y="288818"/>
                </a:cubicBezTo>
                <a:close/>
                <a:moveTo>
                  <a:pt x="461556" y="288818"/>
                </a:moveTo>
                <a:cubicBezTo>
                  <a:pt x="478326" y="288818"/>
                  <a:pt x="491920" y="302412"/>
                  <a:pt x="491920" y="319181"/>
                </a:cubicBezTo>
                <a:cubicBezTo>
                  <a:pt x="491920" y="335950"/>
                  <a:pt x="478326" y="349545"/>
                  <a:pt x="461556" y="349545"/>
                </a:cubicBezTo>
                <a:cubicBezTo>
                  <a:pt x="444787" y="349545"/>
                  <a:pt x="431192" y="335950"/>
                  <a:pt x="431192" y="319181"/>
                </a:cubicBezTo>
                <a:cubicBezTo>
                  <a:pt x="431192" y="302412"/>
                  <a:pt x="444787" y="288818"/>
                  <a:pt x="461556" y="288818"/>
                </a:cubicBezTo>
                <a:close/>
                <a:moveTo>
                  <a:pt x="389002" y="288818"/>
                </a:moveTo>
                <a:cubicBezTo>
                  <a:pt x="405771" y="288818"/>
                  <a:pt x="419365" y="302412"/>
                  <a:pt x="419365" y="319181"/>
                </a:cubicBezTo>
                <a:cubicBezTo>
                  <a:pt x="419365" y="335950"/>
                  <a:pt x="405771" y="349545"/>
                  <a:pt x="389002" y="349545"/>
                </a:cubicBezTo>
                <a:cubicBezTo>
                  <a:pt x="372232" y="349545"/>
                  <a:pt x="358638" y="335950"/>
                  <a:pt x="358638" y="319181"/>
                </a:cubicBezTo>
                <a:cubicBezTo>
                  <a:pt x="358638" y="302412"/>
                  <a:pt x="372232" y="288818"/>
                  <a:pt x="389002" y="288818"/>
                </a:cubicBezTo>
                <a:close/>
                <a:moveTo>
                  <a:pt x="316447" y="288818"/>
                </a:moveTo>
                <a:cubicBezTo>
                  <a:pt x="333216" y="288818"/>
                  <a:pt x="346810" y="302412"/>
                  <a:pt x="346810" y="319181"/>
                </a:cubicBezTo>
                <a:cubicBezTo>
                  <a:pt x="346810" y="335950"/>
                  <a:pt x="333216" y="349545"/>
                  <a:pt x="316447" y="349545"/>
                </a:cubicBezTo>
                <a:cubicBezTo>
                  <a:pt x="299677" y="349545"/>
                  <a:pt x="286084" y="335950"/>
                  <a:pt x="286084" y="319181"/>
                </a:cubicBezTo>
                <a:cubicBezTo>
                  <a:pt x="286084" y="302412"/>
                  <a:pt x="299677" y="288818"/>
                  <a:pt x="316447" y="288818"/>
                </a:cubicBezTo>
                <a:close/>
                <a:moveTo>
                  <a:pt x="243892" y="288818"/>
                </a:moveTo>
                <a:cubicBezTo>
                  <a:pt x="260662" y="288818"/>
                  <a:pt x="274256" y="302412"/>
                  <a:pt x="274256" y="319181"/>
                </a:cubicBezTo>
                <a:cubicBezTo>
                  <a:pt x="274256" y="335950"/>
                  <a:pt x="260662" y="349545"/>
                  <a:pt x="243892" y="349545"/>
                </a:cubicBezTo>
                <a:cubicBezTo>
                  <a:pt x="227123" y="349545"/>
                  <a:pt x="213529" y="335950"/>
                  <a:pt x="213529" y="319181"/>
                </a:cubicBezTo>
                <a:cubicBezTo>
                  <a:pt x="213529" y="302412"/>
                  <a:pt x="227123" y="288818"/>
                  <a:pt x="243892" y="288818"/>
                </a:cubicBezTo>
                <a:close/>
                <a:moveTo>
                  <a:pt x="171339" y="288818"/>
                </a:moveTo>
                <a:cubicBezTo>
                  <a:pt x="188107" y="288818"/>
                  <a:pt x="201701" y="302412"/>
                  <a:pt x="201701" y="319181"/>
                </a:cubicBezTo>
                <a:cubicBezTo>
                  <a:pt x="201701" y="335950"/>
                  <a:pt x="188107" y="349545"/>
                  <a:pt x="171339" y="349545"/>
                </a:cubicBezTo>
                <a:cubicBezTo>
                  <a:pt x="154691" y="349545"/>
                  <a:pt x="141096" y="335950"/>
                  <a:pt x="141096" y="319181"/>
                </a:cubicBezTo>
                <a:cubicBezTo>
                  <a:pt x="141096" y="302412"/>
                  <a:pt x="154691" y="288818"/>
                  <a:pt x="171339" y="288818"/>
                </a:cubicBezTo>
                <a:close/>
                <a:moveTo>
                  <a:pt x="98923" y="288818"/>
                </a:moveTo>
                <a:cubicBezTo>
                  <a:pt x="115682" y="288818"/>
                  <a:pt x="129276" y="302412"/>
                  <a:pt x="129276" y="319181"/>
                </a:cubicBezTo>
                <a:cubicBezTo>
                  <a:pt x="129276" y="335950"/>
                  <a:pt x="115682" y="349545"/>
                  <a:pt x="98923" y="349545"/>
                </a:cubicBezTo>
                <a:cubicBezTo>
                  <a:pt x="82149" y="349545"/>
                  <a:pt x="68554" y="335950"/>
                  <a:pt x="68554" y="319181"/>
                </a:cubicBezTo>
                <a:cubicBezTo>
                  <a:pt x="68554" y="302412"/>
                  <a:pt x="82149" y="288818"/>
                  <a:pt x="98923" y="288818"/>
                </a:cubicBezTo>
                <a:close/>
                <a:moveTo>
                  <a:pt x="26368" y="288818"/>
                </a:moveTo>
                <a:cubicBezTo>
                  <a:pt x="43131" y="288818"/>
                  <a:pt x="56725" y="302412"/>
                  <a:pt x="56725" y="319181"/>
                </a:cubicBezTo>
                <a:cubicBezTo>
                  <a:pt x="56725" y="335950"/>
                  <a:pt x="43131" y="349545"/>
                  <a:pt x="26368" y="349545"/>
                </a:cubicBezTo>
                <a:cubicBezTo>
                  <a:pt x="17983" y="349545"/>
                  <a:pt x="10391" y="346146"/>
                  <a:pt x="4896" y="340651"/>
                </a:cubicBezTo>
                <a:lnTo>
                  <a:pt x="0" y="328831"/>
                </a:lnTo>
                <a:lnTo>
                  <a:pt x="0" y="309532"/>
                </a:lnTo>
                <a:lnTo>
                  <a:pt x="4896" y="297711"/>
                </a:lnTo>
                <a:cubicBezTo>
                  <a:pt x="10391" y="292217"/>
                  <a:pt x="17983" y="288818"/>
                  <a:pt x="26368" y="288818"/>
                </a:cubicBezTo>
                <a:close/>
                <a:moveTo>
                  <a:pt x="1622429" y="208366"/>
                </a:moveTo>
                <a:cubicBezTo>
                  <a:pt x="1639199" y="208366"/>
                  <a:pt x="1652792" y="221960"/>
                  <a:pt x="1652792" y="238729"/>
                </a:cubicBezTo>
                <a:cubicBezTo>
                  <a:pt x="1652792" y="255499"/>
                  <a:pt x="1639199" y="269093"/>
                  <a:pt x="1622429" y="269093"/>
                </a:cubicBezTo>
                <a:cubicBezTo>
                  <a:pt x="1605659" y="269093"/>
                  <a:pt x="1592066" y="255499"/>
                  <a:pt x="1592066" y="238729"/>
                </a:cubicBezTo>
                <a:cubicBezTo>
                  <a:pt x="1592066" y="221960"/>
                  <a:pt x="1605659" y="208366"/>
                  <a:pt x="1622429" y="208366"/>
                </a:cubicBezTo>
                <a:close/>
                <a:moveTo>
                  <a:pt x="1549874" y="208366"/>
                </a:moveTo>
                <a:cubicBezTo>
                  <a:pt x="1566644" y="208366"/>
                  <a:pt x="1580238" y="221960"/>
                  <a:pt x="1580238" y="238729"/>
                </a:cubicBezTo>
                <a:cubicBezTo>
                  <a:pt x="1580238" y="255499"/>
                  <a:pt x="1566644" y="269093"/>
                  <a:pt x="1549874" y="269093"/>
                </a:cubicBezTo>
                <a:cubicBezTo>
                  <a:pt x="1533105" y="269093"/>
                  <a:pt x="1519511" y="255499"/>
                  <a:pt x="1519511" y="238729"/>
                </a:cubicBezTo>
                <a:cubicBezTo>
                  <a:pt x="1519511" y="221960"/>
                  <a:pt x="1533105" y="208366"/>
                  <a:pt x="1549874" y="208366"/>
                </a:cubicBezTo>
                <a:close/>
                <a:moveTo>
                  <a:pt x="1477320" y="208366"/>
                </a:moveTo>
                <a:cubicBezTo>
                  <a:pt x="1494089" y="208366"/>
                  <a:pt x="1507683" y="221960"/>
                  <a:pt x="1507683" y="238729"/>
                </a:cubicBezTo>
                <a:cubicBezTo>
                  <a:pt x="1507683" y="255499"/>
                  <a:pt x="1494089" y="269093"/>
                  <a:pt x="1477320" y="269093"/>
                </a:cubicBezTo>
                <a:cubicBezTo>
                  <a:pt x="1460550" y="269093"/>
                  <a:pt x="1446956" y="255499"/>
                  <a:pt x="1446956" y="238729"/>
                </a:cubicBezTo>
                <a:cubicBezTo>
                  <a:pt x="1446956" y="221960"/>
                  <a:pt x="1460550" y="208366"/>
                  <a:pt x="1477320" y="208366"/>
                </a:cubicBezTo>
                <a:close/>
                <a:moveTo>
                  <a:pt x="1404765" y="208366"/>
                </a:moveTo>
                <a:cubicBezTo>
                  <a:pt x="1421535" y="208366"/>
                  <a:pt x="1435129" y="221960"/>
                  <a:pt x="1435129" y="238729"/>
                </a:cubicBezTo>
                <a:cubicBezTo>
                  <a:pt x="1435129" y="255499"/>
                  <a:pt x="1421535" y="269093"/>
                  <a:pt x="1404765" y="269093"/>
                </a:cubicBezTo>
                <a:cubicBezTo>
                  <a:pt x="1387996" y="269093"/>
                  <a:pt x="1374402" y="255499"/>
                  <a:pt x="1374402" y="238729"/>
                </a:cubicBezTo>
                <a:cubicBezTo>
                  <a:pt x="1374402" y="221960"/>
                  <a:pt x="1387996" y="208366"/>
                  <a:pt x="1404765" y="208366"/>
                </a:cubicBezTo>
                <a:close/>
                <a:moveTo>
                  <a:pt x="1332211" y="208366"/>
                </a:moveTo>
                <a:cubicBezTo>
                  <a:pt x="1348980" y="208366"/>
                  <a:pt x="1362574" y="221960"/>
                  <a:pt x="1362574" y="238729"/>
                </a:cubicBezTo>
                <a:cubicBezTo>
                  <a:pt x="1362574" y="255499"/>
                  <a:pt x="1348980" y="269093"/>
                  <a:pt x="1332211" y="269093"/>
                </a:cubicBezTo>
                <a:cubicBezTo>
                  <a:pt x="1315441" y="269093"/>
                  <a:pt x="1301847" y="255499"/>
                  <a:pt x="1301847" y="238729"/>
                </a:cubicBezTo>
                <a:cubicBezTo>
                  <a:pt x="1301847" y="221960"/>
                  <a:pt x="1315441" y="208366"/>
                  <a:pt x="1332211" y="208366"/>
                </a:cubicBezTo>
                <a:close/>
                <a:moveTo>
                  <a:pt x="1259656" y="208366"/>
                </a:moveTo>
                <a:cubicBezTo>
                  <a:pt x="1276426" y="208366"/>
                  <a:pt x="1290020" y="221960"/>
                  <a:pt x="1290020" y="238729"/>
                </a:cubicBezTo>
                <a:cubicBezTo>
                  <a:pt x="1290020" y="255499"/>
                  <a:pt x="1276426" y="269093"/>
                  <a:pt x="1259656" y="269093"/>
                </a:cubicBezTo>
                <a:cubicBezTo>
                  <a:pt x="1242887" y="269093"/>
                  <a:pt x="1229293" y="255499"/>
                  <a:pt x="1229293" y="238729"/>
                </a:cubicBezTo>
                <a:cubicBezTo>
                  <a:pt x="1229293" y="221960"/>
                  <a:pt x="1242887" y="208366"/>
                  <a:pt x="1259656" y="208366"/>
                </a:cubicBezTo>
                <a:close/>
                <a:moveTo>
                  <a:pt x="1187102" y="208366"/>
                </a:moveTo>
                <a:cubicBezTo>
                  <a:pt x="1203871" y="208366"/>
                  <a:pt x="1217465" y="221960"/>
                  <a:pt x="1217465" y="238729"/>
                </a:cubicBezTo>
                <a:cubicBezTo>
                  <a:pt x="1217465" y="255499"/>
                  <a:pt x="1203871" y="269093"/>
                  <a:pt x="1187102" y="269093"/>
                </a:cubicBezTo>
                <a:cubicBezTo>
                  <a:pt x="1170332" y="269093"/>
                  <a:pt x="1156738" y="255499"/>
                  <a:pt x="1156738" y="238729"/>
                </a:cubicBezTo>
                <a:cubicBezTo>
                  <a:pt x="1156738" y="221960"/>
                  <a:pt x="1170332" y="208366"/>
                  <a:pt x="1187102" y="208366"/>
                </a:cubicBezTo>
                <a:close/>
                <a:moveTo>
                  <a:pt x="1114547" y="208366"/>
                </a:moveTo>
                <a:cubicBezTo>
                  <a:pt x="1131317" y="208366"/>
                  <a:pt x="1144911" y="221960"/>
                  <a:pt x="1144911" y="238729"/>
                </a:cubicBezTo>
                <a:cubicBezTo>
                  <a:pt x="1144911" y="255499"/>
                  <a:pt x="1131317" y="269093"/>
                  <a:pt x="1114547" y="269093"/>
                </a:cubicBezTo>
                <a:cubicBezTo>
                  <a:pt x="1097778" y="269093"/>
                  <a:pt x="1084184" y="255499"/>
                  <a:pt x="1084184" y="238729"/>
                </a:cubicBezTo>
                <a:cubicBezTo>
                  <a:pt x="1084184" y="221960"/>
                  <a:pt x="1097778" y="208366"/>
                  <a:pt x="1114547" y="208366"/>
                </a:cubicBezTo>
                <a:close/>
                <a:moveTo>
                  <a:pt x="1041993" y="208366"/>
                </a:moveTo>
                <a:cubicBezTo>
                  <a:pt x="1058762" y="208366"/>
                  <a:pt x="1072356" y="221960"/>
                  <a:pt x="1072356" y="238729"/>
                </a:cubicBezTo>
                <a:cubicBezTo>
                  <a:pt x="1072356" y="255499"/>
                  <a:pt x="1058762" y="269093"/>
                  <a:pt x="1041993" y="269093"/>
                </a:cubicBezTo>
                <a:cubicBezTo>
                  <a:pt x="1025223" y="269093"/>
                  <a:pt x="1011629" y="255499"/>
                  <a:pt x="1011629" y="238729"/>
                </a:cubicBezTo>
                <a:cubicBezTo>
                  <a:pt x="1011629" y="221960"/>
                  <a:pt x="1025223" y="208366"/>
                  <a:pt x="1041993" y="208366"/>
                </a:cubicBezTo>
                <a:close/>
                <a:moveTo>
                  <a:pt x="969438" y="208366"/>
                </a:moveTo>
                <a:cubicBezTo>
                  <a:pt x="986208" y="208366"/>
                  <a:pt x="999801" y="221960"/>
                  <a:pt x="999801" y="238729"/>
                </a:cubicBezTo>
                <a:cubicBezTo>
                  <a:pt x="999801" y="255499"/>
                  <a:pt x="986208" y="269093"/>
                  <a:pt x="969438" y="269093"/>
                </a:cubicBezTo>
                <a:cubicBezTo>
                  <a:pt x="952669" y="269093"/>
                  <a:pt x="939075" y="255499"/>
                  <a:pt x="939075" y="238729"/>
                </a:cubicBezTo>
                <a:cubicBezTo>
                  <a:pt x="939075" y="221960"/>
                  <a:pt x="952669" y="208366"/>
                  <a:pt x="969438" y="208366"/>
                </a:cubicBezTo>
                <a:close/>
                <a:moveTo>
                  <a:pt x="896883" y="208366"/>
                </a:moveTo>
                <a:cubicBezTo>
                  <a:pt x="913653" y="208366"/>
                  <a:pt x="927247" y="221960"/>
                  <a:pt x="927247" y="238729"/>
                </a:cubicBezTo>
                <a:cubicBezTo>
                  <a:pt x="927247" y="255499"/>
                  <a:pt x="913653" y="269093"/>
                  <a:pt x="896883" y="269093"/>
                </a:cubicBezTo>
                <a:cubicBezTo>
                  <a:pt x="880114" y="269093"/>
                  <a:pt x="866520" y="255499"/>
                  <a:pt x="866520" y="238729"/>
                </a:cubicBezTo>
                <a:cubicBezTo>
                  <a:pt x="866520" y="221960"/>
                  <a:pt x="880114" y="208366"/>
                  <a:pt x="896883" y="208366"/>
                </a:cubicBezTo>
                <a:close/>
                <a:moveTo>
                  <a:pt x="824329" y="208366"/>
                </a:moveTo>
                <a:cubicBezTo>
                  <a:pt x="841098" y="208366"/>
                  <a:pt x="854692" y="221960"/>
                  <a:pt x="854692" y="238729"/>
                </a:cubicBezTo>
                <a:cubicBezTo>
                  <a:pt x="854692" y="255499"/>
                  <a:pt x="841098" y="269093"/>
                  <a:pt x="824329" y="269093"/>
                </a:cubicBezTo>
                <a:cubicBezTo>
                  <a:pt x="807559" y="269093"/>
                  <a:pt x="793965" y="255499"/>
                  <a:pt x="793965" y="238729"/>
                </a:cubicBezTo>
                <a:cubicBezTo>
                  <a:pt x="793965" y="221960"/>
                  <a:pt x="807559" y="208366"/>
                  <a:pt x="824329" y="208366"/>
                </a:cubicBezTo>
                <a:close/>
                <a:moveTo>
                  <a:pt x="751774" y="208366"/>
                </a:moveTo>
                <a:cubicBezTo>
                  <a:pt x="768544" y="208366"/>
                  <a:pt x="782138" y="221960"/>
                  <a:pt x="782138" y="238729"/>
                </a:cubicBezTo>
                <a:cubicBezTo>
                  <a:pt x="782138" y="255499"/>
                  <a:pt x="768544" y="269093"/>
                  <a:pt x="751774" y="269093"/>
                </a:cubicBezTo>
                <a:cubicBezTo>
                  <a:pt x="735005" y="269093"/>
                  <a:pt x="721411" y="255499"/>
                  <a:pt x="721411" y="238729"/>
                </a:cubicBezTo>
                <a:cubicBezTo>
                  <a:pt x="721411" y="221960"/>
                  <a:pt x="735005" y="208366"/>
                  <a:pt x="751774" y="208366"/>
                </a:cubicBezTo>
                <a:close/>
                <a:moveTo>
                  <a:pt x="679220" y="208366"/>
                </a:moveTo>
                <a:cubicBezTo>
                  <a:pt x="695989" y="208366"/>
                  <a:pt x="709583" y="221960"/>
                  <a:pt x="709583" y="238729"/>
                </a:cubicBezTo>
                <a:cubicBezTo>
                  <a:pt x="709583" y="255499"/>
                  <a:pt x="695989" y="269093"/>
                  <a:pt x="679220" y="269093"/>
                </a:cubicBezTo>
                <a:cubicBezTo>
                  <a:pt x="662450" y="269093"/>
                  <a:pt x="648856" y="255499"/>
                  <a:pt x="648856" y="238729"/>
                </a:cubicBezTo>
                <a:cubicBezTo>
                  <a:pt x="648856" y="221960"/>
                  <a:pt x="662450" y="208366"/>
                  <a:pt x="679220" y="208366"/>
                </a:cubicBezTo>
                <a:close/>
                <a:moveTo>
                  <a:pt x="606665" y="208366"/>
                </a:moveTo>
                <a:cubicBezTo>
                  <a:pt x="623435" y="208366"/>
                  <a:pt x="637029" y="221960"/>
                  <a:pt x="637029" y="238729"/>
                </a:cubicBezTo>
                <a:cubicBezTo>
                  <a:pt x="637029" y="255499"/>
                  <a:pt x="623435" y="269093"/>
                  <a:pt x="606665" y="269093"/>
                </a:cubicBezTo>
                <a:cubicBezTo>
                  <a:pt x="589896" y="269093"/>
                  <a:pt x="576302" y="255499"/>
                  <a:pt x="576302" y="238729"/>
                </a:cubicBezTo>
                <a:cubicBezTo>
                  <a:pt x="576302" y="221960"/>
                  <a:pt x="589896" y="208366"/>
                  <a:pt x="606665" y="208366"/>
                </a:cubicBezTo>
                <a:close/>
                <a:moveTo>
                  <a:pt x="534111" y="208366"/>
                </a:moveTo>
                <a:cubicBezTo>
                  <a:pt x="550880" y="208366"/>
                  <a:pt x="564474" y="221960"/>
                  <a:pt x="564474" y="238729"/>
                </a:cubicBezTo>
                <a:cubicBezTo>
                  <a:pt x="564474" y="255499"/>
                  <a:pt x="550880" y="269093"/>
                  <a:pt x="534111" y="269093"/>
                </a:cubicBezTo>
                <a:cubicBezTo>
                  <a:pt x="517341" y="269093"/>
                  <a:pt x="503747" y="255499"/>
                  <a:pt x="503747" y="238729"/>
                </a:cubicBezTo>
                <a:cubicBezTo>
                  <a:pt x="503747" y="221960"/>
                  <a:pt x="517341" y="208366"/>
                  <a:pt x="534111" y="208366"/>
                </a:cubicBezTo>
                <a:close/>
                <a:moveTo>
                  <a:pt x="461556" y="208366"/>
                </a:moveTo>
                <a:cubicBezTo>
                  <a:pt x="478326" y="208366"/>
                  <a:pt x="491920" y="221960"/>
                  <a:pt x="491920" y="238729"/>
                </a:cubicBezTo>
                <a:cubicBezTo>
                  <a:pt x="491920" y="255499"/>
                  <a:pt x="478326" y="269093"/>
                  <a:pt x="461556" y="269093"/>
                </a:cubicBezTo>
                <a:cubicBezTo>
                  <a:pt x="444787" y="269093"/>
                  <a:pt x="431192" y="255499"/>
                  <a:pt x="431192" y="238729"/>
                </a:cubicBezTo>
                <a:cubicBezTo>
                  <a:pt x="431192" y="221960"/>
                  <a:pt x="444787" y="208366"/>
                  <a:pt x="461556" y="208366"/>
                </a:cubicBezTo>
                <a:close/>
                <a:moveTo>
                  <a:pt x="389002" y="208366"/>
                </a:moveTo>
                <a:cubicBezTo>
                  <a:pt x="405771" y="208366"/>
                  <a:pt x="419365" y="221960"/>
                  <a:pt x="419365" y="238729"/>
                </a:cubicBezTo>
                <a:cubicBezTo>
                  <a:pt x="419365" y="255499"/>
                  <a:pt x="405771" y="269093"/>
                  <a:pt x="389002" y="269093"/>
                </a:cubicBezTo>
                <a:cubicBezTo>
                  <a:pt x="372232" y="269093"/>
                  <a:pt x="358638" y="255499"/>
                  <a:pt x="358638" y="238729"/>
                </a:cubicBezTo>
                <a:cubicBezTo>
                  <a:pt x="358638" y="221960"/>
                  <a:pt x="372232" y="208366"/>
                  <a:pt x="389002" y="208366"/>
                </a:cubicBezTo>
                <a:close/>
                <a:moveTo>
                  <a:pt x="316447" y="208366"/>
                </a:moveTo>
                <a:cubicBezTo>
                  <a:pt x="333216" y="208366"/>
                  <a:pt x="346810" y="221960"/>
                  <a:pt x="346810" y="238729"/>
                </a:cubicBezTo>
                <a:cubicBezTo>
                  <a:pt x="346810" y="255499"/>
                  <a:pt x="333216" y="269093"/>
                  <a:pt x="316447" y="269093"/>
                </a:cubicBezTo>
                <a:cubicBezTo>
                  <a:pt x="299677" y="269093"/>
                  <a:pt x="286084" y="255499"/>
                  <a:pt x="286084" y="238729"/>
                </a:cubicBezTo>
                <a:cubicBezTo>
                  <a:pt x="286084" y="221960"/>
                  <a:pt x="299677" y="208366"/>
                  <a:pt x="316447" y="208366"/>
                </a:cubicBezTo>
                <a:close/>
                <a:moveTo>
                  <a:pt x="243892" y="208366"/>
                </a:moveTo>
                <a:cubicBezTo>
                  <a:pt x="260662" y="208366"/>
                  <a:pt x="274256" y="221960"/>
                  <a:pt x="274256" y="238729"/>
                </a:cubicBezTo>
                <a:cubicBezTo>
                  <a:pt x="274256" y="255499"/>
                  <a:pt x="260662" y="269093"/>
                  <a:pt x="243892" y="269093"/>
                </a:cubicBezTo>
                <a:cubicBezTo>
                  <a:pt x="227123" y="269093"/>
                  <a:pt x="213529" y="255499"/>
                  <a:pt x="213529" y="238729"/>
                </a:cubicBezTo>
                <a:cubicBezTo>
                  <a:pt x="213529" y="221960"/>
                  <a:pt x="227123" y="208366"/>
                  <a:pt x="243892" y="208366"/>
                </a:cubicBezTo>
                <a:close/>
                <a:moveTo>
                  <a:pt x="171339" y="208366"/>
                </a:moveTo>
                <a:cubicBezTo>
                  <a:pt x="188107" y="208366"/>
                  <a:pt x="201701" y="221960"/>
                  <a:pt x="201701" y="238729"/>
                </a:cubicBezTo>
                <a:cubicBezTo>
                  <a:pt x="201701" y="255499"/>
                  <a:pt x="188107" y="269093"/>
                  <a:pt x="171339" y="269093"/>
                </a:cubicBezTo>
                <a:cubicBezTo>
                  <a:pt x="154697" y="269093"/>
                  <a:pt x="141102" y="255499"/>
                  <a:pt x="141102" y="238729"/>
                </a:cubicBezTo>
                <a:cubicBezTo>
                  <a:pt x="141102" y="221960"/>
                  <a:pt x="154697" y="208366"/>
                  <a:pt x="171339" y="208366"/>
                </a:cubicBezTo>
                <a:close/>
                <a:moveTo>
                  <a:pt x="98929" y="208366"/>
                </a:moveTo>
                <a:cubicBezTo>
                  <a:pt x="115688" y="208366"/>
                  <a:pt x="129282" y="221960"/>
                  <a:pt x="129282" y="238729"/>
                </a:cubicBezTo>
                <a:cubicBezTo>
                  <a:pt x="129282" y="255499"/>
                  <a:pt x="115688" y="269093"/>
                  <a:pt x="98929" y="269093"/>
                </a:cubicBezTo>
                <a:cubicBezTo>
                  <a:pt x="82155" y="269093"/>
                  <a:pt x="68561" y="255499"/>
                  <a:pt x="68561" y="238729"/>
                </a:cubicBezTo>
                <a:cubicBezTo>
                  <a:pt x="68561" y="221960"/>
                  <a:pt x="82155" y="208366"/>
                  <a:pt x="98929" y="208366"/>
                </a:cubicBezTo>
                <a:close/>
                <a:moveTo>
                  <a:pt x="26375" y="208366"/>
                </a:moveTo>
                <a:cubicBezTo>
                  <a:pt x="43137" y="208366"/>
                  <a:pt x="56732" y="221960"/>
                  <a:pt x="56732" y="238729"/>
                </a:cubicBezTo>
                <a:cubicBezTo>
                  <a:pt x="56732" y="255499"/>
                  <a:pt x="43137" y="269093"/>
                  <a:pt x="26375" y="269093"/>
                </a:cubicBezTo>
                <a:cubicBezTo>
                  <a:pt x="17989" y="269093"/>
                  <a:pt x="10398" y="265695"/>
                  <a:pt x="4903" y="260200"/>
                </a:cubicBezTo>
                <a:lnTo>
                  <a:pt x="0" y="248364"/>
                </a:lnTo>
                <a:lnTo>
                  <a:pt x="0" y="229094"/>
                </a:lnTo>
                <a:lnTo>
                  <a:pt x="4903" y="217259"/>
                </a:lnTo>
                <a:cubicBezTo>
                  <a:pt x="10398" y="211765"/>
                  <a:pt x="17989" y="208366"/>
                  <a:pt x="26375" y="208366"/>
                </a:cubicBezTo>
                <a:close/>
                <a:moveTo>
                  <a:pt x="1622429" y="127914"/>
                </a:moveTo>
                <a:cubicBezTo>
                  <a:pt x="1630814" y="127914"/>
                  <a:pt x="1638404" y="131313"/>
                  <a:pt x="1643899" y="136808"/>
                </a:cubicBezTo>
                <a:lnTo>
                  <a:pt x="1648931" y="148957"/>
                </a:lnTo>
                <a:lnTo>
                  <a:pt x="1651011" y="162579"/>
                </a:lnTo>
                <a:lnTo>
                  <a:pt x="1643899" y="179748"/>
                </a:lnTo>
                <a:cubicBezTo>
                  <a:pt x="1638404" y="185243"/>
                  <a:pt x="1630814" y="188641"/>
                  <a:pt x="1622429" y="188641"/>
                </a:cubicBezTo>
                <a:cubicBezTo>
                  <a:pt x="1605659" y="188641"/>
                  <a:pt x="1592066" y="175047"/>
                  <a:pt x="1592066" y="158278"/>
                </a:cubicBezTo>
                <a:cubicBezTo>
                  <a:pt x="1592066" y="141508"/>
                  <a:pt x="1605659" y="127914"/>
                  <a:pt x="1622429" y="127914"/>
                </a:cubicBezTo>
                <a:close/>
                <a:moveTo>
                  <a:pt x="1549874" y="127914"/>
                </a:moveTo>
                <a:cubicBezTo>
                  <a:pt x="1566644" y="127914"/>
                  <a:pt x="1580238" y="141508"/>
                  <a:pt x="1580238" y="158278"/>
                </a:cubicBezTo>
                <a:cubicBezTo>
                  <a:pt x="1580238" y="175047"/>
                  <a:pt x="1566644" y="188641"/>
                  <a:pt x="1549874" y="188641"/>
                </a:cubicBezTo>
                <a:cubicBezTo>
                  <a:pt x="1533105" y="188641"/>
                  <a:pt x="1519511" y="175047"/>
                  <a:pt x="1519511" y="158278"/>
                </a:cubicBezTo>
                <a:cubicBezTo>
                  <a:pt x="1519511" y="141508"/>
                  <a:pt x="1533105" y="127914"/>
                  <a:pt x="1549874" y="127914"/>
                </a:cubicBezTo>
                <a:close/>
                <a:moveTo>
                  <a:pt x="1477320" y="127914"/>
                </a:moveTo>
                <a:cubicBezTo>
                  <a:pt x="1494089" y="127914"/>
                  <a:pt x="1507683" y="141508"/>
                  <a:pt x="1507683" y="158278"/>
                </a:cubicBezTo>
                <a:cubicBezTo>
                  <a:pt x="1507683" y="175047"/>
                  <a:pt x="1494089" y="188641"/>
                  <a:pt x="1477320" y="188641"/>
                </a:cubicBezTo>
                <a:cubicBezTo>
                  <a:pt x="1460550" y="188641"/>
                  <a:pt x="1446956" y="175047"/>
                  <a:pt x="1446956" y="158278"/>
                </a:cubicBezTo>
                <a:cubicBezTo>
                  <a:pt x="1446956" y="141508"/>
                  <a:pt x="1460550" y="127914"/>
                  <a:pt x="1477320" y="127914"/>
                </a:cubicBezTo>
                <a:close/>
                <a:moveTo>
                  <a:pt x="1404765" y="127914"/>
                </a:moveTo>
                <a:cubicBezTo>
                  <a:pt x="1421535" y="127914"/>
                  <a:pt x="1435129" y="141508"/>
                  <a:pt x="1435129" y="158278"/>
                </a:cubicBezTo>
                <a:cubicBezTo>
                  <a:pt x="1435129" y="175047"/>
                  <a:pt x="1421535" y="188641"/>
                  <a:pt x="1404765" y="188641"/>
                </a:cubicBezTo>
                <a:cubicBezTo>
                  <a:pt x="1387996" y="188641"/>
                  <a:pt x="1374402" y="175047"/>
                  <a:pt x="1374402" y="158278"/>
                </a:cubicBezTo>
                <a:cubicBezTo>
                  <a:pt x="1374402" y="141508"/>
                  <a:pt x="1387996" y="127914"/>
                  <a:pt x="1404765" y="127914"/>
                </a:cubicBezTo>
                <a:close/>
                <a:moveTo>
                  <a:pt x="1332211" y="127914"/>
                </a:moveTo>
                <a:cubicBezTo>
                  <a:pt x="1348980" y="127914"/>
                  <a:pt x="1362574" y="141508"/>
                  <a:pt x="1362574" y="158278"/>
                </a:cubicBezTo>
                <a:cubicBezTo>
                  <a:pt x="1362574" y="175047"/>
                  <a:pt x="1348980" y="188641"/>
                  <a:pt x="1332211" y="188641"/>
                </a:cubicBezTo>
                <a:cubicBezTo>
                  <a:pt x="1315441" y="188641"/>
                  <a:pt x="1301847" y="175047"/>
                  <a:pt x="1301847" y="158278"/>
                </a:cubicBezTo>
                <a:cubicBezTo>
                  <a:pt x="1301847" y="141508"/>
                  <a:pt x="1315441" y="127914"/>
                  <a:pt x="1332211" y="127914"/>
                </a:cubicBezTo>
                <a:close/>
                <a:moveTo>
                  <a:pt x="1259656" y="127914"/>
                </a:moveTo>
                <a:cubicBezTo>
                  <a:pt x="1276426" y="127914"/>
                  <a:pt x="1290020" y="141508"/>
                  <a:pt x="1290020" y="158278"/>
                </a:cubicBezTo>
                <a:cubicBezTo>
                  <a:pt x="1290020" y="175047"/>
                  <a:pt x="1276426" y="188641"/>
                  <a:pt x="1259656" y="188641"/>
                </a:cubicBezTo>
                <a:cubicBezTo>
                  <a:pt x="1242887" y="188641"/>
                  <a:pt x="1229293" y="175047"/>
                  <a:pt x="1229293" y="158278"/>
                </a:cubicBezTo>
                <a:cubicBezTo>
                  <a:pt x="1229293" y="141508"/>
                  <a:pt x="1242887" y="127914"/>
                  <a:pt x="1259656" y="127914"/>
                </a:cubicBezTo>
                <a:close/>
                <a:moveTo>
                  <a:pt x="1187102" y="127914"/>
                </a:moveTo>
                <a:cubicBezTo>
                  <a:pt x="1203871" y="127914"/>
                  <a:pt x="1217465" y="141508"/>
                  <a:pt x="1217465" y="158278"/>
                </a:cubicBezTo>
                <a:cubicBezTo>
                  <a:pt x="1217465" y="175047"/>
                  <a:pt x="1203871" y="188641"/>
                  <a:pt x="1187102" y="188641"/>
                </a:cubicBezTo>
                <a:cubicBezTo>
                  <a:pt x="1170332" y="188641"/>
                  <a:pt x="1156738" y="175047"/>
                  <a:pt x="1156738" y="158278"/>
                </a:cubicBezTo>
                <a:cubicBezTo>
                  <a:pt x="1156738" y="141508"/>
                  <a:pt x="1170332" y="127914"/>
                  <a:pt x="1187102" y="127914"/>
                </a:cubicBezTo>
                <a:close/>
                <a:moveTo>
                  <a:pt x="1114547" y="127914"/>
                </a:moveTo>
                <a:cubicBezTo>
                  <a:pt x="1131317" y="127914"/>
                  <a:pt x="1144911" y="141508"/>
                  <a:pt x="1144911" y="158278"/>
                </a:cubicBezTo>
                <a:cubicBezTo>
                  <a:pt x="1144911" y="175047"/>
                  <a:pt x="1131317" y="188641"/>
                  <a:pt x="1114547" y="188641"/>
                </a:cubicBezTo>
                <a:cubicBezTo>
                  <a:pt x="1097778" y="188641"/>
                  <a:pt x="1084184" y="175047"/>
                  <a:pt x="1084184" y="158278"/>
                </a:cubicBezTo>
                <a:cubicBezTo>
                  <a:pt x="1084184" y="141508"/>
                  <a:pt x="1097778" y="127914"/>
                  <a:pt x="1114547" y="127914"/>
                </a:cubicBezTo>
                <a:close/>
                <a:moveTo>
                  <a:pt x="1041993" y="127914"/>
                </a:moveTo>
                <a:cubicBezTo>
                  <a:pt x="1058762" y="127914"/>
                  <a:pt x="1072356" y="141508"/>
                  <a:pt x="1072356" y="158278"/>
                </a:cubicBezTo>
                <a:cubicBezTo>
                  <a:pt x="1072356" y="175047"/>
                  <a:pt x="1058762" y="188641"/>
                  <a:pt x="1041993" y="188641"/>
                </a:cubicBezTo>
                <a:cubicBezTo>
                  <a:pt x="1025223" y="188641"/>
                  <a:pt x="1011629" y="175047"/>
                  <a:pt x="1011629" y="158278"/>
                </a:cubicBezTo>
                <a:cubicBezTo>
                  <a:pt x="1011629" y="141508"/>
                  <a:pt x="1025223" y="127914"/>
                  <a:pt x="1041993" y="127914"/>
                </a:cubicBezTo>
                <a:close/>
                <a:moveTo>
                  <a:pt x="969438" y="127914"/>
                </a:moveTo>
                <a:cubicBezTo>
                  <a:pt x="986208" y="127914"/>
                  <a:pt x="999801" y="141508"/>
                  <a:pt x="999801" y="158278"/>
                </a:cubicBezTo>
                <a:cubicBezTo>
                  <a:pt x="999801" y="175047"/>
                  <a:pt x="986208" y="188641"/>
                  <a:pt x="969438" y="188641"/>
                </a:cubicBezTo>
                <a:cubicBezTo>
                  <a:pt x="952669" y="188641"/>
                  <a:pt x="939075" y="175047"/>
                  <a:pt x="939075" y="158278"/>
                </a:cubicBezTo>
                <a:cubicBezTo>
                  <a:pt x="939075" y="141508"/>
                  <a:pt x="952669" y="127914"/>
                  <a:pt x="969438" y="127914"/>
                </a:cubicBezTo>
                <a:close/>
                <a:moveTo>
                  <a:pt x="896883" y="127914"/>
                </a:moveTo>
                <a:cubicBezTo>
                  <a:pt x="913653" y="127914"/>
                  <a:pt x="927247" y="141508"/>
                  <a:pt x="927247" y="158278"/>
                </a:cubicBezTo>
                <a:cubicBezTo>
                  <a:pt x="927247" y="175047"/>
                  <a:pt x="913653" y="188641"/>
                  <a:pt x="896883" y="188641"/>
                </a:cubicBezTo>
                <a:cubicBezTo>
                  <a:pt x="880114" y="188641"/>
                  <a:pt x="866520" y="175047"/>
                  <a:pt x="866520" y="158278"/>
                </a:cubicBezTo>
                <a:cubicBezTo>
                  <a:pt x="866520" y="141508"/>
                  <a:pt x="880114" y="127914"/>
                  <a:pt x="896883" y="127914"/>
                </a:cubicBezTo>
                <a:close/>
                <a:moveTo>
                  <a:pt x="824329" y="127914"/>
                </a:moveTo>
                <a:cubicBezTo>
                  <a:pt x="841098" y="127914"/>
                  <a:pt x="854692" y="141508"/>
                  <a:pt x="854692" y="158278"/>
                </a:cubicBezTo>
                <a:cubicBezTo>
                  <a:pt x="854692" y="175047"/>
                  <a:pt x="841098" y="188641"/>
                  <a:pt x="824329" y="188641"/>
                </a:cubicBezTo>
                <a:cubicBezTo>
                  <a:pt x="807559" y="188641"/>
                  <a:pt x="793965" y="175047"/>
                  <a:pt x="793965" y="158278"/>
                </a:cubicBezTo>
                <a:cubicBezTo>
                  <a:pt x="793965" y="141508"/>
                  <a:pt x="807559" y="127914"/>
                  <a:pt x="824329" y="127914"/>
                </a:cubicBezTo>
                <a:close/>
                <a:moveTo>
                  <a:pt x="751774" y="127914"/>
                </a:moveTo>
                <a:cubicBezTo>
                  <a:pt x="768544" y="127914"/>
                  <a:pt x="782138" y="141508"/>
                  <a:pt x="782138" y="158278"/>
                </a:cubicBezTo>
                <a:cubicBezTo>
                  <a:pt x="782138" y="175047"/>
                  <a:pt x="768544" y="188641"/>
                  <a:pt x="751774" y="188641"/>
                </a:cubicBezTo>
                <a:cubicBezTo>
                  <a:pt x="735005" y="188641"/>
                  <a:pt x="721411" y="175047"/>
                  <a:pt x="721411" y="158278"/>
                </a:cubicBezTo>
                <a:cubicBezTo>
                  <a:pt x="721411" y="141508"/>
                  <a:pt x="735005" y="127914"/>
                  <a:pt x="751774" y="127914"/>
                </a:cubicBezTo>
                <a:close/>
                <a:moveTo>
                  <a:pt x="679220" y="127914"/>
                </a:moveTo>
                <a:cubicBezTo>
                  <a:pt x="695989" y="127914"/>
                  <a:pt x="709583" y="141508"/>
                  <a:pt x="709583" y="158278"/>
                </a:cubicBezTo>
                <a:cubicBezTo>
                  <a:pt x="709583" y="175047"/>
                  <a:pt x="695989" y="188641"/>
                  <a:pt x="679220" y="188641"/>
                </a:cubicBezTo>
                <a:cubicBezTo>
                  <a:pt x="662450" y="188641"/>
                  <a:pt x="648856" y="175047"/>
                  <a:pt x="648856" y="158278"/>
                </a:cubicBezTo>
                <a:cubicBezTo>
                  <a:pt x="648856" y="141508"/>
                  <a:pt x="662450" y="127914"/>
                  <a:pt x="679220" y="127914"/>
                </a:cubicBezTo>
                <a:close/>
                <a:moveTo>
                  <a:pt x="606665" y="127914"/>
                </a:moveTo>
                <a:cubicBezTo>
                  <a:pt x="623435" y="127914"/>
                  <a:pt x="637029" y="141508"/>
                  <a:pt x="637029" y="158278"/>
                </a:cubicBezTo>
                <a:cubicBezTo>
                  <a:pt x="637029" y="175047"/>
                  <a:pt x="623435" y="188641"/>
                  <a:pt x="606665" y="188641"/>
                </a:cubicBezTo>
                <a:cubicBezTo>
                  <a:pt x="589896" y="188641"/>
                  <a:pt x="576302" y="175047"/>
                  <a:pt x="576302" y="158278"/>
                </a:cubicBezTo>
                <a:cubicBezTo>
                  <a:pt x="576302" y="141508"/>
                  <a:pt x="589896" y="127914"/>
                  <a:pt x="606665" y="127914"/>
                </a:cubicBezTo>
                <a:close/>
                <a:moveTo>
                  <a:pt x="534111" y="127914"/>
                </a:moveTo>
                <a:cubicBezTo>
                  <a:pt x="550880" y="127914"/>
                  <a:pt x="564474" y="141508"/>
                  <a:pt x="564474" y="158278"/>
                </a:cubicBezTo>
                <a:cubicBezTo>
                  <a:pt x="564474" y="175047"/>
                  <a:pt x="550880" y="188641"/>
                  <a:pt x="534111" y="188641"/>
                </a:cubicBezTo>
                <a:cubicBezTo>
                  <a:pt x="517341" y="188641"/>
                  <a:pt x="503747" y="175047"/>
                  <a:pt x="503747" y="158278"/>
                </a:cubicBezTo>
                <a:cubicBezTo>
                  <a:pt x="503747" y="141508"/>
                  <a:pt x="517341" y="127914"/>
                  <a:pt x="534111" y="127914"/>
                </a:cubicBezTo>
                <a:close/>
                <a:moveTo>
                  <a:pt x="461556" y="127914"/>
                </a:moveTo>
                <a:cubicBezTo>
                  <a:pt x="478326" y="127914"/>
                  <a:pt x="491920" y="141508"/>
                  <a:pt x="491920" y="158278"/>
                </a:cubicBezTo>
                <a:cubicBezTo>
                  <a:pt x="491920" y="175047"/>
                  <a:pt x="478326" y="188641"/>
                  <a:pt x="461556" y="188641"/>
                </a:cubicBezTo>
                <a:cubicBezTo>
                  <a:pt x="444787" y="188641"/>
                  <a:pt x="431192" y="175047"/>
                  <a:pt x="431192" y="158278"/>
                </a:cubicBezTo>
                <a:cubicBezTo>
                  <a:pt x="431192" y="141508"/>
                  <a:pt x="444787" y="127914"/>
                  <a:pt x="461556" y="127914"/>
                </a:cubicBezTo>
                <a:close/>
                <a:moveTo>
                  <a:pt x="389002" y="127914"/>
                </a:moveTo>
                <a:cubicBezTo>
                  <a:pt x="405771" y="127914"/>
                  <a:pt x="419365" y="141508"/>
                  <a:pt x="419365" y="158278"/>
                </a:cubicBezTo>
                <a:cubicBezTo>
                  <a:pt x="419365" y="175047"/>
                  <a:pt x="405771" y="188641"/>
                  <a:pt x="389002" y="188641"/>
                </a:cubicBezTo>
                <a:cubicBezTo>
                  <a:pt x="372232" y="188641"/>
                  <a:pt x="358638" y="175047"/>
                  <a:pt x="358638" y="158278"/>
                </a:cubicBezTo>
                <a:cubicBezTo>
                  <a:pt x="358638" y="141508"/>
                  <a:pt x="372232" y="127914"/>
                  <a:pt x="389002" y="127914"/>
                </a:cubicBezTo>
                <a:close/>
                <a:moveTo>
                  <a:pt x="316447" y="127914"/>
                </a:moveTo>
                <a:cubicBezTo>
                  <a:pt x="333216" y="127914"/>
                  <a:pt x="346810" y="141508"/>
                  <a:pt x="346810" y="158278"/>
                </a:cubicBezTo>
                <a:cubicBezTo>
                  <a:pt x="346810" y="175047"/>
                  <a:pt x="333216" y="188641"/>
                  <a:pt x="316447" y="188641"/>
                </a:cubicBezTo>
                <a:cubicBezTo>
                  <a:pt x="299677" y="188641"/>
                  <a:pt x="286084" y="175047"/>
                  <a:pt x="286084" y="158278"/>
                </a:cubicBezTo>
                <a:cubicBezTo>
                  <a:pt x="286084" y="141508"/>
                  <a:pt x="299677" y="127914"/>
                  <a:pt x="316447" y="127914"/>
                </a:cubicBezTo>
                <a:close/>
                <a:moveTo>
                  <a:pt x="243892" y="127914"/>
                </a:moveTo>
                <a:cubicBezTo>
                  <a:pt x="260662" y="127914"/>
                  <a:pt x="274256" y="141508"/>
                  <a:pt x="274256" y="158278"/>
                </a:cubicBezTo>
                <a:cubicBezTo>
                  <a:pt x="274256" y="175047"/>
                  <a:pt x="260662" y="188641"/>
                  <a:pt x="243892" y="188641"/>
                </a:cubicBezTo>
                <a:cubicBezTo>
                  <a:pt x="227123" y="188641"/>
                  <a:pt x="213529" y="175047"/>
                  <a:pt x="213529" y="158278"/>
                </a:cubicBezTo>
                <a:cubicBezTo>
                  <a:pt x="213529" y="141508"/>
                  <a:pt x="227123" y="127914"/>
                  <a:pt x="243892" y="127914"/>
                </a:cubicBezTo>
                <a:close/>
                <a:moveTo>
                  <a:pt x="171339" y="127914"/>
                </a:moveTo>
                <a:cubicBezTo>
                  <a:pt x="188107" y="127914"/>
                  <a:pt x="201701" y="141508"/>
                  <a:pt x="201701" y="158278"/>
                </a:cubicBezTo>
                <a:cubicBezTo>
                  <a:pt x="201701" y="175047"/>
                  <a:pt x="188107" y="188641"/>
                  <a:pt x="171339" y="188641"/>
                </a:cubicBezTo>
                <a:cubicBezTo>
                  <a:pt x="154702" y="188641"/>
                  <a:pt x="141108" y="175047"/>
                  <a:pt x="141108" y="158278"/>
                </a:cubicBezTo>
                <a:cubicBezTo>
                  <a:pt x="141108" y="141508"/>
                  <a:pt x="154702" y="127914"/>
                  <a:pt x="171339" y="127914"/>
                </a:cubicBezTo>
                <a:close/>
                <a:moveTo>
                  <a:pt x="98936" y="127914"/>
                </a:moveTo>
                <a:cubicBezTo>
                  <a:pt x="115695" y="127914"/>
                  <a:pt x="129288" y="141508"/>
                  <a:pt x="129288" y="158278"/>
                </a:cubicBezTo>
                <a:cubicBezTo>
                  <a:pt x="129288" y="175047"/>
                  <a:pt x="115695" y="188641"/>
                  <a:pt x="98936" y="188641"/>
                </a:cubicBezTo>
                <a:cubicBezTo>
                  <a:pt x="82162" y="188641"/>
                  <a:pt x="68567" y="175047"/>
                  <a:pt x="68567" y="158278"/>
                </a:cubicBezTo>
                <a:cubicBezTo>
                  <a:pt x="68567" y="141508"/>
                  <a:pt x="82162" y="127914"/>
                  <a:pt x="98936" y="127914"/>
                </a:cubicBezTo>
                <a:close/>
                <a:moveTo>
                  <a:pt x="26381" y="127914"/>
                </a:moveTo>
                <a:cubicBezTo>
                  <a:pt x="43143" y="127914"/>
                  <a:pt x="56738" y="141508"/>
                  <a:pt x="56738" y="158278"/>
                </a:cubicBezTo>
                <a:cubicBezTo>
                  <a:pt x="56738" y="175047"/>
                  <a:pt x="43143" y="188641"/>
                  <a:pt x="26381" y="188641"/>
                </a:cubicBezTo>
                <a:cubicBezTo>
                  <a:pt x="17995" y="188641"/>
                  <a:pt x="10404" y="185243"/>
                  <a:pt x="4909" y="179748"/>
                </a:cubicBezTo>
                <a:lnTo>
                  <a:pt x="0" y="167898"/>
                </a:lnTo>
                <a:lnTo>
                  <a:pt x="0" y="148658"/>
                </a:lnTo>
                <a:lnTo>
                  <a:pt x="4909" y="136807"/>
                </a:lnTo>
                <a:cubicBezTo>
                  <a:pt x="10404" y="131313"/>
                  <a:pt x="17995" y="127914"/>
                  <a:pt x="26381" y="127914"/>
                </a:cubicBezTo>
                <a:close/>
                <a:moveTo>
                  <a:pt x="1622429" y="47462"/>
                </a:moveTo>
                <a:lnTo>
                  <a:pt x="1625821" y="48147"/>
                </a:lnTo>
                <a:lnTo>
                  <a:pt x="1639701" y="102127"/>
                </a:lnTo>
                <a:lnTo>
                  <a:pt x="1634248" y="105804"/>
                </a:lnTo>
                <a:cubicBezTo>
                  <a:pt x="1630615" y="107340"/>
                  <a:pt x="1626621" y="108189"/>
                  <a:pt x="1622429" y="108189"/>
                </a:cubicBezTo>
                <a:cubicBezTo>
                  <a:pt x="1605659" y="108189"/>
                  <a:pt x="1592066" y="94595"/>
                  <a:pt x="1592066" y="77826"/>
                </a:cubicBezTo>
                <a:cubicBezTo>
                  <a:pt x="1592066" y="61056"/>
                  <a:pt x="1605659" y="47462"/>
                  <a:pt x="1622429" y="47462"/>
                </a:cubicBezTo>
                <a:close/>
                <a:moveTo>
                  <a:pt x="1549874" y="47462"/>
                </a:moveTo>
                <a:cubicBezTo>
                  <a:pt x="1566644" y="47462"/>
                  <a:pt x="1580238" y="61056"/>
                  <a:pt x="1580238" y="77826"/>
                </a:cubicBezTo>
                <a:cubicBezTo>
                  <a:pt x="1580238" y="94595"/>
                  <a:pt x="1566644" y="108189"/>
                  <a:pt x="1549874" y="108189"/>
                </a:cubicBezTo>
                <a:cubicBezTo>
                  <a:pt x="1533105" y="108189"/>
                  <a:pt x="1519511" y="94595"/>
                  <a:pt x="1519511" y="77826"/>
                </a:cubicBezTo>
                <a:cubicBezTo>
                  <a:pt x="1519511" y="61056"/>
                  <a:pt x="1533105" y="47462"/>
                  <a:pt x="1549874" y="47462"/>
                </a:cubicBezTo>
                <a:close/>
                <a:moveTo>
                  <a:pt x="1477320" y="47462"/>
                </a:moveTo>
                <a:cubicBezTo>
                  <a:pt x="1494089" y="47462"/>
                  <a:pt x="1507683" y="61056"/>
                  <a:pt x="1507683" y="77826"/>
                </a:cubicBezTo>
                <a:cubicBezTo>
                  <a:pt x="1507683" y="94595"/>
                  <a:pt x="1494089" y="108189"/>
                  <a:pt x="1477320" y="108189"/>
                </a:cubicBezTo>
                <a:cubicBezTo>
                  <a:pt x="1460550" y="108189"/>
                  <a:pt x="1446956" y="94595"/>
                  <a:pt x="1446956" y="77826"/>
                </a:cubicBezTo>
                <a:cubicBezTo>
                  <a:pt x="1446956" y="61056"/>
                  <a:pt x="1460550" y="47462"/>
                  <a:pt x="1477320" y="47462"/>
                </a:cubicBezTo>
                <a:close/>
                <a:moveTo>
                  <a:pt x="1404765" y="47462"/>
                </a:moveTo>
                <a:cubicBezTo>
                  <a:pt x="1421535" y="47462"/>
                  <a:pt x="1435129" y="61056"/>
                  <a:pt x="1435129" y="77826"/>
                </a:cubicBezTo>
                <a:cubicBezTo>
                  <a:pt x="1435129" y="94595"/>
                  <a:pt x="1421535" y="108189"/>
                  <a:pt x="1404765" y="108189"/>
                </a:cubicBezTo>
                <a:cubicBezTo>
                  <a:pt x="1387996" y="108189"/>
                  <a:pt x="1374402" y="94595"/>
                  <a:pt x="1374402" y="77826"/>
                </a:cubicBezTo>
                <a:cubicBezTo>
                  <a:pt x="1374402" y="61056"/>
                  <a:pt x="1387996" y="47462"/>
                  <a:pt x="1404765" y="47462"/>
                </a:cubicBezTo>
                <a:close/>
                <a:moveTo>
                  <a:pt x="1332211" y="47462"/>
                </a:moveTo>
                <a:cubicBezTo>
                  <a:pt x="1348980" y="47462"/>
                  <a:pt x="1362574" y="61056"/>
                  <a:pt x="1362574" y="77826"/>
                </a:cubicBezTo>
                <a:cubicBezTo>
                  <a:pt x="1362574" y="94595"/>
                  <a:pt x="1348980" y="108189"/>
                  <a:pt x="1332211" y="108189"/>
                </a:cubicBezTo>
                <a:cubicBezTo>
                  <a:pt x="1315441" y="108189"/>
                  <a:pt x="1301847" y="94595"/>
                  <a:pt x="1301847" y="77826"/>
                </a:cubicBezTo>
                <a:cubicBezTo>
                  <a:pt x="1301847" y="61056"/>
                  <a:pt x="1315441" y="47462"/>
                  <a:pt x="1332211" y="47462"/>
                </a:cubicBezTo>
                <a:close/>
                <a:moveTo>
                  <a:pt x="1259656" y="47462"/>
                </a:moveTo>
                <a:cubicBezTo>
                  <a:pt x="1276426" y="47462"/>
                  <a:pt x="1290020" y="61056"/>
                  <a:pt x="1290020" y="77826"/>
                </a:cubicBezTo>
                <a:cubicBezTo>
                  <a:pt x="1290020" y="94595"/>
                  <a:pt x="1276426" y="108189"/>
                  <a:pt x="1259656" y="108189"/>
                </a:cubicBezTo>
                <a:cubicBezTo>
                  <a:pt x="1242887" y="108189"/>
                  <a:pt x="1229293" y="94595"/>
                  <a:pt x="1229293" y="77826"/>
                </a:cubicBezTo>
                <a:cubicBezTo>
                  <a:pt x="1229293" y="61056"/>
                  <a:pt x="1242887" y="47462"/>
                  <a:pt x="1259656" y="47462"/>
                </a:cubicBezTo>
                <a:close/>
                <a:moveTo>
                  <a:pt x="1187102" y="47462"/>
                </a:moveTo>
                <a:cubicBezTo>
                  <a:pt x="1203871" y="47462"/>
                  <a:pt x="1217465" y="61056"/>
                  <a:pt x="1217465" y="77826"/>
                </a:cubicBezTo>
                <a:cubicBezTo>
                  <a:pt x="1217465" y="94595"/>
                  <a:pt x="1203871" y="108189"/>
                  <a:pt x="1187102" y="108189"/>
                </a:cubicBezTo>
                <a:cubicBezTo>
                  <a:pt x="1170332" y="108189"/>
                  <a:pt x="1156738" y="94595"/>
                  <a:pt x="1156738" y="77826"/>
                </a:cubicBezTo>
                <a:cubicBezTo>
                  <a:pt x="1156738" y="61056"/>
                  <a:pt x="1170332" y="47462"/>
                  <a:pt x="1187102" y="47462"/>
                </a:cubicBezTo>
                <a:close/>
                <a:moveTo>
                  <a:pt x="1114547" y="47462"/>
                </a:moveTo>
                <a:cubicBezTo>
                  <a:pt x="1131317" y="47462"/>
                  <a:pt x="1144911" y="61056"/>
                  <a:pt x="1144911" y="77826"/>
                </a:cubicBezTo>
                <a:cubicBezTo>
                  <a:pt x="1144911" y="94595"/>
                  <a:pt x="1131317" y="108189"/>
                  <a:pt x="1114547" y="108189"/>
                </a:cubicBezTo>
                <a:cubicBezTo>
                  <a:pt x="1097778" y="108189"/>
                  <a:pt x="1084184" y="94595"/>
                  <a:pt x="1084184" y="77826"/>
                </a:cubicBezTo>
                <a:cubicBezTo>
                  <a:pt x="1084184" y="61056"/>
                  <a:pt x="1097778" y="47462"/>
                  <a:pt x="1114547" y="47462"/>
                </a:cubicBezTo>
                <a:close/>
                <a:moveTo>
                  <a:pt x="1041993" y="47462"/>
                </a:moveTo>
                <a:cubicBezTo>
                  <a:pt x="1058762" y="47462"/>
                  <a:pt x="1072356" y="61056"/>
                  <a:pt x="1072356" y="77826"/>
                </a:cubicBezTo>
                <a:cubicBezTo>
                  <a:pt x="1072356" y="94595"/>
                  <a:pt x="1058762" y="108189"/>
                  <a:pt x="1041993" y="108189"/>
                </a:cubicBezTo>
                <a:cubicBezTo>
                  <a:pt x="1025223" y="108189"/>
                  <a:pt x="1011629" y="94595"/>
                  <a:pt x="1011629" y="77826"/>
                </a:cubicBezTo>
                <a:cubicBezTo>
                  <a:pt x="1011629" y="61056"/>
                  <a:pt x="1025223" y="47462"/>
                  <a:pt x="1041993" y="47462"/>
                </a:cubicBezTo>
                <a:close/>
                <a:moveTo>
                  <a:pt x="969438" y="47462"/>
                </a:moveTo>
                <a:cubicBezTo>
                  <a:pt x="986208" y="47462"/>
                  <a:pt x="999801" y="61056"/>
                  <a:pt x="999801" y="77826"/>
                </a:cubicBezTo>
                <a:cubicBezTo>
                  <a:pt x="999801" y="94595"/>
                  <a:pt x="986208" y="108189"/>
                  <a:pt x="969438" y="108189"/>
                </a:cubicBezTo>
                <a:cubicBezTo>
                  <a:pt x="952669" y="108189"/>
                  <a:pt x="939075" y="94595"/>
                  <a:pt x="939075" y="77826"/>
                </a:cubicBezTo>
                <a:cubicBezTo>
                  <a:pt x="939075" y="61056"/>
                  <a:pt x="952669" y="47462"/>
                  <a:pt x="969438" y="47462"/>
                </a:cubicBezTo>
                <a:close/>
                <a:moveTo>
                  <a:pt x="896883" y="47462"/>
                </a:moveTo>
                <a:cubicBezTo>
                  <a:pt x="913653" y="47462"/>
                  <a:pt x="927247" y="61056"/>
                  <a:pt x="927247" y="77826"/>
                </a:cubicBezTo>
                <a:cubicBezTo>
                  <a:pt x="927247" y="94595"/>
                  <a:pt x="913653" y="108189"/>
                  <a:pt x="896883" y="108189"/>
                </a:cubicBezTo>
                <a:cubicBezTo>
                  <a:pt x="880114" y="108189"/>
                  <a:pt x="866520" y="94595"/>
                  <a:pt x="866520" y="77826"/>
                </a:cubicBezTo>
                <a:cubicBezTo>
                  <a:pt x="866520" y="61056"/>
                  <a:pt x="880114" y="47462"/>
                  <a:pt x="896883" y="47462"/>
                </a:cubicBezTo>
                <a:close/>
                <a:moveTo>
                  <a:pt x="824329" y="47462"/>
                </a:moveTo>
                <a:cubicBezTo>
                  <a:pt x="841098" y="47462"/>
                  <a:pt x="854692" y="61056"/>
                  <a:pt x="854692" y="77826"/>
                </a:cubicBezTo>
                <a:cubicBezTo>
                  <a:pt x="854692" y="94595"/>
                  <a:pt x="841098" y="108189"/>
                  <a:pt x="824329" y="108189"/>
                </a:cubicBezTo>
                <a:cubicBezTo>
                  <a:pt x="807559" y="108189"/>
                  <a:pt x="793965" y="94595"/>
                  <a:pt x="793965" y="77826"/>
                </a:cubicBezTo>
                <a:cubicBezTo>
                  <a:pt x="793965" y="61056"/>
                  <a:pt x="807559" y="47462"/>
                  <a:pt x="824329" y="47462"/>
                </a:cubicBezTo>
                <a:close/>
                <a:moveTo>
                  <a:pt x="751774" y="47462"/>
                </a:moveTo>
                <a:cubicBezTo>
                  <a:pt x="768544" y="47462"/>
                  <a:pt x="782138" y="61056"/>
                  <a:pt x="782138" y="77826"/>
                </a:cubicBezTo>
                <a:cubicBezTo>
                  <a:pt x="782138" y="94595"/>
                  <a:pt x="768544" y="108189"/>
                  <a:pt x="751774" y="108189"/>
                </a:cubicBezTo>
                <a:cubicBezTo>
                  <a:pt x="735005" y="108189"/>
                  <a:pt x="721411" y="94595"/>
                  <a:pt x="721411" y="77826"/>
                </a:cubicBezTo>
                <a:cubicBezTo>
                  <a:pt x="721411" y="61056"/>
                  <a:pt x="735005" y="47462"/>
                  <a:pt x="751774" y="47462"/>
                </a:cubicBezTo>
                <a:close/>
                <a:moveTo>
                  <a:pt x="679220" y="47462"/>
                </a:moveTo>
                <a:cubicBezTo>
                  <a:pt x="695989" y="47462"/>
                  <a:pt x="709583" y="61056"/>
                  <a:pt x="709583" y="77826"/>
                </a:cubicBezTo>
                <a:cubicBezTo>
                  <a:pt x="709583" y="94595"/>
                  <a:pt x="695989" y="108189"/>
                  <a:pt x="679220" y="108189"/>
                </a:cubicBezTo>
                <a:cubicBezTo>
                  <a:pt x="662450" y="108189"/>
                  <a:pt x="648856" y="94595"/>
                  <a:pt x="648856" y="77826"/>
                </a:cubicBezTo>
                <a:cubicBezTo>
                  <a:pt x="648856" y="61056"/>
                  <a:pt x="662450" y="47462"/>
                  <a:pt x="679220" y="47462"/>
                </a:cubicBezTo>
                <a:close/>
                <a:moveTo>
                  <a:pt x="606665" y="47462"/>
                </a:moveTo>
                <a:cubicBezTo>
                  <a:pt x="623435" y="47462"/>
                  <a:pt x="637029" y="61056"/>
                  <a:pt x="637029" y="77826"/>
                </a:cubicBezTo>
                <a:cubicBezTo>
                  <a:pt x="637029" y="94595"/>
                  <a:pt x="623435" y="108189"/>
                  <a:pt x="606665" y="108189"/>
                </a:cubicBezTo>
                <a:cubicBezTo>
                  <a:pt x="589896" y="108189"/>
                  <a:pt x="576302" y="94595"/>
                  <a:pt x="576302" y="77826"/>
                </a:cubicBezTo>
                <a:cubicBezTo>
                  <a:pt x="576302" y="61056"/>
                  <a:pt x="589896" y="47462"/>
                  <a:pt x="606665" y="47462"/>
                </a:cubicBezTo>
                <a:close/>
                <a:moveTo>
                  <a:pt x="534111" y="47462"/>
                </a:moveTo>
                <a:cubicBezTo>
                  <a:pt x="550880" y="47462"/>
                  <a:pt x="564474" y="61056"/>
                  <a:pt x="564474" y="77826"/>
                </a:cubicBezTo>
                <a:cubicBezTo>
                  <a:pt x="564474" y="94595"/>
                  <a:pt x="550880" y="108189"/>
                  <a:pt x="534111" y="108189"/>
                </a:cubicBezTo>
                <a:cubicBezTo>
                  <a:pt x="517341" y="108189"/>
                  <a:pt x="503747" y="94595"/>
                  <a:pt x="503747" y="77826"/>
                </a:cubicBezTo>
                <a:cubicBezTo>
                  <a:pt x="503747" y="61056"/>
                  <a:pt x="517341" y="47462"/>
                  <a:pt x="534111" y="47462"/>
                </a:cubicBezTo>
                <a:close/>
                <a:moveTo>
                  <a:pt x="461556" y="47462"/>
                </a:moveTo>
                <a:cubicBezTo>
                  <a:pt x="478326" y="47462"/>
                  <a:pt x="491920" y="61056"/>
                  <a:pt x="491920" y="77826"/>
                </a:cubicBezTo>
                <a:cubicBezTo>
                  <a:pt x="491920" y="94595"/>
                  <a:pt x="478326" y="108189"/>
                  <a:pt x="461556" y="108189"/>
                </a:cubicBezTo>
                <a:cubicBezTo>
                  <a:pt x="444787" y="108189"/>
                  <a:pt x="431192" y="94595"/>
                  <a:pt x="431192" y="77826"/>
                </a:cubicBezTo>
                <a:cubicBezTo>
                  <a:pt x="431192" y="61056"/>
                  <a:pt x="444787" y="47462"/>
                  <a:pt x="461556" y="47462"/>
                </a:cubicBezTo>
                <a:close/>
                <a:moveTo>
                  <a:pt x="389002" y="47462"/>
                </a:moveTo>
                <a:cubicBezTo>
                  <a:pt x="405771" y="47462"/>
                  <a:pt x="419365" y="61056"/>
                  <a:pt x="419365" y="77826"/>
                </a:cubicBezTo>
                <a:cubicBezTo>
                  <a:pt x="419365" y="94595"/>
                  <a:pt x="405771" y="108189"/>
                  <a:pt x="389002" y="108189"/>
                </a:cubicBezTo>
                <a:cubicBezTo>
                  <a:pt x="372232" y="108189"/>
                  <a:pt x="358638" y="94595"/>
                  <a:pt x="358638" y="77826"/>
                </a:cubicBezTo>
                <a:cubicBezTo>
                  <a:pt x="358638" y="61056"/>
                  <a:pt x="372232" y="47462"/>
                  <a:pt x="389002" y="47462"/>
                </a:cubicBezTo>
                <a:close/>
                <a:moveTo>
                  <a:pt x="316447" y="47462"/>
                </a:moveTo>
                <a:cubicBezTo>
                  <a:pt x="333216" y="47462"/>
                  <a:pt x="346810" y="61056"/>
                  <a:pt x="346810" y="77826"/>
                </a:cubicBezTo>
                <a:cubicBezTo>
                  <a:pt x="346810" y="94595"/>
                  <a:pt x="333216" y="108189"/>
                  <a:pt x="316447" y="108189"/>
                </a:cubicBezTo>
                <a:cubicBezTo>
                  <a:pt x="299677" y="108189"/>
                  <a:pt x="286084" y="94595"/>
                  <a:pt x="286084" y="77826"/>
                </a:cubicBezTo>
                <a:cubicBezTo>
                  <a:pt x="286084" y="61056"/>
                  <a:pt x="299677" y="47462"/>
                  <a:pt x="316447" y="47462"/>
                </a:cubicBezTo>
                <a:close/>
                <a:moveTo>
                  <a:pt x="243892" y="47462"/>
                </a:moveTo>
                <a:cubicBezTo>
                  <a:pt x="260662" y="47462"/>
                  <a:pt x="274256" y="61056"/>
                  <a:pt x="274256" y="77826"/>
                </a:cubicBezTo>
                <a:cubicBezTo>
                  <a:pt x="274256" y="94595"/>
                  <a:pt x="260662" y="108189"/>
                  <a:pt x="243892" y="108189"/>
                </a:cubicBezTo>
                <a:cubicBezTo>
                  <a:pt x="227123" y="108189"/>
                  <a:pt x="213529" y="94595"/>
                  <a:pt x="213529" y="77826"/>
                </a:cubicBezTo>
                <a:cubicBezTo>
                  <a:pt x="213529" y="61056"/>
                  <a:pt x="227123" y="47462"/>
                  <a:pt x="243892" y="47462"/>
                </a:cubicBezTo>
                <a:close/>
                <a:moveTo>
                  <a:pt x="171339" y="47462"/>
                </a:moveTo>
                <a:cubicBezTo>
                  <a:pt x="188107" y="47462"/>
                  <a:pt x="201701" y="61056"/>
                  <a:pt x="201701" y="77826"/>
                </a:cubicBezTo>
                <a:cubicBezTo>
                  <a:pt x="201701" y="94595"/>
                  <a:pt x="188107" y="108189"/>
                  <a:pt x="171339" y="108189"/>
                </a:cubicBezTo>
                <a:cubicBezTo>
                  <a:pt x="154708" y="108189"/>
                  <a:pt x="141113" y="94595"/>
                  <a:pt x="141113" y="77826"/>
                </a:cubicBezTo>
                <a:cubicBezTo>
                  <a:pt x="141113" y="61056"/>
                  <a:pt x="154708" y="47462"/>
                  <a:pt x="171339" y="47462"/>
                </a:cubicBezTo>
                <a:close/>
                <a:moveTo>
                  <a:pt x="98942" y="47462"/>
                </a:moveTo>
                <a:cubicBezTo>
                  <a:pt x="115700" y="47462"/>
                  <a:pt x="129294" y="61056"/>
                  <a:pt x="129294" y="77826"/>
                </a:cubicBezTo>
                <a:cubicBezTo>
                  <a:pt x="129294" y="94595"/>
                  <a:pt x="115700" y="108189"/>
                  <a:pt x="98942" y="108189"/>
                </a:cubicBezTo>
                <a:cubicBezTo>
                  <a:pt x="82168" y="108189"/>
                  <a:pt x="68573" y="94595"/>
                  <a:pt x="68573" y="77826"/>
                </a:cubicBezTo>
                <a:cubicBezTo>
                  <a:pt x="68573" y="61056"/>
                  <a:pt x="82168" y="47462"/>
                  <a:pt x="98942" y="47462"/>
                </a:cubicBezTo>
                <a:close/>
                <a:moveTo>
                  <a:pt x="26388" y="47462"/>
                </a:moveTo>
                <a:cubicBezTo>
                  <a:pt x="43149" y="47462"/>
                  <a:pt x="56744" y="61056"/>
                  <a:pt x="56744" y="77826"/>
                </a:cubicBezTo>
                <a:cubicBezTo>
                  <a:pt x="56744" y="94595"/>
                  <a:pt x="43149" y="108189"/>
                  <a:pt x="26388" y="108189"/>
                </a:cubicBezTo>
                <a:cubicBezTo>
                  <a:pt x="18002" y="108189"/>
                  <a:pt x="10410" y="104791"/>
                  <a:pt x="4916" y="99296"/>
                </a:cubicBezTo>
                <a:lnTo>
                  <a:pt x="0" y="87429"/>
                </a:lnTo>
                <a:lnTo>
                  <a:pt x="0" y="68222"/>
                </a:lnTo>
                <a:lnTo>
                  <a:pt x="4916" y="56355"/>
                </a:lnTo>
                <a:cubicBezTo>
                  <a:pt x="10410" y="50861"/>
                  <a:pt x="18002" y="47462"/>
                  <a:pt x="26388" y="47462"/>
                </a:cubicBezTo>
                <a:close/>
                <a:moveTo>
                  <a:pt x="1592868" y="0"/>
                </a:moveTo>
                <a:lnTo>
                  <a:pt x="1613441" y="0"/>
                </a:lnTo>
                <a:lnTo>
                  <a:pt x="1620472" y="27343"/>
                </a:lnTo>
                <a:lnTo>
                  <a:pt x="1610610" y="25352"/>
                </a:lnTo>
                <a:cubicBezTo>
                  <a:pt x="1605161" y="23047"/>
                  <a:pt x="1600525" y="19197"/>
                  <a:pt x="1597251" y="14351"/>
                </a:cubicBezTo>
                <a:close/>
                <a:moveTo>
                  <a:pt x="1520598" y="0"/>
                </a:moveTo>
                <a:lnTo>
                  <a:pt x="1579150" y="0"/>
                </a:lnTo>
                <a:lnTo>
                  <a:pt x="1571345" y="18844"/>
                </a:lnTo>
                <a:cubicBezTo>
                  <a:pt x="1565850" y="24339"/>
                  <a:pt x="1558259" y="27738"/>
                  <a:pt x="1549874" y="27738"/>
                </a:cubicBezTo>
                <a:cubicBezTo>
                  <a:pt x="1541490" y="27738"/>
                  <a:pt x="1533899" y="24339"/>
                  <a:pt x="1528404" y="18844"/>
                </a:cubicBezTo>
                <a:close/>
                <a:moveTo>
                  <a:pt x="1448044" y="0"/>
                </a:moveTo>
                <a:lnTo>
                  <a:pt x="1506596" y="0"/>
                </a:lnTo>
                <a:lnTo>
                  <a:pt x="1498790" y="18844"/>
                </a:lnTo>
                <a:cubicBezTo>
                  <a:pt x="1493295" y="24339"/>
                  <a:pt x="1485705" y="27738"/>
                  <a:pt x="1477320" y="27738"/>
                </a:cubicBezTo>
                <a:cubicBezTo>
                  <a:pt x="1468935" y="27738"/>
                  <a:pt x="1461344" y="24339"/>
                  <a:pt x="1455850" y="18844"/>
                </a:cubicBezTo>
                <a:close/>
                <a:moveTo>
                  <a:pt x="1375489" y="0"/>
                </a:moveTo>
                <a:lnTo>
                  <a:pt x="1434041" y="0"/>
                </a:lnTo>
                <a:lnTo>
                  <a:pt x="1426236" y="18844"/>
                </a:lnTo>
                <a:cubicBezTo>
                  <a:pt x="1420741" y="24339"/>
                  <a:pt x="1413150" y="27738"/>
                  <a:pt x="1404765" y="27738"/>
                </a:cubicBezTo>
                <a:cubicBezTo>
                  <a:pt x="1396381" y="27738"/>
                  <a:pt x="1388790" y="24339"/>
                  <a:pt x="1383295" y="18844"/>
                </a:cubicBezTo>
                <a:close/>
                <a:moveTo>
                  <a:pt x="1302935" y="0"/>
                </a:moveTo>
                <a:lnTo>
                  <a:pt x="1361486" y="0"/>
                </a:lnTo>
                <a:lnTo>
                  <a:pt x="1353681" y="18844"/>
                </a:lnTo>
                <a:cubicBezTo>
                  <a:pt x="1348186" y="24339"/>
                  <a:pt x="1340596" y="27738"/>
                  <a:pt x="1332211" y="27738"/>
                </a:cubicBezTo>
                <a:cubicBezTo>
                  <a:pt x="1323826" y="27738"/>
                  <a:pt x="1316235" y="24339"/>
                  <a:pt x="1310740" y="18844"/>
                </a:cubicBezTo>
                <a:close/>
                <a:moveTo>
                  <a:pt x="1230380" y="0"/>
                </a:moveTo>
                <a:lnTo>
                  <a:pt x="1288932" y="0"/>
                </a:lnTo>
                <a:lnTo>
                  <a:pt x="1281126" y="18844"/>
                </a:lnTo>
                <a:cubicBezTo>
                  <a:pt x="1275632" y="24339"/>
                  <a:pt x="1268041" y="27738"/>
                  <a:pt x="1259656" y="27738"/>
                </a:cubicBezTo>
                <a:cubicBezTo>
                  <a:pt x="1251271" y="27738"/>
                  <a:pt x="1243680" y="24339"/>
                  <a:pt x="1238186" y="18844"/>
                </a:cubicBezTo>
                <a:close/>
                <a:moveTo>
                  <a:pt x="1157826" y="0"/>
                </a:moveTo>
                <a:lnTo>
                  <a:pt x="1216377" y="0"/>
                </a:lnTo>
                <a:lnTo>
                  <a:pt x="1208572" y="18844"/>
                </a:lnTo>
                <a:cubicBezTo>
                  <a:pt x="1203077" y="24339"/>
                  <a:pt x="1195486" y="27738"/>
                  <a:pt x="1187102" y="27738"/>
                </a:cubicBezTo>
                <a:cubicBezTo>
                  <a:pt x="1178717" y="27738"/>
                  <a:pt x="1171126" y="24339"/>
                  <a:pt x="1165631" y="18844"/>
                </a:cubicBezTo>
                <a:close/>
                <a:moveTo>
                  <a:pt x="1085271" y="0"/>
                </a:moveTo>
                <a:lnTo>
                  <a:pt x="1143823" y="0"/>
                </a:lnTo>
                <a:lnTo>
                  <a:pt x="1136017" y="18844"/>
                </a:lnTo>
                <a:cubicBezTo>
                  <a:pt x="1130523" y="24339"/>
                  <a:pt x="1122932" y="27738"/>
                  <a:pt x="1114547" y="27738"/>
                </a:cubicBezTo>
                <a:cubicBezTo>
                  <a:pt x="1106162" y="27738"/>
                  <a:pt x="1098571" y="24339"/>
                  <a:pt x="1093077" y="18844"/>
                </a:cubicBezTo>
                <a:close/>
                <a:moveTo>
                  <a:pt x="1012717" y="0"/>
                </a:moveTo>
                <a:lnTo>
                  <a:pt x="1071268" y="0"/>
                </a:lnTo>
                <a:lnTo>
                  <a:pt x="1063463" y="18844"/>
                </a:lnTo>
                <a:cubicBezTo>
                  <a:pt x="1057968" y="24339"/>
                  <a:pt x="1050377" y="27738"/>
                  <a:pt x="1041993" y="27738"/>
                </a:cubicBezTo>
                <a:cubicBezTo>
                  <a:pt x="1033608" y="27738"/>
                  <a:pt x="1026017" y="24339"/>
                  <a:pt x="1020522" y="18844"/>
                </a:cubicBezTo>
                <a:close/>
                <a:moveTo>
                  <a:pt x="940162" y="0"/>
                </a:moveTo>
                <a:lnTo>
                  <a:pt x="998714" y="0"/>
                </a:lnTo>
                <a:lnTo>
                  <a:pt x="990908" y="18844"/>
                </a:lnTo>
                <a:cubicBezTo>
                  <a:pt x="985414" y="24339"/>
                  <a:pt x="977823" y="27738"/>
                  <a:pt x="969438" y="27738"/>
                </a:cubicBezTo>
                <a:cubicBezTo>
                  <a:pt x="961053" y="27738"/>
                  <a:pt x="953462" y="24339"/>
                  <a:pt x="947968" y="18844"/>
                </a:cubicBezTo>
                <a:close/>
                <a:moveTo>
                  <a:pt x="867607" y="0"/>
                </a:moveTo>
                <a:lnTo>
                  <a:pt x="926159" y="0"/>
                </a:lnTo>
                <a:lnTo>
                  <a:pt x="918354" y="18844"/>
                </a:lnTo>
                <a:cubicBezTo>
                  <a:pt x="912859" y="24339"/>
                  <a:pt x="905268" y="27738"/>
                  <a:pt x="896883" y="27738"/>
                </a:cubicBezTo>
                <a:cubicBezTo>
                  <a:pt x="888499" y="27738"/>
                  <a:pt x="880908" y="24339"/>
                  <a:pt x="875413" y="18844"/>
                </a:cubicBezTo>
                <a:close/>
                <a:moveTo>
                  <a:pt x="795053" y="0"/>
                </a:moveTo>
                <a:lnTo>
                  <a:pt x="853605" y="0"/>
                </a:lnTo>
                <a:lnTo>
                  <a:pt x="845799" y="18844"/>
                </a:lnTo>
                <a:cubicBezTo>
                  <a:pt x="840304" y="24339"/>
                  <a:pt x="832714" y="27738"/>
                  <a:pt x="824329" y="27738"/>
                </a:cubicBezTo>
                <a:cubicBezTo>
                  <a:pt x="815944" y="27738"/>
                  <a:pt x="808353" y="24339"/>
                  <a:pt x="802858" y="18844"/>
                </a:cubicBezTo>
                <a:close/>
                <a:moveTo>
                  <a:pt x="722498" y="0"/>
                </a:moveTo>
                <a:lnTo>
                  <a:pt x="781050" y="0"/>
                </a:lnTo>
                <a:lnTo>
                  <a:pt x="773245" y="18844"/>
                </a:lnTo>
                <a:cubicBezTo>
                  <a:pt x="767750" y="24339"/>
                  <a:pt x="760159" y="27738"/>
                  <a:pt x="751774" y="27738"/>
                </a:cubicBezTo>
                <a:cubicBezTo>
                  <a:pt x="743390" y="27738"/>
                  <a:pt x="735799" y="24339"/>
                  <a:pt x="730304" y="18844"/>
                </a:cubicBezTo>
                <a:close/>
                <a:moveTo>
                  <a:pt x="649944" y="0"/>
                </a:moveTo>
                <a:lnTo>
                  <a:pt x="708496" y="0"/>
                </a:lnTo>
                <a:lnTo>
                  <a:pt x="700690" y="18844"/>
                </a:lnTo>
                <a:cubicBezTo>
                  <a:pt x="695195" y="24339"/>
                  <a:pt x="687604" y="27738"/>
                  <a:pt x="679220" y="27738"/>
                </a:cubicBezTo>
                <a:cubicBezTo>
                  <a:pt x="670835" y="27738"/>
                  <a:pt x="663244" y="24339"/>
                  <a:pt x="657749" y="18844"/>
                </a:cubicBezTo>
                <a:close/>
                <a:moveTo>
                  <a:pt x="577389" y="0"/>
                </a:moveTo>
                <a:lnTo>
                  <a:pt x="635941" y="0"/>
                </a:lnTo>
                <a:lnTo>
                  <a:pt x="628135" y="18844"/>
                </a:lnTo>
                <a:cubicBezTo>
                  <a:pt x="622641" y="24339"/>
                  <a:pt x="615050" y="27738"/>
                  <a:pt x="606665" y="27738"/>
                </a:cubicBezTo>
                <a:cubicBezTo>
                  <a:pt x="598280" y="27738"/>
                  <a:pt x="590690" y="24339"/>
                  <a:pt x="585195" y="18844"/>
                </a:cubicBezTo>
                <a:close/>
                <a:moveTo>
                  <a:pt x="504835" y="0"/>
                </a:moveTo>
                <a:lnTo>
                  <a:pt x="563386" y="0"/>
                </a:lnTo>
                <a:lnTo>
                  <a:pt x="555581" y="18844"/>
                </a:lnTo>
                <a:cubicBezTo>
                  <a:pt x="550086" y="24339"/>
                  <a:pt x="542495" y="27738"/>
                  <a:pt x="534111" y="27738"/>
                </a:cubicBezTo>
                <a:cubicBezTo>
                  <a:pt x="525726" y="27738"/>
                  <a:pt x="518135" y="24339"/>
                  <a:pt x="512640" y="18844"/>
                </a:cubicBezTo>
                <a:close/>
                <a:moveTo>
                  <a:pt x="432280" y="0"/>
                </a:moveTo>
                <a:lnTo>
                  <a:pt x="490832" y="0"/>
                </a:lnTo>
                <a:lnTo>
                  <a:pt x="483026" y="18844"/>
                </a:lnTo>
                <a:cubicBezTo>
                  <a:pt x="477532" y="24339"/>
                  <a:pt x="469941" y="27738"/>
                  <a:pt x="461556" y="27738"/>
                </a:cubicBezTo>
                <a:cubicBezTo>
                  <a:pt x="453171" y="27738"/>
                  <a:pt x="445580" y="24339"/>
                  <a:pt x="440086" y="18844"/>
                </a:cubicBezTo>
                <a:close/>
                <a:moveTo>
                  <a:pt x="359726" y="0"/>
                </a:moveTo>
                <a:lnTo>
                  <a:pt x="418277" y="0"/>
                </a:lnTo>
                <a:lnTo>
                  <a:pt x="410472" y="18844"/>
                </a:lnTo>
                <a:cubicBezTo>
                  <a:pt x="404977" y="24339"/>
                  <a:pt x="397386" y="27738"/>
                  <a:pt x="389002" y="27738"/>
                </a:cubicBezTo>
                <a:cubicBezTo>
                  <a:pt x="380617" y="27738"/>
                  <a:pt x="373026" y="24339"/>
                  <a:pt x="367531" y="18844"/>
                </a:cubicBezTo>
                <a:close/>
                <a:moveTo>
                  <a:pt x="287171" y="0"/>
                </a:moveTo>
                <a:lnTo>
                  <a:pt x="345723" y="0"/>
                </a:lnTo>
                <a:lnTo>
                  <a:pt x="337917" y="18844"/>
                </a:lnTo>
                <a:cubicBezTo>
                  <a:pt x="332423" y="24339"/>
                  <a:pt x="324832" y="27738"/>
                  <a:pt x="316447" y="27738"/>
                </a:cubicBezTo>
                <a:cubicBezTo>
                  <a:pt x="308062" y="27738"/>
                  <a:pt x="300471" y="24339"/>
                  <a:pt x="294977" y="18844"/>
                </a:cubicBezTo>
                <a:close/>
                <a:moveTo>
                  <a:pt x="214617" y="0"/>
                </a:moveTo>
                <a:lnTo>
                  <a:pt x="273168" y="0"/>
                </a:lnTo>
                <a:lnTo>
                  <a:pt x="265363" y="18844"/>
                </a:lnTo>
                <a:cubicBezTo>
                  <a:pt x="259868" y="24339"/>
                  <a:pt x="252277" y="27738"/>
                  <a:pt x="243892" y="27738"/>
                </a:cubicBezTo>
                <a:cubicBezTo>
                  <a:pt x="235508" y="27738"/>
                  <a:pt x="227917" y="24339"/>
                  <a:pt x="222422" y="18844"/>
                </a:cubicBezTo>
                <a:close/>
                <a:moveTo>
                  <a:pt x="142204" y="0"/>
                </a:moveTo>
                <a:lnTo>
                  <a:pt x="200614" y="0"/>
                </a:lnTo>
                <a:lnTo>
                  <a:pt x="192808" y="18844"/>
                </a:lnTo>
                <a:cubicBezTo>
                  <a:pt x="187314" y="24339"/>
                  <a:pt x="179723" y="27738"/>
                  <a:pt x="171339" y="27738"/>
                </a:cubicBezTo>
                <a:cubicBezTo>
                  <a:pt x="163026" y="27738"/>
                  <a:pt x="155471" y="24339"/>
                  <a:pt x="149994" y="18844"/>
                </a:cubicBezTo>
                <a:close/>
                <a:moveTo>
                  <a:pt x="69668" y="0"/>
                </a:moveTo>
                <a:lnTo>
                  <a:pt x="128212" y="0"/>
                </a:lnTo>
                <a:lnTo>
                  <a:pt x="120408" y="18844"/>
                </a:lnTo>
                <a:cubicBezTo>
                  <a:pt x="114915" y="24339"/>
                  <a:pt x="107328" y="27738"/>
                  <a:pt x="98949" y="27738"/>
                </a:cubicBezTo>
                <a:cubicBezTo>
                  <a:pt x="90562" y="27738"/>
                  <a:pt x="82969" y="24339"/>
                  <a:pt x="77474" y="18844"/>
                </a:cubicBezTo>
                <a:close/>
                <a:moveTo>
                  <a:pt x="0" y="0"/>
                </a:moveTo>
                <a:lnTo>
                  <a:pt x="55662" y="0"/>
                </a:lnTo>
                <a:lnTo>
                  <a:pt x="47858" y="18844"/>
                </a:lnTo>
                <a:cubicBezTo>
                  <a:pt x="42364" y="24339"/>
                  <a:pt x="34775" y="27738"/>
                  <a:pt x="26394" y="27738"/>
                </a:cubicBezTo>
                <a:cubicBezTo>
                  <a:pt x="18009" y="27738"/>
                  <a:pt x="10417" y="24339"/>
                  <a:pt x="4922" y="18844"/>
                </a:cubicBezTo>
                <a:lnTo>
                  <a:pt x="0" y="6962"/>
                </a:lnTo>
                <a:close/>
              </a:path>
            </a:pathLst>
          </a:custGeom>
          <a:solidFill>
            <a:schemeClr val="accent1">
              <a:alpha val="60000"/>
            </a:schemeClr>
          </a:soli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463" name="Google Shape;463;p36"/>
          <p:cNvSpPr/>
          <p:nvPr/>
        </p:nvSpPr>
        <p:spPr>
          <a:xfrm>
            <a:off x="2" y="2"/>
            <a:ext cx="403373" cy="496797"/>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464" name="Google Shape;464;p36"/>
          <p:cNvSpPr txBox="1">
            <a:spLocks noGrp="1"/>
          </p:cNvSpPr>
          <p:nvPr>
            <p:ph type="body" idx="1"/>
          </p:nvPr>
        </p:nvSpPr>
        <p:spPr>
          <a:xfrm>
            <a:off x="554167" y="1346200"/>
            <a:ext cx="5173600" cy="4851600"/>
          </a:xfrm>
          <a:prstGeom prst="rect">
            <a:avLst/>
          </a:prstGeom>
          <a:noFill/>
          <a:ln>
            <a:noFill/>
          </a:ln>
        </p:spPr>
        <p:txBody>
          <a:bodyPr spcFirstLastPara="1" wrap="square" lIns="0" tIns="0" rIns="0" bIns="0" anchor="t" anchorCtr="0">
            <a:noAutofit/>
          </a:bodyPr>
          <a:lstStyle>
            <a:lvl1pPr marL="609585" lvl="0" indent="-389457" algn="l">
              <a:lnSpc>
                <a:spcPct val="100000"/>
              </a:lnSpc>
              <a:spcBef>
                <a:spcPts val="0"/>
              </a:spcBef>
              <a:spcAft>
                <a:spcPts val="0"/>
              </a:spcAft>
              <a:buSzPts val="1000"/>
              <a:buChar char="●"/>
              <a:defRPr sz="1333"/>
            </a:lvl1pPr>
            <a:lvl2pPr marL="1219170" lvl="1" indent="-389457" algn="l">
              <a:lnSpc>
                <a:spcPct val="100000"/>
              </a:lnSpc>
              <a:spcBef>
                <a:spcPts val="267"/>
              </a:spcBef>
              <a:spcAft>
                <a:spcPts val="0"/>
              </a:spcAft>
              <a:buSzPts val="1000"/>
              <a:buChar char="○"/>
              <a:defRPr sz="1333"/>
            </a:lvl2pPr>
            <a:lvl3pPr marL="1828754" lvl="2" indent="-389457" algn="l">
              <a:lnSpc>
                <a:spcPct val="100000"/>
              </a:lnSpc>
              <a:spcBef>
                <a:spcPts val="267"/>
              </a:spcBef>
              <a:spcAft>
                <a:spcPts val="0"/>
              </a:spcAft>
              <a:buSzPts val="1000"/>
              <a:buChar char="■"/>
              <a:defRPr sz="1333"/>
            </a:lvl3pPr>
            <a:lvl4pPr marL="2438339" lvl="3" indent="-389457" algn="l">
              <a:lnSpc>
                <a:spcPct val="100000"/>
              </a:lnSpc>
              <a:spcBef>
                <a:spcPts val="267"/>
              </a:spcBef>
              <a:spcAft>
                <a:spcPts val="0"/>
              </a:spcAft>
              <a:buSzPts val="1000"/>
              <a:buChar char="●"/>
              <a:defRPr sz="1333"/>
            </a:lvl4pPr>
            <a:lvl5pPr marL="3047924" lvl="4" indent="-389457" algn="l">
              <a:lnSpc>
                <a:spcPct val="100000"/>
              </a:lnSpc>
              <a:spcBef>
                <a:spcPts val="267"/>
              </a:spcBef>
              <a:spcAft>
                <a:spcPts val="0"/>
              </a:spcAft>
              <a:buSzPts val="1000"/>
              <a:buChar char="○"/>
              <a:defRPr sz="1333"/>
            </a:lvl5pPr>
            <a:lvl6pPr marL="3657509" lvl="5" indent="-389457" algn="l">
              <a:lnSpc>
                <a:spcPct val="100000"/>
              </a:lnSpc>
              <a:spcBef>
                <a:spcPts val="267"/>
              </a:spcBef>
              <a:spcAft>
                <a:spcPts val="0"/>
              </a:spcAft>
              <a:buSzPts val="1000"/>
              <a:buChar char="■"/>
              <a:defRPr sz="1333"/>
            </a:lvl6pPr>
            <a:lvl7pPr marL="4267093" lvl="6" indent="-389457" algn="l">
              <a:lnSpc>
                <a:spcPct val="100000"/>
              </a:lnSpc>
              <a:spcBef>
                <a:spcPts val="267"/>
              </a:spcBef>
              <a:spcAft>
                <a:spcPts val="0"/>
              </a:spcAft>
              <a:buSzPts val="1000"/>
              <a:buChar char="●"/>
              <a:defRPr sz="1333"/>
            </a:lvl7pPr>
            <a:lvl8pPr marL="4876678" lvl="7" indent="-389457" algn="l">
              <a:lnSpc>
                <a:spcPct val="100000"/>
              </a:lnSpc>
              <a:spcBef>
                <a:spcPts val="267"/>
              </a:spcBef>
              <a:spcAft>
                <a:spcPts val="0"/>
              </a:spcAft>
              <a:buSzPts val="1000"/>
              <a:buChar char="○"/>
              <a:defRPr sz="1333"/>
            </a:lvl8pPr>
            <a:lvl9pPr marL="5486263" lvl="8" indent="-389457" algn="l">
              <a:lnSpc>
                <a:spcPct val="100000"/>
              </a:lnSpc>
              <a:spcBef>
                <a:spcPts val="267"/>
              </a:spcBef>
              <a:spcAft>
                <a:spcPts val="267"/>
              </a:spcAft>
              <a:buSzPts val="1000"/>
              <a:buChar char="■"/>
              <a:defRPr sz="1333"/>
            </a:lvl9pPr>
          </a:lstStyle>
          <a:p>
            <a:endParaRPr/>
          </a:p>
        </p:txBody>
      </p:sp>
      <p:sp>
        <p:nvSpPr>
          <p:cNvPr id="465" name="Google Shape;465;p36"/>
          <p:cNvSpPr txBox="1">
            <a:spLocks noGrp="1"/>
          </p:cNvSpPr>
          <p:nvPr>
            <p:ph type="body" idx="2"/>
          </p:nvPr>
        </p:nvSpPr>
        <p:spPr>
          <a:xfrm>
            <a:off x="6459667" y="1346200"/>
            <a:ext cx="5173600" cy="4851600"/>
          </a:xfrm>
          <a:prstGeom prst="rect">
            <a:avLst/>
          </a:prstGeom>
          <a:noFill/>
          <a:ln>
            <a:noFill/>
          </a:ln>
        </p:spPr>
        <p:txBody>
          <a:bodyPr spcFirstLastPara="1" wrap="square" lIns="0" tIns="0" rIns="0" bIns="0" anchor="t" anchorCtr="0">
            <a:noAutofit/>
          </a:bodyPr>
          <a:lstStyle>
            <a:lvl1pPr marL="609585" lvl="0" indent="-389457" algn="l">
              <a:lnSpc>
                <a:spcPct val="100000"/>
              </a:lnSpc>
              <a:spcBef>
                <a:spcPts val="0"/>
              </a:spcBef>
              <a:spcAft>
                <a:spcPts val="0"/>
              </a:spcAft>
              <a:buSzPts val="1000"/>
              <a:buChar char="●"/>
              <a:defRPr sz="1333"/>
            </a:lvl1pPr>
            <a:lvl2pPr marL="1219170" lvl="1" indent="-389457" algn="l">
              <a:lnSpc>
                <a:spcPct val="100000"/>
              </a:lnSpc>
              <a:spcBef>
                <a:spcPts val="267"/>
              </a:spcBef>
              <a:spcAft>
                <a:spcPts val="0"/>
              </a:spcAft>
              <a:buSzPts val="1000"/>
              <a:buChar char="○"/>
              <a:defRPr sz="1333"/>
            </a:lvl2pPr>
            <a:lvl3pPr marL="1828754" lvl="2" indent="-389457" algn="l">
              <a:lnSpc>
                <a:spcPct val="100000"/>
              </a:lnSpc>
              <a:spcBef>
                <a:spcPts val="267"/>
              </a:spcBef>
              <a:spcAft>
                <a:spcPts val="0"/>
              </a:spcAft>
              <a:buSzPts val="1000"/>
              <a:buChar char="■"/>
              <a:defRPr sz="1333"/>
            </a:lvl3pPr>
            <a:lvl4pPr marL="2438339" lvl="3" indent="-389457" algn="l">
              <a:lnSpc>
                <a:spcPct val="100000"/>
              </a:lnSpc>
              <a:spcBef>
                <a:spcPts val="267"/>
              </a:spcBef>
              <a:spcAft>
                <a:spcPts val="0"/>
              </a:spcAft>
              <a:buSzPts val="1000"/>
              <a:buChar char="●"/>
              <a:defRPr sz="1333"/>
            </a:lvl4pPr>
            <a:lvl5pPr marL="3047924" lvl="4" indent="-389457" algn="l">
              <a:lnSpc>
                <a:spcPct val="100000"/>
              </a:lnSpc>
              <a:spcBef>
                <a:spcPts val="267"/>
              </a:spcBef>
              <a:spcAft>
                <a:spcPts val="0"/>
              </a:spcAft>
              <a:buSzPts val="1000"/>
              <a:buChar char="○"/>
              <a:defRPr sz="1333"/>
            </a:lvl5pPr>
            <a:lvl6pPr marL="3657509" lvl="5" indent="-389457" algn="l">
              <a:lnSpc>
                <a:spcPct val="100000"/>
              </a:lnSpc>
              <a:spcBef>
                <a:spcPts val="267"/>
              </a:spcBef>
              <a:spcAft>
                <a:spcPts val="0"/>
              </a:spcAft>
              <a:buSzPts val="1000"/>
              <a:buChar char="■"/>
              <a:defRPr sz="1333"/>
            </a:lvl6pPr>
            <a:lvl7pPr marL="4267093" lvl="6" indent="-389457" algn="l">
              <a:lnSpc>
                <a:spcPct val="100000"/>
              </a:lnSpc>
              <a:spcBef>
                <a:spcPts val="267"/>
              </a:spcBef>
              <a:spcAft>
                <a:spcPts val="0"/>
              </a:spcAft>
              <a:buSzPts val="1000"/>
              <a:buChar char="●"/>
              <a:defRPr sz="1333"/>
            </a:lvl7pPr>
            <a:lvl8pPr marL="4876678" lvl="7" indent="-389457" algn="l">
              <a:lnSpc>
                <a:spcPct val="100000"/>
              </a:lnSpc>
              <a:spcBef>
                <a:spcPts val="267"/>
              </a:spcBef>
              <a:spcAft>
                <a:spcPts val="0"/>
              </a:spcAft>
              <a:buSzPts val="1000"/>
              <a:buChar char="○"/>
              <a:defRPr sz="1333"/>
            </a:lvl8pPr>
            <a:lvl9pPr marL="5486263" lvl="8" indent="-389457" algn="l">
              <a:lnSpc>
                <a:spcPct val="100000"/>
              </a:lnSpc>
              <a:spcBef>
                <a:spcPts val="267"/>
              </a:spcBef>
              <a:spcAft>
                <a:spcPts val="267"/>
              </a:spcAft>
              <a:buSzPts val="1000"/>
              <a:buChar char="■"/>
              <a:defRPr sz="1333"/>
            </a:lvl9pPr>
          </a:lstStyle>
          <a:p>
            <a:endParaRPr/>
          </a:p>
        </p:txBody>
      </p:sp>
      <p:pic>
        <p:nvPicPr>
          <p:cNvPr id="466" name="Google Shape;466;p36"/>
          <p:cNvPicPr preferRelativeResize="0"/>
          <p:nvPr/>
        </p:nvPicPr>
        <p:blipFill rotWithShape="1">
          <a:blip r:embed="rId2">
            <a:alphaModFix/>
          </a:blip>
          <a:srcRect/>
          <a:stretch/>
        </p:blipFill>
        <p:spPr>
          <a:xfrm>
            <a:off x="0" y="6811001"/>
            <a:ext cx="12192000" cy="50800"/>
          </a:xfrm>
          <a:prstGeom prst="rect">
            <a:avLst/>
          </a:prstGeom>
          <a:noFill/>
          <a:ln>
            <a:noFill/>
          </a:ln>
        </p:spPr>
      </p:pic>
    </p:spTree>
    <p:extLst>
      <p:ext uri="{BB962C8B-B14F-4D97-AF65-F5344CB8AC3E}">
        <p14:creationId xmlns:p14="http://schemas.microsoft.com/office/powerpoint/2010/main" val="2524027659"/>
      </p:ext>
    </p:extLst>
  </p:cSld>
  <p:clrMapOvr>
    <a:masterClrMapping/>
  </p:clrMapOvr>
  <p:extLst>
    <p:ext uri="{DCECCB84-F9BA-43D5-87BE-67443E8EF086}">
      <p15:sldGuideLst xmlns:p15="http://schemas.microsoft.com/office/powerpoint/2012/main">
        <p15:guide id="1" orient="horz" pos="518">
          <p15:clr>
            <a:srgbClr val="FA7B17"/>
          </p15:clr>
        </p15:guide>
        <p15:guide id="2" orient="horz" pos="3068">
          <p15:clr>
            <a:srgbClr val="FA7B17"/>
          </p15:clr>
        </p15:guide>
        <p15:guide id="3" pos="259">
          <p15:clr>
            <a:srgbClr val="FA7B17"/>
          </p15:clr>
        </p15:guide>
        <p15:guide id="4" pos="5501">
          <p15:clr>
            <a:srgbClr val="FA7B17"/>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 Two Columns with Headings">
  <p:cSld name="Title + Two Columns with Headings">
    <p:spTree>
      <p:nvGrpSpPr>
        <p:cNvPr id="1" name="Shape 467"/>
        <p:cNvGrpSpPr/>
        <p:nvPr/>
      </p:nvGrpSpPr>
      <p:grpSpPr>
        <a:xfrm>
          <a:off x="0" y="0"/>
          <a:ext cx="0" cy="0"/>
          <a:chOff x="0" y="0"/>
          <a:chExt cx="0" cy="0"/>
        </a:xfrm>
      </p:grpSpPr>
      <p:sp>
        <p:nvSpPr>
          <p:cNvPr id="468" name="Google Shape;468;p37"/>
          <p:cNvSpPr txBox="1">
            <a:spLocks noGrp="1"/>
          </p:cNvSpPr>
          <p:nvPr>
            <p:ph type="title"/>
          </p:nvPr>
        </p:nvSpPr>
        <p:spPr>
          <a:xfrm>
            <a:off x="554167" y="496800"/>
            <a:ext cx="11083600" cy="6116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1800"/>
              <a:buNone/>
              <a:defRPr sz="2400">
                <a:solidFill>
                  <a:schemeClr val="lt1"/>
                </a:solidFill>
              </a:defRPr>
            </a:lvl1pPr>
            <a:lvl2pPr lvl="1" algn="l">
              <a:lnSpc>
                <a:spcPct val="100000"/>
              </a:lnSpc>
              <a:spcBef>
                <a:spcPts val="0"/>
              </a:spcBef>
              <a:spcAft>
                <a:spcPts val="0"/>
              </a:spcAft>
              <a:buClr>
                <a:schemeClr val="lt1"/>
              </a:buClr>
              <a:buSzPts val="2000"/>
              <a:buNone/>
              <a:defRPr sz="2667">
                <a:solidFill>
                  <a:schemeClr val="lt1"/>
                </a:solidFill>
              </a:defRPr>
            </a:lvl2pPr>
            <a:lvl3pPr lvl="2" algn="l">
              <a:lnSpc>
                <a:spcPct val="100000"/>
              </a:lnSpc>
              <a:spcBef>
                <a:spcPts val="0"/>
              </a:spcBef>
              <a:spcAft>
                <a:spcPts val="0"/>
              </a:spcAft>
              <a:buClr>
                <a:schemeClr val="lt1"/>
              </a:buClr>
              <a:buSzPts val="2000"/>
              <a:buNone/>
              <a:defRPr sz="2667">
                <a:solidFill>
                  <a:schemeClr val="lt1"/>
                </a:solidFill>
              </a:defRPr>
            </a:lvl3pPr>
            <a:lvl4pPr lvl="3" algn="l">
              <a:lnSpc>
                <a:spcPct val="100000"/>
              </a:lnSpc>
              <a:spcBef>
                <a:spcPts val="0"/>
              </a:spcBef>
              <a:spcAft>
                <a:spcPts val="0"/>
              </a:spcAft>
              <a:buClr>
                <a:schemeClr val="lt1"/>
              </a:buClr>
              <a:buSzPts val="2000"/>
              <a:buNone/>
              <a:defRPr sz="2667">
                <a:solidFill>
                  <a:schemeClr val="lt1"/>
                </a:solidFill>
              </a:defRPr>
            </a:lvl4pPr>
            <a:lvl5pPr lvl="4" algn="l">
              <a:lnSpc>
                <a:spcPct val="100000"/>
              </a:lnSpc>
              <a:spcBef>
                <a:spcPts val="0"/>
              </a:spcBef>
              <a:spcAft>
                <a:spcPts val="0"/>
              </a:spcAft>
              <a:buClr>
                <a:schemeClr val="lt1"/>
              </a:buClr>
              <a:buSzPts val="2000"/>
              <a:buNone/>
              <a:defRPr sz="2667">
                <a:solidFill>
                  <a:schemeClr val="lt1"/>
                </a:solidFill>
              </a:defRPr>
            </a:lvl5pPr>
            <a:lvl6pPr lvl="5" algn="l">
              <a:lnSpc>
                <a:spcPct val="100000"/>
              </a:lnSpc>
              <a:spcBef>
                <a:spcPts val="0"/>
              </a:spcBef>
              <a:spcAft>
                <a:spcPts val="0"/>
              </a:spcAft>
              <a:buClr>
                <a:schemeClr val="lt1"/>
              </a:buClr>
              <a:buSzPts val="2000"/>
              <a:buNone/>
              <a:defRPr sz="2667">
                <a:solidFill>
                  <a:schemeClr val="lt1"/>
                </a:solidFill>
              </a:defRPr>
            </a:lvl6pPr>
            <a:lvl7pPr lvl="6" algn="l">
              <a:lnSpc>
                <a:spcPct val="100000"/>
              </a:lnSpc>
              <a:spcBef>
                <a:spcPts val="0"/>
              </a:spcBef>
              <a:spcAft>
                <a:spcPts val="0"/>
              </a:spcAft>
              <a:buClr>
                <a:schemeClr val="lt1"/>
              </a:buClr>
              <a:buSzPts val="2000"/>
              <a:buNone/>
              <a:defRPr sz="2667">
                <a:solidFill>
                  <a:schemeClr val="lt1"/>
                </a:solidFill>
              </a:defRPr>
            </a:lvl7pPr>
            <a:lvl8pPr lvl="7" algn="l">
              <a:lnSpc>
                <a:spcPct val="100000"/>
              </a:lnSpc>
              <a:spcBef>
                <a:spcPts val="0"/>
              </a:spcBef>
              <a:spcAft>
                <a:spcPts val="0"/>
              </a:spcAft>
              <a:buClr>
                <a:schemeClr val="lt1"/>
              </a:buClr>
              <a:buSzPts val="2000"/>
              <a:buNone/>
              <a:defRPr sz="2667">
                <a:solidFill>
                  <a:schemeClr val="lt1"/>
                </a:solidFill>
              </a:defRPr>
            </a:lvl8pPr>
            <a:lvl9pPr lvl="8" algn="l">
              <a:lnSpc>
                <a:spcPct val="100000"/>
              </a:lnSpc>
              <a:spcBef>
                <a:spcPts val="0"/>
              </a:spcBef>
              <a:spcAft>
                <a:spcPts val="0"/>
              </a:spcAft>
              <a:buClr>
                <a:schemeClr val="lt1"/>
              </a:buClr>
              <a:buSzPts val="2000"/>
              <a:buNone/>
              <a:defRPr sz="2667">
                <a:solidFill>
                  <a:schemeClr val="lt1"/>
                </a:solidFill>
              </a:defRPr>
            </a:lvl9pPr>
          </a:lstStyle>
          <a:p>
            <a:endParaRPr/>
          </a:p>
        </p:txBody>
      </p:sp>
      <p:sp>
        <p:nvSpPr>
          <p:cNvPr id="469" name="Google Shape;469;p37"/>
          <p:cNvSpPr/>
          <p:nvPr/>
        </p:nvSpPr>
        <p:spPr>
          <a:xfrm>
            <a:off x="11792595" y="6494883"/>
            <a:ext cx="304800" cy="306000"/>
          </a:xfrm>
          <a:prstGeom prst="ellipse">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US" sz="933" b="0" i="0" u="none" strike="noStrike" cap="none">
                <a:solidFill>
                  <a:schemeClr val="lt1"/>
                </a:solidFill>
                <a:latin typeface="Calibri"/>
                <a:ea typeface="Calibri"/>
                <a:cs typeface="Calibri"/>
                <a:sym typeface="Calibri"/>
              </a:rPr>
              <a:pPr marL="0" marR="0" lvl="0" indent="0" algn="r" rtl="0">
                <a:lnSpc>
                  <a:spcPct val="100000"/>
                </a:lnSpc>
                <a:spcBef>
                  <a:spcPts val="0"/>
                </a:spcBef>
                <a:spcAft>
                  <a:spcPts val="0"/>
                </a:spcAft>
                <a:buClr>
                  <a:srgbClr val="000000"/>
                </a:buClr>
                <a:buSzPts val="700"/>
                <a:buFont typeface="Arial"/>
                <a:buNone/>
              </a:pPr>
              <a:t>‹#›</a:t>
            </a:fld>
            <a:endParaRPr sz="933" b="0" i="0" u="none" strike="noStrike" cap="none" dirty="0">
              <a:solidFill>
                <a:schemeClr val="lt1"/>
              </a:solidFill>
              <a:latin typeface="Calibri"/>
              <a:ea typeface="Calibri"/>
              <a:cs typeface="Calibri"/>
              <a:sym typeface="Calibri"/>
            </a:endParaRPr>
          </a:p>
        </p:txBody>
      </p:sp>
      <p:sp>
        <p:nvSpPr>
          <p:cNvPr id="470" name="Google Shape;470;p37"/>
          <p:cNvSpPr/>
          <p:nvPr/>
        </p:nvSpPr>
        <p:spPr>
          <a:xfrm>
            <a:off x="3" y="1"/>
            <a:ext cx="301543" cy="347263"/>
          </a:xfrm>
          <a:custGeom>
            <a:avLst/>
            <a:gdLst/>
            <a:ahLst/>
            <a:cxnLst/>
            <a:rect l="l" t="t" r="r" b="b"/>
            <a:pathLst>
              <a:path w="1675237" h="1929234" extrusionOk="0">
                <a:moveTo>
                  <a:pt x="461556" y="1897854"/>
                </a:moveTo>
                <a:lnTo>
                  <a:pt x="469774" y="1899513"/>
                </a:lnTo>
                <a:lnTo>
                  <a:pt x="443985" y="1904118"/>
                </a:lnTo>
                <a:lnTo>
                  <a:pt x="449737" y="1900240"/>
                </a:lnTo>
                <a:cubicBezTo>
                  <a:pt x="453370" y="1898704"/>
                  <a:pt x="457364" y="1897854"/>
                  <a:pt x="461556" y="1897854"/>
                </a:cubicBezTo>
                <a:close/>
                <a:moveTo>
                  <a:pt x="389002" y="1897854"/>
                </a:moveTo>
                <a:cubicBezTo>
                  <a:pt x="397386" y="1897854"/>
                  <a:pt x="404977" y="1901253"/>
                  <a:pt x="410472" y="1906747"/>
                </a:cubicBezTo>
                <a:lnTo>
                  <a:pt x="411766" y="1909872"/>
                </a:lnTo>
                <a:lnTo>
                  <a:pt x="400388" y="1911904"/>
                </a:lnTo>
                <a:lnTo>
                  <a:pt x="363451" y="1916598"/>
                </a:lnTo>
                <a:lnTo>
                  <a:pt x="367531" y="1906747"/>
                </a:lnTo>
                <a:cubicBezTo>
                  <a:pt x="373026" y="1901253"/>
                  <a:pt x="380617" y="1897854"/>
                  <a:pt x="389002" y="1897854"/>
                </a:cubicBezTo>
                <a:close/>
                <a:moveTo>
                  <a:pt x="316447" y="1897854"/>
                </a:moveTo>
                <a:cubicBezTo>
                  <a:pt x="324832" y="1897854"/>
                  <a:pt x="332422" y="1901253"/>
                  <a:pt x="337917" y="1906747"/>
                </a:cubicBezTo>
                <a:lnTo>
                  <a:pt x="343070" y="1919187"/>
                </a:lnTo>
                <a:lnTo>
                  <a:pt x="325117" y="1921469"/>
                </a:lnTo>
                <a:lnTo>
                  <a:pt x="287700" y="1924314"/>
                </a:lnTo>
                <a:lnTo>
                  <a:pt x="294977" y="1906747"/>
                </a:lnTo>
                <a:cubicBezTo>
                  <a:pt x="300471" y="1901253"/>
                  <a:pt x="308062" y="1897854"/>
                  <a:pt x="316447" y="1897854"/>
                </a:cubicBezTo>
                <a:close/>
                <a:moveTo>
                  <a:pt x="243892" y="1897854"/>
                </a:moveTo>
                <a:cubicBezTo>
                  <a:pt x="252277" y="1897854"/>
                  <a:pt x="259868" y="1901253"/>
                  <a:pt x="265363" y="1906747"/>
                </a:cubicBezTo>
                <a:lnTo>
                  <a:pt x="273099" y="1925425"/>
                </a:lnTo>
                <a:lnTo>
                  <a:pt x="248735" y="1927277"/>
                </a:lnTo>
                <a:lnTo>
                  <a:pt x="213550" y="1928167"/>
                </a:lnTo>
                <a:lnTo>
                  <a:pt x="222422" y="1906747"/>
                </a:lnTo>
                <a:cubicBezTo>
                  <a:pt x="227917" y="1901253"/>
                  <a:pt x="235508" y="1897854"/>
                  <a:pt x="243892" y="1897854"/>
                </a:cubicBezTo>
                <a:close/>
                <a:moveTo>
                  <a:pt x="171339" y="1897854"/>
                </a:moveTo>
                <a:cubicBezTo>
                  <a:pt x="188107" y="1897854"/>
                  <a:pt x="201701" y="1911448"/>
                  <a:pt x="201701" y="1928218"/>
                </a:cubicBezTo>
                <a:lnTo>
                  <a:pt x="201597" y="1928469"/>
                </a:lnTo>
                <a:lnTo>
                  <a:pt x="171336" y="1929234"/>
                </a:lnTo>
                <a:lnTo>
                  <a:pt x="141087" y="1928469"/>
                </a:lnTo>
                <a:lnTo>
                  <a:pt x="140982" y="1928218"/>
                </a:lnTo>
                <a:cubicBezTo>
                  <a:pt x="140982" y="1911448"/>
                  <a:pt x="154577" y="1897854"/>
                  <a:pt x="171339" y="1897854"/>
                </a:cubicBezTo>
                <a:close/>
                <a:moveTo>
                  <a:pt x="98792" y="1897854"/>
                </a:moveTo>
                <a:cubicBezTo>
                  <a:pt x="107177" y="1897854"/>
                  <a:pt x="114768" y="1901253"/>
                  <a:pt x="120263" y="1906747"/>
                </a:cubicBezTo>
                <a:lnTo>
                  <a:pt x="129135" y="1928167"/>
                </a:lnTo>
                <a:lnTo>
                  <a:pt x="93938" y="1927277"/>
                </a:lnTo>
                <a:lnTo>
                  <a:pt x="69586" y="1925425"/>
                </a:lnTo>
                <a:lnTo>
                  <a:pt x="77322" y="1906747"/>
                </a:lnTo>
                <a:cubicBezTo>
                  <a:pt x="82817" y="1901253"/>
                  <a:pt x="90408" y="1897854"/>
                  <a:pt x="98792" y="1897854"/>
                </a:cubicBezTo>
                <a:close/>
                <a:moveTo>
                  <a:pt x="26239" y="1897854"/>
                </a:moveTo>
                <a:cubicBezTo>
                  <a:pt x="34623" y="1897854"/>
                  <a:pt x="42214" y="1901253"/>
                  <a:pt x="47709" y="1906747"/>
                </a:cubicBezTo>
                <a:lnTo>
                  <a:pt x="54985" y="1924315"/>
                </a:lnTo>
                <a:lnTo>
                  <a:pt x="17556" y="1921469"/>
                </a:lnTo>
                <a:lnTo>
                  <a:pt x="0" y="1919238"/>
                </a:lnTo>
                <a:lnTo>
                  <a:pt x="0" y="1918259"/>
                </a:lnTo>
                <a:lnTo>
                  <a:pt x="4768" y="1906747"/>
                </a:lnTo>
                <a:cubicBezTo>
                  <a:pt x="10263" y="1901253"/>
                  <a:pt x="17854" y="1897854"/>
                  <a:pt x="26239" y="1897854"/>
                </a:cubicBezTo>
                <a:close/>
                <a:moveTo>
                  <a:pt x="679220" y="1817400"/>
                </a:moveTo>
                <a:cubicBezTo>
                  <a:pt x="687604" y="1817400"/>
                  <a:pt x="695195" y="1820799"/>
                  <a:pt x="700690" y="1826293"/>
                </a:cubicBezTo>
                <a:lnTo>
                  <a:pt x="702587" y="1830873"/>
                </a:lnTo>
                <a:lnTo>
                  <a:pt x="649855" y="1850174"/>
                </a:lnTo>
                <a:lnTo>
                  <a:pt x="648856" y="1847763"/>
                </a:lnTo>
                <a:cubicBezTo>
                  <a:pt x="648856" y="1830994"/>
                  <a:pt x="662450" y="1817400"/>
                  <a:pt x="679220" y="1817400"/>
                </a:cubicBezTo>
                <a:close/>
                <a:moveTo>
                  <a:pt x="606665" y="1817400"/>
                </a:moveTo>
                <a:cubicBezTo>
                  <a:pt x="623435" y="1817400"/>
                  <a:pt x="637029" y="1830994"/>
                  <a:pt x="637029" y="1847763"/>
                </a:cubicBezTo>
                <a:lnTo>
                  <a:pt x="633560" y="1856138"/>
                </a:lnTo>
                <a:lnTo>
                  <a:pt x="618594" y="1861615"/>
                </a:lnTo>
                <a:lnTo>
                  <a:pt x="587142" y="1870547"/>
                </a:lnTo>
                <a:lnTo>
                  <a:pt x="585195" y="1869234"/>
                </a:lnTo>
                <a:cubicBezTo>
                  <a:pt x="579700" y="1863739"/>
                  <a:pt x="576302" y="1856148"/>
                  <a:pt x="576302" y="1847763"/>
                </a:cubicBezTo>
                <a:cubicBezTo>
                  <a:pt x="576302" y="1830994"/>
                  <a:pt x="589896" y="1817400"/>
                  <a:pt x="606665" y="1817400"/>
                </a:cubicBezTo>
                <a:close/>
                <a:moveTo>
                  <a:pt x="534111" y="1817400"/>
                </a:moveTo>
                <a:cubicBezTo>
                  <a:pt x="550880" y="1817400"/>
                  <a:pt x="564474" y="1830994"/>
                  <a:pt x="564474" y="1847763"/>
                </a:cubicBezTo>
                <a:cubicBezTo>
                  <a:pt x="564474" y="1864533"/>
                  <a:pt x="550880" y="1878127"/>
                  <a:pt x="534111" y="1878127"/>
                </a:cubicBezTo>
                <a:cubicBezTo>
                  <a:pt x="517341" y="1878127"/>
                  <a:pt x="503747" y="1864533"/>
                  <a:pt x="503747" y="1847763"/>
                </a:cubicBezTo>
                <a:cubicBezTo>
                  <a:pt x="503747" y="1830994"/>
                  <a:pt x="517341" y="1817400"/>
                  <a:pt x="534111" y="1817400"/>
                </a:cubicBezTo>
                <a:close/>
                <a:moveTo>
                  <a:pt x="461556" y="1817400"/>
                </a:moveTo>
                <a:cubicBezTo>
                  <a:pt x="478326" y="1817400"/>
                  <a:pt x="491920" y="1830994"/>
                  <a:pt x="491920" y="1847763"/>
                </a:cubicBezTo>
                <a:cubicBezTo>
                  <a:pt x="491920" y="1864533"/>
                  <a:pt x="478326" y="1878127"/>
                  <a:pt x="461556" y="1878127"/>
                </a:cubicBezTo>
                <a:cubicBezTo>
                  <a:pt x="444787" y="1878127"/>
                  <a:pt x="431192" y="1864533"/>
                  <a:pt x="431192" y="1847763"/>
                </a:cubicBezTo>
                <a:cubicBezTo>
                  <a:pt x="431192" y="1830994"/>
                  <a:pt x="444787" y="1817400"/>
                  <a:pt x="461556" y="1817400"/>
                </a:cubicBezTo>
                <a:close/>
                <a:moveTo>
                  <a:pt x="389002" y="1817400"/>
                </a:moveTo>
                <a:cubicBezTo>
                  <a:pt x="405771" y="1817400"/>
                  <a:pt x="419365" y="1830994"/>
                  <a:pt x="419365" y="1847763"/>
                </a:cubicBezTo>
                <a:cubicBezTo>
                  <a:pt x="419365" y="1864533"/>
                  <a:pt x="405771" y="1878127"/>
                  <a:pt x="389002" y="1878127"/>
                </a:cubicBezTo>
                <a:cubicBezTo>
                  <a:pt x="372232" y="1878127"/>
                  <a:pt x="358638" y="1864533"/>
                  <a:pt x="358638" y="1847763"/>
                </a:cubicBezTo>
                <a:cubicBezTo>
                  <a:pt x="358638" y="1830994"/>
                  <a:pt x="372232" y="1817400"/>
                  <a:pt x="389002" y="1817400"/>
                </a:cubicBezTo>
                <a:close/>
                <a:moveTo>
                  <a:pt x="316447" y="1817400"/>
                </a:moveTo>
                <a:cubicBezTo>
                  <a:pt x="333216" y="1817400"/>
                  <a:pt x="346810" y="1830994"/>
                  <a:pt x="346810" y="1847763"/>
                </a:cubicBezTo>
                <a:cubicBezTo>
                  <a:pt x="346810" y="1864533"/>
                  <a:pt x="333216" y="1878127"/>
                  <a:pt x="316447" y="1878127"/>
                </a:cubicBezTo>
                <a:cubicBezTo>
                  <a:pt x="299677" y="1878127"/>
                  <a:pt x="286084" y="1864533"/>
                  <a:pt x="286084" y="1847763"/>
                </a:cubicBezTo>
                <a:cubicBezTo>
                  <a:pt x="286084" y="1830994"/>
                  <a:pt x="299677" y="1817400"/>
                  <a:pt x="316447" y="1817400"/>
                </a:cubicBezTo>
                <a:close/>
                <a:moveTo>
                  <a:pt x="243892" y="1817400"/>
                </a:moveTo>
                <a:cubicBezTo>
                  <a:pt x="260662" y="1817400"/>
                  <a:pt x="274256" y="1830994"/>
                  <a:pt x="274256" y="1847763"/>
                </a:cubicBezTo>
                <a:cubicBezTo>
                  <a:pt x="274256" y="1864533"/>
                  <a:pt x="260662" y="1878127"/>
                  <a:pt x="243892" y="1878127"/>
                </a:cubicBezTo>
                <a:cubicBezTo>
                  <a:pt x="227123" y="1878127"/>
                  <a:pt x="213529" y="1864533"/>
                  <a:pt x="213529" y="1847763"/>
                </a:cubicBezTo>
                <a:cubicBezTo>
                  <a:pt x="213529" y="1830994"/>
                  <a:pt x="227123" y="1817400"/>
                  <a:pt x="243892" y="1817400"/>
                </a:cubicBezTo>
                <a:close/>
                <a:moveTo>
                  <a:pt x="171339" y="1817400"/>
                </a:moveTo>
                <a:cubicBezTo>
                  <a:pt x="188107" y="1817400"/>
                  <a:pt x="201701" y="1830994"/>
                  <a:pt x="201701" y="1847763"/>
                </a:cubicBezTo>
                <a:cubicBezTo>
                  <a:pt x="201701" y="1864533"/>
                  <a:pt x="188107" y="1878127"/>
                  <a:pt x="171339" y="1878127"/>
                </a:cubicBezTo>
                <a:cubicBezTo>
                  <a:pt x="154583" y="1878127"/>
                  <a:pt x="140989" y="1864533"/>
                  <a:pt x="140989" y="1847763"/>
                </a:cubicBezTo>
                <a:cubicBezTo>
                  <a:pt x="140989" y="1830994"/>
                  <a:pt x="154583" y="1817400"/>
                  <a:pt x="171339" y="1817400"/>
                </a:cubicBezTo>
                <a:close/>
                <a:moveTo>
                  <a:pt x="98799" y="1817400"/>
                </a:moveTo>
                <a:cubicBezTo>
                  <a:pt x="115568" y="1817400"/>
                  <a:pt x="129162" y="1830994"/>
                  <a:pt x="129162" y="1847763"/>
                </a:cubicBezTo>
                <a:cubicBezTo>
                  <a:pt x="129162" y="1864533"/>
                  <a:pt x="115568" y="1878127"/>
                  <a:pt x="98799" y="1878127"/>
                </a:cubicBezTo>
                <a:cubicBezTo>
                  <a:pt x="82029" y="1878127"/>
                  <a:pt x="68435" y="1864533"/>
                  <a:pt x="68435" y="1847763"/>
                </a:cubicBezTo>
                <a:cubicBezTo>
                  <a:pt x="68435" y="1830994"/>
                  <a:pt x="82029" y="1817400"/>
                  <a:pt x="98799" y="1817400"/>
                </a:cubicBezTo>
                <a:close/>
                <a:moveTo>
                  <a:pt x="26245" y="1817400"/>
                </a:moveTo>
                <a:cubicBezTo>
                  <a:pt x="43014" y="1817400"/>
                  <a:pt x="56608" y="1830994"/>
                  <a:pt x="56608" y="1847763"/>
                </a:cubicBezTo>
                <a:cubicBezTo>
                  <a:pt x="56608" y="1864533"/>
                  <a:pt x="43014" y="1878127"/>
                  <a:pt x="26245" y="1878127"/>
                </a:cubicBezTo>
                <a:cubicBezTo>
                  <a:pt x="17860" y="1878127"/>
                  <a:pt x="10269" y="1874729"/>
                  <a:pt x="4775" y="1869234"/>
                </a:cubicBezTo>
                <a:lnTo>
                  <a:pt x="0" y="1857707"/>
                </a:lnTo>
                <a:lnTo>
                  <a:pt x="0" y="1837819"/>
                </a:lnTo>
                <a:lnTo>
                  <a:pt x="4775" y="1826293"/>
                </a:lnTo>
                <a:cubicBezTo>
                  <a:pt x="10269" y="1820799"/>
                  <a:pt x="17860" y="1817400"/>
                  <a:pt x="26245" y="1817400"/>
                </a:cubicBezTo>
                <a:close/>
                <a:moveTo>
                  <a:pt x="896883" y="1736948"/>
                </a:moveTo>
                <a:lnTo>
                  <a:pt x="903696" y="1738324"/>
                </a:lnTo>
                <a:lnTo>
                  <a:pt x="888255" y="1747704"/>
                </a:lnTo>
                <a:lnTo>
                  <a:pt x="871248" y="1755896"/>
                </a:lnTo>
                <a:lnTo>
                  <a:pt x="875413" y="1745841"/>
                </a:lnTo>
                <a:cubicBezTo>
                  <a:pt x="880908" y="1740347"/>
                  <a:pt x="888499" y="1736948"/>
                  <a:pt x="896883" y="1736948"/>
                </a:cubicBezTo>
                <a:close/>
                <a:moveTo>
                  <a:pt x="824329" y="1736948"/>
                </a:moveTo>
                <a:cubicBezTo>
                  <a:pt x="832714" y="1736948"/>
                  <a:pt x="840304" y="1740347"/>
                  <a:pt x="845799" y="1745841"/>
                </a:cubicBezTo>
                <a:lnTo>
                  <a:pt x="853504" y="1764444"/>
                </a:lnTo>
                <a:lnTo>
                  <a:pt x="802910" y="1788817"/>
                </a:lnTo>
                <a:lnTo>
                  <a:pt x="802858" y="1788782"/>
                </a:lnTo>
                <a:cubicBezTo>
                  <a:pt x="797364" y="1783287"/>
                  <a:pt x="793965" y="1775696"/>
                  <a:pt x="793965" y="1767312"/>
                </a:cubicBezTo>
                <a:cubicBezTo>
                  <a:pt x="793965" y="1750542"/>
                  <a:pt x="807559" y="1736948"/>
                  <a:pt x="824329" y="1736948"/>
                </a:cubicBezTo>
                <a:close/>
                <a:moveTo>
                  <a:pt x="751774" y="1736948"/>
                </a:moveTo>
                <a:cubicBezTo>
                  <a:pt x="768544" y="1736948"/>
                  <a:pt x="782138" y="1750542"/>
                  <a:pt x="782138" y="1767312"/>
                </a:cubicBezTo>
                <a:cubicBezTo>
                  <a:pt x="782138" y="1784081"/>
                  <a:pt x="768544" y="1797675"/>
                  <a:pt x="751774" y="1797675"/>
                </a:cubicBezTo>
                <a:cubicBezTo>
                  <a:pt x="735005" y="1797675"/>
                  <a:pt x="721411" y="1784081"/>
                  <a:pt x="721411" y="1767312"/>
                </a:cubicBezTo>
                <a:cubicBezTo>
                  <a:pt x="721411" y="1750542"/>
                  <a:pt x="735005" y="1736948"/>
                  <a:pt x="751774" y="1736948"/>
                </a:cubicBezTo>
                <a:close/>
                <a:moveTo>
                  <a:pt x="679220" y="1736948"/>
                </a:moveTo>
                <a:cubicBezTo>
                  <a:pt x="695989" y="1736948"/>
                  <a:pt x="709583" y="1750542"/>
                  <a:pt x="709583" y="1767312"/>
                </a:cubicBezTo>
                <a:cubicBezTo>
                  <a:pt x="709583" y="1784081"/>
                  <a:pt x="695989" y="1797675"/>
                  <a:pt x="679220" y="1797675"/>
                </a:cubicBezTo>
                <a:cubicBezTo>
                  <a:pt x="662450" y="1797675"/>
                  <a:pt x="648856" y="1784081"/>
                  <a:pt x="648856" y="1767312"/>
                </a:cubicBezTo>
                <a:cubicBezTo>
                  <a:pt x="648856" y="1750542"/>
                  <a:pt x="662450" y="1736948"/>
                  <a:pt x="679220" y="1736948"/>
                </a:cubicBezTo>
                <a:close/>
                <a:moveTo>
                  <a:pt x="606665" y="1736948"/>
                </a:moveTo>
                <a:cubicBezTo>
                  <a:pt x="623435" y="1736948"/>
                  <a:pt x="637029" y="1750542"/>
                  <a:pt x="637029" y="1767312"/>
                </a:cubicBezTo>
                <a:cubicBezTo>
                  <a:pt x="637029" y="1784081"/>
                  <a:pt x="623435" y="1797675"/>
                  <a:pt x="606665" y="1797675"/>
                </a:cubicBezTo>
                <a:cubicBezTo>
                  <a:pt x="589896" y="1797675"/>
                  <a:pt x="576302" y="1784081"/>
                  <a:pt x="576302" y="1767312"/>
                </a:cubicBezTo>
                <a:cubicBezTo>
                  <a:pt x="576302" y="1750542"/>
                  <a:pt x="589896" y="1736948"/>
                  <a:pt x="606665" y="1736948"/>
                </a:cubicBezTo>
                <a:close/>
                <a:moveTo>
                  <a:pt x="534111" y="1736948"/>
                </a:moveTo>
                <a:cubicBezTo>
                  <a:pt x="550880" y="1736948"/>
                  <a:pt x="564474" y="1750542"/>
                  <a:pt x="564474" y="1767312"/>
                </a:cubicBezTo>
                <a:cubicBezTo>
                  <a:pt x="564474" y="1784081"/>
                  <a:pt x="550880" y="1797675"/>
                  <a:pt x="534111" y="1797675"/>
                </a:cubicBezTo>
                <a:cubicBezTo>
                  <a:pt x="517341" y="1797675"/>
                  <a:pt x="503747" y="1784081"/>
                  <a:pt x="503747" y="1767312"/>
                </a:cubicBezTo>
                <a:cubicBezTo>
                  <a:pt x="503747" y="1750542"/>
                  <a:pt x="517341" y="1736948"/>
                  <a:pt x="534111" y="1736948"/>
                </a:cubicBezTo>
                <a:close/>
                <a:moveTo>
                  <a:pt x="461556" y="1736948"/>
                </a:moveTo>
                <a:cubicBezTo>
                  <a:pt x="478326" y="1736948"/>
                  <a:pt x="491920" y="1750542"/>
                  <a:pt x="491920" y="1767312"/>
                </a:cubicBezTo>
                <a:cubicBezTo>
                  <a:pt x="491920" y="1784081"/>
                  <a:pt x="478326" y="1797675"/>
                  <a:pt x="461556" y="1797675"/>
                </a:cubicBezTo>
                <a:cubicBezTo>
                  <a:pt x="444787" y="1797675"/>
                  <a:pt x="431192" y="1784081"/>
                  <a:pt x="431192" y="1767312"/>
                </a:cubicBezTo>
                <a:cubicBezTo>
                  <a:pt x="431192" y="1750542"/>
                  <a:pt x="444787" y="1736948"/>
                  <a:pt x="461556" y="1736948"/>
                </a:cubicBezTo>
                <a:close/>
                <a:moveTo>
                  <a:pt x="389002" y="1736948"/>
                </a:moveTo>
                <a:cubicBezTo>
                  <a:pt x="405771" y="1736948"/>
                  <a:pt x="419365" y="1750542"/>
                  <a:pt x="419365" y="1767312"/>
                </a:cubicBezTo>
                <a:cubicBezTo>
                  <a:pt x="419365" y="1784081"/>
                  <a:pt x="405771" y="1797675"/>
                  <a:pt x="389002" y="1797675"/>
                </a:cubicBezTo>
                <a:cubicBezTo>
                  <a:pt x="372232" y="1797675"/>
                  <a:pt x="358638" y="1784081"/>
                  <a:pt x="358638" y="1767312"/>
                </a:cubicBezTo>
                <a:cubicBezTo>
                  <a:pt x="358638" y="1750542"/>
                  <a:pt x="372232" y="1736948"/>
                  <a:pt x="389002" y="1736948"/>
                </a:cubicBezTo>
                <a:close/>
                <a:moveTo>
                  <a:pt x="316447" y="1736948"/>
                </a:moveTo>
                <a:cubicBezTo>
                  <a:pt x="333216" y="1736948"/>
                  <a:pt x="346810" y="1750542"/>
                  <a:pt x="346810" y="1767312"/>
                </a:cubicBezTo>
                <a:cubicBezTo>
                  <a:pt x="346810" y="1784081"/>
                  <a:pt x="333216" y="1797675"/>
                  <a:pt x="316447" y="1797675"/>
                </a:cubicBezTo>
                <a:cubicBezTo>
                  <a:pt x="299677" y="1797675"/>
                  <a:pt x="286084" y="1784081"/>
                  <a:pt x="286084" y="1767312"/>
                </a:cubicBezTo>
                <a:cubicBezTo>
                  <a:pt x="286084" y="1750542"/>
                  <a:pt x="299677" y="1736948"/>
                  <a:pt x="316447" y="1736948"/>
                </a:cubicBezTo>
                <a:close/>
                <a:moveTo>
                  <a:pt x="243892" y="1736948"/>
                </a:moveTo>
                <a:cubicBezTo>
                  <a:pt x="260662" y="1736948"/>
                  <a:pt x="274256" y="1750542"/>
                  <a:pt x="274256" y="1767312"/>
                </a:cubicBezTo>
                <a:cubicBezTo>
                  <a:pt x="274256" y="1784081"/>
                  <a:pt x="260662" y="1797675"/>
                  <a:pt x="243892" y="1797675"/>
                </a:cubicBezTo>
                <a:cubicBezTo>
                  <a:pt x="227123" y="1797675"/>
                  <a:pt x="213529" y="1784081"/>
                  <a:pt x="213529" y="1767312"/>
                </a:cubicBezTo>
                <a:cubicBezTo>
                  <a:pt x="213529" y="1750542"/>
                  <a:pt x="227123" y="1736948"/>
                  <a:pt x="243892" y="1736948"/>
                </a:cubicBezTo>
                <a:close/>
                <a:moveTo>
                  <a:pt x="171339" y="1736948"/>
                </a:moveTo>
                <a:cubicBezTo>
                  <a:pt x="188107" y="1736948"/>
                  <a:pt x="201701" y="1750542"/>
                  <a:pt x="201701" y="1767312"/>
                </a:cubicBezTo>
                <a:cubicBezTo>
                  <a:pt x="201701" y="1784081"/>
                  <a:pt x="188107" y="1797675"/>
                  <a:pt x="171339" y="1797675"/>
                </a:cubicBezTo>
                <a:cubicBezTo>
                  <a:pt x="154588" y="1797675"/>
                  <a:pt x="140995" y="1784081"/>
                  <a:pt x="140995" y="1767312"/>
                </a:cubicBezTo>
                <a:cubicBezTo>
                  <a:pt x="140995" y="1750542"/>
                  <a:pt x="154588" y="1736948"/>
                  <a:pt x="171339" y="1736948"/>
                </a:cubicBezTo>
                <a:close/>
                <a:moveTo>
                  <a:pt x="98806" y="1736948"/>
                </a:moveTo>
                <a:cubicBezTo>
                  <a:pt x="115574" y="1736948"/>
                  <a:pt x="129168" y="1750542"/>
                  <a:pt x="129168" y="1767312"/>
                </a:cubicBezTo>
                <a:cubicBezTo>
                  <a:pt x="129168" y="1784081"/>
                  <a:pt x="115574" y="1797675"/>
                  <a:pt x="98806" y="1797675"/>
                </a:cubicBezTo>
                <a:cubicBezTo>
                  <a:pt x="82035" y="1797675"/>
                  <a:pt x="68442" y="1784081"/>
                  <a:pt x="68442" y="1767312"/>
                </a:cubicBezTo>
                <a:cubicBezTo>
                  <a:pt x="68442" y="1750542"/>
                  <a:pt x="82035" y="1736948"/>
                  <a:pt x="98806" y="1736948"/>
                </a:cubicBezTo>
                <a:close/>
                <a:moveTo>
                  <a:pt x="26251" y="1736948"/>
                </a:moveTo>
                <a:cubicBezTo>
                  <a:pt x="43020" y="1736948"/>
                  <a:pt x="56614" y="1750542"/>
                  <a:pt x="56614" y="1767312"/>
                </a:cubicBezTo>
                <a:cubicBezTo>
                  <a:pt x="56614" y="1784081"/>
                  <a:pt x="43020" y="1797675"/>
                  <a:pt x="26251" y="1797675"/>
                </a:cubicBezTo>
                <a:cubicBezTo>
                  <a:pt x="17866" y="1797675"/>
                  <a:pt x="10276" y="1794277"/>
                  <a:pt x="4781" y="1788782"/>
                </a:cubicBezTo>
                <a:lnTo>
                  <a:pt x="0" y="1777239"/>
                </a:lnTo>
                <a:lnTo>
                  <a:pt x="0" y="1757384"/>
                </a:lnTo>
                <a:lnTo>
                  <a:pt x="4781" y="1745841"/>
                </a:lnTo>
                <a:cubicBezTo>
                  <a:pt x="10276" y="1740347"/>
                  <a:pt x="17866" y="1736948"/>
                  <a:pt x="26251" y="1736948"/>
                </a:cubicBezTo>
                <a:close/>
                <a:moveTo>
                  <a:pt x="1030341" y="1658849"/>
                </a:moveTo>
                <a:lnTo>
                  <a:pt x="1020041" y="1666551"/>
                </a:lnTo>
                <a:lnTo>
                  <a:pt x="1020522" y="1665390"/>
                </a:lnTo>
                <a:cubicBezTo>
                  <a:pt x="1023269" y="1662642"/>
                  <a:pt x="1026541" y="1660419"/>
                  <a:pt x="1030173" y="1658883"/>
                </a:cubicBezTo>
                <a:close/>
                <a:moveTo>
                  <a:pt x="969438" y="1656497"/>
                </a:moveTo>
                <a:cubicBezTo>
                  <a:pt x="977823" y="1656497"/>
                  <a:pt x="985413" y="1659895"/>
                  <a:pt x="990908" y="1665390"/>
                </a:cubicBezTo>
                <a:lnTo>
                  <a:pt x="997511" y="1681329"/>
                </a:lnTo>
                <a:lnTo>
                  <a:pt x="950384" y="1709959"/>
                </a:lnTo>
                <a:lnTo>
                  <a:pt x="947968" y="1708330"/>
                </a:lnTo>
                <a:cubicBezTo>
                  <a:pt x="942473" y="1702836"/>
                  <a:pt x="939075" y="1695245"/>
                  <a:pt x="939075" y="1686860"/>
                </a:cubicBezTo>
                <a:cubicBezTo>
                  <a:pt x="939075" y="1670091"/>
                  <a:pt x="952669" y="1656497"/>
                  <a:pt x="969438" y="1656497"/>
                </a:cubicBezTo>
                <a:close/>
                <a:moveTo>
                  <a:pt x="896883" y="1656497"/>
                </a:moveTo>
                <a:cubicBezTo>
                  <a:pt x="913653" y="1656497"/>
                  <a:pt x="927247" y="1670091"/>
                  <a:pt x="927247" y="1686860"/>
                </a:cubicBezTo>
                <a:cubicBezTo>
                  <a:pt x="927247" y="1703630"/>
                  <a:pt x="913653" y="1717224"/>
                  <a:pt x="896883" y="1717224"/>
                </a:cubicBezTo>
                <a:cubicBezTo>
                  <a:pt x="880114" y="1717224"/>
                  <a:pt x="866520" y="1703630"/>
                  <a:pt x="866520" y="1686860"/>
                </a:cubicBezTo>
                <a:cubicBezTo>
                  <a:pt x="866520" y="1670091"/>
                  <a:pt x="880114" y="1656497"/>
                  <a:pt x="896883" y="1656497"/>
                </a:cubicBezTo>
                <a:close/>
                <a:moveTo>
                  <a:pt x="824329" y="1656497"/>
                </a:moveTo>
                <a:cubicBezTo>
                  <a:pt x="841098" y="1656497"/>
                  <a:pt x="854692" y="1670091"/>
                  <a:pt x="854692" y="1686860"/>
                </a:cubicBezTo>
                <a:cubicBezTo>
                  <a:pt x="854692" y="1703630"/>
                  <a:pt x="841098" y="1717224"/>
                  <a:pt x="824329" y="1717224"/>
                </a:cubicBezTo>
                <a:cubicBezTo>
                  <a:pt x="807559" y="1717224"/>
                  <a:pt x="793965" y="1703630"/>
                  <a:pt x="793965" y="1686860"/>
                </a:cubicBezTo>
                <a:cubicBezTo>
                  <a:pt x="793965" y="1670091"/>
                  <a:pt x="807559" y="1656497"/>
                  <a:pt x="824329" y="1656497"/>
                </a:cubicBezTo>
                <a:close/>
                <a:moveTo>
                  <a:pt x="751774" y="1656497"/>
                </a:moveTo>
                <a:cubicBezTo>
                  <a:pt x="768544" y="1656497"/>
                  <a:pt x="782138" y="1670091"/>
                  <a:pt x="782138" y="1686860"/>
                </a:cubicBezTo>
                <a:cubicBezTo>
                  <a:pt x="782138" y="1703630"/>
                  <a:pt x="768544" y="1717224"/>
                  <a:pt x="751774" y="1717224"/>
                </a:cubicBezTo>
                <a:cubicBezTo>
                  <a:pt x="735005" y="1717224"/>
                  <a:pt x="721411" y="1703630"/>
                  <a:pt x="721411" y="1686860"/>
                </a:cubicBezTo>
                <a:cubicBezTo>
                  <a:pt x="721411" y="1670091"/>
                  <a:pt x="735005" y="1656497"/>
                  <a:pt x="751774" y="1656497"/>
                </a:cubicBezTo>
                <a:close/>
                <a:moveTo>
                  <a:pt x="679220" y="1656497"/>
                </a:moveTo>
                <a:cubicBezTo>
                  <a:pt x="695989" y="1656497"/>
                  <a:pt x="709583" y="1670091"/>
                  <a:pt x="709583" y="1686860"/>
                </a:cubicBezTo>
                <a:cubicBezTo>
                  <a:pt x="709583" y="1703630"/>
                  <a:pt x="695989" y="1717224"/>
                  <a:pt x="679220" y="1717224"/>
                </a:cubicBezTo>
                <a:cubicBezTo>
                  <a:pt x="662450" y="1717224"/>
                  <a:pt x="648856" y="1703630"/>
                  <a:pt x="648856" y="1686860"/>
                </a:cubicBezTo>
                <a:cubicBezTo>
                  <a:pt x="648856" y="1670091"/>
                  <a:pt x="662450" y="1656497"/>
                  <a:pt x="679220" y="1656497"/>
                </a:cubicBezTo>
                <a:close/>
                <a:moveTo>
                  <a:pt x="606665" y="1656497"/>
                </a:moveTo>
                <a:cubicBezTo>
                  <a:pt x="623435" y="1656497"/>
                  <a:pt x="637029" y="1670091"/>
                  <a:pt x="637029" y="1686860"/>
                </a:cubicBezTo>
                <a:cubicBezTo>
                  <a:pt x="637029" y="1703630"/>
                  <a:pt x="623435" y="1717224"/>
                  <a:pt x="606665" y="1717224"/>
                </a:cubicBezTo>
                <a:cubicBezTo>
                  <a:pt x="589896" y="1717224"/>
                  <a:pt x="576302" y="1703630"/>
                  <a:pt x="576302" y="1686860"/>
                </a:cubicBezTo>
                <a:cubicBezTo>
                  <a:pt x="576302" y="1670091"/>
                  <a:pt x="589896" y="1656497"/>
                  <a:pt x="606665" y="1656497"/>
                </a:cubicBezTo>
                <a:close/>
                <a:moveTo>
                  <a:pt x="534111" y="1656497"/>
                </a:moveTo>
                <a:cubicBezTo>
                  <a:pt x="550880" y="1656497"/>
                  <a:pt x="564474" y="1670091"/>
                  <a:pt x="564474" y="1686860"/>
                </a:cubicBezTo>
                <a:cubicBezTo>
                  <a:pt x="564474" y="1703630"/>
                  <a:pt x="550880" y="1717224"/>
                  <a:pt x="534111" y="1717224"/>
                </a:cubicBezTo>
                <a:cubicBezTo>
                  <a:pt x="517341" y="1717224"/>
                  <a:pt x="503747" y="1703630"/>
                  <a:pt x="503747" y="1686860"/>
                </a:cubicBezTo>
                <a:cubicBezTo>
                  <a:pt x="503747" y="1670091"/>
                  <a:pt x="517341" y="1656497"/>
                  <a:pt x="534111" y="1656497"/>
                </a:cubicBezTo>
                <a:close/>
                <a:moveTo>
                  <a:pt x="461556" y="1656497"/>
                </a:moveTo>
                <a:cubicBezTo>
                  <a:pt x="478326" y="1656497"/>
                  <a:pt x="491920" y="1670091"/>
                  <a:pt x="491920" y="1686860"/>
                </a:cubicBezTo>
                <a:cubicBezTo>
                  <a:pt x="491920" y="1703630"/>
                  <a:pt x="478326" y="1717224"/>
                  <a:pt x="461556" y="1717224"/>
                </a:cubicBezTo>
                <a:cubicBezTo>
                  <a:pt x="444787" y="1717224"/>
                  <a:pt x="431192" y="1703630"/>
                  <a:pt x="431192" y="1686860"/>
                </a:cubicBezTo>
                <a:cubicBezTo>
                  <a:pt x="431192" y="1670091"/>
                  <a:pt x="444787" y="1656497"/>
                  <a:pt x="461556" y="1656497"/>
                </a:cubicBezTo>
                <a:close/>
                <a:moveTo>
                  <a:pt x="389002" y="1656497"/>
                </a:moveTo>
                <a:cubicBezTo>
                  <a:pt x="405771" y="1656497"/>
                  <a:pt x="419365" y="1670091"/>
                  <a:pt x="419365" y="1686860"/>
                </a:cubicBezTo>
                <a:cubicBezTo>
                  <a:pt x="419365" y="1703630"/>
                  <a:pt x="405771" y="1717224"/>
                  <a:pt x="389002" y="1717224"/>
                </a:cubicBezTo>
                <a:cubicBezTo>
                  <a:pt x="372232" y="1717224"/>
                  <a:pt x="358638" y="1703630"/>
                  <a:pt x="358638" y="1686860"/>
                </a:cubicBezTo>
                <a:cubicBezTo>
                  <a:pt x="358638" y="1670091"/>
                  <a:pt x="372232" y="1656497"/>
                  <a:pt x="389002" y="1656497"/>
                </a:cubicBezTo>
                <a:close/>
                <a:moveTo>
                  <a:pt x="316447" y="1656497"/>
                </a:moveTo>
                <a:cubicBezTo>
                  <a:pt x="333216" y="1656497"/>
                  <a:pt x="346810" y="1670091"/>
                  <a:pt x="346810" y="1686860"/>
                </a:cubicBezTo>
                <a:cubicBezTo>
                  <a:pt x="346810" y="1703630"/>
                  <a:pt x="333216" y="1717224"/>
                  <a:pt x="316447" y="1717224"/>
                </a:cubicBezTo>
                <a:cubicBezTo>
                  <a:pt x="299677" y="1717224"/>
                  <a:pt x="286084" y="1703630"/>
                  <a:pt x="286084" y="1686860"/>
                </a:cubicBezTo>
                <a:cubicBezTo>
                  <a:pt x="286084" y="1670091"/>
                  <a:pt x="299677" y="1656497"/>
                  <a:pt x="316447" y="1656497"/>
                </a:cubicBezTo>
                <a:close/>
                <a:moveTo>
                  <a:pt x="243892" y="1656497"/>
                </a:moveTo>
                <a:cubicBezTo>
                  <a:pt x="260662" y="1656497"/>
                  <a:pt x="274256" y="1670091"/>
                  <a:pt x="274256" y="1686860"/>
                </a:cubicBezTo>
                <a:cubicBezTo>
                  <a:pt x="274256" y="1703630"/>
                  <a:pt x="260662" y="1717224"/>
                  <a:pt x="243892" y="1717224"/>
                </a:cubicBezTo>
                <a:cubicBezTo>
                  <a:pt x="227123" y="1717224"/>
                  <a:pt x="213529" y="1703630"/>
                  <a:pt x="213529" y="1686860"/>
                </a:cubicBezTo>
                <a:cubicBezTo>
                  <a:pt x="213529" y="1670091"/>
                  <a:pt x="227123" y="1656497"/>
                  <a:pt x="243892" y="1656497"/>
                </a:cubicBezTo>
                <a:close/>
                <a:moveTo>
                  <a:pt x="171339" y="1656497"/>
                </a:moveTo>
                <a:cubicBezTo>
                  <a:pt x="188107" y="1656497"/>
                  <a:pt x="201701" y="1670091"/>
                  <a:pt x="201701" y="1686860"/>
                </a:cubicBezTo>
                <a:cubicBezTo>
                  <a:pt x="201701" y="1703630"/>
                  <a:pt x="188107" y="1717224"/>
                  <a:pt x="171339" y="1717224"/>
                </a:cubicBezTo>
                <a:cubicBezTo>
                  <a:pt x="154594" y="1717224"/>
                  <a:pt x="141001" y="1703630"/>
                  <a:pt x="141001" y="1686860"/>
                </a:cubicBezTo>
                <a:cubicBezTo>
                  <a:pt x="141001" y="1670091"/>
                  <a:pt x="154594" y="1656497"/>
                  <a:pt x="171339" y="1656497"/>
                </a:cubicBezTo>
                <a:close/>
                <a:moveTo>
                  <a:pt x="98812" y="1656497"/>
                </a:moveTo>
                <a:cubicBezTo>
                  <a:pt x="115580" y="1656497"/>
                  <a:pt x="129174" y="1670091"/>
                  <a:pt x="129174" y="1686860"/>
                </a:cubicBezTo>
                <a:cubicBezTo>
                  <a:pt x="129174" y="1703630"/>
                  <a:pt x="115580" y="1717224"/>
                  <a:pt x="98812" y="1717224"/>
                </a:cubicBezTo>
                <a:cubicBezTo>
                  <a:pt x="82042" y="1717224"/>
                  <a:pt x="68448" y="1703630"/>
                  <a:pt x="68448" y="1686860"/>
                </a:cubicBezTo>
                <a:cubicBezTo>
                  <a:pt x="68448" y="1670091"/>
                  <a:pt x="82042" y="1656497"/>
                  <a:pt x="98812" y="1656497"/>
                </a:cubicBezTo>
                <a:close/>
                <a:moveTo>
                  <a:pt x="26257" y="1656497"/>
                </a:moveTo>
                <a:cubicBezTo>
                  <a:pt x="43026" y="1656497"/>
                  <a:pt x="56620" y="1670091"/>
                  <a:pt x="56620" y="1686860"/>
                </a:cubicBezTo>
                <a:cubicBezTo>
                  <a:pt x="56620" y="1703630"/>
                  <a:pt x="43026" y="1717224"/>
                  <a:pt x="26257" y="1717224"/>
                </a:cubicBezTo>
                <a:cubicBezTo>
                  <a:pt x="17873" y="1717224"/>
                  <a:pt x="10282" y="1713826"/>
                  <a:pt x="4787" y="1708331"/>
                </a:cubicBezTo>
                <a:lnTo>
                  <a:pt x="0" y="1696773"/>
                </a:lnTo>
                <a:lnTo>
                  <a:pt x="0" y="1676947"/>
                </a:lnTo>
                <a:lnTo>
                  <a:pt x="4787" y="1665390"/>
                </a:lnTo>
                <a:cubicBezTo>
                  <a:pt x="10282" y="1659896"/>
                  <a:pt x="17873" y="1656497"/>
                  <a:pt x="26257" y="1656497"/>
                </a:cubicBezTo>
                <a:close/>
                <a:moveTo>
                  <a:pt x="1114547" y="1576045"/>
                </a:moveTo>
                <a:cubicBezTo>
                  <a:pt x="1118739" y="1576045"/>
                  <a:pt x="1122733" y="1576894"/>
                  <a:pt x="1126366" y="1578431"/>
                </a:cubicBezTo>
                <a:lnTo>
                  <a:pt x="1131977" y="1582214"/>
                </a:lnTo>
                <a:lnTo>
                  <a:pt x="1128051" y="1585783"/>
                </a:lnTo>
                <a:lnTo>
                  <a:pt x="1088035" y="1615706"/>
                </a:lnTo>
                <a:lnTo>
                  <a:pt x="1084184" y="1606408"/>
                </a:lnTo>
                <a:cubicBezTo>
                  <a:pt x="1084184" y="1589639"/>
                  <a:pt x="1097778" y="1576045"/>
                  <a:pt x="1114547" y="1576045"/>
                </a:cubicBezTo>
                <a:close/>
                <a:moveTo>
                  <a:pt x="1041993" y="1576045"/>
                </a:moveTo>
                <a:cubicBezTo>
                  <a:pt x="1058762" y="1576045"/>
                  <a:pt x="1072356" y="1589639"/>
                  <a:pt x="1072356" y="1606408"/>
                </a:cubicBezTo>
                <a:cubicBezTo>
                  <a:pt x="1072356" y="1623178"/>
                  <a:pt x="1058762" y="1636772"/>
                  <a:pt x="1041993" y="1636772"/>
                </a:cubicBezTo>
                <a:cubicBezTo>
                  <a:pt x="1025223" y="1636772"/>
                  <a:pt x="1011629" y="1623178"/>
                  <a:pt x="1011629" y="1606408"/>
                </a:cubicBezTo>
                <a:cubicBezTo>
                  <a:pt x="1011629" y="1589639"/>
                  <a:pt x="1025223" y="1576045"/>
                  <a:pt x="1041993" y="1576045"/>
                </a:cubicBezTo>
                <a:close/>
                <a:moveTo>
                  <a:pt x="969438" y="1576045"/>
                </a:moveTo>
                <a:cubicBezTo>
                  <a:pt x="986208" y="1576045"/>
                  <a:pt x="999801" y="1589639"/>
                  <a:pt x="999801" y="1606408"/>
                </a:cubicBezTo>
                <a:cubicBezTo>
                  <a:pt x="999801" y="1623178"/>
                  <a:pt x="986208" y="1636772"/>
                  <a:pt x="969438" y="1636772"/>
                </a:cubicBezTo>
                <a:cubicBezTo>
                  <a:pt x="952669" y="1636772"/>
                  <a:pt x="939075" y="1623178"/>
                  <a:pt x="939075" y="1606408"/>
                </a:cubicBezTo>
                <a:cubicBezTo>
                  <a:pt x="939075" y="1589639"/>
                  <a:pt x="952669" y="1576045"/>
                  <a:pt x="969438" y="1576045"/>
                </a:cubicBezTo>
                <a:close/>
                <a:moveTo>
                  <a:pt x="896883" y="1576045"/>
                </a:moveTo>
                <a:cubicBezTo>
                  <a:pt x="913653" y="1576045"/>
                  <a:pt x="927247" y="1589639"/>
                  <a:pt x="927247" y="1606408"/>
                </a:cubicBezTo>
                <a:cubicBezTo>
                  <a:pt x="927247" y="1623178"/>
                  <a:pt x="913653" y="1636772"/>
                  <a:pt x="896883" y="1636772"/>
                </a:cubicBezTo>
                <a:cubicBezTo>
                  <a:pt x="880114" y="1636772"/>
                  <a:pt x="866520" y="1623178"/>
                  <a:pt x="866520" y="1606408"/>
                </a:cubicBezTo>
                <a:cubicBezTo>
                  <a:pt x="866520" y="1589639"/>
                  <a:pt x="880114" y="1576045"/>
                  <a:pt x="896883" y="1576045"/>
                </a:cubicBezTo>
                <a:close/>
                <a:moveTo>
                  <a:pt x="824329" y="1576045"/>
                </a:moveTo>
                <a:cubicBezTo>
                  <a:pt x="841098" y="1576045"/>
                  <a:pt x="854692" y="1589639"/>
                  <a:pt x="854692" y="1606408"/>
                </a:cubicBezTo>
                <a:cubicBezTo>
                  <a:pt x="854692" y="1623178"/>
                  <a:pt x="841098" y="1636772"/>
                  <a:pt x="824329" y="1636772"/>
                </a:cubicBezTo>
                <a:cubicBezTo>
                  <a:pt x="807559" y="1636772"/>
                  <a:pt x="793965" y="1623178"/>
                  <a:pt x="793965" y="1606408"/>
                </a:cubicBezTo>
                <a:cubicBezTo>
                  <a:pt x="793965" y="1589639"/>
                  <a:pt x="807559" y="1576045"/>
                  <a:pt x="824329" y="1576045"/>
                </a:cubicBezTo>
                <a:close/>
                <a:moveTo>
                  <a:pt x="751774" y="1576045"/>
                </a:moveTo>
                <a:cubicBezTo>
                  <a:pt x="768544" y="1576045"/>
                  <a:pt x="782138" y="1589639"/>
                  <a:pt x="782138" y="1606408"/>
                </a:cubicBezTo>
                <a:cubicBezTo>
                  <a:pt x="782138" y="1623178"/>
                  <a:pt x="768544" y="1636772"/>
                  <a:pt x="751774" y="1636772"/>
                </a:cubicBezTo>
                <a:cubicBezTo>
                  <a:pt x="735005" y="1636772"/>
                  <a:pt x="721411" y="1623178"/>
                  <a:pt x="721411" y="1606408"/>
                </a:cubicBezTo>
                <a:cubicBezTo>
                  <a:pt x="721411" y="1589639"/>
                  <a:pt x="735005" y="1576045"/>
                  <a:pt x="751774" y="1576045"/>
                </a:cubicBezTo>
                <a:close/>
                <a:moveTo>
                  <a:pt x="679220" y="1576045"/>
                </a:moveTo>
                <a:cubicBezTo>
                  <a:pt x="695989" y="1576045"/>
                  <a:pt x="709583" y="1589639"/>
                  <a:pt x="709583" y="1606408"/>
                </a:cubicBezTo>
                <a:cubicBezTo>
                  <a:pt x="709583" y="1623178"/>
                  <a:pt x="695989" y="1636772"/>
                  <a:pt x="679220" y="1636772"/>
                </a:cubicBezTo>
                <a:cubicBezTo>
                  <a:pt x="662450" y="1636772"/>
                  <a:pt x="648856" y="1623178"/>
                  <a:pt x="648856" y="1606408"/>
                </a:cubicBezTo>
                <a:cubicBezTo>
                  <a:pt x="648856" y="1589639"/>
                  <a:pt x="662450" y="1576045"/>
                  <a:pt x="679220" y="1576045"/>
                </a:cubicBezTo>
                <a:close/>
                <a:moveTo>
                  <a:pt x="606665" y="1576045"/>
                </a:moveTo>
                <a:cubicBezTo>
                  <a:pt x="623435" y="1576045"/>
                  <a:pt x="637029" y="1589639"/>
                  <a:pt x="637029" y="1606408"/>
                </a:cubicBezTo>
                <a:cubicBezTo>
                  <a:pt x="637029" y="1623178"/>
                  <a:pt x="623435" y="1636772"/>
                  <a:pt x="606665" y="1636772"/>
                </a:cubicBezTo>
                <a:cubicBezTo>
                  <a:pt x="589896" y="1636772"/>
                  <a:pt x="576302" y="1623178"/>
                  <a:pt x="576302" y="1606408"/>
                </a:cubicBezTo>
                <a:cubicBezTo>
                  <a:pt x="576302" y="1589639"/>
                  <a:pt x="589896" y="1576045"/>
                  <a:pt x="606665" y="1576045"/>
                </a:cubicBezTo>
                <a:close/>
                <a:moveTo>
                  <a:pt x="534111" y="1576045"/>
                </a:moveTo>
                <a:cubicBezTo>
                  <a:pt x="550880" y="1576045"/>
                  <a:pt x="564474" y="1589639"/>
                  <a:pt x="564474" y="1606408"/>
                </a:cubicBezTo>
                <a:cubicBezTo>
                  <a:pt x="564474" y="1623178"/>
                  <a:pt x="550880" y="1636772"/>
                  <a:pt x="534111" y="1636772"/>
                </a:cubicBezTo>
                <a:cubicBezTo>
                  <a:pt x="517341" y="1636772"/>
                  <a:pt x="503747" y="1623178"/>
                  <a:pt x="503747" y="1606408"/>
                </a:cubicBezTo>
                <a:cubicBezTo>
                  <a:pt x="503747" y="1589639"/>
                  <a:pt x="517341" y="1576045"/>
                  <a:pt x="534111" y="1576045"/>
                </a:cubicBezTo>
                <a:close/>
                <a:moveTo>
                  <a:pt x="461556" y="1576045"/>
                </a:moveTo>
                <a:cubicBezTo>
                  <a:pt x="478326" y="1576045"/>
                  <a:pt x="491920" y="1589639"/>
                  <a:pt x="491920" y="1606408"/>
                </a:cubicBezTo>
                <a:cubicBezTo>
                  <a:pt x="491920" y="1623178"/>
                  <a:pt x="478326" y="1636772"/>
                  <a:pt x="461556" y="1636772"/>
                </a:cubicBezTo>
                <a:cubicBezTo>
                  <a:pt x="444787" y="1636772"/>
                  <a:pt x="431192" y="1623178"/>
                  <a:pt x="431192" y="1606408"/>
                </a:cubicBezTo>
                <a:cubicBezTo>
                  <a:pt x="431192" y="1589639"/>
                  <a:pt x="444787" y="1576045"/>
                  <a:pt x="461556" y="1576045"/>
                </a:cubicBezTo>
                <a:close/>
                <a:moveTo>
                  <a:pt x="389002" y="1576045"/>
                </a:moveTo>
                <a:cubicBezTo>
                  <a:pt x="405771" y="1576045"/>
                  <a:pt x="419365" y="1589639"/>
                  <a:pt x="419365" y="1606408"/>
                </a:cubicBezTo>
                <a:cubicBezTo>
                  <a:pt x="419365" y="1623178"/>
                  <a:pt x="405771" y="1636772"/>
                  <a:pt x="389002" y="1636772"/>
                </a:cubicBezTo>
                <a:cubicBezTo>
                  <a:pt x="372232" y="1636772"/>
                  <a:pt x="358638" y="1623178"/>
                  <a:pt x="358638" y="1606408"/>
                </a:cubicBezTo>
                <a:cubicBezTo>
                  <a:pt x="358638" y="1589639"/>
                  <a:pt x="372232" y="1576045"/>
                  <a:pt x="389002" y="1576045"/>
                </a:cubicBezTo>
                <a:close/>
                <a:moveTo>
                  <a:pt x="316447" y="1576045"/>
                </a:moveTo>
                <a:cubicBezTo>
                  <a:pt x="333216" y="1576045"/>
                  <a:pt x="346810" y="1589639"/>
                  <a:pt x="346810" y="1606408"/>
                </a:cubicBezTo>
                <a:cubicBezTo>
                  <a:pt x="346810" y="1623178"/>
                  <a:pt x="333216" y="1636772"/>
                  <a:pt x="316447" y="1636772"/>
                </a:cubicBezTo>
                <a:cubicBezTo>
                  <a:pt x="299677" y="1636772"/>
                  <a:pt x="286084" y="1623178"/>
                  <a:pt x="286084" y="1606408"/>
                </a:cubicBezTo>
                <a:cubicBezTo>
                  <a:pt x="286084" y="1589639"/>
                  <a:pt x="299677" y="1576045"/>
                  <a:pt x="316447" y="1576045"/>
                </a:cubicBezTo>
                <a:close/>
                <a:moveTo>
                  <a:pt x="243892" y="1576045"/>
                </a:moveTo>
                <a:cubicBezTo>
                  <a:pt x="260662" y="1576045"/>
                  <a:pt x="274256" y="1589639"/>
                  <a:pt x="274256" y="1606408"/>
                </a:cubicBezTo>
                <a:cubicBezTo>
                  <a:pt x="274256" y="1623178"/>
                  <a:pt x="260662" y="1636772"/>
                  <a:pt x="243892" y="1636772"/>
                </a:cubicBezTo>
                <a:cubicBezTo>
                  <a:pt x="227123" y="1636772"/>
                  <a:pt x="213529" y="1623178"/>
                  <a:pt x="213529" y="1606408"/>
                </a:cubicBezTo>
                <a:cubicBezTo>
                  <a:pt x="213529" y="1589639"/>
                  <a:pt x="227123" y="1576045"/>
                  <a:pt x="243892" y="1576045"/>
                </a:cubicBezTo>
                <a:close/>
                <a:moveTo>
                  <a:pt x="171339" y="1576045"/>
                </a:moveTo>
                <a:cubicBezTo>
                  <a:pt x="188107" y="1576045"/>
                  <a:pt x="201701" y="1589639"/>
                  <a:pt x="201701" y="1606408"/>
                </a:cubicBezTo>
                <a:cubicBezTo>
                  <a:pt x="201701" y="1623178"/>
                  <a:pt x="188107" y="1636772"/>
                  <a:pt x="171339" y="1636772"/>
                </a:cubicBezTo>
                <a:cubicBezTo>
                  <a:pt x="154599" y="1636772"/>
                  <a:pt x="141006" y="1623178"/>
                  <a:pt x="141006" y="1606408"/>
                </a:cubicBezTo>
                <a:cubicBezTo>
                  <a:pt x="141006" y="1589639"/>
                  <a:pt x="154599" y="1576045"/>
                  <a:pt x="171339" y="1576045"/>
                </a:cubicBezTo>
                <a:close/>
                <a:moveTo>
                  <a:pt x="98818" y="1576045"/>
                </a:moveTo>
                <a:cubicBezTo>
                  <a:pt x="115586" y="1576045"/>
                  <a:pt x="129180" y="1589639"/>
                  <a:pt x="129180" y="1606408"/>
                </a:cubicBezTo>
                <a:cubicBezTo>
                  <a:pt x="129180" y="1623178"/>
                  <a:pt x="115586" y="1636772"/>
                  <a:pt x="98818" y="1636772"/>
                </a:cubicBezTo>
                <a:cubicBezTo>
                  <a:pt x="82048" y="1636772"/>
                  <a:pt x="68454" y="1623178"/>
                  <a:pt x="68454" y="1606408"/>
                </a:cubicBezTo>
                <a:cubicBezTo>
                  <a:pt x="68454" y="1589639"/>
                  <a:pt x="82048" y="1576045"/>
                  <a:pt x="98818" y="1576045"/>
                </a:cubicBezTo>
                <a:close/>
                <a:moveTo>
                  <a:pt x="26264" y="1576045"/>
                </a:moveTo>
                <a:cubicBezTo>
                  <a:pt x="43032" y="1576045"/>
                  <a:pt x="56626" y="1589639"/>
                  <a:pt x="56626" y="1606408"/>
                </a:cubicBezTo>
                <a:cubicBezTo>
                  <a:pt x="56626" y="1623178"/>
                  <a:pt x="43032" y="1636772"/>
                  <a:pt x="26264" y="1636772"/>
                </a:cubicBezTo>
                <a:cubicBezTo>
                  <a:pt x="17880" y="1636772"/>
                  <a:pt x="10289" y="1633374"/>
                  <a:pt x="4794" y="1627879"/>
                </a:cubicBezTo>
                <a:lnTo>
                  <a:pt x="0" y="1616304"/>
                </a:lnTo>
                <a:lnTo>
                  <a:pt x="0" y="1596512"/>
                </a:lnTo>
                <a:lnTo>
                  <a:pt x="4794" y="1584938"/>
                </a:lnTo>
                <a:cubicBezTo>
                  <a:pt x="10289" y="1579444"/>
                  <a:pt x="17880" y="1576045"/>
                  <a:pt x="26264" y="1576045"/>
                </a:cubicBezTo>
                <a:close/>
                <a:moveTo>
                  <a:pt x="1187102" y="1495593"/>
                </a:moveTo>
                <a:cubicBezTo>
                  <a:pt x="1195486" y="1495593"/>
                  <a:pt x="1203077" y="1498992"/>
                  <a:pt x="1208572" y="1504486"/>
                </a:cubicBezTo>
                <a:lnTo>
                  <a:pt x="1211014" y="1510381"/>
                </a:lnTo>
                <a:lnTo>
                  <a:pt x="1168285" y="1549216"/>
                </a:lnTo>
                <a:lnTo>
                  <a:pt x="1165631" y="1547427"/>
                </a:lnTo>
                <a:cubicBezTo>
                  <a:pt x="1160137" y="1541932"/>
                  <a:pt x="1156738" y="1534341"/>
                  <a:pt x="1156738" y="1525957"/>
                </a:cubicBezTo>
                <a:cubicBezTo>
                  <a:pt x="1156738" y="1509187"/>
                  <a:pt x="1170332" y="1495593"/>
                  <a:pt x="1187102" y="1495593"/>
                </a:cubicBezTo>
                <a:close/>
                <a:moveTo>
                  <a:pt x="1114547" y="1495593"/>
                </a:moveTo>
                <a:cubicBezTo>
                  <a:pt x="1131317" y="1495593"/>
                  <a:pt x="1144911" y="1509187"/>
                  <a:pt x="1144911" y="1525957"/>
                </a:cubicBezTo>
                <a:cubicBezTo>
                  <a:pt x="1144911" y="1542726"/>
                  <a:pt x="1131317" y="1556320"/>
                  <a:pt x="1114547" y="1556320"/>
                </a:cubicBezTo>
                <a:cubicBezTo>
                  <a:pt x="1097778" y="1556320"/>
                  <a:pt x="1084184" y="1542726"/>
                  <a:pt x="1084184" y="1525957"/>
                </a:cubicBezTo>
                <a:cubicBezTo>
                  <a:pt x="1084184" y="1509187"/>
                  <a:pt x="1097778" y="1495593"/>
                  <a:pt x="1114547" y="1495593"/>
                </a:cubicBezTo>
                <a:close/>
                <a:moveTo>
                  <a:pt x="1041993" y="1495593"/>
                </a:moveTo>
                <a:cubicBezTo>
                  <a:pt x="1058762" y="1495593"/>
                  <a:pt x="1072356" y="1509187"/>
                  <a:pt x="1072356" y="1525957"/>
                </a:cubicBezTo>
                <a:cubicBezTo>
                  <a:pt x="1072356" y="1542726"/>
                  <a:pt x="1058762" y="1556320"/>
                  <a:pt x="1041993" y="1556320"/>
                </a:cubicBezTo>
                <a:cubicBezTo>
                  <a:pt x="1025223" y="1556320"/>
                  <a:pt x="1011629" y="1542726"/>
                  <a:pt x="1011629" y="1525957"/>
                </a:cubicBezTo>
                <a:cubicBezTo>
                  <a:pt x="1011629" y="1509187"/>
                  <a:pt x="1025223" y="1495593"/>
                  <a:pt x="1041993" y="1495593"/>
                </a:cubicBezTo>
                <a:close/>
                <a:moveTo>
                  <a:pt x="969438" y="1495593"/>
                </a:moveTo>
                <a:cubicBezTo>
                  <a:pt x="986208" y="1495593"/>
                  <a:pt x="999801" y="1509187"/>
                  <a:pt x="999801" y="1525957"/>
                </a:cubicBezTo>
                <a:cubicBezTo>
                  <a:pt x="999801" y="1542726"/>
                  <a:pt x="986208" y="1556320"/>
                  <a:pt x="969438" y="1556320"/>
                </a:cubicBezTo>
                <a:cubicBezTo>
                  <a:pt x="952669" y="1556320"/>
                  <a:pt x="939075" y="1542726"/>
                  <a:pt x="939075" y="1525957"/>
                </a:cubicBezTo>
                <a:cubicBezTo>
                  <a:pt x="939075" y="1509187"/>
                  <a:pt x="952669" y="1495593"/>
                  <a:pt x="969438" y="1495593"/>
                </a:cubicBezTo>
                <a:close/>
                <a:moveTo>
                  <a:pt x="896883" y="1495593"/>
                </a:moveTo>
                <a:cubicBezTo>
                  <a:pt x="913653" y="1495593"/>
                  <a:pt x="927247" y="1509187"/>
                  <a:pt x="927247" y="1525957"/>
                </a:cubicBezTo>
                <a:cubicBezTo>
                  <a:pt x="927247" y="1542726"/>
                  <a:pt x="913653" y="1556320"/>
                  <a:pt x="896883" y="1556320"/>
                </a:cubicBezTo>
                <a:cubicBezTo>
                  <a:pt x="880114" y="1556320"/>
                  <a:pt x="866520" y="1542726"/>
                  <a:pt x="866520" y="1525957"/>
                </a:cubicBezTo>
                <a:cubicBezTo>
                  <a:pt x="866520" y="1509187"/>
                  <a:pt x="880114" y="1495593"/>
                  <a:pt x="896883" y="1495593"/>
                </a:cubicBezTo>
                <a:close/>
                <a:moveTo>
                  <a:pt x="824329" y="1495593"/>
                </a:moveTo>
                <a:cubicBezTo>
                  <a:pt x="841098" y="1495593"/>
                  <a:pt x="854692" y="1509187"/>
                  <a:pt x="854692" y="1525957"/>
                </a:cubicBezTo>
                <a:cubicBezTo>
                  <a:pt x="854692" y="1542726"/>
                  <a:pt x="841098" y="1556320"/>
                  <a:pt x="824329" y="1556320"/>
                </a:cubicBezTo>
                <a:cubicBezTo>
                  <a:pt x="807559" y="1556320"/>
                  <a:pt x="793965" y="1542726"/>
                  <a:pt x="793965" y="1525957"/>
                </a:cubicBezTo>
                <a:cubicBezTo>
                  <a:pt x="793965" y="1509187"/>
                  <a:pt x="807559" y="1495593"/>
                  <a:pt x="824329" y="1495593"/>
                </a:cubicBezTo>
                <a:close/>
                <a:moveTo>
                  <a:pt x="751774" y="1495593"/>
                </a:moveTo>
                <a:cubicBezTo>
                  <a:pt x="768544" y="1495593"/>
                  <a:pt x="782138" y="1509187"/>
                  <a:pt x="782138" y="1525957"/>
                </a:cubicBezTo>
                <a:cubicBezTo>
                  <a:pt x="782138" y="1542726"/>
                  <a:pt x="768544" y="1556320"/>
                  <a:pt x="751774" y="1556320"/>
                </a:cubicBezTo>
                <a:cubicBezTo>
                  <a:pt x="735005" y="1556320"/>
                  <a:pt x="721411" y="1542726"/>
                  <a:pt x="721411" y="1525957"/>
                </a:cubicBezTo>
                <a:cubicBezTo>
                  <a:pt x="721411" y="1509187"/>
                  <a:pt x="735005" y="1495593"/>
                  <a:pt x="751774" y="1495593"/>
                </a:cubicBezTo>
                <a:close/>
                <a:moveTo>
                  <a:pt x="679220" y="1495593"/>
                </a:moveTo>
                <a:cubicBezTo>
                  <a:pt x="695989" y="1495593"/>
                  <a:pt x="709583" y="1509187"/>
                  <a:pt x="709583" y="1525957"/>
                </a:cubicBezTo>
                <a:cubicBezTo>
                  <a:pt x="709583" y="1542726"/>
                  <a:pt x="695989" y="1556320"/>
                  <a:pt x="679220" y="1556320"/>
                </a:cubicBezTo>
                <a:cubicBezTo>
                  <a:pt x="662450" y="1556320"/>
                  <a:pt x="648856" y="1542726"/>
                  <a:pt x="648856" y="1525957"/>
                </a:cubicBezTo>
                <a:cubicBezTo>
                  <a:pt x="648856" y="1509187"/>
                  <a:pt x="662450" y="1495593"/>
                  <a:pt x="679220" y="1495593"/>
                </a:cubicBezTo>
                <a:close/>
                <a:moveTo>
                  <a:pt x="606665" y="1495593"/>
                </a:moveTo>
                <a:cubicBezTo>
                  <a:pt x="623435" y="1495593"/>
                  <a:pt x="637029" y="1509187"/>
                  <a:pt x="637029" y="1525957"/>
                </a:cubicBezTo>
                <a:cubicBezTo>
                  <a:pt x="637029" y="1542726"/>
                  <a:pt x="623435" y="1556320"/>
                  <a:pt x="606665" y="1556320"/>
                </a:cubicBezTo>
                <a:cubicBezTo>
                  <a:pt x="589896" y="1556320"/>
                  <a:pt x="576302" y="1542726"/>
                  <a:pt x="576302" y="1525957"/>
                </a:cubicBezTo>
                <a:cubicBezTo>
                  <a:pt x="576302" y="1509187"/>
                  <a:pt x="589896" y="1495593"/>
                  <a:pt x="606665" y="1495593"/>
                </a:cubicBezTo>
                <a:close/>
                <a:moveTo>
                  <a:pt x="534111" y="1495593"/>
                </a:moveTo>
                <a:cubicBezTo>
                  <a:pt x="550880" y="1495593"/>
                  <a:pt x="564474" y="1509187"/>
                  <a:pt x="564474" y="1525957"/>
                </a:cubicBezTo>
                <a:cubicBezTo>
                  <a:pt x="564474" y="1542726"/>
                  <a:pt x="550880" y="1556320"/>
                  <a:pt x="534111" y="1556320"/>
                </a:cubicBezTo>
                <a:cubicBezTo>
                  <a:pt x="517341" y="1556320"/>
                  <a:pt x="503747" y="1542726"/>
                  <a:pt x="503747" y="1525957"/>
                </a:cubicBezTo>
                <a:cubicBezTo>
                  <a:pt x="503747" y="1509187"/>
                  <a:pt x="517341" y="1495593"/>
                  <a:pt x="534111" y="1495593"/>
                </a:cubicBezTo>
                <a:close/>
                <a:moveTo>
                  <a:pt x="461556" y="1495593"/>
                </a:moveTo>
                <a:cubicBezTo>
                  <a:pt x="478326" y="1495593"/>
                  <a:pt x="491920" y="1509187"/>
                  <a:pt x="491920" y="1525957"/>
                </a:cubicBezTo>
                <a:cubicBezTo>
                  <a:pt x="491920" y="1542726"/>
                  <a:pt x="478326" y="1556320"/>
                  <a:pt x="461556" y="1556320"/>
                </a:cubicBezTo>
                <a:cubicBezTo>
                  <a:pt x="444787" y="1556320"/>
                  <a:pt x="431192" y="1542726"/>
                  <a:pt x="431192" y="1525957"/>
                </a:cubicBezTo>
                <a:cubicBezTo>
                  <a:pt x="431192" y="1509187"/>
                  <a:pt x="444787" y="1495593"/>
                  <a:pt x="461556" y="1495593"/>
                </a:cubicBezTo>
                <a:close/>
                <a:moveTo>
                  <a:pt x="389002" y="1495593"/>
                </a:moveTo>
                <a:cubicBezTo>
                  <a:pt x="405771" y="1495593"/>
                  <a:pt x="419365" y="1509187"/>
                  <a:pt x="419365" y="1525957"/>
                </a:cubicBezTo>
                <a:cubicBezTo>
                  <a:pt x="419365" y="1542726"/>
                  <a:pt x="405771" y="1556320"/>
                  <a:pt x="389002" y="1556320"/>
                </a:cubicBezTo>
                <a:cubicBezTo>
                  <a:pt x="372232" y="1556320"/>
                  <a:pt x="358638" y="1542726"/>
                  <a:pt x="358638" y="1525957"/>
                </a:cubicBezTo>
                <a:cubicBezTo>
                  <a:pt x="358638" y="1509187"/>
                  <a:pt x="372232" y="1495593"/>
                  <a:pt x="389002" y="1495593"/>
                </a:cubicBezTo>
                <a:close/>
                <a:moveTo>
                  <a:pt x="316447" y="1495593"/>
                </a:moveTo>
                <a:cubicBezTo>
                  <a:pt x="333216" y="1495593"/>
                  <a:pt x="346810" y="1509187"/>
                  <a:pt x="346810" y="1525957"/>
                </a:cubicBezTo>
                <a:cubicBezTo>
                  <a:pt x="346810" y="1542726"/>
                  <a:pt x="333216" y="1556320"/>
                  <a:pt x="316447" y="1556320"/>
                </a:cubicBezTo>
                <a:cubicBezTo>
                  <a:pt x="299677" y="1556320"/>
                  <a:pt x="286084" y="1542726"/>
                  <a:pt x="286084" y="1525957"/>
                </a:cubicBezTo>
                <a:cubicBezTo>
                  <a:pt x="286084" y="1509187"/>
                  <a:pt x="299677" y="1495593"/>
                  <a:pt x="316447" y="1495593"/>
                </a:cubicBezTo>
                <a:close/>
                <a:moveTo>
                  <a:pt x="243892" y="1495593"/>
                </a:moveTo>
                <a:cubicBezTo>
                  <a:pt x="260662" y="1495593"/>
                  <a:pt x="274256" y="1509187"/>
                  <a:pt x="274256" y="1525957"/>
                </a:cubicBezTo>
                <a:cubicBezTo>
                  <a:pt x="274256" y="1542726"/>
                  <a:pt x="260662" y="1556320"/>
                  <a:pt x="243892" y="1556320"/>
                </a:cubicBezTo>
                <a:cubicBezTo>
                  <a:pt x="227123" y="1556320"/>
                  <a:pt x="213529" y="1542726"/>
                  <a:pt x="213529" y="1525957"/>
                </a:cubicBezTo>
                <a:cubicBezTo>
                  <a:pt x="213529" y="1509187"/>
                  <a:pt x="227123" y="1495593"/>
                  <a:pt x="243892" y="1495593"/>
                </a:cubicBezTo>
                <a:close/>
                <a:moveTo>
                  <a:pt x="171339" y="1495593"/>
                </a:moveTo>
                <a:cubicBezTo>
                  <a:pt x="188107" y="1495593"/>
                  <a:pt x="201701" y="1509187"/>
                  <a:pt x="201701" y="1525957"/>
                </a:cubicBezTo>
                <a:cubicBezTo>
                  <a:pt x="201701" y="1542726"/>
                  <a:pt x="188107" y="1556320"/>
                  <a:pt x="171339" y="1556320"/>
                </a:cubicBezTo>
                <a:cubicBezTo>
                  <a:pt x="154606" y="1556320"/>
                  <a:pt x="141012" y="1542726"/>
                  <a:pt x="141012" y="1525957"/>
                </a:cubicBezTo>
                <a:cubicBezTo>
                  <a:pt x="141012" y="1509187"/>
                  <a:pt x="154606" y="1495593"/>
                  <a:pt x="171339" y="1495593"/>
                </a:cubicBezTo>
                <a:close/>
                <a:moveTo>
                  <a:pt x="98825" y="1495593"/>
                </a:moveTo>
                <a:cubicBezTo>
                  <a:pt x="115592" y="1495593"/>
                  <a:pt x="129186" y="1509187"/>
                  <a:pt x="129186" y="1525957"/>
                </a:cubicBezTo>
                <a:cubicBezTo>
                  <a:pt x="129186" y="1542726"/>
                  <a:pt x="115592" y="1556320"/>
                  <a:pt x="98825" y="1556320"/>
                </a:cubicBezTo>
                <a:cubicBezTo>
                  <a:pt x="82054" y="1556320"/>
                  <a:pt x="68461" y="1542726"/>
                  <a:pt x="68461" y="1525957"/>
                </a:cubicBezTo>
                <a:cubicBezTo>
                  <a:pt x="68461" y="1509187"/>
                  <a:pt x="82054" y="1495593"/>
                  <a:pt x="98825" y="1495593"/>
                </a:cubicBezTo>
                <a:close/>
                <a:moveTo>
                  <a:pt x="26270" y="1495593"/>
                </a:moveTo>
                <a:cubicBezTo>
                  <a:pt x="43038" y="1495593"/>
                  <a:pt x="56632" y="1509187"/>
                  <a:pt x="56632" y="1525957"/>
                </a:cubicBezTo>
                <a:cubicBezTo>
                  <a:pt x="56632" y="1542726"/>
                  <a:pt x="43038" y="1556320"/>
                  <a:pt x="26270" y="1556320"/>
                </a:cubicBezTo>
                <a:cubicBezTo>
                  <a:pt x="17886" y="1556320"/>
                  <a:pt x="10295" y="1552922"/>
                  <a:pt x="4801" y="1547427"/>
                </a:cubicBezTo>
                <a:lnTo>
                  <a:pt x="0" y="1535836"/>
                </a:lnTo>
                <a:lnTo>
                  <a:pt x="0" y="1516078"/>
                </a:lnTo>
                <a:lnTo>
                  <a:pt x="4801" y="1504486"/>
                </a:lnTo>
                <a:cubicBezTo>
                  <a:pt x="10295" y="1498992"/>
                  <a:pt x="17886" y="1495593"/>
                  <a:pt x="26270" y="1495593"/>
                </a:cubicBezTo>
                <a:close/>
                <a:moveTo>
                  <a:pt x="1259656" y="1415141"/>
                </a:moveTo>
                <a:cubicBezTo>
                  <a:pt x="1268041" y="1415141"/>
                  <a:pt x="1275632" y="1418540"/>
                  <a:pt x="1281127" y="1424035"/>
                </a:cubicBezTo>
                <a:lnTo>
                  <a:pt x="1285044" y="1433492"/>
                </a:lnTo>
                <a:lnTo>
                  <a:pt x="1248565" y="1473629"/>
                </a:lnTo>
                <a:lnTo>
                  <a:pt x="1247837" y="1473482"/>
                </a:lnTo>
                <a:cubicBezTo>
                  <a:pt x="1236940" y="1468873"/>
                  <a:pt x="1229293" y="1458082"/>
                  <a:pt x="1229293" y="1445505"/>
                </a:cubicBezTo>
                <a:cubicBezTo>
                  <a:pt x="1229293" y="1428735"/>
                  <a:pt x="1242887" y="1415141"/>
                  <a:pt x="1259656" y="1415141"/>
                </a:cubicBezTo>
                <a:close/>
                <a:moveTo>
                  <a:pt x="1187102" y="1415141"/>
                </a:moveTo>
                <a:cubicBezTo>
                  <a:pt x="1203871" y="1415141"/>
                  <a:pt x="1217465" y="1428735"/>
                  <a:pt x="1217465" y="1445505"/>
                </a:cubicBezTo>
                <a:cubicBezTo>
                  <a:pt x="1217465" y="1462274"/>
                  <a:pt x="1203871" y="1475868"/>
                  <a:pt x="1187102" y="1475868"/>
                </a:cubicBezTo>
                <a:cubicBezTo>
                  <a:pt x="1170332" y="1475868"/>
                  <a:pt x="1156738" y="1462274"/>
                  <a:pt x="1156738" y="1445505"/>
                </a:cubicBezTo>
                <a:cubicBezTo>
                  <a:pt x="1156738" y="1428735"/>
                  <a:pt x="1170332" y="1415141"/>
                  <a:pt x="1187102" y="1415141"/>
                </a:cubicBezTo>
                <a:close/>
                <a:moveTo>
                  <a:pt x="1114547" y="1415141"/>
                </a:moveTo>
                <a:cubicBezTo>
                  <a:pt x="1131317" y="1415141"/>
                  <a:pt x="1144911" y="1428735"/>
                  <a:pt x="1144911" y="1445505"/>
                </a:cubicBezTo>
                <a:cubicBezTo>
                  <a:pt x="1144911" y="1462274"/>
                  <a:pt x="1131317" y="1475868"/>
                  <a:pt x="1114547" y="1475868"/>
                </a:cubicBezTo>
                <a:cubicBezTo>
                  <a:pt x="1097778" y="1475868"/>
                  <a:pt x="1084184" y="1462274"/>
                  <a:pt x="1084184" y="1445505"/>
                </a:cubicBezTo>
                <a:cubicBezTo>
                  <a:pt x="1084184" y="1428735"/>
                  <a:pt x="1097778" y="1415141"/>
                  <a:pt x="1114547" y="1415141"/>
                </a:cubicBezTo>
                <a:close/>
                <a:moveTo>
                  <a:pt x="1041993" y="1415141"/>
                </a:moveTo>
                <a:cubicBezTo>
                  <a:pt x="1058762" y="1415141"/>
                  <a:pt x="1072356" y="1428735"/>
                  <a:pt x="1072356" y="1445505"/>
                </a:cubicBezTo>
                <a:cubicBezTo>
                  <a:pt x="1072356" y="1462274"/>
                  <a:pt x="1058762" y="1475868"/>
                  <a:pt x="1041993" y="1475868"/>
                </a:cubicBezTo>
                <a:cubicBezTo>
                  <a:pt x="1025223" y="1475868"/>
                  <a:pt x="1011629" y="1462274"/>
                  <a:pt x="1011629" y="1445505"/>
                </a:cubicBezTo>
                <a:cubicBezTo>
                  <a:pt x="1011629" y="1428735"/>
                  <a:pt x="1025223" y="1415141"/>
                  <a:pt x="1041993" y="1415141"/>
                </a:cubicBezTo>
                <a:close/>
                <a:moveTo>
                  <a:pt x="969438" y="1415141"/>
                </a:moveTo>
                <a:cubicBezTo>
                  <a:pt x="986208" y="1415141"/>
                  <a:pt x="999801" y="1428735"/>
                  <a:pt x="999801" y="1445505"/>
                </a:cubicBezTo>
                <a:cubicBezTo>
                  <a:pt x="999801" y="1462274"/>
                  <a:pt x="986208" y="1475868"/>
                  <a:pt x="969438" y="1475868"/>
                </a:cubicBezTo>
                <a:cubicBezTo>
                  <a:pt x="952669" y="1475868"/>
                  <a:pt x="939075" y="1462274"/>
                  <a:pt x="939075" y="1445505"/>
                </a:cubicBezTo>
                <a:cubicBezTo>
                  <a:pt x="939075" y="1428735"/>
                  <a:pt x="952669" y="1415141"/>
                  <a:pt x="969438" y="1415141"/>
                </a:cubicBezTo>
                <a:close/>
                <a:moveTo>
                  <a:pt x="896883" y="1415141"/>
                </a:moveTo>
                <a:cubicBezTo>
                  <a:pt x="913653" y="1415141"/>
                  <a:pt x="927247" y="1428735"/>
                  <a:pt x="927247" y="1445505"/>
                </a:cubicBezTo>
                <a:cubicBezTo>
                  <a:pt x="927247" y="1462274"/>
                  <a:pt x="913653" y="1475868"/>
                  <a:pt x="896883" y="1475868"/>
                </a:cubicBezTo>
                <a:cubicBezTo>
                  <a:pt x="880114" y="1475868"/>
                  <a:pt x="866520" y="1462274"/>
                  <a:pt x="866520" y="1445505"/>
                </a:cubicBezTo>
                <a:cubicBezTo>
                  <a:pt x="866520" y="1428735"/>
                  <a:pt x="880114" y="1415141"/>
                  <a:pt x="896883" y="1415141"/>
                </a:cubicBezTo>
                <a:close/>
                <a:moveTo>
                  <a:pt x="824329" y="1415141"/>
                </a:moveTo>
                <a:cubicBezTo>
                  <a:pt x="841098" y="1415141"/>
                  <a:pt x="854692" y="1428735"/>
                  <a:pt x="854692" y="1445505"/>
                </a:cubicBezTo>
                <a:cubicBezTo>
                  <a:pt x="854692" y="1462274"/>
                  <a:pt x="841098" y="1475868"/>
                  <a:pt x="824329" y="1475868"/>
                </a:cubicBezTo>
                <a:cubicBezTo>
                  <a:pt x="807559" y="1475868"/>
                  <a:pt x="793965" y="1462274"/>
                  <a:pt x="793965" y="1445505"/>
                </a:cubicBezTo>
                <a:cubicBezTo>
                  <a:pt x="793965" y="1428735"/>
                  <a:pt x="807559" y="1415141"/>
                  <a:pt x="824329" y="1415141"/>
                </a:cubicBezTo>
                <a:close/>
                <a:moveTo>
                  <a:pt x="751774" y="1415141"/>
                </a:moveTo>
                <a:cubicBezTo>
                  <a:pt x="768544" y="1415141"/>
                  <a:pt x="782138" y="1428735"/>
                  <a:pt x="782138" y="1445505"/>
                </a:cubicBezTo>
                <a:cubicBezTo>
                  <a:pt x="782138" y="1462274"/>
                  <a:pt x="768544" y="1475868"/>
                  <a:pt x="751774" y="1475868"/>
                </a:cubicBezTo>
                <a:cubicBezTo>
                  <a:pt x="735005" y="1475868"/>
                  <a:pt x="721411" y="1462274"/>
                  <a:pt x="721411" y="1445505"/>
                </a:cubicBezTo>
                <a:cubicBezTo>
                  <a:pt x="721411" y="1428735"/>
                  <a:pt x="735005" y="1415141"/>
                  <a:pt x="751774" y="1415141"/>
                </a:cubicBezTo>
                <a:close/>
                <a:moveTo>
                  <a:pt x="679220" y="1415141"/>
                </a:moveTo>
                <a:cubicBezTo>
                  <a:pt x="695989" y="1415141"/>
                  <a:pt x="709583" y="1428735"/>
                  <a:pt x="709583" y="1445505"/>
                </a:cubicBezTo>
                <a:cubicBezTo>
                  <a:pt x="709583" y="1462274"/>
                  <a:pt x="695989" y="1475868"/>
                  <a:pt x="679220" y="1475868"/>
                </a:cubicBezTo>
                <a:cubicBezTo>
                  <a:pt x="662450" y="1475868"/>
                  <a:pt x="648856" y="1462274"/>
                  <a:pt x="648856" y="1445505"/>
                </a:cubicBezTo>
                <a:cubicBezTo>
                  <a:pt x="648856" y="1428735"/>
                  <a:pt x="662450" y="1415141"/>
                  <a:pt x="679220" y="1415141"/>
                </a:cubicBezTo>
                <a:close/>
                <a:moveTo>
                  <a:pt x="606665" y="1415141"/>
                </a:moveTo>
                <a:cubicBezTo>
                  <a:pt x="623435" y="1415141"/>
                  <a:pt x="637029" y="1428735"/>
                  <a:pt x="637029" y="1445505"/>
                </a:cubicBezTo>
                <a:cubicBezTo>
                  <a:pt x="637029" y="1462274"/>
                  <a:pt x="623435" y="1475868"/>
                  <a:pt x="606665" y="1475868"/>
                </a:cubicBezTo>
                <a:cubicBezTo>
                  <a:pt x="589896" y="1475868"/>
                  <a:pt x="576302" y="1462274"/>
                  <a:pt x="576302" y="1445505"/>
                </a:cubicBezTo>
                <a:cubicBezTo>
                  <a:pt x="576302" y="1428735"/>
                  <a:pt x="589896" y="1415141"/>
                  <a:pt x="606665" y="1415141"/>
                </a:cubicBezTo>
                <a:close/>
                <a:moveTo>
                  <a:pt x="534111" y="1415141"/>
                </a:moveTo>
                <a:cubicBezTo>
                  <a:pt x="550880" y="1415141"/>
                  <a:pt x="564474" y="1428735"/>
                  <a:pt x="564474" y="1445505"/>
                </a:cubicBezTo>
                <a:cubicBezTo>
                  <a:pt x="564474" y="1462274"/>
                  <a:pt x="550880" y="1475868"/>
                  <a:pt x="534111" y="1475868"/>
                </a:cubicBezTo>
                <a:cubicBezTo>
                  <a:pt x="517341" y="1475868"/>
                  <a:pt x="503747" y="1462274"/>
                  <a:pt x="503747" y="1445505"/>
                </a:cubicBezTo>
                <a:cubicBezTo>
                  <a:pt x="503747" y="1428735"/>
                  <a:pt x="517341" y="1415141"/>
                  <a:pt x="534111" y="1415141"/>
                </a:cubicBezTo>
                <a:close/>
                <a:moveTo>
                  <a:pt x="461556" y="1415141"/>
                </a:moveTo>
                <a:cubicBezTo>
                  <a:pt x="478326" y="1415141"/>
                  <a:pt x="491920" y="1428735"/>
                  <a:pt x="491920" y="1445505"/>
                </a:cubicBezTo>
                <a:cubicBezTo>
                  <a:pt x="491920" y="1462274"/>
                  <a:pt x="478326" y="1475868"/>
                  <a:pt x="461556" y="1475868"/>
                </a:cubicBezTo>
                <a:cubicBezTo>
                  <a:pt x="444787" y="1475868"/>
                  <a:pt x="431192" y="1462274"/>
                  <a:pt x="431192" y="1445505"/>
                </a:cubicBezTo>
                <a:cubicBezTo>
                  <a:pt x="431192" y="1428735"/>
                  <a:pt x="444787" y="1415141"/>
                  <a:pt x="461556" y="1415141"/>
                </a:cubicBezTo>
                <a:close/>
                <a:moveTo>
                  <a:pt x="389002" y="1415141"/>
                </a:moveTo>
                <a:cubicBezTo>
                  <a:pt x="405771" y="1415141"/>
                  <a:pt x="419365" y="1428735"/>
                  <a:pt x="419365" y="1445505"/>
                </a:cubicBezTo>
                <a:cubicBezTo>
                  <a:pt x="419365" y="1462274"/>
                  <a:pt x="405771" y="1475868"/>
                  <a:pt x="389002" y="1475868"/>
                </a:cubicBezTo>
                <a:cubicBezTo>
                  <a:pt x="372232" y="1475868"/>
                  <a:pt x="358638" y="1462274"/>
                  <a:pt x="358638" y="1445505"/>
                </a:cubicBezTo>
                <a:cubicBezTo>
                  <a:pt x="358638" y="1428735"/>
                  <a:pt x="372232" y="1415141"/>
                  <a:pt x="389002" y="1415141"/>
                </a:cubicBezTo>
                <a:close/>
                <a:moveTo>
                  <a:pt x="316447" y="1415141"/>
                </a:moveTo>
                <a:cubicBezTo>
                  <a:pt x="333216" y="1415141"/>
                  <a:pt x="346810" y="1428735"/>
                  <a:pt x="346810" y="1445505"/>
                </a:cubicBezTo>
                <a:cubicBezTo>
                  <a:pt x="346810" y="1462274"/>
                  <a:pt x="333216" y="1475868"/>
                  <a:pt x="316447" y="1475868"/>
                </a:cubicBezTo>
                <a:cubicBezTo>
                  <a:pt x="299677" y="1475868"/>
                  <a:pt x="286084" y="1462274"/>
                  <a:pt x="286084" y="1445505"/>
                </a:cubicBezTo>
                <a:cubicBezTo>
                  <a:pt x="286084" y="1428735"/>
                  <a:pt x="299677" y="1415141"/>
                  <a:pt x="316447" y="1415141"/>
                </a:cubicBezTo>
                <a:close/>
                <a:moveTo>
                  <a:pt x="243892" y="1415141"/>
                </a:moveTo>
                <a:cubicBezTo>
                  <a:pt x="260662" y="1415141"/>
                  <a:pt x="274256" y="1428735"/>
                  <a:pt x="274256" y="1445505"/>
                </a:cubicBezTo>
                <a:cubicBezTo>
                  <a:pt x="274256" y="1462274"/>
                  <a:pt x="260662" y="1475868"/>
                  <a:pt x="243892" y="1475868"/>
                </a:cubicBezTo>
                <a:cubicBezTo>
                  <a:pt x="227123" y="1475868"/>
                  <a:pt x="213529" y="1462274"/>
                  <a:pt x="213529" y="1445505"/>
                </a:cubicBezTo>
                <a:cubicBezTo>
                  <a:pt x="213529" y="1428735"/>
                  <a:pt x="227123" y="1415141"/>
                  <a:pt x="243892" y="1415141"/>
                </a:cubicBezTo>
                <a:close/>
                <a:moveTo>
                  <a:pt x="171339" y="1415141"/>
                </a:moveTo>
                <a:cubicBezTo>
                  <a:pt x="188107" y="1415141"/>
                  <a:pt x="201701" y="1428735"/>
                  <a:pt x="201701" y="1445505"/>
                </a:cubicBezTo>
                <a:cubicBezTo>
                  <a:pt x="201701" y="1462274"/>
                  <a:pt x="188107" y="1475868"/>
                  <a:pt x="171339" y="1475868"/>
                </a:cubicBezTo>
                <a:cubicBezTo>
                  <a:pt x="154611" y="1475868"/>
                  <a:pt x="141018" y="1462274"/>
                  <a:pt x="141018" y="1445505"/>
                </a:cubicBezTo>
                <a:cubicBezTo>
                  <a:pt x="141018" y="1428735"/>
                  <a:pt x="154611" y="1415141"/>
                  <a:pt x="171339" y="1415141"/>
                </a:cubicBezTo>
                <a:close/>
                <a:moveTo>
                  <a:pt x="98831" y="1415141"/>
                </a:moveTo>
                <a:cubicBezTo>
                  <a:pt x="115598" y="1415141"/>
                  <a:pt x="129192" y="1428735"/>
                  <a:pt x="129192" y="1445505"/>
                </a:cubicBezTo>
                <a:cubicBezTo>
                  <a:pt x="129192" y="1462274"/>
                  <a:pt x="115598" y="1475868"/>
                  <a:pt x="98831" y="1475868"/>
                </a:cubicBezTo>
                <a:cubicBezTo>
                  <a:pt x="82060" y="1475868"/>
                  <a:pt x="68467" y="1462274"/>
                  <a:pt x="68467" y="1445505"/>
                </a:cubicBezTo>
                <a:cubicBezTo>
                  <a:pt x="68467" y="1428735"/>
                  <a:pt x="82060" y="1415141"/>
                  <a:pt x="98831" y="1415141"/>
                </a:cubicBezTo>
                <a:close/>
                <a:moveTo>
                  <a:pt x="26277" y="1415141"/>
                </a:moveTo>
                <a:cubicBezTo>
                  <a:pt x="43044" y="1415141"/>
                  <a:pt x="56638" y="1428735"/>
                  <a:pt x="56638" y="1445505"/>
                </a:cubicBezTo>
                <a:cubicBezTo>
                  <a:pt x="56638" y="1462274"/>
                  <a:pt x="43044" y="1475868"/>
                  <a:pt x="26277" y="1475868"/>
                </a:cubicBezTo>
                <a:cubicBezTo>
                  <a:pt x="17892" y="1475868"/>
                  <a:pt x="10301" y="1472470"/>
                  <a:pt x="4807" y="1466975"/>
                </a:cubicBezTo>
                <a:lnTo>
                  <a:pt x="0" y="1455370"/>
                </a:lnTo>
                <a:lnTo>
                  <a:pt x="0" y="1435640"/>
                </a:lnTo>
                <a:lnTo>
                  <a:pt x="4807" y="1424034"/>
                </a:lnTo>
                <a:cubicBezTo>
                  <a:pt x="10301" y="1418540"/>
                  <a:pt x="17892" y="1415141"/>
                  <a:pt x="26277" y="1415141"/>
                </a:cubicBezTo>
                <a:close/>
                <a:moveTo>
                  <a:pt x="1332211" y="1334690"/>
                </a:moveTo>
                <a:cubicBezTo>
                  <a:pt x="1340596" y="1334690"/>
                  <a:pt x="1348186" y="1338088"/>
                  <a:pt x="1353681" y="1343583"/>
                </a:cubicBezTo>
                <a:lnTo>
                  <a:pt x="1356143" y="1349526"/>
                </a:lnTo>
                <a:lnTo>
                  <a:pt x="1331934" y="1381900"/>
                </a:lnTo>
                <a:lnTo>
                  <a:pt x="1321597" y="1393274"/>
                </a:lnTo>
                <a:lnTo>
                  <a:pt x="1320392" y="1393030"/>
                </a:lnTo>
                <a:cubicBezTo>
                  <a:pt x="1309494" y="1388421"/>
                  <a:pt x="1301847" y="1377631"/>
                  <a:pt x="1301847" y="1365053"/>
                </a:cubicBezTo>
                <a:cubicBezTo>
                  <a:pt x="1301847" y="1348284"/>
                  <a:pt x="1315441" y="1334690"/>
                  <a:pt x="1332211" y="1334690"/>
                </a:cubicBezTo>
                <a:close/>
                <a:moveTo>
                  <a:pt x="1259656" y="1334690"/>
                </a:moveTo>
                <a:cubicBezTo>
                  <a:pt x="1276426" y="1334690"/>
                  <a:pt x="1290020" y="1348284"/>
                  <a:pt x="1290020" y="1365053"/>
                </a:cubicBezTo>
                <a:cubicBezTo>
                  <a:pt x="1290020" y="1381823"/>
                  <a:pt x="1276426" y="1395417"/>
                  <a:pt x="1259656" y="1395417"/>
                </a:cubicBezTo>
                <a:cubicBezTo>
                  <a:pt x="1242887" y="1395417"/>
                  <a:pt x="1229293" y="1381823"/>
                  <a:pt x="1229293" y="1365053"/>
                </a:cubicBezTo>
                <a:cubicBezTo>
                  <a:pt x="1229293" y="1348284"/>
                  <a:pt x="1242887" y="1334690"/>
                  <a:pt x="1259656" y="1334690"/>
                </a:cubicBezTo>
                <a:close/>
                <a:moveTo>
                  <a:pt x="1187102" y="1334690"/>
                </a:moveTo>
                <a:cubicBezTo>
                  <a:pt x="1203871" y="1334690"/>
                  <a:pt x="1217465" y="1348284"/>
                  <a:pt x="1217465" y="1365053"/>
                </a:cubicBezTo>
                <a:cubicBezTo>
                  <a:pt x="1217465" y="1381823"/>
                  <a:pt x="1203871" y="1395417"/>
                  <a:pt x="1187102" y="1395417"/>
                </a:cubicBezTo>
                <a:cubicBezTo>
                  <a:pt x="1170332" y="1395417"/>
                  <a:pt x="1156738" y="1381823"/>
                  <a:pt x="1156738" y="1365053"/>
                </a:cubicBezTo>
                <a:cubicBezTo>
                  <a:pt x="1156738" y="1348284"/>
                  <a:pt x="1170332" y="1334690"/>
                  <a:pt x="1187102" y="1334690"/>
                </a:cubicBezTo>
                <a:close/>
                <a:moveTo>
                  <a:pt x="1114547" y="1334690"/>
                </a:moveTo>
                <a:cubicBezTo>
                  <a:pt x="1131317" y="1334690"/>
                  <a:pt x="1144911" y="1348284"/>
                  <a:pt x="1144911" y="1365053"/>
                </a:cubicBezTo>
                <a:cubicBezTo>
                  <a:pt x="1144911" y="1381823"/>
                  <a:pt x="1131317" y="1395417"/>
                  <a:pt x="1114547" y="1395417"/>
                </a:cubicBezTo>
                <a:cubicBezTo>
                  <a:pt x="1097778" y="1395417"/>
                  <a:pt x="1084184" y="1381823"/>
                  <a:pt x="1084184" y="1365053"/>
                </a:cubicBezTo>
                <a:cubicBezTo>
                  <a:pt x="1084184" y="1348284"/>
                  <a:pt x="1097778" y="1334690"/>
                  <a:pt x="1114547" y="1334690"/>
                </a:cubicBezTo>
                <a:close/>
                <a:moveTo>
                  <a:pt x="1041993" y="1334690"/>
                </a:moveTo>
                <a:cubicBezTo>
                  <a:pt x="1058762" y="1334690"/>
                  <a:pt x="1072356" y="1348284"/>
                  <a:pt x="1072356" y="1365053"/>
                </a:cubicBezTo>
                <a:cubicBezTo>
                  <a:pt x="1072356" y="1381823"/>
                  <a:pt x="1058762" y="1395417"/>
                  <a:pt x="1041993" y="1395417"/>
                </a:cubicBezTo>
                <a:cubicBezTo>
                  <a:pt x="1025223" y="1395417"/>
                  <a:pt x="1011629" y="1381823"/>
                  <a:pt x="1011629" y="1365053"/>
                </a:cubicBezTo>
                <a:cubicBezTo>
                  <a:pt x="1011629" y="1348284"/>
                  <a:pt x="1025223" y="1334690"/>
                  <a:pt x="1041993" y="1334690"/>
                </a:cubicBezTo>
                <a:close/>
                <a:moveTo>
                  <a:pt x="969438" y="1334690"/>
                </a:moveTo>
                <a:cubicBezTo>
                  <a:pt x="986208" y="1334690"/>
                  <a:pt x="999801" y="1348284"/>
                  <a:pt x="999801" y="1365053"/>
                </a:cubicBezTo>
                <a:cubicBezTo>
                  <a:pt x="999801" y="1381823"/>
                  <a:pt x="986208" y="1395417"/>
                  <a:pt x="969438" y="1395417"/>
                </a:cubicBezTo>
                <a:cubicBezTo>
                  <a:pt x="952669" y="1395417"/>
                  <a:pt x="939075" y="1381823"/>
                  <a:pt x="939075" y="1365053"/>
                </a:cubicBezTo>
                <a:cubicBezTo>
                  <a:pt x="939075" y="1348284"/>
                  <a:pt x="952669" y="1334690"/>
                  <a:pt x="969438" y="1334690"/>
                </a:cubicBezTo>
                <a:close/>
                <a:moveTo>
                  <a:pt x="896883" y="1334690"/>
                </a:moveTo>
                <a:cubicBezTo>
                  <a:pt x="913653" y="1334690"/>
                  <a:pt x="927247" y="1348284"/>
                  <a:pt x="927247" y="1365053"/>
                </a:cubicBezTo>
                <a:cubicBezTo>
                  <a:pt x="927247" y="1381823"/>
                  <a:pt x="913653" y="1395417"/>
                  <a:pt x="896883" y="1395417"/>
                </a:cubicBezTo>
                <a:cubicBezTo>
                  <a:pt x="880114" y="1395417"/>
                  <a:pt x="866520" y="1381823"/>
                  <a:pt x="866520" y="1365053"/>
                </a:cubicBezTo>
                <a:cubicBezTo>
                  <a:pt x="866520" y="1348284"/>
                  <a:pt x="880114" y="1334690"/>
                  <a:pt x="896883" y="1334690"/>
                </a:cubicBezTo>
                <a:close/>
                <a:moveTo>
                  <a:pt x="824329" y="1334690"/>
                </a:moveTo>
                <a:cubicBezTo>
                  <a:pt x="841098" y="1334690"/>
                  <a:pt x="854692" y="1348284"/>
                  <a:pt x="854692" y="1365053"/>
                </a:cubicBezTo>
                <a:cubicBezTo>
                  <a:pt x="854692" y="1381823"/>
                  <a:pt x="841098" y="1395417"/>
                  <a:pt x="824329" y="1395417"/>
                </a:cubicBezTo>
                <a:cubicBezTo>
                  <a:pt x="807559" y="1395417"/>
                  <a:pt x="793965" y="1381823"/>
                  <a:pt x="793965" y="1365053"/>
                </a:cubicBezTo>
                <a:cubicBezTo>
                  <a:pt x="793965" y="1348284"/>
                  <a:pt x="807559" y="1334690"/>
                  <a:pt x="824329" y="1334690"/>
                </a:cubicBezTo>
                <a:close/>
                <a:moveTo>
                  <a:pt x="751774" y="1334690"/>
                </a:moveTo>
                <a:cubicBezTo>
                  <a:pt x="768544" y="1334690"/>
                  <a:pt x="782138" y="1348284"/>
                  <a:pt x="782138" y="1365053"/>
                </a:cubicBezTo>
                <a:cubicBezTo>
                  <a:pt x="782138" y="1381823"/>
                  <a:pt x="768544" y="1395417"/>
                  <a:pt x="751774" y="1395417"/>
                </a:cubicBezTo>
                <a:cubicBezTo>
                  <a:pt x="735005" y="1395417"/>
                  <a:pt x="721411" y="1381823"/>
                  <a:pt x="721411" y="1365053"/>
                </a:cubicBezTo>
                <a:cubicBezTo>
                  <a:pt x="721411" y="1348284"/>
                  <a:pt x="735005" y="1334690"/>
                  <a:pt x="751774" y="1334690"/>
                </a:cubicBezTo>
                <a:close/>
                <a:moveTo>
                  <a:pt x="679220" y="1334690"/>
                </a:moveTo>
                <a:cubicBezTo>
                  <a:pt x="695989" y="1334690"/>
                  <a:pt x="709583" y="1348284"/>
                  <a:pt x="709583" y="1365053"/>
                </a:cubicBezTo>
                <a:cubicBezTo>
                  <a:pt x="709583" y="1381823"/>
                  <a:pt x="695989" y="1395417"/>
                  <a:pt x="679220" y="1395417"/>
                </a:cubicBezTo>
                <a:cubicBezTo>
                  <a:pt x="662450" y="1395417"/>
                  <a:pt x="648856" y="1381823"/>
                  <a:pt x="648856" y="1365053"/>
                </a:cubicBezTo>
                <a:cubicBezTo>
                  <a:pt x="648856" y="1348284"/>
                  <a:pt x="662450" y="1334690"/>
                  <a:pt x="679220" y="1334690"/>
                </a:cubicBezTo>
                <a:close/>
                <a:moveTo>
                  <a:pt x="606665" y="1334690"/>
                </a:moveTo>
                <a:cubicBezTo>
                  <a:pt x="623435" y="1334690"/>
                  <a:pt x="637029" y="1348284"/>
                  <a:pt x="637029" y="1365053"/>
                </a:cubicBezTo>
                <a:cubicBezTo>
                  <a:pt x="637029" y="1381823"/>
                  <a:pt x="623435" y="1395417"/>
                  <a:pt x="606665" y="1395417"/>
                </a:cubicBezTo>
                <a:cubicBezTo>
                  <a:pt x="589896" y="1395417"/>
                  <a:pt x="576302" y="1381823"/>
                  <a:pt x="576302" y="1365053"/>
                </a:cubicBezTo>
                <a:cubicBezTo>
                  <a:pt x="576302" y="1348284"/>
                  <a:pt x="589896" y="1334690"/>
                  <a:pt x="606665" y="1334690"/>
                </a:cubicBezTo>
                <a:close/>
                <a:moveTo>
                  <a:pt x="534111" y="1334690"/>
                </a:moveTo>
                <a:cubicBezTo>
                  <a:pt x="550880" y="1334690"/>
                  <a:pt x="564474" y="1348284"/>
                  <a:pt x="564474" y="1365053"/>
                </a:cubicBezTo>
                <a:cubicBezTo>
                  <a:pt x="564474" y="1381823"/>
                  <a:pt x="550880" y="1395417"/>
                  <a:pt x="534111" y="1395417"/>
                </a:cubicBezTo>
                <a:cubicBezTo>
                  <a:pt x="517341" y="1395417"/>
                  <a:pt x="503747" y="1381823"/>
                  <a:pt x="503747" y="1365053"/>
                </a:cubicBezTo>
                <a:cubicBezTo>
                  <a:pt x="503747" y="1348284"/>
                  <a:pt x="517341" y="1334690"/>
                  <a:pt x="534111" y="1334690"/>
                </a:cubicBezTo>
                <a:close/>
                <a:moveTo>
                  <a:pt x="461556" y="1334690"/>
                </a:moveTo>
                <a:cubicBezTo>
                  <a:pt x="478326" y="1334690"/>
                  <a:pt x="491920" y="1348284"/>
                  <a:pt x="491920" y="1365053"/>
                </a:cubicBezTo>
                <a:cubicBezTo>
                  <a:pt x="491920" y="1381823"/>
                  <a:pt x="478326" y="1395417"/>
                  <a:pt x="461556" y="1395417"/>
                </a:cubicBezTo>
                <a:cubicBezTo>
                  <a:pt x="444787" y="1395417"/>
                  <a:pt x="431192" y="1381823"/>
                  <a:pt x="431192" y="1365053"/>
                </a:cubicBezTo>
                <a:cubicBezTo>
                  <a:pt x="431192" y="1348284"/>
                  <a:pt x="444787" y="1334690"/>
                  <a:pt x="461556" y="1334690"/>
                </a:cubicBezTo>
                <a:close/>
                <a:moveTo>
                  <a:pt x="389002" y="1334690"/>
                </a:moveTo>
                <a:cubicBezTo>
                  <a:pt x="405771" y="1334690"/>
                  <a:pt x="419365" y="1348284"/>
                  <a:pt x="419365" y="1365053"/>
                </a:cubicBezTo>
                <a:cubicBezTo>
                  <a:pt x="419365" y="1381823"/>
                  <a:pt x="405771" y="1395417"/>
                  <a:pt x="389002" y="1395417"/>
                </a:cubicBezTo>
                <a:cubicBezTo>
                  <a:pt x="372232" y="1395417"/>
                  <a:pt x="358638" y="1381823"/>
                  <a:pt x="358638" y="1365053"/>
                </a:cubicBezTo>
                <a:cubicBezTo>
                  <a:pt x="358638" y="1348284"/>
                  <a:pt x="372232" y="1334690"/>
                  <a:pt x="389002" y="1334690"/>
                </a:cubicBezTo>
                <a:close/>
                <a:moveTo>
                  <a:pt x="316447" y="1334690"/>
                </a:moveTo>
                <a:cubicBezTo>
                  <a:pt x="333216" y="1334690"/>
                  <a:pt x="346810" y="1348284"/>
                  <a:pt x="346810" y="1365053"/>
                </a:cubicBezTo>
                <a:cubicBezTo>
                  <a:pt x="346810" y="1381823"/>
                  <a:pt x="333216" y="1395417"/>
                  <a:pt x="316447" y="1395417"/>
                </a:cubicBezTo>
                <a:cubicBezTo>
                  <a:pt x="299677" y="1395417"/>
                  <a:pt x="286084" y="1381823"/>
                  <a:pt x="286084" y="1365053"/>
                </a:cubicBezTo>
                <a:cubicBezTo>
                  <a:pt x="286084" y="1348284"/>
                  <a:pt x="299677" y="1334690"/>
                  <a:pt x="316447" y="1334690"/>
                </a:cubicBezTo>
                <a:close/>
                <a:moveTo>
                  <a:pt x="243892" y="1334690"/>
                </a:moveTo>
                <a:cubicBezTo>
                  <a:pt x="260662" y="1334690"/>
                  <a:pt x="274256" y="1348284"/>
                  <a:pt x="274256" y="1365053"/>
                </a:cubicBezTo>
                <a:cubicBezTo>
                  <a:pt x="274256" y="1381823"/>
                  <a:pt x="260662" y="1395417"/>
                  <a:pt x="243892" y="1395417"/>
                </a:cubicBezTo>
                <a:cubicBezTo>
                  <a:pt x="227123" y="1395417"/>
                  <a:pt x="213529" y="1381823"/>
                  <a:pt x="213529" y="1365053"/>
                </a:cubicBezTo>
                <a:cubicBezTo>
                  <a:pt x="213529" y="1348284"/>
                  <a:pt x="227123" y="1334690"/>
                  <a:pt x="243892" y="1334690"/>
                </a:cubicBezTo>
                <a:close/>
                <a:moveTo>
                  <a:pt x="171339" y="1334690"/>
                </a:moveTo>
                <a:cubicBezTo>
                  <a:pt x="188107" y="1334690"/>
                  <a:pt x="201701" y="1348284"/>
                  <a:pt x="201701" y="1365053"/>
                </a:cubicBezTo>
                <a:cubicBezTo>
                  <a:pt x="201701" y="1381823"/>
                  <a:pt x="188107" y="1395417"/>
                  <a:pt x="171339" y="1395417"/>
                </a:cubicBezTo>
                <a:cubicBezTo>
                  <a:pt x="154616" y="1395417"/>
                  <a:pt x="141023" y="1381823"/>
                  <a:pt x="141023" y="1365053"/>
                </a:cubicBezTo>
                <a:cubicBezTo>
                  <a:pt x="141023" y="1348284"/>
                  <a:pt x="154616" y="1334690"/>
                  <a:pt x="171339" y="1334690"/>
                </a:cubicBezTo>
                <a:close/>
                <a:moveTo>
                  <a:pt x="98838" y="1334690"/>
                </a:moveTo>
                <a:cubicBezTo>
                  <a:pt x="115605" y="1334690"/>
                  <a:pt x="129198" y="1348284"/>
                  <a:pt x="129198" y="1365053"/>
                </a:cubicBezTo>
                <a:cubicBezTo>
                  <a:pt x="129198" y="1381823"/>
                  <a:pt x="115605" y="1395417"/>
                  <a:pt x="98838" y="1395417"/>
                </a:cubicBezTo>
                <a:cubicBezTo>
                  <a:pt x="82067" y="1395417"/>
                  <a:pt x="68474" y="1381823"/>
                  <a:pt x="68474" y="1365053"/>
                </a:cubicBezTo>
                <a:cubicBezTo>
                  <a:pt x="68474" y="1348284"/>
                  <a:pt x="82067" y="1334690"/>
                  <a:pt x="98838" y="1334690"/>
                </a:cubicBezTo>
                <a:close/>
                <a:moveTo>
                  <a:pt x="26283" y="1334690"/>
                </a:moveTo>
                <a:cubicBezTo>
                  <a:pt x="43051" y="1334690"/>
                  <a:pt x="56645" y="1348284"/>
                  <a:pt x="56645" y="1365053"/>
                </a:cubicBezTo>
                <a:cubicBezTo>
                  <a:pt x="56645" y="1381823"/>
                  <a:pt x="43051" y="1395417"/>
                  <a:pt x="26283" y="1395417"/>
                </a:cubicBezTo>
                <a:cubicBezTo>
                  <a:pt x="17898" y="1395417"/>
                  <a:pt x="10308" y="1392019"/>
                  <a:pt x="4813" y="1386524"/>
                </a:cubicBezTo>
                <a:lnTo>
                  <a:pt x="0" y="1374903"/>
                </a:lnTo>
                <a:lnTo>
                  <a:pt x="0" y="1355203"/>
                </a:lnTo>
                <a:lnTo>
                  <a:pt x="4813" y="1343583"/>
                </a:lnTo>
                <a:cubicBezTo>
                  <a:pt x="10308" y="1338089"/>
                  <a:pt x="17898" y="1334690"/>
                  <a:pt x="26283" y="1334690"/>
                </a:cubicBezTo>
                <a:close/>
                <a:moveTo>
                  <a:pt x="1404765" y="1254238"/>
                </a:moveTo>
                <a:cubicBezTo>
                  <a:pt x="1408957" y="1254238"/>
                  <a:pt x="1412951" y="1255088"/>
                  <a:pt x="1416584" y="1256624"/>
                </a:cubicBezTo>
                <a:lnTo>
                  <a:pt x="1422045" y="1260306"/>
                </a:lnTo>
                <a:lnTo>
                  <a:pt x="1418517" y="1266114"/>
                </a:lnTo>
                <a:lnTo>
                  <a:pt x="1386846" y="1308466"/>
                </a:lnTo>
                <a:lnTo>
                  <a:pt x="1383295" y="1306072"/>
                </a:lnTo>
                <a:cubicBezTo>
                  <a:pt x="1377800" y="1300577"/>
                  <a:pt x="1374402" y="1292986"/>
                  <a:pt x="1374402" y="1284602"/>
                </a:cubicBezTo>
                <a:cubicBezTo>
                  <a:pt x="1374402" y="1267832"/>
                  <a:pt x="1387996" y="1254238"/>
                  <a:pt x="1404765" y="1254238"/>
                </a:cubicBezTo>
                <a:close/>
                <a:moveTo>
                  <a:pt x="1332211" y="1254238"/>
                </a:moveTo>
                <a:cubicBezTo>
                  <a:pt x="1348980" y="1254238"/>
                  <a:pt x="1362574" y="1267832"/>
                  <a:pt x="1362574" y="1284602"/>
                </a:cubicBezTo>
                <a:cubicBezTo>
                  <a:pt x="1362574" y="1301371"/>
                  <a:pt x="1348980" y="1314965"/>
                  <a:pt x="1332211" y="1314965"/>
                </a:cubicBezTo>
                <a:cubicBezTo>
                  <a:pt x="1315441" y="1314965"/>
                  <a:pt x="1301847" y="1301371"/>
                  <a:pt x="1301847" y="1284602"/>
                </a:cubicBezTo>
                <a:cubicBezTo>
                  <a:pt x="1301847" y="1267832"/>
                  <a:pt x="1315441" y="1254238"/>
                  <a:pt x="1332211" y="1254238"/>
                </a:cubicBezTo>
                <a:close/>
                <a:moveTo>
                  <a:pt x="1259656" y="1254238"/>
                </a:moveTo>
                <a:cubicBezTo>
                  <a:pt x="1276426" y="1254238"/>
                  <a:pt x="1290020" y="1267832"/>
                  <a:pt x="1290020" y="1284602"/>
                </a:cubicBezTo>
                <a:cubicBezTo>
                  <a:pt x="1290020" y="1301371"/>
                  <a:pt x="1276426" y="1314965"/>
                  <a:pt x="1259656" y="1314965"/>
                </a:cubicBezTo>
                <a:cubicBezTo>
                  <a:pt x="1242887" y="1314965"/>
                  <a:pt x="1229293" y="1301371"/>
                  <a:pt x="1229293" y="1284602"/>
                </a:cubicBezTo>
                <a:cubicBezTo>
                  <a:pt x="1229293" y="1267832"/>
                  <a:pt x="1242887" y="1254238"/>
                  <a:pt x="1259656" y="1254238"/>
                </a:cubicBezTo>
                <a:close/>
                <a:moveTo>
                  <a:pt x="1187102" y="1254238"/>
                </a:moveTo>
                <a:cubicBezTo>
                  <a:pt x="1203871" y="1254238"/>
                  <a:pt x="1217465" y="1267832"/>
                  <a:pt x="1217465" y="1284602"/>
                </a:cubicBezTo>
                <a:cubicBezTo>
                  <a:pt x="1217465" y="1301371"/>
                  <a:pt x="1203871" y="1314965"/>
                  <a:pt x="1187102" y="1314965"/>
                </a:cubicBezTo>
                <a:cubicBezTo>
                  <a:pt x="1170332" y="1314965"/>
                  <a:pt x="1156738" y="1301371"/>
                  <a:pt x="1156738" y="1284602"/>
                </a:cubicBezTo>
                <a:cubicBezTo>
                  <a:pt x="1156738" y="1267832"/>
                  <a:pt x="1170332" y="1254238"/>
                  <a:pt x="1187102" y="1254238"/>
                </a:cubicBezTo>
                <a:close/>
                <a:moveTo>
                  <a:pt x="1114547" y="1254238"/>
                </a:moveTo>
                <a:cubicBezTo>
                  <a:pt x="1131317" y="1254238"/>
                  <a:pt x="1144911" y="1267832"/>
                  <a:pt x="1144911" y="1284602"/>
                </a:cubicBezTo>
                <a:cubicBezTo>
                  <a:pt x="1144911" y="1301371"/>
                  <a:pt x="1131317" y="1314965"/>
                  <a:pt x="1114547" y="1314965"/>
                </a:cubicBezTo>
                <a:cubicBezTo>
                  <a:pt x="1097778" y="1314965"/>
                  <a:pt x="1084184" y="1301371"/>
                  <a:pt x="1084184" y="1284602"/>
                </a:cubicBezTo>
                <a:cubicBezTo>
                  <a:pt x="1084184" y="1267832"/>
                  <a:pt x="1097778" y="1254238"/>
                  <a:pt x="1114547" y="1254238"/>
                </a:cubicBezTo>
                <a:close/>
                <a:moveTo>
                  <a:pt x="1041993" y="1254238"/>
                </a:moveTo>
                <a:cubicBezTo>
                  <a:pt x="1058762" y="1254238"/>
                  <a:pt x="1072356" y="1267832"/>
                  <a:pt x="1072356" y="1284602"/>
                </a:cubicBezTo>
                <a:cubicBezTo>
                  <a:pt x="1072356" y="1301371"/>
                  <a:pt x="1058762" y="1314965"/>
                  <a:pt x="1041993" y="1314965"/>
                </a:cubicBezTo>
                <a:cubicBezTo>
                  <a:pt x="1025223" y="1314965"/>
                  <a:pt x="1011629" y="1301371"/>
                  <a:pt x="1011629" y="1284602"/>
                </a:cubicBezTo>
                <a:cubicBezTo>
                  <a:pt x="1011629" y="1267832"/>
                  <a:pt x="1025223" y="1254238"/>
                  <a:pt x="1041993" y="1254238"/>
                </a:cubicBezTo>
                <a:close/>
                <a:moveTo>
                  <a:pt x="969438" y="1254238"/>
                </a:moveTo>
                <a:cubicBezTo>
                  <a:pt x="986208" y="1254238"/>
                  <a:pt x="999801" y="1267832"/>
                  <a:pt x="999801" y="1284602"/>
                </a:cubicBezTo>
                <a:cubicBezTo>
                  <a:pt x="999801" y="1301371"/>
                  <a:pt x="986208" y="1314965"/>
                  <a:pt x="969438" y="1314965"/>
                </a:cubicBezTo>
                <a:cubicBezTo>
                  <a:pt x="952669" y="1314965"/>
                  <a:pt x="939075" y="1301371"/>
                  <a:pt x="939075" y="1284602"/>
                </a:cubicBezTo>
                <a:cubicBezTo>
                  <a:pt x="939075" y="1267832"/>
                  <a:pt x="952669" y="1254238"/>
                  <a:pt x="969438" y="1254238"/>
                </a:cubicBezTo>
                <a:close/>
                <a:moveTo>
                  <a:pt x="896883" y="1254238"/>
                </a:moveTo>
                <a:cubicBezTo>
                  <a:pt x="913653" y="1254238"/>
                  <a:pt x="927247" y="1267832"/>
                  <a:pt x="927247" y="1284602"/>
                </a:cubicBezTo>
                <a:cubicBezTo>
                  <a:pt x="927247" y="1301371"/>
                  <a:pt x="913653" y="1314965"/>
                  <a:pt x="896883" y="1314965"/>
                </a:cubicBezTo>
                <a:cubicBezTo>
                  <a:pt x="880114" y="1314965"/>
                  <a:pt x="866520" y="1301371"/>
                  <a:pt x="866520" y="1284602"/>
                </a:cubicBezTo>
                <a:cubicBezTo>
                  <a:pt x="866520" y="1267832"/>
                  <a:pt x="880114" y="1254238"/>
                  <a:pt x="896883" y="1254238"/>
                </a:cubicBezTo>
                <a:close/>
                <a:moveTo>
                  <a:pt x="824329" y="1254238"/>
                </a:moveTo>
                <a:cubicBezTo>
                  <a:pt x="841098" y="1254238"/>
                  <a:pt x="854692" y="1267832"/>
                  <a:pt x="854692" y="1284602"/>
                </a:cubicBezTo>
                <a:cubicBezTo>
                  <a:pt x="854692" y="1301371"/>
                  <a:pt x="841098" y="1314965"/>
                  <a:pt x="824329" y="1314965"/>
                </a:cubicBezTo>
                <a:cubicBezTo>
                  <a:pt x="807559" y="1314965"/>
                  <a:pt x="793965" y="1301371"/>
                  <a:pt x="793965" y="1284602"/>
                </a:cubicBezTo>
                <a:cubicBezTo>
                  <a:pt x="793965" y="1267832"/>
                  <a:pt x="807559" y="1254238"/>
                  <a:pt x="824329" y="1254238"/>
                </a:cubicBezTo>
                <a:close/>
                <a:moveTo>
                  <a:pt x="751774" y="1254238"/>
                </a:moveTo>
                <a:cubicBezTo>
                  <a:pt x="768544" y="1254238"/>
                  <a:pt x="782138" y="1267832"/>
                  <a:pt x="782138" y="1284602"/>
                </a:cubicBezTo>
                <a:cubicBezTo>
                  <a:pt x="782138" y="1301371"/>
                  <a:pt x="768544" y="1314965"/>
                  <a:pt x="751774" y="1314965"/>
                </a:cubicBezTo>
                <a:cubicBezTo>
                  <a:pt x="735005" y="1314965"/>
                  <a:pt x="721411" y="1301371"/>
                  <a:pt x="721411" y="1284602"/>
                </a:cubicBezTo>
                <a:cubicBezTo>
                  <a:pt x="721411" y="1267832"/>
                  <a:pt x="735005" y="1254238"/>
                  <a:pt x="751774" y="1254238"/>
                </a:cubicBezTo>
                <a:close/>
                <a:moveTo>
                  <a:pt x="679220" y="1254238"/>
                </a:moveTo>
                <a:cubicBezTo>
                  <a:pt x="695989" y="1254238"/>
                  <a:pt x="709583" y="1267832"/>
                  <a:pt x="709583" y="1284602"/>
                </a:cubicBezTo>
                <a:cubicBezTo>
                  <a:pt x="709583" y="1301371"/>
                  <a:pt x="695989" y="1314965"/>
                  <a:pt x="679220" y="1314965"/>
                </a:cubicBezTo>
                <a:cubicBezTo>
                  <a:pt x="662450" y="1314965"/>
                  <a:pt x="648856" y="1301371"/>
                  <a:pt x="648856" y="1284602"/>
                </a:cubicBezTo>
                <a:cubicBezTo>
                  <a:pt x="648856" y="1267832"/>
                  <a:pt x="662450" y="1254238"/>
                  <a:pt x="679220" y="1254238"/>
                </a:cubicBezTo>
                <a:close/>
                <a:moveTo>
                  <a:pt x="606665" y="1254238"/>
                </a:moveTo>
                <a:cubicBezTo>
                  <a:pt x="623435" y="1254238"/>
                  <a:pt x="637029" y="1267832"/>
                  <a:pt x="637029" y="1284602"/>
                </a:cubicBezTo>
                <a:cubicBezTo>
                  <a:pt x="637029" y="1301371"/>
                  <a:pt x="623435" y="1314965"/>
                  <a:pt x="606665" y="1314965"/>
                </a:cubicBezTo>
                <a:cubicBezTo>
                  <a:pt x="589896" y="1314965"/>
                  <a:pt x="576302" y="1301371"/>
                  <a:pt x="576302" y="1284602"/>
                </a:cubicBezTo>
                <a:cubicBezTo>
                  <a:pt x="576302" y="1267832"/>
                  <a:pt x="589896" y="1254238"/>
                  <a:pt x="606665" y="1254238"/>
                </a:cubicBezTo>
                <a:close/>
                <a:moveTo>
                  <a:pt x="534111" y="1254238"/>
                </a:moveTo>
                <a:cubicBezTo>
                  <a:pt x="550880" y="1254238"/>
                  <a:pt x="564474" y="1267832"/>
                  <a:pt x="564474" y="1284602"/>
                </a:cubicBezTo>
                <a:cubicBezTo>
                  <a:pt x="564474" y="1301371"/>
                  <a:pt x="550880" y="1314965"/>
                  <a:pt x="534111" y="1314965"/>
                </a:cubicBezTo>
                <a:cubicBezTo>
                  <a:pt x="517341" y="1314965"/>
                  <a:pt x="503747" y="1301371"/>
                  <a:pt x="503747" y="1284602"/>
                </a:cubicBezTo>
                <a:cubicBezTo>
                  <a:pt x="503747" y="1267832"/>
                  <a:pt x="517341" y="1254238"/>
                  <a:pt x="534111" y="1254238"/>
                </a:cubicBezTo>
                <a:close/>
                <a:moveTo>
                  <a:pt x="461556" y="1254238"/>
                </a:moveTo>
                <a:cubicBezTo>
                  <a:pt x="478326" y="1254238"/>
                  <a:pt x="491920" y="1267832"/>
                  <a:pt x="491920" y="1284602"/>
                </a:cubicBezTo>
                <a:cubicBezTo>
                  <a:pt x="491920" y="1301371"/>
                  <a:pt x="478326" y="1314965"/>
                  <a:pt x="461556" y="1314965"/>
                </a:cubicBezTo>
                <a:cubicBezTo>
                  <a:pt x="444787" y="1314965"/>
                  <a:pt x="431192" y="1301371"/>
                  <a:pt x="431192" y="1284602"/>
                </a:cubicBezTo>
                <a:cubicBezTo>
                  <a:pt x="431192" y="1267832"/>
                  <a:pt x="444787" y="1254238"/>
                  <a:pt x="461556" y="1254238"/>
                </a:cubicBezTo>
                <a:close/>
                <a:moveTo>
                  <a:pt x="389002" y="1254238"/>
                </a:moveTo>
                <a:cubicBezTo>
                  <a:pt x="405771" y="1254238"/>
                  <a:pt x="419365" y="1267832"/>
                  <a:pt x="419365" y="1284602"/>
                </a:cubicBezTo>
                <a:cubicBezTo>
                  <a:pt x="419365" y="1301371"/>
                  <a:pt x="405771" y="1314965"/>
                  <a:pt x="389002" y="1314965"/>
                </a:cubicBezTo>
                <a:cubicBezTo>
                  <a:pt x="372232" y="1314965"/>
                  <a:pt x="358638" y="1301371"/>
                  <a:pt x="358638" y="1284602"/>
                </a:cubicBezTo>
                <a:cubicBezTo>
                  <a:pt x="358638" y="1267832"/>
                  <a:pt x="372232" y="1254238"/>
                  <a:pt x="389002" y="1254238"/>
                </a:cubicBezTo>
                <a:close/>
                <a:moveTo>
                  <a:pt x="316447" y="1254238"/>
                </a:moveTo>
                <a:cubicBezTo>
                  <a:pt x="333216" y="1254238"/>
                  <a:pt x="346810" y="1267832"/>
                  <a:pt x="346810" y="1284602"/>
                </a:cubicBezTo>
                <a:cubicBezTo>
                  <a:pt x="346810" y="1301371"/>
                  <a:pt x="333216" y="1314965"/>
                  <a:pt x="316447" y="1314965"/>
                </a:cubicBezTo>
                <a:cubicBezTo>
                  <a:pt x="299677" y="1314965"/>
                  <a:pt x="286084" y="1301371"/>
                  <a:pt x="286084" y="1284602"/>
                </a:cubicBezTo>
                <a:cubicBezTo>
                  <a:pt x="286084" y="1267832"/>
                  <a:pt x="299677" y="1254238"/>
                  <a:pt x="316447" y="1254238"/>
                </a:cubicBezTo>
                <a:close/>
                <a:moveTo>
                  <a:pt x="243892" y="1254238"/>
                </a:moveTo>
                <a:cubicBezTo>
                  <a:pt x="260662" y="1254238"/>
                  <a:pt x="274256" y="1267832"/>
                  <a:pt x="274256" y="1284602"/>
                </a:cubicBezTo>
                <a:cubicBezTo>
                  <a:pt x="274256" y="1301371"/>
                  <a:pt x="260662" y="1314965"/>
                  <a:pt x="243892" y="1314965"/>
                </a:cubicBezTo>
                <a:cubicBezTo>
                  <a:pt x="227123" y="1314965"/>
                  <a:pt x="213529" y="1301371"/>
                  <a:pt x="213529" y="1284602"/>
                </a:cubicBezTo>
                <a:cubicBezTo>
                  <a:pt x="213529" y="1267832"/>
                  <a:pt x="227123" y="1254238"/>
                  <a:pt x="243892" y="1254238"/>
                </a:cubicBezTo>
                <a:close/>
                <a:moveTo>
                  <a:pt x="171339" y="1254238"/>
                </a:moveTo>
                <a:cubicBezTo>
                  <a:pt x="188107" y="1254238"/>
                  <a:pt x="201701" y="1267832"/>
                  <a:pt x="201701" y="1284602"/>
                </a:cubicBezTo>
                <a:cubicBezTo>
                  <a:pt x="201701" y="1301371"/>
                  <a:pt x="188107" y="1314965"/>
                  <a:pt x="171339" y="1314965"/>
                </a:cubicBezTo>
                <a:cubicBezTo>
                  <a:pt x="154622" y="1314965"/>
                  <a:pt x="141029" y="1301371"/>
                  <a:pt x="141029" y="1284602"/>
                </a:cubicBezTo>
                <a:cubicBezTo>
                  <a:pt x="141029" y="1267832"/>
                  <a:pt x="154622" y="1254238"/>
                  <a:pt x="171339" y="1254238"/>
                </a:cubicBezTo>
                <a:close/>
                <a:moveTo>
                  <a:pt x="98845" y="1254238"/>
                </a:moveTo>
                <a:cubicBezTo>
                  <a:pt x="115610" y="1254238"/>
                  <a:pt x="129204" y="1267832"/>
                  <a:pt x="129204" y="1284602"/>
                </a:cubicBezTo>
                <a:cubicBezTo>
                  <a:pt x="129204" y="1301371"/>
                  <a:pt x="115610" y="1314965"/>
                  <a:pt x="98845" y="1314965"/>
                </a:cubicBezTo>
                <a:cubicBezTo>
                  <a:pt x="82074" y="1314965"/>
                  <a:pt x="68480" y="1301371"/>
                  <a:pt x="68480" y="1284602"/>
                </a:cubicBezTo>
                <a:cubicBezTo>
                  <a:pt x="68480" y="1267832"/>
                  <a:pt x="82074" y="1254238"/>
                  <a:pt x="98845" y="1254238"/>
                </a:cubicBezTo>
                <a:close/>
                <a:moveTo>
                  <a:pt x="26290" y="1254238"/>
                </a:moveTo>
                <a:cubicBezTo>
                  <a:pt x="43057" y="1254238"/>
                  <a:pt x="56651" y="1267832"/>
                  <a:pt x="56651" y="1284602"/>
                </a:cubicBezTo>
                <a:cubicBezTo>
                  <a:pt x="56651" y="1301371"/>
                  <a:pt x="43057" y="1314965"/>
                  <a:pt x="26290" y="1314965"/>
                </a:cubicBezTo>
                <a:cubicBezTo>
                  <a:pt x="17905" y="1314965"/>
                  <a:pt x="10314" y="1311567"/>
                  <a:pt x="4819" y="1306072"/>
                </a:cubicBezTo>
                <a:lnTo>
                  <a:pt x="0" y="1294437"/>
                </a:lnTo>
                <a:lnTo>
                  <a:pt x="0" y="1274766"/>
                </a:lnTo>
                <a:lnTo>
                  <a:pt x="4819" y="1263131"/>
                </a:lnTo>
                <a:cubicBezTo>
                  <a:pt x="10314" y="1257637"/>
                  <a:pt x="17905" y="1254238"/>
                  <a:pt x="26290" y="1254238"/>
                </a:cubicBezTo>
                <a:close/>
                <a:moveTo>
                  <a:pt x="1474228" y="1174410"/>
                </a:moveTo>
                <a:lnTo>
                  <a:pt x="1450688" y="1213159"/>
                </a:lnTo>
                <a:lnTo>
                  <a:pt x="1446956" y="1204150"/>
                </a:lnTo>
                <a:cubicBezTo>
                  <a:pt x="1446956" y="1191573"/>
                  <a:pt x="1454603" y="1180782"/>
                  <a:pt x="1465501" y="1176173"/>
                </a:cubicBezTo>
                <a:close/>
                <a:moveTo>
                  <a:pt x="1404765" y="1173786"/>
                </a:moveTo>
                <a:cubicBezTo>
                  <a:pt x="1421535" y="1173786"/>
                  <a:pt x="1435129" y="1187380"/>
                  <a:pt x="1435129" y="1204150"/>
                </a:cubicBezTo>
                <a:cubicBezTo>
                  <a:pt x="1435129" y="1220919"/>
                  <a:pt x="1421535" y="1234513"/>
                  <a:pt x="1404765" y="1234513"/>
                </a:cubicBezTo>
                <a:cubicBezTo>
                  <a:pt x="1387996" y="1234513"/>
                  <a:pt x="1374402" y="1220919"/>
                  <a:pt x="1374402" y="1204150"/>
                </a:cubicBezTo>
                <a:cubicBezTo>
                  <a:pt x="1374402" y="1187380"/>
                  <a:pt x="1387996" y="1173786"/>
                  <a:pt x="1404765" y="1173786"/>
                </a:cubicBezTo>
                <a:close/>
                <a:moveTo>
                  <a:pt x="1332211" y="1173786"/>
                </a:moveTo>
                <a:cubicBezTo>
                  <a:pt x="1348980" y="1173786"/>
                  <a:pt x="1362574" y="1187380"/>
                  <a:pt x="1362574" y="1204150"/>
                </a:cubicBezTo>
                <a:cubicBezTo>
                  <a:pt x="1362574" y="1220919"/>
                  <a:pt x="1348980" y="1234513"/>
                  <a:pt x="1332211" y="1234513"/>
                </a:cubicBezTo>
                <a:cubicBezTo>
                  <a:pt x="1315441" y="1234513"/>
                  <a:pt x="1301847" y="1220919"/>
                  <a:pt x="1301847" y="1204150"/>
                </a:cubicBezTo>
                <a:cubicBezTo>
                  <a:pt x="1301847" y="1187380"/>
                  <a:pt x="1315441" y="1173786"/>
                  <a:pt x="1332211" y="1173786"/>
                </a:cubicBezTo>
                <a:close/>
                <a:moveTo>
                  <a:pt x="1259656" y="1173786"/>
                </a:moveTo>
                <a:cubicBezTo>
                  <a:pt x="1276426" y="1173786"/>
                  <a:pt x="1290020" y="1187380"/>
                  <a:pt x="1290020" y="1204150"/>
                </a:cubicBezTo>
                <a:cubicBezTo>
                  <a:pt x="1290020" y="1220919"/>
                  <a:pt x="1276426" y="1234513"/>
                  <a:pt x="1259656" y="1234513"/>
                </a:cubicBezTo>
                <a:cubicBezTo>
                  <a:pt x="1242887" y="1234513"/>
                  <a:pt x="1229293" y="1220919"/>
                  <a:pt x="1229293" y="1204150"/>
                </a:cubicBezTo>
                <a:cubicBezTo>
                  <a:pt x="1229293" y="1187380"/>
                  <a:pt x="1242887" y="1173786"/>
                  <a:pt x="1259656" y="1173786"/>
                </a:cubicBezTo>
                <a:close/>
                <a:moveTo>
                  <a:pt x="1187102" y="1173786"/>
                </a:moveTo>
                <a:cubicBezTo>
                  <a:pt x="1203871" y="1173786"/>
                  <a:pt x="1217465" y="1187380"/>
                  <a:pt x="1217465" y="1204150"/>
                </a:cubicBezTo>
                <a:cubicBezTo>
                  <a:pt x="1217465" y="1220919"/>
                  <a:pt x="1203871" y="1234513"/>
                  <a:pt x="1187102" y="1234513"/>
                </a:cubicBezTo>
                <a:cubicBezTo>
                  <a:pt x="1170332" y="1234513"/>
                  <a:pt x="1156738" y="1220919"/>
                  <a:pt x="1156738" y="1204150"/>
                </a:cubicBezTo>
                <a:cubicBezTo>
                  <a:pt x="1156738" y="1187380"/>
                  <a:pt x="1170332" y="1173786"/>
                  <a:pt x="1187102" y="1173786"/>
                </a:cubicBezTo>
                <a:close/>
                <a:moveTo>
                  <a:pt x="1114547" y="1173786"/>
                </a:moveTo>
                <a:cubicBezTo>
                  <a:pt x="1131317" y="1173786"/>
                  <a:pt x="1144911" y="1187380"/>
                  <a:pt x="1144911" y="1204150"/>
                </a:cubicBezTo>
                <a:cubicBezTo>
                  <a:pt x="1144911" y="1220919"/>
                  <a:pt x="1131317" y="1234513"/>
                  <a:pt x="1114547" y="1234513"/>
                </a:cubicBezTo>
                <a:cubicBezTo>
                  <a:pt x="1097778" y="1234513"/>
                  <a:pt x="1084184" y="1220919"/>
                  <a:pt x="1084184" y="1204150"/>
                </a:cubicBezTo>
                <a:cubicBezTo>
                  <a:pt x="1084184" y="1187380"/>
                  <a:pt x="1097778" y="1173786"/>
                  <a:pt x="1114547" y="1173786"/>
                </a:cubicBezTo>
                <a:close/>
                <a:moveTo>
                  <a:pt x="1041993" y="1173786"/>
                </a:moveTo>
                <a:cubicBezTo>
                  <a:pt x="1058762" y="1173786"/>
                  <a:pt x="1072356" y="1187380"/>
                  <a:pt x="1072356" y="1204150"/>
                </a:cubicBezTo>
                <a:cubicBezTo>
                  <a:pt x="1072356" y="1220919"/>
                  <a:pt x="1058762" y="1234513"/>
                  <a:pt x="1041993" y="1234513"/>
                </a:cubicBezTo>
                <a:cubicBezTo>
                  <a:pt x="1025223" y="1234513"/>
                  <a:pt x="1011629" y="1220919"/>
                  <a:pt x="1011629" y="1204150"/>
                </a:cubicBezTo>
                <a:cubicBezTo>
                  <a:pt x="1011629" y="1187380"/>
                  <a:pt x="1025223" y="1173786"/>
                  <a:pt x="1041993" y="1173786"/>
                </a:cubicBezTo>
                <a:close/>
                <a:moveTo>
                  <a:pt x="969438" y="1173786"/>
                </a:moveTo>
                <a:cubicBezTo>
                  <a:pt x="986208" y="1173786"/>
                  <a:pt x="999801" y="1187380"/>
                  <a:pt x="999801" y="1204150"/>
                </a:cubicBezTo>
                <a:cubicBezTo>
                  <a:pt x="999801" y="1220919"/>
                  <a:pt x="986208" y="1234513"/>
                  <a:pt x="969438" y="1234513"/>
                </a:cubicBezTo>
                <a:cubicBezTo>
                  <a:pt x="952669" y="1234513"/>
                  <a:pt x="939075" y="1220919"/>
                  <a:pt x="939075" y="1204150"/>
                </a:cubicBezTo>
                <a:cubicBezTo>
                  <a:pt x="939075" y="1187380"/>
                  <a:pt x="952669" y="1173786"/>
                  <a:pt x="969438" y="1173786"/>
                </a:cubicBezTo>
                <a:close/>
                <a:moveTo>
                  <a:pt x="896883" y="1173786"/>
                </a:moveTo>
                <a:cubicBezTo>
                  <a:pt x="913653" y="1173786"/>
                  <a:pt x="927247" y="1187380"/>
                  <a:pt x="927247" y="1204150"/>
                </a:cubicBezTo>
                <a:cubicBezTo>
                  <a:pt x="927247" y="1220919"/>
                  <a:pt x="913653" y="1234513"/>
                  <a:pt x="896883" y="1234513"/>
                </a:cubicBezTo>
                <a:cubicBezTo>
                  <a:pt x="880114" y="1234513"/>
                  <a:pt x="866520" y="1220919"/>
                  <a:pt x="866520" y="1204150"/>
                </a:cubicBezTo>
                <a:cubicBezTo>
                  <a:pt x="866520" y="1187380"/>
                  <a:pt x="880114" y="1173786"/>
                  <a:pt x="896883" y="1173786"/>
                </a:cubicBezTo>
                <a:close/>
                <a:moveTo>
                  <a:pt x="824329" y="1173786"/>
                </a:moveTo>
                <a:cubicBezTo>
                  <a:pt x="841098" y="1173786"/>
                  <a:pt x="854692" y="1187380"/>
                  <a:pt x="854692" y="1204150"/>
                </a:cubicBezTo>
                <a:cubicBezTo>
                  <a:pt x="854692" y="1220919"/>
                  <a:pt x="841098" y="1234513"/>
                  <a:pt x="824329" y="1234513"/>
                </a:cubicBezTo>
                <a:cubicBezTo>
                  <a:pt x="807559" y="1234513"/>
                  <a:pt x="793965" y="1220919"/>
                  <a:pt x="793965" y="1204150"/>
                </a:cubicBezTo>
                <a:cubicBezTo>
                  <a:pt x="793965" y="1187380"/>
                  <a:pt x="807559" y="1173786"/>
                  <a:pt x="824329" y="1173786"/>
                </a:cubicBezTo>
                <a:close/>
                <a:moveTo>
                  <a:pt x="751774" y="1173786"/>
                </a:moveTo>
                <a:cubicBezTo>
                  <a:pt x="768544" y="1173786"/>
                  <a:pt x="782138" y="1187380"/>
                  <a:pt x="782138" y="1204150"/>
                </a:cubicBezTo>
                <a:cubicBezTo>
                  <a:pt x="782138" y="1220919"/>
                  <a:pt x="768544" y="1234513"/>
                  <a:pt x="751774" y="1234513"/>
                </a:cubicBezTo>
                <a:cubicBezTo>
                  <a:pt x="735005" y="1234513"/>
                  <a:pt x="721411" y="1220919"/>
                  <a:pt x="721411" y="1204150"/>
                </a:cubicBezTo>
                <a:cubicBezTo>
                  <a:pt x="721411" y="1187380"/>
                  <a:pt x="735005" y="1173786"/>
                  <a:pt x="751774" y="1173786"/>
                </a:cubicBezTo>
                <a:close/>
                <a:moveTo>
                  <a:pt x="679220" y="1173786"/>
                </a:moveTo>
                <a:cubicBezTo>
                  <a:pt x="695989" y="1173786"/>
                  <a:pt x="709583" y="1187380"/>
                  <a:pt x="709583" y="1204150"/>
                </a:cubicBezTo>
                <a:cubicBezTo>
                  <a:pt x="709583" y="1220919"/>
                  <a:pt x="695989" y="1234513"/>
                  <a:pt x="679220" y="1234513"/>
                </a:cubicBezTo>
                <a:cubicBezTo>
                  <a:pt x="662450" y="1234513"/>
                  <a:pt x="648856" y="1220919"/>
                  <a:pt x="648856" y="1204150"/>
                </a:cubicBezTo>
                <a:cubicBezTo>
                  <a:pt x="648856" y="1187380"/>
                  <a:pt x="662450" y="1173786"/>
                  <a:pt x="679220" y="1173786"/>
                </a:cubicBezTo>
                <a:close/>
                <a:moveTo>
                  <a:pt x="606665" y="1173786"/>
                </a:moveTo>
                <a:cubicBezTo>
                  <a:pt x="623435" y="1173786"/>
                  <a:pt x="637029" y="1187380"/>
                  <a:pt x="637029" y="1204150"/>
                </a:cubicBezTo>
                <a:cubicBezTo>
                  <a:pt x="637029" y="1220919"/>
                  <a:pt x="623435" y="1234513"/>
                  <a:pt x="606665" y="1234513"/>
                </a:cubicBezTo>
                <a:cubicBezTo>
                  <a:pt x="589896" y="1234513"/>
                  <a:pt x="576302" y="1220919"/>
                  <a:pt x="576302" y="1204150"/>
                </a:cubicBezTo>
                <a:cubicBezTo>
                  <a:pt x="576302" y="1187380"/>
                  <a:pt x="589896" y="1173786"/>
                  <a:pt x="606665" y="1173786"/>
                </a:cubicBezTo>
                <a:close/>
                <a:moveTo>
                  <a:pt x="534111" y="1173786"/>
                </a:moveTo>
                <a:cubicBezTo>
                  <a:pt x="550880" y="1173786"/>
                  <a:pt x="564474" y="1187380"/>
                  <a:pt x="564474" y="1204150"/>
                </a:cubicBezTo>
                <a:cubicBezTo>
                  <a:pt x="564474" y="1220919"/>
                  <a:pt x="550880" y="1234513"/>
                  <a:pt x="534111" y="1234513"/>
                </a:cubicBezTo>
                <a:cubicBezTo>
                  <a:pt x="517341" y="1234513"/>
                  <a:pt x="503747" y="1220919"/>
                  <a:pt x="503747" y="1204150"/>
                </a:cubicBezTo>
                <a:cubicBezTo>
                  <a:pt x="503747" y="1187380"/>
                  <a:pt x="517341" y="1173786"/>
                  <a:pt x="534111" y="1173786"/>
                </a:cubicBezTo>
                <a:close/>
                <a:moveTo>
                  <a:pt x="461556" y="1173786"/>
                </a:moveTo>
                <a:cubicBezTo>
                  <a:pt x="478326" y="1173786"/>
                  <a:pt x="491920" y="1187380"/>
                  <a:pt x="491920" y="1204150"/>
                </a:cubicBezTo>
                <a:cubicBezTo>
                  <a:pt x="491920" y="1220919"/>
                  <a:pt x="478326" y="1234513"/>
                  <a:pt x="461556" y="1234513"/>
                </a:cubicBezTo>
                <a:cubicBezTo>
                  <a:pt x="444787" y="1234513"/>
                  <a:pt x="431192" y="1220919"/>
                  <a:pt x="431192" y="1204150"/>
                </a:cubicBezTo>
                <a:cubicBezTo>
                  <a:pt x="431192" y="1187380"/>
                  <a:pt x="444787" y="1173786"/>
                  <a:pt x="461556" y="1173786"/>
                </a:cubicBezTo>
                <a:close/>
                <a:moveTo>
                  <a:pt x="389002" y="1173786"/>
                </a:moveTo>
                <a:cubicBezTo>
                  <a:pt x="405771" y="1173786"/>
                  <a:pt x="419365" y="1187380"/>
                  <a:pt x="419365" y="1204150"/>
                </a:cubicBezTo>
                <a:cubicBezTo>
                  <a:pt x="419365" y="1220919"/>
                  <a:pt x="405771" y="1234513"/>
                  <a:pt x="389002" y="1234513"/>
                </a:cubicBezTo>
                <a:cubicBezTo>
                  <a:pt x="372232" y="1234513"/>
                  <a:pt x="358638" y="1220919"/>
                  <a:pt x="358638" y="1204150"/>
                </a:cubicBezTo>
                <a:cubicBezTo>
                  <a:pt x="358638" y="1187380"/>
                  <a:pt x="372232" y="1173786"/>
                  <a:pt x="389002" y="1173786"/>
                </a:cubicBezTo>
                <a:close/>
                <a:moveTo>
                  <a:pt x="316447" y="1173786"/>
                </a:moveTo>
                <a:cubicBezTo>
                  <a:pt x="333216" y="1173786"/>
                  <a:pt x="346810" y="1187380"/>
                  <a:pt x="346810" y="1204150"/>
                </a:cubicBezTo>
                <a:cubicBezTo>
                  <a:pt x="346810" y="1220919"/>
                  <a:pt x="333216" y="1234513"/>
                  <a:pt x="316447" y="1234513"/>
                </a:cubicBezTo>
                <a:cubicBezTo>
                  <a:pt x="299677" y="1234513"/>
                  <a:pt x="286084" y="1220919"/>
                  <a:pt x="286084" y="1204150"/>
                </a:cubicBezTo>
                <a:cubicBezTo>
                  <a:pt x="286084" y="1187380"/>
                  <a:pt x="299677" y="1173786"/>
                  <a:pt x="316447" y="1173786"/>
                </a:cubicBezTo>
                <a:close/>
                <a:moveTo>
                  <a:pt x="243892" y="1173786"/>
                </a:moveTo>
                <a:cubicBezTo>
                  <a:pt x="260662" y="1173786"/>
                  <a:pt x="274256" y="1187380"/>
                  <a:pt x="274256" y="1204150"/>
                </a:cubicBezTo>
                <a:cubicBezTo>
                  <a:pt x="274256" y="1220919"/>
                  <a:pt x="260662" y="1234513"/>
                  <a:pt x="243892" y="1234513"/>
                </a:cubicBezTo>
                <a:cubicBezTo>
                  <a:pt x="227123" y="1234513"/>
                  <a:pt x="213529" y="1220919"/>
                  <a:pt x="213529" y="1204150"/>
                </a:cubicBezTo>
                <a:cubicBezTo>
                  <a:pt x="213529" y="1187380"/>
                  <a:pt x="227123" y="1173786"/>
                  <a:pt x="243892" y="1173786"/>
                </a:cubicBezTo>
                <a:close/>
                <a:moveTo>
                  <a:pt x="171339" y="1173786"/>
                </a:moveTo>
                <a:cubicBezTo>
                  <a:pt x="188107" y="1173786"/>
                  <a:pt x="201701" y="1187380"/>
                  <a:pt x="201701" y="1204150"/>
                </a:cubicBezTo>
                <a:cubicBezTo>
                  <a:pt x="201701" y="1220919"/>
                  <a:pt x="188107" y="1234513"/>
                  <a:pt x="171339" y="1234513"/>
                </a:cubicBezTo>
                <a:cubicBezTo>
                  <a:pt x="154627" y="1234513"/>
                  <a:pt x="141034" y="1220919"/>
                  <a:pt x="141034" y="1204150"/>
                </a:cubicBezTo>
                <a:cubicBezTo>
                  <a:pt x="141034" y="1187380"/>
                  <a:pt x="154627" y="1173786"/>
                  <a:pt x="171339" y="1173786"/>
                </a:cubicBezTo>
                <a:close/>
                <a:moveTo>
                  <a:pt x="98852" y="1173786"/>
                </a:moveTo>
                <a:cubicBezTo>
                  <a:pt x="115616" y="1173786"/>
                  <a:pt x="129210" y="1187380"/>
                  <a:pt x="129210" y="1204150"/>
                </a:cubicBezTo>
                <a:cubicBezTo>
                  <a:pt x="129210" y="1220919"/>
                  <a:pt x="115616" y="1234513"/>
                  <a:pt x="98852" y="1234513"/>
                </a:cubicBezTo>
                <a:cubicBezTo>
                  <a:pt x="82080" y="1234513"/>
                  <a:pt x="68486" y="1220919"/>
                  <a:pt x="68486" y="1204150"/>
                </a:cubicBezTo>
                <a:cubicBezTo>
                  <a:pt x="68486" y="1187380"/>
                  <a:pt x="82080" y="1173786"/>
                  <a:pt x="98852" y="1173786"/>
                </a:cubicBezTo>
                <a:close/>
                <a:moveTo>
                  <a:pt x="26297" y="1173786"/>
                </a:moveTo>
                <a:cubicBezTo>
                  <a:pt x="43063" y="1173786"/>
                  <a:pt x="56658" y="1187380"/>
                  <a:pt x="56658" y="1204150"/>
                </a:cubicBezTo>
                <a:cubicBezTo>
                  <a:pt x="56658" y="1220919"/>
                  <a:pt x="43063" y="1234513"/>
                  <a:pt x="26297" y="1234513"/>
                </a:cubicBezTo>
                <a:cubicBezTo>
                  <a:pt x="17912" y="1234513"/>
                  <a:pt x="10321" y="1231115"/>
                  <a:pt x="4826" y="1225620"/>
                </a:cubicBezTo>
                <a:lnTo>
                  <a:pt x="0" y="1213970"/>
                </a:lnTo>
                <a:lnTo>
                  <a:pt x="0" y="1194329"/>
                </a:lnTo>
                <a:lnTo>
                  <a:pt x="4826" y="1182679"/>
                </a:lnTo>
                <a:cubicBezTo>
                  <a:pt x="10321" y="1177185"/>
                  <a:pt x="17912" y="1173786"/>
                  <a:pt x="26297" y="1173786"/>
                </a:cubicBezTo>
                <a:close/>
                <a:moveTo>
                  <a:pt x="1477320" y="1093335"/>
                </a:moveTo>
                <a:cubicBezTo>
                  <a:pt x="1485705" y="1093335"/>
                  <a:pt x="1493295" y="1096733"/>
                  <a:pt x="1498790" y="1102228"/>
                </a:cubicBezTo>
                <a:lnTo>
                  <a:pt x="1505389" y="1118160"/>
                </a:lnTo>
                <a:lnTo>
                  <a:pt x="1493855" y="1142105"/>
                </a:lnTo>
                <a:lnTo>
                  <a:pt x="1487887" y="1151929"/>
                </a:lnTo>
                <a:lnTo>
                  <a:pt x="1477320" y="1154062"/>
                </a:lnTo>
                <a:cubicBezTo>
                  <a:pt x="1460550" y="1154062"/>
                  <a:pt x="1446956" y="1140468"/>
                  <a:pt x="1446956" y="1123698"/>
                </a:cubicBezTo>
                <a:cubicBezTo>
                  <a:pt x="1446956" y="1106929"/>
                  <a:pt x="1460550" y="1093335"/>
                  <a:pt x="1477320" y="1093335"/>
                </a:cubicBezTo>
                <a:close/>
                <a:moveTo>
                  <a:pt x="1404765" y="1093335"/>
                </a:moveTo>
                <a:cubicBezTo>
                  <a:pt x="1421535" y="1093335"/>
                  <a:pt x="1435129" y="1106929"/>
                  <a:pt x="1435129" y="1123698"/>
                </a:cubicBezTo>
                <a:cubicBezTo>
                  <a:pt x="1435129" y="1140468"/>
                  <a:pt x="1421535" y="1154062"/>
                  <a:pt x="1404765" y="1154062"/>
                </a:cubicBezTo>
                <a:cubicBezTo>
                  <a:pt x="1387996" y="1154062"/>
                  <a:pt x="1374402" y="1140468"/>
                  <a:pt x="1374402" y="1123698"/>
                </a:cubicBezTo>
                <a:cubicBezTo>
                  <a:pt x="1374402" y="1106929"/>
                  <a:pt x="1387996" y="1093335"/>
                  <a:pt x="1404765" y="1093335"/>
                </a:cubicBezTo>
                <a:close/>
                <a:moveTo>
                  <a:pt x="1332211" y="1093335"/>
                </a:moveTo>
                <a:cubicBezTo>
                  <a:pt x="1348980" y="1093335"/>
                  <a:pt x="1362574" y="1106929"/>
                  <a:pt x="1362574" y="1123698"/>
                </a:cubicBezTo>
                <a:cubicBezTo>
                  <a:pt x="1362574" y="1140468"/>
                  <a:pt x="1348980" y="1154062"/>
                  <a:pt x="1332211" y="1154062"/>
                </a:cubicBezTo>
                <a:cubicBezTo>
                  <a:pt x="1315441" y="1154062"/>
                  <a:pt x="1301847" y="1140468"/>
                  <a:pt x="1301847" y="1123698"/>
                </a:cubicBezTo>
                <a:cubicBezTo>
                  <a:pt x="1301847" y="1106929"/>
                  <a:pt x="1315441" y="1093335"/>
                  <a:pt x="1332211" y="1093335"/>
                </a:cubicBezTo>
                <a:close/>
                <a:moveTo>
                  <a:pt x="1259656" y="1093335"/>
                </a:moveTo>
                <a:cubicBezTo>
                  <a:pt x="1276426" y="1093335"/>
                  <a:pt x="1290020" y="1106929"/>
                  <a:pt x="1290020" y="1123698"/>
                </a:cubicBezTo>
                <a:cubicBezTo>
                  <a:pt x="1290020" y="1140468"/>
                  <a:pt x="1276426" y="1154062"/>
                  <a:pt x="1259656" y="1154062"/>
                </a:cubicBezTo>
                <a:cubicBezTo>
                  <a:pt x="1242887" y="1154062"/>
                  <a:pt x="1229293" y="1140468"/>
                  <a:pt x="1229293" y="1123698"/>
                </a:cubicBezTo>
                <a:cubicBezTo>
                  <a:pt x="1229293" y="1106929"/>
                  <a:pt x="1242887" y="1093335"/>
                  <a:pt x="1259656" y="1093335"/>
                </a:cubicBezTo>
                <a:close/>
                <a:moveTo>
                  <a:pt x="1187102" y="1093335"/>
                </a:moveTo>
                <a:cubicBezTo>
                  <a:pt x="1203871" y="1093335"/>
                  <a:pt x="1217465" y="1106929"/>
                  <a:pt x="1217465" y="1123698"/>
                </a:cubicBezTo>
                <a:cubicBezTo>
                  <a:pt x="1217465" y="1140468"/>
                  <a:pt x="1203871" y="1154062"/>
                  <a:pt x="1187102" y="1154062"/>
                </a:cubicBezTo>
                <a:cubicBezTo>
                  <a:pt x="1170332" y="1154062"/>
                  <a:pt x="1156738" y="1140468"/>
                  <a:pt x="1156738" y="1123698"/>
                </a:cubicBezTo>
                <a:cubicBezTo>
                  <a:pt x="1156738" y="1106929"/>
                  <a:pt x="1170332" y="1093335"/>
                  <a:pt x="1187102" y="1093335"/>
                </a:cubicBezTo>
                <a:close/>
                <a:moveTo>
                  <a:pt x="1114547" y="1093335"/>
                </a:moveTo>
                <a:cubicBezTo>
                  <a:pt x="1131317" y="1093335"/>
                  <a:pt x="1144911" y="1106929"/>
                  <a:pt x="1144911" y="1123698"/>
                </a:cubicBezTo>
                <a:cubicBezTo>
                  <a:pt x="1144911" y="1140468"/>
                  <a:pt x="1131317" y="1154062"/>
                  <a:pt x="1114547" y="1154062"/>
                </a:cubicBezTo>
                <a:cubicBezTo>
                  <a:pt x="1097778" y="1154062"/>
                  <a:pt x="1084184" y="1140468"/>
                  <a:pt x="1084184" y="1123698"/>
                </a:cubicBezTo>
                <a:cubicBezTo>
                  <a:pt x="1084184" y="1106929"/>
                  <a:pt x="1097778" y="1093335"/>
                  <a:pt x="1114547" y="1093335"/>
                </a:cubicBezTo>
                <a:close/>
                <a:moveTo>
                  <a:pt x="1041993" y="1093335"/>
                </a:moveTo>
                <a:cubicBezTo>
                  <a:pt x="1058762" y="1093335"/>
                  <a:pt x="1072356" y="1106929"/>
                  <a:pt x="1072356" y="1123698"/>
                </a:cubicBezTo>
                <a:cubicBezTo>
                  <a:pt x="1072356" y="1140468"/>
                  <a:pt x="1058762" y="1154062"/>
                  <a:pt x="1041993" y="1154062"/>
                </a:cubicBezTo>
                <a:cubicBezTo>
                  <a:pt x="1025223" y="1154062"/>
                  <a:pt x="1011629" y="1140468"/>
                  <a:pt x="1011629" y="1123698"/>
                </a:cubicBezTo>
                <a:cubicBezTo>
                  <a:pt x="1011629" y="1106929"/>
                  <a:pt x="1025223" y="1093335"/>
                  <a:pt x="1041993" y="1093335"/>
                </a:cubicBezTo>
                <a:close/>
                <a:moveTo>
                  <a:pt x="969438" y="1093335"/>
                </a:moveTo>
                <a:cubicBezTo>
                  <a:pt x="986208" y="1093335"/>
                  <a:pt x="999801" y="1106929"/>
                  <a:pt x="999801" y="1123698"/>
                </a:cubicBezTo>
                <a:cubicBezTo>
                  <a:pt x="999801" y="1140468"/>
                  <a:pt x="986208" y="1154062"/>
                  <a:pt x="969438" y="1154062"/>
                </a:cubicBezTo>
                <a:cubicBezTo>
                  <a:pt x="952669" y="1154062"/>
                  <a:pt x="939075" y="1140468"/>
                  <a:pt x="939075" y="1123698"/>
                </a:cubicBezTo>
                <a:cubicBezTo>
                  <a:pt x="939075" y="1106929"/>
                  <a:pt x="952669" y="1093335"/>
                  <a:pt x="969438" y="1093335"/>
                </a:cubicBezTo>
                <a:close/>
                <a:moveTo>
                  <a:pt x="896883" y="1093335"/>
                </a:moveTo>
                <a:cubicBezTo>
                  <a:pt x="913653" y="1093335"/>
                  <a:pt x="927247" y="1106929"/>
                  <a:pt x="927247" y="1123698"/>
                </a:cubicBezTo>
                <a:cubicBezTo>
                  <a:pt x="927247" y="1140468"/>
                  <a:pt x="913653" y="1154062"/>
                  <a:pt x="896883" y="1154062"/>
                </a:cubicBezTo>
                <a:cubicBezTo>
                  <a:pt x="880114" y="1154062"/>
                  <a:pt x="866520" y="1140468"/>
                  <a:pt x="866520" y="1123698"/>
                </a:cubicBezTo>
                <a:cubicBezTo>
                  <a:pt x="866520" y="1106929"/>
                  <a:pt x="880114" y="1093335"/>
                  <a:pt x="896883" y="1093335"/>
                </a:cubicBezTo>
                <a:close/>
                <a:moveTo>
                  <a:pt x="824329" y="1093335"/>
                </a:moveTo>
                <a:cubicBezTo>
                  <a:pt x="841098" y="1093335"/>
                  <a:pt x="854692" y="1106929"/>
                  <a:pt x="854692" y="1123698"/>
                </a:cubicBezTo>
                <a:cubicBezTo>
                  <a:pt x="854692" y="1140468"/>
                  <a:pt x="841098" y="1154062"/>
                  <a:pt x="824329" y="1154062"/>
                </a:cubicBezTo>
                <a:cubicBezTo>
                  <a:pt x="807559" y="1154062"/>
                  <a:pt x="793965" y="1140468"/>
                  <a:pt x="793965" y="1123698"/>
                </a:cubicBezTo>
                <a:cubicBezTo>
                  <a:pt x="793965" y="1106929"/>
                  <a:pt x="807559" y="1093335"/>
                  <a:pt x="824329" y="1093335"/>
                </a:cubicBezTo>
                <a:close/>
                <a:moveTo>
                  <a:pt x="751774" y="1093335"/>
                </a:moveTo>
                <a:cubicBezTo>
                  <a:pt x="768544" y="1093335"/>
                  <a:pt x="782138" y="1106929"/>
                  <a:pt x="782138" y="1123698"/>
                </a:cubicBezTo>
                <a:cubicBezTo>
                  <a:pt x="782138" y="1140468"/>
                  <a:pt x="768544" y="1154062"/>
                  <a:pt x="751774" y="1154062"/>
                </a:cubicBezTo>
                <a:cubicBezTo>
                  <a:pt x="735005" y="1154062"/>
                  <a:pt x="721411" y="1140468"/>
                  <a:pt x="721411" y="1123698"/>
                </a:cubicBezTo>
                <a:cubicBezTo>
                  <a:pt x="721411" y="1106929"/>
                  <a:pt x="735005" y="1093335"/>
                  <a:pt x="751774" y="1093335"/>
                </a:cubicBezTo>
                <a:close/>
                <a:moveTo>
                  <a:pt x="679220" y="1093335"/>
                </a:moveTo>
                <a:cubicBezTo>
                  <a:pt x="695989" y="1093335"/>
                  <a:pt x="709583" y="1106929"/>
                  <a:pt x="709583" y="1123698"/>
                </a:cubicBezTo>
                <a:cubicBezTo>
                  <a:pt x="709583" y="1140468"/>
                  <a:pt x="695989" y="1154062"/>
                  <a:pt x="679220" y="1154062"/>
                </a:cubicBezTo>
                <a:cubicBezTo>
                  <a:pt x="662450" y="1154062"/>
                  <a:pt x="648856" y="1140468"/>
                  <a:pt x="648856" y="1123698"/>
                </a:cubicBezTo>
                <a:cubicBezTo>
                  <a:pt x="648856" y="1106929"/>
                  <a:pt x="662450" y="1093335"/>
                  <a:pt x="679220" y="1093335"/>
                </a:cubicBezTo>
                <a:close/>
                <a:moveTo>
                  <a:pt x="606665" y="1093335"/>
                </a:moveTo>
                <a:cubicBezTo>
                  <a:pt x="623435" y="1093335"/>
                  <a:pt x="637029" y="1106929"/>
                  <a:pt x="637029" y="1123698"/>
                </a:cubicBezTo>
                <a:cubicBezTo>
                  <a:pt x="637029" y="1140468"/>
                  <a:pt x="623435" y="1154062"/>
                  <a:pt x="606665" y="1154062"/>
                </a:cubicBezTo>
                <a:cubicBezTo>
                  <a:pt x="589896" y="1154062"/>
                  <a:pt x="576302" y="1140468"/>
                  <a:pt x="576302" y="1123698"/>
                </a:cubicBezTo>
                <a:cubicBezTo>
                  <a:pt x="576302" y="1106929"/>
                  <a:pt x="589896" y="1093335"/>
                  <a:pt x="606665" y="1093335"/>
                </a:cubicBezTo>
                <a:close/>
                <a:moveTo>
                  <a:pt x="534111" y="1093335"/>
                </a:moveTo>
                <a:cubicBezTo>
                  <a:pt x="550880" y="1093335"/>
                  <a:pt x="564474" y="1106929"/>
                  <a:pt x="564474" y="1123698"/>
                </a:cubicBezTo>
                <a:cubicBezTo>
                  <a:pt x="564474" y="1140468"/>
                  <a:pt x="550880" y="1154062"/>
                  <a:pt x="534111" y="1154062"/>
                </a:cubicBezTo>
                <a:cubicBezTo>
                  <a:pt x="517341" y="1154062"/>
                  <a:pt x="503747" y="1140468"/>
                  <a:pt x="503747" y="1123698"/>
                </a:cubicBezTo>
                <a:cubicBezTo>
                  <a:pt x="503747" y="1106929"/>
                  <a:pt x="517341" y="1093335"/>
                  <a:pt x="534111" y="1093335"/>
                </a:cubicBezTo>
                <a:close/>
                <a:moveTo>
                  <a:pt x="461556" y="1093335"/>
                </a:moveTo>
                <a:cubicBezTo>
                  <a:pt x="478326" y="1093335"/>
                  <a:pt x="491920" y="1106929"/>
                  <a:pt x="491920" y="1123698"/>
                </a:cubicBezTo>
                <a:cubicBezTo>
                  <a:pt x="491920" y="1140468"/>
                  <a:pt x="478326" y="1154062"/>
                  <a:pt x="461556" y="1154062"/>
                </a:cubicBezTo>
                <a:cubicBezTo>
                  <a:pt x="444787" y="1154062"/>
                  <a:pt x="431192" y="1140468"/>
                  <a:pt x="431192" y="1123698"/>
                </a:cubicBezTo>
                <a:cubicBezTo>
                  <a:pt x="431192" y="1106929"/>
                  <a:pt x="444787" y="1093335"/>
                  <a:pt x="461556" y="1093335"/>
                </a:cubicBezTo>
                <a:close/>
                <a:moveTo>
                  <a:pt x="389002" y="1093335"/>
                </a:moveTo>
                <a:cubicBezTo>
                  <a:pt x="405771" y="1093335"/>
                  <a:pt x="419365" y="1106929"/>
                  <a:pt x="419365" y="1123698"/>
                </a:cubicBezTo>
                <a:cubicBezTo>
                  <a:pt x="419365" y="1140468"/>
                  <a:pt x="405771" y="1154062"/>
                  <a:pt x="389002" y="1154062"/>
                </a:cubicBezTo>
                <a:cubicBezTo>
                  <a:pt x="372232" y="1154062"/>
                  <a:pt x="358638" y="1140468"/>
                  <a:pt x="358638" y="1123698"/>
                </a:cubicBezTo>
                <a:cubicBezTo>
                  <a:pt x="358638" y="1106929"/>
                  <a:pt x="372232" y="1093335"/>
                  <a:pt x="389002" y="1093335"/>
                </a:cubicBezTo>
                <a:close/>
                <a:moveTo>
                  <a:pt x="316447" y="1093335"/>
                </a:moveTo>
                <a:cubicBezTo>
                  <a:pt x="333216" y="1093335"/>
                  <a:pt x="346810" y="1106929"/>
                  <a:pt x="346810" y="1123698"/>
                </a:cubicBezTo>
                <a:cubicBezTo>
                  <a:pt x="346810" y="1140468"/>
                  <a:pt x="333216" y="1154062"/>
                  <a:pt x="316447" y="1154062"/>
                </a:cubicBezTo>
                <a:cubicBezTo>
                  <a:pt x="299677" y="1154062"/>
                  <a:pt x="286084" y="1140468"/>
                  <a:pt x="286084" y="1123698"/>
                </a:cubicBezTo>
                <a:cubicBezTo>
                  <a:pt x="286084" y="1106929"/>
                  <a:pt x="299677" y="1093335"/>
                  <a:pt x="316447" y="1093335"/>
                </a:cubicBezTo>
                <a:close/>
                <a:moveTo>
                  <a:pt x="243892" y="1093335"/>
                </a:moveTo>
                <a:cubicBezTo>
                  <a:pt x="260662" y="1093335"/>
                  <a:pt x="274256" y="1106929"/>
                  <a:pt x="274256" y="1123698"/>
                </a:cubicBezTo>
                <a:cubicBezTo>
                  <a:pt x="274256" y="1140468"/>
                  <a:pt x="260662" y="1154062"/>
                  <a:pt x="243892" y="1154062"/>
                </a:cubicBezTo>
                <a:cubicBezTo>
                  <a:pt x="227123" y="1154062"/>
                  <a:pt x="213529" y="1140468"/>
                  <a:pt x="213529" y="1123698"/>
                </a:cubicBezTo>
                <a:cubicBezTo>
                  <a:pt x="213529" y="1106929"/>
                  <a:pt x="227123" y="1093335"/>
                  <a:pt x="243892" y="1093335"/>
                </a:cubicBezTo>
                <a:close/>
                <a:moveTo>
                  <a:pt x="171339" y="1093335"/>
                </a:moveTo>
                <a:cubicBezTo>
                  <a:pt x="188107" y="1093335"/>
                  <a:pt x="201701" y="1106929"/>
                  <a:pt x="201701" y="1123698"/>
                </a:cubicBezTo>
                <a:cubicBezTo>
                  <a:pt x="201701" y="1140468"/>
                  <a:pt x="188107" y="1154062"/>
                  <a:pt x="171339" y="1154062"/>
                </a:cubicBezTo>
                <a:cubicBezTo>
                  <a:pt x="154633" y="1154062"/>
                  <a:pt x="141040" y="1140468"/>
                  <a:pt x="141040" y="1123698"/>
                </a:cubicBezTo>
                <a:cubicBezTo>
                  <a:pt x="141040" y="1106929"/>
                  <a:pt x="154633" y="1093335"/>
                  <a:pt x="171339" y="1093335"/>
                </a:cubicBezTo>
                <a:close/>
                <a:moveTo>
                  <a:pt x="98858" y="1093335"/>
                </a:moveTo>
                <a:cubicBezTo>
                  <a:pt x="115622" y="1093335"/>
                  <a:pt x="129216" y="1106929"/>
                  <a:pt x="129216" y="1123698"/>
                </a:cubicBezTo>
                <a:cubicBezTo>
                  <a:pt x="129216" y="1140468"/>
                  <a:pt x="115622" y="1154062"/>
                  <a:pt x="98858" y="1154062"/>
                </a:cubicBezTo>
                <a:cubicBezTo>
                  <a:pt x="82086" y="1154062"/>
                  <a:pt x="68492" y="1140468"/>
                  <a:pt x="68492" y="1123698"/>
                </a:cubicBezTo>
                <a:cubicBezTo>
                  <a:pt x="68492" y="1106929"/>
                  <a:pt x="82086" y="1093335"/>
                  <a:pt x="98858" y="1093335"/>
                </a:cubicBezTo>
                <a:close/>
                <a:moveTo>
                  <a:pt x="26303" y="1093335"/>
                </a:moveTo>
                <a:cubicBezTo>
                  <a:pt x="43069" y="1093335"/>
                  <a:pt x="56664" y="1106929"/>
                  <a:pt x="56664" y="1123698"/>
                </a:cubicBezTo>
                <a:cubicBezTo>
                  <a:pt x="56664" y="1140468"/>
                  <a:pt x="43069" y="1154062"/>
                  <a:pt x="26303" y="1154062"/>
                </a:cubicBezTo>
                <a:cubicBezTo>
                  <a:pt x="17918" y="1154062"/>
                  <a:pt x="10327" y="1150664"/>
                  <a:pt x="4832" y="1145169"/>
                </a:cubicBezTo>
                <a:lnTo>
                  <a:pt x="0" y="1133503"/>
                </a:lnTo>
                <a:lnTo>
                  <a:pt x="0" y="1113894"/>
                </a:lnTo>
                <a:lnTo>
                  <a:pt x="4832" y="1102228"/>
                </a:lnTo>
                <a:cubicBezTo>
                  <a:pt x="10327" y="1096734"/>
                  <a:pt x="17918" y="1093335"/>
                  <a:pt x="26303" y="1093335"/>
                </a:cubicBezTo>
                <a:close/>
                <a:moveTo>
                  <a:pt x="1549874" y="1012883"/>
                </a:moveTo>
                <a:lnTo>
                  <a:pt x="1555552" y="1014029"/>
                </a:lnTo>
                <a:lnTo>
                  <a:pt x="1530465" y="1066106"/>
                </a:lnTo>
                <a:lnTo>
                  <a:pt x="1528404" y="1064717"/>
                </a:lnTo>
                <a:cubicBezTo>
                  <a:pt x="1522910" y="1059222"/>
                  <a:pt x="1519511" y="1051631"/>
                  <a:pt x="1519511" y="1043246"/>
                </a:cubicBezTo>
                <a:cubicBezTo>
                  <a:pt x="1519511" y="1026477"/>
                  <a:pt x="1533105" y="1012883"/>
                  <a:pt x="1549874" y="1012883"/>
                </a:cubicBezTo>
                <a:close/>
                <a:moveTo>
                  <a:pt x="1477320" y="1012883"/>
                </a:moveTo>
                <a:cubicBezTo>
                  <a:pt x="1494089" y="1012883"/>
                  <a:pt x="1507683" y="1026477"/>
                  <a:pt x="1507683" y="1043246"/>
                </a:cubicBezTo>
                <a:cubicBezTo>
                  <a:pt x="1507683" y="1060016"/>
                  <a:pt x="1494089" y="1073610"/>
                  <a:pt x="1477320" y="1073610"/>
                </a:cubicBezTo>
                <a:cubicBezTo>
                  <a:pt x="1460550" y="1073610"/>
                  <a:pt x="1446956" y="1060016"/>
                  <a:pt x="1446956" y="1043246"/>
                </a:cubicBezTo>
                <a:cubicBezTo>
                  <a:pt x="1446956" y="1026477"/>
                  <a:pt x="1460550" y="1012883"/>
                  <a:pt x="1477320" y="1012883"/>
                </a:cubicBezTo>
                <a:close/>
                <a:moveTo>
                  <a:pt x="1404765" y="1012883"/>
                </a:moveTo>
                <a:cubicBezTo>
                  <a:pt x="1421535" y="1012883"/>
                  <a:pt x="1435129" y="1026477"/>
                  <a:pt x="1435129" y="1043246"/>
                </a:cubicBezTo>
                <a:cubicBezTo>
                  <a:pt x="1435129" y="1060016"/>
                  <a:pt x="1421535" y="1073610"/>
                  <a:pt x="1404765" y="1073610"/>
                </a:cubicBezTo>
                <a:cubicBezTo>
                  <a:pt x="1387996" y="1073610"/>
                  <a:pt x="1374402" y="1060016"/>
                  <a:pt x="1374402" y="1043246"/>
                </a:cubicBezTo>
                <a:cubicBezTo>
                  <a:pt x="1374402" y="1026477"/>
                  <a:pt x="1387996" y="1012883"/>
                  <a:pt x="1404765" y="1012883"/>
                </a:cubicBezTo>
                <a:close/>
                <a:moveTo>
                  <a:pt x="1332211" y="1012883"/>
                </a:moveTo>
                <a:cubicBezTo>
                  <a:pt x="1348980" y="1012883"/>
                  <a:pt x="1362574" y="1026477"/>
                  <a:pt x="1362574" y="1043246"/>
                </a:cubicBezTo>
                <a:cubicBezTo>
                  <a:pt x="1362574" y="1060016"/>
                  <a:pt x="1348980" y="1073610"/>
                  <a:pt x="1332211" y="1073610"/>
                </a:cubicBezTo>
                <a:cubicBezTo>
                  <a:pt x="1315441" y="1073610"/>
                  <a:pt x="1301847" y="1060016"/>
                  <a:pt x="1301847" y="1043246"/>
                </a:cubicBezTo>
                <a:cubicBezTo>
                  <a:pt x="1301847" y="1026477"/>
                  <a:pt x="1315441" y="1012883"/>
                  <a:pt x="1332211" y="1012883"/>
                </a:cubicBezTo>
                <a:close/>
                <a:moveTo>
                  <a:pt x="1259656" y="1012883"/>
                </a:moveTo>
                <a:cubicBezTo>
                  <a:pt x="1276426" y="1012883"/>
                  <a:pt x="1290020" y="1026477"/>
                  <a:pt x="1290020" y="1043246"/>
                </a:cubicBezTo>
                <a:cubicBezTo>
                  <a:pt x="1290020" y="1060016"/>
                  <a:pt x="1276426" y="1073610"/>
                  <a:pt x="1259656" y="1073610"/>
                </a:cubicBezTo>
                <a:cubicBezTo>
                  <a:pt x="1242887" y="1073610"/>
                  <a:pt x="1229293" y="1060016"/>
                  <a:pt x="1229293" y="1043246"/>
                </a:cubicBezTo>
                <a:cubicBezTo>
                  <a:pt x="1229293" y="1026477"/>
                  <a:pt x="1242887" y="1012883"/>
                  <a:pt x="1259656" y="1012883"/>
                </a:cubicBezTo>
                <a:close/>
                <a:moveTo>
                  <a:pt x="1187102" y="1012883"/>
                </a:moveTo>
                <a:cubicBezTo>
                  <a:pt x="1203871" y="1012883"/>
                  <a:pt x="1217465" y="1026477"/>
                  <a:pt x="1217465" y="1043246"/>
                </a:cubicBezTo>
                <a:cubicBezTo>
                  <a:pt x="1217465" y="1060016"/>
                  <a:pt x="1203871" y="1073610"/>
                  <a:pt x="1187102" y="1073610"/>
                </a:cubicBezTo>
                <a:cubicBezTo>
                  <a:pt x="1170332" y="1073610"/>
                  <a:pt x="1156738" y="1060016"/>
                  <a:pt x="1156738" y="1043246"/>
                </a:cubicBezTo>
                <a:cubicBezTo>
                  <a:pt x="1156738" y="1026477"/>
                  <a:pt x="1170332" y="1012883"/>
                  <a:pt x="1187102" y="1012883"/>
                </a:cubicBezTo>
                <a:close/>
                <a:moveTo>
                  <a:pt x="1114547" y="1012883"/>
                </a:moveTo>
                <a:cubicBezTo>
                  <a:pt x="1131317" y="1012883"/>
                  <a:pt x="1144911" y="1026477"/>
                  <a:pt x="1144911" y="1043246"/>
                </a:cubicBezTo>
                <a:cubicBezTo>
                  <a:pt x="1144911" y="1060016"/>
                  <a:pt x="1131317" y="1073610"/>
                  <a:pt x="1114547" y="1073610"/>
                </a:cubicBezTo>
                <a:cubicBezTo>
                  <a:pt x="1097778" y="1073610"/>
                  <a:pt x="1084184" y="1060016"/>
                  <a:pt x="1084184" y="1043246"/>
                </a:cubicBezTo>
                <a:cubicBezTo>
                  <a:pt x="1084184" y="1026477"/>
                  <a:pt x="1097778" y="1012883"/>
                  <a:pt x="1114547" y="1012883"/>
                </a:cubicBezTo>
                <a:close/>
                <a:moveTo>
                  <a:pt x="1041993" y="1012883"/>
                </a:moveTo>
                <a:cubicBezTo>
                  <a:pt x="1058762" y="1012883"/>
                  <a:pt x="1072356" y="1026477"/>
                  <a:pt x="1072356" y="1043246"/>
                </a:cubicBezTo>
                <a:cubicBezTo>
                  <a:pt x="1072356" y="1060016"/>
                  <a:pt x="1058762" y="1073610"/>
                  <a:pt x="1041993" y="1073610"/>
                </a:cubicBezTo>
                <a:cubicBezTo>
                  <a:pt x="1025223" y="1073610"/>
                  <a:pt x="1011629" y="1060016"/>
                  <a:pt x="1011629" y="1043246"/>
                </a:cubicBezTo>
                <a:cubicBezTo>
                  <a:pt x="1011629" y="1026477"/>
                  <a:pt x="1025223" y="1012883"/>
                  <a:pt x="1041993" y="1012883"/>
                </a:cubicBezTo>
                <a:close/>
                <a:moveTo>
                  <a:pt x="969438" y="1012883"/>
                </a:moveTo>
                <a:cubicBezTo>
                  <a:pt x="986208" y="1012883"/>
                  <a:pt x="999801" y="1026477"/>
                  <a:pt x="999801" y="1043246"/>
                </a:cubicBezTo>
                <a:cubicBezTo>
                  <a:pt x="999801" y="1060016"/>
                  <a:pt x="986208" y="1073610"/>
                  <a:pt x="969438" y="1073610"/>
                </a:cubicBezTo>
                <a:cubicBezTo>
                  <a:pt x="952669" y="1073610"/>
                  <a:pt x="939075" y="1060016"/>
                  <a:pt x="939075" y="1043246"/>
                </a:cubicBezTo>
                <a:cubicBezTo>
                  <a:pt x="939075" y="1026477"/>
                  <a:pt x="952669" y="1012883"/>
                  <a:pt x="969438" y="1012883"/>
                </a:cubicBezTo>
                <a:close/>
                <a:moveTo>
                  <a:pt x="896883" y="1012883"/>
                </a:moveTo>
                <a:cubicBezTo>
                  <a:pt x="913653" y="1012883"/>
                  <a:pt x="927247" y="1026477"/>
                  <a:pt x="927247" y="1043246"/>
                </a:cubicBezTo>
                <a:cubicBezTo>
                  <a:pt x="927247" y="1060016"/>
                  <a:pt x="913653" y="1073610"/>
                  <a:pt x="896883" y="1073610"/>
                </a:cubicBezTo>
                <a:cubicBezTo>
                  <a:pt x="880114" y="1073610"/>
                  <a:pt x="866520" y="1060016"/>
                  <a:pt x="866520" y="1043246"/>
                </a:cubicBezTo>
                <a:cubicBezTo>
                  <a:pt x="866520" y="1026477"/>
                  <a:pt x="880114" y="1012883"/>
                  <a:pt x="896883" y="1012883"/>
                </a:cubicBezTo>
                <a:close/>
                <a:moveTo>
                  <a:pt x="824329" y="1012883"/>
                </a:moveTo>
                <a:cubicBezTo>
                  <a:pt x="841098" y="1012883"/>
                  <a:pt x="854692" y="1026477"/>
                  <a:pt x="854692" y="1043246"/>
                </a:cubicBezTo>
                <a:cubicBezTo>
                  <a:pt x="854692" y="1060016"/>
                  <a:pt x="841098" y="1073610"/>
                  <a:pt x="824329" y="1073610"/>
                </a:cubicBezTo>
                <a:cubicBezTo>
                  <a:pt x="807559" y="1073610"/>
                  <a:pt x="793965" y="1060016"/>
                  <a:pt x="793965" y="1043246"/>
                </a:cubicBezTo>
                <a:cubicBezTo>
                  <a:pt x="793965" y="1026477"/>
                  <a:pt x="807559" y="1012883"/>
                  <a:pt x="824329" y="1012883"/>
                </a:cubicBezTo>
                <a:close/>
                <a:moveTo>
                  <a:pt x="751774" y="1012883"/>
                </a:moveTo>
                <a:cubicBezTo>
                  <a:pt x="768544" y="1012883"/>
                  <a:pt x="782138" y="1026477"/>
                  <a:pt x="782138" y="1043246"/>
                </a:cubicBezTo>
                <a:cubicBezTo>
                  <a:pt x="782138" y="1060016"/>
                  <a:pt x="768544" y="1073610"/>
                  <a:pt x="751774" y="1073610"/>
                </a:cubicBezTo>
                <a:cubicBezTo>
                  <a:pt x="735005" y="1073610"/>
                  <a:pt x="721411" y="1060016"/>
                  <a:pt x="721411" y="1043246"/>
                </a:cubicBezTo>
                <a:cubicBezTo>
                  <a:pt x="721411" y="1026477"/>
                  <a:pt x="735005" y="1012883"/>
                  <a:pt x="751774" y="1012883"/>
                </a:cubicBezTo>
                <a:close/>
                <a:moveTo>
                  <a:pt x="679220" y="1012883"/>
                </a:moveTo>
                <a:cubicBezTo>
                  <a:pt x="695989" y="1012883"/>
                  <a:pt x="709583" y="1026477"/>
                  <a:pt x="709583" y="1043246"/>
                </a:cubicBezTo>
                <a:cubicBezTo>
                  <a:pt x="709583" y="1060016"/>
                  <a:pt x="695989" y="1073610"/>
                  <a:pt x="679220" y="1073610"/>
                </a:cubicBezTo>
                <a:cubicBezTo>
                  <a:pt x="662450" y="1073610"/>
                  <a:pt x="648856" y="1060016"/>
                  <a:pt x="648856" y="1043246"/>
                </a:cubicBezTo>
                <a:cubicBezTo>
                  <a:pt x="648856" y="1026477"/>
                  <a:pt x="662450" y="1012883"/>
                  <a:pt x="679220" y="1012883"/>
                </a:cubicBezTo>
                <a:close/>
                <a:moveTo>
                  <a:pt x="606665" y="1012883"/>
                </a:moveTo>
                <a:cubicBezTo>
                  <a:pt x="623435" y="1012883"/>
                  <a:pt x="637029" y="1026477"/>
                  <a:pt x="637029" y="1043246"/>
                </a:cubicBezTo>
                <a:cubicBezTo>
                  <a:pt x="637029" y="1060016"/>
                  <a:pt x="623435" y="1073610"/>
                  <a:pt x="606665" y="1073610"/>
                </a:cubicBezTo>
                <a:cubicBezTo>
                  <a:pt x="589896" y="1073610"/>
                  <a:pt x="576302" y="1060016"/>
                  <a:pt x="576302" y="1043246"/>
                </a:cubicBezTo>
                <a:cubicBezTo>
                  <a:pt x="576302" y="1026477"/>
                  <a:pt x="589896" y="1012883"/>
                  <a:pt x="606665" y="1012883"/>
                </a:cubicBezTo>
                <a:close/>
                <a:moveTo>
                  <a:pt x="534111" y="1012883"/>
                </a:moveTo>
                <a:cubicBezTo>
                  <a:pt x="550880" y="1012883"/>
                  <a:pt x="564474" y="1026477"/>
                  <a:pt x="564474" y="1043246"/>
                </a:cubicBezTo>
                <a:cubicBezTo>
                  <a:pt x="564474" y="1060016"/>
                  <a:pt x="550880" y="1073610"/>
                  <a:pt x="534111" y="1073610"/>
                </a:cubicBezTo>
                <a:cubicBezTo>
                  <a:pt x="517341" y="1073610"/>
                  <a:pt x="503747" y="1060016"/>
                  <a:pt x="503747" y="1043246"/>
                </a:cubicBezTo>
                <a:cubicBezTo>
                  <a:pt x="503747" y="1026477"/>
                  <a:pt x="517341" y="1012883"/>
                  <a:pt x="534111" y="1012883"/>
                </a:cubicBezTo>
                <a:close/>
                <a:moveTo>
                  <a:pt x="461556" y="1012883"/>
                </a:moveTo>
                <a:cubicBezTo>
                  <a:pt x="478326" y="1012883"/>
                  <a:pt x="491920" y="1026477"/>
                  <a:pt x="491920" y="1043246"/>
                </a:cubicBezTo>
                <a:cubicBezTo>
                  <a:pt x="491920" y="1060016"/>
                  <a:pt x="478326" y="1073610"/>
                  <a:pt x="461556" y="1073610"/>
                </a:cubicBezTo>
                <a:cubicBezTo>
                  <a:pt x="444787" y="1073610"/>
                  <a:pt x="431192" y="1060016"/>
                  <a:pt x="431192" y="1043246"/>
                </a:cubicBezTo>
                <a:cubicBezTo>
                  <a:pt x="431192" y="1026477"/>
                  <a:pt x="444787" y="1012883"/>
                  <a:pt x="461556" y="1012883"/>
                </a:cubicBezTo>
                <a:close/>
                <a:moveTo>
                  <a:pt x="389002" y="1012883"/>
                </a:moveTo>
                <a:cubicBezTo>
                  <a:pt x="405771" y="1012883"/>
                  <a:pt x="419365" y="1026477"/>
                  <a:pt x="419365" y="1043246"/>
                </a:cubicBezTo>
                <a:cubicBezTo>
                  <a:pt x="419365" y="1060016"/>
                  <a:pt x="405771" y="1073610"/>
                  <a:pt x="389002" y="1073610"/>
                </a:cubicBezTo>
                <a:cubicBezTo>
                  <a:pt x="372232" y="1073610"/>
                  <a:pt x="358638" y="1060016"/>
                  <a:pt x="358638" y="1043246"/>
                </a:cubicBezTo>
                <a:cubicBezTo>
                  <a:pt x="358638" y="1026477"/>
                  <a:pt x="372232" y="1012883"/>
                  <a:pt x="389002" y="1012883"/>
                </a:cubicBezTo>
                <a:close/>
                <a:moveTo>
                  <a:pt x="316447" y="1012883"/>
                </a:moveTo>
                <a:cubicBezTo>
                  <a:pt x="333216" y="1012883"/>
                  <a:pt x="346810" y="1026477"/>
                  <a:pt x="346810" y="1043246"/>
                </a:cubicBezTo>
                <a:cubicBezTo>
                  <a:pt x="346810" y="1060016"/>
                  <a:pt x="333216" y="1073610"/>
                  <a:pt x="316447" y="1073610"/>
                </a:cubicBezTo>
                <a:cubicBezTo>
                  <a:pt x="299677" y="1073610"/>
                  <a:pt x="286084" y="1060016"/>
                  <a:pt x="286084" y="1043246"/>
                </a:cubicBezTo>
                <a:cubicBezTo>
                  <a:pt x="286084" y="1026477"/>
                  <a:pt x="299677" y="1012883"/>
                  <a:pt x="316447" y="1012883"/>
                </a:cubicBezTo>
                <a:close/>
                <a:moveTo>
                  <a:pt x="243892" y="1012883"/>
                </a:moveTo>
                <a:cubicBezTo>
                  <a:pt x="260662" y="1012883"/>
                  <a:pt x="274256" y="1026477"/>
                  <a:pt x="274256" y="1043246"/>
                </a:cubicBezTo>
                <a:cubicBezTo>
                  <a:pt x="274256" y="1060016"/>
                  <a:pt x="260662" y="1073610"/>
                  <a:pt x="243892" y="1073610"/>
                </a:cubicBezTo>
                <a:cubicBezTo>
                  <a:pt x="227123" y="1073610"/>
                  <a:pt x="213529" y="1060016"/>
                  <a:pt x="213529" y="1043246"/>
                </a:cubicBezTo>
                <a:cubicBezTo>
                  <a:pt x="213529" y="1026477"/>
                  <a:pt x="227123" y="1012883"/>
                  <a:pt x="243892" y="1012883"/>
                </a:cubicBezTo>
                <a:close/>
                <a:moveTo>
                  <a:pt x="171339" y="1012883"/>
                </a:moveTo>
                <a:cubicBezTo>
                  <a:pt x="188107" y="1012883"/>
                  <a:pt x="201701" y="1026477"/>
                  <a:pt x="201701" y="1043246"/>
                </a:cubicBezTo>
                <a:cubicBezTo>
                  <a:pt x="201701" y="1060016"/>
                  <a:pt x="188107" y="1073610"/>
                  <a:pt x="171339" y="1073610"/>
                </a:cubicBezTo>
                <a:cubicBezTo>
                  <a:pt x="154639" y="1073610"/>
                  <a:pt x="141045" y="1060016"/>
                  <a:pt x="141045" y="1043246"/>
                </a:cubicBezTo>
                <a:cubicBezTo>
                  <a:pt x="141045" y="1026477"/>
                  <a:pt x="154639" y="1012883"/>
                  <a:pt x="171339" y="1012883"/>
                </a:cubicBezTo>
                <a:close/>
                <a:moveTo>
                  <a:pt x="98865" y="1012883"/>
                </a:moveTo>
                <a:cubicBezTo>
                  <a:pt x="115628" y="1012883"/>
                  <a:pt x="129222" y="1026477"/>
                  <a:pt x="129222" y="1043246"/>
                </a:cubicBezTo>
                <a:cubicBezTo>
                  <a:pt x="129222" y="1060016"/>
                  <a:pt x="115628" y="1073610"/>
                  <a:pt x="98865" y="1073610"/>
                </a:cubicBezTo>
                <a:cubicBezTo>
                  <a:pt x="82093" y="1073610"/>
                  <a:pt x="68498" y="1060016"/>
                  <a:pt x="68498" y="1043246"/>
                </a:cubicBezTo>
                <a:cubicBezTo>
                  <a:pt x="68498" y="1026477"/>
                  <a:pt x="82093" y="1012883"/>
                  <a:pt x="98865" y="1012883"/>
                </a:cubicBezTo>
                <a:close/>
                <a:moveTo>
                  <a:pt x="26309" y="1012883"/>
                </a:moveTo>
                <a:cubicBezTo>
                  <a:pt x="43075" y="1012883"/>
                  <a:pt x="56670" y="1026477"/>
                  <a:pt x="56670" y="1043246"/>
                </a:cubicBezTo>
                <a:cubicBezTo>
                  <a:pt x="56670" y="1060016"/>
                  <a:pt x="43075" y="1073610"/>
                  <a:pt x="26309" y="1073610"/>
                </a:cubicBezTo>
                <a:cubicBezTo>
                  <a:pt x="17924" y="1073610"/>
                  <a:pt x="10333" y="1070212"/>
                  <a:pt x="4838" y="1064717"/>
                </a:cubicBezTo>
                <a:lnTo>
                  <a:pt x="0" y="1053036"/>
                </a:lnTo>
                <a:lnTo>
                  <a:pt x="0" y="1033457"/>
                </a:lnTo>
                <a:lnTo>
                  <a:pt x="4838" y="1021776"/>
                </a:lnTo>
                <a:cubicBezTo>
                  <a:pt x="10333" y="1016282"/>
                  <a:pt x="17924" y="1012883"/>
                  <a:pt x="26309" y="1012883"/>
                </a:cubicBezTo>
                <a:close/>
                <a:moveTo>
                  <a:pt x="1549874" y="932431"/>
                </a:moveTo>
                <a:cubicBezTo>
                  <a:pt x="1558259" y="932431"/>
                  <a:pt x="1565850" y="935830"/>
                  <a:pt x="1571345" y="941324"/>
                </a:cubicBezTo>
                <a:lnTo>
                  <a:pt x="1577296" y="955693"/>
                </a:lnTo>
                <a:lnTo>
                  <a:pt x="1565363" y="988298"/>
                </a:lnTo>
                <a:lnTo>
                  <a:pt x="1561694" y="990772"/>
                </a:lnTo>
                <a:cubicBezTo>
                  <a:pt x="1558061" y="992309"/>
                  <a:pt x="1554067" y="993158"/>
                  <a:pt x="1549874" y="993158"/>
                </a:cubicBezTo>
                <a:cubicBezTo>
                  <a:pt x="1533105" y="993158"/>
                  <a:pt x="1519511" y="979564"/>
                  <a:pt x="1519511" y="962795"/>
                </a:cubicBezTo>
                <a:cubicBezTo>
                  <a:pt x="1519511" y="946025"/>
                  <a:pt x="1533105" y="932431"/>
                  <a:pt x="1549874" y="932431"/>
                </a:cubicBezTo>
                <a:close/>
                <a:moveTo>
                  <a:pt x="1477320" y="932431"/>
                </a:moveTo>
                <a:cubicBezTo>
                  <a:pt x="1494089" y="932431"/>
                  <a:pt x="1507683" y="946025"/>
                  <a:pt x="1507683" y="962795"/>
                </a:cubicBezTo>
                <a:cubicBezTo>
                  <a:pt x="1507683" y="979564"/>
                  <a:pt x="1494089" y="993158"/>
                  <a:pt x="1477320" y="993158"/>
                </a:cubicBezTo>
                <a:cubicBezTo>
                  <a:pt x="1460550" y="993158"/>
                  <a:pt x="1446956" y="979564"/>
                  <a:pt x="1446956" y="962795"/>
                </a:cubicBezTo>
                <a:cubicBezTo>
                  <a:pt x="1446956" y="946025"/>
                  <a:pt x="1460550" y="932431"/>
                  <a:pt x="1477320" y="932431"/>
                </a:cubicBezTo>
                <a:close/>
                <a:moveTo>
                  <a:pt x="1404765" y="932431"/>
                </a:moveTo>
                <a:cubicBezTo>
                  <a:pt x="1421535" y="932431"/>
                  <a:pt x="1435129" y="946025"/>
                  <a:pt x="1435129" y="962795"/>
                </a:cubicBezTo>
                <a:cubicBezTo>
                  <a:pt x="1435129" y="979564"/>
                  <a:pt x="1421535" y="993158"/>
                  <a:pt x="1404765" y="993158"/>
                </a:cubicBezTo>
                <a:cubicBezTo>
                  <a:pt x="1387996" y="993158"/>
                  <a:pt x="1374402" y="979564"/>
                  <a:pt x="1374402" y="962795"/>
                </a:cubicBezTo>
                <a:cubicBezTo>
                  <a:pt x="1374402" y="946025"/>
                  <a:pt x="1387996" y="932431"/>
                  <a:pt x="1404765" y="932431"/>
                </a:cubicBezTo>
                <a:close/>
                <a:moveTo>
                  <a:pt x="1332211" y="932431"/>
                </a:moveTo>
                <a:cubicBezTo>
                  <a:pt x="1348980" y="932431"/>
                  <a:pt x="1362574" y="946025"/>
                  <a:pt x="1362574" y="962795"/>
                </a:cubicBezTo>
                <a:cubicBezTo>
                  <a:pt x="1362574" y="979564"/>
                  <a:pt x="1348980" y="993158"/>
                  <a:pt x="1332211" y="993158"/>
                </a:cubicBezTo>
                <a:cubicBezTo>
                  <a:pt x="1315441" y="993158"/>
                  <a:pt x="1301847" y="979564"/>
                  <a:pt x="1301847" y="962795"/>
                </a:cubicBezTo>
                <a:cubicBezTo>
                  <a:pt x="1301847" y="946025"/>
                  <a:pt x="1315441" y="932431"/>
                  <a:pt x="1332211" y="932431"/>
                </a:cubicBezTo>
                <a:close/>
                <a:moveTo>
                  <a:pt x="1259656" y="932431"/>
                </a:moveTo>
                <a:cubicBezTo>
                  <a:pt x="1276426" y="932431"/>
                  <a:pt x="1290020" y="946025"/>
                  <a:pt x="1290020" y="962795"/>
                </a:cubicBezTo>
                <a:cubicBezTo>
                  <a:pt x="1290020" y="979564"/>
                  <a:pt x="1276426" y="993158"/>
                  <a:pt x="1259656" y="993158"/>
                </a:cubicBezTo>
                <a:cubicBezTo>
                  <a:pt x="1242887" y="993158"/>
                  <a:pt x="1229293" y="979564"/>
                  <a:pt x="1229293" y="962795"/>
                </a:cubicBezTo>
                <a:cubicBezTo>
                  <a:pt x="1229293" y="946025"/>
                  <a:pt x="1242887" y="932431"/>
                  <a:pt x="1259656" y="932431"/>
                </a:cubicBezTo>
                <a:close/>
                <a:moveTo>
                  <a:pt x="1187102" y="932431"/>
                </a:moveTo>
                <a:cubicBezTo>
                  <a:pt x="1203871" y="932431"/>
                  <a:pt x="1217465" y="946025"/>
                  <a:pt x="1217465" y="962795"/>
                </a:cubicBezTo>
                <a:cubicBezTo>
                  <a:pt x="1217465" y="979564"/>
                  <a:pt x="1203871" y="993158"/>
                  <a:pt x="1187102" y="993158"/>
                </a:cubicBezTo>
                <a:cubicBezTo>
                  <a:pt x="1170332" y="993158"/>
                  <a:pt x="1156738" y="979564"/>
                  <a:pt x="1156738" y="962795"/>
                </a:cubicBezTo>
                <a:cubicBezTo>
                  <a:pt x="1156738" y="946025"/>
                  <a:pt x="1170332" y="932431"/>
                  <a:pt x="1187102" y="932431"/>
                </a:cubicBezTo>
                <a:close/>
                <a:moveTo>
                  <a:pt x="1114547" y="932431"/>
                </a:moveTo>
                <a:cubicBezTo>
                  <a:pt x="1131317" y="932431"/>
                  <a:pt x="1144911" y="946025"/>
                  <a:pt x="1144911" y="962795"/>
                </a:cubicBezTo>
                <a:cubicBezTo>
                  <a:pt x="1144911" y="979564"/>
                  <a:pt x="1131317" y="993158"/>
                  <a:pt x="1114547" y="993158"/>
                </a:cubicBezTo>
                <a:cubicBezTo>
                  <a:pt x="1097778" y="993158"/>
                  <a:pt x="1084184" y="979564"/>
                  <a:pt x="1084184" y="962795"/>
                </a:cubicBezTo>
                <a:cubicBezTo>
                  <a:pt x="1084184" y="946025"/>
                  <a:pt x="1097778" y="932431"/>
                  <a:pt x="1114547" y="932431"/>
                </a:cubicBezTo>
                <a:close/>
                <a:moveTo>
                  <a:pt x="1041993" y="932431"/>
                </a:moveTo>
                <a:cubicBezTo>
                  <a:pt x="1058762" y="932431"/>
                  <a:pt x="1072356" y="946025"/>
                  <a:pt x="1072356" y="962795"/>
                </a:cubicBezTo>
                <a:cubicBezTo>
                  <a:pt x="1072356" y="979564"/>
                  <a:pt x="1058762" y="993158"/>
                  <a:pt x="1041993" y="993158"/>
                </a:cubicBezTo>
                <a:cubicBezTo>
                  <a:pt x="1025223" y="993158"/>
                  <a:pt x="1011629" y="979564"/>
                  <a:pt x="1011629" y="962795"/>
                </a:cubicBezTo>
                <a:cubicBezTo>
                  <a:pt x="1011629" y="946025"/>
                  <a:pt x="1025223" y="932431"/>
                  <a:pt x="1041993" y="932431"/>
                </a:cubicBezTo>
                <a:close/>
                <a:moveTo>
                  <a:pt x="969438" y="932431"/>
                </a:moveTo>
                <a:cubicBezTo>
                  <a:pt x="986208" y="932431"/>
                  <a:pt x="999801" y="946025"/>
                  <a:pt x="999801" y="962795"/>
                </a:cubicBezTo>
                <a:cubicBezTo>
                  <a:pt x="999801" y="979564"/>
                  <a:pt x="986208" y="993158"/>
                  <a:pt x="969438" y="993158"/>
                </a:cubicBezTo>
                <a:cubicBezTo>
                  <a:pt x="952669" y="993158"/>
                  <a:pt x="939075" y="979564"/>
                  <a:pt x="939075" y="962795"/>
                </a:cubicBezTo>
                <a:cubicBezTo>
                  <a:pt x="939075" y="946025"/>
                  <a:pt x="952669" y="932431"/>
                  <a:pt x="969438" y="932431"/>
                </a:cubicBezTo>
                <a:close/>
                <a:moveTo>
                  <a:pt x="896883" y="932431"/>
                </a:moveTo>
                <a:cubicBezTo>
                  <a:pt x="913653" y="932431"/>
                  <a:pt x="927247" y="946025"/>
                  <a:pt x="927247" y="962795"/>
                </a:cubicBezTo>
                <a:cubicBezTo>
                  <a:pt x="927247" y="979564"/>
                  <a:pt x="913653" y="993158"/>
                  <a:pt x="896883" y="993158"/>
                </a:cubicBezTo>
                <a:cubicBezTo>
                  <a:pt x="880114" y="993158"/>
                  <a:pt x="866520" y="979564"/>
                  <a:pt x="866520" y="962795"/>
                </a:cubicBezTo>
                <a:cubicBezTo>
                  <a:pt x="866520" y="946025"/>
                  <a:pt x="880114" y="932431"/>
                  <a:pt x="896883" y="932431"/>
                </a:cubicBezTo>
                <a:close/>
                <a:moveTo>
                  <a:pt x="824329" y="932431"/>
                </a:moveTo>
                <a:cubicBezTo>
                  <a:pt x="841098" y="932431"/>
                  <a:pt x="854692" y="946025"/>
                  <a:pt x="854692" y="962795"/>
                </a:cubicBezTo>
                <a:cubicBezTo>
                  <a:pt x="854692" y="979564"/>
                  <a:pt x="841098" y="993158"/>
                  <a:pt x="824329" y="993158"/>
                </a:cubicBezTo>
                <a:cubicBezTo>
                  <a:pt x="807559" y="993158"/>
                  <a:pt x="793965" y="979564"/>
                  <a:pt x="793965" y="962795"/>
                </a:cubicBezTo>
                <a:cubicBezTo>
                  <a:pt x="793965" y="946025"/>
                  <a:pt x="807559" y="932431"/>
                  <a:pt x="824329" y="932431"/>
                </a:cubicBezTo>
                <a:close/>
                <a:moveTo>
                  <a:pt x="751774" y="932431"/>
                </a:moveTo>
                <a:cubicBezTo>
                  <a:pt x="768544" y="932431"/>
                  <a:pt x="782138" y="946025"/>
                  <a:pt x="782138" y="962795"/>
                </a:cubicBezTo>
                <a:cubicBezTo>
                  <a:pt x="782138" y="979564"/>
                  <a:pt x="768544" y="993158"/>
                  <a:pt x="751774" y="993158"/>
                </a:cubicBezTo>
                <a:cubicBezTo>
                  <a:pt x="735005" y="993158"/>
                  <a:pt x="721411" y="979564"/>
                  <a:pt x="721411" y="962795"/>
                </a:cubicBezTo>
                <a:cubicBezTo>
                  <a:pt x="721411" y="946025"/>
                  <a:pt x="735005" y="932431"/>
                  <a:pt x="751774" y="932431"/>
                </a:cubicBezTo>
                <a:close/>
                <a:moveTo>
                  <a:pt x="679220" y="932431"/>
                </a:moveTo>
                <a:cubicBezTo>
                  <a:pt x="695989" y="932431"/>
                  <a:pt x="709583" y="946025"/>
                  <a:pt x="709583" y="962795"/>
                </a:cubicBezTo>
                <a:cubicBezTo>
                  <a:pt x="709583" y="979564"/>
                  <a:pt x="695989" y="993158"/>
                  <a:pt x="679220" y="993158"/>
                </a:cubicBezTo>
                <a:cubicBezTo>
                  <a:pt x="662450" y="993158"/>
                  <a:pt x="648856" y="979564"/>
                  <a:pt x="648856" y="962795"/>
                </a:cubicBezTo>
                <a:cubicBezTo>
                  <a:pt x="648856" y="946025"/>
                  <a:pt x="662450" y="932431"/>
                  <a:pt x="679220" y="932431"/>
                </a:cubicBezTo>
                <a:close/>
                <a:moveTo>
                  <a:pt x="606665" y="932431"/>
                </a:moveTo>
                <a:cubicBezTo>
                  <a:pt x="623435" y="932431"/>
                  <a:pt x="637029" y="946025"/>
                  <a:pt x="637029" y="962795"/>
                </a:cubicBezTo>
                <a:cubicBezTo>
                  <a:pt x="637029" y="979564"/>
                  <a:pt x="623435" y="993158"/>
                  <a:pt x="606665" y="993158"/>
                </a:cubicBezTo>
                <a:cubicBezTo>
                  <a:pt x="589896" y="993158"/>
                  <a:pt x="576302" y="979564"/>
                  <a:pt x="576302" y="962795"/>
                </a:cubicBezTo>
                <a:cubicBezTo>
                  <a:pt x="576302" y="946025"/>
                  <a:pt x="589896" y="932431"/>
                  <a:pt x="606665" y="932431"/>
                </a:cubicBezTo>
                <a:close/>
                <a:moveTo>
                  <a:pt x="534111" y="932431"/>
                </a:moveTo>
                <a:cubicBezTo>
                  <a:pt x="550880" y="932431"/>
                  <a:pt x="564474" y="946025"/>
                  <a:pt x="564474" y="962795"/>
                </a:cubicBezTo>
                <a:cubicBezTo>
                  <a:pt x="564474" y="979564"/>
                  <a:pt x="550880" y="993158"/>
                  <a:pt x="534111" y="993158"/>
                </a:cubicBezTo>
                <a:cubicBezTo>
                  <a:pt x="517341" y="993158"/>
                  <a:pt x="503747" y="979564"/>
                  <a:pt x="503747" y="962795"/>
                </a:cubicBezTo>
                <a:cubicBezTo>
                  <a:pt x="503747" y="946025"/>
                  <a:pt x="517341" y="932431"/>
                  <a:pt x="534111" y="932431"/>
                </a:cubicBezTo>
                <a:close/>
                <a:moveTo>
                  <a:pt x="461556" y="932431"/>
                </a:moveTo>
                <a:cubicBezTo>
                  <a:pt x="478326" y="932431"/>
                  <a:pt x="491920" y="946025"/>
                  <a:pt x="491920" y="962795"/>
                </a:cubicBezTo>
                <a:cubicBezTo>
                  <a:pt x="491920" y="979564"/>
                  <a:pt x="478326" y="993158"/>
                  <a:pt x="461556" y="993158"/>
                </a:cubicBezTo>
                <a:cubicBezTo>
                  <a:pt x="444787" y="993158"/>
                  <a:pt x="431192" y="979564"/>
                  <a:pt x="431192" y="962795"/>
                </a:cubicBezTo>
                <a:cubicBezTo>
                  <a:pt x="431192" y="946025"/>
                  <a:pt x="444787" y="932431"/>
                  <a:pt x="461556" y="932431"/>
                </a:cubicBezTo>
                <a:close/>
                <a:moveTo>
                  <a:pt x="389002" y="932431"/>
                </a:moveTo>
                <a:cubicBezTo>
                  <a:pt x="405771" y="932431"/>
                  <a:pt x="419365" y="946025"/>
                  <a:pt x="419365" y="962795"/>
                </a:cubicBezTo>
                <a:cubicBezTo>
                  <a:pt x="419365" y="979564"/>
                  <a:pt x="405771" y="993158"/>
                  <a:pt x="389002" y="993158"/>
                </a:cubicBezTo>
                <a:cubicBezTo>
                  <a:pt x="372232" y="993158"/>
                  <a:pt x="358638" y="979564"/>
                  <a:pt x="358638" y="962795"/>
                </a:cubicBezTo>
                <a:cubicBezTo>
                  <a:pt x="358638" y="946025"/>
                  <a:pt x="372232" y="932431"/>
                  <a:pt x="389002" y="932431"/>
                </a:cubicBezTo>
                <a:close/>
                <a:moveTo>
                  <a:pt x="316447" y="932431"/>
                </a:moveTo>
                <a:cubicBezTo>
                  <a:pt x="333216" y="932431"/>
                  <a:pt x="346810" y="946025"/>
                  <a:pt x="346810" y="962795"/>
                </a:cubicBezTo>
                <a:cubicBezTo>
                  <a:pt x="346810" y="979564"/>
                  <a:pt x="333216" y="993158"/>
                  <a:pt x="316447" y="993158"/>
                </a:cubicBezTo>
                <a:cubicBezTo>
                  <a:pt x="299677" y="993158"/>
                  <a:pt x="286084" y="979564"/>
                  <a:pt x="286084" y="962795"/>
                </a:cubicBezTo>
                <a:cubicBezTo>
                  <a:pt x="286084" y="946025"/>
                  <a:pt x="299677" y="932431"/>
                  <a:pt x="316447" y="932431"/>
                </a:cubicBezTo>
                <a:close/>
                <a:moveTo>
                  <a:pt x="243892" y="932431"/>
                </a:moveTo>
                <a:cubicBezTo>
                  <a:pt x="260662" y="932431"/>
                  <a:pt x="274256" y="946025"/>
                  <a:pt x="274256" y="962795"/>
                </a:cubicBezTo>
                <a:cubicBezTo>
                  <a:pt x="274256" y="979564"/>
                  <a:pt x="260662" y="993158"/>
                  <a:pt x="243892" y="993158"/>
                </a:cubicBezTo>
                <a:cubicBezTo>
                  <a:pt x="227123" y="993158"/>
                  <a:pt x="213529" y="979564"/>
                  <a:pt x="213529" y="962795"/>
                </a:cubicBezTo>
                <a:cubicBezTo>
                  <a:pt x="213529" y="946025"/>
                  <a:pt x="227123" y="932431"/>
                  <a:pt x="243892" y="932431"/>
                </a:cubicBezTo>
                <a:close/>
                <a:moveTo>
                  <a:pt x="171339" y="932431"/>
                </a:moveTo>
                <a:cubicBezTo>
                  <a:pt x="188107" y="932431"/>
                  <a:pt x="201701" y="946025"/>
                  <a:pt x="201701" y="962795"/>
                </a:cubicBezTo>
                <a:cubicBezTo>
                  <a:pt x="201701" y="979564"/>
                  <a:pt x="188107" y="993158"/>
                  <a:pt x="171339" y="993158"/>
                </a:cubicBezTo>
                <a:cubicBezTo>
                  <a:pt x="154645" y="993158"/>
                  <a:pt x="141051" y="979564"/>
                  <a:pt x="141051" y="962795"/>
                </a:cubicBezTo>
                <a:cubicBezTo>
                  <a:pt x="141051" y="946025"/>
                  <a:pt x="154645" y="932431"/>
                  <a:pt x="171339" y="932431"/>
                </a:cubicBezTo>
                <a:close/>
                <a:moveTo>
                  <a:pt x="98870" y="932431"/>
                </a:moveTo>
                <a:cubicBezTo>
                  <a:pt x="115634" y="932431"/>
                  <a:pt x="129228" y="946025"/>
                  <a:pt x="129228" y="962795"/>
                </a:cubicBezTo>
                <a:cubicBezTo>
                  <a:pt x="129228" y="979564"/>
                  <a:pt x="115634" y="993158"/>
                  <a:pt x="98870" y="993158"/>
                </a:cubicBezTo>
                <a:cubicBezTo>
                  <a:pt x="82099" y="993158"/>
                  <a:pt x="68505" y="979564"/>
                  <a:pt x="68505" y="962795"/>
                </a:cubicBezTo>
                <a:cubicBezTo>
                  <a:pt x="68505" y="946025"/>
                  <a:pt x="82099" y="932431"/>
                  <a:pt x="98870" y="932431"/>
                </a:cubicBezTo>
                <a:close/>
                <a:moveTo>
                  <a:pt x="26316" y="932431"/>
                </a:moveTo>
                <a:cubicBezTo>
                  <a:pt x="43081" y="932431"/>
                  <a:pt x="56676" y="946025"/>
                  <a:pt x="56676" y="962795"/>
                </a:cubicBezTo>
                <a:cubicBezTo>
                  <a:pt x="56676" y="979564"/>
                  <a:pt x="43081" y="993158"/>
                  <a:pt x="26316" y="993158"/>
                </a:cubicBezTo>
                <a:cubicBezTo>
                  <a:pt x="17931" y="993158"/>
                  <a:pt x="10340" y="989760"/>
                  <a:pt x="4845" y="984265"/>
                </a:cubicBezTo>
                <a:lnTo>
                  <a:pt x="0" y="972570"/>
                </a:lnTo>
                <a:lnTo>
                  <a:pt x="0" y="953020"/>
                </a:lnTo>
                <a:lnTo>
                  <a:pt x="4845" y="941324"/>
                </a:lnTo>
                <a:cubicBezTo>
                  <a:pt x="10340" y="935830"/>
                  <a:pt x="17931" y="932431"/>
                  <a:pt x="26316" y="932431"/>
                </a:cubicBezTo>
                <a:close/>
                <a:moveTo>
                  <a:pt x="1612513" y="853981"/>
                </a:moveTo>
                <a:lnTo>
                  <a:pt x="1607766" y="872445"/>
                </a:lnTo>
                <a:lnTo>
                  <a:pt x="1598477" y="897823"/>
                </a:lnTo>
                <a:lnTo>
                  <a:pt x="1592066" y="882343"/>
                </a:lnTo>
                <a:cubicBezTo>
                  <a:pt x="1592066" y="869766"/>
                  <a:pt x="1599712" y="858975"/>
                  <a:pt x="1610610" y="854366"/>
                </a:cubicBezTo>
                <a:close/>
                <a:moveTo>
                  <a:pt x="1549874" y="851979"/>
                </a:moveTo>
                <a:cubicBezTo>
                  <a:pt x="1566644" y="851979"/>
                  <a:pt x="1580238" y="865573"/>
                  <a:pt x="1580238" y="882343"/>
                </a:cubicBezTo>
                <a:cubicBezTo>
                  <a:pt x="1580238" y="899112"/>
                  <a:pt x="1566644" y="912706"/>
                  <a:pt x="1549874" y="912706"/>
                </a:cubicBezTo>
                <a:cubicBezTo>
                  <a:pt x="1533105" y="912706"/>
                  <a:pt x="1519511" y="899112"/>
                  <a:pt x="1519511" y="882343"/>
                </a:cubicBezTo>
                <a:cubicBezTo>
                  <a:pt x="1519511" y="865573"/>
                  <a:pt x="1533105" y="851979"/>
                  <a:pt x="1549874" y="851979"/>
                </a:cubicBezTo>
                <a:close/>
                <a:moveTo>
                  <a:pt x="1477320" y="851979"/>
                </a:moveTo>
                <a:cubicBezTo>
                  <a:pt x="1494089" y="851979"/>
                  <a:pt x="1507683" y="865573"/>
                  <a:pt x="1507683" y="882343"/>
                </a:cubicBezTo>
                <a:cubicBezTo>
                  <a:pt x="1507683" y="899112"/>
                  <a:pt x="1494089" y="912706"/>
                  <a:pt x="1477320" y="912706"/>
                </a:cubicBezTo>
                <a:cubicBezTo>
                  <a:pt x="1460550" y="912706"/>
                  <a:pt x="1446956" y="899112"/>
                  <a:pt x="1446956" y="882343"/>
                </a:cubicBezTo>
                <a:cubicBezTo>
                  <a:pt x="1446956" y="865573"/>
                  <a:pt x="1460550" y="851979"/>
                  <a:pt x="1477320" y="851979"/>
                </a:cubicBezTo>
                <a:close/>
                <a:moveTo>
                  <a:pt x="1404765" y="851979"/>
                </a:moveTo>
                <a:cubicBezTo>
                  <a:pt x="1421535" y="851979"/>
                  <a:pt x="1435129" y="865573"/>
                  <a:pt x="1435129" y="882343"/>
                </a:cubicBezTo>
                <a:cubicBezTo>
                  <a:pt x="1435129" y="899112"/>
                  <a:pt x="1421535" y="912706"/>
                  <a:pt x="1404765" y="912706"/>
                </a:cubicBezTo>
                <a:cubicBezTo>
                  <a:pt x="1387996" y="912706"/>
                  <a:pt x="1374402" y="899112"/>
                  <a:pt x="1374402" y="882343"/>
                </a:cubicBezTo>
                <a:cubicBezTo>
                  <a:pt x="1374402" y="865573"/>
                  <a:pt x="1387996" y="851979"/>
                  <a:pt x="1404765" y="851979"/>
                </a:cubicBezTo>
                <a:close/>
                <a:moveTo>
                  <a:pt x="1332211" y="851979"/>
                </a:moveTo>
                <a:cubicBezTo>
                  <a:pt x="1348980" y="851979"/>
                  <a:pt x="1362574" y="865573"/>
                  <a:pt x="1362574" y="882343"/>
                </a:cubicBezTo>
                <a:cubicBezTo>
                  <a:pt x="1362574" y="899112"/>
                  <a:pt x="1348980" y="912706"/>
                  <a:pt x="1332211" y="912706"/>
                </a:cubicBezTo>
                <a:cubicBezTo>
                  <a:pt x="1315441" y="912706"/>
                  <a:pt x="1301847" y="899112"/>
                  <a:pt x="1301847" y="882343"/>
                </a:cubicBezTo>
                <a:cubicBezTo>
                  <a:pt x="1301847" y="865573"/>
                  <a:pt x="1315441" y="851979"/>
                  <a:pt x="1332211" y="851979"/>
                </a:cubicBezTo>
                <a:close/>
                <a:moveTo>
                  <a:pt x="1259656" y="851979"/>
                </a:moveTo>
                <a:cubicBezTo>
                  <a:pt x="1276426" y="851979"/>
                  <a:pt x="1290020" y="865573"/>
                  <a:pt x="1290020" y="882343"/>
                </a:cubicBezTo>
                <a:cubicBezTo>
                  <a:pt x="1290020" y="899112"/>
                  <a:pt x="1276426" y="912706"/>
                  <a:pt x="1259656" y="912706"/>
                </a:cubicBezTo>
                <a:cubicBezTo>
                  <a:pt x="1242887" y="912706"/>
                  <a:pt x="1229293" y="899112"/>
                  <a:pt x="1229293" y="882343"/>
                </a:cubicBezTo>
                <a:cubicBezTo>
                  <a:pt x="1229293" y="865573"/>
                  <a:pt x="1242887" y="851979"/>
                  <a:pt x="1259656" y="851979"/>
                </a:cubicBezTo>
                <a:close/>
                <a:moveTo>
                  <a:pt x="1187102" y="851979"/>
                </a:moveTo>
                <a:cubicBezTo>
                  <a:pt x="1203871" y="851979"/>
                  <a:pt x="1217465" y="865573"/>
                  <a:pt x="1217465" y="882343"/>
                </a:cubicBezTo>
                <a:cubicBezTo>
                  <a:pt x="1217465" y="899112"/>
                  <a:pt x="1203871" y="912706"/>
                  <a:pt x="1187102" y="912706"/>
                </a:cubicBezTo>
                <a:cubicBezTo>
                  <a:pt x="1170332" y="912706"/>
                  <a:pt x="1156738" y="899112"/>
                  <a:pt x="1156738" y="882343"/>
                </a:cubicBezTo>
                <a:cubicBezTo>
                  <a:pt x="1156738" y="865573"/>
                  <a:pt x="1170332" y="851979"/>
                  <a:pt x="1187102" y="851979"/>
                </a:cubicBezTo>
                <a:close/>
                <a:moveTo>
                  <a:pt x="1114547" y="851979"/>
                </a:moveTo>
                <a:cubicBezTo>
                  <a:pt x="1131317" y="851979"/>
                  <a:pt x="1144911" y="865573"/>
                  <a:pt x="1144911" y="882343"/>
                </a:cubicBezTo>
                <a:cubicBezTo>
                  <a:pt x="1144911" y="899112"/>
                  <a:pt x="1131317" y="912706"/>
                  <a:pt x="1114547" y="912706"/>
                </a:cubicBezTo>
                <a:cubicBezTo>
                  <a:pt x="1097778" y="912706"/>
                  <a:pt x="1084184" y="899112"/>
                  <a:pt x="1084184" y="882343"/>
                </a:cubicBezTo>
                <a:cubicBezTo>
                  <a:pt x="1084184" y="865573"/>
                  <a:pt x="1097778" y="851979"/>
                  <a:pt x="1114547" y="851979"/>
                </a:cubicBezTo>
                <a:close/>
                <a:moveTo>
                  <a:pt x="1041993" y="851979"/>
                </a:moveTo>
                <a:cubicBezTo>
                  <a:pt x="1058762" y="851979"/>
                  <a:pt x="1072356" y="865573"/>
                  <a:pt x="1072356" y="882343"/>
                </a:cubicBezTo>
                <a:cubicBezTo>
                  <a:pt x="1072356" y="899112"/>
                  <a:pt x="1058762" y="912706"/>
                  <a:pt x="1041993" y="912706"/>
                </a:cubicBezTo>
                <a:cubicBezTo>
                  <a:pt x="1025223" y="912706"/>
                  <a:pt x="1011629" y="899112"/>
                  <a:pt x="1011629" y="882343"/>
                </a:cubicBezTo>
                <a:cubicBezTo>
                  <a:pt x="1011629" y="865573"/>
                  <a:pt x="1025223" y="851979"/>
                  <a:pt x="1041993" y="851979"/>
                </a:cubicBezTo>
                <a:close/>
                <a:moveTo>
                  <a:pt x="969438" y="851979"/>
                </a:moveTo>
                <a:cubicBezTo>
                  <a:pt x="986208" y="851979"/>
                  <a:pt x="999801" y="865573"/>
                  <a:pt x="999801" y="882343"/>
                </a:cubicBezTo>
                <a:cubicBezTo>
                  <a:pt x="999801" y="899112"/>
                  <a:pt x="986208" y="912706"/>
                  <a:pt x="969438" y="912706"/>
                </a:cubicBezTo>
                <a:cubicBezTo>
                  <a:pt x="952669" y="912706"/>
                  <a:pt x="939075" y="899112"/>
                  <a:pt x="939075" y="882343"/>
                </a:cubicBezTo>
                <a:cubicBezTo>
                  <a:pt x="939075" y="865573"/>
                  <a:pt x="952669" y="851979"/>
                  <a:pt x="969438" y="851979"/>
                </a:cubicBezTo>
                <a:close/>
                <a:moveTo>
                  <a:pt x="896883" y="851979"/>
                </a:moveTo>
                <a:cubicBezTo>
                  <a:pt x="913653" y="851979"/>
                  <a:pt x="927247" y="865573"/>
                  <a:pt x="927247" y="882343"/>
                </a:cubicBezTo>
                <a:cubicBezTo>
                  <a:pt x="927247" y="899112"/>
                  <a:pt x="913653" y="912706"/>
                  <a:pt x="896883" y="912706"/>
                </a:cubicBezTo>
                <a:cubicBezTo>
                  <a:pt x="880114" y="912706"/>
                  <a:pt x="866520" y="899112"/>
                  <a:pt x="866520" y="882343"/>
                </a:cubicBezTo>
                <a:cubicBezTo>
                  <a:pt x="866520" y="865573"/>
                  <a:pt x="880114" y="851979"/>
                  <a:pt x="896883" y="851979"/>
                </a:cubicBezTo>
                <a:close/>
                <a:moveTo>
                  <a:pt x="824329" y="851979"/>
                </a:moveTo>
                <a:cubicBezTo>
                  <a:pt x="841098" y="851979"/>
                  <a:pt x="854692" y="865573"/>
                  <a:pt x="854692" y="882343"/>
                </a:cubicBezTo>
                <a:cubicBezTo>
                  <a:pt x="854692" y="899112"/>
                  <a:pt x="841098" y="912706"/>
                  <a:pt x="824329" y="912706"/>
                </a:cubicBezTo>
                <a:cubicBezTo>
                  <a:pt x="807559" y="912706"/>
                  <a:pt x="793965" y="899112"/>
                  <a:pt x="793965" y="882343"/>
                </a:cubicBezTo>
                <a:cubicBezTo>
                  <a:pt x="793965" y="865573"/>
                  <a:pt x="807559" y="851979"/>
                  <a:pt x="824329" y="851979"/>
                </a:cubicBezTo>
                <a:close/>
                <a:moveTo>
                  <a:pt x="751774" y="851979"/>
                </a:moveTo>
                <a:cubicBezTo>
                  <a:pt x="768544" y="851979"/>
                  <a:pt x="782138" y="865573"/>
                  <a:pt x="782138" y="882343"/>
                </a:cubicBezTo>
                <a:cubicBezTo>
                  <a:pt x="782138" y="899112"/>
                  <a:pt x="768544" y="912706"/>
                  <a:pt x="751774" y="912706"/>
                </a:cubicBezTo>
                <a:cubicBezTo>
                  <a:pt x="735005" y="912706"/>
                  <a:pt x="721411" y="899112"/>
                  <a:pt x="721411" y="882343"/>
                </a:cubicBezTo>
                <a:cubicBezTo>
                  <a:pt x="721411" y="865573"/>
                  <a:pt x="735005" y="851979"/>
                  <a:pt x="751774" y="851979"/>
                </a:cubicBezTo>
                <a:close/>
                <a:moveTo>
                  <a:pt x="679220" y="851979"/>
                </a:moveTo>
                <a:cubicBezTo>
                  <a:pt x="695989" y="851979"/>
                  <a:pt x="709583" y="865573"/>
                  <a:pt x="709583" y="882343"/>
                </a:cubicBezTo>
                <a:cubicBezTo>
                  <a:pt x="709583" y="899112"/>
                  <a:pt x="695989" y="912706"/>
                  <a:pt x="679220" y="912706"/>
                </a:cubicBezTo>
                <a:cubicBezTo>
                  <a:pt x="662450" y="912706"/>
                  <a:pt x="648856" y="899112"/>
                  <a:pt x="648856" y="882343"/>
                </a:cubicBezTo>
                <a:cubicBezTo>
                  <a:pt x="648856" y="865573"/>
                  <a:pt x="662450" y="851979"/>
                  <a:pt x="679220" y="851979"/>
                </a:cubicBezTo>
                <a:close/>
                <a:moveTo>
                  <a:pt x="606665" y="851979"/>
                </a:moveTo>
                <a:cubicBezTo>
                  <a:pt x="623435" y="851979"/>
                  <a:pt x="637029" y="865573"/>
                  <a:pt x="637029" y="882343"/>
                </a:cubicBezTo>
                <a:cubicBezTo>
                  <a:pt x="637029" y="899112"/>
                  <a:pt x="623435" y="912706"/>
                  <a:pt x="606665" y="912706"/>
                </a:cubicBezTo>
                <a:cubicBezTo>
                  <a:pt x="589896" y="912706"/>
                  <a:pt x="576302" y="899112"/>
                  <a:pt x="576302" y="882343"/>
                </a:cubicBezTo>
                <a:cubicBezTo>
                  <a:pt x="576302" y="865573"/>
                  <a:pt x="589896" y="851979"/>
                  <a:pt x="606665" y="851979"/>
                </a:cubicBezTo>
                <a:close/>
                <a:moveTo>
                  <a:pt x="534111" y="851979"/>
                </a:moveTo>
                <a:cubicBezTo>
                  <a:pt x="550880" y="851979"/>
                  <a:pt x="564474" y="865573"/>
                  <a:pt x="564474" y="882343"/>
                </a:cubicBezTo>
                <a:cubicBezTo>
                  <a:pt x="564474" y="899112"/>
                  <a:pt x="550880" y="912706"/>
                  <a:pt x="534111" y="912706"/>
                </a:cubicBezTo>
                <a:cubicBezTo>
                  <a:pt x="517341" y="912706"/>
                  <a:pt x="503747" y="899112"/>
                  <a:pt x="503747" y="882343"/>
                </a:cubicBezTo>
                <a:cubicBezTo>
                  <a:pt x="503747" y="865573"/>
                  <a:pt x="517341" y="851979"/>
                  <a:pt x="534111" y="851979"/>
                </a:cubicBezTo>
                <a:close/>
                <a:moveTo>
                  <a:pt x="461556" y="851979"/>
                </a:moveTo>
                <a:cubicBezTo>
                  <a:pt x="478326" y="851979"/>
                  <a:pt x="491920" y="865573"/>
                  <a:pt x="491920" y="882343"/>
                </a:cubicBezTo>
                <a:cubicBezTo>
                  <a:pt x="491920" y="899112"/>
                  <a:pt x="478326" y="912706"/>
                  <a:pt x="461556" y="912706"/>
                </a:cubicBezTo>
                <a:cubicBezTo>
                  <a:pt x="444787" y="912706"/>
                  <a:pt x="431192" y="899112"/>
                  <a:pt x="431192" y="882343"/>
                </a:cubicBezTo>
                <a:cubicBezTo>
                  <a:pt x="431192" y="865573"/>
                  <a:pt x="444787" y="851979"/>
                  <a:pt x="461556" y="851979"/>
                </a:cubicBezTo>
                <a:close/>
                <a:moveTo>
                  <a:pt x="389002" y="851979"/>
                </a:moveTo>
                <a:cubicBezTo>
                  <a:pt x="405771" y="851979"/>
                  <a:pt x="419365" y="865573"/>
                  <a:pt x="419365" y="882343"/>
                </a:cubicBezTo>
                <a:cubicBezTo>
                  <a:pt x="419365" y="899112"/>
                  <a:pt x="405771" y="912706"/>
                  <a:pt x="389002" y="912706"/>
                </a:cubicBezTo>
                <a:cubicBezTo>
                  <a:pt x="372232" y="912706"/>
                  <a:pt x="358638" y="899112"/>
                  <a:pt x="358638" y="882343"/>
                </a:cubicBezTo>
                <a:cubicBezTo>
                  <a:pt x="358638" y="865573"/>
                  <a:pt x="372232" y="851979"/>
                  <a:pt x="389002" y="851979"/>
                </a:cubicBezTo>
                <a:close/>
                <a:moveTo>
                  <a:pt x="316447" y="851979"/>
                </a:moveTo>
                <a:cubicBezTo>
                  <a:pt x="333216" y="851979"/>
                  <a:pt x="346810" y="865573"/>
                  <a:pt x="346810" y="882343"/>
                </a:cubicBezTo>
                <a:cubicBezTo>
                  <a:pt x="346810" y="899112"/>
                  <a:pt x="333216" y="912706"/>
                  <a:pt x="316447" y="912706"/>
                </a:cubicBezTo>
                <a:cubicBezTo>
                  <a:pt x="299677" y="912706"/>
                  <a:pt x="286084" y="899112"/>
                  <a:pt x="286084" y="882343"/>
                </a:cubicBezTo>
                <a:cubicBezTo>
                  <a:pt x="286084" y="865573"/>
                  <a:pt x="299677" y="851979"/>
                  <a:pt x="316447" y="851979"/>
                </a:cubicBezTo>
                <a:close/>
                <a:moveTo>
                  <a:pt x="243892" y="851979"/>
                </a:moveTo>
                <a:cubicBezTo>
                  <a:pt x="260662" y="851979"/>
                  <a:pt x="274256" y="865573"/>
                  <a:pt x="274256" y="882343"/>
                </a:cubicBezTo>
                <a:cubicBezTo>
                  <a:pt x="274256" y="899112"/>
                  <a:pt x="260662" y="912706"/>
                  <a:pt x="243892" y="912706"/>
                </a:cubicBezTo>
                <a:cubicBezTo>
                  <a:pt x="227123" y="912706"/>
                  <a:pt x="213529" y="899112"/>
                  <a:pt x="213529" y="882343"/>
                </a:cubicBezTo>
                <a:cubicBezTo>
                  <a:pt x="213529" y="865573"/>
                  <a:pt x="227123" y="851979"/>
                  <a:pt x="243892" y="851979"/>
                </a:cubicBezTo>
                <a:close/>
                <a:moveTo>
                  <a:pt x="171339" y="851979"/>
                </a:moveTo>
                <a:cubicBezTo>
                  <a:pt x="188107" y="851979"/>
                  <a:pt x="201701" y="865573"/>
                  <a:pt x="201701" y="882343"/>
                </a:cubicBezTo>
                <a:cubicBezTo>
                  <a:pt x="201701" y="899112"/>
                  <a:pt x="188107" y="912706"/>
                  <a:pt x="171339" y="912706"/>
                </a:cubicBezTo>
                <a:cubicBezTo>
                  <a:pt x="154651" y="912706"/>
                  <a:pt x="141056" y="899112"/>
                  <a:pt x="141056" y="882343"/>
                </a:cubicBezTo>
                <a:cubicBezTo>
                  <a:pt x="141056" y="865573"/>
                  <a:pt x="154651" y="851979"/>
                  <a:pt x="171339" y="851979"/>
                </a:cubicBezTo>
                <a:close/>
                <a:moveTo>
                  <a:pt x="98877" y="851979"/>
                </a:moveTo>
                <a:cubicBezTo>
                  <a:pt x="115640" y="851979"/>
                  <a:pt x="129234" y="865573"/>
                  <a:pt x="129234" y="882343"/>
                </a:cubicBezTo>
                <a:cubicBezTo>
                  <a:pt x="129234" y="899112"/>
                  <a:pt x="115640" y="912706"/>
                  <a:pt x="98877" y="912706"/>
                </a:cubicBezTo>
                <a:cubicBezTo>
                  <a:pt x="82106" y="912706"/>
                  <a:pt x="68511" y="899112"/>
                  <a:pt x="68511" y="882343"/>
                </a:cubicBezTo>
                <a:cubicBezTo>
                  <a:pt x="68511" y="865573"/>
                  <a:pt x="82106" y="851979"/>
                  <a:pt x="98877" y="851979"/>
                </a:cubicBezTo>
                <a:close/>
                <a:moveTo>
                  <a:pt x="26322" y="851979"/>
                </a:moveTo>
                <a:cubicBezTo>
                  <a:pt x="43087" y="851979"/>
                  <a:pt x="56682" y="865573"/>
                  <a:pt x="56682" y="882343"/>
                </a:cubicBezTo>
                <a:cubicBezTo>
                  <a:pt x="56682" y="899112"/>
                  <a:pt x="43087" y="912706"/>
                  <a:pt x="26322" y="912706"/>
                </a:cubicBezTo>
                <a:cubicBezTo>
                  <a:pt x="17937" y="912706"/>
                  <a:pt x="10346" y="909308"/>
                  <a:pt x="4851" y="903813"/>
                </a:cubicBezTo>
                <a:lnTo>
                  <a:pt x="0" y="892101"/>
                </a:lnTo>
                <a:lnTo>
                  <a:pt x="0" y="872585"/>
                </a:lnTo>
                <a:lnTo>
                  <a:pt x="4851" y="860872"/>
                </a:lnTo>
                <a:cubicBezTo>
                  <a:pt x="10346" y="855378"/>
                  <a:pt x="17937" y="851979"/>
                  <a:pt x="26322" y="851979"/>
                </a:cubicBezTo>
                <a:close/>
                <a:moveTo>
                  <a:pt x="1622429" y="771528"/>
                </a:moveTo>
                <a:lnTo>
                  <a:pt x="1633158" y="773694"/>
                </a:lnTo>
                <a:lnTo>
                  <a:pt x="1618313" y="831424"/>
                </a:lnTo>
                <a:lnTo>
                  <a:pt x="1610610" y="829868"/>
                </a:lnTo>
                <a:cubicBezTo>
                  <a:pt x="1599712" y="825259"/>
                  <a:pt x="1592066" y="814469"/>
                  <a:pt x="1592066" y="801891"/>
                </a:cubicBezTo>
                <a:cubicBezTo>
                  <a:pt x="1592066" y="785122"/>
                  <a:pt x="1605659" y="771528"/>
                  <a:pt x="1622429" y="771528"/>
                </a:cubicBezTo>
                <a:close/>
                <a:moveTo>
                  <a:pt x="1549874" y="771528"/>
                </a:moveTo>
                <a:cubicBezTo>
                  <a:pt x="1566644" y="771528"/>
                  <a:pt x="1580238" y="785122"/>
                  <a:pt x="1580238" y="801891"/>
                </a:cubicBezTo>
                <a:cubicBezTo>
                  <a:pt x="1580238" y="818661"/>
                  <a:pt x="1566644" y="832255"/>
                  <a:pt x="1549874" y="832255"/>
                </a:cubicBezTo>
                <a:cubicBezTo>
                  <a:pt x="1533105" y="832255"/>
                  <a:pt x="1519511" y="818661"/>
                  <a:pt x="1519511" y="801891"/>
                </a:cubicBezTo>
                <a:cubicBezTo>
                  <a:pt x="1519511" y="785122"/>
                  <a:pt x="1533105" y="771528"/>
                  <a:pt x="1549874" y="771528"/>
                </a:cubicBezTo>
                <a:close/>
                <a:moveTo>
                  <a:pt x="1477320" y="771528"/>
                </a:moveTo>
                <a:cubicBezTo>
                  <a:pt x="1494089" y="771528"/>
                  <a:pt x="1507683" y="785122"/>
                  <a:pt x="1507683" y="801891"/>
                </a:cubicBezTo>
                <a:cubicBezTo>
                  <a:pt x="1507683" y="818661"/>
                  <a:pt x="1494089" y="832255"/>
                  <a:pt x="1477320" y="832255"/>
                </a:cubicBezTo>
                <a:cubicBezTo>
                  <a:pt x="1460550" y="832255"/>
                  <a:pt x="1446956" y="818661"/>
                  <a:pt x="1446956" y="801891"/>
                </a:cubicBezTo>
                <a:cubicBezTo>
                  <a:pt x="1446956" y="785122"/>
                  <a:pt x="1460550" y="771528"/>
                  <a:pt x="1477320" y="771528"/>
                </a:cubicBezTo>
                <a:close/>
                <a:moveTo>
                  <a:pt x="1404765" y="771528"/>
                </a:moveTo>
                <a:cubicBezTo>
                  <a:pt x="1421535" y="771528"/>
                  <a:pt x="1435129" y="785122"/>
                  <a:pt x="1435129" y="801891"/>
                </a:cubicBezTo>
                <a:cubicBezTo>
                  <a:pt x="1435129" y="818661"/>
                  <a:pt x="1421535" y="832255"/>
                  <a:pt x="1404765" y="832255"/>
                </a:cubicBezTo>
                <a:cubicBezTo>
                  <a:pt x="1387996" y="832255"/>
                  <a:pt x="1374402" y="818661"/>
                  <a:pt x="1374402" y="801891"/>
                </a:cubicBezTo>
                <a:cubicBezTo>
                  <a:pt x="1374402" y="785122"/>
                  <a:pt x="1387996" y="771528"/>
                  <a:pt x="1404765" y="771528"/>
                </a:cubicBezTo>
                <a:close/>
                <a:moveTo>
                  <a:pt x="1332211" y="771528"/>
                </a:moveTo>
                <a:cubicBezTo>
                  <a:pt x="1348980" y="771528"/>
                  <a:pt x="1362574" y="785122"/>
                  <a:pt x="1362574" y="801891"/>
                </a:cubicBezTo>
                <a:cubicBezTo>
                  <a:pt x="1362574" y="818661"/>
                  <a:pt x="1348980" y="832255"/>
                  <a:pt x="1332211" y="832255"/>
                </a:cubicBezTo>
                <a:cubicBezTo>
                  <a:pt x="1315441" y="832255"/>
                  <a:pt x="1301847" y="818661"/>
                  <a:pt x="1301847" y="801891"/>
                </a:cubicBezTo>
                <a:cubicBezTo>
                  <a:pt x="1301847" y="785122"/>
                  <a:pt x="1315441" y="771528"/>
                  <a:pt x="1332211" y="771528"/>
                </a:cubicBezTo>
                <a:close/>
                <a:moveTo>
                  <a:pt x="1259656" y="771528"/>
                </a:moveTo>
                <a:cubicBezTo>
                  <a:pt x="1276426" y="771528"/>
                  <a:pt x="1290020" y="785122"/>
                  <a:pt x="1290020" y="801891"/>
                </a:cubicBezTo>
                <a:cubicBezTo>
                  <a:pt x="1290020" y="818661"/>
                  <a:pt x="1276426" y="832255"/>
                  <a:pt x="1259656" y="832255"/>
                </a:cubicBezTo>
                <a:cubicBezTo>
                  <a:pt x="1242887" y="832255"/>
                  <a:pt x="1229293" y="818661"/>
                  <a:pt x="1229293" y="801891"/>
                </a:cubicBezTo>
                <a:cubicBezTo>
                  <a:pt x="1229293" y="785122"/>
                  <a:pt x="1242887" y="771528"/>
                  <a:pt x="1259656" y="771528"/>
                </a:cubicBezTo>
                <a:close/>
                <a:moveTo>
                  <a:pt x="1187102" y="771528"/>
                </a:moveTo>
                <a:cubicBezTo>
                  <a:pt x="1203871" y="771528"/>
                  <a:pt x="1217465" y="785122"/>
                  <a:pt x="1217465" y="801891"/>
                </a:cubicBezTo>
                <a:cubicBezTo>
                  <a:pt x="1217465" y="818661"/>
                  <a:pt x="1203871" y="832255"/>
                  <a:pt x="1187102" y="832255"/>
                </a:cubicBezTo>
                <a:cubicBezTo>
                  <a:pt x="1170332" y="832255"/>
                  <a:pt x="1156738" y="818661"/>
                  <a:pt x="1156738" y="801891"/>
                </a:cubicBezTo>
                <a:cubicBezTo>
                  <a:pt x="1156738" y="785122"/>
                  <a:pt x="1170332" y="771528"/>
                  <a:pt x="1187102" y="771528"/>
                </a:cubicBezTo>
                <a:close/>
                <a:moveTo>
                  <a:pt x="1114547" y="771528"/>
                </a:moveTo>
                <a:cubicBezTo>
                  <a:pt x="1131317" y="771528"/>
                  <a:pt x="1144911" y="785122"/>
                  <a:pt x="1144911" y="801891"/>
                </a:cubicBezTo>
                <a:cubicBezTo>
                  <a:pt x="1144911" y="818661"/>
                  <a:pt x="1131317" y="832255"/>
                  <a:pt x="1114547" y="832255"/>
                </a:cubicBezTo>
                <a:cubicBezTo>
                  <a:pt x="1097778" y="832255"/>
                  <a:pt x="1084184" y="818661"/>
                  <a:pt x="1084184" y="801891"/>
                </a:cubicBezTo>
                <a:cubicBezTo>
                  <a:pt x="1084184" y="785122"/>
                  <a:pt x="1097778" y="771528"/>
                  <a:pt x="1114547" y="771528"/>
                </a:cubicBezTo>
                <a:close/>
                <a:moveTo>
                  <a:pt x="1041993" y="771528"/>
                </a:moveTo>
                <a:cubicBezTo>
                  <a:pt x="1058762" y="771528"/>
                  <a:pt x="1072356" y="785122"/>
                  <a:pt x="1072356" y="801891"/>
                </a:cubicBezTo>
                <a:cubicBezTo>
                  <a:pt x="1072356" y="818661"/>
                  <a:pt x="1058762" y="832255"/>
                  <a:pt x="1041993" y="832255"/>
                </a:cubicBezTo>
                <a:cubicBezTo>
                  <a:pt x="1025223" y="832255"/>
                  <a:pt x="1011629" y="818661"/>
                  <a:pt x="1011629" y="801891"/>
                </a:cubicBezTo>
                <a:cubicBezTo>
                  <a:pt x="1011629" y="785122"/>
                  <a:pt x="1025223" y="771528"/>
                  <a:pt x="1041993" y="771528"/>
                </a:cubicBezTo>
                <a:close/>
                <a:moveTo>
                  <a:pt x="969438" y="771528"/>
                </a:moveTo>
                <a:cubicBezTo>
                  <a:pt x="986208" y="771528"/>
                  <a:pt x="999801" y="785122"/>
                  <a:pt x="999801" y="801891"/>
                </a:cubicBezTo>
                <a:cubicBezTo>
                  <a:pt x="999801" y="818661"/>
                  <a:pt x="986208" y="832255"/>
                  <a:pt x="969438" y="832255"/>
                </a:cubicBezTo>
                <a:cubicBezTo>
                  <a:pt x="952669" y="832255"/>
                  <a:pt x="939075" y="818661"/>
                  <a:pt x="939075" y="801891"/>
                </a:cubicBezTo>
                <a:cubicBezTo>
                  <a:pt x="939075" y="785122"/>
                  <a:pt x="952669" y="771528"/>
                  <a:pt x="969438" y="771528"/>
                </a:cubicBezTo>
                <a:close/>
                <a:moveTo>
                  <a:pt x="896883" y="771528"/>
                </a:moveTo>
                <a:cubicBezTo>
                  <a:pt x="913653" y="771528"/>
                  <a:pt x="927247" y="785122"/>
                  <a:pt x="927247" y="801891"/>
                </a:cubicBezTo>
                <a:cubicBezTo>
                  <a:pt x="927247" y="818661"/>
                  <a:pt x="913653" y="832255"/>
                  <a:pt x="896883" y="832255"/>
                </a:cubicBezTo>
                <a:cubicBezTo>
                  <a:pt x="880114" y="832255"/>
                  <a:pt x="866520" y="818661"/>
                  <a:pt x="866520" y="801891"/>
                </a:cubicBezTo>
                <a:cubicBezTo>
                  <a:pt x="866520" y="785122"/>
                  <a:pt x="880114" y="771528"/>
                  <a:pt x="896883" y="771528"/>
                </a:cubicBezTo>
                <a:close/>
                <a:moveTo>
                  <a:pt x="824329" y="771528"/>
                </a:moveTo>
                <a:cubicBezTo>
                  <a:pt x="841098" y="771528"/>
                  <a:pt x="854692" y="785122"/>
                  <a:pt x="854692" y="801891"/>
                </a:cubicBezTo>
                <a:cubicBezTo>
                  <a:pt x="854692" y="818661"/>
                  <a:pt x="841098" y="832255"/>
                  <a:pt x="824329" y="832255"/>
                </a:cubicBezTo>
                <a:cubicBezTo>
                  <a:pt x="807559" y="832255"/>
                  <a:pt x="793965" y="818661"/>
                  <a:pt x="793965" y="801891"/>
                </a:cubicBezTo>
                <a:cubicBezTo>
                  <a:pt x="793965" y="785122"/>
                  <a:pt x="807559" y="771528"/>
                  <a:pt x="824329" y="771528"/>
                </a:cubicBezTo>
                <a:close/>
                <a:moveTo>
                  <a:pt x="751774" y="771528"/>
                </a:moveTo>
                <a:cubicBezTo>
                  <a:pt x="768544" y="771528"/>
                  <a:pt x="782138" y="785122"/>
                  <a:pt x="782138" y="801891"/>
                </a:cubicBezTo>
                <a:cubicBezTo>
                  <a:pt x="782138" y="818661"/>
                  <a:pt x="768544" y="832255"/>
                  <a:pt x="751774" y="832255"/>
                </a:cubicBezTo>
                <a:cubicBezTo>
                  <a:pt x="735005" y="832255"/>
                  <a:pt x="721411" y="818661"/>
                  <a:pt x="721411" y="801891"/>
                </a:cubicBezTo>
                <a:cubicBezTo>
                  <a:pt x="721411" y="785122"/>
                  <a:pt x="735005" y="771528"/>
                  <a:pt x="751774" y="771528"/>
                </a:cubicBezTo>
                <a:close/>
                <a:moveTo>
                  <a:pt x="679220" y="771528"/>
                </a:moveTo>
                <a:cubicBezTo>
                  <a:pt x="695989" y="771528"/>
                  <a:pt x="709583" y="785122"/>
                  <a:pt x="709583" y="801891"/>
                </a:cubicBezTo>
                <a:cubicBezTo>
                  <a:pt x="709583" y="818661"/>
                  <a:pt x="695989" y="832255"/>
                  <a:pt x="679220" y="832255"/>
                </a:cubicBezTo>
                <a:cubicBezTo>
                  <a:pt x="662450" y="832255"/>
                  <a:pt x="648856" y="818661"/>
                  <a:pt x="648856" y="801891"/>
                </a:cubicBezTo>
                <a:cubicBezTo>
                  <a:pt x="648856" y="785122"/>
                  <a:pt x="662450" y="771528"/>
                  <a:pt x="679220" y="771528"/>
                </a:cubicBezTo>
                <a:close/>
                <a:moveTo>
                  <a:pt x="606665" y="771528"/>
                </a:moveTo>
                <a:cubicBezTo>
                  <a:pt x="623435" y="771528"/>
                  <a:pt x="637029" y="785122"/>
                  <a:pt x="637029" y="801891"/>
                </a:cubicBezTo>
                <a:cubicBezTo>
                  <a:pt x="637029" y="818661"/>
                  <a:pt x="623435" y="832255"/>
                  <a:pt x="606665" y="832255"/>
                </a:cubicBezTo>
                <a:cubicBezTo>
                  <a:pt x="589896" y="832255"/>
                  <a:pt x="576302" y="818661"/>
                  <a:pt x="576302" y="801891"/>
                </a:cubicBezTo>
                <a:cubicBezTo>
                  <a:pt x="576302" y="785122"/>
                  <a:pt x="589896" y="771528"/>
                  <a:pt x="606665" y="771528"/>
                </a:cubicBezTo>
                <a:close/>
                <a:moveTo>
                  <a:pt x="534111" y="771528"/>
                </a:moveTo>
                <a:cubicBezTo>
                  <a:pt x="550880" y="771528"/>
                  <a:pt x="564474" y="785122"/>
                  <a:pt x="564474" y="801891"/>
                </a:cubicBezTo>
                <a:cubicBezTo>
                  <a:pt x="564474" y="818661"/>
                  <a:pt x="550880" y="832255"/>
                  <a:pt x="534111" y="832255"/>
                </a:cubicBezTo>
                <a:cubicBezTo>
                  <a:pt x="517341" y="832255"/>
                  <a:pt x="503747" y="818661"/>
                  <a:pt x="503747" y="801891"/>
                </a:cubicBezTo>
                <a:cubicBezTo>
                  <a:pt x="503747" y="785122"/>
                  <a:pt x="517341" y="771528"/>
                  <a:pt x="534111" y="771528"/>
                </a:cubicBezTo>
                <a:close/>
                <a:moveTo>
                  <a:pt x="461556" y="771528"/>
                </a:moveTo>
                <a:cubicBezTo>
                  <a:pt x="478326" y="771528"/>
                  <a:pt x="491920" y="785122"/>
                  <a:pt x="491920" y="801891"/>
                </a:cubicBezTo>
                <a:cubicBezTo>
                  <a:pt x="491920" y="818661"/>
                  <a:pt x="478326" y="832255"/>
                  <a:pt x="461556" y="832255"/>
                </a:cubicBezTo>
                <a:cubicBezTo>
                  <a:pt x="444787" y="832255"/>
                  <a:pt x="431192" y="818661"/>
                  <a:pt x="431192" y="801891"/>
                </a:cubicBezTo>
                <a:cubicBezTo>
                  <a:pt x="431192" y="785122"/>
                  <a:pt x="444787" y="771528"/>
                  <a:pt x="461556" y="771528"/>
                </a:cubicBezTo>
                <a:close/>
                <a:moveTo>
                  <a:pt x="389002" y="771528"/>
                </a:moveTo>
                <a:cubicBezTo>
                  <a:pt x="405771" y="771528"/>
                  <a:pt x="419365" y="785122"/>
                  <a:pt x="419365" y="801891"/>
                </a:cubicBezTo>
                <a:cubicBezTo>
                  <a:pt x="419365" y="818661"/>
                  <a:pt x="405771" y="832255"/>
                  <a:pt x="389002" y="832255"/>
                </a:cubicBezTo>
                <a:cubicBezTo>
                  <a:pt x="372232" y="832255"/>
                  <a:pt x="358638" y="818661"/>
                  <a:pt x="358638" y="801891"/>
                </a:cubicBezTo>
                <a:cubicBezTo>
                  <a:pt x="358638" y="785122"/>
                  <a:pt x="372232" y="771528"/>
                  <a:pt x="389002" y="771528"/>
                </a:cubicBezTo>
                <a:close/>
                <a:moveTo>
                  <a:pt x="316447" y="771528"/>
                </a:moveTo>
                <a:cubicBezTo>
                  <a:pt x="333216" y="771528"/>
                  <a:pt x="346810" y="785122"/>
                  <a:pt x="346810" y="801891"/>
                </a:cubicBezTo>
                <a:cubicBezTo>
                  <a:pt x="346810" y="818661"/>
                  <a:pt x="333216" y="832255"/>
                  <a:pt x="316447" y="832255"/>
                </a:cubicBezTo>
                <a:cubicBezTo>
                  <a:pt x="299677" y="832255"/>
                  <a:pt x="286084" y="818661"/>
                  <a:pt x="286084" y="801891"/>
                </a:cubicBezTo>
                <a:cubicBezTo>
                  <a:pt x="286084" y="785122"/>
                  <a:pt x="299677" y="771528"/>
                  <a:pt x="316447" y="771528"/>
                </a:cubicBezTo>
                <a:close/>
                <a:moveTo>
                  <a:pt x="243892" y="771528"/>
                </a:moveTo>
                <a:cubicBezTo>
                  <a:pt x="260662" y="771528"/>
                  <a:pt x="274256" y="785122"/>
                  <a:pt x="274256" y="801891"/>
                </a:cubicBezTo>
                <a:cubicBezTo>
                  <a:pt x="274256" y="818661"/>
                  <a:pt x="260662" y="832255"/>
                  <a:pt x="243892" y="832255"/>
                </a:cubicBezTo>
                <a:cubicBezTo>
                  <a:pt x="227123" y="832255"/>
                  <a:pt x="213529" y="818661"/>
                  <a:pt x="213529" y="801891"/>
                </a:cubicBezTo>
                <a:cubicBezTo>
                  <a:pt x="213529" y="785122"/>
                  <a:pt x="227123" y="771528"/>
                  <a:pt x="243892" y="771528"/>
                </a:cubicBezTo>
                <a:close/>
                <a:moveTo>
                  <a:pt x="171339" y="771528"/>
                </a:moveTo>
                <a:cubicBezTo>
                  <a:pt x="188107" y="771528"/>
                  <a:pt x="201701" y="785122"/>
                  <a:pt x="201701" y="801891"/>
                </a:cubicBezTo>
                <a:cubicBezTo>
                  <a:pt x="201701" y="818661"/>
                  <a:pt x="188107" y="832255"/>
                  <a:pt x="171339" y="832255"/>
                </a:cubicBezTo>
                <a:cubicBezTo>
                  <a:pt x="154656" y="832255"/>
                  <a:pt x="141062" y="818661"/>
                  <a:pt x="141062" y="801891"/>
                </a:cubicBezTo>
                <a:cubicBezTo>
                  <a:pt x="141062" y="785122"/>
                  <a:pt x="154656" y="771528"/>
                  <a:pt x="171339" y="771528"/>
                </a:cubicBezTo>
                <a:close/>
                <a:moveTo>
                  <a:pt x="98884" y="771528"/>
                </a:moveTo>
                <a:cubicBezTo>
                  <a:pt x="115646" y="771528"/>
                  <a:pt x="129240" y="785122"/>
                  <a:pt x="129240" y="801891"/>
                </a:cubicBezTo>
                <a:cubicBezTo>
                  <a:pt x="129240" y="818661"/>
                  <a:pt x="115646" y="832255"/>
                  <a:pt x="98884" y="832255"/>
                </a:cubicBezTo>
                <a:cubicBezTo>
                  <a:pt x="82112" y="832255"/>
                  <a:pt x="68517" y="818661"/>
                  <a:pt x="68517" y="801891"/>
                </a:cubicBezTo>
                <a:cubicBezTo>
                  <a:pt x="68517" y="785122"/>
                  <a:pt x="82112" y="771528"/>
                  <a:pt x="98884" y="771528"/>
                </a:cubicBezTo>
                <a:close/>
                <a:moveTo>
                  <a:pt x="26329" y="771528"/>
                </a:moveTo>
                <a:cubicBezTo>
                  <a:pt x="43093" y="771528"/>
                  <a:pt x="56688" y="785122"/>
                  <a:pt x="56688" y="801891"/>
                </a:cubicBezTo>
                <a:cubicBezTo>
                  <a:pt x="56688" y="818661"/>
                  <a:pt x="43093" y="832255"/>
                  <a:pt x="26329" y="832255"/>
                </a:cubicBezTo>
                <a:cubicBezTo>
                  <a:pt x="17944" y="832255"/>
                  <a:pt x="10353" y="828857"/>
                  <a:pt x="4858" y="823362"/>
                </a:cubicBezTo>
                <a:lnTo>
                  <a:pt x="0" y="811633"/>
                </a:lnTo>
                <a:lnTo>
                  <a:pt x="0" y="792150"/>
                </a:lnTo>
                <a:lnTo>
                  <a:pt x="4858" y="780421"/>
                </a:lnTo>
                <a:cubicBezTo>
                  <a:pt x="10353" y="774927"/>
                  <a:pt x="17944" y="771528"/>
                  <a:pt x="26329" y="771528"/>
                </a:cubicBezTo>
                <a:close/>
                <a:moveTo>
                  <a:pt x="1622429" y="691076"/>
                </a:moveTo>
                <a:cubicBezTo>
                  <a:pt x="1630814" y="691076"/>
                  <a:pt x="1638404" y="694475"/>
                  <a:pt x="1643899" y="699969"/>
                </a:cubicBezTo>
                <a:lnTo>
                  <a:pt x="1647739" y="709237"/>
                </a:lnTo>
                <a:lnTo>
                  <a:pt x="1644828" y="728305"/>
                </a:lnTo>
                <a:lnTo>
                  <a:pt x="1640480" y="745215"/>
                </a:lnTo>
                <a:lnTo>
                  <a:pt x="1634248" y="749417"/>
                </a:lnTo>
                <a:cubicBezTo>
                  <a:pt x="1630615" y="750953"/>
                  <a:pt x="1626621" y="751803"/>
                  <a:pt x="1622429" y="751803"/>
                </a:cubicBezTo>
                <a:cubicBezTo>
                  <a:pt x="1605659" y="751803"/>
                  <a:pt x="1592066" y="738209"/>
                  <a:pt x="1592066" y="721440"/>
                </a:cubicBezTo>
                <a:cubicBezTo>
                  <a:pt x="1592066" y="704670"/>
                  <a:pt x="1605659" y="691076"/>
                  <a:pt x="1622429" y="691076"/>
                </a:cubicBezTo>
                <a:close/>
                <a:moveTo>
                  <a:pt x="1549874" y="691076"/>
                </a:moveTo>
                <a:cubicBezTo>
                  <a:pt x="1566644" y="691076"/>
                  <a:pt x="1580238" y="704670"/>
                  <a:pt x="1580238" y="721440"/>
                </a:cubicBezTo>
                <a:cubicBezTo>
                  <a:pt x="1580238" y="738209"/>
                  <a:pt x="1566644" y="751803"/>
                  <a:pt x="1549874" y="751803"/>
                </a:cubicBezTo>
                <a:cubicBezTo>
                  <a:pt x="1533105" y="751803"/>
                  <a:pt x="1519511" y="738209"/>
                  <a:pt x="1519511" y="721440"/>
                </a:cubicBezTo>
                <a:cubicBezTo>
                  <a:pt x="1519511" y="704670"/>
                  <a:pt x="1533105" y="691076"/>
                  <a:pt x="1549874" y="691076"/>
                </a:cubicBezTo>
                <a:close/>
                <a:moveTo>
                  <a:pt x="1477320" y="691076"/>
                </a:moveTo>
                <a:cubicBezTo>
                  <a:pt x="1494089" y="691076"/>
                  <a:pt x="1507683" y="704670"/>
                  <a:pt x="1507683" y="721440"/>
                </a:cubicBezTo>
                <a:cubicBezTo>
                  <a:pt x="1507683" y="738209"/>
                  <a:pt x="1494089" y="751803"/>
                  <a:pt x="1477320" y="751803"/>
                </a:cubicBezTo>
                <a:cubicBezTo>
                  <a:pt x="1460550" y="751803"/>
                  <a:pt x="1446956" y="738209"/>
                  <a:pt x="1446956" y="721440"/>
                </a:cubicBezTo>
                <a:cubicBezTo>
                  <a:pt x="1446956" y="704670"/>
                  <a:pt x="1460550" y="691076"/>
                  <a:pt x="1477320" y="691076"/>
                </a:cubicBezTo>
                <a:close/>
                <a:moveTo>
                  <a:pt x="1404765" y="691076"/>
                </a:moveTo>
                <a:cubicBezTo>
                  <a:pt x="1421535" y="691076"/>
                  <a:pt x="1435129" y="704670"/>
                  <a:pt x="1435129" y="721440"/>
                </a:cubicBezTo>
                <a:cubicBezTo>
                  <a:pt x="1435129" y="738209"/>
                  <a:pt x="1421535" y="751803"/>
                  <a:pt x="1404765" y="751803"/>
                </a:cubicBezTo>
                <a:cubicBezTo>
                  <a:pt x="1387996" y="751803"/>
                  <a:pt x="1374402" y="738209"/>
                  <a:pt x="1374402" y="721440"/>
                </a:cubicBezTo>
                <a:cubicBezTo>
                  <a:pt x="1374402" y="704670"/>
                  <a:pt x="1387996" y="691076"/>
                  <a:pt x="1404765" y="691076"/>
                </a:cubicBezTo>
                <a:close/>
                <a:moveTo>
                  <a:pt x="1332211" y="691076"/>
                </a:moveTo>
                <a:cubicBezTo>
                  <a:pt x="1348980" y="691076"/>
                  <a:pt x="1362574" y="704670"/>
                  <a:pt x="1362574" y="721440"/>
                </a:cubicBezTo>
                <a:cubicBezTo>
                  <a:pt x="1362574" y="738209"/>
                  <a:pt x="1348980" y="751803"/>
                  <a:pt x="1332211" y="751803"/>
                </a:cubicBezTo>
                <a:cubicBezTo>
                  <a:pt x="1315441" y="751803"/>
                  <a:pt x="1301847" y="738209"/>
                  <a:pt x="1301847" y="721440"/>
                </a:cubicBezTo>
                <a:cubicBezTo>
                  <a:pt x="1301847" y="704670"/>
                  <a:pt x="1315441" y="691076"/>
                  <a:pt x="1332211" y="691076"/>
                </a:cubicBezTo>
                <a:close/>
                <a:moveTo>
                  <a:pt x="1259656" y="691076"/>
                </a:moveTo>
                <a:cubicBezTo>
                  <a:pt x="1276426" y="691076"/>
                  <a:pt x="1290020" y="704670"/>
                  <a:pt x="1290020" y="721440"/>
                </a:cubicBezTo>
                <a:cubicBezTo>
                  <a:pt x="1290020" y="738209"/>
                  <a:pt x="1276426" y="751803"/>
                  <a:pt x="1259656" y="751803"/>
                </a:cubicBezTo>
                <a:cubicBezTo>
                  <a:pt x="1242887" y="751803"/>
                  <a:pt x="1229293" y="738209"/>
                  <a:pt x="1229293" y="721440"/>
                </a:cubicBezTo>
                <a:cubicBezTo>
                  <a:pt x="1229293" y="704670"/>
                  <a:pt x="1242887" y="691076"/>
                  <a:pt x="1259656" y="691076"/>
                </a:cubicBezTo>
                <a:close/>
                <a:moveTo>
                  <a:pt x="1187102" y="691076"/>
                </a:moveTo>
                <a:cubicBezTo>
                  <a:pt x="1203871" y="691076"/>
                  <a:pt x="1217465" y="704670"/>
                  <a:pt x="1217465" y="721440"/>
                </a:cubicBezTo>
                <a:cubicBezTo>
                  <a:pt x="1217465" y="738209"/>
                  <a:pt x="1203871" y="751803"/>
                  <a:pt x="1187102" y="751803"/>
                </a:cubicBezTo>
                <a:cubicBezTo>
                  <a:pt x="1170332" y="751803"/>
                  <a:pt x="1156738" y="738209"/>
                  <a:pt x="1156738" y="721440"/>
                </a:cubicBezTo>
                <a:cubicBezTo>
                  <a:pt x="1156738" y="704670"/>
                  <a:pt x="1170332" y="691076"/>
                  <a:pt x="1187102" y="691076"/>
                </a:cubicBezTo>
                <a:close/>
                <a:moveTo>
                  <a:pt x="1114547" y="691076"/>
                </a:moveTo>
                <a:cubicBezTo>
                  <a:pt x="1131317" y="691076"/>
                  <a:pt x="1144911" y="704670"/>
                  <a:pt x="1144911" y="721440"/>
                </a:cubicBezTo>
                <a:cubicBezTo>
                  <a:pt x="1144911" y="738209"/>
                  <a:pt x="1131317" y="751803"/>
                  <a:pt x="1114547" y="751803"/>
                </a:cubicBezTo>
                <a:cubicBezTo>
                  <a:pt x="1097778" y="751803"/>
                  <a:pt x="1084184" y="738209"/>
                  <a:pt x="1084184" y="721440"/>
                </a:cubicBezTo>
                <a:cubicBezTo>
                  <a:pt x="1084184" y="704670"/>
                  <a:pt x="1097778" y="691076"/>
                  <a:pt x="1114547" y="691076"/>
                </a:cubicBezTo>
                <a:close/>
                <a:moveTo>
                  <a:pt x="1041993" y="691076"/>
                </a:moveTo>
                <a:cubicBezTo>
                  <a:pt x="1058762" y="691076"/>
                  <a:pt x="1072356" y="704670"/>
                  <a:pt x="1072356" y="721440"/>
                </a:cubicBezTo>
                <a:cubicBezTo>
                  <a:pt x="1072356" y="738209"/>
                  <a:pt x="1058762" y="751803"/>
                  <a:pt x="1041993" y="751803"/>
                </a:cubicBezTo>
                <a:cubicBezTo>
                  <a:pt x="1025223" y="751803"/>
                  <a:pt x="1011629" y="738209"/>
                  <a:pt x="1011629" y="721440"/>
                </a:cubicBezTo>
                <a:cubicBezTo>
                  <a:pt x="1011629" y="704670"/>
                  <a:pt x="1025223" y="691076"/>
                  <a:pt x="1041993" y="691076"/>
                </a:cubicBezTo>
                <a:close/>
                <a:moveTo>
                  <a:pt x="969438" y="691076"/>
                </a:moveTo>
                <a:cubicBezTo>
                  <a:pt x="986208" y="691076"/>
                  <a:pt x="999801" y="704670"/>
                  <a:pt x="999801" y="721440"/>
                </a:cubicBezTo>
                <a:cubicBezTo>
                  <a:pt x="999801" y="738209"/>
                  <a:pt x="986208" y="751803"/>
                  <a:pt x="969438" y="751803"/>
                </a:cubicBezTo>
                <a:cubicBezTo>
                  <a:pt x="952669" y="751803"/>
                  <a:pt x="939075" y="738209"/>
                  <a:pt x="939075" y="721440"/>
                </a:cubicBezTo>
                <a:cubicBezTo>
                  <a:pt x="939075" y="704670"/>
                  <a:pt x="952669" y="691076"/>
                  <a:pt x="969438" y="691076"/>
                </a:cubicBezTo>
                <a:close/>
                <a:moveTo>
                  <a:pt x="896883" y="691076"/>
                </a:moveTo>
                <a:cubicBezTo>
                  <a:pt x="913653" y="691076"/>
                  <a:pt x="927247" y="704670"/>
                  <a:pt x="927247" y="721440"/>
                </a:cubicBezTo>
                <a:cubicBezTo>
                  <a:pt x="927247" y="738209"/>
                  <a:pt x="913653" y="751803"/>
                  <a:pt x="896883" y="751803"/>
                </a:cubicBezTo>
                <a:cubicBezTo>
                  <a:pt x="880114" y="751803"/>
                  <a:pt x="866520" y="738209"/>
                  <a:pt x="866520" y="721440"/>
                </a:cubicBezTo>
                <a:cubicBezTo>
                  <a:pt x="866520" y="704670"/>
                  <a:pt x="880114" y="691076"/>
                  <a:pt x="896883" y="691076"/>
                </a:cubicBezTo>
                <a:close/>
                <a:moveTo>
                  <a:pt x="824329" y="691076"/>
                </a:moveTo>
                <a:cubicBezTo>
                  <a:pt x="841098" y="691076"/>
                  <a:pt x="854692" y="704670"/>
                  <a:pt x="854692" y="721440"/>
                </a:cubicBezTo>
                <a:cubicBezTo>
                  <a:pt x="854692" y="738209"/>
                  <a:pt x="841098" y="751803"/>
                  <a:pt x="824329" y="751803"/>
                </a:cubicBezTo>
                <a:cubicBezTo>
                  <a:pt x="807559" y="751803"/>
                  <a:pt x="793965" y="738209"/>
                  <a:pt x="793965" y="721440"/>
                </a:cubicBezTo>
                <a:cubicBezTo>
                  <a:pt x="793965" y="704670"/>
                  <a:pt x="807559" y="691076"/>
                  <a:pt x="824329" y="691076"/>
                </a:cubicBezTo>
                <a:close/>
                <a:moveTo>
                  <a:pt x="751774" y="691076"/>
                </a:moveTo>
                <a:cubicBezTo>
                  <a:pt x="768544" y="691076"/>
                  <a:pt x="782138" y="704670"/>
                  <a:pt x="782138" y="721440"/>
                </a:cubicBezTo>
                <a:cubicBezTo>
                  <a:pt x="782138" y="738209"/>
                  <a:pt x="768544" y="751803"/>
                  <a:pt x="751774" y="751803"/>
                </a:cubicBezTo>
                <a:cubicBezTo>
                  <a:pt x="735005" y="751803"/>
                  <a:pt x="721411" y="738209"/>
                  <a:pt x="721411" y="721440"/>
                </a:cubicBezTo>
                <a:cubicBezTo>
                  <a:pt x="721411" y="704670"/>
                  <a:pt x="735005" y="691076"/>
                  <a:pt x="751774" y="691076"/>
                </a:cubicBezTo>
                <a:close/>
                <a:moveTo>
                  <a:pt x="679220" y="691076"/>
                </a:moveTo>
                <a:cubicBezTo>
                  <a:pt x="695989" y="691076"/>
                  <a:pt x="709583" y="704670"/>
                  <a:pt x="709583" y="721440"/>
                </a:cubicBezTo>
                <a:cubicBezTo>
                  <a:pt x="709583" y="738209"/>
                  <a:pt x="695989" y="751803"/>
                  <a:pt x="679220" y="751803"/>
                </a:cubicBezTo>
                <a:cubicBezTo>
                  <a:pt x="662450" y="751803"/>
                  <a:pt x="648856" y="738209"/>
                  <a:pt x="648856" y="721440"/>
                </a:cubicBezTo>
                <a:cubicBezTo>
                  <a:pt x="648856" y="704670"/>
                  <a:pt x="662450" y="691076"/>
                  <a:pt x="679220" y="691076"/>
                </a:cubicBezTo>
                <a:close/>
                <a:moveTo>
                  <a:pt x="606665" y="691076"/>
                </a:moveTo>
                <a:cubicBezTo>
                  <a:pt x="623435" y="691076"/>
                  <a:pt x="637029" y="704670"/>
                  <a:pt x="637029" y="721440"/>
                </a:cubicBezTo>
                <a:cubicBezTo>
                  <a:pt x="637029" y="738209"/>
                  <a:pt x="623435" y="751803"/>
                  <a:pt x="606665" y="751803"/>
                </a:cubicBezTo>
                <a:cubicBezTo>
                  <a:pt x="589896" y="751803"/>
                  <a:pt x="576302" y="738209"/>
                  <a:pt x="576302" y="721440"/>
                </a:cubicBezTo>
                <a:cubicBezTo>
                  <a:pt x="576302" y="704670"/>
                  <a:pt x="589896" y="691076"/>
                  <a:pt x="606665" y="691076"/>
                </a:cubicBezTo>
                <a:close/>
                <a:moveTo>
                  <a:pt x="534111" y="691076"/>
                </a:moveTo>
                <a:cubicBezTo>
                  <a:pt x="550880" y="691076"/>
                  <a:pt x="564474" y="704670"/>
                  <a:pt x="564474" y="721440"/>
                </a:cubicBezTo>
                <a:cubicBezTo>
                  <a:pt x="564474" y="738209"/>
                  <a:pt x="550880" y="751803"/>
                  <a:pt x="534111" y="751803"/>
                </a:cubicBezTo>
                <a:cubicBezTo>
                  <a:pt x="517341" y="751803"/>
                  <a:pt x="503747" y="738209"/>
                  <a:pt x="503747" y="721440"/>
                </a:cubicBezTo>
                <a:cubicBezTo>
                  <a:pt x="503747" y="704670"/>
                  <a:pt x="517341" y="691076"/>
                  <a:pt x="534111" y="691076"/>
                </a:cubicBezTo>
                <a:close/>
                <a:moveTo>
                  <a:pt x="461556" y="691076"/>
                </a:moveTo>
                <a:cubicBezTo>
                  <a:pt x="478326" y="691076"/>
                  <a:pt x="491920" y="704670"/>
                  <a:pt x="491920" y="721440"/>
                </a:cubicBezTo>
                <a:cubicBezTo>
                  <a:pt x="491920" y="738209"/>
                  <a:pt x="478326" y="751803"/>
                  <a:pt x="461556" y="751803"/>
                </a:cubicBezTo>
                <a:cubicBezTo>
                  <a:pt x="444787" y="751803"/>
                  <a:pt x="431192" y="738209"/>
                  <a:pt x="431192" y="721440"/>
                </a:cubicBezTo>
                <a:cubicBezTo>
                  <a:pt x="431192" y="704670"/>
                  <a:pt x="444787" y="691076"/>
                  <a:pt x="461556" y="691076"/>
                </a:cubicBezTo>
                <a:close/>
                <a:moveTo>
                  <a:pt x="389002" y="691076"/>
                </a:moveTo>
                <a:cubicBezTo>
                  <a:pt x="405771" y="691076"/>
                  <a:pt x="419365" y="704670"/>
                  <a:pt x="419365" y="721440"/>
                </a:cubicBezTo>
                <a:cubicBezTo>
                  <a:pt x="419365" y="738209"/>
                  <a:pt x="405771" y="751803"/>
                  <a:pt x="389002" y="751803"/>
                </a:cubicBezTo>
                <a:cubicBezTo>
                  <a:pt x="372232" y="751803"/>
                  <a:pt x="358638" y="738209"/>
                  <a:pt x="358638" y="721440"/>
                </a:cubicBezTo>
                <a:cubicBezTo>
                  <a:pt x="358638" y="704670"/>
                  <a:pt x="372232" y="691076"/>
                  <a:pt x="389002" y="691076"/>
                </a:cubicBezTo>
                <a:close/>
                <a:moveTo>
                  <a:pt x="316447" y="691076"/>
                </a:moveTo>
                <a:cubicBezTo>
                  <a:pt x="333216" y="691076"/>
                  <a:pt x="346810" y="704670"/>
                  <a:pt x="346810" y="721440"/>
                </a:cubicBezTo>
                <a:cubicBezTo>
                  <a:pt x="346810" y="738209"/>
                  <a:pt x="333216" y="751803"/>
                  <a:pt x="316447" y="751803"/>
                </a:cubicBezTo>
                <a:cubicBezTo>
                  <a:pt x="299677" y="751803"/>
                  <a:pt x="286084" y="738209"/>
                  <a:pt x="286084" y="721440"/>
                </a:cubicBezTo>
                <a:cubicBezTo>
                  <a:pt x="286084" y="704670"/>
                  <a:pt x="299677" y="691076"/>
                  <a:pt x="316447" y="691076"/>
                </a:cubicBezTo>
                <a:close/>
                <a:moveTo>
                  <a:pt x="243892" y="691076"/>
                </a:moveTo>
                <a:cubicBezTo>
                  <a:pt x="260662" y="691076"/>
                  <a:pt x="274256" y="704670"/>
                  <a:pt x="274256" y="721440"/>
                </a:cubicBezTo>
                <a:cubicBezTo>
                  <a:pt x="274256" y="738209"/>
                  <a:pt x="260662" y="751803"/>
                  <a:pt x="243892" y="751803"/>
                </a:cubicBezTo>
                <a:cubicBezTo>
                  <a:pt x="227123" y="751803"/>
                  <a:pt x="213529" y="738209"/>
                  <a:pt x="213529" y="721440"/>
                </a:cubicBezTo>
                <a:cubicBezTo>
                  <a:pt x="213529" y="704670"/>
                  <a:pt x="227123" y="691076"/>
                  <a:pt x="243892" y="691076"/>
                </a:cubicBezTo>
                <a:close/>
                <a:moveTo>
                  <a:pt x="171339" y="691076"/>
                </a:moveTo>
                <a:cubicBezTo>
                  <a:pt x="188107" y="691076"/>
                  <a:pt x="201701" y="704670"/>
                  <a:pt x="201701" y="721440"/>
                </a:cubicBezTo>
                <a:cubicBezTo>
                  <a:pt x="201701" y="738209"/>
                  <a:pt x="188107" y="751803"/>
                  <a:pt x="171339" y="751803"/>
                </a:cubicBezTo>
                <a:cubicBezTo>
                  <a:pt x="154662" y="751803"/>
                  <a:pt x="141067" y="738209"/>
                  <a:pt x="141067" y="721440"/>
                </a:cubicBezTo>
                <a:cubicBezTo>
                  <a:pt x="141067" y="704670"/>
                  <a:pt x="154662" y="691076"/>
                  <a:pt x="171339" y="691076"/>
                </a:cubicBezTo>
                <a:close/>
                <a:moveTo>
                  <a:pt x="98890" y="691076"/>
                </a:moveTo>
                <a:cubicBezTo>
                  <a:pt x="115653" y="691076"/>
                  <a:pt x="129246" y="704670"/>
                  <a:pt x="129246" y="721440"/>
                </a:cubicBezTo>
                <a:cubicBezTo>
                  <a:pt x="129246" y="738209"/>
                  <a:pt x="115653" y="751803"/>
                  <a:pt x="98890" y="751803"/>
                </a:cubicBezTo>
                <a:cubicBezTo>
                  <a:pt x="82117" y="751803"/>
                  <a:pt x="68523" y="738209"/>
                  <a:pt x="68523" y="721440"/>
                </a:cubicBezTo>
                <a:cubicBezTo>
                  <a:pt x="68523" y="704670"/>
                  <a:pt x="82117" y="691076"/>
                  <a:pt x="98890" y="691076"/>
                </a:cubicBezTo>
                <a:close/>
                <a:moveTo>
                  <a:pt x="26336" y="691076"/>
                </a:moveTo>
                <a:cubicBezTo>
                  <a:pt x="43099" y="691076"/>
                  <a:pt x="56694" y="704670"/>
                  <a:pt x="56694" y="721440"/>
                </a:cubicBezTo>
                <a:cubicBezTo>
                  <a:pt x="56694" y="738209"/>
                  <a:pt x="43099" y="751803"/>
                  <a:pt x="26336" y="751803"/>
                </a:cubicBezTo>
                <a:cubicBezTo>
                  <a:pt x="17950" y="751803"/>
                  <a:pt x="10359" y="748405"/>
                  <a:pt x="4864" y="742910"/>
                </a:cubicBezTo>
                <a:lnTo>
                  <a:pt x="0" y="731167"/>
                </a:lnTo>
                <a:lnTo>
                  <a:pt x="0" y="711713"/>
                </a:lnTo>
                <a:lnTo>
                  <a:pt x="4864" y="699969"/>
                </a:lnTo>
                <a:cubicBezTo>
                  <a:pt x="10359" y="694475"/>
                  <a:pt x="17950" y="691076"/>
                  <a:pt x="26336" y="691076"/>
                </a:cubicBezTo>
                <a:close/>
                <a:moveTo>
                  <a:pt x="1622429" y="610624"/>
                </a:moveTo>
                <a:cubicBezTo>
                  <a:pt x="1639199" y="610624"/>
                  <a:pt x="1652792" y="624218"/>
                  <a:pt x="1652792" y="640988"/>
                </a:cubicBezTo>
                <a:cubicBezTo>
                  <a:pt x="1652792" y="657757"/>
                  <a:pt x="1639199" y="671351"/>
                  <a:pt x="1622429" y="671351"/>
                </a:cubicBezTo>
                <a:cubicBezTo>
                  <a:pt x="1605659" y="671351"/>
                  <a:pt x="1592066" y="657757"/>
                  <a:pt x="1592066" y="640988"/>
                </a:cubicBezTo>
                <a:cubicBezTo>
                  <a:pt x="1592066" y="624218"/>
                  <a:pt x="1605659" y="610624"/>
                  <a:pt x="1622429" y="610624"/>
                </a:cubicBezTo>
                <a:close/>
                <a:moveTo>
                  <a:pt x="1549874" y="610624"/>
                </a:moveTo>
                <a:cubicBezTo>
                  <a:pt x="1566644" y="610624"/>
                  <a:pt x="1580238" y="624218"/>
                  <a:pt x="1580238" y="640988"/>
                </a:cubicBezTo>
                <a:cubicBezTo>
                  <a:pt x="1580238" y="657757"/>
                  <a:pt x="1566644" y="671351"/>
                  <a:pt x="1549874" y="671351"/>
                </a:cubicBezTo>
                <a:cubicBezTo>
                  <a:pt x="1533105" y="671351"/>
                  <a:pt x="1519511" y="657757"/>
                  <a:pt x="1519511" y="640988"/>
                </a:cubicBezTo>
                <a:cubicBezTo>
                  <a:pt x="1519511" y="624218"/>
                  <a:pt x="1533105" y="610624"/>
                  <a:pt x="1549874" y="610624"/>
                </a:cubicBezTo>
                <a:close/>
                <a:moveTo>
                  <a:pt x="1477320" y="610624"/>
                </a:moveTo>
                <a:cubicBezTo>
                  <a:pt x="1494089" y="610624"/>
                  <a:pt x="1507683" y="624218"/>
                  <a:pt x="1507683" y="640988"/>
                </a:cubicBezTo>
                <a:cubicBezTo>
                  <a:pt x="1507683" y="657757"/>
                  <a:pt x="1494089" y="671351"/>
                  <a:pt x="1477320" y="671351"/>
                </a:cubicBezTo>
                <a:cubicBezTo>
                  <a:pt x="1460550" y="671351"/>
                  <a:pt x="1446956" y="657757"/>
                  <a:pt x="1446956" y="640988"/>
                </a:cubicBezTo>
                <a:cubicBezTo>
                  <a:pt x="1446956" y="624218"/>
                  <a:pt x="1460550" y="610624"/>
                  <a:pt x="1477320" y="610624"/>
                </a:cubicBezTo>
                <a:close/>
                <a:moveTo>
                  <a:pt x="1404765" y="610624"/>
                </a:moveTo>
                <a:cubicBezTo>
                  <a:pt x="1421535" y="610624"/>
                  <a:pt x="1435129" y="624218"/>
                  <a:pt x="1435129" y="640988"/>
                </a:cubicBezTo>
                <a:cubicBezTo>
                  <a:pt x="1435129" y="657757"/>
                  <a:pt x="1421535" y="671351"/>
                  <a:pt x="1404765" y="671351"/>
                </a:cubicBezTo>
                <a:cubicBezTo>
                  <a:pt x="1387996" y="671351"/>
                  <a:pt x="1374402" y="657757"/>
                  <a:pt x="1374402" y="640988"/>
                </a:cubicBezTo>
                <a:cubicBezTo>
                  <a:pt x="1374402" y="624218"/>
                  <a:pt x="1387996" y="610624"/>
                  <a:pt x="1404765" y="610624"/>
                </a:cubicBezTo>
                <a:close/>
                <a:moveTo>
                  <a:pt x="1332211" y="610624"/>
                </a:moveTo>
                <a:cubicBezTo>
                  <a:pt x="1348980" y="610624"/>
                  <a:pt x="1362574" y="624218"/>
                  <a:pt x="1362574" y="640988"/>
                </a:cubicBezTo>
                <a:cubicBezTo>
                  <a:pt x="1362574" y="657757"/>
                  <a:pt x="1348980" y="671351"/>
                  <a:pt x="1332211" y="671351"/>
                </a:cubicBezTo>
                <a:cubicBezTo>
                  <a:pt x="1315441" y="671351"/>
                  <a:pt x="1301847" y="657757"/>
                  <a:pt x="1301847" y="640988"/>
                </a:cubicBezTo>
                <a:cubicBezTo>
                  <a:pt x="1301847" y="624218"/>
                  <a:pt x="1315441" y="610624"/>
                  <a:pt x="1332211" y="610624"/>
                </a:cubicBezTo>
                <a:close/>
                <a:moveTo>
                  <a:pt x="1259656" y="610624"/>
                </a:moveTo>
                <a:cubicBezTo>
                  <a:pt x="1276426" y="610624"/>
                  <a:pt x="1290020" y="624218"/>
                  <a:pt x="1290020" y="640988"/>
                </a:cubicBezTo>
                <a:cubicBezTo>
                  <a:pt x="1290020" y="657757"/>
                  <a:pt x="1276426" y="671351"/>
                  <a:pt x="1259656" y="671351"/>
                </a:cubicBezTo>
                <a:cubicBezTo>
                  <a:pt x="1242887" y="671351"/>
                  <a:pt x="1229293" y="657757"/>
                  <a:pt x="1229293" y="640988"/>
                </a:cubicBezTo>
                <a:cubicBezTo>
                  <a:pt x="1229293" y="624218"/>
                  <a:pt x="1242887" y="610624"/>
                  <a:pt x="1259656" y="610624"/>
                </a:cubicBezTo>
                <a:close/>
                <a:moveTo>
                  <a:pt x="1187102" y="610624"/>
                </a:moveTo>
                <a:cubicBezTo>
                  <a:pt x="1203871" y="610624"/>
                  <a:pt x="1217465" y="624218"/>
                  <a:pt x="1217465" y="640988"/>
                </a:cubicBezTo>
                <a:cubicBezTo>
                  <a:pt x="1217465" y="657757"/>
                  <a:pt x="1203871" y="671351"/>
                  <a:pt x="1187102" y="671351"/>
                </a:cubicBezTo>
                <a:cubicBezTo>
                  <a:pt x="1170332" y="671351"/>
                  <a:pt x="1156738" y="657757"/>
                  <a:pt x="1156738" y="640988"/>
                </a:cubicBezTo>
                <a:cubicBezTo>
                  <a:pt x="1156738" y="624218"/>
                  <a:pt x="1170332" y="610624"/>
                  <a:pt x="1187102" y="610624"/>
                </a:cubicBezTo>
                <a:close/>
                <a:moveTo>
                  <a:pt x="1114547" y="610624"/>
                </a:moveTo>
                <a:cubicBezTo>
                  <a:pt x="1131317" y="610624"/>
                  <a:pt x="1144911" y="624218"/>
                  <a:pt x="1144911" y="640988"/>
                </a:cubicBezTo>
                <a:cubicBezTo>
                  <a:pt x="1144911" y="657757"/>
                  <a:pt x="1131317" y="671351"/>
                  <a:pt x="1114547" y="671351"/>
                </a:cubicBezTo>
                <a:cubicBezTo>
                  <a:pt x="1097778" y="671351"/>
                  <a:pt x="1084184" y="657757"/>
                  <a:pt x="1084184" y="640988"/>
                </a:cubicBezTo>
                <a:cubicBezTo>
                  <a:pt x="1084184" y="624218"/>
                  <a:pt x="1097778" y="610624"/>
                  <a:pt x="1114547" y="610624"/>
                </a:cubicBezTo>
                <a:close/>
                <a:moveTo>
                  <a:pt x="1041993" y="610624"/>
                </a:moveTo>
                <a:cubicBezTo>
                  <a:pt x="1058762" y="610624"/>
                  <a:pt x="1072356" y="624218"/>
                  <a:pt x="1072356" y="640988"/>
                </a:cubicBezTo>
                <a:cubicBezTo>
                  <a:pt x="1072356" y="657757"/>
                  <a:pt x="1058762" y="671351"/>
                  <a:pt x="1041993" y="671351"/>
                </a:cubicBezTo>
                <a:cubicBezTo>
                  <a:pt x="1025223" y="671351"/>
                  <a:pt x="1011629" y="657757"/>
                  <a:pt x="1011629" y="640988"/>
                </a:cubicBezTo>
                <a:cubicBezTo>
                  <a:pt x="1011629" y="624218"/>
                  <a:pt x="1025223" y="610624"/>
                  <a:pt x="1041993" y="610624"/>
                </a:cubicBezTo>
                <a:close/>
                <a:moveTo>
                  <a:pt x="969438" y="610624"/>
                </a:moveTo>
                <a:cubicBezTo>
                  <a:pt x="986208" y="610624"/>
                  <a:pt x="999801" y="624218"/>
                  <a:pt x="999801" y="640988"/>
                </a:cubicBezTo>
                <a:cubicBezTo>
                  <a:pt x="999801" y="657757"/>
                  <a:pt x="986208" y="671351"/>
                  <a:pt x="969438" y="671351"/>
                </a:cubicBezTo>
                <a:cubicBezTo>
                  <a:pt x="952669" y="671351"/>
                  <a:pt x="939075" y="657757"/>
                  <a:pt x="939075" y="640988"/>
                </a:cubicBezTo>
                <a:cubicBezTo>
                  <a:pt x="939075" y="624218"/>
                  <a:pt x="952669" y="610624"/>
                  <a:pt x="969438" y="610624"/>
                </a:cubicBezTo>
                <a:close/>
                <a:moveTo>
                  <a:pt x="896883" y="610624"/>
                </a:moveTo>
                <a:cubicBezTo>
                  <a:pt x="913653" y="610624"/>
                  <a:pt x="927247" y="624218"/>
                  <a:pt x="927247" y="640988"/>
                </a:cubicBezTo>
                <a:cubicBezTo>
                  <a:pt x="927247" y="657757"/>
                  <a:pt x="913653" y="671351"/>
                  <a:pt x="896883" y="671351"/>
                </a:cubicBezTo>
                <a:cubicBezTo>
                  <a:pt x="880114" y="671351"/>
                  <a:pt x="866520" y="657757"/>
                  <a:pt x="866520" y="640988"/>
                </a:cubicBezTo>
                <a:cubicBezTo>
                  <a:pt x="866520" y="624218"/>
                  <a:pt x="880114" y="610624"/>
                  <a:pt x="896883" y="610624"/>
                </a:cubicBezTo>
                <a:close/>
                <a:moveTo>
                  <a:pt x="824329" y="610624"/>
                </a:moveTo>
                <a:cubicBezTo>
                  <a:pt x="841098" y="610624"/>
                  <a:pt x="854692" y="624218"/>
                  <a:pt x="854692" y="640988"/>
                </a:cubicBezTo>
                <a:cubicBezTo>
                  <a:pt x="854692" y="657757"/>
                  <a:pt x="841098" y="671351"/>
                  <a:pt x="824329" y="671351"/>
                </a:cubicBezTo>
                <a:cubicBezTo>
                  <a:pt x="807559" y="671351"/>
                  <a:pt x="793965" y="657757"/>
                  <a:pt x="793965" y="640988"/>
                </a:cubicBezTo>
                <a:cubicBezTo>
                  <a:pt x="793965" y="624218"/>
                  <a:pt x="807559" y="610624"/>
                  <a:pt x="824329" y="610624"/>
                </a:cubicBezTo>
                <a:close/>
                <a:moveTo>
                  <a:pt x="751774" y="610624"/>
                </a:moveTo>
                <a:cubicBezTo>
                  <a:pt x="768544" y="610624"/>
                  <a:pt x="782138" y="624218"/>
                  <a:pt x="782138" y="640988"/>
                </a:cubicBezTo>
                <a:cubicBezTo>
                  <a:pt x="782138" y="657757"/>
                  <a:pt x="768544" y="671351"/>
                  <a:pt x="751774" y="671351"/>
                </a:cubicBezTo>
                <a:cubicBezTo>
                  <a:pt x="735005" y="671351"/>
                  <a:pt x="721411" y="657757"/>
                  <a:pt x="721411" y="640988"/>
                </a:cubicBezTo>
                <a:cubicBezTo>
                  <a:pt x="721411" y="624218"/>
                  <a:pt x="735005" y="610624"/>
                  <a:pt x="751774" y="610624"/>
                </a:cubicBezTo>
                <a:close/>
                <a:moveTo>
                  <a:pt x="679220" y="610624"/>
                </a:moveTo>
                <a:cubicBezTo>
                  <a:pt x="695989" y="610624"/>
                  <a:pt x="709583" y="624218"/>
                  <a:pt x="709583" y="640988"/>
                </a:cubicBezTo>
                <a:cubicBezTo>
                  <a:pt x="709583" y="657757"/>
                  <a:pt x="695989" y="671351"/>
                  <a:pt x="679220" y="671351"/>
                </a:cubicBezTo>
                <a:cubicBezTo>
                  <a:pt x="662450" y="671351"/>
                  <a:pt x="648856" y="657757"/>
                  <a:pt x="648856" y="640988"/>
                </a:cubicBezTo>
                <a:cubicBezTo>
                  <a:pt x="648856" y="624218"/>
                  <a:pt x="662450" y="610624"/>
                  <a:pt x="679220" y="610624"/>
                </a:cubicBezTo>
                <a:close/>
                <a:moveTo>
                  <a:pt x="606665" y="610624"/>
                </a:moveTo>
                <a:cubicBezTo>
                  <a:pt x="623435" y="610624"/>
                  <a:pt x="637029" y="624218"/>
                  <a:pt x="637029" y="640988"/>
                </a:cubicBezTo>
                <a:cubicBezTo>
                  <a:pt x="637029" y="657757"/>
                  <a:pt x="623435" y="671351"/>
                  <a:pt x="606665" y="671351"/>
                </a:cubicBezTo>
                <a:cubicBezTo>
                  <a:pt x="589896" y="671351"/>
                  <a:pt x="576302" y="657757"/>
                  <a:pt x="576302" y="640988"/>
                </a:cubicBezTo>
                <a:cubicBezTo>
                  <a:pt x="576302" y="624218"/>
                  <a:pt x="589896" y="610624"/>
                  <a:pt x="606665" y="610624"/>
                </a:cubicBezTo>
                <a:close/>
                <a:moveTo>
                  <a:pt x="534111" y="610624"/>
                </a:moveTo>
                <a:cubicBezTo>
                  <a:pt x="550880" y="610624"/>
                  <a:pt x="564474" y="624218"/>
                  <a:pt x="564474" y="640988"/>
                </a:cubicBezTo>
                <a:cubicBezTo>
                  <a:pt x="564474" y="657757"/>
                  <a:pt x="550880" y="671351"/>
                  <a:pt x="534111" y="671351"/>
                </a:cubicBezTo>
                <a:cubicBezTo>
                  <a:pt x="517341" y="671351"/>
                  <a:pt x="503747" y="657757"/>
                  <a:pt x="503747" y="640988"/>
                </a:cubicBezTo>
                <a:cubicBezTo>
                  <a:pt x="503747" y="624218"/>
                  <a:pt x="517341" y="610624"/>
                  <a:pt x="534111" y="610624"/>
                </a:cubicBezTo>
                <a:close/>
                <a:moveTo>
                  <a:pt x="461556" y="610624"/>
                </a:moveTo>
                <a:cubicBezTo>
                  <a:pt x="478326" y="610624"/>
                  <a:pt x="491920" y="624218"/>
                  <a:pt x="491920" y="640988"/>
                </a:cubicBezTo>
                <a:cubicBezTo>
                  <a:pt x="491920" y="657757"/>
                  <a:pt x="478326" y="671351"/>
                  <a:pt x="461556" y="671351"/>
                </a:cubicBezTo>
                <a:cubicBezTo>
                  <a:pt x="444787" y="671351"/>
                  <a:pt x="431192" y="657757"/>
                  <a:pt x="431192" y="640988"/>
                </a:cubicBezTo>
                <a:cubicBezTo>
                  <a:pt x="431192" y="624218"/>
                  <a:pt x="444787" y="610624"/>
                  <a:pt x="461556" y="610624"/>
                </a:cubicBezTo>
                <a:close/>
                <a:moveTo>
                  <a:pt x="389002" y="610624"/>
                </a:moveTo>
                <a:cubicBezTo>
                  <a:pt x="405771" y="610624"/>
                  <a:pt x="419365" y="624218"/>
                  <a:pt x="419365" y="640988"/>
                </a:cubicBezTo>
                <a:cubicBezTo>
                  <a:pt x="419365" y="657757"/>
                  <a:pt x="405771" y="671351"/>
                  <a:pt x="389002" y="671351"/>
                </a:cubicBezTo>
                <a:cubicBezTo>
                  <a:pt x="372232" y="671351"/>
                  <a:pt x="358638" y="657757"/>
                  <a:pt x="358638" y="640988"/>
                </a:cubicBezTo>
                <a:cubicBezTo>
                  <a:pt x="358638" y="624218"/>
                  <a:pt x="372232" y="610624"/>
                  <a:pt x="389002" y="610624"/>
                </a:cubicBezTo>
                <a:close/>
                <a:moveTo>
                  <a:pt x="316447" y="610624"/>
                </a:moveTo>
                <a:cubicBezTo>
                  <a:pt x="333216" y="610624"/>
                  <a:pt x="346810" y="624218"/>
                  <a:pt x="346810" y="640988"/>
                </a:cubicBezTo>
                <a:cubicBezTo>
                  <a:pt x="346810" y="657757"/>
                  <a:pt x="333216" y="671351"/>
                  <a:pt x="316447" y="671351"/>
                </a:cubicBezTo>
                <a:cubicBezTo>
                  <a:pt x="299677" y="671351"/>
                  <a:pt x="286084" y="657757"/>
                  <a:pt x="286084" y="640988"/>
                </a:cubicBezTo>
                <a:cubicBezTo>
                  <a:pt x="286084" y="624218"/>
                  <a:pt x="299677" y="610624"/>
                  <a:pt x="316447" y="610624"/>
                </a:cubicBezTo>
                <a:close/>
                <a:moveTo>
                  <a:pt x="243892" y="610624"/>
                </a:moveTo>
                <a:cubicBezTo>
                  <a:pt x="260662" y="610624"/>
                  <a:pt x="274256" y="624218"/>
                  <a:pt x="274256" y="640988"/>
                </a:cubicBezTo>
                <a:cubicBezTo>
                  <a:pt x="274256" y="657757"/>
                  <a:pt x="260662" y="671351"/>
                  <a:pt x="243892" y="671351"/>
                </a:cubicBezTo>
                <a:cubicBezTo>
                  <a:pt x="227123" y="671351"/>
                  <a:pt x="213529" y="657757"/>
                  <a:pt x="213529" y="640988"/>
                </a:cubicBezTo>
                <a:cubicBezTo>
                  <a:pt x="213529" y="624218"/>
                  <a:pt x="227123" y="610624"/>
                  <a:pt x="243892" y="610624"/>
                </a:cubicBezTo>
                <a:close/>
                <a:moveTo>
                  <a:pt x="171339" y="610624"/>
                </a:moveTo>
                <a:cubicBezTo>
                  <a:pt x="188107" y="610624"/>
                  <a:pt x="201701" y="624218"/>
                  <a:pt x="201701" y="640988"/>
                </a:cubicBezTo>
                <a:cubicBezTo>
                  <a:pt x="201701" y="657757"/>
                  <a:pt x="188107" y="671351"/>
                  <a:pt x="171339" y="671351"/>
                </a:cubicBezTo>
                <a:cubicBezTo>
                  <a:pt x="154667" y="671351"/>
                  <a:pt x="141073" y="657757"/>
                  <a:pt x="141073" y="640988"/>
                </a:cubicBezTo>
                <a:cubicBezTo>
                  <a:pt x="141073" y="624218"/>
                  <a:pt x="154667" y="610624"/>
                  <a:pt x="171339" y="610624"/>
                </a:cubicBezTo>
                <a:close/>
                <a:moveTo>
                  <a:pt x="98897" y="610624"/>
                </a:moveTo>
                <a:cubicBezTo>
                  <a:pt x="115658" y="610624"/>
                  <a:pt x="129252" y="624218"/>
                  <a:pt x="129252" y="640988"/>
                </a:cubicBezTo>
                <a:cubicBezTo>
                  <a:pt x="129252" y="657757"/>
                  <a:pt x="115658" y="671351"/>
                  <a:pt x="98897" y="671351"/>
                </a:cubicBezTo>
                <a:cubicBezTo>
                  <a:pt x="82124" y="671351"/>
                  <a:pt x="68530" y="657757"/>
                  <a:pt x="68530" y="640988"/>
                </a:cubicBezTo>
                <a:cubicBezTo>
                  <a:pt x="68530" y="624218"/>
                  <a:pt x="82124" y="610624"/>
                  <a:pt x="98897" y="610624"/>
                </a:cubicBezTo>
                <a:close/>
                <a:moveTo>
                  <a:pt x="26342" y="610624"/>
                </a:moveTo>
                <a:cubicBezTo>
                  <a:pt x="43106" y="610624"/>
                  <a:pt x="56701" y="624218"/>
                  <a:pt x="56701" y="640988"/>
                </a:cubicBezTo>
                <a:cubicBezTo>
                  <a:pt x="56701" y="657757"/>
                  <a:pt x="43106" y="671351"/>
                  <a:pt x="26342" y="671351"/>
                </a:cubicBezTo>
                <a:cubicBezTo>
                  <a:pt x="17956" y="671351"/>
                  <a:pt x="10365" y="667953"/>
                  <a:pt x="4871" y="662458"/>
                </a:cubicBezTo>
                <a:lnTo>
                  <a:pt x="0" y="650698"/>
                </a:lnTo>
                <a:lnTo>
                  <a:pt x="0" y="631277"/>
                </a:lnTo>
                <a:lnTo>
                  <a:pt x="4871" y="619517"/>
                </a:lnTo>
                <a:cubicBezTo>
                  <a:pt x="10365" y="614023"/>
                  <a:pt x="17956" y="610624"/>
                  <a:pt x="26342" y="610624"/>
                </a:cubicBezTo>
                <a:close/>
                <a:moveTo>
                  <a:pt x="1669096" y="549730"/>
                </a:moveTo>
                <a:lnTo>
                  <a:pt x="1668124" y="568994"/>
                </a:lnTo>
                <a:lnTo>
                  <a:pt x="1664620" y="560536"/>
                </a:lnTo>
                <a:close/>
                <a:moveTo>
                  <a:pt x="1622429" y="530173"/>
                </a:moveTo>
                <a:cubicBezTo>
                  <a:pt x="1639199" y="530173"/>
                  <a:pt x="1652792" y="543767"/>
                  <a:pt x="1652792" y="560536"/>
                </a:cubicBezTo>
                <a:cubicBezTo>
                  <a:pt x="1652792" y="577306"/>
                  <a:pt x="1639199" y="590900"/>
                  <a:pt x="1622429" y="590900"/>
                </a:cubicBezTo>
                <a:cubicBezTo>
                  <a:pt x="1605659" y="590900"/>
                  <a:pt x="1592066" y="577306"/>
                  <a:pt x="1592066" y="560536"/>
                </a:cubicBezTo>
                <a:cubicBezTo>
                  <a:pt x="1592066" y="543767"/>
                  <a:pt x="1605659" y="530173"/>
                  <a:pt x="1622429" y="530173"/>
                </a:cubicBezTo>
                <a:close/>
                <a:moveTo>
                  <a:pt x="1549874" y="530173"/>
                </a:moveTo>
                <a:cubicBezTo>
                  <a:pt x="1566644" y="530173"/>
                  <a:pt x="1580238" y="543767"/>
                  <a:pt x="1580238" y="560536"/>
                </a:cubicBezTo>
                <a:cubicBezTo>
                  <a:pt x="1580238" y="577306"/>
                  <a:pt x="1566644" y="590900"/>
                  <a:pt x="1549874" y="590900"/>
                </a:cubicBezTo>
                <a:cubicBezTo>
                  <a:pt x="1533105" y="590900"/>
                  <a:pt x="1519511" y="577306"/>
                  <a:pt x="1519511" y="560536"/>
                </a:cubicBezTo>
                <a:cubicBezTo>
                  <a:pt x="1519511" y="543767"/>
                  <a:pt x="1533105" y="530173"/>
                  <a:pt x="1549874" y="530173"/>
                </a:cubicBezTo>
                <a:close/>
                <a:moveTo>
                  <a:pt x="1477320" y="530173"/>
                </a:moveTo>
                <a:cubicBezTo>
                  <a:pt x="1494089" y="530173"/>
                  <a:pt x="1507683" y="543767"/>
                  <a:pt x="1507683" y="560536"/>
                </a:cubicBezTo>
                <a:cubicBezTo>
                  <a:pt x="1507683" y="577306"/>
                  <a:pt x="1494089" y="590900"/>
                  <a:pt x="1477320" y="590900"/>
                </a:cubicBezTo>
                <a:cubicBezTo>
                  <a:pt x="1460550" y="590900"/>
                  <a:pt x="1446956" y="577306"/>
                  <a:pt x="1446956" y="560536"/>
                </a:cubicBezTo>
                <a:cubicBezTo>
                  <a:pt x="1446956" y="543767"/>
                  <a:pt x="1460550" y="530173"/>
                  <a:pt x="1477320" y="530173"/>
                </a:cubicBezTo>
                <a:close/>
                <a:moveTo>
                  <a:pt x="1404765" y="530173"/>
                </a:moveTo>
                <a:cubicBezTo>
                  <a:pt x="1421535" y="530173"/>
                  <a:pt x="1435129" y="543767"/>
                  <a:pt x="1435129" y="560536"/>
                </a:cubicBezTo>
                <a:cubicBezTo>
                  <a:pt x="1435129" y="577306"/>
                  <a:pt x="1421535" y="590900"/>
                  <a:pt x="1404765" y="590900"/>
                </a:cubicBezTo>
                <a:cubicBezTo>
                  <a:pt x="1387996" y="590900"/>
                  <a:pt x="1374402" y="577306"/>
                  <a:pt x="1374402" y="560536"/>
                </a:cubicBezTo>
                <a:cubicBezTo>
                  <a:pt x="1374402" y="543767"/>
                  <a:pt x="1387996" y="530173"/>
                  <a:pt x="1404765" y="530173"/>
                </a:cubicBezTo>
                <a:close/>
                <a:moveTo>
                  <a:pt x="1332211" y="530173"/>
                </a:moveTo>
                <a:cubicBezTo>
                  <a:pt x="1348980" y="530173"/>
                  <a:pt x="1362574" y="543767"/>
                  <a:pt x="1362574" y="560536"/>
                </a:cubicBezTo>
                <a:cubicBezTo>
                  <a:pt x="1362574" y="577306"/>
                  <a:pt x="1348980" y="590900"/>
                  <a:pt x="1332211" y="590900"/>
                </a:cubicBezTo>
                <a:cubicBezTo>
                  <a:pt x="1315441" y="590900"/>
                  <a:pt x="1301847" y="577306"/>
                  <a:pt x="1301847" y="560536"/>
                </a:cubicBezTo>
                <a:cubicBezTo>
                  <a:pt x="1301847" y="543767"/>
                  <a:pt x="1315441" y="530173"/>
                  <a:pt x="1332211" y="530173"/>
                </a:cubicBezTo>
                <a:close/>
                <a:moveTo>
                  <a:pt x="1259656" y="530173"/>
                </a:moveTo>
                <a:cubicBezTo>
                  <a:pt x="1276426" y="530173"/>
                  <a:pt x="1290020" y="543767"/>
                  <a:pt x="1290020" y="560536"/>
                </a:cubicBezTo>
                <a:cubicBezTo>
                  <a:pt x="1290020" y="577306"/>
                  <a:pt x="1276426" y="590900"/>
                  <a:pt x="1259656" y="590900"/>
                </a:cubicBezTo>
                <a:cubicBezTo>
                  <a:pt x="1242887" y="590900"/>
                  <a:pt x="1229293" y="577306"/>
                  <a:pt x="1229293" y="560536"/>
                </a:cubicBezTo>
                <a:cubicBezTo>
                  <a:pt x="1229293" y="543767"/>
                  <a:pt x="1242887" y="530173"/>
                  <a:pt x="1259656" y="530173"/>
                </a:cubicBezTo>
                <a:close/>
                <a:moveTo>
                  <a:pt x="1187102" y="530173"/>
                </a:moveTo>
                <a:cubicBezTo>
                  <a:pt x="1203871" y="530173"/>
                  <a:pt x="1217465" y="543767"/>
                  <a:pt x="1217465" y="560536"/>
                </a:cubicBezTo>
                <a:cubicBezTo>
                  <a:pt x="1217465" y="577306"/>
                  <a:pt x="1203871" y="590900"/>
                  <a:pt x="1187102" y="590900"/>
                </a:cubicBezTo>
                <a:cubicBezTo>
                  <a:pt x="1170332" y="590900"/>
                  <a:pt x="1156738" y="577306"/>
                  <a:pt x="1156738" y="560536"/>
                </a:cubicBezTo>
                <a:cubicBezTo>
                  <a:pt x="1156738" y="543767"/>
                  <a:pt x="1170332" y="530173"/>
                  <a:pt x="1187102" y="530173"/>
                </a:cubicBezTo>
                <a:close/>
                <a:moveTo>
                  <a:pt x="1114547" y="530173"/>
                </a:moveTo>
                <a:cubicBezTo>
                  <a:pt x="1131317" y="530173"/>
                  <a:pt x="1144911" y="543767"/>
                  <a:pt x="1144911" y="560536"/>
                </a:cubicBezTo>
                <a:cubicBezTo>
                  <a:pt x="1144911" y="577306"/>
                  <a:pt x="1131317" y="590900"/>
                  <a:pt x="1114547" y="590900"/>
                </a:cubicBezTo>
                <a:cubicBezTo>
                  <a:pt x="1097778" y="590900"/>
                  <a:pt x="1084184" y="577306"/>
                  <a:pt x="1084184" y="560536"/>
                </a:cubicBezTo>
                <a:cubicBezTo>
                  <a:pt x="1084184" y="543767"/>
                  <a:pt x="1097778" y="530173"/>
                  <a:pt x="1114547" y="530173"/>
                </a:cubicBezTo>
                <a:close/>
                <a:moveTo>
                  <a:pt x="1041993" y="530173"/>
                </a:moveTo>
                <a:cubicBezTo>
                  <a:pt x="1058762" y="530173"/>
                  <a:pt x="1072356" y="543767"/>
                  <a:pt x="1072356" y="560536"/>
                </a:cubicBezTo>
                <a:cubicBezTo>
                  <a:pt x="1072356" y="577306"/>
                  <a:pt x="1058762" y="590900"/>
                  <a:pt x="1041993" y="590900"/>
                </a:cubicBezTo>
                <a:cubicBezTo>
                  <a:pt x="1025223" y="590900"/>
                  <a:pt x="1011629" y="577306"/>
                  <a:pt x="1011629" y="560536"/>
                </a:cubicBezTo>
                <a:cubicBezTo>
                  <a:pt x="1011629" y="543767"/>
                  <a:pt x="1025223" y="530173"/>
                  <a:pt x="1041993" y="530173"/>
                </a:cubicBezTo>
                <a:close/>
                <a:moveTo>
                  <a:pt x="969438" y="530173"/>
                </a:moveTo>
                <a:cubicBezTo>
                  <a:pt x="986208" y="530173"/>
                  <a:pt x="999801" y="543767"/>
                  <a:pt x="999801" y="560536"/>
                </a:cubicBezTo>
                <a:cubicBezTo>
                  <a:pt x="999801" y="577306"/>
                  <a:pt x="986208" y="590900"/>
                  <a:pt x="969438" y="590900"/>
                </a:cubicBezTo>
                <a:cubicBezTo>
                  <a:pt x="952669" y="590900"/>
                  <a:pt x="939075" y="577306"/>
                  <a:pt x="939075" y="560536"/>
                </a:cubicBezTo>
                <a:cubicBezTo>
                  <a:pt x="939075" y="543767"/>
                  <a:pt x="952669" y="530173"/>
                  <a:pt x="969438" y="530173"/>
                </a:cubicBezTo>
                <a:close/>
                <a:moveTo>
                  <a:pt x="896883" y="530173"/>
                </a:moveTo>
                <a:cubicBezTo>
                  <a:pt x="913653" y="530173"/>
                  <a:pt x="927247" y="543767"/>
                  <a:pt x="927247" y="560536"/>
                </a:cubicBezTo>
                <a:cubicBezTo>
                  <a:pt x="927247" y="577306"/>
                  <a:pt x="913653" y="590900"/>
                  <a:pt x="896883" y="590900"/>
                </a:cubicBezTo>
                <a:cubicBezTo>
                  <a:pt x="880114" y="590900"/>
                  <a:pt x="866520" y="577306"/>
                  <a:pt x="866520" y="560536"/>
                </a:cubicBezTo>
                <a:cubicBezTo>
                  <a:pt x="866520" y="543767"/>
                  <a:pt x="880114" y="530173"/>
                  <a:pt x="896883" y="530173"/>
                </a:cubicBezTo>
                <a:close/>
                <a:moveTo>
                  <a:pt x="824329" y="530173"/>
                </a:moveTo>
                <a:cubicBezTo>
                  <a:pt x="841098" y="530173"/>
                  <a:pt x="854692" y="543767"/>
                  <a:pt x="854692" y="560536"/>
                </a:cubicBezTo>
                <a:cubicBezTo>
                  <a:pt x="854692" y="577306"/>
                  <a:pt x="841098" y="590900"/>
                  <a:pt x="824329" y="590900"/>
                </a:cubicBezTo>
                <a:cubicBezTo>
                  <a:pt x="807559" y="590900"/>
                  <a:pt x="793965" y="577306"/>
                  <a:pt x="793965" y="560536"/>
                </a:cubicBezTo>
                <a:cubicBezTo>
                  <a:pt x="793965" y="543767"/>
                  <a:pt x="807559" y="530173"/>
                  <a:pt x="824329" y="530173"/>
                </a:cubicBezTo>
                <a:close/>
                <a:moveTo>
                  <a:pt x="751774" y="530173"/>
                </a:moveTo>
                <a:cubicBezTo>
                  <a:pt x="768544" y="530173"/>
                  <a:pt x="782138" y="543767"/>
                  <a:pt x="782138" y="560536"/>
                </a:cubicBezTo>
                <a:cubicBezTo>
                  <a:pt x="782138" y="577306"/>
                  <a:pt x="768544" y="590900"/>
                  <a:pt x="751774" y="590900"/>
                </a:cubicBezTo>
                <a:cubicBezTo>
                  <a:pt x="735005" y="590900"/>
                  <a:pt x="721411" y="577306"/>
                  <a:pt x="721411" y="560536"/>
                </a:cubicBezTo>
                <a:cubicBezTo>
                  <a:pt x="721411" y="543767"/>
                  <a:pt x="735005" y="530173"/>
                  <a:pt x="751774" y="530173"/>
                </a:cubicBezTo>
                <a:close/>
                <a:moveTo>
                  <a:pt x="679220" y="530173"/>
                </a:moveTo>
                <a:cubicBezTo>
                  <a:pt x="695989" y="530173"/>
                  <a:pt x="709583" y="543767"/>
                  <a:pt x="709583" y="560536"/>
                </a:cubicBezTo>
                <a:cubicBezTo>
                  <a:pt x="709583" y="577306"/>
                  <a:pt x="695989" y="590900"/>
                  <a:pt x="679220" y="590900"/>
                </a:cubicBezTo>
                <a:cubicBezTo>
                  <a:pt x="662450" y="590900"/>
                  <a:pt x="648856" y="577306"/>
                  <a:pt x="648856" y="560536"/>
                </a:cubicBezTo>
                <a:cubicBezTo>
                  <a:pt x="648856" y="543767"/>
                  <a:pt x="662450" y="530173"/>
                  <a:pt x="679220" y="530173"/>
                </a:cubicBezTo>
                <a:close/>
                <a:moveTo>
                  <a:pt x="606665" y="530173"/>
                </a:moveTo>
                <a:cubicBezTo>
                  <a:pt x="623435" y="530173"/>
                  <a:pt x="637029" y="543767"/>
                  <a:pt x="637029" y="560536"/>
                </a:cubicBezTo>
                <a:cubicBezTo>
                  <a:pt x="637029" y="577306"/>
                  <a:pt x="623435" y="590900"/>
                  <a:pt x="606665" y="590900"/>
                </a:cubicBezTo>
                <a:cubicBezTo>
                  <a:pt x="589896" y="590900"/>
                  <a:pt x="576302" y="577306"/>
                  <a:pt x="576302" y="560536"/>
                </a:cubicBezTo>
                <a:cubicBezTo>
                  <a:pt x="576302" y="543767"/>
                  <a:pt x="589896" y="530173"/>
                  <a:pt x="606665" y="530173"/>
                </a:cubicBezTo>
                <a:close/>
                <a:moveTo>
                  <a:pt x="534111" y="530173"/>
                </a:moveTo>
                <a:cubicBezTo>
                  <a:pt x="550880" y="530173"/>
                  <a:pt x="564474" y="543767"/>
                  <a:pt x="564474" y="560536"/>
                </a:cubicBezTo>
                <a:cubicBezTo>
                  <a:pt x="564474" y="577306"/>
                  <a:pt x="550880" y="590900"/>
                  <a:pt x="534111" y="590900"/>
                </a:cubicBezTo>
                <a:cubicBezTo>
                  <a:pt x="517341" y="590900"/>
                  <a:pt x="503747" y="577306"/>
                  <a:pt x="503747" y="560536"/>
                </a:cubicBezTo>
                <a:cubicBezTo>
                  <a:pt x="503747" y="543767"/>
                  <a:pt x="517341" y="530173"/>
                  <a:pt x="534111" y="530173"/>
                </a:cubicBezTo>
                <a:close/>
                <a:moveTo>
                  <a:pt x="461556" y="530173"/>
                </a:moveTo>
                <a:cubicBezTo>
                  <a:pt x="478326" y="530173"/>
                  <a:pt x="491920" y="543767"/>
                  <a:pt x="491920" y="560536"/>
                </a:cubicBezTo>
                <a:cubicBezTo>
                  <a:pt x="491920" y="577306"/>
                  <a:pt x="478326" y="590900"/>
                  <a:pt x="461556" y="590900"/>
                </a:cubicBezTo>
                <a:cubicBezTo>
                  <a:pt x="444787" y="590900"/>
                  <a:pt x="431192" y="577306"/>
                  <a:pt x="431192" y="560536"/>
                </a:cubicBezTo>
                <a:cubicBezTo>
                  <a:pt x="431192" y="543767"/>
                  <a:pt x="444787" y="530173"/>
                  <a:pt x="461556" y="530173"/>
                </a:cubicBezTo>
                <a:close/>
                <a:moveTo>
                  <a:pt x="389002" y="530173"/>
                </a:moveTo>
                <a:cubicBezTo>
                  <a:pt x="405771" y="530173"/>
                  <a:pt x="419365" y="543767"/>
                  <a:pt x="419365" y="560536"/>
                </a:cubicBezTo>
                <a:cubicBezTo>
                  <a:pt x="419365" y="577306"/>
                  <a:pt x="405771" y="590900"/>
                  <a:pt x="389002" y="590900"/>
                </a:cubicBezTo>
                <a:cubicBezTo>
                  <a:pt x="372232" y="590900"/>
                  <a:pt x="358638" y="577306"/>
                  <a:pt x="358638" y="560536"/>
                </a:cubicBezTo>
                <a:cubicBezTo>
                  <a:pt x="358638" y="543767"/>
                  <a:pt x="372232" y="530173"/>
                  <a:pt x="389002" y="530173"/>
                </a:cubicBezTo>
                <a:close/>
                <a:moveTo>
                  <a:pt x="316447" y="530173"/>
                </a:moveTo>
                <a:cubicBezTo>
                  <a:pt x="333216" y="530173"/>
                  <a:pt x="346810" y="543767"/>
                  <a:pt x="346810" y="560536"/>
                </a:cubicBezTo>
                <a:cubicBezTo>
                  <a:pt x="346810" y="577306"/>
                  <a:pt x="333216" y="590900"/>
                  <a:pt x="316447" y="590900"/>
                </a:cubicBezTo>
                <a:cubicBezTo>
                  <a:pt x="299677" y="590900"/>
                  <a:pt x="286084" y="577306"/>
                  <a:pt x="286084" y="560536"/>
                </a:cubicBezTo>
                <a:cubicBezTo>
                  <a:pt x="286084" y="543767"/>
                  <a:pt x="299677" y="530173"/>
                  <a:pt x="316447" y="530173"/>
                </a:cubicBezTo>
                <a:close/>
                <a:moveTo>
                  <a:pt x="243892" y="530173"/>
                </a:moveTo>
                <a:cubicBezTo>
                  <a:pt x="260662" y="530173"/>
                  <a:pt x="274256" y="543767"/>
                  <a:pt x="274256" y="560536"/>
                </a:cubicBezTo>
                <a:cubicBezTo>
                  <a:pt x="274256" y="577306"/>
                  <a:pt x="260662" y="590900"/>
                  <a:pt x="243892" y="590900"/>
                </a:cubicBezTo>
                <a:cubicBezTo>
                  <a:pt x="227123" y="590900"/>
                  <a:pt x="213529" y="577306"/>
                  <a:pt x="213529" y="560536"/>
                </a:cubicBezTo>
                <a:cubicBezTo>
                  <a:pt x="213529" y="543767"/>
                  <a:pt x="227123" y="530173"/>
                  <a:pt x="243892" y="530173"/>
                </a:cubicBezTo>
                <a:close/>
                <a:moveTo>
                  <a:pt x="171339" y="530173"/>
                </a:moveTo>
                <a:cubicBezTo>
                  <a:pt x="188107" y="530173"/>
                  <a:pt x="201701" y="543767"/>
                  <a:pt x="201701" y="560536"/>
                </a:cubicBezTo>
                <a:cubicBezTo>
                  <a:pt x="201701" y="577306"/>
                  <a:pt x="188107" y="590900"/>
                  <a:pt x="171339" y="590900"/>
                </a:cubicBezTo>
                <a:cubicBezTo>
                  <a:pt x="154673" y="590900"/>
                  <a:pt x="141079" y="577306"/>
                  <a:pt x="141079" y="560536"/>
                </a:cubicBezTo>
                <a:cubicBezTo>
                  <a:pt x="141079" y="543767"/>
                  <a:pt x="154673" y="530173"/>
                  <a:pt x="171339" y="530173"/>
                </a:cubicBezTo>
                <a:close/>
                <a:moveTo>
                  <a:pt x="98904" y="530173"/>
                </a:moveTo>
                <a:cubicBezTo>
                  <a:pt x="115664" y="530173"/>
                  <a:pt x="129258" y="543767"/>
                  <a:pt x="129258" y="560536"/>
                </a:cubicBezTo>
                <a:cubicBezTo>
                  <a:pt x="129258" y="577306"/>
                  <a:pt x="115664" y="590900"/>
                  <a:pt x="98904" y="590900"/>
                </a:cubicBezTo>
                <a:cubicBezTo>
                  <a:pt x="82130" y="590900"/>
                  <a:pt x="68536" y="577306"/>
                  <a:pt x="68536" y="560536"/>
                </a:cubicBezTo>
                <a:cubicBezTo>
                  <a:pt x="68536" y="543767"/>
                  <a:pt x="82130" y="530173"/>
                  <a:pt x="98904" y="530173"/>
                </a:cubicBezTo>
                <a:close/>
                <a:moveTo>
                  <a:pt x="26349" y="530173"/>
                </a:moveTo>
                <a:cubicBezTo>
                  <a:pt x="43112" y="530173"/>
                  <a:pt x="56707" y="543767"/>
                  <a:pt x="56707" y="560536"/>
                </a:cubicBezTo>
                <a:cubicBezTo>
                  <a:pt x="56707" y="577306"/>
                  <a:pt x="43112" y="590900"/>
                  <a:pt x="26349" y="590900"/>
                </a:cubicBezTo>
                <a:cubicBezTo>
                  <a:pt x="17963" y="590900"/>
                  <a:pt x="10372" y="587502"/>
                  <a:pt x="4877" y="582007"/>
                </a:cubicBezTo>
                <a:lnTo>
                  <a:pt x="0" y="570232"/>
                </a:lnTo>
                <a:lnTo>
                  <a:pt x="0" y="550840"/>
                </a:lnTo>
                <a:lnTo>
                  <a:pt x="4877" y="539066"/>
                </a:lnTo>
                <a:cubicBezTo>
                  <a:pt x="10372" y="533572"/>
                  <a:pt x="17963" y="530173"/>
                  <a:pt x="26349" y="530173"/>
                </a:cubicBezTo>
                <a:close/>
                <a:moveTo>
                  <a:pt x="1673704" y="458486"/>
                </a:moveTo>
                <a:lnTo>
                  <a:pt x="1671744" y="497284"/>
                </a:lnTo>
                <a:lnTo>
                  <a:pt x="1664620" y="480084"/>
                </a:lnTo>
                <a:cubicBezTo>
                  <a:pt x="1664620" y="471700"/>
                  <a:pt x="1668019" y="464109"/>
                  <a:pt x="1673514" y="458614"/>
                </a:cubicBezTo>
                <a:close/>
                <a:moveTo>
                  <a:pt x="1622429" y="449721"/>
                </a:moveTo>
                <a:cubicBezTo>
                  <a:pt x="1639199" y="449721"/>
                  <a:pt x="1652792" y="463315"/>
                  <a:pt x="1652792" y="480084"/>
                </a:cubicBezTo>
                <a:cubicBezTo>
                  <a:pt x="1652792" y="496854"/>
                  <a:pt x="1639199" y="510448"/>
                  <a:pt x="1622429" y="510448"/>
                </a:cubicBezTo>
                <a:cubicBezTo>
                  <a:pt x="1605659" y="510448"/>
                  <a:pt x="1592066" y="496854"/>
                  <a:pt x="1592066" y="480084"/>
                </a:cubicBezTo>
                <a:cubicBezTo>
                  <a:pt x="1592066" y="463315"/>
                  <a:pt x="1605659" y="449721"/>
                  <a:pt x="1622429" y="449721"/>
                </a:cubicBezTo>
                <a:close/>
                <a:moveTo>
                  <a:pt x="1549874" y="449721"/>
                </a:moveTo>
                <a:cubicBezTo>
                  <a:pt x="1566644" y="449721"/>
                  <a:pt x="1580238" y="463315"/>
                  <a:pt x="1580238" y="480084"/>
                </a:cubicBezTo>
                <a:cubicBezTo>
                  <a:pt x="1580238" y="496854"/>
                  <a:pt x="1566644" y="510448"/>
                  <a:pt x="1549874" y="510448"/>
                </a:cubicBezTo>
                <a:cubicBezTo>
                  <a:pt x="1533105" y="510448"/>
                  <a:pt x="1519511" y="496854"/>
                  <a:pt x="1519511" y="480084"/>
                </a:cubicBezTo>
                <a:cubicBezTo>
                  <a:pt x="1519511" y="463315"/>
                  <a:pt x="1533105" y="449721"/>
                  <a:pt x="1549874" y="449721"/>
                </a:cubicBezTo>
                <a:close/>
                <a:moveTo>
                  <a:pt x="1477320" y="449721"/>
                </a:moveTo>
                <a:cubicBezTo>
                  <a:pt x="1494089" y="449721"/>
                  <a:pt x="1507683" y="463315"/>
                  <a:pt x="1507683" y="480084"/>
                </a:cubicBezTo>
                <a:cubicBezTo>
                  <a:pt x="1507683" y="496854"/>
                  <a:pt x="1494089" y="510448"/>
                  <a:pt x="1477320" y="510448"/>
                </a:cubicBezTo>
                <a:cubicBezTo>
                  <a:pt x="1460550" y="510448"/>
                  <a:pt x="1446956" y="496854"/>
                  <a:pt x="1446956" y="480084"/>
                </a:cubicBezTo>
                <a:cubicBezTo>
                  <a:pt x="1446956" y="463315"/>
                  <a:pt x="1460550" y="449721"/>
                  <a:pt x="1477320" y="449721"/>
                </a:cubicBezTo>
                <a:close/>
                <a:moveTo>
                  <a:pt x="1404765" y="449721"/>
                </a:moveTo>
                <a:cubicBezTo>
                  <a:pt x="1421535" y="449721"/>
                  <a:pt x="1435129" y="463315"/>
                  <a:pt x="1435129" y="480084"/>
                </a:cubicBezTo>
                <a:cubicBezTo>
                  <a:pt x="1435129" y="496854"/>
                  <a:pt x="1421535" y="510448"/>
                  <a:pt x="1404765" y="510448"/>
                </a:cubicBezTo>
                <a:cubicBezTo>
                  <a:pt x="1387996" y="510448"/>
                  <a:pt x="1374402" y="496854"/>
                  <a:pt x="1374402" y="480084"/>
                </a:cubicBezTo>
                <a:cubicBezTo>
                  <a:pt x="1374402" y="463315"/>
                  <a:pt x="1387996" y="449721"/>
                  <a:pt x="1404765" y="449721"/>
                </a:cubicBezTo>
                <a:close/>
                <a:moveTo>
                  <a:pt x="1332211" y="449721"/>
                </a:moveTo>
                <a:cubicBezTo>
                  <a:pt x="1348980" y="449721"/>
                  <a:pt x="1362574" y="463315"/>
                  <a:pt x="1362574" y="480084"/>
                </a:cubicBezTo>
                <a:cubicBezTo>
                  <a:pt x="1362574" y="496854"/>
                  <a:pt x="1348980" y="510448"/>
                  <a:pt x="1332211" y="510448"/>
                </a:cubicBezTo>
                <a:cubicBezTo>
                  <a:pt x="1315441" y="510448"/>
                  <a:pt x="1301847" y="496854"/>
                  <a:pt x="1301847" y="480084"/>
                </a:cubicBezTo>
                <a:cubicBezTo>
                  <a:pt x="1301847" y="463315"/>
                  <a:pt x="1315441" y="449721"/>
                  <a:pt x="1332211" y="449721"/>
                </a:cubicBezTo>
                <a:close/>
                <a:moveTo>
                  <a:pt x="1259656" y="449721"/>
                </a:moveTo>
                <a:cubicBezTo>
                  <a:pt x="1276426" y="449721"/>
                  <a:pt x="1290020" y="463315"/>
                  <a:pt x="1290020" y="480084"/>
                </a:cubicBezTo>
                <a:cubicBezTo>
                  <a:pt x="1290020" y="496854"/>
                  <a:pt x="1276426" y="510448"/>
                  <a:pt x="1259656" y="510448"/>
                </a:cubicBezTo>
                <a:cubicBezTo>
                  <a:pt x="1242887" y="510448"/>
                  <a:pt x="1229293" y="496854"/>
                  <a:pt x="1229293" y="480084"/>
                </a:cubicBezTo>
                <a:cubicBezTo>
                  <a:pt x="1229293" y="463315"/>
                  <a:pt x="1242887" y="449721"/>
                  <a:pt x="1259656" y="449721"/>
                </a:cubicBezTo>
                <a:close/>
                <a:moveTo>
                  <a:pt x="1187102" y="449721"/>
                </a:moveTo>
                <a:cubicBezTo>
                  <a:pt x="1203871" y="449721"/>
                  <a:pt x="1217465" y="463315"/>
                  <a:pt x="1217465" y="480084"/>
                </a:cubicBezTo>
                <a:cubicBezTo>
                  <a:pt x="1217465" y="496854"/>
                  <a:pt x="1203871" y="510448"/>
                  <a:pt x="1187102" y="510448"/>
                </a:cubicBezTo>
                <a:cubicBezTo>
                  <a:pt x="1170332" y="510448"/>
                  <a:pt x="1156738" y="496854"/>
                  <a:pt x="1156738" y="480084"/>
                </a:cubicBezTo>
                <a:cubicBezTo>
                  <a:pt x="1156738" y="463315"/>
                  <a:pt x="1170332" y="449721"/>
                  <a:pt x="1187102" y="449721"/>
                </a:cubicBezTo>
                <a:close/>
                <a:moveTo>
                  <a:pt x="1114547" y="449721"/>
                </a:moveTo>
                <a:cubicBezTo>
                  <a:pt x="1131317" y="449721"/>
                  <a:pt x="1144911" y="463315"/>
                  <a:pt x="1144911" y="480084"/>
                </a:cubicBezTo>
                <a:cubicBezTo>
                  <a:pt x="1144911" y="496854"/>
                  <a:pt x="1131317" y="510448"/>
                  <a:pt x="1114547" y="510448"/>
                </a:cubicBezTo>
                <a:cubicBezTo>
                  <a:pt x="1097778" y="510448"/>
                  <a:pt x="1084184" y="496854"/>
                  <a:pt x="1084184" y="480084"/>
                </a:cubicBezTo>
                <a:cubicBezTo>
                  <a:pt x="1084184" y="463315"/>
                  <a:pt x="1097778" y="449721"/>
                  <a:pt x="1114547" y="449721"/>
                </a:cubicBezTo>
                <a:close/>
                <a:moveTo>
                  <a:pt x="1041993" y="449721"/>
                </a:moveTo>
                <a:cubicBezTo>
                  <a:pt x="1058762" y="449721"/>
                  <a:pt x="1072356" y="463315"/>
                  <a:pt x="1072356" y="480084"/>
                </a:cubicBezTo>
                <a:cubicBezTo>
                  <a:pt x="1072356" y="496854"/>
                  <a:pt x="1058762" y="510448"/>
                  <a:pt x="1041993" y="510448"/>
                </a:cubicBezTo>
                <a:cubicBezTo>
                  <a:pt x="1025223" y="510448"/>
                  <a:pt x="1011629" y="496854"/>
                  <a:pt x="1011629" y="480084"/>
                </a:cubicBezTo>
                <a:cubicBezTo>
                  <a:pt x="1011629" y="463315"/>
                  <a:pt x="1025223" y="449721"/>
                  <a:pt x="1041993" y="449721"/>
                </a:cubicBezTo>
                <a:close/>
                <a:moveTo>
                  <a:pt x="969438" y="449721"/>
                </a:moveTo>
                <a:cubicBezTo>
                  <a:pt x="986208" y="449721"/>
                  <a:pt x="999801" y="463315"/>
                  <a:pt x="999801" y="480084"/>
                </a:cubicBezTo>
                <a:cubicBezTo>
                  <a:pt x="999801" y="496854"/>
                  <a:pt x="986208" y="510448"/>
                  <a:pt x="969438" y="510448"/>
                </a:cubicBezTo>
                <a:cubicBezTo>
                  <a:pt x="952669" y="510448"/>
                  <a:pt x="939075" y="496854"/>
                  <a:pt x="939075" y="480084"/>
                </a:cubicBezTo>
                <a:cubicBezTo>
                  <a:pt x="939075" y="463315"/>
                  <a:pt x="952669" y="449721"/>
                  <a:pt x="969438" y="449721"/>
                </a:cubicBezTo>
                <a:close/>
                <a:moveTo>
                  <a:pt x="896883" y="449721"/>
                </a:moveTo>
                <a:cubicBezTo>
                  <a:pt x="913653" y="449721"/>
                  <a:pt x="927247" y="463315"/>
                  <a:pt x="927247" y="480084"/>
                </a:cubicBezTo>
                <a:cubicBezTo>
                  <a:pt x="927247" y="496854"/>
                  <a:pt x="913653" y="510448"/>
                  <a:pt x="896883" y="510448"/>
                </a:cubicBezTo>
                <a:cubicBezTo>
                  <a:pt x="880114" y="510448"/>
                  <a:pt x="866520" y="496854"/>
                  <a:pt x="866520" y="480084"/>
                </a:cubicBezTo>
                <a:cubicBezTo>
                  <a:pt x="866520" y="463315"/>
                  <a:pt x="880114" y="449721"/>
                  <a:pt x="896883" y="449721"/>
                </a:cubicBezTo>
                <a:close/>
                <a:moveTo>
                  <a:pt x="824329" y="449721"/>
                </a:moveTo>
                <a:cubicBezTo>
                  <a:pt x="841098" y="449721"/>
                  <a:pt x="854692" y="463315"/>
                  <a:pt x="854692" y="480084"/>
                </a:cubicBezTo>
                <a:cubicBezTo>
                  <a:pt x="854692" y="496854"/>
                  <a:pt x="841098" y="510448"/>
                  <a:pt x="824329" y="510448"/>
                </a:cubicBezTo>
                <a:cubicBezTo>
                  <a:pt x="807559" y="510448"/>
                  <a:pt x="793965" y="496854"/>
                  <a:pt x="793965" y="480084"/>
                </a:cubicBezTo>
                <a:cubicBezTo>
                  <a:pt x="793965" y="463315"/>
                  <a:pt x="807559" y="449721"/>
                  <a:pt x="824329" y="449721"/>
                </a:cubicBezTo>
                <a:close/>
                <a:moveTo>
                  <a:pt x="751774" y="449721"/>
                </a:moveTo>
                <a:cubicBezTo>
                  <a:pt x="768544" y="449721"/>
                  <a:pt x="782138" y="463315"/>
                  <a:pt x="782138" y="480084"/>
                </a:cubicBezTo>
                <a:cubicBezTo>
                  <a:pt x="782138" y="496854"/>
                  <a:pt x="768544" y="510448"/>
                  <a:pt x="751774" y="510448"/>
                </a:cubicBezTo>
                <a:cubicBezTo>
                  <a:pt x="735005" y="510448"/>
                  <a:pt x="721411" y="496854"/>
                  <a:pt x="721411" y="480084"/>
                </a:cubicBezTo>
                <a:cubicBezTo>
                  <a:pt x="721411" y="463315"/>
                  <a:pt x="735005" y="449721"/>
                  <a:pt x="751774" y="449721"/>
                </a:cubicBezTo>
                <a:close/>
                <a:moveTo>
                  <a:pt x="679220" y="449721"/>
                </a:moveTo>
                <a:cubicBezTo>
                  <a:pt x="695989" y="449721"/>
                  <a:pt x="709583" y="463315"/>
                  <a:pt x="709583" y="480084"/>
                </a:cubicBezTo>
                <a:cubicBezTo>
                  <a:pt x="709583" y="496854"/>
                  <a:pt x="695989" y="510448"/>
                  <a:pt x="679220" y="510448"/>
                </a:cubicBezTo>
                <a:cubicBezTo>
                  <a:pt x="662450" y="510448"/>
                  <a:pt x="648856" y="496854"/>
                  <a:pt x="648856" y="480084"/>
                </a:cubicBezTo>
                <a:cubicBezTo>
                  <a:pt x="648856" y="463315"/>
                  <a:pt x="662450" y="449721"/>
                  <a:pt x="679220" y="449721"/>
                </a:cubicBezTo>
                <a:close/>
                <a:moveTo>
                  <a:pt x="606665" y="449721"/>
                </a:moveTo>
                <a:cubicBezTo>
                  <a:pt x="623435" y="449721"/>
                  <a:pt x="637029" y="463315"/>
                  <a:pt x="637029" y="480084"/>
                </a:cubicBezTo>
                <a:cubicBezTo>
                  <a:pt x="637029" y="496854"/>
                  <a:pt x="623435" y="510448"/>
                  <a:pt x="606665" y="510448"/>
                </a:cubicBezTo>
                <a:cubicBezTo>
                  <a:pt x="589896" y="510448"/>
                  <a:pt x="576302" y="496854"/>
                  <a:pt x="576302" y="480084"/>
                </a:cubicBezTo>
                <a:cubicBezTo>
                  <a:pt x="576302" y="463315"/>
                  <a:pt x="589896" y="449721"/>
                  <a:pt x="606665" y="449721"/>
                </a:cubicBezTo>
                <a:close/>
                <a:moveTo>
                  <a:pt x="534111" y="449721"/>
                </a:moveTo>
                <a:cubicBezTo>
                  <a:pt x="550880" y="449721"/>
                  <a:pt x="564474" y="463315"/>
                  <a:pt x="564474" y="480084"/>
                </a:cubicBezTo>
                <a:cubicBezTo>
                  <a:pt x="564474" y="496854"/>
                  <a:pt x="550880" y="510448"/>
                  <a:pt x="534111" y="510448"/>
                </a:cubicBezTo>
                <a:cubicBezTo>
                  <a:pt x="517341" y="510448"/>
                  <a:pt x="503747" y="496854"/>
                  <a:pt x="503747" y="480084"/>
                </a:cubicBezTo>
                <a:cubicBezTo>
                  <a:pt x="503747" y="463315"/>
                  <a:pt x="517341" y="449721"/>
                  <a:pt x="534111" y="449721"/>
                </a:cubicBezTo>
                <a:close/>
                <a:moveTo>
                  <a:pt x="461556" y="449721"/>
                </a:moveTo>
                <a:cubicBezTo>
                  <a:pt x="478326" y="449721"/>
                  <a:pt x="491920" y="463315"/>
                  <a:pt x="491920" y="480084"/>
                </a:cubicBezTo>
                <a:cubicBezTo>
                  <a:pt x="491920" y="496854"/>
                  <a:pt x="478326" y="510448"/>
                  <a:pt x="461556" y="510448"/>
                </a:cubicBezTo>
                <a:cubicBezTo>
                  <a:pt x="444787" y="510448"/>
                  <a:pt x="431192" y="496854"/>
                  <a:pt x="431192" y="480084"/>
                </a:cubicBezTo>
                <a:cubicBezTo>
                  <a:pt x="431192" y="463315"/>
                  <a:pt x="444787" y="449721"/>
                  <a:pt x="461556" y="449721"/>
                </a:cubicBezTo>
                <a:close/>
                <a:moveTo>
                  <a:pt x="389002" y="449721"/>
                </a:moveTo>
                <a:cubicBezTo>
                  <a:pt x="405771" y="449721"/>
                  <a:pt x="419365" y="463315"/>
                  <a:pt x="419365" y="480084"/>
                </a:cubicBezTo>
                <a:cubicBezTo>
                  <a:pt x="419365" y="496854"/>
                  <a:pt x="405771" y="510448"/>
                  <a:pt x="389002" y="510448"/>
                </a:cubicBezTo>
                <a:cubicBezTo>
                  <a:pt x="372232" y="510448"/>
                  <a:pt x="358638" y="496854"/>
                  <a:pt x="358638" y="480084"/>
                </a:cubicBezTo>
                <a:cubicBezTo>
                  <a:pt x="358638" y="463315"/>
                  <a:pt x="372232" y="449721"/>
                  <a:pt x="389002" y="449721"/>
                </a:cubicBezTo>
                <a:close/>
                <a:moveTo>
                  <a:pt x="316447" y="449721"/>
                </a:moveTo>
                <a:cubicBezTo>
                  <a:pt x="333216" y="449721"/>
                  <a:pt x="346810" y="463315"/>
                  <a:pt x="346810" y="480084"/>
                </a:cubicBezTo>
                <a:cubicBezTo>
                  <a:pt x="346810" y="496854"/>
                  <a:pt x="333216" y="510448"/>
                  <a:pt x="316447" y="510448"/>
                </a:cubicBezTo>
                <a:cubicBezTo>
                  <a:pt x="299677" y="510448"/>
                  <a:pt x="286084" y="496854"/>
                  <a:pt x="286084" y="480084"/>
                </a:cubicBezTo>
                <a:cubicBezTo>
                  <a:pt x="286084" y="463315"/>
                  <a:pt x="299677" y="449721"/>
                  <a:pt x="316447" y="449721"/>
                </a:cubicBezTo>
                <a:close/>
                <a:moveTo>
                  <a:pt x="243892" y="449721"/>
                </a:moveTo>
                <a:cubicBezTo>
                  <a:pt x="260662" y="449721"/>
                  <a:pt x="274256" y="463315"/>
                  <a:pt x="274256" y="480084"/>
                </a:cubicBezTo>
                <a:cubicBezTo>
                  <a:pt x="274256" y="496854"/>
                  <a:pt x="260662" y="510448"/>
                  <a:pt x="243892" y="510448"/>
                </a:cubicBezTo>
                <a:cubicBezTo>
                  <a:pt x="227123" y="510448"/>
                  <a:pt x="213529" y="496854"/>
                  <a:pt x="213529" y="480084"/>
                </a:cubicBezTo>
                <a:cubicBezTo>
                  <a:pt x="213529" y="463315"/>
                  <a:pt x="227123" y="449721"/>
                  <a:pt x="243892" y="449721"/>
                </a:cubicBezTo>
                <a:close/>
                <a:moveTo>
                  <a:pt x="171339" y="449721"/>
                </a:moveTo>
                <a:cubicBezTo>
                  <a:pt x="188107" y="449721"/>
                  <a:pt x="201701" y="463315"/>
                  <a:pt x="201701" y="480084"/>
                </a:cubicBezTo>
                <a:cubicBezTo>
                  <a:pt x="201701" y="496854"/>
                  <a:pt x="188107" y="510448"/>
                  <a:pt x="171339" y="510448"/>
                </a:cubicBezTo>
                <a:cubicBezTo>
                  <a:pt x="154679" y="510448"/>
                  <a:pt x="141085" y="496854"/>
                  <a:pt x="141085" y="480084"/>
                </a:cubicBezTo>
                <a:cubicBezTo>
                  <a:pt x="141085" y="463315"/>
                  <a:pt x="154679" y="449721"/>
                  <a:pt x="171339" y="449721"/>
                </a:cubicBezTo>
                <a:close/>
                <a:moveTo>
                  <a:pt x="98910" y="449721"/>
                </a:moveTo>
                <a:cubicBezTo>
                  <a:pt x="115670" y="449721"/>
                  <a:pt x="129264" y="463315"/>
                  <a:pt x="129264" y="480084"/>
                </a:cubicBezTo>
                <a:cubicBezTo>
                  <a:pt x="129264" y="496854"/>
                  <a:pt x="115670" y="510448"/>
                  <a:pt x="98910" y="510448"/>
                </a:cubicBezTo>
                <a:cubicBezTo>
                  <a:pt x="82136" y="510448"/>
                  <a:pt x="68542" y="496854"/>
                  <a:pt x="68542" y="480084"/>
                </a:cubicBezTo>
                <a:cubicBezTo>
                  <a:pt x="68542" y="463315"/>
                  <a:pt x="82136" y="449721"/>
                  <a:pt x="98910" y="449721"/>
                </a:cubicBezTo>
                <a:close/>
                <a:moveTo>
                  <a:pt x="26355" y="449721"/>
                </a:moveTo>
                <a:cubicBezTo>
                  <a:pt x="43118" y="449721"/>
                  <a:pt x="56713" y="463315"/>
                  <a:pt x="56713" y="480084"/>
                </a:cubicBezTo>
                <a:cubicBezTo>
                  <a:pt x="56713" y="496854"/>
                  <a:pt x="43118" y="510448"/>
                  <a:pt x="26355" y="510448"/>
                </a:cubicBezTo>
                <a:cubicBezTo>
                  <a:pt x="17970" y="510448"/>
                  <a:pt x="10379" y="507050"/>
                  <a:pt x="4884" y="501555"/>
                </a:cubicBezTo>
                <a:lnTo>
                  <a:pt x="0" y="489763"/>
                </a:lnTo>
                <a:lnTo>
                  <a:pt x="0" y="470405"/>
                </a:lnTo>
                <a:lnTo>
                  <a:pt x="4884" y="458614"/>
                </a:lnTo>
                <a:cubicBezTo>
                  <a:pt x="10379" y="453120"/>
                  <a:pt x="17970" y="449721"/>
                  <a:pt x="26355" y="449721"/>
                </a:cubicBezTo>
                <a:close/>
                <a:moveTo>
                  <a:pt x="1673066" y="379245"/>
                </a:moveTo>
                <a:lnTo>
                  <a:pt x="1675237" y="422266"/>
                </a:lnTo>
                <a:lnTo>
                  <a:pt x="1673514" y="421103"/>
                </a:lnTo>
                <a:cubicBezTo>
                  <a:pt x="1668019" y="415609"/>
                  <a:pt x="1664620" y="408017"/>
                  <a:pt x="1664620" y="399633"/>
                </a:cubicBezTo>
                <a:close/>
                <a:moveTo>
                  <a:pt x="1622429" y="369269"/>
                </a:moveTo>
                <a:cubicBezTo>
                  <a:pt x="1639199" y="369269"/>
                  <a:pt x="1652792" y="382864"/>
                  <a:pt x="1652792" y="399633"/>
                </a:cubicBezTo>
                <a:cubicBezTo>
                  <a:pt x="1652792" y="416402"/>
                  <a:pt x="1639199" y="429997"/>
                  <a:pt x="1622429" y="429997"/>
                </a:cubicBezTo>
                <a:cubicBezTo>
                  <a:pt x="1605659" y="429997"/>
                  <a:pt x="1592066" y="416402"/>
                  <a:pt x="1592066" y="399633"/>
                </a:cubicBezTo>
                <a:cubicBezTo>
                  <a:pt x="1592066" y="382864"/>
                  <a:pt x="1605659" y="369269"/>
                  <a:pt x="1622429" y="369269"/>
                </a:cubicBezTo>
                <a:close/>
                <a:moveTo>
                  <a:pt x="1549874" y="369269"/>
                </a:moveTo>
                <a:cubicBezTo>
                  <a:pt x="1566644" y="369269"/>
                  <a:pt x="1580238" y="382864"/>
                  <a:pt x="1580238" y="399633"/>
                </a:cubicBezTo>
                <a:cubicBezTo>
                  <a:pt x="1580238" y="416402"/>
                  <a:pt x="1566644" y="429997"/>
                  <a:pt x="1549874" y="429997"/>
                </a:cubicBezTo>
                <a:cubicBezTo>
                  <a:pt x="1533105" y="429997"/>
                  <a:pt x="1519511" y="416402"/>
                  <a:pt x="1519511" y="399633"/>
                </a:cubicBezTo>
                <a:cubicBezTo>
                  <a:pt x="1519511" y="382864"/>
                  <a:pt x="1533105" y="369269"/>
                  <a:pt x="1549874" y="369269"/>
                </a:cubicBezTo>
                <a:close/>
                <a:moveTo>
                  <a:pt x="1477320" y="369269"/>
                </a:moveTo>
                <a:cubicBezTo>
                  <a:pt x="1494089" y="369269"/>
                  <a:pt x="1507683" y="382864"/>
                  <a:pt x="1507683" y="399633"/>
                </a:cubicBezTo>
                <a:cubicBezTo>
                  <a:pt x="1507683" y="416402"/>
                  <a:pt x="1494089" y="429997"/>
                  <a:pt x="1477320" y="429997"/>
                </a:cubicBezTo>
                <a:cubicBezTo>
                  <a:pt x="1460550" y="429997"/>
                  <a:pt x="1446956" y="416402"/>
                  <a:pt x="1446956" y="399633"/>
                </a:cubicBezTo>
                <a:cubicBezTo>
                  <a:pt x="1446956" y="382864"/>
                  <a:pt x="1460550" y="369269"/>
                  <a:pt x="1477320" y="369269"/>
                </a:cubicBezTo>
                <a:close/>
                <a:moveTo>
                  <a:pt x="1404765" y="369269"/>
                </a:moveTo>
                <a:cubicBezTo>
                  <a:pt x="1421535" y="369269"/>
                  <a:pt x="1435129" y="382864"/>
                  <a:pt x="1435129" y="399633"/>
                </a:cubicBezTo>
                <a:cubicBezTo>
                  <a:pt x="1435129" y="416402"/>
                  <a:pt x="1421535" y="429997"/>
                  <a:pt x="1404765" y="429997"/>
                </a:cubicBezTo>
                <a:cubicBezTo>
                  <a:pt x="1387996" y="429997"/>
                  <a:pt x="1374402" y="416402"/>
                  <a:pt x="1374402" y="399633"/>
                </a:cubicBezTo>
                <a:cubicBezTo>
                  <a:pt x="1374402" y="382864"/>
                  <a:pt x="1387996" y="369269"/>
                  <a:pt x="1404765" y="369269"/>
                </a:cubicBezTo>
                <a:close/>
                <a:moveTo>
                  <a:pt x="1332211" y="369269"/>
                </a:moveTo>
                <a:cubicBezTo>
                  <a:pt x="1348980" y="369269"/>
                  <a:pt x="1362574" y="382864"/>
                  <a:pt x="1362574" y="399633"/>
                </a:cubicBezTo>
                <a:cubicBezTo>
                  <a:pt x="1362574" y="416402"/>
                  <a:pt x="1348980" y="429997"/>
                  <a:pt x="1332211" y="429997"/>
                </a:cubicBezTo>
                <a:cubicBezTo>
                  <a:pt x="1315441" y="429997"/>
                  <a:pt x="1301847" y="416402"/>
                  <a:pt x="1301847" y="399633"/>
                </a:cubicBezTo>
                <a:cubicBezTo>
                  <a:pt x="1301847" y="382864"/>
                  <a:pt x="1315441" y="369269"/>
                  <a:pt x="1332211" y="369269"/>
                </a:cubicBezTo>
                <a:close/>
                <a:moveTo>
                  <a:pt x="1259656" y="369269"/>
                </a:moveTo>
                <a:cubicBezTo>
                  <a:pt x="1276426" y="369269"/>
                  <a:pt x="1290020" y="382864"/>
                  <a:pt x="1290020" y="399633"/>
                </a:cubicBezTo>
                <a:cubicBezTo>
                  <a:pt x="1290020" y="416402"/>
                  <a:pt x="1276426" y="429997"/>
                  <a:pt x="1259656" y="429997"/>
                </a:cubicBezTo>
                <a:cubicBezTo>
                  <a:pt x="1242887" y="429997"/>
                  <a:pt x="1229293" y="416402"/>
                  <a:pt x="1229293" y="399633"/>
                </a:cubicBezTo>
                <a:cubicBezTo>
                  <a:pt x="1229293" y="382864"/>
                  <a:pt x="1242887" y="369269"/>
                  <a:pt x="1259656" y="369269"/>
                </a:cubicBezTo>
                <a:close/>
                <a:moveTo>
                  <a:pt x="1187102" y="369269"/>
                </a:moveTo>
                <a:cubicBezTo>
                  <a:pt x="1203871" y="369269"/>
                  <a:pt x="1217465" y="382864"/>
                  <a:pt x="1217465" y="399633"/>
                </a:cubicBezTo>
                <a:cubicBezTo>
                  <a:pt x="1217465" y="416402"/>
                  <a:pt x="1203871" y="429997"/>
                  <a:pt x="1187102" y="429997"/>
                </a:cubicBezTo>
                <a:cubicBezTo>
                  <a:pt x="1170332" y="429997"/>
                  <a:pt x="1156738" y="416402"/>
                  <a:pt x="1156738" y="399633"/>
                </a:cubicBezTo>
                <a:cubicBezTo>
                  <a:pt x="1156738" y="382864"/>
                  <a:pt x="1170332" y="369269"/>
                  <a:pt x="1187102" y="369269"/>
                </a:cubicBezTo>
                <a:close/>
                <a:moveTo>
                  <a:pt x="1114547" y="369269"/>
                </a:moveTo>
                <a:cubicBezTo>
                  <a:pt x="1131317" y="369269"/>
                  <a:pt x="1144911" y="382864"/>
                  <a:pt x="1144911" y="399633"/>
                </a:cubicBezTo>
                <a:cubicBezTo>
                  <a:pt x="1144911" y="416402"/>
                  <a:pt x="1131317" y="429997"/>
                  <a:pt x="1114547" y="429997"/>
                </a:cubicBezTo>
                <a:cubicBezTo>
                  <a:pt x="1097778" y="429997"/>
                  <a:pt x="1084184" y="416402"/>
                  <a:pt x="1084184" y="399633"/>
                </a:cubicBezTo>
                <a:cubicBezTo>
                  <a:pt x="1084184" y="382864"/>
                  <a:pt x="1097778" y="369269"/>
                  <a:pt x="1114547" y="369269"/>
                </a:cubicBezTo>
                <a:close/>
                <a:moveTo>
                  <a:pt x="1041993" y="369269"/>
                </a:moveTo>
                <a:cubicBezTo>
                  <a:pt x="1058762" y="369269"/>
                  <a:pt x="1072356" y="382864"/>
                  <a:pt x="1072356" y="399633"/>
                </a:cubicBezTo>
                <a:cubicBezTo>
                  <a:pt x="1072356" y="416402"/>
                  <a:pt x="1058762" y="429997"/>
                  <a:pt x="1041993" y="429997"/>
                </a:cubicBezTo>
                <a:cubicBezTo>
                  <a:pt x="1025223" y="429997"/>
                  <a:pt x="1011629" y="416402"/>
                  <a:pt x="1011629" y="399633"/>
                </a:cubicBezTo>
                <a:cubicBezTo>
                  <a:pt x="1011629" y="382864"/>
                  <a:pt x="1025223" y="369269"/>
                  <a:pt x="1041993" y="369269"/>
                </a:cubicBezTo>
                <a:close/>
                <a:moveTo>
                  <a:pt x="969438" y="369269"/>
                </a:moveTo>
                <a:cubicBezTo>
                  <a:pt x="986208" y="369269"/>
                  <a:pt x="999801" y="382864"/>
                  <a:pt x="999801" y="399633"/>
                </a:cubicBezTo>
                <a:cubicBezTo>
                  <a:pt x="999801" y="416402"/>
                  <a:pt x="986208" y="429997"/>
                  <a:pt x="969438" y="429997"/>
                </a:cubicBezTo>
                <a:cubicBezTo>
                  <a:pt x="952669" y="429997"/>
                  <a:pt x="939075" y="416402"/>
                  <a:pt x="939075" y="399633"/>
                </a:cubicBezTo>
                <a:cubicBezTo>
                  <a:pt x="939075" y="382864"/>
                  <a:pt x="952669" y="369269"/>
                  <a:pt x="969438" y="369269"/>
                </a:cubicBezTo>
                <a:close/>
                <a:moveTo>
                  <a:pt x="896883" y="369269"/>
                </a:moveTo>
                <a:cubicBezTo>
                  <a:pt x="913653" y="369269"/>
                  <a:pt x="927247" y="382864"/>
                  <a:pt x="927247" y="399633"/>
                </a:cubicBezTo>
                <a:cubicBezTo>
                  <a:pt x="927247" y="416402"/>
                  <a:pt x="913653" y="429997"/>
                  <a:pt x="896883" y="429997"/>
                </a:cubicBezTo>
                <a:cubicBezTo>
                  <a:pt x="880114" y="429997"/>
                  <a:pt x="866520" y="416402"/>
                  <a:pt x="866520" y="399633"/>
                </a:cubicBezTo>
                <a:cubicBezTo>
                  <a:pt x="866520" y="382864"/>
                  <a:pt x="880114" y="369269"/>
                  <a:pt x="896883" y="369269"/>
                </a:cubicBezTo>
                <a:close/>
                <a:moveTo>
                  <a:pt x="824329" y="369269"/>
                </a:moveTo>
                <a:cubicBezTo>
                  <a:pt x="841098" y="369269"/>
                  <a:pt x="854692" y="382864"/>
                  <a:pt x="854692" y="399633"/>
                </a:cubicBezTo>
                <a:cubicBezTo>
                  <a:pt x="854692" y="416402"/>
                  <a:pt x="841098" y="429997"/>
                  <a:pt x="824329" y="429997"/>
                </a:cubicBezTo>
                <a:cubicBezTo>
                  <a:pt x="807559" y="429997"/>
                  <a:pt x="793965" y="416402"/>
                  <a:pt x="793965" y="399633"/>
                </a:cubicBezTo>
                <a:cubicBezTo>
                  <a:pt x="793965" y="382864"/>
                  <a:pt x="807559" y="369269"/>
                  <a:pt x="824329" y="369269"/>
                </a:cubicBezTo>
                <a:close/>
                <a:moveTo>
                  <a:pt x="751774" y="369269"/>
                </a:moveTo>
                <a:cubicBezTo>
                  <a:pt x="768544" y="369269"/>
                  <a:pt x="782138" y="382864"/>
                  <a:pt x="782138" y="399633"/>
                </a:cubicBezTo>
                <a:cubicBezTo>
                  <a:pt x="782138" y="416402"/>
                  <a:pt x="768544" y="429997"/>
                  <a:pt x="751774" y="429997"/>
                </a:cubicBezTo>
                <a:cubicBezTo>
                  <a:pt x="735005" y="429997"/>
                  <a:pt x="721411" y="416402"/>
                  <a:pt x="721411" y="399633"/>
                </a:cubicBezTo>
                <a:cubicBezTo>
                  <a:pt x="721411" y="382864"/>
                  <a:pt x="735005" y="369269"/>
                  <a:pt x="751774" y="369269"/>
                </a:cubicBezTo>
                <a:close/>
                <a:moveTo>
                  <a:pt x="679220" y="369269"/>
                </a:moveTo>
                <a:cubicBezTo>
                  <a:pt x="695989" y="369269"/>
                  <a:pt x="709583" y="382864"/>
                  <a:pt x="709583" y="399633"/>
                </a:cubicBezTo>
                <a:cubicBezTo>
                  <a:pt x="709583" y="416402"/>
                  <a:pt x="695989" y="429997"/>
                  <a:pt x="679220" y="429997"/>
                </a:cubicBezTo>
                <a:cubicBezTo>
                  <a:pt x="662450" y="429997"/>
                  <a:pt x="648856" y="416402"/>
                  <a:pt x="648856" y="399633"/>
                </a:cubicBezTo>
                <a:cubicBezTo>
                  <a:pt x="648856" y="382864"/>
                  <a:pt x="662450" y="369269"/>
                  <a:pt x="679220" y="369269"/>
                </a:cubicBezTo>
                <a:close/>
                <a:moveTo>
                  <a:pt x="606665" y="369269"/>
                </a:moveTo>
                <a:cubicBezTo>
                  <a:pt x="623435" y="369269"/>
                  <a:pt x="637029" y="382864"/>
                  <a:pt x="637029" y="399633"/>
                </a:cubicBezTo>
                <a:cubicBezTo>
                  <a:pt x="637029" y="416402"/>
                  <a:pt x="623435" y="429997"/>
                  <a:pt x="606665" y="429997"/>
                </a:cubicBezTo>
                <a:cubicBezTo>
                  <a:pt x="589896" y="429997"/>
                  <a:pt x="576302" y="416402"/>
                  <a:pt x="576302" y="399633"/>
                </a:cubicBezTo>
                <a:cubicBezTo>
                  <a:pt x="576302" y="382864"/>
                  <a:pt x="589896" y="369269"/>
                  <a:pt x="606665" y="369269"/>
                </a:cubicBezTo>
                <a:close/>
                <a:moveTo>
                  <a:pt x="534111" y="369269"/>
                </a:moveTo>
                <a:cubicBezTo>
                  <a:pt x="550880" y="369269"/>
                  <a:pt x="564474" y="382864"/>
                  <a:pt x="564474" y="399633"/>
                </a:cubicBezTo>
                <a:cubicBezTo>
                  <a:pt x="564474" y="416402"/>
                  <a:pt x="550880" y="429997"/>
                  <a:pt x="534111" y="429997"/>
                </a:cubicBezTo>
                <a:cubicBezTo>
                  <a:pt x="517341" y="429997"/>
                  <a:pt x="503747" y="416402"/>
                  <a:pt x="503747" y="399633"/>
                </a:cubicBezTo>
                <a:cubicBezTo>
                  <a:pt x="503747" y="382864"/>
                  <a:pt x="517341" y="369269"/>
                  <a:pt x="534111" y="369269"/>
                </a:cubicBezTo>
                <a:close/>
                <a:moveTo>
                  <a:pt x="461556" y="369269"/>
                </a:moveTo>
                <a:cubicBezTo>
                  <a:pt x="478326" y="369269"/>
                  <a:pt x="491920" y="382864"/>
                  <a:pt x="491920" y="399633"/>
                </a:cubicBezTo>
                <a:cubicBezTo>
                  <a:pt x="491920" y="416402"/>
                  <a:pt x="478326" y="429997"/>
                  <a:pt x="461556" y="429997"/>
                </a:cubicBezTo>
                <a:cubicBezTo>
                  <a:pt x="444787" y="429997"/>
                  <a:pt x="431192" y="416402"/>
                  <a:pt x="431192" y="399633"/>
                </a:cubicBezTo>
                <a:cubicBezTo>
                  <a:pt x="431192" y="382864"/>
                  <a:pt x="444787" y="369269"/>
                  <a:pt x="461556" y="369269"/>
                </a:cubicBezTo>
                <a:close/>
                <a:moveTo>
                  <a:pt x="389002" y="369269"/>
                </a:moveTo>
                <a:cubicBezTo>
                  <a:pt x="405771" y="369269"/>
                  <a:pt x="419365" y="382864"/>
                  <a:pt x="419365" y="399633"/>
                </a:cubicBezTo>
                <a:cubicBezTo>
                  <a:pt x="419365" y="416402"/>
                  <a:pt x="405771" y="429997"/>
                  <a:pt x="389002" y="429997"/>
                </a:cubicBezTo>
                <a:cubicBezTo>
                  <a:pt x="372232" y="429997"/>
                  <a:pt x="358638" y="416402"/>
                  <a:pt x="358638" y="399633"/>
                </a:cubicBezTo>
                <a:cubicBezTo>
                  <a:pt x="358638" y="382864"/>
                  <a:pt x="372232" y="369269"/>
                  <a:pt x="389002" y="369269"/>
                </a:cubicBezTo>
                <a:close/>
                <a:moveTo>
                  <a:pt x="316447" y="369269"/>
                </a:moveTo>
                <a:cubicBezTo>
                  <a:pt x="333216" y="369269"/>
                  <a:pt x="346810" y="382864"/>
                  <a:pt x="346810" y="399633"/>
                </a:cubicBezTo>
                <a:cubicBezTo>
                  <a:pt x="346810" y="416402"/>
                  <a:pt x="333216" y="429997"/>
                  <a:pt x="316447" y="429997"/>
                </a:cubicBezTo>
                <a:cubicBezTo>
                  <a:pt x="299677" y="429997"/>
                  <a:pt x="286084" y="416402"/>
                  <a:pt x="286084" y="399633"/>
                </a:cubicBezTo>
                <a:cubicBezTo>
                  <a:pt x="286084" y="382864"/>
                  <a:pt x="299677" y="369269"/>
                  <a:pt x="316447" y="369269"/>
                </a:cubicBezTo>
                <a:close/>
                <a:moveTo>
                  <a:pt x="243892" y="369269"/>
                </a:moveTo>
                <a:cubicBezTo>
                  <a:pt x="260662" y="369269"/>
                  <a:pt x="274256" y="382864"/>
                  <a:pt x="274256" y="399633"/>
                </a:cubicBezTo>
                <a:cubicBezTo>
                  <a:pt x="274256" y="416402"/>
                  <a:pt x="260662" y="429997"/>
                  <a:pt x="243892" y="429997"/>
                </a:cubicBezTo>
                <a:cubicBezTo>
                  <a:pt x="227123" y="429997"/>
                  <a:pt x="213529" y="416402"/>
                  <a:pt x="213529" y="399633"/>
                </a:cubicBezTo>
                <a:cubicBezTo>
                  <a:pt x="213529" y="382864"/>
                  <a:pt x="227123" y="369269"/>
                  <a:pt x="243892" y="369269"/>
                </a:cubicBezTo>
                <a:close/>
                <a:moveTo>
                  <a:pt x="171339" y="369269"/>
                </a:moveTo>
                <a:cubicBezTo>
                  <a:pt x="188107" y="369269"/>
                  <a:pt x="201701" y="382864"/>
                  <a:pt x="201701" y="399633"/>
                </a:cubicBezTo>
                <a:cubicBezTo>
                  <a:pt x="201701" y="416402"/>
                  <a:pt x="188107" y="429997"/>
                  <a:pt x="171339" y="429997"/>
                </a:cubicBezTo>
                <a:cubicBezTo>
                  <a:pt x="154685" y="429997"/>
                  <a:pt x="141090" y="416402"/>
                  <a:pt x="141090" y="399633"/>
                </a:cubicBezTo>
                <a:cubicBezTo>
                  <a:pt x="141090" y="382864"/>
                  <a:pt x="154685" y="369269"/>
                  <a:pt x="171339" y="369269"/>
                </a:cubicBezTo>
                <a:close/>
                <a:moveTo>
                  <a:pt x="98917" y="369269"/>
                </a:moveTo>
                <a:cubicBezTo>
                  <a:pt x="115677" y="369269"/>
                  <a:pt x="129270" y="382864"/>
                  <a:pt x="129270" y="399633"/>
                </a:cubicBezTo>
                <a:cubicBezTo>
                  <a:pt x="129270" y="416402"/>
                  <a:pt x="115677" y="429997"/>
                  <a:pt x="98917" y="429997"/>
                </a:cubicBezTo>
                <a:cubicBezTo>
                  <a:pt x="82143" y="429997"/>
                  <a:pt x="68549" y="416402"/>
                  <a:pt x="68549" y="399633"/>
                </a:cubicBezTo>
                <a:cubicBezTo>
                  <a:pt x="68549" y="382864"/>
                  <a:pt x="82143" y="369269"/>
                  <a:pt x="98917" y="369269"/>
                </a:cubicBezTo>
                <a:close/>
                <a:moveTo>
                  <a:pt x="26362" y="369269"/>
                </a:moveTo>
                <a:cubicBezTo>
                  <a:pt x="43124" y="369269"/>
                  <a:pt x="56719" y="382864"/>
                  <a:pt x="56719" y="399633"/>
                </a:cubicBezTo>
                <a:cubicBezTo>
                  <a:pt x="56719" y="416402"/>
                  <a:pt x="43124" y="429997"/>
                  <a:pt x="26362" y="429997"/>
                </a:cubicBezTo>
                <a:cubicBezTo>
                  <a:pt x="17976" y="429997"/>
                  <a:pt x="10385" y="426598"/>
                  <a:pt x="4890" y="421103"/>
                </a:cubicBezTo>
                <a:lnTo>
                  <a:pt x="0" y="409299"/>
                </a:lnTo>
                <a:lnTo>
                  <a:pt x="0" y="389967"/>
                </a:lnTo>
                <a:lnTo>
                  <a:pt x="4890" y="378163"/>
                </a:lnTo>
                <a:cubicBezTo>
                  <a:pt x="10385" y="372668"/>
                  <a:pt x="17976" y="369269"/>
                  <a:pt x="26362" y="369269"/>
                </a:cubicBezTo>
                <a:close/>
                <a:moveTo>
                  <a:pt x="1669444" y="307535"/>
                </a:moveTo>
                <a:lnTo>
                  <a:pt x="1670784" y="334061"/>
                </a:lnTo>
                <a:lnTo>
                  <a:pt x="1664620" y="319181"/>
                </a:lnTo>
                <a:close/>
                <a:moveTo>
                  <a:pt x="1622429" y="288818"/>
                </a:moveTo>
                <a:cubicBezTo>
                  <a:pt x="1639199" y="288818"/>
                  <a:pt x="1652792" y="302412"/>
                  <a:pt x="1652792" y="319181"/>
                </a:cubicBezTo>
                <a:cubicBezTo>
                  <a:pt x="1652792" y="335950"/>
                  <a:pt x="1639199" y="349545"/>
                  <a:pt x="1622429" y="349545"/>
                </a:cubicBezTo>
                <a:cubicBezTo>
                  <a:pt x="1605659" y="349545"/>
                  <a:pt x="1592066" y="335950"/>
                  <a:pt x="1592066" y="319181"/>
                </a:cubicBezTo>
                <a:cubicBezTo>
                  <a:pt x="1592066" y="302412"/>
                  <a:pt x="1605659" y="288818"/>
                  <a:pt x="1622429" y="288818"/>
                </a:cubicBezTo>
                <a:close/>
                <a:moveTo>
                  <a:pt x="1549874" y="288818"/>
                </a:moveTo>
                <a:cubicBezTo>
                  <a:pt x="1566644" y="288818"/>
                  <a:pt x="1580238" y="302412"/>
                  <a:pt x="1580238" y="319181"/>
                </a:cubicBezTo>
                <a:cubicBezTo>
                  <a:pt x="1580238" y="335950"/>
                  <a:pt x="1566644" y="349545"/>
                  <a:pt x="1549874" y="349545"/>
                </a:cubicBezTo>
                <a:cubicBezTo>
                  <a:pt x="1533105" y="349545"/>
                  <a:pt x="1519511" y="335950"/>
                  <a:pt x="1519511" y="319181"/>
                </a:cubicBezTo>
                <a:cubicBezTo>
                  <a:pt x="1519511" y="302412"/>
                  <a:pt x="1533105" y="288818"/>
                  <a:pt x="1549874" y="288818"/>
                </a:cubicBezTo>
                <a:close/>
                <a:moveTo>
                  <a:pt x="1477320" y="288818"/>
                </a:moveTo>
                <a:cubicBezTo>
                  <a:pt x="1494089" y="288818"/>
                  <a:pt x="1507683" y="302412"/>
                  <a:pt x="1507683" y="319181"/>
                </a:cubicBezTo>
                <a:cubicBezTo>
                  <a:pt x="1507683" y="335950"/>
                  <a:pt x="1494089" y="349545"/>
                  <a:pt x="1477320" y="349545"/>
                </a:cubicBezTo>
                <a:cubicBezTo>
                  <a:pt x="1460550" y="349545"/>
                  <a:pt x="1446956" y="335950"/>
                  <a:pt x="1446956" y="319181"/>
                </a:cubicBezTo>
                <a:cubicBezTo>
                  <a:pt x="1446956" y="302412"/>
                  <a:pt x="1460550" y="288818"/>
                  <a:pt x="1477320" y="288818"/>
                </a:cubicBezTo>
                <a:close/>
                <a:moveTo>
                  <a:pt x="1404765" y="288818"/>
                </a:moveTo>
                <a:cubicBezTo>
                  <a:pt x="1421535" y="288818"/>
                  <a:pt x="1435129" y="302412"/>
                  <a:pt x="1435129" y="319181"/>
                </a:cubicBezTo>
                <a:cubicBezTo>
                  <a:pt x="1435129" y="335950"/>
                  <a:pt x="1421535" y="349545"/>
                  <a:pt x="1404765" y="349545"/>
                </a:cubicBezTo>
                <a:cubicBezTo>
                  <a:pt x="1387996" y="349545"/>
                  <a:pt x="1374402" y="335950"/>
                  <a:pt x="1374402" y="319181"/>
                </a:cubicBezTo>
                <a:cubicBezTo>
                  <a:pt x="1374402" y="302412"/>
                  <a:pt x="1387996" y="288818"/>
                  <a:pt x="1404765" y="288818"/>
                </a:cubicBezTo>
                <a:close/>
                <a:moveTo>
                  <a:pt x="1332211" y="288818"/>
                </a:moveTo>
                <a:cubicBezTo>
                  <a:pt x="1348980" y="288818"/>
                  <a:pt x="1362574" y="302412"/>
                  <a:pt x="1362574" y="319181"/>
                </a:cubicBezTo>
                <a:cubicBezTo>
                  <a:pt x="1362574" y="335950"/>
                  <a:pt x="1348980" y="349545"/>
                  <a:pt x="1332211" y="349545"/>
                </a:cubicBezTo>
                <a:cubicBezTo>
                  <a:pt x="1315441" y="349545"/>
                  <a:pt x="1301847" y="335950"/>
                  <a:pt x="1301847" y="319181"/>
                </a:cubicBezTo>
                <a:cubicBezTo>
                  <a:pt x="1301847" y="302412"/>
                  <a:pt x="1315441" y="288818"/>
                  <a:pt x="1332211" y="288818"/>
                </a:cubicBezTo>
                <a:close/>
                <a:moveTo>
                  <a:pt x="1259656" y="288818"/>
                </a:moveTo>
                <a:cubicBezTo>
                  <a:pt x="1276426" y="288818"/>
                  <a:pt x="1290020" y="302412"/>
                  <a:pt x="1290020" y="319181"/>
                </a:cubicBezTo>
                <a:cubicBezTo>
                  <a:pt x="1290020" y="335950"/>
                  <a:pt x="1276426" y="349545"/>
                  <a:pt x="1259656" y="349545"/>
                </a:cubicBezTo>
                <a:cubicBezTo>
                  <a:pt x="1242887" y="349545"/>
                  <a:pt x="1229293" y="335950"/>
                  <a:pt x="1229293" y="319181"/>
                </a:cubicBezTo>
                <a:cubicBezTo>
                  <a:pt x="1229293" y="302412"/>
                  <a:pt x="1242887" y="288818"/>
                  <a:pt x="1259656" y="288818"/>
                </a:cubicBezTo>
                <a:close/>
                <a:moveTo>
                  <a:pt x="1187102" y="288818"/>
                </a:moveTo>
                <a:cubicBezTo>
                  <a:pt x="1203871" y="288818"/>
                  <a:pt x="1217465" y="302412"/>
                  <a:pt x="1217465" y="319181"/>
                </a:cubicBezTo>
                <a:cubicBezTo>
                  <a:pt x="1217465" y="335950"/>
                  <a:pt x="1203871" y="349545"/>
                  <a:pt x="1187102" y="349545"/>
                </a:cubicBezTo>
                <a:cubicBezTo>
                  <a:pt x="1170332" y="349545"/>
                  <a:pt x="1156738" y="335950"/>
                  <a:pt x="1156738" y="319181"/>
                </a:cubicBezTo>
                <a:cubicBezTo>
                  <a:pt x="1156738" y="302412"/>
                  <a:pt x="1170332" y="288818"/>
                  <a:pt x="1187102" y="288818"/>
                </a:cubicBezTo>
                <a:close/>
                <a:moveTo>
                  <a:pt x="1114547" y="288818"/>
                </a:moveTo>
                <a:cubicBezTo>
                  <a:pt x="1131317" y="288818"/>
                  <a:pt x="1144911" y="302412"/>
                  <a:pt x="1144911" y="319181"/>
                </a:cubicBezTo>
                <a:cubicBezTo>
                  <a:pt x="1144911" y="335950"/>
                  <a:pt x="1131317" y="349545"/>
                  <a:pt x="1114547" y="349545"/>
                </a:cubicBezTo>
                <a:cubicBezTo>
                  <a:pt x="1097778" y="349545"/>
                  <a:pt x="1084184" y="335950"/>
                  <a:pt x="1084184" y="319181"/>
                </a:cubicBezTo>
                <a:cubicBezTo>
                  <a:pt x="1084184" y="302412"/>
                  <a:pt x="1097778" y="288818"/>
                  <a:pt x="1114547" y="288818"/>
                </a:cubicBezTo>
                <a:close/>
                <a:moveTo>
                  <a:pt x="1041993" y="288818"/>
                </a:moveTo>
                <a:cubicBezTo>
                  <a:pt x="1058762" y="288818"/>
                  <a:pt x="1072356" y="302412"/>
                  <a:pt x="1072356" y="319181"/>
                </a:cubicBezTo>
                <a:cubicBezTo>
                  <a:pt x="1072356" y="335950"/>
                  <a:pt x="1058762" y="349545"/>
                  <a:pt x="1041993" y="349545"/>
                </a:cubicBezTo>
                <a:cubicBezTo>
                  <a:pt x="1025223" y="349545"/>
                  <a:pt x="1011629" y="335950"/>
                  <a:pt x="1011629" y="319181"/>
                </a:cubicBezTo>
                <a:cubicBezTo>
                  <a:pt x="1011629" y="302412"/>
                  <a:pt x="1025223" y="288818"/>
                  <a:pt x="1041993" y="288818"/>
                </a:cubicBezTo>
                <a:close/>
                <a:moveTo>
                  <a:pt x="969438" y="288818"/>
                </a:moveTo>
                <a:cubicBezTo>
                  <a:pt x="986208" y="288818"/>
                  <a:pt x="999801" y="302412"/>
                  <a:pt x="999801" y="319181"/>
                </a:cubicBezTo>
                <a:cubicBezTo>
                  <a:pt x="999801" y="335950"/>
                  <a:pt x="986208" y="349545"/>
                  <a:pt x="969438" y="349545"/>
                </a:cubicBezTo>
                <a:cubicBezTo>
                  <a:pt x="952669" y="349545"/>
                  <a:pt x="939075" y="335950"/>
                  <a:pt x="939075" y="319181"/>
                </a:cubicBezTo>
                <a:cubicBezTo>
                  <a:pt x="939075" y="302412"/>
                  <a:pt x="952669" y="288818"/>
                  <a:pt x="969438" y="288818"/>
                </a:cubicBezTo>
                <a:close/>
                <a:moveTo>
                  <a:pt x="896883" y="288818"/>
                </a:moveTo>
                <a:cubicBezTo>
                  <a:pt x="913653" y="288818"/>
                  <a:pt x="927247" y="302412"/>
                  <a:pt x="927247" y="319181"/>
                </a:cubicBezTo>
                <a:cubicBezTo>
                  <a:pt x="927247" y="335950"/>
                  <a:pt x="913653" y="349545"/>
                  <a:pt x="896883" y="349545"/>
                </a:cubicBezTo>
                <a:cubicBezTo>
                  <a:pt x="880114" y="349545"/>
                  <a:pt x="866520" y="335950"/>
                  <a:pt x="866520" y="319181"/>
                </a:cubicBezTo>
                <a:cubicBezTo>
                  <a:pt x="866520" y="302412"/>
                  <a:pt x="880114" y="288818"/>
                  <a:pt x="896883" y="288818"/>
                </a:cubicBezTo>
                <a:close/>
                <a:moveTo>
                  <a:pt x="824329" y="288818"/>
                </a:moveTo>
                <a:cubicBezTo>
                  <a:pt x="841098" y="288818"/>
                  <a:pt x="854692" y="302412"/>
                  <a:pt x="854692" y="319181"/>
                </a:cubicBezTo>
                <a:cubicBezTo>
                  <a:pt x="854692" y="335950"/>
                  <a:pt x="841098" y="349545"/>
                  <a:pt x="824329" y="349545"/>
                </a:cubicBezTo>
                <a:cubicBezTo>
                  <a:pt x="807559" y="349545"/>
                  <a:pt x="793965" y="335950"/>
                  <a:pt x="793965" y="319181"/>
                </a:cubicBezTo>
                <a:cubicBezTo>
                  <a:pt x="793965" y="302412"/>
                  <a:pt x="807559" y="288818"/>
                  <a:pt x="824329" y="288818"/>
                </a:cubicBezTo>
                <a:close/>
                <a:moveTo>
                  <a:pt x="751774" y="288818"/>
                </a:moveTo>
                <a:cubicBezTo>
                  <a:pt x="768544" y="288818"/>
                  <a:pt x="782138" y="302412"/>
                  <a:pt x="782138" y="319181"/>
                </a:cubicBezTo>
                <a:cubicBezTo>
                  <a:pt x="782138" y="335950"/>
                  <a:pt x="768544" y="349545"/>
                  <a:pt x="751774" y="349545"/>
                </a:cubicBezTo>
                <a:cubicBezTo>
                  <a:pt x="735005" y="349545"/>
                  <a:pt x="721411" y="335950"/>
                  <a:pt x="721411" y="319181"/>
                </a:cubicBezTo>
                <a:cubicBezTo>
                  <a:pt x="721411" y="302412"/>
                  <a:pt x="735005" y="288818"/>
                  <a:pt x="751774" y="288818"/>
                </a:cubicBezTo>
                <a:close/>
                <a:moveTo>
                  <a:pt x="679220" y="288818"/>
                </a:moveTo>
                <a:cubicBezTo>
                  <a:pt x="695989" y="288818"/>
                  <a:pt x="709583" y="302412"/>
                  <a:pt x="709583" y="319181"/>
                </a:cubicBezTo>
                <a:cubicBezTo>
                  <a:pt x="709583" y="335950"/>
                  <a:pt x="695989" y="349545"/>
                  <a:pt x="679220" y="349545"/>
                </a:cubicBezTo>
                <a:cubicBezTo>
                  <a:pt x="662450" y="349545"/>
                  <a:pt x="648856" y="335950"/>
                  <a:pt x="648856" y="319181"/>
                </a:cubicBezTo>
                <a:cubicBezTo>
                  <a:pt x="648856" y="302412"/>
                  <a:pt x="662450" y="288818"/>
                  <a:pt x="679220" y="288818"/>
                </a:cubicBezTo>
                <a:close/>
                <a:moveTo>
                  <a:pt x="606665" y="288818"/>
                </a:moveTo>
                <a:cubicBezTo>
                  <a:pt x="623435" y="288818"/>
                  <a:pt x="637029" y="302412"/>
                  <a:pt x="637029" y="319181"/>
                </a:cubicBezTo>
                <a:cubicBezTo>
                  <a:pt x="637029" y="335950"/>
                  <a:pt x="623435" y="349545"/>
                  <a:pt x="606665" y="349545"/>
                </a:cubicBezTo>
                <a:cubicBezTo>
                  <a:pt x="589896" y="349545"/>
                  <a:pt x="576302" y="335950"/>
                  <a:pt x="576302" y="319181"/>
                </a:cubicBezTo>
                <a:cubicBezTo>
                  <a:pt x="576302" y="302412"/>
                  <a:pt x="589896" y="288818"/>
                  <a:pt x="606665" y="288818"/>
                </a:cubicBezTo>
                <a:close/>
                <a:moveTo>
                  <a:pt x="534111" y="288818"/>
                </a:moveTo>
                <a:cubicBezTo>
                  <a:pt x="550880" y="288818"/>
                  <a:pt x="564474" y="302412"/>
                  <a:pt x="564474" y="319181"/>
                </a:cubicBezTo>
                <a:cubicBezTo>
                  <a:pt x="564474" y="335950"/>
                  <a:pt x="550880" y="349545"/>
                  <a:pt x="534111" y="349545"/>
                </a:cubicBezTo>
                <a:cubicBezTo>
                  <a:pt x="517341" y="349545"/>
                  <a:pt x="503747" y="335950"/>
                  <a:pt x="503747" y="319181"/>
                </a:cubicBezTo>
                <a:cubicBezTo>
                  <a:pt x="503747" y="302412"/>
                  <a:pt x="517341" y="288818"/>
                  <a:pt x="534111" y="288818"/>
                </a:cubicBezTo>
                <a:close/>
                <a:moveTo>
                  <a:pt x="461556" y="288818"/>
                </a:moveTo>
                <a:cubicBezTo>
                  <a:pt x="478326" y="288818"/>
                  <a:pt x="491920" y="302412"/>
                  <a:pt x="491920" y="319181"/>
                </a:cubicBezTo>
                <a:cubicBezTo>
                  <a:pt x="491920" y="335950"/>
                  <a:pt x="478326" y="349545"/>
                  <a:pt x="461556" y="349545"/>
                </a:cubicBezTo>
                <a:cubicBezTo>
                  <a:pt x="444787" y="349545"/>
                  <a:pt x="431192" y="335950"/>
                  <a:pt x="431192" y="319181"/>
                </a:cubicBezTo>
                <a:cubicBezTo>
                  <a:pt x="431192" y="302412"/>
                  <a:pt x="444787" y="288818"/>
                  <a:pt x="461556" y="288818"/>
                </a:cubicBezTo>
                <a:close/>
                <a:moveTo>
                  <a:pt x="389002" y="288818"/>
                </a:moveTo>
                <a:cubicBezTo>
                  <a:pt x="405771" y="288818"/>
                  <a:pt x="419365" y="302412"/>
                  <a:pt x="419365" y="319181"/>
                </a:cubicBezTo>
                <a:cubicBezTo>
                  <a:pt x="419365" y="335950"/>
                  <a:pt x="405771" y="349545"/>
                  <a:pt x="389002" y="349545"/>
                </a:cubicBezTo>
                <a:cubicBezTo>
                  <a:pt x="372232" y="349545"/>
                  <a:pt x="358638" y="335950"/>
                  <a:pt x="358638" y="319181"/>
                </a:cubicBezTo>
                <a:cubicBezTo>
                  <a:pt x="358638" y="302412"/>
                  <a:pt x="372232" y="288818"/>
                  <a:pt x="389002" y="288818"/>
                </a:cubicBezTo>
                <a:close/>
                <a:moveTo>
                  <a:pt x="316447" y="288818"/>
                </a:moveTo>
                <a:cubicBezTo>
                  <a:pt x="333216" y="288818"/>
                  <a:pt x="346810" y="302412"/>
                  <a:pt x="346810" y="319181"/>
                </a:cubicBezTo>
                <a:cubicBezTo>
                  <a:pt x="346810" y="335950"/>
                  <a:pt x="333216" y="349545"/>
                  <a:pt x="316447" y="349545"/>
                </a:cubicBezTo>
                <a:cubicBezTo>
                  <a:pt x="299677" y="349545"/>
                  <a:pt x="286084" y="335950"/>
                  <a:pt x="286084" y="319181"/>
                </a:cubicBezTo>
                <a:cubicBezTo>
                  <a:pt x="286084" y="302412"/>
                  <a:pt x="299677" y="288818"/>
                  <a:pt x="316447" y="288818"/>
                </a:cubicBezTo>
                <a:close/>
                <a:moveTo>
                  <a:pt x="243892" y="288818"/>
                </a:moveTo>
                <a:cubicBezTo>
                  <a:pt x="260662" y="288818"/>
                  <a:pt x="274256" y="302412"/>
                  <a:pt x="274256" y="319181"/>
                </a:cubicBezTo>
                <a:cubicBezTo>
                  <a:pt x="274256" y="335950"/>
                  <a:pt x="260662" y="349545"/>
                  <a:pt x="243892" y="349545"/>
                </a:cubicBezTo>
                <a:cubicBezTo>
                  <a:pt x="227123" y="349545"/>
                  <a:pt x="213529" y="335950"/>
                  <a:pt x="213529" y="319181"/>
                </a:cubicBezTo>
                <a:cubicBezTo>
                  <a:pt x="213529" y="302412"/>
                  <a:pt x="227123" y="288818"/>
                  <a:pt x="243892" y="288818"/>
                </a:cubicBezTo>
                <a:close/>
                <a:moveTo>
                  <a:pt x="171339" y="288818"/>
                </a:moveTo>
                <a:cubicBezTo>
                  <a:pt x="188107" y="288818"/>
                  <a:pt x="201701" y="302412"/>
                  <a:pt x="201701" y="319181"/>
                </a:cubicBezTo>
                <a:cubicBezTo>
                  <a:pt x="201701" y="335950"/>
                  <a:pt x="188107" y="349545"/>
                  <a:pt x="171339" y="349545"/>
                </a:cubicBezTo>
                <a:cubicBezTo>
                  <a:pt x="154691" y="349545"/>
                  <a:pt x="141096" y="335950"/>
                  <a:pt x="141096" y="319181"/>
                </a:cubicBezTo>
                <a:cubicBezTo>
                  <a:pt x="141096" y="302412"/>
                  <a:pt x="154691" y="288818"/>
                  <a:pt x="171339" y="288818"/>
                </a:cubicBezTo>
                <a:close/>
                <a:moveTo>
                  <a:pt x="98923" y="288818"/>
                </a:moveTo>
                <a:cubicBezTo>
                  <a:pt x="115682" y="288818"/>
                  <a:pt x="129276" y="302412"/>
                  <a:pt x="129276" y="319181"/>
                </a:cubicBezTo>
                <a:cubicBezTo>
                  <a:pt x="129276" y="335950"/>
                  <a:pt x="115682" y="349545"/>
                  <a:pt x="98923" y="349545"/>
                </a:cubicBezTo>
                <a:cubicBezTo>
                  <a:pt x="82149" y="349545"/>
                  <a:pt x="68554" y="335950"/>
                  <a:pt x="68554" y="319181"/>
                </a:cubicBezTo>
                <a:cubicBezTo>
                  <a:pt x="68554" y="302412"/>
                  <a:pt x="82149" y="288818"/>
                  <a:pt x="98923" y="288818"/>
                </a:cubicBezTo>
                <a:close/>
                <a:moveTo>
                  <a:pt x="26368" y="288818"/>
                </a:moveTo>
                <a:cubicBezTo>
                  <a:pt x="43131" y="288818"/>
                  <a:pt x="56725" y="302412"/>
                  <a:pt x="56725" y="319181"/>
                </a:cubicBezTo>
                <a:cubicBezTo>
                  <a:pt x="56725" y="335950"/>
                  <a:pt x="43131" y="349545"/>
                  <a:pt x="26368" y="349545"/>
                </a:cubicBezTo>
                <a:cubicBezTo>
                  <a:pt x="17983" y="349545"/>
                  <a:pt x="10391" y="346146"/>
                  <a:pt x="4896" y="340651"/>
                </a:cubicBezTo>
                <a:lnTo>
                  <a:pt x="0" y="328831"/>
                </a:lnTo>
                <a:lnTo>
                  <a:pt x="0" y="309532"/>
                </a:lnTo>
                <a:lnTo>
                  <a:pt x="4896" y="297711"/>
                </a:lnTo>
                <a:cubicBezTo>
                  <a:pt x="10391" y="292217"/>
                  <a:pt x="17983" y="288818"/>
                  <a:pt x="26368" y="288818"/>
                </a:cubicBezTo>
                <a:close/>
                <a:moveTo>
                  <a:pt x="1622429" y="208366"/>
                </a:moveTo>
                <a:cubicBezTo>
                  <a:pt x="1639199" y="208366"/>
                  <a:pt x="1652792" y="221960"/>
                  <a:pt x="1652792" y="238729"/>
                </a:cubicBezTo>
                <a:cubicBezTo>
                  <a:pt x="1652792" y="255499"/>
                  <a:pt x="1639199" y="269093"/>
                  <a:pt x="1622429" y="269093"/>
                </a:cubicBezTo>
                <a:cubicBezTo>
                  <a:pt x="1605659" y="269093"/>
                  <a:pt x="1592066" y="255499"/>
                  <a:pt x="1592066" y="238729"/>
                </a:cubicBezTo>
                <a:cubicBezTo>
                  <a:pt x="1592066" y="221960"/>
                  <a:pt x="1605659" y="208366"/>
                  <a:pt x="1622429" y="208366"/>
                </a:cubicBezTo>
                <a:close/>
                <a:moveTo>
                  <a:pt x="1549874" y="208366"/>
                </a:moveTo>
                <a:cubicBezTo>
                  <a:pt x="1566644" y="208366"/>
                  <a:pt x="1580238" y="221960"/>
                  <a:pt x="1580238" y="238729"/>
                </a:cubicBezTo>
                <a:cubicBezTo>
                  <a:pt x="1580238" y="255499"/>
                  <a:pt x="1566644" y="269093"/>
                  <a:pt x="1549874" y="269093"/>
                </a:cubicBezTo>
                <a:cubicBezTo>
                  <a:pt x="1533105" y="269093"/>
                  <a:pt x="1519511" y="255499"/>
                  <a:pt x="1519511" y="238729"/>
                </a:cubicBezTo>
                <a:cubicBezTo>
                  <a:pt x="1519511" y="221960"/>
                  <a:pt x="1533105" y="208366"/>
                  <a:pt x="1549874" y="208366"/>
                </a:cubicBezTo>
                <a:close/>
                <a:moveTo>
                  <a:pt x="1477320" y="208366"/>
                </a:moveTo>
                <a:cubicBezTo>
                  <a:pt x="1494089" y="208366"/>
                  <a:pt x="1507683" y="221960"/>
                  <a:pt x="1507683" y="238729"/>
                </a:cubicBezTo>
                <a:cubicBezTo>
                  <a:pt x="1507683" y="255499"/>
                  <a:pt x="1494089" y="269093"/>
                  <a:pt x="1477320" y="269093"/>
                </a:cubicBezTo>
                <a:cubicBezTo>
                  <a:pt x="1460550" y="269093"/>
                  <a:pt x="1446956" y="255499"/>
                  <a:pt x="1446956" y="238729"/>
                </a:cubicBezTo>
                <a:cubicBezTo>
                  <a:pt x="1446956" y="221960"/>
                  <a:pt x="1460550" y="208366"/>
                  <a:pt x="1477320" y="208366"/>
                </a:cubicBezTo>
                <a:close/>
                <a:moveTo>
                  <a:pt x="1404765" y="208366"/>
                </a:moveTo>
                <a:cubicBezTo>
                  <a:pt x="1421535" y="208366"/>
                  <a:pt x="1435129" y="221960"/>
                  <a:pt x="1435129" y="238729"/>
                </a:cubicBezTo>
                <a:cubicBezTo>
                  <a:pt x="1435129" y="255499"/>
                  <a:pt x="1421535" y="269093"/>
                  <a:pt x="1404765" y="269093"/>
                </a:cubicBezTo>
                <a:cubicBezTo>
                  <a:pt x="1387996" y="269093"/>
                  <a:pt x="1374402" y="255499"/>
                  <a:pt x="1374402" y="238729"/>
                </a:cubicBezTo>
                <a:cubicBezTo>
                  <a:pt x="1374402" y="221960"/>
                  <a:pt x="1387996" y="208366"/>
                  <a:pt x="1404765" y="208366"/>
                </a:cubicBezTo>
                <a:close/>
                <a:moveTo>
                  <a:pt x="1332211" y="208366"/>
                </a:moveTo>
                <a:cubicBezTo>
                  <a:pt x="1348980" y="208366"/>
                  <a:pt x="1362574" y="221960"/>
                  <a:pt x="1362574" y="238729"/>
                </a:cubicBezTo>
                <a:cubicBezTo>
                  <a:pt x="1362574" y="255499"/>
                  <a:pt x="1348980" y="269093"/>
                  <a:pt x="1332211" y="269093"/>
                </a:cubicBezTo>
                <a:cubicBezTo>
                  <a:pt x="1315441" y="269093"/>
                  <a:pt x="1301847" y="255499"/>
                  <a:pt x="1301847" y="238729"/>
                </a:cubicBezTo>
                <a:cubicBezTo>
                  <a:pt x="1301847" y="221960"/>
                  <a:pt x="1315441" y="208366"/>
                  <a:pt x="1332211" y="208366"/>
                </a:cubicBezTo>
                <a:close/>
                <a:moveTo>
                  <a:pt x="1259656" y="208366"/>
                </a:moveTo>
                <a:cubicBezTo>
                  <a:pt x="1276426" y="208366"/>
                  <a:pt x="1290020" y="221960"/>
                  <a:pt x="1290020" y="238729"/>
                </a:cubicBezTo>
                <a:cubicBezTo>
                  <a:pt x="1290020" y="255499"/>
                  <a:pt x="1276426" y="269093"/>
                  <a:pt x="1259656" y="269093"/>
                </a:cubicBezTo>
                <a:cubicBezTo>
                  <a:pt x="1242887" y="269093"/>
                  <a:pt x="1229293" y="255499"/>
                  <a:pt x="1229293" y="238729"/>
                </a:cubicBezTo>
                <a:cubicBezTo>
                  <a:pt x="1229293" y="221960"/>
                  <a:pt x="1242887" y="208366"/>
                  <a:pt x="1259656" y="208366"/>
                </a:cubicBezTo>
                <a:close/>
                <a:moveTo>
                  <a:pt x="1187102" y="208366"/>
                </a:moveTo>
                <a:cubicBezTo>
                  <a:pt x="1203871" y="208366"/>
                  <a:pt x="1217465" y="221960"/>
                  <a:pt x="1217465" y="238729"/>
                </a:cubicBezTo>
                <a:cubicBezTo>
                  <a:pt x="1217465" y="255499"/>
                  <a:pt x="1203871" y="269093"/>
                  <a:pt x="1187102" y="269093"/>
                </a:cubicBezTo>
                <a:cubicBezTo>
                  <a:pt x="1170332" y="269093"/>
                  <a:pt x="1156738" y="255499"/>
                  <a:pt x="1156738" y="238729"/>
                </a:cubicBezTo>
                <a:cubicBezTo>
                  <a:pt x="1156738" y="221960"/>
                  <a:pt x="1170332" y="208366"/>
                  <a:pt x="1187102" y="208366"/>
                </a:cubicBezTo>
                <a:close/>
                <a:moveTo>
                  <a:pt x="1114547" y="208366"/>
                </a:moveTo>
                <a:cubicBezTo>
                  <a:pt x="1131317" y="208366"/>
                  <a:pt x="1144911" y="221960"/>
                  <a:pt x="1144911" y="238729"/>
                </a:cubicBezTo>
                <a:cubicBezTo>
                  <a:pt x="1144911" y="255499"/>
                  <a:pt x="1131317" y="269093"/>
                  <a:pt x="1114547" y="269093"/>
                </a:cubicBezTo>
                <a:cubicBezTo>
                  <a:pt x="1097778" y="269093"/>
                  <a:pt x="1084184" y="255499"/>
                  <a:pt x="1084184" y="238729"/>
                </a:cubicBezTo>
                <a:cubicBezTo>
                  <a:pt x="1084184" y="221960"/>
                  <a:pt x="1097778" y="208366"/>
                  <a:pt x="1114547" y="208366"/>
                </a:cubicBezTo>
                <a:close/>
                <a:moveTo>
                  <a:pt x="1041993" y="208366"/>
                </a:moveTo>
                <a:cubicBezTo>
                  <a:pt x="1058762" y="208366"/>
                  <a:pt x="1072356" y="221960"/>
                  <a:pt x="1072356" y="238729"/>
                </a:cubicBezTo>
                <a:cubicBezTo>
                  <a:pt x="1072356" y="255499"/>
                  <a:pt x="1058762" y="269093"/>
                  <a:pt x="1041993" y="269093"/>
                </a:cubicBezTo>
                <a:cubicBezTo>
                  <a:pt x="1025223" y="269093"/>
                  <a:pt x="1011629" y="255499"/>
                  <a:pt x="1011629" y="238729"/>
                </a:cubicBezTo>
                <a:cubicBezTo>
                  <a:pt x="1011629" y="221960"/>
                  <a:pt x="1025223" y="208366"/>
                  <a:pt x="1041993" y="208366"/>
                </a:cubicBezTo>
                <a:close/>
                <a:moveTo>
                  <a:pt x="969438" y="208366"/>
                </a:moveTo>
                <a:cubicBezTo>
                  <a:pt x="986208" y="208366"/>
                  <a:pt x="999801" y="221960"/>
                  <a:pt x="999801" y="238729"/>
                </a:cubicBezTo>
                <a:cubicBezTo>
                  <a:pt x="999801" y="255499"/>
                  <a:pt x="986208" y="269093"/>
                  <a:pt x="969438" y="269093"/>
                </a:cubicBezTo>
                <a:cubicBezTo>
                  <a:pt x="952669" y="269093"/>
                  <a:pt x="939075" y="255499"/>
                  <a:pt x="939075" y="238729"/>
                </a:cubicBezTo>
                <a:cubicBezTo>
                  <a:pt x="939075" y="221960"/>
                  <a:pt x="952669" y="208366"/>
                  <a:pt x="969438" y="208366"/>
                </a:cubicBezTo>
                <a:close/>
                <a:moveTo>
                  <a:pt x="896883" y="208366"/>
                </a:moveTo>
                <a:cubicBezTo>
                  <a:pt x="913653" y="208366"/>
                  <a:pt x="927247" y="221960"/>
                  <a:pt x="927247" y="238729"/>
                </a:cubicBezTo>
                <a:cubicBezTo>
                  <a:pt x="927247" y="255499"/>
                  <a:pt x="913653" y="269093"/>
                  <a:pt x="896883" y="269093"/>
                </a:cubicBezTo>
                <a:cubicBezTo>
                  <a:pt x="880114" y="269093"/>
                  <a:pt x="866520" y="255499"/>
                  <a:pt x="866520" y="238729"/>
                </a:cubicBezTo>
                <a:cubicBezTo>
                  <a:pt x="866520" y="221960"/>
                  <a:pt x="880114" y="208366"/>
                  <a:pt x="896883" y="208366"/>
                </a:cubicBezTo>
                <a:close/>
                <a:moveTo>
                  <a:pt x="824329" y="208366"/>
                </a:moveTo>
                <a:cubicBezTo>
                  <a:pt x="841098" y="208366"/>
                  <a:pt x="854692" y="221960"/>
                  <a:pt x="854692" y="238729"/>
                </a:cubicBezTo>
                <a:cubicBezTo>
                  <a:pt x="854692" y="255499"/>
                  <a:pt x="841098" y="269093"/>
                  <a:pt x="824329" y="269093"/>
                </a:cubicBezTo>
                <a:cubicBezTo>
                  <a:pt x="807559" y="269093"/>
                  <a:pt x="793965" y="255499"/>
                  <a:pt x="793965" y="238729"/>
                </a:cubicBezTo>
                <a:cubicBezTo>
                  <a:pt x="793965" y="221960"/>
                  <a:pt x="807559" y="208366"/>
                  <a:pt x="824329" y="208366"/>
                </a:cubicBezTo>
                <a:close/>
                <a:moveTo>
                  <a:pt x="751774" y="208366"/>
                </a:moveTo>
                <a:cubicBezTo>
                  <a:pt x="768544" y="208366"/>
                  <a:pt x="782138" y="221960"/>
                  <a:pt x="782138" y="238729"/>
                </a:cubicBezTo>
                <a:cubicBezTo>
                  <a:pt x="782138" y="255499"/>
                  <a:pt x="768544" y="269093"/>
                  <a:pt x="751774" y="269093"/>
                </a:cubicBezTo>
                <a:cubicBezTo>
                  <a:pt x="735005" y="269093"/>
                  <a:pt x="721411" y="255499"/>
                  <a:pt x="721411" y="238729"/>
                </a:cubicBezTo>
                <a:cubicBezTo>
                  <a:pt x="721411" y="221960"/>
                  <a:pt x="735005" y="208366"/>
                  <a:pt x="751774" y="208366"/>
                </a:cubicBezTo>
                <a:close/>
                <a:moveTo>
                  <a:pt x="679220" y="208366"/>
                </a:moveTo>
                <a:cubicBezTo>
                  <a:pt x="695989" y="208366"/>
                  <a:pt x="709583" y="221960"/>
                  <a:pt x="709583" y="238729"/>
                </a:cubicBezTo>
                <a:cubicBezTo>
                  <a:pt x="709583" y="255499"/>
                  <a:pt x="695989" y="269093"/>
                  <a:pt x="679220" y="269093"/>
                </a:cubicBezTo>
                <a:cubicBezTo>
                  <a:pt x="662450" y="269093"/>
                  <a:pt x="648856" y="255499"/>
                  <a:pt x="648856" y="238729"/>
                </a:cubicBezTo>
                <a:cubicBezTo>
                  <a:pt x="648856" y="221960"/>
                  <a:pt x="662450" y="208366"/>
                  <a:pt x="679220" y="208366"/>
                </a:cubicBezTo>
                <a:close/>
                <a:moveTo>
                  <a:pt x="606665" y="208366"/>
                </a:moveTo>
                <a:cubicBezTo>
                  <a:pt x="623435" y="208366"/>
                  <a:pt x="637029" y="221960"/>
                  <a:pt x="637029" y="238729"/>
                </a:cubicBezTo>
                <a:cubicBezTo>
                  <a:pt x="637029" y="255499"/>
                  <a:pt x="623435" y="269093"/>
                  <a:pt x="606665" y="269093"/>
                </a:cubicBezTo>
                <a:cubicBezTo>
                  <a:pt x="589896" y="269093"/>
                  <a:pt x="576302" y="255499"/>
                  <a:pt x="576302" y="238729"/>
                </a:cubicBezTo>
                <a:cubicBezTo>
                  <a:pt x="576302" y="221960"/>
                  <a:pt x="589896" y="208366"/>
                  <a:pt x="606665" y="208366"/>
                </a:cubicBezTo>
                <a:close/>
                <a:moveTo>
                  <a:pt x="534111" y="208366"/>
                </a:moveTo>
                <a:cubicBezTo>
                  <a:pt x="550880" y="208366"/>
                  <a:pt x="564474" y="221960"/>
                  <a:pt x="564474" y="238729"/>
                </a:cubicBezTo>
                <a:cubicBezTo>
                  <a:pt x="564474" y="255499"/>
                  <a:pt x="550880" y="269093"/>
                  <a:pt x="534111" y="269093"/>
                </a:cubicBezTo>
                <a:cubicBezTo>
                  <a:pt x="517341" y="269093"/>
                  <a:pt x="503747" y="255499"/>
                  <a:pt x="503747" y="238729"/>
                </a:cubicBezTo>
                <a:cubicBezTo>
                  <a:pt x="503747" y="221960"/>
                  <a:pt x="517341" y="208366"/>
                  <a:pt x="534111" y="208366"/>
                </a:cubicBezTo>
                <a:close/>
                <a:moveTo>
                  <a:pt x="461556" y="208366"/>
                </a:moveTo>
                <a:cubicBezTo>
                  <a:pt x="478326" y="208366"/>
                  <a:pt x="491920" y="221960"/>
                  <a:pt x="491920" y="238729"/>
                </a:cubicBezTo>
                <a:cubicBezTo>
                  <a:pt x="491920" y="255499"/>
                  <a:pt x="478326" y="269093"/>
                  <a:pt x="461556" y="269093"/>
                </a:cubicBezTo>
                <a:cubicBezTo>
                  <a:pt x="444787" y="269093"/>
                  <a:pt x="431192" y="255499"/>
                  <a:pt x="431192" y="238729"/>
                </a:cubicBezTo>
                <a:cubicBezTo>
                  <a:pt x="431192" y="221960"/>
                  <a:pt x="444787" y="208366"/>
                  <a:pt x="461556" y="208366"/>
                </a:cubicBezTo>
                <a:close/>
                <a:moveTo>
                  <a:pt x="389002" y="208366"/>
                </a:moveTo>
                <a:cubicBezTo>
                  <a:pt x="405771" y="208366"/>
                  <a:pt x="419365" y="221960"/>
                  <a:pt x="419365" y="238729"/>
                </a:cubicBezTo>
                <a:cubicBezTo>
                  <a:pt x="419365" y="255499"/>
                  <a:pt x="405771" y="269093"/>
                  <a:pt x="389002" y="269093"/>
                </a:cubicBezTo>
                <a:cubicBezTo>
                  <a:pt x="372232" y="269093"/>
                  <a:pt x="358638" y="255499"/>
                  <a:pt x="358638" y="238729"/>
                </a:cubicBezTo>
                <a:cubicBezTo>
                  <a:pt x="358638" y="221960"/>
                  <a:pt x="372232" y="208366"/>
                  <a:pt x="389002" y="208366"/>
                </a:cubicBezTo>
                <a:close/>
                <a:moveTo>
                  <a:pt x="316447" y="208366"/>
                </a:moveTo>
                <a:cubicBezTo>
                  <a:pt x="333216" y="208366"/>
                  <a:pt x="346810" y="221960"/>
                  <a:pt x="346810" y="238729"/>
                </a:cubicBezTo>
                <a:cubicBezTo>
                  <a:pt x="346810" y="255499"/>
                  <a:pt x="333216" y="269093"/>
                  <a:pt x="316447" y="269093"/>
                </a:cubicBezTo>
                <a:cubicBezTo>
                  <a:pt x="299677" y="269093"/>
                  <a:pt x="286084" y="255499"/>
                  <a:pt x="286084" y="238729"/>
                </a:cubicBezTo>
                <a:cubicBezTo>
                  <a:pt x="286084" y="221960"/>
                  <a:pt x="299677" y="208366"/>
                  <a:pt x="316447" y="208366"/>
                </a:cubicBezTo>
                <a:close/>
                <a:moveTo>
                  <a:pt x="243892" y="208366"/>
                </a:moveTo>
                <a:cubicBezTo>
                  <a:pt x="260662" y="208366"/>
                  <a:pt x="274256" y="221960"/>
                  <a:pt x="274256" y="238729"/>
                </a:cubicBezTo>
                <a:cubicBezTo>
                  <a:pt x="274256" y="255499"/>
                  <a:pt x="260662" y="269093"/>
                  <a:pt x="243892" y="269093"/>
                </a:cubicBezTo>
                <a:cubicBezTo>
                  <a:pt x="227123" y="269093"/>
                  <a:pt x="213529" y="255499"/>
                  <a:pt x="213529" y="238729"/>
                </a:cubicBezTo>
                <a:cubicBezTo>
                  <a:pt x="213529" y="221960"/>
                  <a:pt x="227123" y="208366"/>
                  <a:pt x="243892" y="208366"/>
                </a:cubicBezTo>
                <a:close/>
                <a:moveTo>
                  <a:pt x="171339" y="208366"/>
                </a:moveTo>
                <a:cubicBezTo>
                  <a:pt x="188107" y="208366"/>
                  <a:pt x="201701" y="221960"/>
                  <a:pt x="201701" y="238729"/>
                </a:cubicBezTo>
                <a:cubicBezTo>
                  <a:pt x="201701" y="255499"/>
                  <a:pt x="188107" y="269093"/>
                  <a:pt x="171339" y="269093"/>
                </a:cubicBezTo>
                <a:cubicBezTo>
                  <a:pt x="154697" y="269093"/>
                  <a:pt x="141102" y="255499"/>
                  <a:pt x="141102" y="238729"/>
                </a:cubicBezTo>
                <a:cubicBezTo>
                  <a:pt x="141102" y="221960"/>
                  <a:pt x="154697" y="208366"/>
                  <a:pt x="171339" y="208366"/>
                </a:cubicBezTo>
                <a:close/>
                <a:moveTo>
                  <a:pt x="98929" y="208366"/>
                </a:moveTo>
                <a:cubicBezTo>
                  <a:pt x="115688" y="208366"/>
                  <a:pt x="129282" y="221960"/>
                  <a:pt x="129282" y="238729"/>
                </a:cubicBezTo>
                <a:cubicBezTo>
                  <a:pt x="129282" y="255499"/>
                  <a:pt x="115688" y="269093"/>
                  <a:pt x="98929" y="269093"/>
                </a:cubicBezTo>
                <a:cubicBezTo>
                  <a:pt x="82155" y="269093"/>
                  <a:pt x="68561" y="255499"/>
                  <a:pt x="68561" y="238729"/>
                </a:cubicBezTo>
                <a:cubicBezTo>
                  <a:pt x="68561" y="221960"/>
                  <a:pt x="82155" y="208366"/>
                  <a:pt x="98929" y="208366"/>
                </a:cubicBezTo>
                <a:close/>
                <a:moveTo>
                  <a:pt x="26375" y="208366"/>
                </a:moveTo>
                <a:cubicBezTo>
                  <a:pt x="43137" y="208366"/>
                  <a:pt x="56732" y="221960"/>
                  <a:pt x="56732" y="238729"/>
                </a:cubicBezTo>
                <a:cubicBezTo>
                  <a:pt x="56732" y="255499"/>
                  <a:pt x="43137" y="269093"/>
                  <a:pt x="26375" y="269093"/>
                </a:cubicBezTo>
                <a:cubicBezTo>
                  <a:pt x="17989" y="269093"/>
                  <a:pt x="10398" y="265695"/>
                  <a:pt x="4903" y="260200"/>
                </a:cubicBezTo>
                <a:lnTo>
                  <a:pt x="0" y="248364"/>
                </a:lnTo>
                <a:lnTo>
                  <a:pt x="0" y="229094"/>
                </a:lnTo>
                <a:lnTo>
                  <a:pt x="4903" y="217259"/>
                </a:lnTo>
                <a:cubicBezTo>
                  <a:pt x="10398" y="211765"/>
                  <a:pt x="17989" y="208366"/>
                  <a:pt x="26375" y="208366"/>
                </a:cubicBezTo>
                <a:close/>
                <a:moveTo>
                  <a:pt x="1622429" y="127914"/>
                </a:moveTo>
                <a:cubicBezTo>
                  <a:pt x="1630814" y="127914"/>
                  <a:pt x="1638404" y="131313"/>
                  <a:pt x="1643899" y="136808"/>
                </a:cubicBezTo>
                <a:lnTo>
                  <a:pt x="1648931" y="148957"/>
                </a:lnTo>
                <a:lnTo>
                  <a:pt x="1651011" y="162579"/>
                </a:lnTo>
                <a:lnTo>
                  <a:pt x="1643899" y="179748"/>
                </a:lnTo>
                <a:cubicBezTo>
                  <a:pt x="1638404" y="185243"/>
                  <a:pt x="1630814" y="188641"/>
                  <a:pt x="1622429" y="188641"/>
                </a:cubicBezTo>
                <a:cubicBezTo>
                  <a:pt x="1605659" y="188641"/>
                  <a:pt x="1592066" y="175047"/>
                  <a:pt x="1592066" y="158278"/>
                </a:cubicBezTo>
                <a:cubicBezTo>
                  <a:pt x="1592066" y="141508"/>
                  <a:pt x="1605659" y="127914"/>
                  <a:pt x="1622429" y="127914"/>
                </a:cubicBezTo>
                <a:close/>
                <a:moveTo>
                  <a:pt x="1549874" y="127914"/>
                </a:moveTo>
                <a:cubicBezTo>
                  <a:pt x="1566644" y="127914"/>
                  <a:pt x="1580238" y="141508"/>
                  <a:pt x="1580238" y="158278"/>
                </a:cubicBezTo>
                <a:cubicBezTo>
                  <a:pt x="1580238" y="175047"/>
                  <a:pt x="1566644" y="188641"/>
                  <a:pt x="1549874" y="188641"/>
                </a:cubicBezTo>
                <a:cubicBezTo>
                  <a:pt x="1533105" y="188641"/>
                  <a:pt x="1519511" y="175047"/>
                  <a:pt x="1519511" y="158278"/>
                </a:cubicBezTo>
                <a:cubicBezTo>
                  <a:pt x="1519511" y="141508"/>
                  <a:pt x="1533105" y="127914"/>
                  <a:pt x="1549874" y="127914"/>
                </a:cubicBezTo>
                <a:close/>
                <a:moveTo>
                  <a:pt x="1477320" y="127914"/>
                </a:moveTo>
                <a:cubicBezTo>
                  <a:pt x="1494089" y="127914"/>
                  <a:pt x="1507683" y="141508"/>
                  <a:pt x="1507683" y="158278"/>
                </a:cubicBezTo>
                <a:cubicBezTo>
                  <a:pt x="1507683" y="175047"/>
                  <a:pt x="1494089" y="188641"/>
                  <a:pt x="1477320" y="188641"/>
                </a:cubicBezTo>
                <a:cubicBezTo>
                  <a:pt x="1460550" y="188641"/>
                  <a:pt x="1446956" y="175047"/>
                  <a:pt x="1446956" y="158278"/>
                </a:cubicBezTo>
                <a:cubicBezTo>
                  <a:pt x="1446956" y="141508"/>
                  <a:pt x="1460550" y="127914"/>
                  <a:pt x="1477320" y="127914"/>
                </a:cubicBezTo>
                <a:close/>
                <a:moveTo>
                  <a:pt x="1404765" y="127914"/>
                </a:moveTo>
                <a:cubicBezTo>
                  <a:pt x="1421535" y="127914"/>
                  <a:pt x="1435129" y="141508"/>
                  <a:pt x="1435129" y="158278"/>
                </a:cubicBezTo>
                <a:cubicBezTo>
                  <a:pt x="1435129" y="175047"/>
                  <a:pt x="1421535" y="188641"/>
                  <a:pt x="1404765" y="188641"/>
                </a:cubicBezTo>
                <a:cubicBezTo>
                  <a:pt x="1387996" y="188641"/>
                  <a:pt x="1374402" y="175047"/>
                  <a:pt x="1374402" y="158278"/>
                </a:cubicBezTo>
                <a:cubicBezTo>
                  <a:pt x="1374402" y="141508"/>
                  <a:pt x="1387996" y="127914"/>
                  <a:pt x="1404765" y="127914"/>
                </a:cubicBezTo>
                <a:close/>
                <a:moveTo>
                  <a:pt x="1332211" y="127914"/>
                </a:moveTo>
                <a:cubicBezTo>
                  <a:pt x="1348980" y="127914"/>
                  <a:pt x="1362574" y="141508"/>
                  <a:pt x="1362574" y="158278"/>
                </a:cubicBezTo>
                <a:cubicBezTo>
                  <a:pt x="1362574" y="175047"/>
                  <a:pt x="1348980" y="188641"/>
                  <a:pt x="1332211" y="188641"/>
                </a:cubicBezTo>
                <a:cubicBezTo>
                  <a:pt x="1315441" y="188641"/>
                  <a:pt x="1301847" y="175047"/>
                  <a:pt x="1301847" y="158278"/>
                </a:cubicBezTo>
                <a:cubicBezTo>
                  <a:pt x="1301847" y="141508"/>
                  <a:pt x="1315441" y="127914"/>
                  <a:pt x="1332211" y="127914"/>
                </a:cubicBezTo>
                <a:close/>
                <a:moveTo>
                  <a:pt x="1259656" y="127914"/>
                </a:moveTo>
                <a:cubicBezTo>
                  <a:pt x="1276426" y="127914"/>
                  <a:pt x="1290020" y="141508"/>
                  <a:pt x="1290020" y="158278"/>
                </a:cubicBezTo>
                <a:cubicBezTo>
                  <a:pt x="1290020" y="175047"/>
                  <a:pt x="1276426" y="188641"/>
                  <a:pt x="1259656" y="188641"/>
                </a:cubicBezTo>
                <a:cubicBezTo>
                  <a:pt x="1242887" y="188641"/>
                  <a:pt x="1229293" y="175047"/>
                  <a:pt x="1229293" y="158278"/>
                </a:cubicBezTo>
                <a:cubicBezTo>
                  <a:pt x="1229293" y="141508"/>
                  <a:pt x="1242887" y="127914"/>
                  <a:pt x="1259656" y="127914"/>
                </a:cubicBezTo>
                <a:close/>
                <a:moveTo>
                  <a:pt x="1187102" y="127914"/>
                </a:moveTo>
                <a:cubicBezTo>
                  <a:pt x="1203871" y="127914"/>
                  <a:pt x="1217465" y="141508"/>
                  <a:pt x="1217465" y="158278"/>
                </a:cubicBezTo>
                <a:cubicBezTo>
                  <a:pt x="1217465" y="175047"/>
                  <a:pt x="1203871" y="188641"/>
                  <a:pt x="1187102" y="188641"/>
                </a:cubicBezTo>
                <a:cubicBezTo>
                  <a:pt x="1170332" y="188641"/>
                  <a:pt x="1156738" y="175047"/>
                  <a:pt x="1156738" y="158278"/>
                </a:cubicBezTo>
                <a:cubicBezTo>
                  <a:pt x="1156738" y="141508"/>
                  <a:pt x="1170332" y="127914"/>
                  <a:pt x="1187102" y="127914"/>
                </a:cubicBezTo>
                <a:close/>
                <a:moveTo>
                  <a:pt x="1114547" y="127914"/>
                </a:moveTo>
                <a:cubicBezTo>
                  <a:pt x="1131317" y="127914"/>
                  <a:pt x="1144911" y="141508"/>
                  <a:pt x="1144911" y="158278"/>
                </a:cubicBezTo>
                <a:cubicBezTo>
                  <a:pt x="1144911" y="175047"/>
                  <a:pt x="1131317" y="188641"/>
                  <a:pt x="1114547" y="188641"/>
                </a:cubicBezTo>
                <a:cubicBezTo>
                  <a:pt x="1097778" y="188641"/>
                  <a:pt x="1084184" y="175047"/>
                  <a:pt x="1084184" y="158278"/>
                </a:cubicBezTo>
                <a:cubicBezTo>
                  <a:pt x="1084184" y="141508"/>
                  <a:pt x="1097778" y="127914"/>
                  <a:pt x="1114547" y="127914"/>
                </a:cubicBezTo>
                <a:close/>
                <a:moveTo>
                  <a:pt x="1041993" y="127914"/>
                </a:moveTo>
                <a:cubicBezTo>
                  <a:pt x="1058762" y="127914"/>
                  <a:pt x="1072356" y="141508"/>
                  <a:pt x="1072356" y="158278"/>
                </a:cubicBezTo>
                <a:cubicBezTo>
                  <a:pt x="1072356" y="175047"/>
                  <a:pt x="1058762" y="188641"/>
                  <a:pt x="1041993" y="188641"/>
                </a:cubicBezTo>
                <a:cubicBezTo>
                  <a:pt x="1025223" y="188641"/>
                  <a:pt x="1011629" y="175047"/>
                  <a:pt x="1011629" y="158278"/>
                </a:cubicBezTo>
                <a:cubicBezTo>
                  <a:pt x="1011629" y="141508"/>
                  <a:pt x="1025223" y="127914"/>
                  <a:pt x="1041993" y="127914"/>
                </a:cubicBezTo>
                <a:close/>
                <a:moveTo>
                  <a:pt x="969438" y="127914"/>
                </a:moveTo>
                <a:cubicBezTo>
                  <a:pt x="986208" y="127914"/>
                  <a:pt x="999801" y="141508"/>
                  <a:pt x="999801" y="158278"/>
                </a:cubicBezTo>
                <a:cubicBezTo>
                  <a:pt x="999801" y="175047"/>
                  <a:pt x="986208" y="188641"/>
                  <a:pt x="969438" y="188641"/>
                </a:cubicBezTo>
                <a:cubicBezTo>
                  <a:pt x="952669" y="188641"/>
                  <a:pt x="939075" y="175047"/>
                  <a:pt x="939075" y="158278"/>
                </a:cubicBezTo>
                <a:cubicBezTo>
                  <a:pt x="939075" y="141508"/>
                  <a:pt x="952669" y="127914"/>
                  <a:pt x="969438" y="127914"/>
                </a:cubicBezTo>
                <a:close/>
                <a:moveTo>
                  <a:pt x="896883" y="127914"/>
                </a:moveTo>
                <a:cubicBezTo>
                  <a:pt x="913653" y="127914"/>
                  <a:pt x="927247" y="141508"/>
                  <a:pt x="927247" y="158278"/>
                </a:cubicBezTo>
                <a:cubicBezTo>
                  <a:pt x="927247" y="175047"/>
                  <a:pt x="913653" y="188641"/>
                  <a:pt x="896883" y="188641"/>
                </a:cubicBezTo>
                <a:cubicBezTo>
                  <a:pt x="880114" y="188641"/>
                  <a:pt x="866520" y="175047"/>
                  <a:pt x="866520" y="158278"/>
                </a:cubicBezTo>
                <a:cubicBezTo>
                  <a:pt x="866520" y="141508"/>
                  <a:pt x="880114" y="127914"/>
                  <a:pt x="896883" y="127914"/>
                </a:cubicBezTo>
                <a:close/>
                <a:moveTo>
                  <a:pt x="824329" y="127914"/>
                </a:moveTo>
                <a:cubicBezTo>
                  <a:pt x="841098" y="127914"/>
                  <a:pt x="854692" y="141508"/>
                  <a:pt x="854692" y="158278"/>
                </a:cubicBezTo>
                <a:cubicBezTo>
                  <a:pt x="854692" y="175047"/>
                  <a:pt x="841098" y="188641"/>
                  <a:pt x="824329" y="188641"/>
                </a:cubicBezTo>
                <a:cubicBezTo>
                  <a:pt x="807559" y="188641"/>
                  <a:pt x="793965" y="175047"/>
                  <a:pt x="793965" y="158278"/>
                </a:cubicBezTo>
                <a:cubicBezTo>
                  <a:pt x="793965" y="141508"/>
                  <a:pt x="807559" y="127914"/>
                  <a:pt x="824329" y="127914"/>
                </a:cubicBezTo>
                <a:close/>
                <a:moveTo>
                  <a:pt x="751774" y="127914"/>
                </a:moveTo>
                <a:cubicBezTo>
                  <a:pt x="768544" y="127914"/>
                  <a:pt x="782138" y="141508"/>
                  <a:pt x="782138" y="158278"/>
                </a:cubicBezTo>
                <a:cubicBezTo>
                  <a:pt x="782138" y="175047"/>
                  <a:pt x="768544" y="188641"/>
                  <a:pt x="751774" y="188641"/>
                </a:cubicBezTo>
                <a:cubicBezTo>
                  <a:pt x="735005" y="188641"/>
                  <a:pt x="721411" y="175047"/>
                  <a:pt x="721411" y="158278"/>
                </a:cubicBezTo>
                <a:cubicBezTo>
                  <a:pt x="721411" y="141508"/>
                  <a:pt x="735005" y="127914"/>
                  <a:pt x="751774" y="127914"/>
                </a:cubicBezTo>
                <a:close/>
                <a:moveTo>
                  <a:pt x="679220" y="127914"/>
                </a:moveTo>
                <a:cubicBezTo>
                  <a:pt x="695989" y="127914"/>
                  <a:pt x="709583" y="141508"/>
                  <a:pt x="709583" y="158278"/>
                </a:cubicBezTo>
                <a:cubicBezTo>
                  <a:pt x="709583" y="175047"/>
                  <a:pt x="695989" y="188641"/>
                  <a:pt x="679220" y="188641"/>
                </a:cubicBezTo>
                <a:cubicBezTo>
                  <a:pt x="662450" y="188641"/>
                  <a:pt x="648856" y="175047"/>
                  <a:pt x="648856" y="158278"/>
                </a:cubicBezTo>
                <a:cubicBezTo>
                  <a:pt x="648856" y="141508"/>
                  <a:pt x="662450" y="127914"/>
                  <a:pt x="679220" y="127914"/>
                </a:cubicBezTo>
                <a:close/>
                <a:moveTo>
                  <a:pt x="606665" y="127914"/>
                </a:moveTo>
                <a:cubicBezTo>
                  <a:pt x="623435" y="127914"/>
                  <a:pt x="637029" y="141508"/>
                  <a:pt x="637029" y="158278"/>
                </a:cubicBezTo>
                <a:cubicBezTo>
                  <a:pt x="637029" y="175047"/>
                  <a:pt x="623435" y="188641"/>
                  <a:pt x="606665" y="188641"/>
                </a:cubicBezTo>
                <a:cubicBezTo>
                  <a:pt x="589896" y="188641"/>
                  <a:pt x="576302" y="175047"/>
                  <a:pt x="576302" y="158278"/>
                </a:cubicBezTo>
                <a:cubicBezTo>
                  <a:pt x="576302" y="141508"/>
                  <a:pt x="589896" y="127914"/>
                  <a:pt x="606665" y="127914"/>
                </a:cubicBezTo>
                <a:close/>
                <a:moveTo>
                  <a:pt x="534111" y="127914"/>
                </a:moveTo>
                <a:cubicBezTo>
                  <a:pt x="550880" y="127914"/>
                  <a:pt x="564474" y="141508"/>
                  <a:pt x="564474" y="158278"/>
                </a:cubicBezTo>
                <a:cubicBezTo>
                  <a:pt x="564474" y="175047"/>
                  <a:pt x="550880" y="188641"/>
                  <a:pt x="534111" y="188641"/>
                </a:cubicBezTo>
                <a:cubicBezTo>
                  <a:pt x="517341" y="188641"/>
                  <a:pt x="503747" y="175047"/>
                  <a:pt x="503747" y="158278"/>
                </a:cubicBezTo>
                <a:cubicBezTo>
                  <a:pt x="503747" y="141508"/>
                  <a:pt x="517341" y="127914"/>
                  <a:pt x="534111" y="127914"/>
                </a:cubicBezTo>
                <a:close/>
                <a:moveTo>
                  <a:pt x="461556" y="127914"/>
                </a:moveTo>
                <a:cubicBezTo>
                  <a:pt x="478326" y="127914"/>
                  <a:pt x="491920" y="141508"/>
                  <a:pt x="491920" y="158278"/>
                </a:cubicBezTo>
                <a:cubicBezTo>
                  <a:pt x="491920" y="175047"/>
                  <a:pt x="478326" y="188641"/>
                  <a:pt x="461556" y="188641"/>
                </a:cubicBezTo>
                <a:cubicBezTo>
                  <a:pt x="444787" y="188641"/>
                  <a:pt x="431192" y="175047"/>
                  <a:pt x="431192" y="158278"/>
                </a:cubicBezTo>
                <a:cubicBezTo>
                  <a:pt x="431192" y="141508"/>
                  <a:pt x="444787" y="127914"/>
                  <a:pt x="461556" y="127914"/>
                </a:cubicBezTo>
                <a:close/>
                <a:moveTo>
                  <a:pt x="389002" y="127914"/>
                </a:moveTo>
                <a:cubicBezTo>
                  <a:pt x="405771" y="127914"/>
                  <a:pt x="419365" y="141508"/>
                  <a:pt x="419365" y="158278"/>
                </a:cubicBezTo>
                <a:cubicBezTo>
                  <a:pt x="419365" y="175047"/>
                  <a:pt x="405771" y="188641"/>
                  <a:pt x="389002" y="188641"/>
                </a:cubicBezTo>
                <a:cubicBezTo>
                  <a:pt x="372232" y="188641"/>
                  <a:pt x="358638" y="175047"/>
                  <a:pt x="358638" y="158278"/>
                </a:cubicBezTo>
                <a:cubicBezTo>
                  <a:pt x="358638" y="141508"/>
                  <a:pt x="372232" y="127914"/>
                  <a:pt x="389002" y="127914"/>
                </a:cubicBezTo>
                <a:close/>
                <a:moveTo>
                  <a:pt x="316447" y="127914"/>
                </a:moveTo>
                <a:cubicBezTo>
                  <a:pt x="333216" y="127914"/>
                  <a:pt x="346810" y="141508"/>
                  <a:pt x="346810" y="158278"/>
                </a:cubicBezTo>
                <a:cubicBezTo>
                  <a:pt x="346810" y="175047"/>
                  <a:pt x="333216" y="188641"/>
                  <a:pt x="316447" y="188641"/>
                </a:cubicBezTo>
                <a:cubicBezTo>
                  <a:pt x="299677" y="188641"/>
                  <a:pt x="286084" y="175047"/>
                  <a:pt x="286084" y="158278"/>
                </a:cubicBezTo>
                <a:cubicBezTo>
                  <a:pt x="286084" y="141508"/>
                  <a:pt x="299677" y="127914"/>
                  <a:pt x="316447" y="127914"/>
                </a:cubicBezTo>
                <a:close/>
                <a:moveTo>
                  <a:pt x="243892" y="127914"/>
                </a:moveTo>
                <a:cubicBezTo>
                  <a:pt x="260662" y="127914"/>
                  <a:pt x="274256" y="141508"/>
                  <a:pt x="274256" y="158278"/>
                </a:cubicBezTo>
                <a:cubicBezTo>
                  <a:pt x="274256" y="175047"/>
                  <a:pt x="260662" y="188641"/>
                  <a:pt x="243892" y="188641"/>
                </a:cubicBezTo>
                <a:cubicBezTo>
                  <a:pt x="227123" y="188641"/>
                  <a:pt x="213529" y="175047"/>
                  <a:pt x="213529" y="158278"/>
                </a:cubicBezTo>
                <a:cubicBezTo>
                  <a:pt x="213529" y="141508"/>
                  <a:pt x="227123" y="127914"/>
                  <a:pt x="243892" y="127914"/>
                </a:cubicBezTo>
                <a:close/>
                <a:moveTo>
                  <a:pt x="171339" y="127914"/>
                </a:moveTo>
                <a:cubicBezTo>
                  <a:pt x="188107" y="127914"/>
                  <a:pt x="201701" y="141508"/>
                  <a:pt x="201701" y="158278"/>
                </a:cubicBezTo>
                <a:cubicBezTo>
                  <a:pt x="201701" y="175047"/>
                  <a:pt x="188107" y="188641"/>
                  <a:pt x="171339" y="188641"/>
                </a:cubicBezTo>
                <a:cubicBezTo>
                  <a:pt x="154702" y="188641"/>
                  <a:pt x="141108" y="175047"/>
                  <a:pt x="141108" y="158278"/>
                </a:cubicBezTo>
                <a:cubicBezTo>
                  <a:pt x="141108" y="141508"/>
                  <a:pt x="154702" y="127914"/>
                  <a:pt x="171339" y="127914"/>
                </a:cubicBezTo>
                <a:close/>
                <a:moveTo>
                  <a:pt x="98936" y="127914"/>
                </a:moveTo>
                <a:cubicBezTo>
                  <a:pt x="115695" y="127914"/>
                  <a:pt x="129288" y="141508"/>
                  <a:pt x="129288" y="158278"/>
                </a:cubicBezTo>
                <a:cubicBezTo>
                  <a:pt x="129288" y="175047"/>
                  <a:pt x="115695" y="188641"/>
                  <a:pt x="98936" y="188641"/>
                </a:cubicBezTo>
                <a:cubicBezTo>
                  <a:pt x="82162" y="188641"/>
                  <a:pt x="68567" y="175047"/>
                  <a:pt x="68567" y="158278"/>
                </a:cubicBezTo>
                <a:cubicBezTo>
                  <a:pt x="68567" y="141508"/>
                  <a:pt x="82162" y="127914"/>
                  <a:pt x="98936" y="127914"/>
                </a:cubicBezTo>
                <a:close/>
                <a:moveTo>
                  <a:pt x="26381" y="127914"/>
                </a:moveTo>
                <a:cubicBezTo>
                  <a:pt x="43143" y="127914"/>
                  <a:pt x="56738" y="141508"/>
                  <a:pt x="56738" y="158278"/>
                </a:cubicBezTo>
                <a:cubicBezTo>
                  <a:pt x="56738" y="175047"/>
                  <a:pt x="43143" y="188641"/>
                  <a:pt x="26381" y="188641"/>
                </a:cubicBezTo>
                <a:cubicBezTo>
                  <a:pt x="17995" y="188641"/>
                  <a:pt x="10404" y="185243"/>
                  <a:pt x="4909" y="179748"/>
                </a:cubicBezTo>
                <a:lnTo>
                  <a:pt x="0" y="167898"/>
                </a:lnTo>
                <a:lnTo>
                  <a:pt x="0" y="148658"/>
                </a:lnTo>
                <a:lnTo>
                  <a:pt x="4909" y="136807"/>
                </a:lnTo>
                <a:cubicBezTo>
                  <a:pt x="10404" y="131313"/>
                  <a:pt x="17995" y="127914"/>
                  <a:pt x="26381" y="127914"/>
                </a:cubicBezTo>
                <a:close/>
                <a:moveTo>
                  <a:pt x="1622429" y="47462"/>
                </a:moveTo>
                <a:lnTo>
                  <a:pt x="1625821" y="48147"/>
                </a:lnTo>
                <a:lnTo>
                  <a:pt x="1639701" y="102127"/>
                </a:lnTo>
                <a:lnTo>
                  <a:pt x="1634248" y="105804"/>
                </a:lnTo>
                <a:cubicBezTo>
                  <a:pt x="1630615" y="107340"/>
                  <a:pt x="1626621" y="108189"/>
                  <a:pt x="1622429" y="108189"/>
                </a:cubicBezTo>
                <a:cubicBezTo>
                  <a:pt x="1605659" y="108189"/>
                  <a:pt x="1592066" y="94595"/>
                  <a:pt x="1592066" y="77826"/>
                </a:cubicBezTo>
                <a:cubicBezTo>
                  <a:pt x="1592066" y="61056"/>
                  <a:pt x="1605659" y="47462"/>
                  <a:pt x="1622429" y="47462"/>
                </a:cubicBezTo>
                <a:close/>
                <a:moveTo>
                  <a:pt x="1549874" y="47462"/>
                </a:moveTo>
                <a:cubicBezTo>
                  <a:pt x="1566644" y="47462"/>
                  <a:pt x="1580238" y="61056"/>
                  <a:pt x="1580238" y="77826"/>
                </a:cubicBezTo>
                <a:cubicBezTo>
                  <a:pt x="1580238" y="94595"/>
                  <a:pt x="1566644" y="108189"/>
                  <a:pt x="1549874" y="108189"/>
                </a:cubicBezTo>
                <a:cubicBezTo>
                  <a:pt x="1533105" y="108189"/>
                  <a:pt x="1519511" y="94595"/>
                  <a:pt x="1519511" y="77826"/>
                </a:cubicBezTo>
                <a:cubicBezTo>
                  <a:pt x="1519511" y="61056"/>
                  <a:pt x="1533105" y="47462"/>
                  <a:pt x="1549874" y="47462"/>
                </a:cubicBezTo>
                <a:close/>
                <a:moveTo>
                  <a:pt x="1477320" y="47462"/>
                </a:moveTo>
                <a:cubicBezTo>
                  <a:pt x="1494089" y="47462"/>
                  <a:pt x="1507683" y="61056"/>
                  <a:pt x="1507683" y="77826"/>
                </a:cubicBezTo>
                <a:cubicBezTo>
                  <a:pt x="1507683" y="94595"/>
                  <a:pt x="1494089" y="108189"/>
                  <a:pt x="1477320" y="108189"/>
                </a:cubicBezTo>
                <a:cubicBezTo>
                  <a:pt x="1460550" y="108189"/>
                  <a:pt x="1446956" y="94595"/>
                  <a:pt x="1446956" y="77826"/>
                </a:cubicBezTo>
                <a:cubicBezTo>
                  <a:pt x="1446956" y="61056"/>
                  <a:pt x="1460550" y="47462"/>
                  <a:pt x="1477320" y="47462"/>
                </a:cubicBezTo>
                <a:close/>
                <a:moveTo>
                  <a:pt x="1404765" y="47462"/>
                </a:moveTo>
                <a:cubicBezTo>
                  <a:pt x="1421535" y="47462"/>
                  <a:pt x="1435129" y="61056"/>
                  <a:pt x="1435129" y="77826"/>
                </a:cubicBezTo>
                <a:cubicBezTo>
                  <a:pt x="1435129" y="94595"/>
                  <a:pt x="1421535" y="108189"/>
                  <a:pt x="1404765" y="108189"/>
                </a:cubicBezTo>
                <a:cubicBezTo>
                  <a:pt x="1387996" y="108189"/>
                  <a:pt x="1374402" y="94595"/>
                  <a:pt x="1374402" y="77826"/>
                </a:cubicBezTo>
                <a:cubicBezTo>
                  <a:pt x="1374402" y="61056"/>
                  <a:pt x="1387996" y="47462"/>
                  <a:pt x="1404765" y="47462"/>
                </a:cubicBezTo>
                <a:close/>
                <a:moveTo>
                  <a:pt x="1332211" y="47462"/>
                </a:moveTo>
                <a:cubicBezTo>
                  <a:pt x="1348980" y="47462"/>
                  <a:pt x="1362574" y="61056"/>
                  <a:pt x="1362574" y="77826"/>
                </a:cubicBezTo>
                <a:cubicBezTo>
                  <a:pt x="1362574" y="94595"/>
                  <a:pt x="1348980" y="108189"/>
                  <a:pt x="1332211" y="108189"/>
                </a:cubicBezTo>
                <a:cubicBezTo>
                  <a:pt x="1315441" y="108189"/>
                  <a:pt x="1301847" y="94595"/>
                  <a:pt x="1301847" y="77826"/>
                </a:cubicBezTo>
                <a:cubicBezTo>
                  <a:pt x="1301847" y="61056"/>
                  <a:pt x="1315441" y="47462"/>
                  <a:pt x="1332211" y="47462"/>
                </a:cubicBezTo>
                <a:close/>
                <a:moveTo>
                  <a:pt x="1259656" y="47462"/>
                </a:moveTo>
                <a:cubicBezTo>
                  <a:pt x="1276426" y="47462"/>
                  <a:pt x="1290020" y="61056"/>
                  <a:pt x="1290020" y="77826"/>
                </a:cubicBezTo>
                <a:cubicBezTo>
                  <a:pt x="1290020" y="94595"/>
                  <a:pt x="1276426" y="108189"/>
                  <a:pt x="1259656" y="108189"/>
                </a:cubicBezTo>
                <a:cubicBezTo>
                  <a:pt x="1242887" y="108189"/>
                  <a:pt x="1229293" y="94595"/>
                  <a:pt x="1229293" y="77826"/>
                </a:cubicBezTo>
                <a:cubicBezTo>
                  <a:pt x="1229293" y="61056"/>
                  <a:pt x="1242887" y="47462"/>
                  <a:pt x="1259656" y="47462"/>
                </a:cubicBezTo>
                <a:close/>
                <a:moveTo>
                  <a:pt x="1187102" y="47462"/>
                </a:moveTo>
                <a:cubicBezTo>
                  <a:pt x="1203871" y="47462"/>
                  <a:pt x="1217465" y="61056"/>
                  <a:pt x="1217465" y="77826"/>
                </a:cubicBezTo>
                <a:cubicBezTo>
                  <a:pt x="1217465" y="94595"/>
                  <a:pt x="1203871" y="108189"/>
                  <a:pt x="1187102" y="108189"/>
                </a:cubicBezTo>
                <a:cubicBezTo>
                  <a:pt x="1170332" y="108189"/>
                  <a:pt x="1156738" y="94595"/>
                  <a:pt x="1156738" y="77826"/>
                </a:cubicBezTo>
                <a:cubicBezTo>
                  <a:pt x="1156738" y="61056"/>
                  <a:pt x="1170332" y="47462"/>
                  <a:pt x="1187102" y="47462"/>
                </a:cubicBezTo>
                <a:close/>
                <a:moveTo>
                  <a:pt x="1114547" y="47462"/>
                </a:moveTo>
                <a:cubicBezTo>
                  <a:pt x="1131317" y="47462"/>
                  <a:pt x="1144911" y="61056"/>
                  <a:pt x="1144911" y="77826"/>
                </a:cubicBezTo>
                <a:cubicBezTo>
                  <a:pt x="1144911" y="94595"/>
                  <a:pt x="1131317" y="108189"/>
                  <a:pt x="1114547" y="108189"/>
                </a:cubicBezTo>
                <a:cubicBezTo>
                  <a:pt x="1097778" y="108189"/>
                  <a:pt x="1084184" y="94595"/>
                  <a:pt x="1084184" y="77826"/>
                </a:cubicBezTo>
                <a:cubicBezTo>
                  <a:pt x="1084184" y="61056"/>
                  <a:pt x="1097778" y="47462"/>
                  <a:pt x="1114547" y="47462"/>
                </a:cubicBezTo>
                <a:close/>
                <a:moveTo>
                  <a:pt x="1041993" y="47462"/>
                </a:moveTo>
                <a:cubicBezTo>
                  <a:pt x="1058762" y="47462"/>
                  <a:pt x="1072356" y="61056"/>
                  <a:pt x="1072356" y="77826"/>
                </a:cubicBezTo>
                <a:cubicBezTo>
                  <a:pt x="1072356" y="94595"/>
                  <a:pt x="1058762" y="108189"/>
                  <a:pt x="1041993" y="108189"/>
                </a:cubicBezTo>
                <a:cubicBezTo>
                  <a:pt x="1025223" y="108189"/>
                  <a:pt x="1011629" y="94595"/>
                  <a:pt x="1011629" y="77826"/>
                </a:cubicBezTo>
                <a:cubicBezTo>
                  <a:pt x="1011629" y="61056"/>
                  <a:pt x="1025223" y="47462"/>
                  <a:pt x="1041993" y="47462"/>
                </a:cubicBezTo>
                <a:close/>
                <a:moveTo>
                  <a:pt x="969438" y="47462"/>
                </a:moveTo>
                <a:cubicBezTo>
                  <a:pt x="986208" y="47462"/>
                  <a:pt x="999801" y="61056"/>
                  <a:pt x="999801" y="77826"/>
                </a:cubicBezTo>
                <a:cubicBezTo>
                  <a:pt x="999801" y="94595"/>
                  <a:pt x="986208" y="108189"/>
                  <a:pt x="969438" y="108189"/>
                </a:cubicBezTo>
                <a:cubicBezTo>
                  <a:pt x="952669" y="108189"/>
                  <a:pt x="939075" y="94595"/>
                  <a:pt x="939075" y="77826"/>
                </a:cubicBezTo>
                <a:cubicBezTo>
                  <a:pt x="939075" y="61056"/>
                  <a:pt x="952669" y="47462"/>
                  <a:pt x="969438" y="47462"/>
                </a:cubicBezTo>
                <a:close/>
                <a:moveTo>
                  <a:pt x="896883" y="47462"/>
                </a:moveTo>
                <a:cubicBezTo>
                  <a:pt x="913653" y="47462"/>
                  <a:pt x="927247" y="61056"/>
                  <a:pt x="927247" y="77826"/>
                </a:cubicBezTo>
                <a:cubicBezTo>
                  <a:pt x="927247" y="94595"/>
                  <a:pt x="913653" y="108189"/>
                  <a:pt x="896883" y="108189"/>
                </a:cubicBezTo>
                <a:cubicBezTo>
                  <a:pt x="880114" y="108189"/>
                  <a:pt x="866520" y="94595"/>
                  <a:pt x="866520" y="77826"/>
                </a:cubicBezTo>
                <a:cubicBezTo>
                  <a:pt x="866520" y="61056"/>
                  <a:pt x="880114" y="47462"/>
                  <a:pt x="896883" y="47462"/>
                </a:cubicBezTo>
                <a:close/>
                <a:moveTo>
                  <a:pt x="824329" y="47462"/>
                </a:moveTo>
                <a:cubicBezTo>
                  <a:pt x="841098" y="47462"/>
                  <a:pt x="854692" y="61056"/>
                  <a:pt x="854692" y="77826"/>
                </a:cubicBezTo>
                <a:cubicBezTo>
                  <a:pt x="854692" y="94595"/>
                  <a:pt x="841098" y="108189"/>
                  <a:pt x="824329" y="108189"/>
                </a:cubicBezTo>
                <a:cubicBezTo>
                  <a:pt x="807559" y="108189"/>
                  <a:pt x="793965" y="94595"/>
                  <a:pt x="793965" y="77826"/>
                </a:cubicBezTo>
                <a:cubicBezTo>
                  <a:pt x="793965" y="61056"/>
                  <a:pt x="807559" y="47462"/>
                  <a:pt x="824329" y="47462"/>
                </a:cubicBezTo>
                <a:close/>
                <a:moveTo>
                  <a:pt x="751774" y="47462"/>
                </a:moveTo>
                <a:cubicBezTo>
                  <a:pt x="768544" y="47462"/>
                  <a:pt x="782138" y="61056"/>
                  <a:pt x="782138" y="77826"/>
                </a:cubicBezTo>
                <a:cubicBezTo>
                  <a:pt x="782138" y="94595"/>
                  <a:pt x="768544" y="108189"/>
                  <a:pt x="751774" y="108189"/>
                </a:cubicBezTo>
                <a:cubicBezTo>
                  <a:pt x="735005" y="108189"/>
                  <a:pt x="721411" y="94595"/>
                  <a:pt x="721411" y="77826"/>
                </a:cubicBezTo>
                <a:cubicBezTo>
                  <a:pt x="721411" y="61056"/>
                  <a:pt x="735005" y="47462"/>
                  <a:pt x="751774" y="47462"/>
                </a:cubicBezTo>
                <a:close/>
                <a:moveTo>
                  <a:pt x="679220" y="47462"/>
                </a:moveTo>
                <a:cubicBezTo>
                  <a:pt x="695989" y="47462"/>
                  <a:pt x="709583" y="61056"/>
                  <a:pt x="709583" y="77826"/>
                </a:cubicBezTo>
                <a:cubicBezTo>
                  <a:pt x="709583" y="94595"/>
                  <a:pt x="695989" y="108189"/>
                  <a:pt x="679220" y="108189"/>
                </a:cubicBezTo>
                <a:cubicBezTo>
                  <a:pt x="662450" y="108189"/>
                  <a:pt x="648856" y="94595"/>
                  <a:pt x="648856" y="77826"/>
                </a:cubicBezTo>
                <a:cubicBezTo>
                  <a:pt x="648856" y="61056"/>
                  <a:pt x="662450" y="47462"/>
                  <a:pt x="679220" y="47462"/>
                </a:cubicBezTo>
                <a:close/>
                <a:moveTo>
                  <a:pt x="606665" y="47462"/>
                </a:moveTo>
                <a:cubicBezTo>
                  <a:pt x="623435" y="47462"/>
                  <a:pt x="637029" y="61056"/>
                  <a:pt x="637029" y="77826"/>
                </a:cubicBezTo>
                <a:cubicBezTo>
                  <a:pt x="637029" y="94595"/>
                  <a:pt x="623435" y="108189"/>
                  <a:pt x="606665" y="108189"/>
                </a:cubicBezTo>
                <a:cubicBezTo>
                  <a:pt x="589896" y="108189"/>
                  <a:pt x="576302" y="94595"/>
                  <a:pt x="576302" y="77826"/>
                </a:cubicBezTo>
                <a:cubicBezTo>
                  <a:pt x="576302" y="61056"/>
                  <a:pt x="589896" y="47462"/>
                  <a:pt x="606665" y="47462"/>
                </a:cubicBezTo>
                <a:close/>
                <a:moveTo>
                  <a:pt x="534111" y="47462"/>
                </a:moveTo>
                <a:cubicBezTo>
                  <a:pt x="550880" y="47462"/>
                  <a:pt x="564474" y="61056"/>
                  <a:pt x="564474" y="77826"/>
                </a:cubicBezTo>
                <a:cubicBezTo>
                  <a:pt x="564474" y="94595"/>
                  <a:pt x="550880" y="108189"/>
                  <a:pt x="534111" y="108189"/>
                </a:cubicBezTo>
                <a:cubicBezTo>
                  <a:pt x="517341" y="108189"/>
                  <a:pt x="503747" y="94595"/>
                  <a:pt x="503747" y="77826"/>
                </a:cubicBezTo>
                <a:cubicBezTo>
                  <a:pt x="503747" y="61056"/>
                  <a:pt x="517341" y="47462"/>
                  <a:pt x="534111" y="47462"/>
                </a:cubicBezTo>
                <a:close/>
                <a:moveTo>
                  <a:pt x="461556" y="47462"/>
                </a:moveTo>
                <a:cubicBezTo>
                  <a:pt x="478326" y="47462"/>
                  <a:pt x="491920" y="61056"/>
                  <a:pt x="491920" y="77826"/>
                </a:cubicBezTo>
                <a:cubicBezTo>
                  <a:pt x="491920" y="94595"/>
                  <a:pt x="478326" y="108189"/>
                  <a:pt x="461556" y="108189"/>
                </a:cubicBezTo>
                <a:cubicBezTo>
                  <a:pt x="444787" y="108189"/>
                  <a:pt x="431192" y="94595"/>
                  <a:pt x="431192" y="77826"/>
                </a:cubicBezTo>
                <a:cubicBezTo>
                  <a:pt x="431192" y="61056"/>
                  <a:pt x="444787" y="47462"/>
                  <a:pt x="461556" y="47462"/>
                </a:cubicBezTo>
                <a:close/>
                <a:moveTo>
                  <a:pt x="389002" y="47462"/>
                </a:moveTo>
                <a:cubicBezTo>
                  <a:pt x="405771" y="47462"/>
                  <a:pt x="419365" y="61056"/>
                  <a:pt x="419365" y="77826"/>
                </a:cubicBezTo>
                <a:cubicBezTo>
                  <a:pt x="419365" y="94595"/>
                  <a:pt x="405771" y="108189"/>
                  <a:pt x="389002" y="108189"/>
                </a:cubicBezTo>
                <a:cubicBezTo>
                  <a:pt x="372232" y="108189"/>
                  <a:pt x="358638" y="94595"/>
                  <a:pt x="358638" y="77826"/>
                </a:cubicBezTo>
                <a:cubicBezTo>
                  <a:pt x="358638" y="61056"/>
                  <a:pt x="372232" y="47462"/>
                  <a:pt x="389002" y="47462"/>
                </a:cubicBezTo>
                <a:close/>
                <a:moveTo>
                  <a:pt x="316447" y="47462"/>
                </a:moveTo>
                <a:cubicBezTo>
                  <a:pt x="333216" y="47462"/>
                  <a:pt x="346810" y="61056"/>
                  <a:pt x="346810" y="77826"/>
                </a:cubicBezTo>
                <a:cubicBezTo>
                  <a:pt x="346810" y="94595"/>
                  <a:pt x="333216" y="108189"/>
                  <a:pt x="316447" y="108189"/>
                </a:cubicBezTo>
                <a:cubicBezTo>
                  <a:pt x="299677" y="108189"/>
                  <a:pt x="286084" y="94595"/>
                  <a:pt x="286084" y="77826"/>
                </a:cubicBezTo>
                <a:cubicBezTo>
                  <a:pt x="286084" y="61056"/>
                  <a:pt x="299677" y="47462"/>
                  <a:pt x="316447" y="47462"/>
                </a:cubicBezTo>
                <a:close/>
                <a:moveTo>
                  <a:pt x="243892" y="47462"/>
                </a:moveTo>
                <a:cubicBezTo>
                  <a:pt x="260662" y="47462"/>
                  <a:pt x="274256" y="61056"/>
                  <a:pt x="274256" y="77826"/>
                </a:cubicBezTo>
                <a:cubicBezTo>
                  <a:pt x="274256" y="94595"/>
                  <a:pt x="260662" y="108189"/>
                  <a:pt x="243892" y="108189"/>
                </a:cubicBezTo>
                <a:cubicBezTo>
                  <a:pt x="227123" y="108189"/>
                  <a:pt x="213529" y="94595"/>
                  <a:pt x="213529" y="77826"/>
                </a:cubicBezTo>
                <a:cubicBezTo>
                  <a:pt x="213529" y="61056"/>
                  <a:pt x="227123" y="47462"/>
                  <a:pt x="243892" y="47462"/>
                </a:cubicBezTo>
                <a:close/>
                <a:moveTo>
                  <a:pt x="171339" y="47462"/>
                </a:moveTo>
                <a:cubicBezTo>
                  <a:pt x="188107" y="47462"/>
                  <a:pt x="201701" y="61056"/>
                  <a:pt x="201701" y="77826"/>
                </a:cubicBezTo>
                <a:cubicBezTo>
                  <a:pt x="201701" y="94595"/>
                  <a:pt x="188107" y="108189"/>
                  <a:pt x="171339" y="108189"/>
                </a:cubicBezTo>
                <a:cubicBezTo>
                  <a:pt x="154708" y="108189"/>
                  <a:pt x="141113" y="94595"/>
                  <a:pt x="141113" y="77826"/>
                </a:cubicBezTo>
                <a:cubicBezTo>
                  <a:pt x="141113" y="61056"/>
                  <a:pt x="154708" y="47462"/>
                  <a:pt x="171339" y="47462"/>
                </a:cubicBezTo>
                <a:close/>
                <a:moveTo>
                  <a:pt x="98942" y="47462"/>
                </a:moveTo>
                <a:cubicBezTo>
                  <a:pt x="115700" y="47462"/>
                  <a:pt x="129294" y="61056"/>
                  <a:pt x="129294" y="77826"/>
                </a:cubicBezTo>
                <a:cubicBezTo>
                  <a:pt x="129294" y="94595"/>
                  <a:pt x="115700" y="108189"/>
                  <a:pt x="98942" y="108189"/>
                </a:cubicBezTo>
                <a:cubicBezTo>
                  <a:pt x="82168" y="108189"/>
                  <a:pt x="68573" y="94595"/>
                  <a:pt x="68573" y="77826"/>
                </a:cubicBezTo>
                <a:cubicBezTo>
                  <a:pt x="68573" y="61056"/>
                  <a:pt x="82168" y="47462"/>
                  <a:pt x="98942" y="47462"/>
                </a:cubicBezTo>
                <a:close/>
                <a:moveTo>
                  <a:pt x="26388" y="47462"/>
                </a:moveTo>
                <a:cubicBezTo>
                  <a:pt x="43149" y="47462"/>
                  <a:pt x="56744" y="61056"/>
                  <a:pt x="56744" y="77826"/>
                </a:cubicBezTo>
                <a:cubicBezTo>
                  <a:pt x="56744" y="94595"/>
                  <a:pt x="43149" y="108189"/>
                  <a:pt x="26388" y="108189"/>
                </a:cubicBezTo>
                <a:cubicBezTo>
                  <a:pt x="18002" y="108189"/>
                  <a:pt x="10410" y="104791"/>
                  <a:pt x="4916" y="99296"/>
                </a:cubicBezTo>
                <a:lnTo>
                  <a:pt x="0" y="87429"/>
                </a:lnTo>
                <a:lnTo>
                  <a:pt x="0" y="68222"/>
                </a:lnTo>
                <a:lnTo>
                  <a:pt x="4916" y="56355"/>
                </a:lnTo>
                <a:cubicBezTo>
                  <a:pt x="10410" y="50861"/>
                  <a:pt x="18002" y="47462"/>
                  <a:pt x="26388" y="47462"/>
                </a:cubicBezTo>
                <a:close/>
                <a:moveTo>
                  <a:pt x="1592868" y="0"/>
                </a:moveTo>
                <a:lnTo>
                  <a:pt x="1613441" y="0"/>
                </a:lnTo>
                <a:lnTo>
                  <a:pt x="1620472" y="27343"/>
                </a:lnTo>
                <a:lnTo>
                  <a:pt x="1610610" y="25352"/>
                </a:lnTo>
                <a:cubicBezTo>
                  <a:pt x="1605161" y="23047"/>
                  <a:pt x="1600525" y="19197"/>
                  <a:pt x="1597251" y="14351"/>
                </a:cubicBezTo>
                <a:close/>
                <a:moveTo>
                  <a:pt x="1520598" y="0"/>
                </a:moveTo>
                <a:lnTo>
                  <a:pt x="1579150" y="0"/>
                </a:lnTo>
                <a:lnTo>
                  <a:pt x="1571345" y="18844"/>
                </a:lnTo>
                <a:cubicBezTo>
                  <a:pt x="1565850" y="24339"/>
                  <a:pt x="1558259" y="27738"/>
                  <a:pt x="1549874" y="27738"/>
                </a:cubicBezTo>
                <a:cubicBezTo>
                  <a:pt x="1541490" y="27738"/>
                  <a:pt x="1533899" y="24339"/>
                  <a:pt x="1528404" y="18844"/>
                </a:cubicBezTo>
                <a:close/>
                <a:moveTo>
                  <a:pt x="1448044" y="0"/>
                </a:moveTo>
                <a:lnTo>
                  <a:pt x="1506596" y="0"/>
                </a:lnTo>
                <a:lnTo>
                  <a:pt x="1498790" y="18844"/>
                </a:lnTo>
                <a:cubicBezTo>
                  <a:pt x="1493295" y="24339"/>
                  <a:pt x="1485705" y="27738"/>
                  <a:pt x="1477320" y="27738"/>
                </a:cubicBezTo>
                <a:cubicBezTo>
                  <a:pt x="1468935" y="27738"/>
                  <a:pt x="1461344" y="24339"/>
                  <a:pt x="1455850" y="18844"/>
                </a:cubicBezTo>
                <a:close/>
                <a:moveTo>
                  <a:pt x="1375489" y="0"/>
                </a:moveTo>
                <a:lnTo>
                  <a:pt x="1434041" y="0"/>
                </a:lnTo>
                <a:lnTo>
                  <a:pt x="1426236" y="18844"/>
                </a:lnTo>
                <a:cubicBezTo>
                  <a:pt x="1420741" y="24339"/>
                  <a:pt x="1413150" y="27738"/>
                  <a:pt x="1404765" y="27738"/>
                </a:cubicBezTo>
                <a:cubicBezTo>
                  <a:pt x="1396381" y="27738"/>
                  <a:pt x="1388790" y="24339"/>
                  <a:pt x="1383295" y="18844"/>
                </a:cubicBezTo>
                <a:close/>
                <a:moveTo>
                  <a:pt x="1302935" y="0"/>
                </a:moveTo>
                <a:lnTo>
                  <a:pt x="1361486" y="0"/>
                </a:lnTo>
                <a:lnTo>
                  <a:pt x="1353681" y="18844"/>
                </a:lnTo>
                <a:cubicBezTo>
                  <a:pt x="1348186" y="24339"/>
                  <a:pt x="1340596" y="27738"/>
                  <a:pt x="1332211" y="27738"/>
                </a:cubicBezTo>
                <a:cubicBezTo>
                  <a:pt x="1323826" y="27738"/>
                  <a:pt x="1316235" y="24339"/>
                  <a:pt x="1310740" y="18844"/>
                </a:cubicBezTo>
                <a:close/>
                <a:moveTo>
                  <a:pt x="1230380" y="0"/>
                </a:moveTo>
                <a:lnTo>
                  <a:pt x="1288932" y="0"/>
                </a:lnTo>
                <a:lnTo>
                  <a:pt x="1281126" y="18844"/>
                </a:lnTo>
                <a:cubicBezTo>
                  <a:pt x="1275632" y="24339"/>
                  <a:pt x="1268041" y="27738"/>
                  <a:pt x="1259656" y="27738"/>
                </a:cubicBezTo>
                <a:cubicBezTo>
                  <a:pt x="1251271" y="27738"/>
                  <a:pt x="1243680" y="24339"/>
                  <a:pt x="1238186" y="18844"/>
                </a:cubicBezTo>
                <a:close/>
                <a:moveTo>
                  <a:pt x="1157826" y="0"/>
                </a:moveTo>
                <a:lnTo>
                  <a:pt x="1216377" y="0"/>
                </a:lnTo>
                <a:lnTo>
                  <a:pt x="1208572" y="18844"/>
                </a:lnTo>
                <a:cubicBezTo>
                  <a:pt x="1203077" y="24339"/>
                  <a:pt x="1195486" y="27738"/>
                  <a:pt x="1187102" y="27738"/>
                </a:cubicBezTo>
                <a:cubicBezTo>
                  <a:pt x="1178717" y="27738"/>
                  <a:pt x="1171126" y="24339"/>
                  <a:pt x="1165631" y="18844"/>
                </a:cubicBezTo>
                <a:close/>
                <a:moveTo>
                  <a:pt x="1085271" y="0"/>
                </a:moveTo>
                <a:lnTo>
                  <a:pt x="1143823" y="0"/>
                </a:lnTo>
                <a:lnTo>
                  <a:pt x="1136017" y="18844"/>
                </a:lnTo>
                <a:cubicBezTo>
                  <a:pt x="1130523" y="24339"/>
                  <a:pt x="1122932" y="27738"/>
                  <a:pt x="1114547" y="27738"/>
                </a:cubicBezTo>
                <a:cubicBezTo>
                  <a:pt x="1106162" y="27738"/>
                  <a:pt x="1098571" y="24339"/>
                  <a:pt x="1093077" y="18844"/>
                </a:cubicBezTo>
                <a:close/>
                <a:moveTo>
                  <a:pt x="1012717" y="0"/>
                </a:moveTo>
                <a:lnTo>
                  <a:pt x="1071268" y="0"/>
                </a:lnTo>
                <a:lnTo>
                  <a:pt x="1063463" y="18844"/>
                </a:lnTo>
                <a:cubicBezTo>
                  <a:pt x="1057968" y="24339"/>
                  <a:pt x="1050377" y="27738"/>
                  <a:pt x="1041993" y="27738"/>
                </a:cubicBezTo>
                <a:cubicBezTo>
                  <a:pt x="1033608" y="27738"/>
                  <a:pt x="1026017" y="24339"/>
                  <a:pt x="1020522" y="18844"/>
                </a:cubicBezTo>
                <a:close/>
                <a:moveTo>
                  <a:pt x="940162" y="0"/>
                </a:moveTo>
                <a:lnTo>
                  <a:pt x="998714" y="0"/>
                </a:lnTo>
                <a:lnTo>
                  <a:pt x="990908" y="18844"/>
                </a:lnTo>
                <a:cubicBezTo>
                  <a:pt x="985414" y="24339"/>
                  <a:pt x="977823" y="27738"/>
                  <a:pt x="969438" y="27738"/>
                </a:cubicBezTo>
                <a:cubicBezTo>
                  <a:pt x="961053" y="27738"/>
                  <a:pt x="953462" y="24339"/>
                  <a:pt x="947968" y="18844"/>
                </a:cubicBezTo>
                <a:close/>
                <a:moveTo>
                  <a:pt x="867607" y="0"/>
                </a:moveTo>
                <a:lnTo>
                  <a:pt x="926159" y="0"/>
                </a:lnTo>
                <a:lnTo>
                  <a:pt x="918354" y="18844"/>
                </a:lnTo>
                <a:cubicBezTo>
                  <a:pt x="912859" y="24339"/>
                  <a:pt x="905268" y="27738"/>
                  <a:pt x="896883" y="27738"/>
                </a:cubicBezTo>
                <a:cubicBezTo>
                  <a:pt x="888499" y="27738"/>
                  <a:pt x="880908" y="24339"/>
                  <a:pt x="875413" y="18844"/>
                </a:cubicBezTo>
                <a:close/>
                <a:moveTo>
                  <a:pt x="795053" y="0"/>
                </a:moveTo>
                <a:lnTo>
                  <a:pt x="853605" y="0"/>
                </a:lnTo>
                <a:lnTo>
                  <a:pt x="845799" y="18844"/>
                </a:lnTo>
                <a:cubicBezTo>
                  <a:pt x="840304" y="24339"/>
                  <a:pt x="832714" y="27738"/>
                  <a:pt x="824329" y="27738"/>
                </a:cubicBezTo>
                <a:cubicBezTo>
                  <a:pt x="815944" y="27738"/>
                  <a:pt x="808353" y="24339"/>
                  <a:pt x="802858" y="18844"/>
                </a:cubicBezTo>
                <a:close/>
                <a:moveTo>
                  <a:pt x="722498" y="0"/>
                </a:moveTo>
                <a:lnTo>
                  <a:pt x="781050" y="0"/>
                </a:lnTo>
                <a:lnTo>
                  <a:pt x="773245" y="18844"/>
                </a:lnTo>
                <a:cubicBezTo>
                  <a:pt x="767750" y="24339"/>
                  <a:pt x="760159" y="27738"/>
                  <a:pt x="751774" y="27738"/>
                </a:cubicBezTo>
                <a:cubicBezTo>
                  <a:pt x="743390" y="27738"/>
                  <a:pt x="735799" y="24339"/>
                  <a:pt x="730304" y="18844"/>
                </a:cubicBezTo>
                <a:close/>
                <a:moveTo>
                  <a:pt x="649944" y="0"/>
                </a:moveTo>
                <a:lnTo>
                  <a:pt x="708496" y="0"/>
                </a:lnTo>
                <a:lnTo>
                  <a:pt x="700690" y="18844"/>
                </a:lnTo>
                <a:cubicBezTo>
                  <a:pt x="695195" y="24339"/>
                  <a:pt x="687604" y="27738"/>
                  <a:pt x="679220" y="27738"/>
                </a:cubicBezTo>
                <a:cubicBezTo>
                  <a:pt x="670835" y="27738"/>
                  <a:pt x="663244" y="24339"/>
                  <a:pt x="657749" y="18844"/>
                </a:cubicBezTo>
                <a:close/>
                <a:moveTo>
                  <a:pt x="577389" y="0"/>
                </a:moveTo>
                <a:lnTo>
                  <a:pt x="635941" y="0"/>
                </a:lnTo>
                <a:lnTo>
                  <a:pt x="628135" y="18844"/>
                </a:lnTo>
                <a:cubicBezTo>
                  <a:pt x="622641" y="24339"/>
                  <a:pt x="615050" y="27738"/>
                  <a:pt x="606665" y="27738"/>
                </a:cubicBezTo>
                <a:cubicBezTo>
                  <a:pt x="598280" y="27738"/>
                  <a:pt x="590690" y="24339"/>
                  <a:pt x="585195" y="18844"/>
                </a:cubicBezTo>
                <a:close/>
                <a:moveTo>
                  <a:pt x="504835" y="0"/>
                </a:moveTo>
                <a:lnTo>
                  <a:pt x="563386" y="0"/>
                </a:lnTo>
                <a:lnTo>
                  <a:pt x="555581" y="18844"/>
                </a:lnTo>
                <a:cubicBezTo>
                  <a:pt x="550086" y="24339"/>
                  <a:pt x="542495" y="27738"/>
                  <a:pt x="534111" y="27738"/>
                </a:cubicBezTo>
                <a:cubicBezTo>
                  <a:pt x="525726" y="27738"/>
                  <a:pt x="518135" y="24339"/>
                  <a:pt x="512640" y="18844"/>
                </a:cubicBezTo>
                <a:close/>
                <a:moveTo>
                  <a:pt x="432280" y="0"/>
                </a:moveTo>
                <a:lnTo>
                  <a:pt x="490832" y="0"/>
                </a:lnTo>
                <a:lnTo>
                  <a:pt x="483026" y="18844"/>
                </a:lnTo>
                <a:cubicBezTo>
                  <a:pt x="477532" y="24339"/>
                  <a:pt x="469941" y="27738"/>
                  <a:pt x="461556" y="27738"/>
                </a:cubicBezTo>
                <a:cubicBezTo>
                  <a:pt x="453171" y="27738"/>
                  <a:pt x="445580" y="24339"/>
                  <a:pt x="440086" y="18844"/>
                </a:cubicBezTo>
                <a:close/>
                <a:moveTo>
                  <a:pt x="359726" y="0"/>
                </a:moveTo>
                <a:lnTo>
                  <a:pt x="418277" y="0"/>
                </a:lnTo>
                <a:lnTo>
                  <a:pt x="410472" y="18844"/>
                </a:lnTo>
                <a:cubicBezTo>
                  <a:pt x="404977" y="24339"/>
                  <a:pt x="397386" y="27738"/>
                  <a:pt x="389002" y="27738"/>
                </a:cubicBezTo>
                <a:cubicBezTo>
                  <a:pt x="380617" y="27738"/>
                  <a:pt x="373026" y="24339"/>
                  <a:pt x="367531" y="18844"/>
                </a:cubicBezTo>
                <a:close/>
                <a:moveTo>
                  <a:pt x="287171" y="0"/>
                </a:moveTo>
                <a:lnTo>
                  <a:pt x="345723" y="0"/>
                </a:lnTo>
                <a:lnTo>
                  <a:pt x="337917" y="18844"/>
                </a:lnTo>
                <a:cubicBezTo>
                  <a:pt x="332423" y="24339"/>
                  <a:pt x="324832" y="27738"/>
                  <a:pt x="316447" y="27738"/>
                </a:cubicBezTo>
                <a:cubicBezTo>
                  <a:pt x="308062" y="27738"/>
                  <a:pt x="300471" y="24339"/>
                  <a:pt x="294977" y="18844"/>
                </a:cubicBezTo>
                <a:close/>
                <a:moveTo>
                  <a:pt x="214617" y="0"/>
                </a:moveTo>
                <a:lnTo>
                  <a:pt x="273168" y="0"/>
                </a:lnTo>
                <a:lnTo>
                  <a:pt x="265363" y="18844"/>
                </a:lnTo>
                <a:cubicBezTo>
                  <a:pt x="259868" y="24339"/>
                  <a:pt x="252277" y="27738"/>
                  <a:pt x="243892" y="27738"/>
                </a:cubicBezTo>
                <a:cubicBezTo>
                  <a:pt x="235508" y="27738"/>
                  <a:pt x="227917" y="24339"/>
                  <a:pt x="222422" y="18844"/>
                </a:cubicBezTo>
                <a:close/>
                <a:moveTo>
                  <a:pt x="142204" y="0"/>
                </a:moveTo>
                <a:lnTo>
                  <a:pt x="200614" y="0"/>
                </a:lnTo>
                <a:lnTo>
                  <a:pt x="192808" y="18844"/>
                </a:lnTo>
                <a:cubicBezTo>
                  <a:pt x="187314" y="24339"/>
                  <a:pt x="179723" y="27738"/>
                  <a:pt x="171339" y="27738"/>
                </a:cubicBezTo>
                <a:cubicBezTo>
                  <a:pt x="163026" y="27738"/>
                  <a:pt x="155471" y="24339"/>
                  <a:pt x="149994" y="18844"/>
                </a:cubicBezTo>
                <a:close/>
                <a:moveTo>
                  <a:pt x="69668" y="0"/>
                </a:moveTo>
                <a:lnTo>
                  <a:pt x="128212" y="0"/>
                </a:lnTo>
                <a:lnTo>
                  <a:pt x="120408" y="18844"/>
                </a:lnTo>
                <a:cubicBezTo>
                  <a:pt x="114915" y="24339"/>
                  <a:pt x="107328" y="27738"/>
                  <a:pt x="98949" y="27738"/>
                </a:cubicBezTo>
                <a:cubicBezTo>
                  <a:pt x="90562" y="27738"/>
                  <a:pt x="82969" y="24339"/>
                  <a:pt x="77474" y="18844"/>
                </a:cubicBezTo>
                <a:close/>
                <a:moveTo>
                  <a:pt x="0" y="0"/>
                </a:moveTo>
                <a:lnTo>
                  <a:pt x="55662" y="0"/>
                </a:lnTo>
                <a:lnTo>
                  <a:pt x="47858" y="18844"/>
                </a:lnTo>
                <a:cubicBezTo>
                  <a:pt x="42364" y="24339"/>
                  <a:pt x="34775" y="27738"/>
                  <a:pt x="26394" y="27738"/>
                </a:cubicBezTo>
                <a:cubicBezTo>
                  <a:pt x="18009" y="27738"/>
                  <a:pt x="10417" y="24339"/>
                  <a:pt x="4922" y="18844"/>
                </a:cubicBezTo>
                <a:lnTo>
                  <a:pt x="0" y="6962"/>
                </a:lnTo>
                <a:close/>
              </a:path>
            </a:pathLst>
          </a:custGeom>
          <a:solidFill>
            <a:schemeClr val="accent1">
              <a:alpha val="60000"/>
            </a:schemeClr>
          </a:soli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471" name="Google Shape;471;p37"/>
          <p:cNvSpPr/>
          <p:nvPr/>
        </p:nvSpPr>
        <p:spPr>
          <a:xfrm>
            <a:off x="2" y="2"/>
            <a:ext cx="403373" cy="496797"/>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472" name="Google Shape;472;p37"/>
          <p:cNvSpPr txBox="1">
            <a:spLocks noGrp="1"/>
          </p:cNvSpPr>
          <p:nvPr>
            <p:ph type="body" idx="1"/>
          </p:nvPr>
        </p:nvSpPr>
        <p:spPr>
          <a:xfrm>
            <a:off x="554167" y="1879400"/>
            <a:ext cx="5169600" cy="4318400"/>
          </a:xfrm>
          <a:prstGeom prst="rect">
            <a:avLst/>
          </a:prstGeom>
          <a:noFill/>
          <a:ln>
            <a:noFill/>
          </a:ln>
        </p:spPr>
        <p:txBody>
          <a:bodyPr spcFirstLastPara="1" wrap="square" lIns="0" tIns="0" rIns="0" bIns="0" anchor="t" anchorCtr="0">
            <a:noAutofit/>
          </a:bodyPr>
          <a:lstStyle>
            <a:lvl1pPr marL="609585" lvl="0" indent="-389457" algn="l">
              <a:lnSpc>
                <a:spcPct val="100000"/>
              </a:lnSpc>
              <a:spcBef>
                <a:spcPts val="0"/>
              </a:spcBef>
              <a:spcAft>
                <a:spcPts val="0"/>
              </a:spcAft>
              <a:buSzPts val="1000"/>
              <a:buChar char="●"/>
              <a:defRPr sz="1333"/>
            </a:lvl1pPr>
            <a:lvl2pPr marL="1219170" lvl="1" indent="-389457" algn="l">
              <a:lnSpc>
                <a:spcPct val="100000"/>
              </a:lnSpc>
              <a:spcBef>
                <a:spcPts val="267"/>
              </a:spcBef>
              <a:spcAft>
                <a:spcPts val="0"/>
              </a:spcAft>
              <a:buSzPts val="1000"/>
              <a:buChar char="○"/>
              <a:defRPr sz="1333"/>
            </a:lvl2pPr>
            <a:lvl3pPr marL="1828754" lvl="2" indent="-389457" algn="l">
              <a:lnSpc>
                <a:spcPct val="100000"/>
              </a:lnSpc>
              <a:spcBef>
                <a:spcPts val="267"/>
              </a:spcBef>
              <a:spcAft>
                <a:spcPts val="0"/>
              </a:spcAft>
              <a:buSzPts val="1000"/>
              <a:buChar char="■"/>
              <a:defRPr sz="1333"/>
            </a:lvl3pPr>
            <a:lvl4pPr marL="2438339" lvl="3" indent="-389457" algn="l">
              <a:lnSpc>
                <a:spcPct val="100000"/>
              </a:lnSpc>
              <a:spcBef>
                <a:spcPts val="267"/>
              </a:spcBef>
              <a:spcAft>
                <a:spcPts val="0"/>
              </a:spcAft>
              <a:buSzPts val="1000"/>
              <a:buChar char="●"/>
              <a:defRPr sz="1333"/>
            </a:lvl4pPr>
            <a:lvl5pPr marL="3047924" lvl="4" indent="-389457" algn="l">
              <a:lnSpc>
                <a:spcPct val="100000"/>
              </a:lnSpc>
              <a:spcBef>
                <a:spcPts val="267"/>
              </a:spcBef>
              <a:spcAft>
                <a:spcPts val="0"/>
              </a:spcAft>
              <a:buSzPts val="1000"/>
              <a:buChar char="○"/>
              <a:defRPr sz="1333"/>
            </a:lvl5pPr>
            <a:lvl6pPr marL="3657509" lvl="5" indent="-389457" algn="l">
              <a:lnSpc>
                <a:spcPct val="100000"/>
              </a:lnSpc>
              <a:spcBef>
                <a:spcPts val="267"/>
              </a:spcBef>
              <a:spcAft>
                <a:spcPts val="0"/>
              </a:spcAft>
              <a:buSzPts val="1000"/>
              <a:buChar char="■"/>
              <a:defRPr sz="1333"/>
            </a:lvl6pPr>
            <a:lvl7pPr marL="4267093" lvl="6" indent="-389457" algn="l">
              <a:lnSpc>
                <a:spcPct val="100000"/>
              </a:lnSpc>
              <a:spcBef>
                <a:spcPts val="267"/>
              </a:spcBef>
              <a:spcAft>
                <a:spcPts val="0"/>
              </a:spcAft>
              <a:buSzPts val="1000"/>
              <a:buChar char="●"/>
              <a:defRPr sz="1333"/>
            </a:lvl7pPr>
            <a:lvl8pPr marL="4876678" lvl="7" indent="-389457" algn="l">
              <a:lnSpc>
                <a:spcPct val="100000"/>
              </a:lnSpc>
              <a:spcBef>
                <a:spcPts val="267"/>
              </a:spcBef>
              <a:spcAft>
                <a:spcPts val="0"/>
              </a:spcAft>
              <a:buSzPts val="1000"/>
              <a:buChar char="○"/>
              <a:defRPr sz="1333"/>
            </a:lvl8pPr>
            <a:lvl9pPr marL="5486263" lvl="8" indent="-389457" algn="l">
              <a:lnSpc>
                <a:spcPct val="100000"/>
              </a:lnSpc>
              <a:spcBef>
                <a:spcPts val="267"/>
              </a:spcBef>
              <a:spcAft>
                <a:spcPts val="267"/>
              </a:spcAft>
              <a:buSzPts val="1000"/>
              <a:buChar char="■"/>
              <a:defRPr sz="1333"/>
            </a:lvl9pPr>
          </a:lstStyle>
          <a:p>
            <a:endParaRPr/>
          </a:p>
        </p:txBody>
      </p:sp>
      <p:sp>
        <p:nvSpPr>
          <p:cNvPr id="473" name="Google Shape;473;p37"/>
          <p:cNvSpPr txBox="1">
            <a:spLocks noGrp="1"/>
          </p:cNvSpPr>
          <p:nvPr>
            <p:ph type="subTitle" idx="2"/>
          </p:nvPr>
        </p:nvSpPr>
        <p:spPr>
          <a:xfrm>
            <a:off x="554167" y="1300533"/>
            <a:ext cx="5169600" cy="3472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1200"/>
              <a:buNone/>
              <a:defRPr sz="1600" b="1">
                <a:solidFill>
                  <a:schemeClr val="accent1"/>
                </a:solidFill>
              </a:defRPr>
            </a:lvl1pPr>
            <a:lvl2pPr lvl="1" algn="l">
              <a:lnSpc>
                <a:spcPct val="100000"/>
              </a:lnSpc>
              <a:spcBef>
                <a:spcPts val="267"/>
              </a:spcBef>
              <a:spcAft>
                <a:spcPts val="0"/>
              </a:spcAft>
              <a:buClr>
                <a:schemeClr val="accent1"/>
              </a:buClr>
              <a:buSzPts val="1200"/>
              <a:buNone/>
              <a:defRPr sz="1600">
                <a:solidFill>
                  <a:schemeClr val="accent1"/>
                </a:solidFill>
              </a:defRPr>
            </a:lvl2pPr>
            <a:lvl3pPr lvl="2" algn="l">
              <a:lnSpc>
                <a:spcPct val="100000"/>
              </a:lnSpc>
              <a:spcBef>
                <a:spcPts val="267"/>
              </a:spcBef>
              <a:spcAft>
                <a:spcPts val="0"/>
              </a:spcAft>
              <a:buClr>
                <a:schemeClr val="accent1"/>
              </a:buClr>
              <a:buSzPts val="1200"/>
              <a:buNone/>
              <a:defRPr sz="1600">
                <a:solidFill>
                  <a:schemeClr val="accent1"/>
                </a:solidFill>
              </a:defRPr>
            </a:lvl3pPr>
            <a:lvl4pPr lvl="3" algn="l">
              <a:lnSpc>
                <a:spcPct val="100000"/>
              </a:lnSpc>
              <a:spcBef>
                <a:spcPts val="267"/>
              </a:spcBef>
              <a:spcAft>
                <a:spcPts val="0"/>
              </a:spcAft>
              <a:buClr>
                <a:schemeClr val="accent1"/>
              </a:buClr>
              <a:buSzPts val="1200"/>
              <a:buNone/>
              <a:defRPr sz="1600">
                <a:solidFill>
                  <a:schemeClr val="accent1"/>
                </a:solidFill>
              </a:defRPr>
            </a:lvl4pPr>
            <a:lvl5pPr lvl="4" algn="l">
              <a:lnSpc>
                <a:spcPct val="100000"/>
              </a:lnSpc>
              <a:spcBef>
                <a:spcPts val="267"/>
              </a:spcBef>
              <a:spcAft>
                <a:spcPts val="0"/>
              </a:spcAft>
              <a:buClr>
                <a:schemeClr val="accent1"/>
              </a:buClr>
              <a:buSzPts val="1200"/>
              <a:buNone/>
              <a:defRPr sz="1600">
                <a:solidFill>
                  <a:schemeClr val="accent1"/>
                </a:solidFill>
              </a:defRPr>
            </a:lvl5pPr>
            <a:lvl6pPr lvl="5" algn="l">
              <a:lnSpc>
                <a:spcPct val="100000"/>
              </a:lnSpc>
              <a:spcBef>
                <a:spcPts val="267"/>
              </a:spcBef>
              <a:spcAft>
                <a:spcPts val="0"/>
              </a:spcAft>
              <a:buClr>
                <a:schemeClr val="accent1"/>
              </a:buClr>
              <a:buSzPts val="1200"/>
              <a:buNone/>
              <a:defRPr sz="1600">
                <a:solidFill>
                  <a:schemeClr val="accent1"/>
                </a:solidFill>
              </a:defRPr>
            </a:lvl6pPr>
            <a:lvl7pPr lvl="6" algn="l">
              <a:lnSpc>
                <a:spcPct val="100000"/>
              </a:lnSpc>
              <a:spcBef>
                <a:spcPts val="267"/>
              </a:spcBef>
              <a:spcAft>
                <a:spcPts val="0"/>
              </a:spcAft>
              <a:buClr>
                <a:schemeClr val="accent1"/>
              </a:buClr>
              <a:buSzPts val="1200"/>
              <a:buNone/>
              <a:defRPr sz="1600">
                <a:solidFill>
                  <a:schemeClr val="accent1"/>
                </a:solidFill>
              </a:defRPr>
            </a:lvl7pPr>
            <a:lvl8pPr lvl="7" algn="l">
              <a:lnSpc>
                <a:spcPct val="100000"/>
              </a:lnSpc>
              <a:spcBef>
                <a:spcPts val="267"/>
              </a:spcBef>
              <a:spcAft>
                <a:spcPts val="0"/>
              </a:spcAft>
              <a:buClr>
                <a:schemeClr val="accent1"/>
              </a:buClr>
              <a:buSzPts val="1200"/>
              <a:buNone/>
              <a:defRPr sz="1600">
                <a:solidFill>
                  <a:schemeClr val="accent1"/>
                </a:solidFill>
              </a:defRPr>
            </a:lvl8pPr>
            <a:lvl9pPr lvl="8" algn="l">
              <a:lnSpc>
                <a:spcPct val="100000"/>
              </a:lnSpc>
              <a:spcBef>
                <a:spcPts val="267"/>
              </a:spcBef>
              <a:spcAft>
                <a:spcPts val="267"/>
              </a:spcAft>
              <a:buClr>
                <a:schemeClr val="accent1"/>
              </a:buClr>
              <a:buSzPts val="1200"/>
              <a:buNone/>
              <a:defRPr sz="1600">
                <a:solidFill>
                  <a:schemeClr val="accent1"/>
                </a:solidFill>
              </a:defRPr>
            </a:lvl9pPr>
          </a:lstStyle>
          <a:p>
            <a:endParaRPr/>
          </a:p>
        </p:txBody>
      </p:sp>
      <p:sp>
        <p:nvSpPr>
          <p:cNvPr id="474" name="Google Shape;474;p37"/>
          <p:cNvSpPr txBox="1">
            <a:spLocks noGrp="1"/>
          </p:cNvSpPr>
          <p:nvPr>
            <p:ph type="body" idx="3"/>
          </p:nvPr>
        </p:nvSpPr>
        <p:spPr>
          <a:xfrm>
            <a:off x="6468167" y="1879400"/>
            <a:ext cx="5169600" cy="4318400"/>
          </a:xfrm>
          <a:prstGeom prst="rect">
            <a:avLst/>
          </a:prstGeom>
          <a:noFill/>
          <a:ln>
            <a:noFill/>
          </a:ln>
        </p:spPr>
        <p:txBody>
          <a:bodyPr spcFirstLastPara="1" wrap="square" lIns="0" tIns="0" rIns="0" bIns="0" anchor="t" anchorCtr="0">
            <a:noAutofit/>
          </a:bodyPr>
          <a:lstStyle>
            <a:lvl1pPr marL="609585" lvl="0" indent="-389457" algn="l">
              <a:lnSpc>
                <a:spcPct val="100000"/>
              </a:lnSpc>
              <a:spcBef>
                <a:spcPts val="0"/>
              </a:spcBef>
              <a:spcAft>
                <a:spcPts val="0"/>
              </a:spcAft>
              <a:buSzPts val="1000"/>
              <a:buChar char="●"/>
              <a:defRPr sz="1333"/>
            </a:lvl1pPr>
            <a:lvl2pPr marL="1219170" lvl="1" indent="-389457" algn="l">
              <a:lnSpc>
                <a:spcPct val="100000"/>
              </a:lnSpc>
              <a:spcBef>
                <a:spcPts val="267"/>
              </a:spcBef>
              <a:spcAft>
                <a:spcPts val="0"/>
              </a:spcAft>
              <a:buSzPts val="1000"/>
              <a:buChar char="○"/>
              <a:defRPr sz="1333"/>
            </a:lvl2pPr>
            <a:lvl3pPr marL="1828754" lvl="2" indent="-389457" algn="l">
              <a:lnSpc>
                <a:spcPct val="100000"/>
              </a:lnSpc>
              <a:spcBef>
                <a:spcPts val="267"/>
              </a:spcBef>
              <a:spcAft>
                <a:spcPts val="0"/>
              </a:spcAft>
              <a:buSzPts val="1000"/>
              <a:buChar char="■"/>
              <a:defRPr sz="1333"/>
            </a:lvl3pPr>
            <a:lvl4pPr marL="2438339" lvl="3" indent="-389457" algn="l">
              <a:lnSpc>
                <a:spcPct val="100000"/>
              </a:lnSpc>
              <a:spcBef>
                <a:spcPts val="267"/>
              </a:spcBef>
              <a:spcAft>
                <a:spcPts val="0"/>
              </a:spcAft>
              <a:buSzPts val="1000"/>
              <a:buChar char="●"/>
              <a:defRPr sz="1333"/>
            </a:lvl4pPr>
            <a:lvl5pPr marL="3047924" lvl="4" indent="-389457" algn="l">
              <a:lnSpc>
                <a:spcPct val="100000"/>
              </a:lnSpc>
              <a:spcBef>
                <a:spcPts val="267"/>
              </a:spcBef>
              <a:spcAft>
                <a:spcPts val="0"/>
              </a:spcAft>
              <a:buSzPts val="1000"/>
              <a:buChar char="○"/>
              <a:defRPr sz="1333"/>
            </a:lvl5pPr>
            <a:lvl6pPr marL="3657509" lvl="5" indent="-389457" algn="l">
              <a:lnSpc>
                <a:spcPct val="100000"/>
              </a:lnSpc>
              <a:spcBef>
                <a:spcPts val="267"/>
              </a:spcBef>
              <a:spcAft>
                <a:spcPts val="0"/>
              </a:spcAft>
              <a:buSzPts val="1000"/>
              <a:buChar char="■"/>
              <a:defRPr sz="1333"/>
            </a:lvl6pPr>
            <a:lvl7pPr marL="4267093" lvl="6" indent="-389457" algn="l">
              <a:lnSpc>
                <a:spcPct val="100000"/>
              </a:lnSpc>
              <a:spcBef>
                <a:spcPts val="267"/>
              </a:spcBef>
              <a:spcAft>
                <a:spcPts val="0"/>
              </a:spcAft>
              <a:buSzPts val="1000"/>
              <a:buChar char="●"/>
              <a:defRPr sz="1333"/>
            </a:lvl7pPr>
            <a:lvl8pPr marL="4876678" lvl="7" indent="-389457" algn="l">
              <a:lnSpc>
                <a:spcPct val="100000"/>
              </a:lnSpc>
              <a:spcBef>
                <a:spcPts val="267"/>
              </a:spcBef>
              <a:spcAft>
                <a:spcPts val="0"/>
              </a:spcAft>
              <a:buSzPts val="1000"/>
              <a:buChar char="○"/>
              <a:defRPr sz="1333"/>
            </a:lvl8pPr>
            <a:lvl9pPr marL="5486263" lvl="8" indent="-389457" algn="l">
              <a:lnSpc>
                <a:spcPct val="100000"/>
              </a:lnSpc>
              <a:spcBef>
                <a:spcPts val="267"/>
              </a:spcBef>
              <a:spcAft>
                <a:spcPts val="267"/>
              </a:spcAft>
              <a:buSzPts val="1000"/>
              <a:buChar char="■"/>
              <a:defRPr sz="1333"/>
            </a:lvl9pPr>
          </a:lstStyle>
          <a:p>
            <a:endParaRPr/>
          </a:p>
        </p:txBody>
      </p:sp>
      <p:sp>
        <p:nvSpPr>
          <p:cNvPr id="475" name="Google Shape;475;p37"/>
          <p:cNvSpPr txBox="1">
            <a:spLocks noGrp="1"/>
          </p:cNvSpPr>
          <p:nvPr>
            <p:ph type="subTitle" idx="4"/>
          </p:nvPr>
        </p:nvSpPr>
        <p:spPr>
          <a:xfrm>
            <a:off x="6468167" y="1300533"/>
            <a:ext cx="5169600" cy="3472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1200"/>
              <a:buNone/>
              <a:defRPr sz="1600" b="1">
                <a:solidFill>
                  <a:schemeClr val="accent1"/>
                </a:solidFill>
              </a:defRPr>
            </a:lvl1pPr>
            <a:lvl2pPr lvl="1" algn="l">
              <a:lnSpc>
                <a:spcPct val="100000"/>
              </a:lnSpc>
              <a:spcBef>
                <a:spcPts val="267"/>
              </a:spcBef>
              <a:spcAft>
                <a:spcPts val="0"/>
              </a:spcAft>
              <a:buClr>
                <a:schemeClr val="accent1"/>
              </a:buClr>
              <a:buSzPts val="1200"/>
              <a:buNone/>
              <a:defRPr sz="1600">
                <a:solidFill>
                  <a:schemeClr val="accent1"/>
                </a:solidFill>
              </a:defRPr>
            </a:lvl2pPr>
            <a:lvl3pPr lvl="2" algn="l">
              <a:lnSpc>
                <a:spcPct val="100000"/>
              </a:lnSpc>
              <a:spcBef>
                <a:spcPts val="267"/>
              </a:spcBef>
              <a:spcAft>
                <a:spcPts val="0"/>
              </a:spcAft>
              <a:buClr>
                <a:schemeClr val="accent1"/>
              </a:buClr>
              <a:buSzPts val="1200"/>
              <a:buNone/>
              <a:defRPr sz="1600">
                <a:solidFill>
                  <a:schemeClr val="accent1"/>
                </a:solidFill>
              </a:defRPr>
            </a:lvl3pPr>
            <a:lvl4pPr lvl="3" algn="l">
              <a:lnSpc>
                <a:spcPct val="100000"/>
              </a:lnSpc>
              <a:spcBef>
                <a:spcPts val="267"/>
              </a:spcBef>
              <a:spcAft>
                <a:spcPts val="0"/>
              </a:spcAft>
              <a:buClr>
                <a:schemeClr val="accent1"/>
              </a:buClr>
              <a:buSzPts val="1200"/>
              <a:buNone/>
              <a:defRPr sz="1600">
                <a:solidFill>
                  <a:schemeClr val="accent1"/>
                </a:solidFill>
              </a:defRPr>
            </a:lvl4pPr>
            <a:lvl5pPr lvl="4" algn="l">
              <a:lnSpc>
                <a:spcPct val="100000"/>
              </a:lnSpc>
              <a:spcBef>
                <a:spcPts val="267"/>
              </a:spcBef>
              <a:spcAft>
                <a:spcPts val="0"/>
              </a:spcAft>
              <a:buClr>
                <a:schemeClr val="accent1"/>
              </a:buClr>
              <a:buSzPts val="1200"/>
              <a:buNone/>
              <a:defRPr sz="1600">
                <a:solidFill>
                  <a:schemeClr val="accent1"/>
                </a:solidFill>
              </a:defRPr>
            </a:lvl5pPr>
            <a:lvl6pPr lvl="5" algn="l">
              <a:lnSpc>
                <a:spcPct val="100000"/>
              </a:lnSpc>
              <a:spcBef>
                <a:spcPts val="267"/>
              </a:spcBef>
              <a:spcAft>
                <a:spcPts val="0"/>
              </a:spcAft>
              <a:buClr>
                <a:schemeClr val="accent1"/>
              </a:buClr>
              <a:buSzPts val="1200"/>
              <a:buNone/>
              <a:defRPr sz="1600">
                <a:solidFill>
                  <a:schemeClr val="accent1"/>
                </a:solidFill>
              </a:defRPr>
            </a:lvl6pPr>
            <a:lvl7pPr lvl="6" algn="l">
              <a:lnSpc>
                <a:spcPct val="100000"/>
              </a:lnSpc>
              <a:spcBef>
                <a:spcPts val="267"/>
              </a:spcBef>
              <a:spcAft>
                <a:spcPts val="0"/>
              </a:spcAft>
              <a:buClr>
                <a:schemeClr val="accent1"/>
              </a:buClr>
              <a:buSzPts val="1200"/>
              <a:buNone/>
              <a:defRPr sz="1600">
                <a:solidFill>
                  <a:schemeClr val="accent1"/>
                </a:solidFill>
              </a:defRPr>
            </a:lvl7pPr>
            <a:lvl8pPr lvl="7" algn="l">
              <a:lnSpc>
                <a:spcPct val="100000"/>
              </a:lnSpc>
              <a:spcBef>
                <a:spcPts val="267"/>
              </a:spcBef>
              <a:spcAft>
                <a:spcPts val="0"/>
              </a:spcAft>
              <a:buClr>
                <a:schemeClr val="accent1"/>
              </a:buClr>
              <a:buSzPts val="1200"/>
              <a:buNone/>
              <a:defRPr sz="1600">
                <a:solidFill>
                  <a:schemeClr val="accent1"/>
                </a:solidFill>
              </a:defRPr>
            </a:lvl8pPr>
            <a:lvl9pPr lvl="8" algn="l">
              <a:lnSpc>
                <a:spcPct val="100000"/>
              </a:lnSpc>
              <a:spcBef>
                <a:spcPts val="267"/>
              </a:spcBef>
              <a:spcAft>
                <a:spcPts val="267"/>
              </a:spcAft>
              <a:buClr>
                <a:schemeClr val="accent1"/>
              </a:buClr>
              <a:buSzPts val="1200"/>
              <a:buNone/>
              <a:defRPr sz="1600">
                <a:solidFill>
                  <a:schemeClr val="accent1"/>
                </a:solidFill>
              </a:defRPr>
            </a:lvl9pPr>
          </a:lstStyle>
          <a:p>
            <a:endParaRPr/>
          </a:p>
        </p:txBody>
      </p:sp>
      <p:pic>
        <p:nvPicPr>
          <p:cNvPr id="476" name="Google Shape;476;p37"/>
          <p:cNvPicPr preferRelativeResize="0"/>
          <p:nvPr/>
        </p:nvPicPr>
        <p:blipFill rotWithShape="1">
          <a:blip r:embed="rId2">
            <a:alphaModFix/>
          </a:blip>
          <a:srcRect/>
          <a:stretch/>
        </p:blipFill>
        <p:spPr>
          <a:xfrm>
            <a:off x="0" y="6811001"/>
            <a:ext cx="12192000" cy="50800"/>
          </a:xfrm>
          <a:prstGeom prst="rect">
            <a:avLst/>
          </a:prstGeom>
          <a:noFill/>
          <a:ln>
            <a:noFill/>
          </a:ln>
        </p:spPr>
      </p:pic>
    </p:spTree>
    <p:extLst>
      <p:ext uri="{BB962C8B-B14F-4D97-AF65-F5344CB8AC3E}">
        <p14:creationId xmlns:p14="http://schemas.microsoft.com/office/powerpoint/2010/main" val="447567895"/>
      </p:ext>
    </p:extLst>
  </p:cSld>
  <p:clrMapOvr>
    <a:masterClrMapping/>
  </p:clrMapOvr>
  <p:extLst>
    <p:ext uri="{DCECCB84-F9BA-43D5-87BE-67443E8EF086}">
      <p15:sldGuideLst xmlns:p15="http://schemas.microsoft.com/office/powerpoint/2012/main">
        <p15:guide id="1" orient="horz" pos="518">
          <p15:clr>
            <a:srgbClr val="FA7B17"/>
          </p15:clr>
        </p15:guide>
        <p15:guide id="2" orient="horz" pos="3068">
          <p15:clr>
            <a:srgbClr val="FA7B17"/>
          </p15:clr>
        </p15:guide>
        <p15:guide id="3" pos="259">
          <p15:clr>
            <a:srgbClr val="FA7B17"/>
          </p15:clr>
        </p15:guide>
        <p15:guide id="4" pos="5501">
          <p15:clr>
            <a:srgbClr val="FA7B17"/>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 Three Columns">
  <p:cSld name="Title + Three Columns">
    <p:spTree>
      <p:nvGrpSpPr>
        <p:cNvPr id="1" name="Shape 477"/>
        <p:cNvGrpSpPr/>
        <p:nvPr/>
      </p:nvGrpSpPr>
      <p:grpSpPr>
        <a:xfrm>
          <a:off x="0" y="0"/>
          <a:ext cx="0" cy="0"/>
          <a:chOff x="0" y="0"/>
          <a:chExt cx="0" cy="0"/>
        </a:xfrm>
      </p:grpSpPr>
      <p:sp>
        <p:nvSpPr>
          <p:cNvPr id="478" name="Google Shape;478;p38"/>
          <p:cNvSpPr txBox="1">
            <a:spLocks noGrp="1"/>
          </p:cNvSpPr>
          <p:nvPr>
            <p:ph type="title"/>
          </p:nvPr>
        </p:nvSpPr>
        <p:spPr>
          <a:xfrm>
            <a:off x="554167" y="496800"/>
            <a:ext cx="11083600" cy="6116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1800"/>
              <a:buNone/>
              <a:defRPr sz="2400">
                <a:solidFill>
                  <a:schemeClr val="lt1"/>
                </a:solidFill>
              </a:defRPr>
            </a:lvl1pPr>
            <a:lvl2pPr lvl="1" algn="l">
              <a:lnSpc>
                <a:spcPct val="100000"/>
              </a:lnSpc>
              <a:spcBef>
                <a:spcPts val="0"/>
              </a:spcBef>
              <a:spcAft>
                <a:spcPts val="0"/>
              </a:spcAft>
              <a:buClr>
                <a:schemeClr val="lt1"/>
              </a:buClr>
              <a:buSzPts val="2000"/>
              <a:buNone/>
              <a:defRPr sz="2667">
                <a:solidFill>
                  <a:schemeClr val="lt1"/>
                </a:solidFill>
              </a:defRPr>
            </a:lvl2pPr>
            <a:lvl3pPr lvl="2" algn="l">
              <a:lnSpc>
                <a:spcPct val="100000"/>
              </a:lnSpc>
              <a:spcBef>
                <a:spcPts val="0"/>
              </a:spcBef>
              <a:spcAft>
                <a:spcPts val="0"/>
              </a:spcAft>
              <a:buClr>
                <a:schemeClr val="lt1"/>
              </a:buClr>
              <a:buSzPts val="2000"/>
              <a:buNone/>
              <a:defRPr sz="2667">
                <a:solidFill>
                  <a:schemeClr val="lt1"/>
                </a:solidFill>
              </a:defRPr>
            </a:lvl3pPr>
            <a:lvl4pPr lvl="3" algn="l">
              <a:lnSpc>
                <a:spcPct val="100000"/>
              </a:lnSpc>
              <a:spcBef>
                <a:spcPts val="0"/>
              </a:spcBef>
              <a:spcAft>
                <a:spcPts val="0"/>
              </a:spcAft>
              <a:buClr>
                <a:schemeClr val="lt1"/>
              </a:buClr>
              <a:buSzPts val="2000"/>
              <a:buNone/>
              <a:defRPr sz="2667">
                <a:solidFill>
                  <a:schemeClr val="lt1"/>
                </a:solidFill>
              </a:defRPr>
            </a:lvl4pPr>
            <a:lvl5pPr lvl="4" algn="l">
              <a:lnSpc>
                <a:spcPct val="100000"/>
              </a:lnSpc>
              <a:spcBef>
                <a:spcPts val="0"/>
              </a:spcBef>
              <a:spcAft>
                <a:spcPts val="0"/>
              </a:spcAft>
              <a:buClr>
                <a:schemeClr val="lt1"/>
              </a:buClr>
              <a:buSzPts val="2000"/>
              <a:buNone/>
              <a:defRPr sz="2667">
                <a:solidFill>
                  <a:schemeClr val="lt1"/>
                </a:solidFill>
              </a:defRPr>
            </a:lvl5pPr>
            <a:lvl6pPr lvl="5" algn="l">
              <a:lnSpc>
                <a:spcPct val="100000"/>
              </a:lnSpc>
              <a:spcBef>
                <a:spcPts val="0"/>
              </a:spcBef>
              <a:spcAft>
                <a:spcPts val="0"/>
              </a:spcAft>
              <a:buClr>
                <a:schemeClr val="lt1"/>
              </a:buClr>
              <a:buSzPts val="2000"/>
              <a:buNone/>
              <a:defRPr sz="2667">
                <a:solidFill>
                  <a:schemeClr val="lt1"/>
                </a:solidFill>
              </a:defRPr>
            </a:lvl6pPr>
            <a:lvl7pPr lvl="6" algn="l">
              <a:lnSpc>
                <a:spcPct val="100000"/>
              </a:lnSpc>
              <a:spcBef>
                <a:spcPts val="0"/>
              </a:spcBef>
              <a:spcAft>
                <a:spcPts val="0"/>
              </a:spcAft>
              <a:buClr>
                <a:schemeClr val="lt1"/>
              </a:buClr>
              <a:buSzPts val="2000"/>
              <a:buNone/>
              <a:defRPr sz="2667">
                <a:solidFill>
                  <a:schemeClr val="lt1"/>
                </a:solidFill>
              </a:defRPr>
            </a:lvl7pPr>
            <a:lvl8pPr lvl="7" algn="l">
              <a:lnSpc>
                <a:spcPct val="100000"/>
              </a:lnSpc>
              <a:spcBef>
                <a:spcPts val="0"/>
              </a:spcBef>
              <a:spcAft>
                <a:spcPts val="0"/>
              </a:spcAft>
              <a:buClr>
                <a:schemeClr val="lt1"/>
              </a:buClr>
              <a:buSzPts val="2000"/>
              <a:buNone/>
              <a:defRPr sz="2667">
                <a:solidFill>
                  <a:schemeClr val="lt1"/>
                </a:solidFill>
              </a:defRPr>
            </a:lvl8pPr>
            <a:lvl9pPr lvl="8" algn="l">
              <a:lnSpc>
                <a:spcPct val="100000"/>
              </a:lnSpc>
              <a:spcBef>
                <a:spcPts val="0"/>
              </a:spcBef>
              <a:spcAft>
                <a:spcPts val="0"/>
              </a:spcAft>
              <a:buClr>
                <a:schemeClr val="lt1"/>
              </a:buClr>
              <a:buSzPts val="2000"/>
              <a:buNone/>
              <a:defRPr sz="2667">
                <a:solidFill>
                  <a:schemeClr val="lt1"/>
                </a:solidFill>
              </a:defRPr>
            </a:lvl9pPr>
          </a:lstStyle>
          <a:p>
            <a:endParaRPr/>
          </a:p>
        </p:txBody>
      </p:sp>
      <p:sp>
        <p:nvSpPr>
          <p:cNvPr id="479" name="Google Shape;479;p38"/>
          <p:cNvSpPr/>
          <p:nvPr/>
        </p:nvSpPr>
        <p:spPr>
          <a:xfrm>
            <a:off x="11792595" y="6494883"/>
            <a:ext cx="304800" cy="306000"/>
          </a:xfrm>
          <a:prstGeom prst="ellipse">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US" sz="933" b="0" i="0" u="none" strike="noStrike" cap="none">
                <a:solidFill>
                  <a:schemeClr val="lt1"/>
                </a:solidFill>
                <a:latin typeface="Calibri"/>
                <a:ea typeface="Calibri"/>
                <a:cs typeface="Calibri"/>
                <a:sym typeface="Calibri"/>
              </a:rPr>
              <a:pPr marL="0" marR="0" lvl="0" indent="0" algn="r" rtl="0">
                <a:lnSpc>
                  <a:spcPct val="100000"/>
                </a:lnSpc>
                <a:spcBef>
                  <a:spcPts val="0"/>
                </a:spcBef>
                <a:spcAft>
                  <a:spcPts val="0"/>
                </a:spcAft>
                <a:buClr>
                  <a:srgbClr val="000000"/>
                </a:buClr>
                <a:buSzPts val="700"/>
                <a:buFont typeface="Arial"/>
                <a:buNone/>
              </a:pPr>
              <a:t>‹#›</a:t>
            </a:fld>
            <a:endParaRPr sz="933" b="0" i="0" u="none" strike="noStrike" cap="none" dirty="0">
              <a:solidFill>
                <a:schemeClr val="lt1"/>
              </a:solidFill>
              <a:latin typeface="Calibri"/>
              <a:ea typeface="Calibri"/>
              <a:cs typeface="Calibri"/>
              <a:sym typeface="Calibri"/>
            </a:endParaRPr>
          </a:p>
        </p:txBody>
      </p:sp>
      <p:sp>
        <p:nvSpPr>
          <p:cNvPr id="480" name="Google Shape;480;p38"/>
          <p:cNvSpPr/>
          <p:nvPr/>
        </p:nvSpPr>
        <p:spPr>
          <a:xfrm>
            <a:off x="3" y="1"/>
            <a:ext cx="301543" cy="347263"/>
          </a:xfrm>
          <a:custGeom>
            <a:avLst/>
            <a:gdLst/>
            <a:ahLst/>
            <a:cxnLst/>
            <a:rect l="l" t="t" r="r" b="b"/>
            <a:pathLst>
              <a:path w="1675237" h="1929234" extrusionOk="0">
                <a:moveTo>
                  <a:pt x="461556" y="1897854"/>
                </a:moveTo>
                <a:lnTo>
                  <a:pt x="469774" y="1899513"/>
                </a:lnTo>
                <a:lnTo>
                  <a:pt x="443985" y="1904118"/>
                </a:lnTo>
                <a:lnTo>
                  <a:pt x="449737" y="1900240"/>
                </a:lnTo>
                <a:cubicBezTo>
                  <a:pt x="453370" y="1898704"/>
                  <a:pt x="457364" y="1897854"/>
                  <a:pt x="461556" y="1897854"/>
                </a:cubicBezTo>
                <a:close/>
                <a:moveTo>
                  <a:pt x="389002" y="1897854"/>
                </a:moveTo>
                <a:cubicBezTo>
                  <a:pt x="397386" y="1897854"/>
                  <a:pt x="404977" y="1901253"/>
                  <a:pt x="410472" y="1906747"/>
                </a:cubicBezTo>
                <a:lnTo>
                  <a:pt x="411766" y="1909872"/>
                </a:lnTo>
                <a:lnTo>
                  <a:pt x="400388" y="1911904"/>
                </a:lnTo>
                <a:lnTo>
                  <a:pt x="363451" y="1916598"/>
                </a:lnTo>
                <a:lnTo>
                  <a:pt x="367531" y="1906747"/>
                </a:lnTo>
                <a:cubicBezTo>
                  <a:pt x="373026" y="1901253"/>
                  <a:pt x="380617" y="1897854"/>
                  <a:pt x="389002" y="1897854"/>
                </a:cubicBezTo>
                <a:close/>
                <a:moveTo>
                  <a:pt x="316447" y="1897854"/>
                </a:moveTo>
                <a:cubicBezTo>
                  <a:pt x="324832" y="1897854"/>
                  <a:pt x="332422" y="1901253"/>
                  <a:pt x="337917" y="1906747"/>
                </a:cubicBezTo>
                <a:lnTo>
                  <a:pt x="343070" y="1919187"/>
                </a:lnTo>
                <a:lnTo>
                  <a:pt x="325117" y="1921469"/>
                </a:lnTo>
                <a:lnTo>
                  <a:pt x="287700" y="1924314"/>
                </a:lnTo>
                <a:lnTo>
                  <a:pt x="294977" y="1906747"/>
                </a:lnTo>
                <a:cubicBezTo>
                  <a:pt x="300471" y="1901253"/>
                  <a:pt x="308062" y="1897854"/>
                  <a:pt x="316447" y="1897854"/>
                </a:cubicBezTo>
                <a:close/>
                <a:moveTo>
                  <a:pt x="243892" y="1897854"/>
                </a:moveTo>
                <a:cubicBezTo>
                  <a:pt x="252277" y="1897854"/>
                  <a:pt x="259868" y="1901253"/>
                  <a:pt x="265363" y="1906747"/>
                </a:cubicBezTo>
                <a:lnTo>
                  <a:pt x="273099" y="1925425"/>
                </a:lnTo>
                <a:lnTo>
                  <a:pt x="248735" y="1927277"/>
                </a:lnTo>
                <a:lnTo>
                  <a:pt x="213550" y="1928167"/>
                </a:lnTo>
                <a:lnTo>
                  <a:pt x="222422" y="1906747"/>
                </a:lnTo>
                <a:cubicBezTo>
                  <a:pt x="227917" y="1901253"/>
                  <a:pt x="235508" y="1897854"/>
                  <a:pt x="243892" y="1897854"/>
                </a:cubicBezTo>
                <a:close/>
                <a:moveTo>
                  <a:pt x="171339" y="1897854"/>
                </a:moveTo>
                <a:cubicBezTo>
                  <a:pt x="188107" y="1897854"/>
                  <a:pt x="201701" y="1911448"/>
                  <a:pt x="201701" y="1928218"/>
                </a:cubicBezTo>
                <a:lnTo>
                  <a:pt x="201597" y="1928469"/>
                </a:lnTo>
                <a:lnTo>
                  <a:pt x="171336" y="1929234"/>
                </a:lnTo>
                <a:lnTo>
                  <a:pt x="141087" y="1928469"/>
                </a:lnTo>
                <a:lnTo>
                  <a:pt x="140982" y="1928218"/>
                </a:lnTo>
                <a:cubicBezTo>
                  <a:pt x="140982" y="1911448"/>
                  <a:pt x="154577" y="1897854"/>
                  <a:pt x="171339" y="1897854"/>
                </a:cubicBezTo>
                <a:close/>
                <a:moveTo>
                  <a:pt x="98792" y="1897854"/>
                </a:moveTo>
                <a:cubicBezTo>
                  <a:pt x="107177" y="1897854"/>
                  <a:pt x="114768" y="1901253"/>
                  <a:pt x="120263" y="1906747"/>
                </a:cubicBezTo>
                <a:lnTo>
                  <a:pt x="129135" y="1928167"/>
                </a:lnTo>
                <a:lnTo>
                  <a:pt x="93938" y="1927277"/>
                </a:lnTo>
                <a:lnTo>
                  <a:pt x="69586" y="1925425"/>
                </a:lnTo>
                <a:lnTo>
                  <a:pt x="77322" y="1906747"/>
                </a:lnTo>
                <a:cubicBezTo>
                  <a:pt x="82817" y="1901253"/>
                  <a:pt x="90408" y="1897854"/>
                  <a:pt x="98792" y="1897854"/>
                </a:cubicBezTo>
                <a:close/>
                <a:moveTo>
                  <a:pt x="26239" y="1897854"/>
                </a:moveTo>
                <a:cubicBezTo>
                  <a:pt x="34623" y="1897854"/>
                  <a:pt x="42214" y="1901253"/>
                  <a:pt x="47709" y="1906747"/>
                </a:cubicBezTo>
                <a:lnTo>
                  <a:pt x="54985" y="1924315"/>
                </a:lnTo>
                <a:lnTo>
                  <a:pt x="17556" y="1921469"/>
                </a:lnTo>
                <a:lnTo>
                  <a:pt x="0" y="1919238"/>
                </a:lnTo>
                <a:lnTo>
                  <a:pt x="0" y="1918259"/>
                </a:lnTo>
                <a:lnTo>
                  <a:pt x="4768" y="1906747"/>
                </a:lnTo>
                <a:cubicBezTo>
                  <a:pt x="10263" y="1901253"/>
                  <a:pt x="17854" y="1897854"/>
                  <a:pt x="26239" y="1897854"/>
                </a:cubicBezTo>
                <a:close/>
                <a:moveTo>
                  <a:pt x="679220" y="1817400"/>
                </a:moveTo>
                <a:cubicBezTo>
                  <a:pt x="687604" y="1817400"/>
                  <a:pt x="695195" y="1820799"/>
                  <a:pt x="700690" y="1826293"/>
                </a:cubicBezTo>
                <a:lnTo>
                  <a:pt x="702587" y="1830873"/>
                </a:lnTo>
                <a:lnTo>
                  <a:pt x="649855" y="1850174"/>
                </a:lnTo>
                <a:lnTo>
                  <a:pt x="648856" y="1847763"/>
                </a:lnTo>
                <a:cubicBezTo>
                  <a:pt x="648856" y="1830994"/>
                  <a:pt x="662450" y="1817400"/>
                  <a:pt x="679220" y="1817400"/>
                </a:cubicBezTo>
                <a:close/>
                <a:moveTo>
                  <a:pt x="606665" y="1817400"/>
                </a:moveTo>
                <a:cubicBezTo>
                  <a:pt x="623435" y="1817400"/>
                  <a:pt x="637029" y="1830994"/>
                  <a:pt x="637029" y="1847763"/>
                </a:cubicBezTo>
                <a:lnTo>
                  <a:pt x="633560" y="1856138"/>
                </a:lnTo>
                <a:lnTo>
                  <a:pt x="618594" y="1861615"/>
                </a:lnTo>
                <a:lnTo>
                  <a:pt x="587142" y="1870547"/>
                </a:lnTo>
                <a:lnTo>
                  <a:pt x="585195" y="1869234"/>
                </a:lnTo>
                <a:cubicBezTo>
                  <a:pt x="579700" y="1863739"/>
                  <a:pt x="576302" y="1856148"/>
                  <a:pt x="576302" y="1847763"/>
                </a:cubicBezTo>
                <a:cubicBezTo>
                  <a:pt x="576302" y="1830994"/>
                  <a:pt x="589896" y="1817400"/>
                  <a:pt x="606665" y="1817400"/>
                </a:cubicBezTo>
                <a:close/>
                <a:moveTo>
                  <a:pt x="534111" y="1817400"/>
                </a:moveTo>
                <a:cubicBezTo>
                  <a:pt x="550880" y="1817400"/>
                  <a:pt x="564474" y="1830994"/>
                  <a:pt x="564474" y="1847763"/>
                </a:cubicBezTo>
                <a:cubicBezTo>
                  <a:pt x="564474" y="1864533"/>
                  <a:pt x="550880" y="1878127"/>
                  <a:pt x="534111" y="1878127"/>
                </a:cubicBezTo>
                <a:cubicBezTo>
                  <a:pt x="517341" y="1878127"/>
                  <a:pt x="503747" y="1864533"/>
                  <a:pt x="503747" y="1847763"/>
                </a:cubicBezTo>
                <a:cubicBezTo>
                  <a:pt x="503747" y="1830994"/>
                  <a:pt x="517341" y="1817400"/>
                  <a:pt x="534111" y="1817400"/>
                </a:cubicBezTo>
                <a:close/>
                <a:moveTo>
                  <a:pt x="461556" y="1817400"/>
                </a:moveTo>
                <a:cubicBezTo>
                  <a:pt x="478326" y="1817400"/>
                  <a:pt x="491920" y="1830994"/>
                  <a:pt x="491920" y="1847763"/>
                </a:cubicBezTo>
                <a:cubicBezTo>
                  <a:pt x="491920" y="1864533"/>
                  <a:pt x="478326" y="1878127"/>
                  <a:pt x="461556" y="1878127"/>
                </a:cubicBezTo>
                <a:cubicBezTo>
                  <a:pt x="444787" y="1878127"/>
                  <a:pt x="431192" y="1864533"/>
                  <a:pt x="431192" y="1847763"/>
                </a:cubicBezTo>
                <a:cubicBezTo>
                  <a:pt x="431192" y="1830994"/>
                  <a:pt x="444787" y="1817400"/>
                  <a:pt x="461556" y="1817400"/>
                </a:cubicBezTo>
                <a:close/>
                <a:moveTo>
                  <a:pt x="389002" y="1817400"/>
                </a:moveTo>
                <a:cubicBezTo>
                  <a:pt x="405771" y="1817400"/>
                  <a:pt x="419365" y="1830994"/>
                  <a:pt x="419365" y="1847763"/>
                </a:cubicBezTo>
                <a:cubicBezTo>
                  <a:pt x="419365" y="1864533"/>
                  <a:pt x="405771" y="1878127"/>
                  <a:pt x="389002" y="1878127"/>
                </a:cubicBezTo>
                <a:cubicBezTo>
                  <a:pt x="372232" y="1878127"/>
                  <a:pt x="358638" y="1864533"/>
                  <a:pt x="358638" y="1847763"/>
                </a:cubicBezTo>
                <a:cubicBezTo>
                  <a:pt x="358638" y="1830994"/>
                  <a:pt x="372232" y="1817400"/>
                  <a:pt x="389002" y="1817400"/>
                </a:cubicBezTo>
                <a:close/>
                <a:moveTo>
                  <a:pt x="316447" y="1817400"/>
                </a:moveTo>
                <a:cubicBezTo>
                  <a:pt x="333216" y="1817400"/>
                  <a:pt x="346810" y="1830994"/>
                  <a:pt x="346810" y="1847763"/>
                </a:cubicBezTo>
                <a:cubicBezTo>
                  <a:pt x="346810" y="1864533"/>
                  <a:pt x="333216" y="1878127"/>
                  <a:pt x="316447" y="1878127"/>
                </a:cubicBezTo>
                <a:cubicBezTo>
                  <a:pt x="299677" y="1878127"/>
                  <a:pt x="286084" y="1864533"/>
                  <a:pt x="286084" y="1847763"/>
                </a:cubicBezTo>
                <a:cubicBezTo>
                  <a:pt x="286084" y="1830994"/>
                  <a:pt x="299677" y="1817400"/>
                  <a:pt x="316447" y="1817400"/>
                </a:cubicBezTo>
                <a:close/>
                <a:moveTo>
                  <a:pt x="243892" y="1817400"/>
                </a:moveTo>
                <a:cubicBezTo>
                  <a:pt x="260662" y="1817400"/>
                  <a:pt x="274256" y="1830994"/>
                  <a:pt x="274256" y="1847763"/>
                </a:cubicBezTo>
                <a:cubicBezTo>
                  <a:pt x="274256" y="1864533"/>
                  <a:pt x="260662" y="1878127"/>
                  <a:pt x="243892" y="1878127"/>
                </a:cubicBezTo>
                <a:cubicBezTo>
                  <a:pt x="227123" y="1878127"/>
                  <a:pt x="213529" y="1864533"/>
                  <a:pt x="213529" y="1847763"/>
                </a:cubicBezTo>
                <a:cubicBezTo>
                  <a:pt x="213529" y="1830994"/>
                  <a:pt x="227123" y="1817400"/>
                  <a:pt x="243892" y="1817400"/>
                </a:cubicBezTo>
                <a:close/>
                <a:moveTo>
                  <a:pt x="171339" y="1817400"/>
                </a:moveTo>
                <a:cubicBezTo>
                  <a:pt x="188107" y="1817400"/>
                  <a:pt x="201701" y="1830994"/>
                  <a:pt x="201701" y="1847763"/>
                </a:cubicBezTo>
                <a:cubicBezTo>
                  <a:pt x="201701" y="1864533"/>
                  <a:pt x="188107" y="1878127"/>
                  <a:pt x="171339" y="1878127"/>
                </a:cubicBezTo>
                <a:cubicBezTo>
                  <a:pt x="154583" y="1878127"/>
                  <a:pt x="140989" y="1864533"/>
                  <a:pt x="140989" y="1847763"/>
                </a:cubicBezTo>
                <a:cubicBezTo>
                  <a:pt x="140989" y="1830994"/>
                  <a:pt x="154583" y="1817400"/>
                  <a:pt x="171339" y="1817400"/>
                </a:cubicBezTo>
                <a:close/>
                <a:moveTo>
                  <a:pt x="98799" y="1817400"/>
                </a:moveTo>
                <a:cubicBezTo>
                  <a:pt x="115568" y="1817400"/>
                  <a:pt x="129162" y="1830994"/>
                  <a:pt x="129162" y="1847763"/>
                </a:cubicBezTo>
                <a:cubicBezTo>
                  <a:pt x="129162" y="1864533"/>
                  <a:pt x="115568" y="1878127"/>
                  <a:pt x="98799" y="1878127"/>
                </a:cubicBezTo>
                <a:cubicBezTo>
                  <a:pt x="82029" y="1878127"/>
                  <a:pt x="68435" y="1864533"/>
                  <a:pt x="68435" y="1847763"/>
                </a:cubicBezTo>
                <a:cubicBezTo>
                  <a:pt x="68435" y="1830994"/>
                  <a:pt x="82029" y="1817400"/>
                  <a:pt x="98799" y="1817400"/>
                </a:cubicBezTo>
                <a:close/>
                <a:moveTo>
                  <a:pt x="26245" y="1817400"/>
                </a:moveTo>
                <a:cubicBezTo>
                  <a:pt x="43014" y="1817400"/>
                  <a:pt x="56608" y="1830994"/>
                  <a:pt x="56608" y="1847763"/>
                </a:cubicBezTo>
                <a:cubicBezTo>
                  <a:pt x="56608" y="1864533"/>
                  <a:pt x="43014" y="1878127"/>
                  <a:pt x="26245" y="1878127"/>
                </a:cubicBezTo>
                <a:cubicBezTo>
                  <a:pt x="17860" y="1878127"/>
                  <a:pt x="10269" y="1874729"/>
                  <a:pt x="4775" y="1869234"/>
                </a:cubicBezTo>
                <a:lnTo>
                  <a:pt x="0" y="1857707"/>
                </a:lnTo>
                <a:lnTo>
                  <a:pt x="0" y="1837819"/>
                </a:lnTo>
                <a:lnTo>
                  <a:pt x="4775" y="1826293"/>
                </a:lnTo>
                <a:cubicBezTo>
                  <a:pt x="10269" y="1820799"/>
                  <a:pt x="17860" y="1817400"/>
                  <a:pt x="26245" y="1817400"/>
                </a:cubicBezTo>
                <a:close/>
                <a:moveTo>
                  <a:pt x="896883" y="1736948"/>
                </a:moveTo>
                <a:lnTo>
                  <a:pt x="903696" y="1738324"/>
                </a:lnTo>
                <a:lnTo>
                  <a:pt x="888255" y="1747704"/>
                </a:lnTo>
                <a:lnTo>
                  <a:pt x="871248" y="1755896"/>
                </a:lnTo>
                <a:lnTo>
                  <a:pt x="875413" y="1745841"/>
                </a:lnTo>
                <a:cubicBezTo>
                  <a:pt x="880908" y="1740347"/>
                  <a:pt x="888499" y="1736948"/>
                  <a:pt x="896883" y="1736948"/>
                </a:cubicBezTo>
                <a:close/>
                <a:moveTo>
                  <a:pt x="824329" y="1736948"/>
                </a:moveTo>
                <a:cubicBezTo>
                  <a:pt x="832714" y="1736948"/>
                  <a:pt x="840304" y="1740347"/>
                  <a:pt x="845799" y="1745841"/>
                </a:cubicBezTo>
                <a:lnTo>
                  <a:pt x="853504" y="1764444"/>
                </a:lnTo>
                <a:lnTo>
                  <a:pt x="802910" y="1788817"/>
                </a:lnTo>
                <a:lnTo>
                  <a:pt x="802858" y="1788782"/>
                </a:lnTo>
                <a:cubicBezTo>
                  <a:pt x="797364" y="1783287"/>
                  <a:pt x="793965" y="1775696"/>
                  <a:pt x="793965" y="1767312"/>
                </a:cubicBezTo>
                <a:cubicBezTo>
                  <a:pt x="793965" y="1750542"/>
                  <a:pt x="807559" y="1736948"/>
                  <a:pt x="824329" y="1736948"/>
                </a:cubicBezTo>
                <a:close/>
                <a:moveTo>
                  <a:pt x="751774" y="1736948"/>
                </a:moveTo>
                <a:cubicBezTo>
                  <a:pt x="768544" y="1736948"/>
                  <a:pt x="782138" y="1750542"/>
                  <a:pt x="782138" y="1767312"/>
                </a:cubicBezTo>
                <a:cubicBezTo>
                  <a:pt x="782138" y="1784081"/>
                  <a:pt x="768544" y="1797675"/>
                  <a:pt x="751774" y="1797675"/>
                </a:cubicBezTo>
                <a:cubicBezTo>
                  <a:pt x="735005" y="1797675"/>
                  <a:pt x="721411" y="1784081"/>
                  <a:pt x="721411" y="1767312"/>
                </a:cubicBezTo>
                <a:cubicBezTo>
                  <a:pt x="721411" y="1750542"/>
                  <a:pt x="735005" y="1736948"/>
                  <a:pt x="751774" y="1736948"/>
                </a:cubicBezTo>
                <a:close/>
                <a:moveTo>
                  <a:pt x="679220" y="1736948"/>
                </a:moveTo>
                <a:cubicBezTo>
                  <a:pt x="695989" y="1736948"/>
                  <a:pt x="709583" y="1750542"/>
                  <a:pt x="709583" y="1767312"/>
                </a:cubicBezTo>
                <a:cubicBezTo>
                  <a:pt x="709583" y="1784081"/>
                  <a:pt x="695989" y="1797675"/>
                  <a:pt x="679220" y="1797675"/>
                </a:cubicBezTo>
                <a:cubicBezTo>
                  <a:pt x="662450" y="1797675"/>
                  <a:pt x="648856" y="1784081"/>
                  <a:pt x="648856" y="1767312"/>
                </a:cubicBezTo>
                <a:cubicBezTo>
                  <a:pt x="648856" y="1750542"/>
                  <a:pt x="662450" y="1736948"/>
                  <a:pt x="679220" y="1736948"/>
                </a:cubicBezTo>
                <a:close/>
                <a:moveTo>
                  <a:pt x="606665" y="1736948"/>
                </a:moveTo>
                <a:cubicBezTo>
                  <a:pt x="623435" y="1736948"/>
                  <a:pt x="637029" y="1750542"/>
                  <a:pt x="637029" y="1767312"/>
                </a:cubicBezTo>
                <a:cubicBezTo>
                  <a:pt x="637029" y="1784081"/>
                  <a:pt x="623435" y="1797675"/>
                  <a:pt x="606665" y="1797675"/>
                </a:cubicBezTo>
                <a:cubicBezTo>
                  <a:pt x="589896" y="1797675"/>
                  <a:pt x="576302" y="1784081"/>
                  <a:pt x="576302" y="1767312"/>
                </a:cubicBezTo>
                <a:cubicBezTo>
                  <a:pt x="576302" y="1750542"/>
                  <a:pt x="589896" y="1736948"/>
                  <a:pt x="606665" y="1736948"/>
                </a:cubicBezTo>
                <a:close/>
                <a:moveTo>
                  <a:pt x="534111" y="1736948"/>
                </a:moveTo>
                <a:cubicBezTo>
                  <a:pt x="550880" y="1736948"/>
                  <a:pt x="564474" y="1750542"/>
                  <a:pt x="564474" y="1767312"/>
                </a:cubicBezTo>
                <a:cubicBezTo>
                  <a:pt x="564474" y="1784081"/>
                  <a:pt x="550880" y="1797675"/>
                  <a:pt x="534111" y="1797675"/>
                </a:cubicBezTo>
                <a:cubicBezTo>
                  <a:pt x="517341" y="1797675"/>
                  <a:pt x="503747" y="1784081"/>
                  <a:pt x="503747" y="1767312"/>
                </a:cubicBezTo>
                <a:cubicBezTo>
                  <a:pt x="503747" y="1750542"/>
                  <a:pt x="517341" y="1736948"/>
                  <a:pt x="534111" y="1736948"/>
                </a:cubicBezTo>
                <a:close/>
                <a:moveTo>
                  <a:pt x="461556" y="1736948"/>
                </a:moveTo>
                <a:cubicBezTo>
                  <a:pt x="478326" y="1736948"/>
                  <a:pt x="491920" y="1750542"/>
                  <a:pt x="491920" y="1767312"/>
                </a:cubicBezTo>
                <a:cubicBezTo>
                  <a:pt x="491920" y="1784081"/>
                  <a:pt x="478326" y="1797675"/>
                  <a:pt x="461556" y="1797675"/>
                </a:cubicBezTo>
                <a:cubicBezTo>
                  <a:pt x="444787" y="1797675"/>
                  <a:pt x="431192" y="1784081"/>
                  <a:pt x="431192" y="1767312"/>
                </a:cubicBezTo>
                <a:cubicBezTo>
                  <a:pt x="431192" y="1750542"/>
                  <a:pt x="444787" y="1736948"/>
                  <a:pt x="461556" y="1736948"/>
                </a:cubicBezTo>
                <a:close/>
                <a:moveTo>
                  <a:pt x="389002" y="1736948"/>
                </a:moveTo>
                <a:cubicBezTo>
                  <a:pt x="405771" y="1736948"/>
                  <a:pt x="419365" y="1750542"/>
                  <a:pt x="419365" y="1767312"/>
                </a:cubicBezTo>
                <a:cubicBezTo>
                  <a:pt x="419365" y="1784081"/>
                  <a:pt x="405771" y="1797675"/>
                  <a:pt x="389002" y="1797675"/>
                </a:cubicBezTo>
                <a:cubicBezTo>
                  <a:pt x="372232" y="1797675"/>
                  <a:pt x="358638" y="1784081"/>
                  <a:pt x="358638" y="1767312"/>
                </a:cubicBezTo>
                <a:cubicBezTo>
                  <a:pt x="358638" y="1750542"/>
                  <a:pt x="372232" y="1736948"/>
                  <a:pt x="389002" y="1736948"/>
                </a:cubicBezTo>
                <a:close/>
                <a:moveTo>
                  <a:pt x="316447" y="1736948"/>
                </a:moveTo>
                <a:cubicBezTo>
                  <a:pt x="333216" y="1736948"/>
                  <a:pt x="346810" y="1750542"/>
                  <a:pt x="346810" y="1767312"/>
                </a:cubicBezTo>
                <a:cubicBezTo>
                  <a:pt x="346810" y="1784081"/>
                  <a:pt x="333216" y="1797675"/>
                  <a:pt x="316447" y="1797675"/>
                </a:cubicBezTo>
                <a:cubicBezTo>
                  <a:pt x="299677" y="1797675"/>
                  <a:pt x="286084" y="1784081"/>
                  <a:pt x="286084" y="1767312"/>
                </a:cubicBezTo>
                <a:cubicBezTo>
                  <a:pt x="286084" y="1750542"/>
                  <a:pt x="299677" y="1736948"/>
                  <a:pt x="316447" y="1736948"/>
                </a:cubicBezTo>
                <a:close/>
                <a:moveTo>
                  <a:pt x="243892" y="1736948"/>
                </a:moveTo>
                <a:cubicBezTo>
                  <a:pt x="260662" y="1736948"/>
                  <a:pt x="274256" y="1750542"/>
                  <a:pt x="274256" y="1767312"/>
                </a:cubicBezTo>
                <a:cubicBezTo>
                  <a:pt x="274256" y="1784081"/>
                  <a:pt x="260662" y="1797675"/>
                  <a:pt x="243892" y="1797675"/>
                </a:cubicBezTo>
                <a:cubicBezTo>
                  <a:pt x="227123" y="1797675"/>
                  <a:pt x="213529" y="1784081"/>
                  <a:pt x="213529" y="1767312"/>
                </a:cubicBezTo>
                <a:cubicBezTo>
                  <a:pt x="213529" y="1750542"/>
                  <a:pt x="227123" y="1736948"/>
                  <a:pt x="243892" y="1736948"/>
                </a:cubicBezTo>
                <a:close/>
                <a:moveTo>
                  <a:pt x="171339" y="1736948"/>
                </a:moveTo>
                <a:cubicBezTo>
                  <a:pt x="188107" y="1736948"/>
                  <a:pt x="201701" y="1750542"/>
                  <a:pt x="201701" y="1767312"/>
                </a:cubicBezTo>
                <a:cubicBezTo>
                  <a:pt x="201701" y="1784081"/>
                  <a:pt x="188107" y="1797675"/>
                  <a:pt x="171339" y="1797675"/>
                </a:cubicBezTo>
                <a:cubicBezTo>
                  <a:pt x="154588" y="1797675"/>
                  <a:pt x="140995" y="1784081"/>
                  <a:pt x="140995" y="1767312"/>
                </a:cubicBezTo>
                <a:cubicBezTo>
                  <a:pt x="140995" y="1750542"/>
                  <a:pt x="154588" y="1736948"/>
                  <a:pt x="171339" y="1736948"/>
                </a:cubicBezTo>
                <a:close/>
                <a:moveTo>
                  <a:pt x="98806" y="1736948"/>
                </a:moveTo>
                <a:cubicBezTo>
                  <a:pt x="115574" y="1736948"/>
                  <a:pt x="129168" y="1750542"/>
                  <a:pt x="129168" y="1767312"/>
                </a:cubicBezTo>
                <a:cubicBezTo>
                  <a:pt x="129168" y="1784081"/>
                  <a:pt x="115574" y="1797675"/>
                  <a:pt x="98806" y="1797675"/>
                </a:cubicBezTo>
                <a:cubicBezTo>
                  <a:pt x="82035" y="1797675"/>
                  <a:pt x="68442" y="1784081"/>
                  <a:pt x="68442" y="1767312"/>
                </a:cubicBezTo>
                <a:cubicBezTo>
                  <a:pt x="68442" y="1750542"/>
                  <a:pt x="82035" y="1736948"/>
                  <a:pt x="98806" y="1736948"/>
                </a:cubicBezTo>
                <a:close/>
                <a:moveTo>
                  <a:pt x="26251" y="1736948"/>
                </a:moveTo>
                <a:cubicBezTo>
                  <a:pt x="43020" y="1736948"/>
                  <a:pt x="56614" y="1750542"/>
                  <a:pt x="56614" y="1767312"/>
                </a:cubicBezTo>
                <a:cubicBezTo>
                  <a:pt x="56614" y="1784081"/>
                  <a:pt x="43020" y="1797675"/>
                  <a:pt x="26251" y="1797675"/>
                </a:cubicBezTo>
                <a:cubicBezTo>
                  <a:pt x="17866" y="1797675"/>
                  <a:pt x="10276" y="1794277"/>
                  <a:pt x="4781" y="1788782"/>
                </a:cubicBezTo>
                <a:lnTo>
                  <a:pt x="0" y="1777239"/>
                </a:lnTo>
                <a:lnTo>
                  <a:pt x="0" y="1757384"/>
                </a:lnTo>
                <a:lnTo>
                  <a:pt x="4781" y="1745841"/>
                </a:lnTo>
                <a:cubicBezTo>
                  <a:pt x="10276" y="1740347"/>
                  <a:pt x="17866" y="1736948"/>
                  <a:pt x="26251" y="1736948"/>
                </a:cubicBezTo>
                <a:close/>
                <a:moveTo>
                  <a:pt x="1030341" y="1658849"/>
                </a:moveTo>
                <a:lnTo>
                  <a:pt x="1020041" y="1666551"/>
                </a:lnTo>
                <a:lnTo>
                  <a:pt x="1020522" y="1665390"/>
                </a:lnTo>
                <a:cubicBezTo>
                  <a:pt x="1023269" y="1662642"/>
                  <a:pt x="1026541" y="1660419"/>
                  <a:pt x="1030173" y="1658883"/>
                </a:cubicBezTo>
                <a:close/>
                <a:moveTo>
                  <a:pt x="969438" y="1656497"/>
                </a:moveTo>
                <a:cubicBezTo>
                  <a:pt x="977823" y="1656497"/>
                  <a:pt x="985413" y="1659895"/>
                  <a:pt x="990908" y="1665390"/>
                </a:cubicBezTo>
                <a:lnTo>
                  <a:pt x="997511" y="1681329"/>
                </a:lnTo>
                <a:lnTo>
                  <a:pt x="950384" y="1709959"/>
                </a:lnTo>
                <a:lnTo>
                  <a:pt x="947968" y="1708330"/>
                </a:lnTo>
                <a:cubicBezTo>
                  <a:pt x="942473" y="1702836"/>
                  <a:pt x="939075" y="1695245"/>
                  <a:pt x="939075" y="1686860"/>
                </a:cubicBezTo>
                <a:cubicBezTo>
                  <a:pt x="939075" y="1670091"/>
                  <a:pt x="952669" y="1656497"/>
                  <a:pt x="969438" y="1656497"/>
                </a:cubicBezTo>
                <a:close/>
                <a:moveTo>
                  <a:pt x="896883" y="1656497"/>
                </a:moveTo>
                <a:cubicBezTo>
                  <a:pt x="913653" y="1656497"/>
                  <a:pt x="927247" y="1670091"/>
                  <a:pt x="927247" y="1686860"/>
                </a:cubicBezTo>
                <a:cubicBezTo>
                  <a:pt x="927247" y="1703630"/>
                  <a:pt x="913653" y="1717224"/>
                  <a:pt x="896883" y="1717224"/>
                </a:cubicBezTo>
                <a:cubicBezTo>
                  <a:pt x="880114" y="1717224"/>
                  <a:pt x="866520" y="1703630"/>
                  <a:pt x="866520" y="1686860"/>
                </a:cubicBezTo>
                <a:cubicBezTo>
                  <a:pt x="866520" y="1670091"/>
                  <a:pt x="880114" y="1656497"/>
                  <a:pt x="896883" y="1656497"/>
                </a:cubicBezTo>
                <a:close/>
                <a:moveTo>
                  <a:pt x="824329" y="1656497"/>
                </a:moveTo>
                <a:cubicBezTo>
                  <a:pt x="841098" y="1656497"/>
                  <a:pt x="854692" y="1670091"/>
                  <a:pt x="854692" y="1686860"/>
                </a:cubicBezTo>
                <a:cubicBezTo>
                  <a:pt x="854692" y="1703630"/>
                  <a:pt x="841098" y="1717224"/>
                  <a:pt x="824329" y="1717224"/>
                </a:cubicBezTo>
                <a:cubicBezTo>
                  <a:pt x="807559" y="1717224"/>
                  <a:pt x="793965" y="1703630"/>
                  <a:pt x="793965" y="1686860"/>
                </a:cubicBezTo>
                <a:cubicBezTo>
                  <a:pt x="793965" y="1670091"/>
                  <a:pt x="807559" y="1656497"/>
                  <a:pt x="824329" y="1656497"/>
                </a:cubicBezTo>
                <a:close/>
                <a:moveTo>
                  <a:pt x="751774" y="1656497"/>
                </a:moveTo>
                <a:cubicBezTo>
                  <a:pt x="768544" y="1656497"/>
                  <a:pt x="782138" y="1670091"/>
                  <a:pt x="782138" y="1686860"/>
                </a:cubicBezTo>
                <a:cubicBezTo>
                  <a:pt x="782138" y="1703630"/>
                  <a:pt x="768544" y="1717224"/>
                  <a:pt x="751774" y="1717224"/>
                </a:cubicBezTo>
                <a:cubicBezTo>
                  <a:pt x="735005" y="1717224"/>
                  <a:pt x="721411" y="1703630"/>
                  <a:pt x="721411" y="1686860"/>
                </a:cubicBezTo>
                <a:cubicBezTo>
                  <a:pt x="721411" y="1670091"/>
                  <a:pt x="735005" y="1656497"/>
                  <a:pt x="751774" y="1656497"/>
                </a:cubicBezTo>
                <a:close/>
                <a:moveTo>
                  <a:pt x="679220" y="1656497"/>
                </a:moveTo>
                <a:cubicBezTo>
                  <a:pt x="695989" y="1656497"/>
                  <a:pt x="709583" y="1670091"/>
                  <a:pt x="709583" y="1686860"/>
                </a:cubicBezTo>
                <a:cubicBezTo>
                  <a:pt x="709583" y="1703630"/>
                  <a:pt x="695989" y="1717224"/>
                  <a:pt x="679220" y="1717224"/>
                </a:cubicBezTo>
                <a:cubicBezTo>
                  <a:pt x="662450" y="1717224"/>
                  <a:pt x="648856" y="1703630"/>
                  <a:pt x="648856" y="1686860"/>
                </a:cubicBezTo>
                <a:cubicBezTo>
                  <a:pt x="648856" y="1670091"/>
                  <a:pt x="662450" y="1656497"/>
                  <a:pt x="679220" y="1656497"/>
                </a:cubicBezTo>
                <a:close/>
                <a:moveTo>
                  <a:pt x="606665" y="1656497"/>
                </a:moveTo>
                <a:cubicBezTo>
                  <a:pt x="623435" y="1656497"/>
                  <a:pt x="637029" y="1670091"/>
                  <a:pt x="637029" y="1686860"/>
                </a:cubicBezTo>
                <a:cubicBezTo>
                  <a:pt x="637029" y="1703630"/>
                  <a:pt x="623435" y="1717224"/>
                  <a:pt x="606665" y="1717224"/>
                </a:cubicBezTo>
                <a:cubicBezTo>
                  <a:pt x="589896" y="1717224"/>
                  <a:pt x="576302" y="1703630"/>
                  <a:pt x="576302" y="1686860"/>
                </a:cubicBezTo>
                <a:cubicBezTo>
                  <a:pt x="576302" y="1670091"/>
                  <a:pt x="589896" y="1656497"/>
                  <a:pt x="606665" y="1656497"/>
                </a:cubicBezTo>
                <a:close/>
                <a:moveTo>
                  <a:pt x="534111" y="1656497"/>
                </a:moveTo>
                <a:cubicBezTo>
                  <a:pt x="550880" y="1656497"/>
                  <a:pt x="564474" y="1670091"/>
                  <a:pt x="564474" y="1686860"/>
                </a:cubicBezTo>
                <a:cubicBezTo>
                  <a:pt x="564474" y="1703630"/>
                  <a:pt x="550880" y="1717224"/>
                  <a:pt x="534111" y="1717224"/>
                </a:cubicBezTo>
                <a:cubicBezTo>
                  <a:pt x="517341" y="1717224"/>
                  <a:pt x="503747" y="1703630"/>
                  <a:pt x="503747" y="1686860"/>
                </a:cubicBezTo>
                <a:cubicBezTo>
                  <a:pt x="503747" y="1670091"/>
                  <a:pt x="517341" y="1656497"/>
                  <a:pt x="534111" y="1656497"/>
                </a:cubicBezTo>
                <a:close/>
                <a:moveTo>
                  <a:pt x="461556" y="1656497"/>
                </a:moveTo>
                <a:cubicBezTo>
                  <a:pt x="478326" y="1656497"/>
                  <a:pt x="491920" y="1670091"/>
                  <a:pt x="491920" y="1686860"/>
                </a:cubicBezTo>
                <a:cubicBezTo>
                  <a:pt x="491920" y="1703630"/>
                  <a:pt x="478326" y="1717224"/>
                  <a:pt x="461556" y="1717224"/>
                </a:cubicBezTo>
                <a:cubicBezTo>
                  <a:pt x="444787" y="1717224"/>
                  <a:pt x="431192" y="1703630"/>
                  <a:pt x="431192" y="1686860"/>
                </a:cubicBezTo>
                <a:cubicBezTo>
                  <a:pt x="431192" y="1670091"/>
                  <a:pt x="444787" y="1656497"/>
                  <a:pt x="461556" y="1656497"/>
                </a:cubicBezTo>
                <a:close/>
                <a:moveTo>
                  <a:pt x="389002" y="1656497"/>
                </a:moveTo>
                <a:cubicBezTo>
                  <a:pt x="405771" y="1656497"/>
                  <a:pt x="419365" y="1670091"/>
                  <a:pt x="419365" y="1686860"/>
                </a:cubicBezTo>
                <a:cubicBezTo>
                  <a:pt x="419365" y="1703630"/>
                  <a:pt x="405771" y="1717224"/>
                  <a:pt x="389002" y="1717224"/>
                </a:cubicBezTo>
                <a:cubicBezTo>
                  <a:pt x="372232" y="1717224"/>
                  <a:pt x="358638" y="1703630"/>
                  <a:pt x="358638" y="1686860"/>
                </a:cubicBezTo>
                <a:cubicBezTo>
                  <a:pt x="358638" y="1670091"/>
                  <a:pt x="372232" y="1656497"/>
                  <a:pt x="389002" y="1656497"/>
                </a:cubicBezTo>
                <a:close/>
                <a:moveTo>
                  <a:pt x="316447" y="1656497"/>
                </a:moveTo>
                <a:cubicBezTo>
                  <a:pt x="333216" y="1656497"/>
                  <a:pt x="346810" y="1670091"/>
                  <a:pt x="346810" y="1686860"/>
                </a:cubicBezTo>
                <a:cubicBezTo>
                  <a:pt x="346810" y="1703630"/>
                  <a:pt x="333216" y="1717224"/>
                  <a:pt x="316447" y="1717224"/>
                </a:cubicBezTo>
                <a:cubicBezTo>
                  <a:pt x="299677" y="1717224"/>
                  <a:pt x="286084" y="1703630"/>
                  <a:pt x="286084" y="1686860"/>
                </a:cubicBezTo>
                <a:cubicBezTo>
                  <a:pt x="286084" y="1670091"/>
                  <a:pt x="299677" y="1656497"/>
                  <a:pt x="316447" y="1656497"/>
                </a:cubicBezTo>
                <a:close/>
                <a:moveTo>
                  <a:pt x="243892" y="1656497"/>
                </a:moveTo>
                <a:cubicBezTo>
                  <a:pt x="260662" y="1656497"/>
                  <a:pt x="274256" y="1670091"/>
                  <a:pt x="274256" y="1686860"/>
                </a:cubicBezTo>
                <a:cubicBezTo>
                  <a:pt x="274256" y="1703630"/>
                  <a:pt x="260662" y="1717224"/>
                  <a:pt x="243892" y="1717224"/>
                </a:cubicBezTo>
                <a:cubicBezTo>
                  <a:pt x="227123" y="1717224"/>
                  <a:pt x="213529" y="1703630"/>
                  <a:pt x="213529" y="1686860"/>
                </a:cubicBezTo>
                <a:cubicBezTo>
                  <a:pt x="213529" y="1670091"/>
                  <a:pt x="227123" y="1656497"/>
                  <a:pt x="243892" y="1656497"/>
                </a:cubicBezTo>
                <a:close/>
                <a:moveTo>
                  <a:pt x="171339" y="1656497"/>
                </a:moveTo>
                <a:cubicBezTo>
                  <a:pt x="188107" y="1656497"/>
                  <a:pt x="201701" y="1670091"/>
                  <a:pt x="201701" y="1686860"/>
                </a:cubicBezTo>
                <a:cubicBezTo>
                  <a:pt x="201701" y="1703630"/>
                  <a:pt x="188107" y="1717224"/>
                  <a:pt x="171339" y="1717224"/>
                </a:cubicBezTo>
                <a:cubicBezTo>
                  <a:pt x="154594" y="1717224"/>
                  <a:pt x="141001" y="1703630"/>
                  <a:pt x="141001" y="1686860"/>
                </a:cubicBezTo>
                <a:cubicBezTo>
                  <a:pt x="141001" y="1670091"/>
                  <a:pt x="154594" y="1656497"/>
                  <a:pt x="171339" y="1656497"/>
                </a:cubicBezTo>
                <a:close/>
                <a:moveTo>
                  <a:pt x="98812" y="1656497"/>
                </a:moveTo>
                <a:cubicBezTo>
                  <a:pt x="115580" y="1656497"/>
                  <a:pt x="129174" y="1670091"/>
                  <a:pt x="129174" y="1686860"/>
                </a:cubicBezTo>
                <a:cubicBezTo>
                  <a:pt x="129174" y="1703630"/>
                  <a:pt x="115580" y="1717224"/>
                  <a:pt x="98812" y="1717224"/>
                </a:cubicBezTo>
                <a:cubicBezTo>
                  <a:pt x="82042" y="1717224"/>
                  <a:pt x="68448" y="1703630"/>
                  <a:pt x="68448" y="1686860"/>
                </a:cubicBezTo>
                <a:cubicBezTo>
                  <a:pt x="68448" y="1670091"/>
                  <a:pt x="82042" y="1656497"/>
                  <a:pt x="98812" y="1656497"/>
                </a:cubicBezTo>
                <a:close/>
                <a:moveTo>
                  <a:pt x="26257" y="1656497"/>
                </a:moveTo>
                <a:cubicBezTo>
                  <a:pt x="43026" y="1656497"/>
                  <a:pt x="56620" y="1670091"/>
                  <a:pt x="56620" y="1686860"/>
                </a:cubicBezTo>
                <a:cubicBezTo>
                  <a:pt x="56620" y="1703630"/>
                  <a:pt x="43026" y="1717224"/>
                  <a:pt x="26257" y="1717224"/>
                </a:cubicBezTo>
                <a:cubicBezTo>
                  <a:pt x="17873" y="1717224"/>
                  <a:pt x="10282" y="1713826"/>
                  <a:pt x="4787" y="1708331"/>
                </a:cubicBezTo>
                <a:lnTo>
                  <a:pt x="0" y="1696773"/>
                </a:lnTo>
                <a:lnTo>
                  <a:pt x="0" y="1676947"/>
                </a:lnTo>
                <a:lnTo>
                  <a:pt x="4787" y="1665390"/>
                </a:lnTo>
                <a:cubicBezTo>
                  <a:pt x="10282" y="1659896"/>
                  <a:pt x="17873" y="1656497"/>
                  <a:pt x="26257" y="1656497"/>
                </a:cubicBezTo>
                <a:close/>
                <a:moveTo>
                  <a:pt x="1114547" y="1576045"/>
                </a:moveTo>
                <a:cubicBezTo>
                  <a:pt x="1118739" y="1576045"/>
                  <a:pt x="1122733" y="1576894"/>
                  <a:pt x="1126366" y="1578431"/>
                </a:cubicBezTo>
                <a:lnTo>
                  <a:pt x="1131977" y="1582214"/>
                </a:lnTo>
                <a:lnTo>
                  <a:pt x="1128051" y="1585783"/>
                </a:lnTo>
                <a:lnTo>
                  <a:pt x="1088035" y="1615706"/>
                </a:lnTo>
                <a:lnTo>
                  <a:pt x="1084184" y="1606408"/>
                </a:lnTo>
                <a:cubicBezTo>
                  <a:pt x="1084184" y="1589639"/>
                  <a:pt x="1097778" y="1576045"/>
                  <a:pt x="1114547" y="1576045"/>
                </a:cubicBezTo>
                <a:close/>
                <a:moveTo>
                  <a:pt x="1041993" y="1576045"/>
                </a:moveTo>
                <a:cubicBezTo>
                  <a:pt x="1058762" y="1576045"/>
                  <a:pt x="1072356" y="1589639"/>
                  <a:pt x="1072356" y="1606408"/>
                </a:cubicBezTo>
                <a:cubicBezTo>
                  <a:pt x="1072356" y="1623178"/>
                  <a:pt x="1058762" y="1636772"/>
                  <a:pt x="1041993" y="1636772"/>
                </a:cubicBezTo>
                <a:cubicBezTo>
                  <a:pt x="1025223" y="1636772"/>
                  <a:pt x="1011629" y="1623178"/>
                  <a:pt x="1011629" y="1606408"/>
                </a:cubicBezTo>
                <a:cubicBezTo>
                  <a:pt x="1011629" y="1589639"/>
                  <a:pt x="1025223" y="1576045"/>
                  <a:pt x="1041993" y="1576045"/>
                </a:cubicBezTo>
                <a:close/>
                <a:moveTo>
                  <a:pt x="969438" y="1576045"/>
                </a:moveTo>
                <a:cubicBezTo>
                  <a:pt x="986208" y="1576045"/>
                  <a:pt x="999801" y="1589639"/>
                  <a:pt x="999801" y="1606408"/>
                </a:cubicBezTo>
                <a:cubicBezTo>
                  <a:pt x="999801" y="1623178"/>
                  <a:pt x="986208" y="1636772"/>
                  <a:pt x="969438" y="1636772"/>
                </a:cubicBezTo>
                <a:cubicBezTo>
                  <a:pt x="952669" y="1636772"/>
                  <a:pt x="939075" y="1623178"/>
                  <a:pt x="939075" y="1606408"/>
                </a:cubicBezTo>
                <a:cubicBezTo>
                  <a:pt x="939075" y="1589639"/>
                  <a:pt x="952669" y="1576045"/>
                  <a:pt x="969438" y="1576045"/>
                </a:cubicBezTo>
                <a:close/>
                <a:moveTo>
                  <a:pt x="896883" y="1576045"/>
                </a:moveTo>
                <a:cubicBezTo>
                  <a:pt x="913653" y="1576045"/>
                  <a:pt x="927247" y="1589639"/>
                  <a:pt x="927247" y="1606408"/>
                </a:cubicBezTo>
                <a:cubicBezTo>
                  <a:pt x="927247" y="1623178"/>
                  <a:pt x="913653" y="1636772"/>
                  <a:pt x="896883" y="1636772"/>
                </a:cubicBezTo>
                <a:cubicBezTo>
                  <a:pt x="880114" y="1636772"/>
                  <a:pt x="866520" y="1623178"/>
                  <a:pt x="866520" y="1606408"/>
                </a:cubicBezTo>
                <a:cubicBezTo>
                  <a:pt x="866520" y="1589639"/>
                  <a:pt x="880114" y="1576045"/>
                  <a:pt x="896883" y="1576045"/>
                </a:cubicBezTo>
                <a:close/>
                <a:moveTo>
                  <a:pt x="824329" y="1576045"/>
                </a:moveTo>
                <a:cubicBezTo>
                  <a:pt x="841098" y="1576045"/>
                  <a:pt x="854692" y="1589639"/>
                  <a:pt x="854692" y="1606408"/>
                </a:cubicBezTo>
                <a:cubicBezTo>
                  <a:pt x="854692" y="1623178"/>
                  <a:pt x="841098" y="1636772"/>
                  <a:pt x="824329" y="1636772"/>
                </a:cubicBezTo>
                <a:cubicBezTo>
                  <a:pt x="807559" y="1636772"/>
                  <a:pt x="793965" y="1623178"/>
                  <a:pt x="793965" y="1606408"/>
                </a:cubicBezTo>
                <a:cubicBezTo>
                  <a:pt x="793965" y="1589639"/>
                  <a:pt x="807559" y="1576045"/>
                  <a:pt x="824329" y="1576045"/>
                </a:cubicBezTo>
                <a:close/>
                <a:moveTo>
                  <a:pt x="751774" y="1576045"/>
                </a:moveTo>
                <a:cubicBezTo>
                  <a:pt x="768544" y="1576045"/>
                  <a:pt x="782138" y="1589639"/>
                  <a:pt x="782138" y="1606408"/>
                </a:cubicBezTo>
                <a:cubicBezTo>
                  <a:pt x="782138" y="1623178"/>
                  <a:pt x="768544" y="1636772"/>
                  <a:pt x="751774" y="1636772"/>
                </a:cubicBezTo>
                <a:cubicBezTo>
                  <a:pt x="735005" y="1636772"/>
                  <a:pt x="721411" y="1623178"/>
                  <a:pt x="721411" y="1606408"/>
                </a:cubicBezTo>
                <a:cubicBezTo>
                  <a:pt x="721411" y="1589639"/>
                  <a:pt x="735005" y="1576045"/>
                  <a:pt x="751774" y="1576045"/>
                </a:cubicBezTo>
                <a:close/>
                <a:moveTo>
                  <a:pt x="679220" y="1576045"/>
                </a:moveTo>
                <a:cubicBezTo>
                  <a:pt x="695989" y="1576045"/>
                  <a:pt x="709583" y="1589639"/>
                  <a:pt x="709583" y="1606408"/>
                </a:cubicBezTo>
                <a:cubicBezTo>
                  <a:pt x="709583" y="1623178"/>
                  <a:pt x="695989" y="1636772"/>
                  <a:pt x="679220" y="1636772"/>
                </a:cubicBezTo>
                <a:cubicBezTo>
                  <a:pt x="662450" y="1636772"/>
                  <a:pt x="648856" y="1623178"/>
                  <a:pt x="648856" y="1606408"/>
                </a:cubicBezTo>
                <a:cubicBezTo>
                  <a:pt x="648856" y="1589639"/>
                  <a:pt x="662450" y="1576045"/>
                  <a:pt x="679220" y="1576045"/>
                </a:cubicBezTo>
                <a:close/>
                <a:moveTo>
                  <a:pt x="606665" y="1576045"/>
                </a:moveTo>
                <a:cubicBezTo>
                  <a:pt x="623435" y="1576045"/>
                  <a:pt x="637029" y="1589639"/>
                  <a:pt x="637029" y="1606408"/>
                </a:cubicBezTo>
                <a:cubicBezTo>
                  <a:pt x="637029" y="1623178"/>
                  <a:pt x="623435" y="1636772"/>
                  <a:pt x="606665" y="1636772"/>
                </a:cubicBezTo>
                <a:cubicBezTo>
                  <a:pt x="589896" y="1636772"/>
                  <a:pt x="576302" y="1623178"/>
                  <a:pt x="576302" y="1606408"/>
                </a:cubicBezTo>
                <a:cubicBezTo>
                  <a:pt x="576302" y="1589639"/>
                  <a:pt x="589896" y="1576045"/>
                  <a:pt x="606665" y="1576045"/>
                </a:cubicBezTo>
                <a:close/>
                <a:moveTo>
                  <a:pt x="534111" y="1576045"/>
                </a:moveTo>
                <a:cubicBezTo>
                  <a:pt x="550880" y="1576045"/>
                  <a:pt x="564474" y="1589639"/>
                  <a:pt x="564474" y="1606408"/>
                </a:cubicBezTo>
                <a:cubicBezTo>
                  <a:pt x="564474" y="1623178"/>
                  <a:pt x="550880" y="1636772"/>
                  <a:pt x="534111" y="1636772"/>
                </a:cubicBezTo>
                <a:cubicBezTo>
                  <a:pt x="517341" y="1636772"/>
                  <a:pt x="503747" y="1623178"/>
                  <a:pt x="503747" y="1606408"/>
                </a:cubicBezTo>
                <a:cubicBezTo>
                  <a:pt x="503747" y="1589639"/>
                  <a:pt x="517341" y="1576045"/>
                  <a:pt x="534111" y="1576045"/>
                </a:cubicBezTo>
                <a:close/>
                <a:moveTo>
                  <a:pt x="461556" y="1576045"/>
                </a:moveTo>
                <a:cubicBezTo>
                  <a:pt x="478326" y="1576045"/>
                  <a:pt x="491920" y="1589639"/>
                  <a:pt x="491920" y="1606408"/>
                </a:cubicBezTo>
                <a:cubicBezTo>
                  <a:pt x="491920" y="1623178"/>
                  <a:pt x="478326" y="1636772"/>
                  <a:pt x="461556" y="1636772"/>
                </a:cubicBezTo>
                <a:cubicBezTo>
                  <a:pt x="444787" y="1636772"/>
                  <a:pt x="431192" y="1623178"/>
                  <a:pt x="431192" y="1606408"/>
                </a:cubicBezTo>
                <a:cubicBezTo>
                  <a:pt x="431192" y="1589639"/>
                  <a:pt x="444787" y="1576045"/>
                  <a:pt x="461556" y="1576045"/>
                </a:cubicBezTo>
                <a:close/>
                <a:moveTo>
                  <a:pt x="389002" y="1576045"/>
                </a:moveTo>
                <a:cubicBezTo>
                  <a:pt x="405771" y="1576045"/>
                  <a:pt x="419365" y="1589639"/>
                  <a:pt x="419365" y="1606408"/>
                </a:cubicBezTo>
                <a:cubicBezTo>
                  <a:pt x="419365" y="1623178"/>
                  <a:pt x="405771" y="1636772"/>
                  <a:pt x="389002" y="1636772"/>
                </a:cubicBezTo>
                <a:cubicBezTo>
                  <a:pt x="372232" y="1636772"/>
                  <a:pt x="358638" y="1623178"/>
                  <a:pt x="358638" y="1606408"/>
                </a:cubicBezTo>
                <a:cubicBezTo>
                  <a:pt x="358638" y="1589639"/>
                  <a:pt x="372232" y="1576045"/>
                  <a:pt x="389002" y="1576045"/>
                </a:cubicBezTo>
                <a:close/>
                <a:moveTo>
                  <a:pt x="316447" y="1576045"/>
                </a:moveTo>
                <a:cubicBezTo>
                  <a:pt x="333216" y="1576045"/>
                  <a:pt x="346810" y="1589639"/>
                  <a:pt x="346810" y="1606408"/>
                </a:cubicBezTo>
                <a:cubicBezTo>
                  <a:pt x="346810" y="1623178"/>
                  <a:pt x="333216" y="1636772"/>
                  <a:pt x="316447" y="1636772"/>
                </a:cubicBezTo>
                <a:cubicBezTo>
                  <a:pt x="299677" y="1636772"/>
                  <a:pt x="286084" y="1623178"/>
                  <a:pt x="286084" y="1606408"/>
                </a:cubicBezTo>
                <a:cubicBezTo>
                  <a:pt x="286084" y="1589639"/>
                  <a:pt x="299677" y="1576045"/>
                  <a:pt x="316447" y="1576045"/>
                </a:cubicBezTo>
                <a:close/>
                <a:moveTo>
                  <a:pt x="243892" y="1576045"/>
                </a:moveTo>
                <a:cubicBezTo>
                  <a:pt x="260662" y="1576045"/>
                  <a:pt x="274256" y="1589639"/>
                  <a:pt x="274256" y="1606408"/>
                </a:cubicBezTo>
                <a:cubicBezTo>
                  <a:pt x="274256" y="1623178"/>
                  <a:pt x="260662" y="1636772"/>
                  <a:pt x="243892" y="1636772"/>
                </a:cubicBezTo>
                <a:cubicBezTo>
                  <a:pt x="227123" y="1636772"/>
                  <a:pt x="213529" y="1623178"/>
                  <a:pt x="213529" y="1606408"/>
                </a:cubicBezTo>
                <a:cubicBezTo>
                  <a:pt x="213529" y="1589639"/>
                  <a:pt x="227123" y="1576045"/>
                  <a:pt x="243892" y="1576045"/>
                </a:cubicBezTo>
                <a:close/>
                <a:moveTo>
                  <a:pt x="171339" y="1576045"/>
                </a:moveTo>
                <a:cubicBezTo>
                  <a:pt x="188107" y="1576045"/>
                  <a:pt x="201701" y="1589639"/>
                  <a:pt x="201701" y="1606408"/>
                </a:cubicBezTo>
                <a:cubicBezTo>
                  <a:pt x="201701" y="1623178"/>
                  <a:pt x="188107" y="1636772"/>
                  <a:pt x="171339" y="1636772"/>
                </a:cubicBezTo>
                <a:cubicBezTo>
                  <a:pt x="154599" y="1636772"/>
                  <a:pt x="141006" y="1623178"/>
                  <a:pt x="141006" y="1606408"/>
                </a:cubicBezTo>
                <a:cubicBezTo>
                  <a:pt x="141006" y="1589639"/>
                  <a:pt x="154599" y="1576045"/>
                  <a:pt x="171339" y="1576045"/>
                </a:cubicBezTo>
                <a:close/>
                <a:moveTo>
                  <a:pt x="98818" y="1576045"/>
                </a:moveTo>
                <a:cubicBezTo>
                  <a:pt x="115586" y="1576045"/>
                  <a:pt x="129180" y="1589639"/>
                  <a:pt x="129180" y="1606408"/>
                </a:cubicBezTo>
                <a:cubicBezTo>
                  <a:pt x="129180" y="1623178"/>
                  <a:pt x="115586" y="1636772"/>
                  <a:pt x="98818" y="1636772"/>
                </a:cubicBezTo>
                <a:cubicBezTo>
                  <a:pt x="82048" y="1636772"/>
                  <a:pt x="68454" y="1623178"/>
                  <a:pt x="68454" y="1606408"/>
                </a:cubicBezTo>
                <a:cubicBezTo>
                  <a:pt x="68454" y="1589639"/>
                  <a:pt x="82048" y="1576045"/>
                  <a:pt x="98818" y="1576045"/>
                </a:cubicBezTo>
                <a:close/>
                <a:moveTo>
                  <a:pt x="26264" y="1576045"/>
                </a:moveTo>
                <a:cubicBezTo>
                  <a:pt x="43032" y="1576045"/>
                  <a:pt x="56626" y="1589639"/>
                  <a:pt x="56626" y="1606408"/>
                </a:cubicBezTo>
                <a:cubicBezTo>
                  <a:pt x="56626" y="1623178"/>
                  <a:pt x="43032" y="1636772"/>
                  <a:pt x="26264" y="1636772"/>
                </a:cubicBezTo>
                <a:cubicBezTo>
                  <a:pt x="17880" y="1636772"/>
                  <a:pt x="10289" y="1633374"/>
                  <a:pt x="4794" y="1627879"/>
                </a:cubicBezTo>
                <a:lnTo>
                  <a:pt x="0" y="1616304"/>
                </a:lnTo>
                <a:lnTo>
                  <a:pt x="0" y="1596512"/>
                </a:lnTo>
                <a:lnTo>
                  <a:pt x="4794" y="1584938"/>
                </a:lnTo>
                <a:cubicBezTo>
                  <a:pt x="10289" y="1579444"/>
                  <a:pt x="17880" y="1576045"/>
                  <a:pt x="26264" y="1576045"/>
                </a:cubicBezTo>
                <a:close/>
                <a:moveTo>
                  <a:pt x="1187102" y="1495593"/>
                </a:moveTo>
                <a:cubicBezTo>
                  <a:pt x="1195486" y="1495593"/>
                  <a:pt x="1203077" y="1498992"/>
                  <a:pt x="1208572" y="1504486"/>
                </a:cubicBezTo>
                <a:lnTo>
                  <a:pt x="1211014" y="1510381"/>
                </a:lnTo>
                <a:lnTo>
                  <a:pt x="1168285" y="1549216"/>
                </a:lnTo>
                <a:lnTo>
                  <a:pt x="1165631" y="1547427"/>
                </a:lnTo>
                <a:cubicBezTo>
                  <a:pt x="1160137" y="1541932"/>
                  <a:pt x="1156738" y="1534341"/>
                  <a:pt x="1156738" y="1525957"/>
                </a:cubicBezTo>
                <a:cubicBezTo>
                  <a:pt x="1156738" y="1509187"/>
                  <a:pt x="1170332" y="1495593"/>
                  <a:pt x="1187102" y="1495593"/>
                </a:cubicBezTo>
                <a:close/>
                <a:moveTo>
                  <a:pt x="1114547" y="1495593"/>
                </a:moveTo>
                <a:cubicBezTo>
                  <a:pt x="1131317" y="1495593"/>
                  <a:pt x="1144911" y="1509187"/>
                  <a:pt x="1144911" y="1525957"/>
                </a:cubicBezTo>
                <a:cubicBezTo>
                  <a:pt x="1144911" y="1542726"/>
                  <a:pt x="1131317" y="1556320"/>
                  <a:pt x="1114547" y="1556320"/>
                </a:cubicBezTo>
                <a:cubicBezTo>
                  <a:pt x="1097778" y="1556320"/>
                  <a:pt x="1084184" y="1542726"/>
                  <a:pt x="1084184" y="1525957"/>
                </a:cubicBezTo>
                <a:cubicBezTo>
                  <a:pt x="1084184" y="1509187"/>
                  <a:pt x="1097778" y="1495593"/>
                  <a:pt x="1114547" y="1495593"/>
                </a:cubicBezTo>
                <a:close/>
                <a:moveTo>
                  <a:pt x="1041993" y="1495593"/>
                </a:moveTo>
                <a:cubicBezTo>
                  <a:pt x="1058762" y="1495593"/>
                  <a:pt x="1072356" y="1509187"/>
                  <a:pt x="1072356" y="1525957"/>
                </a:cubicBezTo>
                <a:cubicBezTo>
                  <a:pt x="1072356" y="1542726"/>
                  <a:pt x="1058762" y="1556320"/>
                  <a:pt x="1041993" y="1556320"/>
                </a:cubicBezTo>
                <a:cubicBezTo>
                  <a:pt x="1025223" y="1556320"/>
                  <a:pt x="1011629" y="1542726"/>
                  <a:pt x="1011629" y="1525957"/>
                </a:cubicBezTo>
                <a:cubicBezTo>
                  <a:pt x="1011629" y="1509187"/>
                  <a:pt x="1025223" y="1495593"/>
                  <a:pt x="1041993" y="1495593"/>
                </a:cubicBezTo>
                <a:close/>
                <a:moveTo>
                  <a:pt x="969438" y="1495593"/>
                </a:moveTo>
                <a:cubicBezTo>
                  <a:pt x="986208" y="1495593"/>
                  <a:pt x="999801" y="1509187"/>
                  <a:pt x="999801" y="1525957"/>
                </a:cubicBezTo>
                <a:cubicBezTo>
                  <a:pt x="999801" y="1542726"/>
                  <a:pt x="986208" y="1556320"/>
                  <a:pt x="969438" y="1556320"/>
                </a:cubicBezTo>
                <a:cubicBezTo>
                  <a:pt x="952669" y="1556320"/>
                  <a:pt x="939075" y="1542726"/>
                  <a:pt x="939075" y="1525957"/>
                </a:cubicBezTo>
                <a:cubicBezTo>
                  <a:pt x="939075" y="1509187"/>
                  <a:pt x="952669" y="1495593"/>
                  <a:pt x="969438" y="1495593"/>
                </a:cubicBezTo>
                <a:close/>
                <a:moveTo>
                  <a:pt x="896883" y="1495593"/>
                </a:moveTo>
                <a:cubicBezTo>
                  <a:pt x="913653" y="1495593"/>
                  <a:pt x="927247" y="1509187"/>
                  <a:pt x="927247" y="1525957"/>
                </a:cubicBezTo>
                <a:cubicBezTo>
                  <a:pt x="927247" y="1542726"/>
                  <a:pt x="913653" y="1556320"/>
                  <a:pt x="896883" y="1556320"/>
                </a:cubicBezTo>
                <a:cubicBezTo>
                  <a:pt x="880114" y="1556320"/>
                  <a:pt x="866520" y="1542726"/>
                  <a:pt x="866520" y="1525957"/>
                </a:cubicBezTo>
                <a:cubicBezTo>
                  <a:pt x="866520" y="1509187"/>
                  <a:pt x="880114" y="1495593"/>
                  <a:pt x="896883" y="1495593"/>
                </a:cubicBezTo>
                <a:close/>
                <a:moveTo>
                  <a:pt x="824329" y="1495593"/>
                </a:moveTo>
                <a:cubicBezTo>
                  <a:pt x="841098" y="1495593"/>
                  <a:pt x="854692" y="1509187"/>
                  <a:pt x="854692" y="1525957"/>
                </a:cubicBezTo>
                <a:cubicBezTo>
                  <a:pt x="854692" y="1542726"/>
                  <a:pt x="841098" y="1556320"/>
                  <a:pt x="824329" y="1556320"/>
                </a:cubicBezTo>
                <a:cubicBezTo>
                  <a:pt x="807559" y="1556320"/>
                  <a:pt x="793965" y="1542726"/>
                  <a:pt x="793965" y="1525957"/>
                </a:cubicBezTo>
                <a:cubicBezTo>
                  <a:pt x="793965" y="1509187"/>
                  <a:pt x="807559" y="1495593"/>
                  <a:pt x="824329" y="1495593"/>
                </a:cubicBezTo>
                <a:close/>
                <a:moveTo>
                  <a:pt x="751774" y="1495593"/>
                </a:moveTo>
                <a:cubicBezTo>
                  <a:pt x="768544" y="1495593"/>
                  <a:pt x="782138" y="1509187"/>
                  <a:pt x="782138" y="1525957"/>
                </a:cubicBezTo>
                <a:cubicBezTo>
                  <a:pt x="782138" y="1542726"/>
                  <a:pt x="768544" y="1556320"/>
                  <a:pt x="751774" y="1556320"/>
                </a:cubicBezTo>
                <a:cubicBezTo>
                  <a:pt x="735005" y="1556320"/>
                  <a:pt x="721411" y="1542726"/>
                  <a:pt x="721411" y="1525957"/>
                </a:cubicBezTo>
                <a:cubicBezTo>
                  <a:pt x="721411" y="1509187"/>
                  <a:pt x="735005" y="1495593"/>
                  <a:pt x="751774" y="1495593"/>
                </a:cubicBezTo>
                <a:close/>
                <a:moveTo>
                  <a:pt x="679220" y="1495593"/>
                </a:moveTo>
                <a:cubicBezTo>
                  <a:pt x="695989" y="1495593"/>
                  <a:pt x="709583" y="1509187"/>
                  <a:pt x="709583" y="1525957"/>
                </a:cubicBezTo>
                <a:cubicBezTo>
                  <a:pt x="709583" y="1542726"/>
                  <a:pt x="695989" y="1556320"/>
                  <a:pt x="679220" y="1556320"/>
                </a:cubicBezTo>
                <a:cubicBezTo>
                  <a:pt x="662450" y="1556320"/>
                  <a:pt x="648856" y="1542726"/>
                  <a:pt x="648856" y="1525957"/>
                </a:cubicBezTo>
                <a:cubicBezTo>
                  <a:pt x="648856" y="1509187"/>
                  <a:pt x="662450" y="1495593"/>
                  <a:pt x="679220" y="1495593"/>
                </a:cubicBezTo>
                <a:close/>
                <a:moveTo>
                  <a:pt x="606665" y="1495593"/>
                </a:moveTo>
                <a:cubicBezTo>
                  <a:pt x="623435" y="1495593"/>
                  <a:pt x="637029" y="1509187"/>
                  <a:pt x="637029" y="1525957"/>
                </a:cubicBezTo>
                <a:cubicBezTo>
                  <a:pt x="637029" y="1542726"/>
                  <a:pt x="623435" y="1556320"/>
                  <a:pt x="606665" y="1556320"/>
                </a:cubicBezTo>
                <a:cubicBezTo>
                  <a:pt x="589896" y="1556320"/>
                  <a:pt x="576302" y="1542726"/>
                  <a:pt x="576302" y="1525957"/>
                </a:cubicBezTo>
                <a:cubicBezTo>
                  <a:pt x="576302" y="1509187"/>
                  <a:pt x="589896" y="1495593"/>
                  <a:pt x="606665" y="1495593"/>
                </a:cubicBezTo>
                <a:close/>
                <a:moveTo>
                  <a:pt x="534111" y="1495593"/>
                </a:moveTo>
                <a:cubicBezTo>
                  <a:pt x="550880" y="1495593"/>
                  <a:pt x="564474" y="1509187"/>
                  <a:pt x="564474" y="1525957"/>
                </a:cubicBezTo>
                <a:cubicBezTo>
                  <a:pt x="564474" y="1542726"/>
                  <a:pt x="550880" y="1556320"/>
                  <a:pt x="534111" y="1556320"/>
                </a:cubicBezTo>
                <a:cubicBezTo>
                  <a:pt x="517341" y="1556320"/>
                  <a:pt x="503747" y="1542726"/>
                  <a:pt x="503747" y="1525957"/>
                </a:cubicBezTo>
                <a:cubicBezTo>
                  <a:pt x="503747" y="1509187"/>
                  <a:pt x="517341" y="1495593"/>
                  <a:pt x="534111" y="1495593"/>
                </a:cubicBezTo>
                <a:close/>
                <a:moveTo>
                  <a:pt x="461556" y="1495593"/>
                </a:moveTo>
                <a:cubicBezTo>
                  <a:pt x="478326" y="1495593"/>
                  <a:pt x="491920" y="1509187"/>
                  <a:pt x="491920" y="1525957"/>
                </a:cubicBezTo>
                <a:cubicBezTo>
                  <a:pt x="491920" y="1542726"/>
                  <a:pt x="478326" y="1556320"/>
                  <a:pt x="461556" y="1556320"/>
                </a:cubicBezTo>
                <a:cubicBezTo>
                  <a:pt x="444787" y="1556320"/>
                  <a:pt x="431192" y="1542726"/>
                  <a:pt x="431192" y="1525957"/>
                </a:cubicBezTo>
                <a:cubicBezTo>
                  <a:pt x="431192" y="1509187"/>
                  <a:pt x="444787" y="1495593"/>
                  <a:pt x="461556" y="1495593"/>
                </a:cubicBezTo>
                <a:close/>
                <a:moveTo>
                  <a:pt x="389002" y="1495593"/>
                </a:moveTo>
                <a:cubicBezTo>
                  <a:pt x="405771" y="1495593"/>
                  <a:pt x="419365" y="1509187"/>
                  <a:pt x="419365" y="1525957"/>
                </a:cubicBezTo>
                <a:cubicBezTo>
                  <a:pt x="419365" y="1542726"/>
                  <a:pt x="405771" y="1556320"/>
                  <a:pt x="389002" y="1556320"/>
                </a:cubicBezTo>
                <a:cubicBezTo>
                  <a:pt x="372232" y="1556320"/>
                  <a:pt x="358638" y="1542726"/>
                  <a:pt x="358638" y="1525957"/>
                </a:cubicBezTo>
                <a:cubicBezTo>
                  <a:pt x="358638" y="1509187"/>
                  <a:pt x="372232" y="1495593"/>
                  <a:pt x="389002" y="1495593"/>
                </a:cubicBezTo>
                <a:close/>
                <a:moveTo>
                  <a:pt x="316447" y="1495593"/>
                </a:moveTo>
                <a:cubicBezTo>
                  <a:pt x="333216" y="1495593"/>
                  <a:pt x="346810" y="1509187"/>
                  <a:pt x="346810" y="1525957"/>
                </a:cubicBezTo>
                <a:cubicBezTo>
                  <a:pt x="346810" y="1542726"/>
                  <a:pt x="333216" y="1556320"/>
                  <a:pt x="316447" y="1556320"/>
                </a:cubicBezTo>
                <a:cubicBezTo>
                  <a:pt x="299677" y="1556320"/>
                  <a:pt x="286084" y="1542726"/>
                  <a:pt x="286084" y="1525957"/>
                </a:cubicBezTo>
                <a:cubicBezTo>
                  <a:pt x="286084" y="1509187"/>
                  <a:pt x="299677" y="1495593"/>
                  <a:pt x="316447" y="1495593"/>
                </a:cubicBezTo>
                <a:close/>
                <a:moveTo>
                  <a:pt x="243892" y="1495593"/>
                </a:moveTo>
                <a:cubicBezTo>
                  <a:pt x="260662" y="1495593"/>
                  <a:pt x="274256" y="1509187"/>
                  <a:pt x="274256" y="1525957"/>
                </a:cubicBezTo>
                <a:cubicBezTo>
                  <a:pt x="274256" y="1542726"/>
                  <a:pt x="260662" y="1556320"/>
                  <a:pt x="243892" y="1556320"/>
                </a:cubicBezTo>
                <a:cubicBezTo>
                  <a:pt x="227123" y="1556320"/>
                  <a:pt x="213529" y="1542726"/>
                  <a:pt x="213529" y="1525957"/>
                </a:cubicBezTo>
                <a:cubicBezTo>
                  <a:pt x="213529" y="1509187"/>
                  <a:pt x="227123" y="1495593"/>
                  <a:pt x="243892" y="1495593"/>
                </a:cubicBezTo>
                <a:close/>
                <a:moveTo>
                  <a:pt x="171339" y="1495593"/>
                </a:moveTo>
                <a:cubicBezTo>
                  <a:pt x="188107" y="1495593"/>
                  <a:pt x="201701" y="1509187"/>
                  <a:pt x="201701" y="1525957"/>
                </a:cubicBezTo>
                <a:cubicBezTo>
                  <a:pt x="201701" y="1542726"/>
                  <a:pt x="188107" y="1556320"/>
                  <a:pt x="171339" y="1556320"/>
                </a:cubicBezTo>
                <a:cubicBezTo>
                  <a:pt x="154606" y="1556320"/>
                  <a:pt x="141012" y="1542726"/>
                  <a:pt x="141012" y="1525957"/>
                </a:cubicBezTo>
                <a:cubicBezTo>
                  <a:pt x="141012" y="1509187"/>
                  <a:pt x="154606" y="1495593"/>
                  <a:pt x="171339" y="1495593"/>
                </a:cubicBezTo>
                <a:close/>
                <a:moveTo>
                  <a:pt x="98825" y="1495593"/>
                </a:moveTo>
                <a:cubicBezTo>
                  <a:pt x="115592" y="1495593"/>
                  <a:pt x="129186" y="1509187"/>
                  <a:pt x="129186" y="1525957"/>
                </a:cubicBezTo>
                <a:cubicBezTo>
                  <a:pt x="129186" y="1542726"/>
                  <a:pt x="115592" y="1556320"/>
                  <a:pt x="98825" y="1556320"/>
                </a:cubicBezTo>
                <a:cubicBezTo>
                  <a:pt x="82054" y="1556320"/>
                  <a:pt x="68461" y="1542726"/>
                  <a:pt x="68461" y="1525957"/>
                </a:cubicBezTo>
                <a:cubicBezTo>
                  <a:pt x="68461" y="1509187"/>
                  <a:pt x="82054" y="1495593"/>
                  <a:pt x="98825" y="1495593"/>
                </a:cubicBezTo>
                <a:close/>
                <a:moveTo>
                  <a:pt x="26270" y="1495593"/>
                </a:moveTo>
                <a:cubicBezTo>
                  <a:pt x="43038" y="1495593"/>
                  <a:pt x="56632" y="1509187"/>
                  <a:pt x="56632" y="1525957"/>
                </a:cubicBezTo>
                <a:cubicBezTo>
                  <a:pt x="56632" y="1542726"/>
                  <a:pt x="43038" y="1556320"/>
                  <a:pt x="26270" y="1556320"/>
                </a:cubicBezTo>
                <a:cubicBezTo>
                  <a:pt x="17886" y="1556320"/>
                  <a:pt x="10295" y="1552922"/>
                  <a:pt x="4801" y="1547427"/>
                </a:cubicBezTo>
                <a:lnTo>
                  <a:pt x="0" y="1535836"/>
                </a:lnTo>
                <a:lnTo>
                  <a:pt x="0" y="1516078"/>
                </a:lnTo>
                <a:lnTo>
                  <a:pt x="4801" y="1504486"/>
                </a:lnTo>
                <a:cubicBezTo>
                  <a:pt x="10295" y="1498992"/>
                  <a:pt x="17886" y="1495593"/>
                  <a:pt x="26270" y="1495593"/>
                </a:cubicBezTo>
                <a:close/>
                <a:moveTo>
                  <a:pt x="1259656" y="1415141"/>
                </a:moveTo>
                <a:cubicBezTo>
                  <a:pt x="1268041" y="1415141"/>
                  <a:pt x="1275632" y="1418540"/>
                  <a:pt x="1281127" y="1424035"/>
                </a:cubicBezTo>
                <a:lnTo>
                  <a:pt x="1285044" y="1433492"/>
                </a:lnTo>
                <a:lnTo>
                  <a:pt x="1248565" y="1473629"/>
                </a:lnTo>
                <a:lnTo>
                  <a:pt x="1247837" y="1473482"/>
                </a:lnTo>
                <a:cubicBezTo>
                  <a:pt x="1236940" y="1468873"/>
                  <a:pt x="1229293" y="1458082"/>
                  <a:pt x="1229293" y="1445505"/>
                </a:cubicBezTo>
                <a:cubicBezTo>
                  <a:pt x="1229293" y="1428735"/>
                  <a:pt x="1242887" y="1415141"/>
                  <a:pt x="1259656" y="1415141"/>
                </a:cubicBezTo>
                <a:close/>
                <a:moveTo>
                  <a:pt x="1187102" y="1415141"/>
                </a:moveTo>
                <a:cubicBezTo>
                  <a:pt x="1203871" y="1415141"/>
                  <a:pt x="1217465" y="1428735"/>
                  <a:pt x="1217465" y="1445505"/>
                </a:cubicBezTo>
                <a:cubicBezTo>
                  <a:pt x="1217465" y="1462274"/>
                  <a:pt x="1203871" y="1475868"/>
                  <a:pt x="1187102" y="1475868"/>
                </a:cubicBezTo>
                <a:cubicBezTo>
                  <a:pt x="1170332" y="1475868"/>
                  <a:pt x="1156738" y="1462274"/>
                  <a:pt x="1156738" y="1445505"/>
                </a:cubicBezTo>
                <a:cubicBezTo>
                  <a:pt x="1156738" y="1428735"/>
                  <a:pt x="1170332" y="1415141"/>
                  <a:pt x="1187102" y="1415141"/>
                </a:cubicBezTo>
                <a:close/>
                <a:moveTo>
                  <a:pt x="1114547" y="1415141"/>
                </a:moveTo>
                <a:cubicBezTo>
                  <a:pt x="1131317" y="1415141"/>
                  <a:pt x="1144911" y="1428735"/>
                  <a:pt x="1144911" y="1445505"/>
                </a:cubicBezTo>
                <a:cubicBezTo>
                  <a:pt x="1144911" y="1462274"/>
                  <a:pt x="1131317" y="1475868"/>
                  <a:pt x="1114547" y="1475868"/>
                </a:cubicBezTo>
                <a:cubicBezTo>
                  <a:pt x="1097778" y="1475868"/>
                  <a:pt x="1084184" y="1462274"/>
                  <a:pt x="1084184" y="1445505"/>
                </a:cubicBezTo>
                <a:cubicBezTo>
                  <a:pt x="1084184" y="1428735"/>
                  <a:pt x="1097778" y="1415141"/>
                  <a:pt x="1114547" y="1415141"/>
                </a:cubicBezTo>
                <a:close/>
                <a:moveTo>
                  <a:pt x="1041993" y="1415141"/>
                </a:moveTo>
                <a:cubicBezTo>
                  <a:pt x="1058762" y="1415141"/>
                  <a:pt x="1072356" y="1428735"/>
                  <a:pt x="1072356" y="1445505"/>
                </a:cubicBezTo>
                <a:cubicBezTo>
                  <a:pt x="1072356" y="1462274"/>
                  <a:pt x="1058762" y="1475868"/>
                  <a:pt x="1041993" y="1475868"/>
                </a:cubicBezTo>
                <a:cubicBezTo>
                  <a:pt x="1025223" y="1475868"/>
                  <a:pt x="1011629" y="1462274"/>
                  <a:pt x="1011629" y="1445505"/>
                </a:cubicBezTo>
                <a:cubicBezTo>
                  <a:pt x="1011629" y="1428735"/>
                  <a:pt x="1025223" y="1415141"/>
                  <a:pt x="1041993" y="1415141"/>
                </a:cubicBezTo>
                <a:close/>
                <a:moveTo>
                  <a:pt x="969438" y="1415141"/>
                </a:moveTo>
                <a:cubicBezTo>
                  <a:pt x="986208" y="1415141"/>
                  <a:pt x="999801" y="1428735"/>
                  <a:pt x="999801" y="1445505"/>
                </a:cubicBezTo>
                <a:cubicBezTo>
                  <a:pt x="999801" y="1462274"/>
                  <a:pt x="986208" y="1475868"/>
                  <a:pt x="969438" y="1475868"/>
                </a:cubicBezTo>
                <a:cubicBezTo>
                  <a:pt x="952669" y="1475868"/>
                  <a:pt x="939075" y="1462274"/>
                  <a:pt x="939075" y="1445505"/>
                </a:cubicBezTo>
                <a:cubicBezTo>
                  <a:pt x="939075" y="1428735"/>
                  <a:pt x="952669" y="1415141"/>
                  <a:pt x="969438" y="1415141"/>
                </a:cubicBezTo>
                <a:close/>
                <a:moveTo>
                  <a:pt x="896883" y="1415141"/>
                </a:moveTo>
                <a:cubicBezTo>
                  <a:pt x="913653" y="1415141"/>
                  <a:pt x="927247" y="1428735"/>
                  <a:pt x="927247" y="1445505"/>
                </a:cubicBezTo>
                <a:cubicBezTo>
                  <a:pt x="927247" y="1462274"/>
                  <a:pt x="913653" y="1475868"/>
                  <a:pt x="896883" y="1475868"/>
                </a:cubicBezTo>
                <a:cubicBezTo>
                  <a:pt x="880114" y="1475868"/>
                  <a:pt x="866520" y="1462274"/>
                  <a:pt x="866520" y="1445505"/>
                </a:cubicBezTo>
                <a:cubicBezTo>
                  <a:pt x="866520" y="1428735"/>
                  <a:pt x="880114" y="1415141"/>
                  <a:pt x="896883" y="1415141"/>
                </a:cubicBezTo>
                <a:close/>
                <a:moveTo>
                  <a:pt x="824329" y="1415141"/>
                </a:moveTo>
                <a:cubicBezTo>
                  <a:pt x="841098" y="1415141"/>
                  <a:pt x="854692" y="1428735"/>
                  <a:pt x="854692" y="1445505"/>
                </a:cubicBezTo>
                <a:cubicBezTo>
                  <a:pt x="854692" y="1462274"/>
                  <a:pt x="841098" y="1475868"/>
                  <a:pt x="824329" y="1475868"/>
                </a:cubicBezTo>
                <a:cubicBezTo>
                  <a:pt x="807559" y="1475868"/>
                  <a:pt x="793965" y="1462274"/>
                  <a:pt x="793965" y="1445505"/>
                </a:cubicBezTo>
                <a:cubicBezTo>
                  <a:pt x="793965" y="1428735"/>
                  <a:pt x="807559" y="1415141"/>
                  <a:pt x="824329" y="1415141"/>
                </a:cubicBezTo>
                <a:close/>
                <a:moveTo>
                  <a:pt x="751774" y="1415141"/>
                </a:moveTo>
                <a:cubicBezTo>
                  <a:pt x="768544" y="1415141"/>
                  <a:pt x="782138" y="1428735"/>
                  <a:pt x="782138" y="1445505"/>
                </a:cubicBezTo>
                <a:cubicBezTo>
                  <a:pt x="782138" y="1462274"/>
                  <a:pt x="768544" y="1475868"/>
                  <a:pt x="751774" y="1475868"/>
                </a:cubicBezTo>
                <a:cubicBezTo>
                  <a:pt x="735005" y="1475868"/>
                  <a:pt x="721411" y="1462274"/>
                  <a:pt x="721411" y="1445505"/>
                </a:cubicBezTo>
                <a:cubicBezTo>
                  <a:pt x="721411" y="1428735"/>
                  <a:pt x="735005" y="1415141"/>
                  <a:pt x="751774" y="1415141"/>
                </a:cubicBezTo>
                <a:close/>
                <a:moveTo>
                  <a:pt x="679220" y="1415141"/>
                </a:moveTo>
                <a:cubicBezTo>
                  <a:pt x="695989" y="1415141"/>
                  <a:pt x="709583" y="1428735"/>
                  <a:pt x="709583" y="1445505"/>
                </a:cubicBezTo>
                <a:cubicBezTo>
                  <a:pt x="709583" y="1462274"/>
                  <a:pt x="695989" y="1475868"/>
                  <a:pt x="679220" y="1475868"/>
                </a:cubicBezTo>
                <a:cubicBezTo>
                  <a:pt x="662450" y="1475868"/>
                  <a:pt x="648856" y="1462274"/>
                  <a:pt x="648856" y="1445505"/>
                </a:cubicBezTo>
                <a:cubicBezTo>
                  <a:pt x="648856" y="1428735"/>
                  <a:pt x="662450" y="1415141"/>
                  <a:pt x="679220" y="1415141"/>
                </a:cubicBezTo>
                <a:close/>
                <a:moveTo>
                  <a:pt x="606665" y="1415141"/>
                </a:moveTo>
                <a:cubicBezTo>
                  <a:pt x="623435" y="1415141"/>
                  <a:pt x="637029" y="1428735"/>
                  <a:pt x="637029" y="1445505"/>
                </a:cubicBezTo>
                <a:cubicBezTo>
                  <a:pt x="637029" y="1462274"/>
                  <a:pt x="623435" y="1475868"/>
                  <a:pt x="606665" y="1475868"/>
                </a:cubicBezTo>
                <a:cubicBezTo>
                  <a:pt x="589896" y="1475868"/>
                  <a:pt x="576302" y="1462274"/>
                  <a:pt x="576302" y="1445505"/>
                </a:cubicBezTo>
                <a:cubicBezTo>
                  <a:pt x="576302" y="1428735"/>
                  <a:pt x="589896" y="1415141"/>
                  <a:pt x="606665" y="1415141"/>
                </a:cubicBezTo>
                <a:close/>
                <a:moveTo>
                  <a:pt x="534111" y="1415141"/>
                </a:moveTo>
                <a:cubicBezTo>
                  <a:pt x="550880" y="1415141"/>
                  <a:pt x="564474" y="1428735"/>
                  <a:pt x="564474" y="1445505"/>
                </a:cubicBezTo>
                <a:cubicBezTo>
                  <a:pt x="564474" y="1462274"/>
                  <a:pt x="550880" y="1475868"/>
                  <a:pt x="534111" y="1475868"/>
                </a:cubicBezTo>
                <a:cubicBezTo>
                  <a:pt x="517341" y="1475868"/>
                  <a:pt x="503747" y="1462274"/>
                  <a:pt x="503747" y="1445505"/>
                </a:cubicBezTo>
                <a:cubicBezTo>
                  <a:pt x="503747" y="1428735"/>
                  <a:pt x="517341" y="1415141"/>
                  <a:pt x="534111" y="1415141"/>
                </a:cubicBezTo>
                <a:close/>
                <a:moveTo>
                  <a:pt x="461556" y="1415141"/>
                </a:moveTo>
                <a:cubicBezTo>
                  <a:pt x="478326" y="1415141"/>
                  <a:pt x="491920" y="1428735"/>
                  <a:pt x="491920" y="1445505"/>
                </a:cubicBezTo>
                <a:cubicBezTo>
                  <a:pt x="491920" y="1462274"/>
                  <a:pt x="478326" y="1475868"/>
                  <a:pt x="461556" y="1475868"/>
                </a:cubicBezTo>
                <a:cubicBezTo>
                  <a:pt x="444787" y="1475868"/>
                  <a:pt x="431192" y="1462274"/>
                  <a:pt x="431192" y="1445505"/>
                </a:cubicBezTo>
                <a:cubicBezTo>
                  <a:pt x="431192" y="1428735"/>
                  <a:pt x="444787" y="1415141"/>
                  <a:pt x="461556" y="1415141"/>
                </a:cubicBezTo>
                <a:close/>
                <a:moveTo>
                  <a:pt x="389002" y="1415141"/>
                </a:moveTo>
                <a:cubicBezTo>
                  <a:pt x="405771" y="1415141"/>
                  <a:pt x="419365" y="1428735"/>
                  <a:pt x="419365" y="1445505"/>
                </a:cubicBezTo>
                <a:cubicBezTo>
                  <a:pt x="419365" y="1462274"/>
                  <a:pt x="405771" y="1475868"/>
                  <a:pt x="389002" y="1475868"/>
                </a:cubicBezTo>
                <a:cubicBezTo>
                  <a:pt x="372232" y="1475868"/>
                  <a:pt x="358638" y="1462274"/>
                  <a:pt x="358638" y="1445505"/>
                </a:cubicBezTo>
                <a:cubicBezTo>
                  <a:pt x="358638" y="1428735"/>
                  <a:pt x="372232" y="1415141"/>
                  <a:pt x="389002" y="1415141"/>
                </a:cubicBezTo>
                <a:close/>
                <a:moveTo>
                  <a:pt x="316447" y="1415141"/>
                </a:moveTo>
                <a:cubicBezTo>
                  <a:pt x="333216" y="1415141"/>
                  <a:pt x="346810" y="1428735"/>
                  <a:pt x="346810" y="1445505"/>
                </a:cubicBezTo>
                <a:cubicBezTo>
                  <a:pt x="346810" y="1462274"/>
                  <a:pt x="333216" y="1475868"/>
                  <a:pt x="316447" y="1475868"/>
                </a:cubicBezTo>
                <a:cubicBezTo>
                  <a:pt x="299677" y="1475868"/>
                  <a:pt x="286084" y="1462274"/>
                  <a:pt x="286084" y="1445505"/>
                </a:cubicBezTo>
                <a:cubicBezTo>
                  <a:pt x="286084" y="1428735"/>
                  <a:pt x="299677" y="1415141"/>
                  <a:pt x="316447" y="1415141"/>
                </a:cubicBezTo>
                <a:close/>
                <a:moveTo>
                  <a:pt x="243892" y="1415141"/>
                </a:moveTo>
                <a:cubicBezTo>
                  <a:pt x="260662" y="1415141"/>
                  <a:pt x="274256" y="1428735"/>
                  <a:pt x="274256" y="1445505"/>
                </a:cubicBezTo>
                <a:cubicBezTo>
                  <a:pt x="274256" y="1462274"/>
                  <a:pt x="260662" y="1475868"/>
                  <a:pt x="243892" y="1475868"/>
                </a:cubicBezTo>
                <a:cubicBezTo>
                  <a:pt x="227123" y="1475868"/>
                  <a:pt x="213529" y="1462274"/>
                  <a:pt x="213529" y="1445505"/>
                </a:cubicBezTo>
                <a:cubicBezTo>
                  <a:pt x="213529" y="1428735"/>
                  <a:pt x="227123" y="1415141"/>
                  <a:pt x="243892" y="1415141"/>
                </a:cubicBezTo>
                <a:close/>
                <a:moveTo>
                  <a:pt x="171339" y="1415141"/>
                </a:moveTo>
                <a:cubicBezTo>
                  <a:pt x="188107" y="1415141"/>
                  <a:pt x="201701" y="1428735"/>
                  <a:pt x="201701" y="1445505"/>
                </a:cubicBezTo>
                <a:cubicBezTo>
                  <a:pt x="201701" y="1462274"/>
                  <a:pt x="188107" y="1475868"/>
                  <a:pt x="171339" y="1475868"/>
                </a:cubicBezTo>
                <a:cubicBezTo>
                  <a:pt x="154611" y="1475868"/>
                  <a:pt x="141018" y="1462274"/>
                  <a:pt x="141018" y="1445505"/>
                </a:cubicBezTo>
                <a:cubicBezTo>
                  <a:pt x="141018" y="1428735"/>
                  <a:pt x="154611" y="1415141"/>
                  <a:pt x="171339" y="1415141"/>
                </a:cubicBezTo>
                <a:close/>
                <a:moveTo>
                  <a:pt x="98831" y="1415141"/>
                </a:moveTo>
                <a:cubicBezTo>
                  <a:pt x="115598" y="1415141"/>
                  <a:pt x="129192" y="1428735"/>
                  <a:pt x="129192" y="1445505"/>
                </a:cubicBezTo>
                <a:cubicBezTo>
                  <a:pt x="129192" y="1462274"/>
                  <a:pt x="115598" y="1475868"/>
                  <a:pt x="98831" y="1475868"/>
                </a:cubicBezTo>
                <a:cubicBezTo>
                  <a:pt x="82060" y="1475868"/>
                  <a:pt x="68467" y="1462274"/>
                  <a:pt x="68467" y="1445505"/>
                </a:cubicBezTo>
                <a:cubicBezTo>
                  <a:pt x="68467" y="1428735"/>
                  <a:pt x="82060" y="1415141"/>
                  <a:pt x="98831" y="1415141"/>
                </a:cubicBezTo>
                <a:close/>
                <a:moveTo>
                  <a:pt x="26277" y="1415141"/>
                </a:moveTo>
                <a:cubicBezTo>
                  <a:pt x="43044" y="1415141"/>
                  <a:pt x="56638" y="1428735"/>
                  <a:pt x="56638" y="1445505"/>
                </a:cubicBezTo>
                <a:cubicBezTo>
                  <a:pt x="56638" y="1462274"/>
                  <a:pt x="43044" y="1475868"/>
                  <a:pt x="26277" y="1475868"/>
                </a:cubicBezTo>
                <a:cubicBezTo>
                  <a:pt x="17892" y="1475868"/>
                  <a:pt x="10301" y="1472470"/>
                  <a:pt x="4807" y="1466975"/>
                </a:cubicBezTo>
                <a:lnTo>
                  <a:pt x="0" y="1455370"/>
                </a:lnTo>
                <a:lnTo>
                  <a:pt x="0" y="1435640"/>
                </a:lnTo>
                <a:lnTo>
                  <a:pt x="4807" y="1424034"/>
                </a:lnTo>
                <a:cubicBezTo>
                  <a:pt x="10301" y="1418540"/>
                  <a:pt x="17892" y="1415141"/>
                  <a:pt x="26277" y="1415141"/>
                </a:cubicBezTo>
                <a:close/>
                <a:moveTo>
                  <a:pt x="1332211" y="1334690"/>
                </a:moveTo>
                <a:cubicBezTo>
                  <a:pt x="1340596" y="1334690"/>
                  <a:pt x="1348186" y="1338088"/>
                  <a:pt x="1353681" y="1343583"/>
                </a:cubicBezTo>
                <a:lnTo>
                  <a:pt x="1356143" y="1349526"/>
                </a:lnTo>
                <a:lnTo>
                  <a:pt x="1331934" y="1381900"/>
                </a:lnTo>
                <a:lnTo>
                  <a:pt x="1321597" y="1393274"/>
                </a:lnTo>
                <a:lnTo>
                  <a:pt x="1320392" y="1393030"/>
                </a:lnTo>
                <a:cubicBezTo>
                  <a:pt x="1309494" y="1388421"/>
                  <a:pt x="1301847" y="1377631"/>
                  <a:pt x="1301847" y="1365053"/>
                </a:cubicBezTo>
                <a:cubicBezTo>
                  <a:pt x="1301847" y="1348284"/>
                  <a:pt x="1315441" y="1334690"/>
                  <a:pt x="1332211" y="1334690"/>
                </a:cubicBezTo>
                <a:close/>
                <a:moveTo>
                  <a:pt x="1259656" y="1334690"/>
                </a:moveTo>
                <a:cubicBezTo>
                  <a:pt x="1276426" y="1334690"/>
                  <a:pt x="1290020" y="1348284"/>
                  <a:pt x="1290020" y="1365053"/>
                </a:cubicBezTo>
                <a:cubicBezTo>
                  <a:pt x="1290020" y="1381823"/>
                  <a:pt x="1276426" y="1395417"/>
                  <a:pt x="1259656" y="1395417"/>
                </a:cubicBezTo>
                <a:cubicBezTo>
                  <a:pt x="1242887" y="1395417"/>
                  <a:pt x="1229293" y="1381823"/>
                  <a:pt x="1229293" y="1365053"/>
                </a:cubicBezTo>
                <a:cubicBezTo>
                  <a:pt x="1229293" y="1348284"/>
                  <a:pt x="1242887" y="1334690"/>
                  <a:pt x="1259656" y="1334690"/>
                </a:cubicBezTo>
                <a:close/>
                <a:moveTo>
                  <a:pt x="1187102" y="1334690"/>
                </a:moveTo>
                <a:cubicBezTo>
                  <a:pt x="1203871" y="1334690"/>
                  <a:pt x="1217465" y="1348284"/>
                  <a:pt x="1217465" y="1365053"/>
                </a:cubicBezTo>
                <a:cubicBezTo>
                  <a:pt x="1217465" y="1381823"/>
                  <a:pt x="1203871" y="1395417"/>
                  <a:pt x="1187102" y="1395417"/>
                </a:cubicBezTo>
                <a:cubicBezTo>
                  <a:pt x="1170332" y="1395417"/>
                  <a:pt x="1156738" y="1381823"/>
                  <a:pt x="1156738" y="1365053"/>
                </a:cubicBezTo>
                <a:cubicBezTo>
                  <a:pt x="1156738" y="1348284"/>
                  <a:pt x="1170332" y="1334690"/>
                  <a:pt x="1187102" y="1334690"/>
                </a:cubicBezTo>
                <a:close/>
                <a:moveTo>
                  <a:pt x="1114547" y="1334690"/>
                </a:moveTo>
                <a:cubicBezTo>
                  <a:pt x="1131317" y="1334690"/>
                  <a:pt x="1144911" y="1348284"/>
                  <a:pt x="1144911" y="1365053"/>
                </a:cubicBezTo>
                <a:cubicBezTo>
                  <a:pt x="1144911" y="1381823"/>
                  <a:pt x="1131317" y="1395417"/>
                  <a:pt x="1114547" y="1395417"/>
                </a:cubicBezTo>
                <a:cubicBezTo>
                  <a:pt x="1097778" y="1395417"/>
                  <a:pt x="1084184" y="1381823"/>
                  <a:pt x="1084184" y="1365053"/>
                </a:cubicBezTo>
                <a:cubicBezTo>
                  <a:pt x="1084184" y="1348284"/>
                  <a:pt x="1097778" y="1334690"/>
                  <a:pt x="1114547" y="1334690"/>
                </a:cubicBezTo>
                <a:close/>
                <a:moveTo>
                  <a:pt x="1041993" y="1334690"/>
                </a:moveTo>
                <a:cubicBezTo>
                  <a:pt x="1058762" y="1334690"/>
                  <a:pt x="1072356" y="1348284"/>
                  <a:pt x="1072356" y="1365053"/>
                </a:cubicBezTo>
                <a:cubicBezTo>
                  <a:pt x="1072356" y="1381823"/>
                  <a:pt x="1058762" y="1395417"/>
                  <a:pt x="1041993" y="1395417"/>
                </a:cubicBezTo>
                <a:cubicBezTo>
                  <a:pt x="1025223" y="1395417"/>
                  <a:pt x="1011629" y="1381823"/>
                  <a:pt x="1011629" y="1365053"/>
                </a:cubicBezTo>
                <a:cubicBezTo>
                  <a:pt x="1011629" y="1348284"/>
                  <a:pt x="1025223" y="1334690"/>
                  <a:pt x="1041993" y="1334690"/>
                </a:cubicBezTo>
                <a:close/>
                <a:moveTo>
                  <a:pt x="969438" y="1334690"/>
                </a:moveTo>
                <a:cubicBezTo>
                  <a:pt x="986208" y="1334690"/>
                  <a:pt x="999801" y="1348284"/>
                  <a:pt x="999801" y="1365053"/>
                </a:cubicBezTo>
                <a:cubicBezTo>
                  <a:pt x="999801" y="1381823"/>
                  <a:pt x="986208" y="1395417"/>
                  <a:pt x="969438" y="1395417"/>
                </a:cubicBezTo>
                <a:cubicBezTo>
                  <a:pt x="952669" y="1395417"/>
                  <a:pt x="939075" y="1381823"/>
                  <a:pt x="939075" y="1365053"/>
                </a:cubicBezTo>
                <a:cubicBezTo>
                  <a:pt x="939075" y="1348284"/>
                  <a:pt x="952669" y="1334690"/>
                  <a:pt x="969438" y="1334690"/>
                </a:cubicBezTo>
                <a:close/>
                <a:moveTo>
                  <a:pt x="896883" y="1334690"/>
                </a:moveTo>
                <a:cubicBezTo>
                  <a:pt x="913653" y="1334690"/>
                  <a:pt x="927247" y="1348284"/>
                  <a:pt x="927247" y="1365053"/>
                </a:cubicBezTo>
                <a:cubicBezTo>
                  <a:pt x="927247" y="1381823"/>
                  <a:pt x="913653" y="1395417"/>
                  <a:pt x="896883" y="1395417"/>
                </a:cubicBezTo>
                <a:cubicBezTo>
                  <a:pt x="880114" y="1395417"/>
                  <a:pt x="866520" y="1381823"/>
                  <a:pt x="866520" y="1365053"/>
                </a:cubicBezTo>
                <a:cubicBezTo>
                  <a:pt x="866520" y="1348284"/>
                  <a:pt x="880114" y="1334690"/>
                  <a:pt x="896883" y="1334690"/>
                </a:cubicBezTo>
                <a:close/>
                <a:moveTo>
                  <a:pt x="824329" y="1334690"/>
                </a:moveTo>
                <a:cubicBezTo>
                  <a:pt x="841098" y="1334690"/>
                  <a:pt x="854692" y="1348284"/>
                  <a:pt x="854692" y="1365053"/>
                </a:cubicBezTo>
                <a:cubicBezTo>
                  <a:pt x="854692" y="1381823"/>
                  <a:pt x="841098" y="1395417"/>
                  <a:pt x="824329" y="1395417"/>
                </a:cubicBezTo>
                <a:cubicBezTo>
                  <a:pt x="807559" y="1395417"/>
                  <a:pt x="793965" y="1381823"/>
                  <a:pt x="793965" y="1365053"/>
                </a:cubicBezTo>
                <a:cubicBezTo>
                  <a:pt x="793965" y="1348284"/>
                  <a:pt x="807559" y="1334690"/>
                  <a:pt x="824329" y="1334690"/>
                </a:cubicBezTo>
                <a:close/>
                <a:moveTo>
                  <a:pt x="751774" y="1334690"/>
                </a:moveTo>
                <a:cubicBezTo>
                  <a:pt x="768544" y="1334690"/>
                  <a:pt x="782138" y="1348284"/>
                  <a:pt x="782138" y="1365053"/>
                </a:cubicBezTo>
                <a:cubicBezTo>
                  <a:pt x="782138" y="1381823"/>
                  <a:pt x="768544" y="1395417"/>
                  <a:pt x="751774" y="1395417"/>
                </a:cubicBezTo>
                <a:cubicBezTo>
                  <a:pt x="735005" y="1395417"/>
                  <a:pt x="721411" y="1381823"/>
                  <a:pt x="721411" y="1365053"/>
                </a:cubicBezTo>
                <a:cubicBezTo>
                  <a:pt x="721411" y="1348284"/>
                  <a:pt x="735005" y="1334690"/>
                  <a:pt x="751774" y="1334690"/>
                </a:cubicBezTo>
                <a:close/>
                <a:moveTo>
                  <a:pt x="679220" y="1334690"/>
                </a:moveTo>
                <a:cubicBezTo>
                  <a:pt x="695989" y="1334690"/>
                  <a:pt x="709583" y="1348284"/>
                  <a:pt x="709583" y="1365053"/>
                </a:cubicBezTo>
                <a:cubicBezTo>
                  <a:pt x="709583" y="1381823"/>
                  <a:pt x="695989" y="1395417"/>
                  <a:pt x="679220" y="1395417"/>
                </a:cubicBezTo>
                <a:cubicBezTo>
                  <a:pt x="662450" y="1395417"/>
                  <a:pt x="648856" y="1381823"/>
                  <a:pt x="648856" y="1365053"/>
                </a:cubicBezTo>
                <a:cubicBezTo>
                  <a:pt x="648856" y="1348284"/>
                  <a:pt x="662450" y="1334690"/>
                  <a:pt x="679220" y="1334690"/>
                </a:cubicBezTo>
                <a:close/>
                <a:moveTo>
                  <a:pt x="606665" y="1334690"/>
                </a:moveTo>
                <a:cubicBezTo>
                  <a:pt x="623435" y="1334690"/>
                  <a:pt x="637029" y="1348284"/>
                  <a:pt x="637029" y="1365053"/>
                </a:cubicBezTo>
                <a:cubicBezTo>
                  <a:pt x="637029" y="1381823"/>
                  <a:pt x="623435" y="1395417"/>
                  <a:pt x="606665" y="1395417"/>
                </a:cubicBezTo>
                <a:cubicBezTo>
                  <a:pt x="589896" y="1395417"/>
                  <a:pt x="576302" y="1381823"/>
                  <a:pt x="576302" y="1365053"/>
                </a:cubicBezTo>
                <a:cubicBezTo>
                  <a:pt x="576302" y="1348284"/>
                  <a:pt x="589896" y="1334690"/>
                  <a:pt x="606665" y="1334690"/>
                </a:cubicBezTo>
                <a:close/>
                <a:moveTo>
                  <a:pt x="534111" y="1334690"/>
                </a:moveTo>
                <a:cubicBezTo>
                  <a:pt x="550880" y="1334690"/>
                  <a:pt x="564474" y="1348284"/>
                  <a:pt x="564474" y="1365053"/>
                </a:cubicBezTo>
                <a:cubicBezTo>
                  <a:pt x="564474" y="1381823"/>
                  <a:pt x="550880" y="1395417"/>
                  <a:pt x="534111" y="1395417"/>
                </a:cubicBezTo>
                <a:cubicBezTo>
                  <a:pt x="517341" y="1395417"/>
                  <a:pt x="503747" y="1381823"/>
                  <a:pt x="503747" y="1365053"/>
                </a:cubicBezTo>
                <a:cubicBezTo>
                  <a:pt x="503747" y="1348284"/>
                  <a:pt x="517341" y="1334690"/>
                  <a:pt x="534111" y="1334690"/>
                </a:cubicBezTo>
                <a:close/>
                <a:moveTo>
                  <a:pt x="461556" y="1334690"/>
                </a:moveTo>
                <a:cubicBezTo>
                  <a:pt x="478326" y="1334690"/>
                  <a:pt x="491920" y="1348284"/>
                  <a:pt x="491920" y="1365053"/>
                </a:cubicBezTo>
                <a:cubicBezTo>
                  <a:pt x="491920" y="1381823"/>
                  <a:pt x="478326" y="1395417"/>
                  <a:pt x="461556" y="1395417"/>
                </a:cubicBezTo>
                <a:cubicBezTo>
                  <a:pt x="444787" y="1395417"/>
                  <a:pt x="431192" y="1381823"/>
                  <a:pt x="431192" y="1365053"/>
                </a:cubicBezTo>
                <a:cubicBezTo>
                  <a:pt x="431192" y="1348284"/>
                  <a:pt x="444787" y="1334690"/>
                  <a:pt x="461556" y="1334690"/>
                </a:cubicBezTo>
                <a:close/>
                <a:moveTo>
                  <a:pt x="389002" y="1334690"/>
                </a:moveTo>
                <a:cubicBezTo>
                  <a:pt x="405771" y="1334690"/>
                  <a:pt x="419365" y="1348284"/>
                  <a:pt x="419365" y="1365053"/>
                </a:cubicBezTo>
                <a:cubicBezTo>
                  <a:pt x="419365" y="1381823"/>
                  <a:pt x="405771" y="1395417"/>
                  <a:pt x="389002" y="1395417"/>
                </a:cubicBezTo>
                <a:cubicBezTo>
                  <a:pt x="372232" y="1395417"/>
                  <a:pt x="358638" y="1381823"/>
                  <a:pt x="358638" y="1365053"/>
                </a:cubicBezTo>
                <a:cubicBezTo>
                  <a:pt x="358638" y="1348284"/>
                  <a:pt x="372232" y="1334690"/>
                  <a:pt x="389002" y="1334690"/>
                </a:cubicBezTo>
                <a:close/>
                <a:moveTo>
                  <a:pt x="316447" y="1334690"/>
                </a:moveTo>
                <a:cubicBezTo>
                  <a:pt x="333216" y="1334690"/>
                  <a:pt x="346810" y="1348284"/>
                  <a:pt x="346810" y="1365053"/>
                </a:cubicBezTo>
                <a:cubicBezTo>
                  <a:pt x="346810" y="1381823"/>
                  <a:pt x="333216" y="1395417"/>
                  <a:pt x="316447" y="1395417"/>
                </a:cubicBezTo>
                <a:cubicBezTo>
                  <a:pt x="299677" y="1395417"/>
                  <a:pt x="286084" y="1381823"/>
                  <a:pt x="286084" y="1365053"/>
                </a:cubicBezTo>
                <a:cubicBezTo>
                  <a:pt x="286084" y="1348284"/>
                  <a:pt x="299677" y="1334690"/>
                  <a:pt x="316447" y="1334690"/>
                </a:cubicBezTo>
                <a:close/>
                <a:moveTo>
                  <a:pt x="243892" y="1334690"/>
                </a:moveTo>
                <a:cubicBezTo>
                  <a:pt x="260662" y="1334690"/>
                  <a:pt x="274256" y="1348284"/>
                  <a:pt x="274256" y="1365053"/>
                </a:cubicBezTo>
                <a:cubicBezTo>
                  <a:pt x="274256" y="1381823"/>
                  <a:pt x="260662" y="1395417"/>
                  <a:pt x="243892" y="1395417"/>
                </a:cubicBezTo>
                <a:cubicBezTo>
                  <a:pt x="227123" y="1395417"/>
                  <a:pt x="213529" y="1381823"/>
                  <a:pt x="213529" y="1365053"/>
                </a:cubicBezTo>
                <a:cubicBezTo>
                  <a:pt x="213529" y="1348284"/>
                  <a:pt x="227123" y="1334690"/>
                  <a:pt x="243892" y="1334690"/>
                </a:cubicBezTo>
                <a:close/>
                <a:moveTo>
                  <a:pt x="171339" y="1334690"/>
                </a:moveTo>
                <a:cubicBezTo>
                  <a:pt x="188107" y="1334690"/>
                  <a:pt x="201701" y="1348284"/>
                  <a:pt x="201701" y="1365053"/>
                </a:cubicBezTo>
                <a:cubicBezTo>
                  <a:pt x="201701" y="1381823"/>
                  <a:pt x="188107" y="1395417"/>
                  <a:pt x="171339" y="1395417"/>
                </a:cubicBezTo>
                <a:cubicBezTo>
                  <a:pt x="154616" y="1395417"/>
                  <a:pt x="141023" y="1381823"/>
                  <a:pt x="141023" y="1365053"/>
                </a:cubicBezTo>
                <a:cubicBezTo>
                  <a:pt x="141023" y="1348284"/>
                  <a:pt x="154616" y="1334690"/>
                  <a:pt x="171339" y="1334690"/>
                </a:cubicBezTo>
                <a:close/>
                <a:moveTo>
                  <a:pt x="98838" y="1334690"/>
                </a:moveTo>
                <a:cubicBezTo>
                  <a:pt x="115605" y="1334690"/>
                  <a:pt x="129198" y="1348284"/>
                  <a:pt x="129198" y="1365053"/>
                </a:cubicBezTo>
                <a:cubicBezTo>
                  <a:pt x="129198" y="1381823"/>
                  <a:pt x="115605" y="1395417"/>
                  <a:pt x="98838" y="1395417"/>
                </a:cubicBezTo>
                <a:cubicBezTo>
                  <a:pt x="82067" y="1395417"/>
                  <a:pt x="68474" y="1381823"/>
                  <a:pt x="68474" y="1365053"/>
                </a:cubicBezTo>
                <a:cubicBezTo>
                  <a:pt x="68474" y="1348284"/>
                  <a:pt x="82067" y="1334690"/>
                  <a:pt x="98838" y="1334690"/>
                </a:cubicBezTo>
                <a:close/>
                <a:moveTo>
                  <a:pt x="26283" y="1334690"/>
                </a:moveTo>
                <a:cubicBezTo>
                  <a:pt x="43051" y="1334690"/>
                  <a:pt x="56645" y="1348284"/>
                  <a:pt x="56645" y="1365053"/>
                </a:cubicBezTo>
                <a:cubicBezTo>
                  <a:pt x="56645" y="1381823"/>
                  <a:pt x="43051" y="1395417"/>
                  <a:pt x="26283" y="1395417"/>
                </a:cubicBezTo>
                <a:cubicBezTo>
                  <a:pt x="17898" y="1395417"/>
                  <a:pt x="10308" y="1392019"/>
                  <a:pt x="4813" y="1386524"/>
                </a:cubicBezTo>
                <a:lnTo>
                  <a:pt x="0" y="1374903"/>
                </a:lnTo>
                <a:lnTo>
                  <a:pt x="0" y="1355203"/>
                </a:lnTo>
                <a:lnTo>
                  <a:pt x="4813" y="1343583"/>
                </a:lnTo>
                <a:cubicBezTo>
                  <a:pt x="10308" y="1338089"/>
                  <a:pt x="17898" y="1334690"/>
                  <a:pt x="26283" y="1334690"/>
                </a:cubicBezTo>
                <a:close/>
                <a:moveTo>
                  <a:pt x="1404765" y="1254238"/>
                </a:moveTo>
                <a:cubicBezTo>
                  <a:pt x="1408957" y="1254238"/>
                  <a:pt x="1412951" y="1255088"/>
                  <a:pt x="1416584" y="1256624"/>
                </a:cubicBezTo>
                <a:lnTo>
                  <a:pt x="1422045" y="1260306"/>
                </a:lnTo>
                <a:lnTo>
                  <a:pt x="1418517" y="1266114"/>
                </a:lnTo>
                <a:lnTo>
                  <a:pt x="1386846" y="1308466"/>
                </a:lnTo>
                <a:lnTo>
                  <a:pt x="1383295" y="1306072"/>
                </a:lnTo>
                <a:cubicBezTo>
                  <a:pt x="1377800" y="1300577"/>
                  <a:pt x="1374402" y="1292986"/>
                  <a:pt x="1374402" y="1284602"/>
                </a:cubicBezTo>
                <a:cubicBezTo>
                  <a:pt x="1374402" y="1267832"/>
                  <a:pt x="1387996" y="1254238"/>
                  <a:pt x="1404765" y="1254238"/>
                </a:cubicBezTo>
                <a:close/>
                <a:moveTo>
                  <a:pt x="1332211" y="1254238"/>
                </a:moveTo>
                <a:cubicBezTo>
                  <a:pt x="1348980" y="1254238"/>
                  <a:pt x="1362574" y="1267832"/>
                  <a:pt x="1362574" y="1284602"/>
                </a:cubicBezTo>
                <a:cubicBezTo>
                  <a:pt x="1362574" y="1301371"/>
                  <a:pt x="1348980" y="1314965"/>
                  <a:pt x="1332211" y="1314965"/>
                </a:cubicBezTo>
                <a:cubicBezTo>
                  <a:pt x="1315441" y="1314965"/>
                  <a:pt x="1301847" y="1301371"/>
                  <a:pt x="1301847" y="1284602"/>
                </a:cubicBezTo>
                <a:cubicBezTo>
                  <a:pt x="1301847" y="1267832"/>
                  <a:pt x="1315441" y="1254238"/>
                  <a:pt x="1332211" y="1254238"/>
                </a:cubicBezTo>
                <a:close/>
                <a:moveTo>
                  <a:pt x="1259656" y="1254238"/>
                </a:moveTo>
                <a:cubicBezTo>
                  <a:pt x="1276426" y="1254238"/>
                  <a:pt x="1290020" y="1267832"/>
                  <a:pt x="1290020" y="1284602"/>
                </a:cubicBezTo>
                <a:cubicBezTo>
                  <a:pt x="1290020" y="1301371"/>
                  <a:pt x="1276426" y="1314965"/>
                  <a:pt x="1259656" y="1314965"/>
                </a:cubicBezTo>
                <a:cubicBezTo>
                  <a:pt x="1242887" y="1314965"/>
                  <a:pt x="1229293" y="1301371"/>
                  <a:pt x="1229293" y="1284602"/>
                </a:cubicBezTo>
                <a:cubicBezTo>
                  <a:pt x="1229293" y="1267832"/>
                  <a:pt x="1242887" y="1254238"/>
                  <a:pt x="1259656" y="1254238"/>
                </a:cubicBezTo>
                <a:close/>
                <a:moveTo>
                  <a:pt x="1187102" y="1254238"/>
                </a:moveTo>
                <a:cubicBezTo>
                  <a:pt x="1203871" y="1254238"/>
                  <a:pt x="1217465" y="1267832"/>
                  <a:pt x="1217465" y="1284602"/>
                </a:cubicBezTo>
                <a:cubicBezTo>
                  <a:pt x="1217465" y="1301371"/>
                  <a:pt x="1203871" y="1314965"/>
                  <a:pt x="1187102" y="1314965"/>
                </a:cubicBezTo>
                <a:cubicBezTo>
                  <a:pt x="1170332" y="1314965"/>
                  <a:pt x="1156738" y="1301371"/>
                  <a:pt x="1156738" y="1284602"/>
                </a:cubicBezTo>
                <a:cubicBezTo>
                  <a:pt x="1156738" y="1267832"/>
                  <a:pt x="1170332" y="1254238"/>
                  <a:pt x="1187102" y="1254238"/>
                </a:cubicBezTo>
                <a:close/>
                <a:moveTo>
                  <a:pt x="1114547" y="1254238"/>
                </a:moveTo>
                <a:cubicBezTo>
                  <a:pt x="1131317" y="1254238"/>
                  <a:pt x="1144911" y="1267832"/>
                  <a:pt x="1144911" y="1284602"/>
                </a:cubicBezTo>
                <a:cubicBezTo>
                  <a:pt x="1144911" y="1301371"/>
                  <a:pt x="1131317" y="1314965"/>
                  <a:pt x="1114547" y="1314965"/>
                </a:cubicBezTo>
                <a:cubicBezTo>
                  <a:pt x="1097778" y="1314965"/>
                  <a:pt x="1084184" y="1301371"/>
                  <a:pt x="1084184" y="1284602"/>
                </a:cubicBezTo>
                <a:cubicBezTo>
                  <a:pt x="1084184" y="1267832"/>
                  <a:pt x="1097778" y="1254238"/>
                  <a:pt x="1114547" y="1254238"/>
                </a:cubicBezTo>
                <a:close/>
                <a:moveTo>
                  <a:pt x="1041993" y="1254238"/>
                </a:moveTo>
                <a:cubicBezTo>
                  <a:pt x="1058762" y="1254238"/>
                  <a:pt x="1072356" y="1267832"/>
                  <a:pt x="1072356" y="1284602"/>
                </a:cubicBezTo>
                <a:cubicBezTo>
                  <a:pt x="1072356" y="1301371"/>
                  <a:pt x="1058762" y="1314965"/>
                  <a:pt x="1041993" y="1314965"/>
                </a:cubicBezTo>
                <a:cubicBezTo>
                  <a:pt x="1025223" y="1314965"/>
                  <a:pt x="1011629" y="1301371"/>
                  <a:pt x="1011629" y="1284602"/>
                </a:cubicBezTo>
                <a:cubicBezTo>
                  <a:pt x="1011629" y="1267832"/>
                  <a:pt x="1025223" y="1254238"/>
                  <a:pt x="1041993" y="1254238"/>
                </a:cubicBezTo>
                <a:close/>
                <a:moveTo>
                  <a:pt x="969438" y="1254238"/>
                </a:moveTo>
                <a:cubicBezTo>
                  <a:pt x="986208" y="1254238"/>
                  <a:pt x="999801" y="1267832"/>
                  <a:pt x="999801" y="1284602"/>
                </a:cubicBezTo>
                <a:cubicBezTo>
                  <a:pt x="999801" y="1301371"/>
                  <a:pt x="986208" y="1314965"/>
                  <a:pt x="969438" y="1314965"/>
                </a:cubicBezTo>
                <a:cubicBezTo>
                  <a:pt x="952669" y="1314965"/>
                  <a:pt x="939075" y="1301371"/>
                  <a:pt x="939075" y="1284602"/>
                </a:cubicBezTo>
                <a:cubicBezTo>
                  <a:pt x="939075" y="1267832"/>
                  <a:pt x="952669" y="1254238"/>
                  <a:pt x="969438" y="1254238"/>
                </a:cubicBezTo>
                <a:close/>
                <a:moveTo>
                  <a:pt x="896883" y="1254238"/>
                </a:moveTo>
                <a:cubicBezTo>
                  <a:pt x="913653" y="1254238"/>
                  <a:pt x="927247" y="1267832"/>
                  <a:pt x="927247" y="1284602"/>
                </a:cubicBezTo>
                <a:cubicBezTo>
                  <a:pt x="927247" y="1301371"/>
                  <a:pt x="913653" y="1314965"/>
                  <a:pt x="896883" y="1314965"/>
                </a:cubicBezTo>
                <a:cubicBezTo>
                  <a:pt x="880114" y="1314965"/>
                  <a:pt x="866520" y="1301371"/>
                  <a:pt x="866520" y="1284602"/>
                </a:cubicBezTo>
                <a:cubicBezTo>
                  <a:pt x="866520" y="1267832"/>
                  <a:pt x="880114" y="1254238"/>
                  <a:pt x="896883" y="1254238"/>
                </a:cubicBezTo>
                <a:close/>
                <a:moveTo>
                  <a:pt x="824329" y="1254238"/>
                </a:moveTo>
                <a:cubicBezTo>
                  <a:pt x="841098" y="1254238"/>
                  <a:pt x="854692" y="1267832"/>
                  <a:pt x="854692" y="1284602"/>
                </a:cubicBezTo>
                <a:cubicBezTo>
                  <a:pt x="854692" y="1301371"/>
                  <a:pt x="841098" y="1314965"/>
                  <a:pt x="824329" y="1314965"/>
                </a:cubicBezTo>
                <a:cubicBezTo>
                  <a:pt x="807559" y="1314965"/>
                  <a:pt x="793965" y="1301371"/>
                  <a:pt x="793965" y="1284602"/>
                </a:cubicBezTo>
                <a:cubicBezTo>
                  <a:pt x="793965" y="1267832"/>
                  <a:pt x="807559" y="1254238"/>
                  <a:pt x="824329" y="1254238"/>
                </a:cubicBezTo>
                <a:close/>
                <a:moveTo>
                  <a:pt x="751774" y="1254238"/>
                </a:moveTo>
                <a:cubicBezTo>
                  <a:pt x="768544" y="1254238"/>
                  <a:pt x="782138" y="1267832"/>
                  <a:pt x="782138" y="1284602"/>
                </a:cubicBezTo>
                <a:cubicBezTo>
                  <a:pt x="782138" y="1301371"/>
                  <a:pt x="768544" y="1314965"/>
                  <a:pt x="751774" y="1314965"/>
                </a:cubicBezTo>
                <a:cubicBezTo>
                  <a:pt x="735005" y="1314965"/>
                  <a:pt x="721411" y="1301371"/>
                  <a:pt x="721411" y="1284602"/>
                </a:cubicBezTo>
                <a:cubicBezTo>
                  <a:pt x="721411" y="1267832"/>
                  <a:pt x="735005" y="1254238"/>
                  <a:pt x="751774" y="1254238"/>
                </a:cubicBezTo>
                <a:close/>
                <a:moveTo>
                  <a:pt x="679220" y="1254238"/>
                </a:moveTo>
                <a:cubicBezTo>
                  <a:pt x="695989" y="1254238"/>
                  <a:pt x="709583" y="1267832"/>
                  <a:pt x="709583" y="1284602"/>
                </a:cubicBezTo>
                <a:cubicBezTo>
                  <a:pt x="709583" y="1301371"/>
                  <a:pt x="695989" y="1314965"/>
                  <a:pt x="679220" y="1314965"/>
                </a:cubicBezTo>
                <a:cubicBezTo>
                  <a:pt x="662450" y="1314965"/>
                  <a:pt x="648856" y="1301371"/>
                  <a:pt x="648856" y="1284602"/>
                </a:cubicBezTo>
                <a:cubicBezTo>
                  <a:pt x="648856" y="1267832"/>
                  <a:pt x="662450" y="1254238"/>
                  <a:pt x="679220" y="1254238"/>
                </a:cubicBezTo>
                <a:close/>
                <a:moveTo>
                  <a:pt x="606665" y="1254238"/>
                </a:moveTo>
                <a:cubicBezTo>
                  <a:pt x="623435" y="1254238"/>
                  <a:pt x="637029" y="1267832"/>
                  <a:pt x="637029" y="1284602"/>
                </a:cubicBezTo>
                <a:cubicBezTo>
                  <a:pt x="637029" y="1301371"/>
                  <a:pt x="623435" y="1314965"/>
                  <a:pt x="606665" y="1314965"/>
                </a:cubicBezTo>
                <a:cubicBezTo>
                  <a:pt x="589896" y="1314965"/>
                  <a:pt x="576302" y="1301371"/>
                  <a:pt x="576302" y="1284602"/>
                </a:cubicBezTo>
                <a:cubicBezTo>
                  <a:pt x="576302" y="1267832"/>
                  <a:pt x="589896" y="1254238"/>
                  <a:pt x="606665" y="1254238"/>
                </a:cubicBezTo>
                <a:close/>
                <a:moveTo>
                  <a:pt x="534111" y="1254238"/>
                </a:moveTo>
                <a:cubicBezTo>
                  <a:pt x="550880" y="1254238"/>
                  <a:pt x="564474" y="1267832"/>
                  <a:pt x="564474" y="1284602"/>
                </a:cubicBezTo>
                <a:cubicBezTo>
                  <a:pt x="564474" y="1301371"/>
                  <a:pt x="550880" y="1314965"/>
                  <a:pt x="534111" y="1314965"/>
                </a:cubicBezTo>
                <a:cubicBezTo>
                  <a:pt x="517341" y="1314965"/>
                  <a:pt x="503747" y="1301371"/>
                  <a:pt x="503747" y="1284602"/>
                </a:cubicBezTo>
                <a:cubicBezTo>
                  <a:pt x="503747" y="1267832"/>
                  <a:pt x="517341" y="1254238"/>
                  <a:pt x="534111" y="1254238"/>
                </a:cubicBezTo>
                <a:close/>
                <a:moveTo>
                  <a:pt x="461556" y="1254238"/>
                </a:moveTo>
                <a:cubicBezTo>
                  <a:pt x="478326" y="1254238"/>
                  <a:pt x="491920" y="1267832"/>
                  <a:pt x="491920" y="1284602"/>
                </a:cubicBezTo>
                <a:cubicBezTo>
                  <a:pt x="491920" y="1301371"/>
                  <a:pt x="478326" y="1314965"/>
                  <a:pt x="461556" y="1314965"/>
                </a:cubicBezTo>
                <a:cubicBezTo>
                  <a:pt x="444787" y="1314965"/>
                  <a:pt x="431192" y="1301371"/>
                  <a:pt x="431192" y="1284602"/>
                </a:cubicBezTo>
                <a:cubicBezTo>
                  <a:pt x="431192" y="1267832"/>
                  <a:pt x="444787" y="1254238"/>
                  <a:pt x="461556" y="1254238"/>
                </a:cubicBezTo>
                <a:close/>
                <a:moveTo>
                  <a:pt x="389002" y="1254238"/>
                </a:moveTo>
                <a:cubicBezTo>
                  <a:pt x="405771" y="1254238"/>
                  <a:pt x="419365" y="1267832"/>
                  <a:pt x="419365" y="1284602"/>
                </a:cubicBezTo>
                <a:cubicBezTo>
                  <a:pt x="419365" y="1301371"/>
                  <a:pt x="405771" y="1314965"/>
                  <a:pt x="389002" y="1314965"/>
                </a:cubicBezTo>
                <a:cubicBezTo>
                  <a:pt x="372232" y="1314965"/>
                  <a:pt x="358638" y="1301371"/>
                  <a:pt x="358638" y="1284602"/>
                </a:cubicBezTo>
                <a:cubicBezTo>
                  <a:pt x="358638" y="1267832"/>
                  <a:pt x="372232" y="1254238"/>
                  <a:pt x="389002" y="1254238"/>
                </a:cubicBezTo>
                <a:close/>
                <a:moveTo>
                  <a:pt x="316447" y="1254238"/>
                </a:moveTo>
                <a:cubicBezTo>
                  <a:pt x="333216" y="1254238"/>
                  <a:pt x="346810" y="1267832"/>
                  <a:pt x="346810" y="1284602"/>
                </a:cubicBezTo>
                <a:cubicBezTo>
                  <a:pt x="346810" y="1301371"/>
                  <a:pt x="333216" y="1314965"/>
                  <a:pt x="316447" y="1314965"/>
                </a:cubicBezTo>
                <a:cubicBezTo>
                  <a:pt x="299677" y="1314965"/>
                  <a:pt x="286084" y="1301371"/>
                  <a:pt x="286084" y="1284602"/>
                </a:cubicBezTo>
                <a:cubicBezTo>
                  <a:pt x="286084" y="1267832"/>
                  <a:pt x="299677" y="1254238"/>
                  <a:pt x="316447" y="1254238"/>
                </a:cubicBezTo>
                <a:close/>
                <a:moveTo>
                  <a:pt x="243892" y="1254238"/>
                </a:moveTo>
                <a:cubicBezTo>
                  <a:pt x="260662" y="1254238"/>
                  <a:pt x="274256" y="1267832"/>
                  <a:pt x="274256" y="1284602"/>
                </a:cubicBezTo>
                <a:cubicBezTo>
                  <a:pt x="274256" y="1301371"/>
                  <a:pt x="260662" y="1314965"/>
                  <a:pt x="243892" y="1314965"/>
                </a:cubicBezTo>
                <a:cubicBezTo>
                  <a:pt x="227123" y="1314965"/>
                  <a:pt x="213529" y="1301371"/>
                  <a:pt x="213529" y="1284602"/>
                </a:cubicBezTo>
                <a:cubicBezTo>
                  <a:pt x="213529" y="1267832"/>
                  <a:pt x="227123" y="1254238"/>
                  <a:pt x="243892" y="1254238"/>
                </a:cubicBezTo>
                <a:close/>
                <a:moveTo>
                  <a:pt x="171339" y="1254238"/>
                </a:moveTo>
                <a:cubicBezTo>
                  <a:pt x="188107" y="1254238"/>
                  <a:pt x="201701" y="1267832"/>
                  <a:pt x="201701" y="1284602"/>
                </a:cubicBezTo>
                <a:cubicBezTo>
                  <a:pt x="201701" y="1301371"/>
                  <a:pt x="188107" y="1314965"/>
                  <a:pt x="171339" y="1314965"/>
                </a:cubicBezTo>
                <a:cubicBezTo>
                  <a:pt x="154622" y="1314965"/>
                  <a:pt x="141029" y="1301371"/>
                  <a:pt x="141029" y="1284602"/>
                </a:cubicBezTo>
                <a:cubicBezTo>
                  <a:pt x="141029" y="1267832"/>
                  <a:pt x="154622" y="1254238"/>
                  <a:pt x="171339" y="1254238"/>
                </a:cubicBezTo>
                <a:close/>
                <a:moveTo>
                  <a:pt x="98845" y="1254238"/>
                </a:moveTo>
                <a:cubicBezTo>
                  <a:pt x="115610" y="1254238"/>
                  <a:pt x="129204" y="1267832"/>
                  <a:pt x="129204" y="1284602"/>
                </a:cubicBezTo>
                <a:cubicBezTo>
                  <a:pt x="129204" y="1301371"/>
                  <a:pt x="115610" y="1314965"/>
                  <a:pt x="98845" y="1314965"/>
                </a:cubicBezTo>
                <a:cubicBezTo>
                  <a:pt x="82074" y="1314965"/>
                  <a:pt x="68480" y="1301371"/>
                  <a:pt x="68480" y="1284602"/>
                </a:cubicBezTo>
                <a:cubicBezTo>
                  <a:pt x="68480" y="1267832"/>
                  <a:pt x="82074" y="1254238"/>
                  <a:pt x="98845" y="1254238"/>
                </a:cubicBezTo>
                <a:close/>
                <a:moveTo>
                  <a:pt x="26290" y="1254238"/>
                </a:moveTo>
                <a:cubicBezTo>
                  <a:pt x="43057" y="1254238"/>
                  <a:pt x="56651" y="1267832"/>
                  <a:pt x="56651" y="1284602"/>
                </a:cubicBezTo>
                <a:cubicBezTo>
                  <a:pt x="56651" y="1301371"/>
                  <a:pt x="43057" y="1314965"/>
                  <a:pt x="26290" y="1314965"/>
                </a:cubicBezTo>
                <a:cubicBezTo>
                  <a:pt x="17905" y="1314965"/>
                  <a:pt x="10314" y="1311567"/>
                  <a:pt x="4819" y="1306072"/>
                </a:cubicBezTo>
                <a:lnTo>
                  <a:pt x="0" y="1294437"/>
                </a:lnTo>
                <a:lnTo>
                  <a:pt x="0" y="1274766"/>
                </a:lnTo>
                <a:lnTo>
                  <a:pt x="4819" y="1263131"/>
                </a:lnTo>
                <a:cubicBezTo>
                  <a:pt x="10314" y="1257637"/>
                  <a:pt x="17905" y="1254238"/>
                  <a:pt x="26290" y="1254238"/>
                </a:cubicBezTo>
                <a:close/>
                <a:moveTo>
                  <a:pt x="1474228" y="1174410"/>
                </a:moveTo>
                <a:lnTo>
                  <a:pt x="1450688" y="1213159"/>
                </a:lnTo>
                <a:lnTo>
                  <a:pt x="1446956" y="1204150"/>
                </a:lnTo>
                <a:cubicBezTo>
                  <a:pt x="1446956" y="1191573"/>
                  <a:pt x="1454603" y="1180782"/>
                  <a:pt x="1465501" y="1176173"/>
                </a:cubicBezTo>
                <a:close/>
                <a:moveTo>
                  <a:pt x="1404765" y="1173786"/>
                </a:moveTo>
                <a:cubicBezTo>
                  <a:pt x="1421535" y="1173786"/>
                  <a:pt x="1435129" y="1187380"/>
                  <a:pt x="1435129" y="1204150"/>
                </a:cubicBezTo>
                <a:cubicBezTo>
                  <a:pt x="1435129" y="1220919"/>
                  <a:pt x="1421535" y="1234513"/>
                  <a:pt x="1404765" y="1234513"/>
                </a:cubicBezTo>
                <a:cubicBezTo>
                  <a:pt x="1387996" y="1234513"/>
                  <a:pt x="1374402" y="1220919"/>
                  <a:pt x="1374402" y="1204150"/>
                </a:cubicBezTo>
                <a:cubicBezTo>
                  <a:pt x="1374402" y="1187380"/>
                  <a:pt x="1387996" y="1173786"/>
                  <a:pt x="1404765" y="1173786"/>
                </a:cubicBezTo>
                <a:close/>
                <a:moveTo>
                  <a:pt x="1332211" y="1173786"/>
                </a:moveTo>
                <a:cubicBezTo>
                  <a:pt x="1348980" y="1173786"/>
                  <a:pt x="1362574" y="1187380"/>
                  <a:pt x="1362574" y="1204150"/>
                </a:cubicBezTo>
                <a:cubicBezTo>
                  <a:pt x="1362574" y="1220919"/>
                  <a:pt x="1348980" y="1234513"/>
                  <a:pt x="1332211" y="1234513"/>
                </a:cubicBezTo>
                <a:cubicBezTo>
                  <a:pt x="1315441" y="1234513"/>
                  <a:pt x="1301847" y="1220919"/>
                  <a:pt x="1301847" y="1204150"/>
                </a:cubicBezTo>
                <a:cubicBezTo>
                  <a:pt x="1301847" y="1187380"/>
                  <a:pt x="1315441" y="1173786"/>
                  <a:pt x="1332211" y="1173786"/>
                </a:cubicBezTo>
                <a:close/>
                <a:moveTo>
                  <a:pt x="1259656" y="1173786"/>
                </a:moveTo>
                <a:cubicBezTo>
                  <a:pt x="1276426" y="1173786"/>
                  <a:pt x="1290020" y="1187380"/>
                  <a:pt x="1290020" y="1204150"/>
                </a:cubicBezTo>
                <a:cubicBezTo>
                  <a:pt x="1290020" y="1220919"/>
                  <a:pt x="1276426" y="1234513"/>
                  <a:pt x="1259656" y="1234513"/>
                </a:cubicBezTo>
                <a:cubicBezTo>
                  <a:pt x="1242887" y="1234513"/>
                  <a:pt x="1229293" y="1220919"/>
                  <a:pt x="1229293" y="1204150"/>
                </a:cubicBezTo>
                <a:cubicBezTo>
                  <a:pt x="1229293" y="1187380"/>
                  <a:pt x="1242887" y="1173786"/>
                  <a:pt x="1259656" y="1173786"/>
                </a:cubicBezTo>
                <a:close/>
                <a:moveTo>
                  <a:pt x="1187102" y="1173786"/>
                </a:moveTo>
                <a:cubicBezTo>
                  <a:pt x="1203871" y="1173786"/>
                  <a:pt x="1217465" y="1187380"/>
                  <a:pt x="1217465" y="1204150"/>
                </a:cubicBezTo>
                <a:cubicBezTo>
                  <a:pt x="1217465" y="1220919"/>
                  <a:pt x="1203871" y="1234513"/>
                  <a:pt x="1187102" y="1234513"/>
                </a:cubicBezTo>
                <a:cubicBezTo>
                  <a:pt x="1170332" y="1234513"/>
                  <a:pt x="1156738" y="1220919"/>
                  <a:pt x="1156738" y="1204150"/>
                </a:cubicBezTo>
                <a:cubicBezTo>
                  <a:pt x="1156738" y="1187380"/>
                  <a:pt x="1170332" y="1173786"/>
                  <a:pt x="1187102" y="1173786"/>
                </a:cubicBezTo>
                <a:close/>
                <a:moveTo>
                  <a:pt x="1114547" y="1173786"/>
                </a:moveTo>
                <a:cubicBezTo>
                  <a:pt x="1131317" y="1173786"/>
                  <a:pt x="1144911" y="1187380"/>
                  <a:pt x="1144911" y="1204150"/>
                </a:cubicBezTo>
                <a:cubicBezTo>
                  <a:pt x="1144911" y="1220919"/>
                  <a:pt x="1131317" y="1234513"/>
                  <a:pt x="1114547" y="1234513"/>
                </a:cubicBezTo>
                <a:cubicBezTo>
                  <a:pt x="1097778" y="1234513"/>
                  <a:pt x="1084184" y="1220919"/>
                  <a:pt x="1084184" y="1204150"/>
                </a:cubicBezTo>
                <a:cubicBezTo>
                  <a:pt x="1084184" y="1187380"/>
                  <a:pt x="1097778" y="1173786"/>
                  <a:pt x="1114547" y="1173786"/>
                </a:cubicBezTo>
                <a:close/>
                <a:moveTo>
                  <a:pt x="1041993" y="1173786"/>
                </a:moveTo>
                <a:cubicBezTo>
                  <a:pt x="1058762" y="1173786"/>
                  <a:pt x="1072356" y="1187380"/>
                  <a:pt x="1072356" y="1204150"/>
                </a:cubicBezTo>
                <a:cubicBezTo>
                  <a:pt x="1072356" y="1220919"/>
                  <a:pt x="1058762" y="1234513"/>
                  <a:pt x="1041993" y="1234513"/>
                </a:cubicBezTo>
                <a:cubicBezTo>
                  <a:pt x="1025223" y="1234513"/>
                  <a:pt x="1011629" y="1220919"/>
                  <a:pt x="1011629" y="1204150"/>
                </a:cubicBezTo>
                <a:cubicBezTo>
                  <a:pt x="1011629" y="1187380"/>
                  <a:pt x="1025223" y="1173786"/>
                  <a:pt x="1041993" y="1173786"/>
                </a:cubicBezTo>
                <a:close/>
                <a:moveTo>
                  <a:pt x="969438" y="1173786"/>
                </a:moveTo>
                <a:cubicBezTo>
                  <a:pt x="986208" y="1173786"/>
                  <a:pt x="999801" y="1187380"/>
                  <a:pt x="999801" y="1204150"/>
                </a:cubicBezTo>
                <a:cubicBezTo>
                  <a:pt x="999801" y="1220919"/>
                  <a:pt x="986208" y="1234513"/>
                  <a:pt x="969438" y="1234513"/>
                </a:cubicBezTo>
                <a:cubicBezTo>
                  <a:pt x="952669" y="1234513"/>
                  <a:pt x="939075" y="1220919"/>
                  <a:pt x="939075" y="1204150"/>
                </a:cubicBezTo>
                <a:cubicBezTo>
                  <a:pt x="939075" y="1187380"/>
                  <a:pt x="952669" y="1173786"/>
                  <a:pt x="969438" y="1173786"/>
                </a:cubicBezTo>
                <a:close/>
                <a:moveTo>
                  <a:pt x="896883" y="1173786"/>
                </a:moveTo>
                <a:cubicBezTo>
                  <a:pt x="913653" y="1173786"/>
                  <a:pt x="927247" y="1187380"/>
                  <a:pt x="927247" y="1204150"/>
                </a:cubicBezTo>
                <a:cubicBezTo>
                  <a:pt x="927247" y="1220919"/>
                  <a:pt x="913653" y="1234513"/>
                  <a:pt x="896883" y="1234513"/>
                </a:cubicBezTo>
                <a:cubicBezTo>
                  <a:pt x="880114" y="1234513"/>
                  <a:pt x="866520" y="1220919"/>
                  <a:pt x="866520" y="1204150"/>
                </a:cubicBezTo>
                <a:cubicBezTo>
                  <a:pt x="866520" y="1187380"/>
                  <a:pt x="880114" y="1173786"/>
                  <a:pt x="896883" y="1173786"/>
                </a:cubicBezTo>
                <a:close/>
                <a:moveTo>
                  <a:pt x="824329" y="1173786"/>
                </a:moveTo>
                <a:cubicBezTo>
                  <a:pt x="841098" y="1173786"/>
                  <a:pt x="854692" y="1187380"/>
                  <a:pt x="854692" y="1204150"/>
                </a:cubicBezTo>
                <a:cubicBezTo>
                  <a:pt x="854692" y="1220919"/>
                  <a:pt x="841098" y="1234513"/>
                  <a:pt x="824329" y="1234513"/>
                </a:cubicBezTo>
                <a:cubicBezTo>
                  <a:pt x="807559" y="1234513"/>
                  <a:pt x="793965" y="1220919"/>
                  <a:pt x="793965" y="1204150"/>
                </a:cubicBezTo>
                <a:cubicBezTo>
                  <a:pt x="793965" y="1187380"/>
                  <a:pt x="807559" y="1173786"/>
                  <a:pt x="824329" y="1173786"/>
                </a:cubicBezTo>
                <a:close/>
                <a:moveTo>
                  <a:pt x="751774" y="1173786"/>
                </a:moveTo>
                <a:cubicBezTo>
                  <a:pt x="768544" y="1173786"/>
                  <a:pt x="782138" y="1187380"/>
                  <a:pt x="782138" y="1204150"/>
                </a:cubicBezTo>
                <a:cubicBezTo>
                  <a:pt x="782138" y="1220919"/>
                  <a:pt x="768544" y="1234513"/>
                  <a:pt x="751774" y="1234513"/>
                </a:cubicBezTo>
                <a:cubicBezTo>
                  <a:pt x="735005" y="1234513"/>
                  <a:pt x="721411" y="1220919"/>
                  <a:pt x="721411" y="1204150"/>
                </a:cubicBezTo>
                <a:cubicBezTo>
                  <a:pt x="721411" y="1187380"/>
                  <a:pt x="735005" y="1173786"/>
                  <a:pt x="751774" y="1173786"/>
                </a:cubicBezTo>
                <a:close/>
                <a:moveTo>
                  <a:pt x="679220" y="1173786"/>
                </a:moveTo>
                <a:cubicBezTo>
                  <a:pt x="695989" y="1173786"/>
                  <a:pt x="709583" y="1187380"/>
                  <a:pt x="709583" y="1204150"/>
                </a:cubicBezTo>
                <a:cubicBezTo>
                  <a:pt x="709583" y="1220919"/>
                  <a:pt x="695989" y="1234513"/>
                  <a:pt x="679220" y="1234513"/>
                </a:cubicBezTo>
                <a:cubicBezTo>
                  <a:pt x="662450" y="1234513"/>
                  <a:pt x="648856" y="1220919"/>
                  <a:pt x="648856" y="1204150"/>
                </a:cubicBezTo>
                <a:cubicBezTo>
                  <a:pt x="648856" y="1187380"/>
                  <a:pt x="662450" y="1173786"/>
                  <a:pt x="679220" y="1173786"/>
                </a:cubicBezTo>
                <a:close/>
                <a:moveTo>
                  <a:pt x="606665" y="1173786"/>
                </a:moveTo>
                <a:cubicBezTo>
                  <a:pt x="623435" y="1173786"/>
                  <a:pt x="637029" y="1187380"/>
                  <a:pt x="637029" y="1204150"/>
                </a:cubicBezTo>
                <a:cubicBezTo>
                  <a:pt x="637029" y="1220919"/>
                  <a:pt x="623435" y="1234513"/>
                  <a:pt x="606665" y="1234513"/>
                </a:cubicBezTo>
                <a:cubicBezTo>
                  <a:pt x="589896" y="1234513"/>
                  <a:pt x="576302" y="1220919"/>
                  <a:pt x="576302" y="1204150"/>
                </a:cubicBezTo>
                <a:cubicBezTo>
                  <a:pt x="576302" y="1187380"/>
                  <a:pt x="589896" y="1173786"/>
                  <a:pt x="606665" y="1173786"/>
                </a:cubicBezTo>
                <a:close/>
                <a:moveTo>
                  <a:pt x="534111" y="1173786"/>
                </a:moveTo>
                <a:cubicBezTo>
                  <a:pt x="550880" y="1173786"/>
                  <a:pt x="564474" y="1187380"/>
                  <a:pt x="564474" y="1204150"/>
                </a:cubicBezTo>
                <a:cubicBezTo>
                  <a:pt x="564474" y="1220919"/>
                  <a:pt x="550880" y="1234513"/>
                  <a:pt x="534111" y="1234513"/>
                </a:cubicBezTo>
                <a:cubicBezTo>
                  <a:pt x="517341" y="1234513"/>
                  <a:pt x="503747" y="1220919"/>
                  <a:pt x="503747" y="1204150"/>
                </a:cubicBezTo>
                <a:cubicBezTo>
                  <a:pt x="503747" y="1187380"/>
                  <a:pt x="517341" y="1173786"/>
                  <a:pt x="534111" y="1173786"/>
                </a:cubicBezTo>
                <a:close/>
                <a:moveTo>
                  <a:pt x="461556" y="1173786"/>
                </a:moveTo>
                <a:cubicBezTo>
                  <a:pt x="478326" y="1173786"/>
                  <a:pt x="491920" y="1187380"/>
                  <a:pt x="491920" y="1204150"/>
                </a:cubicBezTo>
                <a:cubicBezTo>
                  <a:pt x="491920" y="1220919"/>
                  <a:pt x="478326" y="1234513"/>
                  <a:pt x="461556" y="1234513"/>
                </a:cubicBezTo>
                <a:cubicBezTo>
                  <a:pt x="444787" y="1234513"/>
                  <a:pt x="431192" y="1220919"/>
                  <a:pt x="431192" y="1204150"/>
                </a:cubicBezTo>
                <a:cubicBezTo>
                  <a:pt x="431192" y="1187380"/>
                  <a:pt x="444787" y="1173786"/>
                  <a:pt x="461556" y="1173786"/>
                </a:cubicBezTo>
                <a:close/>
                <a:moveTo>
                  <a:pt x="389002" y="1173786"/>
                </a:moveTo>
                <a:cubicBezTo>
                  <a:pt x="405771" y="1173786"/>
                  <a:pt x="419365" y="1187380"/>
                  <a:pt x="419365" y="1204150"/>
                </a:cubicBezTo>
                <a:cubicBezTo>
                  <a:pt x="419365" y="1220919"/>
                  <a:pt x="405771" y="1234513"/>
                  <a:pt x="389002" y="1234513"/>
                </a:cubicBezTo>
                <a:cubicBezTo>
                  <a:pt x="372232" y="1234513"/>
                  <a:pt x="358638" y="1220919"/>
                  <a:pt x="358638" y="1204150"/>
                </a:cubicBezTo>
                <a:cubicBezTo>
                  <a:pt x="358638" y="1187380"/>
                  <a:pt x="372232" y="1173786"/>
                  <a:pt x="389002" y="1173786"/>
                </a:cubicBezTo>
                <a:close/>
                <a:moveTo>
                  <a:pt x="316447" y="1173786"/>
                </a:moveTo>
                <a:cubicBezTo>
                  <a:pt x="333216" y="1173786"/>
                  <a:pt x="346810" y="1187380"/>
                  <a:pt x="346810" y="1204150"/>
                </a:cubicBezTo>
                <a:cubicBezTo>
                  <a:pt x="346810" y="1220919"/>
                  <a:pt x="333216" y="1234513"/>
                  <a:pt x="316447" y="1234513"/>
                </a:cubicBezTo>
                <a:cubicBezTo>
                  <a:pt x="299677" y="1234513"/>
                  <a:pt x="286084" y="1220919"/>
                  <a:pt x="286084" y="1204150"/>
                </a:cubicBezTo>
                <a:cubicBezTo>
                  <a:pt x="286084" y="1187380"/>
                  <a:pt x="299677" y="1173786"/>
                  <a:pt x="316447" y="1173786"/>
                </a:cubicBezTo>
                <a:close/>
                <a:moveTo>
                  <a:pt x="243892" y="1173786"/>
                </a:moveTo>
                <a:cubicBezTo>
                  <a:pt x="260662" y="1173786"/>
                  <a:pt x="274256" y="1187380"/>
                  <a:pt x="274256" y="1204150"/>
                </a:cubicBezTo>
                <a:cubicBezTo>
                  <a:pt x="274256" y="1220919"/>
                  <a:pt x="260662" y="1234513"/>
                  <a:pt x="243892" y="1234513"/>
                </a:cubicBezTo>
                <a:cubicBezTo>
                  <a:pt x="227123" y="1234513"/>
                  <a:pt x="213529" y="1220919"/>
                  <a:pt x="213529" y="1204150"/>
                </a:cubicBezTo>
                <a:cubicBezTo>
                  <a:pt x="213529" y="1187380"/>
                  <a:pt x="227123" y="1173786"/>
                  <a:pt x="243892" y="1173786"/>
                </a:cubicBezTo>
                <a:close/>
                <a:moveTo>
                  <a:pt x="171339" y="1173786"/>
                </a:moveTo>
                <a:cubicBezTo>
                  <a:pt x="188107" y="1173786"/>
                  <a:pt x="201701" y="1187380"/>
                  <a:pt x="201701" y="1204150"/>
                </a:cubicBezTo>
                <a:cubicBezTo>
                  <a:pt x="201701" y="1220919"/>
                  <a:pt x="188107" y="1234513"/>
                  <a:pt x="171339" y="1234513"/>
                </a:cubicBezTo>
                <a:cubicBezTo>
                  <a:pt x="154627" y="1234513"/>
                  <a:pt x="141034" y="1220919"/>
                  <a:pt x="141034" y="1204150"/>
                </a:cubicBezTo>
                <a:cubicBezTo>
                  <a:pt x="141034" y="1187380"/>
                  <a:pt x="154627" y="1173786"/>
                  <a:pt x="171339" y="1173786"/>
                </a:cubicBezTo>
                <a:close/>
                <a:moveTo>
                  <a:pt x="98852" y="1173786"/>
                </a:moveTo>
                <a:cubicBezTo>
                  <a:pt x="115616" y="1173786"/>
                  <a:pt x="129210" y="1187380"/>
                  <a:pt x="129210" y="1204150"/>
                </a:cubicBezTo>
                <a:cubicBezTo>
                  <a:pt x="129210" y="1220919"/>
                  <a:pt x="115616" y="1234513"/>
                  <a:pt x="98852" y="1234513"/>
                </a:cubicBezTo>
                <a:cubicBezTo>
                  <a:pt x="82080" y="1234513"/>
                  <a:pt x="68486" y="1220919"/>
                  <a:pt x="68486" y="1204150"/>
                </a:cubicBezTo>
                <a:cubicBezTo>
                  <a:pt x="68486" y="1187380"/>
                  <a:pt x="82080" y="1173786"/>
                  <a:pt x="98852" y="1173786"/>
                </a:cubicBezTo>
                <a:close/>
                <a:moveTo>
                  <a:pt x="26297" y="1173786"/>
                </a:moveTo>
                <a:cubicBezTo>
                  <a:pt x="43063" y="1173786"/>
                  <a:pt x="56658" y="1187380"/>
                  <a:pt x="56658" y="1204150"/>
                </a:cubicBezTo>
                <a:cubicBezTo>
                  <a:pt x="56658" y="1220919"/>
                  <a:pt x="43063" y="1234513"/>
                  <a:pt x="26297" y="1234513"/>
                </a:cubicBezTo>
                <a:cubicBezTo>
                  <a:pt x="17912" y="1234513"/>
                  <a:pt x="10321" y="1231115"/>
                  <a:pt x="4826" y="1225620"/>
                </a:cubicBezTo>
                <a:lnTo>
                  <a:pt x="0" y="1213970"/>
                </a:lnTo>
                <a:lnTo>
                  <a:pt x="0" y="1194329"/>
                </a:lnTo>
                <a:lnTo>
                  <a:pt x="4826" y="1182679"/>
                </a:lnTo>
                <a:cubicBezTo>
                  <a:pt x="10321" y="1177185"/>
                  <a:pt x="17912" y="1173786"/>
                  <a:pt x="26297" y="1173786"/>
                </a:cubicBezTo>
                <a:close/>
                <a:moveTo>
                  <a:pt x="1477320" y="1093335"/>
                </a:moveTo>
                <a:cubicBezTo>
                  <a:pt x="1485705" y="1093335"/>
                  <a:pt x="1493295" y="1096733"/>
                  <a:pt x="1498790" y="1102228"/>
                </a:cubicBezTo>
                <a:lnTo>
                  <a:pt x="1505389" y="1118160"/>
                </a:lnTo>
                <a:lnTo>
                  <a:pt x="1493855" y="1142105"/>
                </a:lnTo>
                <a:lnTo>
                  <a:pt x="1487887" y="1151929"/>
                </a:lnTo>
                <a:lnTo>
                  <a:pt x="1477320" y="1154062"/>
                </a:lnTo>
                <a:cubicBezTo>
                  <a:pt x="1460550" y="1154062"/>
                  <a:pt x="1446956" y="1140468"/>
                  <a:pt x="1446956" y="1123698"/>
                </a:cubicBezTo>
                <a:cubicBezTo>
                  <a:pt x="1446956" y="1106929"/>
                  <a:pt x="1460550" y="1093335"/>
                  <a:pt x="1477320" y="1093335"/>
                </a:cubicBezTo>
                <a:close/>
                <a:moveTo>
                  <a:pt x="1404765" y="1093335"/>
                </a:moveTo>
                <a:cubicBezTo>
                  <a:pt x="1421535" y="1093335"/>
                  <a:pt x="1435129" y="1106929"/>
                  <a:pt x="1435129" y="1123698"/>
                </a:cubicBezTo>
                <a:cubicBezTo>
                  <a:pt x="1435129" y="1140468"/>
                  <a:pt x="1421535" y="1154062"/>
                  <a:pt x="1404765" y="1154062"/>
                </a:cubicBezTo>
                <a:cubicBezTo>
                  <a:pt x="1387996" y="1154062"/>
                  <a:pt x="1374402" y="1140468"/>
                  <a:pt x="1374402" y="1123698"/>
                </a:cubicBezTo>
                <a:cubicBezTo>
                  <a:pt x="1374402" y="1106929"/>
                  <a:pt x="1387996" y="1093335"/>
                  <a:pt x="1404765" y="1093335"/>
                </a:cubicBezTo>
                <a:close/>
                <a:moveTo>
                  <a:pt x="1332211" y="1093335"/>
                </a:moveTo>
                <a:cubicBezTo>
                  <a:pt x="1348980" y="1093335"/>
                  <a:pt x="1362574" y="1106929"/>
                  <a:pt x="1362574" y="1123698"/>
                </a:cubicBezTo>
                <a:cubicBezTo>
                  <a:pt x="1362574" y="1140468"/>
                  <a:pt x="1348980" y="1154062"/>
                  <a:pt x="1332211" y="1154062"/>
                </a:cubicBezTo>
                <a:cubicBezTo>
                  <a:pt x="1315441" y="1154062"/>
                  <a:pt x="1301847" y="1140468"/>
                  <a:pt x="1301847" y="1123698"/>
                </a:cubicBezTo>
                <a:cubicBezTo>
                  <a:pt x="1301847" y="1106929"/>
                  <a:pt x="1315441" y="1093335"/>
                  <a:pt x="1332211" y="1093335"/>
                </a:cubicBezTo>
                <a:close/>
                <a:moveTo>
                  <a:pt x="1259656" y="1093335"/>
                </a:moveTo>
                <a:cubicBezTo>
                  <a:pt x="1276426" y="1093335"/>
                  <a:pt x="1290020" y="1106929"/>
                  <a:pt x="1290020" y="1123698"/>
                </a:cubicBezTo>
                <a:cubicBezTo>
                  <a:pt x="1290020" y="1140468"/>
                  <a:pt x="1276426" y="1154062"/>
                  <a:pt x="1259656" y="1154062"/>
                </a:cubicBezTo>
                <a:cubicBezTo>
                  <a:pt x="1242887" y="1154062"/>
                  <a:pt x="1229293" y="1140468"/>
                  <a:pt x="1229293" y="1123698"/>
                </a:cubicBezTo>
                <a:cubicBezTo>
                  <a:pt x="1229293" y="1106929"/>
                  <a:pt x="1242887" y="1093335"/>
                  <a:pt x="1259656" y="1093335"/>
                </a:cubicBezTo>
                <a:close/>
                <a:moveTo>
                  <a:pt x="1187102" y="1093335"/>
                </a:moveTo>
                <a:cubicBezTo>
                  <a:pt x="1203871" y="1093335"/>
                  <a:pt x="1217465" y="1106929"/>
                  <a:pt x="1217465" y="1123698"/>
                </a:cubicBezTo>
                <a:cubicBezTo>
                  <a:pt x="1217465" y="1140468"/>
                  <a:pt x="1203871" y="1154062"/>
                  <a:pt x="1187102" y="1154062"/>
                </a:cubicBezTo>
                <a:cubicBezTo>
                  <a:pt x="1170332" y="1154062"/>
                  <a:pt x="1156738" y="1140468"/>
                  <a:pt x="1156738" y="1123698"/>
                </a:cubicBezTo>
                <a:cubicBezTo>
                  <a:pt x="1156738" y="1106929"/>
                  <a:pt x="1170332" y="1093335"/>
                  <a:pt x="1187102" y="1093335"/>
                </a:cubicBezTo>
                <a:close/>
                <a:moveTo>
                  <a:pt x="1114547" y="1093335"/>
                </a:moveTo>
                <a:cubicBezTo>
                  <a:pt x="1131317" y="1093335"/>
                  <a:pt x="1144911" y="1106929"/>
                  <a:pt x="1144911" y="1123698"/>
                </a:cubicBezTo>
                <a:cubicBezTo>
                  <a:pt x="1144911" y="1140468"/>
                  <a:pt x="1131317" y="1154062"/>
                  <a:pt x="1114547" y="1154062"/>
                </a:cubicBezTo>
                <a:cubicBezTo>
                  <a:pt x="1097778" y="1154062"/>
                  <a:pt x="1084184" y="1140468"/>
                  <a:pt x="1084184" y="1123698"/>
                </a:cubicBezTo>
                <a:cubicBezTo>
                  <a:pt x="1084184" y="1106929"/>
                  <a:pt x="1097778" y="1093335"/>
                  <a:pt x="1114547" y="1093335"/>
                </a:cubicBezTo>
                <a:close/>
                <a:moveTo>
                  <a:pt x="1041993" y="1093335"/>
                </a:moveTo>
                <a:cubicBezTo>
                  <a:pt x="1058762" y="1093335"/>
                  <a:pt x="1072356" y="1106929"/>
                  <a:pt x="1072356" y="1123698"/>
                </a:cubicBezTo>
                <a:cubicBezTo>
                  <a:pt x="1072356" y="1140468"/>
                  <a:pt x="1058762" y="1154062"/>
                  <a:pt x="1041993" y="1154062"/>
                </a:cubicBezTo>
                <a:cubicBezTo>
                  <a:pt x="1025223" y="1154062"/>
                  <a:pt x="1011629" y="1140468"/>
                  <a:pt x="1011629" y="1123698"/>
                </a:cubicBezTo>
                <a:cubicBezTo>
                  <a:pt x="1011629" y="1106929"/>
                  <a:pt x="1025223" y="1093335"/>
                  <a:pt x="1041993" y="1093335"/>
                </a:cubicBezTo>
                <a:close/>
                <a:moveTo>
                  <a:pt x="969438" y="1093335"/>
                </a:moveTo>
                <a:cubicBezTo>
                  <a:pt x="986208" y="1093335"/>
                  <a:pt x="999801" y="1106929"/>
                  <a:pt x="999801" y="1123698"/>
                </a:cubicBezTo>
                <a:cubicBezTo>
                  <a:pt x="999801" y="1140468"/>
                  <a:pt x="986208" y="1154062"/>
                  <a:pt x="969438" y="1154062"/>
                </a:cubicBezTo>
                <a:cubicBezTo>
                  <a:pt x="952669" y="1154062"/>
                  <a:pt x="939075" y="1140468"/>
                  <a:pt x="939075" y="1123698"/>
                </a:cubicBezTo>
                <a:cubicBezTo>
                  <a:pt x="939075" y="1106929"/>
                  <a:pt x="952669" y="1093335"/>
                  <a:pt x="969438" y="1093335"/>
                </a:cubicBezTo>
                <a:close/>
                <a:moveTo>
                  <a:pt x="896883" y="1093335"/>
                </a:moveTo>
                <a:cubicBezTo>
                  <a:pt x="913653" y="1093335"/>
                  <a:pt x="927247" y="1106929"/>
                  <a:pt x="927247" y="1123698"/>
                </a:cubicBezTo>
                <a:cubicBezTo>
                  <a:pt x="927247" y="1140468"/>
                  <a:pt x="913653" y="1154062"/>
                  <a:pt x="896883" y="1154062"/>
                </a:cubicBezTo>
                <a:cubicBezTo>
                  <a:pt x="880114" y="1154062"/>
                  <a:pt x="866520" y="1140468"/>
                  <a:pt x="866520" y="1123698"/>
                </a:cubicBezTo>
                <a:cubicBezTo>
                  <a:pt x="866520" y="1106929"/>
                  <a:pt x="880114" y="1093335"/>
                  <a:pt x="896883" y="1093335"/>
                </a:cubicBezTo>
                <a:close/>
                <a:moveTo>
                  <a:pt x="824329" y="1093335"/>
                </a:moveTo>
                <a:cubicBezTo>
                  <a:pt x="841098" y="1093335"/>
                  <a:pt x="854692" y="1106929"/>
                  <a:pt x="854692" y="1123698"/>
                </a:cubicBezTo>
                <a:cubicBezTo>
                  <a:pt x="854692" y="1140468"/>
                  <a:pt x="841098" y="1154062"/>
                  <a:pt x="824329" y="1154062"/>
                </a:cubicBezTo>
                <a:cubicBezTo>
                  <a:pt x="807559" y="1154062"/>
                  <a:pt x="793965" y="1140468"/>
                  <a:pt x="793965" y="1123698"/>
                </a:cubicBezTo>
                <a:cubicBezTo>
                  <a:pt x="793965" y="1106929"/>
                  <a:pt x="807559" y="1093335"/>
                  <a:pt x="824329" y="1093335"/>
                </a:cubicBezTo>
                <a:close/>
                <a:moveTo>
                  <a:pt x="751774" y="1093335"/>
                </a:moveTo>
                <a:cubicBezTo>
                  <a:pt x="768544" y="1093335"/>
                  <a:pt x="782138" y="1106929"/>
                  <a:pt x="782138" y="1123698"/>
                </a:cubicBezTo>
                <a:cubicBezTo>
                  <a:pt x="782138" y="1140468"/>
                  <a:pt x="768544" y="1154062"/>
                  <a:pt x="751774" y="1154062"/>
                </a:cubicBezTo>
                <a:cubicBezTo>
                  <a:pt x="735005" y="1154062"/>
                  <a:pt x="721411" y="1140468"/>
                  <a:pt x="721411" y="1123698"/>
                </a:cubicBezTo>
                <a:cubicBezTo>
                  <a:pt x="721411" y="1106929"/>
                  <a:pt x="735005" y="1093335"/>
                  <a:pt x="751774" y="1093335"/>
                </a:cubicBezTo>
                <a:close/>
                <a:moveTo>
                  <a:pt x="679220" y="1093335"/>
                </a:moveTo>
                <a:cubicBezTo>
                  <a:pt x="695989" y="1093335"/>
                  <a:pt x="709583" y="1106929"/>
                  <a:pt x="709583" y="1123698"/>
                </a:cubicBezTo>
                <a:cubicBezTo>
                  <a:pt x="709583" y="1140468"/>
                  <a:pt x="695989" y="1154062"/>
                  <a:pt x="679220" y="1154062"/>
                </a:cubicBezTo>
                <a:cubicBezTo>
                  <a:pt x="662450" y="1154062"/>
                  <a:pt x="648856" y="1140468"/>
                  <a:pt x="648856" y="1123698"/>
                </a:cubicBezTo>
                <a:cubicBezTo>
                  <a:pt x="648856" y="1106929"/>
                  <a:pt x="662450" y="1093335"/>
                  <a:pt x="679220" y="1093335"/>
                </a:cubicBezTo>
                <a:close/>
                <a:moveTo>
                  <a:pt x="606665" y="1093335"/>
                </a:moveTo>
                <a:cubicBezTo>
                  <a:pt x="623435" y="1093335"/>
                  <a:pt x="637029" y="1106929"/>
                  <a:pt x="637029" y="1123698"/>
                </a:cubicBezTo>
                <a:cubicBezTo>
                  <a:pt x="637029" y="1140468"/>
                  <a:pt x="623435" y="1154062"/>
                  <a:pt x="606665" y="1154062"/>
                </a:cubicBezTo>
                <a:cubicBezTo>
                  <a:pt x="589896" y="1154062"/>
                  <a:pt x="576302" y="1140468"/>
                  <a:pt x="576302" y="1123698"/>
                </a:cubicBezTo>
                <a:cubicBezTo>
                  <a:pt x="576302" y="1106929"/>
                  <a:pt x="589896" y="1093335"/>
                  <a:pt x="606665" y="1093335"/>
                </a:cubicBezTo>
                <a:close/>
                <a:moveTo>
                  <a:pt x="534111" y="1093335"/>
                </a:moveTo>
                <a:cubicBezTo>
                  <a:pt x="550880" y="1093335"/>
                  <a:pt x="564474" y="1106929"/>
                  <a:pt x="564474" y="1123698"/>
                </a:cubicBezTo>
                <a:cubicBezTo>
                  <a:pt x="564474" y="1140468"/>
                  <a:pt x="550880" y="1154062"/>
                  <a:pt x="534111" y="1154062"/>
                </a:cubicBezTo>
                <a:cubicBezTo>
                  <a:pt x="517341" y="1154062"/>
                  <a:pt x="503747" y="1140468"/>
                  <a:pt x="503747" y="1123698"/>
                </a:cubicBezTo>
                <a:cubicBezTo>
                  <a:pt x="503747" y="1106929"/>
                  <a:pt x="517341" y="1093335"/>
                  <a:pt x="534111" y="1093335"/>
                </a:cubicBezTo>
                <a:close/>
                <a:moveTo>
                  <a:pt x="461556" y="1093335"/>
                </a:moveTo>
                <a:cubicBezTo>
                  <a:pt x="478326" y="1093335"/>
                  <a:pt x="491920" y="1106929"/>
                  <a:pt x="491920" y="1123698"/>
                </a:cubicBezTo>
                <a:cubicBezTo>
                  <a:pt x="491920" y="1140468"/>
                  <a:pt x="478326" y="1154062"/>
                  <a:pt x="461556" y="1154062"/>
                </a:cubicBezTo>
                <a:cubicBezTo>
                  <a:pt x="444787" y="1154062"/>
                  <a:pt x="431192" y="1140468"/>
                  <a:pt x="431192" y="1123698"/>
                </a:cubicBezTo>
                <a:cubicBezTo>
                  <a:pt x="431192" y="1106929"/>
                  <a:pt x="444787" y="1093335"/>
                  <a:pt x="461556" y="1093335"/>
                </a:cubicBezTo>
                <a:close/>
                <a:moveTo>
                  <a:pt x="389002" y="1093335"/>
                </a:moveTo>
                <a:cubicBezTo>
                  <a:pt x="405771" y="1093335"/>
                  <a:pt x="419365" y="1106929"/>
                  <a:pt x="419365" y="1123698"/>
                </a:cubicBezTo>
                <a:cubicBezTo>
                  <a:pt x="419365" y="1140468"/>
                  <a:pt x="405771" y="1154062"/>
                  <a:pt x="389002" y="1154062"/>
                </a:cubicBezTo>
                <a:cubicBezTo>
                  <a:pt x="372232" y="1154062"/>
                  <a:pt x="358638" y="1140468"/>
                  <a:pt x="358638" y="1123698"/>
                </a:cubicBezTo>
                <a:cubicBezTo>
                  <a:pt x="358638" y="1106929"/>
                  <a:pt x="372232" y="1093335"/>
                  <a:pt x="389002" y="1093335"/>
                </a:cubicBezTo>
                <a:close/>
                <a:moveTo>
                  <a:pt x="316447" y="1093335"/>
                </a:moveTo>
                <a:cubicBezTo>
                  <a:pt x="333216" y="1093335"/>
                  <a:pt x="346810" y="1106929"/>
                  <a:pt x="346810" y="1123698"/>
                </a:cubicBezTo>
                <a:cubicBezTo>
                  <a:pt x="346810" y="1140468"/>
                  <a:pt x="333216" y="1154062"/>
                  <a:pt x="316447" y="1154062"/>
                </a:cubicBezTo>
                <a:cubicBezTo>
                  <a:pt x="299677" y="1154062"/>
                  <a:pt x="286084" y="1140468"/>
                  <a:pt x="286084" y="1123698"/>
                </a:cubicBezTo>
                <a:cubicBezTo>
                  <a:pt x="286084" y="1106929"/>
                  <a:pt x="299677" y="1093335"/>
                  <a:pt x="316447" y="1093335"/>
                </a:cubicBezTo>
                <a:close/>
                <a:moveTo>
                  <a:pt x="243892" y="1093335"/>
                </a:moveTo>
                <a:cubicBezTo>
                  <a:pt x="260662" y="1093335"/>
                  <a:pt x="274256" y="1106929"/>
                  <a:pt x="274256" y="1123698"/>
                </a:cubicBezTo>
                <a:cubicBezTo>
                  <a:pt x="274256" y="1140468"/>
                  <a:pt x="260662" y="1154062"/>
                  <a:pt x="243892" y="1154062"/>
                </a:cubicBezTo>
                <a:cubicBezTo>
                  <a:pt x="227123" y="1154062"/>
                  <a:pt x="213529" y="1140468"/>
                  <a:pt x="213529" y="1123698"/>
                </a:cubicBezTo>
                <a:cubicBezTo>
                  <a:pt x="213529" y="1106929"/>
                  <a:pt x="227123" y="1093335"/>
                  <a:pt x="243892" y="1093335"/>
                </a:cubicBezTo>
                <a:close/>
                <a:moveTo>
                  <a:pt x="171339" y="1093335"/>
                </a:moveTo>
                <a:cubicBezTo>
                  <a:pt x="188107" y="1093335"/>
                  <a:pt x="201701" y="1106929"/>
                  <a:pt x="201701" y="1123698"/>
                </a:cubicBezTo>
                <a:cubicBezTo>
                  <a:pt x="201701" y="1140468"/>
                  <a:pt x="188107" y="1154062"/>
                  <a:pt x="171339" y="1154062"/>
                </a:cubicBezTo>
                <a:cubicBezTo>
                  <a:pt x="154633" y="1154062"/>
                  <a:pt x="141040" y="1140468"/>
                  <a:pt x="141040" y="1123698"/>
                </a:cubicBezTo>
                <a:cubicBezTo>
                  <a:pt x="141040" y="1106929"/>
                  <a:pt x="154633" y="1093335"/>
                  <a:pt x="171339" y="1093335"/>
                </a:cubicBezTo>
                <a:close/>
                <a:moveTo>
                  <a:pt x="98858" y="1093335"/>
                </a:moveTo>
                <a:cubicBezTo>
                  <a:pt x="115622" y="1093335"/>
                  <a:pt x="129216" y="1106929"/>
                  <a:pt x="129216" y="1123698"/>
                </a:cubicBezTo>
                <a:cubicBezTo>
                  <a:pt x="129216" y="1140468"/>
                  <a:pt x="115622" y="1154062"/>
                  <a:pt x="98858" y="1154062"/>
                </a:cubicBezTo>
                <a:cubicBezTo>
                  <a:pt x="82086" y="1154062"/>
                  <a:pt x="68492" y="1140468"/>
                  <a:pt x="68492" y="1123698"/>
                </a:cubicBezTo>
                <a:cubicBezTo>
                  <a:pt x="68492" y="1106929"/>
                  <a:pt x="82086" y="1093335"/>
                  <a:pt x="98858" y="1093335"/>
                </a:cubicBezTo>
                <a:close/>
                <a:moveTo>
                  <a:pt x="26303" y="1093335"/>
                </a:moveTo>
                <a:cubicBezTo>
                  <a:pt x="43069" y="1093335"/>
                  <a:pt x="56664" y="1106929"/>
                  <a:pt x="56664" y="1123698"/>
                </a:cubicBezTo>
                <a:cubicBezTo>
                  <a:pt x="56664" y="1140468"/>
                  <a:pt x="43069" y="1154062"/>
                  <a:pt x="26303" y="1154062"/>
                </a:cubicBezTo>
                <a:cubicBezTo>
                  <a:pt x="17918" y="1154062"/>
                  <a:pt x="10327" y="1150664"/>
                  <a:pt x="4832" y="1145169"/>
                </a:cubicBezTo>
                <a:lnTo>
                  <a:pt x="0" y="1133503"/>
                </a:lnTo>
                <a:lnTo>
                  <a:pt x="0" y="1113894"/>
                </a:lnTo>
                <a:lnTo>
                  <a:pt x="4832" y="1102228"/>
                </a:lnTo>
                <a:cubicBezTo>
                  <a:pt x="10327" y="1096734"/>
                  <a:pt x="17918" y="1093335"/>
                  <a:pt x="26303" y="1093335"/>
                </a:cubicBezTo>
                <a:close/>
                <a:moveTo>
                  <a:pt x="1549874" y="1012883"/>
                </a:moveTo>
                <a:lnTo>
                  <a:pt x="1555552" y="1014029"/>
                </a:lnTo>
                <a:lnTo>
                  <a:pt x="1530465" y="1066106"/>
                </a:lnTo>
                <a:lnTo>
                  <a:pt x="1528404" y="1064717"/>
                </a:lnTo>
                <a:cubicBezTo>
                  <a:pt x="1522910" y="1059222"/>
                  <a:pt x="1519511" y="1051631"/>
                  <a:pt x="1519511" y="1043246"/>
                </a:cubicBezTo>
                <a:cubicBezTo>
                  <a:pt x="1519511" y="1026477"/>
                  <a:pt x="1533105" y="1012883"/>
                  <a:pt x="1549874" y="1012883"/>
                </a:cubicBezTo>
                <a:close/>
                <a:moveTo>
                  <a:pt x="1477320" y="1012883"/>
                </a:moveTo>
                <a:cubicBezTo>
                  <a:pt x="1494089" y="1012883"/>
                  <a:pt x="1507683" y="1026477"/>
                  <a:pt x="1507683" y="1043246"/>
                </a:cubicBezTo>
                <a:cubicBezTo>
                  <a:pt x="1507683" y="1060016"/>
                  <a:pt x="1494089" y="1073610"/>
                  <a:pt x="1477320" y="1073610"/>
                </a:cubicBezTo>
                <a:cubicBezTo>
                  <a:pt x="1460550" y="1073610"/>
                  <a:pt x="1446956" y="1060016"/>
                  <a:pt x="1446956" y="1043246"/>
                </a:cubicBezTo>
                <a:cubicBezTo>
                  <a:pt x="1446956" y="1026477"/>
                  <a:pt x="1460550" y="1012883"/>
                  <a:pt x="1477320" y="1012883"/>
                </a:cubicBezTo>
                <a:close/>
                <a:moveTo>
                  <a:pt x="1404765" y="1012883"/>
                </a:moveTo>
                <a:cubicBezTo>
                  <a:pt x="1421535" y="1012883"/>
                  <a:pt x="1435129" y="1026477"/>
                  <a:pt x="1435129" y="1043246"/>
                </a:cubicBezTo>
                <a:cubicBezTo>
                  <a:pt x="1435129" y="1060016"/>
                  <a:pt x="1421535" y="1073610"/>
                  <a:pt x="1404765" y="1073610"/>
                </a:cubicBezTo>
                <a:cubicBezTo>
                  <a:pt x="1387996" y="1073610"/>
                  <a:pt x="1374402" y="1060016"/>
                  <a:pt x="1374402" y="1043246"/>
                </a:cubicBezTo>
                <a:cubicBezTo>
                  <a:pt x="1374402" y="1026477"/>
                  <a:pt x="1387996" y="1012883"/>
                  <a:pt x="1404765" y="1012883"/>
                </a:cubicBezTo>
                <a:close/>
                <a:moveTo>
                  <a:pt x="1332211" y="1012883"/>
                </a:moveTo>
                <a:cubicBezTo>
                  <a:pt x="1348980" y="1012883"/>
                  <a:pt x="1362574" y="1026477"/>
                  <a:pt x="1362574" y="1043246"/>
                </a:cubicBezTo>
                <a:cubicBezTo>
                  <a:pt x="1362574" y="1060016"/>
                  <a:pt x="1348980" y="1073610"/>
                  <a:pt x="1332211" y="1073610"/>
                </a:cubicBezTo>
                <a:cubicBezTo>
                  <a:pt x="1315441" y="1073610"/>
                  <a:pt x="1301847" y="1060016"/>
                  <a:pt x="1301847" y="1043246"/>
                </a:cubicBezTo>
                <a:cubicBezTo>
                  <a:pt x="1301847" y="1026477"/>
                  <a:pt x="1315441" y="1012883"/>
                  <a:pt x="1332211" y="1012883"/>
                </a:cubicBezTo>
                <a:close/>
                <a:moveTo>
                  <a:pt x="1259656" y="1012883"/>
                </a:moveTo>
                <a:cubicBezTo>
                  <a:pt x="1276426" y="1012883"/>
                  <a:pt x="1290020" y="1026477"/>
                  <a:pt x="1290020" y="1043246"/>
                </a:cubicBezTo>
                <a:cubicBezTo>
                  <a:pt x="1290020" y="1060016"/>
                  <a:pt x="1276426" y="1073610"/>
                  <a:pt x="1259656" y="1073610"/>
                </a:cubicBezTo>
                <a:cubicBezTo>
                  <a:pt x="1242887" y="1073610"/>
                  <a:pt x="1229293" y="1060016"/>
                  <a:pt x="1229293" y="1043246"/>
                </a:cubicBezTo>
                <a:cubicBezTo>
                  <a:pt x="1229293" y="1026477"/>
                  <a:pt x="1242887" y="1012883"/>
                  <a:pt x="1259656" y="1012883"/>
                </a:cubicBezTo>
                <a:close/>
                <a:moveTo>
                  <a:pt x="1187102" y="1012883"/>
                </a:moveTo>
                <a:cubicBezTo>
                  <a:pt x="1203871" y="1012883"/>
                  <a:pt x="1217465" y="1026477"/>
                  <a:pt x="1217465" y="1043246"/>
                </a:cubicBezTo>
                <a:cubicBezTo>
                  <a:pt x="1217465" y="1060016"/>
                  <a:pt x="1203871" y="1073610"/>
                  <a:pt x="1187102" y="1073610"/>
                </a:cubicBezTo>
                <a:cubicBezTo>
                  <a:pt x="1170332" y="1073610"/>
                  <a:pt x="1156738" y="1060016"/>
                  <a:pt x="1156738" y="1043246"/>
                </a:cubicBezTo>
                <a:cubicBezTo>
                  <a:pt x="1156738" y="1026477"/>
                  <a:pt x="1170332" y="1012883"/>
                  <a:pt x="1187102" y="1012883"/>
                </a:cubicBezTo>
                <a:close/>
                <a:moveTo>
                  <a:pt x="1114547" y="1012883"/>
                </a:moveTo>
                <a:cubicBezTo>
                  <a:pt x="1131317" y="1012883"/>
                  <a:pt x="1144911" y="1026477"/>
                  <a:pt x="1144911" y="1043246"/>
                </a:cubicBezTo>
                <a:cubicBezTo>
                  <a:pt x="1144911" y="1060016"/>
                  <a:pt x="1131317" y="1073610"/>
                  <a:pt x="1114547" y="1073610"/>
                </a:cubicBezTo>
                <a:cubicBezTo>
                  <a:pt x="1097778" y="1073610"/>
                  <a:pt x="1084184" y="1060016"/>
                  <a:pt x="1084184" y="1043246"/>
                </a:cubicBezTo>
                <a:cubicBezTo>
                  <a:pt x="1084184" y="1026477"/>
                  <a:pt x="1097778" y="1012883"/>
                  <a:pt x="1114547" y="1012883"/>
                </a:cubicBezTo>
                <a:close/>
                <a:moveTo>
                  <a:pt x="1041993" y="1012883"/>
                </a:moveTo>
                <a:cubicBezTo>
                  <a:pt x="1058762" y="1012883"/>
                  <a:pt x="1072356" y="1026477"/>
                  <a:pt x="1072356" y="1043246"/>
                </a:cubicBezTo>
                <a:cubicBezTo>
                  <a:pt x="1072356" y="1060016"/>
                  <a:pt x="1058762" y="1073610"/>
                  <a:pt x="1041993" y="1073610"/>
                </a:cubicBezTo>
                <a:cubicBezTo>
                  <a:pt x="1025223" y="1073610"/>
                  <a:pt x="1011629" y="1060016"/>
                  <a:pt x="1011629" y="1043246"/>
                </a:cubicBezTo>
                <a:cubicBezTo>
                  <a:pt x="1011629" y="1026477"/>
                  <a:pt x="1025223" y="1012883"/>
                  <a:pt x="1041993" y="1012883"/>
                </a:cubicBezTo>
                <a:close/>
                <a:moveTo>
                  <a:pt x="969438" y="1012883"/>
                </a:moveTo>
                <a:cubicBezTo>
                  <a:pt x="986208" y="1012883"/>
                  <a:pt x="999801" y="1026477"/>
                  <a:pt x="999801" y="1043246"/>
                </a:cubicBezTo>
                <a:cubicBezTo>
                  <a:pt x="999801" y="1060016"/>
                  <a:pt x="986208" y="1073610"/>
                  <a:pt x="969438" y="1073610"/>
                </a:cubicBezTo>
                <a:cubicBezTo>
                  <a:pt x="952669" y="1073610"/>
                  <a:pt x="939075" y="1060016"/>
                  <a:pt x="939075" y="1043246"/>
                </a:cubicBezTo>
                <a:cubicBezTo>
                  <a:pt x="939075" y="1026477"/>
                  <a:pt x="952669" y="1012883"/>
                  <a:pt x="969438" y="1012883"/>
                </a:cubicBezTo>
                <a:close/>
                <a:moveTo>
                  <a:pt x="896883" y="1012883"/>
                </a:moveTo>
                <a:cubicBezTo>
                  <a:pt x="913653" y="1012883"/>
                  <a:pt x="927247" y="1026477"/>
                  <a:pt x="927247" y="1043246"/>
                </a:cubicBezTo>
                <a:cubicBezTo>
                  <a:pt x="927247" y="1060016"/>
                  <a:pt x="913653" y="1073610"/>
                  <a:pt x="896883" y="1073610"/>
                </a:cubicBezTo>
                <a:cubicBezTo>
                  <a:pt x="880114" y="1073610"/>
                  <a:pt x="866520" y="1060016"/>
                  <a:pt x="866520" y="1043246"/>
                </a:cubicBezTo>
                <a:cubicBezTo>
                  <a:pt x="866520" y="1026477"/>
                  <a:pt x="880114" y="1012883"/>
                  <a:pt x="896883" y="1012883"/>
                </a:cubicBezTo>
                <a:close/>
                <a:moveTo>
                  <a:pt x="824329" y="1012883"/>
                </a:moveTo>
                <a:cubicBezTo>
                  <a:pt x="841098" y="1012883"/>
                  <a:pt x="854692" y="1026477"/>
                  <a:pt x="854692" y="1043246"/>
                </a:cubicBezTo>
                <a:cubicBezTo>
                  <a:pt x="854692" y="1060016"/>
                  <a:pt x="841098" y="1073610"/>
                  <a:pt x="824329" y="1073610"/>
                </a:cubicBezTo>
                <a:cubicBezTo>
                  <a:pt x="807559" y="1073610"/>
                  <a:pt x="793965" y="1060016"/>
                  <a:pt x="793965" y="1043246"/>
                </a:cubicBezTo>
                <a:cubicBezTo>
                  <a:pt x="793965" y="1026477"/>
                  <a:pt x="807559" y="1012883"/>
                  <a:pt x="824329" y="1012883"/>
                </a:cubicBezTo>
                <a:close/>
                <a:moveTo>
                  <a:pt x="751774" y="1012883"/>
                </a:moveTo>
                <a:cubicBezTo>
                  <a:pt x="768544" y="1012883"/>
                  <a:pt x="782138" y="1026477"/>
                  <a:pt x="782138" y="1043246"/>
                </a:cubicBezTo>
                <a:cubicBezTo>
                  <a:pt x="782138" y="1060016"/>
                  <a:pt x="768544" y="1073610"/>
                  <a:pt x="751774" y="1073610"/>
                </a:cubicBezTo>
                <a:cubicBezTo>
                  <a:pt x="735005" y="1073610"/>
                  <a:pt x="721411" y="1060016"/>
                  <a:pt x="721411" y="1043246"/>
                </a:cubicBezTo>
                <a:cubicBezTo>
                  <a:pt x="721411" y="1026477"/>
                  <a:pt x="735005" y="1012883"/>
                  <a:pt x="751774" y="1012883"/>
                </a:cubicBezTo>
                <a:close/>
                <a:moveTo>
                  <a:pt x="679220" y="1012883"/>
                </a:moveTo>
                <a:cubicBezTo>
                  <a:pt x="695989" y="1012883"/>
                  <a:pt x="709583" y="1026477"/>
                  <a:pt x="709583" y="1043246"/>
                </a:cubicBezTo>
                <a:cubicBezTo>
                  <a:pt x="709583" y="1060016"/>
                  <a:pt x="695989" y="1073610"/>
                  <a:pt x="679220" y="1073610"/>
                </a:cubicBezTo>
                <a:cubicBezTo>
                  <a:pt x="662450" y="1073610"/>
                  <a:pt x="648856" y="1060016"/>
                  <a:pt x="648856" y="1043246"/>
                </a:cubicBezTo>
                <a:cubicBezTo>
                  <a:pt x="648856" y="1026477"/>
                  <a:pt x="662450" y="1012883"/>
                  <a:pt x="679220" y="1012883"/>
                </a:cubicBezTo>
                <a:close/>
                <a:moveTo>
                  <a:pt x="606665" y="1012883"/>
                </a:moveTo>
                <a:cubicBezTo>
                  <a:pt x="623435" y="1012883"/>
                  <a:pt x="637029" y="1026477"/>
                  <a:pt x="637029" y="1043246"/>
                </a:cubicBezTo>
                <a:cubicBezTo>
                  <a:pt x="637029" y="1060016"/>
                  <a:pt x="623435" y="1073610"/>
                  <a:pt x="606665" y="1073610"/>
                </a:cubicBezTo>
                <a:cubicBezTo>
                  <a:pt x="589896" y="1073610"/>
                  <a:pt x="576302" y="1060016"/>
                  <a:pt x="576302" y="1043246"/>
                </a:cubicBezTo>
                <a:cubicBezTo>
                  <a:pt x="576302" y="1026477"/>
                  <a:pt x="589896" y="1012883"/>
                  <a:pt x="606665" y="1012883"/>
                </a:cubicBezTo>
                <a:close/>
                <a:moveTo>
                  <a:pt x="534111" y="1012883"/>
                </a:moveTo>
                <a:cubicBezTo>
                  <a:pt x="550880" y="1012883"/>
                  <a:pt x="564474" y="1026477"/>
                  <a:pt x="564474" y="1043246"/>
                </a:cubicBezTo>
                <a:cubicBezTo>
                  <a:pt x="564474" y="1060016"/>
                  <a:pt x="550880" y="1073610"/>
                  <a:pt x="534111" y="1073610"/>
                </a:cubicBezTo>
                <a:cubicBezTo>
                  <a:pt x="517341" y="1073610"/>
                  <a:pt x="503747" y="1060016"/>
                  <a:pt x="503747" y="1043246"/>
                </a:cubicBezTo>
                <a:cubicBezTo>
                  <a:pt x="503747" y="1026477"/>
                  <a:pt x="517341" y="1012883"/>
                  <a:pt x="534111" y="1012883"/>
                </a:cubicBezTo>
                <a:close/>
                <a:moveTo>
                  <a:pt x="461556" y="1012883"/>
                </a:moveTo>
                <a:cubicBezTo>
                  <a:pt x="478326" y="1012883"/>
                  <a:pt x="491920" y="1026477"/>
                  <a:pt x="491920" y="1043246"/>
                </a:cubicBezTo>
                <a:cubicBezTo>
                  <a:pt x="491920" y="1060016"/>
                  <a:pt x="478326" y="1073610"/>
                  <a:pt x="461556" y="1073610"/>
                </a:cubicBezTo>
                <a:cubicBezTo>
                  <a:pt x="444787" y="1073610"/>
                  <a:pt x="431192" y="1060016"/>
                  <a:pt x="431192" y="1043246"/>
                </a:cubicBezTo>
                <a:cubicBezTo>
                  <a:pt x="431192" y="1026477"/>
                  <a:pt x="444787" y="1012883"/>
                  <a:pt x="461556" y="1012883"/>
                </a:cubicBezTo>
                <a:close/>
                <a:moveTo>
                  <a:pt x="389002" y="1012883"/>
                </a:moveTo>
                <a:cubicBezTo>
                  <a:pt x="405771" y="1012883"/>
                  <a:pt x="419365" y="1026477"/>
                  <a:pt x="419365" y="1043246"/>
                </a:cubicBezTo>
                <a:cubicBezTo>
                  <a:pt x="419365" y="1060016"/>
                  <a:pt x="405771" y="1073610"/>
                  <a:pt x="389002" y="1073610"/>
                </a:cubicBezTo>
                <a:cubicBezTo>
                  <a:pt x="372232" y="1073610"/>
                  <a:pt x="358638" y="1060016"/>
                  <a:pt x="358638" y="1043246"/>
                </a:cubicBezTo>
                <a:cubicBezTo>
                  <a:pt x="358638" y="1026477"/>
                  <a:pt x="372232" y="1012883"/>
                  <a:pt x="389002" y="1012883"/>
                </a:cubicBezTo>
                <a:close/>
                <a:moveTo>
                  <a:pt x="316447" y="1012883"/>
                </a:moveTo>
                <a:cubicBezTo>
                  <a:pt x="333216" y="1012883"/>
                  <a:pt x="346810" y="1026477"/>
                  <a:pt x="346810" y="1043246"/>
                </a:cubicBezTo>
                <a:cubicBezTo>
                  <a:pt x="346810" y="1060016"/>
                  <a:pt x="333216" y="1073610"/>
                  <a:pt x="316447" y="1073610"/>
                </a:cubicBezTo>
                <a:cubicBezTo>
                  <a:pt x="299677" y="1073610"/>
                  <a:pt x="286084" y="1060016"/>
                  <a:pt x="286084" y="1043246"/>
                </a:cubicBezTo>
                <a:cubicBezTo>
                  <a:pt x="286084" y="1026477"/>
                  <a:pt x="299677" y="1012883"/>
                  <a:pt x="316447" y="1012883"/>
                </a:cubicBezTo>
                <a:close/>
                <a:moveTo>
                  <a:pt x="243892" y="1012883"/>
                </a:moveTo>
                <a:cubicBezTo>
                  <a:pt x="260662" y="1012883"/>
                  <a:pt x="274256" y="1026477"/>
                  <a:pt x="274256" y="1043246"/>
                </a:cubicBezTo>
                <a:cubicBezTo>
                  <a:pt x="274256" y="1060016"/>
                  <a:pt x="260662" y="1073610"/>
                  <a:pt x="243892" y="1073610"/>
                </a:cubicBezTo>
                <a:cubicBezTo>
                  <a:pt x="227123" y="1073610"/>
                  <a:pt x="213529" y="1060016"/>
                  <a:pt x="213529" y="1043246"/>
                </a:cubicBezTo>
                <a:cubicBezTo>
                  <a:pt x="213529" y="1026477"/>
                  <a:pt x="227123" y="1012883"/>
                  <a:pt x="243892" y="1012883"/>
                </a:cubicBezTo>
                <a:close/>
                <a:moveTo>
                  <a:pt x="171339" y="1012883"/>
                </a:moveTo>
                <a:cubicBezTo>
                  <a:pt x="188107" y="1012883"/>
                  <a:pt x="201701" y="1026477"/>
                  <a:pt x="201701" y="1043246"/>
                </a:cubicBezTo>
                <a:cubicBezTo>
                  <a:pt x="201701" y="1060016"/>
                  <a:pt x="188107" y="1073610"/>
                  <a:pt x="171339" y="1073610"/>
                </a:cubicBezTo>
                <a:cubicBezTo>
                  <a:pt x="154639" y="1073610"/>
                  <a:pt x="141045" y="1060016"/>
                  <a:pt x="141045" y="1043246"/>
                </a:cubicBezTo>
                <a:cubicBezTo>
                  <a:pt x="141045" y="1026477"/>
                  <a:pt x="154639" y="1012883"/>
                  <a:pt x="171339" y="1012883"/>
                </a:cubicBezTo>
                <a:close/>
                <a:moveTo>
                  <a:pt x="98865" y="1012883"/>
                </a:moveTo>
                <a:cubicBezTo>
                  <a:pt x="115628" y="1012883"/>
                  <a:pt x="129222" y="1026477"/>
                  <a:pt x="129222" y="1043246"/>
                </a:cubicBezTo>
                <a:cubicBezTo>
                  <a:pt x="129222" y="1060016"/>
                  <a:pt x="115628" y="1073610"/>
                  <a:pt x="98865" y="1073610"/>
                </a:cubicBezTo>
                <a:cubicBezTo>
                  <a:pt x="82093" y="1073610"/>
                  <a:pt x="68498" y="1060016"/>
                  <a:pt x="68498" y="1043246"/>
                </a:cubicBezTo>
                <a:cubicBezTo>
                  <a:pt x="68498" y="1026477"/>
                  <a:pt x="82093" y="1012883"/>
                  <a:pt x="98865" y="1012883"/>
                </a:cubicBezTo>
                <a:close/>
                <a:moveTo>
                  <a:pt x="26309" y="1012883"/>
                </a:moveTo>
                <a:cubicBezTo>
                  <a:pt x="43075" y="1012883"/>
                  <a:pt x="56670" y="1026477"/>
                  <a:pt x="56670" y="1043246"/>
                </a:cubicBezTo>
                <a:cubicBezTo>
                  <a:pt x="56670" y="1060016"/>
                  <a:pt x="43075" y="1073610"/>
                  <a:pt x="26309" y="1073610"/>
                </a:cubicBezTo>
                <a:cubicBezTo>
                  <a:pt x="17924" y="1073610"/>
                  <a:pt x="10333" y="1070212"/>
                  <a:pt x="4838" y="1064717"/>
                </a:cubicBezTo>
                <a:lnTo>
                  <a:pt x="0" y="1053036"/>
                </a:lnTo>
                <a:lnTo>
                  <a:pt x="0" y="1033457"/>
                </a:lnTo>
                <a:lnTo>
                  <a:pt x="4838" y="1021776"/>
                </a:lnTo>
                <a:cubicBezTo>
                  <a:pt x="10333" y="1016282"/>
                  <a:pt x="17924" y="1012883"/>
                  <a:pt x="26309" y="1012883"/>
                </a:cubicBezTo>
                <a:close/>
                <a:moveTo>
                  <a:pt x="1549874" y="932431"/>
                </a:moveTo>
                <a:cubicBezTo>
                  <a:pt x="1558259" y="932431"/>
                  <a:pt x="1565850" y="935830"/>
                  <a:pt x="1571345" y="941324"/>
                </a:cubicBezTo>
                <a:lnTo>
                  <a:pt x="1577296" y="955693"/>
                </a:lnTo>
                <a:lnTo>
                  <a:pt x="1565363" y="988298"/>
                </a:lnTo>
                <a:lnTo>
                  <a:pt x="1561694" y="990772"/>
                </a:lnTo>
                <a:cubicBezTo>
                  <a:pt x="1558061" y="992309"/>
                  <a:pt x="1554067" y="993158"/>
                  <a:pt x="1549874" y="993158"/>
                </a:cubicBezTo>
                <a:cubicBezTo>
                  <a:pt x="1533105" y="993158"/>
                  <a:pt x="1519511" y="979564"/>
                  <a:pt x="1519511" y="962795"/>
                </a:cubicBezTo>
                <a:cubicBezTo>
                  <a:pt x="1519511" y="946025"/>
                  <a:pt x="1533105" y="932431"/>
                  <a:pt x="1549874" y="932431"/>
                </a:cubicBezTo>
                <a:close/>
                <a:moveTo>
                  <a:pt x="1477320" y="932431"/>
                </a:moveTo>
                <a:cubicBezTo>
                  <a:pt x="1494089" y="932431"/>
                  <a:pt x="1507683" y="946025"/>
                  <a:pt x="1507683" y="962795"/>
                </a:cubicBezTo>
                <a:cubicBezTo>
                  <a:pt x="1507683" y="979564"/>
                  <a:pt x="1494089" y="993158"/>
                  <a:pt x="1477320" y="993158"/>
                </a:cubicBezTo>
                <a:cubicBezTo>
                  <a:pt x="1460550" y="993158"/>
                  <a:pt x="1446956" y="979564"/>
                  <a:pt x="1446956" y="962795"/>
                </a:cubicBezTo>
                <a:cubicBezTo>
                  <a:pt x="1446956" y="946025"/>
                  <a:pt x="1460550" y="932431"/>
                  <a:pt x="1477320" y="932431"/>
                </a:cubicBezTo>
                <a:close/>
                <a:moveTo>
                  <a:pt x="1404765" y="932431"/>
                </a:moveTo>
                <a:cubicBezTo>
                  <a:pt x="1421535" y="932431"/>
                  <a:pt x="1435129" y="946025"/>
                  <a:pt x="1435129" y="962795"/>
                </a:cubicBezTo>
                <a:cubicBezTo>
                  <a:pt x="1435129" y="979564"/>
                  <a:pt x="1421535" y="993158"/>
                  <a:pt x="1404765" y="993158"/>
                </a:cubicBezTo>
                <a:cubicBezTo>
                  <a:pt x="1387996" y="993158"/>
                  <a:pt x="1374402" y="979564"/>
                  <a:pt x="1374402" y="962795"/>
                </a:cubicBezTo>
                <a:cubicBezTo>
                  <a:pt x="1374402" y="946025"/>
                  <a:pt x="1387996" y="932431"/>
                  <a:pt x="1404765" y="932431"/>
                </a:cubicBezTo>
                <a:close/>
                <a:moveTo>
                  <a:pt x="1332211" y="932431"/>
                </a:moveTo>
                <a:cubicBezTo>
                  <a:pt x="1348980" y="932431"/>
                  <a:pt x="1362574" y="946025"/>
                  <a:pt x="1362574" y="962795"/>
                </a:cubicBezTo>
                <a:cubicBezTo>
                  <a:pt x="1362574" y="979564"/>
                  <a:pt x="1348980" y="993158"/>
                  <a:pt x="1332211" y="993158"/>
                </a:cubicBezTo>
                <a:cubicBezTo>
                  <a:pt x="1315441" y="993158"/>
                  <a:pt x="1301847" y="979564"/>
                  <a:pt x="1301847" y="962795"/>
                </a:cubicBezTo>
                <a:cubicBezTo>
                  <a:pt x="1301847" y="946025"/>
                  <a:pt x="1315441" y="932431"/>
                  <a:pt x="1332211" y="932431"/>
                </a:cubicBezTo>
                <a:close/>
                <a:moveTo>
                  <a:pt x="1259656" y="932431"/>
                </a:moveTo>
                <a:cubicBezTo>
                  <a:pt x="1276426" y="932431"/>
                  <a:pt x="1290020" y="946025"/>
                  <a:pt x="1290020" y="962795"/>
                </a:cubicBezTo>
                <a:cubicBezTo>
                  <a:pt x="1290020" y="979564"/>
                  <a:pt x="1276426" y="993158"/>
                  <a:pt x="1259656" y="993158"/>
                </a:cubicBezTo>
                <a:cubicBezTo>
                  <a:pt x="1242887" y="993158"/>
                  <a:pt x="1229293" y="979564"/>
                  <a:pt x="1229293" y="962795"/>
                </a:cubicBezTo>
                <a:cubicBezTo>
                  <a:pt x="1229293" y="946025"/>
                  <a:pt x="1242887" y="932431"/>
                  <a:pt x="1259656" y="932431"/>
                </a:cubicBezTo>
                <a:close/>
                <a:moveTo>
                  <a:pt x="1187102" y="932431"/>
                </a:moveTo>
                <a:cubicBezTo>
                  <a:pt x="1203871" y="932431"/>
                  <a:pt x="1217465" y="946025"/>
                  <a:pt x="1217465" y="962795"/>
                </a:cubicBezTo>
                <a:cubicBezTo>
                  <a:pt x="1217465" y="979564"/>
                  <a:pt x="1203871" y="993158"/>
                  <a:pt x="1187102" y="993158"/>
                </a:cubicBezTo>
                <a:cubicBezTo>
                  <a:pt x="1170332" y="993158"/>
                  <a:pt x="1156738" y="979564"/>
                  <a:pt x="1156738" y="962795"/>
                </a:cubicBezTo>
                <a:cubicBezTo>
                  <a:pt x="1156738" y="946025"/>
                  <a:pt x="1170332" y="932431"/>
                  <a:pt x="1187102" y="932431"/>
                </a:cubicBezTo>
                <a:close/>
                <a:moveTo>
                  <a:pt x="1114547" y="932431"/>
                </a:moveTo>
                <a:cubicBezTo>
                  <a:pt x="1131317" y="932431"/>
                  <a:pt x="1144911" y="946025"/>
                  <a:pt x="1144911" y="962795"/>
                </a:cubicBezTo>
                <a:cubicBezTo>
                  <a:pt x="1144911" y="979564"/>
                  <a:pt x="1131317" y="993158"/>
                  <a:pt x="1114547" y="993158"/>
                </a:cubicBezTo>
                <a:cubicBezTo>
                  <a:pt x="1097778" y="993158"/>
                  <a:pt x="1084184" y="979564"/>
                  <a:pt x="1084184" y="962795"/>
                </a:cubicBezTo>
                <a:cubicBezTo>
                  <a:pt x="1084184" y="946025"/>
                  <a:pt x="1097778" y="932431"/>
                  <a:pt x="1114547" y="932431"/>
                </a:cubicBezTo>
                <a:close/>
                <a:moveTo>
                  <a:pt x="1041993" y="932431"/>
                </a:moveTo>
                <a:cubicBezTo>
                  <a:pt x="1058762" y="932431"/>
                  <a:pt x="1072356" y="946025"/>
                  <a:pt x="1072356" y="962795"/>
                </a:cubicBezTo>
                <a:cubicBezTo>
                  <a:pt x="1072356" y="979564"/>
                  <a:pt x="1058762" y="993158"/>
                  <a:pt x="1041993" y="993158"/>
                </a:cubicBezTo>
                <a:cubicBezTo>
                  <a:pt x="1025223" y="993158"/>
                  <a:pt x="1011629" y="979564"/>
                  <a:pt x="1011629" y="962795"/>
                </a:cubicBezTo>
                <a:cubicBezTo>
                  <a:pt x="1011629" y="946025"/>
                  <a:pt x="1025223" y="932431"/>
                  <a:pt x="1041993" y="932431"/>
                </a:cubicBezTo>
                <a:close/>
                <a:moveTo>
                  <a:pt x="969438" y="932431"/>
                </a:moveTo>
                <a:cubicBezTo>
                  <a:pt x="986208" y="932431"/>
                  <a:pt x="999801" y="946025"/>
                  <a:pt x="999801" y="962795"/>
                </a:cubicBezTo>
                <a:cubicBezTo>
                  <a:pt x="999801" y="979564"/>
                  <a:pt x="986208" y="993158"/>
                  <a:pt x="969438" y="993158"/>
                </a:cubicBezTo>
                <a:cubicBezTo>
                  <a:pt x="952669" y="993158"/>
                  <a:pt x="939075" y="979564"/>
                  <a:pt x="939075" y="962795"/>
                </a:cubicBezTo>
                <a:cubicBezTo>
                  <a:pt x="939075" y="946025"/>
                  <a:pt x="952669" y="932431"/>
                  <a:pt x="969438" y="932431"/>
                </a:cubicBezTo>
                <a:close/>
                <a:moveTo>
                  <a:pt x="896883" y="932431"/>
                </a:moveTo>
                <a:cubicBezTo>
                  <a:pt x="913653" y="932431"/>
                  <a:pt x="927247" y="946025"/>
                  <a:pt x="927247" y="962795"/>
                </a:cubicBezTo>
                <a:cubicBezTo>
                  <a:pt x="927247" y="979564"/>
                  <a:pt x="913653" y="993158"/>
                  <a:pt x="896883" y="993158"/>
                </a:cubicBezTo>
                <a:cubicBezTo>
                  <a:pt x="880114" y="993158"/>
                  <a:pt x="866520" y="979564"/>
                  <a:pt x="866520" y="962795"/>
                </a:cubicBezTo>
                <a:cubicBezTo>
                  <a:pt x="866520" y="946025"/>
                  <a:pt x="880114" y="932431"/>
                  <a:pt x="896883" y="932431"/>
                </a:cubicBezTo>
                <a:close/>
                <a:moveTo>
                  <a:pt x="824329" y="932431"/>
                </a:moveTo>
                <a:cubicBezTo>
                  <a:pt x="841098" y="932431"/>
                  <a:pt x="854692" y="946025"/>
                  <a:pt x="854692" y="962795"/>
                </a:cubicBezTo>
                <a:cubicBezTo>
                  <a:pt x="854692" y="979564"/>
                  <a:pt x="841098" y="993158"/>
                  <a:pt x="824329" y="993158"/>
                </a:cubicBezTo>
                <a:cubicBezTo>
                  <a:pt x="807559" y="993158"/>
                  <a:pt x="793965" y="979564"/>
                  <a:pt x="793965" y="962795"/>
                </a:cubicBezTo>
                <a:cubicBezTo>
                  <a:pt x="793965" y="946025"/>
                  <a:pt x="807559" y="932431"/>
                  <a:pt x="824329" y="932431"/>
                </a:cubicBezTo>
                <a:close/>
                <a:moveTo>
                  <a:pt x="751774" y="932431"/>
                </a:moveTo>
                <a:cubicBezTo>
                  <a:pt x="768544" y="932431"/>
                  <a:pt x="782138" y="946025"/>
                  <a:pt x="782138" y="962795"/>
                </a:cubicBezTo>
                <a:cubicBezTo>
                  <a:pt x="782138" y="979564"/>
                  <a:pt x="768544" y="993158"/>
                  <a:pt x="751774" y="993158"/>
                </a:cubicBezTo>
                <a:cubicBezTo>
                  <a:pt x="735005" y="993158"/>
                  <a:pt x="721411" y="979564"/>
                  <a:pt x="721411" y="962795"/>
                </a:cubicBezTo>
                <a:cubicBezTo>
                  <a:pt x="721411" y="946025"/>
                  <a:pt x="735005" y="932431"/>
                  <a:pt x="751774" y="932431"/>
                </a:cubicBezTo>
                <a:close/>
                <a:moveTo>
                  <a:pt x="679220" y="932431"/>
                </a:moveTo>
                <a:cubicBezTo>
                  <a:pt x="695989" y="932431"/>
                  <a:pt x="709583" y="946025"/>
                  <a:pt x="709583" y="962795"/>
                </a:cubicBezTo>
                <a:cubicBezTo>
                  <a:pt x="709583" y="979564"/>
                  <a:pt x="695989" y="993158"/>
                  <a:pt x="679220" y="993158"/>
                </a:cubicBezTo>
                <a:cubicBezTo>
                  <a:pt x="662450" y="993158"/>
                  <a:pt x="648856" y="979564"/>
                  <a:pt x="648856" y="962795"/>
                </a:cubicBezTo>
                <a:cubicBezTo>
                  <a:pt x="648856" y="946025"/>
                  <a:pt x="662450" y="932431"/>
                  <a:pt x="679220" y="932431"/>
                </a:cubicBezTo>
                <a:close/>
                <a:moveTo>
                  <a:pt x="606665" y="932431"/>
                </a:moveTo>
                <a:cubicBezTo>
                  <a:pt x="623435" y="932431"/>
                  <a:pt x="637029" y="946025"/>
                  <a:pt x="637029" y="962795"/>
                </a:cubicBezTo>
                <a:cubicBezTo>
                  <a:pt x="637029" y="979564"/>
                  <a:pt x="623435" y="993158"/>
                  <a:pt x="606665" y="993158"/>
                </a:cubicBezTo>
                <a:cubicBezTo>
                  <a:pt x="589896" y="993158"/>
                  <a:pt x="576302" y="979564"/>
                  <a:pt x="576302" y="962795"/>
                </a:cubicBezTo>
                <a:cubicBezTo>
                  <a:pt x="576302" y="946025"/>
                  <a:pt x="589896" y="932431"/>
                  <a:pt x="606665" y="932431"/>
                </a:cubicBezTo>
                <a:close/>
                <a:moveTo>
                  <a:pt x="534111" y="932431"/>
                </a:moveTo>
                <a:cubicBezTo>
                  <a:pt x="550880" y="932431"/>
                  <a:pt x="564474" y="946025"/>
                  <a:pt x="564474" y="962795"/>
                </a:cubicBezTo>
                <a:cubicBezTo>
                  <a:pt x="564474" y="979564"/>
                  <a:pt x="550880" y="993158"/>
                  <a:pt x="534111" y="993158"/>
                </a:cubicBezTo>
                <a:cubicBezTo>
                  <a:pt x="517341" y="993158"/>
                  <a:pt x="503747" y="979564"/>
                  <a:pt x="503747" y="962795"/>
                </a:cubicBezTo>
                <a:cubicBezTo>
                  <a:pt x="503747" y="946025"/>
                  <a:pt x="517341" y="932431"/>
                  <a:pt x="534111" y="932431"/>
                </a:cubicBezTo>
                <a:close/>
                <a:moveTo>
                  <a:pt x="461556" y="932431"/>
                </a:moveTo>
                <a:cubicBezTo>
                  <a:pt x="478326" y="932431"/>
                  <a:pt x="491920" y="946025"/>
                  <a:pt x="491920" y="962795"/>
                </a:cubicBezTo>
                <a:cubicBezTo>
                  <a:pt x="491920" y="979564"/>
                  <a:pt x="478326" y="993158"/>
                  <a:pt x="461556" y="993158"/>
                </a:cubicBezTo>
                <a:cubicBezTo>
                  <a:pt x="444787" y="993158"/>
                  <a:pt x="431192" y="979564"/>
                  <a:pt x="431192" y="962795"/>
                </a:cubicBezTo>
                <a:cubicBezTo>
                  <a:pt x="431192" y="946025"/>
                  <a:pt x="444787" y="932431"/>
                  <a:pt x="461556" y="932431"/>
                </a:cubicBezTo>
                <a:close/>
                <a:moveTo>
                  <a:pt x="389002" y="932431"/>
                </a:moveTo>
                <a:cubicBezTo>
                  <a:pt x="405771" y="932431"/>
                  <a:pt x="419365" y="946025"/>
                  <a:pt x="419365" y="962795"/>
                </a:cubicBezTo>
                <a:cubicBezTo>
                  <a:pt x="419365" y="979564"/>
                  <a:pt x="405771" y="993158"/>
                  <a:pt x="389002" y="993158"/>
                </a:cubicBezTo>
                <a:cubicBezTo>
                  <a:pt x="372232" y="993158"/>
                  <a:pt x="358638" y="979564"/>
                  <a:pt x="358638" y="962795"/>
                </a:cubicBezTo>
                <a:cubicBezTo>
                  <a:pt x="358638" y="946025"/>
                  <a:pt x="372232" y="932431"/>
                  <a:pt x="389002" y="932431"/>
                </a:cubicBezTo>
                <a:close/>
                <a:moveTo>
                  <a:pt x="316447" y="932431"/>
                </a:moveTo>
                <a:cubicBezTo>
                  <a:pt x="333216" y="932431"/>
                  <a:pt x="346810" y="946025"/>
                  <a:pt x="346810" y="962795"/>
                </a:cubicBezTo>
                <a:cubicBezTo>
                  <a:pt x="346810" y="979564"/>
                  <a:pt x="333216" y="993158"/>
                  <a:pt x="316447" y="993158"/>
                </a:cubicBezTo>
                <a:cubicBezTo>
                  <a:pt x="299677" y="993158"/>
                  <a:pt x="286084" y="979564"/>
                  <a:pt x="286084" y="962795"/>
                </a:cubicBezTo>
                <a:cubicBezTo>
                  <a:pt x="286084" y="946025"/>
                  <a:pt x="299677" y="932431"/>
                  <a:pt x="316447" y="932431"/>
                </a:cubicBezTo>
                <a:close/>
                <a:moveTo>
                  <a:pt x="243892" y="932431"/>
                </a:moveTo>
                <a:cubicBezTo>
                  <a:pt x="260662" y="932431"/>
                  <a:pt x="274256" y="946025"/>
                  <a:pt x="274256" y="962795"/>
                </a:cubicBezTo>
                <a:cubicBezTo>
                  <a:pt x="274256" y="979564"/>
                  <a:pt x="260662" y="993158"/>
                  <a:pt x="243892" y="993158"/>
                </a:cubicBezTo>
                <a:cubicBezTo>
                  <a:pt x="227123" y="993158"/>
                  <a:pt x="213529" y="979564"/>
                  <a:pt x="213529" y="962795"/>
                </a:cubicBezTo>
                <a:cubicBezTo>
                  <a:pt x="213529" y="946025"/>
                  <a:pt x="227123" y="932431"/>
                  <a:pt x="243892" y="932431"/>
                </a:cubicBezTo>
                <a:close/>
                <a:moveTo>
                  <a:pt x="171339" y="932431"/>
                </a:moveTo>
                <a:cubicBezTo>
                  <a:pt x="188107" y="932431"/>
                  <a:pt x="201701" y="946025"/>
                  <a:pt x="201701" y="962795"/>
                </a:cubicBezTo>
                <a:cubicBezTo>
                  <a:pt x="201701" y="979564"/>
                  <a:pt x="188107" y="993158"/>
                  <a:pt x="171339" y="993158"/>
                </a:cubicBezTo>
                <a:cubicBezTo>
                  <a:pt x="154645" y="993158"/>
                  <a:pt x="141051" y="979564"/>
                  <a:pt x="141051" y="962795"/>
                </a:cubicBezTo>
                <a:cubicBezTo>
                  <a:pt x="141051" y="946025"/>
                  <a:pt x="154645" y="932431"/>
                  <a:pt x="171339" y="932431"/>
                </a:cubicBezTo>
                <a:close/>
                <a:moveTo>
                  <a:pt x="98870" y="932431"/>
                </a:moveTo>
                <a:cubicBezTo>
                  <a:pt x="115634" y="932431"/>
                  <a:pt x="129228" y="946025"/>
                  <a:pt x="129228" y="962795"/>
                </a:cubicBezTo>
                <a:cubicBezTo>
                  <a:pt x="129228" y="979564"/>
                  <a:pt x="115634" y="993158"/>
                  <a:pt x="98870" y="993158"/>
                </a:cubicBezTo>
                <a:cubicBezTo>
                  <a:pt x="82099" y="993158"/>
                  <a:pt x="68505" y="979564"/>
                  <a:pt x="68505" y="962795"/>
                </a:cubicBezTo>
                <a:cubicBezTo>
                  <a:pt x="68505" y="946025"/>
                  <a:pt x="82099" y="932431"/>
                  <a:pt x="98870" y="932431"/>
                </a:cubicBezTo>
                <a:close/>
                <a:moveTo>
                  <a:pt x="26316" y="932431"/>
                </a:moveTo>
                <a:cubicBezTo>
                  <a:pt x="43081" y="932431"/>
                  <a:pt x="56676" y="946025"/>
                  <a:pt x="56676" y="962795"/>
                </a:cubicBezTo>
                <a:cubicBezTo>
                  <a:pt x="56676" y="979564"/>
                  <a:pt x="43081" y="993158"/>
                  <a:pt x="26316" y="993158"/>
                </a:cubicBezTo>
                <a:cubicBezTo>
                  <a:pt x="17931" y="993158"/>
                  <a:pt x="10340" y="989760"/>
                  <a:pt x="4845" y="984265"/>
                </a:cubicBezTo>
                <a:lnTo>
                  <a:pt x="0" y="972570"/>
                </a:lnTo>
                <a:lnTo>
                  <a:pt x="0" y="953020"/>
                </a:lnTo>
                <a:lnTo>
                  <a:pt x="4845" y="941324"/>
                </a:lnTo>
                <a:cubicBezTo>
                  <a:pt x="10340" y="935830"/>
                  <a:pt x="17931" y="932431"/>
                  <a:pt x="26316" y="932431"/>
                </a:cubicBezTo>
                <a:close/>
                <a:moveTo>
                  <a:pt x="1612513" y="853981"/>
                </a:moveTo>
                <a:lnTo>
                  <a:pt x="1607766" y="872445"/>
                </a:lnTo>
                <a:lnTo>
                  <a:pt x="1598477" y="897823"/>
                </a:lnTo>
                <a:lnTo>
                  <a:pt x="1592066" y="882343"/>
                </a:lnTo>
                <a:cubicBezTo>
                  <a:pt x="1592066" y="869766"/>
                  <a:pt x="1599712" y="858975"/>
                  <a:pt x="1610610" y="854366"/>
                </a:cubicBezTo>
                <a:close/>
                <a:moveTo>
                  <a:pt x="1549874" y="851979"/>
                </a:moveTo>
                <a:cubicBezTo>
                  <a:pt x="1566644" y="851979"/>
                  <a:pt x="1580238" y="865573"/>
                  <a:pt x="1580238" y="882343"/>
                </a:cubicBezTo>
                <a:cubicBezTo>
                  <a:pt x="1580238" y="899112"/>
                  <a:pt x="1566644" y="912706"/>
                  <a:pt x="1549874" y="912706"/>
                </a:cubicBezTo>
                <a:cubicBezTo>
                  <a:pt x="1533105" y="912706"/>
                  <a:pt x="1519511" y="899112"/>
                  <a:pt x="1519511" y="882343"/>
                </a:cubicBezTo>
                <a:cubicBezTo>
                  <a:pt x="1519511" y="865573"/>
                  <a:pt x="1533105" y="851979"/>
                  <a:pt x="1549874" y="851979"/>
                </a:cubicBezTo>
                <a:close/>
                <a:moveTo>
                  <a:pt x="1477320" y="851979"/>
                </a:moveTo>
                <a:cubicBezTo>
                  <a:pt x="1494089" y="851979"/>
                  <a:pt x="1507683" y="865573"/>
                  <a:pt x="1507683" y="882343"/>
                </a:cubicBezTo>
                <a:cubicBezTo>
                  <a:pt x="1507683" y="899112"/>
                  <a:pt x="1494089" y="912706"/>
                  <a:pt x="1477320" y="912706"/>
                </a:cubicBezTo>
                <a:cubicBezTo>
                  <a:pt x="1460550" y="912706"/>
                  <a:pt x="1446956" y="899112"/>
                  <a:pt x="1446956" y="882343"/>
                </a:cubicBezTo>
                <a:cubicBezTo>
                  <a:pt x="1446956" y="865573"/>
                  <a:pt x="1460550" y="851979"/>
                  <a:pt x="1477320" y="851979"/>
                </a:cubicBezTo>
                <a:close/>
                <a:moveTo>
                  <a:pt x="1404765" y="851979"/>
                </a:moveTo>
                <a:cubicBezTo>
                  <a:pt x="1421535" y="851979"/>
                  <a:pt x="1435129" y="865573"/>
                  <a:pt x="1435129" y="882343"/>
                </a:cubicBezTo>
                <a:cubicBezTo>
                  <a:pt x="1435129" y="899112"/>
                  <a:pt x="1421535" y="912706"/>
                  <a:pt x="1404765" y="912706"/>
                </a:cubicBezTo>
                <a:cubicBezTo>
                  <a:pt x="1387996" y="912706"/>
                  <a:pt x="1374402" y="899112"/>
                  <a:pt x="1374402" y="882343"/>
                </a:cubicBezTo>
                <a:cubicBezTo>
                  <a:pt x="1374402" y="865573"/>
                  <a:pt x="1387996" y="851979"/>
                  <a:pt x="1404765" y="851979"/>
                </a:cubicBezTo>
                <a:close/>
                <a:moveTo>
                  <a:pt x="1332211" y="851979"/>
                </a:moveTo>
                <a:cubicBezTo>
                  <a:pt x="1348980" y="851979"/>
                  <a:pt x="1362574" y="865573"/>
                  <a:pt x="1362574" y="882343"/>
                </a:cubicBezTo>
                <a:cubicBezTo>
                  <a:pt x="1362574" y="899112"/>
                  <a:pt x="1348980" y="912706"/>
                  <a:pt x="1332211" y="912706"/>
                </a:cubicBezTo>
                <a:cubicBezTo>
                  <a:pt x="1315441" y="912706"/>
                  <a:pt x="1301847" y="899112"/>
                  <a:pt x="1301847" y="882343"/>
                </a:cubicBezTo>
                <a:cubicBezTo>
                  <a:pt x="1301847" y="865573"/>
                  <a:pt x="1315441" y="851979"/>
                  <a:pt x="1332211" y="851979"/>
                </a:cubicBezTo>
                <a:close/>
                <a:moveTo>
                  <a:pt x="1259656" y="851979"/>
                </a:moveTo>
                <a:cubicBezTo>
                  <a:pt x="1276426" y="851979"/>
                  <a:pt x="1290020" y="865573"/>
                  <a:pt x="1290020" y="882343"/>
                </a:cubicBezTo>
                <a:cubicBezTo>
                  <a:pt x="1290020" y="899112"/>
                  <a:pt x="1276426" y="912706"/>
                  <a:pt x="1259656" y="912706"/>
                </a:cubicBezTo>
                <a:cubicBezTo>
                  <a:pt x="1242887" y="912706"/>
                  <a:pt x="1229293" y="899112"/>
                  <a:pt x="1229293" y="882343"/>
                </a:cubicBezTo>
                <a:cubicBezTo>
                  <a:pt x="1229293" y="865573"/>
                  <a:pt x="1242887" y="851979"/>
                  <a:pt x="1259656" y="851979"/>
                </a:cubicBezTo>
                <a:close/>
                <a:moveTo>
                  <a:pt x="1187102" y="851979"/>
                </a:moveTo>
                <a:cubicBezTo>
                  <a:pt x="1203871" y="851979"/>
                  <a:pt x="1217465" y="865573"/>
                  <a:pt x="1217465" y="882343"/>
                </a:cubicBezTo>
                <a:cubicBezTo>
                  <a:pt x="1217465" y="899112"/>
                  <a:pt x="1203871" y="912706"/>
                  <a:pt x="1187102" y="912706"/>
                </a:cubicBezTo>
                <a:cubicBezTo>
                  <a:pt x="1170332" y="912706"/>
                  <a:pt x="1156738" y="899112"/>
                  <a:pt x="1156738" y="882343"/>
                </a:cubicBezTo>
                <a:cubicBezTo>
                  <a:pt x="1156738" y="865573"/>
                  <a:pt x="1170332" y="851979"/>
                  <a:pt x="1187102" y="851979"/>
                </a:cubicBezTo>
                <a:close/>
                <a:moveTo>
                  <a:pt x="1114547" y="851979"/>
                </a:moveTo>
                <a:cubicBezTo>
                  <a:pt x="1131317" y="851979"/>
                  <a:pt x="1144911" y="865573"/>
                  <a:pt x="1144911" y="882343"/>
                </a:cubicBezTo>
                <a:cubicBezTo>
                  <a:pt x="1144911" y="899112"/>
                  <a:pt x="1131317" y="912706"/>
                  <a:pt x="1114547" y="912706"/>
                </a:cubicBezTo>
                <a:cubicBezTo>
                  <a:pt x="1097778" y="912706"/>
                  <a:pt x="1084184" y="899112"/>
                  <a:pt x="1084184" y="882343"/>
                </a:cubicBezTo>
                <a:cubicBezTo>
                  <a:pt x="1084184" y="865573"/>
                  <a:pt x="1097778" y="851979"/>
                  <a:pt x="1114547" y="851979"/>
                </a:cubicBezTo>
                <a:close/>
                <a:moveTo>
                  <a:pt x="1041993" y="851979"/>
                </a:moveTo>
                <a:cubicBezTo>
                  <a:pt x="1058762" y="851979"/>
                  <a:pt x="1072356" y="865573"/>
                  <a:pt x="1072356" y="882343"/>
                </a:cubicBezTo>
                <a:cubicBezTo>
                  <a:pt x="1072356" y="899112"/>
                  <a:pt x="1058762" y="912706"/>
                  <a:pt x="1041993" y="912706"/>
                </a:cubicBezTo>
                <a:cubicBezTo>
                  <a:pt x="1025223" y="912706"/>
                  <a:pt x="1011629" y="899112"/>
                  <a:pt x="1011629" y="882343"/>
                </a:cubicBezTo>
                <a:cubicBezTo>
                  <a:pt x="1011629" y="865573"/>
                  <a:pt x="1025223" y="851979"/>
                  <a:pt x="1041993" y="851979"/>
                </a:cubicBezTo>
                <a:close/>
                <a:moveTo>
                  <a:pt x="969438" y="851979"/>
                </a:moveTo>
                <a:cubicBezTo>
                  <a:pt x="986208" y="851979"/>
                  <a:pt x="999801" y="865573"/>
                  <a:pt x="999801" y="882343"/>
                </a:cubicBezTo>
                <a:cubicBezTo>
                  <a:pt x="999801" y="899112"/>
                  <a:pt x="986208" y="912706"/>
                  <a:pt x="969438" y="912706"/>
                </a:cubicBezTo>
                <a:cubicBezTo>
                  <a:pt x="952669" y="912706"/>
                  <a:pt x="939075" y="899112"/>
                  <a:pt x="939075" y="882343"/>
                </a:cubicBezTo>
                <a:cubicBezTo>
                  <a:pt x="939075" y="865573"/>
                  <a:pt x="952669" y="851979"/>
                  <a:pt x="969438" y="851979"/>
                </a:cubicBezTo>
                <a:close/>
                <a:moveTo>
                  <a:pt x="896883" y="851979"/>
                </a:moveTo>
                <a:cubicBezTo>
                  <a:pt x="913653" y="851979"/>
                  <a:pt x="927247" y="865573"/>
                  <a:pt x="927247" y="882343"/>
                </a:cubicBezTo>
                <a:cubicBezTo>
                  <a:pt x="927247" y="899112"/>
                  <a:pt x="913653" y="912706"/>
                  <a:pt x="896883" y="912706"/>
                </a:cubicBezTo>
                <a:cubicBezTo>
                  <a:pt x="880114" y="912706"/>
                  <a:pt x="866520" y="899112"/>
                  <a:pt x="866520" y="882343"/>
                </a:cubicBezTo>
                <a:cubicBezTo>
                  <a:pt x="866520" y="865573"/>
                  <a:pt x="880114" y="851979"/>
                  <a:pt x="896883" y="851979"/>
                </a:cubicBezTo>
                <a:close/>
                <a:moveTo>
                  <a:pt x="824329" y="851979"/>
                </a:moveTo>
                <a:cubicBezTo>
                  <a:pt x="841098" y="851979"/>
                  <a:pt x="854692" y="865573"/>
                  <a:pt x="854692" y="882343"/>
                </a:cubicBezTo>
                <a:cubicBezTo>
                  <a:pt x="854692" y="899112"/>
                  <a:pt x="841098" y="912706"/>
                  <a:pt x="824329" y="912706"/>
                </a:cubicBezTo>
                <a:cubicBezTo>
                  <a:pt x="807559" y="912706"/>
                  <a:pt x="793965" y="899112"/>
                  <a:pt x="793965" y="882343"/>
                </a:cubicBezTo>
                <a:cubicBezTo>
                  <a:pt x="793965" y="865573"/>
                  <a:pt x="807559" y="851979"/>
                  <a:pt x="824329" y="851979"/>
                </a:cubicBezTo>
                <a:close/>
                <a:moveTo>
                  <a:pt x="751774" y="851979"/>
                </a:moveTo>
                <a:cubicBezTo>
                  <a:pt x="768544" y="851979"/>
                  <a:pt x="782138" y="865573"/>
                  <a:pt x="782138" y="882343"/>
                </a:cubicBezTo>
                <a:cubicBezTo>
                  <a:pt x="782138" y="899112"/>
                  <a:pt x="768544" y="912706"/>
                  <a:pt x="751774" y="912706"/>
                </a:cubicBezTo>
                <a:cubicBezTo>
                  <a:pt x="735005" y="912706"/>
                  <a:pt x="721411" y="899112"/>
                  <a:pt x="721411" y="882343"/>
                </a:cubicBezTo>
                <a:cubicBezTo>
                  <a:pt x="721411" y="865573"/>
                  <a:pt x="735005" y="851979"/>
                  <a:pt x="751774" y="851979"/>
                </a:cubicBezTo>
                <a:close/>
                <a:moveTo>
                  <a:pt x="679220" y="851979"/>
                </a:moveTo>
                <a:cubicBezTo>
                  <a:pt x="695989" y="851979"/>
                  <a:pt x="709583" y="865573"/>
                  <a:pt x="709583" y="882343"/>
                </a:cubicBezTo>
                <a:cubicBezTo>
                  <a:pt x="709583" y="899112"/>
                  <a:pt x="695989" y="912706"/>
                  <a:pt x="679220" y="912706"/>
                </a:cubicBezTo>
                <a:cubicBezTo>
                  <a:pt x="662450" y="912706"/>
                  <a:pt x="648856" y="899112"/>
                  <a:pt x="648856" y="882343"/>
                </a:cubicBezTo>
                <a:cubicBezTo>
                  <a:pt x="648856" y="865573"/>
                  <a:pt x="662450" y="851979"/>
                  <a:pt x="679220" y="851979"/>
                </a:cubicBezTo>
                <a:close/>
                <a:moveTo>
                  <a:pt x="606665" y="851979"/>
                </a:moveTo>
                <a:cubicBezTo>
                  <a:pt x="623435" y="851979"/>
                  <a:pt x="637029" y="865573"/>
                  <a:pt x="637029" y="882343"/>
                </a:cubicBezTo>
                <a:cubicBezTo>
                  <a:pt x="637029" y="899112"/>
                  <a:pt x="623435" y="912706"/>
                  <a:pt x="606665" y="912706"/>
                </a:cubicBezTo>
                <a:cubicBezTo>
                  <a:pt x="589896" y="912706"/>
                  <a:pt x="576302" y="899112"/>
                  <a:pt x="576302" y="882343"/>
                </a:cubicBezTo>
                <a:cubicBezTo>
                  <a:pt x="576302" y="865573"/>
                  <a:pt x="589896" y="851979"/>
                  <a:pt x="606665" y="851979"/>
                </a:cubicBezTo>
                <a:close/>
                <a:moveTo>
                  <a:pt x="534111" y="851979"/>
                </a:moveTo>
                <a:cubicBezTo>
                  <a:pt x="550880" y="851979"/>
                  <a:pt x="564474" y="865573"/>
                  <a:pt x="564474" y="882343"/>
                </a:cubicBezTo>
                <a:cubicBezTo>
                  <a:pt x="564474" y="899112"/>
                  <a:pt x="550880" y="912706"/>
                  <a:pt x="534111" y="912706"/>
                </a:cubicBezTo>
                <a:cubicBezTo>
                  <a:pt x="517341" y="912706"/>
                  <a:pt x="503747" y="899112"/>
                  <a:pt x="503747" y="882343"/>
                </a:cubicBezTo>
                <a:cubicBezTo>
                  <a:pt x="503747" y="865573"/>
                  <a:pt x="517341" y="851979"/>
                  <a:pt x="534111" y="851979"/>
                </a:cubicBezTo>
                <a:close/>
                <a:moveTo>
                  <a:pt x="461556" y="851979"/>
                </a:moveTo>
                <a:cubicBezTo>
                  <a:pt x="478326" y="851979"/>
                  <a:pt x="491920" y="865573"/>
                  <a:pt x="491920" y="882343"/>
                </a:cubicBezTo>
                <a:cubicBezTo>
                  <a:pt x="491920" y="899112"/>
                  <a:pt x="478326" y="912706"/>
                  <a:pt x="461556" y="912706"/>
                </a:cubicBezTo>
                <a:cubicBezTo>
                  <a:pt x="444787" y="912706"/>
                  <a:pt x="431192" y="899112"/>
                  <a:pt x="431192" y="882343"/>
                </a:cubicBezTo>
                <a:cubicBezTo>
                  <a:pt x="431192" y="865573"/>
                  <a:pt x="444787" y="851979"/>
                  <a:pt x="461556" y="851979"/>
                </a:cubicBezTo>
                <a:close/>
                <a:moveTo>
                  <a:pt x="389002" y="851979"/>
                </a:moveTo>
                <a:cubicBezTo>
                  <a:pt x="405771" y="851979"/>
                  <a:pt x="419365" y="865573"/>
                  <a:pt x="419365" y="882343"/>
                </a:cubicBezTo>
                <a:cubicBezTo>
                  <a:pt x="419365" y="899112"/>
                  <a:pt x="405771" y="912706"/>
                  <a:pt x="389002" y="912706"/>
                </a:cubicBezTo>
                <a:cubicBezTo>
                  <a:pt x="372232" y="912706"/>
                  <a:pt x="358638" y="899112"/>
                  <a:pt x="358638" y="882343"/>
                </a:cubicBezTo>
                <a:cubicBezTo>
                  <a:pt x="358638" y="865573"/>
                  <a:pt x="372232" y="851979"/>
                  <a:pt x="389002" y="851979"/>
                </a:cubicBezTo>
                <a:close/>
                <a:moveTo>
                  <a:pt x="316447" y="851979"/>
                </a:moveTo>
                <a:cubicBezTo>
                  <a:pt x="333216" y="851979"/>
                  <a:pt x="346810" y="865573"/>
                  <a:pt x="346810" y="882343"/>
                </a:cubicBezTo>
                <a:cubicBezTo>
                  <a:pt x="346810" y="899112"/>
                  <a:pt x="333216" y="912706"/>
                  <a:pt x="316447" y="912706"/>
                </a:cubicBezTo>
                <a:cubicBezTo>
                  <a:pt x="299677" y="912706"/>
                  <a:pt x="286084" y="899112"/>
                  <a:pt x="286084" y="882343"/>
                </a:cubicBezTo>
                <a:cubicBezTo>
                  <a:pt x="286084" y="865573"/>
                  <a:pt x="299677" y="851979"/>
                  <a:pt x="316447" y="851979"/>
                </a:cubicBezTo>
                <a:close/>
                <a:moveTo>
                  <a:pt x="243892" y="851979"/>
                </a:moveTo>
                <a:cubicBezTo>
                  <a:pt x="260662" y="851979"/>
                  <a:pt x="274256" y="865573"/>
                  <a:pt x="274256" y="882343"/>
                </a:cubicBezTo>
                <a:cubicBezTo>
                  <a:pt x="274256" y="899112"/>
                  <a:pt x="260662" y="912706"/>
                  <a:pt x="243892" y="912706"/>
                </a:cubicBezTo>
                <a:cubicBezTo>
                  <a:pt x="227123" y="912706"/>
                  <a:pt x="213529" y="899112"/>
                  <a:pt x="213529" y="882343"/>
                </a:cubicBezTo>
                <a:cubicBezTo>
                  <a:pt x="213529" y="865573"/>
                  <a:pt x="227123" y="851979"/>
                  <a:pt x="243892" y="851979"/>
                </a:cubicBezTo>
                <a:close/>
                <a:moveTo>
                  <a:pt x="171339" y="851979"/>
                </a:moveTo>
                <a:cubicBezTo>
                  <a:pt x="188107" y="851979"/>
                  <a:pt x="201701" y="865573"/>
                  <a:pt x="201701" y="882343"/>
                </a:cubicBezTo>
                <a:cubicBezTo>
                  <a:pt x="201701" y="899112"/>
                  <a:pt x="188107" y="912706"/>
                  <a:pt x="171339" y="912706"/>
                </a:cubicBezTo>
                <a:cubicBezTo>
                  <a:pt x="154651" y="912706"/>
                  <a:pt x="141056" y="899112"/>
                  <a:pt x="141056" y="882343"/>
                </a:cubicBezTo>
                <a:cubicBezTo>
                  <a:pt x="141056" y="865573"/>
                  <a:pt x="154651" y="851979"/>
                  <a:pt x="171339" y="851979"/>
                </a:cubicBezTo>
                <a:close/>
                <a:moveTo>
                  <a:pt x="98877" y="851979"/>
                </a:moveTo>
                <a:cubicBezTo>
                  <a:pt x="115640" y="851979"/>
                  <a:pt x="129234" y="865573"/>
                  <a:pt x="129234" y="882343"/>
                </a:cubicBezTo>
                <a:cubicBezTo>
                  <a:pt x="129234" y="899112"/>
                  <a:pt x="115640" y="912706"/>
                  <a:pt x="98877" y="912706"/>
                </a:cubicBezTo>
                <a:cubicBezTo>
                  <a:pt x="82106" y="912706"/>
                  <a:pt x="68511" y="899112"/>
                  <a:pt x="68511" y="882343"/>
                </a:cubicBezTo>
                <a:cubicBezTo>
                  <a:pt x="68511" y="865573"/>
                  <a:pt x="82106" y="851979"/>
                  <a:pt x="98877" y="851979"/>
                </a:cubicBezTo>
                <a:close/>
                <a:moveTo>
                  <a:pt x="26322" y="851979"/>
                </a:moveTo>
                <a:cubicBezTo>
                  <a:pt x="43087" y="851979"/>
                  <a:pt x="56682" y="865573"/>
                  <a:pt x="56682" y="882343"/>
                </a:cubicBezTo>
                <a:cubicBezTo>
                  <a:pt x="56682" y="899112"/>
                  <a:pt x="43087" y="912706"/>
                  <a:pt x="26322" y="912706"/>
                </a:cubicBezTo>
                <a:cubicBezTo>
                  <a:pt x="17937" y="912706"/>
                  <a:pt x="10346" y="909308"/>
                  <a:pt x="4851" y="903813"/>
                </a:cubicBezTo>
                <a:lnTo>
                  <a:pt x="0" y="892101"/>
                </a:lnTo>
                <a:lnTo>
                  <a:pt x="0" y="872585"/>
                </a:lnTo>
                <a:lnTo>
                  <a:pt x="4851" y="860872"/>
                </a:lnTo>
                <a:cubicBezTo>
                  <a:pt x="10346" y="855378"/>
                  <a:pt x="17937" y="851979"/>
                  <a:pt x="26322" y="851979"/>
                </a:cubicBezTo>
                <a:close/>
                <a:moveTo>
                  <a:pt x="1622429" y="771528"/>
                </a:moveTo>
                <a:lnTo>
                  <a:pt x="1633158" y="773694"/>
                </a:lnTo>
                <a:lnTo>
                  <a:pt x="1618313" y="831424"/>
                </a:lnTo>
                <a:lnTo>
                  <a:pt x="1610610" y="829868"/>
                </a:lnTo>
                <a:cubicBezTo>
                  <a:pt x="1599712" y="825259"/>
                  <a:pt x="1592066" y="814469"/>
                  <a:pt x="1592066" y="801891"/>
                </a:cubicBezTo>
                <a:cubicBezTo>
                  <a:pt x="1592066" y="785122"/>
                  <a:pt x="1605659" y="771528"/>
                  <a:pt x="1622429" y="771528"/>
                </a:cubicBezTo>
                <a:close/>
                <a:moveTo>
                  <a:pt x="1549874" y="771528"/>
                </a:moveTo>
                <a:cubicBezTo>
                  <a:pt x="1566644" y="771528"/>
                  <a:pt x="1580238" y="785122"/>
                  <a:pt x="1580238" y="801891"/>
                </a:cubicBezTo>
                <a:cubicBezTo>
                  <a:pt x="1580238" y="818661"/>
                  <a:pt x="1566644" y="832255"/>
                  <a:pt x="1549874" y="832255"/>
                </a:cubicBezTo>
                <a:cubicBezTo>
                  <a:pt x="1533105" y="832255"/>
                  <a:pt x="1519511" y="818661"/>
                  <a:pt x="1519511" y="801891"/>
                </a:cubicBezTo>
                <a:cubicBezTo>
                  <a:pt x="1519511" y="785122"/>
                  <a:pt x="1533105" y="771528"/>
                  <a:pt x="1549874" y="771528"/>
                </a:cubicBezTo>
                <a:close/>
                <a:moveTo>
                  <a:pt x="1477320" y="771528"/>
                </a:moveTo>
                <a:cubicBezTo>
                  <a:pt x="1494089" y="771528"/>
                  <a:pt x="1507683" y="785122"/>
                  <a:pt x="1507683" y="801891"/>
                </a:cubicBezTo>
                <a:cubicBezTo>
                  <a:pt x="1507683" y="818661"/>
                  <a:pt x="1494089" y="832255"/>
                  <a:pt x="1477320" y="832255"/>
                </a:cubicBezTo>
                <a:cubicBezTo>
                  <a:pt x="1460550" y="832255"/>
                  <a:pt x="1446956" y="818661"/>
                  <a:pt x="1446956" y="801891"/>
                </a:cubicBezTo>
                <a:cubicBezTo>
                  <a:pt x="1446956" y="785122"/>
                  <a:pt x="1460550" y="771528"/>
                  <a:pt x="1477320" y="771528"/>
                </a:cubicBezTo>
                <a:close/>
                <a:moveTo>
                  <a:pt x="1404765" y="771528"/>
                </a:moveTo>
                <a:cubicBezTo>
                  <a:pt x="1421535" y="771528"/>
                  <a:pt x="1435129" y="785122"/>
                  <a:pt x="1435129" y="801891"/>
                </a:cubicBezTo>
                <a:cubicBezTo>
                  <a:pt x="1435129" y="818661"/>
                  <a:pt x="1421535" y="832255"/>
                  <a:pt x="1404765" y="832255"/>
                </a:cubicBezTo>
                <a:cubicBezTo>
                  <a:pt x="1387996" y="832255"/>
                  <a:pt x="1374402" y="818661"/>
                  <a:pt x="1374402" y="801891"/>
                </a:cubicBezTo>
                <a:cubicBezTo>
                  <a:pt x="1374402" y="785122"/>
                  <a:pt x="1387996" y="771528"/>
                  <a:pt x="1404765" y="771528"/>
                </a:cubicBezTo>
                <a:close/>
                <a:moveTo>
                  <a:pt x="1332211" y="771528"/>
                </a:moveTo>
                <a:cubicBezTo>
                  <a:pt x="1348980" y="771528"/>
                  <a:pt x="1362574" y="785122"/>
                  <a:pt x="1362574" y="801891"/>
                </a:cubicBezTo>
                <a:cubicBezTo>
                  <a:pt x="1362574" y="818661"/>
                  <a:pt x="1348980" y="832255"/>
                  <a:pt x="1332211" y="832255"/>
                </a:cubicBezTo>
                <a:cubicBezTo>
                  <a:pt x="1315441" y="832255"/>
                  <a:pt x="1301847" y="818661"/>
                  <a:pt x="1301847" y="801891"/>
                </a:cubicBezTo>
                <a:cubicBezTo>
                  <a:pt x="1301847" y="785122"/>
                  <a:pt x="1315441" y="771528"/>
                  <a:pt x="1332211" y="771528"/>
                </a:cubicBezTo>
                <a:close/>
                <a:moveTo>
                  <a:pt x="1259656" y="771528"/>
                </a:moveTo>
                <a:cubicBezTo>
                  <a:pt x="1276426" y="771528"/>
                  <a:pt x="1290020" y="785122"/>
                  <a:pt x="1290020" y="801891"/>
                </a:cubicBezTo>
                <a:cubicBezTo>
                  <a:pt x="1290020" y="818661"/>
                  <a:pt x="1276426" y="832255"/>
                  <a:pt x="1259656" y="832255"/>
                </a:cubicBezTo>
                <a:cubicBezTo>
                  <a:pt x="1242887" y="832255"/>
                  <a:pt x="1229293" y="818661"/>
                  <a:pt x="1229293" y="801891"/>
                </a:cubicBezTo>
                <a:cubicBezTo>
                  <a:pt x="1229293" y="785122"/>
                  <a:pt x="1242887" y="771528"/>
                  <a:pt x="1259656" y="771528"/>
                </a:cubicBezTo>
                <a:close/>
                <a:moveTo>
                  <a:pt x="1187102" y="771528"/>
                </a:moveTo>
                <a:cubicBezTo>
                  <a:pt x="1203871" y="771528"/>
                  <a:pt x="1217465" y="785122"/>
                  <a:pt x="1217465" y="801891"/>
                </a:cubicBezTo>
                <a:cubicBezTo>
                  <a:pt x="1217465" y="818661"/>
                  <a:pt x="1203871" y="832255"/>
                  <a:pt x="1187102" y="832255"/>
                </a:cubicBezTo>
                <a:cubicBezTo>
                  <a:pt x="1170332" y="832255"/>
                  <a:pt x="1156738" y="818661"/>
                  <a:pt x="1156738" y="801891"/>
                </a:cubicBezTo>
                <a:cubicBezTo>
                  <a:pt x="1156738" y="785122"/>
                  <a:pt x="1170332" y="771528"/>
                  <a:pt x="1187102" y="771528"/>
                </a:cubicBezTo>
                <a:close/>
                <a:moveTo>
                  <a:pt x="1114547" y="771528"/>
                </a:moveTo>
                <a:cubicBezTo>
                  <a:pt x="1131317" y="771528"/>
                  <a:pt x="1144911" y="785122"/>
                  <a:pt x="1144911" y="801891"/>
                </a:cubicBezTo>
                <a:cubicBezTo>
                  <a:pt x="1144911" y="818661"/>
                  <a:pt x="1131317" y="832255"/>
                  <a:pt x="1114547" y="832255"/>
                </a:cubicBezTo>
                <a:cubicBezTo>
                  <a:pt x="1097778" y="832255"/>
                  <a:pt x="1084184" y="818661"/>
                  <a:pt x="1084184" y="801891"/>
                </a:cubicBezTo>
                <a:cubicBezTo>
                  <a:pt x="1084184" y="785122"/>
                  <a:pt x="1097778" y="771528"/>
                  <a:pt x="1114547" y="771528"/>
                </a:cubicBezTo>
                <a:close/>
                <a:moveTo>
                  <a:pt x="1041993" y="771528"/>
                </a:moveTo>
                <a:cubicBezTo>
                  <a:pt x="1058762" y="771528"/>
                  <a:pt x="1072356" y="785122"/>
                  <a:pt x="1072356" y="801891"/>
                </a:cubicBezTo>
                <a:cubicBezTo>
                  <a:pt x="1072356" y="818661"/>
                  <a:pt x="1058762" y="832255"/>
                  <a:pt x="1041993" y="832255"/>
                </a:cubicBezTo>
                <a:cubicBezTo>
                  <a:pt x="1025223" y="832255"/>
                  <a:pt x="1011629" y="818661"/>
                  <a:pt x="1011629" y="801891"/>
                </a:cubicBezTo>
                <a:cubicBezTo>
                  <a:pt x="1011629" y="785122"/>
                  <a:pt x="1025223" y="771528"/>
                  <a:pt x="1041993" y="771528"/>
                </a:cubicBezTo>
                <a:close/>
                <a:moveTo>
                  <a:pt x="969438" y="771528"/>
                </a:moveTo>
                <a:cubicBezTo>
                  <a:pt x="986208" y="771528"/>
                  <a:pt x="999801" y="785122"/>
                  <a:pt x="999801" y="801891"/>
                </a:cubicBezTo>
                <a:cubicBezTo>
                  <a:pt x="999801" y="818661"/>
                  <a:pt x="986208" y="832255"/>
                  <a:pt x="969438" y="832255"/>
                </a:cubicBezTo>
                <a:cubicBezTo>
                  <a:pt x="952669" y="832255"/>
                  <a:pt x="939075" y="818661"/>
                  <a:pt x="939075" y="801891"/>
                </a:cubicBezTo>
                <a:cubicBezTo>
                  <a:pt x="939075" y="785122"/>
                  <a:pt x="952669" y="771528"/>
                  <a:pt x="969438" y="771528"/>
                </a:cubicBezTo>
                <a:close/>
                <a:moveTo>
                  <a:pt x="896883" y="771528"/>
                </a:moveTo>
                <a:cubicBezTo>
                  <a:pt x="913653" y="771528"/>
                  <a:pt x="927247" y="785122"/>
                  <a:pt x="927247" y="801891"/>
                </a:cubicBezTo>
                <a:cubicBezTo>
                  <a:pt x="927247" y="818661"/>
                  <a:pt x="913653" y="832255"/>
                  <a:pt x="896883" y="832255"/>
                </a:cubicBezTo>
                <a:cubicBezTo>
                  <a:pt x="880114" y="832255"/>
                  <a:pt x="866520" y="818661"/>
                  <a:pt x="866520" y="801891"/>
                </a:cubicBezTo>
                <a:cubicBezTo>
                  <a:pt x="866520" y="785122"/>
                  <a:pt x="880114" y="771528"/>
                  <a:pt x="896883" y="771528"/>
                </a:cubicBezTo>
                <a:close/>
                <a:moveTo>
                  <a:pt x="824329" y="771528"/>
                </a:moveTo>
                <a:cubicBezTo>
                  <a:pt x="841098" y="771528"/>
                  <a:pt x="854692" y="785122"/>
                  <a:pt x="854692" y="801891"/>
                </a:cubicBezTo>
                <a:cubicBezTo>
                  <a:pt x="854692" y="818661"/>
                  <a:pt x="841098" y="832255"/>
                  <a:pt x="824329" y="832255"/>
                </a:cubicBezTo>
                <a:cubicBezTo>
                  <a:pt x="807559" y="832255"/>
                  <a:pt x="793965" y="818661"/>
                  <a:pt x="793965" y="801891"/>
                </a:cubicBezTo>
                <a:cubicBezTo>
                  <a:pt x="793965" y="785122"/>
                  <a:pt x="807559" y="771528"/>
                  <a:pt x="824329" y="771528"/>
                </a:cubicBezTo>
                <a:close/>
                <a:moveTo>
                  <a:pt x="751774" y="771528"/>
                </a:moveTo>
                <a:cubicBezTo>
                  <a:pt x="768544" y="771528"/>
                  <a:pt x="782138" y="785122"/>
                  <a:pt x="782138" y="801891"/>
                </a:cubicBezTo>
                <a:cubicBezTo>
                  <a:pt x="782138" y="818661"/>
                  <a:pt x="768544" y="832255"/>
                  <a:pt x="751774" y="832255"/>
                </a:cubicBezTo>
                <a:cubicBezTo>
                  <a:pt x="735005" y="832255"/>
                  <a:pt x="721411" y="818661"/>
                  <a:pt x="721411" y="801891"/>
                </a:cubicBezTo>
                <a:cubicBezTo>
                  <a:pt x="721411" y="785122"/>
                  <a:pt x="735005" y="771528"/>
                  <a:pt x="751774" y="771528"/>
                </a:cubicBezTo>
                <a:close/>
                <a:moveTo>
                  <a:pt x="679220" y="771528"/>
                </a:moveTo>
                <a:cubicBezTo>
                  <a:pt x="695989" y="771528"/>
                  <a:pt x="709583" y="785122"/>
                  <a:pt x="709583" y="801891"/>
                </a:cubicBezTo>
                <a:cubicBezTo>
                  <a:pt x="709583" y="818661"/>
                  <a:pt x="695989" y="832255"/>
                  <a:pt x="679220" y="832255"/>
                </a:cubicBezTo>
                <a:cubicBezTo>
                  <a:pt x="662450" y="832255"/>
                  <a:pt x="648856" y="818661"/>
                  <a:pt x="648856" y="801891"/>
                </a:cubicBezTo>
                <a:cubicBezTo>
                  <a:pt x="648856" y="785122"/>
                  <a:pt x="662450" y="771528"/>
                  <a:pt x="679220" y="771528"/>
                </a:cubicBezTo>
                <a:close/>
                <a:moveTo>
                  <a:pt x="606665" y="771528"/>
                </a:moveTo>
                <a:cubicBezTo>
                  <a:pt x="623435" y="771528"/>
                  <a:pt x="637029" y="785122"/>
                  <a:pt x="637029" y="801891"/>
                </a:cubicBezTo>
                <a:cubicBezTo>
                  <a:pt x="637029" y="818661"/>
                  <a:pt x="623435" y="832255"/>
                  <a:pt x="606665" y="832255"/>
                </a:cubicBezTo>
                <a:cubicBezTo>
                  <a:pt x="589896" y="832255"/>
                  <a:pt x="576302" y="818661"/>
                  <a:pt x="576302" y="801891"/>
                </a:cubicBezTo>
                <a:cubicBezTo>
                  <a:pt x="576302" y="785122"/>
                  <a:pt x="589896" y="771528"/>
                  <a:pt x="606665" y="771528"/>
                </a:cubicBezTo>
                <a:close/>
                <a:moveTo>
                  <a:pt x="534111" y="771528"/>
                </a:moveTo>
                <a:cubicBezTo>
                  <a:pt x="550880" y="771528"/>
                  <a:pt x="564474" y="785122"/>
                  <a:pt x="564474" y="801891"/>
                </a:cubicBezTo>
                <a:cubicBezTo>
                  <a:pt x="564474" y="818661"/>
                  <a:pt x="550880" y="832255"/>
                  <a:pt x="534111" y="832255"/>
                </a:cubicBezTo>
                <a:cubicBezTo>
                  <a:pt x="517341" y="832255"/>
                  <a:pt x="503747" y="818661"/>
                  <a:pt x="503747" y="801891"/>
                </a:cubicBezTo>
                <a:cubicBezTo>
                  <a:pt x="503747" y="785122"/>
                  <a:pt x="517341" y="771528"/>
                  <a:pt x="534111" y="771528"/>
                </a:cubicBezTo>
                <a:close/>
                <a:moveTo>
                  <a:pt x="461556" y="771528"/>
                </a:moveTo>
                <a:cubicBezTo>
                  <a:pt x="478326" y="771528"/>
                  <a:pt x="491920" y="785122"/>
                  <a:pt x="491920" y="801891"/>
                </a:cubicBezTo>
                <a:cubicBezTo>
                  <a:pt x="491920" y="818661"/>
                  <a:pt x="478326" y="832255"/>
                  <a:pt x="461556" y="832255"/>
                </a:cubicBezTo>
                <a:cubicBezTo>
                  <a:pt x="444787" y="832255"/>
                  <a:pt x="431192" y="818661"/>
                  <a:pt x="431192" y="801891"/>
                </a:cubicBezTo>
                <a:cubicBezTo>
                  <a:pt x="431192" y="785122"/>
                  <a:pt x="444787" y="771528"/>
                  <a:pt x="461556" y="771528"/>
                </a:cubicBezTo>
                <a:close/>
                <a:moveTo>
                  <a:pt x="389002" y="771528"/>
                </a:moveTo>
                <a:cubicBezTo>
                  <a:pt x="405771" y="771528"/>
                  <a:pt x="419365" y="785122"/>
                  <a:pt x="419365" y="801891"/>
                </a:cubicBezTo>
                <a:cubicBezTo>
                  <a:pt x="419365" y="818661"/>
                  <a:pt x="405771" y="832255"/>
                  <a:pt x="389002" y="832255"/>
                </a:cubicBezTo>
                <a:cubicBezTo>
                  <a:pt x="372232" y="832255"/>
                  <a:pt x="358638" y="818661"/>
                  <a:pt x="358638" y="801891"/>
                </a:cubicBezTo>
                <a:cubicBezTo>
                  <a:pt x="358638" y="785122"/>
                  <a:pt x="372232" y="771528"/>
                  <a:pt x="389002" y="771528"/>
                </a:cubicBezTo>
                <a:close/>
                <a:moveTo>
                  <a:pt x="316447" y="771528"/>
                </a:moveTo>
                <a:cubicBezTo>
                  <a:pt x="333216" y="771528"/>
                  <a:pt x="346810" y="785122"/>
                  <a:pt x="346810" y="801891"/>
                </a:cubicBezTo>
                <a:cubicBezTo>
                  <a:pt x="346810" y="818661"/>
                  <a:pt x="333216" y="832255"/>
                  <a:pt x="316447" y="832255"/>
                </a:cubicBezTo>
                <a:cubicBezTo>
                  <a:pt x="299677" y="832255"/>
                  <a:pt x="286084" y="818661"/>
                  <a:pt x="286084" y="801891"/>
                </a:cubicBezTo>
                <a:cubicBezTo>
                  <a:pt x="286084" y="785122"/>
                  <a:pt x="299677" y="771528"/>
                  <a:pt x="316447" y="771528"/>
                </a:cubicBezTo>
                <a:close/>
                <a:moveTo>
                  <a:pt x="243892" y="771528"/>
                </a:moveTo>
                <a:cubicBezTo>
                  <a:pt x="260662" y="771528"/>
                  <a:pt x="274256" y="785122"/>
                  <a:pt x="274256" y="801891"/>
                </a:cubicBezTo>
                <a:cubicBezTo>
                  <a:pt x="274256" y="818661"/>
                  <a:pt x="260662" y="832255"/>
                  <a:pt x="243892" y="832255"/>
                </a:cubicBezTo>
                <a:cubicBezTo>
                  <a:pt x="227123" y="832255"/>
                  <a:pt x="213529" y="818661"/>
                  <a:pt x="213529" y="801891"/>
                </a:cubicBezTo>
                <a:cubicBezTo>
                  <a:pt x="213529" y="785122"/>
                  <a:pt x="227123" y="771528"/>
                  <a:pt x="243892" y="771528"/>
                </a:cubicBezTo>
                <a:close/>
                <a:moveTo>
                  <a:pt x="171339" y="771528"/>
                </a:moveTo>
                <a:cubicBezTo>
                  <a:pt x="188107" y="771528"/>
                  <a:pt x="201701" y="785122"/>
                  <a:pt x="201701" y="801891"/>
                </a:cubicBezTo>
                <a:cubicBezTo>
                  <a:pt x="201701" y="818661"/>
                  <a:pt x="188107" y="832255"/>
                  <a:pt x="171339" y="832255"/>
                </a:cubicBezTo>
                <a:cubicBezTo>
                  <a:pt x="154656" y="832255"/>
                  <a:pt x="141062" y="818661"/>
                  <a:pt x="141062" y="801891"/>
                </a:cubicBezTo>
                <a:cubicBezTo>
                  <a:pt x="141062" y="785122"/>
                  <a:pt x="154656" y="771528"/>
                  <a:pt x="171339" y="771528"/>
                </a:cubicBezTo>
                <a:close/>
                <a:moveTo>
                  <a:pt x="98884" y="771528"/>
                </a:moveTo>
                <a:cubicBezTo>
                  <a:pt x="115646" y="771528"/>
                  <a:pt x="129240" y="785122"/>
                  <a:pt x="129240" y="801891"/>
                </a:cubicBezTo>
                <a:cubicBezTo>
                  <a:pt x="129240" y="818661"/>
                  <a:pt x="115646" y="832255"/>
                  <a:pt x="98884" y="832255"/>
                </a:cubicBezTo>
                <a:cubicBezTo>
                  <a:pt x="82112" y="832255"/>
                  <a:pt x="68517" y="818661"/>
                  <a:pt x="68517" y="801891"/>
                </a:cubicBezTo>
                <a:cubicBezTo>
                  <a:pt x="68517" y="785122"/>
                  <a:pt x="82112" y="771528"/>
                  <a:pt x="98884" y="771528"/>
                </a:cubicBezTo>
                <a:close/>
                <a:moveTo>
                  <a:pt x="26329" y="771528"/>
                </a:moveTo>
                <a:cubicBezTo>
                  <a:pt x="43093" y="771528"/>
                  <a:pt x="56688" y="785122"/>
                  <a:pt x="56688" y="801891"/>
                </a:cubicBezTo>
                <a:cubicBezTo>
                  <a:pt x="56688" y="818661"/>
                  <a:pt x="43093" y="832255"/>
                  <a:pt x="26329" y="832255"/>
                </a:cubicBezTo>
                <a:cubicBezTo>
                  <a:pt x="17944" y="832255"/>
                  <a:pt x="10353" y="828857"/>
                  <a:pt x="4858" y="823362"/>
                </a:cubicBezTo>
                <a:lnTo>
                  <a:pt x="0" y="811633"/>
                </a:lnTo>
                <a:lnTo>
                  <a:pt x="0" y="792150"/>
                </a:lnTo>
                <a:lnTo>
                  <a:pt x="4858" y="780421"/>
                </a:lnTo>
                <a:cubicBezTo>
                  <a:pt x="10353" y="774927"/>
                  <a:pt x="17944" y="771528"/>
                  <a:pt x="26329" y="771528"/>
                </a:cubicBezTo>
                <a:close/>
                <a:moveTo>
                  <a:pt x="1622429" y="691076"/>
                </a:moveTo>
                <a:cubicBezTo>
                  <a:pt x="1630814" y="691076"/>
                  <a:pt x="1638404" y="694475"/>
                  <a:pt x="1643899" y="699969"/>
                </a:cubicBezTo>
                <a:lnTo>
                  <a:pt x="1647739" y="709237"/>
                </a:lnTo>
                <a:lnTo>
                  <a:pt x="1644828" y="728305"/>
                </a:lnTo>
                <a:lnTo>
                  <a:pt x="1640480" y="745215"/>
                </a:lnTo>
                <a:lnTo>
                  <a:pt x="1634248" y="749417"/>
                </a:lnTo>
                <a:cubicBezTo>
                  <a:pt x="1630615" y="750953"/>
                  <a:pt x="1626621" y="751803"/>
                  <a:pt x="1622429" y="751803"/>
                </a:cubicBezTo>
                <a:cubicBezTo>
                  <a:pt x="1605659" y="751803"/>
                  <a:pt x="1592066" y="738209"/>
                  <a:pt x="1592066" y="721440"/>
                </a:cubicBezTo>
                <a:cubicBezTo>
                  <a:pt x="1592066" y="704670"/>
                  <a:pt x="1605659" y="691076"/>
                  <a:pt x="1622429" y="691076"/>
                </a:cubicBezTo>
                <a:close/>
                <a:moveTo>
                  <a:pt x="1549874" y="691076"/>
                </a:moveTo>
                <a:cubicBezTo>
                  <a:pt x="1566644" y="691076"/>
                  <a:pt x="1580238" y="704670"/>
                  <a:pt x="1580238" y="721440"/>
                </a:cubicBezTo>
                <a:cubicBezTo>
                  <a:pt x="1580238" y="738209"/>
                  <a:pt x="1566644" y="751803"/>
                  <a:pt x="1549874" y="751803"/>
                </a:cubicBezTo>
                <a:cubicBezTo>
                  <a:pt x="1533105" y="751803"/>
                  <a:pt x="1519511" y="738209"/>
                  <a:pt x="1519511" y="721440"/>
                </a:cubicBezTo>
                <a:cubicBezTo>
                  <a:pt x="1519511" y="704670"/>
                  <a:pt x="1533105" y="691076"/>
                  <a:pt x="1549874" y="691076"/>
                </a:cubicBezTo>
                <a:close/>
                <a:moveTo>
                  <a:pt x="1477320" y="691076"/>
                </a:moveTo>
                <a:cubicBezTo>
                  <a:pt x="1494089" y="691076"/>
                  <a:pt x="1507683" y="704670"/>
                  <a:pt x="1507683" y="721440"/>
                </a:cubicBezTo>
                <a:cubicBezTo>
                  <a:pt x="1507683" y="738209"/>
                  <a:pt x="1494089" y="751803"/>
                  <a:pt x="1477320" y="751803"/>
                </a:cubicBezTo>
                <a:cubicBezTo>
                  <a:pt x="1460550" y="751803"/>
                  <a:pt x="1446956" y="738209"/>
                  <a:pt x="1446956" y="721440"/>
                </a:cubicBezTo>
                <a:cubicBezTo>
                  <a:pt x="1446956" y="704670"/>
                  <a:pt x="1460550" y="691076"/>
                  <a:pt x="1477320" y="691076"/>
                </a:cubicBezTo>
                <a:close/>
                <a:moveTo>
                  <a:pt x="1404765" y="691076"/>
                </a:moveTo>
                <a:cubicBezTo>
                  <a:pt x="1421535" y="691076"/>
                  <a:pt x="1435129" y="704670"/>
                  <a:pt x="1435129" y="721440"/>
                </a:cubicBezTo>
                <a:cubicBezTo>
                  <a:pt x="1435129" y="738209"/>
                  <a:pt x="1421535" y="751803"/>
                  <a:pt x="1404765" y="751803"/>
                </a:cubicBezTo>
                <a:cubicBezTo>
                  <a:pt x="1387996" y="751803"/>
                  <a:pt x="1374402" y="738209"/>
                  <a:pt x="1374402" y="721440"/>
                </a:cubicBezTo>
                <a:cubicBezTo>
                  <a:pt x="1374402" y="704670"/>
                  <a:pt x="1387996" y="691076"/>
                  <a:pt x="1404765" y="691076"/>
                </a:cubicBezTo>
                <a:close/>
                <a:moveTo>
                  <a:pt x="1332211" y="691076"/>
                </a:moveTo>
                <a:cubicBezTo>
                  <a:pt x="1348980" y="691076"/>
                  <a:pt x="1362574" y="704670"/>
                  <a:pt x="1362574" y="721440"/>
                </a:cubicBezTo>
                <a:cubicBezTo>
                  <a:pt x="1362574" y="738209"/>
                  <a:pt x="1348980" y="751803"/>
                  <a:pt x="1332211" y="751803"/>
                </a:cubicBezTo>
                <a:cubicBezTo>
                  <a:pt x="1315441" y="751803"/>
                  <a:pt x="1301847" y="738209"/>
                  <a:pt x="1301847" y="721440"/>
                </a:cubicBezTo>
                <a:cubicBezTo>
                  <a:pt x="1301847" y="704670"/>
                  <a:pt x="1315441" y="691076"/>
                  <a:pt x="1332211" y="691076"/>
                </a:cubicBezTo>
                <a:close/>
                <a:moveTo>
                  <a:pt x="1259656" y="691076"/>
                </a:moveTo>
                <a:cubicBezTo>
                  <a:pt x="1276426" y="691076"/>
                  <a:pt x="1290020" y="704670"/>
                  <a:pt x="1290020" y="721440"/>
                </a:cubicBezTo>
                <a:cubicBezTo>
                  <a:pt x="1290020" y="738209"/>
                  <a:pt x="1276426" y="751803"/>
                  <a:pt x="1259656" y="751803"/>
                </a:cubicBezTo>
                <a:cubicBezTo>
                  <a:pt x="1242887" y="751803"/>
                  <a:pt x="1229293" y="738209"/>
                  <a:pt x="1229293" y="721440"/>
                </a:cubicBezTo>
                <a:cubicBezTo>
                  <a:pt x="1229293" y="704670"/>
                  <a:pt x="1242887" y="691076"/>
                  <a:pt x="1259656" y="691076"/>
                </a:cubicBezTo>
                <a:close/>
                <a:moveTo>
                  <a:pt x="1187102" y="691076"/>
                </a:moveTo>
                <a:cubicBezTo>
                  <a:pt x="1203871" y="691076"/>
                  <a:pt x="1217465" y="704670"/>
                  <a:pt x="1217465" y="721440"/>
                </a:cubicBezTo>
                <a:cubicBezTo>
                  <a:pt x="1217465" y="738209"/>
                  <a:pt x="1203871" y="751803"/>
                  <a:pt x="1187102" y="751803"/>
                </a:cubicBezTo>
                <a:cubicBezTo>
                  <a:pt x="1170332" y="751803"/>
                  <a:pt x="1156738" y="738209"/>
                  <a:pt x="1156738" y="721440"/>
                </a:cubicBezTo>
                <a:cubicBezTo>
                  <a:pt x="1156738" y="704670"/>
                  <a:pt x="1170332" y="691076"/>
                  <a:pt x="1187102" y="691076"/>
                </a:cubicBezTo>
                <a:close/>
                <a:moveTo>
                  <a:pt x="1114547" y="691076"/>
                </a:moveTo>
                <a:cubicBezTo>
                  <a:pt x="1131317" y="691076"/>
                  <a:pt x="1144911" y="704670"/>
                  <a:pt x="1144911" y="721440"/>
                </a:cubicBezTo>
                <a:cubicBezTo>
                  <a:pt x="1144911" y="738209"/>
                  <a:pt x="1131317" y="751803"/>
                  <a:pt x="1114547" y="751803"/>
                </a:cubicBezTo>
                <a:cubicBezTo>
                  <a:pt x="1097778" y="751803"/>
                  <a:pt x="1084184" y="738209"/>
                  <a:pt x="1084184" y="721440"/>
                </a:cubicBezTo>
                <a:cubicBezTo>
                  <a:pt x="1084184" y="704670"/>
                  <a:pt x="1097778" y="691076"/>
                  <a:pt x="1114547" y="691076"/>
                </a:cubicBezTo>
                <a:close/>
                <a:moveTo>
                  <a:pt x="1041993" y="691076"/>
                </a:moveTo>
                <a:cubicBezTo>
                  <a:pt x="1058762" y="691076"/>
                  <a:pt x="1072356" y="704670"/>
                  <a:pt x="1072356" y="721440"/>
                </a:cubicBezTo>
                <a:cubicBezTo>
                  <a:pt x="1072356" y="738209"/>
                  <a:pt x="1058762" y="751803"/>
                  <a:pt x="1041993" y="751803"/>
                </a:cubicBezTo>
                <a:cubicBezTo>
                  <a:pt x="1025223" y="751803"/>
                  <a:pt x="1011629" y="738209"/>
                  <a:pt x="1011629" y="721440"/>
                </a:cubicBezTo>
                <a:cubicBezTo>
                  <a:pt x="1011629" y="704670"/>
                  <a:pt x="1025223" y="691076"/>
                  <a:pt x="1041993" y="691076"/>
                </a:cubicBezTo>
                <a:close/>
                <a:moveTo>
                  <a:pt x="969438" y="691076"/>
                </a:moveTo>
                <a:cubicBezTo>
                  <a:pt x="986208" y="691076"/>
                  <a:pt x="999801" y="704670"/>
                  <a:pt x="999801" y="721440"/>
                </a:cubicBezTo>
                <a:cubicBezTo>
                  <a:pt x="999801" y="738209"/>
                  <a:pt x="986208" y="751803"/>
                  <a:pt x="969438" y="751803"/>
                </a:cubicBezTo>
                <a:cubicBezTo>
                  <a:pt x="952669" y="751803"/>
                  <a:pt x="939075" y="738209"/>
                  <a:pt x="939075" y="721440"/>
                </a:cubicBezTo>
                <a:cubicBezTo>
                  <a:pt x="939075" y="704670"/>
                  <a:pt x="952669" y="691076"/>
                  <a:pt x="969438" y="691076"/>
                </a:cubicBezTo>
                <a:close/>
                <a:moveTo>
                  <a:pt x="896883" y="691076"/>
                </a:moveTo>
                <a:cubicBezTo>
                  <a:pt x="913653" y="691076"/>
                  <a:pt x="927247" y="704670"/>
                  <a:pt x="927247" y="721440"/>
                </a:cubicBezTo>
                <a:cubicBezTo>
                  <a:pt x="927247" y="738209"/>
                  <a:pt x="913653" y="751803"/>
                  <a:pt x="896883" y="751803"/>
                </a:cubicBezTo>
                <a:cubicBezTo>
                  <a:pt x="880114" y="751803"/>
                  <a:pt x="866520" y="738209"/>
                  <a:pt x="866520" y="721440"/>
                </a:cubicBezTo>
                <a:cubicBezTo>
                  <a:pt x="866520" y="704670"/>
                  <a:pt x="880114" y="691076"/>
                  <a:pt x="896883" y="691076"/>
                </a:cubicBezTo>
                <a:close/>
                <a:moveTo>
                  <a:pt x="824329" y="691076"/>
                </a:moveTo>
                <a:cubicBezTo>
                  <a:pt x="841098" y="691076"/>
                  <a:pt x="854692" y="704670"/>
                  <a:pt x="854692" y="721440"/>
                </a:cubicBezTo>
                <a:cubicBezTo>
                  <a:pt x="854692" y="738209"/>
                  <a:pt x="841098" y="751803"/>
                  <a:pt x="824329" y="751803"/>
                </a:cubicBezTo>
                <a:cubicBezTo>
                  <a:pt x="807559" y="751803"/>
                  <a:pt x="793965" y="738209"/>
                  <a:pt x="793965" y="721440"/>
                </a:cubicBezTo>
                <a:cubicBezTo>
                  <a:pt x="793965" y="704670"/>
                  <a:pt x="807559" y="691076"/>
                  <a:pt x="824329" y="691076"/>
                </a:cubicBezTo>
                <a:close/>
                <a:moveTo>
                  <a:pt x="751774" y="691076"/>
                </a:moveTo>
                <a:cubicBezTo>
                  <a:pt x="768544" y="691076"/>
                  <a:pt x="782138" y="704670"/>
                  <a:pt x="782138" y="721440"/>
                </a:cubicBezTo>
                <a:cubicBezTo>
                  <a:pt x="782138" y="738209"/>
                  <a:pt x="768544" y="751803"/>
                  <a:pt x="751774" y="751803"/>
                </a:cubicBezTo>
                <a:cubicBezTo>
                  <a:pt x="735005" y="751803"/>
                  <a:pt x="721411" y="738209"/>
                  <a:pt x="721411" y="721440"/>
                </a:cubicBezTo>
                <a:cubicBezTo>
                  <a:pt x="721411" y="704670"/>
                  <a:pt x="735005" y="691076"/>
                  <a:pt x="751774" y="691076"/>
                </a:cubicBezTo>
                <a:close/>
                <a:moveTo>
                  <a:pt x="679220" y="691076"/>
                </a:moveTo>
                <a:cubicBezTo>
                  <a:pt x="695989" y="691076"/>
                  <a:pt x="709583" y="704670"/>
                  <a:pt x="709583" y="721440"/>
                </a:cubicBezTo>
                <a:cubicBezTo>
                  <a:pt x="709583" y="738209"/>
                  <a:pt x="695989" y="751803"/>
                  <a:pt x="679220" y="751803"/>
                </a:cubicBezTo>
                <a:cubicBezTo>
                  <a:pt x="662450" y="751803"/>
                  <a:pt x="648856" y="738209"/>
                  <a:pt x="648856" y="721440"/>
                </a:cubicBezTo>
                <a:cubicBezTo>
                  <a:pt x="648856" y="704670"/>
                  <a:pt x="662450" y="691076"/>
                  <a:pt x="679220" y="691076"/>
                </a:cubicBezTo>
                <a:close/>
                <a:moveTo>
                  <a:pt x="606665" y="691076"/>
                </a:moveTo>
                <a:cubicBezTo>
                  <a:pt x="623435" y="691076"/>
                  <a:pt x="637029" y="704670"/>
                  <a:pt x="637029" y="721440"/>
                </a:cubicBezTo>
                <a:cubicBezTo>
                  <a:pt x="637029" y="738209"/>
                  <a:pt x="623435" y="751803"/>
                  <a:pt x="606665" y="751803"/>
                </a:cubicBezTo>
                <a:cubicBezTo>
                  <a:pt x="589896" y="751803"/>
                  <a:pt x="576302" y="738209"/>
                  <a:pt x="576302" y="721440"/>
                </a:cubicBezTo>
                <a:cubicBezTo>
                  <a:pt x="576302" y="704670"/>
                  <a:pt x="589896" y="691076"/>
                  <a:pt x="606665" y="691076"/>
                </a:cubicBezTo>
                <a:close/>
                <a:moveTo>
                  <a:pt x="534111" y="691076"/>
                </a:moveTo>
                <a:cubicBezTo>
                  <a:pt x="550880" y="691076"/>
                  <a:pt x="564474" y="704670"/>
                  <a:pt x="564474" y="721440"/>
                </a:cubicBezTo>
                <a:cubicBezTo>
                  <a:pt x="564474" y="738209"/>
                  <a:pt x="550880" y="751803"/>
                  <a:pt x="534111" y="751803"/>
                </a:cubicBezTo>
                <a:cubicBezTo>
                  <a:pt x="517341" y="751803"/>
                  <a:pt x="503747" y="738209"/>
                  <a:pt x="503747" y="721440"/>
                </a:cubicBezTo>
                <a:cubicBezTo>
                  <a:pt x="503747" y="704670"/>
                  <a:pt x="517341" y="691076"/>
                  <a:pt x="534111" y="691076"/>
                </a:cubicBezTo>
                <a:close/>
                <a:moveTo>
                  <a:pt x="461556" y="691076"/>
                </a:moveTo>
                <a:cubicBezTo>
                  <a:pt x="478326" y="691076"/>
                  <a:pt x="491920" y="704670"/>
                  <a:pt x="491920" y="721440"/>
                </a:cubicBezTo>
                <a:cubicBezTo>
                  <a:pt x="491920" y="738209"/>
                  <a:pt x="478326" y="751803"/>
                  <a:pt x="461556" y="751803"/>
                </a:cubicBezTo>
                <a:cubicBezTo>
                  <a:pt x="444787" y="751803"/>
                  <a:pt x="431192" y="738209"/>
                  <a:pt x="431192" y="721440"/>
                </a:cubicBezTo>
                <a:cubicBezTo>
                  <a:pt x="431192" y="704670"/>
                  <a:pt x="444787" y="691076"/>
                  <a:pt x="461556" y="691076"/>
                </a:cubicBezTo>
                <a:close/>
                <a:moveTo>
                  <a:pt x="389002" y="691076"/>
                </a:moveTo>
                <a:cubicBezTo>
                  <a:pt x="405771" y="691076"/>
                  <a:pt x="419365" y="704670"/>
                  <a:pt x="419365" y="721440"/>
                </a:cubicBezTo>
                <a:cubicBezTo>
                  <a:pt x="419365" y="738209"/>
                  <a:pt x="405771" y="751803"/>
                  <a:pt x="389002" y="751803"/>
                </a:cubicBezTo>
                <a:cubicBezTo>
                  <a:pt x="372232" y="751803"/>
                  <a:pt x="358638" y="738209"/>
                  <a:pt x="358638" y="721440"/>
                </a:cubicBezTo>
                <a:cubicBezTo>
                  <a:pt x="358638" y="704670"/>
                  <a:pt x="372232" y="691076"/>
                  <a:pt x="389002" y="691076"/>
                </a:cubicBezTo>
                <a:close/>
                <a:moveTo>
                  <a:pt x="316447" y="691076"/>
                </a:moveTo>
                <a:cubicBezTo>
                  <a:pt x="333216" y="691076"/>
                  <a:pt x="346810" y="704670"/>
                  <a:pt x="346810" y="721440"/>
                </a:cubicBezTo>
                <a:cubicBezTo>
                  <a:pt x="346810" y="738209"/>
                  <a:pt x="333216" y="751803"/>
                  <a:pt x="316447" y="751803"/>
                </a:cubicBezTo>
                <a:cubicBezTo>
                  <a:pt x="299677" y="751803"/>
                  <a:pt x="286084" y="738209"/>
                  <a:pt x="286084" y="721440"/>
                </a:cubicBezTo>
                <a:cubicBezTo>
                  <a:pt x="286084" y="704670"/>
                  <a:pt x="299677" y="691076"/>
                  <a:pt x="316447" y="691076"/>
                </a:cubicBezTo>
                <a:close/>
                <a:moveTo>
                  <a:pt x="243892" y="691076"/>
                </a:moveTo>
                <a:cubicBezTo>
                  <a:pt x="260662" y="691076"/>
                  <a:pt x="274256" y="704670"/>
                  <a:pt x="274256" y="721440"/>
                </a:cubicBezTo>
                <a:cubicBezTo>
                  <a:pt x="274256" y="738209"/>
                  <a:pt x="260662" y="751803"/>
                  <a:pt x="243892" y="751803"/>
                </a:cubicBezTo>
                <a:cubicBezTo>
                  <a:pt x="227123" y="751803"/>
                  <a:pt x="213529" y="738209"/>
                  <a:pt x="213529" y="721440"/>
                </a:cubicBezTo>
                <a:cubicBezTo>
                  <a:pt x="213529" y="704670"/>
                  <a:pt x="227123" y="691076"/>
                  <a:pt x="243892" y="691076"/>
                </a:cubicBezTo>
                <a:close/>
                <a:moveTo>
                  <a:pt x="171339" y="691076"/>
                </a:moveTo>
                <a:cubicBezTo>
                  <a:pt x="188107" y="691076"/>
                  <a:pt x="201701" y="704670"/>
                  <a:pt x="201701" y="721440"/>
                </a:cubicBezTo>
                <a:cubicBezTo>
                  <a:pt x="201701" y="738209"/>
                  <a:pt x="188107" y="751803"/>
                  <a:pt x="171339" y="751803"/>
                </a:cubicBezTo>
                <a:cubicBezTo>
                  <a:pt x="154662" y="751803"/>
                  <a:pt x="141067" y="738209"/>
                  <a:pt x="141067" y="721440"/>
                </a:cubicBezTo>
                <a:cubicBezTo>
                  <a:pt x="141067" y="704670"/>
                  <a:pt x="154662" y="691076"/>
                  <a:pt x="171339" y="691076"/>
                </a:cubicBezTo>
                <a:close/>
                <a:moveTo>
                  <a:pt x="98890" y="691076"/>
                </a:moveTo>
                <a:cubicBezTo>
                  <a:pt x="115653" y="691076"/>
                  <a:pt x="129246" y="704670"/>
                  <a:pt x="129246" y="721440"/>
                </a:cubicBezTo>
                <a:cubicBezTo>
                  <a:pt x="129246" y="738209"/>
                  <a:pt x="115653" y="751803"/>
                  <a:pt x="98890" y="751803"/>
                </a:cubicBezTo>
                <a:cubicBezTo>
                  <a:pt x="82117" y="751803"/>
                  <a:pt x="68523" y="738209"/>
                  <a:pt x="68523" y="721440"/>
                </a:cubicBezTo>
                <a:cubicBezTo>
                  <a:pt x="68523" y="704670"/>
                  <a:pt x="82117" y="691076"/>
                  <a:pt x="98890" y="691076"/>
                </a:cubicBezTo>
                <a:close/>
                <a:moveTo>
                  <a:pt x="26336" y="691076"/>
                </a:moveTo>
                <a:cubicBezTo>
                  <a:pt x="43099" y="691076"/>
                  <a:pt x="56694" y="704670"/>
                  <a:pt x="56694" y="721440"/>
                </a:cubicBezTo>
                <a:cubicBezTo>
                  <a:pt x="56694" y="738209"/>
                  <a:pt x="43099" y="751803"/>
                  <a:pt x="26336" y="751803"/>
                </a:cubicBezTo>
                <a:cubicBezTo>
                  <a:pt x="17950" y="751803"/>
                  <a:pt x="10359" y="748405"/>
                  <a:pt x="4864" y="742910"/>
                </a:cubicBezTo>
                <a:lnTo>
                  <a:pt x="0" y="731167"/>
                </a:lnTo>
                <a:lnTo>
                  <a:pt x="0" y="711713"/>
                </a:lnTo>
                <a:lnTo>
                  <a:pt x="4864" y="699969"/>
                </a:lnTo>
                <a:cubicBezTo>
                  <a:pt x="10359" y="694475"/>
                  <a:pt x="17950" y="691076"/>
                  <a:pt x="26336" y="691076"/>
                </a:cubicBezTo>
                <a:close/>
                <a:moveTo>
                  <a:pt x="1622429" y="610624"/>
                </a:moveTo>
                <a:cubicBezTo>
                  <a:pt x="1639199" y="610624"/>
                  <a:pt x="1652792" y="624218"/>
                  <a:pt x="1652792" y="640988"/>
                </a:cubicBezTo>
                <a:cubicBezTo>
                  <a:pt x="1652792" y="657757"/>
                  <a:pt x="1639199" y="671351"/>
                  <a:pt x="1622429" y="671351"/>
                </a:cubicBezTo>
                <a:cubicBezTo>
                  <a:pt x="1605659" y="671351"/>
                  <a:pt x="1592066" y="657757"/>
                  <a:pt x="1592066" y="640988"/>
                </a:cubicBezTo>
                <a:cubicBezTo>
                  <a:pt x="1592066" y="624218"/>
                  <a:pt x="1605659" y="610624"/>
                  <a:pt x="1622429" y="610624"/>
                </a:cubicBezTo>
                <a:close/>
                <a:moveTo>
                  <a:pt x="1549874" y="610624"/>
                </a:moveTo>
                <a:cubicBezTo>
                  <a:pt x="1566644" y="610624"/>
                  <a:pt x="1580238" y="624218"/>
                  <a:pt x="1580238" y="640988"/>
                </a:cubicBezTo>
                <a:cubicBezTo>
                  <a:pt x="1580238" y="657757"/>
                  <a:pt x="1566644" y="671351"/>
                  <a:pt x="1549874" y="671351"/>
                </a:cubicBezTo>
                <a:cubicBezTo>
                  <a:pt x="1533105" y="671351"/>
                  <a:pt x="1519511" y="657757"/>
                  <a:pt x="1519511" y="640988"/>
                </a:cubicBezTo>
                <a:cubicBezTo>
                  <a:pt x="1519511" y="624218"/>
                  <a:pt x="1533105" y="610624"/>
                  <a:pt x="1549874" y="610624"/>
                </a:cubicBezTo>
                <a:close/>
                <a:moveTo>
                  <a:pt x="1477320" y="610624"/>
                </a:moveTo>
                <a:cubicBezTo>
                  <a:pt x="1494089" y="610624"/>
                  <a:pt x="1507683" y="624218"/>
                  <a:pt x="1507683" y="640988"/>
                </a:cubicBezTo>
                <a:cubicBezTo>
                  <a:pt x="1507683" y="657757"/>
                  <a:pt x="1494089" y="671351"/>
                  <a:pt x="1477320" y="671351"/>
                </a:cubicBezTo>
                <a:cubicBezTo>
                  <a:pt x="1460550" y="671351"/>
                  <a:pt x="1446956" y="657757"/>
                  <a:pt x="1446956" y="640988"/>
                </a:cubicBezTo>
                <a:cubicBezTo>
                  <a:pt x="1446956" y="624218"/>
                  <a:pt x="1460550" y="610624"/>
                  <a:pt x="1477320" y="610624"/>
                </a:cubicBezTo>
                <a:close/>
                <a:moveTo>
                  <a:pt x="1404765" y="610624"/>
                </a:moveTo>
                <a:cubicBezTo>
                  <a:pt x="1421535" y="610624"/>
                  <a:pt x="1435129" y="624218"/>
                  <a:pt x="1435129" y="640988"/>
                </a:cubicBezTo>
                <a:cubicBezTo>
                  <a:pt x="1435129" y="657757"/>
                  <a:pt x="1421535" y="671351"/>
                  <a:pt x="1404765" y="671351"/>
                </a:cubicBezTo>
                <a:cubicBezTo>
                  <a:pt x="1387996" y="671351"/>
                  <a:pt x="1374402" y="657757"/>
                  <a:pt x="1374402" y="640988"/>
                </a:cubicBezTo>
                <a:cubicBezTo>
                  <a:pt x="1374402" y="624218"/>
                  <a:pt x="1387996" y="610624"/>
                  <a:pt x="1404765" y="610624"/>
                </a:cubicBezTo>
                <a:close/>
                <a:moveTo>
                  <a:pt x="1332211" y="610624"/>
                </a:moveTo>
                <a:cubicBezTo>
                  <a:pt x="1348980" y="610624"/>
                  <a:pt x="1362574" y="624218"/>
                  <a:pt x="1362574" y="640988"/>
                </a:cubicBezTo>
                <a:cubicBezTo>
                  <a:pt x="1362574" y="657757"/>
                  <a:pt x="1348980" y="671351"/>
                  <a:pt x="1332211" y="671351"/>
                </a:cubicBezTo>
                <a:cubicBezTo>
                  <a:pt x="1315441" y="671351"/>
                  <a:pt x="1301847" y="657757"/>
                  <a:pt x="1301847" y="640988"/>
                </a:cubicBezTo>
                <a:cubicBezTo>
                  <a:pt x="1301847" y="624218"/>
                  <a:pt x="1315441" y="610624"/>
                  <a:pt x="1332211" y="610624"/>
                </a:cubicBezTo>
                <a:close/>
                <a:moveTo>
                  <a:pt x="1259656" y="610624"/>
                </a:moveTo>
                <a:cubicBezTo>
                  <a:pt x="1276426" y="610624"/>
                  <a:pt x="1290020" y="624218"/>
                  <a:pt x="1290020" y="640988"/>
                </a:cubicBezTo>
                <a:cubicBezTo>
                  <a:pt x="1290020" y="657757"/>
                  <a:pt x="1276426" y="671351"/>
                  <a:pt x="1259656" y="671351"/>
                </a:cubicBezTo>
                <a:cubicBezTo>
                  <a:pt x="1242887" y="671351"/>
                  <a:pt x="1229293" y="657757"/>
                  <a:pt x="1229293" y="640988"/>
                </a:cubicBezTo>
                <a:cubicBezTo>
                  <a:pt x="1229293" y="624218"/>
                  <a:pt x="1242887" y="610624"/>
                  <a:pt x="1259656" y="610624"/>
                </a:cubicBezTo>
                <a:close/>
                <a:moveTo>
                  <a:pt x="1187102" y="610624"/>
                </a:moveTo>
                <a:cubicBezTo>
                  <a:pt x="1203871" y="610624"/>
                  <a:pt x="1217465" y="624218"/>
                  <a:pt x="1217465" y="640988"/>
                </a:cubicBezTo>
                <a:cubicBezTo>
                  <a:pt x="1217465" y="657757"/>
                  <a:pt x="1203871" y="671351"/>
                  <a:pt x="1187102" y="671351"/>
                </a:cubicBezTo>
                <a:cubicBezTo>
                  <a:pt x="1170332" y="671351"/>
                  <a:pt x="1156738" y="657757"/>
                  <a:pt x="1156738" y="640988"/>
                </a:cubicBezTo>
                <a:cubicBezTo>
                  <a:pt x="1156738" y="624218"/>
                  <a:pt x="1170332" y="610624"/>
                  <a:pt x="1187102" y="610624"/>
                </a:cubicBezTo>
                <a:close/>
                <a:moveTo>
                  <a:pt x="1114547" y="610624"/>
                </a:moveTo>
                <a:cubicBezTo>
                  <a:pt x="1131317" y="610624"/>
                  <a:pt x="1144911" y="624218"/>
                  <a:pt x="1144911" y="640988"/>
                </a:cubicBezTo>
                <a:cubicBezTo>
                  <a:pt x="1144911" y="657757"/>
                  <a:pt x="1131317" y="671351"/>
                  <a:pt x="1114547" y="671351"/>
                </a:cubicBezTo>
                <a:cubicBezTo>
                  <a:pt x="1097778" y="671351"/>
                  <a:pt x="1084184" y="657757"/>
                  <a:pt x="1084184" y="640988"/>
                </a:cubicBezTo>
                <a:cubicBezTo>
                  <a:pt x="1084184" y="624218"/>
                  <a:pt x="1097778" y="610624"/>
                  <a:pt x="1114547" y="610624"/>
                </a:cubicBezTo>
                <a:close/>
                <a:moveTo>
                  <a:pt x="1041993" y="610624"/>
                </a:moveTo>
                <a:cubicBezTo>
                  <a:pt x="1058762" y="610624"/>
                  <a:pt x="1072356" y="624218"/>
                  <a:pt x="1072356" y="640988"/>
                </a:cubicBezTo>
                <a:cubicBezTo>
                  <a:pt x="1072356" y="657757"/>
                  <a:pt x="1058762" y="671351"/>
                  <a:pt x="1041993" y="671351"/>
                </a:cubicBezTo>
                <a:cubicBezTo>
                  <a:pt x="1025223" y="671351"/>
                  <a:pt x="1011629" y="657757"/>
                  <a:pt x="1011629" y="640988"/>
                </a:cubicBezTo>
                <a:cubicBezTo>
                  <a:pt x="1011629" y="624218"/>
                  <a:pt x="1025223" y="610624"/>
                  <a:pt x="1041993" y="610624"/>
                </a:cubicBezTo>
                <a:close/>
                <a:moveTo>
                  <a:pt x="969438" y="610624"/>
                </a:moveTo>
                <a:cubicBezTo>
                  <a:pt x="986208" y="610624"/>
                  <a:pt x="999801" y="624218"/>
                  <a:pt x="999801" y="640988"/>
                </a:cubicBezTo>
                <a:cubicBezTo>
                  <a:pt x="999801" y="657757"/>
                  <a:pt x="986208" y="671351"/>
                  <a:pt x="969438" y="671351"/>
                </a:cubicBezTo>
                <a:cubicBezTo>
                  <a:pt x="952669" y="671351"/>
                  <a:pt x="939075" y="657757"/>
                  <a:pt x="939075" y="640988"/>
                </a:cubicBezTo>
                <a:cubicBezTo>
                  <a:pt x="939075" y="624218"/>
                  <a:pt x="952669" y="610624"/>
                  <a:pt x="969438" y="610624"/>
                </a:cubicBezTo>
                <a:close/>
                <a:moveTo>
                  <a:pt x="896883" y="610624"/>
                </a:moveTo>
                <a:cubicBezTo>
                  <a:pt x="913653" y="610624"/>
                  <a:pt x="927247" y="624218"/>
                  <a:pt x="927247" y="640988"/>
                </a:cubicBezTo>
                <a:cubicBezTo>
                  <a:pt x="927247" y="657757"/>
                  <a:pt x="913653" y="671351"/>
                  <a:pt x="896883" y="671351"/>
                </a:cubicBezTo>
                <a:cubicBezTo>
                  <a:pt x="880114" y="671351"/>
                  <a:pt x="866520" y="657757"/>
                  <a:pt x="866520" y="640988"/>
                </a:cubicBezTo>
                <a:cubicBezTo>
                  <a:pt x="866520" y="624218"/>
                  <a:pt x="880114" y="610624"/>
                  <a:pt x="896883" y="610624"/>
                </a:cubicBezTo>
                <a:close/>
                <a:moveTo>
                  <a:pt x="824329" y="610624"/>
                </a:moveTo>
                <a:cubicBezTo>
                  <a:pt x="841098" y="610624"/>
                  <a:pt x="854692" y="624218"/>
                  <a:pt x="854692" y="640988"/>
                </a:cubicBezTo>
                <a:cubicBezTo>
                  <a:pt x="854692" y="657757"/>
                  <a:pt x="841098" y="671351"/>
                  <a:pt x="824329" y="671351"/>
                </a:cubicBezTo>
                <a:cubicBezTo>
                  <a:pt x="807559" y="671351"/>
                  <a:pt x="793965" y="657757"/>
                  <a:pt x="793965" y="640988"/>
                </a:cubicBezTo>
                <a:cubicBezTo>
                  <a:pt x="793965" y="624218"/>
                  <a:pt x="807559" y="610624"/>
                  <a:pt x="824329" y="610624"/>
                </a:cubicBezTo>
                <a:close/>
                <a:moveTo>
                  <a:pt x="751774" y="610624"/>
                </a:moveTo>
                <a:cubicBezTo>
                  <a:pt x="768544" y="610624"/>
                  <a:pt x="782138" y="624218"/>
                  <a:pt x="782138" y="640988"/>
                </a:cubicBezTo>
                <a:cubicBezTo>
                  <a:pt x="782138" y="657757"/>
                  <a:pt x="768544" y="671351"/>
                  <a:pt x="751774" y="671351"/>
                </a:cubicBezTo>
                <a:cubicBezTo>
                  <a:pt x="735005" y="671351"/>
                  <a:pt x="721411" y="657757"/>
                  <a:pt x="721411" y="640988"/>
                </a:cubicBezTo>
                <a:cubicBezTo>
                  <a:pt x="721411" y="624218"/>
                  <a:pt x="735005" y="610624"/>
                  <a:pt x="751774" y="610624"/>
                </a:cubicBezTo>
                <a:close/>
                <a:moveTo>
                  <a:pt x="679220" y="610624"/>
                </a:moveTo>
                <a:cubicBezTo>
                  <a:pt x="695989" y="610624"/>
                  <a:pt x="709583" y="624218"/>
                  <a:pt x="709583" y="640988"/>
                </a:cubicBezTo>
                <a:cubicBezTo>
                  <a:pt x="709583" y="657757"/>
                  <a:pt x="695989" y="671351"/>
                  <a:pt x="679220" y="671351"/>
                </a:cubicBezTo>
                <a:cubicBezTo>
                  <a:pt x="662450" y="671351"/>
                  <a:pt x="648856" y="657757"/>
                  <a:pt x="648856" y="640988"/>
                </a:cubicBezTo>
                <a:cubicBezTo>
                  <a:pt x="648856" y="624218"/>
                  <a:pt x="662450" y="610624"/>
                  <a:pt x="679220" y="610624"/>
                </a:cubicBezTo>
                <a:close/>
                <a:moveTo>
                  <a:pt x="606665" y="610624"/>
                </a:moveTo>
                <a:cubicBezTo>
                  <a:pt x="623435" y="610624"/>
                  <a:pt x="637029" y="624218"/>
                  <a:pt x="637029" y="640988"/>
                </a:cubicBezTo>
                <a:cubicBezTo>
                  <a:pt x="637029" y="657757"/>
                  <a:pt x="623435" y="671351"/>
                  <a:pt x="606665" y="671351"/>
                </a:cubicBezTo>
                <a:cubicBezTo>
                  <a:pt x="589896" y="671351"/>
                  <a:pt x="576302" y="657757"/>
                  <a:pt x="576302" y="640988"/>
                </a:cubicBezTo>
                <a:cubicBezTo>
                  <a:pt x="576302" y="624218"/>
                  <a:pt x="589896" y="610624"/>
                  <a:pt x="606665" y="610624"/>
                </a:cubicBezTo>
                <a:close/>
                <a:moveTo>
                  <a:pt x="534111" y="610624"/>
                </a:moveTo>
                <a:cubicBezTo>
                  <a:pt x="550880" y="610624"/>
                  <a:pt x="564474" y="624218"/>
                  <a:pt x="564474" y="640988"/>
                </a:cubicBezTo>
                <a:cubicBezTo>
                  <a:pt x="564474" y="657757"/>
                  <a:pt x="550880" y="671351"/>
                  <a:pt x="534111" y="671351"/>
                </a:cubicBezTo>
                <a:cubicBezTo>
                  <a:pt x="517341" y="671351"/>
                  <a:pt x="503747" y="657757"/>
                  <a:pt x="503747" y="640988"/>
                </a:cubicBezTo>
                <a:cubicBezTo>
                  <a:pt x="503747" y="624218"/>
                  <a:pt x="517341" y="610624"/>
                  <a:pt x="534111" y="610624"/>
                </a:cubicBezTo>
                <a:close/>
                <a:moveTo>
                  <a:pt x="461556" y="610624"/>
                </a:moveTo>
                <a:cubicBezTo>
                  <a:pt x="478326" y="610624"/>
                  <a:pt x="491920" y="624218"/>
                  <a:pt x="491920" y="640988"/>
                </a:cubicBezTo>
                <a:cubicBezTo>
                  <a:pt x="491920" y="657757"/>
                  <a:pt x="478326" y="671351"/>
                  <a:pt x="461556" y="671351"/>
                </a:cubicBezTo>
                <a:cubicBezTo>
                  <a:pt x="444787" y="671351"/>
                  <a:pt x="431192" y="657757"/>
                  <a:pt x="431192" y="640988"/>
                </a:cubicBezTo>
                <a:cubicBezTo>
                  <a:pt x="431192" y="624218"/>
                  <a:pt x="444787" y="610624"/>
                  <a:pt x="461556" y="610624"/>
                </a:cubicBezTo>
                <a:close/>
                <a:moveTo>
                  <a:pt x="389002" y="610624"/>
                </a:moveTo>
                <a:cubicBezTo>
                  <a:pt x="405771" y="610624"/>
                  <a:pt x="419365" y="624218"/>
                  <a:pt x="419365" y="640988"/>
                </a:cubicBezTo>
                <a:cubicBezTo>
                  <a:pt x="419365" y="657757"/>
                  <a:pt x="405771" y="671351"/>
                  <a:pt x="389002" y="671351"/>
                </a:cubicBezTo>
                <a:cubicBezTo>
                  <a:pt x="372232" y="671351"/>
                  <a:pt x="358638" y="657757"/>
                  <a:pt x="358638" y="640988"/>
                </a:cubicBezTo>
                <a:cubicBezTo>
                  <a:pt x="358638" y="624218"/>
                  <a:pt x="372232" y="610624"/>
                  <a:pt x="389002" y="610624"/>
                </a:cubicBezTo>
                <a:close/>
                <a:moveTo>
                  <a:pt x="316447" y="610624"/>
                </a:moveTo>
                <a:cubicBezTo>
                  <a:pt x="333216" y="610624"/>
                  <a:pt x="346810" y="624218"/>
                  <a:pt x="346810" y="640988"/>
                </a:cubicBezTo>
                <a:cubicBezTo>
                  <a:pt x="346810" y="657757"/>
                  <a:pt x="333216" y="671351"/>
                  <a:pt x="316447" y="671351"/>
                </a:cubicBezTo>
                <a:cubicBezTo>
                  <a:pt x="299677" y="671351"/>
                  <a:pt x="286084" y="657757"/>
                  <a:pt x="286084" y="640988"/>
                </a:cubicBezTo>
                <a:cubicBezTo>
                  <a:pt x="286084" y="624218"/>
                  <a:pt x="299677" y="610624"/>
                  <a:pt x="316447" y="610624"/>
                </a:cubicBezTo>
                <a:close/>
                <a:moveTo>
                  <a:pt x="243892" y="610624"/>
                </a:moveTo>
                <a:cubicBezTo>
                  <a:pt x="260662" y="610624"/>
                  <a:pt x="274256" y="624218"/>
                  <a:pt x="274256" y="640988"/>
                </a:cubicBezTo>
                <a:cubicBezTo>
                  <a:pt x="274256" y="657757"/>
                  <a:pt x="260662" y="671351"/>
                  <a:pt x="243892" y="671351"/>
                </a:cubicBezTo>
                <a:cubicBezTo>
                  <a:pt x="227123" y="671351"/>
                  <a:pt x="213529" y="657757"/>
                  <a:pt x="213529" y="640988"/>
                </a:cubicBezTo>
                <a:cubicBezTo>
                  <a:pt x="213529" y="624218"/>
                  <a:pt x="227123" y="610624"/>
                  <a:pt x="243892" y="610624"/>
                </a:cubicBezTo>
                <a:close/>
                <a:moveTo>
                  <a:pt x="171339" y="610624"/>
                </a:moveTo>
                <a:cubicBezTo>
                  <a:pt x="188107" y="610624"/>
                  <a:pt x="201701" y="624218"/>
                  <a:pt x="201701" y="640988"/>
                </a:cubicBezTo>
                <a:cubicBezTo>
                  <a:pt x="201701" y="657757"/>
                  <a:pt x="188107" y="671351"/>
                  <a:pt x="171339" y="671351"/>
                </a:cubicBezTo>
                <a:cubicBezTo>
                  <a:pt x="154667" y="671351"/>
                  <a:pt x="141073" y="657757"/>
                  <a:pt x="141073" y="640988"/>
                </a:cubicBezTo>
                <a:cubicBezTo>
                  <a:pt x="141073" y="624218"/>
                  <a:pt x="154667" y="610624"/>
                  <a:pt x="171339" y="610624"/>
                </a:cubicBezTo>
                <a:close/>
                <a:moveTo>
                  <a:pt x="98897" y="610624"/>
                </a:moveTo>
                <a:cubicBezTo>
                  <a:pt x="115658" y="610624"/>
                  <a:pt x="129252" y="624218"/>
                  <a:pt x="129252" y="640988"/>
                </a:cubicBezTo>
                <a:cubicBezTo>
                  <a:pt x="129252" y="657757"/>
                  <a:pt x="115658" y="671351"/>
                  <a:pt x="98897" y="671351"/>
                </a:cubicBezTo>
                <a:cubicBezTo>
                  <a:pt x="82124" y="671351"/>
                  <a:pt x="68530" y="657757"/>
                  <a:pt x="68530" y="640988"/>
                </a:cubicBezTo>
                <a:cubicBezTo>
                  <a:pt x="68530" y="624218"/>
                  <a:pt x="82124" y="610624"/>
                  <a:pt x="98897" y="610624"/>
                </a:cubicBezTo>
                <a:close/>
                <a:moveTo>
                  <a:pt x="26342" y="610624"/>
                </a:moveTo>
                <a:cubicBezTo>
                  <a:pt x="43106" y="610624"/>
                  <a:pt x="56701" y="624218"/>
                  <a:pt x="56701" y="640988"/>
                </a:cubicBezTo>
                <a:cubicBezTo>
                  <a:pt x="56701" y="657757"/>
                  <a:pt x="43106" y="671351"/>
                  <a:pt x="26342" y="671351"/>
                </a:cubicBezTo>
                <a:cubicBezTo>
                  <a:pt x="17956" y="671351"/>
                  <a:pt x="10365" y="667953"/>
                  <a:pt x="4871" y="662458"/>
                </a:cubicBezTo>
                <a:lnTo>
                  <a:pt x="0" y="650698"/>
                </a:lnTo>
                <a:lnTo>
                  <a:pt x="0" y="631277"/>
                </a:lnTo>
                <a:lnTo>
                  <a:pt x="4871" y="619517"/>
                </a:lnTo>
                <a:cubicBezTo>
                  <a:pt x="10365" y="614023"/>
                  <a:pt x="17956" y="610624"/>
                  <a:pt x="26342" y="610624"/>
                </a:cubicBezTo>
                <a:close/>
                <a:moveTo>
                  <a:pt x="1669096" y="549730"/>
                </a:moveTo>
                <a:lnTo>
                  <a:pt x="1668124" y="568994"/>
                </a:lnTo>
                <a:lnTo>
                  <a:pt x="1664620" y="560536"/>
                </a:lnTo>
                <a:close/>
                <a:moveTo>
                  <a:pt x="1622429" y="530173"/>
                </a:moveTo>
                <a:cubicBezTo>
                  <a:pt x="1639199" y="530173"/>
                  <a:pt x="1652792" y="543767"/>
                  <a:pt x="1652792" y="560536"/>
                </a:cubicBezTo>
                <a:cubicBezTo>
                  <a:pt x="1652792" y="577306"/>
                  <a:pt x="1639199" y="590900"/>
                  <a:pt x="1622429" y="590900"/>
                </a:cubicBezTo>
                <a:cubicBezTo>
                  <a:pt x="1605659" y="590900"/>
                  <a:pt x="1592066" y="577306"/>
                  <a:pt x="1592066" y="560536"/>
                </a:cubicBezTo>
                <a:cubicBezTo>
                  <a:pt x="1592066" y="543767"/>
                  <a:pt x="1605659" y="530173"/>
                  <a:pt x="1622429" y="530173"/>
                </a:cubicBezTo>
                <a:close/>
                <a:moveTo>
                  <a:pt x="1549874" y="530173"/>
                </a:moveTo>
                <a:cubicBezTo>
                  <a:pt x="1566644" y="530173"/>
                  <a:pt x="1580238" y="543767"/>
                  <a:pt x="1580238" y="560536"/>
                </a:cubicBezTo>
                <a:cubicBezTo>
                  <a:pt x="1580238" y="577306"/>
                  <a:pt x="1566644" y="590900"/>
                  <a:pt x="1549874" y="590900"/>
                </a:cubicBezTo>
                <a:cubicBezTo>
                  <a:pt x="1533105" y="590900"/>
                  <a:pt x="1519511" y="577306"/>
                  <a:pt x="1519511" y="560536"/>
                </a:cubicBezTo>
                <a:cubicBezTo>
                  <a:pt x="1519511" y="543767"/>
                  <a:pt x="1533105" y="530173"/>
                  <a:pt x="1549874" y="530173"/>
                </a:cubicBezTo>
                <a:close/>
                <a:moveTo>
                  <a:pt x="1477320" y="530173"/>
                </a:moveTo>
                <a:cubicBezTo>
                  <a:pt x="1494089" y="530173"/>
                  <a:pt x="1507683" y="543767"/>
                  <a:pt x="1507683" y="560536"/>
                </a:cubicBezTo>
                <a:cubicBezTo>
                  <a:pt x="1507683" y="577306"/>
                  <a:pt x="1494089" y="590900"/>
                  <a:pt x="1477320" y="590900"/>
                </a:cubicBezTo>
                <a:cubicBezTo>
                  <a:pt x="1460550" y="590900"/>
                  <a:pt x="1446956" y="577306"/>
                  <a:pt x="1446956" y="560536"/>
                </a:cubicBezTo>
                <a:cubicBezTo>
                  <a:pt x="1446956" y="543767"/>
                  <a:pt x="1460550" y="530173"/>
                  <a:pt x="1477320" y="530173"/>
                </a:cubicBezTo>
                <a:close/>
                <a:moveTo>
                  <a:pt x="1404765" y="530173"/>
                </a:moveTo>
                <a:cubicBezTo>
                  <a:pt x="1421535" y="530173"/>
                  <a:pt x="1435129" y="543767"/>
                  <a:pt x="1435129" y="560536"/>
                </a:cubicBezTo>
                <a:cubicBezTo>
                  <a:pt x="1435129" y="577306"/>
                  <a:pt x="1421535" y="590900"/>
                  <a:pt x="1404765" y="590900"/>
                </a:cubicBezTo>
                <a:cubicBezTo>
                  <a:pt x="1387996" y="590900"/>
                  <a:pt x="1374402" y="577306"/>
                  <a:pt x="1374402" y="560536"/>
                </a:cubicBezTo>
                <a:cubicBezTo>
                  <a:pt x="1374402" y="543767"/>
                  <a:pt x="1387996" y="530173"/>
                  <a:pt x="1404765" y="530173"/>
                </a:cubicBezTo>
                <a:close/>
                <a:moveTo>
                  <a:pt x="1332211" y="530173"/>
                </a:moveTo>
                <a:cubicBezTo>
                  <a:pt x="1348980" y="530173"/>
                  <a:pt x="1362574" y="543767"/>
                  <a:pt x="1362574" y="560536"/>
                </a:cubicBezTo>
                <a:cubicBezTo>
                  <a:pt x="1362574" y="577306"/>
                  <a:pt x="1348980" y="590900"/>
                  <a:pt x="1332211" y="590900"/>
                </a:cubicBezTo>
                <a:cubicBezTo>
                  <a:pt x="1315441" y="590900"/>
                  <a:pt x="1301847" y="577306"/>
                  <a:pt x="1301847" y="560536"/>
                </a:cubicBezTo>
                <a:cubicBezTo>
                  <a:pt x="1301847" y="543767"/>
                  <a:pt x="1315441" y="530173"/>
                  <a:pt x="1332211" y="530173"/>
                </a:cubicBezTo>
                <a:close/>
                <a:moveTo>
                  <a:pt x="1259656" y="530173"/>
                </a:moveTo>
                <a:cubicBezTo>
                  <a:pt x="1276426" y="530173"/>
                  <a:pt x="1290020" y="543767"/>
                  <a:pt x="1290020" y="560536"/>
                </a:cubicBezTo>
                <a:cubicBezTo>
                  <a:pt x="1290020" y="577306"/>
                  <a:pt x="1276426" y="590900"/>
                  <a:pt x="1259656" y="590900"/>
                </a:cubicBezTo>
                <a:cubicBezTo>
                  <a:pt x="1242887" y="590900"/>
                  <a:pt x="1229293" y="577306"/>
                  <a:pt x="1229293" y="560536"/>
                </a:cubicBezTo>
                <a:cubicBezTo>
                  <a:pt x="1229293" y="543767"/>
                  <a:pt x="1242887" y="530173"/>
                  <a:pt x="1259656" y="530173"/>
                </a:cubicBezTo>
                <a:close/>
                <a:moveTo>
                  <a:pt x="1187102" y="530173"/>
                </a:moveTo>
                <a:cubicBezTo>
                  <a:pt x="1203871" y="530173"/>
                  <a:pt x="1217465" y="543767"/>
                  <a:pt x="1217465" y="560536"/>
                </a:cubicBezTo>
                <a:cubicBezTo>
                  <a:pt x="1217465" y="577306"/>
                  <a:pt x="1203871" y="590900"/>
                  <a:pt x="1187102" y="590900"/>
                </a:cubicBezTo>
                <a:cubicBezTo>
                  <a:pt x="1170332" y="590900"/>
                  <a:pt x="1156738" y="577306"/>
                  <a:pt x="1156738" y="560536"/>
                </a:cubicBezTo>
                <a:cubicBezTo>
                  <a:pt x="1156738" y="543767"/>
                  <a:pt x="1170332" y="530173"/>
                  <a:pt x="1187102" y="530173"/>
                </a:cubicBezTo>
                <a:close/>
                <a:moveTo>
                  <a:pt x="1114547" y="530173"/>
                </a:moveTo>
                <a:cubicBezTo>
                  <a:pt x="1131317" y="530173"/>
                  <a:pt x="1144911" y="543767"/>
                  <a:pt x="1144911" y="560536"/>
                </a:cubicBezTo>
                <a:cubicBezTo>
                  <a:pt x="1144911" y="577306"/>
                  <a:pt x="1131317" y="590900"/>
                  <a:pt x="1114547" y="590900"/>
                </a:cubicBezTo>
                <a:cubicBezTo>
                  <a:pt x="1097778" y="590900"/>
                  <a:pt x="1084184" y="577306"/>
                  <a:pt x="1084184" y="560536"/>
                </a:cubicBezTo>
                <a:cubicBezTo>
                  <a:pt x="1084184" y="543767"/>
                  <a:pt x="1097778" y="530173"/>
                  <a:pt x="1114547" y="530173"/>
                </a:cubicBezTo>
                <a:close/>
                <a:moveTo>
                  <a:pt x="1041993" y="530173"/>
                </a:moveTo>
                <a:cubicBezTo>
                  <a:pt x="1058762" y="530173"/>
                  <a:pt x="1072356" y="543767"/>
                  <a:pt x="1072356" y="560536"/>
                </a:cubicBezTo>
                <a:cubicBezTo>
                  <a:pt x="1072356" y="577306"/>
                  <a:pt x="1058762" y="590900"/>
                  <a:pt x="1041993" y="590900"/>
                </a:cubicBezTo>
                <a:cubicBezTo>
                  <a:pt x="1025223" y="590900"/>
                  <a:pt x="1011629" y="577306"/>
                  <a:pt x="1011629" y="560536"/>
                </a:cubicBezTo>
                <a:cubicBezTo>
                  <a:pt x="1011629" y="543767"/>
                  <a:pt x="1025223" y="530173"/>
                  <a:pt x="1041993" y="530173"/>
                </a:cubicBezTo>
                <a:close/>
                <a:moveTo>
                  <a:pt x="969438" y="530173"/>
                </a:moveTo>
                <a:cubicBezTo>
                  <a:pt x="986208" y="530173"/>
                  <a:pt x="999801" y="543767"/>
                  <a:pt x="999801" y="560536"/>
                </a:cubicBezTo>
                <a:cubicBezTo>
                  <a:pt x="999801" y="577306"/>
                  <a:pt x="986208" y="590900"/>
                  <a:pt x="969438" y="590900"/>
                </a:cubicBezTo>
                <a:cubicBezTo>
                  <a:pt x="952669" y="590900"/>
                  <a:pt x="939075" y="577306"/>
                  <a:pt x="939075" y="560536"/>
                </a:cubicBezTo>
                <a:cubicBezTo>
                  <a:pt x="939075" y="543767"/>
                  <a:pt x="952669" y="530173"/>
                  <a:pt x="969438" y="530173"/>
                </a:cubicBezTo>
                <a:close/>
                <a:moveTo>
                  <a:pt x="896883" y="530173"/>
                </a:moveTo>
                <a:cubicBezTo>
                  <a:pt x="913653" y="530173"/>
                  <a:pt x="927247" y="543767"/>
                  <a:pt x="927247" y="560536"/>
                </a:cubicBezTo>
                <a:cubicBezTo>
                  <a:pt x="927247" y="577306"/>
                  <a:pt x="913653" y="590900"/>
                  <a:pt x="896883" y="590900"/>
                </a:cubicBezTo>
                <a:cubicBezTo>
                  <a:pt x="880114" y="590900"/>
                  <a:pt x="866520" y="577306"/>
                  <a:pt x="866520" y="560536"/>
                </a:cubicBezTo>
                <a:cubicBezTo>
                  <a:pt x="866520" y="543767"/>
                  <a:pt x="880114" y="530173"/>
                  <a:pt x="896883" y="530173"/>
                </a:cubicBezTo>
                <a:close/>
                <a:moveTo>
                  <a:pt x="824329" y="530173"/>
                </a:moveTo>
                <a:cubicBezTo>
                  <a:pt x="841098" y="530173"/>
                  <a:pt x="854692" y="543767"/>
                  <a:pt x="854692" y="560536"/>
                </a:cubicBezTo>
                <a:cubicBezTo>
                  <a:pt x="854692" y="577306"/>
                  <a:pt x="841098" y="590900"/>
                  <a:pt x="824329" y="590900"/>
                </a:cubicBezTo>
                <a:cubicBezTo>
                  <a:pt x="807559" y="590900"/>
                  <a:pt x="793965" y="577306"/>
                  <a:pt x="793965" y="560536"/>
                </a:cubicBezTo>
                <a:cubicBezTo>
                  <a:pt x="793965" y="543767"/>
                  <a:pt x="807559" y="530173"/>
                  <a:pt x="824329" y="530173"/>
                </a:cubicBezTo>
                <a:close/>
                <a:moveTo>
                  <a:pt x="751774" y="530173"/>
                </a:moveTo>
                <a:cubicBezTo>
                  <a:pt x="768544" y="530173"/>
                  <a:pt x="782138" y="543767"/>
                  <a:pt x="782138" y="560536"/>
                </a:cubicBezTo>
                <a:cubicBezTo>
                  <a:pt x="782138" y="577306"/>
                  <a:pt x="768544" y="590900"/>
                  <a:pt x="751774" y="590900"/>
                </a:cubicBezTo>
                <a:cubicBezTo>
                  <a:pt x="735005" y="590900"/>
                  <a:pt x="721411" y="577306"/>
                  <a:pt x="721411" y="560536"/>
                </a:cubicBezTo>
                <a:cubicBezTo>
                  <a:pt x="721411" y="543767"/>
                  <a:pt x="735005" y="530173"/>
                  <a:pt x="751774" y="530173"/>
                </a:cubicBezTo>
                <a:close/>
                <a:moveTo>
                  <a:pt x="679220" y="530173"/>
                </a:moveTo>
                <a:cubicBezTo>
                  <a:pt x="695989" y="530173"/>
                  <a:pt x="709583" y="543767"/>
                  <a:pt x="709583" y="560536"/>
                </a:cubicBezTo>
                <a:cubicBezTo>
                  <a:pt x="709583" y="577306"/>
                  <a:pt x="695989" y="590900"/>
                  <a:pt x="679220" y="590900"/>
                </a:cubicBezTo>
                <a:cubicBezTo>
                  <a:pt x="662450" y="590900"/>
                  <a:pt x="648856" y="577306"/>
                  <a:pt x="648856" y="560536"/>
                </a:cubicBezTo>
                <a:cubicBezTo>
                  <a:pt x="648856" y="543767"/>
                  <a:pt x="662450" y="530173"/>
                  <a:pt x="679220" y="530173"/>
                </a:cubicBezTo>
                <a:close/>
                <a:moveTo>
                  <a:pt x="606665" y="530173"/>
                </a:moveTo>
                <a:cubicBezTo>
                  <a:pt x="623435" y="530173"/>
                  <a:pt x="637029" y="543767"/>
                  <a:pt x="637029" y="560536"/>
                </a:cubicBezTo>
                <a:cubicBezTo>
                  <a:pt x="637029" y="577306"/>
                  <a:pt x="623435" y="590900"/>
                  <a:pt x="606665" y="590900"/>
                </a:cubicBezTo>
                <a:cubicBezTo>
                  <a:pt x="589896" y="590900"/>
                  <a:pt x="576302" y="577306"/>
                  <a:pt x="576302" y="560536"/>
                </a:cubicBezTo>
                <a:cubicBezTo>
                  <a:pt x="576302" y="543767"/>
                  <a:pt x="589896" y="530173"/>
                  <a:pt x="606665" y="530173"/>
                </a:cubicBezTo>
                <a:close/>
                <a:moveTo>
                  <a:pt x="534111" y="530173"/>
                </a:moveTo>
                <a:cubicBezTo>
                  <a:pt x="550880" y="530173"/>
                  <a:pt x="564474" y="543767"/>
                  <a:pt x="564474" y="560536"/>
                </a:cubicBezTo>
                <a:cubicBezTo>
                  <a:pt x="564474" y="577306"/>
                  <a:pt x="550880" y="590900"/>
                  <a:pt x="534111" y="590900"/>
                </a:cubicBezTo>
                <a:cubicBezTo>
                  <a:pt x="517341" y="590900"/>
                  <a:pt x="503747" y="577306"/>
                  <a:pt x="503747" y="560536"/>
                </a:cubicBezTo>
                <a:cubicBezTo>
                  <a:pt x="503747" y="543767"/>
                  <a:pt x="517341" y="530173"/>
                  <a:pt x="534111" y="530173"/>
                </a:cubicBezTo>
                <a:close/>
                <a:moveTo>
                  <a:pt x="461556" y="530173"/>
                </a:moveTo>
                <a:cubicBezTo>
                  <a:pt x="478326" y="530173"/>
                  <a:pt x="491920" y="543767"/>
                  <a:pt x="491920" y="560536"/>
                </a:cubicBezTo>
                <a:cubicBezTo>
                  <a:pt x="491920" y="577306"/>
                  <a:pt x="478326" y="590900"/>
                  <a:pt x="461556" y="590900"/>
                </a:cubicBezTo>
                <a:cubicBezTo>
                  <a:pt x="444787" y="590900"/>
                  <a:pt x="431192" y="577306"/>
                  <a:pt x="431192" y="560536"/>
                </a:cubicBezTo>
                <a:cubicBezTo>
                  <a:pt x="431192" y="543767"/>
                  <a:pt x="444787" y="530173"/>
                  <a:pt x="461556" y="530173"/>
                </a:cubicBezTo>
                <a:close/>
                <a:moveTo>
                  <a:pt x="389002" y="530173"/>
                </a:moveTo>
                <a:cubicBezTo>
                  <a:pt x="405771" y="530173"/>
                  <a:pt x="419365" y="543767"/>
                  <a:pt x="419365" y="560536"/>
                </a:cubicBezTo>
                <a:cubicBezTo>
                  <a:pt x="419365" y="577306"/>
                  <a:pt x="405771" y="590900"/>
                  <a:pt x="389002" y="590900"/>
                </a:cubicBezTo>
                <a:cubicBezTo>
                  <a:pt x="372232" y="590900"/>
                  <a:pt x="358638" y="577306"/>
                  <a:pt x="358638" y="560536"/>
                </a:cubicBezTo>
                <a:cubicBezTo>
                  <a:pt x="358638" y="543767"/>
                  <a:pt x="372232" y="530173"/>
                  <a:pt x="389002" y="530173"/>
                </a:cubicBezTo>
                <a:close/>
                <a:moveTo>
                  <a:pt x="316447" y="530173"/>
                </a:moveTo>
                <a:cubicBezTo>
                  <a:pt x="333216" y="530173"/>
                  <a:pt x="346810" y="543767"/>
                  <a:pt x="346810" y="560536"/>
                </a:cubicBezTo>
                <a:cubicBezTo>
                  <a:pt x="346810" y="577306"/>
                  <a:pt x="333216" y="590900"/>
                  <a:pt x="316447" y="590900"/>
                </a:cubicBezTo>
                <a:cubicBezTo>
                  <a:pt x="299677" y="590900"/>
                  <a:pt x="286084" y="577306"/>
                  <a:pt x="286084" y="560536"/>
                </a:cubicBezTo>
                <a:cubicBezTo>
                  <a:pt x="286084" y="543767"/>
                  <a:pt x="299677" y="530173"/>
                  <a:pt x="316447" y="530173"/>
                </a:cubicBezTo>
                <a:close/>
                <a:moveTo>
                  <a:pt x="243892" y="530173"/>
                </a:moveTo>
                <a:cubicBezTo>
                  <a:pt x="260662" y="530173"/>
                  <a:pt x="274256" y="543767"/>
                  <a:pt x="274256" y="560536"/>
                </a:cubicBezTo>
                <a:cubicBezTo>
                  <a:pt x="274256" y="577306"/>
                  <a:pt x="260662" y="590900"/>
                  <a:pt x="243892" y="590900"/>
                </a:cubicBezTo>
                <a:cubicBezTo>
                  <a:pt x="227123" y="590900"/>
                  <a:pt x="213529" y="577306"/>
                  <a:pt x="213529" y="560536"/>
                </a:cubicBezTo>
                <a:cubicBezTo>
                  <a:pt x="213529" y="543767"/>
                  <a:pt x="227123" y="530173"/>
                  <a:pt x="243892" y="530173"/>
                </a:cubicBezTo>
                <a:close/>
                <a:moveTo>
                  <a:pt x="171339" y="530173"/>
                </a:moveTo>
                <a:cubicBezTo>
                  <a:pt x="188107" y="530173"/>
                  <a:pt x="201701" y="543767"/>
                  <a:pt x="201701" y="560536"/>
                </a:cubicBezTo>
                <a:cubicBezTo>
                  <a:pt x="201701" y="577306"/>
                  <a:pt x="188107" y="590900"/>
                  <a:pt x="171339" y="590900"/>
                </a:cubicBezTo>
                <a:cubicBezTo>
                  <a:pt x="154673" y="590900"/>
                  <a:pt x="141079" y="577306"/>
                  <a:pt x="141079" y="560536"/>
                </a:cubicBezTo>
                <a:cubicBezTo>
                  <a:pt x="141079" y="543767"/>
                  <a:pt x="154673" y="530173"/>
                  <a:pt x="171339" y="530173"/>
                </a:cubicBezTo>
                <a:close/>
                <a:moveTo>
                  <a:pt x="98904" y="530173"/>
                </a:moveTo>
                <a:cubicBezTo>
                  <a:pt x="115664" y="530173"/>
                  <a:pt x="129258" y="543767"/>
                  <a:pt x="129258" y="560536"/>
                </a:cubicBezTo>
                <a:cubicBezTo>
                  <a:pt x="129258" y="577306"/>
                  <a:pt x="115664" y="590900"/>
                  <a:pt x="98904" y="590900"/>
                </a:cubicBezTo>
                <a:cubicBezTo>
                  <a:pt x="82130" y="590900"/>
                  <a:pt x="68536" y="577306"/>
                  <a:pt x="68536" y="560536"/>
                </a:cubicBezTo>
                <a:cubicBezTo>
                  <a:pt x="68536" y="543767"/>
                  <a:pt x="82130" y="530173"/>
                  <a:pt x="98904" y="530173"/>
                </a:cubicBezTo>
                <a:close/>
                <a:moveTo>
                  <a:pt x="26349" y="530173"/>
                </a:moveTo>
                <a:cubicBezTo>
                  <a:pt x="43112" y="530173"/>
                  <a:pt x="56707" y="543767"/>
                  <a:pt x="56707" y="560536"/>
                </a:cubicBezTo>
                <a:cubicBezTo>
                  <a:pt x="56707" y="577306"/>
                  <a:pt x="43112" y="590900"/>
                  <a:pt x="26349" y="590900"/>
                </a:cubicBezTo>
                <a:cubicBezTo>
                  <a:pt x="17963" y="590900"/>
                  <a:pt x="10372" y="587502"/>
                  <a:pt x="4877" y="582007"/>
                </a:cubicBezTo>
                <a:lnTo>
                  <a:pt x="0" y="570232"/>
                </a:lnTo>
                <a:lnTo>
                  <a:pt x="0" y="550840"/>
                </a:lnTo>
                <a:lnTo>
                  <a:pt x="4877" y="539066"/>
                </a:lnTo>
                <a:cubicBezTo>
                  <a:pt x="10372" y="533572"/>
                  <a:pt x="17963" y="530173"/>
                  <a:pt x="26349" y="530173"/>
                </a:cubicBezTo>
                <a:close/>
                <a:moveTo>
                  <a:pt x="1673704" y="458486"/>
                </a:moveTo>
                <a:lnTo>
                  <a:pt x="1671744" y="497284"/>
                </a:lnTo>
                <a:lnTo>
                  <a:pt x="1664620" y="480084"/>
                </a:lnTo>
                <a:cubicBezTo>
                  <a:pt x="1664620" y="471700"/>
                  <a:pt x="1668019" y="464109"/>
                  <a:pt x="1673514" y="458614"/>
                </a:cubicBezTo>
                <a:close/>
                <a:moveTo>
                  <a:pt x="1622429" y="449721"/>
                </a:moveTo>
                <a:cubicBezTo>
                  <a:pt x="1639199" y="449721"/>
                  <a:pt x="1652792" y="463315"/>
                  <a:pt x="1652792" y="480084"/>
                </a:cubicBezTo>
                <a:cubicBezTo>
                  <a:pt x="1652792" y="496854"/>
                  <a:pt x="1639199" y="510448"/>
                  <a:pt x="1622429" y="510448"/>
                </a:cubicBezTo>
                <a:cubicBezTo>
                  <a:pt x="1605659" y="510448"/>
                  <a:pt x="1592066" y="496854"/>
                  <a:pt x="1592066" y="480084"/>
                </a:cubicBezTo>
                <a:cubicBezTo>
                  <a:pt x="1592066" y="463315"/>
                  <a:pt x="1605659" y="449721"/>
                  <a:pt x="1622429" y="449721"/>
                </a:cubicBezTo>
                <a:close/>
                <a:moveTo>
                  <a:pt x="1549874" y="449721"/>
                </a:moveTo>
                <a:cubicBezTo>
                  <a:pt x="1566644" y="449721"/>
                  <a:pt x="1580238" y="463315"/>
                  <a:pt x="1580238" y="480084"/>
                </a:cubicBezTo>
                <a:cubicBezTo>
                  <a:pt x="1580238" y="496854"/>
                  <a:pt x="1566644" y="510448"/>
                  <a:pt x="1549874" y="510448"/>
                </a:cubicBezTo>
                <a:cubicBezTo>
                  <a:pt x="1533105" y="510448"/>
                  <a:pt x="1519511" y="496854"/>
                  <a:pt x="1519511" y="480084"/>
                </a:cubicBezTo>
                <a:cubicBezTo>
                  <a:pt x="1519511" y="463315"/>
                  <a:pt x="1533105" y="449721"/>
                  <a:pt x="1549874" y="449721"/>
                </a:cubicBezTo>
                <a:close/>
                <a:moveTo>
                  <a:pt x="1477320" y="449721"/>
                </a:moveTo>
                <a:cubicBezTo>
                  <a:pt x="1494089" y="449721"/>
                  <a:pt x="1507683" y="463315"/>
                  <a:pt x="1507683" y="480084"/>
                </a:cubicBezTo>
                <a:cubicBezTo>
                  <a:pt x="1507683" y="496854"/>
                  <a:pt x="1494089" y="510448"/>
                  <a:pt x="1477320" y="510448"/>
                </a:cubicBezTo>
                <a:cubicBezTo>
                  <a:pt x="1460550" y="510448"/>
                  <a:pt x="1446956" y="496854"/>
                  <a:pt x="1446956" y="480084"/>
                </a:cubicBezTo>
                <a:cubicBezTo>
                  <a:pt x="1446956" y="463315"/>
                  <a:pt x="1460550" y="449721"/>
                  <a:pt x="1477320" y="449721"/>
                </a:cubicBezTo>
                <a:close/>
                <a:moveTo>
                  <a:pt x="1404765" y="449721"/>
                </a:moveTo>
                <a:cubicBezTo>
                  <a:pt x="1421535" y="449721"/>
                  <a:pt x="1435129" y="463315"/>
                  <a:pt x="1435129" y="480084"/>
                </a:cubicBezTo>
                <a:cubicBezTo>
                  <a:pt x="1435129" y="496854"/>
                  <a:pt x="1421535" y="510448"/>
                  <a:pt x="1404765" y="510448"/>
                </a:cubicBezTo>
                <a:cubicBezTo>
                  <a:pt x="1387996" y="510448"/>
                  <a:pt x="1374402" y="496854"/>
                  <a:pt x="1374402" y="480084"/>
                </a:cubicBezTo>
                <a:cubicBezTo>
                  <a:pt x="1374402" y="463315"/>
                  <a:pt x="1387996" y="449721"/>
                  <a:pt x="1404765" y="449721"/>
                </a:cubicBezTo>
                <a:close/>
                <a:moveTo>
                  <a:pt x="1332211" y="449721"/>
                </a:moveTo>
                <a:cubicBezTo>
                  <a:pt x="1348980" y="449721"/>
                  <a:pt x="1362574" y="463315"/>
                  <a:pt x="1362574" y="480084"/>
                </a:cubicBezTo>
                <a:cubicBezTo>
                  <a:pt x="1362574" y="496854"/>
                  <a:pt x="1348980" y="510448"/>
                  <a:pt x="1332211" y="510448"/>
                </a:cubicBezTo>
                <a:cubicBezTo>
                  <a:pt x="1315441" y="510448"/>
                  <a:pt x="1301847" y="496854"/>
                  <a:pt x="1301847" y="480084"/>
                </a:cubicBezTo>
                <a:cubicBezTo>
                  <a:pt x="1301847" y="463315"/>
                  <a:pt x="1315441" y="449721"/>
                  <a:pt x="1332211" y="449721"/>
                </a:cubicBezTo>
                <a:close/>
                <a:moveTo>
                  <a:pt x="1259656" y="449721"/>
                </a:moveTo>
                <a:cubicBezTo>
                  <a:pt x="1276426" y="449721"/>
                  <a:pt x="1290020" y="463315"/>
                  <a:pt x="1290020" y="480084"/>
                </a:cubicBezTo>
                <a:cubicBezTo>
                  <a:pt x="1290020" y="496854"/>
                  <a:pt x="1276426" y="510448"/>
                  <a:pt x="1259656" y="510448"/>
                </a:cubicBezTo>
                <a:cubicBezTo>
                  <a:pt x="1242887" y="510448"/>
                  <a:pt x="1229293" y="496854"/>
                  <a:pt x="1229293" y="480084"/>
                </a:cubicBezTo>
                <a:cubicBezTo>
                  <a:pt x="1229293" y="463315"/>
                  <a:pt x="1242887" y="449721"/>
                  <a:pt x="1259656" y="449721"/>
                </a:cubicBezTo>
                <a:close/>
                <a:moveTo>
                  <a:pt x="1187102" y="449721"/>
                </a:moveTo>
                <a:cubicBezTo>
                  <a:pt x="1203871" y="449721"/>
                  <a:pt x="1217465" y="463315"/>
                  <a:pt x="1217465" y="480084"/>
                </a:cubicBezTo>
                <a:cubicBezTo>
                  <a:pt x="1217465" y="496854"/>
                  <a:pt x="1203871" y="510448"/>
                  <a:pt x="1187102" y="510448"/>
                </a:cubicBezTo>
                <a:cubicBezTo>
                  <a:pt x="1170332" y="510448"/>
                  <a:pt x="1156738" y="496854"/>
                  <a:pt x="1156738" y="480084"/>
                </a:cubicBezTo>
                <a:cubicBezTo>
                  <a:pt x="1156738" y="463315"/>
                  <a:pt x="1170332" y="449721"/>
                  <a:pt x="1187102" y="449721"/>
                </a:cubicBezTo>
                <a:close/>
                <a:moveTo>
                  <a:pt x="1114547" y="449721"/>
                </a:moveTo>
                <a:cubicBezTo>
                  <a:pt x="1131317" y="449721"/>
                  <a:pt x="1144911" y="463315"/>
                  <a:pt x="1144911" y="480084"/>
                </a:cubicBezTo>
                <a:cubicBezTo>
                  <a:pt x="1144911" y="496854"/>
                  <a:pt x="1131317" y="510448"/>
                  <a:pt x="1114547" y="510448"/>
                </a:cubicBezTo>
                <a:cubicBezTo>
                  <a:pt x="1097778" y="510448"/>
                  <a:pt x="1084184" y="496854"/>
                  <a:pt x="1084184" y="480084"/>
                </a:cubicBezTo>
                <a:cubicBezTo>
                  <a:pt x="1084184" y="463315"/>
                  <a:pt x="1097778" y="449721"/>
                  <a:pt x="1114547" y="449721"/>
                </a:cubicBezTo>
                <a:close/>
                <a:moveTo>
                  <a:pt x="1041993" y="449721"/>
                </a:moveTo>
                <a:cubicBezTo>
                  <a:pt x="1058762" y="449721"/>
                  <a:pt x="1072356" y="463315"/>
                  <a:pt x="1072356" y="480084"/>
                </a:cubicBezTo>
                <a:cubicBezTo>
                  <a:pt x="1072356" y="496854"/>
                  <a:pt x="1058762" y="510448"/>
                  <a:pt x="1041993" y="510448"/>
                </a:cubicBezTo>
                <a:cubicBezTo>
                  <a:pt x="1025223" y="510448"/>
                  <a:pt x="1011629" y="496854"/>
                  <a:pt x="1011629" y="480084"/>
                </a:cubicBezTo>
                <a:cubicBezTo>
                  <a:pt x="1011629" y="463315"/>
                  <a:pt x="1025223" y="449721"/>
                  <a:pt x="1041993" y="449721"/>
                </a:cubicBezTo>
                <a:close/>
                <a:moveTo>
                  <a:pt x="969438" y="449721"/>
                </a:moveTo>
                <a:cubicBezTo>
                  <a:pt x="986208" y="449721"/>
                  <a:pt x="999801" y="463315"/>
                  <a:pt x="999801" y="480084"/>
                </a:cubicBezTo>
                <a:cubicBezTo>
                  <a:pt x="999801" y="496854"/>
                  <a:pt x="986208" y="510448"/>
                  <a:pt x="969438" y="510448"/>
                </a:cubicBezTo>
                <a:cubicBezTo>
                  <a:pt x="952669" y="510448"/>
                  <a:pt x="939075" y="496854"/>
                  <a:pt x="939075" y="480084"/>
                </a:cubicBezTo>
                <a:cubicBezTo>
                  <a:pt x="939075" y="463315"/>
                  <a:pt x="952669" y="449721"/>
                  <a:pt x="969438" y="449721"/>
                </a:cubicBezTo>
                <a:close/>
                <a:moveTo>
                  <a:pt x="896883" y="449721"/>
                </a:moveTo>
                <a:cubicBezTo>
                  <a:pt x="913653" y="449721"/>
                  <a:pt x="927247" y="463315"/>
                  <a:pt x="927247" y="480084"/>
                </a:cubicBezTo>
                <a:cubicBezTo>
                  <a:pt x="927247" y="496854"/>
                  <a:pt x="913653" y="510448"/>
                  <a:pt x="896883" y="510448"/>
                </a:cubicBezTo>
                <a:cubicBezTo>
                  <a:pt x="880114" y="510448"/>
                  <a:pt x="866520" y="496854"/>
                  <a:pt x="866520" y="480084"/>
                </a:cubicBezTo>
                <a:cubicBezTo>
                  <a:pt x="866520" y="463315"/>
                  <a:pt x="880114" y="449721"/>
                  <a:pt x="896883" y="449721"/>
                </a:cubicBezTo>
                <a:close/>
                <a:moveTo>
                  <a:pt x="824329" y="449721"/>
                </a:moveTo>
                <a:cubicBezTo>
                  <a:pt x="841098" y="449721"/>
                  <a:pt x="854692" y="463315"/>
                  <a:pt x="854692" y="480084"/>
                </a:cubicBezTo>
                <a:cubicBezTo>
                  <a:pt x="854692" y="496854"/>
                  <a:pt x="841098" y="510448"/>
                  <a:pt x="824329" y="510448"/>
                </a:cubicBezTo>
                <a:cubicBezTo>
                  <a:pt x="807559" y="510448"/>
                  <a:pt x="793965" y="496854"/>
                  <a:pt x="793965" y="480084"/>
                </a:cubicBezTo>
                <a:cubicBezTo>
                  <a:pt x="793965" y="463315"/>
                  <a:pt x="807559" y="449721"/>
                  <a:pt x="824329" y="449721"/>
                </a:cubicBezTo>
                <a:close/>
                <a:moveTo>
                  <a:pt x="751774" y="449721"/>
                </a:moveTo>
                <a:cubicBezTo>
                  <a:pt x="768544" y="449721"/>
                  <a:pt x="782138" y="463315"/>
                  <a:pt x="782138" y="480084"/>
                </a:cubicBezTo>
                <a:cubicBezTo>
                  <a:pt x="782138" y="496854"/>
                  <a:pt x="768544" y="510448"/>
                  <a:pt x="751774" y="510448"/>
                </a:cubicBezTo>
                <a:cubicBezTo>
                  <a:pt x="735005" y="510448"/>
                  <a:pt x="721411" y="496854"/>
                  <a:pt x="721411" y="480084"/>
                </a:cubicBezTo>
                <a:cubicBezTo>
                  <a:pt x="721411" y="463315"/>
                  <a:pt x="735005" y="449721"/>
                  <a:pt x="751774" y="449721"/>
                </a:cubicBezTo>
                <a:close/>
                <a:moveTo>
                  <a:pt x="679220" y="449721"/>
                </a:moveTo>
                <a:cubicBezTo>
                  <a:pt x="695989" y="449721"/>
                  <a:pt x="709583" y="463315"/>
                  <a:pt x="709583" y="480084"/>
                </a:cubicBezTo>
                <a:cubicBezTo>
                  <a:pt x="709583" y="496854"/>
                  <a:pt x="695989" y="510448"/>
                  <a:pt x="679220" y="510448"/>
                </a:cubicBezTo>
                <a:cubicBezTo>
                  <a:pt x="662450" y="510448"/>
                  <a:pt x="648856" y="496854"/>
                  <a:pt x="648856" y="480084"/>
                </a:cubicBezTo>
                <a:cubicBezTo>
                  <a:pt x="648856" y="463315"/>
                  <a:pt x="662450" y="449721"/>
                  <a:pt x="679220" y="449721"/>
                </a:cubicBezTo>
                <a:close/>
                <a:moveTo>
                  <a:pt x="606665" y="449721"/>
                </a:moveTo>
                <a:cubicBezTo>
                  <a:pt x="623435" y="449721"/>
                  <a:pt x="637029" y="463315"/>
                  <a:pt x="637029" y="480084"/>
                </a:cubicBezTo>
                <a:cubicBezTo>
                  <a:pt x="637029" y="496854"/>
                  <a:pt x="623435" y="510448"/>
                  <a:pt x="606665" y="510448"/>
                </a:cubicBezTo>
                <a:cubicBezTo>
                  <a:pt x="589896" y="510448"/>
                  <a:pt x="576302" y="496854"/>
                  <a:pt x="576302" y="480084"/>
                </a:cubicBezTo>
                <a:cubicBezTo>
                  <a:pt x="576302" y="463315"/>
                  <a:pt x="589896" y="449721"/>
                  <a:pt x="606665" y="449721"/>
                </a:cubicBezTo>
                <a:close/>
                <a:moveTo>
                  <a:pt x="534111" y="449721"/>
                </a:moveTo>
                <a:cubicBezTo>
                  <a:pt x="550880" y="449721"/>
                  <a:pt x="564474" y="463315"/>
                  <a:pt x="564474" y="480084"/>
                </a:cubicBezTo>
                <a:cubicBezTo>
                  <a:pt x="564474" y="496854"/>
                  <a:pt x="550880" y="510448"/>
                  <a:pt x="534111" y="510448"/>
                </a:cubicBezTo>
                <a:cubicBezTo>
                  <a:pt x="517341" y="510448"/>
                  <a:pt x="503747" y="496854"/>
                  <a:pt x="503747" y="480084"/>
                </a:cubicBezTo>
                <a:cubicBezTo>
                  <a:pt x="503747" y="463315"/>
                  <a:pt x="517341" y="449721"/>
                  <a:pt x="534111" y="449721"/>
                </a:cubicBezTo>
                <a:close/>
                <a:moveTo>
                  <a:pt x="461556" y="449721"/>
                </a:moveTo>
                <a:cubicBezTo>
                  <a:pt x="478326" y="449721"/>
                  <a:pt x="491920" y="463315"/>
                  <a:pt x="491920" y="480084"/>
                </a:cubicBezTo>
                <a:cubicBezTo>
                  <a:pt x="491920" y="496854"/>
                  <a:pt x="478326" y="510448"/>
                  <a:pt x="461556" y="510448"/>
                </a:cubicBezTo>
                <a:cubicBezTo>
                  <a:pt x="444787" y="510448"/>
                  <a:pt x="431192" y="496854"/>
                  <a:pt x="431192" y="480084"/>
                </a:cubicBezTo>
                <a:cubicBezTo>
                  <a:pt x="431192" y="463315"/>
                  <a:pt x="444787" y="449721"/>
                  <a:pt x="461556" y="449721"/>
                </a:cubicBezTo>
                <a:close/>
                <a:moveTo>
                  <a:pt x="389002" y="449721"/>
                </a:moveTo>
                <a:cubicBezTo>
                  <a:pt x="405771" y="449721"/>
                  <a:pt x="419365" y="463315"/>
                  <a:pt x="419365" y="480084"/>
                </a:cubicBezTo>
                <a:cubicBezTo>
                  <a:pt x="419365" y="496854"/>
                  <a:pt x="405771" y="510448"/>
                  <a:pt x="389002" y="510448"/>
                </a:cubicBezTo>
                <a:cubicBezTo>
                  <a:pt x="372232" y="510448"/>
                  <a:pt x="358638" y="496854"/>
                  <a:pt x="358638" y="480084"/>
                </a:cubicBezTo>
                <a:cubicBezTo>
                  <a:pt x="358638" y="463315"/>
                  <a:pt x="372232" y="449721"/>
                  <a:pt x="389002" y="449721"/>
                </a:cubicBezTo>
                <a:close/>
                <a:moveTo>
                  <a:pt x="316447" y="449721"/>
                </a:moveTo>
                <a:cubicBezTo>
                  <a:pt x="333216" y="449721"/>
                  <a:pt x="346810" y="463315"/>
                  <a:pt x="346810" y="480084"/>
                </a:cubicBezTo>
                <a:cubicBezTo>
                  <a:pt x="346810" y="496854"/>
                  <a:pt x="333216" y="510448"/>
                  <a:pt x="316447" y="510448"/>
                </a:cubicBezTo>
                <a:cubicBezTo>
                  <a:pt x="299677" y="510448"/>
                  <a:pt x="286084" y="496854"/>
                  <a:pt x="286084" y="480084"/>
                </a:cubicBezTo>
                <a:cubicBezTo>
                  <a:pt x="286084" y="463315"/>
                  <a:pt x="299677" y="449721"/>
                  <a:pt x="316447" y="449721"/>
                </a:cubicBezTo>
                <a:close/>
                <a:moveTo>
                  <a:pt x="243892" y="449721"/>
                </a:moveTo>
                <a:cubicBezTo>
                  <a:pt x="260662" y="449721"/>
                  <a:pt x="274256" y="463315"/>
                  <a:pt x="274256" y="480084"/>
                </a:cubicBezTo>
                <a:cubicBezTo>
                  <a:pt x="274256" y="496854"/>
                  <a:pt x="260662" y="510448"/>
                  <a:pt x="243892" y="510448"/>
                </a:cubicBezTo>
                <a:cubicBezTo>
                  <a:pt x="227123" y="510448"/>
                  <a:pt x="213529" y="496854"/>
                  <a:pt x="213529" y="480084"/>
                </a:cubicBezTo>
                <a:cubicBezTo>
                  <a:pt x="213529" y="463315"/>
                  <a:pt x="227123" y="449721"/>
                  <a:pt x="243892" y="449721"/>
                </a:cubicBezTo>
                <a:close/>
                <a:moveTo>
                  <a:pt x="171339" y="449721"/>
                </a:moveTo>
                <a:cubicBezTo>
                  <a:pt x="188107" y="449721"/>
                  <a:pt x="201701" y="463315"/>
                  <a:pt x="201701" y="480084"/>
                </a:cubicBezTo>
                <a:cubicBezTo>
                  <a:pt x="201701" y="496854"/>
                  <a:pt x="188107" y="510448"/>
                  <a:pt x="171339" y="510448"/>
                </a:cubicBezTo>
                <a:cubicBezTo>
                  <a:pt x="154679" y="510448"/>
                  <a:pt x="141085" y="496854"/>
                  <a:pt x="141085" y="480084"/>
                </a:cubicBezTo>
                <a:cubicBezTo>
                  <a:pt x="141085" y="463315"/>
                  <a:pt x="154679" y="449721"/>
                  <a:pt x="171339" y="449721"/>
                </a:cubicBezTo>
                <a:close/>
                <a:moveTo>
                  <a:pt x="98910" y="449721"/>
                </a:moveTo>
                <a:cubicBezTo>
                  <a:pt x="115670" y="449721"/>
                  <a:pt x="129264" y="463315"/>
                  <a:pt x="129264" y="480084"/>
                </a:cubicBezTo>
                <a:cubicBezTo>
                  <a:pt x="129264" y="496854"/>
                  <a:pt x="115670" y="510448"/>
                  <a:pt x="98910" y="510448"/>
                </a:cubicBezTo>
                <a:cubicBezTo>
                  <a:pt x="82136" y="510448"/>
                  <a:pt x="68542" y="496854"/>
                  <a:pt x="68542" y="480084"/>
                </a:cubicBezTo>
                <a:cubicBezTo>
                  <a:pt x="68542" y="463315"/>
                  <a:pt x="82136" y="449721"/>
                  <a:pt x="98910" y="449721"/>
                </a:cubicBezTo>
                <a:close/>
                <a:moveTo>
                  <a:pt x="26355" y="449721"/>
                </a:moveTo>
                <a:cubicBezTo>
                  <a:pt x="43118" y="449721"/>
                  <a:pt x="56713" y="463315"/>
                  <a:pt x="56713" y="480084"/>
                </a:cubicBezTo>
                <a:cubicBezTo>
                  <a:pt x="56713" y="496854"/>
                  <a:pt x="43118" y="510448"/>
                  <a:pt x="26355" y="510448"/>
                </a:cubicBezTo>
                <a:cubicBezTo>
                  <a:pt x="17970" y="510448"/>
                  <a:pt x="10379" y="507050"/>
                  <a:pt x="4884" y="501555"/>
                </a:cubicBezTo>
                <a:lnTo>
                  <a:pt x="0" y="489763"/>
                </a:lnTo>
                <a:lnTo>
                  <a:pt x="0" y="470405"/>
                </a:lnTo>
                <a:lnTo>
                  <a:pt x="4884" y="458614"/>
                </a:lnTo>
                <a:cubicBezTo>
                  <a:pt x="10379" y="453120"/>
                  <a:pt x="17970" y="449721"/>
                  <a:pt x="26355" y="449721"/>
                </a:cubicBezTo>
                <a:close/>
                <a:moveTo>
                  <a:pt x="1673066" y="379245"/>
                </a:moveTo>
                <a:lnTo>
                  <a:pt x="1675237" y="422266"/>
                </a:lnTo>
                <a:lnTo>
                  <a:pt x="1673514" y="421103"/>
                </a:lnTo>
                <a:cubicBezTo>
                  <a:pt x="1668019" y="415609"/>
                  <a:pt x="1664620" y="408017"/>
                  <a:pt x="1664620" y="399633"/>
                </a:cubicBezTo>
                <a:close/>
                <a:moveTo>
                  <a:pt x="1622429" y="369269"/>
                </a:moveTo>
                <a:cubicBezTo>
                  <a:pt x="1639199" y="369269"/>
                  <a:pt x="1652792" y="382864"/>
                  <a:pt x="1652792" y="399633"/>
                </a:cubicBezTo>
                <a:cubicBezTo>
                  <a:pt x="1652792" y="416402"/>
                  <a:pt x="1639199" y="429997"/>
                  <a:pt x="1622429" y="429997"/>
                </a:cubicBezTo>
                <a:cubicBezTo>
                  <a:pt x="1605659" y="429997"/>
                  <a:pt x="1592066" y="416402"/>
                  <a:pt x="1592066" y="399633"/>
                </a:cubicBezTo>
                <a:cubicBezTo>
                  <a:pt x="1592066" y="382864"/>
                  <a:pt x="1605659" y="369269"/>
                  <a:pt x="1622429" y="369269"/>
                </a:cubicBezTo>
                <a:close/>
                <a:moveTo>
                  <a:pt x="1549874" y="369269"/>
                </a:moveTo>
                <a:cubicBezTo>
                  <a:pt x="1566644" y="369269"/>
                  <a:pt x="1580238" y="382864"/>
                  <a:pt x="1580238" y="399633"/>
                </a:cubicBezTo>
                <a:cubicBezTo>
                  <a:pt x="1580238" y="416402"/>
                  <a:pt x="1566644" y="429997"/>
                  <a:pt x="1549874" y="429997"/>
                </a:cubicBezTo>
                <a:cubicBezTo>
                  <a:pt x="1533105" y="429997"/>
                  <a:pt x="1519511" y="416402"/>
                  <a:pt x="1519511" y="399633"/>
                </a:cubicBezTo>
                <a:cubicBezTo>
                  <a:pt x="1519511" y="382864"/>
                  <a:pt x="1533105" y="369269"/>
                  <a:pt x="1549874" y="369269"/>
                </a:cubicBezTo>
                <a:close/>
                <a:moveTo>
                  <a:pt x="1477320" y="369269"/>
                </a:moveTo>
                <a:cubicBezTo>
                  <a:pt x="1494089" y="369269"/>
                  <a:pt x="1507683" y="382864"/>
                  <a:pt x="1507683" y="399633"/>
                </a:cubicBezTo>
                <a:cubicBezTo>
                  <a:pt x="1507683" y="416402"/>
                  <a:pt x="1494089" y="429997"/>
                  <a:pt x="1477320" y="429997"/>
                </a:cubicBezTo>
                <a:cubicBezTo>
                  <a:pt x="1460550" y="429997"/>
                  <a:pt x="1446956" y="416402"/>
                  <a:pt x="1446956" y="399633"/>
                </a:cubicBezTo>
                <a:cubicBezTo>
                  <a:pt x="1446956" y="382864"/>
                  <a:pt x="1460550" y="369269"/>
                  <a:pt x="1477320" y="369269"/>
                </a:cubicBezTo>
                <a:close/>
                <a:moveTo>
                  <a:pt x="1404765" y="369269"/>
                </a:moveTo>
                <a:cubicBezTo>
                  <a:pt x="1421535" y="369269"/>
                  <a:pt x="1435129" y="382864"/>
                  <a:pt x="1435129" y="399633"/>
                </a:cubicBezTo>
                <a:cubicBezTo>
                  <a:pt x="1435129" y="416402"/>
                  <a:pt x="1421535" y="429997"/>
                  <a:pt x="1404765" y="429997"/>
                </a:cubicBezTo>
                <a:cubicBezTo>
                  <a:pt x="1387996" y="429997"/>
                  <a:pt x="1374402" y="416402"/>
                  <a:pt x="1374402" y="399633"/>
                </a:cubicBezTo>
                <a:cubicBezTo>
                  <a:pt x="1374402" y="382864"/>
                  <a:pt x="1387996" y="369269"/>
                  <a:pt x="1404765" y="369269"/>
                </a:cubicBezTo>
                <a:close/>
                <a:moveTo>
                  <a:pt x="1332211" y="369269"/>
                </a:moveTo>
                <a:cubicBezTo>
                  <a:pt x="1348980" y="369269"/>
                  <a:pt x="1362574" y="382864"/>
                  <a:pt x="1362574" y="399633"/>
                </a:cubicBezTo>
                <a:cubicBezTo>
                  <a:pt x="1362574" y="416402"/>
                  <a:pt x="1348980" y="429997"/>
                  <a:pt x="1332211" y="429997"/>
                </a:cubicBezTo>
                <a:cubicBezTo>
                  <a:pt x="1315441" y="429997"/>
                  <a:pt x="1301847" y="416402"/>
                  <a:pt x="1301847" y="399633"/>
                </a:cubicBezTo>
                <a:cubicBezTo>
                  <a:pt x="1301847" y="382864"/>
                  <a:pt x="1315441" y="369269"/>
                  <a:pt x="1332211" y="369269"/>
                </a:cubicBezTo>
                <a:close/>
                <a:moveTo>
                  <a:pt x="1259656" y="369269"/>
                </a:moveTo>
                <a:cubicBezTo>
                  <a:pt x="1276426" y="369269"/>
                  <a:pt x="1290020" y="382864"/>
                  <a:pt x="1290020" y="399633"/>
                </a:cubicBezTo>
                <a:cubicBezTo>
                  <a:pt x="1290020" y="416402"/>
                  <a:pt x="1276426" y="429997"/>
                  <a:pt x="1259656" y="429997"/>
                </a:cubicBezTo>
                <a:cubicBezTo>
                  <a:pt x="1242887" y="429997"/>
                  <a:pt x="1229293" y="416402"/>
                  <a:pt x="1229293" y="399633"/>
                </a:cubicBezTo>
                <a:cubicBezTo>
                  <a:pt x="1229293" y="382864"/>
                  <a:pt x="1242887" y="369269"/>
                  <a:pt x="1259656" y="369269"/>
                </a:cubicBezTo>
                <a:close/>
                <a:moveTo>
                  <a:pt x="1187102" y="369269"/>
                </a:moveTo>
                <a:cubicBezTo>
                  <a:pt x="1203871" y="369269"/>
                  <a:pt x="1217465" y="382864"/>
                  <a:pt x="1217465" y="399633"/>
                </a:cubicBezTo>
                <a:cubicBezTo>
                  <a:pt x="1217465" y="416402"/>
                  <a:pt x="1203871" y="429997"/>
                  <a:pt x="1187102" y="429997"/>
                </a:cubicBezTo>
                <a:cubicBezTo>
                  <a:pt x="1170332" y="429997"/>
                  <a:pt x="1156738" y="416402"/>
                  <a:pt x="1156738" y="399633"/>
                </a:cubicBezTo>
                <a:cubicBezTo>
                  <a:pt x="1156738" y="382864"/>
                  <a:pt x="1170332" y="369269"/>
                  <a:pt x="1187102" y="369269"/>
                </a:cubicBezTo>
                <a:close/>
                <a:moveTo>
                  <a:pt x="1114547" y="369269"/>
                </a:moveTo>
                <a:cubicBezTo>
                  <a:pt x="1131317" y="369269"/>
                  <a:pt x="1144911" y="382864"/>
                  <a:pt x="1144911" y="399633"/>
                </a:cubicBezTo>
                <a:cubicBezTo>
                  <a:pt x="1144911" y="416402"/>
                  <a:pt x="1131317" y="429997"/>
                  <a:pt x="1114547" y="429997"/>
                </a:cubicBezTo>
                <a:cubicBezTo>
                  <a:pt x="1097778" y="429997"/>
                  <a:pt x="1084184" y="416402"/>
                  <a:pt x="1084184" y="399633"/>
                </a:cubicBezTo>
                <a:cubicBezTo>
                  <a:pt x="1084184" y="382864"/>
                  <a:pt x="1097778" y="369269"/>
                  <a:pt x="1114547" y="369269"/>
                </a:cubicBezTo>
                <a:close/>
                <a:moveTo>
                  <a:pt x="1041993" y="369269"/>
                </a:moveTo>
                <a:cubicBezTo>
                  <a:pt x="1058762" y="369269"/>
                  <a:pt x="1072356" y="382864"/>
                  <a:pt x="1072356" y="399633"/>
                </a:cubicBezTo>
                <a:cubicBezTo>
                  <a:pt x="1072356" y="416402"/>
                  <a:pt x="1058762" y="429997"/>
                  <a:pt x="1041993" y="429997"/>
                </a:cubicBezTo>
                <a:cubicBezTo>
                  <a:pt x="1025223" y="429997"/>
                  <a:pt x="1011629" y="416402"/>
                  <a:pt x="1011629" y="399633"/>
                </a:cubicBezTo>
                <a:cubicBezTo>
                  <a:pt x="1011629" y="382864"/>
                  <a:pt x="1025223" y="369269"/>
                  <a:pt x="1041993" y="369269"/>
                </a:cubicBezTo>
                <a:close/>
                <a:moveTo>
                  <a:pt x="969438" y="369269"/>
                </a:moveTo>
                <a:cubicBezTo>
                  <a:pt x="986208" y="369269"/>
                  <a:pt x="999801" y="382864"/>
                  <a:pt x="999801" y="399633"/>
                </a:cubicBezTo>
                <a:cubicBezTo>
                  <a:pt x="999801" y="416402"/>
                  <a:pt x="986208" y="429997"/>
                  <a:pt x="969438" y="429997"/>
                </a:cubicBezTo>
                <a:cubicBezTo>
                  <a:pt x="952669" y="429997"/>
                  <a:pt x="939075" y="416402"/>
                  <a:pt x="939075" y="399633"/>
                </a:cubicBezTo>
                <a:cubicBezTo>
                  <a:pt x="939075" y="382864"/>
                  <a:pt x="952669" y="369269"/>
                  <a:pt x="969438" y="369269"/>
                </a:cubicBezTo>
                <a:close/>
                <a:moveTo>
                  <a:pt x="896883" y="369269"/>
                </a:moveTo>
                <a:cubicBezTo>
                  <a:pt x="913653" y="369269"/>
                  <a:pt x="927247" y="382864"/>
                  <a:pt x="927247" y="399633"/>
                </a:cubicBezTo>
                <a:cubicBezTo>
                  <a:pt x="927247" y="416402"/>
                  <a:pt x="913653" y="429997"/>
                  <a:pt x="896883" y="429997"/>
                </a:cubicBezTo>
                <a:cubicBezTo>
                  <a:pt x="880114" y="429997"/>
                  <a:pt x="866520" y="416402"/>
                  <a:pt x="866520" y="399633"/>
                </a:cubicBezTo>
                <a:cubicBezTo>
                  <a:pt x="866520" y="382864"/>
                  <a:pt x="880114" y="369269"/>
                  <a:pt x="896883" y="369269"/>
                </a:cubicBezTo>
                <a:close/>
                <a:moveTo>
                  <a:pt x="824329" y="369269"/>
                </a:moveTo>
                <a:cubicBezTo>
                  <a:pt x="841098" y="369269"/>
                  <a:pt x="854692" y="382864"/>
                  <a:pt x="854692" y="399633"/>
                </a:cubicBezTo>
                <a:cubicBezTo>
                  <a:pt x="854692" y="416402"/>
                  <a:pt x="841098" y="429997"/>
                  <a:pt x="824329" y="429997"/>
                </a:cubicBezTo>
                <a:cubicBezTo>
                  <a:pt x="807559" y="429997"/>
                  <a:pt x="793965" y="416402"/>
                  <a:pt x="793965" y="399633"/>
                </a:cubicBezTo>
                <a:cubicBezTo>
                  <a:pt x="793965" y="382864"/>
                  <a:pt x="807559" y="369269"/>
                  <a:pt x="824329" y="369269"/>
                </a:cubicBezTo>
                <a:close/>
                <a:moveTo>
                  <a:pt x="751774" y="369269"/>
                </a:moveTo>
                <a:cubicBezTo>
                  <a:pt x="768544" y="369269"/>
                  <a:pt x="782138" y="382864"/>
                  <a:pt x="782138" y="399633"/>
                </a:cubicBezTo>
                <a:cubicBezTo>
                  <a:pt x="782138" y="416402"/>
                  <a:pt x="768544" y="429997"/>
                  <a:pt x="751774" y="429997"/>
                </a:cubicBezTo>
                <a:cubicBezTo>
                  <a:pt x="735005" y="429997"/>
                  <a:pt x="721411" y="416402"/>
                  <a:pt x="721411" y="399633"/>
                </a:cubicBezTo>
                <a:cubicBezTo>
                  <a:pt x="721411" y="382864"/>
                  <a:pt x="735005" y="369269"/>
                  <a:pt x="751774" y="369269"/>
                </a:cubicBezTo>
                <a:close/>
                <a:moveTo>
                  <a:pt x="679220" y="369269"/>
                </a:moveTo>
                <a:cubicBezTo>
                  <a:pt x="695989" y="369269"/>
                  <a:pt x="709583" y="382864"/>
                  <a:pt x="709583" y="399633"/>
                </a:cubicBezTo>
                <a:cubicBezTo>
                  <a:pt x="709583" y="416402"/>
                  <a:pt x="695989" y="429997"/>
                  <a:pt x="679220" y="429997"/>
                </a:cubicBezTo>
                <a:cubicBezTo>
                  <a:pt x="662450" y="429997"/>
                  <a:pt x="648856" y="416402"/>
                  <a:pt x="648856" y="399633"/>
                </a:cubicBezTo>
                <a:cubicBezTo>
                  <a:pt x="648856" y="382864"/>
                  <a:pt x="662450" y="369269"/>
                  <a:pt x="679220" y="369269"/>
                </a:cubicBezTo>
                <a:close/>
                <a:moveTo>
                  <a:pt x="606665" y="369269"/>
                </a:moveTo>
                <a:cubicBezTo>
                  <a:pt x="623435" y="369269"/>
                  <a:pt x="637029" y="382864"/>
                  <a:pt x="637029" y="399633"/>
                </a:cubicBezTo>
                <a:cubicBezTo>
                  <a:pt x="637029" y="416402"/>
                  <a:pt x="623435" y="429997"/>
                  <a:pt x="606665" y="429997"/>
                </a:cubicBezTo>
                <a:cubicBezTo>
                  <a:pt x="589896" y="429997"/>
                  <a:pt x="576302" y="416402"/>
                  <a:pt x="576302" y="399633"/>
                </a:cubicBezTo>
                <a:cubicBezTo>
                  <a:pt x="576302" y="382864"/>
                  <a:pt x="589896" y="369269"/>
                  <a:pt x="606665" y="369269"/>
                </a:cubicBezTo>
                <a:close/>
                <a:moveTo>
                  <a:pt x="534111" y="369269"/>
                </a:moveTo>
                <a:cubicBezTo>
                  <a:pt x="550880" y="369269"/>
                  <a:pt x="564474" y="382864"/>
                  <a:pt x="564474" y="399633"/>
                </a:cubicBezTo>
                <a:cubicBezTo>
                  <a:pt x="564474" y="416402"/>
                  <a:pt x="550880" y="429997"/>
                  <a:pt x="534111" y="429997"/>
                </a:cubicBezTo>
                <a:cubicBezTo>
                  <a:pt x="517341" y="429997"/>
                  <a:pt x="503747" y="416402"/>
                  <a:pt x="503747" y="399633"/>
                </a:cubicBezTo>
                <a:cubicBezTo>
                  <a:pt x="503747" y="382864"/>
                  <a:pt x="517341" y="369269"/>
                  <a:pt x="534111" y="369269"/>
                </a:cubicBezTo>
                <a:close/>
                <a:moveTo>
                  <a:pt x="461556" y="369269"/>
                </a:moveTo>
                <a:cubicBezTo>
                  <a:pt x="478326" y="369269"/>
                  <a:pt x="491920" y="382864"/>
                  <a:pt x="491920" y="399633"/>
                </a:cubicBezTo>
                <a:cubicBezTo>
                  <a:pt x="491920" y="416402"/>
                  <a:pt x="478326" y="429997"/>
                  <a:pt x="461556" y="429997"/>
                </a:cubicBezTo>
                <a:cubicBezTo>
                  <a:pt x="444787" y="429997"/>
                  <a:pt x="431192" y="416402"/>
                  <a:pt x="431192" y="399633"/>
                </a:cubicBezTo>
                <a:cubicBezTo>
                  <a:pt x="431192" y="382864"/>
                  <a:pt x="444787" y="369269"/>
                  <a:pt x="461556" y="369269"/>
                </a:cubicBezTo>
                <a:close/>
                <a:moveTo>
                  <a:pt x="389002" y="369269"/>
                </a:moveTo>
                <a:cubicBezTo>
                  <a:pt x="405771" y="369269"/>
                  <a:pt x="419365" y="382864"/>
                  <a:pt x="419365" y="399633"/>
                </a:cubicBezTo>
                <a:cubicBezTo>
                  <a:pt x="419365" y="416402"/>
                  <a:pt x="405771" y="429997"/>
                  <a:pt x="389002" y="429997"/>
                </a:cubicBezTo>
                <a:cubicBezTo>
                  <a:pt x="372232" y="429997"/>
                  <a:pt x="358638" y="416402"/>
                  <a:pt x="358638" y="399633"/>
                </a:cubicBezTo>
                <a:cubicBezTo>
                  <a:pt x="358638" y="382864"/>
                  <a:pt x="372232" y="369269"/>
                  <a:pt x="389002" y="369269"/>
                </a:cubicBezTo>
                <a:close/>
                <a:moveTo>
                  <a:pt x="316447" y="369269"/>
                </a:moveTo>
                <a:cubicBezTo>
                  <a:pt x="333216" y="369269"/>
                  <a:pt x="346810" y="382864"/>
                  <a:pt x="346810" y="399633"/>
                </a:cubicBezTo>
                <a:cubicBezTo>
                  <a:pt x="346810" y="416402"/>
                  <a:pt x="333216" y="429997"/>
                  <a:pt x="316447" y="429997"/>
                </a:cubicBezTo>
                <a:cubicBezTo>
                  <a:pt x="299677" y="429997"/>
                  <a:pt x="286084" y="416402"/>
                  <a:pt x="286084" y="399633"/>
                </a:cubicBezTo>
                <a:cubicBezTo>
                  <a:pt x="286084" y="382864"/>
                  <a:pt x="299677" y="369269"/>
                  <a:pt x="316447" y="369269"/>
                </a:cubicBezTo>
                <a:close/>
                <a:moveTo>
                  <a:pt x="243892" y="369269"/>
                </a:moveTo>
                <a:cubicBezTo>
                  <a:pt x="260662" y="369269"/>
                  <a:pt x="274256" y="382864"/>
                  <a:pt x="274256" y="399633"/>
                </a:cubicBezTo>
                <a:cubicBezTo>
                  <a:pt x="274256" y="416402"/>
                  <a:pt x="260662" y="429997"/>
                  <a:pt x="243892" y="429997"/>
                </a:cubicBezTo>
                <a:cubicBezTo>
                  <a:pt x="227123" y="429997"/>
                  <a:pt x="213529" y="416402"/>
                  <a:pt x="213529" y="399633"/>
                </a:cubicBezTo>
                <a:cubicBezTo>
                  <a:pt x="213529" y="382864"/>
                  <a:pt x="227123" y="369269"/>
                  <a:pt x="243892" y="369269"/>
                </a:cubicBezTo>
                <a:close/>
                <a:moveTo>
                  <a:pt x="171339" y="369269"/>
                </a:moveTo>
                <a:cubicBezTo>
                  <a:pt x="188107" y="369269"/>
                  <a:pt x="201701" y="382864"/>
                  <a:pt x="201701" y="399633"/>
                </a:cubicBezTo>
                <a:cubicBezTo>
                  <a:pt x="201701" y="416402"/>
                  <a:pt x="188107" y="429997"/>
                  <a:pt x="171339" y="429997"/>
                </a:cubicBezTo>
                <a:cubicBezTo>
                  <a:pt x="154685" y="429997"/>
                  <a:pt x="141090" y="416402"/>
                  <a:pt x="141090" y="399633"/>
                </a:cubicBezTo>
                <a:cubicBezTo>
                  <a:pt x="141090" y="382864"/>
                  <a:pt x="154685" y="369269"/>
                  <a:pt x="171339" y="369269"/>
                </a:cubicBezTo>
                <a:close/>
                <a:moveTo>
                  <a:pt x="98917" y="369269"/>
                </a:moveTo>
                <a:cubicBezTo>
                  <a:pt x="115677" y="369269"/>
                  <a:pt x="129270" y="382864"/>
                  <a:pt x="129270" y="399633"/>
                </a:cubicBezTo>
                <a:cubicBezTo>
                  <a:pt x="129270" y="416402"/>
                  <a:pt x="115677" y="429997"/>
                  <a:pt x="98917" y="429997"/>
                </a:cubicBezTo>
                <a:cubicBezTo>
                  <a:pt x="82143" y="429997"/>
                  <a:pt x="68549" y="416402"/>
                  <a:pt x="68549" y="399633"/>
                </a:cubicBezTo>
                <a:cubicBezTo>
                  <a:pt x="68549" y="382864"/>
                  <a:pt x="82143" y="369269"/>
                  <a:pt x="98917" y="369269"/>
                </a:cubicBezTo>
                <a:close/>
                <a:moveTo>
                  <a:pt x="26362" y="369269"/>
                </a:moveTo>
                <a:cubicBezTo>
                  <a:pt x="43124" y="369269"/>
                  <a:pt x="56719" y="382864"/>
                  <a:pt x="56719" y="399633"/>
                </a:cubicBezTo>
                <a:cubicBezTo>
                  <a:pt x="56719" y="416402"/>
                  <a:pt x="43124" y="429997"/>
                  <a:pt x="26362" y="429997"/>
                </a:cubicBezTo>
                <a:cubicBezTo>
                  <a:pt x="17976" y="429997"/>
                  <a:pt x="10385" y="426598"/>
                  <a:pt x="4890" y="421103"/>
                </a:cubicBezTo>
                <a:lnTo>
                  <a:pt x="0" y="409299"/>
                </a:lnTo>
                <a:lnTo>
                  <a:pt x="0" y="389967"/>
                </a:lnTo>
                <a:lnTo>
                  <a:pt x="4890" y="378163"/>
                </a:lnTo>
                <a:cubicBezTo>
                  <a:pt x="10385" y="372668"/>
                  <a:pt x="17976" y="369269"/>
                  <a:pt x="26362" y="369269"/>
                </a:cubicBezTo>
                <a:close/>
                <a:moveTo>
                  <a:pt x="1669444" y="307535"/>
                </a:moveTo>
                <a:lnTo>
                  <a:pt x="1670784" y="334061"/>
                </a:lnTo>
                <a:lnTo>
                  <a:pt x="1664620" y="319181"/>
                </a:lnTo>
                <a:close/>
                <a:moveTo>
                  <a:pt x="1622429" y="288818"/>
                </a:moveTo>
                <a:cubicBezTo>
                  <a:pt x="1639199" y="288818"/>
                  <a:pt x="1652792" y="302412"/>
                  <a:pt x="1652792" y="319181"/>
                </a:cubicBezTo>
                <a:cubicBezTo>
                  <a:pt x="1652792" y="335950"/>
                  <a:pt x="1639199" y="349545"/>
                  <a:pt x="1622429" y="349545"/>
                </a:cubicBezTo>
                <a:cubicBezTo>
                  <a:pt x="1605659" y="349545"/>
                  <a:pt x="1592066" y="335950"/>
                  <a:pt x="1592066" y="319181"/>
                </a:cubicBezTo>
                <a:cubicBezTo>
                  <a:pt x="1592066" y="302412"/>
                  <a:pt x="1605659" y="288818"/>
                  <a:pt x="1622429" y="288818"/>
                </a:cubicBezTo>
                <a:close/>
                <a:moveTo>
                  <a:pt x="1549874" y="288818"/>
                </a:moveTo>
                <a:cubicBezTo>
                  <a:pt x="1566644" y="288818"/>
                  <a:pt x="1580238" y="302412"/>
                  <a:pt x="1580238" y="319181"/>
                </a:cubicBezTo>
                <a:cubicBezTo>
                  <a:pt x="1580238" y="335950"/>
                  <a:pt x="1566644" y="349545"/>
                  <a:pt x="1549874" y="349545"/>
                </a:cubicBezTo>
                <a:cubicBezTo>
                  <a:pt x="1533105" y="349545"/>
                  <a:pt x="1519511" y="335950"/>
                  <a:pt x="1519511" y="319181"/>
                </a:cubicBezTo>
                <a:cubicBezTo>
                  <a:pt x="1519511" y="302412"/>
                  <a:pt x="1533105" y="288818"/>
                  <a:pt x="1549874" y="288818"/>
                </a:cubicBezTo>
                <a:close/>
                <a:moveTo>
                  <a:pt x="1477320" y="288818"/>
                </a:moveTo>
                <a:cubicBezTo>
                  <a:pt x="1494089" y="288818"/>
                  <a:pt x="1507683" y="302412"/>
                  <a:pt x="1507683" y="319181"/>
                </a:cubicBezTo>
                <a:cubicBezTo>
                  <a:pt x="1507683" y="335950"/>
                  <a:pt x="1494089" y="349545"/>
                  <a:pt x="1477320" y="349545"/>
                </a:cubicBezTo>
                <a:cubicBezTo>
                  <a:pt x="1460550" y="349545"/>
                  <a:pt x="1446956" y="335950"/>
                  <a:pt x="1446956" y="319181"/>
                </a:cubicBezTo>
                <a:cubicBezTo>
                  <a:pt x="1446956" y="302412"/>
                  <a:pt x="1460550" y="288818"/>
                  <a:pt x="1477320" y="288818"/>
                </a:cubicBezTo>
                <a:close/>
                <a:moveTo>
                  <a:pt x="1404765" y="288818"/>
                </a:moveTo>
                <a:cubicBezTo>
                  <a:pt x="1421535" y="288818"/>
                  <a:pt x="1435129" y="302412"/>
                  <a:pt x="1435129" y="319181"/>
                </a:cubicBezTo>
                <a:cubicBezTo>
                  <a:pt x="1435129" y="335950"/>
                  <a:pt x="1421535" y="349545"/>
                  <a:pt x="1404765" y="349545"/>
                </a:cubicBezTo>
                <a:cubicBezTo>
                  <a:pt x="1387996" y="349545"/>
                  <a:pt x="1374402" y="335950"/>
                  <a:pt x="1374402" y="319181"/>
                </a:cubicBezTo>
                <a:cubicBezTo>
                  <a:pt x="1374402" y="302412"/>
                  <a:pt x="1387996" y="288818"/>
                  <a:pt x="1404765" y="288818"/>
                </a:cubicBezTo>
                <a:close/>
                <a:moveTo>
                  <a:pt x="1332211" y="288818"/>
                </a:moveTo>
                <a:cubicBezTo>
                  <a:pt x="1348980" y="288818"/>
                  <a:pt x="1362574" y="302412"/>
                  <a:pt x="1362574" y="319181"/>
                </a:cubicBezTo>
                <a:cubicBezTo>
                  <a:pt x="1362574" y="335950"/>
                  <a:pt x="1348980" y="349545"/>
                  <a:pt x="1332211" y="349545"/>
                </a:cubicBezTo>
                <a:cubicBezTo>
                  <a:pt x="1315441" y="349545"/>
                  <a:pt x="1301847" y="335950"/>
                  <a:pt x="1301847" y="319181"/>
                </a:cubicBezTo>
                <a:cubicBezTo>
                  <a:pt x="1301847" y="302412"/>
                  <a:pt x="1315441" y="288818"/>
                  <a:pt x="1332211" y="288818"/>
                </a:cubicBezTo>
                <a:close/>
                <a:moveTo>
                  <a:pt x="1259656" y="288818"/>
                </a:moveTo>
                <a:cubicBezTo>
                  <a:pt x="1276426" y="288818"/>
                  <a:pt x="1290020" y="302412"/>
                  <a:pt x="1290020" y="319181"/>
                </a:cubicBezTo>
                <a:cubicBezTo>
                  <a:pt x="1290020" y="335950"/>
                  <a:pt x="1276426" y="349545"/>
                  <a:pt x="1259656" y="349545"/>
                </a:cubicBezTo>
                <a:cubicBezTo>
                  <a:pt x="1242887" y="349545"/>
                  <a:pt x="1229293" y="335950"/>
                  <a:pt x="1229293" y="319181"/>
                </a:cubicBezTo>
                <a:cubicBezTo>
                  <a:pt x="1229293" y="302412"/>
                  <a:pt x="1242887" y="288818"/>
                  <a:pt x="1259656" y="288818"/>
                </a:cubicBezTo>
                <a:close/>
                <a:moveTo>
                  <a:pt x="1187102" y="288818"/>
                </a:moveTo>
                <a:cubicBezTo>
                  <a:pt x="1203871" y="288818"/>
                  <a:pt x="1217465" y="302412"/>
                  <a:pt x="1217465" y="319181"/>
                </a:cubicBezTo>
                <a:cubicBezTo>
                  <a:pt x="1217465" y="335950"/>
                  <a:pt x="1203871" y="349545"/>
                  <a:pt x="1187102" y="349545"/>
                </a:cubicBezTo>
                <a:cubicBezTo>
                  <a:pt x="1170332" y="349545"/>
                  <a:pt x="1156738" y="335950"/>
                  <a:pt x="1156738" y="319181"/>
                </a:cubicBezTo>
                <a:cubicBezTo>
                  <a:pt x="1156738" y="302412"/>
                  <a:pt x="1170332" y="288818"/>
                  <a:pt x="1187102" y="288818"/>
                </a:cubicBezTo>
                <a:close/>
                <a:moveTo>
                  <a:pt x="1114547" y="288818"/>
                </a:moveTo>
                <a:cubicBezTo>
                  <a:pt x="1131317" y="288818"/>
                  <a:pt x="1144911" y="302412"/>
                  <a:pt x="1144911" y="319181"/>
                </a:cubicBezTo>
                <a:cubicBezTo>
                  <a:pt x="1144911" y="335950"/>
                  <a:pt x="1131317" y="349545"/>
                  <a:pt x="1114547" y="349545"/>
                </a:cubicBezTo>
                <a:cubicBezTo>
                  <a:pt x="1097778" y="349545"/>
                  <a:pt x="1084184" y="335950"/>
                  <a:pt x="1084184" y="319181"/>
                </a:cubicBezTo>
                <a:cubicBezTo>
                  <a:pt x="1084184" y="302412"/>
                  <a:pt x="1097778" y="288818"/>
                  <a:pt x="1114547" y="288818"/>
                </a:cubicBezTo>
                <a:close/>
                <a:moveTo>
                  <a:pt x="1041993" y="288818"/>
                </a:moveTo>
                <a:cubicBezTo>
                  <a:pt x="1058762" y="288818"/>
                  <a:pt x="1072356" y="302412"/>
                  <a:pt x="1072356" y="319181"/>
                </a:cubicBezTo>
                <a:cubicBezTo>
                  <a:pt x="1072356" y="335950"/>
                  <a:pt x="1058762" y="349545"/>
                  <a:pt x="1041993" y="349545"/>
                </a:cubicBezTo>
                <a:cubicBezTo>
                  <a:pt x="1025223" y="349545"/>
                  <a:pt x="1011629" y="335950"/>
                  <a:pt x="1011629" y="319181"/>
                </a:cubicBezTo>
                <a:cubicBezTo>
                  <a:pt x="1011629" y="302412"/>
                  <a:pt x="1025223" y="288818"/>
                  <a:pt x="1041993" y="288818"/>
                </a:cubicBezTo>
                <a:close/>
                <a:moveTo>
                  <a:pt x="969438" y="288818"/>
                </a:moveTo>
                <a:cubicBezTo>
                  <a:pt x="986208" y="288818"/>
                  <a:pt x="999801" y="302412"/>
                  <a:pt x="999801" y="319181"/>
                </a:cubicBezTo>
                <a:cubicBezTo>
                  <a:pt x="999801" y="335950"/>
                  <a:pt x="986208" y="349545"/>
                  <a:pt x="969438" y="349545"/>
                </a:cubicBezTo>
                <a:cubicBezTo>
                  <a:pt x="952669" y="349545"/>
                  <a:pt x="939075" y="335950"/>
                  <a:pt x="939075" y="319181"/>
                </a:cubicBezTo>
                <a:cubicBezTo>
                  <a:pt x="939075" y="302412"/>
                  <a:pt x="952669" y="288818"/>
                  <a:pt x="969438" y="288818"/>
                </a:cubicBezTo>
                <a:close/>
                <a:moveTo>
                  <a:pt x="896883" y="288818"/>
                </a:moveTo>
                <a:cubicBezTo>
                  <a:pt x="913653" y="288818"/>
                  <a:pt x="927247" y="302412"/>
                  <a:pt x="927247" y="319181"/>
                </a:cubicBezTo>
                <a:cubicBezTo>
                  <a:pt x="927247" y="335950"/>
                  <a:pt x="913653" y="349545"/>
                  <a:pt x="896883" y="349545"/>
                </a:cubicBezTo>
                <a:cubicBezTo>
                  <a:pt x="880114" y="349545"/>
                  <a:pt x="866520" y="335950"/>
                  <a:pt x="866520" y="319181"/>
                </a:cubicBezTo>
                <a:cubicBezTo>
                  <a:pt x="866520" y="302412"/>
                  <a:pt x="880114" y="288818"/>
                  <a:pt x="896883" y="288818"/>
                </a:cubicBezTo>
                <a:close/>
                <a:moveTo>
                  <a:pt x="824329" y="288818"/>
                </a:moveTo>
                <a:cubicBezTo>
                  <a:pt x="841098" y="288818"/>
                  <a:pt x="854692" y="302412"/>
                  <a:pt x="854692" y="319181"/>
                </a:cubicBezTo>
                <a:cubicBezTo>
                  <a:pt x="854692" y="335950"/>
                  <a:pt x="841098" y="349545"/>
                  <a:pt x="824329" y="349545"/>
                </a:cubicBezTo>
                <a:cubicBezTo>
                  <a:pt x="807559" y="349545"/>
                  <a:pt x="793965" y="335950"/>
                  <a:pt x="793965" y="319181"/>
                </a:cubicBezTo>
                <a:cubicBezTo>
                  <a:pt x="793965" y="302412"/>
                  <a:pt x="807559" y="288818"/>
                  <a:pt x="824329" y="288818"/>
                </a:cubicBezTo>
                <a:close/>
                <a:moveTo>
                  <a:pt x="751774" y="288818"/>
                </a:moveTo>
                <a:cubicBezTo>
                  <a:pt x="768544" y="288818"/>
                  <a:pt x="782138" y="302412"/>
                  <a:pt x="782138" y="319181"/>
                </a:cubicBezTo>
                <a:cubicBezTo>
                  <a:pt x="782138" y="335950"/>
                  <a:pt x="768544" y="349545"/>
                  <a:pt x="751774" y="349545"/>
                </a:cubicBezTo>
                <a:cubicBezTo>
                  <a:pt x="735005" y="349545"/>
                  <a:pt x="721411" y="335950"/>
                  <a:pt x="721411" y="319181"/>
                </a:cubicBezTo>
                <a:cubicBezTo>
                  <a:pt x="721411" y="302412"/>
                  <a:pt x="735005" y="288818"/>
                  <a:pt x="751774" y="288818"/>
                </a:cubicBezTo>
                <a:close/>
                <a:moveTo>
                  <a:pt x="679220" y="288818"/>
                </a:moveTo>
                <a:cubicBezTo>
                  <a:pt x="695989" y="288818"/>
                  <a:pt x="709583" y="302412"/>
                  <a:pt x="709583" y="319181"/>
                </a:cubicBezTo>
                <a:cubicBezTo>
                  <a:pt x="709583" y="335950"/>
                  <a:pt x="695989" y="349545"/>
                  <a:pt x="679220" y="349545"/>
                </a:cubicBezTo>
                <a:cubicBezTo>
                  <a:pt x="662450" y="349545"/>
                  <a:pt x="648856" y="335950"/>
                  <a:pt x="648856" y="319181"/>
                </a:cubicBezTo>
                <a:cubicBezTo>
                  <a:pt x="648856" y="302412"/>
                  <a:pt x="662450" y="288818"/>
                  <a:pt x="679220" y="288818"/>
                </a:cubicBezTo>
                <a:close/>
                <a:moveTo>
                  <a:pt x="606665" y="288818"/>
                </a:moveTo>
                <a:cubicBezTo>
                  <a:pt x="623435" y="288818"/>
                  <a:pt x="637029" y="302412"/>
                  <a:pt x="637029" y="319181"/>
                </a:cubicBezTo>
                <a:cubicBezTo>
                  <a:pt x="637029" y="335950"/>
                  <a:pt x="623435" y="349545"/>
                  <a:pt x="606665" y="349545"/>
                </a:cubicBezTo>
                <a:cubicBezTo>
                  <a:pt x="589896" y="349545"/>
                  <a:pt x="576302" y="335950"/>
                  <a:pt x="576302" y="319181"/>
                </a:cubicBezTo>
                <a:cubicBezTo>
                  <a:pt x="576302" y="302412"/>
                  <a:pt x="589896" y="288818"/>
                  <a:pt x="606665" y="288818"/>
                </a:cubicBezTo>
                <a:close/>
                <a:moveTo>
                  <a:pt x="534111" y="288818"/>
                </a:moveTo>
                <a:cubicBezTo>
                  <a:pt x="550880" y="288818"/>
                  <a:pt x="564474" y="302412"/>
                  <a:pt x="564474" y="319181"/>
                </a:cubicBezTo>
                <a:cubicBezTo>
                  <a:pt x="564474" y="335950"/>
                  <a:pt x="550880" y="349545"/>
                  <a:pt x="534111" y="349545"/>
                </a:cubicBezTo>
                <a:cubicBezTo>
                  <a:pt x="517341" y="349545"/>
                  <a:pt x="503747" y="335950"/>
                  <a:pt x="503747" y="319181"/>
                </a:cubicBezTo>
                <a:cubicBezTo>
                  <a:pt x="503747" y="302412"/>
                  <a:pt x="517341" y="288818"/>
                  <a:pt x="534111" y="288818"/>
                </a:cubicBezTo>
                <a:close/>
                <a:moveTo>
                  <a:pt x="461556" y="288818"/>
                </a:moveTo>
                <a:cubicBezTo>
                  <a:pt x="478326" y="288818"/>
                  <a:pt x="491920" y="302412"/>
                  <a:pt x="491920" y="319181"/>
                </a:cubicBezTo>
                <a:cubicBezTo>
                  <a:pt x="491920" y="335950"/>
                  <a:pt x="478326" y="349545"/>
                  <a:pt x="461556" y="349545"/>
                </a:cubicBezTo>
                <a:cubicBezTo>
                  <a:pt x="444787" y="349545"/>
                  <a:pt x="431192" y="335950"/>
                  <a:pt x="431192" y="319181"/>
                </a:cubicBezTo>
                <a:cubicBezTo>
                  <a:pt x="431192" y="302412"/>
                  <a:pt x="444787" y="288818"/>
                  <a:pt x="461556" y="288818"/>
                </a:cubicBezTo>
                <a:close/>
                <a:moveTo>
                  <a:pt x="389002" y="288818"/>
                </a:moveTo>
                <a:cubicBezTo>
                  <a:pt x="405771" y="288818"/>
                  <a:pt x="419365" y="302412"/>
                  <a:pt x="419365" y="319181"/>
                </a:cubicBezTo>
                <a:cubicBezTo>
                  <a:pt x="419365" y="335950"/>
                  <a:pt x="405771" y="349545"/>
                  <a:pt x="389002" y="349545"/>
                </a:cubicBezTo>
                <a:cubicBezTo>
                  <a:pt x="372232" y="349545"/>
                  <a:pt x="358638" y="335950"/>
                  <a:pt x="358638" y="319181"/>
                </a:cubicBezTo>
                <a:cubicBezTo>
                  <a:pt x="358638" y="302412"/>
                  <a:pt x="372232" y="288818"/>
                  <a:pt x="389002" y="288818"/>
                </a:cubicBezTo>
                <a:close/>
                <a:moveTo>
                  <a:pt x="316447" y="288818"/>
                </a:moveTo>
                <a:cubicBezTo>
                  <a:pt x="333216" y="288818"/>
                  <a:pt x="346810" y="302412"/>
                  <a:pt x="346810" y="319181"/>
                </a:cubicBezTo>
                <a:cubicBezTo>
                  <a:pt x="346810" y="335950"/>
                  <a:pt x="333216" y="349545"/>
                  <a:pt x="316447" y="349545"/>
                </a:cubicBezTo>
                <a:cubicBezTo>
                  <a:pt x="299677" y="349545"/>
                  <a:pt x="286084" y="335950"/>
                  <a:pt x="286084" y="319181"/>
                </a:cubicBezTo>
                <a:cubicBezTo>
                  <a:pt x="286084" y="302412"/>
                  <a:pt x="299677" y="288818"/>
                  <a:pt x="316447" y="288818"/>
                </a:cubicBezTo>
                <a:close/>
                <a:moveTo>
                  <a:pt x="243892" y="288818"/>
                </a:moveTo>
                <a:cubicBezTo>
                  <a:pt x="260662" y="288818"/>
                  <a:pt x="274256" y="302412"/>
                  <a:pt x="274256" y="319181"/>
                </a:cubicBezTo>
                <a:cubicBezTo>
                  <a:pt x="274256" y="335950"/>
                  <a:pt x="260662" y="349545"/>
                  <a:pt x="243892" y="349545"/>
                </a:cubicBezTo>
                <a:cubicBezTo>
                  <a:pt x="227123" y="349545"/>
                  <a:pt x="213529" y="335950"/>
                  <a:pt x="213529" y="319181"/>
                </a:cubicBezTo>
                <a:cubicBezTo>
                  <a:pt x="213529" y="302412"/>
                  <a:pt x="227123" y="288818"/>
                  <a:pt x="243892" y="288818"/>
                </a:cubicBezTo>
                <a:close/>
                <a:moveTo>
                  <a:pt x="171339" y="288818"/>
                </a:moveTo>
                <a:cubicBezTo>
                  <a:pt x="188107" y="288818"/>
                  <a:pt x="201701" y="302412"/>
                  <a:pt x="201701" y="319181"/>
                </a:cubicBezTo>
                <a:cubicBezTo>
                  <a:pt x="201701" y="335950"/>
                  <a:pt x="188107" y="349545"/>
                  <a:pt x="171339" y="349545"/>
                </a:cubicBezTo>
                <a:cubicBezTo>
                  <a:pt x="154691" y="349545"/>
                  <a:pt x="141096" y="335950"/>
                  <a:pt x="141096" y="319181"/>
                </a:cubicBezTo>
                <a:cubicBezTo>
                  <a:pt x="141096" y="302412"/>
                  <a:pt x="154691" y="288818"/>
                  <a:pt x="171339" y="288818"/>
                </a:cubicBezTo>
                <a:close/>
                <a:moveTo>
                  <a:pt x="98923" y="288818"/>
                </a:moveTo>
                <a:cubicBezTo>
                  <a:pt x="115682" y="288818"/>
                  <a:pt x="129276" y="302412"/>
                  <a:pt x="129276" y="319181"/>
                </a:cubicBezTo>
                <a:cubicBezTo>
                  <a:pt x="129276" y="335950"/>
                  <a:pt x="115682" y="349545"/>
                  <a:pt x="98923" y="349545"/>
                </a:cubicBezTo>
                <a:cubicBezTo>
                  <a:pt x="82149" y="349545"/>
                  <a:pt x="68554" y="335950"/>
                  <a:pt x="68554" y="319181"/>
                </a:cubicBezTo>
                <a:cubicBezTo>
                  <a:pt x="68554" y="302412"/>
                  <a:pt x="82149" y="288818"/>
                  <a:pt x="98923" y="288818"/>
                </a:cubicBezTo>
                <a:close/>
                <a:moveTo>
                  <a:pt x="26368" y="288818"/>
                </a:moveTo>
                <a:cubicBezTo>
                  <a:pt x="43131" y="288818"/>
                  <a:pt x="56725" y="302412"/>
                  <a:pt x="56725" y="319181"/>
                </a:cubicBezTo>
                <a:cubicBezTo>
                  <a:pt x="56725" y="335950"/>
                  <a:pt x="43131" y="349545"/>
                  <a:pt x="26368" y="349545"/>
                </a:cubicBezTo>
                <a:cubicBezTo>
                  <a:pt x="17983" y="349545"/>
                  <a:pt x="10391" y="346146"/>
                  <a:pt x="4896" y="340651"/>
                </a:cubicBezTo>
                <a:lnTo>
                  <a:pt x="0" y="328831"/>
                </a:lnTo>
                <a:lnTo>
                  <a:pt x="0" y="309532"/>
                </a:lnTo>
                <a:lnTo>
                  <a:pt x="4896" y="297711"/>
                </a:lnTo>
                <a:cubicBezTo>
                  <a:pt x="10391" y="292217"/>
                  <a:pt x="17983" y="288818"/>
                  <a:pt x="26368" y="288818"/>
                </a:cubicBezTo>
                <a:close/>
                <a:moveTo>
                  <a:pt x="1622429" y="208366"/>
                </a:moveTo>
                <a:cubicBezTo>
                  <a:pt x="1639199" y="208366"/>
                  <a:pt x="1652792" y="221960"/>
                  <a:pt x="1652792" y="238729"/>
                </a:cubicBezTo>
                <a:cubicBezTo>
                  <a:pt x="1652792" y="255499"/>
                  <a:pt x="1639199" y="269093"/>
                  <a:pt x="1622429" y="269093"/>
                </a:cubicBezTo>
                <a:cubicBezTo>
                  <a:pt x="1605659" y="269093"/>
                  <a:pt x="1592066" y="255499"/>
                  <a:pt x="1592066" y="238729"/>
                </a:cubicBezTo>
                <a:cubicBezTo>
                  <a:pt x="1592066" y="221960"/>
                  <a:pt x="1605659" y="208366"/>
                  <a:pt x="1622429" y="208366"/>
                </a:cubicBezTo>
                <a:close/>
                <a:moveTo>
                  <a:pt x="1549874" y="208366"/>
                </a:moveTo>
                <a:cubicBezTo>
                  <a:pt x="1566644" y="208366"/>
                  <a:pt x="1580238" y="221960"/>
                  <a:pt x="1580238" y="238729"/>
                </a:cubicBezTo>
                <a:cubicBezTo>
                  <a:pt x="1580238" y="255499"/>
                  <a:pt x="1566644" y="269093"/>
                  <a:pt x="1549874" y="269093"/>
                </a:cubicBezTo>
                <a:cubicBezTo>
                  <a:pt x="1533105" y="269093"/>
                  <a:pt x="1519511" y="255499"/>
                  <a:pt x="1519511" y="238729"/>
                </a:cubicBezTo>
                <a:cubicBezTo>
                  <a:pt x="1519511" y="221960"/>
                  <a:pt x="1533105" y="208366"/>
                  <a:pt x="1549874" y="208366"/>
                </a:cubicBezTo>
                <a:close/>
                <a:moveTo>
                  <a:pt x="1477320" y="208366"/>
                </a:moveTo>
                <a:cubicBezTo>
                  <a:pt x="1494089" y="208366"/>
                  <a:pt x="1507683" y="221960"/>
                  <a:pt x="1507683" y="238729"/>
                </a:cubicBezTo>
                <a:cubicBezTo>
                  <a:pt x="1507683" y="255499"/>
                  <a:pt x="1494089" y="269093"/>
                  <a:pt x="1477320" y="269093"/>
                </a:cubicBezTo>
                <a:cubicBezTo>
                  <a:pt x="1460550" y="269093"/>
                  <a:pt x="1446956" y="255499"/>
                  <a:pt x="1446956" y="238729"/>
                </a:cubicBezTo>
                <a:cubicBezTo>
                  <a:pt x="1446956" y="221960"/>
                  <a:pt x="1460550" y="208366"/>
                  <a:pt x="1477320" y="208366"/>
                </a:cubicBezTo>
                <a:close/>
                <a:moveTo>
                  <a:pt x="1404765" y="208366"/>
                </a:moveTo>
                <a:cubicBezTo>
                  <a:pt x="1421535" y="208366"/>
                  <a:pt x="1435129" y="221960"/>
                  <a:pt x="1435129" y="238729"/>
                </a:cubicBezTo>
                <a:cubicBezTo>
                  <a:pt x="1435129" y="255499"/>
                  <a:pt x="1421535" y="269093"/>
                  <a:pt x="1404765" y="269093"/>
                </a:cubicBezTo>
                <a:cubicBezTo>
                  <a:pt x="1387996" y="269093"/>
                  <a:pt x="1374402" y="255499"/>
                  <a:pt x="1374402" y="238729"/>
                </a:cubicBezTo>
                <a:cubicBezTo>
                  <a:pt x="1374402" y="221960"/>
                  <a:pt x="1387996" y="208366"/>
                  <a:pt x="1404765" y="208366"/>
                </a:cubicBezTo>
                <a:close/>
                <a:moveTo>
                  <a:pt x="1332211" y="208366"/>
                </a:moveTo>
                <a:cubicBezTo>
                  <a:pt x="1348980" y="208366"/>
                  <a:pt x="1362574" y="221960"/>
                  <a:pt x="1362574" y="238729"/>
                </a:cubicBezTo>
                <a:cubicBezTo>
                  <a:pt x="1362574" y="255499"/>
                  <a:pt x="1348980" y="269093"/>
                  <a:pt x="1332211" y="269093"/>
                </a:cubicBezTo>
                <a:cubicBezTo>
                  <a:pt x="1315441" y="269093"/>
                  <a:pt x="1301847" y="255499"/>
                  <a:pt x="1301847" y="238729"/>
                </a:cubicBezTo>
                <a:cubicBezTo>
                  <a:pt x="1301847" y="221960"/>
                  <a:pt x="1315441" y="208366"/>
                  <a:pt x="1332211" y="208366"/>
                </a:cubicBezTo>
                <a:close/>
                <a:moveTo>
                  <a:pt x="1259656" y="208366"/>
                </a:moveTo>
                <a:cubicBezTo>
                  <a:pt x="1276426" y="208366"/>
                  <a:pt x="1290020" y="221960"/>
                  <a:pt x="1290020" y="238729"/>
                </a:cubicBezTo>
                <a:cubicBezTo>
                  <a:pt x="1290020" y="255499"/>
                  <a:pt x="1276426" y="269093"/>
                  <a:pt x="1259656" y="269093"/>
                </a:cubicBezTo>
                <a:cubicBezTo>
                  <a:pt x="1242887" y="269093"/>
                  <a:pt x="1229293" y="255499"/>
                  <a:pt x="1229293" y="238729"/>
                </a:cubicBezTo>
                <a:cubicBezTo>
                  <a:pt x="1229293" y="221960"/>
                  <a:pt x="1242887" y="208366"/>
                  <a:pt x="1259656" y="208366"/>
                </a:cubicBezTo>
                <a:close/>
                <a:moveTo>
                  <a:pt x="1187102" y="208366"/>
                </a:moveTo>
                <a:cubicBezTo>
                  <a:pt x="1203871" y="208366"/>
                  <a:pt x="1217465" y="221960"/>
                  <a:pt x="1217465" y="238729"/>
                </a:cubicBezTo>
                <a:cubicBezTo>
                  <a:pt x="1217465" y="255499"/>
                  <a:pt x="1203871" y="269093"/>
                  <a:pt x="1187102" y="269093"/>
                </a:cubicBezTo>
                <a:cubicBezTo>
                  <a:pt x="1170332" y="269093"/>
                  <a:pt x="1156738" y="255499"/>
                  <a:pt x="1156738" y="238729"/>
                </a:cubicBezTo>
                <a:cubicBezTo>
                  <a:pt x="1156738" y="221960"/>
                  <a:pt x="1170332" y="208366"/>
                  <a:pt x="1187102" y="208366"/>
                </a:cubicBezTo>
                <a:close/>
                <a:moveTo>
                  <a:pt x="1114547" y="208366"/>
                </a:moveTo>
                <a:cubicBezTo>
                  <a:pt x="1131317" y="208366"/>
                  <a:pt x="1144911" y="221960"/>
                  <a:pt x="1144911" y="238729"/>
                </a:cubicBezTo>
                <a:cubicBezTo>
                  <a:pt x="1144911" y="255499"/>
                  <a:pt x="1131317" y="269093"/>
                  <a:pt x="1114547" y="269093"/>
                </a:cubicBezTo>
                <a:cubicBezTo>
                  <a:pt x="1097778" y="269093"/>
                  <a:pt x="1084184" y="255499"/>
                  <a:pt x="1084184" y="238729"/>
                </a:cubicBezTo>
                <a:cubicBezTo>
                  <a:pt x="1084184" y="221960"/>
                  <a:pt x="1097778" y="208366"/>
                  <a:pt x="1114547" y="208366"/>
                </a:cubicBezTo>
                <a:close/>
                <a:moveTo>
                  <a:pt x="1041993" y="208366"/>
                </a:moveTo>
                <a:cubicBezTo>
                  <a:pt x="1058762" y="208366"/>
                  <a:pt x="1072356" y="221960"/>
                  <a:pt x="1072356" y="238729"/>
                </a:cubicBezTo>
                <a:cubicBezTo>
                  <a:pt x="1072356" y="255499"/>
                  <a:pt x="1058762" y="269093"/>
                  <a:pt x="1041993" y="269093"/>
                </a:cubicBezTo>
                <a:cubicBezTo>
                  <a:pt x="1025223" y="269093"/>
                  <a:pt x="1011629" y="255499"/>
                  <a:pt x="1011629" y="238729"/>
                </a:cubicBezTo>
                <a:cubicBezTo>
                  <a:pt x="1011629" y="221960"/>
                  <a:pt x="1025223" y="208366"/>
                  <a:pt x="1041993" y="208366"/>
                </a:cubicBezTo>
                <a:close/>
                <a:moveTo>
                  <a:pt x="969438" y="208366"/>
                </a:moveTo>
                <a:cubicBezTo>
                  <a:pt x="986208" y="208366"/>
                  <a:pt x="999801" y="221960"/>
                  <a:pt x="999801" y="238729"/>
                </a:cubicBezTo>
                <a:cubicBezTo>
                  <a:pt x="999801" y="255499"/>
                  <a:pt x="986208" y="269093"/>
                  <a:pt x="969438" y="269093"/>
                </a:cubicBezTo>
                <a:cubicBezTo>
                  <a:pt x="952669" y="269093"/>
                  <a:pt x="939075" y="255499"/>
                  <a:pt x="939075" y="238729"/>
                </a:cubicBezTo>
                <a:cubicBezTo>
                  <a:pt x="939075" y="221960"/>
                  <a:pt x="952669" y="208366"/>
                  <a:pt x="969438" y="208366"/>
                </a:cubicBezTo>
                <a:close/>
                <a:moveTo>
                  <a:pt x="896883" y="208366"/>
                </a:moveTo>
                <a:cubicBezTo>
                  <a:pt x="913653" y="208366"/>
                  <a:pt x="927247" y="221960"/>
                  <a:pt x="927247" y="238729"/>
                </a:cubicBezTo>
                <a:cubicBezTo>
                  <a:pt x="927247" y="255499"/>
                  <a:pt x="913653" y="269093"/>
                  <a:pt x="896883" y="269093"/>
                </a:cubicBezTo>
                <a:cubicBezTo>
                  <a:pt x="880114" y="269093"/>
                  <a:pt x="866520" y="255499"/>
                  <a:pt x="866520" y="238729"/>
                </a:cubicBezTo>
                <a:cubicBezTo>
                  <a:pt x="866520" y="221960"/>
                  <a:pt x="880114" y="208366"/>
                  <a:pt x="896883" y="208366"/>
                </a:cubicBezTo>
                <a:close/>
                <a:moveTo>
                  <a:pt x="824329" y="208366"/>
                </a:moveTo>
                <a:cubicBezTo>
                  <a:pt x="841098" y="208366"/>
                  <a:pt x="854692" y="221960"/>
                  <a:pt x="854692" y="238729"/>
                </a:cubicBezTo>
                <a:cubicBezTo>
                  <a:pt x="854692" y="255499"/>
                  <a:pt x="841098" y="269093"/>
                  <a:pt x="824329" y="269093"/>
                </a:cubicBezTo>
                <a:cubicBezTo>
                  <a:pt x="807559" y="269093"/>
                  <a:pt x="793965" y="255499"/>
                  <a:pt x="793965" y="238729"/>
                </a:cubicBezTo>
                <a:cubicBezTo>
                  <a:pt x="793965" y="221960"/>
                  <a:pt x="807559" y="208366"/>
                  <a:pt x="824329" y="208366"/>
                </a:cubicBezTo>
                <a:close/>
                <a:moveTo>
                  <a:pt x="751774" y="208366"/>
                </a:moveTo>
                <a:cubicBezTo>
                  <a:pt x="768544" y="208366"/>
                  <a:pt x="782138" y="221960"/>
                  <a:pt x="782138" y="238729"/>
                </a:cubicBezTo>
                <a:cubicBezTo>
                  <a:pt x="782138" y="255499"/>
                  <a:pt x="768544" y="269093"/>
                  <a:pt x="751774" y="269093"/>
                </a:cubicBezTo>
                <a:cubicBezTo>
                  <a:pt x="735005" y="269093"/>
                  <a:pt x="721411" y="255499"/>
                  <a:pt x="721411" y="238729"/>
                </a:cubicBezTo>
                <a:cubicBezTo>
                  <a:pt x="721411" y="221960"/>
                  <a:pt x="735005" y="208366"/>
                  <a:pt x="751774" y="208366"/>
                </a:cubicBezTo>
                <a:close/>
                <a:moveTo>
                  <a:pt x="679220" y="208366"/>
                </a:moveTo>
                <a:cubicBezTo>
                  <a:pt x="695989" y="208366"/>
                  <a:pt x="709583" y="221960"/>
                  <a:pt x="709583" y="238729"/>
                </a:cubicBezTo>
                <a:cubicBezTo>
                  <a:pt x="709583" y="255499"/>
                  <a:pt x="695989" y="269093"/>
                  <a:pt x="679220" y="269093"/>
                </a:cubicBezTo>
                <a:cubicBezTo>
                  <a:pt x="662450" y="269093"/>
                  <a:pt x="648856" y="255499"/>
                  <a:pt x="648856" y="238729"/>
                </a:cubicBezTo>
                <a:cubicBezTo>
                  <a:pt x="648856" y="221960"/>
                  <a:pt x="662450" y="208366"/>
                  <a:pt x="679220" y="208366"/>
                </a:cubicBezTo>
                <a:close/>
                <a:moveTo>
                  <a:pt x="606665" y="208366"/>
                </a:moveTo>
                <a:cubicBezTo>
                  <a:pt x="623435" y="208366"/>
                  <a:pt x="637029" y="221960"/>
                  <a:pt x="637029" y="238729"/>
                </a:cubicBezTo>
                <a:cubicBezTo>
                  <a:pt x="637029" y="255499"/>
                  <a:pt x="623435" y="269093"/>
                  <a:pt x="606665" y="269093"/>
                </a:cubicBezTo>
                <a:cubicBezTo>
                  <a:pt x="589896" y="269093"/>
                  <a:pt x="576302" y="255499"/>
                  <a:pt x="576302" y="238729"/>
                </a:cubicBezTo>
                <a:cubicBezTo>
                  <a:pt x="576302" y="221960"/>
                  <a:pt x="589896" y="208366"/>
                  <a:pt x="606665" y="208366"/>
                </a:cubicBezTo>
                <a:close/>
                <a:moveTo>
                  <a:pt x="534111" y="208366"/>
                </a:moveTo>
                <a:cubicBezTo>
                  <a:pt x="550880" y="208366"/>
                  <a:pt x="564474" y="221960"/>
                  <a:pt x="564474" y="238729"/>
                </a:cubicBezTo>
                <a:cubicBezTo>
                  <a:pt x="564474" y="255499"/>
                  <a:pt x="550880" y="269093"/>
                  <a:pt x="534111" y="269093"/>
                </a:cubicBezTo>
                <a:cubicBezTo>
                  <a:pt x="517341" y="269093"/>
                  <a:pt x="503747" y="255499"/>
                  <a:pt x="503747" y="238729"/>
                </a:cubicBezTo>
                <a:cubicBezTo>
                  <a:pt x="503747" y="221960"/>
                  <a:pt x="517341" y="208366"/>
                  <a:pt x="534111" y="208366"/>
                </a:cubicBezTo>
                <a:close/>
                <a:moveTo>
                  <a:pt x="461556" y="208366"/>
                </a:moveTo>
                <a:cubicBezTo>
                  <a:pt x="478326" y="208366"/>
                  <a:pt x="491920" y="221960"/>
                  <a:pt x="491920" y="238729"/>
                </a:cubicBezTo>
                <a:cubicBezTo>
                  <a:pt x="491920" y="255499"/>
                  <a:pt x="478326" y="269093"/>
                  <a:pt x="461556" y="269093"/>
                </a:cubicBezTo>
                <a:cubicBezTo>
                  <a:pt x="444787" y="269093"/>
                  <a:pt x="431192" y="255499"/>
                  <a:pt x="431192" y="238729"/>
                </a:cubicBezTo>
                <a:cubicBezTo>
                  <a:pt x="431192" y="221960"/>
                  <a:pt x="444787" y="208366"/>
                  <a:pt x="461556" y="208366"/>
                </a:cubicBezTo>
                <a:close/>
                <a:moveTo>
                  <a:pt x="389002" y="208366"/>
                </a:moveTo>
                <a:cubicBezTo>
                  <a:pt x="405771" y="208366"/>
                  <a:pt x="419365" y="221960"/>
                  <a:pt x="419365" y="238729"/>
                </a:cubicBezTo>
                <a:cubicBezTo>
                  <a:pt x="419365" y="255499"/>
                  <a:pt x="405771" y="269093"/>
                  <a:pt x="389002" y="269093"/>
                </a:cubicBezTo>
                <a:cubicBezTo>
                  <a:pt x="372232" y="269093"/>
                  <a:pt x="358638" y="255499"/>
                  <a:pt x="358638" y="238729"/>
                </a:cubicBezTo>
                <a:cubicBezTo>
                  <a:pt x="358638" y="221960"/>
                  <a:pt x="372232" y="208366"/>
                  <a:pt x="389002" y="208366"/>
                </a:cubicBezTo>
                <a:close/>
                <a:moveTo>
                  <a:pt x="316447" y="208366"/>
                </a:moveTo>
                <a:cubicBezTo>
                  <a:pt x="333216" y="208366"/>
                  <a:pt x="346810" y="221960"/>
                  <a:pt x="346810" y="238729"/>
                </a:cubicBezTo>
                <a:cubicBezTo>
                  <a:pt x="346810" y="255499"/>
                  <a:pt x="333216" y="269093"/>
                  <a:pt x="316447" y="269093"/>
                </a:cubicBezTo>
                <a:cubicBezTo>
                  <a:pt x="299677" y="269093"/>
                  <a:pt x="286084" y="255499"/>
                  <a:pt x="286084" y="238729"/>
                </a:cubicBezTo>
                <a:cubicBezTo>
                  <a:pt x="286084" y="221960"/>
                  <a:pt x="299677" y="208366"/>
                  <a:pt x="316447" y="208366"/>
                </a:cubicBezTo>
                <a:close/>
                <a:moveTo>
                  <a:pt x="243892" y="208366"/>
                </a:moveTo>
                <a:cubicBezTo>
                  <a:pt x="260662" y="208366"/>
                  <a:pt x="274256" y="221960"/>
                  <a:pt x="274256" y="238729"/>
                </a:cubicBezTo>
                <a:cubicBezTo>
                  <a:pt x="274256" y="255499"/>
                  <a:pt x="260662" y="269093"/>
                  <a:pt x="243892" y="269093"/>
                </a:cubicBezTo>
                <a:cubicBezTo>
                  <a:pt x="227123" y="269093"/>
                  <a:pt x="213529" y="255499"/>
                  <a:pt x="213529" y="238729"/>
                </a:cubicBezTo>
                <a:cubicBezTo>
                  <a:pt x="213529" y="221960"/>
                  <a:pt x="227123" y="208366"/>
                  <a:pt x="243892" y="208366"/>
                </a:cubicBezTo>
                <a:close/>
                <a:moveTo>
                  <a:pt x="171339" y="208366"/>
                </a:moveTo>
                <a:cubicBezTo>
                  <a:pt x="188107" y="208366"/>
                  <a:pt x="201701" y="221960"/>
                  <a:pt x="201701" y="238729"/>
                </a:cubicBezTo>
                <a:cubicBezTo>
                  <a:pt x="201701" y="255499"/>
                  <a:pt x="188107" y="269093"/>
                  <a:pt x="171339" y="269093"/>
                </a:cubicBezTo>
                <a:cubicBezTo>
                  <a:pt x="154697" y="269093"/>
                  <a:pt x="141102" y="255499"/>
                  <a:pt x="141102" y="238729"/>
                </a:cubicBezTo>
                <a:cubicBezTo>
                  <a:pt x="141102" y="221960"/>
                  <a:pt x="154697" y="208366"/>
                  <a:pt x="171339" y="208366"/>
                </a:cubicBezTo>
                <a:close/>
                <a:moveTo>
                  <a:pt x="98929" y="208366"/>
                </a:moveTo>
                <a:cubicBezTo>
                  <a:pt x="115688" y="208366"/>
                  <a:pt x="129282" y="221960"/>
                  <a:pt x="129282" y="238729"/>
                </a:cubicBezTo>
                <a:cubicBezTo>
                  <a:pt x="129282" y="255499"/>
                  <a:pt x="115688" y="269093"/>
                  <a:pt x="98929" y="269093"/>
                </a:cubicBezTo>
                <a:cubicBezTo>
                  <a:pt x="82155" y="269093"/>
                  <a:pt x="68561" y="255499"/>
                  <a:pt x="68561" y="238729"/>
                </a:cubicBezTo>
                <a:cubicBezTo>
                  <a:pt x="68561" y="221960"/>
                  <a:pt x="82155" y="208366"/>
                  <a:pt x="98929" y="208366"/>
                </a:cubicBezTo>
                <a:close/>
                <a:moveTo>
                  <a:pt x="26375" y="208366"/>
                </a:moveTo>
                <a:cubicBezTo>
                  <a:pt x="43137" y="208366"/>
                  <a:pt x="56732" y="221960"/>
                  <a:pt x="56732" y="238729"/>
                </a:cubicBezTo>
                <a:cubicBezTo>
                  <a:pt x="56732" y="255499"/>
                  <a:pt x="43137" y="269093"/>
                  <a:pt x="26375" y="269093"/>
                </a:cubicBezTo>
                <a:cubicBezTo>
                  <a:pt x="17989" y="269093"/>
                  <a:pt x="10398" y="265695"/>
                  <a:pt x="4903" y="260200"/>
                </a:cubicBezTo>
                <a:lnTo>
                  <a:pt x="0" y="248364"/>
                </a:lnTo>
                <a:lnTo>
                  <a:pt x="0" y="229094"/>
                </a:lnTo>
                <a:lnTo>
                  <a:pt x="4903" y="217259"/>
                </a:lnTo>
                <a:cubicBezTo>
                  <a:pt x="10398" y="211765"/>
                  <a:pt x="17989" y="208366"/>
                  <a:pt x="26375" y="208366"/>
                </a:cubicBezTo>
                <a:close/>
                <a:moveTo>
                  <a:pt x="1622429" y="127914"/>
                </a:moveTo>
                <a:cubicBezTo>
                  <a:pt x="1630814" y="127914"/>
                  <a:pt x="1638404" y="131313"/>
                  <a:pt x="1643899" y="136808"/>
                </a:cubicBezTo>
                <a:lnTo>
                  <a:pt x="1648931" y="148957"/>
                </a:lnTo>
                <a:lnTo>
                  <a:pt x="1651011" y="162579"/>
                </a:lnTo>
                <a:lnTo>
                  <a:pt x="1643899" y="179748"/>
                </a:lnTo>
                <a:cubicBezTo>
                  <a:pt x="1638404" y="185243"/>
                  <a:pt x="1630814" y="188641"/>
                  <a:pt x="1622429" y="188641"/>
                </a:cubicBezTo>
                <a:cubicBezTo>
                  <a:pt x="1605659" y="188641"/>
                  <a:pt x="1592066" y="175047"/>
                  <a:pt x="1592066" y="158278"/>
                </a:cubicBezTo>
                <a:cubicBezTo>
                  <a:pt x="1592066" y="141508"/>
                  <a:pt x="1605659" y="127914"/>
                  <a:pt x="1622429" y="127914"/>
                </a:cubicBezTo>
                <a:close/>
                <a:moveTo>
                  <a:pt x="1549874" y="127914"/>
                </a:moveTo>
                <a:cubicBezTo>
                  <a:pt x="1566644" y="127914"/>
                  <a:pt x="1580238" y="141508"/>
                  <a:pt x="1580238" y="158278"/>
                </a:cubicBezTo>
                <a:cubicBezTo>
                  <a:pt x="1580238" y="175047"/>
                  <a:pt x="1566644" y="188641"/>
                  <a:pt x="1549874" y="188641"/>
                </a:cubicBezTo>
                <a:cubicBezTo>
                  <a:pt x="1533105" y="188641"/>
                  <a:pt x="1519511" y="175047"/>
                  <a:pt x="1519511" y="158278"/>
                </a:cubicBezTo>
                <a:cubicBezTo>
                  <a:pt x="1519511" y="141508"/>
                  <a:pt x="1533105" y="127914"/>
                  <a:pt x="1549874" y="127914"/>
                </a:cubicBezTo>
                <a:close/>
                <a:moveTo>
                  <a:pt x="1477320" y="127914"/>
                </a:moveTo>
                <a:cubicBezTo>
                  <a:pt x="1494089" y="127914"/>
                  <a:pt x="1507683" y="141508"/>
                  <a:pt x="1507683" y="158278"/>
                </a:cubicBezTo>
                <a:cubicBezTo>
                  <a:pt x="1507683" y="175047"/>
                  <a:pt x="1494089" y="188641"/>
                  <a:pt x="1477320" y="188641"/>
                </a:cubicBezTo>
                <a:cubicBezTo>
                  <a:pt x="1460550" y="188641"/>
                  <a:pt x="1446956" y="175047"/>
                  <a:pt x="1446956" y="158278"/>
                </a:cubicBezTo>
                <a:cubicBezTo>
                  <a:pt x="1446956" y="141508"/>
                  <a:pt x="1460550" y="127914"/>
                  <a:pt x="1477320" y="127914"/>
                </a:cubicBezTo>
                <a:close/>
                <a:moveTo>
                  <a:pt x="1404765" y="127914"/>
                </a:moveTo>
                <a:cubicBezTo>
                  <a:pt x="1421535" y="127914"/>
                  <a:pt x="1435129" y="141508"/>
                  <a:pt x="1435129" y="158278"/>
                </a:cubicBezTo>
                <a:cubicBezTo>
                  <a:pt x="1435129" y="175047"/>
                  <a:pt x="1421535" y="188641"/>
                  <a:pt x="1404765" y="188641"/>
                </a:cubicBezTo>
                <a:cubicBezTo>
                  <a:pt x="1387996" y="188641"/>
                  <a:pt x="1374402" y="175047"/>
                  <a:pt x="1374402" y="158278"/>
                </a:cubicBezTo>
                <a:cubicBezTo>
                  <a:pt x="1374402" y="141508"/>
                  <a:pt x="1387996" y="127914"/>
                  <a:pt x="1404765" y="127914"/>
                </a:cubicBezTo>
                <a:close/>
                <a:moveTo>
                  <a:pt x="1332211" y="127914"/>
                </a:moveTo>
                <a:cubicBezTo>
                  <a:pt x="1348980" y="127914"/>
                  <a:pt x="1362574" y="141508"/>
                  <a:pt x="1362574" y="158278"/>
                </a:cubicBezTo>
                <a:cubicBezTo>
                  <a:pt x="1362574" y="175047"/>
                  <a:pt x="1348980" y="188641"/>
                  <a:pt x="1332211" y="188641"/>
                </a:cubicBezTo>
                <a:cubicBezTo>
                  <a:pt x="1315441" y="188641"/>
                  <a:pt x="1301847" y="175047"/>
                  <a:pt x="1301847" y="158278"/>
                </a:cubicBezTo>
                <a:cubicBezTo>
                  <a:pt x="1301847" y="141508"/>
                  <a:pt x="1315441" y="127914"/>
                  <a:pt x="1332211" y="127914"/>
                </a:cubicBezTo>
                <a:close/>
                <a:moveTo>
                  <a:pt x="1259656" y="127914"/>
                </a:moveTo>
                <a:cubicBezTo>
                  <a:pt x="1276426" y="127914"/>
                  <a:pt x="1290020" y="141508"/>
                  <a:pt x="1290020" y="158278"/>
                </a:cubicBezTo>
                <a:cubicBezTo>
                  <a:pt x="1290020" y="175047"/>
                  <a:pt x="1276426" y="188641"/>
                  <a:pt x="1259656" y="188641"/>
                </a:cubicBezTo>
                <a:cubicBezTo>
                  <a:pt x="1242887" y="188641"/>
                  <a:pt x="1229293" y="175047"/>
                  <a:pt x="1229293" y="158278"/>
                </a:cubicBezTo>
                <a:cubicBezTo>
                  <a:pt x="1229293" y="141508"/>
                  <a:pt x="1242887" y="127914"/>
                  <a:pt x="1259656" y="127914"/>
                </a:cubicBezTo>
                <a:close/>
                <a:moveTo>
                  <a:pt x="1187102" y="127914"/>
                </a:moveTo>
                <a:cubicBezTo>
                  <a:pt x="1203871" y="127914"/>
                  <a:pt x="1217465" y="141508"/>
                  <a:pt x="1217465" y="158278"/>
                </a:cubicBezTo>
                <a:cubicBezTo>
                  <a:pt x="1217465" y="175047"/>
                  <a:pt x="1203871" y="188641"/>
                  <a:pt x="1187102" y="188641"/>
                </a:cubicBezTo>
                <a:cubicBezTo>
                  <a:pt x="1170332" y="188641"/>
                  <a:pt x="1156738" y="175047"/>
                  <a:pt x="1156738" y="158278"/>
                </a:cubicBezTo>
                <a:cubicBezTo>
                  <a:pt x="1156738" y="141508"/>
                  <a:pt x="1170332" y="127914"/>
                  <a:pt x="1187102" y="127914"/>
                </a:cubicBezTo>
                <a:close/>
                <a:moveTo>
                  <a:pt x="1114547" y="127914"/>
                </a:moveTo>
                <a:cubicBezTo>
                  <a:pt x="1131317" y="127914"/>
                  <a:pt x="1144911" y="141508"/>
                  <a:pt x="1144911" y="158278"/>
                </a:cubicBezTo>
                <a:cubicBezTo>
                  <a:pt x="1144911" y="175047"/>
                  <a:pt x="1131317" y="188641"/>
                  <a:pt x="1114547" y="188641"/>
                </a:cubicBezTo>
                <a:cubicBezTo>
                  <a:pt x="1097778" y="188641"/>
                  <a:pt x="1084184" y="175047"/>
                  <a:pt x="1084184" y="158278"/>
                </a:cubicBezTo>
                <a:cubicBezTo>
                  <a:pt x="1084184" y="141508"/>
                  <a:pt x="1097778" y="127914"/>
                  <a:pt x="1114547" y="127914"/>
                </a:cubicBezTo>
                <a:close/>
                <a:moveTo>
                  <a:pt x="1041993" y="127914"/>
                </a:moveTo>
                <a:cubicBezTo>
                  <a:pt x="1058762" y="127914"/>
                  <a:pt x="1072356" y="141508"/>
                  <a:pt x="1072356" y="158278"/>
                </a:cubicBezTo>
                <a:cubicBezTo>
                  <a:pt x="1072356" y="175047"/>
                  <a:pt x="1058762" y="188641"/>
                  <a:pt x="1041993" y="188641"/>
                </a:cubicBezTo>
                <a:cubicBezTo>
                  <a:pt x="1025223" y="188641"/>
                  <a:pt x="1011629" y="175047"/>
                  <a:pt x="1011629" y="158278"/>
                </a:cubicBezTo>
                <a:cubicBezTo>
                  <a:pt x="1011629" y="141508"/>
                  <a:pt x="1025223" y="127914"/>
                  <a:pt x="1041993" y="127914"/>
                </a:cubicBezTo>
                <a:close/>
                <a:moveTo>
                  <a:pt x="969438" y="127914"/>
                </a:moveTo>
                <a:cubicBezTo>
                  <a:pt x="986208" y="127914"/>
                  <a:pt x="999801" y="141508"/>
                  <a:pt x="999801" y="158278"/>
                </a:cubicBezTo>
                <a:cubicBezTo>
                  <a:pt x="999801" y="175047"/>
                  <a:pt x="986208" y="188641"/>
                  <a:pt x="969438" y="188641"/>
                </a:cubicBezTo>
                <a:cubicBezTo>
                  <a:pt x="952669" y="188641"/>
                  <a:pt x="939075" y="175047"/>
                  <a:pt x="939075" y="158278"/>
                </a:cubicBezTo>
                <a:cubicBezTo>
                  <a:pt x="939075" y="141508"/>
                  <a:pt x="952669" y="127914"/>
                  <a:pt x="969438" y="127914"/>
                </a:cubicBezTo>
                <a:close/>
                <a:moveTo>
                  <a:pt x="896883" y="127914"/>
                </a:moveTo>
                <a:cubicBezTo>
                  <a:pt x="913653" y="127914"/>
                  <a:pt x="927247" y="141508"/>
                  <a:pt x="927247" y="158278"/>
                </a:cubicBezTo>
                <a:cubicBezTo>
                  <a:pt x="927247" y="175047"/>
                  <a:pt x="913653" y="188641"/>
                  <a:pt x="896883" y="188641"/>
                </a:cubicBezTo>
                <a:cubicBezTo>
                  <a:pt x="880114" y="188641"/>
                  <a:pt x="866520" y="175047"/>
                  <a:pt x="866520" y="158278"/>
                </a:cubicBezTo>
                <a:cubicBezTo>
                  <a:pt x="866520" y="141508"/>
                  <a:pt x="880114" y="127914"/>
                  <a:pt x="896883" y="127914"/>
                </a:cubicBezTo>
                <a:close/>
                <a:moveTo>
                  <a:pt x="824329" y="127914"/>
                </a:moveTo>
                <a:cubicBezTo>
                  <a:pt x="841098" y="127914"/>
                  <a:pt x="854692" y="141508"/>
                  <a:pt x="854692" y="158278"/>
                </a:cubicBezTo>
                <a:cubicBezTo>
                  <a:pt x="854692" y="175047"/>
                  <a:pt x="841098" y="188641"/>
                  <a:pt x="824329" y="188641"/>
                </a:cubicBezTo>
                <a:cubicBezTo>
                  <a:pt x="807559" y="188641"/>
                  <a:pt x="793965" y="175047"/>
                  <a:pt x="793965" y="158278"/>
                </a:cubicBezTo>
                <a:cubicBezTo>
                  <a:pt x="793965" y="141508"/>
                  <a:pt x="807559" y="127914"/>
                  <a:pt x="824329" y="127914"/>
                </a:cubicBezTo>
                <a:close/>
                <a:moveTo>
                  <a:pt x="751774" y="127914"/>
                </a:moveTo>
                <a:cubicBezTo>
                  <a:pt x="768544" y="127914"/>
                  <a:pt x="782138" y="141508"/>
                  <a:pt x="782138" y="158278"/>
                </a:cubicBezTo>
                <a:cubicBezTo>
                  <a:pt x="782138" y="175047"/>
                  <a:pt x="768544" y="188641"/>
                  <a:pt x="751774" y="188641"/>
                </a:cubicBezTo>
                <a:cubicBezTo>
                  <a:pt x="735005" y="188641"/>
                  <a:pt x="721411" y="175047"/>
                  <a:pt x="721411" y="158278"/>
                </a:cubicBezTo>
                <a:cubicBezTo>
                  <a:pt x="721411" y="141508"/>
                  <a:pt x="735005" y="127914"/>
                  <a:pt x="751774" y="127914"/>
                </a:cubicBezTo>
                <a:close/>
                <a:moveTo>
                  <a:pt x="679220" y="127914"/>
                </a:moveTo>
                <a:cubicBezTo>
                  <a:pt x="695989" y="127914"/>
                  <a:pt x="709583" y="141508"/>
                  <a:pt x="709583" y="158278"/>
                </a:cubicBezTo>
                <a:cubicBezTo>
                  <a:pt x="709583" y="175047"/>
                  <a:pt x="695989" y="188641"/>
                  <a:pt x="679220" y="188641"/>
                </a:cubicBezTo>
                <a:cubicBezTo>
                  <a:pt x="662450" y="188641"/>
                  <a:pt x="648856" y="175047"/>
                  <a:pt x="648856" y="158278"/>
                </a:cubicBezTo>
                <a:cubicBezTo>
                  <a:pt x="648856" y="141508"/>
                  <a:pt x="662450" y="127914"/>
                  <a:pt x="679220" y="127914"/>
                </a:cubicBezTo>
                <a:close/>
                <a:moveTo>
                  <a:pt x="606665" y="127914"/>
                </a:moveTo>
                <a:cubicBezTo>
                  <a:pt x="623435" y="127914"/>
                  <a:pt x="637029" y="141508"/>
                  <a:pt x="637029" y="158278"/>
                </a:cubicBezTo>
                <a:cubicBezTo>
                  <a:pt x="637029" y="175047"/>
                  <a:pt x="623435" y="188641"/>
                  <a:pt x="606665" y="188641"/>
                </a:cubicBezTo>
                <a:cubicBezTo>
                  <a:pt x="589896" y="188641"/>
                  <a:pt x="576302" y="175047"/>
                  <a:pt x="576302" y="158278"/>
                </a:cubicBezTo>
                <a:cubicBezTo>
                  <a:pt x="576302" y="141508"/>
                  <a:pt x="589896" y="127914"/>
                  <a:pt x="606665" y="127914"/>
                </a:cubicBezTo>
                <a:close/>
                <a:moveTo>
                  <a:pt x="534111" y="127914"/>
                </a:moveTo>
                <a:cubicBezTo>
                  <a:pt x="550880" y="127914"/>
                  <a:pt x="564474" y="141508"/>
                  <a:pt x="564474" y="158278"/>
                </a:cubicBezTo>
                <a:cubicBezTo>
                  <a:pt x="564474" y="175047"/>
                  <a:pt x="550880" y="188641"/>
                  <a:pt x="534111" y="188641"/>
                </a:cubicBezTo>
                <a:cubicBezTo>
                  <a:pt x="517341" y="188641"/>
                  <a:pt x="503747" y="175047"/>
                  <a:pt x="503747" y="158278"/>
                </a:cubicBezTo>
                <a:cubicBezTo>
                  <a:pt x="503747" y="141508"/>
                  <a:pt x="517341" y="127914"/>
                  <a:pt x="534111" y="127914"/>
                </a:cubicBezTo>
                <a:close/>
                <a:moveTo>
                  <a:pt x="461556" y="127914"/>
                </a:moveTo>
                <a:cubicBezTo>
                  <a:pt x="478326" y="127914"/>
                  <a:pt x="491920" y="141508"/>
                  <a:pt x="491920" y="158278"/>
                </a:cubicBezTo>
                <a:cubicBezTo>
                  <a:pt x="491920" y="175047"/>
                  <a:pt x="478326" y="188641"/>
                  <a:pt x="461556" y="188641"/>
                </a:cubicBezTo>
                <a:cubicBezTo>
                  <a:pt x="444787" y="188641"/>
                  <a:pt x="431192" y="175047"/>
                  <a:pt x="431192" y="158278"/>
                </a:cubicBezTo>
                <a:cubicBezTo>
                  <a:pt x="431192" y="141508"/>
                  <a:pt x="444787" y="127914"/>
                  <a:pt x="461556" y="127914"/>
                </a:cubicBezTo>
                <a:close/>
                <a:moveTo>
                  <a:pt x="389002" y="127914"/>
                </a:moveTo>
                <a:cubicBezTo>
                  <a:pt x="405771" y="127914"/>
                  <a:pt x="419365" y="141508"/>
                  <a:pt x="419365" y="158278"/>
                </a:cubicBezTo>
                <a:cubicBezTo>
                  <a:pt x="419365" y="175047"/>
                  <a:pt x="405771" y="188641"/>
                  <a:pt x="389002" y="188641"/>
                </a:cubicBezTo>
                <a:cubicBezTo>
                  <a:pt x="372232" y="188641"/>
                  <a:pt x="358638" y="175047"/>
                  <a:pt x="358638" y="158278"/>
                </a:cubicBezTo>
                <a:cubicBezTo>
                  <a:pt x="358638" y="141508"/>
                  <a:pt x="372232" y="127914"/>
                  <a:pt x="389002" y="127914"/>
                </a:cubicBezTo>
                <a:close/>
                <a:moveTo>
                  <a:pt x="316447" y="127914"/>
                </a:moveTo>
                <a:cubicBezTo>
                  <a:pt x="333216" y="127914"/>
                  <a:pt x="346810" y="141508"/>
                  <a:pt x="346810" y="158278"/>
                </a:cubicBezTo>
                <a:cubicBezTo>
                  <a:pt x="346810" y="175047"/>
                  <a:pt x="333216" y="188641"/>
                  <a:pt x="316447" y="188641"/>
                </a:cubicBezTo>
                <a:cubicBezTo>
                  <a:pt x="299677" y="188641"/>
                  <a:pt x="286084" y="175047"/>
                  <a:pt x="286084" y="158278"/>
                </a:cubicBezTo>
                <a:cubicBezTo>
                  <a:pt x="286084" y="141508"/>
                  <a:pt x="299677" y="127914"/>
                  <a:pt x="316447" y="127914"/>
                </a:cubicBezTo>
                <a:close/>
                <a:moveTo>
                  <a:pt x="243892" y="127914"/>
                </a:moveTo>
                <a:cubicBezTo>
                  <a:pt x="260662" y="127914"/>
                  <a:pt x="274256" y="141508"/>
                  <a:pt x="274256" y="158278"/>
                </a:cubicBezTo>
                <a:cubicBezTo>
                  <a:pt x="274256" y="175047"/>
                  <a:pt x="260662" y="188641"/>
                  <a:pt x="243892" y="188641"/>
                </a:cubicBezTo>
                <a:cubicBezTo>
                  <a:pt x="227123" y="188641"/>
                  <a:pt x="213529" y="175047"/>
                  <a:pt x="213529" y="158278"/>
                </a:cubicBezTo>
                <a:cubicBezTo>
                  <a:pt x="213529" y="141508"/>
                  <a:pt x="227123" y="127914"/>
                  <a:pt x="243892" y="127914"/>
                </a:cubicBezTo>
                <a:close/>
                <a:moveTo>
                  <a:pt x="171339" y="127914"/>
                </a:moveTo>
                <a:cubicBezTo>
                  <a:pt x="188107" y="127914"/>
                  <a:pt x="201701" y="141508"/>
                  <a:pt x="201701" y="158278"/>
                </a:cubicBezTo>
                <a:cubicBezTo>
                  <a:pt x="201701" y="175047"/>
                  <a:pt x="188107" y="188641"/>
                  <a:pt x="171339" y="188641"/>
                </a:cubicBezTo>
                <a:cubicBezTo>
                  <a:pt x="154702" y="188641"/>
                  <a:pt x="141108" y="175047"/>
                  <a:pt x="141108" y="158278"/>
                </a:cubicBezTo>
                <a:cubicBezTo>
                  <a:pt x="141108" y="141508"/>
                  <a:pt x="154702" y="127914"/>
                  <a:pt x="171339" y="127914"/>
                </a:cubicBezTo>
                <a:close/>
                <a:moveTo>
                  <a:pt x="98936" y="127914"/>
                </a:moveTo>
                <a:cubicBezTo>
                  <a:pt x="115695" y="127914"/>
                  <a:pt x="129288" y="141508"/>
                  <a:pt x="129288" y="158278"/>
                </a:cubicBezTo>
                <a:cubicBezTo>
                  <a:pt x="129288" y="175047"/>
                  <a:pt x="115695" y="188641"/>
                  <a:pt x="98936" y="188641"/>
                </a:cubicBezTo>
                <a:cubicBezTo>
                  <a:pt x="82162" y="188641"/>
                  <a:pt x="68567" y="175047"/>
                  <a:pt x="68567" y="158278"/>
                </a:cubicBezTo>
                <a:cubicBezTo>
                  <a:pt x="68567" y="141508"/>
                  <a:pt x="82162" y="127914"/>
                  <a:pt x="98936" y="127914"/>
                </a:cubicBezTo>
                <a:close/>
                <a:moveTo>
                  <a:pt x="26381" y="127914"/>
                </a:moveTo>
                <a:cubicBezTo>
                  <a:pt x="43143" y="127914"/>
                  <a:pt x="56738" y="141508"/>
                  <a:pt x="56738" y="158278"/>
                </a:cubicBezTo>
                <a:cubicBezTo>
                  <a:pt x="56738" y="175047"/>
                  <a:pt x="43143" y="188641"/>
                  <a:pt x="26381" y="188641"/>
                </a:cubicBezTo>
                <a:cubicBezTo>
                  <a:pt x="17995" y="188641"/>
                  <a:pt x="10404" y="185243"/>
                  <a:pt x="4909" y="179748"/>
                </a:cubicBezTo>
                <a:lnTo>
                  <a:pt x="0" y="167898"/>
                </a:lnTo>
                <a:lnTo>
                  <a:pt x="0" y="148658"/>
                </a:lnTo>
                <a:lnTo>
                  <a:pt x="4909" y="136807"/>
                </a:lnTo>
                <a:cubicBezTo>
                  <a:pt x="10404" y="131313"/>
                  <a:pt x="17995" y="127914"/>
                  <a:pt x="26381" y="127914"/>
                </a:cubicBezTo>
                <a:close/>
                <a:moveTo>
                  <a:pt x="1622429" y="47462"/>
                </a:moveTo>
                <a:lnTo>
                  <a:pt x="1625821" y="48147"/>
                </a:lnTo>
                <a:lnTo>
                  <a:pt x="1639701" y="102127"/>
                </a:lnTo>
                <a:lnTo>
                  <a:pt x="1634248" y="105804"/>
                </a:lnTo>
                <a:cubicBezTo>
                  <a:pt x="1630615" y="107340"/>
                  <a:pt x="1626621" y="108189"/>
                  <a:pt x="1622429" y="108189"/>
                </a:cubicBezTo>
                <a:cubicBezTo>
                  <a:pt x="1605659" y="108189"/>
                  <a:pt x="1592066" y="94595"/>
                  <a:pt x="1592066" y="77826"/>
                </a:cubicBezTo>
                <a:cubicBezTo>
                  <a:pt x="1592066" y="61056"/>
                  <a:pt x="1605659" y="47462"/>
                  <a:pt x="1622429" y="47462"/>
                </a:cubicBezTo>
                <a:close/>
                <a:moveTo>
                  <a:pt x="1549874" y="47462"/>
                </a:moveTo>
                <a:cubicBezTo>
                  <a:pt x="1566644" y="47462"/>
                  <a:pt x="1580238" y="61056"/>
                  <a:pt x="1580238" y="77826"/>
                </a:cubicBezTo>
                <a:cubicBezTo>
                  <a:pt x="1580238" y="94595"/>
                  <a:pt x="1566644" y="108189"/>
                  <a:pt x="1549874" y="108189"/>
                </a:cubicBezTo>
                <a:cubicBezTo>
                  <a:pt x="1533105" y="108189"/>
                  <a:pt x="1519511" y="94595"/>
                  <a:pt x="1519511" y="77826"/>
                </a:cubicBezTo>
                <a:cubicBezTo>
                  <a:pt x="1519511" y="61056"/>
                  <a:pt x="1533105" y="47462"/>
                  <a:pt x="1549874" y="47462"/>
                </a:cubicBezTo>
                <a:close/>
                <a:moveTo>
                  <a:pt x="1477320" y="47462"/>
                </a:moveTo>
                <a:cubicBezTo>
                  <a:pt x="1494089" y="47462"/>
                  <a:pt x="1507683" y="61056"/>
                  <a:pt x="1507683" y="77826"/>
                </a:cubicBezTo>
                <a:cubicBezTo>
                  <a:pt x="1507683" y="94595"/>
                  <a:pt x="1494089" y="108189"/>
                  <a:pt x="1477320" y="108189"/>
                </a:cubicBezTo>
                <a:cubicBezTo>
                  <a:pt x="1460550" y="108189"/>
                  <a:pt x="1446956" y="94595"/>
                  <a:pt x="1446956" y="77826"/>
                </a:cubicBezTo>
                <a:cubicBezTo>
                  <a:pt x="1446956" y="61056"/>
                  <a:pt x="1460550" y="47462"/>
                  <a:pt x="1477320" y="47462"/>
                </a:cubicBezTo>
                <a:close/>
                <a:moveTo>
                  <a:pt x="1404765" y="47462"/>
                </a:moveTo>
                <a:cubicBezTo>
                  <a:pt x="1421535" y="47462"/>
                  <a:pt x="1435129" y="61056"/>
                  <a:pt x="1435129" y="77826"/>
                </a:cubicBezTo>
                <a:cubicBezTo>
                  <a:pt x="1435129" y="94595"/>
                  <a:pt x="1421535" y="108189"/>
                  <a:pt x="1404765" y="108189"/>
                </a:cubicBezTo>
                <a:cubicBezTo>
                  <a:pt x="1387996" y="108189"/>
                  <a:pt x="1374402" y="94595"/>
                  <a:pt x="1374402" y="77826"/>
                </a:cubicBezTo>
                <a:cubicBezTo>
                  <a:pt x="1374402" y="61056"/>
                  <a:pt x="1387996" y="47462"/>
                  <a:pt x="1404765" y="47462"/>
                </a:cubicBezTo>
                <a:close/>
                <a:moveTo>
                  <a:pt x="1332211" y="47462"/>
                </a:moveTo>
                <a:cubicBezTo>
                  <a:pt x="1348980" y="47462"/>
                  <a:pt x="1362574" y="61056"/>
                  <a:pt x="1362574" y="77826"/>
                </a:cubicBezTo>
                <a:cubicBezTo>
                  <a:pt x="1362574" y="94595"/>
                  <a:pt x="1348980" y="108189"/>
                  <a:pt x="1332211" y="108189"/>
                </a:cubicBezTo>
                <a:cubicBezTo>
                  <a:pt x="1315441" y="108189"/>
                  <a:pt x="1301847" y="94595"/>
                  <a:pt x="1301847" y="77826"/>
                </a:cubicBezTo>
                <a:cubicBezTo>
                  <a:pt x="1301847" y="61056"/>
                  <a:pt x="1315441" y="47462"/>
                  <a:pt x="1332211" y="47462"/>
                </a:cubicBezTo>
                <a:close/>
                <a:moveTo>
                  <a:pt x="1259656" y="47462"/>
                </a:moveTo>
                <a:cubicBezTo>
                  <a:pt x="1276426" y="47462"/>
                  <a:pt x="1290020" y="61056"/>
                  <a:pt x="1290020" y="77826"/>
                </a:cubicBezTo>
                <a:cubicBezTo>
                  <a:pt x="1290020" y="94595"/>
                  <a:pt x="1276426" y="108189"/>
                  <a:pt x="1259656" y="108189"/>
                </a:cubicBezTo>
                <a:cubicBezTo>
                  <a:pt x="1242887" y="108189"/>
                  <a:pt x="1229293" y="94595"/>
                  <a:pt x="1229293" y="77826"/>
                </a:cubicBezTo>
                <a:cubicBezTo>
                  <a:pt x="1229293" y="61056"/>
                  <a:pt x="1242887" y="47462"/>
                  <a:pt x="1259656" y="47462"/>
                </a:cubicBezTo>
                <a:close/>
                <a:moveTo>
                  <a:pt x="1187102" y="47462"/>
                </a:moveTo>
                <a:cubicBezTo>
                  <a:pt x="1203871" y="47462"/>
                  <a:pt x="1217465" y="61056"/>
                  <a:pt x="1217465" y="77826"/>
                </a:cubicBezTo>
                <a:cubicBezTo>
                  <a:pt x="1217465" y="94595"/>
                  <a:pt x="1203871" y="108189"/>
                  <a:pt x="1187102" y="108189"/>
                </a:cubicBezTo>
                <a:cubicBezTo>
                  <a:pt x="1170332" y="108189"/>
                  <a:pt x="1156738" y="94595"/>
                  <a:pt x="1156738" y="77826"/>
                </a:cubicBezTo>
                <a:cubicBezTo>
                  <a:pt x="1156738" y="61056"/>
                  <a:pt x="1170332" y="47462"/>
                  <a:pt x="1187102" y="47462"/>
                </a:cubicBezTo>
                <a:close/>
                <a:moveTo>
                  <a:pt x="1114547" y="47462"/>
                </a:moveTo>
                <a:cubicBezTo>
                  <a:pt x="1131317" y="47462"/>
                  <a:pt x="1144911" y="61056"/>
                  <a:pt x="1144911" y="77826"/>
                </a:cubicBezTo>
                <a:cubicBezTo>
                  <a:pt x="1144911" y="94595"/>
                  <a:pt x="1131317" y="108189"/>
                  <a:pt x="1114547" y="108189"/>
                </a:cubicBezTo>
                <a:cubicBezTo>
                  <a:pt x="1097778" y="108189"/>
                  <a:pt x="1084184" y="94595"/>
                  <a:pt x="1084184" y="77826"/>
                </a:cubicBezTo>
                <a:cubicBezTo>
                  <a:pt x="1084184" y="61056"/>
                  <a:pt x="1097778" y="47462"/>
                  <a:pt x="1114547" y="47462"/>
                </a:cubicBezTo>
                <a:close/>
                <a:moveTo>
                  <a:pt x="1041993" y="47462"/>
                </a:moveTo>
                <a:cubicBezTo>
                  <a:pt x="1058762" y="47462"/>
                  <a:pt x="1072356" y="61056"/>
                  <a:pt x="1072356" y="77826"/>
                </a:cubicBezTo>
                <a:cubicBezTo>
                  <a:pt x="1072356" y="94595"/>
                  <a:pt x="1058762" y="108189"/>
                  <a:pt x="1041993" y="108189"/>
                </a:cubicBezTo>
                <a:cubicBezTo>
                  <a:pt x="1025223" y="108189"/>
                  <a:pt x="1011629" y="94595"/>
                  <a:pt x="1011629" y="77826"/>
                </a:cubicBezTo>
                <a:cubicBezTo>
                  <a:pt x="1011629" y="61056"/>
                  <a:pt x="1025223" y="47462"/>
                  <a:pt x="1041993" y="47462"/>
                </a:cubicBezTo>
                <a:close/>
                <a:moveTo>
                  <a:pt x="969438" y="47462"/>
                </a:moveTo>
                <a:cubicBezTo>
                  <a:pt x="986208" y="47462"/>
                  <a:pt x="999801" y="61056"/>
                  <a:pt x="999801" y="77826"/>
                </a:cubicBezTo>
                <a:cubicBezTo>
                  <a:pt x="999801" y="94595"/>
                  <a:pt x="986208" y="108189"/>
                  <a:pt x="969438" y="108189"/>
                </a:cubicBezTo>
                <a:cubicBezTo>
                  <a:pt x="952669" y="108189"/>
                  <a:pt x="939075" y="94595"/>
                  <a:pt x="939075" y="77826"/>
                </a:cubicBezTo>
                <a:cubicBezTo>
                  <a:pt x="939075" y="61056"/>
                  <a:pt x="952669" y="47462"/>
                  <a:pt x="969438" y="47462"/>
                </a:cubicBezTo>
                <a:close/>
                <a:moveTo>
                  <a:pt x="896883" y="47462"/>
                </a:moveTo>
                <a:cubicBezTo>
                  <a:pt x="913653" y="47462"/>
                  <a:pt x="927247" y="61056"/>
                  <a:pt x="927247" y="77826"/>
                </a:cubicBezTo>
                <a:cubicBezTo>
                  <a:pt x="927247" y="94595"/>
                  <a:pt x="913653" y="108189"/>
                  <a:pt x="896883" y="108189"/>
                </a:cubicBezTo>
                <a:cubicBezTo>
                  <a:pt x="880114" y="108189"/>
                  <a:pt x="866520" y="94595"/>
                  <a:pt x="866520" y="77826"/>
                </a:cubicBezTo>
                <a:cubicBezTo>
                  <a:pt x="866520" y="61056"/>
                  <a:pt x="880114" y="47462"/>
                  <a:pt x="896883" y="47462"/>
                </a:cubicBezTo>
                <a:close/>
                <a:moveTo>
                  <a:pt x="824329" y="47462"/>
                </a:moveTo>
                <a:cubicBezTo>
                  <a:pt x="841098" y="47462"/>
                  <a:pt x="854692" y="61056"/>
                  <a:pt x="854692" y="77826"/>
                </a:cubicBezTo>
                <a:cubicBezTo>
                  <a:pt x="854692" y="94595"/>
                  <a:pt x="841098" y="108189"/>
                  <a:pt x="824329" y="108189"/>
                </a:cubicBezTo>
                <a:cubicBezTo>
                  <a:pt x="807559" y="108189"/>
                  <a:pt x="793965" y="94595"/>
                  <a:pt x="793965" y="77826"/>
                </a:cubicBezTo>
                <a:cubicBezTo>
                  <a:pt x="793965" y="61056"/>
                  <a:pt x="807559" y="47462"/>
                  <a:pt x="824329" y="47462"/>
                </a:cubicBezTo>
                <a:close/>
                <a:moveTo>
                  <a:pt x="751774" y="47462"/>
                </a:moveTo>
                <a:cubicBezTo>
                  <a:pt x="768544" y="47462"/>
                  <a:pt x="782138" y="61056"/>
                  <a:pt x="782138" y="77826"/>
                </a:cubicBezTo>
                <a:cubicBezTo>
                  <a:pt x="782138" y="94595"/>
                  <a:pt x="768544" y="108189"/>
                  <a:pt x="751774" y="108189"/>
                </a:cubicBezTo>
                <a:cubicBezTo>
                  <a:pt x="735005" y="108189"/>
                  <a:pt x="721411" y="94595"/>
                  <a:pt x="721411" y="77826"/>
                </a:cubicBezTo>
                <a:cubicBezTo>
                  <a:pt x="721411" y="61056"/>
                  <a:pt x="735005" y="47462"/>
                  <a:pt x="751774" y="47462"/>
                </a:cubicBezTo>
                <a:close/>
                <a:moveTo>
                  <a:pt x="679220" y="47462"/>
                </a:moveTo>
                <a:cubicBezTo>
                  <a:pt x="695989" y="47462"/>
                  <a:pt x="709583" y="61056"/>
                  <a:pt x="709583" y="77826"/>
                </a:cubicBezTo>
                <a:cubicBezTo>
                  <a:pt x="709583" y="94595"/>
                  <a:pt x="695989" y="108189"/>
                  <a:pt x="679220" y="108189"/>
                </a:cubicBezTo>
                <a:cubicBezTo>
                  <a:pt x="662450" y="108189"/>
                  <a:pt x="648856" y="94595"/>
                  <a:pt x="648856" y="77826"/>
                </a:cubicBezTo>
                <a:cubicBezTo>
                  <a:pt x="648856" y="61056"/>
                  <a:pt x="662450" y="47462"/>
                  <a:pt x="679220" y="47462"/>
                </a:cubicBezTo>
                <a:close/>
                <a:moveTo>
                  <a:pt x="606665" y="47462"/>
                </a:moveTo>
                <a:cubicBezTo>
                  <a:pt x="623435" y="47462"/>
                  <a:pt x="637029" y="61056"/>
                  <a:pt x="637029" y="77826"/>
                </a:cubicBezTo>
                <a:cubicBezTo>
                  <a:pt x="637029" y="94595"/>
                  <a:pt x="623435" y="108189"/>
                  <a:pt x="606665" y="108189"/>
                </a:cubicBezTo>
                <a:cubicBezTo>
                  <a:pt x="589896" y="108189"/>
                  <a:pt x="576302" y="94595"/>
                  <a:pt x="576302" y="77826"/>
                </a:cubicBezTo>
                <a:cubicBezTo>
                  <a:pt x="576302" y="61056"/>
                  <a:pt x="589896" y="47462"/>
                  <a:pt x="606665" y="47462"/>
                </a:cubicBezTo>
                <a:close/>
                <a:moveTo>
                  <a:pt x="534111" y="47462"/>
                </a:moveTo>
                <a:cubicBezTo>
                  <a:pt x="550880" y="47462"/>
                  <a:pt x="564474" y="61056"/>
                  <a:pt x="564474" y="77826"/>
                </a:cubicBezTo>
                <a:cubicBezTo>
                  <a:pt x="564474" y="94595"/>
                  <a:pt x="550880" y="108189"/>
                  <a:pt x="534111" y="108189"/>
                </a:cubicBezTo>
                <a:cubicBezTo>
                  <a:pt x="517341" y="108189"/>
                  <a:pt x="503747" y="94595"/>
                  <a:pt x="503747" y="77826"/>
                </a:cubicBezTo>
                <a:cubicBezTo>
                  <a:pt x="503747" y="61056"/>
                  <a:pt x="517341" y="47462"/>
                  <a:pt x="534111" y="47462"/>
                </a:cubicBezTo>
                <a:close/>
                <a:moveTo>
                  <a:pt x="461556" y="47462"/>
                </a:moveTo>
                <a:cubicBezTo>
                  <a:pt x="478326" y="47462"/>
                  <a:pt x="491920" y="61056"/>
                  <a:pt x="491920" y="77826"/>
                </a:cubicBezTo>
                <a:cubicBezTo>
                  <a:pt x="491920" y="94595"/>
                  <a:pt x="478326" y="108189"/>
                  <a:pt x="461556" y="108189"/>
                </a:cubicBezTo>
                <a:cubicBezTo>
                  <a:pt x="444787" y="108189"/>
                  <a:pt x="431192" y="94595"/>
                  <a:pt x="431192" y="77826"/>
                </a:cubicBezTo>
                <a:cubicBezTo>
                  <a:pt x="431192" y="61056"/>
                  <a:pt x="444787" y="47462"/>
                  <a:pt x="461556" y="47462"/>
                </a:cubicBezTo>
                <a:close/>
                <a:moveTo>
                  <a:pt x="389002" y="47462"/>
                </a:moveTo>
                <a:cubicBezTo>
                  <a:pt x="405771" y="47462"/>
                  <a:pt x="419365" y="61056"/>
                  <a:pt x="419365" y="77826"/>
                </a:cubicBezTo>
                <a:cubicBezTo>
                  <a:pt x="419365" y="94595"/>
                  <a:pt x="405771" y="108189"/>
                  <a:pt x="389002" y="108189"/>
                </a:cubicBezTo>
                <a:cubicBezTo>
                  <a:pt x="372232" y="108189"/>
                  <a:pt x="358638" y="94595"/>
                  <a:pt x="358638" y="77826"/>
                </a:cubicBezTo>
                <a:cubicBezTo>
                  <a:pt x="358638" y="61056"/>
                  <a:pt x="372232" y="47462"/>
                  <a:pt x="389002" y="47462"/>
                </a:cubicBezTo>
                <a:close/>
                <a:moveTo>
                  <a:pt x="316447" y="47462"/>
                </a:moveTo>
                <a:cubicBezTo>
                  <a:pt x="333216" y="47462"/>
                  <a:pt x="346810" y="61056"/>
                  <a:pt x="346810" y="77826"/>
                </a:cubicBezTo>
                <a:cubicBezTo>
                  <a:pt x="346810" y="94595"/>
                  <a:pt x="333216" y="108189"/>
                  <a:pt x="316447" y="108189"/>
                </a:cubicBezTo>
                <a:cubicBezTo>
                  <a:pt x="299677" y="108189"/>
                  <a:pt x="286084" y="94595"/>
                  <a:pt x="286084" y="77826"/>
                </a:cubicBezTo>
                <a:cubicBezTo>
                  <a:pt x="286084" y="61056"/>
                  <a:pt x="299677" y="47462"/>
                  <a:pt x="316447" y="47462"/>
                </a:cubicBezTo>
                <a:close/>
                <a:moveTo>
                  <a:pt x="243892" y="47462"/>
                </a:moveTo>
                <a:cubicBezTo>
                  <a:pt x="260662" y="47462"/>
                  <a:pt x="274256" y="61056"/>
                  <a:pt x="274256" y="77826"/>
                </a:cubicBezTo>
                <a:cubicBezTo>
                  <a:pt x="274256" y="94595"/>
                  <a:pt x="260662" y="108189"/>
                  <a:pt x="243892" y="108189"/>
                </a:cubicBezTo>
                <a:cubicBezTo>
                  <a:pt x="227123" y="108189"/>
                  <a:pt x="213529" y="94595"/>
                  <a:pt x="213529" y="77826"/>
                </a:cubicBezTo>
                <a:cubicBezTo>
                  <a:pt x="213529" y="61056"/>
                  <a:pt x="227123" y="47462"/>
                  <a:pt x="243892" y="47462"/>
                </a:cubicBezTo>
                <a:close/>
                <a:moveTo>
                  <a:pt x="171339" y="47462"/>
                </a:moveTo>
                <a:cubicBezTo>
                  <a:pt x="188107" y="47462"/>
                  <a:pt x="201701" y="61056"/>
                  <a:pt x="201701" y="77826"/>
                </a:cubicBezTo>
                <a:cubicBezTo>
                  <a:pt x="201701" y="94595"/>
                  <a:pt x="188107" y="108189"/>
                  <a:pt x="171339" y="108189"/>
                </a:cubicBezTo>
                <a:cubicBezTo>
                  <a:pt x="154708" y="108189"/>
                  <a:pt x="141113" y="94595"/>
                  <a:pt x="141113" y="77826"/>
                </a:cubicBezTo>
                <a:cubicBezTo>
                  <a:pt x="141113" y="61056"/>
                  <a:pt x="154708" y="47462"/>
                  <a:pt x="171339" y="47462"/>
                </a:cubicBezTo>
                <a:close/>
                <a:moveTo>
                  <a:pt x="98942" y="47462"/>
                </a:moveTo>
                <a:cubicBezTo>
                  <a:pt x="115700" y="47462"/>
                  <a:pt x="129294" y="61056"/>
                  <a:pt x="129294" y="77826"/>
                </a:cubicBezTo>
                <a:cubicBezTo>
                  <a:pt x="129294" y="94595"/>
                  <a:pt x="115700" y="108189"/>
                  <a:pt x="98942" y="108189"/>
                </a:cubicBezTo>
                <a:cubicBezTo>
                  <a:pt x="82168" y="108189"/>
                  <a:pt x="68573" y="94595"/>
                  <a:pt x="68573" y="77826"/>
                </a:cubicBezTo>
                <a:cubicBezTo>
                  <a:pt x="68573" y="61056"/>
                  <a:pt x="82168" y="47462"/>
                  <a:pt x="98942" y="47462"/>
                </a:cubicBezTo>
                <a:close/>
                <a:moveTo>
                  <a:pt x="26388" y="47462"/>
                </a:moveTo>
                <a:cubicBezTo>
                  <a:pt x="43149" y="47462"/>
                  <a:pt x="56744" y="61056"/>
                  <a:pt x="56744" y="77826"/>
                </a:cubicBezTo>
                <a:cubicBezTo>
                  <a:pt x="56744" y="94595"/>
                  <a:pt x="43149" y="108189"/>
                  <a:pt x="26388" y="108189"/>
                </a:cubicBezTo>
                <a:cubicBezTo>
                  <a:pt x="18002" y="108189"/>
                  <a:pt x="10410" y="104791"/>
                  <a:pt x="4916" y="99296"/>
                </a:cubicBezTo>
                <a:lnTo>
                  <a:pt x="0" y="87429"/>
                </a:lnTo>
                <a:lnTo>
                  <a:pt x="0" y="68222"/>
                </a:lnTo>
                <a:lnTo>
                  <a:pt x="4916" y="56355"/>
                </a:lnTo>
                <a:cubicBezTo>
                  <a:pt x="10410" y="50861"/>
                  <a:pt x="18002" y="47462"/>
                  <a:pt x="26388" y="47462"/>
                </a:cubicBezTo>
                <a:close/>
                <a:moveTo>
                  <a:pt x="1592868" y="0"/>
                </a:moveTo>
                <a:lnTo>
                  <a:pt x="1613441" y="0"/>
                </a:lnTo>
                <a:lnTo>
                  <a:pt x="1620472" y="27343"/>
                </a:lnTo>
                <a:lnTo>
                  <a:pt x="1610610" y="25352"/>
                </a:lnTo>
                <a:cubicBezTo>
                  <a:pt x="1605161" y="23047"/>
                  <a:pt x="1600525" y="19197"/>
                  <a:pt x="1597251" y="14351"/>
                </a:cubicBezTo>
                <a:close/>
                <a:moveTo>
                  <a:pt x="1520598" y="0"/>
                </a:moveTo>
                <a:lnTo>
                  <a:pt x="1579150" y="0"/>
                </a:lnTo>
                <a:lnTo>
                  <a:pt x="1571345" y="18844"/>
                </a:lnTo>
                <a:cubicBezTo>
                  <a:pt x="1565850" y="24339"/>
                  <a:pt x="1558259" y="27738"/>
                  <a:pt x="1549874" y="27738"/>
                </a:cubicBezTo>
                <a:cubicBezTo>
                  <a:pt x="1541490" y="27738"/>
                  <a:pt x="1533899" y="24339"/>
                  <a:pt x="1528404" y="18844"/>
                </a:cubicBezTo>
                <a:close/>
                <a:moveTo>
                  <a:pt x="1448044" y="0"/>
                </a:moveTo>
                <a:lnTo>
                  <a:pt x="1506596" y="0"/>
                </a:lnTo>
                <a:lnTo>
                  <a:pt x="1498790" y="18844"/>
                </a:lnTo>
                <a:cubicBezTo>
                  <a:pt x="1493295" y="24339"/>
                  <a:pt x="1485705" y="27738"/>
                  <a:pt x="1477320" y="27738"/>
                </a:cubicBezTo>
                <a:cubicBezTo>
                  <a:pt x="1468935" y="27738"/>
                  <a:pt x="1461344" y="24339"/>
                  <a:pt x="1455850" y="18844"/>
                </a:cubicBezTo>
                <a:close/>
                <a:moveTo>
                  <a:pt x="1375489" y="0"/>
                </a:moveTo>
                <a:lnTo>
                  <a:pt x="1434041" y="0"/>
                </a:lnTo>
                <a:lnTo>
                  <a:pt x="1426236" y="18844"/>
                </a:lnTo>
                <a:cubicBezTo>
                  <a:pt x="1420741" y="24339"/>
                  <a:pt x="1413150" y="27738"/>
                  <a:pt x="1404765" y="27738"/>
                </a:cubicBezTo>
                <a:cubicBezTo>
                  <a:pt x="1396381" y="27738"/>
                  <a:pt x="1388790" y="24339"/>
                  <a:pt x="1383295" y="18844"/>
                </a:cubicBezTo>
                <a:close/>
                <a:moveTo>
                  <a:pt x="1302935" y="0"/>
                </a:moveTo>
                <a:lnTo>
                  <a:pt x="1361486" y="0"/>
                </a:lnTo>
                <a:lnTo>
                  <a:pt x="1353681" y="18844"/>
                </a:lnTo>
                <a:cubicBezTo>
                  <a:pt x="1348186" y="24339"/>
                  <a:pt x="1340596" y="27738"/>
                  <a:pt x="1332211" y="27738"/>
                </a:cubicBezTo>
                <a:cubicBezTo>
                  <a:pt x="1323826" y="27738"/>
                  <a:pt x="1316235" y="24339"/>
                  <a:pt x="1310740" y="18844"/>
                </a:cubicBezTo>
                <a:close/>
                <a:moveTo>
                  <a:pt x="1230380" y="0"/>
                </a:moveTo>
                <a:lnTo>
                  <a:pt x="1288932" y="0"/>
                </a:lnTo>
                <a:lnTo>
                  <a:pt x="1281126" y="18844"/>
                </a:lnTo>
                <a:cubicBezTo>
                  <a:pt x="1275632" y="24339"/>
                  <a:pt x="1268041" y="27738"/>
                  <a:pt x="1259656" y="27738"/>
                </a:cubicBezTo>
                <a:cubicBezTo>
                  <a:pt x="1251271" y="27738"/>
                  <a:pt x="1243680" y="24339"/>
                  <a:pt x="1238186" y="18844"/>
                </a:cubicBezTo>
                <a:close/>
                <a:moveTo>
                  <a:pt x="1157826" y="0"/>
                </a:moveTo>
                <a:lnTo>
                  <a:pt x="1216377" y="0"/>
                </a:lnTo>
                <a:lnTo>
                  <a:pt x="1208572" y="18844"/>
                </a:lnTo>
                <a:cubicBezTo>
                  <a:pt x="1203077" y="24339"/>
                  <a:pt x="1195486" y="27738"/>
                  <a:pt x="1187102" y="27738"/>
                </a:cubicBezTo>
                <a:cubicBezTo>
                  <a:pt x="1178717" y="27738"/>
                  <a:pt x="1171126" y="24339"/>
                  <a:pt x="1165631" y="18844"/>
                </a:cubicBezTo>
                <a:close/>
                <a:moveTo>
                  <a:pt x="1085271" y="0"/>
                </a:moveTo>
                <a:lnTo>
                  <a:pt x="1143823" y="0"/>
                </a:lnTo>
                <a:lnTo>
                  <a:pt x="1136017" y="18844"/>
                </a:lnTo>
                <a:cubicBezTo>
                  <a:pt x="1130523" y="24339"/>
                  <a:pt x="1122932" y="27738"/>
                  <a:pt x="1114547" y="27738"/>
                </a:cubicBezTo>
                <a:cubicBezTo>
                  <a:pt x="1106162" y="27738"/>
                  <a:pt x="1098571" y="24339"/>
                  <a:pt x="1093077" y="18844"/>
                </a:cubicBezTo>
                <a:close/>
                <a:moveTo>
                  <a:pt x="1012717" y="0"/>
                </a:moveTo>
                <a:lnTo>
                  <a:pt x="1071268" y="0"/>
                </a:lnTo>
                <a:lnTo>
                  <a:pt x="1063463" y="18844"/>
                </a:lnTo>
                <a:cubicBezTo>
                  <a:pt x="1057968" y="24339"/>
                  <a:pt x="1050377" y="27738"/>
                  <a:pt x="1041993" y="27738"/>
                </a:cubicBezTo>
                <a:cubicBezTo>
                  <a:pt x="1033608" y="27738"/>
                  <a:pt x="1026017" y="24339"/>
                  <a:pt x="1020522" y="18844"/>
                </a:cubicBezTo>
                <a:close/>
                <a:moveTo>
                  <a:pt x="940162" y="0"/>
                </a:moveTo>
                <a:lnTo>
                  <a:pt x="998714" y="0"/>
                </a:lnTo>
                <a:lnTo>
                  <a:pt x="990908" y="18844"/>
                </a:lnTo>
                <a:cubicBezTo>
                  <a:pt x="985414" y="24339"/>
                  <a:pt x="977823" y="27738"/>
                  <a:pt x="969438" y="27738"/>
                </a:cubicBezTo>
                <a:cubicBezTo>
                  <a:pt x="961053" y="27738"/>
                  <a:pt x="953462" y="24339"/>
                  <a:pt x="947968" y="18844"/>
                </a:cubicBezTo>
                <a:close/>
                <a:moveTo>
                  <a:pt x="867607" y="0"/>
                </a:moveTo>
                <a:lnTo>
                  <a:pt x="926159" y="0"/>
                </a:lnTo>
                <a:lnTo>
                  <a:pt x="918354" y="18844"/>
                </a:lnTo>
                <a:cubicBezTo>
                  <a:pt x="912859" y="24339"/>
                  <a:pt x="905268" y="27738"/>
                  <a:pt x="896883" y="27738"/>
                </a:cubicBezTo>
                <a:cubicBezTo>
                  <a:pt x="888499" y="27738"/>
                  <a:pt x="880908" y="24339"/>
                  <a:pt x="875413" y="18844"/>
                </a:cubicBezTo>
                <a:close/>
                <a:moveTo>
                  <a:pt x="795053" y="0"/>
                </a:moveTo>
                <a:lnTo>
                  <a:pt x="853605" y="0"/>
                </a:lnTo>
                <a:lnTo>
                  <a:pt x="845799" y="18844"/>
                </a:lnTo>
                <a:cubicBezTo>
                  <a:pt x="840304" y="24339"/>
                  <a:pt x="832714" y="27738"/>
                  <a:pt x="824329" y="27738"/>
                </a:cubicBezTo>
                <a:cubicBezTo>
                  <a:pt x="815944" y="27738"/>
                  <a:pt x="808353" y="24339"/>
                  <a:pt x="802858" y="18844"/>
                </a:cubicBezTo>
                <a:close/>
                <a:moveTo>
                  <a:pt x="722498" y="0"/>
                </a:moveTo>
                <a:lnTo>
                  <a:pt x="781050" y="0"/>
                </a:lnTo>
                <a:lnTo>
                  <a:pt x="773245" y="18844"/>
                </a:lnTo>
                <a:cubicBezTo>
                  <a:pt x="767750" y="24339"/>
                  <a:pt x="760159" y="27738"/>
                  <a:pt x="751774" y="27738"/>
                </a:cubicBezTo>
                <a:cubicBezTo>
                  <a:pt x="743390" y="27738"/>
                  <a:pt x="735799" y="24339"/>
                  <a:pt x="730304" y="18844"/>
                </a:cubicBezTo>
                <a:close/>
                <a:moveTo>
                  <a:pt x="649944" y="0"/>
                </a:moveTo>
                <a:lnTo>
                  <a:pt x="708496" y="0"/>
                </a:lnTo>
                <a:lnTo>
                  <a:pt x="700690" y="18844"/>
                </a:lnTo>
                <a:cubicBezTo>
                  <a:pt x="695195" y="24339"/>
                  <a:pt x="687604" y="27738"/>
                  <a:pt x="679220" y="27738"/>
                </a:cubicBezTo>
                <a:cubicBezTo>
                  <a:pt x="670835" y="27738"/>
                  <a:pt x="663244" y="24339"/>
                  <a:pt x="657749" y="18844"/>
                </a:cubicBezTo>
                <a:close/>
                <a:moveTo>
                  <a:pt x="577389" y="0"/>
                </a:moveTo>
                <a:lnTo>
                  <a:pt x="635941" y="0"/>
                </a:lnTo>
                <a:lnTo>
                  <a:pt x="628135" y="18844"/>
                </a:lnTo>
                <a:cubicBezTo>
                  <a:pt x="622641" y="24339"/>
                  <a:pt x="615050" y="27738"/>
                  <a:pt x="606665" y="27738"/>
                </a:cubicBezTo>
                <a:cubicBezTo>
                  <a:pt x="598280" y="27738"/>
                  <a:pt x="590690" y="24339"/>
                  <a:pt x="585195" y="18844"/>
                </a:cubicBezTo>
                <a:close/>
                <a:moveTo>
                  <a:pt x="504835" y="0"/>
                </a:moveTo>
                <a:lnTo>
                  <a:pt x="563386" y="0"/>
                </a:lnTo>
                <a:lnTo>
                  <a:pt x="555581" y="18844"/>
                </a:lnTo>
                <a:cubicBezTo>
                  <a:pt x="550086" y="24339"/>
                  <a:pt x="542495" y="27738"/>
                  <a:pt x="534111" y="27738"/>
                </a:cubicBezTo>
                <a:cubicBezTo>
                  <a:pt x="525726" y="27738"/>
                  <a:pt x="518135" y="24339"/>
                  <a:pt x="512640" y="18844"/>
                </a:cubicBezTo>
                <a:close/>
                <a:moveTo>
                  <a:pt x="432280" y="0"/>
                </a:moveTo>
                <a:lnTo>
                  <a:pt x="490832" y="0"/>
                </a:lnTo>
                <a:lnTo>
                  <a:pt x="483026" y="18844"/>
                </a:lnTo>
                <a:cubicBezTo>
                  <a:pt x="477532" y="24339"/>
                  <a:pt x="469941" y="27738"/>
                  <a:pt x="461556" y="27738"/>
                </a:cubicBezTo>
                <a:cubicBezTo>
                  <a:pt x="453171" y="27738"/>
                  <a:pt x="445580" y="24339"/>
                  <a:pt x="440086" y="18844"/>
                </a:cubicBezTo>
                <a:close/>
                <a:moveTo>
                  <a:pt x="359726" y="0"/>
                </a:moveTo>
                <a:lnTo>
                  <a:pt x="418277" y="0"/>
                </a:lnTo>
                <a:lnTo>
                  <a:pt x="410472" y="18844"/>
                </a:lnTo>
                <a:cubicBezTo>
                  <a:pt x="404977" y="24339"/>
                  <a:pt x="397386" y="27738"/>
                  <a:pt x="389002" y="27738"/>
                </a:cubicBezTo>
                <a:cubicBezTo>
                  <a:pt x="380617" y="27738"/>
                  <a:pt x="373026" y="24339"/>
                  <a:pt x="367531" y="18844"/>
                </a:cubicBezTo>
                <a:close/>
                <a:moveTo>
                  <a:pt x="287171" y="0"/>
                </a:moveTo>
                <a:lnTo>
                  <a:pt x="345723" y="0"/>
                </a:lnTo>
                <a:lnTo>
                  <a:pt x="337917" y="18844"/>
                </a:lnTo>
                <a:cubicBezTo>
                  <a:pt x="332423" y="24339"/>
                  <a:pt x="324832" y="27738"/>
                  <a:pt x="316447" y="27738"/>
                </a:cubicBezTo>
                <a:cubicBezTo>
                  <a:pt x="308062" y="27738"/>
                  <a:pt x="300471" y="24339"/>
                  <a:pt x="294977" y="18844"/>
                </a:cubicBezTo>
                <a:close/>
                <a:moveTo>
                  <a:pt x="214617" y="0"/>
                </a:moveTo>
                <a:lnTo>
                  <a:pt x="273168" y="0"/>
                </a:lnTo>
                <a:lnTo>
                  <a:pt x="265363" y="18844"/>
                </a:lnTo>
                <a:cubicBezTo>
                  <a:pt x="259868" y="24339"/>
                  <a:pt x="252277" y="27738"/>
                  <a:pt x="243892" y="27738"/>
                </a:cubicBezTo>
                <a:cubicBezTo>
                  <a:pt x="235508" y="27738"/>
                  <a:pt x="227917" y="24339"/>
                  <a:pt x="222422" y="18844"/>
                </a:cubicBezTo>
                <a:close/>
                <a:moveTo>
                  <a:pt x="142204" y="0"/>
                </a:moveTo>
                <a:lnTo>
                  <a:pt x="200614" y="0"/>
                </a:lnTo>
                <a:lnTo>
                  <a:pt x="192808" y="18844"/>
                </a:lnTo>
                <a:cubicBezTo>
                  <a:pt x="187314" y="24339"/>
                  <a:pt x="179723" y="27738"/>
                  <a:pt x="171339" y="27738"/>
                </a:cubicBezTo>
                <a:cubicBezTo>
                  <a:pt x="163026" y="27738"/>
                  <a:pt x="155471" y="24339"/>
                  <a:pt x="149994" y="18844"/>
                </a:cubicBezTo>
                <a:close/>
                <a:moveTo>
                  <a:pt x="69668" y="0"/>
                </a:moveTo>
                <a:lnTo>
                  <a:pt x="128212" y="0"/>
                </a:lnTo>
                <a:lnTo>
                  <a:pt x="120408" y="18844"/>
                </a:lnTo>
                <a:cubicBezTo>
                  <a:pt x="114915" y="24339"/>
                  <a:pt x="107328" y="27738"/>
                  <a:pt x="98949" y="27738"/>
                </a:cubicBezTo>
                <a:cubicBezTo>
                  <a:pt x="90562" y="27738"/>
                  <a:pt x="82969" y="24339"/>
                  <a:pt x="77474" y="18844"/>
                </a:cubicBezTo>
                <a:close/>
                <a:moveTo>
                  <a:pt x="0" y="0"/>
                </a:moveTo>
                <a:lnTo>
                  <a:pt x="55662" y="0"/>
                </a:lnTo>
                <a:lnTo>
                  <a:pt x="47858" y="18844"/>
                </a:lnTo>
                <a:cubicBezTo>
                  <a:pt x="42364" y="24339"/>
                  <a:pt x="34775" y="27738"/>
                  <a:pt x="26394" y="27738"/>
                </a:cubicBezTo>
                <a:cubicBezTo>
                  <a:pt x="18009" y="27738"/>
                  <a:pt x="10417" y="24339"/>
                  <a:pt x="4922" y="18844"/>
                </a:cubicBezTo>
                <a:lnTo>
                  <a:pt x="0" y="6962"/>
                </a:lnTo>
                <a:close/>
              </a:path>
            </a:pathLst>
          </a:custGeom>
          <a:solidFill>
            <a:schemeClr val="accent1">
              <a:alpha val="60000"/>
            </a:schemeClr>
          </a:soli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481" name="Google Shape;481;p38"/>
          <p:cNvSpPr/>
          <p:nvPr/>
        </p:nvSpPr>
        <p:spPr>
          <a:xfrm>
            <a:off x="2" y="2"/>
            <a:ext cx="403373" cy="496797"/>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482" name="Google Shape;482;p38"/>
          <p:cNvSpPr txBox="1">
            <a:spLocks noGrp="1"/>
          </p:cNvSpPr>
          <p:nvPr>
            <p:ph type="body" idx="1"/>
          </p:nvPr>
        </p:nvSpPr>
        <p:spPr>
          <a:xfrm>
            <a:off x="554167" y="1346200"/>
            <a:ext cx="3531600" cy="4851600"/>
          </a:xfrm>
          <a:prstGeom prst="rect">
            <a:avLst/>
          </a:prstGeom>
          <a:noFill/>
          <a:ln>
            <a:noFill/>
          </a:ln>
        </p:spPr>
        <p:txBody>
          <a:bodyPr spcFirstLastPara="1" wrap="square" lIns="0" tIns="0" rIns="0" bIns="0" anchor="t" anchorCtr="0">
            <a:noAutofit/>
          </a:bodyPr>
          <a:lstStyle>
            <a:lvl1pPr marL="609585" lvl="0" indent="-389457" algn="l">
              <a:lnSpc>
                <a:spcPct val="100000"/>
              </a:lnSpc>
              <a:spcBef>
                <a:spcPts val="0"/>
              </a:spcBef>
              <a:spcAft>
                <a:spcPts val="0"/>
              </a:spcAft>
              <a:buSzPts val="1000"/>
              <a:buChar char="●"/>
              <a:defRPr sz="1333"/>
            </a:lvl1pPr>
            <a:lvl2pPr marL="1219170" lvl="1" indent="-389457" algn="l">
              <a:lnSpc>
                <a:spcPct val="100000"/>
              </a:lnSpc>
              <a:spcBef>
                <a:spcPts val="267"/>
              </a:spcBef>
              <a:spcAft>
                <a:spcPts val="0"/>
              </a:spcAft>
              <a:buSzPts val="1000"/>
              <a:buChar char="○"/>
              <a:defRPr sz="1333"/>
            </a:lvl2pPr>
            <a:lvl3pPr marL="1828754" lvl="2" indent="-389457" algn="l">
              <a:lnSpc>
                <a:spcPct val="100000"/>
              </a:lnSpc>
              <a:spcBef>
                <a:spcPts val="267"/>
              </a:spcBef>
              <a:spcAft>
                <a:spcPts val="0"/>
              </a:spcAft>
              <a:buSzPts val="1000"/>
              <a:buChar char="■"/>
              <a:defRPr sz="1333"/>
            </a:lvl3pPr>
            <a:lvl4pPr marL="2438339" lvl="3" indent="-389457" algn="l">
              <a:lnSpc>
                <a:spcPct val="100000"/>
              </a:lnSpc>
              <a:spcBef>
                <a:spcPts val="267"/>
              </a:spcBef>
              <a:spcAft>
                <a:spcPts val="0"/>
              </a:spcAft>
              <a:buSzPts val="1000"/>
              <a:buChar char="●"/>
              <a:defRPr sz="1333"/>
            </a:lvl4pPr>
            <a:lvl5pPr marL="3047924" lvl="4" indent="-389457" algn="l">
              <a:lnSpc>
                <a:spcPct val="100000"/>
              </a:lnSpc>
              <a:spcBef>
                <a:spcPts val="267"/>
              </a:spcBef>
              <a:spcAft>
                <a:spcPts val="0"/>
              </a:spcAft>
              <a:buSzPts val="1000"/>
              <a:buChar char="○"/>
              <a:defRPr sz="1333"/>
            </a:lvl5pPr>
            <a:lvl6pPr marL="3657509" lvl="5" indent="-389457" algn="l">
              <a:lnSpc>
                <a:spcPct val="100000"/>
              </a:lnSpc>
              <a:spcBef>
                <a:spcPts val="267"/>
              </a:spcBef>
              <a:spcAft>
                <a:spcPts val="0"/>
              </a:spcAft>
              <a:buSzPts val="1000"/>
              <a:buChar char="■"/>
              <a:defRPr sz="1333"/>
            </a:lvl6pPr>
            <a:lvl7pPr marL="4267093" lvl="6" indent="-389457" algn="l">
              <a:lnSpc>
                <a:spcPct val="100000"/>
              </a:lnSpc>
              <a:spcBef>
                <a:spcPts val="267"/>
              </a:spcBef>
              <a:spcAft>
                <a:spcPts val="0"/>
              </a:spcAft>
              <a:buSzPts val="1000"/>
              <a:buChar char="●"/>
              <a:defRPr sz="1333"/>
            </a:lvl7pPr>
            <a:lvl8pPr marL="4876678" lvl="7" indent="-389457" algn="l">
              <a:lnSpc>
                <a:spcPct val="100000"/>
              </a:lnSpc>
              <a:spcBef>
                <a:spcPts val="267"/>
              </a:spcBef>
              <a:spcAft>
                <a:spcPts val="0"/>
              </a:spcAft>
              <a:buSzPts val="1000"/>
              <a:buChar char="○"/>
              <a:defRPr sz="1333"/>
            </a:lvl8pPr>
            <a:lvl9pPr marL="5486263" lvl="8" indent="-389457" algn="l">
              <a:lnSpc>
                <a:spcPct val="100000"/>
              </a:lnSpc>
              <a:spcBef>
                <a:spcPts val="267"/>
              </a:spcBef>
              <a:spcAft>
                <a:spcPts val="267"/>
              </a:spcAft>
              <a:buSzPts val="1000"/>
              <a:buChar char="■"/>
              <a:defRPr sz="1333"/>
            </a:lvl9pPr>
          </a:lstStyle>
          <a:p>
            <a:endParaRPr/>
          </a:p>
        </p:txBody>
      </p:sp>
      <p:sp>
        <p:nvSpPr>
          <p:cNvPr id="483" name="Google Shape;483;p38"/>
          <p:cNvSpPr txBox="1">
            <a:spLocks noGrp="1"/>
          </p:cNvSpPr>
          <p:nvPr>
            <p:ph type="body" idx="2"/>
          </p:nvPr>
        </p:nvSpPr>
        <p:spPr>
          <a:xfrm>
            <a:off x="8101667" y="1346200"/>
            <a:ext cx="3531600" cy="4851600"/>
          </a:xfrm>
          <a:prstGeom prst="rect">
            <a:avLst/>
          </a:prstGeom>
          <a:noFill/>
          <a:ln>
            <a:noFill/>
          </a:ln>
        </p:spPr>
        <p:txBody>
          <a:bodyPr spcFirstLastPara="1" wrap="square" lIns="0" tIns="0" rIns="0" bIns="0" anchor="t" anchorCtr="0">
            <a:noAutofit/>
          </a:bodyPr>
          <a:lstStyle>
            <a:lvl1pPr marL="609585" lvl="0" indent="-389457" algn="l">
              <a:lnSpc>
                <a:spcPct val="100000"/>
              </a:lnSpc>
              <a:spcBef>
                <a:spcPts val="0"/>
              </a:spcBef>
              <a:spcAft>
                <a:spcPts val="0"/>
              </a:spcAft>
              <a:buSzPts val="1000"/>
              <a:buChar char="●"/>
              <a:defRPr sz="1333"/>
            </a:lvl1pPr>
            <a:lvl2pPr marL="1219170" lvl="1" indent="-389457" algn="l">
              <a:lnSpc>
                <a:spcPct val="100000"/>
              </a:lnSpc>
              <a:spcBef>
                <a:spcPts val="267"/>
              </a:spcBef>
              <a:spcAft>
                <a:spcPts val="0"/>
              </a:spcAft>
              <a:buSzPts val="1000"/>
              <a:buChar char="○"/>
              <a:defRPr sz="1333"/>
            </a:lvl2pPr>
            <a:lvl3pPr marL="1828754" lvl="2" indent="-389457" algn="l">
              <a:lnSpc>
                <a:spcPct val="100000"/>
              </a:lnSpc>
              <a:spcBef>
                <a:spcPts val="267"/>
              </a:spcBef>
              <a:spcAft>
                <a:spcPts val="0"/>
              </a:spcAft>
              <a:buSzPts val="1000"/>
              <a:buChar char="■"/>
              <a:defRPr sz="1333"/>
            </a:lvl3pPr>
            <a:lvl4pPr marL="2438339" lvl="3" indent="-389457" algn="l">
              <a:lnSpc>
                <a:spcPct val="100000"/>
              </a:lnSpc>
              <a:spcBef>
                <a:spcPts val="267"/>
              </a:spcBef>
              <a:spcAft>
                <a:spcPts val="0"/>
              </a:spcAft>
              <a:buSzPts val="1000"/>
              <a:buChar char="●"/>
              <a:defRPr sz="1333"/>
            </a:lvl4pPr>
            <a:lvl5pPr marL="3047924" lvl="4" indent="-389457" algn="l">
              <a:lnSpc>
                <a:spcPct val="100000"/>
              </a:lnSpc>
              <a:spcBef>
                <a:spcPts val="267"/>
              </a:spcBef>
              <a:spcAft>
                <a:spcPts val="0"/>
              </a:spcAft>
              <a:buSzPts val="1000"/>
              <a:buChar char="○"/>
              <a:defRPr sz="1333"/>
            </a:lvl5pPr>
            <a:lvl6pPr marL="3657509" lvl="5" indent="-389457" algn="l">
              <a:lnSpc>
                <a:spcPct val="100000"/>
              </a:lnSpc>
              <a:spcBef>
                <a:spcPts val="267"/>
              </a:spcBef>
              <a:spcAft>
                <a:spcPts val="0"/>
              </a:spcAft>
              <a:buSzPts val="1000"/>
              <a:buChar char="■"/>
              <a:defRPr sz="1333"/>
            </a:lvl6pPr>
            <a:lvl7pPr marL="4267093" lvl="6" indent="-389457" algn="l">
              <a:lnSpc>
                <a:spcPct val="100000"/>
              </a:lnSpc>
              <a:spcBef>
                <a:spcPts val="267"/>
              </a:spcBef>
              <a:spcAft>
                <a:spcPts val="0"/>
              </a:spcAft>
              <a:buSzPts val="1000"/>
              <a:buChar char="●"/>
              <a:defRPr sz="1333"/>
            </a:lvl7pPr>
            <a:lvl8pPr marL="4876678" lvl="7" indent="-389457" algn="l">
              <a:lnSpc>
                <a:spcPct val="100000"/>
              </a:lnSpc>
              <a:spcBef>
                <a:spcPts val="267"/>
              </a:spcBef>
              <a:spcAft>
                <a:spcPts val="0"/>
              </a:spcAft>
              <a:buSzPts val="1000"/>
              <a:buChar char="○"/>
              <a:defRPr sz="1333"/>
            </a:lvl8pPr>
            <a:lvl9pPr marL="5486263" lvl="8" indent="-389457" algn="l">
              <a:lnSpc>
                <a:spcPct val="100000"/>
              </a:lnSpc>
              <a:spcBef>
                <a:spcPts val="267"/>
              </a:spcBef>
              <a:spcAft>
                <a:spcPts val="267"/>
              </a:spcAft>
              <a:buSzPts val="1000"/>
              <a:buChar char="■"/>
              <a:defRPr sz="1333"/>
            </a:lvl9pPr>
          </a:lstStyle>
          <a:p>
            <a:endParaRPr/>
          </a:p>
        </p:txBody>
      </p:sp>
      <p:sp>
        <p:nvSpPr>
          <p:cNvPr id="484" name="Google Shape;484;p38"/>
          <p:cNvSpPr txBox="1">
            <a:spLocks noGrp="1"/>
          </p:cNvSpPr>
          <p:nvPr>
            <p:ph type="body" idx="3"/>
          </p:nvPr>
        </p:nvSpPr>
        <p:spPr>
          <a:xfrm>
            <a:off x="4330425" y="1346200"/>
            <a:ext cx="3531600" cy="4851600"/>
          </a:xfrm>
          <a:prstGeom prst="rect">
            <a:avLst/>
          </a:prstGeom>
          <a:noFill/>
          <a:ln>
            <a:noFill/>
          </a:ln>
        </p:spPr>
        <p:txBody>
          <a:bodyPr spcFirstLastPara="1" wrap="square" lIns="0" tIns="0" rIns="0" bIns="0" anchor="t" anchorCtr="0">
            <a:noAutofit/>
          </a:bodyPr>
          <a:lstStyle>
            <a:lvl1pPr marL="609585" lvl="0" indent="-389457" algn="l">
              <a:lnSpc>
                <a:spcPct val="100000"/>
              </a:lnSpc>
              <a:spcBef>
                <a:spcPts val="0"/>
              </a:spcBef>
              <a:spcAft>
                <a:spcPts val="0"/>
              </a:spcAft>
              <a:buSzPts val="1000"/>
              <a:buChar char="●"/>
              <a:defRPr sz="1333"/>
            </a:lvl1pPr>
            <a:lvl2pPr marL="1219170" lvl="1" indent="-389457" algn="l">
              <a:lnSpc>
                <a:spcPct val="100000"/>
              </a:lnSpc>
              <a:spcBef>
                <a:spcPts val="267"/>
              </a:spcBef>
              <a:spcAft>
                <a:spcPts val="0"/>
              </a:spcAft>
              <a:buSzPts val="1000"/>
              <a:buChar char="○"/>
              <a:defRPr sz="1333"/>
            </a:lvl2pPr>
            <a:lvl3pPr marL="1828754" lvl="2" indent="-389457" algn="l">
              <a:lnSpc>
                <a:spcPct val="100000"/>
              </a:lnSpc>
              <a:spcBef>
                <a:spcPts val="267"/>
              </a:spcBef>
              <a:spcAft>
                <a:spcPts val="0"/>
              </a:spcAft>
              <a:buSzPts val="1000"/>
              <a:buChar char="■"/>
              <a:defRPr sz="1333"/>
            </a:lvl3pPr>
            <a:lvl4pPr marL="2438339" lvl="3" indent="-389457" algn="l">
              <a:lnSpc>
                <a:spcPct val="100000"/>
              </a:lnSpc>
              <a:spcBef>
                <a:spcPts val="267"/>
              </a:spcBef>
              <a:spcAft>
                <a:spcPts val="0"/>
              </a:spcAft>
              <a:buSzPts val="1000"/>
              <a:buChar char="●"/>
              <a:defRPr sz="1333"/>
            </a:lvl4pPr>
            <a:lvl5pPr marL="3047924" lvl="4" indent="-389457" algn="l">
              <a:lnSpc>
                <a:spcPct val="100000"/>
              </a:lnSpc>
              <a:spcBef>
                <a:spcPts val="267"/>
              </a:spcBef>
              <a:spcAft>
                <a:spcPts val="0"/>
              </a:spcAft>
              <a:buSzPts val="1000"/>
              <a:buChar char="○"/>
              <a:defRPr sz="1333"/>
            </a:lvl5pPr>
            <a:lvl6pPr marL="3657509" lvl="5" indent="-389457" algn="l">
              <a:lnSpc>
                <a:spcPct val="100000"/>
              </a:lnSpc>
              <a:spcBef>
                <a:spcPts val="267"/>
              </a:spcBef>
              <a:spcAft>
                <a:spcPts val="0"/>
              </a:spcAft>
              <a:buSzPts val="1000"/>
              <a:buChar char="■"/>
              <a:defRPr sz="1333"/>
            </a:lvl6pPr>
            <a:lvl7pPr marL="4267093" lvl="6" indent="-389457" algn="l">
              <a:lnSpc>
                <a:spcPct val="100000"/>
              </a:lnSpc>
              <a:spcBef>
                <a:spcPts val="267"/>
              </a:spcBef>
              <a:spcAft>
                <a:spcPts val="0"/>
              </a:spcAft>
              <a:buSzPts val="1000"/>
              <a:buChar char="●"/>
              <a:defRPr sz="1333"/>
            </a:lvl7pPr>
            <a:lvl8pPr marL="4876678" lvl="7" indent="-389457" algn="l">
              <a:lnSpc>
                <a:spcPct val="100000"/>
              </a:lnSpc>
              <a:spcBef>
                <a:spcPts val="267"/>
              </a:spcBef>
              <a:spcAft>
                <a:spcPts val="0"/>
              </a:spcAft>
              <a:buSzPts val="1000"/>
              <a:buChar char="○"/>
              <a:defRPr sz="1333"/>
            </a:lvl8pPr>
            <a:lvl9pPr marL="5486263" lvl="8" indent="-389457" algn="l">
              <a:lnSpc>
                <a:spcPct val="100000"/>
              </a:lnSpc>
              <a:spcBef>
                <a:spcPts val="267"/>
              </a:spcBef>
              <a:spcAft>
                <a:spcPts val="267"/>
              </a:spcAft>
              <a:buSzPts val="1000"/>
              <a:buChar char="■"/>
              <a:defRPr sz="1333"/>
            </a:lvl9pPr>
          </a:lstStyle>
          <a:p>
            <a:endParaRPr/>
          </a:p>
        </p:txBody>
      </p:sp>
      <p:pic>
        <p:nvPicPr>
          <p:cNvPr id="485" name="Google Shape;485;p38"/>
          <p:cNvPicPr preferRelativeResize="0"/>
          <p:nvPr/>
        </p:nvPicPr>
        <p:blipFill rotWithShape="1">
          <a:blip r:embed="rId2">
            <a:alphaModFix/>
          </a:blip>
          <a:srcRect/>
          <a:stretch/>
        </p:blipFill>
        <p:spPr>
          <a:xfrm>
            <a:off x="0" y="6811001"/>
            <a:ext cx="12192000" cy="50800"/>
          </a:xfrm>
          <a:prstGeom prst="rect">
            <a:avLst/>
          </a:prstGeom>
          <a:noFill/>
          <a:ln>
            <a:noFill/>
          </a:ln>
        </p:spPr>
      </p:pic>
    </p:spTree>
    <p:extLst>
      <p:ext uri="{BB962C8B-B14F-4D97-AF65-F5344CB8AC3E}">
        <p14:creationId xmlns:p14="http://schemas.microsoft.com/office/powerpoint/2010/main" val="4174259575"/>
      </p:ext>
    </p:extLst>
  </p:cSld>
  <p:clrMapOvr>
    <a:masterClrMapping/>
  </p:clrMapOvr>
  <p:extLst>
    <p:ext uri="{DCECCB84-F9BA-43D5-87BE-67443E8EF086}">
      <p15:sldGuideLst xmlns:p15="http://schemas.microsoft.com/office/powerpoint/2012/main">
        <p15:guide id="1" orient="horz" pos="518">
          <p15:clr>
            <a:srgbClr val="FA7B17"/>
          </p15:clr>
        </p15:guide>
        <p15:guide id="2" orient="horz" pos="3068">
          <p15:clr>
            <a:srgbClr val="FA7B17"/>
          </p15:clr>
        </p15:guide>
        <p15:guide id="3" pos="259">
          <p15:clr>
            <a:srgbClr val="FA7B17"/>
          </p15:clr>
        </p15:guide>
        <p15:guide id="4" pos="5501">
          <p15:clr>
            <a:srgbClr val="FA7B17"/>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 Three Columns with Headings">
  <p:cSld name="Title + Three Columns with Headings">
    <p:spTree>
      <p:nvGrpSpPr>
        <p:cNvPr id="1" name="Shape 486"/>
        <p:cNvGrpSpPr/>
        <p:nvPr/>
      </p:nvGrpSpPr>
      <p:grpSpPr>
        <a:xfrm>
          <a:off x="0" y="0"/>
          <a:ext cx="0" cy="0"/>
          <a:chOff x="0" y="0"/>
          <a:chExt cx="0" cy="0"/>
        </a:xfrm>
      </p:grpSpPr>
      <p:sp>
        <p:nvSpPr>
          <p:cNvPr id="487" name="Google Shape;487;p39"/>
          <p:cNvSpPr txBox="1">
            <a:spLocks noGrp="1"/>
          </p:cNvSpPr>
          <p:nvPr>
            <p:ph type="title"/>
          </p:nvPr>
        </p:nvSpPr>
        <p:spPr>
          <a:xfrm>
            <a:off x="554167" y="496800"/>
            <a:ext cx="11083600" cy="6116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1800"/>
              <a:buNone/>
              <a:defRPr sz="2400">
                <a:solidFill>
                  <a:schemeClr val="lt1"/>
                </a:solidFill>
              </a:defRPr>
            </a:lvl1pPr>
            <a:lvl2pPr lvl="1" algn="l">
              <a:lnSpc>
                <a:spcPct val="100000"/>
              </a:lnSpc>
              <a:spcBef>
                <a:spcPts val="0"/>
              </a:spcBef>
              <a:spcAft>
                <a:spcPts val="0"/>
              </a:spcAft>
              <a:buClr>
                <a:schemeClr val="lt1"/>
              </a:buClr>
              <a:buSzPts val="2000"/>
              <a:buNone/>
              <a:defRPr sz="2667">
                <a:solidFill>
                  <a:schemeClr val="lt1"/>
                </a:solidFill>
              </a:defRPr>
            </a:lvl2pPr>
            <a:lvl3pPr lvl="2" algn="l">
              <a:lnSpc>
                <a:spcPct val="100000"/>
              </a:lnSpc>
              <a:spcBef>
                <a:spcPts val="0"/>
              </a:spcBef>
              <a:spcAft>
                <a:spcPts val="0"/>
              </a:spcAft>
              <a:buClr>
                <a:schemeClr val="lt1"/>
              </a:buClr>
              <a:buSzPts val="2000"/>
              <a:buNone/>
              <a:defRPr sz="2667">
                <a:solidFill>
                  <a:schemeClr val="lt1"/>
                </a:solidFill>
              </a:defRPr>
            </a:lvl3pPr>
            <a:lvl4pPr lvl="3" algn="l">
              <a:lnSpc>
                <a:spcPct val="100000"/>
              </a:lnSpc>
              <a:spcBef>
                <a:spcPts val="0"/>
              </a:spcBef>
              <a:spcAft>
                <a:spcPts val="0"/>
              </a:spcAft>
              <a:buClr>
                <a:schemeClr val="lt1"/>
              </a:buClr>
              <a:buSzPts val="2000"/>
              <a:buNone/>
              <a:defRPr sz="2667">
                <a:solidFill>
                  <a:schemeClr val="lt1"/>
                </a:solidFill>
              </a:defRPr>
            </a:lvl4pPr>
            <a:lvl5pPr lvl="4" algn="l">
              <a:lnSpc>
                <a:spcPct val="100000"/>
              </a:lnSpc>
              <a:spcBef>
                <a:spcPts val="0"/>
              </a:spcBef>
              <a:spcAft>
                <a:spcPts val="0"/>
              </a:spcAft>
              <a:buClr>
                <a:schemeClr val="lt1"/>
              </a:buClr>
              <a:buSzPts val="2000"/>
              <a:buNone/>
              <a:defRPr sz="2667">
                <a:solidFill>
                  <a:schemeClr val="lt1"/>
                </a:solidFill>
              </a:defRPr>
            </a:lvl5pPr>
            <a:lvl6pPr lvl="5" algn="l">
              <a:lnSpc>
                <a:spcPct val="100000"/>
              </a:lnSpc>
              <a:spcBef>
                <a:spcPts val="0"/>
              </a:spcBef>
              <a:spcAft>
                <a:spcPts val="0"/>
              </a:spcAft>
              <a:buClr>
                <a:schemeClr val="lt1"/>
              </a:buClr>
              <a:buSzPts val="2000"/>
              <a:buNone/>
              <a:defRPr sz="2667">
                <a:solidFill>
                  <a:schemeClr val="lt1"/>
                </a:solidFill>
              </a:defRPr>
            </a:lvl6pPr>
            <a:lvl7pPr lvl="6" algn="l">
              <a:lnSpc>
                <a:spcPct val="100000"/>
              </a:lnSpc>
              <a:spcBef>
                <a:spcPts val="0"/>
              </a:spcBef>
              <a:spcAft>
                <a:spcPts val="0"/>
              </a:spcAft>
              <a:buClr>
                <a:schemeClr val="lt1"/>
              </a:buClr>
              <a:buSzPts val="2000"/>
              <a:buNone/>
              <a:defRPr sz="2667">
                <a:solidFill>
                  <a:schemeClr val="lt1"/>
                </a:solidFill>
              </a:defRPr>
            </a:lvl7pPr>
            <a:lvl8pPr lvl="7" algn="l">
              <a:lnSpc>
                <a:spcPct val="100000"/>
              </a:lnSpc>
              <a:spcBef>
                <a:spcPts val="0"/>
              </a:spcBef>
              <a:spcAft>
                <a:spcPts val="0"/>
              </a:spcAft>
              <a:buClr>
                <a:schemeClr val="lt1"/>
              </a:buClr>
              <a:buSzPts val="2000"/>
              <a:buNone/>
              <a:defRPr sz="2667">
                <a:solidFill>
                  <a:schemeClr val="lt1"/>
                </a:solidFill>
              </a:defRPr>
            </a:lvl8pPr>
            <a:lvl9pPr lvl="8" algn="l">
              <a:lnSpc>
                <a:spcPct val="100000"/>
              </a:lnSpc>
              <a:spcBef>
                <a:spcPts val="0"/>
              </a:spcBef>
              <a:spcAft>
                <a:spcPts val="0"/>
              </a:spcAft>
              <a:buClr>
                <a:schemeClr val="lt1"/>
              </a:buClr>
              <a:buSzPts val="2000"/>
              <a:buNone/>
              <a:defRPr sz="2667">
                <a:solidFill>
                  <a:schemeClr val="lt1"/>
                </a:solidFill>
              </a:defRPr>
            </a:lvl9pPr>
          </a:lstStyle>
          <a:p>
            <a:endParaRPr/>
          </a:p>
        </p:txBody>
      </p:sp>
      <p:sp>
        <p:nvSpPr>
          <p:cNvPr id="488" name="Google Shape;488;p39"/>
          <p:cNvSpPr/>
          <p:nvPr/>
        </p:nvSpPr>
        <p:spPr>
          <a:xfrm>
            <a:off x="11792595" y="6494883"/>
            <a:ext cx="304800" cy="306000"/>
          </a:xfrm>
          <a:prstGeom prst="ellipse">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US" sz="933" b="0" i="0" u="none" strike="noStrike" cap="none">
                <a:solidFill>
                  <a:schemeClr val="lt1"/>
                </a:solidFill>
                <a:latin typeface="Calibri"/>
                <a:ea typeface="Calibri"/>
                <a:cs typeface="Calibri"/>
                <a:sym typeface="Calibri"/>
              </a:rPr>
              <a:pPr marL="0" marR="0" lvl="0" indent="0" algn="r" rtl="0">
                <a:lnSpc>
                  <a:spcPct val="100000"/>
                </a:lnSpc>
                <a:spcBef>
                  <a:spcPts val="0"/>
                </a:spcBef>
                <a:spcAft>
                  <a:spcPts val="0"/>
                </a:spcAft>
                <a:buClr>
                  <a:srgbClr val="000000"/>
                </a:buClr>
                <a:buSzPts val="700"/>
                <a:buFont typeface="Arial"/>
                <a:buNone/>
              </a:pPr>
              <a:t>‹#›</a:t>
            </a:fld>
            <a:endParaRPr sz="933" b="0" i="0" u="none" strike="noStrike" cap="none" dirty="0">
              <a:solidFill>
                <a:schemeClr val="lt1"/>
              </a:solidFill>
              <a:latin typeface="Calibri"/>
              <a:ea typeface="Calibri"/>
              <a:cs typeface="Calibri"/>
              <a:sym typeface="Calibri"/>
            </a:endParaRPr>
          </a:p>
        </p:txBody>
      </p:sp>
      <p:sp>
        <p:nvSpPr>
          <p:cNvPr id="489" name="Google Shape;489;p39"/>
          <p:cNvSpPr/>
          <p:nvPr/>
        </p:nvSpPr>
        <p:spPr>
          <a:xfrm>
            <a:off x="3" y="1"/>
            <a:ext cx="301543" cy="347263"/>
          </a:xfrm>
          <a:custGeom>
            <a:avLst/>
            <a:gdLst/>
            <a:ahLst/>
            <a:cxnLst/>
            <a:rect l="l" t="t" r="r" b="b"/>
            <a:pathLst>
              <a:path w="1675237" h="1929234" extrusionOk="0">
                <a:moveTo>
                  <a:pt x="461556" y="1897854"/>
                </a:moveTo>
                <a:lnTo>
                  <a:pt x="469774" y="1899513"/>
                </a:lnTo>
                <a:lnTo>
                  <a:pt x="443985" y="1904118"/>
                </a:lnTo>
                <a:lnTo>
                  <a:pt x="449737" y="1900240"/>
                </a:lnTo>
                <a:cubicBezTo>
                  <a:pt x="453370" y="1898704"/>
                  <a:pt x="457364" y="1897854"/>
                  <a:pt x="461556" y="1897854"/>
                </a:cubicBezTo>
                <a:close/>
                <a:moveTo>
                  <a:pt x="389002" y="1897854"/>
                </a:moveTo>
                <a:cubicBezTo>
                  <a:pt x="397386" y="1897854"/>
                  <a:pt x="404977" y="1901253"/>
                  <a:pt x="410472" y="1906747"/>
                </a:cubicBezTo>
                <a:lnTo>
                  <a:pt x="411766" y="1909872"/>
                </a:lnTo>
                <a:lnTo>
                  <a:pt x="400388" y="1911904"/>
                </a:lnTo>
                <a:lnTo>
                  <a:pt x="363451" y="1916598"/>
                </a:lnTo>
                <a:lnTo>
                  <a:pt x="367531" y="1906747"/>
                </a:lnTo>
                <a:cubicBezTo>
                  <a:pt x="373026" y="1901253"/>
                  <a:pt x="380617" y="1897854"/>
                  <a:pt x="389002" y="1897854"/>
                </a:cubicBezTo>
                <a:close/>
                <a:moveTo>
                  <a:pt x="316447" y="1897854"/>
                </a:moveTo>
                <a:cubicBezTo>
                  <a:pt x="324832" y="1897854"/>
                  <a:pt x="332422" y="1901253"/>
                  <a:pt x="337917" y="1906747"/>
                </a:cubicBezTo>
                <a:lnTo>
                  <a:pt x="343070" y="1919187"/>
                </a:lnTo>
                <a:lnTo>
                  <a:pt x="325117" y="1921469"/>
                </a:lnTo>
                <a:lnTo>
                  <a:pt x="287700" y="1924314"/>
                </a:lnTo>
                <a:lnTo>
                  <a:pt x="294977" y="1906747"/>
                </a:lnTo>
                <a:cubicBezTo>
                  <a:pt x="300471" y="1901253"/>
                  <a:pt x="308062" y="1897854"/>
                  <a:pt x="316447" y="1897854"/>
                </a:cubicBezTo>
                <a:close/>
                <a:moveTo>
                  <a:pt x="243892" y="1897854"/>
                </a:moveTo>
                <a:cubicBezTo>
                  <a:pt x="252277" y="1897854"/>
                  <a:pt x="259868" y="1901253"/>
                  <a:pt x="265363" y="1906747"/>
                </a:cubicBezTo>
                <a:lnTo>
                  <a:pt x="273099" y="1925425"/>
                </a:lnTo>
                <a:lnTo>
                  <a:pt x="248735" y="1927277"/>
                </a:lnTo>
                <a:lnTo>
                  <a:pt x="213550" y="1928167"/>
                </a:lnTo>
                <a:lnTo>
                  <a:pt x="222422" y="1906747"/>
                </a:lnTo>
                <a:cubicBezTo>
                  <a:pt x="227917" y="1901253"/>
                  <a:pt x="235508" y="1897854"/>
                  <a:pt x="243892" y="1897854"/>
                </a:cubicBezTo>
                <a:close/>
                <a:moveTo>
                  <a:pt x="171339" y="1897854"/>
                </a:moveTo>
                <a:cubicBezTo>
                  <a:pt x="188107" y="1897854"/>
                  <a:pt x="201701" y="1911448"/>
                  <a:pt x="201701" y="1928218"/>
                </a:cubicBezTo>
                <a:lnTo>
                  <a:pt x="201597" y="1928469"/>
                </a:lnTo>
                <a:lnTo>
                  <a:pt x="171336" y="1929234"/>
                </a:lnTo>
                <a:lnTo>
                  <a:pt x="141087" y="1928469"/>
                </a:lnTo>
                <a:lnTo>
                  <a:pt x="140982" y="1928218"/>
                </a:lnTo>
                <a:cubicBezTo>
                  <a:pt x="140982" y="1911448"/>
                  <a:pt x="154577" y="1897854"/>
                  <a:pt x="171339" y="1897854"/>
                </a:cubicBezTo>
                <a:close/>
                <a:moveTo>
                  <a:pt x="98792" y="1897854"/>
                </a:moveTo>
                <a:cubicBezTo>
                  <a:pt x="107177" y="1897854"/>
                  <a:pt x="114768" y="1901253"/>
                  <a:pt x="120263" y="1906747"/>
                </a:cubicBezTo>
                <a:lnTo>
                  <a:pt x="129135" y="1928167"/>
                </a:lnTo>
                <a:lnTo>
                  <a:pt x="93938" y="1927277"/>
                </a:lnTo>
                <a:lnTo>
                  <a:pt x="69586" y="1925425"/>
                </a:lnTo>
                <a:lnTo>
                  <a:pt x="77322" y="1906747"/>
                </a:lnTo>
                <a:cubicBezTo>
                  <a:pt x="82817" y="1901253"/>
                  <a:pt x="90408" y="1897854"/>
                  <a:pt x="98792" y="1897854"/>
                </a:cubicBezTo>
                <a:close/>
                <a:moveTo>
                  <a:pt x="26239" y="1897854"/>
                </a:moveTo>
                <a:cubicBezTo>
                  <a:pt x="34623" y="1897854"/>
                  <a:pt x="42214" y="1901253"/>
                  <a:pt x="47709" y="1906747"/>
                </a:cubicBezTo>
                <a:lnTo>
                  <a:pt x="54985" y="1924315"/>
                </a:lnTo>
                <a:lnTo>
                  <a:pt x="17556" y="1921469"/>
                </a:lnTo>
                <a:lnTo>
                  <a:pt x="0" y="1919238"/>
                </a:lnTo>
                <a:lnTo>
                  <a:pt x="0" y="1918259"/>
                </a:lnTo>
                <a:lnTo>
                  <a:pt x="4768" y="1906747"/>
                </a:lnTo>
                <a:cubicBezTo>
                  <a:pt x="10263" y="1901253"/>
                  <a:pt x="17854" y="1897854"/>
                  <a:pt x="26239" y="1897854"/>
                </a:cubicBezTo>
                <a:close/>
                <a:moveTo>
                  <a:pt x="679220" y="1817400"/>
                </a:moveTo>
                <a:cubicBezTo>
                  <a:pt x="687604" y="1817400"/>
                  <a:pt x="695195" y="1820799"/>
                  <a:pt x="700690" y="1826293"/>
                </a:cubicBezTo>
                <a:lnTo>
                  <a:pt x="702587" y="1830873"/>
                </a:lnTo>
                <a:lnTo>
                  <a:pt x="649855" y="1850174"/>
                </a:lnTo>
                <a:lnTo>
                  <a:pt x="648856" y="1847763"/>
                </a:lnTo>
                <a:cubicBezTo>
                  <a:pt x="648856" y="1830994"/>
                  <a:pt x="662450" y="1817400"/>
                  <a:pt x="679220" y="1817400"/>
                </a:cubicBezTo>
                <a:close/>
                <a:moveTo>
                  <a:pt x="606665" y="1817400"/>
                </a:moveTo>
                <a:cubicBezTo>
                  <a:pt x="623435" y="1817400"/>
                  <a:pt x="637029" y="1830994"/>
                  <a:pt x="637029" y="1847763"/>
                </a:cubicBezTo>
                <a:lnTo>
                  <a:pt x="633560" y="1856138"/>
                </a:lnTo>
                <a:lnTo>
                  <a:pt x="618594" y="1861615"/>
                </a:lnTo>
                <a:lnTo>
                  <a:pt x="587142" y="1870547"/>
                </a:lnTo>
                <a:lnTo>
                  <a:pt x="585195" y="1869234"/>
                </a:lnTo>
                <a:cubicBezTo>
                  <a:pt x="579700" y="1863739"/>
                  <a:pt x="576302" y="1856148"/>
                  <a:pt x="576302" y="1847763"/>
                </a:cubicBezTo>
                <a:cubicBezTo>
                  <a:pt x="576302" y="1830994"/>
                  <a:pt x="589896" y="1817400"/>
                  <a:pt x="606665" y="1817400"/>
                </a:cubicBezTo>
                <a:close/>
                <a:moveTo>
                  <a:pt x="534111" y="1817400"/>
                </a:moveTo>
                <a:cubicBezTo>
                  <a:pt x="550880" y="1817400"/>
                  <a:pt x="564474" y="1830994"/>
                  <a:pt x="564474" y="1847763"/>
                </a:cubicBezTo>
                <a:cubicBezTo>
                  <a:pt x="564474" y="1864533"/>
                  <a:pt x="550880" y="1878127"/>
                  <a:pt x="534111" y="1878127"/>
                </a:cubicBezTo>
                <a:cubicBezTo>
                  <a:pt x="517341" y="1878127"/>
                  <a:pt x="503747" y="1864533"/>
                  <a:pt x="503747" y="1847763"/>
                </a:cubicBezTo>
                <a:cubicBezTo>
                  <a:pt x="503747" y="1830994"/>
                  <a:pt x="517341" y="1817400"/>
                  <a:pt x="534111" y="1817400"/>
                </a:cubicBezTo>
                <a:close/>
                <a:moveTo>
                  <a:pt x="461556" y="1817400"/>
                </a:moveTo>
                <a:cubicBezTo>
                  <a:pt x="478326" y="1817400"/>
                  <a:pt x="491920" y="1830994"/>
                  <a:pt x="491920" y="1847763"/>
                </a:cubicBezTo>
                <a:cubicBezTo>
                  <a:pt x="491920" y="1864533"/>
                  <a:pt x="478326" y="1878127"/>
                  <a:pt x="461556" y="1878127"/>
                </a:cubicBezTo>
                <a:cubicBezTo>
                  <a:pt x="444787" y="1878127"/>
                  <a:pt x="431192" y="1864533"/>
                  <a:pt x="431192" y="1847763"/>
                </a:cubicBezTo>
                <a:cubicBezTo>
                  <a:pt x="431192" y="1830994"/>
                  <a:pt x="444787" y="1817400"/>
                  <a:pt x="461556" y="1817400"/>
                </a:cubicBezTo>
                <a:close/>
                <a:moveTo>
                  <a:pt x="389002" y="1817400"/>
                </a:moveTo>
                <a:cubicBezTo>
                  <a:pt x="405771" y="1817400"/>
                  <a:pt x="419365" y="1830994"/>
                  <a:pt x="419365" y="1847763"/>
                </a:cubicBezTo>
                <a:cubicBezTo>
                  <a:pt x="419365" y="1864533"/>
                  <a:pt x="405771" y="1878127"/>
                  <a:pt x="389002" y="1878127"/>
                </a:cubicBezTo>
                <a:cubicBezTo>
                  <a:pt x="372232" y="1878127"/>
                  <a:pt x="358638" y="1864533"/>
                  <a:pt x="358638" y="1847763"/>
                </a:cubicBezTo>
                <a:cubicBezTo>
                  <a:pt x="358638" y="1830994"/>
                  <a:pt x="372232" y="1817400"/>
                  <a:pt x="389002" y="1817400"/>
                </a:cubicBezTo>
                <a:close/>
                <a:moveTo>
                  <a:pt x="316447" y="1817400"/>
                </a:moveTo>
                <a:cubicBezTo>
                  <a:pt x="333216" y="1817400"/>
                  <a:pt x="346810" y="1830994"/>
                  <a:pt x="346810" y="1847763"/>
                </a:cubicBezTo>
                <a:cubicBezTo>
                  <a:pt x="346810" y="1864533"/>
                  <a:pt x="333216" y="1878127"/>
                  <a:pt x="316447" y="1878127"/>
                </a:cubicBezTo>
                <a:cubicBezTo>
                  <a:pt x="299677" y="1878127"/>
                  <a:pt x="286084" y="1864533"/>
                  <a:pt x="286084" y="1847763"/>
                </a:cubicBezTo>
                <a:cubicBezTo>
                  <a:pt x="286084" y="1830994"/>
                  <a:pt x="299677" y="1817400"/>
                  <a:pt x="316447" y="1817400"/>
                </a:cubicBezTo>
                <a:close/>
                <a:moveTo>
                  <a:pt x="243892" y="1817400"/>
                </a:moveTo>
                <a:cubicBezTo>
                  <a:pt x="260662" y="1817400"/>
                  <a:pt x="274256" y="1830994"/>
                  <a:pt x="274256" y="1847763"/>
                </a:cubicBezTo>
                <a:cubicBezTo>
                  <a:pt x="274256" y="1864533"/>
                  <a:pt x="260662" y="1878127"/>
                  <a:pt x="243892" y="1878127"/>
                </a:cubicBezTo>
                <a:cubicBezTo>
                  <a:pt x="227123" y="1878127"/>
                  <a:pt x="213529" y="1864533"/>
                  <a:pt x="213529" y="1847763"/>
                </a:cubicBezTo>
                <a:cubicBezTo>
                  <a:pt x="213529" y="1830994"/>
                  <a:pt x="227123" y="1817400"/>
                  <a:pt x="243892" y="1817400"/>
                </a:cubicBezTo>
                <a:close/>
                <a:moveTo>
                  <a:pt x="171339" y="1817400"/>
                </a:moveTo>
                <a:cubicBezTo>
                  <a:pt x="188107" y="1817400"/>
                  <a:pt x="201701" y="1830994"/>
                  <a:pt x="201701" y="1847763"/>
                </a:cubicBezTo>
                <a:cubicBezTo>
                  <a:pt x="201701" y="1864533"/>
                  <a:pt x="188107" y="1878127"/>
                  <a:pt x="171339" y="1878127"/>
                </a:cubicBezTo>
                <a:cubicBezTo>
                  <a:pt x="154583" y="1878127"/>
                  <a:pt x="140989" y="1864533"/>
                  <a:pt x="140989" y="1847763"/>
                </a:cubicBezTo>
                <a:cubicBezTo>
                  <a:pt x="140989" y="1830994"/>
                  <a:pt x="154583" y="1817400"/>
                  <a:pt x="171339" y="1817400"/>
                </a:cubicBezTo>
                <a:close/>
                <a:moveTo>
                  <a:pt x="98799" y="1817400"/>
                </a:moveTo>
                <a:cubicBezTo>
                  <a:pt x="115568" y="1817400"/>
                  <a:pt x="129162" y="1830994"/>
                  <a:pt x="129162" y="1847763"/>
                </a:cubicBezTo>
                <a:cubicBezTo>
                  <a:pt x="129162" y="1864533"/>
                  <a:pt x="115568" y="1878127"/>
                  <a:pt x="98799" y="1878127"/>
                </a:cubicBezTo>
                <a:cubicBezTo>
                  <a:pt x="82029" y="1878127"/>
                  <a:pt x="68435" y="1864533"/>
                  <a:pt x="68435" y="1847763"/>
                </a:cubicBezTo>
                <a:cubicBezTo>
                  <a:pt x="68435" y="1830994"/>
                  <a:pt x="82029" y="1817400"/>
                  <a:pt x="98799" y="1817400"/>
                </a:cubicBezTo>
                <a:close/>
                <a:moveTo>
                  <a:pt x="26245" y="1817400"/>
                </a:moveTo>
                <a:cubicBezTo>
                  <a:pt x="43014" y="1817400"/>
                  <a:pt x="56608" y="1830994"/>
                  <a:pt x="56608" y="1847763"/>
                </a:cubicBezTo>
                <a:cubicBezTo>
                  <a:pt x="56608" y="1864533"/>
                  <a:pt x="43014" y="1878127"/>
                  <a:pt x="26245" y="1878127"/>
                </a:cubicBezTo>
                <a:cubicBezTo>
                  <a:pt x="17860" y="1878127"/>
                  <a:pt x="10269" y="1874729"/>
                  <a:pt x="4775" y="1869234"/>
                </a:cubicBezTo>
                <a:lnTo>
                  <a:pt x="0" y="1857707"/>
                </a:lnTo>
                <a:lnTo>
                  <a:pt x="0" y="1837819"/>
                </a:lnTo>
                <a:lnTo>
                  <a:pt x="4775" y="1826293"/>
                </a:lnTo>
                <a:cubicBezTo>
                  <a:pt x="10269" y="1820799"/>
                  <a:pt x="17860" y="1817400"/>
                  <a:pt x="26245" y="1817400"/>
                </a:cubicBezTo>
                <a:close/>
                <a:moveTo>
                  <a:pt x="896883" y="1736948"/>
                </a:moveTo>
                <a:lnTo>
                  <a:pt x="903696" y="1738324"/>
                </a:lnTo>
                <a:lnTo>
                  <a:pt x="888255" y="1747704"/>
                </a:lnTo>
                <a:lnTo>
                  <a:pt x="871248" y="1755896"/>
                </a:lnTo>
                <a:lnTo>
                  <a:pt x="875413" y="1745841"/>
                </a:lnTo>
                <a:cubicBezTo>
                  <a:pt x="880908" y="1740347"/>
                  <a:pt x="888499" y="1736948"/>
                  <a:pt x="896883" y="1736948"/>
                </a:cubicBezTo>
                <a:close/>
                <a:moveTo>
                  <a:pt x="824329" y="1736948"/>
                </a:moveTo>
                <a:cubicBezTo>
                  <a:pt x="832714" y="1736948"/>
                  <a:pt x="840304" y="1740347"/>
                  <a:pt x="845799" y="1745841"/>
                </a:cubicBezTo>
                <a:lnTo>
                  <a:pt x="853504" y="1764444"/>
                </a:lnTo>
                <a:lnTo>
                  <a:pt x="802910" y="1788817"/>
                </a:lnTo>
                <a:lnTo>
                  <a:pt x="802858" y="1788782"/>
                </a:lnTo>
                <a:cubicBezTo>
                  <a:pt x="797364" y="1783287"/>
                  <a:pt x="793965" y="1775696"/>
                  <a:pt x="793965" y="1767312"/>
                </a:cubicBezTo>
                <a:cubicBezTo>
                  <a:pt x="793965" y="1750542"/>
                  <a:pt x="807559" y="1736948"/>
                  <a:pt x="824329" y="1736948"/>
                </a:cubicBezTo>
                <a:close/>
                <a:moveTo>
                  <a:pt x="751774" y="1736948"/>
                </a:moveTo>
                <a:cubicBezTo>
                  <a:pt x="768544" y="1736948"/>
                  <a:pt x="782138" y="1750542"/>
                  <a:pt x="782138" y="1767312"/>
                </a:cubicBezTo>
                <a:cubicBezTo>
                  <a:pt x="782138" y="1784081"/>
                  <a:pt x="768544" y="1797675"/>
                  <a:pt x="751774" y="1797675"/>
                </a:cubicBezTo>
                <a:cubicBezTo>
                  <a:pt x="735005" y="1797675"/>
                  <a:pt x="721411" y="1784081"/>
                  <a:pt x="721411" y="1767312"/>
                </a:cubicBezTo>
                <a:cubicBezTo>
                  <a:pt x="721411" y="1750542"/>
                  <a:pt x="735005" y="1736948"/>
                  <a:pt x="751774" y="1736948"/>
                </a:cubicBezTo>
                <a:close/>
                <a:moveTo>
                  <a:pt x="679220" y="1736948"/>
                </a:moveTo>
                <a:cubicBezTo>
                  <a:pt x="695989" y="1736948"/>
                  <a:pt x="709583" y="1750542"/>
                  <a:pt x="709583" y="1767312"/>
                </a:cubicBezTo>
                <a:cubicBezTo>
                  <a:pt x="709583" y="1784081"/>
                  <a:pt x="695989" y="1797675"/>
                  <a:pt x="679220" y="1797675"/>
                </a:cubicBezTo>
                <a:cubicBezTo>
                  <a:pt x="662450" y="1797675"/>
                  <a:pt x="648856" y="1784081"/>
                  <a:pt x="648856" y="1767312"/>
                </a:cubicBezTo>
                <a:cubicBezTo>
                  <a:pt x="648856" y="1750542"/>
                  <a:pt x="662450" y="1736948"/>
                  <a:pt x="679220" y="1736948"/>
                </a:cubicBezTo>
                <a:close/>
                <a:moveTo>
                  <a:pt x="606665" y="1736948"/>
                </a:moveTo>
                <a:cubicBezTo>
                  <a:pt x="623435" y="1736948"/>
                  <a:pt x="637029" y="1750542"/>
                  <a:pt x="637029" y="1767312"/>
                </a:cubicBezTo>
                <a:cubicBezTo>
                  <a:pt x="637029" y="1784081"/>
                  <a:pt x="623435" y="1797675"/>
                  <a:pt x="606665" y="1797675"/>
                </a:cubicBezTo>
                <a:cubicBezTo>
                  <a:pt x="589896" y="1797675"/>
                  <a:pt x="576302" y="1784081"/>
                  <a:pt x="576302" y="1767312"/>
                </a:cubicBezTo>
                <a:cubicBezTo>
                  <a:pt x="576302" y="1750542"/>
                  <a:pt x="589896" y="1736948"/>
                  <a:pt x="606665" y="1736948"/>
                </a:cubicBezTo>
                <a:close/>
                <a:moveTo>
                  <a:pt x="534111" y="1736948"/>
                </a:moveTo>
                <a:cubicBezTo>
                  <a:pt x="550880" y="1736948"/>
                  <a:pt x="564474" y="1750542"/>
                  <a:pt x="564474" y="1767312"/>
                </a:cubicBezTo>
                <a:cubicBezTo>
                  <a:pt x="564474" y="1784081"/>
                  <a:pt x="550880" y="1797675"/>
                  <a:pt x="534111" y="1797675"/>
                </a:cubicBezTo>
                <a:cubicBezTo>
                  <a:pt x="517341" y="1797675"/>
                  <a:pt x="503747" y="1784081"/>
                  <a:pt x="503747" y="1767312"/>
                </a:cubicBezTo>
                <a:cubicBezTo>
                  <a:pt x="503747" y="1750542"/>
                  <a:pt x="517341" y="1736948"/>
                  <a:pt x="534111" y="1736948"/>
                </a:cubicBezTo>
                <a:close/>
                <a:moveTo>
                  <a:pt x="461556" y="1736948"/>
                </a:moveTo>
                <a:cubicBezTo>
                  <a:pt x="478326" y="1736948"/>
                  <a:pt x="491920" y="1750542"/>
                  <a:pt x="491920" y="1767312"/>
                </a:cubicBezTo>
                <a:cubicBezTo>
                  <a:pt x="491920" y="1784081"/>
                  <a:pt x="478326" y="1797675"/>
                  <a:pt x="461556" y="1797675"/>
                </a:cubicBezTo>
                <a:cubicBezTo>
                  <a:pt x="444787" y="1797675"/>
                  <a:pt x="431192" y="1784081"/>
                  <a:pt x="431192" y="1767312"/>
                </a:cubicBezTo>
                <a:cubicBezTo>
                  <a:pt x="431192" y="1750542"/>
                  <a:pt x="444787" y="1736948"/>
                  <a:pt x="461556" y="1736948"/>
                </a:cubicBezTo>
                <a:close/>
                <a:moveTo>
                  <a:pt x="389002" y="1736948"/>
                </a:moveTo>
                <a:cubicBezTo>
                  <a:pt x="405771" y="1736948"/>
                  <a:pt x="419365" y="1750542"/>
                  <a:pt x="419365" y="1767312"/>
                </a:cubicBezTo>
                <a:cubicBezTo>
                  <a:pt x="419365" y="1784081"/>
                  <a:pt x="405771" y="1797675"/>
                  <a:pt x="389002" y="1797675"/>
                </a:cubicBezTo>
                <a:cubicBezTo>
                  <a:pt x="372232" y="1797675"/>
                  <a:pt x="358638" y="1784081"/>
                  <a:pt x="358638" y="1767312"/>
                </a:cubicBezTo>
                <a:cubicBezTo>
                  <a:pt x="358638" y="1750542"/>
                  <a:pt x="372232" y="1736948"/>
                  <a:pt x="389002" y="1736948"/>
                </a:cubicBezTo>
                <a:close/>
                <a:moveTo>
                  <a:pt x="316447" y="1736948"/>
                </a:moveTo>
                <a:cubicBezTo>
                  <a:pt x="333216" y="1736948"/>
                  <a:pt x="346810" y="1750542"/>
                  <a:pt x="346810" y="1767312"/>
                </a:cubicBezTo>
                <a:cubicBezTo>
                  <a:pt x="346810" y="1784081"/>
                  <a:pt x="333216" y="1797675"/>
                  <a:pt x="316447" y="1797675"/>
                </a:cubicBezTo>
                <a:cubicBezTo>
                  <a:pt x="299677" y="1797675"/>
                  <a:pt x="286084" y="1784081"/>
                  <a:pt x="286084" y="1767312"/>
                </a:cubicBezTo>
                <a:cubicBezTo>
                  <a:pt x="286084" y="1750542"/>
                  <a:pt x="299677" y="1736948"/>
                  <a:pt x="316447" y="1736948"/>
                </a:cubicBezTo>
                <a:close/>
                <a:moveTo>
                  <a:pt x="243892" y="1736948"/>
                </a:moveTo>
                <a:cubicBezTo>
                  <a:pt x="260662" y="1736948"/>
                  <a:pt x="274256" y="1750542"/>
                  <a:pt x="274256" y="1767312"/>
                </a:cubicBezTo>
                <a:cubicBezTo>
                  <a:pt x="274256" y="1784081"/>
                  <a:pt x="260662" y="1797675"/>
                  <a:pt x="243892" y="1797675"/>
                </a:cubicBezTo>
                <a:cubicBezTo>
                  <a:pt x="227123" y="1797675"/>
                  <a:pt x="213529" y="1784081"/>
                  <a:pt x="213529" y="1767312"/>
                </a:cubicBezTo>
                <a:cubicBezTo>
                  <a:pt x="213529" y="1750542"/>
                  <a:pt x="227123" y="1736948"/>
                  <a:pt x="243892" y="1736948"/>
                </a:cubicBezTo>
                <a:close/>
                <a:moveTo>
                  <a:pt x="171339" y="1736948"/>
                </a:moveTo>
                <a:cubicBezTo>
                  <a:pt x="188107" y="1736948"/>
                  <a:pt x="201701" y="1750542"/>
                  <a:pt x="201701" y="1767312"/>
                </a:cubicBezTo>
                <a:cubicBezTo>
                  <a:pt x="201701" y="1784081"/>
                  <a:pt x="188107" y="1797675"/>
                  <a:pt x="171339" y="1797675"/>
                </a:cubicBezTo>
                <a:cubicBezTo>
                  <a:pt x="154588" y="1797675"/>
                  <a:pt x="140995" y="1784081"/>
                  <a:pt x="140995" y="1767312"/>
                </a:cubicBezTo>
                <a:cubicBezTo>
                  <a:pt x="140995" y="1750542"/>
                  <a:pt x="154588" y="1736948"/>
                  <a:pt x="171339" y="1736948"/>
                </a:cubicBezTo>
                <a:close/>
                <a:moveTo>
                  <a:pt x="98806" y="1736948"/>
                </a:moveTo>
                <a:cubicBezTo>
                  <a:pt x="115574" y="1736948"/>
                  <a:pt x="129168" y="1750542"/>
                  <a:pt x="129168" y="1767312"/>
                </a:cubicBezTo>
                <a:cubicBezTo>
                  <a:pt x="129168" y="1784081"/>
                  <a:pt x="115574" y="1797675"/>
                  <a:pt x="98806" y="1797675"/>
                </a:cubicBezTo>
                <a:cubicBezTo>
                  <a:pt x="82035" y="1797675"/>
                  <a:pt x="68442" y="1784081"/>
                  <a:pt x="68442" y="1767312"/>
                </a:cubicBezTo>
                <a:cubicBezTo>
                  <a:pt x="68442" y="1750542"/>
                  <a:pt x="82035" y="1736948"/>
                  <a:pt x="98806" y="1736948"/>
                </a:cubicBezTo>
                <a:close/>
                <a:moveTo>
                  <a:pt x="26251" y="1736948"/>
                </a:moveTo>
                <a:cubicBezTo>
                  <a:pt x="43020" y="1736948"/>
                  <a:pt x="56614" y="1750542"/>
                  <a:pt x="56614" y="1767312"/>
                </a:cubicBezTo>
                <a:cubicBezTo>
                  <a:pt x="56614" y="1784081"/>
                  <a:pt x="43020" y="1797675"/>
                  <a:pt x="26251" y="1797675"/>
                </a:cubicBezTo>
                <a:cubicBezTo>
                  <a:pt x="17866" y="1797675"/>
                  <a:pt x="10276" y="1794277"/>
                  <a:pt x="4781" y="1788782"/>
                </a:cubicBezTo>
                <a:lnTo>
                  <a:pt x="0" y="1777239"/>
                </a:lnTo>
                <a:lnTo>
                  <a:pt x="0" y="1757384"/>
                </a:lnTo>
                <a:lnTo>
                  <a:pt x="4781" y="1745841"/>
                </a:lnTo>
                <a:cubicBezTo>
                  <a:pt x="10276" y="1740347"/>
                  <a:pt x="17866" y="1736948"/>
                  <a:pt x="26251" y="1736948"/>
                </a:cubicBezTo>
                <a:close/>
                <a:moveTo>
                  <a:pt x="1030341" y="1658849"/>
                </a:moveTo>
                <a:lnTo>
                  <a:pt x="1020041" y="1666551"/>
                </a:lnTo>
                <a:lnTo>
                  <a:pt x="1020522" y="1665390"/>
                </a:lnTo>
                <a:cubicBezTo>
                  <a:pt x="1023269" y="1662642"/>
                  <a:pt x="1026541" y="1660419"/>
                  <a:pt x="1030173" y="1658883"/>
                </a:cubicBezTo>
                <a:close/>
                <a:moveTo>
                  <a:pt x="969438" y="1656497"/>
                </a:moveTo>
                <a:cubicBezTo>
                  <a:pt x="977823" y="1656497"/>
                  <a:pt x="985413" y="1659895"/>
                  <a:pt x="990908" y="1665390"/>
                </a:cubicBezTo>
                <a:lnTo>
                  <a:pt x="997511" y="1681329"/>
                </a:lnTo>
                <a:lnTo>
                  <a:pt x="950384" y="1709959"/>
                </a:lnTo>
                <a:lnTo>
                  <a:pt x="947968" y="1708330"/>
                </a:lnTo>
                <a:cubicBezTo>
                  <a:pt x="942473" y="1702836"/>
                  <a:pt x="939075" y="1695245"/>
                  <a:pt x="939075" y="1686860"/>
                </a:cubicBezTo>
                <a:cubicBezTo>
                  <a:pt x="939075" y="1670091"/>
                  <a:pt x="952669" y="1656497"/>
                  <a:pt x="969438" y="1656497"/>
                </a:cubicBezTo>
                <a:close/>
                <a:moveTo>
                  <a:pt x="896883" y="1656497"/>
                </a:moveTo>
                <a:cubicBezTo>
                  <a:pt x="913653" y="1656497"/>
                  <a:pt x="927247" y="1670091"/>
                  <a:pt x="927247" y="1686860"/>
                </a:cubicBezTo>
                <a:cubicBezTo>
                  <a:pt x="927247" y="1703630"/>
                  <a:pt x="913653" y="1717224"/>
                  <a:pt x="896883" y="1717224"/>
                </a:cubicBezTo>
                <a:cubicBezTo>
                  <a:pt x="880114" y="1717224"/>
                  <a:pt x="866520" y="1703630"/>
                  <a:pt x="866520" y="1686860"/>
                </a:cubicBezTo>
                <a:cubicBezTo>
                  <a:pt x="866520" y="1670091"/>
                  <a:pt x="880114" y="1656497"/>
                  <a:pt x="896883" y="1656497"/>
                </a:cubicBezTo>
                <a:close/>
                <a:moveTo>
                  <a:pt x="824329" y="1656497"/>
                </a:moveTo>
                <a:cubicBezTo>
                  <a:pt x="841098" y="1656497"/>
                  <a:pt x="854692" y="1670091"/>
                  <a:pt x="854692" y="1686860"/>
                </a:cubicBezTo>
                <a:cubicBezTo>
                  <a:pt x="854692" y="1703630"/>
                  <a:pt x="841098" y="1717224"/>
                  <a:pt x="824329" y="1717224"/>
                </a:cubicBezTo>
                <a:cubicBezTo>
                  <a:pt x="807559" y="1717224"/>
                  <a:pt x="793965" y="1703630"/>
                  <a:pt x="793965" y="1686860"/>
                </a:cubicBezTo>
                <a:cubicBezTo>
                  <a:pt x="793965" y="1670091"/>
                  <a:pt x="807559" y="1656497"/>
                  <a:pt x="824329" y="1656497"/>
                </a:cubicBezTo>
                <a:close/>
                <a:moveTo>
                  <a:pt x="751774" y="1656497"/>
                </a:moveTo>
                <a:cubicBezTo>
                  <a:pt x="768544" y="1656497"/>
                  <a:pt x="782138" y="1670091"/>
                  <a:pt x="782138" y="1686860"/>
                </a:cubicBezTo>
                <a:cubicBezTo>
                  <a:pt x="782138" y="1703630"/>
                  <a:pt x="768544" y="1717224"/>
                  <a:pt x="751774" y="1717224"/>
                </a:cubicBezTo>
                <a:cubicBezTo>
                  <a:pt x="735005" y="1717224"/>
                  <a:pt x="721411" y="1703630"/>
                  <a:pt x="721411" y="1686860"/>
                </a:cubicBezTo>
                <a:cubicBezTo>
                  <a:pt x="721411" y="1670091"/>
                  <a:pt x="735005" y="1656497"/>
                  <a:pt x="751774" y="1656497"/>
                </a:cubicBezTo>
                <a:close/>
                <a:moveTo>
                  <a:pt x="679220" y="1656497"/>
                </a:moveTo>
                <a:cubicBezTo>
                  <a:pt x="695989" y="1656497"/>
                  <a:pt x="709583" y="1670091"/>
                  <a:pt x="709583" y="1686860"/>
                </a:cubicBezTo>
                <a:cubicBezTo>
                  <a:pt x="709583" y="1703630"/>
                  <a:pt x="695989" y="1717224"/>
                  <a:pt x="679220" y="1717224"/>
                </a:cubicBezTo>
                <a:cubicBezTo>
                  <a:pt x="662450" y="1717224"/>
                  <a:pt x="648856" y="1703630"/>
                  <a:pt x="648856" y="1686860"/>
                </a:cubicBezTo>
                <a:cubicBezTo>
                  <a:pt x="648856" y="1670091"/>
                  <a:pt x="662450" y="1656497"/>
                  <a:pt x="679220" y="1656497"/>
                </a:cubicBezTo>
                <a:close/>
                <a:moveTo>
                  <a:pt x="606665" y="1656497"/>
                </a:moveTo>
                <a:cubicBezTo>
                  <a:pt x="623435" y="1656497"/>
                  <a:pt x="637029" y="1670091"/>
                  <a:pt x="637029" y="1686860"/>
                </a:cubicBezTo>
                <a:cubicBezTo>
                  <a:pt x="637029" y="1703630"/>
                  <a:pt x="623435" y="1717224"/>
                  <a:pt x="606665" y="1717224"/>
                </a:cubicBezTo>
                <a:cubicBezTo>
                  <a:pt x="589896" y="1717224"/>
                  <a:pt x="576302" y="1703630"/>
                  <a:pt x="576302" y="1686860"/>
                </a:cubicBezTo>
                <a:cubicBezTo>
                  <a:pt x="576302" y="1670091"/>
                  <a:pt x="589896" y="1656497"/>
                  <a:pt x="606665" y="1656497"/>
                </a:cubicBezTo>
                <a:close/>
                <a:moveTo>
                  <a:pt x="534111" y="1656497"/>
                </a:moveTo>
                <a:cubicBezTo>
                  <a:pt x="550880" y="1656497"/>
                  <a:pt x="564474" y="1670091"/>
                  <a:pt x="564474" y="1686860"/>
                </a:cubicBezTo>
                <a:cubicBezTo>
                  <a:pt x="564474" y="1703630"/>
                  <a:pt x="550880" y="1717224"/>
                  <a:pt x="534111" y="1717224"/>
                </a:cubicBezTo>
                <a:cubicBezTo>
                  <a:pt x="517341" y="1717224"/>
                  <a:pt x="503747" y="1703630"/>
                  <a:pt x="503747" y="1686860"/>
                </a:cubicBezTo>
                <a:cubicBezTo>
                  <a:pt x="503747" y="1670091"/>
                  <a:pt x="517341" y="1656497"/>
                  <a:pt x="534111" y="1656497"/>
                </a:cubicBezTo>
                <a:close/>
                <a:moveTo>
                  <a:pt x="461556" y="1656497"/>
                </a:moveTo>
                <a:cubicBezTo>
                  <a:pt x="478326" y="1656497"/>
                  <a:pt x="491920" y="1670091"/>
                  <a:pt x="491920" y="1686860"/>
                </a:cubicBezTo>
                <a:cubicBezTo>
                  <a:pt x="491920" y="1703630"/>
                  <a:pt x="478326" y="1717224"/>
                  <a:pt x="461556" y="1717224"/>
                </a:cubicBezTo>
                <a:cubicBezTo>
                  <a:pt x="444787" y="1717224"/>
                  <a:pt x="431192" y="1703630"/>
                  <a:pt x="431192" y="1686860"/>
                </a:cubicBezTo>
                <a:cubicBezTo>
                  <a:pt x="431192" y="1670091"/>
                  <a:pt x="444787" y="1656497"/>
                  <a:pt x="461556" y="1656497"/>
                </a:cubicBezTo>
                <a:close/>
                <a:moveTo>
                  <a:pt x="389002" y="1656497"/>
                </a:moveTo>
                <a:cubicBezTo>
                  <a:pt x="405771" y="1656497"/>
                  <a:pt x="419365" y="1670091"/>
                  <a:pt x="419365" y="1686860"/>
                </a:cubicBezTo>
                <a:cubicBezTo>
                  <a:pt x="419365" y="1703630"/>
                  <a:pt x="405771" y="1717224"/>
                  <a:pt x="389002" y="1717224"/>
                </a:cubicBezTo>
                <a:cubicBezTo>
                  <a:pt x="372232" y="1717224"/>
                  <a:pt x="358638" y="1703630"/>
                  <a:pt x="358638" y="1686860"/>
                </a:cubicBezTo>
                <a:cubicBezTo>
                  <a:pt x="358638" y="1670091"/>
                  <a:pt x="372232" y="1656497"/>
                  <a:pt x="389002" y="1656497"/>
                </a:cubicBezTo>
                <a:close/>
                <a:moveTo>
                  <a:pt x="316447" y="1656497"/>
                </a:moveTo>
                <a:cubicBezTo>
                  <a:pt x="333216" y="1656497"/>
                  <a:pt x="346810" y="1670091"/>
                  <a:pt x="346810" y="1686860"/>
                </a:cubicBezTo>
                <a:cubicBezTo>
                  <a:pt x="346810" y="1703630"/>
                  <a:pt x="333216" y="1717224"/>
                  <a:pt x="316447" y="1717224"/>
                </a:cubicBezTo>
                <a:cubicBezTo>
                  <a:pt x="299677" y="1717224"/>
                  <a:pt x="286084" y="1703630"/>
                  <a:pt x="286084" y="1686860"/>
                </a:cubicBezTo>
                <a:cubicBezTo>
                  <a:pt x="286084" y="1670091"/>
                  <a:pt x="299677" y="1656497"/>
                  <a:pt x="316447" y="1656497"/>
                </a:cubicBezTo>
                <a:close/>
                <a:moveTo>
                  <a:pt x="243892" y="1656497"/>
                </a:moveTo>
                <a:cubicBezTo>
                  <a:pt x="260662" y="1656497"/>
                  <a:pt x="274256" y="1670091"/>
                  <a:pt x="274256" y="1686860"/>
                </a:cubicBezTo>
                <a:cubicBezTo>
                  <a:pt x="274256" y="1703630"/>
                  <a:pt x="260662" y="1717224"/>
                  <a:pt x="243892" y="1717224"/>
                </a:cubicBezTo>
                <a:cubicBezTo>
                  <a:pt x="227123" y="1717224"/>
                  <a:pt x="213529" y="1703630"/>
                  <a:pt x="213529" y="1686860"/>
                </a:cubicBezTo>
                <a:cubicBezTo>
                  <a:pt x="213529" y="1670091"/>
                  <a:pt x="227123" y="1656497"/>
                  <a:pt x="243892" y="1656497"/>
                </a:cubicBezTo>
                <a:close/>
                <a:moveTo>
                  <a:pt x="171339" y="1656497"/>
                </a:moveTo>
                <a:cubicBezTo>
                  <a:pt x="188107" y="1656497"/>
                  <a:pt x="201701" y="1670091"/>
                  <a:pt x="201701" y="1686860"/>
                </a:cubicBezTo>
                <a:cubicBezTo>
                  <a:pt x="201701" y="1703630"/>
                  <a:pt x="188107" y="1717224"/>
                  <a:pt x="171339" y="1717224"/>
                </a:cubicBezTo>
                <a:cubicBezTo>
                  <a:pt x="154594" y="1717224"/>
                  <a:pt x="141001" y="1703630"/>
                  <a:pt x="141001" y="1686860"/>
                </a:cubicBezTo>
                <a:cubicBezTo>
                  <a:pt x="141001" y="1670091"/>
                  <a:pt x="154594" y="1656497"/>
                  <a:pt x="171339" y="1656497"/>
                </a:cubicBezTo>
                <a:close/>
                <a:moveTo>
                  <a:pt x="98812" y="1656497"/>
                </a:moveTo>
                <a:cubicBezTo>
                  <a:pt x="115580" y="1656497"/>
                  <a:pt x="129174" y="1670091"/>
                  <a:pt x="129174" y="1686860"/>
                </a:cubicBezTo>
                <a:cubicBezTo>
                  <a:pt x="129174" y="1703630"/>
                  <a:pt x="115580" y="1717224"/>
                  <a:pt x="98812" y="1717224"/>
                </a:cubicBezTo>
                <a:cubicBezTo>
                  <a:pt x="82042" y="1717224"/>
                  <a:pt x="68448" y="1703630"/>
                  <a:pt x="68448" y="1686860"/>
                </a:cubicBezTo>
                <a:cubicBezTo>
                  <a:pt x="68448" y="1670091"/>
                  <a:pt x="82042" y="1656497"/>
                  <a:pt x="98812" y="1656497"/>
                </a:cubicBezTo>
                <a:close/>
                <a:moveTo>
                  <a:pt x="26257" y="1656497"/>
                </a:moveTo>
                <a:cubicBezTo>
                  <a:pt x="43026" y="1656497"/>
                  <a:pt x="56620" y="1670091"/>
                  <a:pt x="56620" y="1686860"/>
                </a:cubicBezTo>
                <a:cubicBezTo>
                  <a:pt x="56620" y="1703630"/>
                  <a:pt x="43026" y="1717224"/>
                  <a:pt x="26257" y="1717224"/>
                </a:cubicBezTo>
                <a:cubicBezTo>
                  <a:pt x="17873" y="1717224"/>
                  <a:pt x="10282" y="1713826"/>
                  <a:pt x="4787" y="1708331"/>
                </a:cubicBezTo>
                <a:lnTo>
                  <a:pt x="0" y="1696773"/>
                </a:lnTo>
                <a:lnTo>
                  <a:pt x="0" y="1676947"/>
                </a:lnTo>
                <a:lnTo>
                  <a:pt x="4787" y="1665390"/>
                </a:lnTo>
                <a:cubicBezTo>
                  <a:pt x="10282" y="1659896"/>
                  <a:pt x="17873" y="1656497"/>
                  <a:pt x="26257" y="1656497"/>
                </a:cubicBezTo>
                <a:close/>
                <a:moveTo>
                  <a:pt x="1114547" y="1576045"/>
                </a:moveTo>
                <a:cubicBezTo>
                  <a:pt x="1118739" y="1576045"/>
                  <a:pt x="1122733" y="1576894"/>
                  <a:pt x="1126366" y="1578431"/>
                </a:cubicBezTo>
                <a:lnTo>
                  <a:pt x="1131977" y="1582214"/>
                </a:lnTo>
                <a:lnTo>
                  <a:pt x="1128051" y="1585783"/>
                </a:lnTo>
                <a:lnTo>
                  <a:pt x="1088035" y="1615706"/>
                </a:lnTo>
                <a:lnTo>
                  <a:pt x="1084184" y="1606408"/>
                </a:lnTo>
                <a:cubicBezTo>
                  <a:pt x="1084184" y="1589639"/>
                  <a:pt x="1097778" y="1576045"/>
                  <a:pt x="1114547" y="1576045"/>
                </a:cubicBezTo>
                <a:close/>
                <a:moveTo>
                  <a:pt x="1041993" y="1576045"/>
                </a:moveTo>
                <a:cubicBezTo>
                  <a:pt x="1058762" y="1576045"/>
                  <a:pt x="1072356" y="1589639"/>
                  <a:pt x="1072356" y="1606408"/>
                </a:cubicBezTo>
                <a:cubicBezTo>
                  <a:pt x="1072356" y="1623178"/>
                  <a:pt x="1058762" y="1636772"/>
                  <a:pt x="1041993" y="1636772"/>
                </a:cubicBezTo>
                <a:cubicBezTo>
                  <a:pt x="1025223" y="1636772"/>
                  <a:pt x="1011629" y="1623178"/>
                  <a:pt x="1011629" y="1606408"/>
                </a:cubicBezTo>
                <a:cubicBezTo>
                  <a:pt x="1011629" y="1589639"/>
                  <a:pt x="1025223" y="1576045"/>
                  <a:pt x="1041993" y="1576045"/>
                </a:cubicBezTo>
                <a:close/>
                <a:moveTo>
                  <a:pt x="969438" y="1576045"/>
                </a:moveTo>
                <a:cubicBezTo>
                  <a:pt x="986208" y="1576045"/>
                  <a:pt x="999801" y="1589639"/>
                  <a:pt x="999801" y="1606408"/>
                </a:cubicBezTo>
                <a:cubicBezTo>
                  <a:pt x="999801" y="1623178"/>
                  <a:pt x="986208" y="1636772"/>
                  <a:pt x="969438" y="1636772"/>
                </a:cubicBezTo>
                <a:cubicBezTo>
                  <a:pt x="952669" y="1636772"/>
                  <a:pt x="939075" y="1623178"/>
                  <a:pt x="939075" y="1606408"/>
                </a:cubicBezTo>
                <a:cubicBezTo>
                  <a:pt x="939075" y="1589639"/>
                  <a:pt x="952669" y="1576045"/>
                  <a:pt x="969438" y="1576045"/>
                </a:cubicBezTo>
                <a:close/>
                <a:moveTo>
                  <a:pt x="896883" y="1576045"/>
                </a:moveTo>
                <a:cubicBezTo>
                  <a:pt x="913653" y="1576045"/>
                  <a:pt x="927247" y="1589639"/>
                  <a:pt x="927247" y="1606408"/>
                </a:cubicBezTo>
                <a:cubicBezTo>
                  <a:pt x="927247" y="1623178"/>
                  <a:pt x="913653" y="1636772"/>
                  <a:pt x="896883" y="1636772"/>
                </a:cubicBezTo>
                <a:cubicBezTo>
                  <a:pt x="880114" y="1636772"/>
                  <a:pt x="866520" y="1623178"/>
                  <a:pt x="866520" y="1606408"/>
                </a:cubicBezTo>
                <a:cubicBezTo>
                  <a:pt x="866520" y="1589639"/>
                  <a:pt x="880114" y="1576045"/>
                  <a:pt x="896883" y="1576045"/>
                </a:cubicBezTo>
                <a:close/>
                <a:moveTo>
                  <a:pt x="824329" y="1576045"/>
                </a:moveTo>
                <a:cubicBezTo>
                  <a:pt x="841098" y="1576045"/>
                  <a:pt x="854692" y="1589639"/>
                  <a:pt x="854692" y="1606408"/>
                </a:cubicBezTo>
                <a:cubicBezTo>
                  <a:pt x="854692" y="1623178"/>
                  <a:pt x="841098" y="1636772"/>
                  <a:pt x="824329" y="1636772"/>
                </a:cubicBezTo>
                <a:cubicBezTo>
                  <a:pt x="807559" y="1636772"/>
                  <a:pt x="793965" y="1623178"/>
                  <a:pt x="793965" y="1606408"/>
                </a:cubicBezTo>
                <a:cubicBezTo>
                  <a:pt x="793965" y="1589639"/>
                  <a:pt x="807559" y="1576045"/>
                  <a:pt x="824329" y="1576045"/>
                </a:cubicBezTo>
                <a:close/>
                <a:moveTo>
                  <a:pt x="751774" y="1576045"/>
                </a:moveTo>
                <a:cubicBezTo>
                  <a:pt x="768544" y="1576045"/>
                  <a:pt x="782138" y="1589639"/>
                  <a:pt x="782138" y="1606408"/>
                </a:cubicBezTo>
                <a:cubicBezTo>
                  <a:pt x="782138" y="1623178"/>
                  <a:pt x="768544" y="1636772"/>
                  <a:pt x="751774" y="1636772"/>
                </a:cubicBezTo>
                <a:cubicBezTo>
                  <a:pt x="735005" y="1636772"/>
                  <a:pt x="721411" y="1623178"/>
                  <a:pt x="721411" y="1606408"/>
                </a:cubicBezTo>
                <a:cubicBezTo>
                  <a:pt x="721411" y="1589639"/>
                  <a:pt x="735005" y="1576045"/>
                  <a:pt x="751774" y="1576045"/>
                </a:cubicBezTo>
                <a:close/>
                <a:moveTo>
                  <a:pt x="679220" y="1576045"/>
                </a:moveTo>
                <a:cubicBezTo>
                  <a:pt x="695989" y="1576045"/>
                  <a:pt x="709583" y="1589639"/>
                  <a:pt x="709583" y="1606408"/>
                </a:cubicBezTo>
                <a:cubicBezTo>
                  <a:pt x="709583" y="1623178"/>
                  <a:pt x="695989" y="1636772"/>
                  <a:pt x="679220" y="1636772"/>
                </a:cubicBezTo>
                <a:cubicBezTo>
                  <a:pt x="662450" y="1636772"/>
                  <a:pt x="648856" y="1623178"/>
                  <a:pt x="648856" y="1606408"/>
                </a:cubicBezTo>
                <a:cubicBezTo>
                  <a:pt x="648856" y="1589639"/>
                  <a:pt x="662450" y="1576045"/>
                  <a:pt x="679220" y="1576045"/>
                </a:cubicBezTo>
                <a:close/>
                <a:moveTo>
                  <a:pt x="606665" y="1576045"/>
                </a:moveTo>
                <a:cubicBezTo>
                  <a:pt x="623435" y="1576045"/>
                  <a:pt x="637029" y="1589639"/>
                  <a:pt x="637029" y="1606408"/>
                </a:cubicBezTo>
                <a:cubicBezTo>
                  <a:pt x="637029" y="1623178"/>
                  <a:pt x="623435" y="1636772"/>
                  <a:pt x="606665" y="1636772"/>
                </a:cubicBezTo>
                <a:cubicBezTo>
                  <a:pt x="589896" y="1636772"/>
                  <a:pt x="576302" y="1623178"/>
                  <a:pt x="576302" y="1606408"/>
                </a:cubicBezTo>
                <a:cubicBezTo>
                  <a:pt x="576302" y="1589639"/>
                  <a:pt x="589896" y="1576045"/>
                  <a:pt x="606665" y="1576045"/>
                </a:cubicBezTo>
                <a:close/>
                <a:moveTo>
                  <a:pt x="534111" y="1576045"/>
                </a:moveTo>
                <a:cubicBezTo>
                  <a:pt x="550880" y="1576045"/>
                  <a:pt x="564474" y="1589639"/>
                  <a:pt x="564474" y="1606408"/>
                </a:cubicBezTo>
                <a:cubicBezTo>
                  <a:pt x="564474" y="1623178"/>
                  <a:pt x="550880" y="1636772"/>
                  <a:pt x="534111" y="1636772"/>
                </a:cubicBezTo>
                <a:cubicBezTo>
                  <a:pt x="517341" y="1636772"/>
                  <a:pt x="503747" y="1623178"/>
                  <a:pt x="503747" y="1606408"/>
                </a:cubicBezTo>
                <a:cubicBezTo>
                  <a:pt x="503747" y="1589639"/>
                  <a:pt x="517341" y="1576045"/>
                  <a:pt x="534111" y="1576045"/>
                </a:cubicBezTo>
                <a:close/>
                <a:moveTo>
                  <a:pt x="461556" y="1576045"/>
                </a:moveTo>
                <a:cubicBezTo>
                  <a:pt x="478326" y="1576045"/>
                  <a:pt x="491920" y="1589639"/>
                  <a:pt x="491920" y="1606408"/>
                </a:cubicBezTo>
                <a:cubicBezTo>
                  <a:pt x="491920" y="1623178"/>
                  <a:pt x="478326" y="1636772"/>
                  <a:pt x="461556" y="1636772"/>
                </a:cubicBezTo>
                <a:cubicBezTo>
                  <a:pt x="444787" y="1636772"/>
                  <a:pt x="431192" y="1623178"/>
                  <a:pt x="431192" y="1606408"/>
                </a:cubicBezTo>
                <a:cubicBezTo>
                  <a:pt x="431192" y="1589639"/>
                  <a:pt x="444787" y="1576045"/>
                  <a:pt x="461556" y="1576045"/>
                </a:cubicBezTo>
                <a:close/>
                <a:moveTo>
                  <a:pt x="389002" y="1576045"/>
                </a:moveTo>
                <a:cubicBezTo>
                  <a:pt x="405771" y="1576045"/>
                  <a:pt x="419365" y="1589639"/>
                  <a:pt x="419365" y="1606408"/>
                </a:cubicBezTo>
                <a:cubicBezTo>
                  <a:pt x="419365" y="1623178"/>
                  <a:pt x="405771" y="1636772"/>
                  <a:pt x="389002" y="1636772"/>
                </a:cubicBezTo>
                <a:cubicBezTo>
                  <a:pt x="372232" y="1636772"/>
                  <a:pt x="358638" y="1623178"/>
                  <a:pt x="358638" y="1606408"/>
                </a:cubicBezTo>
                <a:cubicBezTo>
                  <a:pt x="358638" y="1589639"/>
                  <a:pt x="372232" y="1576045"/>
                  <a:pt x="389002" y="1576045"/>
                </a:cubicBezTo>
                <a:close/>
                <a:moveTo>
                  <a:pt x="316447" y="1576045"/>
                </a:moveTo>
                <a:cubicBezTo>
                  <a:pt x="333216" y="1576045"/>
                  <a:pt x="346810" y="1589639"/>
                  <a:pt x="346810" y="1606408"/>
                </a:cubicBezTo>
                <a:cubicBezTo>
                  <a:pt x="346810" y="1623178"/>
                  <a:pt x="333216" y="1636772"/>
                  <a:pt x="316447" y="1636772"/>
                </a:cubicBezTo>
                <a:cubicBezTo>
                  <a:pt x="299677" y="1636772"/>
                  <a:pt x="286084" y="1623178"/>
                  <a:pt x="286084" y="1606408"/>
                </a:cubicBezTo>
                <a:cubicBezTo>
                  <a:pt x="286084" y="1589639"/>
                  <a:pt x="299677" y="1576045"/>
                  <a:pt x="316447" y="1576045"/>
                </a:cubicBezTo>
                <a:close/>
                <a:moveTo>
                  <a:pt x="243892" y="1576045"/>
                </a:moveTo>
                <a:cubicBezTo>
                  <a:pt x="260662" y="1576045"/>
                  <a:pt x="274256" y="1589639"/>
                  <a:pt x="274256" y="1606408"/>
                </a:cubicBezTo>
                <a:cubicBezTo>
                  <a:pt x="274256" y="1623178"/>
                  <a:pt x="260662" y="1636772"/>
                  <a:pt x="243892" y="1636772"/>
                </a:cubicBezTo>
                <a:cubicBezTo>
                  <a:pt x="227123" y="1636772"/>
                  <a:pt x="213529" y="1623178"/>
                  <a:pt x="213529" y="1606408"/>
                </a:cubicBezTo>
                <a:cubicBezTo>
                  <a:pt x="213529" y="1589639"/>
                  <a:pt x="227123" y="1576045"/>
                  <a:pt x="243892" y="1576045"/>
                </a:cubicBezTo>
                <a:close/>
                <a:moveTo>
                  <a:pt x="171339" y="1576045"/>
                </a:moveTo>
                <a:cubicBezTo>
                  <a:pt x="188107" y="1576045"/>
                  <a:pt x="201701" y="1589639"/>
                  <a:pt x="201701" y="1606408"/>
                </a:cubicBezTo>
                <a:cubicBezTo>
                  <a:pt x="201701" y="1623178"/>
                  <a:pt x="188107" y="1636772"/>
                  <a:pt x="171339" y="1636772"/>
                </a:cubicBezTo>
                <a:cubicBezTo>
                  <a:pt x="154599" y="1636772"/>
                  <a:pt x="141006" y="1623178"/>
                  <a:pt x="141006" y="1606408"/>
                </a:cubicBezTo>
                <a:cubicBezTo>
                  <a:pt x="141006" y="1589639"/>
                  <a:pt x="154599" y="1576045"/>
                  <a:pt x="171339" y="1576045"/>
                </a:cubicBezTo>
                <a:close/>
                <a:moveTo>
                  <a:pt x="98818" y="1576045"/>
                </a:moveTo>
                <a:cubicBezTo>
                  <a:pt x="115586" y="1576045"/>
                  <a:pt x="129180" y="1589639"/>
                  <a:pt x="129180" y="1606408"/>
                </a:cubicBezTo>
                <a:cubicBezTo>
                  <a:pt x="129180" y="1623178"/>
                  <a:pt x="115586" y="1636772"/>
                  <a:pt x="98818" y="1636772"/>
                </a:cubicBezTo>
                <a:cubicBezTo>
                  <a:pt x="82048" y="1636772"/>
                  <a:pt x="68454" y="1623178"/>
                  <a:pt x="68454" y="1606408"/>
                </a:cubicBezTo>
                <a:cubicBezTo>
                  <a:pt x="68454" y="1589639"/>
                  <a:pt x="82048" y="1576045"/>
                  <a:pt x="98818" y="1576045"/>
                </a:cubicBezTo>
                <a:close/>
                <a:moveTo>
                  <a:pt x="26264" y="1576045"/>
                </a:moveTo>
                <a:cubicBezTo>
                  <a:pt x="43032" y="1576045"/>
                  <a:pt x="56626" y="1589639"/>
                  <a:pt x="56626" y="1606408"/>
                </a:cubicBezTo>
                <a:cubicBezTo>
                  <a:pt x="56626" y="1623178"/>
                  <a:pt x="43032" y="1636772"/>
                  <a:pt x="26264" y="1636772"/>
                </a:cubicBezTo>
                <a:cubicBezTo>
                  <a:pt x="17880" y="1636772"/>
                  <a:pt x="10289" y="1633374"/>
                  <a:pt x="4794" y="1627879"/>
                </a:cubicBezTo>
                <a:lnTo>
                  <a:pt x="0" y="1616304"/>
                </a:lnTo>
                <a:lnTo>
                  <a:pt x="0" y="1596512"/>
                </a:lnTo>
                <a:lnTo>
                  <a:pt x="4794" y="1584938"/>
                </a:lnTo>
                <a:cubicBezTo>
                  <a:pt x="10289" y="1579444"/>
                  <a:pt x="17880" y="1576045"/>
                  <a:pt x="26264" y="1576045"/>
                </a:cubicBezTo>
                <a:close/>
                <a:moveTo>
                  <a:pt x="1187102" y="1495593"/>
                </a:moveTo>
                <a:cubicBezTo>
                  <a:pt x="1195486" y="1495593"/>
                  <a:pt x="1203077" y="1498992"/>
                  <a:pt x="1208572" y="1504486"/>
                </a:cubicBezTo>
                <a:lnTo>
                  <a:pt x="1211014" y="1510381"/>
                </a:lnTo>
                <a:lnTo>
                  <a:pt x="1168285" y="1549216"/>
                </a:lnTo>
                <a:lnTo>
                  <a:pt x="1165631" y="1547427"/>
                </a:lnTo>
                <a:cubicBezTo>
                  <a:pt x="1160137" y="1541932"/>
                  <a:pt x="1156738" y="1534341"/>
                  <a:pt x="1156738" y="1525957"/>
                </a:cubicBezTo>
                <a:cubicBezTo>
                  <a:pt x="1156738" y="1509187"/>
                  <a:pt x="1170332" y="1495593"/>
                  <a:pt x="1187102" y="1495593"/>
                </a:cubicBezTo>
                <a:close/>
                <a:moveTo>
                  <a:pt x="1114547" y="1495593"/>
                </a:moveTo>
                <a:cubicBezTo>
                  <a:pt x="1131317" y="1495593"/>
                  <a:pt x="1144911" y="1509187"/>
                  <a:pt x="1144911" y="1525957"/>
                </a:cubicBezTo>
                <a:cubicBezTo>
                  <a:pt x="1144911" y="1542726"/>
                  <a:pt x="1131317" y="1556320"/>
                  <a:pt x="1114547" y="1556320"/>
                </a:cubicBezTo>
                <a:cubicBezTo>
                  <a:pt x="1097778" y="1556320"/>
                  <a:pt x="1084184" y="1542726"/>
                  <a:pt x="1084184" y="1525957"/>
                </a:cubicBezTo>
                <a:cubicBezTo>
                  <a:pt x="1084184" y="1509187"/>
                  <a:pt x="1097778" y="1495593"/>
                  <a:pt x="1114547" y="1495593"/>
                </a:cubicBezTo>
                <a:close/>
                <a:moveTo>
                  <a:pt x="1041993" y="1495593"/>
                </a:moveTo>
                <a:cubicBezTo>
                  <a:pt x="1058762" y="1495593"/>
                  <a:pt x="1072356" y="1509187"/>
                  <a:pt x="1072356" y="1525957"/>
                </a:cubicBezTo>
                <a:cubicBezTo>
                  <a:pt x="1072356" y="1542726"/>
                  <a:pt x="1058762" y="1556320"/>
                  <a:pt x="1041993" y="1556320"/>
                </a:cubicBezTo>
                <a:cubicBezTo>
                  <a:pt x="1025223" y="1556320"/>
                  <a:pt x="1011629" y="1542726"/>
                  <a:pt x="1011629" y="1525957"/>
                </a:cubicBezTo>
                <a:cubicBezTo>
                  <a:pt x="1011629" y="1509187"/>
                  <a:pt x="1025223" y="1495593"/>
                  <a:pt x="1041993" y="1495593"/>
                </a:cubicBezTo>
                <a:close/>
                <a:moveTo>
                  <a:pt x="969438" y="1495593"/>
                </a:moveTo>
                <a:cubicBezTo>
                  <a:pt x="986208" y="1495593"/>
                  <a:pt x="999801" y="1509187"/>
                  <a:pt x="999801" y="1525957"/>
                </a:cubicBezTo>
                <a:cubicBezTo>
                  <a:pt x="999801" y="1542726"/>
                  <a:pt x="986208" y="1556320"/>
                  <a:pt x="969438" y="1556320"/>
                </a:cubicBezTo>
                <a:cubicBezTo>
                  <a:pt x="952669" y="1556320"/>
                  <a:pt x="939075" y="1542726"/>
                  <a:pt x="939075" y="1525957"/>
                </a:cubicBezTo>
                <a:cubicBezTo>
                  <a:pt x="939075" y="1509187"/>
                  <a:pt x="952669" y="1495593"/>
                  <a:pt x="969438" y="1495593"/>
                </a:cubicBezTo>
                <a:close/>
                <a:moveTo>
                  <a:pt x="896883" y="1495593"/>
                </a:moveTo>
                <a:cubicBezTo>
                  <a:pt x="913653" y="1495593"/>
                  <a:pt x="927247" y="1509187"/>
                  <a:pt x="927247" y="1525957"/>
                </a:cubicBezTo>
                <a:cubicBezTo>
                  <a:pt x="927247" y="1542726"/>
                  <a:pt x="913653" y="1556320"/>
                  <a:pt x="896883" y="1556320"/>
                </a:cubicBezTo>
                <a:cubicBezTo>
                  <a:pt x="880114" y="1556320"/>
                  <a:pt x="866520" y="1542726"/>
                  <a:pt x="866520" y="1525957"/>
                </a:cubicBezTo>
                <a:cubicBezTo>
                  <a:pt x="866520" y="1509187"/>
                  <a:pt x="880114" y="1495593"/>
                  <a:pt x="896883" y="1495593"/>
                </a:cubicBezTo>
                <a:close/>
                <a:moveTo>
                  <a:pt x="824329" y="1495593"/>
                </a:moveTo>
                <a:cubicBezTo>
                  <a:pt x="841098" y="1495593"/>
                  <a:pt x="854692" y="1509187"/>
                  <a:pt x="854692" y="1525957"/>
                </a:cubicBezTo>
                <a:cubicBezTo>
                  <a:pt x="854692" y="1542726"/>
                  <a:pt x="841098" y="1556320"/>
                  <a:pt x="824329" y="1556320"/>
                </a:cubicBezTo>
                <a:cubicBezTo>
                  <a:pt x="807559" y="1556320"/>
                  <a:pt x="793965" y="1542726"/>
                  <a:pt x="793965" y="1525957"/>
                </a:cubicBezTo>
                <a:cubicBezTo>
                  <a:pt x="793965" y="1509187"/>
                  <a:pt x="807559" y="1495593"/>
                  <a:pt x="824329" y="1495593"/>
                </a:cubicBezTo>
                <a:close/>
                <a:moveTo>
                  <a:pt x="751774" y="1495593"/>
                </a:moveTo>
                <a:cubicBezTo>
                  <a:pt x="768544" y="1495593"/>
                  <a:pt x="782138" y="1509187"/>
                  <a:pt x="782138" y="1525957"/>
                </a:cubicBezTo>
                <a:cubicBezTo>
                  <a:pt x="782138" y="1542726"/>
                  <a:pt x="768544" y="1556320"/>
                  <a:pt x="751774" y="1556320"/>
                </a:cubicBezTo>
                <a:cubicBezTo>
                  <a:pt x="735005" y="1556320"/>
                  <a:pt x="721411" y="1542726"/>
                  <a:pt x="721411" y="1525957"/>
                </a:cubicBezTo>
                <a:cubicBezTo>
                  <a:pt x="721411" y="1509187"/>
                  <a:pt x="735005" y="1495593"/>
                  <a:pt x="751774" y="1495593"/>
                </a:cubicBezTo>
                <a:close/>
                <a:moveTo>
                  <a:pt x="679220" y="1495593"/>
                </a:moveTo>
                <a:cubicBezTo>
                  <a:pt x="695989" y="1495593"/>
                  <a:pt x="709583" y="1509187"/>
                  <a:pt x="709583" y="1525957"/>
                </a:cubicBezTo>
                <a:cubicBezTo>
                  <a:pt x="709583" y="1542726"/>
                  <a:pt x="695989" y="1556320"/>
                  <a:pt x="679220" y="1556320"/>
                </a:cubicBezTo>
                <a:cubicBezTo>
                  <a:pt x="662450" y="1556320"/>
                  <a:pt x="648856" y="1542726"/>
                  <a:pt x="648856" y="1525957"/>
                </a:cubicBezTo>
                <a:cubicBezTo>
                  <a:pt x="648856" y="1509187"/>
                  <a:pt x="662450" y="1495593"/>
                  <a:pt x="679220" y="1495593"/>
                </a:cubicBezTo>
                <a:close/>
                <a:moveTo>
                  <a:pt x="606665" y="1495593"/>
                </a:moveTo>
                <a:cubicBezTo>
                  <a:pt x="623435" y="1495593"/>
                  <a:pt x="637029" y="1509187"/>
                  <a:pt x="637029" y="1525957"/>
                </a:cubicBezTo>
                <a:cubicBezTo>
                  <a:pt x="637029" y="1542726"/>
                  <a:pt x="623435" y="1556320"/>
                  <a:pt x="606665" y="1556320"/>
                </a:cubicBezTo>
                <a:cubicBezTo>
                  <a:pt x="589896" y="1556320"/>
                  <a:pt x="576302" y="1542726"/>
                  <a:pt x="576302" y="1525957"/>
                </a:cubicBezTo>
                <a:cubicBezTo>
                  <a:pt x="576302" y="1509187"/>
                  <a:pt x="589896" y="1495593"/>
                  <a:pt x="606665" y="1495593"/>
                </a:cubicBezTo>
                <a:close/>
                <a:moveTo>
                  <a:pt x="534111" y="1495593"/>
                </a:moveTo>
                <a:cubicBezTo>
                  <a:pt x="550880" y="1495593"/>
                  <a:pt x="564474" y="1509187"/>
                  <a:pt x="564474" y="1525957"/>
                </a:cubicBezTo>
                <a:cubicBezTo>
                  <a:pt x="564474" y="1542726"/>
                  <a:pt x="550880" y="1556320"/>
                  <a:pt x="534111" y="1556320"/>
                </a:cubicBezTo>
                <a:cubicBezTo>
                  <a:pt x="517341" y="1556320"/>
                  <a:pt x="503747" y="1542726"/>
                  <a:pt x="503747" y="1525957"/>
                </a:cubicBezTo>
                <a:cubicBezTo>
                  <a:pt x="503747" y="1509187"/>
                  <a:pt x="517341" y="1495593"/>
                  <a:pt x="534111" y="1495593"/>
                </a:cubicBezTo>
                <a:close/>
                <a:moveTo>
                  <a:pt x="461556" y="1495593"/>
                </a:moveTo>
                <a:cubicBezTo>
                  <a:pt x="478326" y="1495593"/>
                  <a:pt x="491920" y="1509187"/>
                  <a:pt x="491920" y="1525957"/>
                </a:cubicBezTo>
                <a:cubicBezTo>
                  <a:pt x="491920" y="1542726"/>
                  <a:pt x="478326" y="1556320"/>
                  <a:pt x="461556" y="1556320"/>
                </a:cubicBezTo>
                <a:cubicBezTo>
                  <a:pt x="444787" y="1556320"/>
                  <a:pt x="431192" y="1542726"/>
                  <a:pt x="431192" y="1525957"/>
                </a:cubicBezTo>
                <a:cubicBezTo>
                  <a:pt x="431192" y="1509187"/>
                  <a:pt x="444787" y="1495593"/>
                  <a:pt x="461556" y="1495593"/>
                </a:cubicBezTo>
                <a:close/>
                <a:moveTo>
                  <a:pt x="389002" y="1495593"/>
                </a:moveTo>
                <a:cubicBezTo>
                  <a:pt x="405771" y="1495593"/>
                  <a:pt x="419365" y="1509187"/>
                  <a:pt x="419365" y="1525957"/>
                </a:cubicBezTo>
                <a:cubicBezTo>
                  <a:pt x="419365" y="1542726"/>
                  <a:pt x="405771" y="1556320"/>
                  <a:pt x="389002" y="1556320"/>
                </a:cubicBezTo>
                <a:cubicBezTo>
                  <a:pt x="372232" y="1556320"/>
                  <a:pt x="358638" y="1542726"/>
                  <a:pt x="358638" y="1525957"/>
                </a:cubicBezTo>
                <a:cubicBezTo>
                  <a:pt x="358638" y="1509187"/>
                  <a:pt x="372232" y="1495593"/>
                  <a:pt x="389002" y="1495593"/>
                </a:cubicBezTo>
                <a:close/>
                <a:moveTo>
                  <a:pt x="316447" y="1495593"/>
                </a:moveTo>
                <a:cubicBezTo>
                  <a:pt x="333216" y="1495593"/>
                  <a:pt x="346810" y="1509187"/>
                  <a:pt x="346810" y="1525957"/>
                </a:cubicBezTo>
                <a:cubicBezTo>
                  <a:pt x="346810" y="1542726"/>
                  <a:pt x="333216" y="1556320"/>
                  <a:pt x="316447" y="1556320"/>
                </a:cubicBezTo>
                <a:cubicBezTo>
                  <a:pt x="299677" y="1556320"/>
                  <a:pt x="286084" y="1542726"/>
                  <a:pt x="286084" y="1525957"/>
                </a:cubicBezTo>
                <a:cubicBezTo>
                  <a:pt x="286084" y="1509187"/>
                  <a:pt x="299677" y="1495593"/>
                  <a:pt x="316447" y="1495593"/>
                </a:cubicBezTo>
                <a:close/>
                <a:moveTo>
                  <a:pt x="243892" y="1495593"/>
                </a:moveTo>
                <a:cubicBezTo>
                  <a:pt x="260662" y="1495593"/>
                  <a:pt x="274256" y="1509187"/>
                  <a:pt x="274256" y="1525957"/>
                </a:cubicBezTo>
                <a:cubicBezTo>
                  <a:pt x="274256" y="1542726"/>
                  <a:pt x="260662" y="1556320"/>
                  <a:pt x="243892" y="1556320"/>
                </a:cubicBezTo>
                <a:cubicBezTo>
                  <a:pt x="227123" y="1556320"/>
                  <a:pt x="213529" y="1542726"/>
                  <a:pt x="213529" y="1525957"/>
                </a:cubicBezTo>
                <a:cubicBezTo>
                  <a:pt x="213529" y="1509187"/>
                  <a:pt x="227123" y="1495593"/>
                  <a:pt x="243892" y="1495593"/>
                </a:cubicBezTo>
                <a:close/>
                <a:moveTo>
                  <a:pt x="171339" y="1495593"/>
                </a:moveTo>
                <a:cubicBezTo>
                  <a:pt x="188107" y="1495593"/>
                  <a:pt x="201701" y="1509187"/>
                  <a:pt x="201701" y="1525957"/>
                </a:cubicBezTo>
                <a:cubicBezTo>
                  <a:pt x="201701" y="1542726"/>
                  <a:pt x="188107" y="1556320"/>
                  <a:pt x="171339" y="1556320"/>
                </a:cubicBezTo>
                <a:cubicBezTo>
                  <a:pt x="154606" y="1556320"/>
                  <a:pt x="141012" y="1542726"/>
                  <a:pt x="141012" y="1525957"/>
                </a:cubicBezTo>
                <a:cubicBezTo>
                  <a:pt x="141012" y="1509187"/>
                  <a:pt x="154606" y="1495593"/>
                  <a:pt x="171339" y="1495593"/>
                </a:cubicBezTo>
                <a:close/>
                <a:moveTo>
                  <a:pt x="98825" y="1495593"/>
                </a:moveTo>
                <a:cubicBezTo>
                  <a:pt x="115592" y="1495593"/>
                  <a:pt x="129186" y="1509187"/>
                  <a:pt x="129186" y="1525957"/>
                </a:cubicBezTo>
                <a:cubicBezTo>
                  <a:pt x="129186" y="1542726"/>
                  <a:pt x="115592" y="1556320"/>
                  <a:pt x="98825" y="1556320"/>
                </a:cubicBezTo>
                <a:cubicBezTo>
                  <a:pt x="82054" y="1556320"/>
                  <a:pt x="68461" y="1542726"/>
                  <a:pt x="68461" y="1525957"/>
                </a:cubicBezTo>
                <a:cubicBezTo>
                  <a:pt x="68461" y="1509187"/>
                  <a:pt x="82054" y="1495593"/>
                  <a:pt x="98825" y="1495593"/>
                </a:cubicBezTo>
                <a:close/>
                <a:moveTo>
                  <a:pt x="26270" y="1495593"/>
                </a:moveTo>
                <a:cubicBezTo>
                  <a:pt x="43038" y="1495593"/>
                  <a:pt x="56632" y="1509187"/>
                  <a:pt x="56632" y="1525957"/>
                </a:cubicBezTo>
                <a:cubicBezTo>
                  <a:pt x="56632" y="1542726"/>
                  <a:pt x="43038" y="1556320"/>
                  <a:pt x="26270" y="1556320"/>
                </a:cubicBezTo>
                <a:cubicBezTo>
                  <a:pt x="17886" y="1556320"/>
                  <a:pt x="10295" y="1552922"/>
                  <a:pt x="4801" y="1547427"/>
                </a:cubicBezTo>
                <a:lnTo>
                  <a:pt x="0" y="1535836"/>
                </a:lnTo>
                <a:lnTo>
                  <a:pt x="0" y="1516078"/>
                </a:lnTo>
                <a:lnTo>
                  <a:pt x="4801" y="1504486"/>
                </a:lnTo>
                <a:cubicBezTo>
                  <a:pt x="10295" y="1498992"/>
                  <a:pt x="17886" y="1495593"/>
                  <a:pt x="26270" y="1495593"/>
                </a:cubicBezTo>
                <a:close/>
                <a:moveTo>
                  <a:pt x="1259656" y="1415141"/>
                </a:moveTo>
                <a:cubicBezTo>
                  <a:pt x="1268041" y="1415141"/>
                  <a:pt x="1275632" y="1418540"/>
                  <a:pt x="1281127" y="1424035"/>
                </a:cubicBezTo>
                <a:lnTo>
                  <a:pt x="1285044" y="1433492"/>
                </a:lnTo>
                <a:lnTo>
                  <a:pt x="1248565" y="1473629"/>
                </a:lnTo>
                <a:lnTo>
                  <a:pt x="1247837" y="1473482"/>
                </a:lnTo>
                <a:cubicBezTo>
                  <a:pt x="1236940" y="1468873"/>
                  <a:pt x="1229293" y="1458082"/>
                  <a:pt x="1229293" y="1445505"/>
                </a:cubicBezTo>
                <a:cubicBezTo>
                  <a:pt x="1229293" y="1428735"/>
                  <a:pt x="1242887" y="1415141"/>
                  <a:pt x="1259656" y="1415141"/>
                </a:cubicBezTo>
                <a:close/>
                <a:moveTo>
                  <a:pt x="1187102" y="1415141"/>
                </a:moveTo>
                <a:cubicBezTo>
                  <a:pt x="1203871" y="1415141"/>
                  <a:pt x="1217465" y="1428735"/>
                  <a:pt x="1217465" y="1445505"/>
                </a:cubicBezTo>
                <a:cubicBezTo>
                  <a:pt x="1217465" y="1462274"/>
                  <a:pt x="1203871" y="1475868"/>
                  <a:pt x="1187102" y="1475868"/>
                </a:cubicBezTo>
                <a:cubicBezTo>
                  <a:pt x="1170332" y="1475868"/>
                  <a:pt x="1156738" y="1462274"/>
                  <a:pt x="1156738" y="1445505"/>
                </a:cubicBezTo>
                <a:cubicBezTo>
                  <a:pt x="1156738" y="1428735"/>
                  <a:pt x="1170332" y="1415141"/>
                  <a:pt x="1187102" y="1415141"/>
                </a:cubicBezTo>
                <a:close/>
                <a:moveTo>
                  <a:pt x="1114547" y="1415141"/>
                </a:moveTo>
                <a:cubicBezTo>
                  <a:pt x="1131317" y="1415141"/>
                  <a:pt x="1144911" y="1428735"/>
                  <a:pt x="1144911" y="1445505"/>
                </a:cubicBezTo>
                <a:cubicBezTo>
                  <a:pt x="1144911" y="1462274"/>
                  <a:pt x="1131317" y="1475868"/>
                  <a:pt x="1114547" y="1475868"/>
                </a:cubicBezTo>
                <a:cubicBezTo>
                  <a:pt x="1097778" y="1475868"/>
                  <a:pt x="1084184" y="1462274"/>
                  <a:pt x="1084184" y="1445505"/>
                </a:cubicBezTo>
                <a:cubicBezTo>
                  <a:pt x="1084184" y="1428735"/>
                  <a:pt x="1097778" y="1415141"/>
                  <a:pt x="1114547" y="1415141"/>
                </a:cubicBezTo>
                <a:close/>
                <a:moveTo>
                  <a:pt x="1041993" y="1415141"/>
                </a:moveTo>
                <a:cubicBezTo>
                  <a:pt x="1058762" y="1415141"/>
                  <a:pt x="1072356" y="1428735"/>
                  <a:pt x="1072356" y="1445505"/>
                </a:cubicBezTo>
                <a:cubicBezTo>
                  <a:pt x="1072356" y="1462274"/>
                  <a:pt x="1058762" y="1475868"/>
                  <a:pt x="1041993" y="1475868"/>
                </a:cubicBezTo>
                <a:cubicBezTo>
                  <a:pt x="1025223" y="1475868"/>
                  <a:pt x="1011629" y="1462274"/>
                  <a:pt x="1011629" y="1445505"/>
                </a:cubicBezTo>
                <a:cubicBezTo>
                  <a:pt x="1011629" y="1428735"/>
                  <a:pt x="1025223" y="1415141"/>
                  <a:pt x="1041993" y="1415141"/>
                </a:cubicBezTo>
                <a:close/>
                <a:moveTo>
                  <a:pt x="969438" y="1415141"/>
                </a:moveTo>
                <a:cubicBezTo>
                  <a:pt x="986208" y="1415141"/>
                  <a:pt x="999801" y="1428735"/>
                  <a:pt x="999801" y="1445505"/>
                </a:cubicBezTo>
                <a:cubicBezTo>
                  <a:pt x="999801" y="1462274"/>
                  <a:pt x="986208" y="1475868"/>
                  <a:pt x="969438" y="1475868"/>
                </a:cubicBezTo>
                <a:cubicBezTo>
                  <a:pt x="952669" y="1475868"/>
                  <a:pt x="939075" y="1462274"/>
                  <a:pt x="939075" y="1445505"/>
                </a:cubicBezTo>
                <a:cubicBezTo>
                  <a:pt x="939075" y="1428735"/>
                  <a:pt x="952669" y="1415141"/>
                  <a:pt x="969438" y="1415141"/>
                </a:cubicBezTo>
                <a:close/>
                <a:moveTo>
                  <a:pt x="896883" y="1415141"/>
                </a:moveTo>
                <a:cubicBezTo>
                  <a:pt x="913653" y="1415141"/>
                  <a:pt x="927247" y="1428735"/>
                  <a:pt x="927247" y="1445505"/>
                </a:cubicBezTo>
                <a:cubicBezTo>
                  <a:pt x="927247" y="1462274"/>
                  <a:pt x="913653" y="1475868"/>
                  <a:pt x="896883" y="1475868"/>
                </a:cubicBezTo>
                <a:cubicBezTo>
                  <a:pt x="880114" y="1475868"/>
                  <a:pt x="866520" y="1462274"/>
                  <a:pt x="866520" y="1445505"/>
                </a:cubicBezTo>
                <a:cubicBezTo>
                  <a:pt x="866520" y="1428735"/>
                  <a:pt x="880114" y="1415141"/>
                  <a:pt x="896883" y="1415141"/>
                </a:cubicBezTo>
                <a:close/>
                <a:moveTo>
                  <a:pt x="824329" y="1415141"/>
                </a:moveTo>
                <a:cubicBezTo>
                  <a:pt x="841098" y="1415141"/>
                  <a:pt x="854692" y="1428735"/>
                  <a:pt x="854692" y="1445505"/>
                </a:cubicBezTo>
                <a:cubicBezTo>
                  <a:pt x="854692" y="1462274"/>
                  <a:pt x="841098" y="1475868"/>
                  <a:pt x="824329" y="1475868"/>
                </a:cubicBezTo>
                <a:cubicBezTo>
                  <a:pt x="807559" y="1475868"/>
                  <a:pt x="793965" y="1462274"/>
                  <a:pt x="793965" y="1445505"/>
                </a:cubicBezTo>
                <a:cubicBezTo>
                  <a:pt x="793965" y="1428735"/>
                  <a:pt x="807559" y="1415141"/>
                  <a:pt x="824329" y="1415141"/>
                </a:cubicBezTo>
                <a:close/>
                <a:moveTo>
                  <a:pt x="751774" y="1415141"/>
                </a:moveTo>
                <a:cubicBezTo>
                  <a:pt x="768544" y="1415141"/>
                  <a:pt x="782138" y="1428735"/>
                  <a:pt x="782138" y="1445505"/>
                </a:cubicBezTo>
                <a:cubicBezTo>
                  <a:pt x="782138" y="1462274"/>
                  <a:pt x="768544" y="1475868"/>
                  <a:pt x="751774" y="1475868"/>
                </a:cubicBezTo>
                <a:cubicBezTo>
                  <a:pt x="735005" y="1475868"/>
                  <a:pt x="721411" y="1462274"/>
                  <a:pt x="721411" y="1445505"/>
                </a:cubicBezTo>
                <a:cubicBezTo>
                  <a:pt x="721411" y="1428735"/>
                  <a:pt x="735005" y="1415141"/>
                  <a:pt x="751774" y="1415141"/>
                </a:cubicBezTo>
                <a:close/>
                <a:moveTo>
                  <a:pt x="679220" y="1415141"/>
                </a:moveTo>
                <a:cubicBezTo>
                  <a:pt x="695989" y="1415141"/>
                  <a:pt x="709583" y="1428735"/>
                  <a:pt x="709583" y="1445505"/>
                </a:cubicBezTo>
                <a:cubicBezTo>
                  <a:pt x="709583" y="1462274"/>
                  <a:pt x="695989" y="1475868"/>
                  <a:pt x="679220" y="1475868"/>
                </a:cubicBezTo>
                <a:cubicBezTo>
                  <a:pt x="662450" y="1475868"/>
                  <a:pt x="648856" y="1462274"/>
                  <a:pt x="648856" y="1445505"/>
                </a:cubicBezTo>
                <a:cubicBezTo>
                  <a:pt x="648856" y="1428735"/>
                  <a:pt x="662450" y="1415141"/>
                  <a:pt x="679220" y="1415141"/>
                </a:cubicBezTo>
                <a:close/>
                <a:moveTo>
                  <a:pt x="606665" y="1415141"/>
                </a:moveTo>
                <a:cubicBezTo>
                  <a:pt x="623435" y="1415141"/>
                  <a:pt x="637029" y="1428735"/>
                  <a:pt x="637029" y="1445505"/>
                </a:cubicBezTo>
                <a:cubicBezTo>
                  <a:pt x="637029" y="1462274"/>
                  <a:pt x="623435" y="1475868"/>
                  <a:pt x="606665" y="1475868"/>
                </a:cubicBezTo>
                <a:cubicBezTo>
                  <a:pt x="589896" y="1475868"/>
                  <a:pt x="576302" y="1462274"/>
                  <a:pt x="576302" y="1445505"/>
                </a:cubicBezTo>
                <a:cubicBezTo>
                  <a:pt x="576302" y="1428735"/>
                  <a:pt x="589896" y="1415141"/>
                  <a:pt x="606665" y="1415141"/>
                </a:cubicBezTo>
                <a:close/>
                <a:moveTo>
                  <a:pt x="534111" y="1415141"/>
                </a:moveTo>
                <a:cubicBezTo>
                  <a:pt x="550880" y="1415141"/>
                  <a:pt x="564474" y="1428735"/>
                  <a:pt x="564474" y="1445505"/>
                </a:cubicBezTo>
                <a:cubicBezTo>
                  <a:pt x="564474" y="1462274"/>
                  <a:pt x="550880" y="1475868"/>
                  <a:pt x="534111" y="1475868"/>
                </a:cubicBezTo>
                <a:cubicBezTo>
                  <a:pt x="517341" y="1475868"/>
                  <a:pt x="503747" y="1462274"/>
                  <a:pt x="503747" y="1445505"/>
                </a:cubicBezTo>
                <a:cubicBezTo>
                  <a:pt x="503747" y="1428735"/>
                  <a:pt x="517341" y="1415141"/>
                  <a:pt x="534111" y="1415141"/>
                </a:cubicBezTo>
                <a:close/>
                <a:moveTo>
                  <a:pt x="461556" y="1415141"/>
                </a:moveTo>
                <a:cubicBezTo>
                  <a:pt x="478326" y="1415141"/>
                  <a:pt x="491920" y="1428735"/>
                  <a:pt x="491920" y="1445505"/>
                </a:cubicBezTo>
                <a:cubicBezTo>
                  <a:pt x="491920" y="1462274"/>
                  <a:pt x="478326" y="1475868"/>
                  <a:pt x="461556" y="1475868"/>
                </a:cubicBezTo>
                <a:cubicBezTo>
                  <a:pt x="444787" y="1475868"/>
                  <a:pt x="431192" y="1462274"/>
                  <a:pt x="431192" y="1445505"/>
                </a:cubicBezTo>
                <a:cubicBezTo>
                  <a:pt x="431192" y="1428735"/>
                  <a:pt x="444787" y="1415141"/>
                  <a:pt x="461556" y="1415141"/>
                </a:cubicBezTo>
                <a:close/>
                <a:moveTo>
                  <a:pt x="389002" y="1415141"/>
                </a:moveTo>
                <a:cubicBezTo>
                  <a:pt x="405771" y="1415141"/>
                  <a:pt x="419365" y="1428735"/>
                  <a:pt x="419365" y="1445505"/>
                </a:cubicBezTo>
                <a:cubicBezTo>
                  <a:pt x="419365" y="1462274"/>
                  <a:pt x="405771" y="1475868"/>
                  <a:pt x="389002" y="1475868"/>
                </a:cubicBezTo>
                <a:cubicBezTo>
                  <a:pt x="372232" y="1475868"/>
                  <a:pt x="358638" y="1462274"/>
                  <a:pt x="358638" y="1445505"/>
                </a:cubicBezTo>
                <a:cubicBezTo>
                  <a:pt x="358638" y="1428735"/>
                  <a:pt x="372232" y="1415141"/>
                  <a:pt x="389002" y="1415141"/>
                </a:cubicBezTo>
                <a:close/>
                <a:moveTo>
                  <a:pt x="316447" y="1415141"/>
                </a:moveTo>
                <a:cubicBezTo>
                  <a:pt x="333216" y="1415141"/>
                  <a:pt x="346810" y="1428735"/>
                  <a:pt x="346810" y="1445505"/>
                </a:cubicBezTo>
                <a:cubicBezTo>
                  <a:pt x="346810" y="1462274"/>
                  <a:pt x="333216" y="1475868"/>
                  <a:pt x="316447" y="1475868"/>
                </a:cubicBezTo>
                <a:cubicBezTo>
                  <a:pt x="299677" y="1475868"/>
                  <a:pt x="286084" y="1462274"/>
                  <a:pt x="286084" y="1445505"/>
                </a:cubicBezTo>
                <a:cubicBezTo>
                  <a:pt x="286084" y="1428735"/>
                  <a:pt x="299677" y="1415141"/>
                  <a:pt x="316447" y="1415141"/>
                </a:cubicBezTo>
                <a:close/>
                <a:moveTo>
                  <a:pt x="243892" y="1415141"/>
                </a:moveTo>
                <a:cubicBezTo>
                  <a:pt x="260662" y="1415141"/>
                  <a:pt x="274256" y="1428735"/>
                  <a:pt x="274256" y="1445505"/>
                </a:cubicBezTo>
                <a:cubicBezTo>
                  <a:pt x="274256" y="1462274"/>
                  <a:pt x="260662" y="1475868"/>
                  <a:pt x="243892" y="1475868"/>
                </a:cubicBezTo>
                <a:cubicBezTo>
                  <a:pt x="227123" y="1475868"/>
                  <a:pt x="213529" y="1462274"/>
                  <a:pt x="213529" y="1445505"/>
                </a:cubicBezTo>
                <a:cubicBezTo>
                  <a:pt x="213529" y="1428735"/>
                  <a:pt x="227123" y="1415141"/>
                  <a:pt x="243892" y="1415141"/>
                </a:cubicBezTo>
                <a:close/>
                <a:moveTo>
                  <a:pt x="171339" y="1415141"/>
                </a:moveTo>
                <a:cubicBezTo>
                  <a:pt x="188107" y="1415141"/>
                  <a:pt x="201701" y="1428735"/>
                  <a:pt x="201701" y="1445505"/>
                </a:cubicBezTo>
                <a:cubicBezTo>
                  <a:pt x="201701" y="1462274"/>
                  <a:pt x="188107" y="1475868"/>
                  <a:pt x="171339" y="1475868"/>
                </a:cubicBezTo>
                <a:cubicBezTo>
                  <a:pt x="154611" y="1475868"/>
                  <a:pt x="141018" y="1462274"/>
                  <a:pt x="141018" y="1445505"/>
                </a:cubicBezTo>
                <a:cubicBezTo>
                  <a:pt x="141018" y="1428735"/>
                  <a:pt x="154611" y="1415141"/>
                  <a:pt x="171339" y="1415141"/>
                </a:cubicBezTo>
                <a:close/>
                <a:moveTo>
                  <a:pt x="98831" y="1415141"/>
                </a:moveTo>
                <a:cubicBezTo>
                  <a:pt x="115598" y="1415141"/>
                  <a:pt x="129192" y="1428735"/>
                  <a:pt x="129192" y="1445505"/>
                </a:cubicBezTo>
                <a:cubicBezTo>
                  <a:pt x="129192" y="1462274"/>
                  <a:pt x="115598" y="1475868"/>
                  <a:pt x="98831" y="1475868"/>
                </a:cubicBezTo>
                <a:cubicBezTo>
                  <a:pt x="82060" y="1475868"/>
                  <a:pt x="68467" y="1462274"/>
                  <a:pt x="68467" y="1445505"/>
                </a:cubicBezTo>
                <a:cubicBezTo>
                  <a:pt x="68467" y="1428735"/>
                  <a:pt x="82060" y="1415141"/>
                  <a:pt x="98831" y="1415141"/>
                </a:cubicBezTo>
                <a:close/>
                <a:moveTo>
                  <a:pt x="26277" y="1415141"/>
                </a:moveTo>
                <a:cubicBezTo>
                  <a:pt x="43044" y="1415141"/>
                  <a:pt x="56638" y="1428735"/>
                  <a:pt x="56638" y="1445505"/>
                </a:cubicBezTo>
                <a:cubicBezTo>
                  <a:pt x="56638" y="1462274"/>
                  <a:pt x="43044" y="1475868"/>
                  <a:pt x="26277" y="1475868"/>
                </a:cubicBezTo>
                <a:cubicBezTo>
                  <a:pt x="17892" y="1475868"/>
                  <a:pt x="10301" y="1472470"/>
                  <a:pt x="4807" y="1466975"/>
                </a:cubicBezTo>
                <a:lnTo>
                  <a:pt x="0" y="1455370"/>
                </a:lnTo>
                <a:lnTo>
                  <a:pt x="0" y="1435640"/>
                </a:lnTo>
                <a:lnTo>
                  <a:pt x="4807" y="1424034"/>
                </a:lnTo>
                <a:cubicBezTo>
                  <a:pt x="10301" y="1418540"/>
                  <a:pt x="17892" y="1415141"/>
                  <a:pt x="26277" y="1415141"/>
                </a:cubicBezTo>
                <a:close/>
                <a:moveTo>
                  <a:pt x="1332211" y="1334690"/>
                </a:moveTo>
                <a:cubicBezTo>
                  <a:pt x="1340596" y="1334690"/>
                  <a:pt x="1348186" y="1338088"/>
                  <a:pt x="1353681" y="1343583"/>
                </a:cubicBezTo>
                <a:lnTo>
                  <a:pt x="1356143" y="1349526"/>
                </a:lnTo>
                <a:lnTo>
                  <a:pt x="1331934" y="1381900"/>
                </a:lnTo>
                <a:lnTo>
                  <a:pt x="1321597" y="1393274"/>
                </a:lnTo>
                <a:lnTo>
                  <a:pt x="1320392" y="1393030"/>
                </a:lnTo>
                <a:cubicBezTo>
                  <a:pt x="1309494" y="1388421"/>
                  <a:pt x="1301847" y="1377631"/>
                  <a:pt x="1301847" y="1365053"/>
                </a:cubicBezTo>
                <a:cubicBezTo>
                  <a:pt x="1301847" y="1348284"/>
                  <a:pt x="1315441" y="1334690"/>
                  <a:pt x="1332211" y="1334690"/>
                </a:cubicBezTo>
                <a:close/>
                <a:moveTo>
                  <a:pt x="1259656" y="1334690"/>
                </a:moveTo>
                <a:cubicBezTo>
                  <a:pt x="1276426" y="1334690"/>
                  <a:pt x="1290020" y="1348284"/>
                  <a:pt x="1290020" y="1365053"/>
                </a:cubicBezTo>
                <a:cubicBezTo>
                  <a:pt x="1290020" y="1381823"/>
                  <a:pt x="1276426" y="1395417"/>
                  <a:pt x="1259656" y="1395417"/>
                </a:cubicBezTo>
                <a:cubicBezTo>
                  <a:pt x="1242887" y="1395417"/>
                  <a:pt x="1229293" y="1381823"/>
                  <a:pt x="1229293" y="1365053"/>
                </a:cubicBezTo>
                <a:cubicBezTo>
                  <a:pt x="1229293" y="1348284"/>
                  <a:pt x="1242887" y="1334690"/>
                  <a:pt x="1259656" y="1334690"/>
                </a:cubicBezTo>
                <a:close/>
                <a:moveTo>
                  <a:pt x="1187102" y="1334690"/>
                </a:moveTo>
                <a:cubicBezTo>
                  <a:pt x="1203871" y="1334690"/>
                  <a:pt x="1217465" y="1348284"/>
                  <a:pt x="1217465" y="1365053"/>
                </a:cubicBezTo>
                <a:cubicBezTo>
                  <a:pt x="1217465" y="1381823"/>
                  <a:pt x="1203871" y="1395417"/>
                  <a:pt x="1187102" y="1395417"/>
                </a:cubicBezTo>
                <a:cubicBezTo>
                  <a:pt x="1170332" y="1395417"/>
                  <a:pt x="1156738" y="1381823"/>
                  <a:pt x="1156738" y="1365053"/>
                </a:cubicBezTo>
                <a:cubicBezTo>
                  <a:pt x="1156738" y="1348284"/>
                  <a:pt x="1170332" y="1334690"/>
                  <a:pt x="1187102" y="1334690"/>
                </a:cubicBezTo>
                <a:close/>
                <a:moveTo>
                  <a:pt x="1114547" y="1334690"/>
                </a:moveTo>
                <a:cubicBezTo>
                  <a:pt x="1131317" y="1334690"/>
                  <a:pt x="1144911" y="1348284"/>
                  <a:pt x="1144911" y="1365053"/>
                </a:cubicBezTo>
                <a:cubicBezTo>
                  <a:pt x="1144911" y="1381823"/>
                  <a:pt x="1131317" y="1395417"/>
                  <a:pt x="1114547" y="1395417"/>
                </a:cubicBezTo>
                <a:cubicBezTo>
                  <a:pt x="1097778" y="1395417"/>
                  <a:pt x="1084184" y="1381823"/>
                  <a:pt x="1084184" y="1365053"/>
                </a:cubicBezTo>
                <a:cubicBezTo>
                  <a:pt x="1084184" y="1348284"/>
                  <a:pt x="1097778" y="1334690"/>
                  <a:pt x="1114547" y="1334690"/>
                </a:cubicBezTo>
                <a:close/>
                <a:moveTo>
                  <a:pt x="1041993" y="1334690"/>
                </a:moveTo>
                <a:cubicBezTo>
                  <a:pt x="1058762" y="1334690"/>
                  <a:pt x="1072356" y="1348284"/>
                  <a:pt x="1072356" y="1365053"/>
                </a:cubicBezTo>
                <a:cubicBezTo>
                  <a:pt x="1072356" y="1381823"/>
                  <a:pt x="1058762" y="1395417"/>
                  <a:pt x="1041993" y="1395417"/>
                </a:cubicBezTo>
                <a:cubicBezTo>
                  <a:pt x="1025223" y="1395417"/>
                  <a:pt x="1011629" y="1381823"/>
                  <a:pt x="1011629" y="1365053"/>
                </a:cubicBezTo>
                <a:cubicBezTo>
                  <a:pt x="1011629" y="1348284"/>
                  <a:pt x="1025223" y="1334690"/>
                  <a:pt x="1041993" y="1334690"/>
                </a:cubicBezTo>
                <a:close/>
                <a:moveTo>
                  <a:pt x="969438" y="1334690"/>
                </a:moveTo>
                <a:cubicBezTo>
                  <a:pt x="986208" y="1334690"/>
                  <a:pt x="999801" y="1348284"/>
                  <a:pt x="999801" y="1365053"/>
                </a:cubicBezTo>
                <a:cubicBezTo>
                  <a:pt x="999801" y="1381823"/>
                  <a:pt x="986208" y="1395417"/>
                  <a:pt x="969438" y="1395417"/>
                </a:cubicBezTo>
                <a:cubicBezTo>
                  <a:pt x="952669" y="1395417"/>
                  <a:pt x="939075" y="1381823"/>
                  <a:pt x="939075" y="1365053"/>
                </a:cubicBezTo>
                <a:cubicBezTo>
                  <a:pt x="939075" y="1348284"/>
                  <a:pt x="952669" y="1334690"/>
                  <a:pt x="969438" y="1334690"/>
                </a:cubicBezTo>
                <a:close/>
                <a:moveTo>
                  <a:pt x="896883" y="1334690"/>
                </a:moveTo>
                <a:cubicBezTo>
                  <a:pt x="913653" y="1334690"/>
                  <a:pt x="927247" y="1348284"/>
                  <a:pt x="927247" y="1365053"/>
                </a:cubicBezTo>
                <a:cubicBezTo>
                  <a:pt x="927247" y="1381823"/>
                  <a:pt x="913653" y="1395417"/>
                  <a:pt x="896883" y="1395417"/>
                </a:cubicBezTo>
                <a:cubicBezTo>
                  <a:pt x="880114" y="1395417"/>
                  <a:pt x="866520" y="1381823"/>
                  <a:pt x="866520" y="1365053"/>
                </a:cubicBezTo>
                <a:cubicBezTo>
                  <a:pt x="866520" y="1348284"/>
                  <a:pt x="880114" y="1334690"/>
                  <a:pt x="896883" y="1334690"/>
                </a:cubicBezTo>
                <a:close/>
                <a:moveTo>
                  <a:pt x="824329" y="1334690"/>
                </a:moveTo>
                <a:cubicBezTo>
                  <a:pt x="841098" y="1334690"/>
                  <a:pt x="854692" y="1348284"/>
                  <a:pt x="854692" y="1365053"/>
                </a:cubicBezTo>
                <a:cubicBezTo>
                  <a:pt x="854692" y="1381823"/>
                  <a:pt x="841098" y="1395417"/>
                  <a:pt x="824329" y="1395417"/>
                </a:cubicBezTo>
                <a:cubicBezTo>
                  <a:pt x="807559" y="1395417"/>
                  <a:pt x="793965" y="1381823"/>
                  <a:pt x="793965" y="1365053"/>
                </a:cubicBezTo>
                <a:cubicBezTo>
                  <a:pt x="793965" y="1348284"/>
                  <a:pt x="807559" y="1334690"/>
                  <a:pt x="824329" y="1334690"/>
                </a:cubicBezTo>
                <a:close/>
                <a:moveTo>
                  <a:pt x="751774" y="1334690"/>
                </a:moveTo>
                <a:cubicBezTo>
                  <a:pt x="768544" y="1334690"/>
                  <a:pt x="782138" y="1348284"/>
                  <a:pt x="782138" y="1365053"/>
                </a:cubicBezTo>
                <a:cubicBezTo>
                  <a:pt x="782138" y="1381823"/>
                  <a:pt x="768544" y="1395417"/>
                  <a:pt x="751774" y="1395417"/>
                </a:cubicBezTo>
                <a:cubicBezTo>
                  <a:pt x="735005" y="1395417"/>
                  <a:pt x="721411" y="1381823"/>
                  <a:pt x="721411" y="1365053"/>
                </a:cubicBezTo>
                <a:cubicBezTo>
                  <a:pt x="721411" y="1348284"/>
                  <a:pt x="735005" y="1334690"/>
                  <a:pt x="751774" y="1334690"/>
                </a:cubicBezTo>
                <a:close/>
                <a:moveTo>
                  <a:pt x="679220" y="1334690"/>
                </a:moveTo>
                <a:cubicBezTo>
                  <a:pt x="695989" y="1334690"/>
                  <a:pt x="709583" y="1348284"/>
                  <a:pt x="709583" y="1365053"/>
                </a:cubicBezTo>
                <a:cubicBezTo>
                  <a:pt x="709583" y="1381823"/>
                  <a:pt x="695989" y="1395417"/>
                  <a:pt x="679220" y="1395417"/>
                </a:cubicBezTo>
                <a:cubicBezTo>
                  <a:pt x="662450" y="1395417"/>
                  <a:pt x="648856" y="1381823"/>
                  <a:pt x="648856" y="1365053"/>
                </a:cubicBezTo>
                <a:cubicBezTo>
                  <a:pt x="648856" y="1348284"/>
                  <a:pt x="662450" y="1334690"/>
                  <a:pt x="679220" y="1334690"/>
                </a:cubicBezTo>
                <a:close/>
                <a:moveTo>
                  <a:pt x="606665" y="1334690"/>
                </a:moveTo>
                <a:cubicBezTo>
                  <a:pt x="623435" y="1334690"/>
                  <a:pt x="637029" y="1348284"/>
                  <a:pt x="637029" y="1365053"/>
                </a:cubicBezTo>
                <a:cubicBezTo>
                  <a:pt x="637029" y="1381823"/>
                  <a:pt x="623435" y="1395417"/>
                  <a:pt x="606665" y="1395417"/>
                </a:cubicBezTo>
                <a:cubicBezTo>
                  <a:pt x="589896" y="1395417"/>
                  <a:pt x="576302" y="1381823"/>
                  <a:pt x="576302" y="1365053"/>
                </a:cubicBezTo>
                <a:cubicBezTo>
                  <a:pt x="576302" y="1348284"/>
                  <a:pt x="589896" y="1334690"/>
                  <a:pt x="606665" y="1334690"/>
                </a:cubicBezTo>
                <a:close/>
                <a:moveTo>
                  <a:pt x="534111" y="1334690"/>
                </a:moveTo>
                <a:cubicBezTo>
                  <a:pt x="550880" y="1334690"/>
                  <a:pt x="564474" y="1348284"/>
                  <a:pt x="564474" y="1365053"/>
                </a:cubicBezTo>
                <a:cubicBezTo>
                  <a:pt x="564474" y="1381823"/>
                  <a:pt x="550880" y="1395417"/>
                  <a:pt x="534111" y="1395417"/>
                </a:cubicBezTo>
                <a:cubicBezTo>
                  <a:pt x="517341" y="1395417"/>
                  <a:pt x="503747" y="1381823"/>
                  <a:pt x="503747" y="1365053"/>
                </a:cubicBezTo>
                <a:cubicBezTo>
                  <a:pt x="503747" y="1348284"/>
                  <a:pt x="517341" y="1334690"/>
                  <a:pt x="534111" y="1334690"/>
                </a:cubicBezTo>
                <a:close/>
                <a:moveTo>
                  <a:pt x="461556" y="1334690"/>
                </a:moveTo>
                <a:cubicBezTo>
                  <a:pt x="478326" y="1334690"/>
                  <a:pt x="491920" y="1348284"/>
                  <a:pt x="491920" y="1365053"/>
                </a:cubicBezTo>
                <a:cubicBezTo>
                  <a:pt x="491920" y="1381823"/>
                  <a:pt x="478326" y="1395417"/>
                  <a:pt x="461556" y="1395417"/>
                </a:cubicBezTo>
                <a:cubicBezTo>
                  <a:pt x="444787" y="1395417"/>
                  <a:pt x="431192" y="1381823"/>
                  <a:pt x="431192" y="1365053"/>
                </a:cubicBezTo>
                <a:cubicBezTo>
                  <a:pt x="431192" y="1348284"/>
                  <a:pt x="444787" y="1334690"/>
                  <a:pt x="461556" y="1334690"/>
                </a:cubicBezTo>
                <a:close/>
                <a:moveTo>
                  <a:pt x="389002" y="1334690"/>
                </a:moveTo>
                <a:cubicBezTo>
                  <a:pt x="405771" y="1334690"/>
                  <a:pt x="419365" y="1348284"/>
                  <a:pt x="419365" y="1365053"/>
                </a:cubicBezTo>
                <a:cubicBezTo>
                  <a:pt x="419365" y="1381823"/>
                  <a:pt x="405771" y="1395417"/>
                  <a:pt x="389002" y="1395417"/>
                </a:cubicBezTo>
                <a:cubicBezTo>
                  <a:pt x="372232" y="1395417"/>
                  <a:pt x="358638" y="1381823"/>
                  <a:pt x="358638" y="1365053"/>
                </a:cubicBezTo>
                <a:cubicBezTo>
                  <a:pt x="358638" y="1348284"/>
                  <a:pt x="372232" y="1334690"/>
                  <a:pt x="389002" y="1334690"/>
                </a:cubicBezTo>
                <a:close/>
                <a:moveTo>
                  <a:pt x="316447" y="1334690"/>
                </a:moveTo>
                <a:cubicBezTo>
                  <a:pt x="333216" y="1334690"/>
                  <a:pt x="346810" y="1348284"/>
                  <a:pt x="346810" y="1365053"/>
                </a:cubicBezTo>
                <a:cubicBezTo>
                  <a:pt x="346810" y="1381823"/>
                  <a:pt x="333216" y="1395417"/>
                  <a:pt x="316447" y="1395417"/>
                </a:cubicBezTo>
                <a:cubicBezTo>
                  <a:pt x="299677" y="1395417"/>
                  <a:pt x="286084" y="1381823"/>
                  <a:pt x="286084" y="1365053"/>
                </a:cubicBezTo>
                <a:cubicBezTo>
                  <a:pt x="286084" y="1348284"/>
                  <a:pt x="299677" y="1334690"/>
                  <a:pt x="316447" y="1334690"/>
                </a:cubicBezTo>
                <a:close/>
                <a:moveTo>
                  <a:pt x="243892" y="1334690"/>
                </a:moveTo>
                <a:cubicBezTo>
                  <a:pt x="260662" y="1334690"/>
                  <a:pt x="274256" y="1348284"/>
                  <a:pt x="274256" y="1365053"/>
                </a:cubicBezTo>
                <a:cubicBezTo>
                  <a:pt x="274256" y="1381823"/>
                  <a:pt x="260662" y="1395417"/>
                  <a:pt x="243892" y="1395417"/>
                </a:cubicBezTo>
                <a:cubicBezTo>
                  <a:pt x="227123" y="1395417"/>
                  <a:pt x="213529" y="1381823"/>
                  <a:pt x="213529" y="1365053"/>
                </a:cubicBezTo>
                <a:cubicBezTo>
                  <a:pt x="213529" y="1348284"/>
                  <a:pt x="227123" y="1334690"/>
                  <a:pt x="243892" y="1334690"/>
                </a:cubicBezTo>
                <a:close/>
                <a:moveTo>
                  <a:pt x="171339" y="1334690"/>
                </a:moveTo>
                <a:cubicBezTo>
                  <a:pt x="188107" y="1334690"/>
                  <a:pt x="201701" y="1348284"/>
                  <a:pt x="201701" y="1365053"/>
                </a:cubicBezTo>
                <a:cubicBezTo>
                  <a:pt x="201701" y="1381823"/>
                  <a:pt x="188107" y="1395417"/>
                  <a:pt x="171339" y="1395417"/>
                </a:cubicBezTo>
                <a:cubicBezTo>
                  <a:pt x="154616" y="1395417"/>
                  <a:pt x="141023" y="1381823"/>
                  <a:pt x="141023" y="1365053"/>
                </a:cubicBezTo>
                <a:cubicBezTo>
                  <a:pt x="141023" y="1348284"/>
                  <a:pt x="154616" y="1334690"/>
                  <a:pt x="171339" y="1334690"/>
                </a:cubicBezTo>
                <a:close/>
                <a:moveTo>
                  <a:pt x="98838" y="1334690"/>
                </a:moveTo>
                <a:cubicBezTo>
                  <a:pt x="115605" y="1334690"/>
                  <a:pt x="129198" y="1348284"/>
                  <a:pt x="129198" y="1365053"/>
                </a:cubicBezTo>
                <a:cubicBezTo>
                  <a:pt x="129198" y="1381823"/>
                  <a:pt x="115605" y="1395417"/>
                  <a:pt x="98838" y="1395417"/>
                </a:cubicBezTo>
                <a:cubicBezTo>
                  <a:pt x="82067" y="1395417"/>
                  <a:pt x="68474" y="1381823"/>
                  <a:pt x="68474" y="1365053"/>
                </a:cubicBezTo>
                <a:cubicBezTo>
                  <a:pt x="68474" y="1348284"/>
                  <a:pt x="82067" y="1334690"/>
                  <a:pt x="98838" y="1334690"/>
                </a:cubicBezTo>
                <a:close/>
                <a:moveTo>
                  <a:pt x="26283" y="1334690"/>
                </a:moveTo>
                <a:cubicBezTo>
                  <a:pt x="43051" y="1334690"/>
                  <a:pt x="56645" y="1348284"/>
                  <a:pt x="56645" y="1365053"/>
                </a:cubicBezTo>
                <a:cubicBezTo>
                  <a:pt x="56645" y="1381823"/>
                  <a:pt x="43051" y="1395417"/>
                  <a:pt x="26283" y="1395417"/>
                </a:cubicBezTo>
                <a:cubicBezTo>
                  <a:pt x="17898" y="1395417"/>
                  <a:pt x="10308" y="1392019"/>
                  <a:pt x="4813" y="1386524"/>
                </a:cubicBezTo>
                <a:lnTo>
                  <a:pt x="0" y="1374903"/>
                </a:lnTo>
                <a:lnTo>
                  <a:pt x="0" y="1355203"/>
                </a:lnTo>
                <a:lnTo>
                  <a:pt x="4813" y="1343583"/>
                </a:lnTo>
                <a:cubicBezTo>
                  <a:pt x="10308" y="1338089"/>
                  <a:pt x="17898" y="1334690"/>
                  <a:pt x="26283" y="1334690"/>
                </a:cubicBezTo>
                <a:close/>
                <a:moveTo>
                  <a:pt x="1404765" y="1254238"/>
                </a:moveTo>
                <a:cubicBezTo>
                  <a:pt x="1408957" y="1254238"/>
                  <a:pt x="1412951" y="1255088"/>
                  <a:pt x="1416584" y="1256624"/>
                </a:cubicBezTo>
                <a:lnTo>
                  <a:pt x="1422045" y="1260306"/>
                </a:lnTo>
                <a:lnTo>
                  <a:pt x="1418517" y="1266114"/>
                </a:lnTo>
                <a:lnTo>
                  <a:pt x="1386846" y="1308466"/>
                </a:lnTo>
                <a:lnTo>
                  <a:pt x="1383295" y="1306072"/>
                </a:lnTo>
                <a:cubicBezTo>
                  <a:pt x="1377800" y="1300577"/>
                  <a:pt x="1374402" y="1292986"/>
                  <a:pt x="1374402" y="1284602"/>
                </a:cubicBezTo>
                <a:cubicBezTo>
                  <a:pt x="1374402" y="1267832"/>
                  <a:pt x="1387996" y="1254238"/>
                  <a:pt x="1404765" y="1254238"/>
                </a:cubicBezTo>
                <a:close/>
                <a:moveTo>
                  <a:pt x="1332211" y="1254238"/>
                </a:moveTo>
                <a:cubicBezTo>
                  <a:pt x="1348980" y="1254238"/>
                  <a:pt x="1362574" y="1267832"/>
                  <a:pt x="1362574" y="1284602"/>
                </a:cubicBezTo>
                <a:cubicBezTo>
                  <a:pt x="1362574" y="1301371"/>
                  <a:pt x="1348980" y="1314965"/>
                  <a:pt x="1332211" y="1314965"/>
                </a:cubicBezTo>
                <a:cubicBezTo>
                  <a:pt x="1315441" y="1314965"/>
                  <a:pt x="1301847" y="1301371"/>
                  <a:pt x="1301847" y="1284602"/>
                </a:cubicBezTo>
                <a:cubicBezTo>
                  <a:pt x="1301847" y="1267832"/>
                  <a:pt x="1315441" y="1254238"/>
                  <a:pt x="1332211" y="1254238"/>
                </a:cubicBezTo>
                <a:close/>
                <a:moveTo>
                  <a:pt x="1259656" y="1254238"/>
                </a:moveTo>
                <a:cubicBezTo>
                  <a:pt x="1276426" y="1254238"/>
                  <a:pt x="1290020" y="1267832"/>
                  <a:pt x="1290020" y="1284602"/>
                </a:cubicBezTo>
                <a:cubicBezTo>
                  <a:pt x="1290020" y="1301371"/>
                  <a:pt x="1276426" y="1314965"/>
                  <a:pt x="1259656" y="1314965"/>
                </a:cubicBezTo>
                <a:cubicBezTo>
                  <a:pt x="1242887" y="1314965"/>
                  <a:pt x="1229293" y="1301371"/>
                  <a:pt x="1229293" y="1284602"/>
                </a:cubicBezTo>
                <a:cubicBezTo>
                  <a:pt x="1229293" y="1267832"/>
                  <a:pt x="1242887" y="1254238"/>
                  <a:pt x="1259656" y="1254238"/>
                </a:cubicBezTo>
                <a:close/>
                <a:moveTo>
                  <a:pt x="1187102" y="1254238"/>
                </a:moveTo>
                <a:cubicBezTo>
                  <a:pt x="1203871" y="1254238"/>
                  <a:pt x="1217465" y="1267832"/>
                  <a:pt x="1217465" y="1284602"/>
                </a:cubicBezTo>
                <a:cubicBezTo>
                  <a:pt x="1217465" y="1301371"/>
                  <a:pt x="1203871" y="1314965"/>
                  <a:pt x="1187102" y="1314965"/>
                </a:cubicBezTo>
                <a:cubicBezTo>
                  <a:pt x="1170332" y="1314965"/>
                  <a:pt x="1156738" y="1301371"/>
                  <a:pt x="1156738" y="1284602"/>
                </a:cubicBezTo>
                <a:cubicBezTo>
                  <a:pt x="1156738" y="1267832"/>
                  <a:pt x="1170332" y="1254238"/>
                  <a:pt x="1187102" y="1254238"/>
                </a:cubicBezTo>
                <a:close/>
                <a:moveTo>
                  <a:pt x="1114547" y="1254238"/>
                </a:moveTo>
                <a:cubicBezTo>
                  <a:pt x="1131317" y="1254238"/>
                  <a:pt x="1144911" y="1267832"/>
                  <a:pt x="1144911" y="1284602"/>
                </a:cubicBezTo>
                <a:cubicBezTo>
                  <a:pt x="1144911" y="1301371"/>
                  <a:pt x="1131317" y="1314965"/>
                  <a:pt x="1114547" y="1314965"/>
                </a:cubicBezTo>
                <a:cubicBezTo>
                  <a:pt x="1097778" y="1314965"/>
                  <a:pt x="1084184" y="1301371"/>
                  <a:pt x="1084184" y="1284602"/>
                </a:cubicBezTo>
                <a:cubicBezTo>
                  <a:pt x="1084184" y="1267832"/>
                  <a:pt x="1097778" y="1254238"/>
                  <a:pt x="1114547" y="1254238"/>
                </a:cubicBezTo>
                <a:close/>
                <a:moveTo>
                  <a:pt x="1041993" y="1254238"/>
                </a:moveTo>
                <a:cubicBezTo>
                  <a:pt x="1058762" y="1254238"/>
                  <a:pt x="1072356" y="1267832"/>
                  <a:pt x="1072356" y="1284602"/>
                </a:cubicBezTo>
                <a:cubicBezTo>
                  <a:pt x="1072356" y="1301371"/>
                  <a:pt x="1058762" y="1314965"/>
                  <a:pt x="1041993" y="1314965"/>
                </a:cubicBezTo>
                <a:cubicBezTo>
                  <a:pt x="1025223" y="1314965"/>
                  <a:pt x="1011629" y="1301371"/>
                  <a:pt x="1011629" y="1284602"/>
                </a:cubicBezTo>
                <a:cubicBezTo>
                  <a:pt x="1011629" y="1267832"/>
                  <a:pt x="1025223" y="1254238"/>
                  <a:pt x="1041993" y="1254238"/>
                </a:cubicBezTo>
                <a:close/>
                <a:moveTo>
                  <a:pt x="969438" y="1254238"/>
                </a:moveTo>
                <a:cubicBezTo>
                  <a:pt x="986208" y="1254238"/>
                  <a:pt x="999801" y="1267832"/>
                  <a:pt x="999801" y="1284602"/>
                </a:cubicBezTo>
                <a:cubicBezTo>
                  <a:pt x="999801" y="1301371"/>
                  <a:pt x="986208" y="1314965"/>
                  <a:pt x="969438" y="1314965"/>
                </a:cubicBezTo>
                <a:cubicBezTo>
                  <a:pt x="952669" y="1314965"/>
                  <a:pt x="939075" y="1301371"/>
                  <a:pt x="939075" y="1284602"/>
                </a:cubicBezTo>
                <a:cubicBezTo>
                  <a:pt x="939075" y="1267832"/>
                  <a:pt x="952669" y="1254238"/>
                  <a:pt x="969438" y="1254238"/>
                </a:cubicBezTo>
                <a:close/>
                <a:moveTo>
                  <a:pt x="896883" y="1254238"/>
                </a:moveTo>
                <a:cubicBezTo>
                  <a:pt x="913653" y="1254238"/>
                  <a:pt x="927247" y="1267832"/>
                  <a:pt x="927247" y="1284602"/>
                </a:cubicBezTo>
                <a:cubicBezTo>
                  <a:pt x="927247" y="1301371"/>
                  <a:pt x="913653" y="1314965"/>
                  <a:pt x="896883" y="1314965"/>
                </a:cubicBezTo>
                <a:cubicBezTo>
                  <a:pt x="880114" y="1314965"/>
                  <a:pt x="866520" y="1301371"/>
                  <a:pt x="866520" y="1284602"/>
                </a:cubicBezTo>
                <a:cubicBezTo>
                  <a:pt x="866520" y="1267832"/>
                  <a:pt x="880114" y="1254238"/>
                  <a:pt x="896883" y="1254238"/>
                </a:cubicBezTo>
                <a:close/>
                <a:moveTo>
                  <a:pt x="824329" y="1254238"/>
                </a:moveTo>
                <a:cubicBezTo>
                  <a:pt x="841098" y="1254238"/>
                  <a:pt x="854692" y="1267832"/>
                  <a:pt x="854692" y="1284602"/>
                </a:cubicBezTo>
                <a:cubicBezTo>
                  <a:pt x="854692" y="1301371"/>
                  <a:pt x="841098" y="1314965"/>
                  <a:pt x="824329" y="1314965"/>
                </a:cubicBezTo>
                <a:cubicBezTo>
                  <a:pt x="807559" y="1314965"/>
                  <a:pt x="793965" y="1301371"/>
                  <a:pt x="793965" y="1284602"/>
                </a:cubicBezTo>
                <a:cubicBezTo>
                  <a:pt x="793965" y="1267832"/>
                  <a:pt x="807559" y="1254238"/>
                  <a:pt x="824329" y="1254238"/>
                </a:cubicBezTo>
                <a:close/>
                <a:moveTo>
                  <a:pt x="751774" y="1254238"/>
                </a:moveTo>
                <a:cubicBezTo>
                  <a:pt x="768544" y="1254238"/>
                  <a:pt x="782138" y="1267832"/>
                  <a:pt x="782138" y="1284602"/>
                </a:cubicBezTo>
                <a:cubicBezTo>
                  <a:pt x="782138" y="1301371"/>
                  <a:pt x="768544" y="1314965"/>
                  <a:pt x="751774" y="1314965"/>
                </a:cubicBezTo>
                <a:cubicBezTo>
                  <a:pt x="735005" y="1314965"/>
                  <a:pt x="721411" y="1301371"/>
                  <a:pt x="721411" y="1284602"/>
                </a:cubicBezTo>
                <a:cubicBezTo>
                  <a:pt x="721411" y="1267832"/>
                  <a:pt x="735005" y="1254238"/>
                  <a:pt x="751774" y="1254238"/>
                </a:cubicBezTo>
                <a:close/>
                <a:moveTo>
                  <a:pt x="679220" y="1254238"/>
                </a:moveTo>
                <a:cubicBezTo>
                  <a:pt x="695989" y="1254238"/>
                  <a:pt x="709583" y="1267832"/>
                  <a:pt x="709583" y="1284602"/>
                </a:cubicBezTo>
                <a:cubicBezTo>
                  <a:pt x="709583" y="1301371"/>
                  <a:pt x="695989" y="1314965"/>
                  <a:pt x="679220" y="1314965"/>
                </a:cubicBezTo>
                <a:cubicBezTo>
                  <a:pt x="662450" y="1314965"/>
                  <a:pt x="648856" y="1301371"/>
                  <a:pt x="648856" y="1284602"/>
                </a:cubicBezTo>
                <a:cubicBezTo>
                  <a:pt x="648856" y="1267832"/>
                  <a:pt x="662450" y="1254238"/>
                  <a:pt x="679220" y="1254238"/>
                </a:cubicBezTo>
                <a:close/>
                <a:moveTo>
                  <a:pt x="606665" y="1254238"/>
                </a:moveTo>
                <a:cubicBezTo>
                  <a:pt x="623435" y="1254238"/>
                  <a:pt x="637029" y="1267832"/>
                  <a:pt x="637029" y="1284602"/>
                </a:cubicBezTo>
                <a:cubicBezTo>
                  <a:pt x="637029" y="1301371"/>
                  <a:pt x="623435" y="1314965"/>
                  <a:pt x="606665" y="1314965"/>
                </a:cubicBezTo>
                <a:cubicBezTo>
                  <a:pt x="589896" y="1314965"/>
                  <a:pt x="576302" y="1301371"/>
                  <a:pt x="576302" y="1284602"/>
                </a:cubicBezTo>
                <a:cubicBezTo>
                  <a:pt x="576302" y="1267832"/>
                  <a:pt x="589896" y="1254238"/>
                  <a:pt x="606665" y="1254238"/>
                </a:cubicBezTo>
                <a:close/>
                <a:moveTo>
                  <a:pt x="534111" y="1254238"/>
                </a:moveTo>
                <a:cubicBezTo>
                  <a:pt x="550880" y="1254238"/>
                  <a:pt x="564474" y="1267832"/>
                  <a:pt x="564474" y="1284602"/>
                </a:cubicBezTo>
                <a:cubicBezTo>
                  <a:pt x="564474" y="1301371"/>
                  <a:pt x="550880" y="1314965"/>
                  <a:pt x="534111" y="1314965"/>
                </a:cubicBezTo>
                <a:cubicBezTo>
                  <a:pt x="517341" y="1314965"/>
                  <a:pt x="503747" y="1301371"/>
                  <a:pt x="503747" y="1284602"/>
                </a:cubicBezTo>
                <a:cubicBezTo>
                  <a:pt x="503747" y="1267832"/>
                  <a:pt x="517341" y="1254238"/>
                  <a:pt x="534111" y="1254238"/>
                </a:cubicBezTo>
                <a:close/>
                <a:moveTo>
                  <a:pt x="461556" y="1254238"/>
                </a:moveTo>
                <a:cubicBezTo>
                  <a:pt x="478326" y="1254238"/>
                  <a:pt x="491920" y="1267832"/>
                  <a:pt x="491920" y="1284602"/>
                </a:cubicBezTo>
                <a:cubicBezTo>
                  <a:pt x="491920" y="1301371"/>
                  <a:pt x="478326" y="1314965"/>
                  <a:pt x="461556" y="1314965"/>
                </a:cubicBezTo>
                <a:cubicBezTo>
                  <a:pt x="444787" y="1314965"/>
                  <a:pt x="431192" y="1301371"/>
                  <a:pt x="431192" y="1284602"/>
                </a:cubicBezTo>
                <a:cubicBezTo>
                  <a:pt x="431192" y="1267832"/>
                  <a:pt x="444787" y="1254238"/>
                  <a:pt x="461556" y="1254238"/>
                </a:cubicBezTo>
                <a:close/>
                <a:moveTo>
                  <a:pt x="389002" y="1254238"/>
                </a:moveTo>
                <a:cubicBezTo>
                  <a:pt x="405771" y="1254238"/>
                  <a:pt x="419365" y="1267832"/>
                  <a:pt x="419365" y="1284602"/>
                </a:cubicBezTo>
                <a:cubicBezTo>
                  <a:pt x="419365" y="1301371"/>
                  <a:pt x="405771" y="1314965"/>
                  <a:pt x="389002" y="1314965"/>
                </a:cubicBezTo>
                <a:cubicBezTo>
                  <a:pt x="372232" y="1314965"/>
                  <a:pt x="358638" y="1301371"/>
                  <a:pt x="358638" y="1284602"/>
                </a:cubicBezTo>
                <a:cubicBezTo>
                  <a:pt x="358638" y="1267832"/>
                  <a:pt x="372232" y="1254238"/>
                  <a:pt x="389002" y="1254238"/>
                </a:cubicBezTo>
                <a:close/>
                <a:moveTo>
                  <a:pt x="316447" y="1254238"/>
                </a:moveTo>
                <a:cubicBezTo>
                  <a:pt x="333216" y="1254238"/>
                  <a:pt x="346810" y="1267832"/>
                  <a:pt x="346810" y="1284602"/>
                </a:cubicBezTo>
                <a:cubicBezTo>
                  <a:pt x="346810" y="1301371"/>
                  <a:pt x="333216" y="1314965"/>
                  <a:pt x="316447" y="1314965"/>
                </a:cubicBezTo>
                <a:cubicBezTo>
                  <a:pt x="299677" y="1314965"/>
                  <a:pt x="286084" y="1301371"/>
                  <a:pt x="286084" y="1284602"/>
                </a:cubicBezTo>
                <a:cubicBezTo>
                  <a:pt x="286084" y="1267832"/>
                  <a:pt x="299677" y="1254238"/>
                  <a:pt x="316447" y="1254238"/>
                </a:cubicBezTo>
                <a:close/>
                <a:moveTo>
                  <a:pt x="243892" y="1254238"/>
                </a:moveTo>
                <a:cubicBezTo>
                  <a:pt x="260662" y="1254238"/>
                  <a:pt x="274256" y="1267832"/>
                  <a:pt x="274256" y="1284602"/>
                </a:cubicBezTo>
                <a:cubicBezTo>
                  <a:pt x="274256" y="1301371"/>
                  <a:pt x="260662" y="1314965"/>
                  <a:pt x="243892" y="1314965"/>
                </a:cubicBezTo>
                <a:cubicBezTo>
                  <a:pt x="227123" y="1314965"/>
                  <a:pt x="213529" y="1301371"/>
                  <a:pt x="213529" y="1284602"/>
                </a:cubicBezTo>
                <a:cubicBezTo>
                  <a:pt x="213529" y="1267832"/>
                  <a:pt x="227123" y="1254238"/>
                  <a:pt x="243892" y="1254238"/>
                </a:cubicBezTo>
                <a:close/>
                <a:moveTo>
                  <a:pt x="171339" y="1254238"/>
                </a:moveTo>
                <a:cubicBezTo>
                  <a:pt x="188107" y="1254238"/>
                  <a:pt x="201701" y="1267832"/>
                  <a:pt x="201701" y="1284602"/>
                </a:cubicBezTo>
                <a:cubicBezTo>
                  <a:pt x="201701" y="1301371"/>
                  <a:pt x="188107" y="1314965"/>
                  <a:pt x="171339" y="1314965"/>
                </a:cubicBezTo>
                <a:cubicBezTo>
                  <a:pt x="154622" y="1314965"/>
                  <a:pt x="141029" y="1301371"/>
                  <a:pt x="141029" y="1284602"/>
                </a:cubicBezTo>
                <a:cubicBezTo>
                  <a:pt x="141029" y="1267832"/>
                  <a:pt x="154622" y="1254238"/>
                  <a:pt x="171339" y="1254238"/>
                </a:cubicBezTo>
                <a:close/>
                <a:moveTo>
                  <a:pt x="98845" y="1254238"/>
                </a:moveTo>
                <a:cubicBezTo>
                  <a:pt x="115610" y="1254238"/>
                  <a:pt x="129204" y="1267832"/>
                  <a:pt x="129204" y="1284602"/>
                </a:cubicBezTo>
                <a:cubicBezTo>
                  <a:pt x="129204" y="1301371"/>
                  <a:pt x="115610" y="1314965"/>
                  <a:pt x="98845" y="1314965"/>
                </a:cubicBezTo>
                <a:cubicBezTo>
                  <a:pt x="82074" y="1314965"/>
                  <a:pt x="68480" y="1301371"/>
                  <a:pt x="68480" y="1284602"/>
                </a:cubicBezTo>
                <a:cubicBezTo>
                  <a:pt x="68480" y="1267832"/>
                  <a:pt x="82074" y="1254238"/>
                  <a:pt x="98845" y="1254238"/>
                </a:cubicBezTo>
                <a:close/>
                <a:moveTo>
                  <a:pt x="26290" y="1254238"/>
                </a:moveTo>
                <a:cubicBezTo>
                  <a:pt x="43057" y="1254238"/>
                  <a:pt x="56651" y="1267832"/>
                  <a:pt x="56651" y="1284602"/>
                </a:cubicBezTo>
                <a:cubicBezTo>
                  <a:pt x="56651" y="1301371"/>
                  <a:pt x="43057" y="1314965"/>
                  <a:pt x="26290" y="1314965"/>
                </a:cubicBezTo>
                <a:cubicBezTo>
                  <a:pt x="17905" y="1314965"/>
                  <a:pt x="10314" y="1311567"/>
                  <a:pt x="4819" y="1306072"/>
                </a:cubicBezTo>
                <a:lnTo>
                  <a:pt x="0" y="1294437"/>
                </a:lnTo>
                <a:lnTo>
                  <a:pt x="0" y="1274766"/>
                </a:lnTo>
                <a:lnTo>
                  <a:pt x="4819" y="1263131"/>
                </a:lnTo>
                <a:cubicBezTo>
                  <a:pt x="10314" y="1257637"/>
                  <a:pt x="17905" y="1254238"/>
                  <a:pt x="26290" y="1254238"/>
                </a:cubicBezTo>
                <a:close/>
                <a:moveTo>
                  <a:pt x="1474228" y="1174410"/>
                </a:moveTo>
                <a:lnTo>
                  <a:pt x="1450688" y="1213159"/>
                </a:lnTo>
                <a:lnTo>
                  <a:pt x="1446956" y="1204150"/>
                </a:lnTo>
                <a:cubicBezTo>
                  <a:pt x="1446956" y="1191573"/>
                  <a:pt x="1454603" y="1180782"/>
                  <a:pt x="1465501" y="1176173"/>
                </a:cubicBezTo>
                <a:close/>
                <a:moveTo>
                  <a:pt x="1404765" y="1173786"/>
                </a:moveTo>
                <a:cubicBezTo>
                  <a:pt x="1421535" y="1173786"/>
                  <a:pt x="1435129" y="1187380"/>
                  <a:pt x="1435129" y="1204150"/>
                </a:cubicBezTo>
                <a:cubicBezTo>
                  <a:pt x="1435129" y="1220919"/>
                  <a:pt x="1421535" y="1234513"/>
                  <a:pt x="1404765" y="1234513"/>
                </a:cubicBezTo>
                <a:cubicBezTo>
                  <a:pt x="1387996" y="1234513"/>
                  <a:pt x="1374402" y="1220919"/>
                  <a:pt x="1374402" y="1204150"/>
                </a:cubicBezTo>
                <a:cubicBezTo>
                  <a:pt x="1374402" y="1187380"/>
                  <a:pt x="1387996" y="1173786"/>
                  <a:pt x="1404765" y="1173786"/>
                </a:cubicBezTo>
                <a:close/>
                <a:moveTo>
                  <a:pt x="1332211" y="1173786"/>
                </a:moveTo>
                <a:cubicBezTo>
                  <a:pt x="1348980" y="1173786"/>
                  <a:pt x="1362574" y="1187380"/>
                  <a:pt x="1362574" y="1204150"/>
                </a:cubicBezTo>
                <a:cubicBezTo>
                  <a:pt x="1362574" y="1220919"/>
                  <a:pt x="1348980" y="1234513"/>
                  <a:pt x="1332211" y="1234513"/>
                </a:cubicBezTo>
                <a:cubicBezTo>
                  <a:pt x="1315441" y="1234513"/>
                  <a:pt x="1301847" y="1220919"/>
                  <a:pt x="1301847" y="1204150"/>
                </a:cubicBezTo>
                <a:cubicBezTo>
                  <a:pt x="1301847" y="1187380"/>
                  <a:pt x="1315441" y="1173786"/>
                  <a:pt x="1332211" y="1173786"/>
                </a:cubicBezTo>
                <a:close/>
                <a:moveTo>
                  <a:pt x="1259656" y="1173786"/>
                </a:moveTo>
                <a:cubicBezTo>
                  <a:pt x="1276426" y="1173786"/>
                  <a:pt x="1290020" y="1187380"/>
                  <a:pt x="1290020" y="1204150"/>
                </a:cubicBezTo>
                <a:cubicBezTo>
                  <a:pt x="1290020" y="1220919"/>
                  <a:pt x="1276426" y="1234513"/>
                  <a:pt x="1259656" y="1234513"/>
                </a:cubicBezTo>
                <a:cubicBezTo>
                  <a:pt x="1242887" y="1234513"/>
                  <a:pt x="1229293" y="1220919"/>
                  <a:pt x="1229293" y="1204150"/>
                </a:cubicBezTo>
                <a:cubicBezTo>
                  <a:pt x="1229293" y="1187380"/>
                  <a:pt x="1242887" y="1173786"/>
                  <a:pt x="1259656" y="1173786"/>
                </a:cubicBezTo>
                <a:close/>
                <a:moveTo>
                  <a:pt x="1187102" y="1173786"/>
                </a:moveTo>
                <a:cubicBezTo>
                  <a:pt x="1203871" y="1173786"/>
                  <a:pt x="1217465" y="1187380"/>
                  <a:pt x="1217465" y="1204150"/>
                </a:cubicBezTo>
                <a:cubicBezTo>
                  <a:pt x="1217465" y="1220919"/>
                  <a:pt x="1203871" y="1234513"/>
                  <a:pt x="1187102" y="1234513"/>
                </a:cubicBezTo>
                <a:cubicBezTo>
                  <a:pt x="1170332" y="1234513"/>
                  <a:pt x="1156738" y="1220919"/>
                  <a:pt x="1156738" y="1204150"/>
                </a:cubicBezTo>
                <a:cubicBezTo>
                  <a:pt x="1156738" y="1187380"/>
                  <a:pt x="1170332" y="1173786"/>
                  <a:pt x="1187102" y="1173786"/>
                </a:cubicBezTo>
                <a:close/>
                <a:moveTo>
                  <a:pt x="1114547" y="1173786"/>
                </a:moveTo>
                <a:cubicBezTo>
                  <a:pt x="1131317" y="1173786"/>
                  <a:pt x="1144911" y="1187380"/>
                  <a:pt x="1144911" y="1204150"/>
                </a:cubicBezTo>
                <a:cubicBezTo>
                  <a:pt x="1144911" y="1220919"/>
                  <a:pt x="1131317" y="1234513"/>
                  <a:pt x="1114547" y="1234513"/>
                </a:cubicBezTo>
                <a:cubicBezTo>
                  <a:pt x="1097778" y="1234513"/>
                  <a:pt x="1084184" y="1220919"/>
                  <a:pt x="1084184" y="1204150"/>
                </a:cubicBezTo>
                <a:cubicBezTo>
                  <a:pt x="1084184" y="1187380"/>
                  <a:pt x="1097778" y="1173786"/>
                  <a:pt x="1114547" y="1173786"/>
                </a:cubicBezTo>
                <a:close/>
                <a:moveTo>
                  <a:pt x="1041993" y="1173786"/>
                </a:moveTo>
                <a:cubicBezTo>
                  <a:pt x="1058762" y="1173786"/>
                  <a:pt x="1072356" y="1187380"/>
                  <a:pt x="1072356" y="1204150"/>
                </a:cubicBezTo>
                <a:cubicBezTo>
                  <a:pt x="1072356" y="1220919"/>
                  <a:pt x="1058762" y="1234513"/>
                  <a:pt x="1041993" y="1234513"/>
                </a:cubicBezTo>
                <a:cubicBezTo>
                  <a:pt x="1025223" y="1234513"/>
                  <a:pt x="1011629" y="1220919"/>
                  <a:pt x="1011629" y="1204150"/>
                </a:cubicBezTo>
                <a:cubicBezTo>
                  <a:pt x="1011629" y="1187380"/>
                  <a:pt x="1025223" y="1173786"/>
                  <a:pt x="1041993" y="1173786"/>
                </a:cubicBezTo>
                <a:close/>
                <a:moveTo>
                  <a:pt x="969438" y="1173786"/>
                </a:moveTo>
                <a:cubicBezTo>
                  <a:pt x="986208" y="1173786"/>
                  <a:pt x="999801" y="1187380"/>
                  <a:pt x="999801" y="1204150"/>
                </a:cubicBezTo>
                <a:cubicBezTo>
                  <a:pt x="999801" y="1220919"/>
                  <a:pt x="986208" y="1234513"/>
                  <a:pt x="969438" y="1234513"/>
                </a:cubicBezTo>
                <a:cubicBezTo>
                  <a:pt x="952669" y="1234513"/>
                  <a:pt x="939075" y="1220919"/>
                  <a:pt x="939075" y="1204150"/>
                </a:cubicBezTo>
                <a:cubicBezTo>
                  <a:pt x="939075" y="1187380"/>
                  <a:pt x="952669" y="1173786"/>
                  <a:pt x="969438" y="1173786"/>
                </a:cubicBezTo>
                <a:close/>
                <a:moveTo>
                  <a:pt x="896883" y="1173786"/>
                </a:moveTo>
                <a:cubicBezTo>
                  <a:pt x="913653" y="1173786"/>
                  <a:pt x="927247" y="1187380"/>
                  <a:pt x="927247" y="1204150"/>
                </a:cubicBezTo>
                <a:cubicBezTo>
                  <a:pt x="927247" y="1220919"/>
                  <a:pt x="913653" y="1234513"/>
                  <a:pt x="896883" y="1234513"/>
                </a:cubicBezTo>
                <a:cubicBezTo>
                  <a:pt x="880114" y="1234513"/>
                  <a:pt x="866520" y="1220919"/>
                  <a:pt x="866520" y="1204150"/>
                </a:cubicBezTo>
                <a:cubicBezTo>
                  <a:pt x="866520" y="1187380"/>
                  <a:pt x="880114" y="1173786"/>
                  <a:pt x="896883" y="1173786"/>
                </a:cubicBezTo>
                <a:close/>
                <a:moveTo>
                  <a:pt x="824329" y="1173786"/>
                </a:moveTo>
                <a:cubicBezTo>
                  <a:pt x="841098" y="1173786"/>
                  <a:pt x="854692" y="1187380"/>
                  <a:pt x="854692" y="1204150"/>
                </a:cubicBezTo>
                <a:cubicBezTo>
                  <a:pt x="854692" y="1220919"/>
                  <a:pt x="841098" y="1234513"/>
                  <a:pt x="824329" y="1234513"/>
                </a:cubicBezTo>
                <a:cubicBezTo>
                  <a:pt x="807559" y="1234513"/>
                  <a:pt x="793965" y="1220919"/>
                  <a:pt x="793965" y="1204150"/>
                </a:cubicBezTo>
                <a:cubicBezTo>
                  <a:pt x="793965" y="1187380"/>
                  <a:pt x="807559" y="1173786"/>
                  <a:pt x="824329" y="1173786"/>
                </a:cubicBezTo>
                <a:close/>
                <a:moveTo>
                  <a:pt x="751774" y="1173786"/>
                </a:moveTo>
                <a:cubicBezTo>
                  <a:pt x="768544" y="1173786"/>
                  <a:pt x="782138" y="1187380"/>
                  <a:pt x="782138" y="1204150"/>
                </a:cubicBezTo>
                <a:cubicBezTo>
                  <a:pt x="782138" y="1220919"/>
                  <a:pt x="768544" y="1234513"/>
                  <a:pt x="751774" y="1234513"/>
                </a:cubicBezTo>
                <a:cubicBezTo>
                  <a:pt x="735005" y="1234513"/>
                  <a:pt x="721411" y="1220919"/>
                  <a:pt x="721411" y="1204150"/>
                </a:cubicBezTo>
                <a:cubicBezTo>
                  <a:pt x="721411" y="1187380"/>
                  <a:pt x="735005" y="1173786"/>
                  <a:pt x="751774" y="1173786"/>
                </a:cubicBezTo>
                <a:close/>
                <a:moveTo>
                  <a:pt x="679220" y="1173786"/>
                </a:moveTo>
                <a:cubicBezTo>
                  <a:pt x="695989" y="1173786"/>
                  <a:pt x="709583" y="1187380"/>
                  <a:pt x="709583" y="1204150"/>
                </a:cubicBezTo>
                <a:cubicBezTo>
                  <a:pt x="709583" y="1220919"/>
                  <a:pt x="695989" y="1234513"/>
                  <a:pt x="679220" y="1234513"/>
                </a:cubicBezTo>
                <a:cubicBezTo>
                  <a:pt x="662450" y="1234513"/>
                  <a:pt x="648856" y="1220919"/>
                  <a:pt x="648856" y="1204150"/>
                </a:cubicBezTo>
                <a:cubicBezTo>
                  <a:pt x="648856" y="1187380"/>
                  <a:pt x="662450" y="1173786"/>
                  <a:pt x="679220" y="1173786"/>
                </a:cubicBezTo>
                <a:close/>
                <a:moveTo>
                  <a:pt x="606665" y="1173786"/>
                </a:moveTo>
                <a:cubicBezTo>
                  <a:pt x="623435" y="1173786"/>
                  <a:pt x="637029" y="1187380"/>
                  <a:pt x="637029" y="1204150"/>
                </a:cubicBezTo>
                <a:cubicBezTo>
                  <a:pt x="637029" y="1220919"/>
                  <a:pt x="623435" y="1234513"/>
                  <a:pt x="606665" y="1234513"/>
                </a:cubicBezTo>
                <a:cubicBezTo>
                  <a:pt x="589896" y="1234513"/>
                  <a:pt x="576302" y="1220919"/>
                  <a:pt x="576302" y="1204150"/>
                </a:cubicBezTo>
                <a:cubicBezTo>
                  <a:pt x="576302" y="1187380"/>
                  <a:pt x="589896" y="1173786"/>
                  <a:pt x="606665" y="1173786"/>
                </a:cubicBezTo>
                <a:close/>
                <a:moveTo>
                  <a:pt x="534111" y="1173786"/>
                </a:moveTo>
                <a:cubicBezTo>
                  <a:pt x="550880" y="1173786"/>
                  <a:pt x="564474" y="1187380"/>
                  <a:pt x="564474" y="1204150"/>
                </a:cubicBezTo>
                <a:cubicBezTo>
                  <a:pt x="564474" y="1220919"/>
                  <a:pt x="550880" y="1234513"/>
                  <a:pt x="534111" y="1234513"/>
                </a:cubicBezTo>
                <a:cubicBezTo>
                  <a:pt x="517341" y="1234513"/>
                  <a:pt x="503747" y="1220919"/>
                  <a:pt x="503747" y="1204150"/>
                </a:cubicBezTo>
                <a:cubicBezTo>
                  <a:pt x="503747" y="1187380"/>
                  <a:pt x="517341" y="1173786"/>
                  <a:pt x="534111" y="1173786"/>
                </a:cubicBezTo>
                <a:close/>
                <a:moveTo>
                  <a:pt x="461556" y="1173786"/>
                </a:moveTo>
                <a:cubicBezTo>
                  <a:pt x="478326" y="1173786"/>
                  <a:pt x="491920" y="1187380"/>
                  <a:pt x="491920" y="1204150"/>
                </a:cubicBezTo>
                <a:cubicBezTo>
                  <a:pt x="491920" y="1220919"/>
                  <a:pt x="478326" y="1234513"/>
                  <a:pt x="461556" y="1234513"/>
                </a:cubicBezTo>
                <a:cubicBezTo>
                  <a:pt x="444787" y="1234513"/>
                  <a:pt x="431192" y="1220919"/>
                  <a:pt x="431192" y="1204150"/>
                </a:cubicBezTo>
                <a:cubicBezTo>
                  <a:pt x="431192" y="1187380"/>
                  <a:pt x="444787" y="1173786"/>
                  <a:pt x="461556" y="1173786"/>
                </a:cubicBezTo>
                <a:close/>
                <a:moveTo>
                  <a:pt x="389002" y="1173786"/>
                </a:moveTo>
                <a:cubicBezTo>
                  <a:pt x="405771" y="1173786"/>
                  <a:pt x="419365" y="1187380"/>
                  <a:pt x="419365" y="1204150"/>
                </a:cubicBezTo>
                <a:cubicBezTo>
                  <a:pt x="419365" y="1220919"/>
                  <a:pt x="405771" y="1234513"/>
                  <a:pt x="389002" y="1234513"/>
                </a:cubicBezTo>
                <a:cubicBezTo>
                  <a:pt x="372232" y="1234513"/>
                  <a:pt x="358638" y="1220919"/>
                  <a:pt x="358638" y="1204150"/>
                </a:cubicBezTo>
                <a:cubicBezTo>
                  <a:pt x="358638" y="1187380"/>
                  <a:pt x="372232" y="1173786"/>
                  <a:pt x="389002" y="1173786"/>
                </a:cubicBezTo>
                <a:close/>
                <a:moveTo>
                  <a:pt x="316447" y="1173786"/>
                </a:moveTo>
                <a:cubicBezTo>
                  <a:pt x="333216" y="1173786"/>
                  <a:pt x="346810" y="1187380"/>
                  <a:pt x="346810" y="1204150"/>
                </a:cubicBezTo>
                <a:cubicBezTo>
                  <a:pt x="346810" y="1220919"/>
                  <a:pt x="333216" y="1234513"/>
                  <a:pt x="316447" y="1234513"/>
                </a:cubicBezTo>
                <a:cubicBezTo>
                  <a:pt x="299677" y="1234513"/>
                  <a:pt x="286084" y="1220919"/>
                  <a:pt x="286084" y="1204150"/>
                </a:cubicBezTo>
                <a:cubicBezTo>
                  <a:pt x="286084" y="1187380"/>
                  <a:pt x="299677" y="1173786"/>
                  <a:pt x="316447" y="1173786"/>
                </a:cubicBezTo>
                <a:close/>
                <a:moveTo>
                  <a:pt x="243892" y="1173786"/>
                </a:moveTo>
                <a:cubicBezTo>
                  <a:pt x="260662" y="1173786"/>
                  <a:pt x="274256" y="1187380"/>
                  <a:pt x="274256" y="1204150"/>
                </a:cubicBezTo>
                <a:cubicBezTo>
                  <a:pt x="274256" y="1220919"/>
                  <a:pt x="260662" y="1234513"/>
                  <a:pt x="243892" y="1234513"/>
                </a:cubicBezTo>
                <a:cubicBezTo>
                  <a:pt x="227123" y="1234513"/>
                  <a:pt x="213529" y="1220919"/>
                  <a:pt x="213529" y="1204150"/>
                </a:cubicBezTo>
                <a:cubicBezTo>
                  <a:pt x="213529" y="1187380"/>
                  <a:pt x="227123" y="1173786"/>
                  <a:pt x="243892" y="1173786"/>
                </a:cubicBezTo>
                <a:close/>
                <a:moveTo>
                  <a:pt x="171339" y="1173786"/>
                </a:moveTo>
                <a:cubicBezTo>
                  <a:pt x="188107" y="1173786"/>
                  <a:pt x="201701" y="1187380"/>
                  <a:pt x="201701" y="1204150"/>
                </a:cubicBezTo>
                <a:cubicBezTo>
                  <a:pt x="201701" y="1220919"/>
                  <a:pt x="188107" y="1234513"/>
                  <a:pt x="171339" y="1234513"/>
                </a:cubicBezTo>
                <a:cubicBezTo>
                  <a:pt x="154627" y="1234513"/>
                  <a:pt x="141034" y="1220919"/>
                  <a:pt x="141034" y="1204150"/>
                </a:cubicBezTo>
                <a:cubicBezTo>
                  <a:pt x="141034" y="1187380"/>
                  <a:pt x="154627" y="1173786"/>
                  <a:pt x="171339" y="1173786"/>
                </a:cubicBezTo>
                <a:close/>
                <a:moveTo>
                  <a:pt x="98852" y="1173786"/>
                </a:moveTo>
                <a:cubicBezTo>
                  <a:pt x="115616" y="1173786"/>
                  <a:pt x="129210" y="1187380"/>
                  <a:pt x="129210" y="1204150"/>
                </a:cubicBezTo>
                <a:cubicBezTo>
                  <a:pt x="129210" y="1220919"/>
                  <a:pt x="115616" y="1234513"/>
                  <a:pt x="98852" y="1234513"/>
                </a:cubicBezTo>
                <a:cubicBezTo>
                  <a:pt x="82080" y="1234513"/>
                  <a:pt x="68486" y="1220919"/>
                  <a:pt x="68486" y="1204150"/>
                </a:cubicBezTo>
                <a:cubicBezTo>
                  <a:pt x="68486" y="1187380"/>
                  <a:pt x="82080" y="1173786"/>
                  <a:pt x="98852" y="1173786"/>
                </a:cubicBezTo>
                <a:close/>
                <a:moveTo>
                  <a:pt x="26297" y="1173786"/>
                </a:moveTo>
                <a:cubicBezTo>
                  <a:pt x="43063" y="1173786"/>
                  <a:pt x="56658" y="1187380"/>
                  <a:pt x="56658" y="1204150"/>
                </a:cubicBezTo>
                <a:cubicBezTo>
                  <a:pt x="56658" y="1220919"/>
                  <a:pt x="43063" y="1234513"/>
                  <a:pt x="26297" y="1234513"/>
                </a:cubicBezTo>
                <a:cubicBezTo>
                  <a:pt x="17912" y="1234513"/>
                  <a:pt x="10321" y="1231115"/>
                  <a:pt x="4826" y="1225620"/>
                </a:cubicBezTo>
                <a:lnTo>
                  <a:pt x="0" y="1213970"/>
                </a:lnTo>
                <a:lnTo>
                  <a:pt x="0" y="1194329"/>
                </a:lnTo>
                <a:lnTo>
                  <a:pt x="4826" y="1182679"/>
                </a:lnTo>
                <a:cubicBezTo>
                  <a:pt x="10321" y="1177185"/>
                  <a:pt x="17912" y="1173786"/>
                  <a:pt x="26297" y="1173786"/>
                </a:cubicBezTo>
                <a:close/>
                <a:moveTo>
                  <a:pt x="1477320" y="1093335"/>
                </a:moveTo>
                <a:cubicBezTo>
                  <a:pt x="1485705" y="1093335"/>
                  <a:pt x="1493295" y="1096733"/>
                  <a:pt x="1498790" y="1102228"/>
                </a:cubicBezTo>
                <a:lnTo>
                  <a:pt x="1505389" y="1118160"/>
                </a:lnTo>
                <a:lnTo>
                  <a:pt x="1493855" y="1142105"/>
                </a:lnTo>
                <a:lnTo>
                  <a:pt x="1487887" y="1151929"/>
                </a:lnTo>
                <a:lnTo>
                  <a:pt x="1477320" y="1154062"/>
                </a:lnTo>
                <a:cubicBezTo>
                  <a:pt x="1460550" y="1154062"/>
                  <a:pt x="1446956" y="1140468"/>
                  <a:pt x="1446956" y="1123698"/>
                </a:cubicBezTo>
                <a:cubicBezTo>
                  <a:pt x="1446956" y="1106929"/>
                  <a:pt x="1460550" y="1093335"/>
                  <a:pt x="1477320" y="1093335"/>
                </a:cubicBezTo>
                <a:close/>
                <a:moveTo>
                  <a:pt x="1404765" y="1093335"/>
                </a:moveTo>
                <a:cubicBezTo>
                  <a:pt x="1421535" y="1093335"/>
                  <a:pt x="1435129" y="1106929"/>
                  <a:pt x="1435129" y="1123698"/>
                </a:cubicBezTo>
                <a:cubicBezTo>
                  <a:pt x="1435129" y="1140468"/>
                  <a:pt x="1421535" y="1154062"/>
                  <a:pt x="1404765" y="1154062"/>
                </a:cubicBezTo>
                <a:cubicBezTo>
                  <a:pt x="1387996" y="1154062"/>
                  <a:pt x="1374402" y="1140468"/>
                  <a:pt x="1374402" y="1123698"/>
                </a:cubicBezTo>
                <a:cubicBezTo>
                  <a:pt x="1374402" y="1106929"/>
                  <a:pt x="1387996" y="1093335"/>
                  <a:pt x="1404765" y="1093335"/>
                </a:cubicBezTo>
                <a:close/>
                <a:moveTo>
                  <a:pt x="1332211" y="1093335"/>
                </a:moveTo>
                <a:cubicBezTo>
                  <a:pt x="1348980" y="1093335"/>
                  <a:pt x="1362574" y="1106929"/>
                  <a:pt x="1362574" y="1123698"/>
                </a:cubicBezTo>
                <a:cubicBezTo>
                  <a:pt x="1362574" y="1140468"/>
                  <a:pt x="1348980" y="1154062"/>
                  <a:pt x="1332211" y="1154062"/>
                </a:cubicBezTo>
                <a:cubicBezTo>
                  <a:pt x="1315441" y="1154062"/>
                  <a:pt x="1301847" y="1140468"/>
                  <a:pt x="1301847" y="1123698"/>
                </a:cubicBezTo>
                <a:cubicBezTo>
                  <a:pt x="1301847" y="1106929"/>
                  <a:pt x="1315441" y="1093335"/>
                  <a:pt x="1332211" y="1093335"/>
                </a:cubicBezTo>
                <a:close/>
                <a:moveTo>
                  <a:pt x="1259656" y="1093335"/>
                </a:moveTo>
                <a:cubicBezTo>
                  <a:pt x="1276426" y="1093335"/>
                  <a:pt x="1290020" y="1106929"/>
                  <a:pt x="1290020" y="1123698"/>
                </a:cubicBezTo>
                <a:cubicBezTo>
                  <a:pt x="1290020" y="1140468"/>
                  <a:pt x="1276426" y="1154062"/>
                  <a:pt x="1259656" y="1154062"/>
                </a:cubicBezTo>
                <a:cubicBezTo>
                  <a:pt x="1242887" y="1154062"/>
                  <a:pt x="1229293" y="1140468"/>
                  <a:pt x="1229293" y="1123698"/>
                </a:cubicBezTo>
                <a:cubicBezTo>
                  <a:pt x="1229293" y="1106929"/>
                  <a:pt x="1242887" y="1093335"/>
                  <a:pt x="1259656" y="1093335"/>
                </a:cubicBezTo>
                <a:close/>
                <a:moveTo>
                  <a:pt x="1187102" y="1093335"/>
                </a:moveTo>
                <a:cubicBezTo>
                  <a:pt x="1203871" y="1093335"/>
                  <a:pt x="1217465" y="1106929"/>
                  <a:pt x="1217465" y="1123698"/>
                </a:cubicBezTo>
                <a:cubicBezTo>
                  <a:pt x="1217465" y="1140468"/>
                  <a:pt x="1203871" y="1154062"/>
                  <a:pt x="1187102" y="1154062"/>
                </a:cubicBezTo>
                <a:cubicBezTo>
                  <a:pt x="1170332" y="1154062"/>
                  <a:pt x="1156738" y="1140468"/>
                  <a:pt x="1156738" y="1123698"/>
                </a:cubicBezTo>
                <a:cubicBezTo>
                  <a:pt x="1156738" y="1106929"/>
                  <a:pt x="1170332" y="1093335"/>
                  <a:pt x="1187102" y="1093335"/>
                </a:cubicBezTo>
                <a:close/>
                <a:moveTo>
                  <a:pt x="1114547" y="1093335"/>
                </a:moveTo>
                <a:cubicBezTo>
                  <a:pt x="1131317" y="1093335"/>
                  <a:pt x="1144911" y="1106929"/>
                  <a:pt x="1144911" y="1123698"/>
                </a:cubicBezTo>
                <a:cubicBezTo>
                  <a:pt x="1144911" y="1140468"/>
                  <a:pt x="1131317" y="1154062"/>
                  <a:pt x="1114547" y="1154062"/>
                </a:cubicBezTo>
                <a:cubicBezTo>
                  <a:pt x="1097778" y="1154062"/>
                  <a:pt x="1084184" y="1140468"/>
                  <a:pt x="1084184" y="1123698"/>
                </a:cubicBezTo>
                <a:cubicBezTo>
                  <a:pt x="1084184" y="1106929"/>
                  <a:pt x="1097778" y="1093335"/>
                  <a:pt x="1114547" y="1093335"/>
                </a:cubicBezTo>
                <a:close/>
                <a:moveTo>
                  <a:pt x="1041993" y="1093335"/>
                </a:moveTo>
                <a:cubicBezTo>
                  <a:pt x="1058762" y="1093335"/>
                  <a:pt x="1072356" y="1106929"/>
                  <a:pt x="1072356" y="1123698"/>
                </a:cubicBezTo>
                <a:cubicBezTo>
                  <a:pt x="1072356" y="1140468"/>
                  <a:pt x="1058762" y="1154062"/>
                  <a:pt x="1041993" y="1154062"/>
                </a:cubicBezTo>
                <a:cubicBezTo>
                  <a:pt x="1025223" y="1154062"/>
                  <a:pt x="1011629" y="1140468"/>
                  <a:pt x="1011629" y="1123698"/>
                </a:cubicBezTo>
                <a:cubicBezTo>
                  <a:pt x="1011629" y="1106929"/>
                  <a:pt x="1025223" y="1093335"/>
                  <a:pt x="1041993" y="1093335"/>
                </a:cubicBezTo>
                <a:close/>
                <a:moveTo>
                  <a:pt x="969438" y="1093335"/>
                </a:moveTo>
                <a:cubicBezTo>
                  <a:pt x="986208" y="1093335"/>
                  <a:pt x="999801" y="1106929"/>
                  <a:pt x="999801" y="1123698"/>
                </a:cubicBezTo>
                <a:cubicBezTo>
                  <a:pt x="999801" y="1140468"/>
                  <a:pt x="986208" y="1154062"/>
                  <a:pt x="969438" y="1154062"/>
                </a:cubicBezTo>
                <a:cubicBezTo>
                  <a:pt x="952669" y="1154062"/>
                  <a:pt x="939075" y="1140468"/>
                  <a:pt x="939075" y="1123698"/>
                </a:cubicBezTo>
                <a:cubicBezTo>
                  <a:pt x="939075" y="1106929"/>
                  <a:pt x="952669" y="1093335"/>
                  <a:pt x="969438" y="1093335"/>
                </a:cubicBezTo>
                <a:close/>
                <a:moveTo>
                  <a:pt x="896883" y="1093335"/>
                </a:moveTo>
                <a:cubicBezTo>
                  <a:pt x="913653" y="1093335"/>
                  <a:pt x="927247" y="1106929"/>
                  <a:pt x="927247" y="1123698"/>
                </a:cubicBezTo>
                <a:cubicBezTo>
                  <a:pt x="927247" y="1140468"/>
                  <a:pt x="913653" y="1154062"/>
                  <a:pt x="896883" y="1154062"/>
                </a:cubicBezTo>
                <a:cubicBezTo>
                  <a:pt x="880114" y="1154062"/>
                  <a:pt x="866520" y="1140468"/>
                  <a:pt x="866520" y="1123698"/>
                </a:cubicBezTo>
                <a:cubicBezTo>
                  <a:pt x="866520" y="1106929"/>
                  <a:pt x="880114" y="1093335"/>
                  <a:pt x="896883" y="1093335"/>
                </a:cubicBezTo>
                <a:close/>
                <a:moveTo>
                  <a:pt x="824329" y="1093335"/>
                </a:moveTo>
                <a:cubicBezTo>
                  <a:pt x="841098" y="1093335"/>
                  <a:pt x="854692" y="1106929"/>
                  <a:pt x="854692" y="1123698"/>
                </a:cubicBezTo>
                <a:cubicBezTo>
                  <a:pt x="854692" y="1140468"/>
                  <a:pt x="841098" y="1154062"/>
                  <a:pt x="824329" y="1154062"/>
                </a:cubicBezTo>
                <a:cubicBezTo>
                  <a:pt x="807559" y="1154062"/>
                  <a:pt x="793965" y="1140468"/>
                  <a:pt x="793965" y="1123698"/>
                </a:cubicBezTo>
                <a:cubicBezTo>
                  <a:pt x="793965" y="1106929"/>
                  <a:pt x="807559" y="1093335"/>
                  <a:pt x="824329" y="1093335"/>
                </a:cubicBezTo>
                <a:close/>
                <a:moveTo>
                  <a:pt x="751774" y="1093335"/>
                </a:moveTo>
                <a:cubicBezTo>
                  <a:pt x="768544" y="1093335"/>
                  <a:pt x="782138" y="1106929"/>
                  <a:pt x="782138" y="1123698"/>
                </a:cubicBezTo>
                <a:cubicBezTo>
                  <a:pt x="782138" y="1140468"/>
                  <a:pt x="768544" y="1154062"/>
                  <a:pt x="751774" y="1154062"/>
                </a:cubicBezTo>
                <a:cubicBezTo>
                  <a:pt x="735005" y="1154062"/>
                  <a:pt x="721411" y="1140468"/>
                  <a:pt x="721411" y="1123698"/>
                </a:cubicBezTo>
                <a:cubicBezTo>
                  <a:pt x="721411" y="1106929"/>
                  <a:pt x="735005" y="1093335"/>
                  <a:pt x="751774" y="1093335"/>
                </a:cubicBezTo>
                <a:close/>
                <a:moveTo>
                  <a:pt x="679220" y="1093335"/>
                </a:moveTo>
                <a:cubicBezTo>
                  <a:pt x="695989" y="1093335"/>
                  <a:pt x="709583" y="1106929"/>
                  <a:pt x="709583" y="1123698"/>
                </a:cubicBezTo>
                <a:cubicBezTo>
                  <a:pt x="709583" y="1140468"/>
                  <a:pt x="695989" y="1154062"/>
                  <a:pt x="679220" y="1154062"/>
                </a:cubicBezTo>
                <a:cubicBezTo>
                  <a:pt x="662450" y="1154062"/>
                  <a:pt x="648856" y="1140468"/>
                  <a:pt x="648856" y="1123698"/>
                </a:cubicBezTo>
                <a:cubicBezTo>
                  <a:pt x="648856" y="1106929"/>
                  <a:pt x="662450" y="1093335"/>
                  <a:pt x="679220" y="1093335"/>
                </a:cubicBezTo>
                <a:close/>
                <a:moveTo>
                  <a:pt x="606665" y="1093335"/>
                </a:moveTo>
                <a:cubicBezTo>
                  <a:pt x="623435" y="1093335"/>
                  <a:pt x="637029" y="1106929"/>
                  <a:pt x="637029" y="1123698"/>
                </a:cubicBezTo>
                <a:cubicBezTo>
                  <a:pt x="637029" y="1140468"/>
                  <a:pt x="623435" y="1154062"/>
                  <a:pt x="606665" y="1154062"/>
                </a:cubicBezTo>
                <a:cubicBezTo>
                  <a:pt x="589896" y="1154062"/>
                  <a:pt x="576302" y="1140468"/>
                  <a:pt x="576302" y="1123698"/>
                </a:cubicBezTo>
                <a:cubicBezTo>
                  <a:pt x="576302" y="1106929"/>
                  <a:pt x="589896" y="1093335"/>
                  <a:pt x="606665" y="1093335"/>
                </a:cubicBezTo>
                <a:close/>
                <a:moveTo>
                  <a:pt x="534111" y="1093335"/>
                </a:moveTo>
                <a:cubicBezTo>
                  <a:pt x="550880" y="1093335"/>
                  <a:pt x="564474" y="1106929"/>
                  <a:pt x="564474" y="1123698"/>
                </a:cubicBezTo>
                <a:cubicBezTo>
                  <a:pt x="564474" y="1140468"/>
                  <a:pt x="550880" y="1154062"/>
                  <a:pt x="534111" y="1154062"/>
                </a:cubicBezTo>
                <a:cubicBezTo>
                  <a:pt x="517341" y="1154062"/>
                  <a:pt x="503747" y="1140468"/>
                  <a:pt x="503747" y="1123698"/>
                </a:cubicBezTo>
                <a:cubicBezTo>
                  <a:pt x="503747" y="1106929"/>
                  <a:pt x="517341" y="1093335"/>
                  <a:pt x="534111" y="1093335"/>
                </a:cubicBezTo>
                <a:close/>
                <a:moveTo>
                  <a:pt x="461556" y="1093335"/>
                </a:moveTo>
                <a:cubicBezTo>
                  <a:pt x="478326" y="1093335"/>
                  <a:pt x="491920" y="1106929"/>
                  <a:pt x="491920" y="1123698"/>
                </a:cubicBezTo>
                <a:cubicBezTo>
                  <a:pt x="491920" y="1140468"/>
                  <a:pt x="478326" y="1154062"/>
                  <a:pt x="461556" y="1154062"/>
                </a:cubicBezTo>
                <a:cubicBezTo>
                  <a:pt x="444787" y="1154062"/>
                  <a:pt x="431192" y="1140468"/>
                  <a:pt x="431192" y="1123698"/>
                </a:cubicBezTo>
                <a:cubicBezTo>
                  <a:pt x="431192" y="1106929"/>
                  <a:pt x="444787" y="1093335"/>
                  <a:pt x="461556" y="1093335"/>
                </a:cubicBezTo>
                <a:close/>
                <a:moveTo>
                  <a:pt x="389002" y="1093335"/>
                </a:moveTo>
                <a:cubicBezTo>
                  <a:pt x="405771" y="1093335"/>
                  <a:pt x="419365" y="1106929"/>
                  <a:pt x="419365" y="1123698"/>
                </a:cubicBezTo>
                <a:cubicBezTo>
                  <a:pt x="419365" y="1140468"/>
                  <a:pt x="405771" y="1154062"/>
                  <a:pt x="389002" y="1154062"/>
                </a:cubicBezTo>
                <a:cubicBezTo>
                  <a:pt x="372232" y="1154062"/>
                  <a:pt x="358638" y="1140468"/>
                  <a:pt x="358638" y="1123698"/>
                </a:cubicBezTo>
                <a:cubicBezTo>
                  <a:pt x="358638" y="1106929"/>
                  <a:pt x="372232" y="1093335"/>
                  <a:pt x="389002" y="1093335"/>
                </a:cubicBezTo>
                <a:close/>
                <a:moveTo>
                  <a:pt x="316447" y="1093335"/>
                </a:moveTo>
                <a:cubicBezTo>
                  <a:pt x="333216" y="1093335"/>
                  <a:pt x="346810" y="1106929"/>
                  <a:pt x="346810" y="1123698"/>
                </a:cubicBezTo>
                <a:cubicBezTo>
                  <a:pt x="346810" y="1140468"/>
                  <a:pt x="333216" y="1154062"/>
                  <a:pt x="316447" y="1154062"/>
                </a:cubicBezTo>
                <a:cubicBezTo>
                  <a:pt x="299677" y="1154062"/>
                  <a:pt x="286084" y="1140468"/>
                  <a:pt x="286084" y="1123698"/>
                </a:cubicBezTo>
                <a:cubicBezTo>
                  <a:pt x="286084" y="1106929"/>
                  <a:pt x="299677" y="1093335"/>
                  <a:pt x="316447" y="1093335"/>
                </a:cubicBezTo>
                <a:close/>
                <a:moveTo>
                  <a:pt x="243892" y="1093335"/>
                </a:moveTo>
                <a:cubicBezTo>
                  <a:pt x="260662" y="1093335"/>
                  <a:pt x="274256" y="1106929"/>
                  <a:pt x="274256" y="1123698"/>
                </a:cubicBezTo>
                <a:cubicBezTo>
                  <a:pt x="274256" y="1140468"/>
                  <a:pt x="260662" y="1154062"/>
                  <a:pt x="243892" y="1154062"/>
                </a:cubicBezTo>
                <a:cubicBezTo>
                  <a:pt x="227123" y="1154062"/>
                  <a:pt x="213529" y="1140468"/>
                  <a:pt x="213529" y="1123698"/>
                </a:cubicBezTo>
                <a:cubicBezTo>
                  <a:pt x="213529" y="1106929"/>
                  <a:pt x="227123" y="1093335"/>
                  <a:pt x="243892" y="1093335"/>
                </a:cubicBezTo>
                <a:close/>
                <a:moveTo>
                  <a:pt x="171339" y="1093335"/>
                </a:moveTo>
                <a:cubicBezTo>
                  <a:pt x="188107" y="1093335"/>
                  <a:pt x="201701" y="1106929"/>
                  <a:pt x="201701" y="1123698"/>
                </a:cubicBezTo>
                <a:cubicBezTo>
                  <a:pt x="201701" y="1140468"/>
                  <a:pt x="188107" y="1154062"/>
                  <a:pt x="171339" y="1154062"/>
                </a:cubicBezTo>
                <a:cubicBezTo>
                  <a:pt x="154633" y="1154062"/>
                  <a:pt x="141040" y="1140468"/>
                  <a:pt x="141040" y="1123698"/>
                </a:cubicBezTo>
                <a:cubicBezTo>
                  <a:pt x="141040" y="1106929"/>
                  <a:pt x="154633" y="1093335"/>
                  <a:pt x="171339" y="1093335"/>
                </a:cubicBezTo>
                <a:close/>
                <a:moveTo>
                  <a:pt x="98858" y="1093335"/>
                </a:moveTo>
                <a:cubicBezTo>
                  <a:pt x="115622" y="1093335"/>
                  <a:pt x="129216" y="1106929"/>
                  <a:pt x="129216" y="1123698"/>
                </a:cubicBezTo>
                <a:cubicBezTo>
                  <a:pt x="129216" y="1140468"/>
                  <a:pt x="115622" y="1154062"/>
                  <a:pt x="98858" y="1154062"/>
                </a:cubicBezTo>
                <a:cubicBezTo>
                  <a:pt x="82086" y="1154062"/>
                  <a:pt x="68492" y="1140468"/>
                  <a:pt x="68492" y="1123698"/>
                </a:cubicBezTo>
                <a:cubicBezTo>
                  <a:pt x="68492" y="1106929"/>
                  <a:pt x="82086" y="1093335"/>
                  <a:pt x="98858" y="1093335"/>
                </a:cubicBezTo>
                <a:close/>
                <a:moveTo>
                  <a:pt x="26303" y="1093335"/>
                </a:moveTo>
                <a:cubicBezTo>
                  <a:pt x="43069" y="1093335"/>
                  <a:pt x="56664" y="1106929"/>
                  <a:pt x="56664" y="1123698"/>
                </a:cubicBezTo>
                <a:cubicBezTo>
                  <a:pt x="56664" y="1140468"/>
                  <a:pt x="43069" y="1154062"/>
                  <a:pt x="26303" y="1154062"/>
                </a:cubicBezTo>
                <a:cubicBezTo>
                  <a:pt x="17918" y="1154062"/>
                  <a:pt x="10327" y="1150664"/>
                  <a:pt x="4832" y="1145169"/>
                </a:cubicBezTo>
                <a:lnTo>
                  <a:pt x="0" y="1133503"/>
                </a:lnTo>
                <a:lnTo>
                  <a:pt x="0" y="1113894"/>
                </a:lnTo>
                <a:lnTo>
                  <a:pt x="4832" y="1102228"/>
                </a:lnTo>
                <a:cubicBezTo>
                  <a:pt x="10327" y="1096734"/>
                  <a:pt x="17918" y="1093335"/>
                  <a:pt x="26303" y="1093335"/>
                </a:cubicBezTo>
                <a:close/>
                <a:moveTo>
                  <a:pt x="1549874" y="1012883"/>
                </a:moveTo>
                <a:lnTo>
                  <a:pt x="1555552" y="1014029"/>
                </a:lnTo>
                <a:lnTo>
                  <a:pt x="1530465" y="1066106"/>
                </a:lnTo>
                <a:lnTo>
                  <a:pt x="1528404" y="1064717"/>
                </a:lnTo>
                <a:cubicBezTo>
                  <a:pt x="1522910" y="1059222"/>
                  <a:pt x="1519511" y="1051631"/>
                  <a:pt x="1519511" y="1043246"/>
                </a:cubicBezTo>
                <a:cubicBezTo>
                  <a:pt x="1519511" y="1026477"/>
                  <a:pt x="1533105" y="1012883"/>
                  <a:pt x="1549874" y="1012883"/>
                </a:cubicBezTo>
                <a:close/>
                <a:moveTo>
                  <a:pt x="1477320" y="1012883"/>
                </a:moveTo>
                <a:cubicBezTo>
                  <a:pt x="1494089" y="1012883"/>
                  <a:pt x="1507683" y="1026477"/>
                  <a:pt x="1507683" y="1043246"/>
                </a:cubicBezTo>
                <a:cubicBezTo>
                  <a:pt x="1507683" y="1060016"/>
                  <a:pt x="1494089" y="1073610"/>
                  <a:pt x="1477320" y="1073610"/>
                </a:cubicBezTo>
                <a:cubicBezTo>
                  <a:pt x="1460550" y="1073610"/>
                  <a:pt x="1446956" y="1060016"/>
                  <a:pt x="1446956" y="1043246"/>
                </a:cubicBezTo>
                <a:cubicBezTo>
                  <a:pt x="1446956" y="1026477"/>
                  <a:pt x="1460550" y="1012883"/>
                  <a:pt x="1477320" y="1012883"/>
                </a:cubicBezTo>
                <a:close/>
                <a:moveTo>
                  <a:pt x="1404765" y="1012883"/>
                </a:moveTo>
                <a:cubicBezTo>
                  <a:pt x="1421535" y="1012883"/>
                  <a:pt x="1435129" y="1026477"/>
                  <a:pt x="1435129" y="1043246"/>
                </a:cubicBezTo>
                <a:cubicBezTo>
                  <a:pt x="1435129" y="1060016"/>
                  <a:pt x="1421535" y="1073610"/>
                  <a:pt x="1404765" y="1073610"/>
                </a:cubicBezTo>
                <a:cubicBezTo>
                  <a:pt x="1387996" y="1073610"/>
                  <a:pt x="1374402" y="1060016"/>
                  <a:pt x="1374402" y="1043246"/>
                </a:cubicBezTo>
                <a:cubicBezTo>
                  <a:pt x="1374402" y="1026477"/>
                  <a:pt x="1387996" y="1012883"/>
                  <a:pt x="1404765" y="1012883"/>
                </a:cubicBezTo>
                <a:close/>
                <a:moveTo>
                  <a:pt x="1332211" y="1012883"/>
                </a:moveTo>
                <a:cubicBezTo>
                  <a:pt x="1348980" y="1012883"/>
                  <a:pt x="1362574" y="1026477"/>
                  <a:pt x="1362574" y="1043246"/>
                </a:cubicBezTo>
                <a:cubicBezTo>
                  <a:pt x="1362574" y="1060016"/>
                  <a:pt x="1348980" y="1073610"/>
                  <a:pt x="1332211" y="1073610"/>
                </a:cubicBezTo>
                <a:cubicBezTo>
                  <a:pt x="1315441" y="1073610"/>
                  <a:pt x="1301847" y="1060016"/>
                  <a:pt x="1301847" y="1043246"/>
                </a:cubicBezTo>
                <a:cubicBezTo>
                  <a:pt x="1301847" y="1026477"/>
                  <a:pt x="1315441" y="1012883"/>
                  <a:pt x="1332211" y="1012883"/>
                </a:cubicBezTo>
                <a:close/>
                <a:moveTo>
                  <a:pt x="1259656" y="1012883"/>
                </a:moveTo>
                <a:cubicBezTo>
                  <a:pt x="1276426" y="1012883"/>
                  <a:pt x="1290020" y="1026477"/>
                  <a:pt x="1290020" y="1043246"/>
                </a:cubicBezTo>
                <a:cubicBezTo>
                  <a:pt x="1290020" y="1060016"/>
                  <a:pt x="1276426" y="1073610"/>
                  <a:pt x="1259656" y="1073610"/>
                </a:cubicBezTo>
                <a:cubicBezTo>
                  <a:pt x="1242887" y="1073610"/>
                  <a:pt x="1229293" y="1060016"/>
                  <a:pt x="1229293" y="1043246"/>
                </a:cubicBezTo>
                <a:cubicBezTo>
                  <a:pt x="1229293" y="1026477"/>
                  <a:pt x="1242887" y="1012883"/>
                  <a:pt x="1259656" y="1012883"/>
                </a:cubicBezTo>
                <a:close/>
                <a:moveTo>
                  <a:pt x="1187102" y="1012883"/>
                </a:moveTo>
                <a:cubicBezTo>
                  <a:pt x="1203871" y="1012883"/>
                  <a:pt x="1217465" y="1026477"/>
                  <a:pt x="1217465" y="1043246"/>
                </a:cubicBezTo>
                <a:cubicBezTo>
                  <a:pt x="1217465" y="1060016"/>
                  <a:pt x="1203871" y="1073610"/>
                  <a:pt x="1187102" y="1073610"/>
                </a:cubicBezTo>
                <a:cubicBezTo>
                  <a:pt x="1170332" y="1073610"/>
                  <a:pt x="1156738" y="1060016"/>
                  <a:pt x="1156738" y="1043246"/>
                </a:cubicBezTo>
                <a:cubicBezTo>
                  <a:pt x="1156738" y="1026477"/>
                  <a:pt x="1170332" y="1012883"/>
                  <a:pt x="1187102" y="1012883"/>
                </a:cubicBezTo>
                <a:close/>
                <a:moveTo>
                  <a:pt x="1114547" y="1012883"/>
                </a:moveTo>
                <a:cubicBezTo>
                  <a:pt x="1131317" y="1012883"/>
                  <a:pt x="1144911" y="1026477"/>
                  <a:pt x="1144911" y="1043246"/>
                </a:cubicBezTo>
                <a:cubicBezTo>
                  <a:pt x="1144911" y="1060016"/>
                  <a:pt x="1131317" y="1073610"/>
                  <a:pt x="1114547" y="1073610"/>
                </a:cubicBezTo>
                <a:cubicBezTo>
                  <a:pt x="1097778" y="1073610"/>
                  <a:pt x="1084184" y="1060016"/>
                  <a:pt x="1084184" y="1043246"/>
                </a:cubicBezTo>
                <a:cubicBezTo>
                  <a:pt x="1084184" y="1026477"/>
                  <a:pt x="1097778" y="1012883"/>
                  <a:pt x="1114547" y="1012883"/>
                </a:cubicBezTo>
                <a:close/>
                <a:moveTo>
                  <a:pt x="1041993" y="1012883"/>
                </a:moveTo>
                <a:cubicBezTo>
                  <a:pt x="1058762" y="1012883"/>
                  <a:pt x="1072356" y="1026477"/>
                  <a:pt x="1072356" y="1043246"/>
                </a:cubicBezTo>
                <a:cubicBezTo>
                  <a:pt x="1072356" y="1060016"/>
                  <a:pt x="1058762" y="1073610"/>
                  <a:pt x="1041993" y="1073610"/>
                </a:cubicBezTo>
                <a:cubicBezTo>
                  <a:pt x="1025223" y="1073610"/>
                  <a:pt x="1011629" y="1060016"/>
                  <a:pt x="1011629" y="1043246"/>
                </a:cubicBezTo>
                <a:cubicBezTo>
                  <a:pt x="1011629" y="1026477"/>
                  <a:pt x="1025223" y="1012883"/>
                  <a:pt x="1041993" y="1012883"/>
                </a:cubicBezTo>
                <a:close/>
                <a:moveTo>
                  <a:pt x="969438" y="1012883"/>
                </a:moveTo>
                <a:cubicBezTo>
                  <a:pt x="986208" y="1012883"/>
                  <a:pt x="999801" y="1026477"/>
                  <a:pt x="999801" y="1043246"/>
                </a:cubicBezTo>
                <a:cubicBezTo>
                  <a:pt x="999801" y="1060016"/>
                  <a:pt x="986208" y="1073610"/>
                  <a:pt x="969438" y="1073610"/>
                </a:cubicBezTo>
                <a:cubicBezTo>
                  <a:pt x="952669" y="1073610"/>
                  <a:pt x="939075" y="1060016"/>
                  <a:pt x="939075" y="1043246"/>
                </a:cubicBezTo>
                <a:cubicBezTo>
                  <a:pt x="939075" y="1026477"/>
                  <a:pt x="952669" y="1012883"/>
                  <a:pt x="969438" y="1012883"/>
                </a:cubicBezTo>
                <a:close/>
                <a:moveTo>
                  <a:pt x="896883" y="1012883"/>
                </a:moveTo>
                <a:cubicBezTo>
                  <a:pt x="913653" y="1012883"/>
                  <a:pt x="927247" y="1026477"/>
                  <a:pt x="927247" y="1043246"/>
                </a:cubicBezTo>
                <a:cubicBezTo>
                  <a:pt x="927247" y="1060016"/>
                  <a:pt x="913653" y="1073610"/>
                  <a:pt x="896883" y="1073610"/>
                </a:cubicBezTo>
                <a:cubicBezTo>
                  <a:pt x="880114" y="1073610"/>
                  <a:pt x="866520" y="1060016"/>
                  <a:pt x="866520" y="1043246"/>
                </a:cubicBezTo>
                <a:cubicBezTo>
                  <a:pt x="866520" y="1026477"/>
                  <a:pt x="880114" y="1012883"/>
                  <a:pt x="896883" y="1012883"/>
                </a:cubicBezTo>
                <a:close/>
                <a:moveTo>
                  <a:pt x="824329" y="1012883"/>
                </a:moveTo>
                <a:cubicBezTo>
                  <a:pt x="841098" y="1012883"/>
                  <a:pt x="854692" y="1026477"/>
                  <a:pt x="854692" y="1043246"/>
                </a:cubicBezTo>
                <a:cubicBezTo>
                  <a:pt x="854692" y="1060016"/>
                  <a:pt x="841098" y="1073610"/>
                  <a:pt x="824329" y="1073610"/>
                </a:cubicBezTo>
                <a:cubicBezTo>
                  <a:pt x="807559" y="1073610"/>
                  <a:pt x="793965" y="1060016"/>
                  <a:pt x="793965" y="1043246"/>
                </a:cubicBezTo>
                <a:cubicBezTo>
                  <a:pt x="793965" y="1026477"/>
                  <a:pt x="807559" y="1012883"/>
                  <a:pt x="824329" y="1012883"/>
                </a:cubicBezTo>
                <a:close/>
                <a:moveTo>
                  <a:pt x="751774" y="1012883"/>
                </a:moveTo>
                <a:cubicBezTo>
                  <a:pt x="768544" y="1012883"/>
                  <a:pt x="782138" y="1026477"/>
                  <a:pt x="782138" y="1043246"/>
                </a:cubicBezTo>
                <a:cubicBezTo>
                  <a:pt x="782138" y="1060016"/>
                  <a:pt x="768544" y="1073610"/>
                  <a:pt x="751774" y="1073610"/>
                </a:cubicBezTo>
                <a:cubicBezTo>
                  <a:pt x="735005" y="1073610"/>
                  <a:pt x="721411" y="1060016"/>
                  <a:pt x="721411" y="1043246"/>
                </a:cubicBezTo>
                <a:cubicBezTo>
                  <a:pt x="721411" y="1026477"/>
                  <a:pt x="735005" y="1012883"/>
                  <a:pt x="751774" y="1012883"/>
                </a:cubicBezTo>
                <a:close/>
                <a:moveTo>
                  <a:pt x="679220" y="1012883"/>
                </a:moveTo>
                <a:cubicBezTo>
                  <a:pt x="695989" y="1012883"/>
                  <a:pt x="709583" y="1026477"/>
                  <a:pt x="709583" y="1043246"/>
                </a:cubicBezTo>
                <a:cubicBezTo>
                  <a:pt x="709583" y="1060016"/>
                  <a:pt x="695989" y="1073610"/>
                  <a:pt x="679220" y="1073610"/>
                </a:cubicBezTo>
                <a:cubicBezTo>
                  <a:pt x="662450" y="1073610"/>
                  <a:pt x="648856" y="1060016"/>
                  <a:pt x="648856" y="1043246"/>
                </a:cubicBezTo>
                <a:cubicBezTo>
                  <a:pt x="648856" y="1026477"/>
                  <a:pt x="662450" y="1012883"/>
                  <a:pt x="679220" y="1012883"/>
                </a:cubicBezTo>
                <a:close/>
                <a:moveTo>
                  <a:pt x="606665" y="1012883"/>
                </a:moveTo>
                <a:cubicBezTo>
                  <a:pt x="623435" y="1012883"/>
                  <a:pt x="637029" y="1026477"/>
                  <a:pt x="637029" y="1043246"/>
                </a:cubicBezTo>
                <a:cubicBezTo>
                  <a:pt x="637029" y="1060016"/>
                  <a:pt x="623435" y="1073610"/>
                  <a:pt x="606665" y="1073610"/>
                </a:cubicBezTo>
                <a:cubicBezTo>
                  <a:pt x="589896" y="1073610"/>
                  <a:pt x="576302" y="1060016"/>
                  <a:pt x="576302" y="1043246"/>
                </a:cubicBezTo>
                <a:cubicBezTo>
                  <a:pt x="576302" y="1026477"/>
                  <a:pt x="589896" y="1012883"/>
                  <a:pt x="606665" y="1012883"/>
                </a:cubicBezTo>
                <a:close/>
                <a:moveTo>
                  <a:pt x="534111" y="1012883"/>
                </a:moveTo>
                <a:cubicBezTo>
                  <a:pt x="550880" y="1012883"/>
                  <a:pt x="564474" y="1026477"/>
                  <a:pt x="564474" y="1043246"/>
                </a:cubicBezTo>
                <a:cubicBezTo>
                  <a:pt x="564474" y="1060016"/>
                  <a:pt x="550880" y="1073610"/>
                  <a:pt x="534111" y="1073610"/>
                </a:cubicBezTo>
                <a:cubicBezTo>
                  <a:pt x="517341" y="1073610"/>
                  <a:pt x="503747" y="1060016"/>
                  <a:pt x="503747" y="1043246"/>
                </a:cubicBezTo>
                <a:cubicBezTo>
                  <a:pt x="503747" y="1026477"/>
                  <a:pt x="517341" y="1012883"/>
                  <a:pt x="534111" y="1012883"/>
                </a:cubicBezTo>
                <a:close/>
                <a:moveTo>
                  <a:pt x="461556" y="1012883"/>
                </a:moveTo>
                <a:cubicBezTo>
                  <a:pt x="478326" y="1012883"/>
                  <a:pt x="491920" y="1026477"/>
                  <a:pt x="491920" y="1043246"/>
                </a:cubicBezTo>
                <a:cubicBezTo>
                  <a:pt x="491920" y="1060016"/>
                  <a:pt x="478326" y="1073610"/>
                  <a:pt x="461556" y="1073610"/>
                </a:cubicBezTo>
                <a:cubicBezTo>
                  <a:pt x="444787" y="1073610"/>
                  <a:pt x="431192" y="1060016"/>
                  <a:pt x="431192" y="1043246"/>
                </a:cubicBezTo>
                <a:cubicBezTo>
                  <a:pt x="431192" y="1026477"/>
                  <a:pt x="444787" y="1012883"/>
                  <a:pt x="461556" y="1012883"/>
                </a:cubicBezTo>
                <a:close/>
                <a:moveTo>
                  <a:pt x="389002" y="1012883"/>
                </a:moveTo>
                <a:cubicBezTo>
                  <a:pt x="405771" y="1012883"/>
                  <a:pt x="419365" y="1026477"/>
                  <a:pt x="419365" y="1043246"/>
                </a:cubicBezTo>
                <a:cubicBezTo>
                  <a:pt x="419365" y="1060016"/>
                  <a:pt x="405771" y="1073610"/>
                  <a:pt x="389002" y="1073610"/>
                </a:cubicBezTo>
                <a:cubicBezTo>
                  <a:pt x="372232" y="1073610"/>
                  <a:pt x="358638" y="1060016"/>
                  <a:pt x="358638" y="1043246"/>
                </a:cubicBezTo>
                <a:cubicBezTo>
                  <a:pt x="358638" y="1026477"/>
                  <a:pt x="372232" y="1012883"/>
                  <a:pt x="389002" y="1012883"/>
                </a:cubicBezTo>
                <a:close/>
                <a:moveTo>
                  <a:pt x="316447" y="1012883"/>
                </a:moveTo>
                <a:cubicBezTo>
                  <a:pt x="333216" y="1012883"/>
                  <a:pt x="346810" y="1026477"/>
                  <a:pt x="346810" y="1043246"/>
                </a:cubicBezTo>
                <a:cubicBezTo>
                  <a:pt x="346810" y="1060016"/>
                  <a:pt x="333216" y="1073610"/>
                  <a:pt x="316447" y="1073610"/>
                </a:cubicBezTo>
                <a:cubicBezTo>
                  <a:pt x="299677" y="1073610"/>
                  <a:pt x="286084" y="1060016"/>
                  <a:pt x="286084" y="1043246"/>
                </a:cubicBezTo>
                <a:cubicBezTo>
                  <a:pt x="286084" y="1026477"/>
                  <a:pt x="299677" y="1012883"/>
                  <a:pt x="316447" y="1012883"/>
                </a:cubicBezTo>
                <a:close/>
                <a:moveTo>
                  <a:pt x="243892" y="1012883"/>
                </a:moveTo>
                <a:cubicBezTo>
                  <a:pt x="260662" y="1012883"/>
                  <a:pt x="274256" y="1026477"/>
                  <a:pt x="274256" y="1043246"/>
                </a:cubicBezTo>
                <a:cubicBezTo>
                  <a:pt x="274256" y="1060016"/>
                  <a:pt x="260662" y="1073610"/>
                  <a:pt x="243892" y="1073610"/>
                </a:cubicBezTo>
                <a:cubicBezTo>
                  <a:pt x="227123" y="1073610"/>
                  <a:pt x="213529" y="1060016"/>
                  <a:pt x="213529" y="1043246"/>
                </a:cubicBezTo>
                <a:cubicBezTo>
                  <a:pt x="213529" y="1026477"/>
                  <a:pt x="227123" y="1012883"/>
                  <a:pt x="243892" y="1012883"/>
                </a:cubicBezTo>
                <a:close/>
                <a:moveTo>
                  <a:pt x="171339" y="1012883"/>
                </a:moveTo>
                <a:cubicBezTo>
                  <a:pt x="188107" y="1012883"/>
                  <a:pt x="201701" y="1026477"/>
                  <a:pt x="201701" y="1043246"/>
                </a:cubicBezTo>
                <a:cubicBezTo>
                  <a:pt x="201701" y="1060016"/>
                  <a:pt x="188107" y="1073610"/>
                  <a:pt x="171339" y="1073610"/>
                </a:cubicBezTo>
                <a:cubicBezTo>
                  <a:pt x="154639" y="1073610"/>
                  <a:pt x="141045" y="1060016"/>
                  <a:pt x="141045" y="1043246"/>
                </a:cubicBezTo>
                <a:cubicBezTo>
                  <a:pt x="141045" y="1026477"/>
                  <a:pt x="154639" y="1012883"/>
                  <a:pt x="171339" y="1012883"/>
                </a:cubicBezTo>
                <a:close/>
                <a:moveTo>
                  <a:pt x="98865" y="1012883"/>
                </a:moveTo>
                <a:cubicBezTo>
                  <a:pt x="115628" y="1012883"/>
                  <a:pt x="129222" y="1026477"/>
                  <a:pt x="129222" y="1043246"/>
                </a:cubicBezTo>
                <a:cubicBezTo>
                  <a:pt x="129222" y="1060016"/>
                  <a:pt x="115628" y="1073610"/>
                  <a:pt x="98865" y="1073610"/>
                </a:cubicBezTo>
                <a:cubicBezTo>
                  <a:pt x="82093" y="1073610"/>
                  <a:pt x="68498" y="1060016"/>
                  <a:pt x="68498" y="1043246"/>
                </a:cubicBezTo>
                <a:cubicBezTo>
                  <a:pt x="68498" y="1026477"/>
                  <a:pt x="82093" y="1012883"/>
                  <a:pt x="98865" y="1012883"/>
                </a:cubicBezTo>
                <a:close/>
                <a:moveTo>
                  <a:pt x="26309" y="1012883"/>
                </a:moveTo>
                <a:cubicBezTo>
                  <a:pt x="43075" y="1012883"/>
                  <a:pt x="56670" y="1026477"/>
                  <a:pt x="56670" y="1043246"/>
                </a:cubicBezTo>
                <a:cubicBezTo>
                  <a:pt x="56670" y="1060016"/>
                  <a:pt x="43075" y="1073610"/>
                  <a:pt x="26309" y="1073610"/>
                </a:cubicBezTo>
                <a:cubicBezTo>
                  <a:pt x="17924" y="1073610"/>
                  <a:pt x="10333" y="1070212"/>
                  <a:pt x="4838" y="1064717"/>
                </a:cubicBezTo>
                <a:lnTo>
                  <a:pt x="0" y="1053036"/>
                </a:lnTo>
                <a:lnTo>
                  <a:pt x="0" y="1033457"/>
                </a:lnTo>
                <a:lnTo>
                  <a:pt x="4838" y="1021776"/>
                </a:lnTo>
                <a:cubicBezTo>
                  <a:pt x="10333" y="1016282"/>
                  <a:pt x="17924" y="1012883"/>
                  <a:pt x="26309" y="1012883"/>
                </a:cubicBezTo>
                <a:close/>
                <a:moveTo>
                  <a:pt x="1549874" y="932431"/>
                </a:moveTo>
                <a:cubicBezTo>
                  <a:pt x="1558259" y="932431"/>
                  <a:pt x="1565850" y="935830"/>
                  <a:pt x="1571345" y="941324"/>
                </a:cubicBezTo>
                <a:lnTo>
                  <a:pt x="1577296" y="955693"/>
                </a:lnTo>
                <a:lnTo>
                  <a:pt x="1565363" y="988298"/>
                </a:lnTo>
                <a:lnTo>
                  <a:pt x="1561694" y="990772"/>
                </a:lnTo>
                <a:cubicBezTo>
                  <a:pt x="1558061" y="992309"/>
                  <a:pt x="1554067" y="993158"/>
                  <a:pt x="1549874" y="993158"/>
                </a:cubicBezTo>
                <a:cubicBezTo>
                  <a:pt x="1533105" y="993158"/>
                  <a:pt x="1519511" y="979564"/>
                  <a:pt x="1519511" y="962795"/>
                </a:cubicBezTo>
                <a:cubicBezTo>
                  <a:pt x="1519511" y="946025"/>
                  <a:pt x="1533105" y="932431"/>
                  <a:pt x="1549874" y="932431"/>
                </a:cubicBezTo>
                <a:close/>
                <a:moveTo>
                  <a:pt x="1477320" y="932431"/>
                </a:moveTo>
                <a:cubicBezTo>
                  <a:pt x="1494089" y="932431"/>
                  <a:pt x="1507683" y="946025"/>
                  <a:pt x="1507683" y="962795"/>
                </a:cubicBezTo>
                <a:cubicBezTo>
                  <a:pt x="1507683" y="979564"/>
                  <a:pt x="1494089" y="993158"/>
                  <a:pt x="1477320" y="993158"/>
                </a:cubicBezTo>
                <a:cubicBezTo>
                  <a:pt x="1460550" y="993158"/>
                  <a:pt x="1446956" y="979564"/>
                  <a:pt x="1446956" y="962795"/>
                </a:cubicBezTo>
                <a:cubicBezTo>
                  <a:pt x="1446956" y="946025"/>
                  <a:pt x="1460550" y="932431"/>
                  <a:pt x="1477320" y="932431"/>
                </a:cubicBezTo>
                <a:close/>
                <a:moveTo>
                  <a:pt x="1404765" y="932431"/>
                </a:moveTo>
                <a:cubicBezTo>
                  <a:pt x="1421535" y="932431"/>
                  <a:pt x="1435129" y="946025"/>
                  <a:pt x="1435129" y="962795"/>
                </a:cubicBezTo>
                <a:cubicBezTo>
                  <a:pt x="1435129" y="979564"/>
                  <a:pt x="1421535" y="993158"/>
                  <a:pt x="1404765" y="993158"/>
                </a:cubicBezTo>
                <a:cubicBezTo>
                  <a:pt x="1387996" y="993158"/>
                  <a:pt x="1374402" y="979564"/>
                  <a:pt x="1374402" y="962795"/>
                </a:cubicBezTo>
                <a:cubicBezTo>
                  <a:pt x="1374402" y="946025"/>
                  <a:pt x="1387996" y="932431"/>
                  <a:pt x="1404765" y="932431"/>
                </a:cubicBezTo>
                <a:close/>
                <a:moveTo>
                  <a:pt x="1332211" y="932431"/>
                </a:moveTo>
                <a:cubicBezTo>
                  <a:pt x="1348980" y="932431"/>
                  <a:pt x="1362574" y="946025"/>
                  <a:pt x="1362574" y="962795"/>
                </a:cubicBezTo>
                <a:cubicBezTo>
                  <a:pt x="1362574" y="979564"/>
                  <a:pt x="1348980" y="993158"/>
                  <a:pt x="1332211" y="993158"/>
                </a:cubicBezTo>
                <a:cubicBezTo>
                  <a:pt x="1315441" y="993158"/>
                  <a:pt x="1301847" y="979564"/>
                  <a:pt x="1301847" y="962795"/>
                </a:cubicBezTo>
                <a:cubicBezTo>
                  <a:pt x="1301847" y="946025"/>
                  <a:pt x="1315441" y="932431"/>
                  <a:pt x="1332211" y="932431"/>
                </a:cubicBezTo>
                <a:close/>
                <a:moveTo>
                  <a:pt x="1259656" y="932431"/>
                </a:moveTo>
                <a:cubicBezTo>
                  <a:pt x="1276426" y="932431"/>
                  <a:pt x="1290020" y="946025"/>
                  <a:pt x="1290020" y="962795"/>
                </a:cubicBezTo>
                <a:cubicBezTo>
                  <a:pt x="1290020" y="979564"/>
                  <a:pt x="1276426" y="993158"/>
                  <a:pt x="1259656" y="993158"/>
                </a:cubicBezTo>
                <a:cubicBezTo>
                  <a:pt x="1242887" y="993158"/>
                  <a:pt x="1229293" y="979564"/>
                  <a:pt x="1229293" y="962795"/>
                </a:cubicBezTo>
                <a:cubicBezTo>
                  <a:pt x="1229293" y="946025"/>
                  <a:pt x="1242887" y="932431"/>
                  <a:pt x="1259656" y="932431"/>
                </a:cubicBezTo>
                <a:close/>
                <a:moveTo>
                  <a:pt x="1187102" y="932431"/>
                </a:moveTo>
                <a:cubicBezTo>
                  <a:pt x="1203871" y="932431"/>
                  <a:pt x="1217465" y="946025"/>
                  <a:pt x="1217465" y="962795"/>
                </a:cubicBezTo>
                <a:cubicBezTo>
                  <a:pt x="1217465" y="979564"/>
                  <a:pt x="1203871" y="993158"/>
                  <a:pt x="1187102" y="993158"/>
                </a:cubicBezTo>
                <a:cubicBezTo>
                  <a:pt x="1170332" y="993158"/>
                  <a:pt x="1156738" y="979564"/>
                  <a:pt x="1156738" y="962795"/>
                </a:cubicBezTo>
                <a:cubicBezTo>
                  <a:pt x="1156738" y="946025"/>
                  <a:pt x="1170332" y="932431"/>
                  <a:pt x="1187102" y="932431"/>
                </a:cubicBezTo>
                <a:close/>
                <a:moveTo>
                  <a:pt x="1114547" y="932431"/>
                </a:moveTo>
                <a:cubicBezTo>
                  <a:pt x="1131317" y="932431"/>
                  <a:pt x="1144911" y="946025"/>
                  <a:pt x="1144911" y="962795"/>
                </a:cubicBezTo>
                <a:cubicBezTo>
                  <a:pt x="1144911" y="979564"/>
                  <a:pt x="1131317" y="993158"/>
                  <a:pt x="1114547" y="993158"/>
                </a:cubicBezTo>
                <a:cubicBezTo>
                  <a:pt x="1097778" y="993158"/>
                  <a:pt x="1084184" y="979564"/>
                  <a:pt x="1084184" y="962795"/>
                </a:cubicBezTo>
                <a:cubicBezTo>
                  <a:pt x="1084184" y="946025"/>
                  <a:pt x="1097778" y="932431"/>
                  <a:pt x="1114547" y="932431"/>
                </a:cubicBezTo>
                <a:close/>
                <a:moveTo>
                  <a:pt x="1041993" y="932431"/>
                </a:moveTo>
                <a:cubicBezTo>
                  <a:pt x="1058762" y="932431"/>
                  <a:pt x="1072356" y="946025"/>
                  <a:pt x="1072356" y="962795"/>
                </a:cubicBezTo>
                <a:cubicBezTo>
                  <a:pt x="1072356" y="979564"/>
                  <a:pt x="1058762" y="993158"/>
                  <a:pt x="1041993" y="993158"/>
                </a:cubicBezTo>
                <a:cubicBezTo>
                  <a:pt x="1025223" y="993158"/>
                  <a:pt x="1011629" y="979564"/>
                  <a:pt x="1011629" y="962795"/>
                </a:cubicBezTo>
                <a:cubicBezTo>
                  <a:pt x="1011629" y="946025"/>
                  <a:pt x="1025223" y="932431"/>
                  <a:pt x="1041993" y="932431"/>
                </a:cubicBezTo>
                <a:close/>
                <a:moveTo>
                  <a:pt x="969438" y="932431"/>
                </a:moveTo>
                <a:cubicBezTo>
                  <a:pt x="986208" y="932431"/>
                  <a:pt x="999801" y="946025"/>
                  <a:pt x="999801" y="962795"/>
                </a:cubicBezTo>
                <a:cubicBezTo>
                  <a:pt x="999801" y="979564"/>
                  <a:pt x="986208" y="993158"/>
                  <a:pt x="969438" y="993158"/>
                </a:cubicBezTo>
                <a:cubicBezTo>
                  <a:pt x="952669" y="993158"/>
                  <a:pt x="939075" y="979564"/>
                  <a:pt x="939075" y="962795"/>
                </a:cubicBezTo>
                <a:cubicBezTo>
                  <a:pt x="939075" y="946025"/>
                  <a:pt x="952669" y="932431"/>
                  <a:pt x="969438" y="932431"/>
                </a:cubicBezTo>
                <a:close/>
                <a:moveTo>
                  <a:pt x="896883" y="932431"/>
                </a:moveTo>
                <a:cubicBezTo>
                  <a:pt x="913653" y="932431"/>
                  <a:pt x="927247" y="946025"/>
                  <a:pt x="927247" y="962795"/>
                </a:cubicBezTo>
                <a:cubicBezTo>
                  <a:pt x="927247" y="979564"/>
                  <a:pt x="913653" y="993158"/>
                  <a:pt x="896883" y="993158"/>
                </a:cubicBezTo>
                <a:cubicBezTo>
                  <a:pt x="880114" y="993158"/>
                  <a:pt x="866520" y="979564"/>
                  <a:pt x="866520" y="962795"/>
                </a:cubicBezTo>
                <a:cubicBezTo>
                  <a:pt x="866520" y="946025"/>
                  <a:pt x="880114" y="932431"/>
                  <a:pt x="896883" y="932431"/>
                </a:cubicBezTo>
                <a:close/>
                <a:moveTo>
                  <a:pt x="824329" y="932431"/>
                </a:moveTo>
                <a:cubicBezTo>
                  <a:pt x="841098" y="932431"/>
                  <a:pt x="854692" y="946025"/>
                  <a:pt x="854692" y="962795"/>
                </a:cubicBezTo>
                <a:cubicBezTo>
                  <a:pt x="854692" y="979564"/>
                  <a:pt x="841098" y="993158"/>
                  <a:pt x="824329" y="993158"/>
                </a:cubicBezTo>
                <a:cubicBezTo>
                  <a:pt x="807559" y="993158"/>
                  <a:pt x="793965" y="979564"/>
                  <a:pt x="793965" y="962795"/>
                </a:cubicBezTo>
                <a:cubicBezTo>
                  <a:pt x="793965" y="946025"/>
                  <a:pt x="807559" y="932431"/>
                  <a:pt x="824329" y="932431"/>
                </a:cubicBezTo>
                <a:close/>
                <a:moveTo>
                  <a:pt x="751774" y="932431"/>
                </a:moveTo>
                <a:cubicBezTo>
                  <a:pt x="768544" y="932431"/>
                  <a:pt x="782138" y="946025"/>
                  <a:pt x="782138" y="962795"/>
                </a:cubicBezTo>
                <a:cubicBezTo>
                  <a:pt x="782138" y="979564"/>
                  <a:pt x="768544" y="993158"/>
                  <a:pt x="751774" y="993158"/>
                </a:cubicBezTo>
                <a:cubicBezTo>
                  <a:pt x="735005" y="993158"/>
                  <a:pt x="721411" y="979564"/>
                  <a:pt x="721411" y="962795"/>
                </a:cubicBezTo>
                <a:cubicBezTo>
                  <a:pt x="721411" y="946025"/>
                  <a:pt x="735005" y="932431"/>
                  <a:pt x="751774" y="932431"/>
                </a:cubicBezTo>
                <a:close/>
                <a:moveTo>
                  <a:pt x="679220" y="932431"/>
                </a:moveTo>
                <a:cubicBezTo>
                  <a:pt x="695989" y="932431"/>
                  <a:pt x="709583" y="946025"/>
                  <a:pt x="709583" y="962795"/>
                </a:cubicBezTo>
                <a:cubicBezTo>
                  <a:pt x="709583" y="979564"/>
                  <a:pt x="695989" y="993158"/>
                  <a:pt x="679220" y="993158"/>
                </a:cubicBezTo>
                <a:cubicBezTo>
                  <a:pt x="662450" y="993158"/>
                  <a:pt x="648856" y="979564"/>
                  <a:pt x="648856" y="962795"/>
                </a:cubicBezTo>
                <a:cubicBezTo>
                  <a:pt x="648856" y="946025"/>
                  <a:pt x="662450" y="932431"/>
                  <a:pt x="679220" y="932431"/>
                </a:cubicBezTo>
                <a:close/>
                <a:moveTo>
                  <a:pt x="606665" y="932431"/>
                </a:moveTo>
                <a:cubicBezTo>
                  <a:pt x="623435" y="932431"/>
                  <a:pt x="637029" y="946025"/>
                  <a:pt x="637029" y="962795"/>
                </a:cubicBezTo>
                <a:cubicBezTo>
                  <a:pt x="637029" y="979564"/>
                  <a:pt x="623435" y="993158"/>
                  <a:pt x="606665" y="993158"/>
                </a:cubicBezTo>
                <a:cubicBezTo>
                  <a:pt x="589896" y="993158"/>
                  <a:pt x="576302" y="979564"/>
                  <a:pt x="576302" y="962795"/>
                </a:cubicBezTo>
                <a:cubicBezTo>
                  <a:pt x="576302" y="946025"/>
                  <a:pt x="589896" y="932431"/>
                  <a:pt x="606665" y="932431"/>
                </a:cubicBezTo>
                <a:close/>
                <a:moveTo>
                  <a:pt x="534111" y="932431"/>
                </a:moveTo>
                <a:cubicBezTo>
                  <a:pt x="550880" y="932431"/>
                  <a:pt x="564474" y="946025"/>
                  <a:pt x="564474" y="962795"/>
                </a:cubicBezTo>
                <a:cubicBezTo>
                  <a:pt x="564474" y="979564"/>
                  <a:pt x="550880" y="993158"/>
                  <a:pt x="534111" y="993158"/>
                </a:cubicBezTo>
                <a:cubicBezTo>
                  <a:pt x="517341" y="993158"/>
                  <a:pt x="503747" y="979564"/>
                  <a:pt x="503747" y="962795"/>
                </a:cubicBezTo>
                <a:cubicBezTo>
                  <a:pt x="503747" y="946025"/>
                  <a:pt x="517341" y="932431"/>
                  <a:pt x="534111" y="932431"/>
                </a:cubicBezTo>
                <a:close/>
                <a:moveTo>
                  <a:pt x="461556" y="932431"/>
                </a:moveTo>
                <a:cubicBezTo>
                  <a:pt x="478326" y="932431"/>
                  <a:pt x="491920" y="946025"/>
                  <a:pt x="491920" y="962795"/>
                </a:cubicBezTo>
                <a:cubicBezTo>
                  <a:pt x="491920" y="979564"/>
                  <a:pt x="478326" y="993158"/>
                  <a:pt x="461556" y="993158"/>
                </a:cubicBezTo>
                <a:cubicBezTo>
                  <a:pt x="444787" y="993158"/>
                  <a:pt x="431192" y="979564"/>
                  <a:pt x="431192" y="962795"/>
                </a:cubicBezTo>
                <a:cubicBezTo>
                  <a:pt x="431192" y="946025"/>
                  <a:pt x="444787" y="932431"/>
                  <a:pt x="461556" y="932431"/>
                </a:cubicBezTo>
                <a:close/>
                <a:moveTo>
                  <a:pt x="389002" y="932431"/>
                </a:moveTo>
                <a:cubicBezTo>
                  <a:pt x="405771" y="932431"/>
                  <a:pt x="419365" y="946025"/>
                  <a:pt x="419365" y="962795"/>
                </a:cubicBezTo>
                <a:cubicBezTo>
                  <a:pt x="419365" y="979564"/>
                  <a:pt x="405771" y="993158"/>
                  <a:pt x="389002" y="993158"/>
                </a:cubicBezTo>
                <a:cubicBezTo>
                  <a:pt x="372232" y="993158"/>
                  <a:pt x="358638" y="979564"/>
                  <a:pt x="358638" y="962795"/>
                </a:cubicBezTo>
                <a:cubicBezTo>
                  <a:pt x="358638" y="946025"/>
                  <a:pt x="372232" y="932431"/>
                  <a:pt x="389002" y="932431"/>
                </a:cubicBezTo>
                <a:close/>
                <a:moveTo>
                  <a:pt x="316447" y="932431"/>
                </a:moveTo>
                <a:cubicBezTo>
                  <a:pt x="333216" y="932431"/>
                  <a:pt x="346810" y="946025"/>
                  <a:pt x="346810" y="962795"/>
                </a:cubicBezTo>
                <a:cubicBezTo>
                  <a:pt x="346810" y="979564"/>
                  <a:pt x="333216" y="993158"/>
                  <a:pt x="316447" y="993158"/>
                </a:cubicBezTo>
                <a:cubicBezTo>
                  <a:pt x="299677" y="993158"/>
                  <a:pt x="286084" y="979564"/>
                  <a:pt x="286084" y="962795"/>
                </a:cubicBezTo>
                <a:cubicBezTo>
                  <a:pt x="286084" y="946025"/>
                  <a:pt x="299677" y="932431"/>
                  <a:pt x="316447" y="932431"/>
                </a:cubicBezTo>
                <a:close/>
                <a:moveTo>
                  <a:pt x="243892" y="932431"/>
                </a:moveTo>
                <a:cubicBezTo>
                  <a:pt x="260662" y="932431"/>
                  <a:pt x="274256" y="946025"/>
                  <a:pt x="274256" y="962795"/>
                </a:cubicBezTo>
                <a:cubicBezTo>
                  <a:pt x="274256" y="979564"/>
                  <a:pt x="260662" y="993158"/>
                  <a:pt x="243892" y="993158"/>
                </a:cubicBezTo>
                <a:cubicBezTo>
                  <a:pt x="227123" y="993158"/>
                  <a:pt x="213529" y="979564"/>
                  <a:pt x="213529" y="962795"/>
                </a:cubicBezTo>
                <a:cubicBezTo>
                  <a:pt x="213529" y="946025"/>
                  <a:pt x="227123" y="932431"/>
                  <a:pt x="243892" y="932431"/>
                </a:cubicBezTo>
                <a:close/>
                <a:moveTo>
                  <a:pt x="171339" y="932431"/>
                </a:moveTo>
                <a:cubicBezTo>
                  <a:pt x="188107" y="932431"/>
                  <a:pt x="201701" y="946025"/>
                  <a:pt x="201701" y="962795"/>
                </a:cubicBezTo>
                <a:cubicBezTo>
                  <a:pt x="201701" y="979564"/>
                  <a:pt x="188107" y="993158"/>
                  <a:pt x="171339" y="993158"/>
                </a:cubicBezTo>
                <a:cubicBezTo>
                  <a:pt x="154645" y="993158"/>
                  <a:pt x="141051" y="979564"/>
                  <a:pt x="141051" y="962795"/>
                </a:cubicBezTo>
                <a:cubicBezTo>
                  <a:pt x="141051" y="946025"/>
                  <a:pt x="154645" y="932431"/>
                  <a:pt x="171339" y="932431"/>
                </a:cubicBezTo>
                <a:close/>
                <a:moveTo>
                  <a:pt x="98870" y="932431"/>
                </a:moveTo>
                <a:cubicBezTo>
                  <a:pt x="115634" y="932431"/>
                  <a:pt x="129228" y="946025"/>
                  <a:pt x="129228" y="962795"/>
                </a:cubicBezTo>
                <a:cubicBezTo>
                  <a:pt x="129228" y="979564"/>
                  <a:pt x="115634" y="993158"/>
                  <a:pt x="98870" y="993158"/>
                </a:cubicBezTo>
                <a:cubicBezTo>
                  <a:pt x="82099" y="993158"/>
                  <a:pt x="68505" y="979564"/>
                  <a:pt x="68505" y="962795"/>
                </a:cubicBezTo>
                <a:cubicBezTo>
                  <a:pt x="68505" y="946025"/>
                  <a:pt x="82099" y="932431"/>
                  <a:pt x="98870" y="932431"/>
                </a:cubicBezTo>
                <a:close/>
                <a:moveTo>
                  <a:pt x="26316" y="932431"/>
                </a:moveTo>
                <a:cubicBezTo>
                  <a:pt x="43081" y="932431"/>
                  <a:pt x="56676" y="946025"/>
                  <a:pt x="56676" y="962795"/>
                </a:cubicBezTo>
                <a:cubicBezTo>
                  <a:pt x="56676" y="979564"/>
                  <a:pt x="43081" y="993158"/>
                  <a:pt x="26316" y="993158"/>
                </a:cubicBezTo>
                <a:cubicBezTo>
                  <a:pt x="17931" y="993158"/>
                  <a:pt x="10340" y="989760"/>
                  <a:pt x="4845" y="984265"/>
                </a:cubicBezTo>
                <a:lnTo>
                  <a:pt x="0" y="972570"/>
                </a:lnTo>
                <a:lnTo>
                  <a:pt x="0" y="953020"/>
                </a:lnTo>
                <a:lnTo>
                  <a:pt x="4845" y="941324"/>
                </a:lnTo>
                <a:cubicBezTo>
                  <a:pt x="10340" y="935830"/>
                  <a:pt x="17931" y="932431"/>
                  <a:pt x="26316" y="932431"/>
                </a:cubicBezTo>
                <a:close/>
                <a:moveTo>
                  <a:pt x="1612513" y="853981"/>
                </a:moveTo>
                <a:lnTo>
                  <a:pt x="1607766" y="872445"/>
                </a:lnTo>
                <a:lnTo>
                  <a:pt x="1598477" y="897823"/>
                </a:lnTo>
                <a:lnTo>
                  <a:pt x="1592066" y="882343"/>
                </a:lnTo>
                <a:cubicBezTo>
                  <a:pt x="1592066" y="869766"/>
                  <a:pt x="1599712" y="858975"/>
                  <a:pt x="1610610" y="854366"/>
                </a:cubicBezTo>
                <a:close/>
                <a:moveTo>
                  <a:pt x="1549874" y="851979"/>
                </a:moveTo>
                <a:cubicBezTo>
                  <a:pt x="1566644" y="851979"/>
                  <a:pt x="1580238" y="865573"/>
                  <a:pt x="1580238" y="882343"/>
                </a:cubicBezTo>
                <a:cubicBezTo>
                  <a:pt x="1580238" y="899112"/>
                  <a:pt x="1566644" y="912706"/>
                  <a:pt x="1549874" y="912706"/>
                </a:cubicBezTo>
                <a:cubicBezTo>
                  <a:pt x="1533105" y="912706"/>
                  <a:pt x="1519511" y="899112"/>
                  <a:pt x="1519511" y="882343"/>
                </a:cubicBezTo>
                <a:cubicBezTo>
                  <a:pt x="1519511" y="865573"/>
                  <a:pt x="1533105" y="851979"/>
                  <a:pt x="1549874" y="851979"/>
                </a:cubicBezTo>
                <a:close/>
                <a:moveTo>
                  <a:pt x="1477320" y="851979"/>
                </a:moveTo>
                <a:cubicBezTo>
                  <a:pt x="1494089" y="851979"/>
                  <a:pt x="1507683" y="865573"/>
                  <a:pt x="1507683" y="882343"/>
                </a:cubicBezTo>
                <a:cubicBezTo>
                  <a:pt x="1507683" y="899112"/>
                  <a:pt x="1494089" y="912706"/>
                  <a:pt x="1477320" y="912706"/>
                </a:cubicBezTo>
                <a:cubicBezTo>
                  <a:pt x="1460550" y="912706"/>
                  <a:pt x="1446956" y="899112"/>
                  <a:pt x="1446956" y="882343"/>
                </a:cubicBezTo>
                <a:cubicBezTo>
                  <a:pt x="1446956" y="865573"/>
                  <a:pt x="1460550" y="851979"/>
                  <a:pt x="1477320" y="851979"/>
                </a:cubicBezTo>
                <a:close/>
                <a:moveTo>
                  <a:pt x="1404765" y="851979"/>
                </a:moveTo>
                <a:cubicBezTo>
                  <a:pt x="1421535" y="851979"/>
                  <a:pt x="1435129" y="865573"/>
                  <a:pt x="1435129" y="882343"/>
                </a:cubicBezTo>
                <a:cubicBezTo>
                  <a:pt x="1435129" y="899112"/>
                  <a:pt x="1421535" y="912706"/>
                  <a:pt x="1404765" y="912706"/>
                </a:cubicBezTo>
                <a:cubicBezTo>
                  <a:pt x="1387996" y="912706"/>
                  <a:pt x="1374402" y="899112"/>
                  <a:pt x="1374402" y="882343"/>
                </a:cubicBezTo>
                <a:cubicBezTo>
                  <a:pt x="1374402" y="865573"/>
                  <a:pt x="1387996" y="851979"/>
                  <a:pt x="1404765" y="851979"/>
                </a:cubicBezTo>
                <a:close/>
                <a:moveTo>
                  <a:pt x="1332211" y="851979"/>
                </a:moveTo>
                <a:cubicBezTo>
                  <a:pt x="1348980" y="851979"/>
                  <a:pt x="1362574" y="865573"/>
                  <a:pt x="1362574" y="882343"/>
                </a:cubicBezTo>
                <a:cubicBezTo>
                  <a:pt x="1362574" y="899112"/>
                  <a:pt x="1348980" y="912706"/>
                  <a:pt x="1332211" y="912706"/>
                </a:cubicBezTo>
                <a:cubicBezTo>
                  <a:pt x="1315441" y="912706"/>
                  <a:pt x="1301847" y="899112"/>
                  <a:pt x="1301847" y="882343"/>
                </a:cubicBezTo>
                <a:cubicBezTo>
                  <a:pt x="1301847" y="865573"/>
                  <a:pt x="1315441" y="851979"/>
                  <a:pt x="1332211" y="851979"/>
                </a:cubicBezTo>
                <a:close/>
                <a:moveTo>
                  <a:pt x="1259656" y="851979"/>
                </a:moveTo>
                <a:cubicBezTo>
                  <a:pt x="1276426" y="851979"/>
                  <a:pt x="1290020" y="865573"/>
                  <a:pt x="1290020" y="882343"/>
                </a:cubicBezTo>
                <a:cubicBezTo>
                  <a:pt x="1290020" y="899112"/>
                  <a:pt x="1276426" y="912706"/>
                  <a:pt x="1259656" y="912706"/>
                </a:cubicBezTo>
                <a:cubicBezTo>
                  <a:pt x="1242887" y="912706"/>
                  <a:pt x="1229293" y="899112"/>
                  <a:pt x="1229293" y="882343"/>
                </a:cubicBezTo>
                <a:cubicBezTo>
                  <a:pt x="1229293" y="865573"/>
                  <a:pt x="1242887" y="851979"/>
                  <a:pt x="1259656" y="851979"/>
                </a:cubicBezTo>
                <a:close/>
                <a:moveTo>
                  <a:pt x="1187102" y="851979"/>
                </a:moveTo>
                <a:cubicBezTo>
                  <a:pt x="1203871" y="851979"/>
                  <a:pt x="1217465" y="865573"/>
                  <a:pt x="1217465" y="882343"/>
                </a:cubicBezTo>
                <a:cubicBezTo>
                  <a:pt x="1217465" y="899112"/>
                  <a:pt x="1203871" y="912706"/>
                  <a:pt x="1187102" y="912706"/>
                </a:cubicBezTo>
                <a:cubicBezTo>
                  <a:pt x="1170332" y="912706"/>
                  <a:pt x="1156738" y="899112"/>
                  <a:pt x="1156738" y="882343"/>
                </a:cubicBezTo>
                <a:cubicBezTo>
                  <a:pt x="1156738" y="865573"/>
                  <a:pt x="1170332" y="851979"/>
                  <a:pt x="1187102" y="851979"/>
                </a:cubicBezTo>
                <a:close/>
                <a:moveTo>
                  <a:pt x="1114547" y="851979"/>
                </a:moveTo>
                <a:cubicBezTo>
                  <a:pt x="1131317" y="851979"/>
                  <a:pt x="1144911" y="865573"/>
                  <a:pt x="1144911" y="882343"/>
                </a:cubicBezTo>
                <a:cubicBezTo>
                  <a:pt x="1144911" y="899112"/>
                  <a:pt x="1131317" y="912706"/>
                  <a:pt x="1114547" y="912706"/>
                </a:cubicBezTo>
                <a:cubicBezTo>
                  <a:pt x="1097778" y="912706"/>
                  <a:pt x="1084184" y="899112"/>
                  <a:pt x="1084184" y="882343"/>
                </a:cubicBezTo>
                <a:cubicBezTo>
                  <a:pt x="1084184" y="865573"/>
                  <a:pt x="1097778" y="851979"/>
                  <a:pt x="1114547" y="851979"/>
                </a:cubicBezTo>
                <a:close/>
                <a:moveTo>
                  <a:pt x="1041993" y="851979"/>
                </a:moveTo>
                <a:cubicBezTo>
                  <a:pt x="1058762" y="851979"/>
                  <a:pt x="1072356" y="865573"/>
                  <a:pt x="1072356" y="882343"/>
                </a:cubicBezTo>
                <a:cubicBezTo>
                  <a:pt x="1072356" y="899112"/>
                  <a:pt x="1058762" y="912706"/>
                  <a:pt x="1041993" y="912706"/>
                </a:cubicBezTo>
                <a:cubicBezTo>
                  <a:pt x="1025223" y="912706"/>
                  <a:pt x="1011629" y="899112"/>
                  <a:pt x="1011629" y="882343"/>
                </a:cubicBezTo>
                <a:cubicBezTo>
                  <a:pt x="1011629" y="865573"/>
                  <a:pt x="1025223" y="851979"/>
                  <a:pt x="1041993" y="851979"/>
                </a:cubicBezTo>
                <a:close/>
                <a:moveTo>
                  <a:pt x="969438" y="851979"/>
                </a:moveTo>
                <a:cubicBezTo>
                  <a:pt x="986208" y="851979"/>
                  <a:pt x="999801" y="865573"/>
                  <a:pt x="999801" y="882343"/>
                </a:cubicBezTo>
                <a:cubicBezTo>
                  <a:pt x="999801" y="899112"/>
                  <a:pt x="986208" y="912706"/>
                  <a:pt x="969438" y="912706"/>
                </a:cubicBezTo>
                <a:cubicBezTo>
                  <a:pt x="952669" y="912706"/>
                  <a:pt x="939075" y="899112"/>
                  <a:pt x="939075" y="882343"/>
                </a:cubicBezTo>
                <a:cubicBezTo>
                  <a:pt x="939075" y="865573"/>
                  <a:pt x="952669" y="851979"/>
                  <a:pt x="969438" y="851979"/>
                </a:cubicBezTo>
                <a:close/>
                <a:moveTo>
                  <a:pt x="896883" y="851979"/>
                </a:moveTo>
                <a:cubicBezTo>
                  <a:pt x="913653" y="851979"/>
                  <a:pt x="927247" y="865573"/>
                  <a:pt x="927247" y="882343"/>
                </a:cubicBezTo>
                <a:cubicBezTo>
                  <a:pt x="927247" y="899112"/>
                  <a:pt x="913653" y="912706"/>
                  <a:pt x="896883" y="912706"/>
                </a:cubicBezTo>
                <a:cubicBezTo>
                  <a:pt x="880114" y="912706"/>
                  <a:pt x="866520" y="899112"/>
                  <a:pt x="866520" y="882343"/>
                </a:cubicBezTo>
                <a:cubicBezTo>
                  <a:pt x="866520" y="865573"/>
                  <a:pt x="880114" y="851979"/>
                  <a:pt x="896883" y="851979"/>
                </a:cubicBezTo>
                <a:close/>
                <a:moveTo>
                  <a:pt x="824329" y="851979"/>
                </a:moveTo>
                <a:cubicBezTo>
                  <a:pt x="841098" y="851979"/>
                  <a:pt x="854692" y="865573"/>
                  <a:pt x="854692" y="882343"/>
                </a:cubicBezTo>
                <a:cubicBezTo>
                  <a:pt x="854692" y="899112"/>
                  <a:pt x="841098" y="912706"/>
                  <a:pt x="824329" y="912706"/>
                </a:cubicBezTo>
                <a:cubicBezTo>
                  <a:pt x="807559" y="912706"/>
                  <a:pt x="793965" y="899112"/>
                  <a:pt x="793965" y="882343"/>
                </a:cubicBezTo>
                <a:cubicBezTo>
                  <a:pt x="793965" y="865573"/>
                  <a:pt x="807559" y="851979"/>
                  <a:pt x="824329" y="851979"/>
                </a:cubicBezTo>
                <a:close/>
                <a:moveTo>
                  <a:pt x="751774" y="851979"/>
                </a:moveTo>
                <a:cubicBezTo>
                  <a:pt x="768544" y="851979"/>
                  <a:pt x="782138" y="865573"/>
                  <a:pt x="782138" y="882343"/>
                </a:cubicBezTo>
                <a:cubicBezTo>
                  <a:pt x="782138" y="899112"/>
                  <a:pt x="768544" y="912706"/>
                  <a:pt x="751774" y="912706"/>
                </a:cubicBezTo>
                <a:cubicBezTo>
                  <a:pt x="735005" y="912706"/>
                  <a:pt x="721411" y="899112"/>
                  <a:pt x="721411" y="882343"/>
                </a:cubicBezTo>
                <a:cubicBezTo>
                  <a:pt x="721411" y="865573"/>
                  <a:pt x="735005" y="851979"/>
                  <a:pt x="751774" y="851979"/>
                </a:cubicBezTo>
                <a:close/>
                <a:moveTo>
                  <a:pt x="679220" y="851979"/>
                </a:moveTo>
                <a:cubicBezTo>
                  <a:pt x="695989" y="851979"/>
                  <a:pt x="709583" y="865573"/>
                  <a:pt x="709583" y="882343"/>
                </a:cubicBezTo>
                <a:cubicBezTo>
                  <a:pt x="709583" y="899112"/>
                  <a:pt x="695989" y="912706"/>
                  <a:pt x="679220" y="912706"/>
                </a:cubicBezTo>
                <a:cubicBezTo>
                  <a:pt x="662450" y="912706"/>
                  <a:pt x="648856" y="899112"/>
                  <a:pt x="648856" y="882343"/>
                </a:cubicBezTo>
                <a:cubicBezTo>
                  <a:pt x="648856" y="865573"/>
                  <a:pt x="662450" y="851979"/>
                  <a:pt x="679220" y="851979"/>
                </a:cubicBezTo>
                <a:close/>
                <a:moveTo>
                  <a:pt x="606665" y="851979"/>
                </a:moveTo>
                <a:cubicBezTo>
                  <a:pt x="623435" y="851979"/>
                  <a:pt x="637029" y="865573"/>
                  <a:pt x="637029" y="882343"/>
                </a:cubicBezTo>
                <a:cubicBezTo>
                  <a:pt x="637029" y="899112"/>
                  <a:pt x="623435" y="912706"/>
                  <a:pt x="606665" y="912706"/>
                </a:cubicBezTo>
                <a:cubicBezTo>
                  <a:pt x="589896" y="912706"/>
                  <a:pt x="576302" y="899112"/>
                  <a:pt x="576302" y="882343"/>
                </a:cubicBezTo>
                <a:cubicBezTo>
                  <a:pt x="576302" y="865573"/>
                  <a:pt x="589896" y="851979"/>
                  <a:pt x="606665" y="851979"/>
                </a:cubicBezTo>
                <a:close/>
                <a:moveTo>
                  <a:pt x="534111" y="851979"/>
                </a:moveTo>
                <a:cubicBezTo>
                  <a:pt x="550880" y="851979"/>
                  <a:pt x="564474" y="865573"/>
                  <a:pt x="564474" y="882343"/>
                </a:cubicBezTo>
                <a:cubicBezTo>
                  <a:pt x="564474" y="899112"/>
                  <a:pt x="550880" y="912706"/>
                  <a:pt x="534111" y="912706"/>
                </a:cubicBezTo>
                <a:cubicBezTo>
                  <a:pt x="517341" y="912706"/>
                  <a:pt x="503747" y="899112"/>
                  <a:pt x="503747" y="882343"/>
                </a:cubicBezTo>
                <a:cubicBezTo>
                  <a:pt x="503747" y="865573"/>
                  <a:pt x="517341" y="851979"/>
                  <a:pt x="534111" y="851979"/>
                </a:cubicBezTo>
                <a:close/>
                <a:moveTo>
                  <a:pt x="461556" y="851979"/>
                </a:moveTo>
                <a:cubicBezTo>
                  <a:pt x="478326" y="851979"/>
                  <a:pt x="491920" y="865573"/>
                  <a:pt x="491920" y="882343"/>
                </a:cubicBezTo>
                <a:cubicBezTo>
                  <a:pt x="491920" y="899112"/>
                  <a:pt x="478326" y="912706"/>
                  <a:pt x="461556" y="912706"/>
                </a:cubicBezTo>
                <a:cubicBezTo>
                  <a:pt x="444787" y="912706"/>
                  <a:pt x="431192" y="899112"/>
                  <a:pt x="431192" y="882343"/>
                </a:cubicBezTo>
                <a:cubicBezTo>
                  <a:pt x="431192" y="865573"/>
                  <a:pt x="444787" y="851979"/>
                  <a:pt x="461556" y="851979"/>
                </a:cubicBezTo>
                <a:close/>
                <a:moveTo>
                  <a:pt x="389002" y="851979"/>
                </a:moveTo>
                <a:cubicBezTo>
                  <a:pt x="405771" y="851979"/>
                  <a:pt x="419365" y="865573"/>
                  <a:pt x="419365" y="882343"/>
                </a:cubicBezTo>
                <a:cubicBezTo>
                  <a:pt x="419365" y="899112"/>
                  <a:pt x="405771" y="912706"/>
                  <a:pt x="389002" y="912706"/>
                </a:cubicBezTo>
                <a:cubicBezTo>
                  <a:pt x="372232" y="912706"/>
                  <a:pt x="358638" y="899112"/>
                  <a:pt x="358638" y="882343"/>
                </a:cubicBezTo>
                <a:cubicBezTo>
                  <a:pt x="358638" y="865573"/>
                  <a:pt x="372232" y="851979"/>
                  <a:pt x="389002" y="851979"/>
                </a:cubicBezTo>
                <a:close/>
                <a:moveTo>
                  <a:pt x="316447" y="851979"/>
                </a:moveTo>
                <a:cubicBezTo>
                  <a:pt x="333216" y="851979"/>
                  <a:pt x="346810" y="865573"/>
                  <a:pt x="346810" y="882343"/>
                </a:cubicBezTo>
                <a:cubicBezTo>
                  <a:pt x="346810" y="899112"/>
                  <a:pt x="333216" y="912706"/>
                  <a:pt x="316447" y="912706"/>
                </a:cubicBezTo>
                <a:cubicBezTo>
                  <a:pt x="299677" y="912706"/>
                  <a:pt x="286084" y="899112"/>
                  <a:pt x="286084" y="882343"/>
                </a:cubicBezTo>
                <a:cubicBezTo>
                  <a:pt x="286084" y="865573"/>
                  <a:pt x="299677" y="851979"/>
                  <a:pt x="316447" y="851979"/>
                </a:cubicBezTo>
                <a:close/>
                <a:moveTo>
                  <a:pt x="243892" y="851979"/>
                </a:moveTo>
                <a:cubicBezTo>
                  <a:pt x="260662" y="851979"/>
                  <a:pt x="274256" y="865573"/>
                  <a:pt x="274256" y="882343"/>
                </a:cubicBezTo>
                <a:cubicBezTo>
                  <a:pt x="274256" y="899112"/>
                  <a:pt x="260662" y="912706"/>
                  <a:pt x="243892" y="912706"/>
                </a:cubicBezTo>
                <a:cubicBezTo>
                  <a:pt x="227123" y="912706"/>
                  <a:pt x="213529" y="899112"/>
                  <a:pt x="213529" y="882343"/>
                </a:cubicBezTo>
                <a:cubicBezTo>
                  <a:pt x="213529" y="865573"/>
                  <a:pt x="227123" y="851979"/>
                  <a:pt x="243892" y="851979"/>
                </a:cubicBezTo>
                <a:close/>
                <a:moveTo>
                  <a:pt x="171339" y="851979"/>
                </a:moveTo>
                <a:cubicBezTo>
                  <a:pt x="188107" y="851979"/>
                  <a:pt x="201701" y="865573"/>
                  <a:pt x="201701" y="882343"/>
                </a:cubicBezTo>
                <a:cubicBezTo>
                  <a:pt x="201701" y="899112"/>
                  <a:pt x="188107" y="912706"/>
                  <a:pt x="171339" y="912706"/>
                </a:cubicBezTo>
                <a:cubicBezTo>
                  <a:pt x="154651" y="912706"/>
                  <a:pt x="141056" y="899112"/>
                  <a:pt x="141056" y="882343"/>
                </a:cubicBezTo>
                <a:cubicBezTo>
                  <a:pt x="141056" y="865573"/>
                  <a:pt x="154651" y="851979"/>
                  <a:pt x="171339" y="851979"/>
                </a:cubicBezTo>
                <a:close/>
                <a:moveTo>
                  <a:pt x="98877" y="851979"/>
                </a:moveTo>
                <a:cubicBezTo>
                  <a:pt x="115640" y="851979"/>
                  <a:pt x="129234" y="865573"/>
                  <a:pt x="129234" y="882343"/>
                </a:cubicBezTo>
                <a:cubicBezTo>
                  <a:pt x="129234" y="899112"/>
                  <a:pt x="115640" y="912706"/>
                  <a:pt x="98877" y="912706"/>
                </a:cubicBezTo>
                <a:cubicBezTo>
                  <a:pt x="82106" y="912706"/>
                  <a:pt x="68511" y="899112"/>
                  <a:pt x="68511" y="882343"/>
                </a:cubicBezTo>
                <a:cubicBezTo>
                  <a:pt x="68511" y="865573"/>
                  <a:pt x="82106" y="851979"/>
                  <a:pt x="98877" y="851979"/>
                </a:cubicBezTo>
                <a:close/>
                <a:moveTo>
                  <a:pt x="26322" y="851979"/>
                </a:moveTo>
                <a:cubicBezTo>
                  <a:pt x="43087" y="851979"/>
                  <a:pt x="56682" y="865573"/>
                  <a:pt x="56682" y="882343"/>
                </a:cubicBezTo>
                <a:cubicBezTo>
                  <a:pt x="56682" y="899112"/>
                  <a:pt x="43087" y="912706"/>
                  <a:pt x="26322" y="912706"/>
                </a:cubicBezTo>
                <a:cubicBezTo>
                  <a:pt x="17937" y="912706"/>
                  <a:pt x="10346" y="909308"/>
                  <a:pt x="4851" y="903813"/>
                </a:cubicBezTo>
                <a:lnTo>
                  <a:pt x="0" y="892101"/>
                </a:lnTo>
                <a:lnTo>
                  <a:pt x="0" y="872585"/>
                </a:lnTo>
                <a:lnTo>
                  <a:pt x="4851" y="860872"/>
                </a:lnTo>
                <a:cubicBezTo>
                  <a:pt x="10346" y="855378"/>
                  <a:pt x="17937" y="851979"/>
                  <a:pt x="26322" y="851979"/>
                </a:cubicBezTo>
                <a:close/>
                <a:moveTo>
                  <a:pt x="1622429" y="771528"/>
                </a:moveTo>
                <a:lnTo>
                  <a:pt x="1633158" y="773694"/>
                </a:lnTo>
                <a:lnTo>
                  <a:pt x="1618313" y="831424"/>
                </a:lnTo>
                <a:lnTo>
                  <a:pt x="1610610" y="829868"/>
                </a:lnTo>
                <a:cubicBezTo>
                  <a:pt x="1599712" y="825259"/>
                  <a:pt x="1592066" y="814469"/>
                  <a:pt x="1592066" y="801891"/>
                </a:cubicBezTo>
                <a:cubicBezTo>
                  <a:pt x="1592066" y="785122"/>
                  <a:pt x="1605659" y="771528"/>
                  <a:pt x="1622429" y="771528"/>
                </a:cubicBezTo>
                <a:close/>
                <a:moveTo>
                  <a:pt x="1549874" y="771528"/>
                </a:moveTo>
                <a:cubicBezTo>
                  <a:pt x="1566644" y="771528"/>
                  <a:pt x="1580238" y="785122"/>
                  <a:pt x="1580238" y="801891"/>
                </a:cubicBezTo>
                <a:cubicBezTo>
                  <a:pt x="1580238" y="818661"/>
                  <a:pt x="1566644" y="832255"/>
                  <a:pt x="1549874" y="832255"/>
                </a:cubicBezTo>
                <a:cubicBezTo>
                  <a:pt x="1533105" y="832255"/>
                  <a:pt x="1519511" y="818661"/>
                  <a:pt x="1519511" y="801891"/>
                </a:cubicBezTo>
                <a:cubicBezTo>
                  <a:pt x="1519511" y="785122"/>
                  <a:pt x="1533105" y="771528"/>
                  <a:pt x="1549874" y="771528"/>
                </a:cubicBezTo>
                <a:close/>
                <a:moveTo>
                  <a:pt x="1477320" y="771528"/>
                </a:moveTo>
                <a:cubicBezTo>
                  <a:pt x="1494089" y="771528"/>
                  <a:pt x="1507683" y="785122"/>
                  <a:pt x="1507683" y="801891"/>
                </a:cubicBezTo>
                <a:cubicBezTo>
                  <a:pt x="1507683" y="818661"/>
                  <a:pt x="1494089" y="832255"/>
                  <a:pt x="1477320" y="832255"/>
                </a:cubicBezTo>
                <a:cubicBezTo>
                  <a:pt x="1460550" y="832255"/>
                  <a:pt x="1446956" y="818661"/>
                  <a:pt x="1446956" y="801891"/>
                </a:cubicBezTo>
                <a:cubicBezTo>
                  <a:pt x="1446956" y="785122"/>
                  <a:pt x="1460550" y="771528"/>
                  <a:pt x="1477320" y="771528"/>
                </a:cubicBezTo>
                <a:close/>
                <a:moveTo>
                  <a:pt x="1404765" y="771528"/>
                </a:moveTo>
                <a:cubicBezTo>
                  <a:pt x="1421535" y="771528"/>
                  <a:pt x="1435129" y="785122"/>
                  <a:pt x="1435129" y="801891"/>
                </a:cubicBezTo>
                <a:cubicBezTo>
                  <a:pt x="1435129" y="818661"/>
                  <a:pt x="1421535" y="832255"/>
                  <a:pt x="1404765" y="832255"/>
                </a:cubicBezTo>
                <a:cubicBezTo>
                  <a:pt x="1387996" y="832255"/>
                  <a:pt x="1374402" y="818661"/>
                  <a:pt x="1374402" y="801891"/>
                </a:cubicBezTo>
                <a:cubicBezTo>
                  <a:pt x="1374402" y="785122"/>
                  <a:pt x="1387996" y="771528"/>
                  <a:pt x="1404765" y="771528"/>
                </a:cubicBezTo>
                <a:close/>
                <a:moveTo>
                  <a:pt x="1332211" y="771528"/>
                </a:moveTo>
                <a:cubicBezTo>
                  <a:pt x="1348980" y="771528"/>
                  <a:pt x="1362574" y="785122"/>
                  <a:pt x="1362574" y="801891"/>
                </a:cubicBezTo>
                <a:cubicBezTo>
                  <a:pt x="1362574" y="818661"/>
                  <a:pt x="1348980" y="832255"/>
                  <a:pt x="1332211" y="832255"/>
                </a:cubicBezTo>
                <a:cubicBezTo>
                  <a:pt x="1315441" y="832255"/>
                  <a:pt x="1301847" y="818661"/>
                  <a:pt x="1301847" y="801891"/>
                </a:cubicBezTo>
                <a:cubicBezTo>
                  <a:pt x="1301847" y="785122"/>
                  <a:pt x="1315441" y="771528"/>
                  <a:pt x="1332211" y="771528"/>
                </a:cubicBezTo>
                <a:close/>
                <a:moveTo>
                  <a:pt x="1259656" y="771528"/>
                </a:moveTo>
                <a:cubicBezTo>
                  <a:pt x="1276426" y="771528"/>
                  <a:pt x="1290020" y="785122"/>
                  <a:pt x="1290020" y="801891"/>
                </a:cubicBezTo>
                <a:cubicBezTo>
                  <a:pt x="1290020" y="818661"/>
                  <a:pt x="1276426" y="832255"/>
                  <a:pt x="1259656" y="832255"/>
                </a:cubicBezTo>
                <a:cubicBezTo>
                  <a:pt x="1242887" y="832255"/>
                  <a:pt x="1229293" y="818661"/>
                  <a:pt x="1229293" y="801891"/>
                </a:cubicBezTo>
                <a:cubicBezTo>
                  <a:pt x="1229293" y="785122"/>
                  <a:pt x="1242887" y="771528"/>
                  <a:pt x="1259656" y="771528"/>
                </a:cubicBezTo>
                <a:close/>
                <a:moveTo>
                  <a:pt x="1187102" y="771528"/>
                </a:moveTo>
                <a:cubicBezTo>
                  <a:pt x="1203871" y="771528"/>
                  <a:pt x="1217465" y="785122"/>
                  <a:pt x="1217465" y="801891"/>
                </a:cubicBezTo>
                <a:cubicBezTo>
                  <a:pt x="1217465" y="818661"/>
                  <a:pt x="1203871" y="832255"/>
                  <a:pt x="1187102" y="832255"/>
                </a:cubicBezTo>
                <a:cubicBezTo>
                  <a:pt x="1170332" y="832255"/>
                  <a:pt x="1156738" y="818661"/>
                  <a:pt x="1156738" y="801891"/>
                </a:cubicBezTo>
                <a:cubicBezTo>
                  <a:pt x="1156738" y="785122"/>
                  <a:pt x="1170332" y="771528"/>
                  <a:pt x="1187102" y="771528"/>
                </a:cubicBezTo>
                <a:close/>
                <a:moveTo>
                  <a:pt x="1114547" y="771528"/>
                </a:moveTo>
                <a:cubicBezTo>
                  <a:pt x="1131317" y="771528"/>
                  <a:pt x="1144911" y="785122"/>
                  <a:pt x="1144911" y="801891"/>
                </a:cubicBezTo>
                <a:cubicBezTo>
                  <a:pt x="1144911" y="818661"/>
                  <a:pt x="1131317" y="832255"/>
                  <a:pt x="1114547" y="832255"/>
                </a:cubicBezTo>
                <a:cubicBezTo>
                  <a:pt x="1097778" y="832255"/>
                  <a:pt x="1084184" y="818661"/>
                  <a:pt x="1084184" y="801891"/>
                </a:cubicBezTo>
                <a:cubicBezTo>
                  <a:pt x="1084184" y="785122"/>
                  <a:pt x="1097778" y="771528"/>
                  <a:pt x="1114547" y="771528"/>
                </a:cubicBezTo>
                <a:close/>
                <a:moveTo>
                  <a:pt x="1041993" y="771528"/>
                </a:moveTo>
                <a:cubicBezTo>
                  <a:pt x="1058762" y="771528"/>
                  <a:pt x="1072356" y="785122"/>
                  <a:pt x="1072356" y="801891"/>
                </a:cubicBezTo>
                <a:cubicBezTo>
                  <a:pt x="1072356" y="818661"/>
                  <a:pt x="1058762" y="832255"/>
                  <a:pt x="1041993" y="832255"/>
                </a:cubicBezTo>
                <a:cubicBezTo>
                  <a:pt x="1025223" y="832255"/>
                  <a:pt x="1011629" y="818661"/>
                  <a:pt x="1011629" y="801891"/>
                </a:cubicBezTo>
                <a:cubicBezTo>
                  <a:pt x="1011629" y="785122"/>
                  <a:pt x="1025223" y="771528"/>
                  <a:pt x="1041993" y="771528"/>
                </a:cubicBezTo>
                <a:close/>
                <a:moveTo>
                  <a:pt x="969438" y="771528"/>
                </a:moveTo>
                <a:cubicBezTo>
                  <a:pt x="986208" y="771528"/>
                  <a:pt x="999801" y="785122"/>
                  <a:pt x="999801" y="801891"/>
                </a:cubicBezTo>
                <a:cubicBezTo>
                  <a:pt x="999801" y="818661"/>
                  <a:pt x="986208" y="832255"/>
                  <a:pt x="969438" y="832255"/>
                </a:cubicBezTo>
                <a:cubicBezTo>
                  <a:pt x="952669" y="832255"/>
                  <a:pt x="939075" y="818661"/>
                  <a:pt x="939075" y="801891"/>
                </a:cubicBezTo>
                <a:cubicBezTo>
                  <a:pt x="939075" y="785122"/>
                  <a:pt x="952669" y="771528"/>
                  <a:pt x="969438" y="771528"/>
                </a:cubicBezTo>
                <a:close/>
                <a:moveTo>
                  <a:pt x="896883" y="771528"/>
                </a:moveTo>
                <a:cubicBezTo>
                  <a:pt x="913653" y="771528"/>
                  <a:pt x="927247" y="785122"/>
                  <a:pt x="927247" y="801891"/>
                </a:cubicBezTo>
                <a:cubicBezTo>
                  <a:pt x="927247" y="818661"/>
                  <a:pt x="913653" y="832255"/>
                  <a:pt x="896883" y="832255"/>
                </a:cubicBezTo>
                <a:cubicBezTo>
                  <a:pt x="880114" y="832255"/>
                  <a:pt x="866520" y="818661"/>
                  <a:pt x="866520" y="801891"/>
                </a:cubicBezTo>
                <a:cubicBezTo>
                  <a:pt x="866520" y="785122"/>
                  <a:pt x="880114" y="771528"/>
                  <a:pt x="896883" y="771528"/>
                </a:cubicBezTo>
                <a:close/>
                <a:moveTo>
                  <a:pt x="824329" y="771528"/>
                </a:moveTo>
                <a:cubicBezTo>
                  <a:pt x="841098" y="771528"/>
                  <a:pt x="854692" y="785122"/>
                  <a:pt x="854692" y="801891"/>
                </a:cubicBezTo>
                <a:cubicBezTo>
                  <a:pt x="854692" y="818661"/>
                  <a:pt x="841098" y="832255"/>
                  <a:pt x="824329" y="832255"/>
                </a:cubicBezTo>
                <a:cubicBezTo>
                  <a:pt x="807559" y="832255"/>
                  <a:pt x="793965" y="818661"/>
                  <a:pt x="793965" y="801891"/>
                </a:cubicBezTo>
                <a:cubicBezTo>
                  <a:pt x="793965" y="785122"/>
                  <a:pt x="807559" y="771528"/>
                  <a:pt x="824329" y="771528"/>
                </a:cubicBezTo>
                <a:close/>
                <a:moveTo>
                  <a:pt x="751774" y="771528"/>
                </a:moveTo>
                <a:cubicBezTo>
                  <a:pt x="768544" y="771528"/>
                  <a:pt x="782138" y="785122"/>
                  <a:pt x="782138" y="801891"/>
                </a:cubicBezTo>
                <a:cubicBezTo>
                  <a:pt x="782138" y="818661"/>
                  <a:pt x="768544" y="832255"/>
                  <a:pt x="751774" y="832255"/>
                </a:cubicBezTo>
                <a:cubicBezTo>
                  <a:pt x="735005" y="832255"/>
                  <a:pt x="721411" y="818661"/>
                  <a:pt x="721411" y="801891"/>
                </a:cubicBezTo>
                <a:cubicBezTo>
                  <a:pt x="721411" y="785122"/>
                  <a:pt x="735005" y="771528"/>
                  <a:pt x="751774" y="771528"/>
                </a:cubicBezTo>
                <a:close/>
                <a:moveTo>
                  <a:pt x="679220" y="771528"/>
                </a:moveTo>
                <a:cubicBezTo>
                  <a:pt x="695989" y="771528"/>
                  <a:pt x="709583" y="785122"/>
                  <a:pt x="709583" y="801891"/>
                </a:cubicBezTo>
                <a:cubicBezTo>
                  <a:pt x="709583" y="818661"/>
                  <a:pt x="695989" y="832255"/>
                  <a:pt x="679220" y="832255"/>
                </a:cubicBezTo>
                <a:cubicBezTo>
                  <a:pt x="662450" y="832255"/>
                  <a:pt x="648856" y="818661"/>
                  <a:pt x="648856" y="801891"/>
                </a:cubicBezTo>
                <a:cubicBezTo>
                  <a:pt x="648856" y="785122"/>
                  <a:pt x="662450" y="771528"/>
                  <a:pt x="679220" y="771528"/>
                </a:cubicBezTo>
                <a:close/>
                <a:moveTo>
                  <a:pt x="606665" y="771528"/>
                </a:moveTo>
                <a:cubicBezTo>
                  <a:pt x="623435" y="771528"/>
                  <a:pt x="637029" y="785122"/>
                  <a:pt x="637029" y="801891"/>
                </a:cubicBezTo>
                <a:cubicBezTo>
                  <a:pt x="637029" y="818661"/>
                  <a:pt x="623435" y="832255"/>
                  <a:pt x="606665" y="832255"/>
                </a:cubicBezTo>
                <a:cubicBezTo>
                  <a:pt x="589896" y="832255"/>
                  <a:pt x="576302" y="818661"/>
                  <a:pt x="576302" y="801891"/>
                </a:cubicBezTo>
                <a:cubicBezTo>
                  <a:pt x="576302" y="785122"/>
                  <a:pt x="589896" y="771528"/>
                  <a:pt x="606665" y="771528"/>
                </a:cubicBezTo>
                <a:close/>
                <a:moveTo>
                  <a:pt x="534111" y="771528"/>
                </a:moveTo>
                <a:cubicBezTo>
                  <a:pt x="550880" y="771528"/>
                  <a:pt x="564474" y="785122"/>
                  <a:pt x="564474" y="801891"/>
                </a:cubicBezTo>
                <a:cubicBezTo>
                  <a:pt x="564474" y="818661"/>
                  <a:pt x="550880" y="832255"/>
                  <a:pt x="534111" y="832255"/>
                </a:cubicBezTo>
                <a:cubicBezTo>
                  <a:pt x="517341" y="832255"/>
                  <a:pt x="503747" y="818661"/>
                  <a:pt x="503747" y="801891"/>
                </a:cubicBezTo>
                <a:cubicBezTo>
                  <a:pt x="503747" y="785122"/>
                  <a:pt x="517341" y="771528"/>
                  <a:pt x="534111" y="771528"/>
                </a:cubicBezTo>
                <a:close/>
                <a:moveTo>
                  <a:pt x="461556" y="771528"/>
                </a:moveTo>
                <a:cubicBezTo>
                  <a:pt x="478326" y="771528"/>
                  <a:pt x="491920" y="785122"/>
                  <a:pt x="491920" y="801891"/>
                </a:cubicBezTo>
                <a:cubicBezTo>
                  <a:pt x="491920" y="818661"/>
                  <a:pt x="478326" y="832255"/>
                  <a:pt x="461556" y="832255"/>
                </a:cubicBezTo>
                <a:cubicBezTo>
                  <a:pt x="444787" y="832255"/>
                  <a:pt x="431192" y="818661"/>
                  <a:pt x="431192" y="801891"/>
                </a:cubicBezTo>
                <a:cubicBezTo>
                  <a:pt x="431192" y="785122"/>
                  <a:pt x="444787" y="771528"/>
                  <a:pt x="461556" y="771528"/>
                </a:cubicBezTo>
                <a:close/>
                <a:moveTo>
                  <a:pt x="389002" y="771528"/>
                </a:moveTo>
                <a:cubicBezTo>
                  <a:pt x="405771" y="771528"/>
                  <a:pt x="419365" y="785122"/>
                  <a:pt x="419365" y="801891"/>
                </a:cubicBezTo>
                <a:cubicBezTo>
                  <a:pt x="419365" y="818661"/>
                  <a:pt x="405771" y="832255"/>
                  <a:pt x="389002" y="832255"/>
                </a:cubicBezTo>
                <a:cubicBezTo>
                  <a:pt x="372232" y="832255"/>
                  <a:pt x="358638" y="818661"/>
                  <a:pt x="358638" y="801891"/>
                </a:cubicBezTo>
                <a:cubicBezTo>
                  <a:pt x="358638" y="785122"/>
                  <a:pt x="372232" y="771528"/>
                  <a:pt x="389002" y="771528"/>
                </a:cubicBezTo>
                <a:close/>
                <a:moveTo>
                  <a:pt x="316447" y="771528"/>
                </a:moveTo>
                <a:cubicBezTo>
                  <a:pt x="333216" y="771528"/>
                  <a:pt x="346810" y="785122"/>
                  <a:pt x="346810" y="801891"/>
                </a:cubicBezTo>
                <a:cubicBezTo>
                  <a:pt x="346810" y="818661"/>
                  <a:pt x="333216" y="832255"/>
                  <a:pt x="316447" y="832255"/>
                </a:cubicBezTo>
                <a:cubicBezTo>
                  <a:pt x="299677" y="832255"/>
                  <a:pt x="286084" y="818661"/>
                  <a:pt x="286084" y="801891"/>
                </a:cubicBezTo>
                <a:cubicBezTo>
                  <a:pt x="286084" y="785122"/>
                  <a:pt x="299677" y="771528"/>
                  <a:pt x="316447" y="771528"/>
                </a:cubicBezTo>
                <a:close/>
                <a:moveTo>
                  <a:pt x="243892" y="771528"/>
                </a:moveTo>
                <a:cubicBezTo>
                  <a:pt x="260662" y="771528"/>
                  <a:pt x="274256" y="785122"/>
                  <a:pt x="274256" y="801891"/>
                </a:cubicBezTo>
                <a:cubicBezTo>
                  <a:pt x="274256" y="818661"/>
                  <a:pt x="260662" y="832255"/>
                  <a:pt x="243892" y="832255"/>
                </a:cubicBezTo>
                <a:cubicBezTo>
                  <a:pt x="227123" y="832255"/>
                  <a:pt x="213529" y="818661"/>
                  <a:pt x="213529" y="801891"/>
                </a:cubicBezTo>
                <a:cubicBezTo>
                  <a:pt x="213529" y="785122"/>
                  <a:pt x="227123" y="771528"/>
                  <a:pt x="243892" y="771528"/>
                </a:cubicBezTo>
                <a:close/>
                <a:moveTo>
                  <a:pt x="171339" y="771528"/>
                </a:moveTo>
                <a:cubicBezTo>
                  <a:pt x="188107" y="771528"/>
                  <a:pt x="201701" y="785122"/>
                  <a:pt x="201701" y="801891"/>
                </a:cubicBezTo>
                <a:cubicBezTo>
                  <a:pt x="201701" y="818661"/>
                  <a:pt x="188107" y="832255"/>
                  <a:pt x="171339" y="832255"/>
                </a:cubicBezTo>
                <a:cubicBezTo>
                  <a:pt x="154656" y="832255"/>
                  <a:pt x="141062" y="818661"/>
                  <a:pt x="141062" y="801891"/>
                </a:cubicBezTo>
                <a:cubicBezTo>
                  <a:pt x="141062" y="785122"/>
                  <a:pt x="154656" y="771528"/>
                  <a:pt x="171339" y="771528"/>
                </a:cubicBezTo>
                <a:close/>
                <a:moveTo>
                  <a:pt x="98884" y="771528"/>
                </a:moveTo>
                <a:cubicBezTo>
                  <a:pt x="115646" y="771528"/>
                  <a:pt x="129240" y="785122"/>
                  <a:pt x="129240" y="801891"/>
                </a:cubicBezTo>
                <a:cubicBezTo>
                  <a:pt x="129240" y="818661"/>
                  <a:pt x="115646" y="832255"/>
                  <a:pt x="98884" y="832255"/>
                </a:cubicBezTo>
                <a:cubicBezTo>
                  <a:pt x="82112" y="832255"/>
                  <a:pt x="68517" y="818661"/>
                  <a:pt x="68517" y="801891"/>
                </a:cubicBezTo>
                <a:cubicBezTo>
                  <a:pt x="68517" y="785122"/>
                  <a:pt x="82112" y="771528"/>
                  <a:pt x="98884" y="771528"/>
                </a:cubicBezTo>
                <a:close/>
                <a:moveTo>
                  <a:pt x="26329" y="771528"/>
                </a:moveTo>
                <a:cubicBezTo>
                  <a:pt x="43093" y="771528"/>
                  <a:pt x="56688" y="785122"/>
                  <a:pt x="56688" y="801891"/>
                </a:cubicBezTo>
                <a:cubicBezTo>
                  <a:pt x="56688" y="818661"/>
                  <a:pt x="43093" y="832255"/>
                  <a:pt x="26329" y="832255"/>
                </a:cubicBezTo>
                <a:cubicBezTo>
                  <a:pt x="17944" y="832255"/>
                  <a:pt x="10353" y="828857"/>
                  <a:pt x="4858" y="823362"/>
                </a:cubicBezTo>
                <a:lnTo>
                  <a:pt x="0" y="811633"/>
                </a:lnTo>
                <a:lnTo>
                  <a:pt x="0" y="792150"/>
                </a:lnTo>
                <a:lnTo>
                  <a:pt x="4858" y="780421"/>
                </a:lnTo>
                <a:cubicBezTo>
                  <a:pt x="10353" y="774927"/>
                  <a:pt x="17944" y="771528"/>
                  <a:pt x="26329" y="771528"/>
                </a:cubicBezTo>
                <a:close/>
                <a:moveTo>
                  <a:pt x="1622429" y="691076"/>
                </a:moveTo>
                <a:cubicBezTo>
                  <a:pt x="1630814" y="691076"/>
                  <a:pt x="1638404" y="694475"/>
                  <a:pt x="1643899" y="699969"/>
                </a:cubicBezTo>
                <a:lnTo>
                  <a:pt x="1647739" y="709237"/>
                </a:lnTo>
                <a:lnTo>
                  <a:pt x="1644828" y="728305"/>
                </a:lnTo>
                <a:lnTo>
                  <a:pt x="1640480" y="745215"/>
                </a:lnTo>
                <a:lnTo>
                  <a:pt x="1634248" y="749417"/>
                </a:lnTo>
                <a:cubicBezTo>
                  <a:pt x="1630615" y="750953"/>
                  <a:pt x="1626621" y="751803"/>
                  <a:pt x="1622429" y="751803"/>
                </a:cubicBezTo>
                <a:cubicBezTo>
                  <a:pt x="1605659" y="751803"/>
                  <a:pt x="1592066" y="738209"/>
                  <a:pt x="1592066" y="721440"/>
                </a:cubicBezTo>
                <a:cubicBezTo>
                  <a:pt x="1592066" y="704670"/>
                  <a:pt x="1605659" y="691076"/>
                  <a:pt x="1622429" y="691076"/>
                </a:cubicBezTo>
                <a:close/>
                <a:moveTo>
                  <a:pt x="1549874" y="691076"/>
                </a:moveTo>
                <a:cubicBezTo>
                  <a:pt x="1566644" y="691076"/>
                  <a:pt x="1580238" y="704670"/>
                  <a:pt x="1580238" y="721440"/>
                </a:cubicBezTo>
                <a:cubicBezTo>
                  <a:pt x="1580238" y="738209"/>
                  <a:pt x="1566644" y="751803"/>
                  <a:pt x="1549874" y="751803"/>
                </a:cubicBezTo>
                <a:cubicBezTo>
                  <a:pt x="1533105" y="751803"/>
                  <a:pt x="1519511" y="738209"/>
                  <a:pt x="1519511" y="721440"/>
                </a:cubicBezTo>
                <a:cubicBezTo>
                  <a:pt x="1519511" y="704670"/>
                  <a:pt x="1533105" y="691076"/>
                  <a:pt x="1549874" y="691076"/>
                </a:cubicBezTo>
                <a:close/>
                <a:moveTo>
                  <a:pt x="1477320" y="691076"/>
                </a:moveTo>
                <a:cubicBezTo>
                  <a:pt x="1494089" y="691076"/>
                  <a:pt x="1507683" y="704670"/>
                  <a:pt x="1507683" y="721440"/>
                </a:cubicBezTo>
                <a:cubicBezTo>
                  <a:pt x="1507683" y="738209"/>
                  <a:pt x="1494089" y="751803"/>
                  <a:pt x="1477320" y="751803"/>
                </a:cubicBezTo>
                <a:cubicBezTo>
                  <a:pt x="1460550" y="751803"/>
                  <a:pt x="1446956" y="738209"/>
                  <a:pt x="1446956" y="721440"/>
                </a:cubicBezTo>
                <a:cubicBezTo>
                  <a:pt x="1446956" y="704670"/>
                  <a:pt x="1460550" y="691076"/>
                  <a:pt x="1477320" y="691076"/>
                </a:cubicBezTo>
                <a:close/>
                <a:moveTo>
                  <a:pt x="1404765" y="691076"/>
                </a:moveTo>
                <a:cubicBezTo>
                  <a:pt x="1421535" y="691076"/>
                  <a:pt x="1435129" y="704670"/>
                  <a:pt x="1435129" y="721440"/>
                </a:cubicBezTo>
                <a:cubicBezTo>
                  <a:pt x="1435129" y="738209"/>
                  <a:pt x="1421535" y="751803"/>
                  <a:pt x="1404765" y="751803"/>
                </a:cubicBezTo>
                <a:cubicBezTo>
                  <a:pt x="1387996" y="751803"/>
                  <a:pt x="1374402" y="738209"/>
                  <a:pt x="1374402" y="721440"/>
                </a:cubicBezTo>
                <a:cubicBezTo>
                  <a:pt x="1374402" y="704670"/>
                  <a:pt x="1387996" y="691076"/>
                  <a:pt x="1404765" y="691076"/>
                </a:cubicBezTo>
                <a:close/>
                <a:moveTo>
                  <a:pt x="1332211" y="691076"/>
                </a:moveTo>
                <a:cubicBezTo>
                  <a:pt x="1348980" y="691076"/>
                  <a:pt x="1362574" y="704670"/>
                  <a:pt x="1362574" y="721440"/>
                </a:cubicBezTo>
                <a:cubicBezTo>
                  <a:pt x="1362574" y="738209"/>
                  <a:pt x="1348980" y="751803"/>
                  <a:pt x="1332211" y="751803"/>
                </a:cubicBezTo>
                <a:cubicBezTo>
                  <a:pt x="1315441" y="751803"/>
                  <a:pt x="1301847" y="738209"/>
                  <a:pt x="1301847" y="721440"/>
                </a:cubicBezTo>
                <a:cubicBezTo>
                  <a:pt x="1301847" y="704670"/>
                  <a:pt x="1315441" y="691076"/>
                  <a:pt x="1332211" y="691076"/>
                </a:cubicBezTo>
                <a:close/>
                <a:moveTo>
                  <a:pt x="1259656" y="691076"/>
                </a:moveTo>
                <a:cubicBezTo>
                  <a:pt x="1276426" y="691076"/>
                  <a:pt x="1290020" y="704670"/>
                  <a:pt x="1290020" y="721440"/>
                </a:cubicBezTo>
                <a:cubicBezTo>
                  <a:pt x="1290020" y="738209"/>
                  <a:pt x="1276426" y="751803"/>
                  <a:pt x="1259656" y="751803"/>
                </a:cubicBezTo>
                <a:cubicBezTo>
                  <a:pt x="1242887" y="751803"/>
                  <a:pt x="1229293" y="738209"/>
                  <a:pt x="1229293" y="721440"/>
                </a:cubicBezTo>
                <a:cubicBezTo>
                  <a:pt x="1229293" y="704670"/>
                  <a:pt x="1242887" y="691076"/>
                  <a:pt x="1259656" y="691076"/>
                </a:cubicBezTo>
                <a:close/>
                <a:moveTo>
                  <a:pt x="1187102" y="691076"/>
                </a:moveTo>
                <a:cubicBezTo>
                  <a:pt x="1203871" y="691076"/>
                  <a:pt x="1217465" y="704670"/>
                  <a:pt x="1217465" y="721440"/>
                </a:cubicBezTo>
                <a:cubicBezTo>
                  <a:pt x="1217465" y="738209"/>
                  <a:pt x="1203871" y="751803"/>
                  <a:pt x="1187102" y="751803"/>
                </a:cubicBezTo>
                <a:cubicBezTo>
                  <a:pt x="1170332" y="751803"/>
                  <a:pt x="1156738" y="738209"/>
                  <a:pt x="1156738" y="721440"/>
                </a:cubicBezTo>
                <a:cubicBezTo>
                  <a:pt x="1156738" y="704670"/>
                  <a:pt x="1170332" y="691076"/>
                  <a:pt x="1187102" y="691076"/>
                </a:cubicBezTo>
                <a:close/>
                <a:moveTo>
                  <a:pt x="1114547" y="691076"/>
                </a:moveTo>
                <a:cubicBezTo>
                  <a:pt x="1131317" y="691076"/>
                  <a:pt x="1144911" y="704670"/>
                  <a:pt x="1144911" y="721440"/>
                </a:cubicBezTo>
                <a:cubicBezTo>
                  <a:pt x="1144911" y="738209"/>
                  <a:pt x="1131317" y="751803"/>
                  <a:pt x="1114547" y="751803"/>
                </a:cubicBezTo>
                <a:cubicBezTo>
                  <a:pt x="1097778" y="751803"/>
                  <a:pt x="1084184" y="738209"/>
                  <a:pt x="1084184" y="721440"/>
                </a:cubicBezTo>
                <a:cubicBezTo>
                  <a:pt x="1084184" y="704670"/>
                  <a:pt x="1097778" y="691076"/>
                  <a:pt x="1114547" y="691076"/>
                </a:cubicBezTo>
                <a:close/>
                <a:moveTo>
                  <a:pt x="1041993" y="691076"/>
                </a:moveTo>
                <a:cubicBezTo>
                  <a:pt x="1058762" y="691076"/>
                  <a:pt x="1072356" y="704670"/>
                  <a:pt x="1072356" y="721440"/>
                </a:cubicBezTo>
                <a:cubicBezTo>
                  <a:pt x="1072356" y="738209"/>
                  <a:pt x="1058762" y="751803"/>
                  <a:pt x="1041993" y="751803"/>
                </a:cubicBezTo>
                <a:cubicBezTo>
                  <a:pt x="1025223" y="751803"/>
                  <a:pt x="1011629" y="738209"/>
                  <a:pt x="1011629" y="721440"/>
                </a:cubicBezTo>
                <a:cubicBezTo>
                  <a:pt x="1011629" y="704670"/>
                  <a:pt x="1025223" y="691076"/>
                  <a:pt x="1041993" y="691076"/>
                </a:cubicBezTo>
                <a:close/>
                <a:moveTo>
                  <a:pt x="969438" y="691076"/>
                </a:moveTo>
                <a:cubicBezTo>
                  <a:pt x="986208" y="691076"/>
                  <a:pt x="999801" y="704670"/>
                  <a:pt x="999801" y="721440"/>
                </a:cubicBezTo>
                <a:cubicBezTo>
                  <a:pt x="999801" y="738209"/>
                  <a:pt x="986208" y="751803"/>
                  <a:pt x="969438" y="751803"/>
                </a:cubicBezTo>
                <a:cubicBezTo>
                  <a:pt x="952669" y="751803"/>
                  <a:pt x="939075" y="738209"/>
                  <a:pt x="939075" y="721440"/>
                </a:cubicBezTo>
                <a:cubicBezTo>
                  <a:pt x="939075" y="704670"/>
                  <a:pt x="952669" y="691076"/>
                  <a:pt x="969438" y="691076"/>
                </a:cubicBezTo>
                <a:close/>
                <a:moveTo>
                  <a:pt x="896883" y="691076"/>
                </a:moveTo>
                <a:cubicBezTo>
                  <a:pt x="913653" y="691076"/>
                  <a:pt x="927247" y="704670"/>
                  <a:pt x="927247" y="721440"/>
                </a:cubicBezTo>
                <a:cubicBezTo>
                  <a:pt x="927247" y="738209"/>
                  <a:pt x="913653" y="751803"/>
                  <a:pt x="896883" y="751803"/>
                </a:cubicBezTo>
                <a:cubicBezTo>
                  <a:pt x="880114" y="751803"/>
                  <a:pt x="866520" y="738209"/>
                  <a:pt x="866520" y="721440"/>
                </a:cubicBezTo>
                <a:cubicBezTo>
                  <a:pt x="866520" y="704670"/>
                  <a:pt x="880114" y="691076"/>
                  <a:pt x="896883" y="691076"/>
                </a:cubicBezTo>
                <a:close/>
                <a:moveTo>
                  <a:pt x="824329" y="691076"/>
                </a:moveTo>
                <a:cubicBezTo>
                  <a:pt x="841098" y="691076"/>
                  <a:pt x="854692" y="704670"/>
                  <a:pt x="854692" y="721440"/>
                </a:cubicBezTo>
                <a:cubicBezTo>
                  <a:pt x="854692" y="738209"/>
                  <a:pt x="841098" y="751803"/>
                  <a:pt x="824329" y="751803"/>
                </a:cubicBezTo>
                <a:cubicBezTo>
                  <a:pt x="807559" y="751803"/>
                  <a:pt x="793965" y="738209"/>
                  <a:pt x="793965" y="721440"/>
                </a:cubicBezTo>
                <a:cubicBezTo>
                  <a:pt x="793965" y="704670"/>
                  <a:pt x="807559" y="691076"/>
                  <a:pt x="824329" y="691076"/>
                </a:cubicBezTo>
                <a:close/>
                <a:moveTo>
                  <a:pt x="751774" y="691076"/>
                </a:moveTo>
                <a:cubicBezTo>
                  <a:pt x="768544" y="691076"/>
                  <a:pt x="782138" y="704670"/>
                  <a:pt x="782138" y="721440"/>
                </a:cubicBezTo>
                <a:cubicBezTo>
                  <a:pt x="782138" y="738209"/>
                  <a:pt x="768544" y="751803"/>
                  <a:pt x="751774" y="751803"/>
                </a:cubicBezTo>
                <a:cubicBezTo>
                  <a:pt x="735005" y="751803"/>
                  <a:pt x="721411" y="738209"/>
                  <a:pt x="721411" y="721440"/>
                </a:cubicBezTo>
                <a:cubicBezTo>
                  <a:pt x="721411" y="704670"/>
                  <a:pt x="735005" y="691076"/>
                  <a:pt x="751774" y="691076"/>
                </a:cubicBezTo>
                <a:close/>
                <a:moveTo>
                  <a:pt x="679220" y="691076"/>
                </a:moveTo>
                <a:cubicBezTo>
                  <a:pt x="695989" y="691076"/>
                  <a:pt x="709583" y="704670"/>
                  <a:pt x="709583" y="721440"/>
                </a:cubicBezTo>
                <a:cubicBezTo>
                  <a:pt x="709583" y="738209"/>
                  <a:pt x="695989" y="751803"/>
                  <a:pt x="679220" y="751803"/>
                </a:cubicBezTo>
                <a:cubicBezTo>
                  <a:pt x="662450" y="751803"/>
                  <a:pt x="648856" y="738209"/>
                  <a:pt x="648856" y="721440"/>
                </a:cubicBezTo>
                <a:cubicBezTo>
                  <a:pt x="648856" y="704670"/>
                  <a:pt x="662450" y="691076"/>
                  <a:pt x="679220" y="691076"/>
                </a:cubicBezTo>
                <a:close/>
                <a:moveTo>
                  <a:pt x="606665" y="691076"/>
                </a:moveTo>
                <a:cubicBezTo>
                  <a:pt x="623435" y="691076"/>
                  <a:pt x="637029" y="704670"/>
                  <a:pt x="637029" y="721440"/>
                </a:cubicBezTo>
                <a:cubicBezTo>
                  <a:pt x="637029" y="738209"/>
                  <a:pt x="623435" y="751803"/>
                  <a:pt x="606665" y="751803"/>
                </a:cubicBezTo>
                <a:cubicBezTo>
                  <a:pt x="589896" y="751803"/>
                  <a:pt x="576302" y="738209"/>
                  <a:pt x="576302" y="721440"/>
                </a:cubicBezTo>
                <a:cubicBezTo>
                  <a:pt x="576302" y="704670"/>
                  <a:pt x="589896" y="691076"/>
                  <a:pt x="606665" y="691076"/>
                </a:cubicBezTo>
                <a:close/>
                <a:moveTo>
                  <a:pt x="534111" y="691076"/>
                </a:moveTo>
                <a:cubicBezTo>
                  <a:pt x="550880" y="691076"/>
                  <a:pt x="564474" y="704670"/>
                  <a:pt x="564474" y="721440"/>
                </a:cubicBezTo>
                <a:cubicBezTo>
                  <a:pt x="564474" y="738209"/>
                  <a:pt x="550880" y="751803"/>
                  <a:pt x="534111" y="751803"/>
                </a:cubicBezTo>
                <a:cubicBezTo>
                  <a:pt x="517341" y="751803"/>
                  <a:pt x="503747" y="738209"/>
                  <a:pt x="503747" y="721440"/>
                </a:cubicBezTo>
                <a:cubicBezTo>
                  <a:pt x="503747" y="704670"/>
                  <a:pt x="517341" y="691076"/>
                  <a:pt x="534111" y="691076"/>
                </a:cubicBezTo>
                <a:close/>
                <a:moveTo>
                  <a:pt x="461556" y="691076"/>
                </a:moveTo>
                <a:cubicBezTo>
                  <a:pt x="478326" y="691076"/>
                  <a:pt x="491920" y="704670"/>
                  <a:pt x="491920" y="721440"/>
                </a:cubicBezTo>
                <a:cubicBezTo>
                  <a:pt x="491920" y="738209"/>
                  <a:pt x="478326" y="751803"/>
                  <a:pt x="461556" y="751803"/>
                </a:cubicBezTo>
                <a:cubicBezTo>
                  <a:pt x="444787" y="751803"/>
                  <a:pt x="431192" y="738209"/>
                  <a:pt x="431192" y="721440"/>
                </a:cubicBezTo>
                <a:cubicBezTo>
                  <a:pt x="431192" y="704670"/>
                  <a:pt x="444787" y="691076"/>
                  <a:pt x="461556" y="691076"/>
                </a:cubicBezTo>
                <a:close/>
                <a:moveTo>
                  <a:pt x="389002" y="691076"/>
                </a:moveTo>
                <a:cubicBezTo>
                  <a:pt x="405771" y="691076"/>
                  <a:pt x="419365" y="704670"/>
                  <a:pt x="419365" y="721440"/>
                </a:cubicBezTo>
                <a:cubicBezTo>
                  <a:pt x="419365" y="738209"/>
                  <a:pt x="405771" y="751803"/>
                  <a:pt x="389002" y="751803"/>
                </a:cubicBezTo>
                <a:cubicBezTo>
                  <a:pt x="372232" y="751803"/>
                  <a:pt x="358638" y="738209"/>
                  <a:pt x="358638" y="721440"/>
                </a:cubicBezTo>
                <a:cubicBezTo>
                  <a:pt x="358638" y="704670"/>
                  <a:pt x="372232" y="691076"/>
                  <a:pt x="389002" y="691076"/>
                </a:cubicBezTo>
                <a:close/>
                <a:moveTo>
                  <a:pt x="316447" y="691076"/>
                </a:moveTo>
                <a:cubicBezTo>
                  <a:pt x="333216" y="691076"/>
                  <a:pt x="346810" y="704670"/>
                  <a:pt x="346810" y="721440"/>
                </a:cubicBezTo>
                <a:cubicBezTo>
                  <a:pt x="346810" y="738209"/>
                  <a:pt x="333216" y="751803"/>
                  <a:pt x="316447" y="751803"/>
                </a:cubicBezTo>
                <a:cubicBezTo>
                  <a:pt x="299677" y="751803"/>
                  <a:pt x="286084" y="738209"/>
                  <a:pt x="286084" y="721440"/>
                </a:cubicBezTo>
                <a:cubicBezTo>
                  <a:pt x="286084" y="704670"/>
                  <a:pt x="299677" y="691076"/>
                  <a:pt x="316447" y="691076"/>
                </a:cubicBezTo>
                <a:close/>
                <a:moveTo>
                  <a:pt x="243892" y="691076"/>
                </a:moveTo>
                <a:cubicBezTo>
                  <a:pt x="260662" y="691076"/>
                  <a:pt x="274256" y="704670"/>
                  <a:pt x="274256" y="721440"/>
                </a:cubicBezTo>
                <a:cubicBezTo>
                  <a:pt x="274256" y="738209"/>
                  <a:pt x="260662" y="751803"/>
                  <a:pt x="243892" y="751803"/>
                </a:cubicBezTo>
                <a:cubicBezTo>
                  <a:pt x="227123" y="751803"/>
                  <a:pt x="213529" y="738209"/>
                  <a:pt x="213529" y="721440"/>
                </a:cubicBezTo>
                <a:cubicBezTo>
                  <a:pt x="213529" y="704670"/>
                  <a:pt x="227123" y="691076"/>
                  <a:pt x="243892" y="691076"/>
                </a:cubicBezTo>
                <a:close/>
                <a:moveTo>
                  <a:pt x="171339" y="691076"/>
                </a:moveTo>
                <a:cubicBezTo>
                  <a:pt x="188107" y="691076"/>
                  <a:pt x="201701" y="704670"/>
                  <a:pt x="201701" y="721440"/>
                </a:cubicBezTo>
                <a:cubicBezTo>
                  <a:pt x="201701" y="738209"/>
                  <a:pt x="188107" y="751803"/>
                  <a:pt x="171339" y="751803"/>
                </a:cubicBezTo>
                <a:cubicBezTo>
                  <a:pt x="154662" y="751803"/>
                  <a:pt x="141067" y="738209"/>
                  <a:pt x="141067" y="721440"/>
                </a:cubicBezTo>
                <a:cubicBezTo>
                  <a:pt x="141067" y="704670"/>
                  <a:pt x="154662" y="691076"/>
                  <a:pt x="171339" y="691076"/>
                </a:cubicBezTo>
                <a:close/>
                <a:moveTo>
                  <a:pt x="98890" y="691076"/>
                </a:moveTo>
                <a:cubicBezTo>
                  <a:pt x="115653" y="691076"/>
                  <a:pt x="129246" y="704670"/>
                  <a:pt x="129246" y="721440"/>
                </a:cubicBezTo>
                <a:cubicBezTo>
                  <a:pt x="129246" y="738209"/>
                  <a:pt x="115653" y="751803"/>
                  <a:pt x="98890" y="751803"/>
                </a:cubicBezTo>
                <a:cubicBezTo>
                  <a:pt x="82117" y="751803"/>
                  <a:pt x="68523" y="738209"/>
                  <a:pt x="68523" y="721440"/>
                </a:cubicBezTo>
                <a:cubicBezTo>
                  <a:pt x="68523" y="704670"/>
                  <a:pt x="82117" y="691076"/>
                  <a:pt x="98890" y="691076"/>
                </a:cubicBezTo>
                <a:close/>
                <a:moveTo>
                  <a:pt x="26336" y="691076"/>
                </a:moveTo>
                <a:cubicBezTo>
                  <a:pt x="43099" y="691076"/>
                  <a:pt x="56694" y="704670"/>
                  <a:pt x="56694" y="721440"/>
                </a:cubicBezTo>
                <a:cubicBezTo>
                  <a:pt x="56694" y="738209"/>
                  <a:pt x="43099" y="751803"/>
                  <a:pt x="26336" y="751803"/>
                </a:cubicBezTo>
                <a:cubicBezTo>
                  <a:pt x="17950" y="751803"/>
                  <a:pt x="10359" y="748405"/>
                  <a:pt x="4864" y="742910"/>
                </a:cubicBezTo>
                <a:lnTo>
                  <a:pt x="0" y="731167"/>
                </a:lnTo>
                <a:lnTo>
                  <a:pt x="0" y="711713"/>
                </a:lnTo>
                <a:lnTo>
                  <a:pt x="4864" y="699969"/>
                </a:lnTo>
                <a:cubicBezTo>
                  <a:pt x="10359" y="694475"/>
                  <a:pt x="17950" y="691076"/>
                  <a:pt x="26336" y="691076"/>
                </a:cubicBezTo>
                <a:close/>
                <a:moveTo>
                  <a:pt x="1622429" y="610624"/>
                </a:moveTo>
                <a:cubicBezTo>
                  <a:pt x="1639199" y="610624"/>
                  <a:pt x="1652792" y="624218"/>
                  <a:pt x="1652792" y="640988"/>
                </a:cubicBezTo>
                <a:cubicBezTo>
                  <a:pt x="1652792" y="657757"/>
                  <a:pt x="1639199" y="671351"/>
                  <a:pt x="1622429" y="671351"/>
                </a:cubicBezTo>
                <a:cubicBezTo>
                  <a:pt x="1605659" y="671351"/>
                  <a:pt x="1592066" y="657757"/>
                  <a:pt x="1592066" y="640988"/>
                </a:cubicBezTo>
                <a:cubicBezTo>
                  <a:pt x="1592066" y="624218"/>
                  <a:pt x="1605659" y="610624"/>
                  <a:pt x="1622429" y="610624"/>
                </a:cubicBezTo>
                <a:close/>
                <a:moveTo>
                  <a:pt x="1549874" y="610624"/>
                </a:moveTo>
                <a:cubicBezTo>
                  <a:pt x="1566644" y="610624"/>
                  <a:pt x="1580238" y="624218"/>
                  <a:pt x="1580238" y="640988"/>
                </a:cubicBezTo>
                <a:cubicBezTo>
                  <a:pt x="1580238" y="657757"/>
                  <a:pt x="1566644" y="671351"/>
                  <a:pt x="1549874" y="671351"/>
                </a:cubicBezTo>
                <a:cubicBezTo>
                  <a:pt x="1533105" y="671351"/>
                  <a:pt x="1519511" y="657757"/>
                  <a:pt x="1519511" y="640988"/>
                </a:cubicBezTo>
                <a:cubicBezTo>
                  <a:pt x="1519511" y="624218"/>
                  <a:pt x="1533105" y="610624"/>
                  <a:pt x="1549874" y="610624"/>
                </a:cubicBezTo>
                <a:close/>
                <a:moveTo>
                  <a:pt x="1477320" y="610624"/>
                </a:moveTo>
                <a:cubicBezTo>
                  <a:pt x="1494089" y="610624"/>
                  <a:pt x="1507683" y="624218"/>
                  <a:pt x="1507683" y="640988"/>
                </a:cubicBezTo>
                <a:cubicBezTo>
                  <a:pt x="1507683" y="657757"/>
                  <a:pt x="1494089" y="671351"/>
                  <a:pt x="1477320" y="671351"/>
                </a:cubicBezTo>
                <a:cubicBezTo>
                  <a:pt x="1460550" y="671351"/>
                  <a:pt x="1446956" y="657757"/>
                  <a:pt x="1446956" y="640988"/>
                </a:cubicBezTo>
                <a:cubicBezTo>
                  <a:pt x="1446956" y="624218"/>
                  <a:pt x="1460550" y="610624"/>
                  <a:pt x="1477320" y="610624"/>
                </a:cubicBezTo>
                <a:close/>
                <a:moveTo>
                  <a:pt x="1404765" y="610624"/>
                </a:moveTo>
                <a:cubicBezTo>
                  <a:pt x="1421535" y="610624"/>
                  <a:pt x="1435129" y="624218"/>
                  <a:pt x="1435129" y="640988"/>
                </a:cubicBezTo>
                <a:cubicBezTo>
                  <a:pt x="1435129" y="657757"/>
                  <a:pt x="1421535" y="671351"/>
                  <a:pt x="1404765" y="671351"/>
                </a:cubicBezTo>
                <a:cubicBezTo>
                  <a:pt x="1387996" y="671351"/>
                  <a:pt x="1374402" y="657757"/>
                  <a:pt x="1374402" y="640988"/>
                </a:cubicBezTo>
                <a:cubicBezTo>
                  <a:pt x="1374402" y="624218"/>
                  <a:pt x="1387996" y="610624"/>
                  <a:pt x="1404765" y="610624"/>
                </a:cubicBezTo>
                <a:close/>
                <a:moveTo>
                  <a:pt x="1332211" y="610624"/>
                </a:moveTo>
                <a:cubicBezTo>
                  <a:pt x="1348980" y="610624"/>
                  <a:pt x="1362574" y="624218"/>
                  <a:pt x="1362574" y="640988"/>
                </a:cubicBezTo>
                <a:cubicBezTo>
                  <a:pt x="1362574" y="657757"/>
                  <a:pt x="1348980" y="671351"/>
                  <a:pt x="1332211" y="671351"/>
                </a:cubicBezTo>
                <a:cubicBezTo>
                  <a:pt x="1315441" y="671351"/>
                  <a:pt x="1301847" y="657757"/>
                  <a:pt x="1301847" y="640988"/>
                </a:cubicBezTo>
                <a:cubicBezTo>
                  <a:pt x="1301847" y="624218"/>
                  <a:pt x="1315441" y="610624"/>
                  <a:pt x="1332211" y="610624"/>
                </a:cubicBezTo>
                <a:close/>
                <a:moveTo>
                  <a:pt x="1259656" y="610624"/>
                </a:moveTo>
                <a:cubicBezTo>
                  <a:pt x="1276426" y="610624"/>
                  <a:pt x="1290020" y="624218"/>
                  <a:pt x="1290020" y="640988"/>
                </a:cubicBezTo>
                <a:cubicBezTo>
                  <a:pt x="1290020" y="657757"/>
                  <a:pt x="1276426" y="671351"/>
                  <a:pt x="1259656" y="671351"/>
                </a:cubicBezTo>
                <a:cubicBezTo>
                  <a:pt x="1242887" y="671351"/>
                  <a:pt x="1229293" y="657757"/>
                  <a:pt x="1229293" y="640988"/>
                </a:cubicBezTo>
                <a:cubicBezTo>
                  <a:pt x="1229293" y="624218"/>
                  <a:pt x="1242887" y="610624"/>
                  <a:pt x="1259656" y="610624"/>
                </a:cubicBezTo>
                <a:close/>
                <a:moveTo>
                  <a:pt x="1187102" y="610624"/>
                </a:moveTo>
                <a:cubicBezTo>
                  <a:pt x="1203871" y="610624"/>
                  <a:pt x="1217465" y="624218"/>
                  <a:pt x="1217465" y="640988"/>
                </a:cubicBezTo>
                <a:cubicBezTo>
                  <a:pt x="1217465" y="657757"/>
                  <a:pt x="1203871" y="671351"/>
                  <a:pt x="1187102" y="671351"/>
                </a:cubicBezTo>
                <a:cubicBezTo>
                  <a:pt x="1170332" y="671351"/>
                  <a:pt x="1156738" y="657757"/>
                  <a:pt x="1156738" y="640988"/>
                </a:cubicBezTo>
                <a:cubicBezTo>
                  <a:pt x="1156738" y="624218"/>
                  <a:pt x="1170332" y="610624"/>
                  <a:pt x="1187102" y="610624"/>
                </a:cubicBezTo>
                <a:close/>
                <a:moveTo>
                  <a:pt x="1114547" y="610624"/>
                </a:moveTo>
                <a:cubicBezTo>
                  <a:pt x="1131317" y="610624"/>
                  <a:pt x="1144911" y="624218"/>
                  <a:pt x="1144911" y="640988"/>
                </a:cubicBezTo>
                <a:cubicBezTo>
                  <a:pt x="1144911" y="657757"/>
                  <a:pt x="1131317" y="671351"/>
                  <a:pt x="1114547" y="671351"/>
                </a:cubicBezTo>
                <a:cubicBezTo>
                  <a:pt x="1097778" y="671351"/>
                  <a:pt x="1084184" y="657757"/>
                  <a:pt x="1084184" y="640988"/>
                </a:cubicBezTo>
                <a:cubicBezTo>
                  <a:pt x="1084184" y="624218"/>
                  <a:pt x="1097778" y="610624"/>
                  <a:pt x="1114547" y="610624"/>
                </a:cubicBezTo>
                <a:close/>
                <a:moveTo>
                  <a:pt x="1041993" y="610624"/>
                </a:moveTo>
                <a:cubicBezTo>
                  <a:pt x="1058762" y="610624"/>
                  <a:pt x="1072356" y="624218"/>
                  <a:pt x="1072356" y="640988"/>
                </a:cubicBezTo>
                <a:cubicBezTo>
                  <a:pt x="1072356" y="657757"/>
                  <a:pt x="1058762" y="671351"/>
                  <a:pt x="1041993" y="671351"/>
                </a:cubicBezTo>
                <a:cubicBezTo>
                  <a:pt x="1025223" y="671351"/>
                  <a:pt x="1011629" y="657757"/>
                  <a:pt x="1011629" y="640988"/>
                </a:cubicBezTo>
                <a:cubicBezTo>
                  <a:pt x="1011629" y="624218"/>
                  <a:pt x="1025223" y="610624"/>
                  <a:pt x="1041993" y="610624"/>
                </a:cubicBezTo>
                <a:close/>
                <a:moveTo>
                  <a:pt x="969438" y="610624"/>
                </a:moveTo>
                <a:cubicBezTo>
                  <a:pt x="986208" y="610624"/>
                  <a:pt x="999801" y="624218"/>
                  <a:pt x="999801" y="640988"/>
                </a:cubicBezTo>
                <a:cubicBezTo>
                  <a:pt x="999801" y="657757"/>
                  <a:pt x="986208" y="671351"/>
                  <a:pt x="969438" y="671351"/>
                </a:cubicBezTo>
                <a:cubicBezTo>
                  <a:pt x="952669" y="671351"/>
                  <a:pt x="939075" y="657757"/>
                  <a:pt x="939075" y="640988"/>
                </a:cubicBezTo>
                <a:cubicBezTo>
                  <a:pt x="939075" y="624218"/>
                  <a:pt x="952669" y="610624"/>
                  <a:pt x="969438" y="610624"/>
                </a:cubicBezTo>
                <a:close/>
                <a:moveTo>
                  <a:pt x="896883" y="610624"/>
                </a:moveTo>
                <a:cubicBezTo>
                  <a:pt x="913653" y="610624"/>
                  <a:pt x="927247" y="624218"/>
                  <a:pt x="927247" y="640988"/>
                </a:cubicBezTo>
                <a:cubicBezTo>
                  <a:pt x="927247" y="657757"/>
                  <a:pt x="913653" y="671351"/>
                  <a:pt x="896883" y="671351"/>
                </a:cubicBezTo>
                <a:cubicBezTo>
                  <a:pt x="880114" y="671351"/>
                  <a:pt x="866520" y="657757"/>
                  <a:pt x="866520" y="640988"/>
                </a:cubicBezTo>
                <a:cubicBezTo>
                  <a:pt x="866520" y="624218"/>
                  <a:pt x="880114" y="610624"/>
                  <a:pt x="896883" y="610624"/>
                </a:cubicBezTo>
                <a:close/>
                <a:moveTo>
                  <a:pt x="824329" y="610624"/>
                </a:moveTo>
                <a:cubicBezTo>
                  <a:pt x="841098" y="610624"/>
                  <a:pt x="854692" y="624218"/>
                  <a:pt x="854692" y="640988"/>
                </a:cubicBezTo>
                <a:cubicBezTo>
                  <a:pt x="854692" y="657757"/>
                  <a:pt x="841098" y="671351"/>
                  <a:pt x="824329" y="671351"/>
                </a:cubicBezTo>
                <a:cubicBezTo>
                  <a:pt x="807559" y="671351"/>
                  <a:pt x="793965" y="657757"/>
                  <a:pt x="793965" y="640988"/>
                </a:cubicBezTo>
                <a:cubicBezTo>
                  <a:pt x="793965" y="624218"/>
                  <a:pt x="807559" y="610624"/>
                  <a:pt x="824329" y="610624"/>
                </a:cubicBezTo>
                <a:close/>
                <a:moveTo>
                  <a:pt x="751774" y="610624"/>
                </a:moveTo>
                <a:cubicBezTo>
                  <a:pt x="768544" y="610624"/>
                  <a:pt x="782138" y="624218"/>
                  <a:pt x="782138" y="640988"/>
                </a:cubicBezTo>
                <a:cubicBezTo>
                  <a:pt x="782138" y="657757"/>
                  <a:pt x="768544" y="671351"/>
                  <a:pt x="751774" y="671351"/>
                </a:cubicBezTo>
                <a:cubicBezTo>
                  <a:pt x="735005" y="671351"/>
                  <a:pt x="721411" y="657757"/>
                  <a:pt x="721411" y="640988"/>
                </a:cubicBezTo>
                <a:cubicBezTo>
                  <a:pt x="721411" y="624218"/>
                  <a:pt x="735005" y="610624"/>
                  <a:pt x="751774" y="610624"/>
                </a:cubicBezTo>
                <a:close/>
                <a:moveTo>
                  <a:pt x="679220" y="610624"/>
                </a:moveTo>
                <a:cubicBezTo>
                  <a:pt x="695989" y="610624"/>
                  <a:pt x="709583" y="624218"/>
                  <a:pt x="709583" y="640988"/>
                </a:cubicBezTo>
                <a:cubicBezTo>
                  <a:pt x="709583" y="657757"/>
                  <a:pt x="695989" y="671351"/>
                  <a:pt x="679220" y="671351"/>
                </a:cubicBezTo>
                <a:cubicBezTo>
                  <a:pt x="662450" y="671351"/>
                  <a:pt x="648856" y="657757"/>
                  <a:pt x="648856" y="640988"/>
                </a:cubicBezTo>
                <a:cubicBezTo>
                  <a:pt x="648856" y="624218"/>
                  <a:pt x="662450" y="610624"/>
                  <a:pt x="679220" y="610624"/>
                </a:cubicBezTo>
                <a:close/>
                <a:moveTo>
                  <a:pt x="606665" y="610624"/>
                </a:moveTo>
                <a:cubicBezTo>
                  <a:pt x="623435" y="610624"/>
                  <a:pt x="637029" y="624218"/>
                  <a:pt x="637029" y="640988"/>
                </a:cubicBezTo>
                <a:cubicBezTo>
                  <a:pt x="637029" y="657757"/>
                  <a:pt x="623435" y="671351"/>
                  <a:pt x="606665" y="671351"/>
                </a:cubicBezTo>
                <a:cubicBezTo>
                  <a:pt x="589896" y="671351"/>
                  <a:pt x="576302" y="657757"/>
                  <a:pt x="576302" y="640988"/>
                </a:cubicBezTo>
                <a:cubicBezTo>
                  <a:pt x="576302" y="624218"/>
                  <a:pt x="589896" y="610624"/>
                  <a:pt x="606665" y="610624"/>
                </a:cubicBezTo>
                <a:close/>
                <a:moveTo>
                  <a:pt x="534111" y="610624"/>
                </a:moveTo>
                <a:cubicBezTo>
                  <a:pt x="550880" y="610624"/>
                  <a:pt x="564474" y="624218"/>
                  <a:pt x="564474" y="640988"/>
                </a:cubicBezTo>
                <a:cubicBezTo>
                  <a:pt x="564474" y="657757"/>
                  <a:pt x="550880" y="671351"/>
                  <a:pt x="534111" y="671351"/>
                </a:cubicBezTo>
                <a:cubicBezTo>
                  <a:pt x="517341" y="671351"/>
                  <a:pt x="503747" y="657757"/>
                  <a:pt x="503747" y="640988"/>
                </a:cubicBezTo>
                <a:cubicBezTo>
                  <a:pt x="503747" y="624218"/>
                  <a:pt x="517341" y="610624"/>
                  <a:pt x="534111" y="610624"/>
                </a:cubicBezTo>
                <a:close/>
                <a:moveTo>
                  <a:pt x="461556" y="610624"/>
                </a:moveTo>
                <a:cubicBezTo>
                  <a:pt x="478326" y="610624"/>
                  <a:pt x="491920" y="624218"/>
                  <a:pt x="491920" y="640988"/>
                </a:cubicBezTo>
                <a:cubicBezTo>
                  <a:pt x="491920" y="657757"/>
                  <a:pt x="478326" y="671351"/>
                  <a:pt x="461556" y="671351"/>
                </a:cubicBezTo>
                <a:cubicBezTo>
                  <a:pt x="444787" y="671351"/>
                  <a:pt x="431192" y="657757"/>
                  <a:pt x="431192" y="640988"/>
                </a:cubicBezTo>
                <a:cubicBezTo>
                  <a:pt x="431192" y="624218"/>
                  <a:pt x="444787" y="610624"/>
                  <a:pt x="461556" y="610624"/>
                </a:cubicBezTo>
                <a:close/>
                <a:moveTo>
                  <a:pt x="389002" y="610624"/>
                </a:moveTo>
                <a:cubicBezTo>
                  <a:pt x="405771" y="610624"/>
                  <a:pt x="419365" y="624218"/>
                  <a:pt x="419365" y="640988"/>
                </a:cubicBezTo>
                <a:cubicBezTo>
                  <a:pt x="419365" y="657757"/>
                  <a:pt x="405771" y="671351"/>
                  <a:pt x="389002" y="671351"/>
                </a:cubicBezTo>
                <a:cubicBezTo>
                  <a:pt x="372232" y="671351"/>
                  <a:pt x="358638" y="657757"/>
                  <a:pt x="358638" y="640988"/>
                </a:cubicBezTo>
                <a:cubicBezTo>
                  <a:pt x="358638" y="624218"/>
                  <a:pt x="372232" y="610624"/>
                  <a:pt x="389002" y="610624"/>
                </a:cubicBezTo>
                <a:close/>
                <a:moveTo>
                  <a:pt x="316447" y="610624"/>
                </a:moveTo>
                <a:cubicBezTo>
                  <a:pt x="333216" y="610624"/>
                  <a:pt x="346810" y="624218"/>
                  <a:pt x="346810" y="640988"/>
                </a:cubicBezTo>
                <a:cubicBezTo>
                  <a:pt x="346810" y="657757"/>
                  <a:pt x="333216" y="671351"/>
                  <a:pt x="316447" y="671351"/>
                </a:cubicBezTo>
                <a:cubicBezTo>
                  <a:pt x="299677" y="671351"/>
                  <a:pt x="286084" y="657757"/>
                  <a:pt x="286084" y="640988"/>
                </a:cubicBezTo>
                <a:cubicBezTo>
                  <a:pt x="286084" y="624218"/>
                  <a:pt x="299677" y="610624"/>
                  <a:pt x="316447" y="610624"/>
                </a:cubicBezTo>
                <a:close/>
                <a:moveTo>
                  <a:pt x="243892" y="610624"/>
                </a:moveTo>
                <a:cubicBezTo>
                  <a:pt x="260662" y="610624"/>
                  <a:pt x="274256" y="624218"/>
                  <a:pt x="274256" y="640988"/>
                </a:cubicBezTo>
                <a:cubicBezTo>
                  <a:pt x="274256" y="657757"/>
                  <a:pt x="260662" y="671351"/>
                  <a:pt x="243892" y="671351"/>
                </a:cubicBezTo>
                <a:cubicBezTo>
                  <a:pt x="227123" y="671351"/>
                  <a:pt x="213529" y="657757"/>
                  <a:pt x="213529" y="640988"/>
                </a:cubicBezTo>
                <a:cubicBezTo>
                  <a:pt x="213529" y="624218"/>
                  <a:pt x="227123" y="610624"/>
                  <a:pt x="243892" y="610624"/>
                </a:cubicBezTo>
                <a:close/>
                <a:moveTo>
                  <a:pt x="171339" y="610624"/>
                </a:moveTo>
                <a:cubicBezTo>
                  <a:pt x="188107" y="610624"/>
                  <a:pt x="201701" y="624218"/>
                  <a:pt x="201701" y="640988"/>
                </a:cubicBezTo>
                <a:cubicBezTo>
                  <a:pt x="201701" y="657757"/>
                  <a:pt x="188107" y="671351"/>
                  <a:pt x="171339" y="671351"/>
                </a:cubicBezTo>
                <a:cubicBezTo>
                  <a:pt x="154667" y="671351"/>
                  <a:pt x="141073" y="657757"/>
                  <a:pt x="141073" y="640988"/>
                </a:cubicBezTo>
                <a:cubicBezTo>
                  <a:pt x="141073" y="624218"/>
                  <a:pt x="154667" y="610624"/>
                  <a:pt x="171339" y="610624"/>
                </a:cubicBezTo>
                <a:close/>
                <a:moveTo>
                  <a:pt x="98897" y="610624"/>
                </a:moveTo>
                <a:cubicBezTo>
                  <a:pt x="115658" y="610624"/>
                  <a:pt x="129252" y="624218"/>
                  <a:pt x="129252" y="640988"/>
                </a:cubicBezTo>
                <a:cubicBezTo>
                  <a:pt x="129252" y="657757"/>
                  <a:pt x="115658" y="671351"/>
                  <a:pt x="98897" y="671351"/>
                </a:cubicBezTo>
                <a:cubicBezTo>
                  <a:pt x="82124" y="671351"/>
                  <a:pt x="68530" y="657757"/>
                  <a:pt x="68530" y="640988"/>
                </a:cubicBezTo>
                <a:cubicBezTo>
                  <a:pt x="68530" y="624218"/>
                  <a:pt x="82124" y="610624"/>
                  <a:pt x="98897" y="610624"/>
                </a:cubicBezTo>
                <a:close/>
                <a:moveTo>
                  <a:pt x="26342" y="610624"/>
                </a:moveTo>
                <a:cubicBezTo>
                  <a:pt x="43106" y="610624"/>
                  <a:pt x="56701" y="624218"/>
                  <a:pt x="56701" y="640988"/>
                </a:cubicBezTo>
                <a:cubicBezTo>
                  <a:pt x="56701" y="657757"/>
                  <a:pt x="43106" y="671351"/>
                  <a:pt x="26342" y="671351"/>
                </a:cubicBezTo>
                <a:cubicBezTo>
                  <a:pt x="17956" y="671351"/>
                  <a:pt x="10365" y="667953"/>
                  <a:pt x="4871" y="662458"/>
                </a:cubicBezTo>
                <a:lnTo>
                  <a:pt x="0" y="650698"/>
                </a:lnTo>
                <a:lnTo>
                  <a:pt x="0" y="631277"/>
                </a:lnTo>
                <a:lnTo>
                  <a:pt x="4871" y="619517"/>
                </a:lnTo>
                <a:cubicBezTo>
                  <a:pt x="10365" y="614023"/>
                  <a:pt x="17956" y="610624"/>
                  <a:pt x="26342" y="610624"/>
                </a:cubicBezTo>
                <a:close/>
                <a:moveTo>
                  <a:pt x="1669096" y="549730"/>
                </a:moveTo>
                <a:lnTo>
                  <a:pt x="1668124" y="568994"/>
                </a:lnTo>
                <a:lnTo>
                  <a:pt x="1664620" y="560536"/>
                </a:lnTo>
                <a:close/>
                <a:moveTo>
                  <a:pt x="1622429" y="530173"/>
                </a:moveTo>
                <a:cubicBezTo>
                  <a:pt x="1639199" y="530173"/>
                  <a:pt x="1652792" y="543767"/>
                  <a:pt x="1652792" y="560536"/>
                </a:cubicBezTo>
                <a:cubicBezTo>
                  <a:pt x="1652792" y="577306"/>
                  <a:pt x="1639199" y="590900"/>
                  <a:pt x="1622429" y="590900"/>
                </a:cubicBezTo>
                <a:cubicBezTo>
                  <a:pt x="1605659" y="590900"/>
                  <a:pt x="1592066" y="577306"/>
                  <a:pt x="1592066" y="560536"/>
                </a:cubicBezTo>
                <a:cubicBezTo>
                  <a:pt x="1592066" y="543767"/>
                  <a:pt x="1605659" y="530173"/>
                  <a:pt x="1622429" y="530173"/>
                </a:cubicBezTo>
                <a:close/>
                <a:moveTo>
                  <a:pt x="1549874" y="530173"/>
                </a:moveTo>
                <a:cubicBezTo>
                  <a:pt x="1566644" y="530173"/>
                  <a:pt x="1580238" y="543767"/>
                  <a:pt x="1580238" y="560536"/>
                </a:cubicBezTo>
                <a:cubicBezTo>
                  <a:pt x="1580238" y="577306"/>
                  <a:pt x="1566644" y="590900"/>
                  <a:pt x="1549874" y="590900"/>
                </a:cubicBezTo>
                <a:cubicBezTo>
                  <a:pt x="1533105" y="590900"/>
                  <a:pt x="1519511" y="577306"/>
                  <a:pt x="1519511" y="560536"/>
                </a:cubicBezTo>
                <a:cubicBezTo>
                  <a:pt x="1519511" y="543767"/>
                  <a:pt x="1533105" y="530173"/>
                  <a:pt x="1549874" y="530173"/>
                </a:cubicBezTo>
                <a:close/>
                <a:moveTo>
                  <a:pt x="1477320" y="530173"/>
                </a:moveTo>
                <a:cubicBezTo>
                  <a:pt x="1494089" y="530173"/>
                  <a:pt x="1507683" y="543767"/>
                  <a:pt x="1507683" y="560536"/>
                </a:cubicBezTo>
                <a:cubicBezTo>
                  <a:pt x="1507683" y="577306"/>
                  <a:pt x="1494089" y="590900"/>
                  <a:pt x="1477320" y="590900"/>
                </a:cubicBezTo>
                <a:cubicBezTo>
                  <a:pt x="1460550" y="590900"/>
                  <a:pt x="1446956" y="577306"/>
                  <a:pt x="1446956" y="560536"/>
                </a:cubicBezTo>
                <a:cubicBezTo>
                  <a:pt x="1446956" y="543767"/>
                  <a:pt x="1460550" y="530173"/>
                  <a:pt x="1477320" y="530173"/>
                </a:cubicBezTo>
                <a:close/>
                <a:moveTo>
                  <a:pt x="1404765" y="530173"/>
                </a:moveTo>
                <a:cubicBezTo>
                  <a:pt x="1421535" y="530173"/>
                  <a:pt x="1435129" y="543767"/>
                  <a:pt x="1435129" y="560536"/>
                </a:cubicBezTo>
                <a:cubicBezTo>
                  <a:pt x="1435129" y="577306"/>
                  <a:pt x="1421535" y="590900"/>
                  <a:pt x="1404765" y="590900"/>
                </a:cubicBezTo>
                <a:cubicBezTo>
                  <a:pt x="1387996" y="590900"/>
                  <a:pt x="1374402" y="577306"/>
                  <a:pt x="1374402" y="560536"/>
                </a:cubicBezTo>
                <a:cubicBezTo>
                  <a:pt x="1374402" y="543767"/>
                  <a:pt x="1387996" y="530173"/>
                  <a:pt x="1404765" y="530173"/>
                </a:cubicBezTo>
                <a:close/>
                <a:moveTo>
                  <a:pt x="1332211" y="530173"/>
                </a:moveTo>
                <a:cubicBezTo>
                  <a:pt x="1348980" y="530173"/>
                  <a:pt x="1362574" y="543767"/>
                  <a:pt x="1362574" y="560536"/>
                </a:cubicBezTo>
                <a:cubicBezTo>
                  <a:pt x="1362574" y="577306"/>
                  <a:pt x="1348980" y="590900"/>
                  <a:pt x="1332211" y="590900"/>
                </a:cubicBezTo>
                <a:cubicBezTo>
                  <a:pt x="1315441" y="590900"/>
                  <a:pt x="1301847" y="577306"/>
                  <a:pt x="1301847" y="560536"/>
                </a:cubicBezTo>
                <a:cubicBezTo>
                  <a:pt x="1301847" y="543767"/>
                  <a:pt x="1315441" y="530173"/>
                  <a:pt x="1332211" y="530173"/>
                </a:cubicBezTo>
                <a:close/>
                <a:moveTo>
                  <a:pt x="1259656" y="530173"/>
                </a:moveTo>
                <a:cubicBezTo>
                  <a:pt x="1276426" y="530173"/>
                  <a:pt x="1290020" y="543767"/>
                  <a:pt x="1290020" y="560536"/>
                </a:cubicBezTo>
                <a:cubicBezTo>
                  <a:pt x="1290020" y="577306"/>
                  <a:pt x="1276426" y="590900"/>
                  <a:pt x="1259656" y="590900"/>
                </a:cubicBezTo>
                <a:cubicBezTo>
                  <a:pt x="1242887" y="590900"/>
                  <a:pt x="1229293" y="577306"/>
                  <a:pt x="1229293" y="560536"/>
                </a:cubicBezTo>
                <a:cubicBezTo>
                  <a:pt x="1229293" y="543767"/>
                  <a:pt x="1242887" y="530173"/>
                  <a:pt x="1259656" y="530173"/>
                </a:cubicBezTo>
                <a:close/>
                <a:moveTo>
                  <a:pt x="1187102" y="530173"/>
                </a:moveTo>
                <a:cubicBezTo>
                  <a:pt x="1203871" y="530173"/>
                  <a:pt x="1217465" y="543767"/>
                  <a:pt x="1217465" y="560536"/>
                </a:cubicBezTo>
                <a:cubicBezTo>
                  <a:pt x="1217465" y="577306"/>
                  <a:pt x="1203871" y="590900"/>
                  <a:pt x="1187102" y="590900"/>
                </a:cubicBezTo>
                <a:cubicBezTo>
                  <a:pt x="1170332" y="590900"/>
                  <a:pt x="1156738" y="577306"/>
                  <a:pt x="1156738" y="560536"/>
                </a:cubicBezTo>
                <a:cubicBezTo>
                  <a:pt x="1156738" y="543767"/>
                  <a:pt x="1170332" y="530173"/>
                  <a:pt x="1187102" y="530173"/>
                </a:cubicBezTo>
                <a:close/>
                <a:moveTo>
                  <a:pt x="1114547" y="530173"/>
                </a:moveTo>
                <a:cubicBezTo>
                  <a:pt x="1131317" y="530173"/>
                  <a:pt x="1144911" y="543767"/>
                  <a:pt x="1144911" y="560536"/>
                </a:cubicBezTo>
                <a:cubicBezTo>
                  <a:pt x="1144911" y="577306"/>
                  <a:pt x="1131317" y="590900"/>
                  <a:pt x="1114547" y="590900"/>
                </a:cubicBezTo>
                <a:cubicBezTo>
                  <a:pt x="1097778" y="590900"/>
                  <a:pt x="1084184" y="577306"/>
                  <a:pt x="1084184" y="560536"/>
                </a:cubicBezTo>
                <a:cubicBezTo>
                  <a:pt x="1084184" y="543767"/>
                  <a:pt x="1097778" y="530173"/>
                  <a:pt x="1114547" y="530173"/>
                </a:cubicBezTo>
                <a:close/>
                <a:moveTo>
                  <a:pt x="1041993" y="530173"/>
                </a:moveTo>
                <a:cubicBezTo>
                  <a:pt x="1058762" y="530173"/>
                  <a:pt x="1072356" y="543767"/>
                  <a:pt x="1072356" y="560536"/>
                </a:cubicBezTo>
                <a:cubicBezTo>
                  <a:pt x="1072356" y="577306"/>
                  <a:pt x="1058762" y="590900"/>
                  <a:pt x="1041993" y="590900"/>
                </a:cubicBezTo>
                <a:cubicBezTo>
                  <a:pt x="1025223" y="590900"/>
                  <a:pt x="1011629" y="577306"/>
                  <a:pt x="1011629" y="560536"/>
                </a:cubicBezTo>
                <a:cubicBezTo>
                  <a:pt x="1011629" y="543767"/>
                  <a:pt x="1025223" y="530173"/>
                  <a:pt x="1041993" y="530173"/>
                </a:cubicBezTo>
                <a:close/>
                <a:moveTo>
                  <a:pt x="969438" y="530173"/>
                </a:moveTo>
                <a:cubicBezTo>
                  <a:pt x="986208" y="530173"/>
                  <a:pt x="999801" y="543767"/>
                  <a:pt x="999801" y="560536"/>
                </a:cubicBezTo>
                <a:cubicBezTo>
                  <a:pt x="999801" y="577306"/>
                  <a:pt x="986208" y="590900"/>
                  <a:pt x="969438" y="590900"/>
                </a:cubicBezTo>
                <a:cubicBezTo>
                  <a:pt x="952669" y="590900"/>
                  <a:pt x="939075" y="577306"/>
                  <a:pt x="939075" y="560536"/>
                </a:cubicBezTo>
                <a:cubicBezTo>
                  <a:pt x="939075" y="543767"/>
                  <a:pt x="952669" y="530173"/>
                  <a:pt x="969438" y="530173"/>
                </a:cubicBezTo>
                <a:close/>
                <a:moveTo>
                  <a:pt x="896883" y="530173"/>
                </a:moveTo>
                <a:cubicBezTo>
                  <a:pt x="913653" y="530173"/>
                  <a:pt x="927247" y="543767"/>
                  <a:pt x="927247" y="560536"/>
                </a:cubicBezTo>
                <a:cubicBezTo>
                  <a:pt x="927247" y="577306"/>
                  <a:pt x="913653" y="590900"/>
                  <a:pt x="896883" y="590900"/>
                </a:cubicBezTo>
                <a:cubicBezTo>
                  <a:pt x="880114" y="590900"/>
                  <a:pt x="866520" y="577306"/>
                  <a:pt x="866520" y="560536"/>
                </a:cubicBezTo>
                <a:cubicBezTo>
                  <a:pt x="866520" y="543767"/>
                  <a:pt x="880114" y="530173"/>
                  <a:pt x="896883" y="530173"/>
                </a:cubicBezTo>
                <a:close/>
                <a:moveTo>
                  <a:pt x="824329" y="530173"/>
                </a:moveTo>
                <a:cubicBezTo>
                  <a:pt x="841098" y="530173"/>
                  <a:pt x="854692" y="543767"/>
                  <a:pt x="854692" y="560536"/>
                </a:cubicBezTo>
                <a:cubicBezTo>
                  <a:pt x="854692" y="577306"/>
                  <a:pt x="841098" y="590900"/>
                  <a:pt x="824329" y="590900"/>
                </a:cubicBezTo>
                <a:cubicBezTo>
                  <a:pt x="807559" y="590900"/>
                  <a:pt x="793965" y="577306"/>
                  <a:pt x="793965" y="560536"/>
                </a:cubicBezTo>
                <a:cubicBezTo>
                  <a:pt x="793965" y="543767"/>
                  <a:pt x="807559" y="530173"/>
                  <a:pt x="824329" y="530173"/>
                </a:cubicBezTo>
                <a:close/>
                <a:moveTo>
                  <a:pt x="751774" y="530173"/>
                </a:moveTo>
                <a:cubicBezTo>
                  <a:pt x="768544" y="530173"/>
                  <a:pt x="782138" y="543767"/>
                  <a:pt x="782138" y="560536"/>
                </a:cubicBezTo>
                <a:cubicBezTo>
                  <a:pt x="782138" y="577306"/>
                  <a:pt x="768544" y="590900"/>
                  <a:pt x="751774" y="590900"/>
                </a:cubicBezTo>
                <a:cubicBezTo>
                  <a:pt x="735005" y="590900"/>
                  <a:pt x="721411" y="577306"/>
                  <a:pt x="721411" y="560536"/>
                </a:cubicBezTo>
                <a:cubicBezTo>
                  <a:pt x="721411" y="543767"/>
                  <a:pt x="735005" y="530173"/>
                  <a:pt x="751774" y="530173"/>
                </a:cubicBezTo>
                <a:close/>
                <a:moveTo>
                  <a:pt x="679220" y="530173"/>
                </a:moveTo>
                <a:cubicBezTo>
                  <a:pt x="695989" y="530173"/>
                  <a:pt x="709583" y="543767"/>
                  <a:pt x="709583" y="560536"/>
                </a:cubicBezTo>
                <a:cubicBezTo>
                  <a:pt x="709583" y="577306"/>
                  <a:pt x="695989" y="590900"/>
                  <a:pt x="679220" y="590900"/>
                </a:cubicBezTo>
                <a:cubicBezTo>
                  <a:pt x="662450" y="590900"/>
                  <a:pt x="648856" y="577306"/>
                  <a:pt x="648856" y="560536"/>
                </a:cubicBezTo>
                <a:cubicBezTo>
                  <a:pt x="648856" y="543767"/>
                  <a:pt x="662450" y="530173"/>
                  <a:pt x="679220" y="530173"/>
                </a:cubicBezTo>
                <a:close/>
                <a:moveTo>
                  <a:pt x="606665" y="530173"/>
                </a:moveTo>
                <a:cubicBezTo>
                  <a:pt x="623435" y="530173"/>
                  <a:pt x="637029" y="543767"/>
                  <a:pt x="637029" y="560536"/>
                </a:cubicBezTo>
                <a:cubicBezTo>
                  <a:pt x="637029" y="577306"/>
                  <a:pt x="623435" y="590900"/>
                  <a:pt x="606665" y="590900"/>
                </a:cubicBezTo>
                <a:cubicBezTo>
                  <a:pt x="589896" y="590900"/>
                  <a:pt x="576302" y="577306"/>
                  <a:pt x="576302" y="560536"/>
                </a:cubicBezTo>
                <a:cubicBezTo>
                  <a:pt x="576302" y="543767"/>
                  <a:pt x="589896" y="530173"/>
                  <a:pt x="606665" y="530173"/>
                </a:cubicBezTo>
                <a:close/>
                <a:moveTo>
                  <a:pt x="534111" y="530173"/>
                </a:moveTo>
                <a:cubicBezTo>
                  <a:pt x="550880" y="530173"/>
                  <a:pt x="564474" y="543767"/>
                  <a:pt x="564474" y="560536"/>
                </a:cubicBezTo>
                <a:cubicBezTo>
                  <a:pt x="564474" y="577306"/>
                  <a:pt x="550880" y="590900"/>
                  <a:pt x="534111" y="590900"/>
                </a:cubicBezTo>
                <a:cubicBezTo>
                  <a:pt x="517341" y="590900"/>
                  <a:pt x="503747" y="577306"/>
                  <a:pt x="503747" y="560536"/>
                </a:cubicBezTo>
                <a:cubicBezTo>
                  <a:pt x="503747" y="543767"/>
                  <a:pt x="517341" y="530173"/>
                  <a:pt x="534111" y="530173"/>
                </a:cubicBezTo>
                <a:close/>
                <a:moveTo>
                  <a:pt x="461556" y="530173"/>
                </a:moveTo>
                <a:cubicBezTo>
                  <a:pt x="478326" y="530173"/>
                  <a:pt x="491920" y="543767"/>
                  <a:pt x="491920" y="560536"/>
                </a:cubicBezTo>
                <a:cubicBezTo>
                  <a:pt x="491920" y="577306"/>
                  <a:pt x="478326" y="590900"/>
                  <a:pt x="461556" y="590900"/>
                </a:cubicBezTo>
                <a:cubicBezTo>
                  <a:pt x="444787" y="590900"/>
                  <a:pt x="431192" y="577306"/>
                  <a:pt x="431192" y="560536"/>
                </a:cubicBezTo>
                <a:cubicBezTo>
                  <a:pt x="431192" y="543767"/>
                  <a:pt x="444787" y="530173"/>
                  <a:pt x="461556" y="530173"/>
                </a:cubicBezTo>
                <a:close/>
                <a:moveTo>
                  <a:pt x="389002" y="530173"/>
                </a:moveTo>
                <a:cubicBezTo>
                  <a:pt x="405771" y="530173"/>
                  <a:pt x="419365" y="543767"/>
                  <a:pt x="419365" y="560536"/>
                </a:cubicBezTo>
                <a:cubicBezTo>
                  <a:pt x="419365" y="577306"/>
                  <a:pt x="405771" y="590900"/>
                  <a:pt x="389002" y="590900"/>
                </a:cubicBezTo>
                <a:cubicBezTo>
                  <a:pt x="372232" y="590900"/>
                  <a:pt x="358638" y="577306"/>
                  <a:pt x="358638" y="560536"/>
                </a:cubicBezTo>
                <a:cubicBezTo>
                  <a:pt x="358638" y="543767"/>
                  <a:pt x="372232" y="530173"/>
                  <a:pt x="389002" y="530173"/>
                </a:cubicBezTo>
                <a:close/>
                <a:moveTo>
                  <a:pt x="316447" y="530173"/>
                </a:moveTo>
                <a:cubicBezTo>
                  <a:pt x="333216" y="530173"/>
                  <a:pt x="346810" y="543767"/>
                  <a:pt x="346810" y="560536"/>
                </a:cubicBezTo>
                <a:cubicBezTo>
                  <a:pt x="346810" y="577306"/>
                  <a:pt x="333216" y="590900"/>
                  <a:pt x="316447" y="590900"/>
                </a:cubicBezTo>
                <a:cubicBezTo>
                  <a:pt x="299677" y="590900"/>
                  <a:pt x="286084" y="577306"/>
                  <a:pt x="286084" y="560536"/>
                </a:cubicBezTo>
                <a:cubicBezTo>
                  <a:pt x="286084" y="543767"/>
                  <a:pt x="299677" y="530173"/>
                  <a:pt x="316447" y="530173"/>
                </a:cubicBezTo>
                <a:close/>
                <a:moveTo>
                  <a:pt x="243892" y="530173"/>
                </a:moveTo>
                <a:cubicBezTo>
                  <a:pt x="260662" y="530173"/>
                  <a:pt x="274256" y="543767"/>
                  <a:pt x="274256" y="560536"/>
                </a:cubicBezTo>
                <a:cubicBezTo>
                  <a:pt x="274256" y="577306"/>
                  <a:pt x="260662" y="590900"/>
                  <a:pt x="243892" y="590900"/>
                </a:cubicBezTo>
                <a:cubicBezTo>
                  <a:pt x="227123" y="590900"/>
                  <a:pt x="213529" y="577306"/>
                  <a:pt x="213529" y="560536"/>
                </a:cubicBezTo>
                <a:cubicBezTo>
                  <a:pt x="213529" y="543767"/>
                  <a:pt x="227123" y="530173"/>
                  <a:pt x="243892" y="530173"/>
                </a:cubicBezTo>
                <a:close/>
                <a:moveTo>
                  <a:pt x="171339" y="530173"/>
                </a:moveTo>
                <a:cubicBezTo>
                  <a:pt x="188107" y="530173"/>
                  <a:pt x="201701" y="543767"/>
                  <a:pt x="201701" y="560536"/>
                </a:cubicBezTo>
                <a:cubicBezTo>
                  <a:pt x="201701" y="577306"/>
                  <a:pt x="188107" y="590900"/>
                  <a:pt x="171339" y="590900"/>
                </a:cubicBezTo>
                <a:cubicBezTo>
                  <a:pt x="154673" y="590900"/>
                  <a:pt x="141079" y="577306"/>
                  <a:pt x="141079" y="560536"/>
                </a:cubicBezTo>
                <a:cubicBezTo>
                  <a:pt x="141079" y="543767"/>
                  <a:pt x="154673" y="530173"/>
                  <a:pt x="171339" y="530173"/>
                </a:cubicBezTo>
                <a:close/>
                <a:moveTo>
                  <a:pt x="98904" y="530173"/>
                </a:moveTo>
                <a:cubicBezTo>
                  <a:pt x="115664" y="530173"/>
                  <a:pt x="129258" y="543767"/>
                  <a:pt x="129258" y="560536"/>
                </a:cubicBezTo>
                <a:cubicBezTo>
                  <a:pt x="129258" y="577306"/>
                  <a:pt x="115664" y="590900"/>
                  <a:pt x="98904" y="590900"/>
                </a:cubicBezTo>
                <a:cubicBezTo>
                  <a:pt x="82130" y="590900"/>
                  <a:pt x="68536" y="577306"/>
                  <a:pt x="68536" y="560536"/>
                </a:cubicBezTo>
                <a:cubicBezTo>
                  <a:pt x="68536" y="543767"/>
                  <a:pt x="82130" y="530173"/>
                  <a:pt x="98904" y="530173"/>
                </a:cubicBezTo>
                <a:close/>
                <a:moveTo>
                  <a:pt x="26349" y="530173"/>
                </a:moveTo>
                <a:cubicBezTo>
                  <a:pt x="43112" y="530173"/>
                  <a:pt x="56707" y="543767"/>
                  <a:pt x="56707" y="560536"/>
                </a:cubicBezTo>
                <a:cubicBezTo>
                  <a:pt x="56707" y="577306"/>
                  <a:pt x="43112" y="590900"/>
                  <a:pt x="26349" y="590900"/>
                </a:cubicBezTo>
                <a:cubicBezTo>
                  <a:pt x="17963" y="590900"/>
                  <a:pt x="10372" y="587502"/>
                  <a:pt x="4877" y="582007"/>
                </a:cubicBezTo>
                <a:lnTo>
                  <a:pt x="0" y="570232"/>
                </a:lnTo>
                <a:lnTo>
                  <a:pt x="0" y="550840"/>
                </a:lnTo>
                <a:lnTo>
                  <a:pt x="4877" y="539066"/>
                </a:lnTo>
                <a:cubicBezTo>
                  <a:pt x="10372" y="533572"/>
                  <a:pt x="17963" y="530173"/>
                  <a:pt x="26349" y="530173"/>
                </a:cubicBezTo>
                <a:close/>
                <a:moveTo>
                  <a:pt x="1673704" y="458486"/>
                </a:moveTo>
                <a:lnTo>
                  <a:pt x="1671744" y="497284"/>
                </a:lnTo>
                <a:lnTo>
                  <a:pt x="1664620" y="480084"/>
                </a:lnTo>
                <a:cubicBezTo>
                  <a:pt x="1664620" y="471700"/>
                  <a:pt x="1668019" y="464109"/>
                  <a:pt x="1673514" y="458614"/>
                </a:cubicBezTo>
                <a:close/>
                <a:moveTo>
                  <a:pt x="1622429" y="449721"/>
                </a:moveTo>
                <a:cubicBezTo>
                  <a:pt x="1639199" y="449721"/>
                  <a:pt x="1652792" y="463315"/>
                  <a:pt x="1652792" y="480084"/>
                </a:cubicBezTo>
                <a:cubicBezTo>
                  <a:pt x="1652792" y="496854"/>
                  <a:pt x="1639199" y="510448"/>
                  <a:pt x="1622429" y="510448"/>
                </a:cubicBezTo>
                <a:cubicBezTo>
                  <a:pt x="1605659" y="510448"/>
                  <a:pt x="1592066" y="496854"/>
                  <a:pt x="1592066" y="480084"/>
                </a:cubicBezTo>
                <a:cubicBezTo>
                  <a:pt x="1592066" y="463315"/>
                  <a:pt x="1605659" y="449721"/>
                  <a:pt x="1622429" y="449721"/>
                </a:cubicBezTo>
                <a:close/>
                <a:moveTo>
                  <a:pt x="1549874" y="449721"/>
                </a:moveTo>
                <a:cubicBezTo>
                  <a:pt x="1566644" y="449721"/>
                  <a:pt x="1580238" y="463315"/>
                  <a:pt x="1580238" y="480084"/>
                </a:cubicBezTo>
                <a:cubicBezTo>
                  <a:pt x="1580238" y="496854"/>
                  <a:pt x="1566644" y="510448"/>
                  <a:pt x="1549874" y="510448"/>
                </a:cubicBezTo>
                <a:cubicBezTo>
                  <a:pt x="1533105" y="510448"/>
                  <a:pt x="1519511" y="496854"/>
                  <a:pt x="1519511" y="480084"/>
                </a:cubicBezTo>
                <a:cubicBezTo>
                  <a:pt x="1519511" y="463315"/>
                  <a:pt x="1533105" y="449721"/>
                  <a:pt x="1549874" y="449721"/>
                </a:cubicBezTo>
                <a:close/>
                <a:moveTo>
                  <a:pt x="1477320" y="449721"/>
                </a:moveTo>
                <a:cubicBezTo>
                  <a:pt x="1494089" y="449721"/>
                  <a:pt x="1507683" y="463315"/>
                  <a:pt x="1507683" y="480084"/>
                </a:cubicBezTo>
                <a:cubicBezTo>
                  <a:pt x="1507683" y="496854"/>
                  <a:pt x="1494089" y="510448"/>
                  <a:pt x="1477320" y="510448"/>
                </a:cubicBezTo>
                <a:cubicBezTo>
                  <a:pt x="1460550" y="510448"/>
                  <a:pt x="1446956" y="496854"/>
                  <a:pt x="1446956" y="480084"/>
                </a:cubicBezTo>
                <a:cubicBezTo>
                  <a:pt x="1446956" y="463315"/>
                  <a:pt x="1460550" y="449721"/>
                  <a:pt x="1477320" y="449721"/>
                </a:cubicBezTo>
                <a:close/>
                <a:moveTo>
                  <a:pt x="1404765" y="449721"/>
                </a:moveTo>
                <a:cubicBezTo>
                  <a:pt x="1421535" y="449721"/>
                  <a:pt x="1435129" y="463315"/>
                  <a:pt x="1435129" y="480084"/>
                </a:cubicBezTo>
                <a:cubicBezTo>
                  <a:pt x="1435129" y="496854"/>
                  <a:pt x="1421535" y="510448"/>
                  <a:pt x="1404765" y="510448"/>
                </a:cubicBezTo>
                <a:cubicBezTo>
                  <a:pt x="1387996" y="510448"/>
                  <a:pt x="1374402" y="496854"/>
                  <a:pt x="1374402" y="480084"/>
                </a:cubicBezTo>
                <a:cubicBezTo>
                  <a:pt x="1374402" y="463315"/>
                  <a:pt x="1387996" y="449721"/>
                  <a:pt x="1404765" y="449721"/>
                </a:cubicBezTo>
                <a:close/>
                <a:moveTo>
                  <a:pt x="1332211" y="449721"/>
                </a:moveTo>
                <a:cubicBezTo>
                  <a:pt x="1348980" y="449721"/>
                  <a:pt x="1362574" y="463315"/>
                  <a:pt x="1362574" y="480084"/>
                </a:cubicBezTo>
                <a:cubicBezTo>
                  <a:pt x="1362574" y="496854"/>
                  <a:pt x="1348980" y="510448"/>
                  <a:pt x="1332211" y="510448"/>
                </a:cubicBezTo>
                <a:cubicBezTo>
                  <a:pt x="1315441" y="510448"/>
                  <a:pt x="1301847" y="496854"/>
                  <a:pt x="1301847" y="480084"/>
                </a:cubicBezTo>
                <a:cubicBezTo>
                  <a:pt x="1301847" y="463315"/>
                  <a:pt x="1315441" y="449721"/>
                  <a:pt x="1332211" y="449721"/>
                </a:cubicBezTo>
                <a:close/>
                <a:moveTo>
                  <a:pt x="1259656" y="449721"/>
                </a:moveTo>
                <a:cubicBezTo>
                  <a:pt x="1276426" y="449721"/>
                  <a:pt x="1290020" y="463315"/>
                  <a:pt x="1290020" y="480084"/>
                </a:cubicBezTo>
                <a:cubicBezTo>
                  <a:pt x="1290020" y="496854"/>
                  <a:pt x="1276426" y="510448"/>
                  <a:pt x="1259656" y="510448"/>
                </a:cubicBezTo>
                <a:cubicBezTo>
                  <a:pt x="1242887" y="510448"/>
                  <a:pt x="1229293" y="496854"/>
                  <a:pt x="1229293" y="480084"/>
                </a:cubicBezTo>
                <a:cubicBezTo>
                  <a:pt x="1229293" y="463315"/>
                  <a:pt x="1242887" y="449721"/>
                  <a:pt x="1259656" y="449721"/>
                </a:cubicBezTo>
                <a:close/>
                <a:moveTo>
                  <a:pt x="1187102" y="449721"/>
                </a:moveTo>
                <a:cubicBezTo>
                  <a:pt x="1203871" y="449721"/>
                  <a:pt x="1217465" y="463315"/>
                  <a:pt x="1217465" y="480084"/>
                </a:cubicBezTo>
                <a:cubicBezTo>
                  <a:pt x="1217465" y="496854"/>
                  <a:pt x="1203871" y="510448"/>
                  <a:pt x="1187102" y="510448"/>
                </a:cubicBezTo>
                <a:cubicBezTo>
                  <a:pt x="1170332" y="510448"/>
                  <a:pt x="1156738" y="496854"/>
                  <a:pt x="1156738" y="480084"/>
                </a:cubicBezTo>
                <a:cubicBezTo>
                  <a:pt x="1156738" y="463315"/>
                  <a:pt x="1170332" y="449721"/>
                  <a:pt x="1187102" y="449721"/>
                </a:cubicBezTo>
                <a:close/>
                <a:moveTo>
                  <a:pt x="1114547" y="449721"/>
                </a:moveTo>
                <a:cubicBezTo>
                  <a:pt x="1131317" y="449721"/>
                  <a:pt x="1144911" y="463315"/>
                  <a:pt x="1144911" y="480084"/>
                </a:cubicBezTo>
                <a:cubicBezTo>
                  <a:pt x="1144911" y="496854"/>
                  <a:pt x="1131317" y="510448"/>
                  <a:pt x="1114547" y="510448"/>
                </a:cubicBezTo>
                <a:cubicBezTo>
                  <a:pt x="1097778" y="510448"/>
                  <a:pt x="1084184" y="496854"/>
                  <a:pt x="1084184" y="480084"/>
                </a:cubicBezTo>
                <a:cubicBezTo>
                  <a:pt x="1084184" y="463315"/>
                  <a:pt x="1097778" y="449721"/>
                  <a:pt x="1114547" y="449721"/>
                </a:cubicBezTo>
                <a:close/>
                <a:moveTo>
                  <a:pt x="1041993" y="449721"/>
                </a:moveTo>
                <a:cubicBezTo>
                  <a:pt x="1058762" y="449721"/>
                  <a:pt x="1072356" y="463315"/>
                  <a:pt x="1072356" y="480084"/>
                </a:cubicBezTo>
                <a:cubicBezTo>
                  <a:pt x="1072356" y="496854"/>
                  <a:pt x="1058762" y="510448"/>
                  <a:pt x="1041993" y="510448"/>
                </a:cubicBezTo>
                <a:cubicBezTo>
                  <a:pt x="1025223" y="510448"/>
                  <a:pt x="1011629" y="496854"/>
                  <a:pt x="1011629" y="480084"/>
                </a:cubicBezTo>
                <a:cubicBezTo>
                  <a:pt x="1011629" y="463315"/>
                  <a:pt x="1025223" y="449721"/>
                  <a:pt x="1041993" y="449721"/>
                </a:cubicBezTo>
                <a:close/>
                <a:moveTo>
                  <a:pt x="969438" y="449721"/>
                </a:moveTo>
                <a:cubicBezTo>
                  <a:pt x="986208" y="449721"/>
                  <a:pt x="999801" y="463315"/>
                  <a:pt x="999801" y="480084"/>
                </a:cubicBezTo>
                <a:cubicBezTo>
                  <a:pt x="999801" y="496854"/>
                  <a:pt x="986208" y="510448"/>
                  <a:pt x="969438" y="510448"/>
                </a:cubicBezTo>
                <a:cubicBezTo>
                  <a:pt x="952669" y="510448"/>
                  <a:pt x="939075" y="496854"/>
                  <a:pt x="939075" y="480084"/>
                </a:cubicBezTo>
                <a:cubicBezTo>
                  <a:pt x="939075" y="463315"/>
                  <a:pt x="952669" y="449721"/>
                  <a:pt x="969438" y="449721"/>
                </a:cubicBezTo>
                <a:close/>
                <a:moveTo>
                  <a:pt x="896883" y="449721"/>
                </a:moveTo>
                <a:cubicBezTo>
                  <a:pt x="913653" y="449721"/>
                  <a:pt x="927247" y="463315"/>
                  <a:pt x="927247" y="480084"/>
                </a:cubicBezTo>
                <a:cubicBezTo>
                  <a:pt x="927247" y="496854"/>
                  <a:pt x="913653" y="510448"/>
                  <a:pt x="896883" y="510448"/>
                </a:cubicBezTo>
                <a:cubicBezTo>
                  <a:pt x="880114" y="510448"/>
                  <a:pt x="866520" y="496854"/>
                  <a:pt x="866520" y="480084"/>
                </a:cubicBezTo>
                <a:cubicBezTo>
                  <a:pt x="866520" y="463315"/>
                  <a:pt x="880114" y="449721"/>
                  <a:pt x="896883" y="449721"/>
                </a:cubicBezTo>
                <a:close/>
                <a:moveTo>
                  <a:pt x="824329" y="449721"/>
                </a:moveTo>
                <a:cubicBezTo>
                  <a:pt x="841098" y="449721"/>
                  <a:pt x="854692" y="463315"/>
                  <a:pt x="854692" y="480084"/>
                </a:cubicBezTo>
                <a:cubicBezTo>
                  <a:pt x="854692" y="496854"/>
                  <a:pt x="841098" y="510448"/>
                  <a:pt x="824329" y="510448"/>
                </a:cubicBezTo>
                <a:cubicBezTo>
                  <a:pt x="807559" y="510448"/>
                  <a:pt x="793965" y="496854"/>
                  <a:pt x="793965" y="480084"/>
                </a:cubicBezTo>
                <a:cubicBezTo>
                  <a:pt x="793965" y="463315"/>
                  <a:pt x="807559" y="449721"/>
                  <a:pt x="824329" y="449721"/>
                </a:cubicBezTo>
                <a:close/>
                <a:moveTo>
                  <a:pt x="751774" y="449721"/>
                </a:moveTo>
                <a:cubicBezTo>
                  <a:pt x="768544" y="449721"/>
                  <a:pt x="782138" y="463315"/>
                  <a:pt x="782138" y="480084"/>
                </a:cubicBezTo>
                <a:cubicBezTo>
                  <a:pt x="782138" y="496854"/>
                  <a:pt x="768544" y="510448"/>
                  <a:pt x="751774" y="510448"/>
                </a:cubicBezTo>
                <a:cubicBezTo>
                  <a:pt x="735005" y="510448"/>
                  <a:pt x="721411" y="496854"/>
                  <a:pt x="721411" y="480084"/>
                </a:cubicBezTo>
                <a:cubicBezTo>
                  <a:pt x="721411" y="463315"/>
                  <a:pt x="735005" y="449721"/>
                  <a:pt x="751774" y="449721"/>
                </a:cubicBezTo>
                <a:close/>
                <a:moveTo>
                  <a:pt x="679220" y="449721"/>
                </a:moveTo>
                <a:cubicBezTo>
                  <a:pt x="695989" y="449721"/>
                  <a:pt x="709583" y="463315"/>
                  <a:pt x="709583" y="480084"/>
                </a:cubicBezTo>
                <a:cubicBezTo>
                  <a:pt x="709583" y="496854"/>
                  <a:pt x="695989" y="510448"/>
                  <a:pt x="679220" y="510448"/>
                </a:cubicBezTo>
                <a:cubicBezTo>
                  <a:pt x="662450" y="510448"/>
                  <a:pt x="648856" y="496854"/>
                  <a:pt x="648856" y="480084"/>
                </a:cubicBezTo>
                <a:cubicBezTo>
                  <a:pt x="648856" y="463315"/>
                  <a:pt x="662450" y="449721"/>
                  <a:pt x="679220" y="449721"/>
                </a:cubicBezTo>
                <a:close/>
                <a:moveTo>
                  <a:pt x="606665" y="449721"/>
                </a:moveTo>
                <a:cubicBezTo>
                  <a:pt x="623435" y="449721"/>
                  <a:pt x="637029" y="463315"/>
                  <a:pt x="637029" y="480084"/>
                </a:cubicBezTo>
                <a:cubicBezTo>
                  <a:pt x="637029" y="496854"/>
                  <a:pt x="623435" y="510448"/>
                  <a:pt x="606665" y="510448"/>
                </a:cubicBezTo>
                <a:cubicBezTo>
                  <a:pt x="589896" y="510448"/>
                  <a:pt x="576302" y="496854"/>
                  <a:pt x="576302" y="480084"/>
                </a:cubicBezTo>
                <a:cubicBezTo>
                  <a:pt x="576302" y="463315"/>
                  <a:pt x="589896" y="449721"/>
                  <a:pt x="606665" y="449721"/>
                </a:cubicBezTo>
                <a:close/>
                <a:moveTo>
                  <a:pt x="534111" y="449721"/>
                </a:moveTo>
                <a:cubicBezTo>
                  <a:pt x="550880" y="449721"/>
                  <a:pt x="564474" y="463315"/>
                  <a:pt x="564474" y="480084"/>
                </a:cubicBezTo>
                <a:cubicBezTo>
                  <a:pt x="564474" y="496854"/>
                  <a:pt x="550880" y="510448"/>
                  <a:pt x="534111" y="510448"/>
                </a:cubicBezTo>
                <a:cubicBezTo>
                  <a:pt x="517341" y="510448"/>
                  <a:pt x="503747" y="496854"/>
                  <a:pt x="503747" y="480084"/>
                </a:cubicBezTo>
                <a:cubicBezTo>
                  <a:pt x="503747" y="463315"/>
                  <a:pt x="517341" y="449721"/>
                  <a:pt x="534111" y="449721"/>
                </a:cubicBezTo>
                <a:close/>
                <a:moveTo>
                  <a:pt x="461556" y="449721"/>
                </a:moveTo>
                <a:cubicBezTo>
                  <a:pt x="478326" y="449721"/>
                  <a:pt x="491920" y="463315"/>
                  <a:pt x="491920" y="480084"/>
                </a:cubicBezTo>
                <a:cubicBezTo>
                  <a:pt x="491920" y="496854"/>
                  <a:pt x="478326" y="510448"/>
                  <a:pt x="461556" y="510448"/>
                </a:cubicBezTo>
                <a:cubicBezTo>
                  <a:pt x="444787" y="510448"/>
                  <a:pt x="431192" y="496854"/>
                  <a:pt x="431192" y="480084"/>
                </a:cubicBezTo>
                <a:cubicBezTo>
                  <a:pt x="431192" y="463315"/>
                  <a:pt x="444787" y="449721"/>
                  <a:pt x="461556" y="449721"/>
                </a:cubicBezTo>
                <a:close/>
                <a:moveTo>
                  <a:pt x="389002" y="449721"/>
                </a:moveTo>
                <a:cubicBezTo>
                  <a:pt x="405771" y="449721"/>
                  <a:pt x="419365" y="463315"/>
                  <a:pt x="419365" y="480084"/>
                </a:cubicBezTo>
                <a:cubicBezTo>
                  <a:pt x="419365" y="496854"/>
                  <a:pt x="405771" y="510448"/>
                  <a:pt x="389002" y="510448"/>
                </a:cubicBezTo>
                <a:cubicBezTo>
                  <a:pt x="372232" y="510448"/>
                  <a:pt x="358638" y="496854"/>
                  <a:pt x="358638" y="480084"/>
                </a:cubicBezTo>
                <a:cubicBezTo>
                  <a:pt x="358638" y="463315"/>
                  <a:pt x="372232" y="449721"/>
                  <a:pt x="389002" y="449721"/>
                </a:cubicBezTo>
                <a:close/>
                <a:moveTo>
                  <a:pt x="316447" y="449721"/>
                </a:moveTo>
                <a:cubicBezTo>
                  <a:pt x="333216" y="449721"/>
                  <a:pt x="346810" y="463315"/>
                  <a:pt x="346810" y="480084"/>
                </a:cubicBezTo>
                <a:cubicBezTo>
                  <a:pt x="346810" y="496854"/>
                  <a:pt x="333216" y="510448"/>
                  <a:pt x="316447" y="510448"/>
                </a:cubicBezTo>
                <a:cubicBezTo>
                  <a:pt x="299677" y="510448"/>
                  <a:pt x="286084" y="496854"/>
                  <a:pt x="286084" y="480084"/>
                </a:cubicBezTo>
                <a:cubicBezTo>
                  <a:pt x="286084" y="463315"/>
                  <a:pt x="299677" y="449721"/>
                  <a:pt x="316447" y="449721"/>
                </a:cubicBezTo>
                <a:close/>
                <a:moveTo>
                  <a:pt x="243892" y="449721"/>
                </a:moveTo>
                <a:cubicBezTo>
                  <a:pt x="260662" y="449721"/>
                  <a:pt x="274256" y="463315"/>
                  <a:pt x="274256" y="480084"/>
                </a:cubicBezTo>
                <a:cubicBezTo>
                  <a:pt x="274256" y="496854"/>
                  <a:pt x="260662" y="510448"/>
                  <a:pt x="243892" y="510448"/>
                </a:cubicBezTo>
                <a:cubicBezTo>
                  <a:pt x="227123" y="510448"/>
                  <a:pt x="213529" y="496854"/>
                  <a:pt x="213529" y="480084"/>
                </a:cubicBezTo>
                <a:cubicBezTo>
                  <a:pt x="213529" y="463315"/>
                  <a:pt x="227123" y="449721"/>
                  <a:pt x="243892" y="449721"/>
                </a:cubicBezTo>
                <a:close/>
                <a:moveTo>
                  <a:pt x="171339" y="449721"/>
                </a:moveTo>
                <a:cubicBezTo>
                  <a:pt x="188107" y="449721"/>
                  <a:pt x="201701" y="463315"/>
                  <a:pt x="201701" y="480084"/>
                </a:cubicBezTo>
                <a:cubicBezTo>
                  <a:pt x="201701" y="496854"/>
                  <a:pt x="188107" y="510448"/>
                  <a:pt x="171339" y="510448"/>
                </a:cubicBezTo>
                <a:cubicBezTo>
                  <a:pt x="154679" y="510448"/>
                  <a:pt x="141085" y="496854"/>
                  <a:pt x="141085" y="480084"/>
                </a:cubicBezTo>
                <a:cubicBezTo>
                  <a:pt x="141085" y="463315"/>
                  <a:pt x="154679" y="449721"/>
                  <a:pt x="171339" y="449721"/>
                </a:cubicBezTo>
                <a:close/>
                <a:moveTo>
                  <a:pt x="98910" y="449721"/>
                </a:moveTo>
                <a:cubicBezTo>
                  <a:pt x="115670" y="449721"/>
                  <a:pt x="129264" y="463315"/>
                  <a:pt x="129264" y="480084"/>
                </a:cubicBezTo>
                <a:cubicBezTo>
                  <a:pt x="129264" y="496854"/>
                  <a:pt x="115670" y="510448"/>
                  <a:pt x="98910" y="510448"/>
                </a:cubicBezTo>
                <a:cubicBezTo>
                  <a:pt x="82136" y="510448"/>
                  <a:pt x="68542" y="496854"/>
                  <a:pt x="68542" y="480084"/>
                </a:cubicBezTo>
                <a:cubicBezTo>
                  <a:pt x="68542" y="463315"/>
                  <a:pt x="82136" y="449721"/>
                  <a:pt x="98910" y="449721"/>
                </a:cubicBezTo>
                <a:close/>
                <a:moveTo>
                  <a:pt x="26355" y="449721"/>
                </a:moveTo>
                <a:cubicBezTo>
                  <a:pt x="43118" y="449721"/>
                  <a:pt x="56713" y="463315"/>
                  <a:pt x="56713" y="480084"/>
                </a:cubicBezTo>
                <a:cubicBezTo>
                  <a:pt x="56713" y="496854"/>
                  <a:pt x="43118" y="510448"/>
                  <a:pt x="26355" y="510448"/>
                </a:cubicBezTo>
                <a:cubicBezTo>
                  <a:pt x="17970" y="510448"/>
                  <a:pt x="10379" y="507050"/>
                  <a:pt x="4884" y="501555"/>
                </a:cubicBezTo>
                <a:lnTo>
                  <a:pt x="0" y="489763"/>
                </a:lnTo>
                <a:lnTo>
                  <a:pt x="0" y="470405"/>
                </a:lnTo>
                <a:lnTo>
                  <a:pt x="4884" y="458614"/>
                </a:lnTo>
                <a:cubicBezTo>
                  <a:pt x="10379" y="453120"/>
                  <a:pt x="17970" y="449721"/>
                  <a:pt x="26355" y="449721"/>
                </a:cubicBezTo>
                <a:close/>
                <a:moveTo>
                  <a:pt x="1673066" y="379245"/>
                </a:moveTo>
                <a:lnTo>
                  <a:pt x="1675237" y="422266"/>
                </a:lnTo>
                <a:lnTo>
                  <a:pt x="1673514" y="421103"/>
                </a:lnTo>
                <a:cubicBezTo>
                  <a:pt x="1668019" y="415609"/>
                  <a:pt x="1664620" y="408017"/>
                  <a:pt x="1664620" y="399633"/>
                </a:cubicBezTo>
                <a:close/>
                <a:moveTo>
                  <a:pt x="1622429" y="369269"/>
                </a:moveTo>
                <a:cubicBezTo>
                  <a:pt x="1639199" y="369269"/>
                  <a:pt x="1652792" y="382864"/>
                  <a:pt x="1652792" y="399633"/>
                </a:cubicBezTo>
                <a:cubicBezTo>
                  <a:pt x="1652792" y="416402"/>
                  <a:pt x="1639199" y="429997"/>
                  <a:pt x="1622429" y="429997"/>
                </a:cubicBezTo>
                <a:cubicBezTo>
                  <a:pt x="1605659" y="429997"/>
                  <a:pt x="1592066" y="416402"/>
                  <a:pt x="1592066" y="399633"/>
                </a:cubicBezTo>
                <a:cubicBezTo>
                  <a:pt x="1592066" y="382864"/>
                  <a:pt x="1605659" y="369269"/>
                  <a:pt x="1622429" y="369269"/>
                </a:cubicBezTo>
                <a:close/>
                <a:moveTo>
                  <a:pt x="1549874" y="369269"/>
                </a:moveTo>
                <a:cubicBezTo>
                  <a:pt x="1566644" y="369269"/>
                  <a:pt x="1580238" y="382864"/>
                  <a:pt x="1580238" y="399633"/>
                </a:cubicBezTo>
                <a:cubicBezTo>
                  <a:pt x="1580238" y="416402"/>
                  <a:pt x="1566644" y="429997"/>
                  <a:pt x="1549874" y="429997"/>
                </a:cubicBezTo>
                <a:cubicBezTo>
                  <a:pt x="1533105" y="429997"/>
                  <a:pt x="1519511" y="416402"/>
                  <a:pt x="1519511" y="399633"/>
                </a:cubicBezTo>
                <a:cubicBezTo>
                  <a:pt x="1519511" y="382864"/>
                  <a:pt x="1533105" y="369269"/>
                  <a:pt x="1549874" y="369269"/>
                </a:cubicBezTo>
                <a:close/>
                <a:moveTo>
                  <a:pt x="1477320" y="369269"/>
                </a:moveTo>
                <a:cubicBezTo>
                  <a:pt x="1494089" y="369269"/>
                  <a:pt x="1507683" y="382864"/>
                  <a:pt x="1507683" y="399633"/>
                </a:cubicBezTo>
                <a:cubicBezTo>
                  <a:pt x="1507683" y="416402"/>
                  <a:pt x="1494089" y="429997"/>
                  <a:pt x="1477320" y="429997"/>
                </a:cubicBezTo>
                <a:cubicBezTo>
                  <a:pt x="1460550" y="429997"/>
                  <a:pt x="1446956" y="416402"/>
                  <a:pt x="1446956" y="399633"/>
                </a:cubicBezTo>
                <a:cubicBezTo>
                  <a:pt x="1446956" y="382864"/>
                  <a:pt x="1460550" y="369269"/>
                  <a:pt x="1477320" y="369269"/>
                </a:cubicBezTo>
                <a:close/>
                <a:moveTo>
                  <a:pt x="1404765" y="369269"/>
                </a:moveTo>
                <a:cubicBezTo>
                  <a:pt x="1421535" y="369269"/>
                  <a:pt x="1435129" y="382864"/>
                  <a:pt x="1435129" y="399633"/>
                </a:cubicBezTo>
                <a:cubicBezTo>
                  <a:pt x="1435129" y="416402"/>
                  <a:pt x="1421535" y="429997"/>
                  <a:pt x="1404765" y="429997"/>
                </a:cubicBezTo>
                <a:cubicBezTo>
                  <a:pt x="1387996" y="429997"/>
                  <a:pt x="1374402" y="416402"/>
                  <a:pt x="1374402" y="399633"/>
                </a:cubicBezTo>
                <a:cubicBezTo>
                  <a:pt x="1374402" y="382864"/>
                  <a:pt x="1387996" y="369269"/>
                  <a:pt x="1404765" y="369269"/>
                </a:cubicBezTo>
                <a:close/>
                <a:moveTo>
                  <a:pt x="1332211" y="369269"/>
                </a:moveTo>
                <a:cubicBezTo>
                  <a:pt x="1348980" y="369269"/>
                  <a:pt x="1362574" y="382864"/>
                  <a:pt x="1362574" y="399633"/>
                </a:cubicBezTo>
                <a:cubicBezTo>
                  <a:pt x="1362574" y="416402"/>
                  <a:pt x="1348980" y="429997"/>
                  <a:pt x="1332211" y="429997"/>
                </a:cubicBezTo>
                <a:cubicBezTo>
                  <a:pt x="1315441" y="429997"/>
                  <a:pt x="1301847" y="416402"/>
                  <a:pt x="1301847" y="399633"/>
                </a:cubicBezTo>
                <a:cubicBezTo>
                  <a:pt x="1301847" y="382864"/>
                  <a:pt x="1315441" y="369269"/>
                  <a:pt x="1332211" y="369269"/>
                </a:cubicBezTo>
                <a:close/>
                <a:moveTo>
                  <a:pt x="1259656" y="369269"/>
                </a:moveTo>
                <a:cubicBezTo>
                  <a:pt x="1276426" y="369269"/>
                  <a:pt x="1290020" y="382864"/>
                  <a:pt x="1290020" y="399633"/>
                </a:cubicBezTo>
                <a:cubicBezTo>
                  <a:pt x="1290020" y="416402"/>
                  <a:pt x="1276426" y="429997"/>
                  <a:pt x="1259656" y="429997"/>
                </a:cubicBezTo>
                <a:cubicBezTo>
                  <a:pt x="1242887" y="429997"/>
                  <a:pt x="1229293" y="416402"/>
                  <a:pt x="1229293" y="399633"/>
                </a:cubicBezTo>
                <a:cubicBezTo>
                  <a:pt x="1229293" y="382864"/>
                  <a:pt x="1242887" y="369269"/>
                  <a:pt x="1259656" y="369269"/>
                </a:cubicBezTo>
                <a:close/>
                <a:moveTo>
                  <a:pt x="1187102" y="369269"/>
                </a:moveTo>
                <a:cubicBezTo>
                  <a:pt x="1203871" y="369269"/>
                  <a:pt x="1217465" y="382864"/>
                  <a:pt x="1217465" y="399633"/>
                </a:cubicBezTo>
                <a:cubicBezTo>
                  <a:pt x="1217465" y="416402"/>
                  <a:pt x="1203871" y="429997"/>
                  <a:pt x="1187102" y="429997"/>
                </a:cubicBezTo>
                <a:cubicBezTo>
                  <a:pt x="1170332" y="429997"/>
                  <a:pt x="1156738" y="416402"/>
                  <a:pt x="1156738" y="399633"/>
                </a:cubicBezTo>
                <a:cubicBezTo>
                  <a:pt x="1156738" y="382864"/>
                  <a:pt x="1170332" y="369269"/>
                  <a:pt x="1187102" y="369269"/>
                </a:cubicBezTo>
                <a:close/>
                <a:moveTo>
                  <a:pt x="1114547" y="369269"/>
                </a:moveTo>
                <a:cubicBezTo>
                  <a:pt x="1131317" y="369269"/>
                  <a:pt x="1144911" y="382864"/>
                  <a:pt x="1144911" y="399633"/>
                </a:cubicBezTo>
                <a:cubicBezTo>
                  <a:pt x="1144911" y="416402"/>
                  <a:pt x="1131317" y="429997"/>
                  <a:pt x="1114547" y="429997"/>
                </a:cubicBezTo>
                <a:cubicBezTo>
                  <a:pt x="1097778" y="429997"/>
                  <a:pt x="1084184" y="416402"/>
                  <a:pt x="1084184" y="399633"/>
                </a:cubicBezTo>
                <a:cubicBezTo>
                  <a:pt x="1084184" y="382864"/>
                  <a:pt x="1097778" y="369269"/>
                  <a:pt x="1114547" y="369269"/>
                </a:cubicBezTo>
                <a:close/>
                <a:moveTo>
                  <a:pt x="1041993" y="369269"/>
                </a:moveTo>
                <a:cubicBezTo>
                  <a:pt x="1058762" y="369269"/>
                  <a:pt x="1072356" y="382864"/>
                  <a:pt x="1072356" y="399633"/>
                </a:cubicBezTo>
                <a:cubicBezTo>
                  <a:pt x="1072356" y="416402"/>
                  <a:pt x="1058762" y="429997"/>
                  <a:pt x="1041993" y="429997"/>
                </a:cubicBezTo>
                <a:cubicBezTo>
                  <a:pt x="1025223" y="429997"/>
                  <a:pt x="1011629" y="416402"/>
                  <a:pt x="1011629" y="399633"/>
                </a:cubicBezTo>
                <a:cubicBezTo>
                  <a:pt x="1011629" y="382864"/>
                  <a:pt x="1025223" y="369269"/>
                  <a:pt x="1041993" y="369269"/>
                </a:cubicBezTo>
                <a:close/>
                <a:moveTo>
                  <a:pt x="969438" y="369269"/>
                </a:moveTo>
                <a:cubicBezTo>
                  <a:pt x="986208" y="369269"/>
                  <a:pt x="999801" y="382864"/>
                  <a:pt x="999801" y="399633"/>
                </a:cubicBezTo>
                <a:cubicBezTo>
                  <a:pt x="999801" y="416402"/>
                  <a:pt x="986208" y="429997"/>
                  <a:pt x="969438" y="429997"/>
                </a:cubicBezTo>
                <a:cubicBezTo>
                  <a:pt x="952669" y="429997"/>
                  <a:pt x="939075" y="416402"/>
                  <a:pt x="939075" y="399633"/>
                </a:cubicBezTo>
                <a:cubicBezTo>
                  <a:pt x="939075" y="382864"/>
                  <a:pt x="952669" y="369269"/>
                  <a:pt x="969438" y="369269"/>
                </a:cubicBezTo>
                <a:close/>
                <a:moveTo>
                  <a:pt x="896883" y="369269"/>
                </a:moveTo>
                <a:cubicBezTo>
                  <a:pt x="913653" y="369269"/>
                  <a:pt x="927247" y="382864"/>
                  <a:pt x="927247" y="399633"/>
                </a:cubicBezTo>
                <a:cubicBezTo>
                  <a:pt x="927247" y="416402"/>
                  <a:pt x="913653" y="429997"/>
                  <a:pt x="896883" y="429997"/>
                </a:cubicBezTo>
                <a:cubicBezTo>
                  <a:pt x="880114" y="429997"/>
                  <a:pt x="866520" y="416402"/>
                  <a:pt x="866520" y="399633"/>
                </a:cubicBezTo>
                <a:cubicBezTo>
                  <a:pt x="866520" y="382864"/>
                  <a:pt x="880114" y="369269"/>
                  <a:pt x="896883" y="369269"/>
                </a:cubicBezTo>
                <a:close/>
                <a:moveTo>
                  <a:pt x="824329" y="369269"/>
                </a:moveTo>
                <a:cubicBezTo>
                  <a:pt x="841098" y="369269"/>
                  <a:pt x="854692" y="382864"/>
                  <a:pt x="854692" y="399633"/>
                </a:cubicBezTo>
                <a:cubicBezTo>
                  <a:pt x="854692" y="416402"/>
                  <a:pt x="841098" y="429997"/>
                  <a:pt x="824329" y="429997"/>
                </a:cubicBezTo>
                <a:cubicBezTo>
                  <a:pt x="807559" y="429997"/>
                  <a:pt x="793965" y="416402"/>
                  <a:pt x="793965" y="399633"/>
                </a:cubicBezTo>
                <a:cubicBezTo>
                  <a:pt x="793965" y="382864"/>
                  <a:pt x="807559" y="369269"/>
                  <a:pt x="824329" y="369269"/>
                </a:cubicBezTo>
                <a:close/>
                <a:moveTo>
                  <a:pt x="751774" y="369269"/>
                </a:moveTo>
                <a:cubicBezTo>
                  <a:pt x="768544" y="369269"/>
                  <a:pt x="782138" y="382864"/>
                  <a:pt x="782138" y="399633"/>
                </a:cubicBezTo>
                <a:cubicBezTo>
                  <a:pt x="782138" y="416402"/>
                  <a:pt x="768544" y="429997"/>
                  <a:pt x="751774" y="429997"/>
                </a:cubicBezTo>
                <a:cubicBezTo>
                  <a:pt x="735005" y="429997"/>
                  <a:pt x="721411" y="416402"/>
                  <a:pt x="721411" y="399633"/>
                </a:cubicBezTo>
                <a:cubicBezTo>
                  <a:pt x="721411" y="382864"/>
                  <a:pt x="735005" y="369269"/>
                  <a:pt x="751774" y="369269"/>
                </a:cubicBezTo>
                <a:close/>
                <a:moveTo>
                  <a:pt x="679220" y="369269"/>
                </a:moveTo>
                <a:cubicBezTo>
                  <a:pt x="695989" y="369269"/>
                  <a:pt x="709583" y="382864"/>
                  <a:pt x="709583" y="399633"/>
                </a:cubicBezTo>
                <a:cubicBezTo>
                  <a:pt x="709583" y="416402"/>
                  <a:pt x="695989" y="429997"/>
                  <a:pt x="679220" y="429997"/>
                </a:cubicBezTo>
                <a:cubicBezTo>
                  <a:pt x="662450" y="429997"/>
                  <a:pt x="648856" y="416402"/>
                  <a:pt x="648856" y="399633"/>
                </a:cubicBezTo>
                <a:cubicBezTo>
                  <a:pt x="648856" y="382864"/>
                  <a:pt x="662450" y="369269"/>
                  <a:pt x="679220" y="369269"/>
                </a:cubicBezTo>
                <a:close/>
                <a:moveTo>
                  <a:pt x="606665" y="369269"/>
                </a:moveTo>
                <a:cubicBezTo>
                  <a:pt x="623435" y="369269"/>
                  <a:pt x="637029" y="382864"/>
                  <a:pt x="637029" y="399633"/>
                </a:cubicBezTo>
                <a:cubicBezTo>
                  <a:pt x="637029" y="416402"/>
                  <a:pt x="623435" y="429997"/>
                  <a:pt x="606665" y="429997"/>
                </a:cubicBezTo>
                <a:cubicBezTo>
                  <a:pt x="589896" y="429997"/>
                  <a:pt x="576302" y="416402"/>
                  <a:pt x="576302" y="399633"/>
                </a:cubicBezTo>
                <a:cubicBezTo>
                  <a:pt x="576302" y="382864"/>
                  <a:pt x="589896" y="369269"/>
                  <a:pt x="606665" y="369269"/>
                </a:cubicBezTo>
                <a:close/>
                <a:moveTo>
                  <a:pt x="534111" y="369269"/>
                </a:moveTo>
                <a:cubicBezTo>
                  <a:pt x="550880" y="369269"/>
                  <a:pt x="564474" y="382864"/>
                  <a:pt x="564474" y="399633"/>
                </a:cubicBezTo>
                <a:cubicBezTo>
                  <a:pt x="564474" y="416402"/>
                  <a:pt x="550880" y="429997"/>
                  <a:pt x="534111" y="429997"/>
                </a:cubicBezTo>
                <a:cubicBezTo>
                  <a:pt x="517341" y="429997"/>
                  <a:pt x="503747" y="416402"/>
                  <a:pt x="503747" y="399633"/>
                </a:cubicBezTo>
                <a:cubicBezTo>
                  <a:pt x="503747" y="382864"/>
                  <a:pt x="517341" y="369269"/>
                  <a:pt x="534111" y="369269"/>
                </a:cubicBezTo>
                <a:close/>
                <a:moveTo>
                  <a:pt x="461556" y="369269"/>
                </a:moveTo>
                <a:cubicBezTo>
                  <a:pt x="478326" y="369269"/>
                  <a:pt x="491920" y="382864"/>
                  <a:pt x="491920" y="399633"/>
                </a:cubicBezTo>
                <a:cubicBezTo>
                  <a:pt x="491920" y="416402"/>
                  <a:pt x="478326" y="429997"/>
                  <a:pt x="461556" y="429997"/>
                </a:cubicBezTo>
                <a:cubicBezTo>
                  <a:pt x="444787" y="429997"/>
                  <a:pt x="431192" y="416402"/>
                  <a:pt x="431192" y="399633"/>
                </a:cubicBezTo>
                <a:cubicBezTo>
                  <a:pt x="431192" y="382864"/>
                  <a:pt x="444787" y="369269"/>
                  <a:pt x="461556" y="369269"/>
                </a:cubicBezTo>
                <a:close/>
                <a:moveTo>
                  <a:pt x="389002" y="369269"/>
                </a:moveTo>
                <a:cubicBezTo>
                  <a:pt x="405771" y="369269"/>
                  <a:pt x="419365" y="382864"/>
                  <a:pt x="419365" y="399633"/>
                </a:cubicBezTo>
                <a:cubicBezTo>
                  <a:pt x="419365" y="416402"/>
                  <a:pt x="405771" y="429997"/>
                  <a:pt x="389002" y="429997"/>
                </a:cubicBezTo>
                <a:cubicBezTo>
                  <a:pt x="372232" y="429997"/>
                  <a:pt x="358638" y="416402"/>
                  <a:pt x="358638" y="399633"/>
                </a:cubicBezTo>
                <a:cubicBezTo>
                  <a:pt x="358638" y="382864"/>
                  <a:pt x="372232" y="369269"/>
                  <a:pt x="389002" y="369269"/>
                </a:cubicBezTo>
                <a:close/>
                <a:moveTo>
                  <a:pt x="316447" y="369269"/>
                </a:moveTo>
                <a:cubicBezTo>
                  <a:pt x="333216" y="369269"/>
                  <a:pt x="346810" y="382864"/>
                  <a:pt x="346810" y="399633"/>
                </a:cubicBezTo>
                <a:cubicBezTo>
                  <a:pt x="346810" y="416402"/>
                  <a:pt x="333216" y="429997"/>
                  <a:pt x="316447" y="429997"/>
                </a:cubicBezTo>
                <a:cubicBezTo>
                  <a:pt x="299677" y="429997"/>
                  <a:pt x="286084" y="416402"/>
                  <a:pt x="286084" y="399633"/>
                </a:cubicBezTo>
                <a:cubicBezTo>
                  <a:pt x="286084" y="382864"/>
                  <a:pt x="299677" y="369269"/>
                  <a:pt x="316447" y="369269"/>
                </a:cubicBezTo>
                <a:close/>
                <a:moveTo>
                  <a:pt x="243892" y="369269"/>
                </a:moveTo>
                <a:cubicBezTo>
                  <a:pt x="260662" y="369269"/>
                  <a:pt x="274256" y="382864"/>
                  <a:pt x="274256" y="399633"/>
                </a:cubicBezTo>
                <a:cubicBezTo>
                  <a:pt x="274256" y="416402"/>
                  <a:pt x="260662" y="429997"/>
                  <a:pt x="243892" y="429997"/>
                </a:cubicBezTo>
                <a:cubicBezTo>
                  <a:pt x="227123" y="429997"/>
                  <a:pt x="213529" y="416402"/>
                  <a:pt x="213529" y="399633"/>
                </a:cubicBezTo>
                <a:cubicBezTo>
                  <a:pt x="213529" y="382864"/>
                  <a:pt x="227123" y="369269"/>
                  <a:pt x="243892" y="369269"/>
                </a:cubicBezTo>
                <a:close/>
                <a:moveTo>
                  <a:pt x="171339" y="369269"/>
                </a:moveTo>
                <a:cubicBezTo>
                  <a:pt x="188107" y="369269"/>
                  <a:pt x="201701" y="382864"/>
                  <a:pt x="201701" y="399633"/>
                </a:cubicBezTo>
                <a:cubicBezTo>
                  <a:pt x="201701" y="416402"/>
                  <a:pt x="188107" y="429997"/>
                  <a:pt x="171339" y="429997"/>
                </a:cubicBezTo>
                <a:cubicBezTo>
                  <a:pt x="154685" y="429997"/>
                  <a:pt x="141090" y="416402"/>
                  <a:pt x="141090" y="399633"/>
                </a:cubicBezTo>
                <a:cubicBezTo>
                  <a:pt x="141090" y="382864"/>
                  <a:pt x="154685" y="369269"/>
                  <a:pt x="171339" y="369269"/>
                </a:cubicBezTo>
                <a:close/>
                <a:moveTo>
                  <a:pt x="98917" y="369269"/>
                </a:moveTo>
                <a:cubicBezTo>
                  <a:pt x="115677" y="369269"/>
                  <a:pt x="129270" y="382864"/>
                  <a:pt x="129270" y="399633"/>
                </a:cubicBezTo>
                <a:cubicBezTo>
                  <a:pt x="129270" y="416402"/>
                  <a:pt x="115677" y="429997"/>
                  <a:pt x="98917" y="429997"/>
                </a:cubicBezTo>
                <a:cubicBezTo>
                  <a:pt x="82143" y="429997"/>
                  <a:pt x="68549" y="416402"/>
                  <a:pt x="68549" y="399633"/>
                </a:cubicBezTo>
                <a:cubicBezTo>
                  <a:pt x="68549" y="382864"/>
                  <a:pt x="82143" y="369269"/>
                  <a:pt x="98917" y="369269"/>
                </a:cubicBezTo>
                <a:close/>
                <a:moveTo>
                  <a:pt x="26362" y="369269"/>
                </a:moveTo>
                <a:cubicBezTo>
                  <a:pt x="43124" y="369269"/>
                  <a:pt x="56719" y="382864"/>
                  <a:pt x="56719" y="399633"/>
                </a:cubicBezTo>
                <a:cubicBezTo>
                  <a:pt x="56719" y="416402"/>
                  <a:pt x="43124" y="429997"/>
                  <a:pt x="26362" y="429997"/>
                </a:cubicBezTo>
                <a:cubicBezTo>
                  <a:pt x="17976" y="429997"/>
                  <a:pt x="10385" y="426598"/>
                  <a:pt x="4890" y="421103"/>
                </a:cubicBezTo>
                <a:lnTo>
                  <a:pt x="0" y="409299"/>
                </a:lnTo>
                <a:lnTo>
                  <a:pt x="0" y="389967"/>
                </a:lnTo>
                <a:lnTo>
                  <a:pt x="4890" y="378163"/>
                </a:lnTo>
                <a:cubicBezTo>
                  <a:pt x="10385" y="372668"/>
                  <a:pt x="17976" y="369269"/>
                  <a:pt x="26362" y="369269"/>
                </a:cubicBezTo>
                <a:close/>
                <a:moveTo>
                  <a:pt x="1669444" y="307535"/>
                </a:moveTo>
                <a:lnTo>
                  <a:pt x="1670784" y="334061"/>
                </a:lnTo>
                <a:lnTo>
                  <a:pt x="1664620" y="319181"/>
                </a:lnTo>
                <a:close/>
                <a:moveTo>
                  <a:pt x="1622429" y="288818"/>
                </a:moveTo>
                <a:cubicBezTo>
                  <a:pt x="1639199" y="288818"/>
                  <a:pt x="1652792" y="302412"/>
                  <a:pt x="1652792" y="319181"/>
                </a:cubicBezTo>
                <a:cubicBezTo>
                  <a:pt x="1652792" y="335950"/>
                  <a:pt x="1639199" y="349545"/>
                  <a:pt x="1622429" y="349545"/>
                </a:cubicBezTo>
                <a:cubicBezTo>
                  <a:pt x="1605659" y="349545"/>
                  <a:pt x="1592066" y="335950"/>
                  <a:pt x="1592066" y="319181"/>
                </a:cubicBezTo>
                <a:cubicBezTo>
                  <a:pt x="1592066" y="302412"/>
                  <a:pt x="1605659" y="288818"/>
                  <a:pt x="1622429" y="288818"/>
                </a:cubicBezTo>
                <a:close/>
                <a:moveTo>
                  <a:pt x="1549874" y="288818"/>
                </a:moveTo>
                <a:cubicBezTo>
                  <a:pt x="1566644" y="288818"/>
                  <a:pt x="1580238" y="302412"/>
                  <a:pt x="1580238" y="319181"/>
                </a:cubicBezTo>
                <a:cubicBezTo>
                  <a:pt x="1580238" y="335950"/>
                  <a:pt x="1566644" y="349545"/>
                  <a:pt x="1549874" y="349545"/>
                </a:cubicBezTo>
                <a:cubicBezTo>
                  <a:pt x="1533105" y="349545"/>
                  <a:pt x="1519511" y="335950"/>
                  <a:pt x="1519511" y="319181"/>
                </a:cubicBezTo>
                <a:cubicBezTo>
                  <a:pt x="1519511" y="302412"/>
                  <a:pt x="1533105" y="288818"/>
                  <a:pt x="1549874" y="288818"/>
                </a:cubicBezTo>
                <a:close/>
                <a:moveTo>
                  <a:pt x="1477320" y="288818"/>
                </a:moveTo>
                <a:cubicBezTo>
                  <a:pt x="1494089" y="288818"/>
                  <a:pt x="1507683" y="302412"/>
                  <a:pt x="1507683" y="319181"/>
                </a:cubicBezTo>
                <a:cubicBezTo>
                  <a:pt x="1507683" y="335950"/>
                  <a:pt x="1494089" y="349545"/>
                  <a:pt x="1477320" y="349545"/>
                </a:cubicBezTo>
                <a:cubicBezTo>
                  <a:pt x="1460550" y="349545"/>
                  <a:pt x="1446956" y="335950"/>
                  <a:pt x="1446956" y="319181"/>
                </a:cubicBezTo>
                <a:cubicBezTo>
                  <a:pt x="1446956" y="302412"/>
                  <a:pt x="1460550" y="288818"/>
                  <a:pt x="1477320" y="288818"/>
                </a:cubicBezTo>
                <a:close/>
                <a:moveTo>
                  <a:pt x="1404765" y="288818"/>
                </a:moveTo>
                <a:cubicBezTo>
                  <a:pt x="1421535" y="288818"/>
                  <a:pt x="1435129" y="302412"/>
                  <a:pt x="1435129" y="319181"/>
                </a:cubicBezTo>
                <a:cubicBezTo>
                  <a:pt x="1435129" y="335950"/>
                  <a:pt x="1421535" y="349545"/>
                  <a:pt x="1404765" y="349545"/>
                </a:cubicBezTo>
                <a:cubicBezTo>
                  <a:pt x="1387996" y="349545"/>
                  <a:pt x="1374402" y="335950"/>
                  <a:pt x="1374402" y="319181"/>
                </a:cubicBezTo>
                <a:cubicBezTo>
                  <a:pt x="1374402" y="302412"/>
                  <a:pt x="1387996" y="288818"/>
                  <a:pt x="1404765" y="288818"/>
                </a:cubicBezTo>
                <a:close/>
                <a:moveTo>
                  <a:pt x="1332211" y="288818"/>
                </a:moveTo>
                <a:cubicBezTo>
                  <a:pt x="1348980" y="288818"/>
                  <a:pt x="1362574" y="302412"/>
                  <a:pt x="1362574" y="319181"/>
                </a:cubicBezTo>
                <a:cubicBezTo>
                  <a:pt x="1362574" y="335950"/>
                  <a:pt x="1348980" y="349545"/>
                  <a:pt x="1332211" y="349545"/>
                </a:cubicBezTo>
                <a:cubicBezTo>
                  <a:pt x="1315441" y="349545"/>
                  <a:pt x="1301847" y="335950"/>
                  <a:pt x="1301847" y="319181"/>
                </a:cubicBezTo>
                <a:cubicBezTo>
                  <a:pt x="1301847" y="302412"/>
                  <a:pt x="1315441" y="288818"/>
                  <a:pt x="1332211" y="288818"/>
                </a:cubicBezTo>
                <a:close/>
                <a:moveTo>
                  <a:pt x="1259656" y="288818"/>
                </a:moveTo>
                <a:cubicBezTo>
                  <a:pt x="1276426" y="288818"/>
                  <a:pt x="1290020" y="302412"/>
                  <a:pt x="1290020" y="319181"/>
                </a:cubicBezTo>
                <a:cubicBezTo>
                  <a:pt x="1290020" y="335950"/>
                  <a:pt x="1276426" y="349545"/>
                  <a:pt x="1259656" y="349545"/>
                </a:cubicBezTo>
                <a:cubicBezTo>
                  <a:pt x="1242887" y="349545"/>
                  <a:pt x="1229293" y="335950"/>
                  <a:pt x="1229293" y="319181"/>
                </a:cubicBezTo>
                <a:cubicBezTo>
                  <a:pt x="1229293" y="302412"/>
                  <a:pt x="1242887" y="288818"/>
                  <a:pt x="1259656" y="288818"/>
                </a:cubicBezTo>
                <a:close/>
                <a:moveTo>
                  <a:pt x="1187102" y="288818"/>
                </a:moveTo>
                <a:cubicBezTo>
                  <a:pt x="1203871" y="288818"/>
                  <a:pt x="1217465" y="302412"/>
                  <a:pt x="1217465" y="319181"/>
                </a:cubicBezTo>
                <a:cubicBezTo>
                  <a:pt x="1217465" y="335950"/>
                  <a:pt x="1203871" y="349545"/>
                  <a:pt x="1187102" y="349545"/>
                </a:cubicBezTo>
                <a:cubicBezTo>
                  <a:pt x="1170332" y="349545"/>
                  <a:pt x="1156738" y="335950"/>
                  <a:pt x="1156738" y="319181"/>
                </a:cubicBezTo>
                <a:cubicBezTo>
                  <a:pt x="1156738" y="302412"/>
                  <a:pt x="1170332" y="288818"/>
                  <a:pt x="1187102" y="288818"/>
                </a:cubicBezTo>
                <a:close/>
                <a:moveTo>
                  <a:pt x="1114547" y="288818"/>
                </a:moveTo>
                <a:cubicBezTo>
                  <a:pt x="1131317" y="288818"/>
                  <a:pt x="1144911" y="302412"/>
                  <a:pt x="1144911" y="319181"/>
                </a:cubicBezTo>
                <a:cubicBezTo>
                  <a:pt x="1144911" y="335950"/>
                  <a:pt x="1131317" y="349545"/>
                  <a:pt x="1114547" y="349545"/>
                </a:cubicBezTo>
                <a:cubicBezTo>
                  <a:pt x="1097778" y="349545"/>
                  <a:pt x="1084184" y="335950"/>
                  <a:pt x="1084184" y="319181"/>
                </a:cubicBezTo>
                <a:cubicBezTo>
                  <a:pt x="1084184" y="302412"/>
                  <a:pt x="1097778" y="288818"/>
                  <a:pt x="1114547" y="288818"/>
                </a:cubicBezTo>
                <a:close/>
                <a:moveTo>
                  <a:pt x="1041993" y="288818"/>
                </a:moveTo>
                <a:cubicBezTo>
                  <a:pt x="1058762" y="288818"/>
                  <a:pt x="1072356" y="302412"/>
                  <a:pt x="1072356" y="319181"/>
                </a:cubicBezTo>
                <a:cubicBezTo>
                  <a:pt x="1072356" y="335950"/>
                  <a:pt x="1058762" y="349545"/>
                  <a:pt x="1041993" y="349545"/>
                </a:cubicBezTo>
                <a:cubicBezTo>
                  <a:pt x="1025223" y="349545"/>
                  <a:pt x="1011629" y="335950"/>
                  <a:pt x="1011629" y="319181"/>
                </a:cubicBezTo>
                <a:cubicBezTo>
                  <a:pt x="1011629" y="302412"/>
                  <a:pt x="1025223" y="288818"/>
                  <a:pt x="1041993" y="288818"/>
                </a:cubicBezTo>
                <a:close/>
                <a:moveTo>
                  <a:pt x="969438" y="288818"/>
                </a:moveTo>
                <a:cubicBezTo>
                  <a:pt x="986208" y="288818"/>
                  <a:pt x="999801" y="302412"/>
                  <a:pt x="999801" y="319181"/>
                </a:cubicBezTo>
                <a:cubicBezTo>
                  <a:pt x="999801" y="335950"/>
                  <a:pt x="986208" y="349545"/>
                  <a:pt x="969438" y="349545"/>
                </a:cubicBezTo>
                <a:cubicBezTo>
                  <a:pt x="952669" y="349545"/>
                  <a:pt x="939075" y="335950"/>
                  <a:pt x="939075" y="319181"/>
                </a:cubicBezTo>
                <a:cubicBezTo>
                  <a:pt x="939075" y="302412"/>
                  <a:pt x="952669" y="288818"/>
                  <a:pt x="969438" y="288818"/>
                </a:cubicBezTo>
                <a:close/>
                <a:moveTo>
                  <a:pt x="896883" y="288818"/>
                </a:moveTo>
                <a:cubicBezTo>
                  <a:pt x="913653" y="288818"/>
                  <a:pt x="927247" y="302412"/>
                  <a:pt x="927247" y="319181"/>
                </a:cubicBezTo>
                <a:cubicBezTo>
                  <a:pt x="927247" y="335950"/>
                  <a:pt x="913653" y="349545"/>
                  <a:pt x="896883" y="349545"/>
                </a:cubicBezTo>
                <a:cubicBezTo>
                  <a:pt x="880114" y="349545"/>
                  <a:pt x="866520" y="335950"/>
                  <a:pt x="866520" y="319181"/>
                </a:cubicBezTo>
                <a:cubicBezTo>
                  <a:pt x="866520" y="302412"/>
                  <a:pt x="880114" y="288818"/>
                  <a:pt x="896883" y="288818"/>
                </a:cubicBezTo>
                <a:close/>
                <a:moveTo>
                  <a:pt x="824329" y="288818"/>
                </a:moveTo>
                <a:cubicBezTo>
                  <a:pt x="841098" y="288818"/>
                  <a:pt x="854692" y="302412"/>
                  <a:pt x="854692" y="319181"/>
                </a:cubicBezTo>
                <a:cubicBezTo>
                  <a:pt x="854692" y="335950"/>
                  <a:pt x="841098" y="349545"/>
                  <a:pt x="824329" y="349545"/>
                </a:cubicBezTo>
                <a:cubicBezTo>
                  <a:pt x="807559" y="349545"/>
                  <a:pt x="793965" y="335950"/>
                  <a:pt x="793965" y="319181"/>
                </a:cubicBezTo>
                <a:cubicBezTo>
                  <a:pt x="793965" y="302412"/>
                  <a:pt x="807559" y="288818"/>
                  <a:pt x="824329" y="288818"/>
                </a:cubicBezTo>
                <a:close/>
                <a:moveTo>
                  <a:pt x="751774" y="288818"/>
                </a:moveTo>
                <a:cubicBezTo>
                  <a:pt x="768544" y="288818"/>
                  <a:pt x="782138" y="302412"/>
                  <a:pt x="782138" y="319181"/>
                </a:cubicBezTo>
                <a:cubicBezTo>
                  <a:pt x="782138" y="335950"/>
                  <a:pt x="768544" y="349545"/>
                  <a:pt x="751774" y="349545"/>
                </a:cubicBezTo>
                <a:cubicBezTo>
                  <a:pt x="735005" y="349545"/>
                  <a:pt x="721411" y="335950"/>
                  <a:pt x="721411" y="319181"/>
                </a:cubicBezTo>
                <a:cubicBezTo>
                  <a:pt x="721411" y="302412"/>
                  <a:pt x="735005" y="288818"/>
                  <a:pt x="751774" y="288818"/>
                </a:cubicBezTo>
                <a:close/>
                <a:moveTo>
                  <a:pt x="679220" y="288818"/>
                </a:moveTo>
                <a:cubicBezTo>
                  <a:pt x="695989" y="288818"/>
                  <a:pt x="709583" y="302412"/>
                  <a:pt x="709583" y="319181"/>
                </a:cubicBezTo>
                <a:cubicBezTo>
                  <a:pt x="709583" y="335950"/>
                  <a:pt x="695989" y="349545"/>
                  <a:pt x="679220" y="349545"/>
                </a:cubicBezTo>
                <a:cubicBezTo>
                  <a:pt x="662450" y="349545"/>
                  <a:pt x="648856" y="335950"/>
                  <a:pt x="648856" y="319181"/>
                </a:cubicBezTo>
                <a:cubicBezTo>
                  <a:pt x="648856" y="302412"/>
                  <a:pt x="662450" y="288818"/>
                  <a:pt x="679220" y="288818"/>
                </a:cubicBezTo>
                <a:close/>
                <a:moveTo>
                  <a:pt x="606665" y="288818"/>
                </a:moveTo>
                <a:cubicBezTo>
                  <a:pt x="623435" y="288818"/>
                  <a:pt x="637029" y="302412"/>
                  <a:pt x="637029" y="319181"/>
                </a:cubicBezTo>
                <a:cubicBezTo>
                  <a:pt x="637029" y="335950"/>
                  <a:pt x="623435" y="349545"/>
                  <a:pt x="606665" y="349545"/>
                </a:cubicBezTo>
                <a:cubicBezTo>
                  <a:pt x="589896" y="349545"/>
                  <a:pt x="576302" y="335950"/>
                  <a:pt x="576302" y="319181"/>
                </a:cubicBezTo>
                <a:cubicBezTo>
                  <a:pt x="576302" y="302412"/>
                  <a:pt x="589896" y="288818"/>
                  <a:pt x="606665" y="288818"/>
                </a:cubicBezTo>
                <a:close/>
                <a:moveTo>
                  <a:pt x="534111" y="288818"/>
                </a:moveTo>
                <a:cubicBezTo>
                  <a:pt x="550880" y="288818"/>
                  <a:pt x="564474" y="302412"/>
                  <a:pt x="564474" y="319181"/>
                </a:cubicBezTo>
                <a:cubicBezTo>
                  <a:pt x="564474" y="335950"/>
                  <a:pt x="550880" y="349545"/>
                  <a:pt x="534111" y="349545"/>
                </a:cubicBezTo>
                <a:cubicBezTo>
                  <a:pt x="517341" y="349545"/>
                  <a:pt x="503747" y="335950"/>
                  <a:pt x="503747" y="319181"/>
                </a:cubicBezTo>
                <a:cubicBezTo>
                  <a:pt x="503747" y="302412"/>
                  <a:pt x="517341" y="288818"/>
                  <a:pt x="534111" y="288818"/>
                </a:cubicBezTo>
                <a:close/>
                <a:moveTo>
                  <a:pt x="461556" y="288818"/>
                </a:moveTo>
                <a:cubicBezTo>
                  <a:pt x="478326" y="288818"/>
                  <a:pt x="491920" y="302412"/>
                  <a:pt x="491920" y="319181"/>
                </a:cubicBezTo>
                <a:cubicBezTo>
                  <a:pt x="491920" y="335950"/>
                  <a:pt x="478326" y="349545"/>
                  <a:pt x="461556" y="349545"/>
                </a:cubicBezTo>
                <a:cubicBezTo>
                  <a:pt x="444787" y="349545"/>
                  <a:pt x="431192" y="335950"/>
                  <a:pt x="431192" y="319181"/>
                </a:cubicBezTo>
                <a:cubicBezTo>
                  <a:pt x="431192" y="302412"/>
                  <a:pt x="444787" y="288818"/>
                  <a:pt x="461556" y="288818"/>
                </a:cubicBezTo>
                <a:close/>
                <a:moveTo>
                  <a:pt x="389002" y="288818"/>
                </a:moveTo>
                <a:cubicBezTo>
                  <a:pt x="405771" y="288818"/>
                  <a:pt x="419365" y="302412"/>
                  <a:pt x="419365" y="319181"/>
                </a:cubicBezTo>
                <a:cubicBezTo>
                  <a:pt x="419365" y="335950"/>
                  <a:pt x="405771" y="349545"/>
                  <a:pt x="389002" y="349545"/>
                </a:cubicBezTo>
                <a:cubicBezTo>
                  <a:pt x="372232" y="349545"/>
                  <a:pt x="358638" y="335950"/>
                  <a:pt x="358638" y="319181"/>
                </a:cubicBezTo>
                <a:cubicBezTo>
                  <a:pt x="358638" y="302412"/>
                  <a:pt x="372232" y="288818"/>
                  <a:pt x="389002" y="288818"/>
                </a:cubicBezTo>
                <a:close/>
                <a:moveTo>
                  <a:pt x="316447" y="288818"/>
                </a:moveTo>
                <a:cubicBezTo>
                  <a:pt x="333216" y="288818"/>
                  <a:pt x="346810" y="302412"/>
                  <a:pt x="346810" y="319181"/>
                </a:cubicBezTo>
                <a:cubicBezTo>
                  <a:pt x="346810" y="335950"/>
                  <a:pt x="333216" y="349545"/>
                  <a:pt x="316447" y="349545"/>
                </a:cubicBezTo>
                <a:cubicBezTo>
                  <a:pt x="299677" y="349545"/>
                  <a:pt x="286084" y="335950"/>
                  <a:pt x="286084" y="319181"/>
                </a:cubicBezTo>
                <a:cubicBezTo>
                  <a:pt x="286084" y="302412"/>
                  <a:pt x="299677" y="288818"/>
                  <a:pt x="316447" y="288818"/>
                </a:cubicBezTo>
                <a:close/>
                <a:moveTo>
                  <a:pt x="243892" y="288818"/>
                </a:moveTo>
                <a:cubicBezTo>
                  <a:pt x="260662" y="288818"/>
                  <a:pt x="274256" y="302412"/>
                  <a:pt x="274256" y="319181"/>
                </a:cubicBezTo>
                <a:cubicBezTo>
                  <a:pt x="274256" y="335950"/>
                  <a:pt x="260662" y="349545"/>
                  <a:pt x="243892" y="349545"/>
                </a:cubicBezTo>
                <a:cubicBezTo>
                  <a:pt x="227123" y="349545"/>
                  <a:pt x="213529" y="335950"/>
                  <a:pt x="213529" y="319181"/>
                </a:cubicBezTo>
                <a:cubicBezTo>
                  <a:pt x="213529" y="302412"/>
                  <a:pt x="227123" y="288818"/>
                  <a:pt x="243892" y="288818"/>
                </a:cubicBezTo>
                <a:close/>
                <a:moveTo>
                  <a:pt x="171339" y="288818"/>
                </a:moveTo>
                <a:cubicBezTo>
                  <a:pt x="188107" y="288818"/>
                  <a:pt x="201701" y="302412"/>
                  <a:pt x="201701" y="319181"/>
                </a:cubicBezTo>
                <a:cubicBezTo>
                  <a:pt x="201701" y="335950"/>
                  <a:pt x="188107" y="349545"/>
                  <a:pt x="171339" y="349545"/>
                </a:cubicBezTo>
                <a:cubicBezTo>
                  <a:pt x="154691" y="349545"/>
                  <a:pt x="141096" y="335950"/>
                  <a:pt x="141096" y="319181"/>
                </a:cubicBezTo>
                <a:cubicBezTo>
                  <a:pt x="141096" y="302412"/>
                  <a:pt x="154691" y="288818"/>
                  <a:pt x="171339" y="288818"/>
                </a:cubicBezTo>
                <a:close/>
                <a:moveTo>
                  <a:pt x="98923" y="288818"/>
                </a:moveTo>
                <a:cubicBezTo>
                  <a:pt x="115682" y="288818"/>
                  <a:pt x="129276" y="302412"/>
                  <a:pt x="129276" y="319181"/>
                </a:cubicBezTo>
                <a:cubicBezTo>
                  <a:pt x="129276" y="335950"/>
                  <a:pt x="115682" y="349545"/>
                  <a:pt x="98923" y="349545"/>
                </a:cubicBezTo>
                <a:cubicBezTo>
                  <a:pt x="82149" y="349545"/>
                  <a:pt x="68554" y="335950"/>
                  <a:pt x="68554" y="319181"/>
                </a:cubicBezTo>
                <a:cubicBezTo>
                  <a:pt x="68554" y="302412"/>
                  <a:pt x="82149" y="288818"/>
                  <a:pt x="98923" y="288818"/>
                </a:cubicBezTo>
                <a:close/>
                <a:moveTo>
                  <a:pt x="26368" y="288818"/>
                </a:moveTo>
                <a:cubicBezTo>
                  <a:pt x="43131" y="288818"/>
                  <a:pt x="56725" y="302412"/>
                  <a:pt x="56725" y="319181"/>
                </a:cubicBezTo>
                <a:cubicBezTo>
                  <a:pt x="56725" y="335950"/>
                  <a:pt x="43131" y="349545"/>
                  <a:pt x="26368" y="349545"/>
                </a:cubicBezTo>
                <a:cubicBezTo>
                  <a:pt x="17983" y="349545"/>
                  <a:pt x="10391" y="346146"/>
                  <a:pt x="4896" y="340651"/>
                </a:cubicBezTo>
                <a:lnTo>
                  <a:pt x="0" y="328831"/>
                </a:lnTo>
                <a:lnTo>
                  <a:pt x="0" y="309532"/>
                </a:lnTo>
                <a:lnTo>
                  <a:pt x="4896" y="297711"/>
                </a:lnTo>
                <a:cubicBezTo>
                  <a:pt x="10391" y="292217"/>
                  <a:pt x="17983" y="288818"/>
                  <a:pt x="26368" y="288818"/>
                </a:cubicBezTo>
                <a:close/>
                <a:moveTo>
                  <a:pt x="1622429" y="208366"/>
                </a:moveTo>
                <a:cubicBezTo>
                  <a:pt x="1639199" y="208366"/>
                  <a:pt x="1652792" y="221960"/>
                  <a:pt x="1652792" y="238729"/>
                </a:cubicBezTo>
                <a:cubicBezTo>
                  <a:pt x="1652792" y="255499"/>
                  <a:pt x="1639199" y="269093"/>
                  <a:pt x="1622429" y="269093"/>
                </a:cubicBezTo>
                <a:cubicBezTo>
                  <a:pt x="1605659" y="269093"/>
                  <a:pt x="1592066" y="255499"/>
                  <a:pt x="1592066" y="238729"/>
                </a:cubicBezTo>
                <a:cubicBezTo>
                  <a:pt x="1592066" y="221960"/>
                  <a:pt x="1605659" y="208366"/>
                  <a:pt x="1622429" y="208366"/>
                </a:cubicBezTo>
                <a:close/>
                <a:moveTo>
                  <a:pt x="1549874" y="208366"/>
                </a:moveTo>
                <a:cubicBezTo>
                  <a:pt x="1566644" y="208366"/>
                  <a:pt x="1580238" y="221960"/>
                  <a:pt x="1580238" y="238729"/>
                </a:cubicBezTo>
                <a:cubicBezTo>
                  <a:pt x="1580238" y="255499"/>
                  <a:pt x="1566644" y="269093"/>
                  <a:pt x="1549874" y="269093"/>
                </a:cubicBezTo>
                <a:cubicBezTo>
                  <a:pt x="1533105" y="269093"/>
                  <a:pt x="1519511" y="255499"/>
                  <a:pt x="1519511" y="238729"/>
                </a:cubicBezTo>
                <a:cubicBezTo>
                  <a:pt x="1519511" y="221960"/>
                  <a:pt x="1533105" y="208366"/>
                  <a:pt x="1549874" y="208366"/>
                </a:cubicBezTo>
                <a:close/>
                <a:moveTo>
                  <a:pt x="1477320" y="208366"/>
                </a:moveTo>
                <a:cubicBezTo>
                  <a:pt x="1494089" y="208366"/>
                  <a:pt x="1507683" y="221960"/>
                  <a:pt x="1507683" y="238729"/>
                </a:cubicBezTo>
                <a:cubicBezTo>
                  <a:pt x="1507683" y="255499"/>
                  <a:pt x="1494089" y="269093"/>
                  <a:pt x="1477320" y="269093"/>
                </a:cubicBezTo>
                <a:cubicBezTo>
                  <a:pt x="1460550" y="269093"/>
                  <a:pt x="1446956" y="255499"/>
                  <a:pt x="1446956" y="238729"/>
                </a:cubicBezTo>
                <a:cubicBezTo>
                  <a:pt x="1446956" y="221960"/>
                  <a:pt x="1460550" y="208366"/>
                  <a:pt x="1477320" y="208366"/>
                </a:cubicBezTo>
                <a:close/>
                <a:moveTo>
                  <a:pt x="1404765" y="208366"/>
                </a:moveTo>
                <a:cubicBezTo>
                  <a:pt x="1421535" y="208366"/>
                  <a:pt x="1435129" y="221960"/>
                  <a:pt x="1435129" y="238729"/>
                </a:cubicBezTo>
                <a:cubicBezTo>
                  <a:pt x="1435129" y="255499"/>
                  <a:pt x="1421535" y="269093"/>
                  <a:pt x="1404765" y="269093"/>
                </a:cubicBezTo>
                <a:cubicBezTo>
                  <a:pt x="1387996" y="269093"/>
                  <a:pt x="1374402" y="255499"/>
                  <a:pt x="1374402" y="238729"/>
                </a:cubicBezTo>
                <a:cubicBezTo>
                  <a:pt x="1374402" y="221960"/>
                  <a:pt x="1387996" y="208366"/>
                  <a:pt x="1404765" y="208366"/>
                </a:cubicBezTo>
                <a:close/>
                <a:moveTo>
                  <a:pt x="1332211" y="208366"/>
                </a:moveTo>
                <a:cubicBezTo>
                  <a:pt x="1348980" y="208366"/>
                  <a:pt x="1362574" y="221960"/>
                  <a:pt x="1362574" y="238729"/>
                </a:cubicBezTo>
                <a:cubicBezTo>
                  <a:pt x="1362574" y="255499"/>
                  <a:pt x="1348980" y="269093"/>
                  <a:pt x="1332211" y="269093"/>
                </a:cubicBezTo>
                <a:cubicBezTo>
                  <a:pt x="1315441" y="269093"/>
                  <a:pt x="1301847" y="255499"/>
                  <a:pt x="1301847" y="238729"/>
                </a:cubicBezTo>
                <a:cubicBezTo>
                  <a:pt x="1301847" y="221960"/>
                  <a:pt x="1315441" y="208366"/>
                  <a:pt x="1332211" y="208366"/>
                </a:cubicBezTo>
                <a:close/>
                <a:moveTo>
                  <a:pt x="1259656" y="208366"/>
                </a:moveTo>
                <a:cubicBezTo>
                  <a:pt x="1276426" y="208366"/>
                  <a:pt x="1290020" y="221960"/>
                  <a:pt x="1290020" y="238729"/>
                </a:cubicBezTo>
                <a:cubicBezTo>
                  <a:pt x="1290020" y="255499"/>
                  <a:pt x="1276426" y="269093"/>
                  <a:pt x="1259656" y="269093"/>
                </a:cubicBezTo>
                <a:cubicBezTo>
                  <a:pt x="1242887" y="269093"/>
                  <a:pt x="1229293" y="255499"/>
                  <a:pt x="1229293" y="238729"/>
                </a:cubicBezTo>
                <a:cubicBezTo>
                  <a:pt x="1229293" y="221960"/>
                  <a:pt x="1242887" y="208366"/>
                  <a:pt x="1259656" y="208366"/>
                </a:cubicBezTo>
                <a:close/>
                <a:moveTo>
                  <a:pt x="1187102" y="208366"/>
                </a:moveTo>
                <a:cubicBezTo>
                  <a:pt x="1203871" y="208366"/>
                  <a:pt x="1217465" y="221960"/>
                  <a:pt x="1217465" y="238729"/>
                </a:cubicBezTo>
                <a:cubicBezTo>
                  <a:pt x="1217465" y="255499"/>
                  <a:pt x="1203871" y="269093"/>
                  <a:pt x="1187102" y="269093"/>
                </a:cubicBezTo>
                <a:cubicBezTo>
                  <a:pt x="1170332" y="269093"/>
                  <a:pt x="1156738" y="255499"/>
                  <a:pt x="1156738" y="238729"/>
                </a:cubicBezTo>
                <a:cubicBezTo>
                  <a:pt x="1156738" y="221960"/>
                  <a:pt x="1170332" y="208366"/>
                  <a:pt x="1187102" y="208366"/>
                </a:cubicBezTo>
                <a:close/>
                <a:moveTo>
                  <a:pt x="1114547" y="208366"/>
                </a:moveTo>
                <a:cubicBezTo>
                  <a:pt x="1131317" y="208366"/>
                  <a:pt x="1144911" y="221960"/>
                  <a:pt x="1144911" y="238729"/>
                </a:cubicBezTo>
                <a:cubicBezTo>
                  <a:pt x="1144911" y="255499"/>
                  <a:pt x="1131317" y="269093"/>
                  <a:pt x="1114547" y="269093"/>
                </a:cubicBezTo>
                <a:cubicBezTo>
                  <a:pt x="1097778" y="269093"/>
                  <a:pt x="1084184" y="255499"/>
                  <a:pt x="1084184" y="238729"/>
                </a:cubicBezTo>
                <a:cubicBezTo>
                  <a:pt x="1084184" y="221960"/>
                  <a:pt x="1097778" y="208366"/>
                  <a:pt x="1114547" y="208366"/>
                </a:cubicBezTo>
                <a:close/>
                <a:moveTo>
                  <a:pt x="1041993" y="208366"/>
                </a:moveTo>
                <a:cubicBezTo>
                  <a:pt x="1058762" y="208366"/>
                  <a:pt x="1072356" y="221960"/>
                  <a:pt x="1072356" y="238729"/>
                </a:cubicBezTo>
                <a:cubicBezTo>
                  <a:pt x="1072356" y="255499"/>
                  <a:pt x="1058762" y="269093"/>
                  <a:pt x="1041993" y="269093"/>
                </a:cubicBezTo>
                <a:cubicBezTo>
                  <a:pt x="1025223" y="269093"/>
                  <a:pt x="1011629" y="255499"/>
                  <a:pt x="1011629" y="238729"/>
                </a:cubicBezTo>
                <a:cubicBezTo>
                  <a:pt x="1011629" y="221960"/>
                  <a:pt x="1025223" y="208366"/>
                  <a:pt x="1041993" y="208366"/>
                </a:cubicBezTo>
                <a:close/>
                <a:moveTo>
                  <a:pt x="969438" y="208366"/>
                </a:moveTo>
                <a:cubicBezTo>
                  <a:pt x="986208" y="208366"/>
                  <a:pt x="999801" y="221960"/>
                  <a:pt x="999801" y="238729"/>
                </a:cubicBezTo>
                <a:cubicBezTo>
                  <a:pt x="999801" y="255499"/>
                  <a:pt x="986208" y="269093"/>
                  <a:pt x="969438" y="269093"/>
                </a:cubicBezTo>
                <a:cubicBezTo>
                  <a:pt x="952669" y="269093"/>
                  <a:pt x="939075" y="255499"/>
                  <a:pt x="939075" y="238729"/>
                </a:cubicBezTo>
                <a:cubicBezTo>
                  <a:pt x="939075" y="221960"/>
                  <a:pt x="952669" y="208366"/>
                  <a:pt x="969438" y="208366"/>
                </a:cubicBezTo>
                <a:close/>
                <a:moveTo>
                  <a:pt x="896883" y="208366"/>
                </a:moveTo>
                <a:cubicBezTo>
                  <a:pt x="913653" y="208366"/>
                  <a:pt x="927247" y="221960"/>
                  <a:pt x="927247" y="238729"/>
                </a:cubicBezTo>
                <a:cubicBezTo>
                  <a:pt x="927247" y="255499"/>
                  <a:pt x="913653" y="269093"/>
                  <a:pt x="896883" y="269093"/>
                </a:cubicBezTo>
                <a:cubicBezTo>
                  <a:pt x="880114" y="269093"/>
                  <a:pt x="866520" y="255499"/>
                  <a:pt x="866520" y="238729"/>
                </a:cubicBezTo>
                <a:cubicBezTo>
                  <a:pt x="866520" y="221960"/>
                  <a:pt x="880114" y="208366"/>
                  <a:pt x="896883" y="208366"/>
                </a:cubicBezTo>
                <a:close/>
                <a:moveTo>
                  <a:pt x="824329" y="208366"/>
                </a:moveTo>
                <a:cubicBezTo>
                  <a:pt x="841098" y="208366"/>
                  <a:pt x="854692" y="221960"/>
                  <a:pt x="854692" y="238729"/>
                </a:cubicBezTo>
                <a:cubicBezTo>
                  <a:pt x="854692" y="255499"/>
                  <a:pt x="841098" y="269093"/>
                  <a:pt x="824329" y="269093"/>
                </a:cubicBezTo>
                <a:cubicBezTo>
                  <a:pt x="807559" y="269093"/>
                  <a:pt x="793965" y="255499"/>
                  <a:pt x="793965" y="238729"/>
                </a:cubicBezTo>
                <a:cubicBezTo>
                  <a:pt x="793965" y="221960"/>
                  <a:pt x="807559" y="208366"/>
                  <a:pt x="824329" y="208366"/>
                </a:cubicBezTo>
                <a:close/>
                <a:moveTo>
                  <a:pt x="751774" y="208366"/>
                </a:moveTo>
                <a:cubicBezTo>
                  <a:pt x="768544" y="208366"/>
                  <a:pt x="782138" y="221960"/>
                  <a:pt x="782138" y="238729"/>
                </a:cubicBezTo>
                <a:cubicBezTo>
                  <a:pt x="782138" y="255499"/>
                  <a:pt x="768544" y="269093"/>
                  <a:pt x="751774" y="269093"/>
                </a:cubicBezTo>
                <a:cubicBezTo>
                  <a:pt x="735005" y="269093"/>
                  <a:pt x="721411" y="255499"/>
                  <a:pt x="721411" y="238729"/>
                </a:cubicBezTo>
                <a:cubicBezTo>
                  <a:pt x="721411" y="221960"/>
                  <a:pt x="735005" y="208366"/>
                  <a:pt x="751774" y="208366"/>
                </a:cubicBezTo>
                <a:close/>
                <a:moveTo>
                  <a:pt x="679220" y="208366"/>
                </a:moveTo>
                <a:cubicBezTo>
                  <a:pt x="695989" y="208366"/>
                  <a:pt x="709583" y="221960"/>
                  <a:pt x="709583" y="238729"/>
                </a:cubicBezTo>
                <a:cubicBezTo>
                  <a:pt x="709583" y="255499"/>
                  <a:pt x="695989" y="269093"/>
                  <a:pt x="679220" y="269093"/>
                </a:cubicBezTo>
                <a:cubicBezTo>
                  <a:pt x="662450" y="269093"/>
                  <a:pt x="648856" y="255499"/>
                  <a:pt x="648856" y="238729"/>
                </a:cubicBezTo>
                <a:cubicBezTo>
                  <a:pt x="648856" y="221960"/>
                  <a:pt x="662450" y="208366"/>
                  <a:pt x="679220" y="208366"/>
                </a:cubicBezTo>
                <a:close/>
                <a:moveTo>
                  <a:pt x="606665" y="208366"/>
                </a:moveTo>
                <a:cubicBezTo>
                  <a:pt x="623435" y="208366"/>
                  <a:pt x="637029" y="221960"/>
                  <a:pt x="637029" y="238729"/>
                </a:cubicBezTo>
                <a:cubicBezTo>
                  <a:pt x="637029" y="255499"/>
                  <a:pt x="623435" y="269093"/>
                  <a:pt x="606665" y="269093"/>
                </a:cubicBezTo>
                <a:cubicBezTo>
                  <a:pt x="589896" y="269093"/>
                  <a:pt x="576302" y="255499"/>
                  <a:pt x="576302" y="238729"/>
                </a:cubicBezTo>
                <a:cubicBezTo>
                  <a:pt x="576302" y="221960"/>
                  <a:pt x="589896" y="208366"/>
                  <a:pt x="606665" y="208366"/>
                </a:cubicBezTo>
                <a:close/>
                <a:moveTo>
                  <a:pt x="534111" y="208366"/>
                </a:moveTo>
                <a:cubicBezTo>
                  <a:pt x="550880" y="208366"/>
                  <a:pt x="564474" y="221960"/>
                  <a:pt x="564474" y="238729"/>
                </a:cubicBezTo>
                <a:cubicBezTo>
                  <a:pt x="564474" y="255499"/>
                  <a:pt x="550880" y="269093"/>
                  <a:pt x="534111" y="269093"/>
                </a:cubicBezTo>
                <a:cubicBezTo>
                  <a:pt x="517341" y="269093"/>
                  <a:pt x="503747" y="255499"/>
                  <a:pt x="503747" y="238729"/>
                </a:cubicBezTo>
                <a:cubicBezTo>
                  <a:pt x="503747" y="221960"/>
                  <a:pt x="517341" y="208366"/>
                  <a:pt x="534111" y="208366"/>
                </a:cubicBezTo>
                <a:close/>
                <a:moveTo>
                  <a:pt x="461556" y="208366"/>
                </a:moveTo>
                <a:cubicBezTo>
                  <a:pt x="478326" y="208366"/>
                  <a:pt x="491920" y="221960"/>
                  <a:pt x="491920" y="238729"/>
                </a:cubicBezTo>
                <a:cubicBezTo>
                  <a:pt x="491920" y="255499"/>
                  <a:pt x="478326" y="269093"/>
                  <a:pt x="461556" y="269093"/>
                </a:cubicBezTo>
                <a:cubicBezTo>
                  <a:pt x="444787" y="269093"/>
                  <a:pt x="431192" y="255499"/>
                  <a:pt x="431192" y="238729"/>
                </a:cubicBezTo>
                <a:cubicBezTo>
                  <a:pt x="431192" y="221960"/>
                  <a:pt x="444787" y="208366"/>
                  <a:pt x="461556" y="208366"/>
                </a:cubicBezTo>
                <a:close/>
                <a:moveTo>
                  <a:pt x="389002" y="208366"/>
                </a:moveTo>
                <a:cubicBezTo>
                  <a:pt x="405771" y="208366"/>
                  <a:pt x="419365" y="221960"/>
                  <a:pt x="419365" y="238729"/>
                </a:cubicBezTo>
                <a:cubicBezTo>
                  <a:pt x="419365" y="255499"/>
                  <a:pt x="405771" y="269093"/>
                  <a:pt x="389002" y="269093"/>
                </a:cubicBezTo>
                <a:cubicBezTo>
                  <a:pt x="372232" y="269093"/>
                  <a:pt x="358638" y="255499"/>
                  <a:pt x="358638" y="238729"/>
                </a:cubicBezTo>
                <a:cubicBezTo>
                  <a:pt x="358638" y="221960"/>
                  <a:pt x="372232" y="208366"/>
                  <a:pt x="389002" y="208366"/>
                </a:cubicBezTo>
                <a:close/>
                <a:moveTo>
                  <a:pt x="316447" y="208366"/>
                </a:moveTo>
                <a:cubicBezTo>
                  <a:pt x="333216" y="208366"/>
                  <a:pt x="346810" y="221960"/>
                  <a:pt x="346810" y="238729"/>
                </a:cubicBezTo>
                <a:cubicBezTo>
                  <a:pt x="346810" y="255499"/>
                  <a:pt x="333216" y="269093"/>
                  <a:pt x="316447" y="269093"/>
                </a:cubicBezTo>
                <a:cubicBezTo>
                  <a:pt x="299677" y="269093"/>
                  <a:pt x="286084" y="255499"/>
                  <a:pt x="286084" y="238729"/>
                </a:cubicBezTo>
                <a:cubicBezTo>
                  <a:pt x="286084" y="221960"/>
                  <a:pt x="299677" y="208366"/>
                  <a:pt x="316447" y="208366"/>
                </a:cubicBezTo>
                <a:close/>
                <a:moveTo>
                  <a:pt x="243892" y="208366"/>
                </a:moveTo>
                <a:cubicBezTo>
                  <a:pt x="260662" y="208366"/>
                  <a:pt x="274256" y="221960"/>
                  <a:pt x="274256" y="238729"/>
                </a:cubicBezTo>
                <a:cubicBezTo>
                  <a:pt x="274256" y="255499"/>
                  <a:pt x="260662" y="269093"/>
                  <a:pt x="243892" y="269093"/>
                </a:cubicBezTo>
                <a:cubicBezTo>
                  <a:pt x="227123" y="269093"/>
                  <a:pt x="213529" y="255499"/>
                  <a:pt x="213529" y="238729"/>
                </a:cubicBezTo>
                <a:cubicBezTo>
                  <a:pt x="213529" y="221960"/>
                  <a:pt x="227123" y="208366"/>
                  <a:pt x="243892" y="208366"/>
                </a:cubicBezTo>
                <a:close/>
                <a:moveTo>
                  <a:pt x="171339" y="208366"/>
                </a:moveTo>
                <a:cubicBezTo>
                  <a:pt x="188107" y="208366"/>
                  <a:pt x="201701" y="221960"/>
                  <a:pt x="201701" y="238729"/>
                </a:cubicBezTo>
                <a:cubicBezTo>
                  <a:pt x="201701" y="255499"/>
                  <a:pt x="188107" y="269093"/>
                  <a:pt x="171339" y="269093"/>
                </a:cubicBezTo>
                <a:cubicBezTo>
                  <a:pt x="154697" y="269093"/>
                  <a:pt x="141102" y="255499"/>
                  <a:pt x="141102" y="238729"/>
                </a:cubicBezTo>
                <a:cubicBezTo>
                  <a:pt x="141102" y="221960"/>
                  <a:pt x="154697" y="208366"/>
                  <a:pt x="171339" y="208366"/>
                </a:cubicBezTo>
                <a:close/>
                <a:moveTo>
                  <a:pt x="98929" y="208366"/>
                </a:moveTo>
                <a:cubicBezTo>
                  <a:pt x="115688" y="208366"/>
                  <a:pt x="129282" y="221960"/>
                  <a:pt x="129282" y="238729"/>
                </a:cubicBezTo>
                <a:cubicBezTo>
                  <a:pt x="129282" y="255499"/>
                  <a:pt x="115688" y="269093"/>
                  <a:pt x="98929" y="269093"/>
                </a:cubicBezTo>
                <a:cubicBezTo>
                  <a:pt x="82155" y="269093"/>
                  <a:pt x="68561" y="255499"/>
                  <a:pt x="68561" y="238729"/>
                </a:cubicBezTo>
                <a:cubicBezTo>
                  <a:pt x="68561" y="221960"/>
                  <a:pt x="82155" y="208366"/>
                  <a:pt x="98929" y="208366"/>
                </a:cubicBezTo>
                <a:close/>
                <a:moveTo>
                  <a:pt x="26375" y="208366"/>
                </a:moveTo>
                <a:cubicBezTo>
                  <a:pt x="43137" y="208366"/>
                  <a:pt x="56732" y="221960"/>
                  <a:pt x="56732" y="238729"/>
                </a:cubicBezTo>
                <a:cubicBezTo>
                  <a:pt x="56732" y="255499"/>
                  <a:pt x="43137" y="269093"/>
                  <a:pt x="26375" y="269093"/>
                </a:cubicBezTo>
                <a:cubicBezTo>
                  <a:pt x="17989" y="269093"/>
                  <a:pt x="10398" y="265695"/>
                  <a:pt x="4903" y="260200"/>
                </a:cubicBezTo>
                <a:lnTo>
                  <a:pt x="0" y="248364"/>
                </a:lnTo>
                <a:lnTo>
                  <a:pt x="0" y="229094"/>
                </a:lnTo>
                <a:lnTo>
                  <a:pt x="4903" y="217259"/>
                </a:lnTo>
                <a:cubicBezTo>
                  <a:pt x="10398" y="211765"/>
                  <a:pt x="17989" y="208366"/>
                  <a:pt x="26375" y="208366"/>
                </a:cubicBezTo>
                <a:close/>
                <a:moveTo>
                  <a:pt x="1622429" y="127914"/>
                </a:moveTo>
                <a:cubicBezTo>
                  <a:pt x="1630814" y="127914"/>
                  <a:pt x="1638404" y="131313"/>
                  <a:pt x="1643899" y="136808"/>
                </a:cubicBezTo>
                <a:lnTo>
                  <a:pt x="1648931" y="148957"/>
                </a:lnTo>
                <a:lnTo>
                  <a:pt x="1651011" y="162579"/>
                </a:lnTo>
                <a:lnTo>
                  <a:pt x="1643899" y="179748"/>
                </a:lnTo>
                <a:cubicBezTo>
                  <a:pt x="1638404" y="185243"/>
                  <a:pt x="1630814" y="188641"/>
                  <a:pt x="1622429" y="188641"/>
                </a:cubicBezTo>
                <a:cubicBezTo>
                  <a:pt x="1605659" y="188641"/>
                  <a:pt x="1592066" y="175047"/>
                  <a:pt x="1592066" y="158278"/>
                </a:cubicBezTo>
                <a:cubicBezTo>
                  <a:pt x="1592066" y="141508"/>
                  <a:pt x="1605659" y="127914"/>
                  <a:pt x="1622429" y="127914"/>
                </a:cubicBezTo>
                <a:close/>
                <a:moveTo>
                  <a:pt x="1549874" y="127914"/>
                </a:moveTo>
                <a:cubicBezTo>
                  <a:pt x="1566644" y="127914"/>
                  <a:pt x="1580238" y="141508"/>
                  <a:pt x="1580238" y="158278"/>
                </a:cubicBezTo>
                <a:cubicBezTo>
                  <a:pt x="1580238" y="175047"/>
                  <a:pt x="1566644" y="188641"/>
                  <a:pt x="1549874" y="188641"/>
                </a:cubicBezTo>
                <a:cubicBezTo>
                  <a:pt x="1533105" y="188641"/>
                  <a:pt x="1519511" y="175047"/>
                  <a:pt x="1519511" y="158278"/>
                </a:cubicBezTo>
                <a:cubicBezTo>
                  <a:pt x="1519511" y="141508"/>
                  <a:pt x="1533105" y="127914"/>
                  <a:pt x="1549874" y="127914"/>
                </a:cubicBezTo>
                <a:close/>
                <a:moveTo>
                  <a:pt x="1477320" y="127914"/>
                </a:moveTo>
                <a:cubicBezTo>
                  <a:pt x="1494089" y="127914"/>
                  <a:pt x="1507683" y="141508"/>
                  <a:pt x="1507683" y="158278"/>
                </a:cubicBezTo>
                <a:cubicBezTo>
                  <a:pt x="1507683" y="175047"/>
                  <a:pt x="1494089" y="188641"/>
                  <a:pt x="1477320" y="188641"/>
                </a:cubicBezTo>
                <a:cubicBezTo>
                  <a:pt x="1460550" y="188641"/>
                  <a:pt x="1446956" y="175047"/>
                  <a:pt x="1446956" y="158278"/>
                </a:cubicBezTo>
                <a:cubicBezTo>
                  <a:pt x="1446956" y="141508"/>
                  <a:pt x="1460550" y="127914"/>
                  <a:pt x="1477320" y="127914"/>
                </a:cubicBezTo>
                <a:close/>
                <a:moveTo>
                  <a:pt x="1404765" y="127914"/>
                </a:moveTo>
                <a:cubicBezTo>
                  <a:pt x="1421535" y="127914"/>
                  <a:pt x="1435129" y="141508"/>
                  <a:pt x="1435129" y="158278"/>
                </a:cubicBezTo>
                <a:cubicBezTo>
                  <a:pt x="1435129" y="175047"/>
                  <a:pt x="1421535" y="188641"/>
                  <a:pt x="1404765" y="188641"/>
                </a:cubicBezTo>
                <a:cubicBezTo>
                  <a:pt x="1387996" y="188641"/>
                  <a:pt x="1374402" y="175047"/>
                  <a:pt x="1374402" y="158278"/>
                </a:cubicBezTo>
                <a:cubicBezTo>
                  <a:pt x="1374402" y="141508"/>
                  <a:pt x="1387996" y="127914"/>
                  <a:pt x="1404765" y="127914"/>
                </a:cubicBezTo>
                <a:close/>
                <a:moveTo>
                  <a:pt x="1332211" y="127914"/>
                </a:moveTo>
                <a:cubicBezTo>
                  <a:pt x="1348980" y="127914"/>
                  <a:pt x="1362574" y="141508"/>
                  <a:pt x="1362574" y="158278"/>
                </a:cubicBezTo>
                <a:cubicBezTo>
                  <a:pt x="1362574" y="175047"/>
                  <a:pt x="1348980" y="188641"/>
                  <a:pt x="1332211" y="188641"/>
                </a:cubicBezTo>
                <a:cubicBezTo>
                  <a:pt x="1315441" y="188641"/>
                  <a:pt x="1301847" y="175047"/>
                  <a:pt x="1301847" y="158278"/>
                </a:cubicBezTo>
                <a:cubicBezTo>
                  <a:pt x="1301847" y="141508"/>
                  <a:pt x="1315441" y="127914"/>
                  <a:pt x="1332211" y="127914"/>
                </a:cubicBezTo>
                <a:close/>
                <a:moveTo>
                  <a:pt x="1259656" y="127914"/>
                </a:moveTo>
                <a:cubicBezTo>
                  <a:pt x="1276426" y="127914"/>
                  <a:pt x="1290020" y="141508"/>
                  <a:pt x="1290020" y="158278"/>
                </a:cubicBezTo>
                <a:cubicBezTo>
                  <a:pt x="1290020" y="175047"/>
                  <a:pt x="1276426" y="188641"/>
                  <a:pt x="1259656" y="188641"/>
                </a:cubicBezTo>
                <a:cubicBezTo>
                  <a:pt x="1242887" y="188641"/>
                  <a:pt x="1229293" y="175047"/>
                  <a:pt x="1229293" y="158278"/>
                </a:cubicBezTo>
                <a:cubicBezTo>
                  <a:pt x="1229293" y="141508"/>
                  <a:pt x="1242887" y="127914"/>
                  <a:pt x="1259656" y="127914"/>
                </a:cubicBezTo>
                <a:close/>
                <a:moveTo>
                  <a:pt x="1187102" y="127914"/>
                </a:moveTo>
                <a:cubicBezTo>
                  <a:pt x="1203871" y="127914"/>
                  <a:pt x="1217465" y="141508"/>
                  <a:pt x="1217465" y="158278"/>
                </a:cubicBezTo>
                <a:cubicBezTo>
                  <a:pt x="1217465" y="175047"/>
                  <a:pt x="1203871" y="188641"/>
                  <a:pt x="1187102" y="188641"/>
                </a:cubicBezTo>
                <a:cubicBezTo>
                  <a:pt x="1170332" y="188641"/>
                  <a:pt x="1156738" y="175047"/>
                  <a:pt x="1156738" y="158278"/>
                </a:cubicBezTo>
                <a:cubicBezTo>
                  <a:pt x="1156738" y="141508"/>
                  <a:pt x="1170332" y="127914"/>
                  <a:pt x="1187102" y="127914"/>
                </a:cubicBezTo>
                <a:close/>
                <a:moveTo>
                  <a:pt x="1114547" y="127914"/>
                </a:moveTo>
                <a:cubicBezTo>
                  <a:pt x="1131317" y="127914"/>
                  <a:pt x="1144911" y="141508"/>
                  <a:pt x="1144911" y="158278"/>
                </a:cubicBezTo>
                <a:cubicBezTo>
                  <a:pt x="1144911" y="175047"/>
                  <a:pt x="1131317" y="188641"/>
                  <a:pt x="1114547" y="188641"/>
                </a:cubicBezTo>
                <a:cubicBezTo>
                  <a:pt x="1097778" y="188641"/>
                  <a:pt x="1084184" y="175047"/>
                  <a:pt x="1084184" y="158278"/>
                </a:cubicBezTo>
                <a:cubicBezTo>
                  <a:pt x="1084184" y="141508"/>
                  <a:pt x="1097778" y="127914"/>
                  <a:pt x="1114547" y="127914"/>
                </a:cubicBezTo>
                <a:close/>
                <a:moveTo>
                  <a:pt x="1041993" y="127914"/>
                </a:moveTo>
                <a:cubicBezTo>
                  <a:pt x="1058762" y="127914"/>
                  <a:pt x="1072356" y="141508"/>
                  <a:pt x="1072356" y="158278"/>
                </a:cubicBezTo>
                <a:cubicBezTo>
                  <a:pt x="1072356" y="175047"/>
                  <a:pt x="1058762" y="188641"/>
                  <a:pt x="1041993" y="188641"/>
                </a:cubicBezTo>
                <a:cubicBezTo>
                  <a:pt x="1025223" y="188641"/>
                  <a:pt x="1011629" y="175047"/>
                  <a:pt x="1011629" y="158278"/>
                </a:cubicBezTo>
                <a:cubicBezTo>
                  <a:pt x="1011629" y="141508"/>
                  <a:pt x="1025223" y="127914"/>
                  <a:pt x="1041993" y="127914"/>
                </a:cubicBezTo>
                <a:close/>
                <a:moveTo>
                  <a:pt x="969438" y="127914"/>
                </a:moveTo>
                <a:cubicBezTo>
                  <a:pt x="986208" y="127914"/>
                  <a:pt x="999801" y="141508"/>
                  <a:pt x="999801" y="158278"/>
                </a:cubicBezTo>
                <a:cubicBezTo>
                  <a:pt x="999801" y="175047"/>
                  <a:pt x="986208" y="188641"/>
                  <a:pt x="969438" y="188641"/>
                </a:cubicBezTo>
                <a:cubicBezTo>
                  <a:pt x="952669" y="188641"/>
                  <a:pt x="939075" y="175047"/>
                  <a:pt x="939075" y="158278"/>
                </a:cubicBezTo>
                <a:cubicBezTo>
                  <a:pt x="939075" y="141508"/>
                  <a:pt x="952669" y="127914"/>
                  <a:pt x="969438" y="127914"/>
                </a:cubicBezTo>
                <a:close/>
                <a:moveTo>
                  <a:pt x="896883" y="127914"/>
                </a:moveTo>
                <a:cubicBezTo>
                  <a:pt x="913653" y="127914"/>
                  <a:pt x="927247" y="141508"/>
                  <a:pt x="927247" y="158278"/>
                </a:cubicBezTo>
                <a:cubicBezTo>
                  <a:pt x="927247" y="175047"/>
                  <a:pt x="913653" y="188641"/>
                  <a:pt x="896883" y="188641"/>
                </a:cubicBezTo>
                <a:cubicBezTo>
                  <a:pt x="880114" y="188641"/>
                  <a:pt x="866520" y="175047"/>
                  <a:pt x="866520" y="158278"/>
                </a:cubicBezTo>
                <a:cubicBezTo>
                  <a:pt x="866520" y="141508"/>
                  <a:pt x="880114" y="127914"/>
                  <a:pt x="896883" y="127914"/>
                </a:cubicBezTo>
                <a:close/>
                <a:moveTo>
                  <a:pt x="824329" y="127914"/>
                </a:moveTo>
                <a:cubicBezTo>
                  <a:pt x="841098" y="127914"/>
                  <a:pt x="854692" y="141508"/>
                  <a:pt x="854692" y="158278"/>
                </a:cubicBezTo>
                <a:cubicBezTo>
                  <a:pt x="854692" y="175047"/>
                  <a:pt x="841098" y="188641"/>
                  <a:pt x="824329" y="188641"/>
                </a:cubicBezTo>
                <a:cubicBezTo>
                  <a:pt x="807559" y="188641"/>
                  <a:pt x="793965" y="175047"/>
                  <a:pt x="793965" y="158278"/>
                </a:cubicBezTo>
                <a:cubicBezTo>
                  <a:pt x="793965" y="141508"/>
                  <a:pt x="807559" y="127914"/>
                  <a:pt x="824329" y="127914"/>
                </a:cubicBezTo>
                <a:close/>
                <a:moveTo>
                  <a:pt x="751774" y="127914"/>
                </a:moveTo>
                <a:cubicBezTo>
                  <a:pt x="768544" y="127914"/>
                  <a:pt x="782138" y="141508"/>
                  <a:pt x="782138" y="158278"/>
                </a:cubicBezTo>
                <a:cubicBezTo>
                  <a:pt x="782138" y="175047"/>
                  <a:pt x="768544" y="188641"/>
                  <a:pt x="751774" y="188641"/>
                </a:cubicBezTo>
                <a:cubicBezTo>
                  <a:pt x="735005" y="188641"/>
                  <a:pt x="721411" y="175047"/>
                  <a:pt x="721411" y="158278"/>
                </a:cubicBezTo>
                <a:cubicBezTo>
                  <a:pt x="721411" y="141508"/>
                  <a:pt x="735005" y="127914"/>
                  <a:pt x="751774" y="127914"/>
                </a:cubicBezTo>
                <a:close/>
                <a:moveTo>
                  <a:pt x="679220" y="127914"/>
                </a:moveTo>
                <a:cubicBezTo>
                  <a:pt x="695989" y="127914"/>
                  <a:pt x="709583" y="141508"/>
                  <a:pt x="709583" y="158278"/>
                </a:cubicBezTo>
                <a:cubicBezTo>
                  <a:pt x="709583" y="175047"/>
                  <a:pt x="695989" y="188641"/>
                  <a:pt x="679220" y="188641"/>
                </a:cubicBezTo>
                <a:cubicBezTo>
                  <a:pt x="662450" y="188641"/>
                  <a:pt x="648856" y="175047"/>
                  <a:pt x="648856" y="158278"/>
                </a:cubicBezTo>
                <a:cubicBezTo>
                  <a:pt x="648856" y="141508"/>
                  <a:pt x="662450" y="127914"/>
                  <a:pt x="679220" y="127914"/>
                </a:cubicBezTo>
                <a:close/>
                <a:moveTo>
                  <a:pt x="606665" y="127914"/>
                </a:moveTo>
                <a:cubicBezTo>
                  <a:pt x="623435" y="127914"/>
                  <a:pt x="637029" y="141508"/>
                  <a:pt x="637029" y="158278"/>
                </a:cubicBezTo>
                <a:cubicBezTo>
                  <a:pt x="637029" y="175047"/>
                  <a:pt x="623435" y="188641"/>
                  <a:pt x="606665" y="188641"/>
                </a:cubicBezTo>
                <a:cubicBezTo>
                  <a:pt x="589896" y="188641"/>
                  <a:pt x="576302" y="175047"/>
                  <a:pt x="576302" y="158278"/>
                </a:cubicBezTo>
                <a:cubicBezTo>
                  <a:pt x="576302" y="141508"/>
                  <a:pt x="589896" y="127914"/>
                  <a:pt x="606665" y="127914"/>
                </a:cubicBezTo>
                <a:close/>
                <a:moveTo>
                  <a:pt x="534111" y="127914"/>
                </a:moveTo>
                <a:cubicBezTo>
                  <a:pt x="550880" y="127914"/>
                  <a:pt x="564474" y="141508"/>
                  <a:pt x="564474" y="158278"/>
                </a:cubicBezTo>
                <a:cubicBezTo>
                  <a:pt x="564474" y="175047"/>
                  <a:pt x="550880" y="188641"/>
                  <a:pt x="534111" y="188641"/>
                </a:cubicBezTo>
                <a:cubicBezTo>
                  <a:pt x="517341" y="188641"/>
                  <a:pt x="503747" y="175047"/>
                  <a:pt x="503747" y="158278"/>
                </a:cubicBezTo>
                <a:cubicBezTo>
                  <a:pt x="503747" y="141508"/>
                  <a:pt x="517341" y="127914"/>
                  <a:pt x="534111" y="127914"/>
                </a:cubicBezTo>
                <a:close/>
                <a:moveTo>
                  <a:pt x="461556" y="127914"/>
                </a:moveTo>
                <a:cubicBezTo>
                  <a:pt x="478326" y="127914"/>
                  <a:pt x="491920" y="141508"/>
                  <a:pt x="491920" y="158278"/>
                </a:cubicBezTo>
                <a:cubicBezTo>
                  <a:pt x="491920" y="175047"/>
                  <a:pt x="478326" y="188641"/>
                  <a:pt x="461556" y="188641"/>
                </a:cubicBezTo>
                <a:cubicBezTo>
                  <a:pt x="444787" y="188641"/>
                  <a:pt x="431192" y="175047"/>
                  <a:pt x="431192" y="158278"/>
                </a:cubicBezTo>
                <a:cubicBezTo>
                  <a:pt x="431192" y="141508"/>
                  <a:pt x="444787" y="127914"/>
                  <a:pt x="461556" y="127914"/>
                </a:cubicBezTo>
                <a:close/>
                <a:moveTo>
                  <a:pt x="389002" y="127914"/>
                </a:moveTo>
                <a:cubicBezTo>
                  <a:pt x="405771" y="127914"/>
                  <a:pt x="419365" y="141508"/>
                  <a:pt x="419365" y="158278"/>
                </a:cubicBezTo>
                <a:cubicBezTo>
                  <a:pt x="419365" y="175047"/>
                  <a:pt x="405771" y="188641"/>
                  <a:pt x="389002" y="188641"/>
                </a:cubicBezTo>
                <a:cubicBezTo>
                  <a:pt x="372232" y="188641"/>
                  <a:pt x="358638" y="175047"/>
                  <a:pt x="358638" y="158278"/>
                </a:cubicBezTo>
                <a:cubicBezTo>
                  <a:pt x="358638" y="141508"/>
                  <a:pt x="372232" y="127914"/>
                  <a:pt x="389002" y="127914"/>
                </a:cubicBezTo>
                <a:close/>
                <a:moveTo>
                  <a:pt x="316447" y="127914"/>
                </a:moveTo>
                <a:cubicBezTo>
                  <a:pt x="333216" y="127914"/>
                  <a:pt x="346810" y="141508"/>
                  <a:pt x="346810" y="158278"/>
                </a:cubicBezTo>
                <a:cubicBezTo>
                  <a:pt x="346810" y="175047"/>
                  <a:pt x="333216" y="188641"/>
                  <a:pt x="316447" y="188641"/>
                </a:cubicBezTo>
                <a:cubicBezTo>
                  <a:pt x="299677" y="188641"/>
                  <a:pt x="286084" y="175047"/>
                  <a:pt x="286084" y="158278"/>
                </a:cubicBezTo>
                <a:cubicBezTo>
                  <a:pt x="286084" y="141508"/>
                  <a:pt x="299677" y="127914"/>
                  <a:pt x="316447" y="127914"/>
                </a:cubicBezTo>
                <a:close/>
                <a:moveTo>
                  <a:pt x="243892" y="127914"/>
                </a:moveTo>
                <a:cubicBezTo>
                  <a:pt x="260662" y="127914"/>
                  <a:pt x="274256" y="141508"/>
                  <a:pt x="274256" y="158278"/>
                </a:cubicBezTo>
                <a:cubicBezTo>
                  <a:pt x="274256" y="175047"/>
                  <a:pt x="260662" y="188641"/>
                  <a:pt x="243892" y="188641"/>
                </a:cubicBezTo>
                <a:cubicBezTo>
                  <a:pt x="227123" y="188641"/>
                  <a:pt x="213529" y="175047"/>
                  <a:pt x="213529" y="158278"/>
                </a:cubicBezTo>
                <a:cubicBezTo>
                  <a:pt x="213529" y="141508"/>
                  <a:pt x="227123" y="127914"/>
                  <a:pt x="243892" y="127914"/>
                </a:cubicBezTo>
                <a:close/>
                <a:moveTo>
                  <a:pt x="171339" y="127914"/>
                </a:moveTo>
                <a:cubicBezTo>
                  <a:pt x="188107" y="127914"/>
                  <a:pt x="201701" y="141508"/>
                  <a:pt x="201701" y="158278"/>
                </a:cubicBezTo>
                <a:cubicBezTo>
                  <a:pt x="201701" y="175047"/>
                  <a:pt x="188107" y="188641"/>
                  <a:pt x="171339" y="188641"/>
                </a:cubicBezTo>
                <a:cubicBezTo>
                  <a:pt x="154702" y="188641"/>
                  <a:pt x="141108" y="175047"/>
                  <a:pt x="141108" y="158278"/>
                </a:cubicBezTo>
                <a:cubicBezTo>
                  <a:pt x="141108" y="141508"/>
                  <a:pt x="154702" y="127914"/>
                  <a:pt x="171339" y="127914"/>
                </a:cubicBezTo>
                <a:close/>
                <a:moveTo>
                  <a:pt x="98936" y="127914"/>
                </a:moveTo>
                <a:cubicBezTo>
                  <a:pt x="115695" y="127914"/>
                  <a:pt x="129288" y="141508"/>
                  <a:pt x="129288" y="158278"/>
                </a:cubicBezTo>
                <a:cubicBezTo>
                  <a:pt x="129288" y="175047"/>
                  <a:pt x="115695" y="188641"/>
                  <a:pt x="98936" y="188641"/>
                </a:cubicBezTo>
                <a:cubicBezTo>
                  <a:pt x="82162" y="188641"/>
                  <a:pt x="68567" y="175047"/>
                  <a:pt x="68567" y="158278"/>
                </a:cubicBezTo>
                <a:cubicBezTo>
                  <a:pt x="68567" y="141508"/>
                  <a:pt x="82162" y="127914"/>
                  <a:pt x="98936" y="127914"/>
                </a:cubicBezTo>
                <a:close/>
                <a:moveTo>
                  <a:pt x="26381" y="127914"/>
                </a:moveTo>
                <a:cubicBezTo>
                  <a:pt x="43143" y="127914"/>
                  <a:pt x="56738" y="141508"/>
                  <a:pt x="56738" y="158278"/>
                </a:cubicBezTo>
                <a:cubicBezTo>
                  <a:pt x="56738" y="175047"/>
                  <a:pt x="43143" y="188641"/>
                  <a:pt x="26381" y="188641"/>
                </a:cubicBezTo>
                <a:cubicBezTo>
                  <a:pt x="17995" y="188641"/>
                  <a:pt x="10404" y="185243"/>
                  <a:pt x="4909" y="179748"/>
                </a:cubicBezTo>
                <a:lnTo>
                  <a:pt x="0" y="167898"/>
                </a:lnTo>
                <a:lnTo>
                  <a:pt x="0" y="148658"/>
                </a:lnTo>
                <a:lnTo>
                  <a:pt x="4909" y="136807"/>
                </a:lnTo>
                <a:cubicBezTo>
                  <a:pt x="10404" y="131313"/>
                  <a:pt x="17995" y="127914"/>
                  <a:pt x="26381" y="127914"/>
                </a:cubicBezTo>
                <a:close/>
                <a:moveTo>
                  <a:pt x="1622429" y="47462"/>
                </a:moveTo>
                <a:lnTo>
                  <a:pt x="1625821" y="48147"/>
                </a:lnTo>
                <a:lnTo>
                  <a:pt x="1639701" y="102127"/>
                </a:lnTo>
                <a:lnTo>
                  <a:pt x="1634248" y="105804"/>
                </a:lnTo>
                <a:cubicBezTo>
                  <a:pt x="1630615" y="107340"/>
                  <a:pt x="1626621" y="108189"/>
                  <a:pt x="1622429" y="108189"/>
                </a:cubicBezTo>
                <a:cubicBezTo>
                  <a:pt x="1605659" y="108189"/>
                  <a:pt x="1592066" y="94595"/>
                  <a:pt x="1592066" y="77826"/>
                </a:cubicBezTo>
                <a:cubicBezTo>
                  <a:pt x="1592066" y="61056"/>
                  <a:pt x="1605659" y="47462"/>
                  <a:pt x="1622429" y="47462"/>
                </a:cubicBezTo>
                <a:close/>
                <a:moveTo>
                  <a:pt x="1549874" y="47462"/>
                </a:moveTo>
                <a:cubicBezTo>
                  <a:pt x="1566644" y="47462"/>
                  <a:pt x="1580238" y="61056"/>
                  <a:pt x="1580238" y="77826"/>
                </a:cubicBezTo>
                <a:cubicBezTo>
                  <a:pt x="1580238" y="94595"/>
                  <a:pt x="1566644" y="108189"/>
                  <a:pt x="1549874" y="108189"/>
                </a:cubicBezTo>
                <a:cubicBezTo>
                  <a:pt x="1533105" y="108189"/>
                  <a:pt x="1519511" y="94595"/>
                  <a:pt x="1519511" y="77826"/>
                </a:cubicBezTo>
                <a:cubicBezTo>
                  <a:pt x="1519511" y="61056"/>
                  <a:pt x="1533105" y="47462"/>
                  <a:pt x="1549874" y="47462"/>
                </a:cubicBezTo>
                <a:close/>
                <a:moveTo>
                  <a:pt x="1477320" y="47462"/>
                </a:moveTo>
                <a:cubicBezTo>
                  <a:pt x="1494089" y="47462"/>
                  <a:pt x="1507683" y="61056"/>
                  <a:pt x="1507683" y="77826"/>
                </a:cubicBezTo>
                <a:cubicBezTo>
                  <a:pt x="1507683" y="94595"/>
                  <a:pt x="1494089" y="108189"/>
                  <a:pt x="1477320" y="108189"/>
                </a:cubicBezTo>
                <a:cubicBezTo>
                  <a:pt x="1460550" y="108189"/>
                  <a:pt x="1446956" y="94595"/>
                  <a:pt x="1446956" y="77826"/>
                </a:cubicBezTo>
                <a:cubicBezTo>
                  <a:pt x="1446956" y="61056"/>
                  <a:pt x="1460550" y="47462"/>
                  <a:pt x="1477320" y="47462"/>
                </a:cubicBezTo>
                <a:close/>
                <a:moveTo>
                  <a:pt x="1404765" y="47462"/>
                </a:moveTo>
                <a:cubicBezTo>
                  <a:pt x="1421535" y="47462"/>
                  <a:pt x="1435129" y="61056"/>
                  <a:pt x="1435129" y="77826"/>
                </a:cubicBezTo>
                <a:cubicBezTo>
                  <a:pt x="1435129" y="94595"/>
                  <a:pt x="1421535" y="108189"/>
                  <a:pt x="1404765" y="108189"/>
                </a:cubicBezTo>
                <a:cubicBezTo>
                  <a:pt x="1387996" y="108189"/>
                  <a:pt x="1374402" y="94595"/>
                  <a:pt x="1374402" y="77826"/>
                </a:cubicBezTo>
                <a:cubicBezTo>
                  <a:pt x="1374402" y="61056"/>
                  <a:pt x="1387996" y="47462"/>
                  <a:pt x="1404765" y="47462"/>
                </a:cubicBezTo>
                <a:close/>
                <a:moveTo>
                  <a:pt x="1332211" y="47462"/>
                </a:moveTo>
                <a:cubicBezTo>
                  <a:pt x="1348980" y="47462"/>
                  <a:pt x="1362574" y="61056"/>
                  <a:pt x="1362574" y="77826"/>
                </a:cubicBezTo>
                <a:cubicBezTo>
                  <a:pt x="1362574" y="94595"/>
                  <a:pt x="1348980" y="108189"/>
                  <a:pt x="1332211" y="108189"/>
                </a:cubicBezTo>
                <a:cubicBezTo>
                  <a:pt x="1315441" y="108189"/>
                  <a:pt x="1301847" y="94595"/>
                  <a:pt x="1301847" y="77826"/>
                </a:cubicBezTo>
                <a:cubicBezTo>
                  <a:pt x="1301847" y="61056"/>
                  <a:pt x="1315441" y="47462"/>
                  <a:pt x="1332211" y="47462"/>
                </a:cubicBezTo>
                <a:close/>
                <a:moveTo>
                  <a:pt x="1259656" y="47462"/>
                </a:moveTo>
                <a:cubicBezTo>
                  <a:pt x="1276426" y="47462"/>
                  <a:pt x="1290020" y="61056"/>
                  <a:pt x="1290020" y="77826"/>
                </a:cubicBezTo>
                <a:cubicBezTo>
                  <a:pt x="1290020" y="94595"/>
                  <a:pt x="1276426" y="108189"/>
                  <a:pt x="1259656" y="108189"/>
                </a:cubicBezTo>
                <a:cubicBezTo>
                  <a:pt x="1242887" y="108189"/>
                  <a:pt x="1229293" y="94595"/>
                  <a:pt x="1229293" y="77826"/>
                </a:cubicBezTo>
                <a:cubicBezTo>
                  <a:pt x="1229293" y="61056"/>
                  <a:pt x="1242887" y="47462"/>
                  <a:pt x="1259656" y="47462"/>
                </a:cubicBezTo>
                <a:close/>
                <a:moveTo>
                  <a:pt x="1187102" y="47462"/>
                </a:moveTo>
                <a:cubicBezTo>
                  <a:pt x="1203871" y="47462"/>
                  <a:pt x="1217465" y="61056"/>
                  <a:pt x="1217465" y="77826"/>
                </a:cubicBezTo>
                <a:cubicBezTo>
                  <a:pt x="1217465" y="94595"/>
                  <a:pt x="1203871" y="108189"/>
                  <a:pt x="1187102" y="108189"/>
                </a:cubicBezTo>
                <a:cubicBezTo>
                  <a:pt x="1170332" y="108189"/>
                  <a:pt x="1156738" y="94595"/>
                  <a:pt x="1156738" y="77826"/>
                </a:cubicBezTo>
                <a:cubicBezTo>
                  <a:pt x="1156738" y="61056"/>
                  <a:pt x="1170332" y="47462"/>
                  <a:pt x="1187102" y="47462"/>
                </a:cubicBezTo>
                <a:close/>
                <a:moveTo>
                  <a:pt x="1114547" y="47462"/>
                </a:moveTo>
                <a:cubicBezTo>
                  <a:pt x="1131317" y="47462"/>
                  <a:pt x="1144911" y="61056"/>
                  <a:pt x="1144911" y="77826"/>
                </a:cubicBezTo>
                <a:cubicBezTo>
                  <a:pt x="1144911" y="94595"/>
                  <a:pt x="1131317" y="108189"/>
                  <a:pt x="1114547" y="108189"/>
                </a:cubicBezTo>
                <a:cubicBezTo>
                  <a:pt x="1097778" y="108189"/>
                  <a:pt x="1084184" y="94595"/>
                  <a:pt x="1084184" y="77826"/>
                </a:cubicBezTo>
                <a:cubicBezTo>
                  <a:pt x="1084184" y="61056"/>
                  <a:pt x="1097778" y="47462"/>
                  <a:pt x="1114547" y="47462"/>
                </a:cubicBezTo>
                <a:close/>
                <a:moveTo>
                  <a:pt x="1041993" y="47462"/>
                </a:moveTo>
                <a:cubicBezTo>
                  <a:pt x="1058762" y="47462"/>
                  <a:pt x="1072356" y="61056"/>
                  <a:pt x="1072356" y="77826"/>
                </a:cubicBezTo>
                <a:cubicBezTo>
                  <a:pt x="1072356" y="94595"/>
                  <a:pt x="1058762" y="108189"/>
                  <a:pt x="1041993" y="108189"/>
                </a:cubicBezTo>
                <a:cubicBezTo>
                  <a:pt x="1025223" y="108189"/>
                  <a:pt x="1011629" y="94595"/>
                  <a:pt x="1011629" y="77826"/>
                </a:cubicBezTo>
                <a:cubicBezTo>
                  <a:pt x="1011629" y="61056"/>
                  <a:pt x="1025223" y="47462"/>
                  <a:pt x="1041993" y="47462"/>
                </a:cubicBezTo>
                <a:close/>
                <a:moveTo>
                  <a:pt x="969438" y="47462"/>
                </a:moveTo>
                <a:cubicBezTo>
                  <a:pt x="986208" y="47462"/>
                  <a:pt x="999801" y="61056"/>
                  <a:pt x="999801" y="77826"/>
                </a:cubicBezTo>
                <a:cubicBezTo>
                  <a:pt x="999801" y="94595"/>
                  <a:pt x="986208" y="108189"/>
                  <a:pt x="969438" y="108189"/>
                </a:cubicBezTo>
                <a:cubicBezTo>
                  <a:pt x="952669" y="108189"/>
                  <a:pt x="939075" y="94595"/>
                  <a:pt x="939075" y="77826"/>
                </a:cubicBezTo>
                <a:cubicBezTo>
                  <a:pt x="939075" y="61056"/>
                  <a:pt x="952669" y="47462"/>
                  <a:pt x="969438" y="47462"/>
                </a:cubicBezTo>
                <a:close/>
                <a:moveTo>
                  <a:pt x="896883" y="47462"/>
                </a:moveTo>
                <a:cubicBezTo>
                  <a:pt x="913653" y="47462"/>
                  <a:pt x="927247" y="61056"/>
                  <a:pt x="927247" y="77826"/>
                </a:cubicBezTo>
                <a:cubicBezTo>
                  <a:pt x="927247" y="94595"/>
                  <a:pt x="913653" y="108189"/>
                  <a:pt x="896883" y="108189"/>
                </a:cubicBezTo>
                <a:cubicBezTo>
                  <a:pt x="880114" y="108189"/>
                  <a:pt x="866520" y="94595"/>
                  <a:pt x="866520" y="77826"/>
                </a:cubicBezTo>
                <a:cubicBezTo>
                  <a:pt x="866520" y="61056"/>
                  <a:pt x="880114" y="47462"/>
                  <a:pt x="896883" y="47462"/>
                </a:cubicBezTo>
                <a:close/>
                <a:moveTo>
                  <a:pt x="824329" y="47462"/>
                </a:moveTo>
                <a:cubicBezTo>
                  <a:pt x="841098" y="47462"/>
                  <a:pt x="854692" y="61056"/>
                  <a:pt x="854692" y="77826"/>
                </a:cubicBezTo>
                <a:cubicBezTo>
                  <a:pt x="854692" y="94595"/>
                  <a:pt x="841098" y="108189"/>
                  <a:pt x="824329" y="108189"/>
                </a:cubicBezTo>
                <a:cubicBezTo>
                  <a:pt x="807559" y="108189"/>
                  <a:pt x="793965" y="94595"/>
                  <a:pt x="793965" y="77826"/>
                </a:cubicBezTo>
                <a:cubicBezTo>
                  <a:pt x="793965" y="61056"/>
                  <a:pt x="807559" y="47462"/>
                  <a:pt x="824329" y="47462"/>
                </a:cubicBezTo>
                <a:close/>
                <a:moveTo>
                  <a:pt x="751774" y="47462"/>
                </a:moveTo>
                <a:cubicBezTo>
                  <a:pt x="768544" y="47462"/>
                  <a:pt x="782138" y="61056"/>
                  <a:pt x="782138" y="77826"/>
                </a:cubicBezTo>
                <a:cubicBezTo>
                  <a:pt x="782138" y="94595"/>
                  <a:pt x="768544" y="108189"/>
                  <a:pt x="751774" y="108189"/>
                </a:cubicBezTo>
                <a:cubicBezTo>
                  <a:pt x="735005" y="108189"/>
                  <a:pt x="721411" y="94595"/>
                  <a:pt x="721411" y="77826"/>
                </a:cubicBezTo>
                <a:cubicBezTo>
                  <a:pt x="721411" y="61056"/>
                  <a:pt x="735005" y="47462"/>
                  <a:pt x="751774" y="47462"/>
                </a:cubicBezTo>
                <a:close/>
                <a:moveTo>
                  <a:pt x="679220" y="47462"/>
                </a:moveTo>
                <a:cubicBezTo>
                  <a:pt x="695989" y="47462"/>
                  <a:pt x="709583" y="61056"/>
                  <a:pt x="709583" y="77826"/>
                </a:cubicBezTo>
                <a:cubicBezTo>
                  <a:pt x="709583" y="94595"/>
                  <a:pt x="695989" y="108189"/>
                  <a:pt x="679220" y="108189"/>
                </a:cubicBezTo>
                <a:cubicBezTo>
                  <a:pt x="662450" y="108189"/>
                  <a:pt x="648856" y="94595"/>
                  <a:pt x="648856" y="77826"/>
                </a:cubicBezTo>
                <a:cubicBezTo>
                  <a:pt x="648856" y="61056"/>
                  <a:pt x="662450" y="47462"/>
                  <a:pt x="679220" y="47462"/>
                </a:cubicBezTo>
                <a:close/>
                <a:moveTo>
                  <a:pt x="606665" y="47462"/>
                </a:moveTo>
                <a:cubicBezTo>
                  <a:pt x="623435" y="47462"/>
                  <a:pt x="637029" y="61056"/>
                  <a:pt x="637029" y="77826"/>
                </a:cubicBezTo>
                <a:cubicBezTo>
                  <a:pt x="637029" y="94595"/>
                  <a:pt x="623435" y="108189"/>
                  <a:pt x="606665" y="108189"/>
                </a:cubicBezTo>
                <a:cubicBezTo>
                  <a:pt x="589896" y="108189"/>
                  <a:pt x="576302" y="94595"/>
                  <a:pt x="576302" y="77826"/>
                </a:cubicBezTo>
                <a:cubicBezTo>
                  <a:pt x="576302" y="61056"/>
                  <a:pt x="589896" y="47462"/>
                  <a:pt x="606665" y="47462"/>
                </a:cubicBezTo>
                <a:close/>
                <a:moveTo>
                  <a:pt x="534111" y="47462"/>
                </a:moveTo>
                <a:cubicBezTo>
                  <a:pt x="550880" y="47462"/>
                  <a:pt x="564474" y="61056"/>
                  <a:pt x="564474" y="77826"/>
                </a:cubicBezTo>
                <a:cubicBezTo>
                  <a:pt x="564474" y="94595"/>
                  <a:pt x="550880" y="108189"/>
                  <a:pt x="534111" y="108189"/>
                </a:cubicBezTo>
                <a:cubicBezTo>
                  <a:pt x="517341" y="108189"/>
                  <a:pt x="503747" y="94595"/>
                  <a:pt x="503747" y="77826"/>
                </a:cubicBezTo>
                <a:cubicBezTo>
                  <a:pt x="503747" y="61056"/>
                  <a:pt x="517341" y="47462"/>
                  <a:pt x="534111" y="47462"/>
                </a:cubicBezTo>
                <a:close/>
                <a:moveTo>
                  <a:pt x="461556" y="47462"/>
                </a:moveTo>
                <a:cubicBezTo>
                  <a:pt x="478326" y="47462"/>
                  <a:pt x="491920" y="61056"/>
                  <a:pt x="491920" y="77826"/>
                </a:cubicBezTo>
                <a:cubicBezTo>
                  <a:pt x="491920" y="94595"/>
                  <a:pt x="478326" y="108189"/>
                  <a:pt x="461556" y="108189"/>
                </a:cubicBezTo>
                <a:cubicBezTo>
                  <a:pt x="444787" y="108189"/>
                  <a:pt x="431192" y="94595"/>
                  <a:pt x="431192" y="77826"/>
                </a:cubicBezTo>
                <a:cubicBezTo>
                  <a:pt x="431192" y="61056"/>
                  <a:pt x="444787" y="47462"/>
                  <a:pt x="461556" y="47462"/>
                </a:cubicBezTo>
                <a:close/>
                <a:moveTo>
                  <a:pt x="389002" y="47462"/>
                </a:moveTo>
                <a:cubicBezTo>
                  <a:pt x="405771" y="47462"/>
                  <a:pt x="419365" y="61056"/>
                  <a:pt x="419365" y="77826"/>
                </a:cubicBezTo>
                <a:cubicBezTo>
                  <a:pt x="419365" y="94595"/>
                  <a:pt x="405771" y="108189"/>
                  <a:pt x="389002" y="108189"/>
                </a:cubicBezTo>
                <a:cubicBezTo>
                  <a:pt x="372232" y="108189"/>
                  <a:pt x="358638" y="94595"/>
                  <a:pt x="358638" y="77826"/>
                </a:cubicBezTo>
                <a:cubicBezTo>
                  <a:pt x="358638" y="61056"/>
                  <a:pt x="372232" y="47462"/>
                  <a:pt x="389002" y="47462"/>
                </a:cubicBezTo>
                <a:close/>
                <a:moveTo>
                  <a:pt x="316447" y="47462"/>
                </a:moveTo>
                <a:cubicBezTo>
                  <a:pt x="333216" y="47462"/>
                  <a:pt x="346810" y="61056"/>
                  <a:pt x="346810" y="77826"/>
                </a:cubicBezTo>
                <a:cubicBezTo>
                  <a:pt x="346810" y="94595"/>
                  <a:pt x="333216" y="108189"/>
                  <a:pt x="316447" y="108189"/>
                </a:cubicBezTo>
                <a:cubicBezTo>
                  <a:pt x="299677" y="108189"/>
                  <a:pt x="286084" y="94595"/>
                  <a:pt x="286084" y="77826"/>
                </a:cubicBezTo>
                <a:cubicBezTo>
                  <a:pt x="286084" y="61056"/>
                  <a:pt x="299677" y="47462"/>
                  <a:pt x="316447" y="47462"/>
                </a:cubicBezTo>
                <a:close/>
                <a:moveTo>
                  <a:pt x="243892" y="47462"/>
                </a:moveTo>
                <a:cubicBezTo>
                  <a:pt x="260662" y="47462"/>
                  <a:pt x="274256" y="61056"/>
                  <a:pt x="274256" y="77826"/>
                </a:cubicBezTo>
                <a:cubicBezTo>
                  <a:pt x="274256" y="94595"/>
                  <a:pt x="260662" y="108189"/>
                  <a:pt x="243892" y="108189"/>
                </a:cubicBezTo>
                <a:cubicBezTo>
                  <a:pt x="227123" y="108189"/>
                  <a:pt x="213529" y="94595"/>
                  <a:pt x="213529" y="77826"/>
                </a:cubicBezTo>
                <a:cubicBezTo>
                  <a:pt x="213529" y="61056"/>
                  <a:pt x="227123" y="47462"/>
                  <a:pt x="243892" y="47462"/>
                </a:cubicBezTo>
                <a:close/>
                <a:moveTo>
                  <a:pt x="171339" y="47462"/>
                </a:moveTo>
                <a:cubicBezTo>
                  <a:pt x="188107" y="47462"/>
                  <a:pt x="201701" y="61056"/>
                  <a:pt x="201701" y="77826"/>
                </a:cubicBezTo>
                <a:cubicBezTo>
                  <a:pt x="201701" y="94595"/>
                  <a:pt x="188107" y="108189"/>
                  <a:pt x="171339" y="108189"/>
                </a:cubicBezTo>
                <a:cubicBezTo>
                  <a:pt x="154708" y="108189"/>
                  <a:pt x="141113" y="94595"/>
                  <a:pt x="141113" y="77826"/>
                </a:cubicBezTo>
                <a:cubicBezTo>
                  <a:pt x="141113" y="61056"/>
                  <a:pt x="154708" y="47462"/>
                  <a:pt x="171339" y="47462"/>
                </a:cubicBezTo>
                <a:close/>
                <a:moveTo>
                  <a:pt x="98942" y="47462"/>
                </a:moveTo>
                <a:cubicBezTo>
                  <a:pt x="115700" y="47462"/>
                  <a:pt x="129294" y="61056"/>
                  <a:pt x="129294" y="77826"/>
                </a:cubicBezTo>
                <a:cubicBezTo>
                  <a:pt x="129294" y="94595"/>
                  <a:pt x="115700" y="108189"/>
                  <a:pt x="98942" y="108189"/>
                </a:cubicBezTo>
                <a:cubicBezTo>
                  <a:pt x="82168" y="108189"/>
                  <a:pt x="68573" y="94595"/>
                  <a:pt x="68573" y="77826"/>
                </a:cubicBezTo>
                <a:cubicBezTo>
                  <a:pt x="68573" y="61056"/>
                  <a:pt x="82168" y="47462"/>
                  <a:pt x="98942" y="47462"/>
                </a:cubicBezTo>
                <a:close/>
                <a:moveTo>
                  <a:pt x="26388" y="47462"/>
                </a:moveTo>
                <a:cubicBezTo>
                  <a:pt x="43149" y="47462"/>
                  <a:pt x="56744" y="61056"/>
                  <a:pt x="56744" y="77826"/>
                </a:cubicBezTo>
                <a:cubicBezTo>
                  <a:pt x="56744" y="94595"/>
                  <a:pt x="43149" y="108189"/>
                  <a:pt x="26388" y="108189"/>
                </a:cubicBezTo>
                <a:cubicBezTo>
                  <a:pt x="18002" y="108189"/>
                  <a:pt x="10410" y="104791"/>
                  <a:pt x="4916" y="99296"/>
                </a:cubicBezTo>
                <a:lnTo>
                  <a:pt x="0" y="87429"/>
                </a:lnTo>
                <a:lnTo>
                  <a:pt x="0" y="68222"/>
                </a:lnTo>
                <a:lnTo>
                  <a:pt x="4916" y="56355"/>
                </a:lnTo>
                <a:cubicBezTo>
                  <a:pt x="10410" y="50861"/>
                  <a:pt x="18002" y="47462"/>
                  <a:pt x="26388" y="47462"/>
                </a:cubicBezTo>
                <a:close/>
                <a:moveTo>
                  <a:pt x="1592868" y="0"/>
                </a:moveTo>
                <a:lnTo>
                  <a:pt x="1613441" y="0"/>
                </a:lnTo>
                <a:lnTo>
                  <a:pt x="1620472" y="27343"/>
                </a:lnTo>
                <a:lnTo>
                  <a:pt x="1610610" y="25352"/>
                </a:lnTo>
                <a:cubicBezTo>
                  <a:pt x="1605161" y="23047"/>
                  <a:pt x="1600525" y="19197"/>
                  <a:pt x="1597251" y="14351"/>
                </a:cubicBezTo>
                <a:close/>
                <a:moveTo>
                  <a:pt x="1520598" y="0"/>
                </a:moveTo>
                <a:lnTo>
                  <a:pt x="1579150" y="0"/>
                </a:lnTo>
                <a:lnTo>
                  <a:pt x="1571345" y="18844"/>
                </a:lnTo>
                <a:cubicBezTo>
                  <a:pt x="1565850" y="24339"/>
                  <a:pt x="1558259" y="27738"/>
                  <a:pt x="1549874" y="27738"/>
                </a:cubicBezTo>
                <a:cubicBezTo>
                  <a:pt x="1541490" y="27738"/>
                  <a:pt x="1533899" y="24339"/>
                  <a:pt x="1528404" y="18844"/>
                </a:cubicBezTo>
                <a:close/>
                <a:moveTo>
                  <a:pt x="1448044" y="0"/>
                </a:moveTo>
                <a:lnTo>
                  <a:pt x="1506596" y="0"/>
                </a:lnTo>
                <a:lnTo>
                  <a:pt x="1498790" y="18844"/>
                </a:lnTo>
                <a:cubicBezTo>
                  <a:pt x="1493295" y="24339"/>
                  <a:pt x="1485705" y="27738"/>
                  <a:pt x="1477320" y="27738"/>
                </a:cubicBezTo>
                <a:cubicBezTo>
                  <a:pt x="1468935" y="27738"/>
                  <a:pt x="1461344" y="24339"/>
                  <a:pt x="1455850" y="18844"/>
                </a:cubicBezTo>
                <a:close/>
                <a:moveTo>
                  <a:pt x="1375489" y="0"/>
                </a:moveTo>
                <a:lnTo>
                  <a:pt x="1434041" y="0"/>
                </a:lnTo>
                <a:lnTo>
                  <a:pt x="1426236" y="18844"/>
                </a:lnTo>
                <a:cubicBezTo>
                  <a:pt x="1420741" y="24339"/>
                  <a:pt x="1413150" y="27738"/>
                  <a:pt x="1404765" y="27738"/>
                </a:cubicBezTo>
                <a:cubicBezTo>
                  <a:pt x="1396381" y="27738"/>
                  <a:pt x="1388790" y="24339"/>
                  <a:pt x="1383295" y="18844"/>
                </a:cubicBezTo>
                <a:close/>
                <a:moveTo>
                  <a:pt x="1302935" y="0"/>
                </a:moveTo>
                <a:lnTo>
                  <a:pt x="1361486" y="0"/>
                </a:lnTo>
                <a:lnTo>
                  <a:pt x="1353681" y="18844"/>
                </a:lnTo>
                <a:cubicBezTo>
                  <a:pt x="1348186" y="24339"/>
                  <a:pt x="1340596" y="27738"/>
                  <a:pt x="1332211" y="27738"/>
                </a:cubicBezTo>
                <a:cubicBezTo>
                  <a:pt x="1323826" y="27738"/>
                  <a:pt x="1316235" y="24339"/>
                  <a:pt x="1310740" y="18844"/>
                </a:cubicBezTo>
                <a:close/>
                <a:moveTo>
                  <a:pt x="1230380" y="0"/>
                </a:moveTo>
                <a:lnTo>
                  <a:pt x="1288932" y="0"/>
                </a:lnTo>
                <a:lnTo>
                  <a:pt x="1281126" y="18844"/>
                </a:lnTo>
                <a:cubicBezTo>
                  <a:pt x="1275632" y="24339"/>
                  <a:pt x="1268041" y="27738"/>
                  <a:pt x="1259656" y="27738"/>
                </a:cubicBezTo>
                <a:cubicBezTo>
                  <a:pt x="1251271" y="27738"/>
                  <a:pt x="1243680" y="24339"/>
                  <a:pt x="1238186" y="18844"/>
                </a:cubicBezTo>
                <a:close/>
                <a:moveTo>
                  <a:pt x="1157826" y="0"/>
                </a:moveTo>
                <a:lnTo>
                  <a:pt x="1216377" y="0"/>
                </a:lnTo>
                <a:lnTo>
                  <a:pt x="1208572" y="18844"/>
                </a:lnTo>
                <a:cubicBezTo>
                  <a:pt x="1203077" y="24339"/>
                  <a:pt x="1195486" y="27738"/>
                  <a:pt x="1187102" y="27738"/>
                </a:cubicBezTo>
                <a:cubicBezTo>
                  <a:pt x="1178717" y="27738"/>
                  <a:pt x="1171126" y="24339"/>
                  <a:pt x="1165631" y="18844"/>
                </a:cubicBezTo>
                <a:close/>
                <a:moveTo>
                  <a:pt x="1085271" y="0"/>
                </a:moveTo>
                <a:lnTo>
                  <a:pt x="1143823" y="0"/>
                </a:lnTo>
                <a:lnTo>
                  <a:pt x="1136017" y="18844"/>
                </a:lnTo>
                <a:cubicBezTo>
                  <a:pt x="1130523" y="24339"/>
                  <a:pt x="1122932" y="27738"/>
                  <a:pt x="1114547" y="27738"/>
                </a:cubicBezTo>
                <a:cubicBezTo>
                  <a:pt x="1106162" y="27738"/>
                  <a:pt x="1098571" y="24339"/>
                  <a:pt x="1093077" y="18844"/>
                </a:cubicBezTo>
                <a:close/>
                <a:moveTo>
                  <a:pt x="1012717" y="0"/>
                </a:moveTo>
                <a:lnTo>
                  <a:pt x="1071268" y="0"/>
                </a:lnTo>
                <a:lnTo>
                  <a:pt x="1063463" y="18844"/>
                </a:lnTo>
                <a:cubicBezTo>
                  <a:pt x="1057968" y="24339"/>
                  <a:pt x="1050377" y="27738"/>
                  <a:pt x="1041993" y="27738"/>
                </a:cubicBezTo>
                <a:cubicBezTo>
                  <a:pt x="1033608" y="27738"/>
                  <a:pt x="1026017" y="24339"/>
                  <a:pt x="1020522" y="18844"/>
                </a:cubicBezTo>
                <a:close/>
                <a:moveTo>
                  <a:pt x="940162" y="0"/>
                </a:moveTo>
                <a:lnTo>
                  <a:pt x="998714" y="0"/>
                </a:lnTo>
                <a:lnTo>
                  <a:pt x="990908" y="18844"/>
                </a:lnTo>
                <a:cubicBezTo>
                  <a:pt x="985414" y="24339"/>
                  <a:pt x="977823" y="27738"/>
                  <a:pt x="969438" y="27738"/>
                </a:cubicBezTo>
                <a:cubicBezTo>
                  <a:pt x="961053" y="27738"/>
                  <a:pt x="953462" y="24339"/>
                  <a:pt x="947968" y="18844"/>
                </a:cubicBezTo>
                <a:close/>
                <a:moveTo>
                  <a:pt x="867607" y="0"/>
                </a:moveTo>
                <a:lnTo>
                  <a:pt x="926159" y="0"/>
                </a:lnTo>
                <a:lnTo>
                  <a:pt x="918354" y="18844"/>
                </a:lnTo>
                <a:cubicBezTo>
                  <a:pt x="912859" y="24339"/>
                  <a:pt x="905268" y="27738"/>
                  <a:pt x="896883" y="27738"/>
                </a:cubicBezTo>
                <a:cubicBezTo>
                  <a:pt x="888499" y="27738"/>
                  <a:pt x="880908" y="24339"/>
                  <a:pt x="875413" y="18844"/>
                </a:cubicBezTo>
                <a:close/>
                <a:moveTo>
                  <a:pt x="795053" y="0"/>
                </a:moveTo>
                <a:lnTo>
                  <a:pt x="853605" y="0"/>
                </a:lnTo>
                <a:lnTo>
                  <a:pt x="845799" y="18844"/>
                </a:lnTo>
                <a:cubicBezTo>
                  <a:pt x="840304" y="24339"/>
                  <a:pt x="832714" y="27738"/>
                  <a:pt x="824329" y="27738"/>
                </a:cubicBezTo>
                <a:cubicBezTo>
                  <a:pt x="815944" y="27738"/>
                  <a:pt x="808353" y="24339"/>
                  <a:pt x="802858" y="18844"/>
                </a:cubicBezTo>
                <a:close/>
                <a:moveTo>
                  <a:pt x="722498" y="0"/>
                </a:moveTo>
                <a:lnTo>
                  <a:pt x="781050" y="0"/>
                </a:lnTo>
                <a:lnTo>
                  <a:pt x="773245" y="18844"/>
                </a:lnTo>
                <a:cubicBezTo>
                  <a:pt x="767750" y="24339"/>
                  <a:pt x="760159" y="27738"/>
                  <a:pt x="751774" y="27738"/>
                </a:cubicBezTo>
                <a:cubicBezTo>
                  <a:pt x="743390" y="27738"/>
                  <a:pt x="735799" y="24339"/>
                  <a:pt x="730304" y="18844"/>
                </a:cubicBezTo>
                <a:close/>
                <a:moveTo>
                  <a:pt x="649944" y="0"/>
                </a:moveTo>
                <a:lnTo>
                  <a:pt x="708496" y="0"/>
                </a:lnTo>
                <a:lnTo>
                  <a:pt x="700690" y="18844"/>
                </a:lnTo>
                <a:cubicBezTo>
                  <a:pt x="695195" y="24339"/>
                  <a:pt x="687604" y="27738"/>
                  <a:pt x="679220" y="27738"/>
                </a:cubicBezTo>
                <a:cubicBezTo>
                  <a:pt x="670835" y="27738"/>
                  <a:pt x="663244" y="24339"/>
                  <a:pt x="657749" y="18844"/>
                </a:cubicBezTo>
                <a:close/>
                <a:moveTo>
                  <a:pt x="577389" y="0"/>
                </a:moveTo>
                <a:lnTo>
                  <a:pt x="635941" y="0"/>
                </a:lnTo>
                <a:lnTo>
                  <a:pt x="628135" y="18844"/>
                </a:lnTo>
                <a:cubicBezTo>
                  <a:pt x="622641" y="24339"/>
                  <a:pt x="615050" y="27738"/>
                  <a:pt x="606665" y="27738"/>
                </a:cubicBezTo>
                <a:cubicBezTo>
                  <a:pt x="598280" y="27738"/>
                  <a:pt x="590690" y="24339"/>
                  <a:pt x="585195" y="18844"/>
                </a:cubicBezTo>
                <a:close/>
                <a:moveTo>
                  <a:pt x="504835" y="0"/>
                </a:moveTo>
                <a:lnTo>
                  <a:pt x="563386" y="0"/>
                </a:lnTo>
                <a:lnTo>
                  <a:pt x="555581" y="18844"/>
                </a:lnTo>
                <a:cubicBezTo>
                  <a:pt x="550086" y="24339"/>
                  <a:pt x="542495" y="27738"/>
                  <a:pt x="534111" y="27738"/>
                </a:cubicBezTo>
                <a:cubicBezTo>
                  <a:pt x="525726" y="27738"/>
                  <a:pt x="518135" y="24339"/>
                  <a:pt x="512640" y="18844"/>
                </a:cubicBezTo>
                <a:close/>
                <a:moveTo>
                  <a:pt x="432280" y="0"/>
                </a:moveTo>
                <a:lnTo>
                  <a:pt x="490832" y="0"/>
                </a:lnTo>
                <a:lnTo>
                  <a:pt x="483026" y="18844"/>
                </a:lnTo>
                <a:cubicBezTo>
                  <a:pt x="477532" y="24339"/>
                  <a:pt x="469941" y="27738"/>
                  <a:pt x="461556" y="27738"/>
                </a:cubicBezTo>
                <a:cubicBezTo>
                  <a:pt x="453171" y="27738"/>
                  <a:pt x="445580" y="24339"/>
                  <a:pt x="440086" y="18844"/>
                </a:cubicBezTo>
                <a:close/>
                <a:moveTo>
                  <a:pt x="359726" y="0"/>
                </a:moveTo>
                <a:lnTo>
                  <a:pt x="418277" y="0"/>
                </a:lnTo>
                <a:lnTo>
                  <a:pt x="410472" y="18844"/>
                </a:lnTo>
                <a:cubicBezTo>
                  <a:pt x="404977" y="24339"/>
                  <a:pt x="397386" y="27738"/>
                  <a:pt x="389002" y="27738"/>
                </a:cubicBezTo>
                <a:cubicBezTo>
                  <a:pt x="380617" y="27738"/>
                  <a:pt x="373026" y="24339"/>
                  <a:pt x="367531" y="18844"/>
                </a:cubicBezTo>
                <a:close/>
                <a:moveTo>
                  <a:pt x="287171" y="0"/>
                </a:moveTo>
                <a:lnTo>
                  <a:pt x="345723" y="0"/>
                </a:lnTo>
                <a:lnTo>
                  <a:pt x="337917" y="18844"/>
                </a:lnTo>
                <a:cubicBezTo>
                  <a:pt x="332423" y="24339"/>
                  <a:pt x="324832" y="27738"/>
                  <a:pt x="316447" y="27738"/>
                </a:cubicBezTo>
                <a:cubicBezTo>
                  <a:pt x="308062" y="27738"/>
                  <a:pt x="300471" y="24339"/>
                  <a:pt x="294977" y="18844"/>
                </a:cubicBezTo>
                <a:close/>
                <a:moveTo>
                  <a:pt x="214617" y="0"/>
                </a:moveTo>
                <a:lnTo>
                  <a:pt x="273168" y="0"/>
                </a:lnTo>
                <a:lnTo>
                  <a:pt x="265363" y="18844"/>
                </a:lnTo>
                <a:cubicBezTo>
                  <a:pt x="259868" y="24339"/>
                  <a:pt x="252277" y="27738"/>
                  <a:pt x="243892" y="27738"/>
                </a:cubicBezTo>
                <a:cubicBezTo>
                  <a:pt x="235508" y="27738"/>
                  <a:pt x="227917" y="24339"/>
                  <a:pt x="222422" y="18844"/>
                </a:cubicBezTo>
                <a:close/>
                <a:moveTo>
                  <a:pt x="142204" y="0"/>
                </a:moveTo>
                <a:lnTo>
                  <a:pt x="200614" y="0"/>
                </a:lnTo>
                <a:lnTo>
                  <a:pt x="192808" y="18844"/>
                </a:lnTo>
                <a:cubicBezTo>
                  <a:pt x="187314" y="24339"/>
                  <a:pt x="179723" y="27738"/>
                  <a:pt x="171339" y="27738"/>
                </a:cubicBezTo>
                <a:cubicBezTo>
                  <a:pt x="163026" y="27738"/>
                  <a:pt x="155471" y="24339"/>
                  <a:pt x="149994" y="18844"/>
                </a:cubicBezTo>
                <a:close/>
                <a:moveTo>
                  <a:pt x="69668" y="0"/>
                </a:moveTo>
                <a:lnTo>
                  <a:pt x="128212" y="0"/>
                </a:lnTo>
                <a:lnTo>
                  <a:pt x="120408" y="18844"/>
                </a:lnTo>
                <a:cubicBezTo>
                  <a:pt x="114915" y="24339"/>
                  <a:pt x="107328" y="27738"/>
                  <a:pt x="98949" y="27738"/>
                </a:cubicBezTo>
                <a:cubicBezTo>
                  <a:pt x="90562" y="27738"/>
                  <a:pt x="82969" y="24339"/>
                  <a:pt x="77474" y="18844"/>
                </a:cubicBezTo>
                <a:close/>
                <a:moveTo>
                  <a:pt x="0" y="0"/>
                </a:moveTo>
                <a:lnTo>
                  <a:pt x="55662" y="0"/>
                </a:lnTo>
                <a:lnTo>
                  <a:pt x="47858" y="18844"/>
                </a:lnTo>
                <a:cubicBezTo>
                  <a:pt x="42364" y="24339"/>
                  <a:pt x="34775" y="27738"/>
                  <a:pt x="26394" y="27738"/>
                </a:cubicBezTo>
                <a:cubicBezTo>
                  <a:pt x="18009" y="27738"/>
                  <a:pt x="10417" y="24339"/>
                  <a:pt x="4922" y="18844"/>
                </a:cubicBezTo>
                <a:lnTo>
                  <a:pt x="0" y="6962"/>
                </a:lnTo>
                <a:close/>
              </a:path>
            </a:pathLst>
          </a:custGeom>
          <a:solidFill>
            <a:schemeClr val="accent1">
              <a:alpha val="60000"/>
            </a:schemeClr>
          </a:soli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490" name="Google Shape;490;p39"/>
          <p:cNvSpPr/>
          <p:nvPr/>
        </p:nvSpPr>
        <p:spPr>
          <a:xfrm>
            <a:off x="2" y="2"/>
            <a:ext cx="403373" cy="496797"/>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491" name="Google Shape;491;p39"/>
          <p:cNvSpPr txBox="1">
            <a:spLocks noGrp="1"/>
          </p:cNvSpPr>
          <p:nvPr>
            <p:ph type="body" idx="1"/>
          </p:nvPr>
        </p:nvSpPr>
        <p:spPr>
          <a:xfrm>
            <a:off x="554167" y="1879400"/>
            <a:ext cx="3535600" cy="4318400"/>
          </a:xfrm>
          <a:prstGeom prst="rect">
            <a:avLst/>
          </a:prstGeom>
          <a:noFill/>
          <a:ln>
            <a:noFill/>
          </a:ln>
        </p:spPr>
        <p:txBody>
          <a:bodyPr spcFirstLastPara="1" wrap="square" lIns="0" tIns="0" rIns="0" bIns="0" anchor="t" anchorCtr="0">
            <a:noAutofit/>
          </a:bodyPr>
          <a:lstStyle>
            <a:lvl1pPr marL="609585" lvl="0" indent="-389457" algn="l">
              <a:lnSpc>
                <a:spcPct val="100000"/>
              </a:lnSpc>
              <a:spcBef>
                <a:spcPts val="0"/>
              </a:spcBef>
              <a:spcAft>
                <a:spcPts val="0"/>
              </a:spcAft>
              <a:buSzPts val="1000"/>
              <a:buChar char="●"/>
              <a:defRPr sz="1333"/>
            </a:lvl1pPr>
            <a:lvl2pPr marL="1219170" lvl="1" indent="-389457" algn="l">
              <a:lnSpc>
                <a:spcPct val="100000"/>
              </a:lnSpc>
              <a:spcBef>
                <a:spcPts val="267"/>
              </a:spcBef>
              <a:spcAft>
                <a:spcPts val="0"/>
              </a:spcAft>
              <a:buSzPts val="1000"/>
              <a:buChar char="○"/>
              <a:defRPr sz="1333"/>
            </a:lvl2pPr>
            <a:lvl3pPr marL="1828754" lvl="2" indent="-389457" algn="l">
              <a:lnSpc>
                <a:spcPct val="100000"/>
              </a:lnSpc>
              <a:spcBef>
                <a:spcPts val="267"/>
              </a:spcBef>
              <a:spcAft>
                <a:spcPts val="0"/>
              </a:spcAft>
              <a:buSzPts val="1000"/>
              <a:buChar char="■"/>
              <a:defRPr sz="1333"/>
            </a:lvl3pPr>
            <a:lvl4pPr marL="2438339" lvl="3" indent="-389457" algn="l">
              <a:lnSpc>
                <a:spcPct val="100000"/>
              </a:lnSpc>
              <a:spcBef>
                <a:spcPts val="267"/>
              </a:spcBef>
              <a:spcAft>
                <a:spcPts val="0"/>
              </a:spcAft>
              <a:buSzPts val="1000"/>
              <a:buChar char="●"/>
              <a:defRPr sz="1333"/>
            </a:lvl4pPr>
            <a:lvl5pPr marL="3047924" lvl="4" indent="-389457" algn="l">
              <a:lnSpc>
                <a:spcPct val="100000"/>
              </a:lnSpc>
              <a:spcBef>
                <a:spcPts val="267"/>
              </a:spcBef>
              <a:spcAft>
                <a:spcPts val="0"/>
              </a:spcAft>
              <a:buSzPts val="1000"/>
              <a:buChar char="○"/>
              <a:defRPr sz="1333"/>
            </a:lvl5pPr>
            <a:lvl6pPr marL="3657509" lvl="5" indent="-389457" algn="l">
              <a:lnSpc>
                <a:spcPct val="100000"/>
              </a:lnSpc>
              <a:spcBef>
                <a:spcPts val="267"/>
              </a:spcBef>
              <a:spcAft>
                <a:spcPts val="0"/>
              </a:spcAft>
              <a:buSzPts val="1000"/>
              <a:buChar char="■"/>
              <a:defRPr sz="1333"/>
            </a:lvl6pPr>
            <a:lvl7pPr marL="4267093" lvl="6" indent="-389457" algn="l">
              <a:lnSpc>
                <a:spcPct val="100000"/>
              </a:lnSpc>
              <a:spcBef>
                <a:spcPts val="267"/>
              </a:spcBef>
              <a:spcAft>
                <a:spcPts val="0"/>
              </a:spcAft>
              <a:buSzPts val="1000"/>
              <a:buChar char="●"/>
              <a:defRPr sz="1333"/>
            </a:lvl7pPr>
            <a:lvl8pPr marL="4876678" lvl="7" indent="-389457" algn="l">
              <a:lnSpc>
                <a:spcPct val="100000"/>
              </a:lnSpc>
              <a:spcBef>
                <a:spcPts val="267"/>
              </a:spcBef>
              <a:spcAft>
                <a:spcPts val="0"/>
              </a:spcAft>
              <a:buSzPts val="1000"/>
              <a:buChar char="○"/>
              <a:defRPr sz="1333"/>
            </a:lvl8pPr>
            <a:lvl9pPr marL="5486263" lvl="8" indent="-389457" algn="l">
              <a:lnSpc>
                <a:spcPct val="100000"/>
              </a:lnSpc>
              <a:spcBef>
                <a:spcPts val="267"/>
              </a:spcBef>
              <a:spcAft>
                <a:spcPts val="267"/>
              </a:spcAft>
              <a:buSzPts val="1000"/>
              <a:buChar char="■"/>
              <a:defRPr sz="1333"/>
            </a:lvl9pPr>
          </a:lstStyle>
          <a:p>
            <a:endParaRPr/>
          </a:p>
        </p:txBody>
      </p:sp>
      <p:sp>
        <p:nvSpPr>
          <p:cNvPr id="492" name="Google Shape;492;p39"/>
          <p:cNvSpPr txBox="1">
            <a:spLocks noGrp="1"/>
          </p:cNvSpPr>
          <p:nvPr>
            <p:ph type="subTitle" idx="2"/>
          </p:nvPr>
        </p:nvSpPr>
        <p:spPr>
          <a:xfrm>
            <a:off x="554167" y="1300533"/>
            <a:ext cx="3535600" cy="3472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1200"/>
              <a:buNone/>
              <a:defRPr sz="1600" b="1">
                <a:solidFill>
                  <a:schemeClr val="accent1"/>
                </a:solidFill>
              </a:defRPr>
            </a:lvl1pPr>
            <a:lvl2pPr lvl="1" algn="l">
              <a:lnSpc>
                <a:spcPct val="100000"/>
              </a:lnSpc>
              <a:spcBef>
                <a:spcPts val="267"/>
              </a:spcBef>
              <a:spcAft>
                <a:spcPts val="0"/>
              </a:spcAft>
              <a:buClr>
                <a:schemeClr val="accent1"/>
              </a:buClr>
              <a:buSzPts val="1200"/>
              <a:buNone/>
              <a:defRPr sz="1600">
                <a:solidFill>
                  <a:schemeClr val="accent1"/>
                </a:solidFill>
              </a:defRPr>
            </a:lvl2pPr>
            <a:lvl3pPr lvl="2" algn="l">
              <a:lnSpc>
                <a:spcPct val="100000"/>
              </a:lnSpc>
              <a:spcBef>
                <a:spcPts val="267"/>
              </a:spcBef>
              <a:spcAft>
                <a:spcPts val="0"/>
              </a:spcAft>
              <a:buClr>
                <a:schemeClr val="accent1"/>
              </a:buClr>
              <a:buSzPts val="1200"/>
              <a:buNone/>
              <a:defRPr sz="1600">
                <a:solidFill>
                  <a:schemeClr val="accent1"/>
                </a:solidFill>
              </a:defRPr>
            </a:lvl3pPr>
            <a:lvl4pPr lvl="3" algn="l">
              <a:lnSpc>
                <a:spcPct val="100000"/>
              </a:lnSpc>
              <a:spcBef>
                <a:spcPts val="267"/>
              </a:spcBef>
              <a:spcAft>
                <a:spcPts val="0"/>
              </a:spcAft>
              <a:buClr>
                <a:schemeClr val="accent1"/>
              </a:buClr>
              <a:buSzPts val="1200"/>
              <a:buNone/>
              <a:defRPr sz="1600">
                <a:solidFill>
                  <a:schemeClr val="accent1"/>
                </a:solidFill>
              </a:defRPr>
            </a:lvl4pPr>
            <a:lvl5pPr lvl="4" algn="l">
              <a:lnSpc>
                <a:spcPct val="100000"/>
              </a:lnSpc>
              <a:spcBef>
                <a:spcPts val="267"/>
              </a:spcBef>
              <a:spcAft>
                <a:spcPts val="0"/>
              </a:spcAft>
              <a:buClr>
                <a:schemeClr val="accent1"/>
              </a:buClr>
              <a:buSzPts val="1200"/>
              <a:buNone/>
              <a:defRPr sz="1600">
                <a:solidFill>
                  <a:schemeClr val="accent1"/>
                </a:solidFill>
              </a:defRPr>
            </a:lvl5pPr>
            <a:lvl6pPr lvl="5" algn="l">
              <a:lnSpc>
                <a:spcPct val="100000"/>
              </a:lnSpc>
              <a:spcBef>
                <a:spcPts val="267"/>
              </a:spcBef>
              <a:spcAft>
                <a:spcPts val="0"/>
              </a:spcAft>
              <a:buClr>
                <a:schemeClr val="accent1"/>
              </a:buClr>
              <a:buSzPts val="1200"/>
              <a:buNone/>
              <a:defRPr sz="1600">
                <a:solidFill>
                  <a:schemeClr val="accent1"/>
                </a:solidFill>
              </a:defRPr>
            </a:lvl6pPr>
            <a:lvl7pPr lvl="6" algn="l">
              <a:lnSpc>
                <a:spcPct val="100000"/>
              </a:lnSpc>
              <a:spcBef>
                <a:spcPts val="267"/>
              </a:spcBef>
              <a:spcAft>
                <a:spcPts val="0"/>
              </a:spcAft>
              <a:buClr>
                <a:schemeClr val="accent1"/>
              </a:buClr>
              <a:buSzPts val="1200"/>
              <a:buNone/>
              <a:defRPr sz="1600">
                <a:solidFill>
                  <a:schemeClr val="accent1"/>
                </a:solidFill>
              </a:defRPr>
            </a:lvl7pPr>
            <a:lvl8pPr lvl="7" algn="l">
              <a:lnSpc>
                <a:spcPct val="100000"/>
              </a:lnSpc>
              <a:spcBef>
                <a:spcPts val="267"/>
              </a:spcBef>
              <a:spcAft>
                <a:spcPts val="0"/>
              </a:spcAft>
              <a:buClr>
                <a:schemeClr val="accent1"/>
              </a:buClr>
              <a:buSzPts val="1200"/>
              <a:buNone/>
              <a:defRPr sz="1600">
                <a:solidFill>
                  <a:schemeClr val="accent1"/>
                </a:solidFill>
              </a:defRPr>
            </a:lvl8pPr>
            <a:lvl9pPr lvl="8" algn="l">
              <a:lnSpc>
                <a:spcPct val="100000"/>
              </a:lnSpc>
              <a:spcBef>
                <a:spcPts val="267"/>
              </a:spcBef>
              <a:spcAft>
                <a:spcPts val="267"/>
              </a:spcAft>
              <a:buClr>
                <a:schemeClr val="accent1"/>
              </a:buClr>
              <a:buSzPts val="1200"/>
              <a:buNone/>
              <a:defRPr sz="1600">
                <a:solidFill>
                  <a:schemeClr val="accent1"/>
                </a:solidFill>
              </a:defRPr>
            </a:lvl9pPr>
          </a:lstStyle>
          <a:p>
            <a:endParaRPr/>
          </a:p>
        </p:txBody>
      </p:sp>
      <p:sp>
        <p:nvSpPr>
          <p:cNvPr id="493" name="Google Shape;493;p39"/>
          <p:cNvSpPr txBox="1">
            <a:spLocks noGrp="1"/>
          </p:cNvSpPr>
          <p:nvPr>
            <p:ph type="body" idx="3"/>
          </p:nvPr>
        </p:nvSpPr>
        <p:spPr>
          <a:xfrm>
            <a:off x="4328167" y="1879400"/>
            <a:ext cx="3535600" cy="4318400"/>
          </a:xfrm>
          <a:prstGeom prst="rect">
            <a:avLst/>
          </a:prstGeom>
          <a:noFill/>
          <a:ln>
            <a:noFill/>
          </a:ln>
        </p:spPr>
        <p:txBody>
          <a:bodyPr spcFirstLastPara="1" wrap="square" lIns="0" tIns="0" rIns="0" bIns="0" anchor="t" anchorCtr="0">
            <a:noAutofit/>
          </a:bodyPr>
          <a:lstStyle>
            <a:lvl1pPr marL="609585" lvl="0" indent="-389457" algn="l">
              <a:lnSpc>
                <a:spcPct val="100000"/>
              </a:lnSpc>
              <a:spcBef>
                <a:spcPts val="0"/>
              </a:spcBef>
              <a:spcAft>
                <a:spcPts val="0"/>
              </a:spcAft>
              <a:buSzPts val="1000"/>
              <a:buChar char="●"/>
              <a:defRPr sz="1333"/>
            </a:lvl1pPr>
            <a:lvl2pPr marL="1219170" lvl="1" indent="-389457" algn="l">
              <a:lnSpc>
                <a:spcPct val="100000"/>
              </a:lnSpc>
              <a:spcBef>
                <a:spcPts val="267"/>
              </a:spcBef>
              <a:spcAft>
                <a:spcPts val="0"/>
              </a:spcAft>
              <a:buSzPts val="1000"/>
              <a:buChar char="○"/>
              <a:defRPr sz="1333"/>
            </a:lvl2pPr>
            <a:lvl3pPr marL="1828754" lvl="2" indent="-389457" algn="l">
              <a:lnSpc>
                <a:spcPct val="100000"/>
              </a:lnSpc>
              <a:spcBef>
                <a:spcPts val="267"/>
              </a:spcBef>
              <a:spcAft>
                <a:spcPts val="0"/>
              </a:spcAft>
              <a:buSzPts val="1000"/>
              <a:buChar char="■"/>
              <a:defRPr sz="1333"/>
            </a:lvl3pPr>
            <a:lvl4pPr marL="2438339" lvl="3" indent="-389457" algn="l">
              <a:lnSpc>
                <a:spcPct val="100000"/>
              </a:lnSpc>
              <a:spcBef>
                <a:spcPts val="267"/>
              </a:spcBef>
              <a:spcAft>
                <a:spcPts val="0"/>
              </a:spcAft>
              <a:buSzPts val="1000"/>
              <a:buChar char="●"/>
              <a:defRPr sz="1333"/>
            </a:lvl4pPr>
            <a:lvl5pPr marL="3047924" lvl="4" indent="-389457" algn="l">
              <a:lnSpc>
                <a:spcPct val="100000"/>
              </a:lnSpc>
              <a:spcBef>
                <a:spcPts val="267"/>
              </a:spcBef>
              <a:spcAft>
                <a:spcPts val="0"/>
              </a:spcAft>
              <a:buSzPts val="1000"/>
              <a:buChar char="○"/>
              <a:defRPr sz="1333"/>
            </a:lvl5pPr>
            <a:lvl6pPr marL="3657509" lvl="5" indent="-389457" algn="l">
              <a:lnSpc>
                <a:spcPct val="100000"/>
              </a:lnSpc>
              <a:spcBef>
                <a:spcPts val="267"/>
              </a:spcBef>
              <a:spcAft>
                <a:spcPts val="0"/>
              </a:spcAft>
              <a:buSzPts val="1000"/>
              <a:buChar char="■"/>
              <a:defRPr sz="1333"/>
            </a:lvl6pPr>
            <a:lvl7pPr marL="4267093" lvl="6" indent="-389457" algn="l">
              <a:lnSpc>
                <a:spcPct val="100000"/>
              </a:lnSpc>
              <a:spcBef>
                <a:spcPts val="267"/>
              </a:spcBef>
              <a:spcAft>
                <a:spcPts val="0"/>
              </a:spcAft>
              <a:buSzPts val="1000"/>
              <a:buChar char="●"/>
              <a:defRPr sz="1333"/>
            </a:lvl7pPr>
            <a:lvl8pPr marL="4876678" lvl="7" indent="-389457" algn="l">
              <a:lnSpc>
                <a:spcPct val="100000"/>
              </a:lnSpc>
              <a:spcBef>
                <a:spcPts val="267"/>
              </a:spcBef>
              <a:spcAft>
                <a:spcPts val="0"/>
              </a:spcAft>
              <a:buSzPts val="1000"/>
              <a:buChar char="○"/>
              <a:defRPr sz="1333"/>
            </a:lvl8pPr>
            <a:lvl9pPr marL="5486263" lvl="8" indent="-389457" algn="l">
              <a:lnSpc>
                <a:spcPct val="100000"/>
              </a:lnSpc>
              <a:spcBef>
                <a:spcPts val="267"/>
              </a:spcBef>
              <a:spcAft>
                <a:spcPts val="267"/>
              </a:spcAft>
              <a:buSzPts val="1000"/>
              <a:buChar char="■"/>
              <a:defRPr sz="1333"/>
            </a:lvl9pPr>
          </a:lstStyle>
          <a:p>
            <a:endParaRPr/>
          </a:p>
        </p:txBody>
      </p:sp>
      <p:sp>
        <p:nvSpPr>
          <p:cNvPr id="494" name="Google Shape;494;p39"/>
          <p:cNvSpPr txBox="1">
            <a:spLocks noGrp="1"/>
          </p:cNvSpPr>
          <p:nvPr>
            <p:ph type="subTitle" idx="4"/>
          </p:nvPr>
        </p:nvSpPr>
        <p:spPr>
          <a:xfrm>
            <a:off x="4328167" y="1300533"/>
            <a:ext cx="3535600" cy="3472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1200"/>
              <a:buNone/>
              <a:defRPr sz="1600" b="1">
                <a:solidFill>
                  <a:schemeClr val="accent1"/>
                </a:solidFill>
              </a:defRPr>
            </a:lvl1pPr>
            <a:lvl2pPr lvl="1" algn="l">
              <a:lnSpc>
                <a:spcPct val="100000"/>
              </a:lnSpc>
              <a:spcBef>
                <a:spcPts val="267"/>
              </a:spcBef>
              <a:spcAft>
                <a:spcPts val="0"/>
              </a:spcAft>
              <a:buClr>
                <a:schemeClr val="accent1"/>
              </a:buClr>
              <a:buSzPts val="1200"/>
              <a:buNone/>
              <a:defRPr sz="1600">
                <a:solidFill>
                  <a:schemeClr val="accent1"/>
                </a:solidFill>
              </a:defRPr>
            </a:lvl2pPr>
            <a:lvl3pPr lvl="2" algn="l">
              <a:lnSpc>
                <a:spcPct val="100000"/>
              </a:lnSpc>
              <a:spcBef>
                <a:spcPts val="267"/>
              </a:spcBef>
              <a:spcAft>
                <a:spcPts val="0"/>
              </a:spcAft>
              <a:buClr>
                <a:schemeClr val="accent1"/>
              </a:buClr>
              <a:buSzPts val="1200"/>
              <a:buNone/>
              <a:defRPr sz="1600">
                <a:solidFill>
                  <a:schemeClr val="accent1"/>
                </a:solidFill>
              </a:defRPr>
            </a:lvl3pPr>
            <a:lvl4pPr lvl="3" algn="l">
              <a:lnSpc>
                <a:spcPct val="100000"/>
              </a:lnSpc>
              <a:spcBef>
                <a:spcPts val="267"/>
              </a:spcBef>
              <a:spcAft>
                <a:spcPts val="0"/>
              </a:spcAft>
              <a:buClr>
                <a:schemeClr val="accent1"/>
              </a:buClr>
              <a:buSzPts val="1200"/>
              <a:buNone/>
              <a:defRPr sz="1600">
                <a:solidFill>
                  <a:schemeClr val="accent1"/>
                </a:solidFill>
              </a:defRPr>
            </a:lvl4pPr>
            <a:lvl5pPr lvl="4" algn="l">
              <a:lnSpc>
                <a:spcPct val="100000"/>
              </a:lnSpc>
              <a:spcBef>
                <a:spcPts val="267"/>
              </a:spcBef>
              <a:spcAft>
                <a:spcPts val="0"/>
              </a:spcAft>
              <a:buClr>
                <a:schemeClr val="accent1"/>
              </a:buClr>
              <a:buSzPts val="1200"/>
              <a:buNone/>
              <a:defRPr sz="1600">
                <a:solidFill>
                  <a:schemeClr val="accent1"/>
                </a:solidFill>
              </a:defRPr>
            </a:lvl5pPr>
            <a:lvl6pPr lvl="5" algn="l">
              <a:lnSpc>
                <a:spcPct val="100000"/>
              </a:lnSpc>
              <a:spcBef>
                <a:spcPts val="267"/>
              </a:spcBef>
              <a:spcAft>
                <a:spcPts val="0"/>
              </a:spcAft>
              <a:buClr>
                <a:schemeClr val="accent1"/>
              </a:buClr>
              <a:buSzPts val="1200"/>
              <a:buNone/>
              <a:defRPr sz="1600">
                <a:solidFill>
                  <a:schemeClr val="accent1"/>
                </a:solidFill>
              </a:defRPr>
            </a:lvl6pPr>
            <a:lvl7pPr lvl="6" algn="l">
              <a:lnSpc>
                <a:spcPct val="100000"/>
              </a:lnSpc>
              <a:spcBef>
                <a:spcPts val="267"/>
              </a:spcBef>
              <a:spcAft>
                <a:spcPts val="0"/>
              </a:spcAft>
              <a:buClr>
                <a:schemeClr val="accent1"/>
              </a:buClr>
              <a:buSzPts val="1200"/>
              <a:buNone/>
              <a:defRPr sz="1600">
                <a:solidFill>
                  <a:schemeClr val="accent1"/>
                </a:solidFill>
              </a:defRPr>
            </a:lvl7pPr>
            <a:lvl8pPr lvl="7" algn="l">
              <a:lnSpc>
                <a:spcPct val="100000"/>
              </a:lnSpc>
              <a:spcBef>
                <a:spcPts val="267"/>
              </a:spcBef>
              <a:spcAft>
                <a:spcPts val="0"/>
              </a:spcAft>
              <a:buClr>
                <a:schemeClr val="accent1"/>
              </a:buClr>
              <a:buSzPts val="1200"/>
              <a:buNone/>
              <a:defRPr sz="1600">
                <a:solidFill>
                  <a:schemeClr val="accent1"/>
                </a:solidFill>
              </a:defRPr>
            </a:lvl8pPr>
            <a:lvl9pPr lvl="8" algn="l">
              <a:lnSpc>
                <a:spcPct val="100000"/>
              </a:lnSpc>
              <a:spcBef>
                <a:spcPts val="267"/>
              </a:spcBef>
              <a:spcAft>
                <a:spcPts val="267"/>
              </a:spcAft>
              <a:buClr>
                <a:schemeClr val="accent1"/>
              </a:buClr>
              <a:buSzPts val="1200"/>
              <a:buNone/>
              <a:defRPr sz="1600">
                <a:solidFill>
                  <a:schemeClr val="accent1"/>
                </a:solidFill>
              </a:defRPr>
            </a:lvl9pPr>
          </a:lstStyle>
          <a:p>
            <a:endParaRPr/>
          </a:p>
        </p:txBody>
      </p:sp>
      <p:sp>
        <p:nvSpPr>
          <p:cNvPr id="495" name="Google Shape;495;p39"/>
          <p:cNvSpPr txBox="1">
            <a:spLocks noGrp="1"/>
          </p:cNvSpPr>
          <p:nvPr>
            <p:ph type="body" idx="5"/>
          </p:nvPr>
        </p:nvSpPr>
        <p:spPr>
          <a:xfrm>
            <a:off x="8102167" y="1879400"/>
            <a:ext cx="3535600" cy="4318400"/>
          </a:xfrm>
          <a:prstGeom prst="rect">
            <a:avLst/>
          </a:prstGeom>
          <a:noFill/>
          <a:ln>
            <a:noFill/>
          </a:ln>
        </p:spPr>
        <p:txBody>
          <a:bodyPr spcFirstLastPara="1" wrap="square" lIns="0" tIns="0" rIns="0" bIns="0" anchor="t" anchorCtr="0">
            <a:noAutofit/>
          </a:bodyPr>
          <a:lstStyle>
            <a:lvl1pPr marL="609585" lvl="0" indent="-389457" algn="l">
              <a:lnSpc>
                <a:spcPct val="100000"/>
              </a:lnSpc>
              <a:spcBef>
                <a:spcPts val="0"/>
              </a:spcBef>
              <a:spcAft>
                <a:spcPts val="0"/>
              </a:spcAft>
              <a:buSzPts val="1000"/>
              <a:buChar char="●"/>
              <a:defRPr sz="1333"/>
            </a:lvl1pPr>
            <a:lvl2pPr marL="1219170" lvl="1" indent="-389457" algn="l">
              <a:lnSpc>
                <a:spcPct val="100000"/>
              </a:lnSpc>
              <a:spcBef>
                <a:spcPts val="267"/>
              </a:spcBef>
              <a:spcAft>
                <a:spcPts val="0"/>
              </a:spcAft>
              <a:buSzPts val="1000"/>
              <a:buChar char="○"/>
              <a:defRPr sz="1333"/>
            </a:lvl2pPr>
            <a:lvl3pPr marL="1828754" lvl="2" indent="-389457" algn="l">
              <a:lnSpc>
                <a:spcPct val="100000"/>
              </a:lnSpc>
              <a:spcBef>
                <a:spcPts val="267"/>
              </a:spcBef>
              <a:spcAft>
                <a:spcPts val="0"/>
              </a:spcAft>
              <a:buSzPts val="1000"/>
              <a:buChar char="■"/>
              <a:defRPr sz="1333"/>
            </a:lvl3pPr>
            <a:lvl4pPr marL="2438339" lvl="3" indent="-389457" algn="l">
              <a:lnSpc>
                <a:spcPct val="100000"/>
              </a:lnSpc>
              <a:spcBef>
                <a:spcPts val="267"/>
              </a:spcBef>
              <a:spcAft>
                <a:spcPts val="0"/>
              </a:spcAft>
              <a:buSzPts val="1000"/>
              <a:buChar char="●"/>
              <a:defRPr sz="1333"/>
            </a:lvl4pPr>
            <a:lvl5pPr marL="3047924" lvl="4" indent="-389457" algn="l">
              <a:lnSpc>
                <a:spcPct val="100000"/>
              </a:lnSpc>
              <a:spcBef>
                <a:spcPts val="267"/>
              </a:spcBef>
              <a:spcAft>
                <a:spcPts val="0"/>
              </a:spcAft>
              <a:buSzPts val="1000"/>
              <a:buChar char="○"/>
              <a:defRPr sz="1333"/>
            </a:lvl5pPr>
            <a:lvl6pPr marL="3657509" lvl="5" indent="-389457" algn="l">
              <a:lnSpc>
                <a:spcPct val="100000"/>
              </a:lnSpc>
              <a:spcBef>
                <a:spcPts val="267"/>
              </a:spcBef>
              <a:spcAft>
                <a:spcPts val="0"/>
              </a:spcAft>
              <a:buSzPts val="1000"/>
              <a:buChar char="■"/>
              <a:defRPr sz="1333"/>
            </a:lvl6pPr>
            <a:lvl7pPr marL="4267093" lvl="6" indent="-389457" algn="l">
              <a:lnSpc>
                <a:spcPct val="100000"/>
              </a:lnSpc>
              <a:spcBef>
                <a:spcPts val="267"/>
              </a:spcBef>
              <a:spcAft>
                <a:spcPts val="0"/>
              </a:spcAft>
              <a:buSzPts val="1000"/>
              <a:buChar char="●"/>
              <a:defRPr sz="1333"/>
            </a:lvl7pPr>
            <a:lvl8pPr marL="4876678" lvl="7" indent="-389457" algn="l">
              <a:lnSpc>
                <a:spcPct val="100000"/>
              </a:lnSpc>
              <a:spcBef>
                <a:spcPts val="267"/>
              </a:spcBef>
              <a:spcAft>
                <a:spcPts val="0"/>
              </a:spcAft>
              <a:buSzPts val="1000"/>
              <a:buChar char="○"/>
              <a:defRPr sz="1333"/>
            </a:lvl8pPr>
            <a:lvl9pPr marL="5486263" lvl="8" indent="-389457" algn="l">
              <a:lnSpc>
                <a:spcPct val="100000"/>
              </a:lnSpc>
              <a:spcBef>
                <a:spcPts val="267"/>
              </a:spcBef>
              <a:spcAft>
                <a:spcPts val="267"/>
              </a:spcAft>
              <a:buSzPts val="1000"/>
              <a:buChar char="■"/>
              <a:defRPr sz="1333"/>
            </a:lvl9pPr>
          </a:lstStyle>
          <a:p>
            <a:endParaRPr/>
          </a:p>
        </p:txBody>
      </p:sp>
      <p:sp>
        <p:nvSpPr>
          <p:cNvPr id="496" name="Google Shape;496;p39"/>
          <p:cNvSpPr txBox="1">
            <a:spLocks noGrp="1"/>
          </p:cNvSpPr>
          <p:nvPr>
            <p:ph type="subTitle" idx="6"/>
          </p:nvPr>
        </p:nvSpPr>
        <p:spPr>
          <a:xfrm>
            <a:off x="8102167" y="1300533"/>
            <a:ext cx="3535600" cy="3472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1200"/>
              <a:buNone/>
              <a:defRPr sz="1600" b="1">
                <a:solidFill>
                  <a:schemeClr val="accent1"/>
                </a:solidFill>
              </a:defRPr>
            </a:lvl1pPr>
            <a:lvl2pPr lvl="1" algn="l">
              <a:lnSpc>
                <a:spcPct val="100000"/>
              </a:lnSpc>
              <a:spcBef>
                <a:spcPts val="267"/>
              </a:spcBef>
              <a:spcAft>
                <a:spcPts val="0"/>
              </a:spcAft>
              <a:buClr>
                <a:schemeClr val="accent1"/>
              </a:buClr>
              <a:buSzPts val="1200"/>
              <a:buNone/>
              <a:defRPr sz="1600">
                <a:solidFill>
                  <a:schemeClr val="accent1"/>
                </a:solidFill>
              </a:defRPr>
            </a:lvl2pPr>
            <a:lvl3pPr lvl="2" algn="l">
              <a:lnSpc>
                <a:spcPct val="100000"/>
              </a:lnSpc>
              <a:spcBef>
                <a:spcPts val="267"/>
              </a:spcBef>
              <a:spcAft>
                <a:spcPts val="0"/>
              </a:spcAft>
              <a:buClr>
                <a:schemeClr val="accent1"/>
              </a:buClr>
              <a:buSzPts val="1200"/>
              <a:buNone/>
              <a:defRPr sz="1600">
                <a:solidFill>
                  <a:schemeClr val="accent1"/>
                </a:solidFill>
              </a:defRPr>
            </a:lvl3pPr>
            <a:lvl4pPr lvl="3" algn="l">
              <a:lnSpc>
                <a:spcPct val="100000"/>
              </a:lnSpc>
              <a:spcBef>
                <a:spcPts val="267"/>
              </a:spcBef>
              <a:spcAft>
                <a:spcPts val="0"/>
              </a:spcAft>
              <a:buClr>
                <a:schemeClr val="accent1"/>
              </a:buClr>
              <a:buSzPts val="1200"/>
              <a:buNone/>
              <a:defRPr sz="1600">
                <a:solidFill>
                  <a:schemeClr val="accent1"/>
                </a:solidFill>
              </a:defRPr>
            </a:lvl4pPr>
            <a:lvl5pPr lvl="4" algn="l">
              <a:lnSpc>
                <a:spcPct val="100000"/>
              </a:lnSpc>
              <a:spcBef>
                <a:spcPts val="267"/>
              </a:spcBef>
              <a:spcAft>
                <a:spcPts val="0"/>
              </a:spcAft>
              <a:buClr>
                <a:schemeClr val="accent1"/>
              </a:buClr>
              <a:buSzPts val="1200"/>
              <a:buNone/>
              <a:defRPr sz="1600">
                <a:solidFill>
                  <a:schemeClr val="accent1"/>
                </a:solidFill>
              </a:defRPr>
            </a:lvl5pPr>
            <a:lvl6pPr lvl="5" algn="l">
              <a:lnSpc>
                <a:spcPct val="100000"/>
              </a:lnSpc>
              <a:spcBef>
                <a:spcPts val="267"/>
              </a:spcBef>
              <a:spcAft>
                <a:spcPts val="0"/>
              </a:spcAft>
              <a:buClr>
                <a:schemeClr val="accent1"/>
              </a:buClr>
              <a:buSzPts val="1200"/>
              <a:buNone/>
              <a:defRPr sz="1600">
                <a:solidFill>
                  <a:schemeClr val="accent1"/>
                </a:solidFill>
              </a:defRPr>
            </a:lvl6pPr>
            <a:lvl7pPr lvl="6" algn="l">
              <a:lnSpc>
                <a:spcPct val="100000"/>
              </a:lnSpc>
              <a:spcBef>
                <a:spcPts val="267"/>
              </a:spcBef>
              <a:spcAft>
                <a:spcPts val="0"/>
              </a:spcAft>
              <a:buClr>
                <a:schemeClr val="accent1"/>
              </a:buClr>
              <a:buSzPts val="1200"/>
              <a:buNone/>
              <a:defRPr sz="1600">
                <a:solidFill>
                  <a:schemeClr val="accent1"/>
                </a:solidFill>
              </a:defRPr>
            </a:lvl7pPr>
            <a:lvl8pPr lvl="7" algn="l">
              <a:lnSpc>
                <a:spcPct val="100000"/>
              </a:lnSpc>
              <a:spcBef>
                <a:spcPts val="267"/>
              </a:spcBef>
              <a:spcAft>
                <a:spcPts val="0"/>
              </a:spcAft>
              <a:buClr>
                <a:schemeClr val="accent1"/>
              </a:buClr>
              <a:buSzPts val="1200"/>
              <a:buNone/>
              <a:defRPr sz="1600">
                <a:solidFill>
                  <a:schemeClr val="accent1"/>
                </a:solidFill>
              </a:defRPr>
            </a:lvl8pPr>
            <a:lvl9pPr lvl="8" algn="l">
              <a:lnSpc>
                <a:spcPct val="100000"/>
              </a:lnSpc>
              <a:spcBef>
                <a:spcPts val="267"/>
              </a:spcBef>
              <a:spcAft>
                <a:spcPts val="267"/>
              </a:spcAft>
              <a:buClr>
                <a:schemeClr val="accent1"/>
              </a:buClr>
              <a:buSzPts val="1200"/>
              <a:buNone/>
              <a:defRPr sz="1600">
                <a:solidFill>
                  <a:schemeClr val="accent1"/>
                </a:solidFill>
              </a:defRPr>
            </a:lvl9pPr>
          </a:lstStyle>
          <a:p>
            <a:endParaRPr/>
          </a:p>
        </p:txBody>
      </p:sp>
      <p:pic>
        <p:nvPicPr>
          <p:cNvPr id="497" name="Google Shape;497;p39"/>
          <p:cNvPicPr preferRelativeResize="0"/>
          <p:nvPr/>
        </p:nvPicPr>
        <p:blipFill rotWithShape="1">
          <a:blip r:embed="rId2">
            <a:alphaModFix/>
          </a:blip>
          <a:srcRect/>
          <a:stretch/>
        </p:blipFill>
        <p:spPr>
          <a:xfrm>
            <a:off x="0" y="6811001"/>
            <a:ext cx="12192000" cy="50800"/>
          </a:xfrm>
          <a:prstGeom prst="rect">
            <a:avLst/>
          </a:prstGeom>
          <a:noFill/>
          <a:ln>
            <a:noFill/>
          </a:ln>
        </p:spPr>
      </p:pic>
    </p:spTree>
    <p:extLst>
      <p:ext uri="{BB962C8B-B14F-4D97-AF65-F5344CB8AC3E}">
        <p14:creationId xmlns:p14="http://schemas.microsoft.com/office/powerpoint/2010/main" val="3096999425"/>
      </p:ext>
    </p:extLst>
  </p:cSld>
  <p:clrMapOvr>
    <a:masterClrMapping/>
  </p:clrMapOvr>
  <p:extLst>
    <p:ext uri="{DCECCB84-F9BA-43D5-87BE-67443E8EF086}">
      <p15:sldGuideLst xmlns:p15="http://schemas.microsoft.com/office/powerpoint/2012/main">
        <p15:guide id="1" orient="horz" pos="518">
          <p15:clr>
            <a:srgbClr val="FA7B17"/>
          </p15:clr>
        </p15:guide>
        <p15:guide id="2" orient="horz" pos="3068">
          <p15:clr>
            <a:srgbClr val="FA7B17"/>
          </p15:clr>
        </p15:guide>
        <p15:guide id="3" pos="259">
          <p15:clr>
            <a:srgbClr val="FA7B17"/>
          </p15:clr>
        </p15:guide>
        <p15:guide id="4" pos="5501">
          <p15:clr>
            <a:srgbClr val="FA7B17"/>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opics/Agenda - Style 2">
  <p:cSld name="Topics/Agenda - Style 2">
    <p:spTree>
      <p:nvGrpSpPr>
        <p:cNvPr id="1" name="Shape 498"/>
        <p:cNvGrpSpPr/>
        <p:nvPr/>
      </p:nvGrpSpPr>
      <p:grpSpPr>
        <a:xfrm>
          <a:off x="0" y="0"/>
          <a:ext cx="0" cy="0"/>
          <a:chOff x="0" y="0"/>
          <a:chExt cx="0" cy="0"/>
        </a:xfrm>
      </p:grpSpPr>
      <p:sp>
        <p:nvSpPr>
          <p:cNvPr id="499" name="Google Shape;499;p40"/>
          <p:cNvSpPr/>
          <p:nvPr/>
        </p:nvSpPr>
        <p:spPr>
          <a:xfrm>
            <a:off x="3" y="1"/>
            <a:ext cx="301543" cy="347263"/>
          </a:xfrm>
          <a:custGeom>
            <a:avLst/>
            <a:gdLst/>
            <a:ahLst/>
            <a:cxnLst/>
            <a:rect l="l" t="t" r="r" b="b"/>
            <a:pathLst>
              <a:path w="1675237" h="1929234" extrusionOk="0">
                <a:moveTo>
                  <a:pt x="461556" y="1897854"/>
                </a:moveTo>
                <a:lnTo>
                  <a:pt x="469774" y="1899513"/>
                </a:lnTo>
                <a:lnTo>
                  <a:pt x="443985" y="1904118"/>
                </a:lnTo>
                <a:lnTo>
                  <a:pt x="449737" y="1900240"/>
                </a:lnTo>
                <a:cubicBezTo>
                  <a:pt x="453370" y="1898704"/>
                  <a:pt x="457364" y="1897854"/>
                  <a:pt x="461556" y="1897854"/>
                </a:cubicBezTo>
                <a:close/>
                <a:moveTo>
                  <a:pt x="389002" y="1897854"/>
                </a:moveTo>
                <a:cubicBezTo>
                  <a:pt x="397386" y="1897854"/>
                  <a:pt x="404977" y="1901253"/>
                  <a:pt x="410472" y="1906747"/>
                </a:cubicBezTo>
                <a:lnTo>
                  <a:pt x="411766" y="1909872"/>
                </a:lnTo>
                <a:lnTo>
                  <a:pt x="400388" y="1911904"/>
                </a:lnTo>
                <a:lnTo>
                  <a:pt x="363451" y="1916598"/>
                </a:lnTo>
                <a:lnTo>
                  <a:pt x="367531" y="1906747"/>
                </a:lnTo>
                <a:cubicBezTo>
                  <a:pt x="373026" y="1901253"/>
                  <a:pt x="380617" y="1897854"/>
                  <a:pt x="389002" y="1897854"/>
                </a:cubicBezTo>
                <a:close/>
                <a:moveTo>
                  <a:pt x="316447" y="1897854"/>
                </a:moveTo>
                <a:cubicBezTo>
                  <a:pt x="324832" y="1897854"/>
                  <a:pt x="332422" y="1901253"/>
                  <a:pt x="337917" y="1906747"/>
                </a:cubicBezTo>
                <a:lnTo>
                  <a:pt x="343070" y="1919187"/>
                </a:lnTo>
                <a:lnTo>
                  <a:pt x="325117" y="1921469"/>
                </a:lnTo>
                <a:lnTo>
                  <a:pt x="287700" y="1924314"/>
                </a:lnTo>
                <a:lnTo>
                  <a:pt x="294977" y="1906747"/>
                </a:lnTo>
                <a:cubicBezTo>
                  <a:pt x="300471" y="1901253"/>
                  <a:pt x="308062" y="1897854"/>
                  <a:pt x="316447" y="1897854"/>
                </a:cubicBezTo>
                <a:close/>
                <a:moveTo>
                  <a:pt x="243892" y="1897854"/>
                </a:moveTo>
                <a:cubicBezTo>
                  <a:pt x="252277" y="1897854"/>
                  <a:pt x="259868" y="1901253"/>
                  <a:pt x="265363" y="1906747"/>
                </a:cubicBezTo>
                <a:lnTo>
                  <a:pt x="273099" y="1925425"/>
                </a:lnTo>
                <a:lnTo>
                  <a:pt x="248735" y="1927277"/>
                </a:lnTo>
                <a:lnTo>
                  <a:pt x="213550" y="1928167"/>
                </a:lnTo>
                <a:lnTo>
                  <a:pt x="222422" y="1906747"/>
                </a:lnTo>
                <a:cubicBezTo>
                  <a:pt x="227917" y="1901253"/>
                  <a:pt x="235508" y="1897854"/>
                  <a:pt x="243892" y="1897854"/>
                </a:cubicBezTo>
                <a:close/>
                <a:moveTo>
                  <a:pt x="171339" y="1897854"/>
                </a:moveTo>
                <a:cubicBezTo>
                  <a:pt x="188107" y="1897854"/>
                  <a:pt x="201701" y="1911448"/>
                  <a:pt x="201701" y="1928218"/>
                </a:cubicBezTo>
                <a:lnTo>
                  <a:pt x="201597" y="1928469"/>
                </a:lnTo>
                <a:lnTo>
                  <a:pt x="171336" y="1929234"/>
                </a:lnTo>
                <a:lnTo>
                  <a:pt x="141087" y="1928469"/>
                </a:lnTo>
                <a:lnTo>
                  <a:pt x="140982" y="1928218"/>
                </a:lnTo>
                <a:cubicBezTo>
                  <a:pt x="140982" y="1911448"/>
                  <a:pt x="154577" y="1897854"/>
                  <a:pt x="171339" y="1897854"/>
                </a:cubicBezTo>
                <a:close/>
                <a:moveTo>
                  <a:pt x="98792" y="1897854"/>
                </a:moveTo>
                <a:cubicBezTo>
                  <a:pt x="107177" y="1897854"/>
                  <a:pt x="114768" y="1901253"/>
                  <a:pt x="120263" y="1906747"/>
                </a:cubicBezTo>
                <a:lnTo>
                  <a:pt x="129135" y="1928167"/>
                </a:lnTo>
                <a:lnTo>
                  <a:pt x="93938" y="1927277"/>
                </a:lnTo>
                <a:lnTo>
                  <a:pt x="69586" y="1925425"/>
                </a:lnTo>
                <a:lnTo>
                  <a:pt x="77322" y="1906747"/>
                </a:lnTo>
                <a:cubicBezTo>
                  <a:pt x="82817" y="1901253"/>
                  <a:pt x="90408" y="1897854"/>
                  <a:pt x="98792" y="1897854"/>
                </a:cubicBezTo>
                <a:close/>
                <a:moveTo>
                  <a:pt x="26239" y="1897854"/>
                </a:moveTo>
                <a:cubicBezTo>
                  <a:pt x="34623" y="1897854"/>
                  <a:pt x="42214" y="1901253"/>
                  <a:pt x="47709" y="1906747"/>
                </a:cubicBezTo>
                <a:lnTo>
                  <a:pt x="54985" y="1924315"/>
                </a:lnTo>
                <a:lnTo>
                  <a:pt x="17556" y="1921469"/>
                </a:lnTo>
                <a:lnTo>
                  <a:pt x="0" y="1919238"/>
                </a:lnTo>
                <a:lnTo>
                  <a:pt x="0" y="1918259"/>
                </a:lnTo>
                <a:lnTo>
                  <a:pt x="4768" y="1906747"/>
                </a:lnTo>
                <a:cubicBezTo>
                  <a:pt x="10263" y="1901253"/>
                  <a:pt x="17854" y="1897854"/>
                  <a:pt x="26239" y="1897854"/>
                </a:cubicBezTo>
                <a:close/>
                <a:moveTo>
                  <a:pt x="679220" y="1817400"/>
                </a:moveTo>
                <a:cubicBezTo>
                  <a:pt x="687604" y="1817400"/>
                  <a:pt x="695195" y="1820799"/>
                  <a:pt x="700690" y="1826293"/>
                </a:cubicBezTo>
                <a:lnTo>
                  <a:pt x="702587" y="1830873"/>
                </a:lnTo>
                <a:lnTo>
                  <a:pt x="649855" y="1850174"/>
                </a:lnTo>
                <a:lnTo>
                  <a:pt x="648856" y="1847763"/>
                </a:lnTo>
                <a:cubicBezTo>
                  <a:pt x="648856" y="1830994"/>
                  <a:pt x="662450" y="1817400"/>
                  <a:pt x="679220" y="1817400"/>
                </a:cubicBezTo>
                <a:close/>
                <a:moveTo>
                  <a:pt x="606665" y="1817400"/>
                </a:moveTo>
                <a:cubicBezTo>
                  <a:pt x="623435" y="1817400"/>
                  <a:pt x="637029" y="1830994"/>
                  <a:pt x="637029" y="1847763"/>
                </a:cubicBezTo>
                <a:lnTo>
                  <a:pt x="633560" y="1856138"/>
                </a:lnTo>
                <a:lnTo>
                  <a:pt x="618594" y="1861615"/>
                </a:lnTo>
                <a:lnTo>
                  <a:pt x="587142" y="1870547"/>
                </a:lnTo>
                <a:lnTo>
                  <a:pt x="585195" y="1869234"/>
                </a:lnTo>
                <a:cubicBezTo>
                  <a:pt x="579700" y="1863739"/>
                  <a:pt x="576302" y="1856148"/>
                  <a:pt x="576302" y="1847763"/>
                </a:cubicBezTo>
                <a:cubicBezTo>
                  <a:pt x="576302" y="1830994"/>
                  <a:pt x="589896" y="1817400"/>
                  <a:pt x="606665" y="1817400"/>
                </a:cubicBezTo>
                <a:close/>
                <a:moveTo>
                  <a:pt x="534111" y="1817400"/>
                </a:moveTo>
                <a:cubicBezTo>
                  <a:pt x="550880" y="1817400"/>
                  <a:pt x="564474" y="1830994"/>
                  <a:pt x="564474" y="1847763"/>
                </a:cubicBezTo>
                <a:cubicBezTo>
                  <a:pt x="564474" y="1864533"/>
                  <a:pt x="550880" y="1878127"/>
                  <a:pt x="534111" y="1878127"/>
                </a:cubicBezTo>
                <a:cubicBezTo>
                  <a:pt x="517341" y="1878127"/>
                  <a:pt x="503747" y="1864533"/>
                  <a:pt x="503747" y="1847763"/>
                </a:cubicBezTo>
                <a:cubicBezTo>
                  <a:pt x="503747" y="1830994"/>
                  <a:pt x="517341" y="1817400"/>
                  <a:pt x="534111" y="1817400"/>
                </a:cubicBezTo>
                <a:close/>
                <a:moveTo>
                  <a:pt x="461556" y="1817400"/>
                </a:moveTo>
                <a:cubicBezTo>
                  <a:pt x="478326" y="1817400"/>
                  <a:pt x="491920" y="1830994"/>
                  <a:pt x="491920" y="1847763"/>
                </a:cubicBezTo>
                <a:cubicBezTo>
                  <a:pt x="491920" y="1864533"/>
                  <a:pt x="478326" y="1878127"/>
                  <a:pt x="461556" y="1878127"/>
                </a:cubicBezTo>
                <a:cubicBezTo>
                  <a:pt x="444787" y="1878127"/>
                  <a:pt x="431192" y="1864533"/>
                  <a:pt x="431192" y="1847763"/>
                </a:cubicBezTo>
                <a:cubicBezTo>
                  <a:pt x="431192" y="1830994"/>
                  <a:pt x="444787" y="1817400"/>
                  <a:pt x="461556" y="1817400"/>
                </a:cubicBezTo>
                <a:close/>
                <a:moveTo>
                  <a:pt x="389002" y="1817400"/>
                </a:moveTo>
                <a:cubicBezTo>
                  <a:pt x="405771" y="1817400"/>
                  <a:pt x="419365" y="1830994"/>
                  <a:pt x="419365" y="1847763"/>
                </a:cubicBezTo>
                <a:cubicBezTo>
                  <a:pt x="419365" y="1864533"/>
                  <a:pt x="405771" y="1878127"/>
                  <a:pt x="389002" y="1878127"/>
                </a:cubicBezTo>
                <a:cubicBezTo>
                  <a:pt x="372232" y="1878127"/>
                  <a:pt x="358638" y="1864533"/>
                  <a:pt x="358638" y="1847763"/>
                </a:cubicBezTo>
                <a:cubicBezTo>
                  <a:pt x="358638" y="1830994"/>
                  <a:pt x="372232" y="1817400"/>
                  <a:pt x="389002" y="1817400"/>
                </a:cubicBezTo>
                <a:close/>
                <a:moveTo>
                  <a:pt x="316447" y="1817400"/>
                </a:moveTo>
                <a:cubicBezTo>
                  <a:pt x="333216" y="1817400"/>
                  <a:pt x="346810" y="1830994"/>
                  <a:pt x="346810" y="1847763"/>
                </a:cubicBezTo>
                <a:cubicBezTo>
                  <a:pt x="346810" y="1864533"/>
                  <a:pt x="333216" y="1878127"/>
                  <a:pt x="316447" y="1878127"/>
                </a:cubicBezTo>
                <a:cubicBezTo>
                  <a:pt x="299677" y="1878127"/>
                  <a:pt x="286084" y="1864533"/>
                  <a:pt x="286084" y="1847763"/>
                </a:cubicBezTo>
                <a:cubicBezTo>
                  <a:pt x="286084" y="1830994"/>
                  <a:pt x="299677" y="1817400"/>
                  <a:pt x="316447" y="1817400"/>
                </a:cubicBezTo>
                <a:close/>
                <a:moveTo>
                  <a:pt x="243892" y="1817400"/>
                </a:moveTo>
                <a:cubicBezTo>
                  <a:pt x="260662" y="1817400"/>
                  <a:pt x="274256" y="1830994"/>
                  <a:pt x="274256" y="1847763"/>
                </a:cubicBezTo>
                <a:cubicBezTo>
                  <a:pt x="274256" y="1864533"/>
                  <a:pt x="260662" y="1878127"/>
                  <a:pt x="243892" y="1878127"/>
                </a:cubicBezTo>
                <a:cubicBezTo>
                  <a:pt x="227123" y="1878127"/>
                  <a:pt x="213529" y="1864533"/>
                  <a:pt x="213529" y="1847763"/>
                </a:cubicBezTo>
                <a:cubicBezTo>
                  <a:pt x="213529" y="1830994"/>
                  <a:pt x="227123" y="1817400"/>
                  <a:pt x="243892" y="1817400"/>
                </a:cubicBezTo>
                <a:close/>
                <a:moveTo>
                  <a:pt x="171339" y="1817400"/>
                </a:moveTo>
                <a:cubicBezTo>
                  <a:pt x="188107" y="1817400"/>
                  <a:pt x="201701" y="1830994"/>
                  <a:pt x="201701" y="1847763"/>
                </a:cubicBezTo>
                <a:cubicBezTo>
                  <a:pt x="201701" y="1864533"/>
                  <a:pt x="188107" y="1878127"/>
                  <a:pt x="171339" y="1878127"/>
                </a:cubicBezTo>
                <a:cubicBezTo>
                  <a:pt x="154583" y="1878127"/>
                  <a:pt x="140989" y="1864533"/>
                  <a:pt x="140989" y="1847763"/>
                </a:cubicBezTo>
                <a:cubicBezTo>
                  <a:pt x="140989" y="1830994"/>
                  <a:pt x="154583" y="1817400"/>
                  <a:pt x="171339" y="1817400"/>
                </a:cubicBezTo>
                <a:close/>
                <a:moveTo>
                  <a:pt x="98799" y="1817400"/>
                </a:moveTo>
                <a:cubicBezTo>
                  <a:pt x="115568" y="1817400"/>
                  <a:pt x="129162" y="1830994"/>
                  <a:pt x="129162" y="1847763"/>
                </a:cubicBezTo>
                <a:cubicBezTo>
                  <a:pt x="129162" y="1864533"/>
                  <a:pt x="115568" y="1878127"/>
                  <a:pt x="98799" y="1878127"/>
                </a:cubicBezTo>
                <a:cubicBezTo>
                  <a:pt x="82029" y="1878127"/>
                  <a:pt x="68435" y="1864533"/>
                  <a:pt x="68435" y="1847763"/>
                </a:cubicBezTo>
                <a:cubicBezTo>
                  <a:pt x="68435" y="1830994"/>
                  <a:pt x="82029" y="1817400"/>
                  <a:pt x="98799" y="1817400"/>
                </a:cubicBezTo>
                <a:close/>
                <a:moveTo>
                  <a:pt x="26245" y="1817400"/>
                </a:moveTo>
                <a:cubicBezTo>
                  <a:pt x="43014" y="1817400"/>
                  <a:pt x="56608" y="1830994"/>
                  <a:pt x="56608" y="1847763"/>
                </a:cubicBezTo>
                <a:cubicBezTo>
                  <a:pt x="56608" y="1864533"/>
                  <a:pt x="43014" y="1878127"/>
                  <a:pt x="26245" y="1878127"/>
                </a:cubicBezTo>
                <a:cubicBezTo>
                  <a:pt x="17860" y="1878127"/>
                  <a:pt x="10269" y="1874729"/>
                  <a:pt x="4775" y="1869234"/>
                </a:cubicBezTo>
                <a:lnTo>
                  <a:pt x="0" y="1857707"/>
                </a:lnTo>
                <a:lnTo>
                  <a:pt x="0" y="1837819"/>
                </a:lnTo>
                <a:lnTo>
                  <a:pt x="4775" y="1826293"/>
                </a:lnTo>
                <a:cubicBezTo>
                  <a:pt x="10269" y="1820799"/>
                  <a:pt x="17860" y="1817400"/>
                  <a:pt x="26245" y="1817400"/>
                </a:cubicBezTo>
                <a:close/>
                <a:moveTo>
                  <a:pt x="896883" y="1736948"/>
                </a:moveTo>
                <a:lnTo>
                  <a:pt x="903696" y="1738324"/>
                </a:lnTo>
                <a:lnTo>
                  <a:pt x="888255" y="1747704"/>
                </a:lnTo>
                <a:lnTo>
                  <a:pt x="871248" y="1755896"/>
                </a:lnTo>
                <a:lnTo>
                  <a:pt x="875413" y="1745841"/>
                </a:lnTo>
                <a:cubicBezTo>
                  <a:pt x="880908" y="1740347"/>
                  <a:pt x="888499" y="1736948"/>
                  <a:pt x="896883" y="1736948"/>
                </a:cubicBezTo>
                <a:close/>
                <a:moveTo>
                  <a:pt x="824329" y="1736948"/>
                </a:moveTo>
                <a:cubicBezTo>
                  <a:pt x="832714" y="1736948"/>
                  <a:pt x="840304" y="1740347"/>
                  <a:pt x="845799" y="1745841"/>
                </a:cubicBezTo>
                <a:lnTo>
                  <a:pt x="853504" y="1764444"/>
                </a:lnTo>
                <a:lnTo>
                  <a:pt x="802910" y="1788817"/>
                </a:lnTo>
                <a:lnTo>
                  <a:pt x="802858" y="1788782"/>
                </a:lnTo>
                <a:cubicBezTo>
                  <a:pt x="797364" y="1783287"/>
                  <a:pt x="793965" y="1775696"/>
                  <a:pt x="793965" y="1767312"/>
                </a:cubicBezTo>
                <a:cubicBezTo>
                  <a:pt x="793965" y="1750542"/>
                  <a:pt x="807559" y="1736948"/>
                  <a:pt x="824329" y="1736948"/>
                </a:cubicBezTo>
                <a:close/>
                <a:moveTo>
                  <a:pt x="751774" y="1736948"/>
                </a:moveTo>
                <a:cubicBezTo>
                  <a:pt x="768544" y="1736948"/>
                  <a:pt x="782138" y="1750542"/>
                  <a:pt x="782138" y="1767312"/>
                </a:cubicBezTo>
                <a:cubicBezTo>
                  <a:pt x="782138" y="1784081"/>
                  <a:pt x="768544" y="1797675"/>
                  <a:pt x="751774" y="1797675"/>
                </a:cubicBezTo>
                <a:cubicBezTo>
                  <a:pt x="735005" y="1797675"/>
                  <a:pt x="721411" y="1784081"/>
                  <a:pt x="721411" y="1767312"/>
                </a:cubicBezTo>
                <a:cubicBezTo>
                  <a:pt x="721411" y="1750542"/>
                  <a:pt x="735005" y="1736948"/>
                  <a:pt x="751774" y="1736948"/>
                </a:cubicBezTo>
                <a:close/>
                <a:moveTo>
                  <a:pt x="679220" y="1736948"/>
                </a:moveTo>
                <a:cubicBezTo>
                  <a:pt x="695989" y="1736948"/>
                  <a:pt x="709583" y="1750542"/>
                  <a:pt x="709583" y="1767312"/>
                </a:cubicBezTo>
                <a:cubicBezTo>
                  <a:pt x="709583" y="1784081"/>
                  <a:pt x="695989" y="1797675"/>
                  <a:pt x="679220" y="1797675"/>
                </a:cubicBezTo>
                <a:cubicBezTo>
                  <a:pt x="662450" y="1797675"/>
                  <a:pt x="648856" y="1784081"/>
                  <a:pt x="648856" y="1767312"/>
                </a:cubicBezTo>
                <a:cubicBezTo>
                  <a:pt x="648856" y="1750542"/>
                  <a:pt x="662450" y="1736948"/>
                  <a:pt x="679220" y="1736948"/>
                </a:cubicBezTo>
                <a:close/>
                <a:moveTo>
                  <a:pt x="606665" y="1736948"/>
                </a:moveTo>
                <a:cubicBezTo>
                  <a:pt x="623435" y="1736948"/>
                  <a:pt x="637029" y="1750542"/>
                  <a:pt x="637029" y="1767312"/>
                </a:cubicBezTo>
                <a:cubicBezTo>
                  <a:pt x="637029" y="1784081"/>
                  <a:pt x="623435" y="1797675"/>
                  <a:pt x="606665" y="1797675"/>
                </a:cubicBezTo>
                <a:cubicBezTo>
                  <a:pt x="589896" y="1797675"/>
                  <a:pt x="576302" y="1784081"/>
                  <a:pt x="576302" y="1767312"/>
                </a:cubicBezTo>
                <a:cubicBezTo>
                  <a:pt x="576302" y="1750542"/>
                  <a:pt x="589896" y="1736948"/>
                  <a:pt x="606665" y="1736948"/>
                </a:cubicBezTo>
                <a:close/>
                <a:moveTo>
                  <a:pt x="534111" y="1736948"/>
                </a:moveTo>
                <a:cubicBezTo>
                  <a:pt x="550880" y="1736948"/>
                  <a:pt x="564474" y="1750542"/>
                  <a:pt x="564474" y="1767312"/>
                </a:cubicBezTo>
                <a:cubicBezTo>
                  <a:pt x="564474" y="1784081"/>
                  <a:pt x="550880" y="1797675"/>
                  <a:pt x="534111" y="1797675"/>
                </a:cubicBezTo>
                <a:cubicBezTo>
                  <a:pt x="517341" y="1797675"/>
                  <a:pt x="503747" y="1784081"/>
                  <a:pt x="503747" y="1767312"/>
                </a:cubicBezTo>
                <a:cubicBezTo>
                  <a:pt x="503747" y="1750542"/>
                  <a:pt x="517341" y="1736948"/>
                  <a:pt x="534111" y="1736948"/>
                </a:cubicBezTo>
                <a:close/>
                <a:moveTo>
                  <a:pt x="461556" y="1736948"/>
                </a:moveTo>
                <a:cubicBezTo>
                  <a:pt x="478326" y="1736948"/>
                  <a:pt x="491920" y="1750542"/>
                  <a:pt x="491920" y="1767312"/>
                </a:cubicBezTo>
                <a:cubicBezTo>
                  <a:pt x="491920" y="1784081"/>
                  <a:pt x="478326" y="1797675"/>
                  <a:pt x="461556" y="1797675"/>
                </a:cubicBezTo>
                <a:cubicBezTo>
                  <a:pt x="444787" y="1797675"/>
                  <a:pt x="431192" y="1784081"/>
                  <a:pt x="431192" y="1767312"/>
                </a:cubicBezTo>
                <a:cubicBezTo>
                  <a:pt x="431192" y="1750542"/>
                  <a:pt x="444787" y="1736948"/>
                  <a:pt x="461556" y="1736948"/>
                </a:cubicBezTo>
                <a:close/>
                <a:moveTo>
                  <a:pt x="389002" y="1736948"/>
                </a:moveTo>
                <a:cubicBezTo>
                  <a:pt x="405771" y="1736948"/>
                  <a:pt x="419365" y="1750542"/>
                  <a:pt x="419365" y="1767312"/>
                </a:cubicBezTo>
                <a:cubicBezTo>
                  <a:pt x="419365" y="1784081"/>
                  <a:pt x="405771" y="1797675"/>
                  <a:pt x="389002" y="1797675"/>
                </a:cubicBezTo>
                <a:cubicBezTo>
                  <a:pt x="372232" y="1797675"/>
                  <a:pt x="358638" y="1784081"/>
                  <a:pt x="358638" y="1767312"/>
                </a:cubicBezTo>
                <a:cubicBezTo>
                  <a:pt x="358638" y="1750542"/>
                  <a:pt x="372232" y="1736948"/>
                  <a:pt x="389002" y="1736948"/>
                </a:cubicBezTo>
                <a:close/>
                <a:moveTo>
                  <a:pt x="316447" y="1736948"/>
                </a:moveTo>
                <a:cubicBezTo>
                  <a:pt x="333216" y="1736948"/>
                  <a:pt x="346810" y="1750542"/>
                  <a:pt x="346810" y="1767312"/>
                </a:cubicBezTo>
                <a:cubicBezTo>
                  <a:pt x="346810" y="1784081"/>
                  <a:pt x="333216" y="1797675"/>
                  <a:pt x="316447" y="1797675"/>
                </a:cubicBezTo>
                <a:cubicBezTo>
                  <a:pt x="299677" y="1797675"/>
                  <a:pt x="286084" y="1784081"/>
                  <a:pt x="286084" y="1767312"/>
                </a:cubicBezTo>
                <a:cubicBezTo>
                  <a:pt x="286084" y="1750542"/>
                  <a:pt x="299677" y="1736948"/>
                  <a:pt x="316447" y="1736948"/>
                </a:cubicBezTo>
                <a:close/>
                <a:moveTo>
                  <a:pt x="243892" y="1736948"/>
                </a:moveTo>
                <a:cubicBezTo>
                  <a:pt x="260662" y="1736948"/>
                  <a:pt x="274256" y="1750542"/>
                  <a:pt x="274256" y="1767312"/>
                </a:cubicBezTo>
                <a:cubicBezTo>
                  <a:pt x="274256" y="1784081"/>
                  <a:pt x="260662" y="1797675"/>
                  <a:pt x="243892" y="1797675"/>
                </a:cubicBezTo>
                <a:cubicBezTo>
                  <a:pt x="227123" y="1797675"/>
                  <a:pt x="213529" y="1784081"/>
                  <a:pt x="213529" y="1767312"/>
                </a:cubicBezTo>
                <a:cubicBezTo>
                  <a:pt x="213529" y="1750542"/>
                  <a:pt x="227123" y="1736948"/>
                  <a:pt x="243892" y="1736948"/>
                </a:cubicBezTo>
                <a:close/>
                <a:moveTo>
                  <a:pt x="171339" y="1736948"/>
                </a:moveTo>
                <a:cubicBezTo>
                  <a:pt x="188107" y="1736948"/>
                  <a:pt x="201701" y="1750542"/>
                  <a:pt x="201701" y="1767312"/>
                </a:cubicBezTo>
                <a:cubicBezTo>
                  <a:pt x="201701" y="1784081"/>
                  <a:pt x="188107" y="1797675"/>
                  <a:pt x="171339" y="1797675"/>
                </a:cubicBezTo>
                <a:cubicBezTo>
                  <a:pt x="154588" y="1797675"/>
                  <a:pt x="140995" y="1784081"/>
                  <a:pt x="140995" y="1767312"/>
                </a:cubicBezTo>
                <a:cubicBezTo>
                  <a:pt x="140995" y="1750542"/>
                  <a:pt x="154588" y="1736948"/>
                  <a:pt x="171339" y="1736948"/>
                </a:cubicBezTo>
                <a:close/>
                <a:moveTo>
                  <a:pt x="98806" y="1736948"/>
                </a:moveTo>
                <a:cubicBezTo>
                  <a:pt x="115574" y="1736948"/>
                  <a:pt x="129168" y="1750542"/>
                  <a:pt x="129168" y="1767312"/>
                </a:cubicBezTo>
                <a:cubicBezTo>
                  <a:pt x="129168" y="1784081"/>
                  <a:pt x="115574" y="1797675"/>
                  <a:pt x="98806" y="1797675"/>
                </a:cubicBezTo>
                <a:cubicBezTo>
                  <a:pt x="82035" y="1797675"/>
                  <a:pt x="68442" y="1784081"/>
                  <a:pt x="68442" y="1767312"/>
                </a:cubicBezTo>
                <a:cubicBezTo>
                  <a:pt x="68442" y="1750542"/>
                  <a:pt x="82035" y="1736948"/>
                  <a:pt x="98806" y="1736948"/>
                </a:cubicBezTo>
                <a:close/>
                <a:moveTo>
                  <a:pt x="26251" y="1736948"/>
                </a:moveTo>
                <a:cubicBezTo>
                  <a:pt x="43020" y="1736948"/>
                  <a:pt x="56614" y="1750542"/>
                  <a:pt x="56614" y="1767312"/>
                </a:cubicBezTo>
                <a:cubicBezTo>
                  <a:pt x="56614" y="1784081"/>
                  <a:pt x="43020" y="1797675"/>
                  <a:pt x="26251" y="1797675"/>
                </a:cubicBezTo>
                <a:cubicBezTo>
                  <a:pt x="17866" y="1797675"/>
                  <a:pt x="10276" y="1794277"/>
                  <a:pt x="4781" y="1788782"/>
                </a:cubicBezTo>
                <a:lnTo>
                  <a:pt x="0" y="1777239"/>
                </a:lnTo>
                <a:lnTo>
                  <a:pt x="0" y="1757384"/>
                </a:lnTo>
                <a:lnTo>
                  <a:pt x="4781" y="1745841"/>
                </a:lnTo>
                <a:cubicBezTo>
                  <a:pt x="10276" y="1740347"/>
                  <a:pt x="17866" y="1736948"/>
                  <a:pt x="26251" y="1736948"/>
                </a:cubicBezTo>
                <a:close/>
                <a:moveTo>
                  <a:pt x="1030341" y="1658849"/>
                </a:moveTo>
                <a:lnTo>
                  <a:pt x="1020041" y="1666551"/>
                </a:lnTo>
                <a:lnTo>
                  <a:pt x="1020522" y="1665390"/>
                </a:lnTo>
                <a:cubicBezTo>
                  <a:pt x="1023269" y="1662642"/>
                  <a:pt x="1026541" y="1660419"/>
                  <a:pt x="1030173" y="1658883"/>
                </a:cubicBezTo>
                <a:close/>
                <a:moveTo>
                  <a:pt x="969438" y="1656497"/>
                </a:moveTo>
                <a:cubicBezTo>
                  <a:pt x="977823" y="1656497"/>
                  <a:pt x="985413" y="1659895"/>
                  <a:pt x="990908" y="1665390"/>
                </a:cubicBezTo>
                <a:lnTo>
                  <a:pt x="997511" y="1681329"/>
                </a:lnTo>
                <a:lnTo>
                  <a:pt x="950384" y="1709959"/>
                </a:lnTo>
                <a:lnTo>
                  <a:pt x="947968" y="1708330"/>
                </a:lnTo>
                <a:cubicBezTo>
                  <a:pt x="942473" y="1702836"/>
                  <a:pt x="939075" y="1695245"/>
                  <a:pt x="939075" y="1686860"/>
                </a:cubicBezTo>
                <a:cubicBezTo>
                  <a:pt x="939075" y="1670091"/>
                  <a:pt x="952669" y="1656497"/>
                  <a:pt x="969438" y="1656497"/>
                </a:cubicBezTo>
                <a:close/>
                <a:moveTo>
                  <a:pt x="896883" y="1656497"/>
                </a:moveTo>
                <a:cubicBezTo>
                  <a:pt x="913653" y="1656497"/>
                  <a:pt x="927247" y="1670091"/>
                  <a:pt x="927247" y="1686860"/>
                </a:cubicBezTo>
                <a:cubicBezTo>
                  <a:pt x="927247" y="1703630"/>
                  <a:pt x="913653" y="1717224"/>
                  <a:pt x="896883" y="1717224"/>
                </a:cubicBezTo>
                <a:cubicBezTo>
                  <a:pt x="880114" y="1717224"/>
                  <a:pt x="866520" y="1703630"/>
                  <a:pt x="866520" y="1686860"/>
                </a:cubicBezTo>
                <a:cubicBezTo>
                  <a:pt x="866520" y="1670091"/>
                  <a:pt x="880114" y="1656497"/>
                  <a:pt x="896883" y="1656497"/>
                </a:cubicBezTo>
                <a:close/>
                <a:moveTo>
                  <a:pt x="824329" y="1656497"/>
                </a:moveTo>
                <a:cubicBezTo>
                  <a:pt x="841098" y="1656497"/>
                  <a:pt x="854692" y="1670091"/>
                  <a:pt x="854692" y="1686860"/>
                </a:cubicBezTo>
                <a:cubicBezTo>
                  <a:pt x="854692" y="1703630"/>
                  <a:pt x="841098" y="1717224"/>
                  <a:pt x="824329" y="1717224"/>
                </a:cubicBezTo>
                <a:cubicBezTo>
                  <a:pt x="807559" y="1717224"/>
                  <a:pt x="793965" y="1703630"/>
                  <a:pt x="793965" y="1686860"/>
                </a:cubicBezTo>
                <a:cubicBezTo>
                  <a:pt x="793965" y="1670091"/>
                  <a:pt x="807559" y="1656497"/>
                  <a:pt x="824329" y="1656497"/>
                </a:cubicBezTo>
                <a:close/>
                <a:moveTo>
                  <a:pt x="751774" y="1656497"/>
                </a:moveTo>
                <a:cubicBezTo>
                  <a:pt x="768544" y="1656497"/>
                  <a:pt x="782138" y="1670091"/>
                  <a:pt x="782138" y="1686860"/>
                </a:cubicBezTo>
                <a:cubicBezTo>
                  <a:pt x="782138" y="1703630"/>
                  <a:pt x="768544" y="1717224"/>
                  <a:pt x="751774" y="1717224"/>
                </a:cubicBezTo>
                <a:cubicBezTo>
                  <a:pt x="735005" y="1717224"/>
                  <a:pt x="721411" y="1703630"/>
                  <a:pt x="721411" y="1686860"/>
                </a:cubicBezTo>
                <a:cubicBezTo>
                  <a:pt x="721411" y="1670091"/>
                  <a:pt x="735005" y="1656497"/>
                  <a:pt x="751774" y="1656497"/>
                </a:cubicBezTo>
                <a:close/>
                <a:moveTo>
                  <a:pt x="679220" y="1656497"/>
                </a:moveTo>
                <a:cubicBezTo>
                  <a:pt x="695989" y="1656497"/>
                  <a:pt x="709583" y="1670091"/>
                  <a:pt x="709583" y="1686860"/>
                </a:cubicBezTo>
                <a:cubicBezTo>
                  <a:pt x="709583" y="1703630"/>
                  <a:pt x="695989" y="1717224"/>
                  <a:pt x="679220" y="1717224"/>
                </a:cubicBezTo>
                <a:cubicBezTo>
                  <a:pt x="662450" y="1717224"/>
                  <a:pt x="648856" y="1703630"/>
                  <a:pt x="648856" y="1686860"/>
                </a:cubicBezTo>
                <a:cubicBezTo>
                  <a:pt x="648856" y="1670091"/>
                  <a:pt x="662450" y="1656497"/>
                  <a:pt x="679220" y="1656497"/>
                </a:cubicBezTo>
                <a:close/>
                <a:moveTo>
                  <a:pt x="606665" y="1656497"/>
                </a:moveTo>
                <a:cubicBezTo>
                  <a:pt x="623435" y="1656497"/>
                  <a:pt x="637029" y="1670091"/>
                  <a:pt x="637029" y="1686860"/>
                </a:cubicBezTo>
                <a:cubicBezTo>
                  <a:pt x="637029" y="1703630"/>
                  <a:pt x="623435" y="1717224"/>
                  <a:pt x="606665" y="1717224"/>
                </a:cubicBezTo>
                <a:cubicBezTo>
                  <a:pt x="589896" y="1717224"/>
                  <a:pt x="576302" y="1703630"/>
                  <a:pt x="576302" y="1686860"/>
                </a:cubicBezTo>
                <a:cubicBezTo>
                  <a:pt x="576302" y="1670091"/>
                  <a:pt x="589896" y="1656497"/>
                  <a:pt x="606665" y="1656497"/>
                </a:cubicBezTo>
                <a:close/>
                <a:moveTo>
                  <a:pt x="534111" y="1656497"/>
                </a:moveTo>
                <a:cubicBezTo>
                  <a:pt x="550880" y="1656497"/>
                  <a:pt x="564474" y="1670091"/>
                  <a:pt x="564474" y="1686860"/>
                </a:cubicBezTo>
                <a:cubicBezTo>
                  <a:pt x="564474" y="1703630"/>
                  <a:pt x="550880" y="1717224"/>
                  <a:pt x="534111" y="1717224"/>
                </a:cubicBezTo>
                <a:cubicBezTo>
                  <a:pt x="517341" y="1717224"/>
                  <a:pt x="503747" y="1703630"/>
                  <a:pt x="503747" y="1686860"/>
                </a:cubicBezTo>
                <a:cubicBezTo>
                  <a:pt x="503747" y="1670091"/>
                  <a:pt x="517341" y="1656497"/>
                  <a:pt x="534111" y="1656497"/>
                </a:cubicBezTo>
                <a:close/>
                <a:moveTo>
                  <a:pt x="461556" y="1656497"/>
                </a:moveTo>
                <a:cubicBezTo>
                  <a:pt x="478326" y="1656497"/>
                  <a:pt x="491920" y="1670091"/>
                  <a:pt x="491920" y="1686860"/>
                </a:cubicBezTo>
                <a:cubicBezTo>
                  <a:pt x="491920" y="1703630"/>
                  <a:pt x="478326" y="1717224"/>
                  <a:pt x="461556" y="1717224"/>
                </a:cubicBezTo>
                <a:cubicBezTo>
                  <a:pt x="444787" y="1717224"/>
                  <a:pt x="431192" y="1703630"/>
                  <a:pt x="431192" y="1686860"/>
                </a:cubicBezTo>
                <a:cubicBezTo>
                  <a:pt x="431192" y="1670091"/>
                  <a:pt x="444787" y="1656497"/>
                  <a:pt x="461556" y="1656497"/>
                </a:cubicBezTo>
                <a:close/>
                <a:moveTo>
                  <a:pt x="389002" y="1656497"/>
                </a:moveTo>
                <a:cubicBezTo>
                  <a:pt x="405771" y="1656497"/>
                  <a:pt x="419365" y="1670091"/>
                  <a:pt x="419365" y="1686860"/>
                </a:cubicBezTo>
                <a:cubicBezTo>
                  <a:pt x="419365" y="1703630"/>
                  <a:pt x="405771" y="1717224"/>
                  <a:pt x="389002" y="1717224"/>
                </a:cubicBezTo>
                <a:cubicBezTo>
                  <a:pt x="372232" y="1717224"/>
                  <a:pt x="358638" y="1703630"/>
                  <a:pt x="358638" y="1686860"/>
                </a:cubicBezTo>
                <a:cubicBezTo>
                  <a:pt x="358638" y="1670091"/>
                  <a:pt x="372232" y="1656497"/>
                  <a:pt x="389002" y="1656497"/>
                </a:cubicBezTo>
                <a:close/>
                <a:moveTo>
                  <a:pt x="316447" y="1656497"/>
                </a:moveTo>
                <a:cubicBezTo>
                  <a:pt x="333216" y="1656497"/>
                  <a:pt x="346810" y="1670091"/>
                  <a:pt x="346810" y="1686860"/>
                </a:cubicBezTo>
                <a:cubicBezTo>
                  <a:pt x="346810" y="1703630"/>
                  <a:pt x="333216" y="1717224"/>
                  <a:pt x="316447" y="1717224"/>
                </a:cubicBezTo>
                <a:cubicBezTo>
                  <a:pt x="299677" y="1717224"/>
                  <a:pt x="286084" y="1703630"/>
                  <a:pt x="286084" y="1686860"/>
                </a:cubicBezTo>
                <a:cubicBezTo>
                  <a:pt x="286084" y="1670091"/>
                  <a:pt x="299677" y="1656497"/>
                  <a:pt x="316447" y="1656497"/>
                </a:cubicBezTo>
                <a:close/>
                <a:moveTo>
                  <a:pt x="243892" y="1656497"/>
                </a:moveTo>
                <a:cubicBezTo>
                  <a:pt x="260662" y="1656497"/>
                  <a:pt x="274256" y="1670091"/>
                  <a:pt x="274256" y="1686860"/>
                </a:cubicBezTo>
                <a:cubicBezTo>
                  <a:pt x="274256" y="1703630"/>
                  <a:pt x="260662" y="1717224"/>
                  <a:pt x="243892" y="1717224"/>
                </a:cubicBezTo>
                <a:cubicBezTo>
                  <a:pt x="227123" y="1717224"/>
                  <a:pt x="213529" y="1703630"/>
                  <a:pt x="213529" y="1686860"/>
                </a:cubicBezTo>
                <a:cubicBezTo>
                  <a:pt x="213529" y="1670091"/>
                  <a:pt x="227123" y="1656497"/>
                  <a:pt x="243892" y="1656497"/>
                </a:cubicBezTo>
                <a:close/>
                <a:moveTo>
                  <a:pt x="171339" y="1656497"/>
                </a:moveTo>
                <a:cubicBezTo>
                  <a:pt x="188107" y="1656497"/>
                  <a:pt x="201701" y="1670091"/>
                  <a:pt x="201701" y="1686860"/>
                </a:cubicBezTo>
                <a:cubicBezTo>
                  <a:pt x="201701" y="1703630"/>
                  <a:pt x="188107" y="1717224"/>
                  <a:pt x="171339" y="1717224"/>
                </a:cubicBezTo>
                <a:cubicBezTo>
                  <a:pt x="154594" y="1717224"/>
                  <a:pt x="141001" y="1703630"/>
                  <a:pt x="141001" y="1686860"/>
                </a:cubicBezTo>
                <a:cubicBezTo>
                  <a:pt x="141001" y="1670091"/>
                  <a:pt x="154594" y="1656497"/>
                  <a:pt x="171339" y="1656497"/>
                </a:cubicBezTo>
                <a:close/>
                <a:moveTo>
                  <a:pt x="98812" y="1656497"/>
                </a:moveTo>
                <a:cubicBezTo>
                  <a:pt x="115580" y="1656497"/>
                  <a:pt x="129174" y="1670091"/>
                  <a:pt x="129174" y="1686860"/>
                </a:cubicBezTo>
                <a:cubicBezTo>
                  <a:pt x="129174" y="1703630"/>
                  <a:pt x="115580" y="1717224"/>
                  <a:pt x="98812" y="1717224"/>
                </a:cubicBezTo>
                <a:cubicBezTo>
                  <a:pt x="82042" y="1717224"/>
                  <a:pt x="68448" y="1703630"/>
                  <a:pt x="68448" y="1686860"/>
                </a:cubicBezTo>
                <a:cubicBezTo>
                  <a:pt x="68448" y="1670091"/>
                  <a:pt x="82042" y="1656497"/>
                  <a:pt x="98812" y="1656497"/>
                </a:cubicBezTo>
                <a:close/>
                <a:moveTo>
                  <a:pt x="26257" y="1656497"/>
                </a:moveTo>
                <a:cubicBezTo>
                  <a:pt x="43026" y="1656497"/>
                  <a:pt x="56620" y="1670091"/>
                  <a:pt x="56620" y="1686860"/>
                </a:cubicBezTo>
                <a:cubicBezTo>
                  <a:pt x="56620" y="1703630"/>
                  <a:pt x="43026" y="1717224"/>
                  <a:pt x="26257" y="1717224"/>
                </a:cubicBezTo>
                <a:cubicBezTo>
                  <a:pt x="17873" y="1717224"/>
                  <a:pt x="10282" y="1713826"/>
                  <a:pt x="4787" y="1708331"/>
                </a:cubicBezTo>
                <a:lnTo>
                  <a:pt x="0" y="1696773"/>
                </a:lnTo>
                <a:lnTo>
                  <a:pt x="0" y="1676947"/>
                </a:lnTo>
                <a:lnTo>
                  <a:pt x="4787" y="1665390"/>
                </a:lnTo>
                <a:cubicBezTo>
                  <a:pt x="10282" y="1659896"/>
                  <a:pt x="17873" y="1656497"/>
                  <a:pt x="26257" y="1656497"/>
                </a:cubicBezTo>
                <a:close/>
                <a:moveTo>
                  <a:pt x="1114547" y="1576045"/>
                </a:moveTo>
                <a:cubicBezTo>
                  <a:pt x="1118739" y="1576045"/>
                  <a:pt x="1122733" y="1576894"/>
                  <a:pt x="1126366" y="1578431"/>
                </a:cubicBezTo>
                <a:lnTo>
                  <a:pt x="1131977" y="1582214"/>
                </a:lnTo>
                <a:lnTo>
                  <a:pt x="1128051" y="1585783"/>
                </a:lnTo>
                <a:lnTo>
                  <a:pt x="1088035" y="1615706"/>
                </a:lnTo>
                <a:lnTo>
                  <a:pt x="1084184" y="1606408"/>
                </a:lnTo>
                <a:cubicBezTo>
                  <a:pt x="1084184" y="1589639"/>
                  <a:pt x="1097778" y="1576045"/>
                  <a:pt x="1114547" y="1576045"/>
                </a:cubicBezTo>
                <a:close/>
                <a:moveTo>
                  <a:pt x="1041993" y="1576045"/>
                </a:moveTo>
                <a:cubicBezTo>
                  <a:pt x="1058762" y="1576045"/>
                  <a:pt x="1072356" y="1589639"/>
                  <a:pt x="1072356" y="1606408"/>
                </a:cubicBezTo>
                <a:cubicBezTo>
                  <a:pt x="1072356" y="1623178"/>
                  <a:pt x="1058762" y="1636772"/>
                  <a:pt x="1041993" y="1636772"/>
                </a:cubicBezTo>
                <a:cubicBezTo>
                  <a:pt x="1025223" y="1636772"/>
                  <a:pt x="1011629" y="1623178"/>
                  <a:pt x="1011629" y="1606408"/>
                </a:cubicBezTo>
                <a:cubicBezTo>
                  <a:pt x="1011629" y="1589639"/>
                  <a:pt x="1025223" y="1576045"/>
                  <a:pt x="1041993" y="1576045"/>
                </a:cubicBezTo>
                <a:close/>
                <a:moveTo>
                  <a:pt x="969438" y="1576045"/>
                </a:moveTo>
                <a:cubicBezTo>
                  <a:pt x="986208" y="1576045"/>
                  <a:pt x="999801" y="1589639"/>
                  <a:pt x="999801" y="1606408"/>
                </a:cubicBezTo>
                <a:cubicBezTo>
                  <a:pt x="999801" y="1623178"/>
                  <a:pt x="986208" y="1636772"/>
                  <a:pt x="969438" y="1636772"/>
                </a:cubicBezTo>
                <a:cubicBezTo>
                  <a:pt x="952669" y="1636772"/>
                  <a:pt x="939075" y="1623178"/>
                  <a:pt x="939075" y="1606408"/>
                </a:cubicBezTo>
                <a:cubicBezTo>
                  <a:pt x="939075" y="1589639"/>
                  <a:pt x="952669" y="1576045"/>
                  <a:pt x="969438" y="1576045"/>
                </a:cubicBezTo>
                <a:close/>
                <a:moveTo>
                  <a:pt x="896883" y="1576045"/>
                </a:moveTo>
                <a:cubicBezTo>
                  <a:pt x="913653" y="1576045"/>
                  <a:pt x="927247" y="1589639"/>
                  <a:pt x="927247" y="1606408"/>
                </a:cubicBezTo>
                <a:cubicBezTo>
                  <a:pt x="927247" y="1623178"/>
                  <a:pt x="913653" y="1636772"/>
                  <a:pt x="896883" y="1636772"/>
                </a:cubicBezTo>
                <a:cubicBezTo>
                  <a:pt x="880114" y="1636772"/>
                  <a:pt x="866520" y="1623178"/>
                  <a:pt x="866520" y="1606408"/>
                </a:cubicBezTo>
                <a:cubicBezTo>
                  <a:pt x="866520" y="1589639"/>
                  <a:pt x="880114" y="1576045"/>
                  <a:pt x="896883" y="1576045"/>
                </a:cubicBezTo>
                <a:close/>
                <a:moveTo>
                  <a:pt x="824329" y="1576045"/>
                </a:moveTo>
                <a:cubicBezTo>
                  <a:pt x="841098" y="1576045"/>
                  <a:pt x="854692" y="1589639"/>
                  <a:pt x="854692" y="1606408"/>
                </a:cubicBezTo>
                <a:cubicBezTo>
                  <a:pt x="854692" y="1623178"/>
                  <a:pt x="841098" y="1636772"/>
                  <a:pt x="824329" y="1636772"/>
                </a:cubicBezTo>
                <a:cubicBezTo>
                  <a:pt x="807559" y="1636772"/>
                  <a:pt x="793965" y="1623178"/>
                  <a:pt x="793965" y="1606408"/>
                </a:cubicBezTo>
                <a:cubicBezTo>
                  <a:pt x="793965" y="1589639"/>
                  <a:pt x="807559" y="1576045"/>
                  <a:pt x="824329" y="1576045"/>
                </a:cubicBezTo>
                <a:close/>
                <a:moveTo>
                  <a:pt x="751774" y="1576045"/>
                </a:moveTo>
                <a:cubicBezTo>
                  <a:pt x="768544" y="1576045"/>
                  <a:pt x="782138" y="1589639"/>
                  <a:pt x="782138" y="1606408"/>
                </a:cubicBezTo>
                <a:cubicBezTo>
                  <a:pt x="782138" y="1623178"/>
                  <a:pt x="768544" y="1636772"/>
                  <a:pt x="751774" y="1636772"/>
                </a:cubicBezTo>
                <a:cubicBezTo>
                  <a:pt x="735005" y="1636772"/>
                  <a:pt x="721411" y="1623178"/>
                  <a:pt x="721411" y="1606408"/>
                </a:cubicBezTo>
                <a:cubicBezTo>
                  <a:pt x="721411" y="1589639"/>
                  <a:pt x="735005" y="1576045"/>
                  <a:pt x="751774" y="1576045"/>
                </a:cubicBezTo>
                <a:close/>
                <a:moveTo>
                  <a:pt x="679220" y="1576045"/>
                </a:moveTo>
                <a:cubicBezTo>
                  <a:pt x="695989" y="1576045"/>
                  <a:pt x="709583" y="1589639"/>
                  <a:pt x="709583" y="1606408"/>
                </a:cubicBezTo>
                <a:cubicBezTo>
                  <a:pt x="709583" y="1623178"/>
                  <a:pt x="695989" y="1636772"/>
                  <a:pt x="679220" y="1636772"/>
                </a:cubicBezTo>
                <a:cubicBezTo>
                  <a:pt x="662450" y="1636772"/>
                  <a:pt x="648856" y="1623178"/>
                  <a:pt x="648856" y="1606408"/>
                </a:cubicBezTo>
                <a:cubicBezTo>
                  <a:pt x="648856" y="1589639"/>
                  <a:pt x="662450" y="1576045"/>
                  <a:pt x="679220" y="1576045"/>
                </a:cubicBezTo>
                <a:close/>
                <a:moveTo>
                  <a:pt x="606665" y="1576045"/>
                </a:moveTo>
                <a:cubicBezTo>
                  <a:pt x="623435" y="1576045"/>
                  <a:pt x="637029" y="1589639"/>
                  <a:pt x="637029" y="1606408"/>
                </a:cubicBezTo>
                <a:cubicBezTo>
                  <a:pt x="637029" y="1623178"/>
                  <a:pt x="623435" y="1636772"/>
                  <a:pt x="606665" y="1636772"/>
                </a:cubicBezTo>
                <a:cubicBezTo>
                  <a:pt x="589896" y="1636772"/>
                  <a:pt x="576302" y="1623178"/>
                  <a:pt x="576302" y="1606408"/>
                </a:cubicBezTo>
                <a:cubicBezTo>
                  <a:pt x="576302" y="1589639"/>
                  <a:pt x="589896" y="1576045"/>
                  <a:pt x="606665" y="1576045"/>
                </a:cubicBezTo>
                <a:close/>
                <a:moveTo>
                  <a:pt x="534111" y="1576045"/>
                </a:moveTo>
                <a:cubicBezTo>
                  <a:pt x="550880" y="1576045"/>
                  <a:pt x="564474" y="1589639"/>
                  <a:pt x="564474" y="1606408"/>
                </a:cubicBezTo>
                <a:cubicBezTo>
                  <a:pt x="564474" y="1623178"/>
                  <a:pt x="550880" y="1636772"/>
                  <a:pt x="534111" y="1636772"/>
                </a:cubicBezTo>
                <a:cubicBezTo>
                  <a:pt x="517341" y="1636772"/>
                  <a:pt x="503747" y="1623178"/>
                  <a:pt x="503747" y="1606408"/>
                </a:cubicBezTo>
                <a:cubicBezTo>
                  <a:pt x="503747" y="1589639"/>
                  <a:pt x="517341" y="1576045"/>
                  <a:pt x="534111" y="1576045"/>
                </a:cubicBezTo>
                <a:close/>
                <a:moveTo>
                  <a:pt x="461556" y="1576045"/>
                </a:moveTo>
                <a:cubicBezTo>
                  <a:pt x="478326" y="1576045"/>
                  <a:pt x="491920" y="1589639"/>
                  <a:pt x="491920" y="1606408"/>
                </a:cubicBezTo>
                <a:cubicBezTo>
                  <a:pt x="491920" y="1623178"/>
                  <a:pt x="478326" y="1636772"/>
                  <a:pt x="461556" y="1636772"/>
                </a:cubicBezTo>
                <a:cubicBezTo>
                  <a:pt x="444787" y="1636772"/>
                  <a:pt x="431192" y="1623178"/>
                  <a:pt x="431192" y="1606408"/>
                </a:cubicBezTo>
                <a:cubicBezTo>
                  <a:pt x="431192" y="1589639"/>
                  <a:pt x="444787" y="1576045"/>
                  <a:pt x="461556" y="1576045"/>
                </a:cubicBezTo>
                <a:close/>
                <a:moveTo>
                  <a:pt x="389002" y="1576045"/>
                </a:moveTo>
                <a:cubicBezTo>
                  <a:pt x="405771" y="1576045"/>
                  <a:pt x="419365" y="1589639"/>
                  <a:pt x="419365" y="1606408"/>
                </a:cubicBezTo>
                <a:cubicBezTo>
                  <a:pt x="419365" y="1623178"/>
                  <a:pt x="405771" y="1636772"/>
                  <a:pt x="389002" y="1636772"/>
                </a:cubicBezTo>
                <a:cubicBezTo>
                  <a:pt x="372232" y="1636772"/>
                  <a:pt x="358638" y="1623178"/>
                  <a:pt x="358638" y="1606408"/>
                </a:cubicBezTo>
                <a:cubicBezTo>
                  <a:pt x="358638" y="1589639"/>
                  <a:pt x="372232" y="1576045"/>
                  <a:pt x="389002" y="1576045"/>
                </a:cubicBezTo>
                <a:close/>
                <a:moveTo>
                  <a:pt x="316447" y="1576045"/>
                </a:moveTo>
                <a:cubicBezTo>
                  <a:pt x="333216" y="1576045"/>
                  <a:pt x="346810" y="1589639"/>
                  <a:pt x="346810" y="1606408"/>
                </a:cubicBezTo>
                <a:cubicBezTo>
                  <a:pt x="346810" y="1623178"/>
                  <a:pt x="333216" y="1636772"/>
                  <a:pt x="316447" y="1636772"/>
                </a:cubicBezTo>
                <a:cubicBezTo>
                  <a:pt x="299677" y="1636772"/>
                  <a:pt x="286084" y="1623178"/>
                  <a:pt x="286084" y="1606408"/>
                </a:cubicBezTo>
                <a:cubicBezTo>
                  <a:pt x="286084" y="1589639"/>
                  <a:pt x="299677" y="1576045"/>
                  <a:pt x="316447" y="1576045"/>
                </a:cubicBezTo>
                <a:close/>
                <a:moveTo>
                  <a:pt x="243892" y="1576045"/>
                </a:moveTo>
                <a:cubicBezTo>
                  <a:pt x="260662" y="1576045"/>
                  <a:pt x="274256" y="1589639"/>
                  <a:pt x="274256" y="1606408"/>
                </a:cubicBezTo>
                <a:cubicBezTo>
                  <a:pt x="274256" y="1623178"/>
                  <a:pt x="260662" y="1636772"/>
                  <a:pt x="243892" y="1636772"/>
                </a:cubicBezTo>
                <a:cubicBezTo>
                  <a:pt x="227123" y="1636772"/>
                  <a:pt x="213529" y="1623178"/>
                  <a:pt x="213529" y="1606408"/>
                </a:cubicBezTo>
                <a:cubicBezTo>
                  <a:pt x="213529" y="1589639"/>
                  <a:pt x="227123" y="1576045"/>
                  <a:pt x="243892" y="1576045"/>
                </a:cubicBezTo>
                <a:close/>
                <a:moveTo>
                  <a:pt x="171339" y="1576045"/>
                </a:moveTo>
                <a:cubicBezTo>
                  <a:pt x="188107" y="1576045"/>
                  <a:pt x="201701" y="1589639"/>
                  <a:pt x="201701" y="1606408"/>
                </a:cubicBezTo>
                <a:cubicBezTo>
                  <a:pt x="201701" y="1623178"/>
                  <a:pt x="188107" y="1636772"/>
                  <a:pt x="171339" y="1636772"/>
                </a:cubicBezTo>
                <a:cubicBezTo>
                  <a:pt x="154599" y="1636772"/>
                  <a:pt x="141006" y="1623178"/>
                  <a:pt x="141006" y="1606408"/>
                </a:cubicBezTo>
                <a:cubicBezTo>
                  <a:pt x="141006" y="1589639"/>
                  <a:pt x="154599" y="1576045"/>
                  <a:pt x="171339" y="1576045"/>
                </a:cubicBezTo>
                <a:close/>
                <a:moveTo>
                  <a:pt x="98818" y="1576045"/>
                </a:moveTo>
                <a:cubicBezTo>
                  <a:pt x="115586" y="1576045"/>
                  <a:pt x="129180" y="1589639"/>
                  <a:pt x="129180" y="1606408"/>
                </a:cubicBezTo>
                <a:cubicBezTo>
                  <a:pt x="129180" y="1623178"/>
                  <a:pt x="115586" y="1636772"/>
                  <a:pt x="98818" y="1636772"/>
                </a:cubicBezTo>
                <a:cubicBezTo>
                  <a:pt x="82048" y="1636772"/>
                  <a:pt x="68454" y="1623178"/>
                  <a:pt x="68454" y="1606408"/>
                </a:cubicBezTo>
                <a:cubicBezTo>
                  <a:pt x="68454" y="1589639"/>
                  <a:pt x="82048" y="1576045"/>
                  <a:pt x="98818" y="1576045"/>
                </a:cubicBezTo>
                <a:close/>
                <a:moveTo>
                  <a:pt x="26264" y="1576045"/>
                </a:moveTo>
                <a:cubicBezTo>
                  <a:pt x="43032" y="1576045"/>
                  <a:pt x="56626" y="1589639"/>
                  <a:pt x="56626" y="1606408"/>
                </a:cubicBezTo>
                <a:cubicBezTo>
                  <a:pt x="56626" y="1623178"/>
                  <a:pt x="43032" y="1636772"/>
                  <a:pt x="26264" y="1636772"/>
                </a:cubicBezTo>
                <a:cubicBezTo>
                  <a:pt x="17880" y="1636772"/>
                  <a:pt x="10289" y="1633374"/>
                  <a:pt x="4794" y="1627879"/>
                </a:cubicBezTo>
                <a:lnTo>
                  <a:pt x="0" y="1616304"/>
                </a:lnTo>
                <a:lnTo>
                  <a:pt x="0" y="1596512"/>
                </a:lnTo>
                <a:lnTo>
                  <a:pt x="4794" y="1584938"/>
                </a:lnTo>
                <a:cubicBezTo>
                  <a:pt x="10289" y="1579444"/>
                  <a:pt x="17880" y="1576045"/>
                  <a:pt x="26264" y="1576045"/>
                </a:cubicBezTo>
                <a:close/>
                <a:moveTo>
                  <a:pt x="1187102" y="1495593"/>
                </a:moveTo>
                <a:cubicBezTo>
                  <a:pt x="1195486" y="1495593"/>
                  <a:pt x="1203077" y="1498992"/>
                  <a:pt x="1208572" y="1504486"/>
                </a:cubicBezTo>
                <a:lnTo>
                  <a:pt x="1211014" y="1510381"/>
                </a:lnTo>
                <a:lnTo>
                  <a:pt x="1168285" y="1549216"/>
                </a:lnTo>
                <a:lnTo>
                  <a:pt x="1165631" y="1547427"/>
                </a:lnTo>
                <a:cubicBezTo>
                  <a:pt x="1160137" y="1541932"/>
                  <a:pt x="1156738" y="1534341"/>
                  <a:pt x="1156738" y="1525957"/>
                </a:cubicBezTo>
                <a:cubicBezTo>
                  <a:pt x="1156738" y="1509187"/>
                  <a:pt x="1170332" y="1495593"/>
                  <a:pt x="1187102" y="1495593"/>
                </a:cubicBezTo>
                <a:close/>
                <a:moveTo>
                  <a:pt x="1114547" y="1495593"/>
                </a:moveTo>
                <a:cubicBezTo>
                  <a:pt x="1131317" y="1495593"/>
                  <a:pt x="1144911" y="1509187"/>
                  <a:pt x="1144911" y="1525957"/>
                </a:cubicBezTo>
                <a:cubicBezTo>
                  <a:pt x="1144911" y="1542726"/>
                  <a:pt x="1131317" y="1556320"/>
                  <a:pt x="1114547" y="1556320"/>
                </a:cubicBezTo>
                <a:cubicBezTo>
                  <a:pt x="1097778" y="1556320"/>
                  <a:pt x="1084184" y="1542726"/>
                  <a:pt x="1084184" y="1525957"/>
                </a:cubicBezTo>
                <a:cubicBezTo>
                  <a:pt x="1084184" y="1509187"/>
                  <a:pt x="1097778" y="1495593"/>
                  <a:pt x="1114547" y="1495593"/>
                </a:cubicBezTo>
                <a:close/>
                <a:moveTo>
                  <a:pt x="1041993" y="1495593"/>
                </a:moveTo>
                <a:cubicBezTo>
                  <a:pt x="1058762" y="1495593"/>
                  <a:pt x="1072356" y="1509187"/>
                  <a:pt x="1072356" y="1525957"/>
                </a:cubicBezTo>
                <a:cubicBezTo>
                  <a:pt x="1072356" y="1542726"/>
                  <a:pt x="1058762" y="1556320"/>
                  <a:pt x="1041993" y="1556320"/>
                </a:cubicBezTo>
                <a:cubicBezTo>
                  <a:pt x="1025223" y="1556320"/>
                  <a:pt x="1011629" y="1542726"/>
                  <a:pt x="1011629" y="1525957"/>
                </a:cubicBezTo>
                <a:cubicBezTo>
                  <a:pt x="1011629" y="1509187"/>
                  <a:pt x="1025223" y="1495593"/>
                  <a:pt x="1041993" y="1495593"/>
                </a:cubicBezTo>
                <a:close/>
                <a:moveTo>
                  <a:pt x="969438" y="1495593"/>
                </a:moveTo>
                <a:cubicBezTo>
                  <a:pt x="986208" y="1495593"/>
                  <a:pt x="999801" y="1509187"/>
                  <a:pt x="999801" y="1525957"/>
                </a:cubicBezTo>
                <a:cubicBezTo>
                  <a:pt x="999801" y="1542726"/>
                  <a:pt x="986208" y="1556320"/>
                  <a:pt x="969438" y="1556320"/>
                </a:cubicBezTo>
                <a:cubicBezTo>
                  <a:pt x="952669" y="1556320"/>
                  <a:pt x="939075" y="1542726"/>
                  <a:pt x="939075" y="1525957"/>
                </a:cubicBezTo>
                <a:cubicBezTo>
                  <a:pt x="939075" y="1509187"/>
                  <a:pt x="952669" y="1495593"/>
                  <a:pt x="969438" y="1495593"/>
                </a:cubicBezTo>
                <a:close/>
                <a:moveTo>
                  <a:pt x="896883" y="1495593"/>
                </a:moveTo>
                <a:cubicBezTo>
                  <a:pt x="913653" y="1495593"/>
                  <a:pt x="927247" y="1509187"/>
                  <a:pt x="927247" y="1525957"/>
                </a:cubicBezTo>
                <a:cubicBezTo>
                  <a:pt x="927247" y="1542726"/>
                  <a:pt x="913653" y="1556320"/>
                  <a:pt x="896883" y="1556320"/>
                </a:cubicBezTo>
                <a:cubicBezTo>
                  <a:pt x="880114" y="1556320"/>
                  <a:pt x="866520" y="1542726"/>
                  <a:pt x="866520" y="1525957"/>
                </a:cubicBezTo>
                <a:cubicBezTo>
                  <a:pt x="866520" y="1509187"/>
                  <a:pt x="880114" y="1495593"/>
                  <a:pt x="896883" y="1495593"/>
                </a:cubicBezTo>
                <a:close/>
                <a:moveTo>
                  <a:pt x="824329" y="1495593"/>
                </a:moveTo>
                <a:cubicBezTo>
                  <a:pt x="841098" y="1495593"/>
                  <a:pt x="854692" y="1509187"/>
                  <a:pt x="854692" y="1525957"/>
                </a:cubicBezTo>
                <a:cubicBezTo>
                  <a:pt x="854692" y="1542726"/>
                  <a:pt x="841098" y="1556320"/>
                  <a:pt x="824329" y="1556320"/>
                </a:cubicBezTo>
                <a:cubicBezTo>
                  <a:pt x="807559" y="1556320"/>
                  <a:pt x="793965" y="1542726"/>
                  <a:pt x="793965" y="1525957"/>
                </a:cubicBezTo>
                <a:cubicBezTo>
                  <a:pt x="793965" y="1509187"/>
                  <a:pt x="807559" y="1495593"/>
                  <a:pt x="824329" y="1495593"/>
                </a:cubicBezTo>
                <a:close/>
                <a:moveTo>
                  <a:pt x="751774" y="1495593"/>
                </a:moveTo>
                <a:cubicBezTo>
                  <a:pt x="768544" y="1495593"/>
                  <a:pt x="782138" y="1509187"/>
                  <a:pt x="782138" y="1525957"/>
                </a:cubicBezTo>
                <a:cubicBezTo>
                  <a:pt x="782138" y="1542726"/>
                  <a:pt x="768544" y="1556320"/>
                  <a:pt x="751774" y="1556320"/>
                </a:cubicBezTo>
                <a:cubicBezTo>
                  <a:pt x="735005" y="1556320"/>
                  <a:pt x="721411" y="1542726"/>
                  <a:pt x="721411" y="1525957"/>
                </a:cubicBezTo>
                <a:cubicBezTo>
                  <a:pt x="721411" y="1509187"/>
                  <a:pt x="735005" y="1495593"/>
                  <a:pt x="751774" y="1495593"/>
                </a:cubicBezTo>
                <a:close/>
                <a:moveTo>
                  <a:pt x="679220" y="1495593"/>
                </a:moveTo>
                <a:cubicBezTo>
                  <a:pt x="695989" y="1495593"/>
                  <a:pt x="709583" y="1509187"/>
                  <a:pt x="709583" y="1525957"/>
                </a:cubicBezTo>
                <a:cubicBezTo>
                  <a:pt x="709583" y="1542726"/>
                  <a:pt x="695989" y="1556320"/>
                  <a:pt x="679220" y="1556320"/>
                </a:cubicBezTo>
                <a:cubicBezTo>
                  <a:pt x="662450" y="1556320"/>
                  <a:pt x="648856" y="1542726"/>
                  <a:pt x="648856" y="1525957"/>
                </a:cubicBezTo>
                <a:cubicBezTo>
                  <a:pt x="648856" y="1509187"/>
                  <a:pt x="662450" y="1495593"/>
                  <a:pt x="679220" y="1495593"/>
                </a:cubicBezTo>
                <a:close/>
                <a:moveTo>
                  <a:pt x="606665" y="1495593"/>
                </a:moveTo>
                <a:cubicBezTo>
                  <a:pt x="623435" y="1495593"/>
                  <a:pt x="637029" y="1509187"/>
                  <a:pt x="637029" y="1525957"/>
                </a:cubicBezTo>
                <a:cubicBezTo>
                  <a:pt x="637029" y="1542726"/>
                  <a:pt x="623435" y="1556320"/>
                  <a:pt x="606665" y="1556320"/>
                </a:cubicBezTo>
                <a:cubicBezTo>
                  <a:pt x="589896" y="1556320"/>
                  <a:pt x="576302" y="1542726"/>
                  <a:pt x="576302" y="1525957"/>
                </a:cubicBezTo>
                <a:cubicBezTo>
                  <a:pt x="576302" y="1509187"/>
                  <a:pt x="589896" y="1495593"/>
                  <a:pt x="606665" y="1495593"/>
                </a:cubicBezTo>
                <a:close/>
                <a:moveTo>
                  <a:pt x="534111" y="1495593"/>
                </a:moveTo>
                <a:cubicBezTo>
                  <a:pt x="550880" y="1495593"/>
                  <a:pt x="564474" y="1509187"/>
                  <a:pt x="564474" y="1525957"/>
                </a:cubicBezTo>
                <a:cubicBezTo>
                  <a:pt x="564474" y="1542726"/>
                  <a:pt x="550880" y="1556320"/>
                  <a:pt x="534111" y="1556320"/>
                </a:cubicBezTo>
                <a:cubicBezTo>
                  <a:pt x="517341" y="1556320"/>
                  <a:pt x="503747" y="1542726"/>
                  <a:pt x="503747" y="1525957"/>
                </a:cubicBezTo>
                <a:cubicBezTo>
                  <a:pt x="503747" y="1509187"/>
                  <a:pt x="517341" y="1495593"/>
                  <a:pt x="534111" y="1495593"/>
                </a:cubicBezTo>
                <a:close/>
                <a:moveTo>
                  <a:pt x="461556" y="1495593"/>
                </a:moveTo>
                <a:cubicBezTo>
                  <a:pt x="478326" y="1495593"/>
                  <a:pt x="491920" y="1509187"/>
                  <a:pt x="491920" y="1525957"/>
                </a:cubicBezTo>
                <a:cubicBezTo>
                  <a:pt x="491920" y="1542726"/>
                  <a:pt x="478326" y="1556320"/>
                  <a:pt x="461556" y="1556320"/>
                </a:cubicBezTo>
                <a:cubicBezTo>
                  <a:pt x="444787" y="1556320"/>
                  <a:pt x="431192" y="1542726"/>
                  <a:pt x="431192" y="1525957"/>
                </a:cubicBezTo>
                <a:cubicBezTo>
                  <a:pt x="431192" y="1509187"/>
                  <a:pt x="444787" y="1495593"/>
                  <a:pt x="461556" y="1495593"/>
                </a:cubicBezTo>
                <a:close/>
                <a:moveTo>
                  <a:pt x="389002" y="1495593"/>
                </a:moveTo>
                <a:cubicBezTo>
                  <a:pt x="405771" y="1495593"/>
                  <a:pt x="419365" y="1509187"/>
                  <a:pt x="419365" y="1525957"/>
                </a:cubicBezTo>
                <a:cubicBezTo>
                  <a:pt x="419365" y="1542726"/>
                  <a:pt x="405771" y="1556320"/>
                  <a:pt x="389002" y="1556320"/>
                </a:cubicBezTo>
                <a:cubicBezTo>
                  <a:pt x="372232" y="1556320"/>
                  <a:pt x="358638" y="1542726"/>
                  <a:pt x="358638" y="1525957"/>
                </a:cubicBezTo>
                <a:cubicBezTo>
                  <a:pt x="358638" y="1509187"/>
                  <a:pt x="372232" y="1495593"/>
                  <a:pt x="389002" y="1495593"/>
                </a:cubicBezTo>
                <a:close/>
                <a:moveTo>
                  <a:pt x="316447" y="1495593"/>
                </a:moveTo>
                <a:cubicBezTo>
                  <a:pt x="333216" y="1495593"/>
                  <a:pt x="346810" y="1509187"/>
                  <a:pt x="346810" y="1525957"/>
                </a:cubicBezTo>
                <a:cubicBezTo>
                  <a:pt x="346810" y="1542726"/>
                  <a:pt x="333216" y="1556320"/>
                  <a:pt x="316447" y="1556320"/>
                </a:cubicBezTo>
                <a:cubicBezTo>
                  <a:pt x="299677" y="1556320"/>
                  <a:pt x="286084" y="1542726"/>
                  <a:pt x="286084" y="1525957"/>
                </a:cubicBezTo>
                <a:cubicBezTo>
                  <a:pt x="286084" y="1509187"/>
                  <a:pt x="299677" y="1495593"/>
                  <a:pt x="316447" y="1495593"/>
                </a:cubicBezTo>
                <a:close/>
                <a:moveTo>
                  <a:pt x="243892" y="1495593"/>
                </a:moveTo>
                <a:cubicBezTo>
                  <a:pt x="260662" y="1495593"/>
                  <a:pt x="274256" y="1509187"/>
                  <a:pt x="274256" y="1525957"/>
                </a:cubicBezTo>
                <a:cubicBezTo>
                  <a:pt x="274256" y="1542726"/>
                  <a:pt x="260662" y="1556320"/>
                  <a:pt x="243892" y="1556320"/>
                </a:cubicBezTo>
                <a:cubicBezTo>
                  <a:pt x="227123" y="1556320"/>
                  <a:pt x="213529" y="1542726"/>
                  <a:pt x="213529" y="1525957"/>
                </a:cubicBezTo>
                <a:cubicBezTo>
                  <a:pt x="213529" y="1509187"/>
                  <a:pt x="227123" y="1495593"/>
                  <a:pt x="243892" y="1495593"/>
                </a:cubicBezTo>
                <a:close/>
                <a:moveTo>
                  <a:pt x="171339" y="1495593"/>
                </a:moveTo>
                <a:cubicBezTo>
                  <a:pt x="188107" y="1495593"/>
                  <a:pt x="201701" y="1509187"/>
                  <a:pt x="201701" y="1525957"/>
                </a:cubicBezTo>
                <a:cubicBezTo>
                  <a:pt x="201701" y="1542726"/>
                  <a:pt x="188107" y="1556320"/>
                  <a:pt x="171339" y="1556320"/>
                </a:cubicBezTo>
                <a:cubicBezTo>
                  <a:pt x="154606" y="1556320"/>
                  <a:pt x="141012" y="1542726"/>
                  <a:pt x="141012" y="1525957"/>
                </a:cubicBezTo>
                <a:cubicBezTo>
                  <a:pt x="141012" y="1509187"/>
                  <a:pt x="154606" y="1495593"/>
                  <a:pt x="171339" y="1495593"/>
                </a:cubicBezTo>
                <a:close/>
                <a:moveTo>
                  <a:pt x="98825" y="1495593"/>
                </a:moveTo>
                <a:cubicBezTo>
                  <a:pt x="115592" y="1495593"/>
                  <a:pt x="129186" y="1509187"/>
                  <a:pt x="129186" y="1525957"/>
                </a:cubicBezTo>
                <a:cubicBezTo>
                  <a:pt x="129186" y="1542726"/>
                  <a:pt x="115592" y="1556320"/>
                  <a:pt x="98825" y="1556320"/>
                </a:cubicBezTo>
                <a:cubicBezTo>
                  <a:pt x="82054" y="1556320"/>
                  <a:pt x="68461" y="1542726"/>
                  <a:pt x="68461" y="1525957"/>
                </a:cubicBezTo>
                <a:cubicBezTo>
                  <a:pt x="68461" y="1509187"/>
                  <a:pt x="82054" y="1495593"/>
                  <a:pt x="98825" y="1495593"/>
                </a:cubicBezTo>
                <a:close/>
                <a:moveTo>
                  <a:pt x="26270" y="1495593"/>
                </a:moveTo>
                <a:cubicBezTo>
                  <a:pt x="43038" y="1495593"/>
                  <a:pt x="56632" y="1509187"/>
                  <a:pt x="56632" y="1525957"/>
                </a:cubicBezTo>
                <a:cubicBezTo>
                  <a:pt x="56632" y="1542726"/>
                  <a:pt x="43038" y="1556320"/>
                  <a:pt x="26270" y="1556320"/>
                </a:cubicBezTo>
                <a:cubicBezTo>
                  <a:pt x="17886" y="1556320"/>
                  <a:pt x="10295" y="1552922"/>
                  <a:pt x="4801" y="1547427"/>
                </a:cubicBezTo>
                <a:lnTo>
                  <a:pt x="0" y="1535836"/>
                </a:lnTo>
                <a:lnTo>
                  <a:pt x="0" y="1516078"/>
                </a:lnTo>
                <a:lnTo>
                  <a:pt x="4801" y="1504486"/>
                </a:lnTo>
                <a:cubicBezTo>
                  <a:pt x="10295" y="1498992"/>
                  <a:pt x="17886" y="1495593"/>
                  <a:pt x="26270" y="1495593"/>
                </a:cubicBezTo>
                <a:close/>
                <a:moveTo>
                  <a:pt x="1259656" y="1415141"/>
                </a:moveTo>
                <a:cubicBezTo>
                  <a:pt x="1268041" y="1415141"/>
                  <a:pt x="1275632" y="1418540"/>
                  <a:pt x="1281127" y="1424035"/>
                </a:cubicBezTo>
                <a:lnTo>
                  <a:pt x="1285044" y="1433492"/>
                </a:lnTo>
                <a:lnTo>
                  <a:pt x="1248565" y="1473629"/>
                </a:lnTo>
                <a:lnTo>
                  <a:pt x="1247837" y="1473482"/>
                </a:lnTo>
                <a:cubicBezTo>
                  <a:pt x="1236940" y="1468873"/>
                  <a:pt x="1229293" y="1458082"/>
                  <a:pt x="1229293" y="1445505"/>
                </a:cubicBezTo>
                <a:cubicBezTo>
                  <a:pt x="1229293" y="1428735"/>
                  <a:pt x="1242887" y="1415141"/>
                  <a:pt x="1259656" y="1415141"/>
                </a:cubicBezTo>
                <a:close/>
                <a:moveTo>
                  <a:pt x="1187102" y="1415141"/>
                </a:moveTo>
                <a:cubicBezTo>
                  <a:pt x="1203871" y="1415141"/>
                  <a:pt x="1217465" y="1428735"/>
                  <a:pt x="1217465" y="1445505"/>
                </a:cubicBezTo>
                <a:cubicBezTo>
                  <a:pt x="1217465" y="1462274"/>
                  <a:pt x="1203871" y="1475868"/>
                  <a:pt x="1187102" y="1475868"/>
                </a:cubicBezTo>
                <a:cubicBezTo>
                  <a:pt x="1170332" y="1475868"/>
                  <a:pt x="1156738" y="1462274"/>
                  <a:pt x="1156738" y="1445505"/>
                </a:cubicBezTo>
                <a:cubicBezTo>
                  <a:pt x="1156738" y="1428735"/>
                  <a:pt x="1170332" y="1415141"/>
                  <a:pt x="1187102" y="1415141"/>
                </a:cubicBezTo>
                <a:close/>
                <a:moveTo>
                  <a:pt x="1114547" y="1415141"/>
                </a:moveTo>
                <a:cubicBezTo>
                  <a:pt x="1131317" y="1415141"/>
                  <a:pt x="1144911" y="1428735"/>
                  <a:pt x="1144911" y="1445505"/>
                </a:cubicBezTo>
                <a:cubicBezTo>
                  <a:pt x="1144911" y="1462274"/>
                  <a:pt x="1131317" y="1475868"/>
                  <a:pt x="1114547" y="1475868"/>
                </a:cubicBezTo>
                <a:cubicBezTo>
                  <a:pt x="1097778" y="1475868"/>
                  <a:pt x="1084184" y="1462274"/>
                  <a:pt x="1084184" y="1445505"/>
                </a:cubicBezTo>
                <a:cubicBezTo>
                  <a:pt x="1084184" y="1428735"/>
                  <a:pt x="1097778" y="1415141"/>
                  <a:pt x="1114547" y="1415141"/>
                </a:cubicBezTo>
                <a:close/>
                <a:moveTo>
                  <a:pt x="1041993" y="1415141"/>
                </a:moveTo>
                <a:cubicBezTo>
                  <a:pt x="1058762" y="1415141"/>
                  <a:pt x="1072356" y="1428735"/>
                  <a:pt x="1072356" y="1445505"/>
                </a:cubicBezTo>
                <a:cubicBezTo>
                  <a:pt x="1072356" y="1462274"/>
                  <a:pt x="1058762" y="1475868"/>
                  <a:pt x="1041993" y="1475868"/>
                </a:cubicBezTo>
                <a:cubicBezTo>
                  <a:pt x="1025223" y="1475868"/>
                  <a:pt x="1011629" y="1462274"/>
                  <a:pt x="1011629" y="1445505"/>
                </a:cubicBezTo>
                <a:cubicBezTo>
                  <a:pt x="1011629" y="1428735"/>
                  <a:pt x="1025223" y="1415141"/>
                  <a:pt x="1041993" y="1415141"/>
                </a:cubicBezTo>
                <a:close/>
                <a:moveTo>
                  <a:pt x="969438" y="1415141"/>
                </a:moveTo>
                <a:cubicBezTo>
                  <a:pt x="986208" y="1415141"/>
                  <a:pt x="999801" y="1428735"/>
                  <a:pt x="999801" y="1445505"/>
                </a:cubicBezTo>
                <a:cubicBezTo>
                  <a:pt x="999801" y="1462274"/>
                  <a:pt x="986208" y="1475868"/>
                  <a:pt x="969438" y="1475868"/>
                </a:cubicBezTo>
                <a:cubicBezTo>
                  <a:pt x="952669" y="1475868"/>
                  <a:pt x="939075" y="1462274"/>
                  <a:pt x="939075" y="1445505"/>
                </a:cubicBezTo>
                <a:cubicBezTo>
                  <a:pt x="939075" y="1428735"/>
                  <a:pt x="952669" y="1415141"/>
                  <a:pt x="969438" y="1415141"/>
                </a:cubicBezTo>
                <a:close/>
                <a:moveTo>
                  <a:pt x="896883" y="1415141"/>
                </a:moveTo>
                <a:cubicBezTo>
                  <a:pt x="913653" y="1415141"/>
                  <a:pt x="927247" y="1428735"/>
                  <a:pt x="927247" y="1445505"/>
                </a:cubicBezTo>
                <a:cubicBezTo>
                  <a:pt x="927247" y="1462274"/>
                  <a:pt x="913653" y="1475868"/>
                  <a:pt x="896883" y="1475868"/>
                </a:cubicBezTo>
                <a:cubicBezTo>
                  <a:pt x="880114" y="1475868"/>
                  <a:pt x="866520" y="1462274"/>
                  <a:pt x="866520" y="1445505"/>
                </a:cubicBezTo>
                <a:cubicBezTo>
                  <a:pt x="866520" y="1428735"/>
                  <a:pt x="880114" y="1415141"/>
                  <a:pt x="896883" y="1415141"/>
                </a:cubicBezTo>
                <a:close/>
                <a:moveTo>
                  <a:pt x="824329" y="1415141"/>
                </a:moveTo>
                <a:cubicBezTo>
                  <a:pt x="841098" y="1415141"/>
                  <a:pt x="854692" y="1428735"/>
                  <a:pt x="854692" y="1445505"/>
                </a:cubicBezTo>
                <a:cubicBezTo>
                  <a:pt x="854692" y="1462274"/>
                  <a:pt x="841098" y="1475868"/>
                  <a:pt x="824329" y="1475868"/>
                </a:cubicBezTo>
                <a:cubicBezTo>
                  <a:pt x="807559" y="1475868"/>
                  <a:pt x="793965" y="1462274"/>
                  <a:pt x="793965" y="1445505"/>
                </a:cubicBezTo>
                <a:cubicBezTo>
                  <a:pt x="793965" y="1428735"/>
                  <a:pt x="807559" y="1415141"/>
                  <a:pt x="824329" y="1415141"/>
                </a:cubicBezTo>
                <a:close/>
                <a:moveTo>
                  <a:pt x="751774" y="1415141"/>
                </a:moveTo>
                <a:cubicBezTo>
                  <a:pt x="768544" y="1415141"/>
                  <a:pt x="782138" y="1428735"/>
                  <a:pt x="782138" y="1445505"/>
                </a:cubicBezTo>
                <a:cubicBezTo>
                  <a:pt x="782138" y="1462274"/>
                  <a:pt x="768544" y="1475868"/>
                  <a:pt x="751774" y="1475868"/>
                </a:cubicBezTo>
                <a:cubicBezTo>
                  <a:pt x="735005" y="1475868"/>
                  <a:pt x="721411" y="1462274"/>
                  <a:pt x="721411" y="1445505"/>
                </a:cubicBezTo>
                <a:cubicBezTo>
                  <a:pt x="721411" y="1428735"/>
                  <a:pt x="735005" y="1415141"/>
                  <a:pt x="751774" y="1415141"/>
                </a:cubicBezTo>
                <a:close/>
                <a:moveTo>
                  <a:pt x="679220" y="1415141"/>
                </a:moveTo>
                <a:cubicBezTo>
                  <a:pt x="695989" y="1415141"/>
                  <a:pt x="709583" y="1428735"/>
                  <a:pt x="709583" y="1445505"/>
                </a:cubicBezTo>
                <a:cubicBezTo>
                  <a:pt x="709583" y="1462274"/>
                  <a:pt x="695989" y="1475868"/>
                  <a:pt x="679220" y="1475868"/>
                </a:cubicBezTo>
                <a:cubicBezTo>
                  <a:pt x="662450" y="1475868"/>
                  <a:pt x="648856" y="1462274"/>
                  <a:pt x="648856" y="1445505"/>
                </a:cubicBezTo>
                <a:cubicBezTo>
                  <a:pt x="648856" y="1428735"/>
                  <a:pt x="662450" y="1415141"/>
                  <a:pt x="679220" y="1415141"/>
                </a:cubicBezTo>
                <a:close/>
                <a:moveTo>
                  <a:pt x="606665" y="1415141"/>
                </a:moveTo>
                <a:cubicBezTo>
                  <a:pt x="623435" y="1415141"/>
                  <a:pt x="637029" y="1428735"/>
                  <a:pt x="637029" y="1445505"/>
                </a:cubicBezTo>
                <a:cubicBezTo>
                  <a:pt x="637029" y="1462274"/>
                  <a:pt x="623435" y="1475868"/>
                  <a:pt x="606665" y="1475868"/>
                </a:cubicBezTo>
                <a:cubicBezTo>
                  <a:pt x="589896" y="1475868"/>
                  <a:pt x="576302" y="1462274"/>
                  <a:pt x="576302" y="1445505"/>
                </a:cubicBezTo>
                <a:cubicBezTo>
                  <a:pt x="576302" y="1428735"/>
                  <a:pt x="589896" y="1415141"/>
                  <a:pt x="606665" y="1415141"/>
                </a:cubicBezTo>
                <a:close/>
                <a:moveTo>
                  <a:pt x="534111" y="1415141"/>
                </a:moveTo>
                <a:cubicBezTo>
                  <a:pt x="550880" y="1415141"/>
                  <a:pt x="564474" y="1428735"/>
                  <a:pt x="564474" y="1445505"/>
                </a:cubicBezTo>
                <a:cubicBezTo>
                  <a:pt x="564474" y="1462274"/>
                  <a:pt x="550880" y="1475868"/>
                  <a:pt x="534111" y="1475868"/>
                </a:cubicBezTo>
                <a:cubicBezTo>
                  <a:pt x="517341" y="1475868"/>
                  <a:pt x="503747" y="1462274"/>
                  <a:pt x="503747" y="1445505"/>
                </a:cubicBezTo>
                <a:cubicBezTo>
                  <a:pt x="503747" y="1428735"/>
                  <a:pt x="517341" y="1415141"/>
                  <a:pt x="534111" y="1415141"/>
                </a:cubicBezTo>
                <a:close/>
                <a:moveTo>
                  <a:pt x="461556" y="1415141"/>
                </a:moveTo>
                <a:cubicBezTo>
                  <a:pt x="478326" y="1415141"/>
                  <a:pt x="491920" y="1428735"/>
                  <a:pt x="491920" y="1445505"/>
                </a:cubicBezTo>
                <a:cubicBezTo>
                  <a:pt x="491920" y="1462274"/>
                  <a:pt x="478326" y="1475868"/>
                  <a:pt x="461556" y="1475868"/>
                </a:cubicBezTo>
                <a:cubicBezTo>
                  <a:pt x="444787" y="1475868"/>
                  <a:pt x="431192" y="1462274"/>
                  <a:pt x="431192" y="1445505"/>
                </a:cubicBezTo>
                <a:cubicBezTo>
                  <a:pt x="431192" y="1428735"/>
                  <a:pt x="444787" y="1415141"/>
                  <a:pt x="461556" y="1415141"/>
                </a:cubicBezTo>
                <a:close/>
                <a:moveTo>
                  <a:pt x="389002" y="1415141"/>
                </a:moveTo>
                <a:cubicBezTo>
                  <a:pt x="405771" y="1415141"/>
                  <a:pt x="419365" y="1428735"/>
                  <a:pt x="419365" y="1445505"/>
                </a:cubicBezTo>
                <a:cubicBezTo>
                  <a:pt x="419365" y="1462274"/>
                  <a:pt x="405771" y="1475868"/>
                  <a:pt x="389002" y="1475868"/>
                </a:cubicBezTo>
                <a:cubicBezTo>
                  <a:pt x="372232" y="1475868"/>
                  <a:pt x="358638" y="1462274"/>
                  <a:pt x="358638" y="1445505"/>
                </a:cubicBezTo>
                <a:cubicBezTo>
                  <a:pt x="358638" y="1428735"/>
                  <a:pt x="372232" y="1415141"/>
                  <a:pt x="389002" y="1415141"/>
                </a:cubicBezTo>
                <a:close/>
                <a:moveTo>
                  <a:pt x="316447" y="1415141"/>
                </a:moveTo>
                <a:cubicBezTo>
                  <a:pt x="333216" y="1415141"/>
                  <a:pt x="346810" y="1428735"/>
                  <a:pt x="346810" y="1445505"/>
                </a:cubicBezTo>
                <a:cubicBezTo>
                  <a:pt x="346810" y="1462274"/>
                  <a:pt x="333216" y="1475868"/>
                  <a:pt x="316447" y="1475868"/>
                </a:cubicBezTo>
                <a:cubicBezTo>
                  <a:pt x="299677" y="1475868"/>
                  <a:pt x="286084" y="1462274"/>
                  <a:pt x="286084" y="1445505"/>
                </a:cubicBezTo>
                <a:cubicBezTo>
                  <a:pt x="286084" y="1428735"/>
                  <a:pt x="299677" y="1415141"/>
                  <a:pt x="316447" y="1415141"/>
                </a:cubicBezTo>
                <a:close/>
                <a:moveTo>
                  <a:pt x="243892" y="1415141"/>
                </a:moveTo>
                <a:cubicBezTo>
                  <a:pt x="260662" y="1415141"/>
                  <a:pt x="274256" y="1428735"/>
                  <a:pt x="274256" y="1445505"/>
                </a:cubicBezTo>
                <a:cubicBezTo>
                  <a:pt x="274256" y="1462274"/>
                  <a:pt x="260662" y="1475868"/>
                  <a:pt x="243892" y="1475868"/>
                </a:cubicBezTo>
                <a:cubicBezTo>
                  <a:pt x="227123" y="1475868"/>
                  <a:pt x="213529" y="1462274"/>
                  <a:pt x="213529" y="1445505"/>
                </a:cubicBezTo>
                <a:cubicBezTo>
                  <a:pt x="213529" y="1428735"/>
                  <a:pt x="227123" y="1415141"/>
                  <a:pt x="243892" y="1415141"/>
                </a:cubicBezTo>
                <a:close/>
                <a:moveTo>
                  <a:pt x="171339" y="1415141"/>
                </a:moveTo>
                <a:cubicBezTo>
                  <a:pt x="188107" y="1415141"/>
                  <a:pt x="201701" y="1428735"/>
                  <a:pt x="201701" y="1445505"/>
                </a:cubicBezTo>
                <a:cubicBezTo>
                  <a:pt x="201701" y="1462274"/>
                  <a:pt x="188107" y="1475868"/>
                  <a:pt x="171339" y="1475868"/>
                </a:cubicBezTo>
                <a:cubicBezTo>
                  <a:pt x="154611" y="1475868"/>
                  <a:pt x="141018" y="1462274"/>
                  <a:pt x="141018" y="1445505"/>
                </a:cubicBezTo>
                <a:cubicBezTo>
                  <a:pt x="141018" y="1428735"/>
                  <a:pt x="154611" y="1415141"/>
                  <a:pt x="171339" y="1415141"/>
                </a:cubicBezTo>
                <a:close/>
                <a:moveTo>
                  <a:pt x="98831" y="1415141"/>
                </a:moveTo>
                <a:cubicBezTo>
                  <a:pt x="115598" y="1415141"/>
                  <a:pt x="129192" y="1428735"/>
                  <a:pt x="129192" y="1445505"/>
                </a:cubicBezTo>
                <a:cubicBezTo>
                  <a:pt x="129192" y="1462274"/>
                  <a:pt x="115598" y="1475868"/>
                  <a:pt x="98831" y="1475868"/>
                </a:cubicBezTo>
                <a:cubicBezTo>
                  <a:pt x="82060" y="1475868"/>
                  <a:pt x="68467" y="1462274"/>
                  <a:pt x="68467" y="1445505"/>
                </a:cubicBezTo>
                <a:cubicBezTo>
                  <a:pt x="68467" y="1428735"/>
                  <a:pt x="82060" y="1415141"/>
                  <a:pt x="98831" y="1415141"/>
                </a:cubicBezTo>
                <a:close/>
                <a:moveTo>
                  <a:pt x="26277" y="1415141"/>
                </a:moveTo>
                <a:cubicBezTo>
                  <a:pt x="43044" y="1415141"/>
                  <a:pt x="56638" y="1428735"/>
                  <a:pt x="56638" y="1445505"/>
                </a:cubicBezTo>
                <a:cubicBezTo>
                  <a:pt x="56638" y="1462274"/>
                  <a:pt x="43044" y="1475868"/>
                  <a:pt x="26277" y="1475868"/>
                </a:cubicBezTo>
                <a:cubicBezTo>
                  <a:pt x="17892" y="1475868"/>
                  <a:pt x="10301" y="1472470"/>
                  <a:pt x="4807" y="1466975"/>
                </a:cubicBezTo>
                <a:lnTo>
                  <a:pt x="0" y="1455370"/>
                </a:lnTo>
                <a:lnTo>
                  <a:pt x="0" y="1435640"/>
                </a:lnTo>
                <a:lnTo>
                  <a:pt x="4807" y="1424034"/>
                </a:lnTo>
                <a:cubicBezTo>
                  <a:pt x="10301" y="1418540"/>
                  <a:pt x="17892" y="1415141"/>
                  <a:pt x="26277" y="1415141"/>
                </a:cubicBezTo>
                <a:close/>
                <a:moveTo>
                  <a:pt x="1332211" y="1334690"/>
                </a:moveTo>
                <a:cubicBezTo>
                  <a:pt x="1340596" y="1334690"/>
                  <a:pt x="1348186" y="1338088"/>
                  <a:pt x="1353681" y="1343583"/>
                </a:cubicBezTo>
                <a:lnTo>
                  <a:pt x="1356143" y="1349526"/>
                </a:lnTo>
                <a:lnTo>
                  <a:pt x="1331934" y="1381900"/>
                </a:lnTo>
                <a:lnTo>
                  <a:pt x="1321597" y="1393274"/>
                </a:lnTo>
                <a:lnTo>
                  <a:pt x="1320392" y="1393030"/>
                </a:lnTo>
                <a:cubicBezTo>
                  <a:pt x="1309494" y="1388421"/>
                  <a:pt x="1301847" y="1377631"/>
                  <a:pt x="1301847" y="1365053"/>
                </a:cubicBezTo>
                <a:cubicBezTo>
                  <a:pt x="1301847" y="1348284"/>
                  <a:pt x="1315441" y="1334690"/>
                  <a:pt x="1332211" y="1334690"/>
                </a:cubicBezTo>
                <a:close/>
                <a:moveTo>
                  <a:pt x="1259656" y="1334690"/>
                </a:moveTo>
                <a:cubicBezTo>
                  <a:pt x="1276426" y="1334690"/>
                  <a:pt x="1290020" y="1348284"/>
                  <a:pt x="1290020" y="1365053"/>
                </a:cubicBezTo>
                <a:cubicBezTo>
                  <a:pt x="1290020" y="1381823"/>
                  <a:pt x="1276426" y="1395417"/>
                  <a:pt x="1259656" y="1395417"/>
                </a:cubicBezTo>
                <a:cubicBezTo>
                  <a:pt x="1242887" y="1395417"/>
                  <a:pt x="1229293" y="1381823"/>
                  <a:pt x="1229293" y="1365053"/>
                </a:cubicBezTo>
                <a:cubicBezTo>
                  <a:pt x="1229293" y="1348284"/>
                  <a:pt x="1242887" y="1334690"/>
                  <a:pt x="1259656" y="1334690"/>
                </a:cubicBezTo>
                <a:close/>
                <a:moveTo>
                  <a:pt x="1187102" y="1334690"/>
                </a:moveTo>
                <a:cubicBezTo>
                  <a:pt x="1203871" y="1334690"/>
                  <a:pt x="1217465" y="1348284"/>
                  <a:pt x="1217465" y="1365053"/>
                </a:cubicBezTo>
                <a:cubicBezTo>
                  <a:pt x="1217465" y="1381823"/>
                  <a:pt x="1203871" y="1395417"/>
                  <a:pt x="1187102" y="1395417"/>
                </a:cubicBezTo>
                <a:cubicBezTo>
                  <a:pt x="1170332" y="1395417"/>
                  <a:pt x="1156738" y="1381823"/>
                  <a:pt x="1156738" y="1365053"/>
                </a:cubicBezTo>
                <a:cubicBezTo>
                  <a:pt x="1156738" y="1348284"/>
                  <a:pt x="1170332" y="1334690"/>
                  <a:pt x="1187102" y="1334690"/>
                </a:cubicBezTo>
                <a:close/>
                <a:moveTo>
                  <a:pt x="1114547" y="1334690"/>
                </a:moveTo>
                <a:cubicBezTo>
                  <a:pt x="1131317" y="1334690"/>
                  <a:pt x="1144911" y="1348284"/>
                  <a:pt x="1144911" y="1365053"/>
                </a:cubicBezTo>
                <a:cubicBezTo>
                  <a:pt x="1144911" y="1381823"/>
                  <a:pt x="1131317" y="1395417"/>
                  <a:pt x="1114547" y="1395417"/>
                </a:cubicBezTo>
                <a:cubicBezTo>
                  <a:pt x="1097778" y="1395417"/>
                  <a:pt x="1084184" y="1381823"/>
                  <a:pt x="1084184" y="1365053"/>
                </a:cubicBezTo>
                <a:cubicBezTo>
                  <a:pt x="1084184" y="1348284"/>
                  <a:pt x="1097778" y="1334690"/>
                  <a:pt x="1114547" y="1334690"/>
                </a:cubicBezTo>
                <a:close/>
                <a:moveTo>
                  <a:pt x="1041993" y="1334690"/>
                </a:moveTo>
                <a:cubicBezTo>
                  <a:pt x="1058762" y="1334690"/>
                  <a:pt x="1072356" y="1348284"/>
                  <a:pt x="1072356" y="1365053"/>
                </a:cubicBezTo>
                <a:cubicBezTo>
                  <a:pt x="1072356" y="1381823"/>
                  <a:pt x="1058762" y="1395417"/>
                  <a:pt x="1041993" y="1395417"/>
                </a:cubicBezTo>
                <a:cubicBezTo>
                  <a:pt x="1025223" y="1395417"/>
                  <a:pt x="1011629" y="1381823"/>
                  <a:pt x="1011629" y="1365053"/>
                </a:cubicBezTo>
                <a:cubicBezTo>
                  <a:pt x="1011629" y="1348284"/>
                  <a:pt x="1025223" y="1334690"/>
                  <a:pt x="1041993" y="1334690"/>
                </a:cubicBezTo>
                <a:close/>
                <a:moveTo>
                  <a:pt x="969438" y="1334690"/>
                </a:moveTo>
                <a:cubicBezTo>
                  <a:pt x="986208" y="1334690"/>
                  <a:pt x="999801" y="1348284"/>
                  <a:pt x="999801" y="1365053"/>
                </a:cubicBezTo>
                <a:cubicBezTo>
                  <a:pt x="999801" y="1381823"/>
                  <a:pt x="986208" y="1395417"/>
                  <a:pt x="969438" y="1395417"/>
                </a:cubicBezTo>
                <a:cubicBezTo>
                  <a:pt x="952669" y="1395417"/>
                  <a:pt x="939075" y="1381823"/>
                  <a:pt x="939075" y="1365053"/>
                </a:cubicBezTo>
                <a:cubicBezTo>
                  <a:pt x="939075" y="1348284"/>
                  <a:pt x="952669" y="1334690"/>
                  <a:pt x="969438" y="1334690"/>
                </a:cubicBezTo>
                <a:close/>
                <a:moveTo>
                  <a:pt x="896883" y="1334690"/>
                </a:moveTo>
                <a:cubicBezTo>
                  <a:pt x="913653" y="1334690"/>
                  <a:pt x="927247" y="1348284"/>
                  <a:pt x="927247" y="1365053"/>
                </a:cubicBezTo>
                <a:cubicBezTo>
                  <a:pt x="927247" y="1381823"/>
                  <a:pt x="913653" y="1395417"/>
                  <a:pt x="896883" y="1395417"/>
                </a:cubicBezTo>
                <a:cubicBezTo>
                  <a:pt x="880114" y="1395417"/>
                  <a:pt x="866520" y="1381823"/>
                  <a:pt x="866520" y="1365053"/>
                </a:cubicBezTo>
                <a:cubicBezTo>
                  <a:pt x="866520" y="1348284"/>
                  <a:pt x="880114" y="1334690"/>
                  <a:pt x="896883" y="1334690"/>
                </a:cubicBezTo>
                <a:close/>
                <a:moveTo>
                  <a:pt x="824329" y="1334690"/>
                </a:moveTo>
                <a:cubicBezTo>
                  <a:pt x="841098" y="1334690"/>
                  <a:pt x="854692" y="1348284"/>
                  <a:pt x="854692" y="1365053"/>
                </a:cubicBezTo>
                <a:cubicBezTo>
                  <a:pt x="854692" y="1381823"/>
                  <a:pt x="841098" y="1395417"/>
                  <a:pt x="824329" y="1395417"/>
                </a:cubicBezTo>
                <a:cubicBezTo>
                  <a:pt x="807559" y="1395417"/>
                  <a:pt x="793965" y="1381823"/>
                  <a:pt x="793965" y="1365053"/>
                </a:cubicBezTo>
                <a:cubicBezTo>
                  <a:pt x="793965" y="1348284"/>
                  <a:pt x="807559" y="1334690"/>
                  <a:pt x="824329" y="1334690"/>
                </a:cubicBezTo>
                <a:close/>
                <a:moveTo>
                  <a:pt x="751774" y="1334690"/>
                </a:moveTo>
                <a:cubicBezTo>
                  <a:pt x="768544" y="1334690"/>
                  <a:pt x="782138" y="1348284"/>
                  <a:pt x="782138" y="1365053"/>
                </a:cubicBezTo>
                <a:cubicBezTo>
                  <a:pt x="782138" y="1381823"/>
                  <a:pt x="768544" y="1395417"/>
                  <a:pt x="751774" y="1395417"/>
                </a:cubicBezTo>
                <a:cubicBezTo>
                  <a:pt x="735005" y="1395417"/>
                  <a:pt x="721411" y="1381823"/>
                  <a:pt x="721411" y="1365053"/>
                </a:cubicBezTo>
                <a:cubicBezTo>
                  <a:pt x="721411" y="1348284"/>
                  <a:pt x="735005" y="1334690"/>
                  <a:pt x="751774" y="1334690"/>
                </a:cubicBezTo>
                <a:close/>
                <a:moveTo>
                  <a:pt x="679220" y="1334690"/>
                </a:moveTo>
                <a:cubicBezTo>
                  <a:pt x="695989" y="1334690"/>
                  <a:pt x="709583" y="1348284"/>
                  <a:pt x="709583" y="1365053"/>
                </a:cubicBezTo>
                <a:cubicBezTo>
                  <a:pt x="709583" y="1381823"/>
                  <a:pt x="695989" y="1395417"/>
                  <a:pt x="679220" y="1395417"/>
                </a:cubicBezTo>
                <a:cubicBezTo>
                  <a:pt x="662450" y="1395417"/>
                  <a:pt x="648856" y="1381823"/>
                  <a:pt x="648856" y="1365053"/>
                </a:cubicBezTo>
                <a:cubicBezTo>
                  <a:pt x="648856" y="1348284"/>
                  <a:pt x="662450" y="1334690"/>
                  <a:pt x="679220" y="1334690"/>
                </a:cubicBezTo>
                <a:close/>
                <a:moveTo>
                  <a:pt x="606665" y="1334690"/>
                </a:moveTo>
                <a:cubicBezTo>
                  <a:pt x="623435" y="1334690"/>
                  <a:pt x="637029" y="1348284"/>
                  <a:pt x="637029" y="1365053"/>
                </a:cubicBezTo>
                <a:cubicBezTo>
                  <a:pt x="637029" y="1381823"/>
                  <a:pt x="623435" y="1395417"/>
                  <a:pt x="606665" y="1395417"/>
                </a:cubicBezTo>
                <a:cubicBezTo>
                  <a:pt x="589896" y="1395417"/>
                  <a:pt x="576302" y="1381823"/>
                  <a:pt x="576302" y="1365053"/>
                </a:cubicBezTo>
                <a:cubicBezTo>
                  <a:pt x="576302" y="1348284"/>
                  <a:pt x="589896" y="1334690"/>
                  <a:pt x="606665" y="1334690"/>
                </a:cubicBezTo>
                <a:close/>
                <a:moveTo>
                  <a:pt x="534111" y="1334690"/>
                </a:moveTo>
                <a:cubicBezTo>
                  <a:pt x="550880" y="1334690"/>
                  <a:pt x="564474" y="1348284"/>
                  <a:pt x="564474" y="1365053"/>
                </a:cubicBezTo>
                <a:cubicBezTo>
                  <a:pt x="564474" y="1381823"/>
                  <a:pt x="550880" y="1395417"/>
                  <a:pt x="534111" y="1395417"/>
                </a:cubicBezTo>
                <a:cubicBezTo>
                  <a:pt x="517341" y="1395417"/>
                  <a:pt x="503747" y="1381823"/>
                  <a:pt x="503747" y="1365053"/>
                </a:cubicBezTo>
                <a:cubicBezTo>
                  <a:pt x="503747" y="1348284"/>
                  <a:pt x="517341" y="1334690"/>
                  <a:pt x="534111" y="1334690"/>
                </a:cubicBezTo>
                <a:close/>
                <a:moveTo>
                  <a:pt x="461556" y="1334690"/>
                </a:moveTo>
                <a:cubicBezTo>
                  <a:pt x="478326" y="1334690"/>
                  <a:pt x="491920" y="1348284"/>
                  <a:pt x="491920" y="1365053"/>
                </a:cubicBezTo>
                <a:cubicBezTo>
                  <a:pt x="491920" y="1381823"/>
                  <a:pt x="478326" y="1395417"/>
                  <a:pt x="461556" y="1395417"/>
                </a:cubicBezTo>
                <a:cubicBezTo>
                  <a:pt x="444787" y="1395417"/>
                  <a:pt x="431192" y="1381823"/>
                  <a:pt x="431192" y="1365053"/>
                </a:cubicBezTo>
                <a:cubicBezTo>
                  <a:pt x="431192" y="1348284"/>
                  <a:pt x="444787" y="1334690"/>
                  <a:pt x="461556" y="1334690"/>
                </a:cubicBezTo>
                <a:close/>
                <a:moveTo>
                  <a:pt x="389002" y="1334690"/>
                </a:moveTo>
                <a:cubicBezTo>
                  <a:pt x="405771" y="1334690"/>
                  <a:pt x="419365" y="1348284"/>
                  <a:pt x="419365" y="1365053"/>
                </a:cubicBezTo>
                <a:cubicBezTo>
                  <a:pt x="419365" y="1381823"/>
                  <a:pt x="405771" y="1395417"/>
                  <a:pt x="389002" y="1395417"/>
                </a:cubicBezTo>
                <a:cubicBezTo>
                  <a:pt x="372232" y="1395417"/>
                  <a:pt x="358638" y="1381823"/>
                  <a:pt x="358638" y="1365053"/>
                </a:cubicBezTo>
                <a:cubicBezTo>
                  <a:pt x="358638" y="1348284"/>
                  <a:pt x="372232" y="1334690"/>
                  <a:pt x="389002" y="1334690"/>
                </a:cubicBezTo>
                <a:close/>
                <a:moveTo>
                  <a:pt x="316447" y="1334690"/>
                </a:moveTo>
                <a:cubicBezTo>
                  <a:pt x="333216" y="1334690"/>
                  <a:pt x="346810" y="1348284"/>
                  <a:pt x="346810" y="1365053"/>
                </a:cubicBezTo>
                <a:cubicBezTo>
                  <a:pt x="346810" y="1381823"/>
                  <a:pt x="333216" y="1395417"/>
                  <a:pt x="316447" y="1395417"/>
                </a:cubicBezTo>
                <a:cubicBezTo>
                  <a:pt x="299677" y="1395417"/>
                  <a:pt x="286084" y="1381823"/>
                  <a:pt x="286084" y="1365053"/>
                </a:cubicBezTo>
                <a:cubicBezTo>
                  <a:pt x="286084" y="1348284"/>
                  <a:pt x="299677" y="1334690"/>
                  <a:pt x="316447" y="1334690"/>
                </a:cubicBezTo>
                <a:close/>
                <a:moveTo>
                  <a:pt x="243892" y="1334690"/>
                </a:moveTo>
                <a:cubicBezTo>
                  <a:pt x="260662" y="1334690"/>
                  <a:pt x="274256" y="1348284"/>
                  <a:pt x="274256" y="1365053"/>
                </a:cubicBezTo>
                <a:cubicBezTo>
                  <a:pt x="274256" y="1381823"/>
                  <a:pt x="260662" y="1395417"/>
                  <a:pt x="243892" y="1395417"/>
                </a:cubicBezTo>
                <a:cubicBezTo>
                  <a:pt x="227123" y="1395417"/>
                  <a:pt x="213529" y="1381823"/>
                  <a:pt x="213529" y="1365053"/>
                </a:cubicBezTo>
                <a:cubicBezTo>
                  <a:pt x="213529" y="1348284"/>
                  <a:pt x="227123" y="1334690"/>
                  <a:pt x="243892" y="1334690"/>
                </a:cubicBezTo>
                <a:close/>
                <a:moveTo>
                  <a:pt x="171339" y="1334690"/>
                </a:moveTo>
                <a:cubicBezTo>
                  <a:pt x="188107" y="1334690"/>
                  <a:pt x="201701" y="1348284"/>
                  <a:pt x="201701" y="1365053"/>
                </a:cubicBezTo>
                <a:cubicBezTo>
                  <a:pt x="201701" y="1381823"/>
                  <a:pt x="188107" y="1395417"/>
                  <a:pt x="171339" y="1395417"/>
                </a:cubicBezTo>
                <a:cubicBezTo>
                  <a:pt x="154616" y="1395417"/>
                  <a:pt x="141023" y="1381823"/>
                  <a:pt x="141023" y="1365053"/>
                </a:cubicBezTo>
                <a:cubicBezTo>
                  <a:pt x="141023" y="1348284"/>
                  <a:pt x="154616" y="1334690"/>
                  <a:pt x="171339" y="1334690"/>
                </a:cubicBezTo>
                <a:close/>
                <a:moveTo>
                  <a:pt x="98838" y="1334690"/>
                </a:moveTo>
                <a:cubicBezTo>
                  <a:pt x="115605" y="1334690"/>
                  <a:pt x="129198" y="1348284"/>
                  <a:pt x="129198" y="1365053"/>
                </a:cubicBezTo>
                <a:cubicBezTo>
                  <a:pt x="129198" y="1381823"/>
                  <a:pt x="115605" y="1395417"/>
                  <a:pt x="98838" y="1395417"/>
                </a:cubicBezTo>
                <a:cubicBezTo>
                  <a:pt x="82067" y="1395417"/>
                  <a:pt x="68474" y="1381823"/>
                  <a:pt x="68474" y="1365053"/>
                </a:cubicBezTo>
                <a:cubicBezTo>
                  <a:pt x="68474" y="1348284"/>
                  <a:pt x="82067" y="1334690"/>
                  <a:pt x="98838" y="1334690"/>
                </a:cubicBezTo>
                <a:close/>
                <a:moveTo>
                  <a:pt x="26283" y="1334690"/>
                </a:moveTo>
                <a:cubicBezTo>
                  <a:pt x="43051" y="1334690"/>
                  <a:pt x="56645" y="1348284"/>
                  <a:pt x="56645" y="1365053"/>
                </a:cubicBezTo>
                <a:cubicBezTo>
                  <a:pt x="56645" y="1381823"/>
                  <a:pt x="43051" y="1395417"/>
                  <a:pt x="26283" y="1395417"/>
                </a:cubicBezTo>
                <a:cubicBezTo>
                  <a:pt x="17898" y="1395417"/>
                  <a:pt x="10308" y="1392019"/>
                  <a:pt x="4813" y="1386524"/>
                </a:cubicBezTo>
                <a:lnTo>
                  <a:pt x="0" y="1374903"/>
                </a:lnTo>
                <a:lnTo>
                  <a:pt x="0" y="1355203"/>
                </a:lnTo>
                <a:lnTo>
                  <a:pt x="4813" y="1343583"/>
                </a:lnTo>
                <a:cubicBezTo>
                  <a:pt x="10308" y="1338089"/>
                  <a:pt x="17898" y="1334690"/>
                  <a:pt x="26283" y="1334690"/>
                </a:cubicBezTo>
                <a:close/>
                <a:moveTo>
                  <a:pt x="1404765" y="1254238"/>
                </a:moveTo>
                <a:cubicBezTo>
                  <a:pt x="1408957" y="1254238"/>
                  <a:pt x="1412951" y="1255088"/>
                  <a:pt x="1416584" y="1256624"/>
                </a:cubicBezTo>
                <a:lnTo>
                  <a:pt x="1422045" y="1260306"/>
                </a:lnTo>
                <a:lnTo>
                  <a:pt x="1418517" y="1266114"/>
                </a:lnTo>
                <a:lnTo>
                  <a:pt x="1386846" y="1308466"/>
                </a:lnTo>
                <a:lnTo>
                  <a:pt x="1383295" y="1306072"/>
                </a:lnTo>
                <a:cubicBezTo>
                  <a:pt x="1377800" y="1300577"/>
                  <a:pt x="1374402" y="1292986"/>
                  <a:pt x="1374402" y="1284602"/>
                </a:cubicBezTo>
                <a:cubicBezTo>
                  <a:pt x="1374402" y="1267832"/>
                  <a:pt x="1387996" y="1254238"/>
                  <a:pt x="1404765" y="1254238"/>
                </a:cubicBezTo>
                <a:close/>
                <a:moveTo>
                  <a:pt x="1332211" y="1254238"/>
                </a:moveTo>
                <a:cubicBezTo>
                  <a:pt x="1348980" y="1254238"/>
                  <a:pt x="1362574" y="1267832"/>
                  <a:pt x="1362574" y="1284602"/>
                </a:cubicBezTo>
                <a:cubicBezTo>
                  <a:pt x="1362574" y="1301371"/>
                  <a:pt x="1348980" y="1314965"/>
                  <a:pt x="1332211" y="1314965"/>
                </a:cubicBezTo>
                <a:cubicBezTo>
                  <a:pt x="1315441" y="1314965"/>
                  <a:pt x="1301847" y="1301371"/>
                  <a:pt x="1301847" y="1284602"/>
                </a:cubicBezTo>
                <a:cubicBezTo>
                  <a:pt x="1301847" y="1267832"/>
                  <a:pt x="1315441" y="1254238"/>
                  <a:pt x="1332211" y="1254238"/>
                </a:cubicBezTo>
                <a:close/>
                <a:moveTo>
                  <a:pt x="1259656" y="1254238"/>
                </a:moveTo>
                <a:cubicBezTo>
                  <a:pt x="1276426" y="1254238"/>
                  <a:pt x="1290020" y="1267832"/>
                  <a:pt x="1290020" y="1284602"/>
                </a:cubicBezTo>
                <a:cubicBezTo>
                  <a:pt x="1290020" y="1301371"/>
                  <a:pt x="1276426" y="1314965"/>
                  <a:pt x="1259656" y="1314965"/>
                </a:cubicBezTo>
                <a:cubicBezTo>
                  <a:pt x="1242887" y="1314965"/>
                  <a:pt x="1229293" y="1301371"/>
                  <a:pt x="1229293" y="1284602"/>
                </a:cubicBezTo>
                <a:cubicBezTo>
                  <a:pt x="1229293" y="1267832"/>
                  <a:pt x="1242887" y="1254238"/>
                  <a:pt x="1259656" y="1254238"/>
                </a:cubicBezTo>
                <a:close/>
                <a:moveTo>
                  <a:pt x="1187102" y="1254238"/>
                </a:moveTo>
                <a:cubicBezTo>
                  <a:pt x="1203871" y="1254238"/>
                  <a:pt x="1217465" y="1267832"/>
                  <a:pt x="1217465" y="1284602"/>
                </a:cubicBezTo>
                <a:cubicBezTo>
                  <a:pt x="1217465" y="1301371"/>
                  <a:pt x="1203871" y="1314965"/>
                  <a:pt x="1187102" y="1314965"/>
                </a:cubicBezTo>
                <a:cubicBezTo>
                  <a:pt x="1170332" y="1314965"/>
                  <a:pt x="1156738" y="1301371"/>
                  <a:pt x="1156738" y="1284602"/>
                </a:cubicBezTo>
                <a:cubicBezTo>
                  <a:pt x="1156738" y="1267832"/>
                  <a:pt x="1170332" y="1254238"/>
                  <a:pt x="1187102" y="1254238"/>
                </a:cubicBezTo>
                <a:close/>
                <a:moveTo>
                  <a:pt x="1114547" y="1254238"/>
                </a:moveTo>
                <a:cubicBezTo>
                  <a:pt x="1131317" y="1254238"/>
                  <a:pt x="1144911" y="1267832"/>
                  <a:pt x="1144911" y="1284602"/>
                </a:cubicBezTo>
                <a:cubicBezTo>
                  <a:pt x="1144911" y="1301371"/>
                  <a:pt x="1131317" y="1314965"/>
                  <a:pt x="1114547" y="1314965"/>
                </a:cubicBezTo>
                <a:cubicBezTo>
                  <a:pt x="1097778" y="1314965"/>
                  <a:pt x="1084184" y="1301371"/>
                  <a:pt x="1084184" y="1284602"/>
                </a:cubicBezTo>
                <a:cubicBezTo>
                  <a:pt x="1084184" y="1267832"/>
                  <a:pt x="1097778" y="1254238"/>
                  <a:pt x="1114547" y="1254238"/>
                </a:cubicBezTo>
                <a:close/>
                <a:moveTo>
                  <a:pt x="1041993" y="1254238"/>
                </a:moveTo>
                <a:cubicBezTo>
                  <a:pt x="1058762" y="1254238"/>
                  <a:pt x="1072356" y="1267832"/>
                  <a:pt x="1072356" y="1284602"/>
                </a:cubicBezTo>
                <a:cubicBezTo>
                  <a:pt x="1072356" y="1301371"/>
                  <a:pt x="1058762" y="1314965"/>
                  <a:pt x="1041993" y="1314965"/>
                </a:cubicBezTo>
                <a:cubicBezTo>
                  <a:pt x="1025223" y="1314965"/>
                  <a:pt x="1011629" y="1301371"/>
                  <a:pt x="1011629" y="1284602"/>
                </a:cubicBezTo>
                <a:cubicBezTo>
                  <a:pt x="1011629" y="1267832"/>
                  <a:pt x="1025223" y="1254238"/>
                  <a:pt x="1041993" y="1254238"/>
                </a:cubicBezTo>
                <a:close/>
                <a:moveTo>
                  <a:pt x="969438" y="1254238"/>
                </a:moveTo>
                <a:cubicBezTo>
                  <a:pt x="986208" y="1254238"/>
                  <a:pt x="999801" y="1267832"/>
                  <a:pt x="999801" y="1284602"/>
                </a:cubicBezTo>
                <a:cubicBezTo>
                  <a:pt x="999801" y="1301371"/>
                  <a:pt x="986208" y="1314965"/>
                  <a:pt x="969438" y="1314965"/>
                </a:cubicBezTo>
                <a:cubicBezTo>
                  <a:pt x="952669" y="1314965"/>
                  <a:pt x="939075" y="1301371"/>
                  <a:pt x="939075" y="1284602"/>
                </a:cubicBezTo>
                <a:cubicBezTo>
                  <a:pt x="939075" y="1267832"/>
                  <a:pt x="952669" y="1254238"/>
                  <a:pt x="969438" y="1254238"/>
                </a:cubicBezTo>
                <a:close/>
                <a:moveTo>
                  <a:pt x="896883" y="1254238"/>
                </a:moveTo>
                <a:cubicBezTo>
                  <a:pt x="913653" y="1254238"/>
                  <a:pt x="927247" y="1267832"/>
                  <a:pt x="927247" y="1284602"/>
                </a:cubicBezTo>
                <a:cubicBezTo>
                  <a:pt x="927247" y="1301371"/>
                  <a:pt x="913653" y="1314965"/>
                  <a:pt x="896883" y="1314965"/>
                </a:cubicBezTo>
                <a:cubicBezTo>
                  <a:pt x="880114" y="1314965"/>
                  <a:pt x="866520" y="1301371"/>
                  <a:pt x="866520" y="1284602"/>
                </a:cubicBezTo>
                <a:cubicBezTo>
                  <a:pt x="866520" y="1267832"/>
                  <a:pt x="880114" y="1254238"/>
                  <a:pt x="896883" y="1254238"/>
                </a:cubicBezTo>
                <a:close/>
                <a:moveTo>
                  <a:pt x="824329" y="1254238"/>
                </a:moveTo>
                <a:cubicBezTo>
                  <a:pt x="841098" y="1254238"/>
                  <a:pt x="854692" y="1267832"/>
                  <a:pt x="854692" y="1284602"/>
                </a:cubicBezTo>
                <a:cubicBezTo>
                  <a:pt x="854692" y="1301371"/>
                  <a:pt x="841098" y="1314965"/>
                  <a:pt x="824329" y="1314965"/>
                </a:cubicBezTo>
                <a:cubicBezTo>
                  <a:pt x="807559" y="1314965"/>
                  <a:pt x="793965" y="1301371"/>
                  <a:pt x="793965" y="1284602"/>
                </a:cubicBezTo>
                <a:cubicBezTo>
                  <a:pt x="793965" y="1267832"/>
                  <a:pt x="807559" y="1254238"/>
                  <a:pt x="824329" y="1254238"/>
                </a:cubicBezTo>
                <a:close/>
                <a:moveTo>
                  <a:pt x="751774" y="1254238"/>
                </a:moveTo>
                <a:cubicBezTo>
                  <a:pt x="768544" y="1254238"/>
                  <a:pt x="782138" y="1267832"/>
                  <a:pt x="782138" y="1284602"/>
                </a:cubicBezTo>
                <a:cubicBezTo>
                  <a:pt x="782138" y="1301371"/>
                  <a:pt x="768544" y="1314965"/>
                  <a:pt x="751774" y="1314965"/>
                </a:cubicBezTo>
                <a:cubicBezTo>
                  <a:pt x="735005" y="1314965"/>
                  <a:pt x="721411" y="1301371"/>
                  <a:pt x="721411" y="1284602"/>
                </a:cubicBezTo>
                <a:cubicBezTo>
                  <a:pt x="721411" y="1267832"/>
                  <a:pt x="735005" y="1254238"/>
                  <a:pt x="751774" y="1254238"/>
                </a:cubicBezTo>
                <a:close/>
                <a:moveTo>
                  <a:pt x="679220" y="1254238"/>
                </a:moveTo>
                <a:cubicBezTo>
                  <a:pt x="695989" y="1254238"/>
                  <a:pt x="709583" y="1267832"/>
                  <a:pt x="709583" y="1284602"/>
                </a:cubicBezTo>
                <a:cubicBezTo>
                  <a:pt x="709583" y="1301371"/>
                  <a:pt x="695989" y="1314965"/>
                  <a:pt x="679220" y="1314965"/>
                </a:cubicBezTo>
                <a:cubicBezTo>
                  <a:pt x="662450" y="1314965"/>
                  <a:pt x="648856" y="1301371"/>
                  <a:pt x="648856" y="1284602"/>
                </a:cubicBezTo>
                <a:cubicBezTo>
                  <a:pt x="648856" y="1267832"/>
                  <a:pt x="662450" y="1254238"/>
                  <a:pt x="679220" y="1254238"/>
                </a:cubicBezTo>
                <a:close/>
                <a:moveTo>
                  <a:pt x="606665" y="1254238"/>
                </a:moveTo>
                <a:cubicBezTo>
                  <a:pt x="623435" y="1254238"/>
                  <a:pt x="637029" y="1267832"/>
                  <a:pt x="637029" y="1284602"/>
                </a:cubicBezTo>
                <a:cubicBezTo>
                  <a:pt x="637029" y="1301371"/>
                  <a:pt x="623435" y="1314965"/>
                  <a:pt x="606665" y="1314965"/>
                </a:cubicBezTo>
                <a:cubicBezTo>
                  <a:pt x="589896" y="1314965"/>
                  <a:pt x="576302" y="1301371"/>
                  <a:pt x="576302" y="1284602"/>
                </a:cubicBezTo>
                <a:cubicBezTo>
                  <a:pt x="576302" y="1267832"/>
                  <a:pt x="589896" y="1254238"/>
                  <a:pt x="606665" y="1254238"/>
                </a:cubicBezTo>
                <a:close/>
                <a:moveTo>
                  <a:pt x="534111" y="1254238"/>
                </a:moveTo>
                <a:cubicBezTo>
                  <a:pt x="550880" y="1254238"/>
                  <a:pt x="564474" y="1267832"/>
                  <a:pt x="564474" y="1284602"/>
                </a:cubicBezTo>
                <a:cubicBezTo>
                  <a:pt x="564474" y="1301371"/>
                  <a:pt x="550880" y="1314965"/>
                  <a:pt x="534111" y="1314965"/>
                </a:cubicBezTo>
                <a:cubicBezTo>
                  <a:pt x="517341" y="1314965"/>
                  <a:pt x="503747" y="1301371"/>
                  <a:pt x="503747" y="1284602"/>
                </a:cubicBezTo>
                <a:cubicBezTo>
                  <a:pt x="503747" y="1267832"/>
                  <a:pt x="517341" y="1254238"/>
                  <a:pt x="534111" y="1254238"/>
                </a:cubicBezTo>
                <a:close/>
                <a:moveTo>
                  <a:pt x="461556" y="1254238"/>
                </a:moveTo>
                <a:cubicBezTo>
                  <a:pt x="478326" y="1254238"/>
                  <a:pt x="491920" y="1267832"/>
                  <a:pt x="491920" y="1284602"/>
                </a:cubicBezTo>
                <a:cubicBezTo>
                  <a:pt x="491920" y="1301371"/>
                  <a:pt x="478326" y="1314965"/>
                  <a:pt x="461556" y="1314965"/>
                </a:cubicBezTo>
                <a:cubicBezTo>
                  <a:pt x="444787" y="1314965"/>
                  <a:pt x="431192" y="1301371"/>
                  <a:pt x="431192" y="1284602"/>
                </a:cubicBezTo>
                <a:cubicBezTo>
                  <a:pt x="431192" y="1267832"/>
                  <a:pt x="444787" y="1254238"/>
                  <a:pt x="461556" y="1254238"/>
                </a:cubicBezTo>
                <a:close/>
                <a:moveTo>
                  <a:pt x="389002" y="1254238"/>
                </a:moveTo>
                <a:cubicBezTo>
                  <a:pt x="405771" y="1254238"/>
                  <a:pt x="419365" y="1267832"/>
                  <a:pt x="419365" y="1284602"/>
                </a:cubicBezTo>
                <a:cubicBezTo>
                  <a:pt x="419365" y="1301371"/>
                  <a:pt x="405771" y="1314965"/>
                  <a:pt x="389002" y="1314965"/>
                </a:cubicBezTo>
                <a:cubicBezTo>
                  <a:pt x="372232" y="1314965"/>
                  <a:pt x="358638" y="1301371"/>
                  <a:pt x="358638" y="1284602"/>
                </a:cubicBezTo>
                <a:cubicBezTo>
                  <a:pt x="358638" y="1267832"/>
                  <a:pt x="372232" y="1254238"/>
                  <a:pt x="389002" y="1254238"/>
                </a:cubicBezTo>
                <a:close/>
                <a:moveTo>
                  <a:pt x="316447" y="1254238"/>
                </a:moveTo>
                <a:cubicBezTo>
                  <a:pt x="333216" y="1254238"/>
                  <a:pt x="346810" y="1267832"/>
                  <a:pt x="346810" y="1284602"/>
                </a:cubicBezTo>
                <a:cubicBezTo>
                  <a:pt x="346810" y="1301371"/>
                  <a:pt x="333216" y="1314965"/>
                  <a:pt x="316447" y="1314965"/>
                </a:cubicBezTo>
                <a:cubicBezTo>
                  <a:pt x="299677" y="1314965"/>
                  <a:pt x="286084" y="1301371"/>
                  <a:pt x="286084" y="1284602"/>
                </a:cubicBezTo>
                <a:cubicBezTo>
                  <a:pt x="286084" y="1267832"/>
                  <a:pt x="299677" y="1254238"/>
                  <a:pt x="316447" y="1254238"/>
                </a:cubicBezTo>
                <a:close/>
                <a:moveTo>
                  <a:pt x="243892" y="1254238"/>
                </a:moveTo>
                <a:cubicBezTo>
                  <a:pt x="260662" y="1254238"/>
                  <a:pt x="274256" y="1267832"/>
                  <a:pt x="274256" y="1284602"/>
                </a:cubicBezTo>
                <a:cubicBezTo>
                  <a:pt x="274256" y="1301371"/>
                  <a:pt x="260662" y="1314965"/>
                  <a:pt x="243892" y="1314965"/>
                </a:cubicBezTo>
                <a:cubicBezTo>
                  <a:pt x="227123" y="1314965"/>
                  <a:pt x="213529" y="1301371"/>
                  <a:pt x="213529" y="1284602"/>
                </a:cubicBezTo>
                <a:cubicBezTo>
                  <a:pt x="213529" y="1267832"/>
                  <a:pt x="227123" y="1254238"/>
                  <a:pt x="243892" y="1254238"/>
                </a:cubicBezTo>
                <a:close/>
                <a:moveTo>
                  <a:pt x="171339" y="1254238"/>
                </a:moveTo>
                <a:cubicBezTo>
                  <a:pt x="188107" y="1254238"/>
                  <a:pt x="201701" y="1267832"/>
                  <a:pt x="201701" y="1284602"/>
                </a:cubicBezTo>
                <a:cubicBezTo>
                  <a:pt x="201701" y="1301371"/>
                  <a:pt x="188107" y="1314965"/>
                  <a:pt x="171339" y="1314965"/>
                </a:cubicBezTo>
                <a:cubicBezTo>
                  <a:pt x="154622" y="1314965"/>
                  <a:pt x="141029" y="1301371"/>
                  <a:pt x="141029" y="1284602"/>
                </a:cubicBezTo>
                <a:cubicBezTo>
                  <a:pt x="141029" y="1267832"/>
                  <a:pt x="154622" y="1254238"/>
                  <a:pt x="171339" y="1254238"/>
                </a:cubicBezTo>
                <a:close/>
                <a:moveTo>
                  <a:pt x="98845" y="1254238"/>
                </a:moveTo>
                <a:cubicBezTo>
                  <a:pt x="115610" y="1254238"/>
                  <a:pt x="129204" y="1267832"/>
                  <a:pt x="129204" y="1284602"/>
                </a:cubicBezTo>
                <a:cubicBezTo>
                  <a:pt x="129204" y="1301371"/>
                  <a:pt x="115610" y="1314965"/>
                  <a:pt x="98845" y="1314965"/>
                </a:cubicBezTo>
                <a:cubicBezTo>
                  <a:pt x="82074" y="1314965"/>
                  <a:pt x="68480" y="1301371"/>
                  <a:pt x="68480" y="1284602"/>
                </a:cubicBezTo>
                <a:cubicBezTo>
                  <a:pt x="68480" y="1267832"/>
                  <a:pt x="82074" y="1254238"/>
                  <a:pt x="98845" y="1254238"/>
                </a:cubicBezTo>
                <a:close/>
                <a:moveTo>
                  <a:pt x="26290" y="1254238"/>
                </a:moveTo>
                <a:cubicBezTo>
                  <a:pt x="43057" y="1254238"/>
                  <a:pt x="56651" y="1267832"/>
                  <a:pt x="56651" y="1284602"/>
                </a:cubicBezTo>
                <a:cubicBezTo>
                  <a:pt x="56651" y="1301371"/>
                  <a:pt x="43057" y="1314965"/>
                  <a:pt x="26290" y="1314965"/>
                </a:cubicBezTo>
                <a:cubicBezTo>
                  <a:pt x="17905" y="1314965"/>
                  <a:pt x="10314" y="1311567"/>
                  <a:pt x="4819" y="1306072"/>
                </a:cubicBezTo>
                <a:lnTo>
                  <a:pt x="0" y="1294437"/>
                </a:lnTo>
                <a:lnTo>
                  <a:pt x="0" y="1274766"/>
                </a:lnTo>
                <a:lnTo>
                  <a:pt x="4819" y="1263131"/>
                </a:lnTo>
                <a:cubicBezTo>
                  <a:pt x="10314" y="1257637"/>
                  <a:pt x="17905" y="1254238"/>
                  <a:pt x="26290" y="1254238"/>
                </a:cubicBezTo>
                <a:close/>
                <a:moveTo>
                  <a:pt x="1474228" y="1174410"/>
                </a:moveTo>
                <a:lnTo>
                  <a:pt x="1450688" y="1213159"/>
                </a:lnTo>
                <a:lnTo>
                  <a:pt x="1446956" y="1204150"/>
                </a:lnTo>
                <a:cubicBezTo>
                  <a:pt x="1446956" y="1191573"/>
                  <a:pt x="1454603" y="1180782"/>
                  <a:pt x="1465501" y="1176173"/>
                </a:cubicBezTo>
                <a:close/>
                <a:moveTo>
                  <a:pt x="1404765" y="1173786"/>
                </a:moveTo>
                <a:cubicBezTo>
                  <a:pt x="1421535" y="1173786"/>
                  <a:pt x="1435129" y="1187380"/>
                  <a:pt x="1435129" y="1204150"/>
                </a:cubicBezTo>
                <a:cubicBezTo>
                  <a:pt x="1435129" y="1220919"/>
                  <a:pt x="1421535" y="1234513"/>
                  <a:pt x="1404765" y="1234513"/>
                </a:cubicBezTo>
                <a:cubicBezTo>
                  <a:pt x="1387996" y="1234513"/>
                  <a:pt x="1374402" y="1220919"/>
                  <a:pt x="1374402" y="1204150"/>
                </a:cubicBezTo>
                <a:cubicBezTo>
                  <a:pt x="1374402" y="1187380"/>
                  <a:pt x="1387996" y="1173786"/>
                  <a:pt x="1404765" y="1173786"/>
                </a:cubicBezTo>
                <a:close/>
                <a:moveTo>
                  <a:pt x="1332211" y="1173786"/>
                </a:moveTo>
                <a:cubicBezTo>
                  <a:pt x="1348980" y="1173786"/>
                  <a:pt x="1362574" y="1187380"/>
                  <a:pt x="1362574" y="1204150"/>
                </a:cubicBezTo>
                <a:cubicBezTo>
                  <a:pt x="1362574" y="1220919"/>
                  <a:pt x="1348980" y="1234513"/>
                  <a:pt x="1332211" y="1234513"/>
                </a:cubicBezTo>
                <a:cubicBezTo>
                  <a:pt x="1315441" y="1234513"/>
                  <a:pt x="1301847" y="1220919"/>
                  <a:pt x="1301847" y="1204150"/>
                </a:cubicBezTo>
                <a:cubicBezTo>
                  <a:pt x="1301847" y="1187380"/>
                  <a:pt x="1315441" y="1173786"/>
                  <a:pt x="1332211" y="1173786"/>
                </a:cubicBezTo>
                <a:close/>
                <a:moveTo>
                  <a:pt x="1259656" y="1173786"/>
                </a:moveTo>
                <a:cubicBezTo>
                  <a:pt x="1276426" y="1173786"/>
                  <a:pt x="1290020" y="1187380"/>
                  <a:pt x="1290020" y="1204150"/>
                </a:cubicBezTo>
                <a:cubicBezTo>
                  <a:pt x="1290020" y="1220919"/>
                  <a:pt x="1276426" y="1234513"/>
                  <a:pt x="1259656" y="1234513"/>
                </a:cubicBezTo>
                <a:cubicBezTo>
                  <a:pt x="1242887" y="1234513"/>
                  <a:pt x="1229293" y="1220919"/>
                  <a:pt x="1229293" y="1204150"/>
                </a:cubicBezTo>
                <a:cubicBezTo>
                  <a:pt x="1229293" y="1187380"/>
                  <a:pt x="1242887" y="1173786"/>
                  <a:pt x="1259656" y="1173786"/>
                </a:cubicBezTo>
                <a:close/>
                <a:moveTo>
                  <a:pt x="1187102" y="1173786"/>
                </a:moveTo>
                <a:cubicBezTo>
                  <a:pt x="1203871" y="1173786"/>
                  <a:pt x="1217465" y="1187380"/>
                  <a:pt x="1217465" y="1204150"/>
                </a:cubicBezTo>
                <a:cubicBezTo>
                  <a:pt x="1217465" y="1220919"/>
                  <a:pt x="1203871" y="1234513"/>
                  <a:pt x="1187102" y="1234513"/>
                </a:cubicBezTo>
                <a:cubicBezTo>
                  <a:pt x="1170332" y="1234513"/>
                  <a:pt x="1156738" y="1220919"/>
                  <a:pt x="1156738" y="1204150"/>
                </a:cubicBezTo>
                <a:cubicBezTo>
                  <a:pt x="1156738" y="1187380"/>
                  <a:pt x="1170332" y="1173786"/>
                  <a:pt x="1187102" y="1173786"/>
                </a:cubicBezTo>
                <a:close/>
                <a:moveTo>
                  <a:pt x="1114547" y="1173786"/>
                </a:moveTo>
                <a:cubicBezTo>
                  <a:pt x="1131317" y="1173786"/>
                  <a:pt x="1144911" y="1187380"/>
                  <a:pt x="1144911" y="1204150"/>
                </a:cubicBezTo>
                <a:cubicBezTo>
                  <a:pt x="1144911" y="1220919"/>
                  <a:pt x="1131317" y="1234513"/>
                  <a:pt x="1114547" y="1234513"/>
                </a:cubicBezTo>
                <a:cubicBezTo>
                  <a:pt x="1097778" y="1234513"/>
                  <a:pt x="1084184" y="1220919"/>
                  <a:pt x="1084184" y="1204150"/>
                </a:cubicBezTo>
                <a:cubicBezTo>
                  <a:pt x="1084184" y="1187380"/>
                  <a:pt x="1097778" y="1173786"/>
                  <a:pt x="1114547" y="1173786"/>
                </a:cubicBezTo>
                <a:close/>
                <a:moveTo>
                  <a:pt x="1041993" y="1173786"/>
                </a:moveTo>
                <a:cubicBezTo>
                  <a:pt x="1058762" y="1173786"/>
                  <a:pt x="1072356" y="1187380"/>
                  <a:pt x="1072356" y="1204150"/>
                </a:cubicBezTo>
                <a:cubicBezTo>
                  <a:pt x="1072356" y="1220919"/>
                  <a:pt x="1058762" y="1234513"/>
                  <a:pt x="1041993" y="1234513"/>
                </a:cubicBezTo>
                <a:cubicBezTo>
                  <a:pt x="1025223" y="1234513"/>
                  <a:pt x="1011629" y="1220919"/>
                  <a:pt x="1011629" y="1204150"/>
                </a:cubicBezTo>
                <a:cubicBezTo>
                  <a:pt x="1011629" y="1187380"/>
                  <a:pt x="1025223" y="1173786"/>
                  <a:pt x="1041993" y="1173786"/>
                </a:cubicBezTo>
                <a:close/>
                <a:moveTo>
                  <a:pt x="969438" y="1173786"/>
                </a:moveTo>
                <a:cubicBezTo>
                  <a:pt x="986208" y="1173786"/>
                  <a:pt x="999801" y="1187380"/>
                  <a:pt x="999801" y="1204150"/>
                </a:cubicBezTo>
                <a:cubicBezTo>
                  <a:pt x="999801" y="1220919"/>
                  <a:pt x="986208" y="1234513"/>
                  <a:pt x="969438" y="1234513"/>
                </a:cubicBezTo>
                <a:cubicBezTo>
                  <a:pt x="952669" y="1234513"/>
                  <a:pt x="939075" y="1220919"/>
                  <a:pt x="939075" y="1204150"/>
                </a:cubicBezTo>
                <a:cubicBezTo>
                  <a:pt x="939075" y="1187380"/>
                  <a:pt x="952669" y="1173786"/>
                  <a:pt x="969438" y="1173786"/>
                </a:cubicBezTo>
                <a:close/>
                <a:moveTo>
                  <a:pt x="896883" y="1173786"/>
                </a:moveTo>
                <a:cubicBezTo>
                  <a:pt x="913653" y="1173786"/>
                  <a:pt x="927247" y="1187380"/>
                  <a:pt x="927247" y="1204150"/>
                </a:cubicBezTo>
                <a:cubicBezTo>
                  <a:pt x="927247" y="1220919"/>
                  <a:pt x="913653" y="1234513"/>
                  <a:pt x="896883" y="1234513"/>
                </a:cubicBezTo>
                <a:cubicBezTo>
                  <a:pt x="880114" y="1234513"/>
                  <a:pt x="866520" y="1220919"/>
                  <a:pt x="866520" y="1204150"/>
                </a:cubicBezTo>
                <a:cubicBezTo>
                  <a:pt x="866520" y="1187380"/>
                  <a:pt x="880114" y="1173786"/>
                  <a:pt x="896883" y="1173786"/>
                </a:cubicBezTo>
                <a:close/>
                <a:moveTo>
                  <a:pt x="824329" y="1173786"/>
                </a:moveTo>
                <a:cubicBezTo>
                  <a:pt x="841098" y="1173786"/>
                  <a:pt x="854692" y="1187380"/>
                  <a:pt x="854692" y="1204150"/>
                </a:cubicBezTo>
                <a:cubicBezTo>
                  <a:pt x="854692" y="1220919"/>
                  <a:pt x="841098" y="1234513"/>
                  <a:pt x="824329" y="1234513"/>
                </a:cubicBezTo>
                <a:cubicBezTo>
                  <a:pt x="807559" y="1234513"/>
                  <a:pt x="793965" y="1220919"/>
                  <a:pt x="793965" y="1204150"/>
                </a:cubicBezTo>
                <a:cubicBezTo>
                  <a:pt x="793965" y="1187380"/>
                  <a:pt x="807559" y="1173786"/>
                  <a:pt x="824329" y="1173786"/>
                </a:cubicBezTo>
                <a:close/>
                <a:moveTo>
                  <a:pt x="751774" y="1173786"/>
                </a:moveTo>
                <a:cubicBezTo>
                  <a:pt x="768544" y="1173786"/>
                  <a:pt x="782138" y="1187380"/>
                  <a:pt x="782138" y="1204150"/>
                </a:cubicBezTo>
                <a:cubicBezTo>
                  <a:pt x="782138" y="1220919"/>
                  <a:pt x="768544" y="1234513"/>
                  <a:pt x="751774" y="1234513"/>
                </a:cubicBezTo>
                <a:cubicBezTo>
                  <a:pt x="735005" y="1234513"/>
                  <a:pt x="721411" y="1220919"/>
                  <a:pt x="721411" y="1204150"/>
                </a:cubicBezTo>
                <a:cubicBezTo>
                  <a:pt x="721411" y="1187380"/>
                  <a:pt x="735005" y="1173786"/>
                  <a:pt x="751774" y="1173786"/>
                </a:cubicBezTo>
                <a:close/>
                <a:moveTo>
                  <a:pt x="679220" y="1173786"/>
                </a:moveTo>
                <a:cubicBezTo>
                  <a:pt x="695989" y="1173786"/>
                  <a:pt x="709583" y="1187380"/>
                  <a:pt x="709583" y="1204150"/>
                </a:cubicBezTo>
                <a:cubicBezTo>
                  <a:pt x="709583" y="1220919"/>
                  <a:pt x="695989" y="1234513"/>
                  <a:pt x="679220" y="1234513"/>
                </a:cubicBezTo>
                <a:cubicBezTo>
                  <a:pt x="662450" y="1234513"/>
                  <a:pt x="648856" y="1220919"/>
                  <a:pt x="648856" y="1204150"/>
                </a:cubicBezTo>
                <a:cubicBezTo>
                  <a:pt x="648856" y="1187380"/>
                  <a:pt x="662450" y="1173786"/>
                  <a:pt x="679220" y="1173786"/>
                </a:cubicBezTo>
                <a:close/>
                <a:moveTo>
                  <a:pt x="606665" y="1173786"/>
                </a:moveTo>
                <a:cubicBezTo>
                  <a:pt x="623435" y="1173786"/>
                  <a:pt x="637029" y="1187380"/>
                  <a:pt x="637029" y="1204150"/>
                </a:cubicBezTo>
                <a:cubicBezTo>
                  <a:pt x="637029" y="1220919"/>
                  <a:pt x="623435" y="1234513"/>
                  <a:pt x="606665" y="1234513"/>
                </a:cubicBezTo>
                <a:cubicBezTo>
                  <a:pt x="589896" y="1234513"/>
                  <a:pt x="576302" y="1220919"/>
                  <a:pt x="576302" y="1204150"/>
                </a:cubicBezTo>
                <a:cubicBezTo>
                  <a:pt x="576302" y="1187380"/>
                  <a:pt x="589896" y="1173786"/>
                  <a:pt x="606665" y="1173786"/>
                </a:cubicBezTo>
                <a:close/>
                <a:moveTo>
                  <a:pt x="534111" y="1173786"/>
                </a:moveTo>
                <a:cubicBezTo>
                  <a:pt x="550880" y="1173786"/>
                  <a:pt x="564474" y="1187380"/>
                  <a:pt x="564474" y="1204150"/>
                </a:cubicBezTo>
                <a:cubicBezTo>
                  <a:pt x="564474" y="1220919"/>
                  <a:pt x="550880" y="1234513"/>
                  <a:pt x="534111" y="1234513"/>
                </a:cubicBezTo>
                <a:cubicBezTo>
                  <a:pt x="517341" y="1234513"/>
                  <a:pt x="503747" y="1220919"/>
                  <a:pt x="503747" y="1204150"/>
                </a:cubicBezTo>
                <a:cubicBezTo>
                  <a:pt x="503747" y="1187380"/>
                  <a:pt x="517341" y="1173786"/>
                  <a:pt x="534111" y="1173786"/>
                </a:cubicBezTo>
                <a:close/>
                <a:moveTo>
                  <a:pt x="461556" y="1173786"/>
                </a:moveTo>
                <a:cubicBezTo>
                  <a:pt x="478326" y="1173786"/>
                  <a:pt x="491920" y="1187380"/>
                  <a:pt x="491920" y="1204150"/>
                </a:cubicBezTo>
                <a:cubicBezTo>
                  <a:pt x="491920" y="1220919"/>
                  <a:pt x="478326" y="1234513"/>
                  <a:pt x="461556" y="1234513"/>
                </a:cubicBezTo>
                <a:cubicBezTo>
                  <a:pt x="444787" y="1234513"/>
                  <a:pt x="431192" y="1220919"/>
                  <a:pt x="431192" y="1204150"/>
                </a:cubicBezTo>
                <a:cubicBezTo>
                  <a:pt x="431192" y="1187380"/>
                  <a:pt x="444787" y="1173786"/>
                  <a:pt x="461556" y="1173786"/>
                </a:cubicBezTo>
                <a:close/>
                <a:moveTo>
                  <a:pt x="389002" y="1173786"/>
                </a:moveTo>
                <a:cubicBezTo>
                  <a:pt x="405771" y="1173786"/>
                  <a:pt x="419365" y="1187380"/>
                  <a:pt x="419365" y="1204150"/>
                </a:cubicBezTo>
                <a:cubicBezTo>
                  <a:pt x="419365" y="1220919"/>
                  <a:pt x="405771" y="1234513"/>
                  <a:pt x="389002" y="1234513"/>
                </a:cubicBezTo>
                <a:cubicBezTo>
                  <a:pt x="372232" y="1234513"/>
                  <a:pt x="358638" y="1220919"/>
                  <a:pt x="358638" y="1204150"/>
                </a:cubicBezTo>
                <a:cubicBezTo>
                  <a:pt x="358638" y="1187380"/>
                  <a:pt x="372232" y="1173786"/>
                  <a:pt x="389002" y="1173786"/>
                </a:cubicBezTo>
                <a:close/>
                <a:moveTo>
                  <a:pt x="316447" y="1173786"/>
                </a:moveTo>
                <a:cubicBezTo>
                  <a:pt x="333216" y="1173786"/>
                  <a:pt x="346810" y="1187380"/>
                  <a:pt x="346810" y="1204150"/>
                </a:cubicBezTo>
                <a:cubicBezTo>
                  <a:pt x="346810" y="1220919"/>
                  <a:pt x="333216" y="1234513"/>
                  <a:pt x="316447" y="1234513"/>
                </a:cubicBezTo>
                <a:cubicBezTo>
                  <a:pt x="299677" y="1234513"/>
                  <a:pt x="286084" y="1220919"/>
                  <a:pt x="286084" y="1204150"/>
                </a:cubicBezTo>
                <a:cubicBezTo>
                  <a:pt x="286084" y="1187380"/>
                  <a:pt x="299677" y="1173786"/>
                  <a:pt x="316447" y="1173786"/>
                </a:cubicBezTo>
                <a:close/>
                <a:moveTo>
                  <a:pt x="243892" y="1173786"/>
                </a:moveTo>
                <a:cubicBezTo>
                  <a:pt x="260662" y="1173786"/>
                  <a:pt x="274256" y="1187380"/>
                  <a:pt x="274256" y="1204150"/>
                </a:cubicBezTo>
                <a:cubicBezTo>
                  <a:pt x="274256" y="1220919"/>
                  <a:pt x="260662" y="1234513"/>
                  <a:pt x="243892" y="1234513"/>
                </a:cubicBezTo>
                <a:cubicBezTo>
                  <a:pt x="227123" y="1234513"/>
                  <a:pt x="213529" y="1220919"/>
                  <a:pt x="213529" y="1204150"/>
                </a:cubicBezTo>
                <a:cubicBezTo>
                  <a:pt x="213529" y="1187380"/>
                  <a:pt x="227123" y="1173786"/>
                  <a:pt x="243892" y="1173786"/>
                </a:cubicBezTo>
                <a:close/>
                <a:moveTo>
                  <a:pt x="171339" y="1173786"/>
                </a:moveTo>
                <a:cubicBezTo>
                  <a:pt x="188107" y="1173786"/>
                  <a:pt x="201701" y="1187380"/>
                  <a:pt x="201701" y="1204150"/>
                </a:cubicBezTo>
                <a:cubicBezTo>
                  <a:pt x="201701" y="1220919"/>
                  <a:pt x="188107" y="1234513"/>
                  <a:pt x="171339" y="1234513"/>
                </a:cubicBezTo>
                <a:cubicBezTo>
                  <a:pt x="154627" y="1234513"/>
                  <a:pt x="141034" y="1220919"/>
                  <a:pt x="141034" y="1204150"/>
                </a:cubicBezTo>
                <a:cubicBezTo>
                  <a:pt x="141034" y="1187380"/>
                  <a:pt x="154627" y="1173786"/>
                  <a:pt x="171339" y="1173786"/>
                </a:cubicBezTo>
                <a:close/>
                <a:moveTo>
                  <a:pt x="98852" y="1173786"/>
                </a:moveTo>
                <a:cubicBezTo>
                  <a:pt x="115616" y="1173786"/>
                  <a:pt x="129210" y="1187380"/>
                  <a:pt x="129210" y="1204150"/>
                </a:cubicBezTo>
                <a:cubicBezTo>
                  <a:pt x="129210" y="1220919"/>
                  <a:pt x="115616" y="1234513"/>
                  <a:pt x="98852" y="1234513"/>
                </a:cubicBezTo>
                <a:cubicBezTo>
                  <a:pt x="82080" y="1234513"/>
                  <a:pt x="68486" y="1220919"/>
                  <a:pt x="68486" y="1204150"/>
                </a:cubicBezTo>
                <a:cubicBezTo>
                  <a:pt x="68486" y="1187380"/>
                  <a:pt x="82080" y="1173786"/>
                  <a:pt x="98852" y="1173786"/>
                </a:cubicBezTo>
                <a:close/>
                <a:moveTo>
                  <a:pt x="26297" y="1173786"/>
                </a:moveTo>
                <a:cubicBezTo>
                  <a:pt x="43063" y="1173786"/>
                  <a:pt x="56658" y="1187380"/>
                  <a:pt x="56658" y="1204150"/>
                </a:cubicBezTo>
                <a:cubicBezTo>
                  <a:pt x="56658" y="1220919"/>
                  <a:pt x="43063" y="1234513"/>
                  <a:pt x="26297" y="1234513"/>
                </a:cubicBezTo>
                <a:cubicBezTo>
                  <a:pt x="17912" y="1234513"/>
                  <a:pt x="10321" y="1231115"/>
                  <a:pt x="4826" y="1225620"/>
                </a:cubicBezTo>
                <a:lnTo>
                  <a:pt x="0" y="1213970"/>
                </a:lnTo>
                <a:lnTo>
                  <a:pt x="0" y="1194329"/>
                </a:lnTo>
                <a:lnTo>
                  <a:pt x="4826" y="1182679"/>
                </a:lnTo>
                <a:cubicBezTo>
                  <a:pt x="10321" y="1177185"/>
                  <a:pt x="17912" y="1173786"/>
                  <a:pt x="26297" y="1173786"/>
                </a:cubicBezTo>
                <a:close/>
                <a:moveTo>
                  <a:pt x="1477320" y="1093335"/>
                </a:moveTo>
                <a:cubicBezTo>
                  <a:pt x="1485705" y="1093335"/>
                  <a:pt x="1493295" y="1096733"/>
                  <a:pt x="1498790" y="1102228"/>
                </a:cubicBezTo>
                <a:lnTo>
                  <a:pt x="1505389" y="1118160"/>
                </a:lnTo>
                <a:lnTo>
                  <a:pt x="1493855" y="1142105"/>
                </a:lnTo>
                <a:lnTo>
                  <a:pt x="1487887" y="1151929"/>
                </a:lnTo>
                <a:lnTo>
                  <a:pt x="1477320" y="1154062"/>
                </a:lnTo>
                <a:cubicBezTo>
                  <a:pt x="1460550" y="1154062"/>
                  <a:pt x="1446956" y="1140468"/>
                  <a:pt x="1446956" y="1123698"/>
                </a:cubicBezTo>
                <a:cubicBezTo>
                  <a:pt x="1446956" y="1106929"/>
                  <a:pt x="1460550" y="1093335"/>
                  <a:pt x="1477320" y="1093335"/>
                </a:cubicBezTo>
                <a:close/>
                <a:moveTo>
                  <a:pt x="1404765" y="1093335"/>
                </a:moveTo>
                <a:cubicBezTo>
                  <a:pt x="1421535" y="1093335"/>
                  <a:pt x="1435129" y="1106929"/>
                  <a:pt x="1435129" y="1123698"/>
                </a:cubicBezTo>
                <a:cubicBezTo>
                  <a:pt x="1435129" y="1140468"/>
                  <a:pt x="1421535" y="1154062"/>
                  <a:pt x="1404765" y="1154062"/>
                </a:cubicBezTo>
                <a:cubicBezTo>
                  <a:pt x="1387996" y="1154062"/>
                  <a:pt x="1374402" y="1140468"/>
                  <a:pt x="1374402" y="1123698"/>
                </a:cubicBezTo>
                <a:cubicBezTo>
                  <a:pt x="1374402" y="1106929"/>
                  <a:pt x="1387996" y="1093335"/>
                  <a:pt x="1404765" y="1093335"/>
                </a:cubicBezTo>
                <a:close/>
                <a:moveTo>
                  <a:pt x="1332211" y="1093335"/>
                </a:moveTo>
                <a:cubicBezTo>
                  <a:pt x="1348980" y="1093335"/>
                  <a:pt x="1362574" y="1106929"/>
                  <a:pt x="1362574" y="1123698"/>
                </a:cubicBezTo>
                <a:cubicBezTo>
                  <a:pt x="1362574" y="1140468"/>
                  <a:pt x="1348980" y="1154062"/>
                  <a:pt x="1332211" y="1154062"/>
                </a:cubicBezTo>
                <a:cubicBezTo>
                  <a:pt x="1315441" y="1154062"/>
                  <a:pt x="1301847" y="1140468"/>
                  <a:pt x="1301847" y="1123698"/>
                </a:cubicBezTo>
                <a:cubicBezTo>
                  <a:pt x="1301847" y="1106929"/>
                  <a:pt x="1315441" y="1093335"/>
                  <a:pt x="1332211" y="1093335"/>
                </a:cubicBezTo>
                <a:close/>
                <a:moveTo>
                  <a:pt x="1259656" y="1093335"/>
                </a:moveTo>
                <a:cubicBezTo>
                  <a:pt x="1276426" y="1093335"/>
                  <a:pt x="1290020" y="1106929"/>
                  <a:pt x="1290020" y="1123698"/>
                </a:cubicBezTo>
                <a:cubicBezTo>
                  <a:pt x="1290020" y="1140468"/>
                  <a:pt x="1276426" y="1154062"/>
                  <a:pt x="1259656" y="1154062"/>
                </a:cubicBezTo>
                <a:cubicBezTo>
                  <a:pt x="1242887" y="1154062"/>
                  <a:pt x="1229293" y="1140468"/>
                  <a:pt x="1229293" y="1123698"/>
                </a:cubicBezTo>
                <a:cubicBezTo>
                  <a:pt x="1229293" y="1106929"/>
                  <a:pt x="1242887" y="1093335"/>
                  <a:pt x="1259656" y="1093335"/>
                </a:cubicBezTo>
                <a:close/>
                <a:moveTo>
                  <a:pt x="1187102" y="1093335"/>
                </a:moveTo>
                <a:cubicBezTo>
                  <a:pt x="1203871" y="1093335"/>
                  <a:pt x="1217465" y="1106929"/>
                  <a:pt x="1217465" y="1123698"/>
                </a:cubicBezTo>
                <a:cubicBezTo>
                  <a:pt x="1217465" y="1140468"/>
                  <a:pt x="1203871" y="1154062"/>
                  <a:pt x="1187102" y="1154062"/>
                </a:cubicBezTo>
                <a:cubicBezTo>
                  <a:pt x="1170332" y="1154062"/>
                  <a:pt x="1156738" y="1140468"/>
                  <a:pt x="1156738" y="1123698"/>
                </a:cubicBezTo>
                <a:cubicBezTo>
                  <a:pt x="1156738" y="1106929"/>
                  <a:pt x="1170332" y="1093335"/>
                  <a:pt x="1187102" y="1093335"/>
                </a:cubicBezTo>
                <a:close/>
                <a:moveTo>
                  <a:pt x="1114547" y="1093335"/>
                </a:moveTo>
                <a:cubicBezTo>
                  <a:pt x="1131317" y="1093335"/>
                  <a:pt x="1144911" y="1106929"/>
                  <a:pt x="1144911" y="1123698"/>
                </a:cubicBezTo>
                <a:cubicBezTo>
                  <a:pt x="1144911" y="1140468"/>
                  <a:pt x="1131317" y="1154062"/>
                  <a:pt x="1114547" y="1154062"/>
                </a:cubicBezTo>
                <a:cubicBezTo>
                  <a:pt x="1097778" y="1154062"/>
                  <a:pt x="1084184" y="1140468"/>
                  <a:pt x="1084184" y="1123698"/>
                </a:cubicBezTo>
                <a:cubicBezTo>
                  <a:pt x="1084184" y="1106929"/>
                  <a:pt x="1097778" y="1093335"/>
                  <a:pt x="1114547" y="1093335"/>
                </a:cubicBezTo>
                <a:close/>
                <a:moveTo>
                  <a:pt x="1041993" y="1093335"/>
                </a:moveTo>
                <a:cubicBezTo>
                  <a:pt x="1058762" y="1093335"/>
                  <a:pt x="1072356" y="1106929"/>
                  <a:pt x="1072356" y="1123698"/>
                </a:cubicBezTo>
                <a:cubicBezTo>
                  <a:pt x="1072356" y="1140468"/>
                  <a:pt x="1058762" y="1154062"/>
                  <a:pt x="1041993" y="1154062"/>
                </a:cubicBezTo>
                <a:cubicBezTo>
                  <a:pt x="1025223" y="1154062"/>
                  <a:pt x="1011629" y="1140468"/>
                  <a:pt x="1011629" y="1123698"/>
                </a:cubicBezTo>
                <a:cubicBezTo>
                  <a:pt x="1011629" y="1106929"/>
                  <a:pt x="1025223" y="1093335"/>
                  <a:pt x="1041993" y="1093335"/>
                </a:cubicBezTo>
                <a:close/>
                <a:moveTo>
                  <a:pt x="969438" y="1093335"/>
                </a:moveTo>
                <a:cubicBezTo>
                  <a:pt x="986208" y="1093335"/>
                  <a:pt x="999801" y="1106929"/>
                  <a:pt x="999801" y="1123698"/>
                </a:cubicBezTo>
                <a:cubicBezTo>
                  <a:pt x="999801" y="1140468"/>
                  <a:pt x="986208" y="1154062"/>
                  <a:pt x="969438" y="1154062"/>
                </a:cubicBezTo>
                <a:cubicBezTo>
                  <a:pt x="952669" y="1154062"/>
                  <a:pt x="939075" y="1140468"/>
                  <a:pt x="939075" y="1123698"/>
                </a:cubicBezTo>
                <a:cubicBezTo>
                  <a:pt x="939075" y="1106929"/>
                  <a:pt x="952669" y="1093335"/>
                  <a:pt x="969438" y="1093335"/>
                </a:cubicBezTo>
                <a:close/>
                <a:moveTo>
                  <a:pt x="896883" y="1093335"/>
                </a:moveTo>
                <a:cubicBezTo>
                  <a:pt x="913653" y="1093335"/>
                  <a:pt x="927247" y="1106929"/>
                  <a:pt x="927247" y="1123698"/>
                </a:cubicBezTo>
                <a:cubicBezTo>
                  <a:pt x="927247" y="1140468"/>
                  <a:pt x="913653" y="1154062"/>
                  <a:pt x="896883" y="1154062"/>
                </a:cubicBezTo>
                <a:cubicBezTo>
                  <a:pt x="880114" y="1154062"/>
                  <a:pt x="866520" y="1140468"/>
                  <a:pt x="866520" y="1123698"/>
                </a:cubicBezTo>
                <a:cubicBezTo>
                  <a:pt x="866520" y="1106929"/>
                  <a:pt x="880114" y="1093335"/>
                  <a:pt x="896883" y="1093335"/>
                </a:cubicBezTo>
                <a:close/>
                <a:moveTo>
                  <a:pt x="824329" y="1093335"/>
                </a:moveTo>
                <a:cubicBezTo>
                  <a:pt x="841098" y="1093335"/>
                  <a:pt x="854692" y="1106929"/>
                  <a:pt x="854692" y="1123698"/>
                </a:cubicBezTo>
                <a:cubicBezTo>
                  <a:pt x="854692" y="1140468"/>
                  <a:pt x="841098" y="1154062"/>
                  <a:pt x="824329" y="1154062"/>
                </a:cubicBezTo>
                <a:cubicBezTo>
                  <a:pt x="807559" y="1154062"/>
                  <a:pt x="793965" y="1140468"/>
                  <a:pt x="793965" y="1123698"/>
                </a:cubicBezTo>
                <a:cubicBezTo>
                  <a:pt x="793965" y="1106929"/>
                  <a:pt x="807559" y="1093335"/>
                  <a:pt x="824329" y="1093335"/>
                </a:cubicBezTo>
                <a:close/>
                <a:moveTo>
                  <a:pt x="751774" y="1093335"/>
                </a:moveTo>
                <a:cubicBezTo>
                  <a:pt x="768544" y="1093335"/>
                  <a:pt x="782138" y="1106929"/>
                  <a:pt x="782138" y="1123698"/>
                </a:cubicBezTo>
                <a:cubicBezTo>
                  <a:pt x="782138" y="1140468"/>
                  <a:pt x="768544" y="1154062"/>
                  <a:pt x="751774" y="1154062"/>
                </a:cubicBezTo>
                <a:cubicBezTo>
                  <a:pt x="735005" y="1154062"/>
                  <a:pt x="721411" y="1140468"/>
                  <a:pt x="721411" y="1123698"/>
                </a:cubicBezTo>
                <a:cubicBezTo>
                  <a:pt x="721411" y="1106929"/>
                  <a:pt x="735005" y="1093335"/>
                  <a:pt x="751774" y="1093335"/>
                </a:cubicBezTo>
                <a:close/>
                <a:moveTo>
                  <a:pt x="679220" y="1093335"/>
                </a:moveTo>
                <a:cubicBezTo>
                  <a:pt x="695989" y="1093335"/>
                  <a:pt x="709583" y="1106929"/>
                  <a:pt x="709583" y="1123698"/>
                </a:cubicBezTo>
                <a:cubicBezTo>
                  <a:pt x="709583" y="1140468"/>
                  <a:pt x="695989" y="1154062"/>
                  <a:pt x="679220" y="1154062"/>
                </a:cubicBezTo>
                <a:cubicBezTo>
                  <a:pt x="662450" y="1154062"/>
                  <a:pt x="648856" y="1140468"/>
                  <a:pt x="648856" y="1123698"/>
                </a:cubicBezTo>
                <a:cubicBezTo>
                  <a:pt x="648856" y="1106929"/>
                  <a:pt x="662450" y="1093335"/>
                  <a:pt x="679220" y="1093335"/>
                </a:cubicBezTo>
                <a:close/>
                <a:moveTo>
                  <a:pt x="606665" y="1093335"/>
                </a:moveTo>
                <a:cubicBezTo>
                  <a:pt x="623435" y="1093335"/>
                  <a:pt x="637029" y="1106929"/>
                  <a:pt x="637029" y="1123698"/>
                </a:cubicBezTo>
                <a:cubicBezTo>
                  <a:pt x="637029" y="1140468"/>
                  <a:pt x="623435" y="1154062"/>
                  <a:pt x="606665" y="1154062"/>
                </a:cubicBezTo>
                <a:cubicBezTo>
                  <a:pt x="589896" y="1154062"/>
                  <a:pt x="576302" y="1140468"/>
                  <a:pt x="576302" y="1123698"/>
                </a:cubicBezTo>
                <a:cubicBezTo>
                  <a:pt x="576302" y="1106929"/>
                  <a:pt x="589896" y="1093335"/>
                  <a:pt x="606665" y="1093335"/>
                </a:cubicBezTo>
                <a:close/>
                <a:moveTo>
                  <a:pt x="534111" y="1093335"/>
                </a:moveTo>
                <a:cubicBezTo>
                  <a:pt x="550880" y="1093335"/>
                  <a:pt x="564474" y="1106929"/>
                  <a:pt x="564474" y="1123698"/>
                </a:cubicBezTo>
                <a:cubicBezTo>
                  <a:pt x="564474" y="1140468"/>
                  <a:pt x="550880" y="1154062"/>
                  <a:pt x="534111" y="1154062"/>
                </a:cubicBezTo>
                <a:cubicBezTo>
                  <a:pt x="517341" y="1154062"/>
                  <a:pt x="503747" y="1140468"/>
                  <a:pt x="503747" y="1123698"/>
                </a:cubicBezTo>
                <a:cubicBezTo>
                  <a:pt x="503747" y="1106929"/>
                  <a:pt x="517341" y="1093335"/>
                  <a:pt x="534111" y="1093335"/>
                </a:cubicBezTo>
                <a:close/>
                <a:moveTo>
                  <a:pt x="461556" y="1093335"/>
                </a:moveTo>
                <a:cubicBezTo>
                  <a:pt x="478326" y="1093335"/>
                  <a:pt x="491920" y="1106929"/>
                  <a:pt x="491920" y="1123698"/>
                </a:cubicBezTo>
                <a:cubicBezTo>
                  <a:pt x="491920" y="1140468"/>
                  <a:pt x="478326" y="1154062"/>
                  <a:pt x="461556" y="1154062"/>
                </a:cubicBezTo>
                <a:cubicBezTo>
                  <a:pt x="444787" y="1154062"/>
                  <a:pt x="431192" y="1140468"/>
                  <a:pt x="431192" y="1123698"/>
                </a:cubicBezTo>
                <a:cubicBezTo>
                  <a:pt x="431192" y="1106929"/>
                  <a:pt x="444787" y="1093335"/>
                  <a:pt x="461556" y="1093335"/>
                </a:cubicBezTo>
                <a:close/>
                <a:moveTo>
                  <a:pt x="389002" y="1093335"/>
                </a:moveTo>
                <a:cubicBezTo>
                  <a:pt x="405771" y="1093335"/>
                  <a:pt x="419365" y="1106929"/>
                  <a:pt x="419365" y="1123698"/>
                </a:cubicBezTo>
                <a:cubicBezTo>
                  <a:pt x="419365" y="1140468"/>
                  <a:pt x="405771" y="1154062"/>
                  <a:pt x="389002" y="1154062"/>
                </a:cubicBezTo>
                <a:cubicBezTo>
                  <a:pt x="372232" y="1154062"/>
                  <a:pt x="358638" y="1140468"/>
                  <a:pt x="358638" y="1123698"/>
                </a:cubicBezTo>
                <a:cubicBezTo>
                  <a:pt x="358638" y="1106929"/>
                  <a:pt x="372232" y="1093335"/>
                  <a:pt x="389002" y="1093335"/>
                </a:cubicBezTo>
                <a:close/>
                <a:moveTo>
                  <a:pt x="316447" y="1093335"/>
                </a:moveTo>
                <a:cubicBezTo>
                  <a:pt x="333216" y="1093335"/>
                  <a:pt x="346810" y="1106929"/>
                  <a:pt x="346810" y="1123698"/>
                </a:cubicBezTo>
                <a:cubicBezTo>
                  <a:pt x="346810" y="1140468"/>
                  <a:pt x="333216" y="1154062"/>
                  <a:pt x="316447" y="1154062"/>
                </a:cubicBezTo>
                <a:cubicBezTo>
                  <a:pt x="299677" y="1154062"/>
                  <a:pt x="286084" y="1140468"/>
                  <a:pt x="286084" y="1123698"/>
                </a:cubicBezTo>
                <a:cubicBezTo>
                  <a:pt x="286084" y="1106929"/>
                  <a:pt x="299677" y="1093335"/>
                  <a:pt x="316447" y="1093335"/>
                </a:cubicBezTo>
                <a:close/>
                <a:moveTo>
                  <a:pt x="243892" y="1093335"/>
                </a:moveTo>
                <a:cubicBezTo>
                  <a:pt x="260662" y="1093335"/>
                  <a:pt x="274256" y="1106929"/>
                  <a:pt x="274256" y="1123698"/>
                </a:cubicBezTo>
                <a:cubicBezTo>
                  <a:pt x="274256" y="1140468"/>
                  <a:pt x="260662" y="1154062"/>
                  <a:pt x="243892" y="1154062"/>
                </a:cubicBezTo>
                <a:cubicBezTo>
                  <a:pt x="227123" y="1154062"/>
                  <a:pt x="213529" y="1140468"/>
                  <a:pt x="213529" y="1123698"/>
                </a:cubicBezTo>
                <a:cubicBezTo>
                  <a:pt x="213529" y="1106929"/>
                  <a:pt x="227123" y="1093335"/>
                  <a:pt x="243892" y="1093335"/>
                </a:cubicBezTo>
                <a:close/>
                <a:moveTo>
                  <a:pt x="171339" y="1093335"/>
                </a:moveTo>
                <a:cubicBezTo>
                  <a:pt x="188107" y="1093335"/>
                  <a:pt x="201701" y="1106929"/>
                  <a:pt x="201701" y="1123698"/>
                </a:cubicBezTo>
                <a:cubicBezTo>
                  <a:pt x="201701" y="1140468"/>
                  <a:pt x="188107" y="1154062"/>
                  <a:pt x="171339" y="1154062"/>
                </a:cubicBezTo>
                <a:cubicBezTo>
                  <a:pt x="154633" y="1154062"/>
                  <a:pt x="141040" y="1140468"/>
                  <a:pt x="141040" y="1123698"/>
                </a:cubicBezTo>
                <a:cubicBezTo>
                  <a:pt x="141040" y="1106929"/>
                  <a:pt x="154633" y="1093335"/>
                  <a:pt x="171339" y="1093335"/>
                </a:cubicBezTo>
                <a:close/>
                <a:moveTo>
                  <a:pt x="98858" y="1093335"/>
                </a:moveTo>
                <a:cubicBezTo>
                  <a:pt x="115622" y="1093335"/>
                  <a:pt x="129216" y="1106929"/>
                  <a:pt x="129216" y="1123698"/>
                </a:cubicBezTo>
                <a:cubicBezTo>
                  <a:pt x="129216" y="1140468"/>
                  <a:pt x="115622" y="1154062"/>
                  <a:pt x="98858" y="1154062"/>
                </a:cubicBezTo>
                <a:cubicBezTo>
                  <a:pt x="82086" y="1154062"/>
                  <a:pt x="68492" y="1140468"/>
                  <a:pt x="68492" y="1123698"/>
                </a:cubicBezTo>
                <a:cubicBezTo>
                  <a:pt x="68492" y="1106929"/>
                  <a:pt x="82086" y="1093335"/>
                  <a:pt x="98858" y="1093335"/>
                </a:cubicBezTo>
                <a:close/>
                <a:moveTo>
                  <a:pt x="26303" y="1093335"/>
                </a:moveTo>
                <a:cubicBezTo>
                  <a:pt x="43069" y="1093335"/>
                  <a:pt x="56664" y="1106929"/>
                  <a:pt x="56664" y="1123698"/>
                </a:cubicBezTo>
                <a:cubicBezTo>
                  <a:pt x="56664" y="1140468"/>
                  <a:pt x="43069" y="1154062"/>
                  <a:pt x="26303" y="1154062"/>
                </a:cubicBezTo>
                <a:cubicBezTo>
                  <a:pt x="17918" y="1154062"/>
                  <a:pt x="10327" y="1150664"/>
                  <a:pt x="4832" y="1145169"/>
                </a:cubicBezTo>
                <a:lnTo>
                  <a:pt x="0" y="1133503"/>
                </a:lnTo>
                <a:lnTo>
                  <a:pt x="0" y="1113894"/>
                </a:lnTo>
                <a:lnTo>
                  <a:pt x="4832" y="1102228"/>
                </a:lnTo>
                <a:cubicBezTo>
                  <a:pt x="10327" y="1096734"/>
                  <a:pt x="17918" y="1093335"/>
                  <a:pt x="26303" y="1093335"/>
                </a:cubicBezTo>
                <a:close/>
                <a:moveTo>
                  <a:pt x="1549874" y="1012883"/>
                </a:moveTo>
                <a:lnTo>
                  <a:pt x="1555552" y="1014029"/>
                </a:lnTo>
                <a:lnTo>
                  <a:pt x="1530465" y="1066106"/>
                </a:lnTo>
                <a:lnTo>
                  <a:pt x="1528404" y="1064717"/>
                </a:lnTo>
                <a:cubicBezTo>
                  <a:pt x="1522910" y="1059222"/>
                  <a:pt x="1519511" y="1051631"/>
                  <a:pt x="1519511" y="1043246"/>
                </a:cubicBezTo>
                <a:cubicBezTo>
                  <a:pt x="1519511" y="1026477"/>
                  <a:pt x="1533105" y="1012883"/>
                  <a:pt x="1549874" y="1012883"/>
                </a:cubicBezTo>
                <a:close/>
                <a:moveTo>
                  <a:pt x="1477320" y="1012883"/>
                </a:moveTo>
                <a:cubicBezTo>
                  <a:pt x="1494089" y="1012883"/>
                  <a:pt x="1507683" y="1026477"/>
                  <a:pt x="1507683" y="1043246"/>
                </a:cubicBezTo>
                <a:cubicBezTo>
                  <a:pt x="1507683" y="1060016"/>
                  <a:pt x="1494089" y="1073610"/>
                  <a:pt x="1477320" y="1073610"/>
                </a:cubicBezTo>
                <a:cubicBezTo>
                  <a:pt x="1460550" y="1073610"/>
                  <a:pt x="1446956" y="1060016"/>
                  <a:pt x="1446956" y="1043246"/>
                </a:cubicBezTo>
                <a:cubicBezTo>
                  <a:pt x="1446956" y="1026477"/>
                  <a:pt x="1460550" y="1012883"/>
                  <a:pt x="1477320" y="1012883"/>
                </a:cubicBezTo>
                <a:close/>
                <a:moveTo>
                  <a:pt x="1404765" y="1012883"/>
                </a:moveTo>
                <a:cubicBezTo>
                  <a:pt x="1421535" y="1012883"/>
                  <a:pt x="1435129" y="1026477"/>
                  <a:pt x="1435129" y="1043246"/>
                </a:cubicBezTo>
                <a:cubicBezTo>
                  <a:pt x="1435129" y="1060016"/>
                  <a:pt x="1421535" y="1073610"/>
                  <a:pt x="1404765" y="1073610"/>
                </a:cubicBezTo>
                <a:cubicBezTo>
                  <a:pt x="1387996" y="1073610"/>
                  <a:pt x="1374402" y="1060016"/>
                  <a:pt x="1374402" y="1043246"/>
                </a:cubicBezTo>
                <a:cubicBezTo>
                  <a:pt x="1374402" y="1026477"/>
                  <a:pt x="1387996" y="1012883"/>
                  <a:pt x="1404765" y="1012883"/>
                </a:cubicBezTo>
                <a:close/>
                <a:moveTo>
                  <a:pt x="1332211" y="1012883"/>
                </a:moveTo>
                <a:cubicBezTo>
                  <a:pt x="1348980" y="1012883"/>
                  <a:pt x="1362574" y="1026477"/>
                  <a:pt x="1362574" y="1043246"/>
                </a:cubicBezTo>
                <a:cubicBezTo>
                  <a:pt x="1362574" y="1060016"/>
                  <a:pt x="1348980" y="1073610"/>
                  <a:pt x="1332211" y="1073610"/>
                </a:cubicBezTo>
                <a:cubicBezTo>
                  <a:pt x="1315441" y="1073610"/>
                  <a:pt x="1301847" y="1060016"/>
                  <a:pt x="1301847" y="1043246"/>
                </a:cubicBezTo>
                <a:cubicBezTo>
                  <a:pt x="1301847" y="1026477"/>
                  <a:pt x="1315441" y="1012883"/>
                  <a:pt x="1332211" y="1012883"/>
                </a:cubicBezTo>
                <a:close/>
                <a:moveTo>
                  <a:pt x="1259656" y="1012883"/>
                </a:moveTo>
                <a:cubicBezTo>
                  <a:pt x="1276426" y="1012883"/>
                  <a:pt x="1290020" y="1026477"/>
                  <a:pt x="1290020" y="1043246"/>
                </a:cubicBezTo>
                <a:cubicBezTo>
                  <a:pt x="1290020" y="1060016"/>
                  <a:pt x="1276426" y="1073610"/>
                  <a:pt x="1259656" y="1073610"/>
                </a:cubicBezTo>
                <a:cubicBezTo>
                  <a:pt x="1242887" y="1073610"/>
                  <a:pt x="1229293" y="1060016"/>
                  <a:pt x="1229293" y="1043246"/>
                </a:cubicBezTo>
                <a:cubicBezTo>
                  <a:pt x="1229293" y="1026477"/>
                  <a:pt x="1242887" y="1012883"/>
                  <a:pt x="1259656" y="1012883"/>
                </a:cubicBezTo>
                <a:close/>
                <a:moveTo>
                  <a:pt x="1187102" y="1012883"/>
                </a:moveTo>
                <a:cubicBezTo>
                  <a:pt x="1203871" y="1012883"/>
                  <a:pt x="1217465" y="1026477"/>
                  <a:pt x="1217465" y="1043246"/>
                </a:cubicBezTo>
                <a:cubicBezTo>
                  <a:pt x="1217465" y="1060016"/>
                  <a:pt x="1203871" y="1073610"/>
                  <a:pt x="1187102" y="1073610"/>
                </a:cubicBezTo>
                <a:cubicBezTo>
                  <a:pt x="1170332" y="1073610"/>
                  <a:pt x="1156738" y="1060016"/>
                  <a:pt x="1156738" y="1043246"/>
                </a:cubicBezTo>
                <a:cubicBezTo>
                  <a:pt x="1156738" y="1026477"/>
                  <a:pt x="1170332" y="1012883"/>
                  <a:pt x="1187102" y="1012883"/>
                </a:cubicBezTo>
                <a:close/>
                <a:moveTo>
                  <a:pt x="1114547" y="1012883"/>
                </a:moveTo>
                <a:cubicBezTo>
                  <a:pt x="1131317" y="1012883"/>
                  <a:pt x="1144911" y="1026477"/>
                  <a:pt x="1144911" y="1043246"/>
                </a:cubicBezTo>
                <a:cubicBezTo>
                  <a:pt x="1144911" y="1060016"/>
                  <a:pt x="1131317" y="1073610"/>
                  <a:pt x="1114547" y="1073610"/>
                </a:cubicBezTo>
                <a:cubicBezTo>
                  <a:pt x="1097778" y="1073610"/>
                  <a:pt x="1084184" y="1060016"/>
                  <a:pt x="1084184" y="1043246"/>
                </a:cubicBezTo>
                <a:cubicBezTo>
                  <a:pt x="1084184" y="1026477"/>
                  <a:pt x="1097778" y="1012883"/>
                  <a:pt x="1114547" y="1012883"/>
                </a:cubicBezTo>
                <a:close/>
                <a:moveTo>
                  <a:pt x="1041993" y="1012883"/>
                </a:moveTo>
                <a:cubicBezTo>
                  <a:pt x="1058762" y="1012883"/>
                  <a:pt x="1072356" y="1026477"/>
                  <a:pt x="1072356" y="1043246"/>
                </a:cubicBezTo>
                <a:cubicBezTo>
                  <a:pt x="1072356" y="1060016"/>
                  <a:pt x="1058762" y="1073610"/>
                  <a:pt x="1041993" y="1073610"/>
                </a:cubicBezTo>
                <a:cubicBezTo>
                  <a:pt x="1025223" y="1073610"/>
                  <a:pt x="1011629" y="1060016"/>
                  <a:pt x="1011629" y="1043246"/>
                </a:cubicBezTo>
                <a:cubicBezTo>
                  <a:pt x="1011629" y="1026477"/>
                  <a:pt x="1025223" y="1012883"/>
                  <a:pt x="1041993" y="1012883"/>
                </a:cubicBezTo>
                <a:close/>
                <a:moveTo>
                  <a:pt x="969438" y="1012883"/>
                </a:moveTo>
                <a:cubicBezTo>
                  <a:pt x="986208" y="1012883"/>
                  <a:pt x="999801" y="1026477"/>
                  <a:pt x="999801" y="1043246"/>
                </a:cubicBezTo>
                <a:cubicBezTo>
                  <a:pt x="999801" y="1060016"/>
                  <a:pt x="986208" y="1073610"/>
                  <a:pt x="969438" y="1073610"/>
                </a:cubicBezTo>
                <a:cubicBezTo>
                  <a:pt x="952669" y="1073610"/>
                  <a:pt x="939075" y="1060016"/>
                  <a:pt x="939075" y="1043246"/>
                </a:cubicBezTo>
                <a:cubicBezTo>
                  <a:pt x="939075" y="1026477"/>
                  <a:pt x="952669" y="1012883"/>
                  <a:pt x="969438" y="1012883"/>
                </a:cubicBezTo>
                <a:close/>
                <a:moveTo>
                  <a:pt x="896883" y="1012883"/>
                </a:moveTo>
                <a:cubicBezTo>
                  <a:pt x="913653" y="1012883"/>
                  <a:pt x="927247" y="1026477"/>
                  <a:pt x="927247" y="1043246"/>
                </a:cubicBezTo>
                <a:cubicBezTo>
                  <a:pt x="927247" y="1060016"/>
                  <a:pt x="913653" y="1073610"/>
                  <a:pt x="896883" y="1073610"/>
                </a:cubicBezTo>
                <a:cubicBezTo>
                  <a:pt x="880114" y="1073610"/>
                  <a:pt x="866520" y="1060016"/>
                  <a:pt x="866520" y="1043246"/>
                </a:cubicBezTo>
                <a:cubicBezTo>
                  <a:pt x="866520" y="1026477"/>
                  <a:pt x="880114" y="1012883"/>
                  <a:pt x="896883" y="1012883"/>
                </a:cubicBezTo>
                <a:close/>
                <a:moveTo>
                  <a:pt x="824329" y="1012883"/>
                </a:moveTo>
                <a:cubicBezTo>
                  <a:pt x="841098" y="1012883"/>
                  <a:pt x="854692" y="1026477"/>
                  <a:pt x="854692" y="1043246"/>
                </a:cubicBezTo>
                <a:cubicBezTo>
                  <a:pt x="854692" y="1060016"/>
                  <a:pt x="841098" y="1073610"/>
                  <a:pt x="824329" y="1073610"/>
                </a:cubicBezTo>
                <a:cubicBezTo>
                  <a:pt x="807559" y="1073610"/>
                  <a:pt x="793965" y="1060016"/>
                  <a:pt x="793965" y="1043246"/>
                </a:cubicBezTo>
                <a:cubicBezTo>
                  <a:pt x="793965" y="1026477"/>
                  <a:pt x="807559" y="1012883"/>
                  <a:pt x="824329" y="1012883"/>
                </a:cubicBezTo>
                <a:close/>
                <a:moveTo>
                  <a:pt x="751774" y="1012883"/>
                </a:moveTo>
                <a:cubicBezTo>
                  <a:pt x="768544" y="1012883"/>
                  <a:pt x="782138" y="1026477"/>
                  <a:pt x="782138" y="1043246"/>
                </a:cubicBezTo>
                <a:cubicBezTo>
                  <a:pt x="782138" y="1060016"/>
                  <a:pt x="768544" y="1073610"/>
                  <a:pt x="751774" y="1073610"/>
                </a:cubicBezTo>
                <a:cubicBezTo>
                  <a:pt x="735005" y="1073610"/>
                  <a:pt x="721411" y="1060016"/>
                  <a:pt x="721411" y="1043246"/>
                </a:cubicBezTo>
                <a:cubicBezTo>
                  <a:pt x="721411" y="1026477"/>
                  <a:pt x="735005" y="1012883"/>
                  <a:pt x="751774" y="1012883"/>
                </a:cubicBezTo>
                <a:close/>
                <a:moveTo>
                  <a:pt x="679220" y="1012883"/>
                </a:moveTo>
                <a:cubicBezTo>
                  <a:pt x="695989" y="1012883"/>
                  <a:pt x="709583" y="1026477"/>
                  <a:pt x="709583" y="1043246"/>
                </a:cubicBezTo>
                <a:cubicBezTo>
                  <a:pt x="709583" y="1060016"/>
                  <a:pt x="695989" y="1073610"/>
                  <a:pt x="679220" y="1073610"/>
                </a:cubicBezTo>
                <a:cubicBezTo>
                  <a:pt x="662450" y="1073610"/>
                  <a:pt x="648856" y="1060016"/>
                  <a:pt x="648856" y="1043246"/>
                </a:cubicBezTo>
                <a:cubicBezTo>
                  <a:pt x="648856" y="1026477"/>
                  <a:pt x="662450" y="1012883"/>
                  <a:pt x="679220" y="1012883"/>
                </a:cubicBezTo>
                <a:close/>
                <a:moveTo>
                  <a:pt x="606665" y="1012883"/>
                </a:moveTo>
                <a:cubicBezTo>
                  <a:pt x="623435" y="1012883"/>
                  <a:pt x="637029" y="1026477"/>
                  <a:pt x="637029" y="1043246"/>
                </a:cubicBezTo>
                <a:cubicBezTo>
                  <a:pt x="637029" y="1060016"/>
                  <a:pt x="623435" y="1073610"/>
                  <a:pt x="606665" y="1073610"/>
                </a:cubicBezTo>
                <a:cubicBezTo>
                  <a:pt x="589896" y="1073610"/>
                  <a:pt x="576302" y="1060016"/>
                  <a:pt x="576302" y="1043246"/>
                </a:cubicBezTo>
                <a:cubicBezTo>
                  <a:pt x="576302" y="1026477"/>
                  <a:pt x="589896" y="1012883"/>
                  <a:pt x="606665" y="1012883"/>
                </a:cubicBezTo>
                <a:close/>
                <a:moveTo>
                  <a:pt x="534111" y="1012883"/>
                </a:moveTo>
                <a:cubicBezTo>
                  <a:pt x="550880" y="1012883"/>
                  <a:pt x="564474" y="1026477"/>
                  <a:pt x="564474" y="1043246"/>
                </a:cubicBezTo>
                <a:cubicBezTo>
                  <a:pt x="564474" y="1060016"/>
                  <a:pt x="550880" y="1073610"/>
                  <a:pt x="534111" y="1073610"/>
                </a:cubicBezTo>
                <a:cubicBezTo>
                  <a:pt x="517341" y="1073610"/>
                  <a:pt x="503747" y="1060016"/>
                  <a:pt x="503747" y="1043246"/>
                </a:cubicBezTo>
                <a:cubicBezTo>
                  <a:pt x="503747" y="1026477"/>
                  <a:pt x="517341" y="1012883"/>
                  <a:pt x="534111" y="1012883"/>
                </a:cubicBezTo>
                <a:close/>
                <a:moveTo>
                  <a:pt x="461556" y="1012883"/>
                </a:moveTo>
                <a:cubicBezTo>
                  <a:pt x="478326" y="1012883"/>
                  <a:pt x="491920" y="1026477"/>
                  <a:pt x="491920" y="1043246"/>
                </a:cubicBezTo>
                <a:cubicBezTo>
                  <a:pt x="491920" y="1060016"/>
                  <a:pt x="478326" y="1073610"/>
                  <a:pt x="461556" y="1073610"/>
                </a:cubicBezTo>
                <a:cubicBezTo>
                  <a:pt x="444787" y="1073610"/>
                  <a:pt x="431192" y="1060016"/>
                  <a:pt x="431192" y="1043246"/>
                </a:cubicBezTo>
                <a:cubicBezTo>
                  <a:pt x="431192" y="1026477"/>
                  <a:pt x="444787" y="1012883"/>
                  <a:pt x="461556" y="1012883"/>
                </a:cubicBezTo>
                <a:close/>
                <a:moveTo>
                  <a:pt x="389002" y="1012883"/>
                </a:moveTo>
                <a:cubicBezTo>
                  <a:pt x="405771" y="1012883"/>
                  <a:pt x="419365" y="1026477"/>
                  <a:pt x="419365" y="1043246"/>
                </a:cubicBezTo>
                <a:cubicBezTo>
                  <a:pt x="419365" y="1060016"/>
                  <a:pt x="405771" y="1073610"/>
                  <a:pt x="389002" y="1073610"/>
                </a:cubicBezTo>
                <a:cubicBezTo>
                  <a:pt x="372232" y="1073610"/>
                  <a:pt x="358638" y="1060016"/>
                  <a:pt x="358638" y="1043246"/>
                </a:cubicBezTo>
                <a:cubicBezTo>
                  <a:pt x="358638" y="1026477"/>
                  <a:pt x="372232" y="1012883"/>
                  <a:pt x="389002" y="1012883"/>
                </a:cubicBezTo>
                <a:close/>
                <a:moveTo>
                  <a:pt x="316447" y="1012883"/>
                </a:moveTo>
                <a:cubicBezTo>
                  <a:pt x="333216" y="1012883"/>
                  <a:pt x="346810" y="1026477"/>
                  <a:pt x="346810" y="1043246"/>
                </a:cubicBezTo>
                <a:cubicBezTo>
                  <a:pt x="346810" y="1060016"/>
                  <a:pt x="333216" y="1073610"/>
                  <a:pt x="316447" y="1073610"/>
                </a:cubicBezTo>
                <a:cubicBezTo>
                  <a:pt x="299677" y="1073610"/>
                  <a:pt x="286084" y="1060016"/>
                  <a:pt x="286084" y="1043246"/>
                </a:cubicBezTo>
                <a:cubicBezTo>
                  <a:pt x="286084" y="1026477"/>
                  <a:pt x="299677" y="1012883"/>
                  <a:pt x="316447" y="1012883"/>
                </a:cubicBezTo>
                <a:close/>
                <a:moveTo>
                  <a:pt x="243892" y="1012883"/>
                </a:moveTo>
                <a:cubicBezTo>
                  <a:pt x="260662" y="1012883"/>
                  <a:pt x="274256" y="1026477"/>
                  <a:pt x="274256" y="1043246"/>
                </a:cubicBezTo>
                <a:cubicBezTo>
                  <a:pt x="274256" y="1060016"/>
                  <a:pt x="260662" y="1073610"/>
                  <a:pt x="243892" y="1073610"/>
                </a:cubicBezTo>
                <a:cubicBezTo>
                  <a:pt x="227123" y="1073610"/>
                  <a:pt x="213529" y="1060016"/>
                  <a:pt x="213529" y="1043246"/>
                </a:cubicBezTo>
                <a:cubicBezTo>
                  <a:pt x="213529" y="1026477"/>
                  <a:pt x="227123" y="1012883"/>
                  <a:pt x="243892" y="1012883"/>
                </a:cubicBezTo>
                <a:close/>
                <a:moveTo>
                  <a:pt x="171339" y="1012883"/>
                </a:moveTo>
                <a:cubicBezTo>
                  <a:pt x="188107" y="1012883"/>
                  <a:pt x="201701" y="1026477"/>
                  <a:pt x="201701" y="1043246"/>
                </a:cubicBezTo>
                <a:cubicBezTo>
                  <a:pt x="201701" y="1060016"/>
                  <a:pt x="188107" y="1073610"/>
                  <a:pt x="171339" y="1073610"/>
                </a:cubicBezTo>
                <a:cubicBezTo>
                  <a:pt x="154639" y="1073610"/>
                  <a:pt x="141045" y="1060016"/>
                  <a:pt x="141045" y="1043246"/>
                </a:cubicBezTo>
                <a:cubicBezTo>
                  <a:pt x="141045" y="1026477"/>
                  <a:pt x="154639" y="1012883"/>
                  <a:pt x="171339" y="1012883"/>
                </a:cubicBezTo>
                <a:close/>
                <a:moveTo>
                  <a:pt x="98865" y="1012883"/>
                </a:moveTo>
                <a:cubicBezTo>
                  <a:pt x="115628" y="1012883"/>
                  <a:pt x="129222" y="1026477"/>
                  <a:pt x="129222" y="1043246"/>
                </a:cubicBezTo>
                <a:cubicBezTo>
                  <a:pt x="129222" y="1060016"/>
                  <a:pt x="115628" y="1073610"/>
                  <a:pt x="98865" y="1073610"/>
                </a:cubicBezTo>
                <a:cubicBezTo>
                  <a:pt x="82093" y="1073610"/>
                  <a:pt x="68498" y="1060016"/>
                  <a:pt x="68498" y="1043246"/>
                </a:cubicBezTo>
                <a:cubicBezTo>
                  <a:pt x="68498" y="1026477"/>
                  <a:pt x="82093" y="1012883"/>
                  <a:pt x="98865" y="1012883"/>
                </a:cubicBezTo>
                <a:close/>
                <a:moveTo>
                  <a:pt x="26309" y="1012883"/>
                </a:moveTo>
                <a:cubicBezTo>
                  <a:pt x="43075" y="1012883"/>
                  <a:pt x="56670" y="1026477"/>
                  <a:pt x="56670" y="1043246"/>
                </a:cubicBezTo>
                <a:cubicBezTo>
                  <a:pt x="56670" y="1060016"/>
                  <a:pt x="43075" y="1073610"/>
                  <a:pt x="26309" y="1073610"/>
                </a:cubicBezTo>
                <a:cubicBezTo>
                  <a:pt x="17924" y="1073610"/>
                  <a:pt x="10333" y="1070212"/>
                  <a:pt x="4838" y="1064717"/>
                </a:cubicBezTo>
                <a:lnTo>
                  <a:pt x="0" y="1053036"/>
                </a:lnTo>
                <a:lnTo>
                  <a:pt x="0" y="1033457"/>
                </a:lnTo>
                <a:lnTo>
                  <a:pt x="4838" y="1021776"/>
                </a:lnTo>
                <a:cubicBezTo>
                  <a:pt x="10333" y="1016282"/>
                  <a:pt x="17924" y="1012883"/>
                  <a:pt x="26309" y="1012883"/>
                </a:cubicBezTo>
                <a:close/>
                <a:moveTo>
                  <a:pt x="1549874" y="932431"/>
                </a:moveTo>
                <a:cubicBezTo>
                  <a:pt x="1558259" y="932431"/>
                  <a:pt x="1565850" y="935830"/>
                  <a:pt x="1571345" y="941324"/>
                </a:cubicBezTo>
                <a:lnTo>
                  <a:pt x="1577296" y="955693"/>
                </a:lnTo>
                <a:lnTo>
                  <a:pt x="1565363" y="988298"/>
                </a:lnTo>
                <a:lnTo>
                  <a:pt x="1561694" y="990772"/>
                </a:lnTo>
                <a:cubicBezTo>
                  <a:pt x="1558061" y="992309"/>
                  <a:pt x="1554067" y="993158"/>
                  <a:pt x="1549874" y="993158"/>
                </a:cubicBezTo>
                <a:cubicBezTo>
                  <a:pt x="1533105" y="993158"/>
                  <a:pt x="1519511" y="979564"/>
                  <a:pt x="1519511" y="962795"/>
                </a:cubicBezTo>
                <a:cubicBezTo>
                  <a:pt x="1519511" y="946025"/>
                  <a:pt x="1533105" y="932431"/>
                  <a:pt x="1549874" y="932431"/>
                </a:cubicBezTo>
                <a:close/>
                <a:moveTo>
                  <a:pt x="1477320" y="932431"/>
                </a:moveTo>
                <a:cubicBezTo>
                  <a:pt x="1494089" y="932431"/>
                  <a:pt x="1507683" y="946025"/>
                  <a:pt x="1507683" y="962795"/>
                </a:cubicBezTo>
                <a:cubicBezTo>
                  <a:pt x="1507683" y="979564"/>
                  <a:pt x="1494089" y="993158"/>
                  <a:pt x="1477320" y="993158"/>
                </a:cubicBezTo>
                <a:cubicBezTo>
                  <a:pt x="1460550" y="993158"/>
                  <a:pt x="1446956" y="979564"/>
                  <a:pt x="1446956" y="962795"/>
                </a:cubicBezTo>
                <a:cubicBezTo>
                  <a:pt x="1446956" y="946025"/>
                  <a:pt x="1460550" y="932431"/>
                  <a:pt x="1477320" y="932431"/>
                </a:cubicBezTo>
                <a:close/>
                <a:moveTo>
                  <a:pt x="1404765" y="932431"/>
                </a:moveTo>
                <a:cubicBezTo>
                  <a:pt x="1421535" y="932431"/>
                  <a:pt x="1435129" y="946025"/>
                  <a:pt x="1435129" y="962795"/>
                </a:cubicBezTo>
                <a:cubicBezTo>
                  <a:pt x="1435129" y="979564"/>
                  <a:pt x="1421535" y="993158"/>
                  <a:pt x="1404765" y="993158"/>
                </a:cubicBezTo>
                <a:cubicBezTo>
                  <a:pt x="1387996" y="993158"/>
                  <a:pt x="1374402" y="979564"/>
                  <a:pt x="1374402" y="962795"/>
                </a:cubicBezTo>
                <a:cubicBezTo>
                  <a:pt x="1374402" y="946025"/>
                  <a:pt x="1387996" y="932431"/>
                  <a:pt x="1404765" y="932431"/>
                </a:cubicBezTo>
                <a:close/>
                <a:moveTo>
                  <a:pt x="1332211" y="932431"/>
                </a:moveTo>
                <a:cubicBezTo>
                  <a:pt x="1348980" y="932431"/>
                  <a:pt x="1362574" y="946025"/>
                  <a:pt x="1362574" y="962795"/>
                </a:cubicBezTo>
                <a:cubicBezTo>
                  <a:pt x="1362574" y="979564"/>
                  <a:pt x="1348980" y="993158"/>
                  <a:pt x="1332211" y="993158"/>
                </a:cubicBezTo>
                <a:cubicBezTo>
                  <a:pt x="1315441" y="993158"/>
                  <a:pt x="1301847" y="979564"/>
                  <a:pt x="1301847" y="962795"/>
                </a:cubicBezTo>
                <a:cubicBezTo>
                  <a:pt x="1301847" y="946025"/>
                  <a:pt x="1315441" y="932431"/>
                  <a:pt x="1332211" y="932431"/>
                </a:cubicBezTo>
                <a:close/>
                <a:moveTo>
                  <a:pt x="1259656" y="932431"/>
                </a:moveTo>
                <a:cubicBezTo>
                  <a:pt x="1276426" y="932431"/>
                  <a:pt x="1290020" y="946025"/>
                  <a:pt x="1290020" y="962795"/>
                </a:cubicBezTo>
                <a:cubicBezTo>
                  <a:pt x="1290020" y="979564"/>
                  <a:pt x="1276426" y="993158"/>
                  <a:pt x="1259656" y="993158"/>
                </a:cubicBezTo>
                <a:cubicBezTo>
                  <a:pt x="1242887" y="993158"/>
                  <a:pt x="1229293" y="979564"/>
                  <a:pt x="1229293" y="962795"/>
                </a:cubicBezTo>
                <a:cubicBezTo>
                  <a:pt x="1229293" y="946025"/>
                  <a:pt x="1242887" y="932431"/>
                  <a:pt x="1259656" y="932431"/>
                </a:cubicBezTo>
                <a:close/>
                <a:moveTo>
                  <a:pt x="1187102" y="932431"/>
                </a:moveTo>
                <a:cubicBezTo>
                  <a:pt x="1203871" y="932431"/>
                  <a:pt x="1217465" y="946025"/>
                  <a:pt x="1217465" y="962795"/>
                </a:cubicBezTo>
                <a:cubicBezTo>
                  <a:pt x="1217465" y="979564"/>
                  <a:pt x="1203871" y="993158"/>
                  <a:pt x="1187102" y="993158"/>
                </a:cubicBezTo>
                <a:cubicBezTo>
                  <a:pt x="1170332" y="993158"/>
                  <a:pt x="1156738" y="979564"/>
                  <a:pt x="1156738" y="962795"/>
                </a:cubicBezTo>
                <a:cubicBezTo>
                  <a:pt x="1156738" y="946025"/>
                  <a:pt x="1170332" y="932431"/>
                  <a:pt x="1187102" y="932431"/>
                </a:cubicBezTo>
                <a:close/>
                <a:moveTo>
                  <a:pt x="1114547" y="932431"/>
                </a:moveTo>
                <a:cubicBezTo>
                  <a:pt x="1131317" y="932431"/>
                  <a:pt x="1144911" y="946025"/>
                  <a:pt x="1144911" y="962795"/>
                </a:cubicBezTo>
                <a:cubicBezTo>
                  <a:pt x="1144911" y="979564"/>
                  <a:pt x="1131317" y="993158"/>
                  <a:pt x="1114547" y="993158"/>
                </a:cubicBezTo>
                <a:cubicBezTo>
                  <a:pt x="1097778" y="993158"/>
                  <a:pt x="1084184" y="979564"/>
                  <a:pt x="1084184" y="962795"/>
                </a:cubicBezTo>
                <a:cubicBezTo>
                  <a:pt x="1084184" y="946025"/>
                  <a:pt x="1097778" y="932431"/>
                  <a:pt x="1114547" y="932431"/>
                </a:cubicBezTo>
                <a:close/>
                <a:moveTo>
                  <a:pt x="1041993" y="932431"/>
                </a:moveTo>
                <a:cubicBezTo>
                  <a:pt x="1058762" y="932431"/>
                  <a:pt x="1072356" y="946025"/>
                  <a:pt x="1072356" y="962795"/>
                </a:cubicBezTo>
                <a:cubicBezTo>
                  <a:pt x="1072356" y="979564"/>
                  <a:pt x="1058762" y="993158"/>
                  <a:pt x="1041993" y="993158"/>
                </a:cubicBezTo>
                <a:cubicBezTo>
                  <a:pt x="1025223" y="993158"/>
                  <a:pt x="1011629" y="979564"/>
                  <a:pt x="1011629" y="962795"/>
                </a:cubicBezTo>
                <a:cubicBezTo>
                  <a:pt x="1011629" y="946025"/>
                  <a:pt x="1025223" y="932431"/>
                  <a:pt x="1041993" y="932431"/>
                </a:cubicBezTo>
                <a:close/>
                <a:moveTo>
                  <a:pt x="969438" y="932431"/>
                </a:moveTo>
                <a:cubicBezTo>
                  <a:pt x="986208" y="932431"/>
                  <a:pt x="999801" y="946025"/>
                  <a:pt x="999801" y="962795"/>
                </a:cubicBezTo>
                <a:cubicBezTo>
                  <a:pt x="999801" y="979564"/>
                  <a:pt x="986208" y="993158"/>
                  <a:pt x="969438" y="993158"/>
                </a:cubicBezTo>
                <a:cubicBezTo>
                  <a:pt x="952669" y="993158"/>
                  <a:pt x="939075" y="979564"/>
                  <a:pt x="939075" y="962795"/>
                </a:cubicBezTo>
                <a:cubicBezTo>
                  <a:pt x="939075" y="946025"/>
                  <a:pt x="952669" y="932431"/>
                  <a:pt x="969438" y="932431"/>
                </a:cubicBezTo>
                <a:close/>
                <a:moveTo>
                  <a:pt x="896883" y="932431"/>
                </a:moveTo>
                <a:cubicBezTo>
                  <a:pt x="913653" y="932431"/>
                  <a:pt x="927247" y="946025"/>
                  <a:pt x="927247" y="962795"/>
                </a:cubicBezTo>
                <a:cubicBezTo>
                  <a:pt x="927247" y="979564"/>
                  <a:pt x="913653" y="993158"/>
                  <a:pt x="896883" y="993158"/>
                </a:cubicBezTo>
                <a:cubicBezTo>
                  <a:pt x="880114" y="993158"/>
                  <a:pt x="866520" y="979564"/>
                  <a:pt x="866520" y="962795"/>
                </a:cubicBezTo>
                <a:cubicBezTo>
                  <a:pt x="866520" y="946025"/>
                  <a:pt x="880114" y="932431"/>
                  <a:pt x="896883" y="932431"/>
                </a:cubicBezTo>
                <a:close/>
                <a:moveTo>
                  <a:pt x="824329" y="932431"/>
                </a:moveTo>
                <a:cubicBezTo>
                  <a:pt x="841098" y="932431"/>
                  <a:pt x="854692" y="946025"/>
                  <a:pt x="854692" y="962795"/>
                </a:cubicBezTo>
                <a:cubicBezTo>
                  <a:pt x="854692" y="979564"/>
                  <a:pt x="841098" y="993158"/>
                  <a:pt x="824329" y="993158"/>
                </a:cubicBezTo>
                <a:cubicBezTo>
                  <a:pt x="807559" y="993158"/>
                  <a:pt x="793965" y="979564"/>
                  <a:pt x="793965" y="962795"/>
                </a:cubicBezTo>
                <a:cubicBezTo>
                  <a:pt x="793965" y="946025"/>
                  <a:pt x="807559" y="932431"/>
                  <a:pt x="824329" y="932431"/>
                </a:cubicBezTo>
                <a:close/>
                <a:moveTo>
                  <a:pt x="751774" y="932431"/>
                </a:moveTo>
                <a:cubicBezTo>
                  <a:pt x="768544" y="932431"/>
                  <a:pt x="782138" y="946025"/>
                  <a:pt x="782138" y="962795"/>
                </a:cubicBezTo>
                <a:cubicBezTo>
                  <a:pt x="782138" y="979564"/>
                  <a:pt x="768544" y="993158"/>
                  <a:pt x="751774" y="993158"/>
                </a:cubicBezTo>
                <a:cubicBezTo>
                  <a:pt x="735005" y="993158"/>
                  <a:pt x="721411" y="979564"/>
                  <a:pt x="721411" y="962795"/>
                </a:cubicBezTo>
                <a:cubicBezTo>
                  <a:pt x="721411" y="946025"/>
                  <a:pt x="735005" y="932431"/>
                  <a:pt x="751774" y="932431"/>
                </a:cubicBezTo>
                <a:close/>
                <a:moveTo>
                  <a:pt x="679220" y="932431"/>
                </a:moveTo>
                <a:cubicBezTo>
                  <a:pt x="695989" y="932431"/>
                  <a:pt x="709583" y="946025"/>
                  <a:pt x="709583" y="962795"/>
                </a:cubicBezTo>
                <a:cubicBezTo>
                  <a:pt x="709583" y="979564"/>
                  <a:pt x="695989" y="993158"/>
                  <a:pt x="679220" y="993158"/>
                </a:cubicBezTo>
                <a:cubicBezTo>
                  <a:pt x="662450" y="993158"/>
                  <a:pt x="648856" y="979564"/>
                  <a:pt x="648856" y="962795"/>
                </a:cubicBezTo>
                <a:cubicBezTo>
                  <a:pt x="648856" y="946025"/>
                  <a:pt x="662450" y="932431"/>
                  <a:pt x="679220" y="932431"/>
                </a:cubicBezTo>
                <a:close/>
                <a:moveTo>
                  <a:pt x="606665" y="932431"/>
                </a:moveTo>
                <a:cubicBezTo>
                  <a:pt x="623435" y="932431"/>
                  <a:pt x="637029" y="946025"/>
                  <a:pt x="637029" y="962795"/>
                </a:cubicBezTo>
                <a:cubicBezTo>
                  <a:pt x="637029" y="979564"/>
                  <a:pt x="623435" y="993158"/>
                  <a:pt x="606665" y="993158"/>
                </a:cubicBezTo>
                <a:cubicBezTo>
                  <a:pt x="589896" y="993158"/>
                  <a:pt x="576302" y="979564"/>
                  <a:pt x="576302" y="962795"/>
                </a:cubicBezTo>
                <a:cubicBezTo>
                  <a:pt x="576302" y="946025"/>
                  <a:pt x="589896" y="932431"/>
                  <a:pt x="606665" y="932431"/>
                </a:cubicBezTo>
                <a:close/>
                <a:moveTo>
                  <a:pt x="534111" y="932431"/>
                </a:moveTo>
                <a:cubicBezTo>
                  <a:pt x="550880" y="932431"/>
                  <a:pt x="564474" y="946025"/>
                  <a:pt x="564474" y="962795"/>
                </a:cubicBezTo>
                <a:cubicBezTo>
                  <a:pt x="564474" y="979564"/>
                  <a:pt x="550880" y="993158"/>
                  <a:pt x="534111" y="993158"/>
                </a:cubicBezTo>
                <a:cubicBezTo>
                  <a:pt x="517341" y="993158"/>
                  <a:pt x="503747" y="979564"/>
                  <a:pt x="503747" y="962795"/>
                </a:cubicBezTo>
                <a:cubicBezTo>
                  <a:pt x="503747" y="946025"/>
                  <a:pt x="517341" y="932431"/>
                  <a:pt x="534111" y="932431"/>
                </a:cubicBezTo>
                <a:close/>
                <a:moveTo>
                  <a:pt x="461556" y="932431"/>
                </a:moveTo>
                <a:cubicBezTo>
                  <a:pt x="478326" y="932431"/>
                  <a:pt x="491920" y="946025"/>
                  <a:pt x="491920" y="962795"/>
                </a:cubicBezTo>
                <a:cubicBezTo>
                  <a:pt x="491920" y="979564"/>
                  <a:pt x="478326" y="993158"/>
                  <a:pt x="461556" y="993158"/>
                </a:cubicBezTo>
                <a:cubicBezTo>
                  <a:pt x="444787" y="993158"/>
                  <a:pt x="431192" y="979564"/>
                  <a:pt x="431192" y="962795"/>
                </a:cubicBezTo>
                <a:cubicBezTo>
                  <a:pt x="431192" y="946025"/>
                  <a:pt x="444787" y="932431"/>
                  <a:pt x="461556" y="932431"/>
                </a:cubicBezTo>
                <a:close/>
                <a:moveTo>
                  <a:pt x="389002" y="932431"/>
                </a:moveTo>
                <a:cubicBezTo>
                  <a:pt x="405771" y="932431"/>
                  <a:pt x="419365" y="946025"/>
                  <a:pt x="419365" y="962795"/>
                </a:cubicBezTo>
                <a:cubicBezTo>
                  <a:pt x="419365" y="979564"/>
                  <a:pt x="405771" y="993158"/>
                  <a:pt x="389002" y="993158"/>
                </a:cubicBezTo>
                <a:cubicBezTo>
                  <a:pt x="372232" y="993158"/>
                  <a:pt x="358638" y="979564"/>
                  <a:pt x="358638" y="962795"/>
                </a:cubicBezTo>
                <a:cubicBezTo>
                  <a:pt x="358638" y="946025"/>
                  <a:pt x="372232" y="932431"/>
                  <a:pt x="389002" y="932431"/>
                </a:cubicBezTo>
                <a:close/>
                <a:moveTo>
                  <a:pt x="316447" y="932431"/>
                </a:moveTo>
                <a:cubicBezTo>
                  <a:pt x="333216" y="932431"/>
                  <a:pt x="346810" y="946025"/>
                  <a:pt x="346810" y="962795"/>
                </a:cubicBezTo>
                <a:cubicBezTo>
                  <a:pt x="346810" y="979564"/>
                  <a:pt x="333216" y="993158"/>
                  <a:pt x="316447" y="993158"/>
                </a:cubicBezTo>
                <a:cubicBezTo>
                  <a:pt x="299677" y="993158"/>
                  <a:pt x="286084" y="979564"/>
                  <a:pt x="286084" y="962795"/>
                </a:cubicBezTo>
                <a:cubicBezTo>
                  <a:pt x="286084" y="946025"/>
                  <a:pt x="299677" y="932431"/>
                  <a:pt x="316447" y="932431"/>
                </a:cubicBezTo>
                <a:close/>
                <a:moveTo>
                  <a:pt x="243892" y="932431"/>
                </a:moveTo>
                <a:cubicBezTo>
                  <a:pt x="260662" y="932431"/>
                  <a:pt x="274256" y="946025"/>
                  <a:pt x="274256" y="962795"/>
                </a:cubicBezTo>
                <a:cubicBezTo>
                  <a:pt x="274256" y="979564"/>
                  <a:pt x="260662" y="993158"/>
                  <a:pt x="243892" y="993158"/>
                </a:cubicBezTo>
                <a:cubicBezTo>
                  <a:pt x="227123" y="993158"/>
                  <a:pt x="213529" y="979564"/>
                  <a:pt x="213529" y="962795"/>
                </a:cubicBezTo>
                <a:cubicBezTo>
                  <a:pt x="213529" y="946025"/>
                  <a:pt x="227123" y="932431"/>
                  <a:pt x="243892" y="932431"/>
                </a:cubicBezTo>
                <a:close/>
                <a:moveTo>
                  <a:pt x="171339" y="932431"/>
                </a:moveTo>
                <a:cubicBezTo>
                  <a:pt x="188107" y="932431"/>
                  <a:pt x="201701" y="946025"/>
                  <a:pt x="201701" y="962795"/>
                </a:cubicBezTo>
                <a:cubicBezTo>
                  <a:pt x="201701" y="979564"/>
                  <a:pt x="188107" y="993158"/>
                  <a:pt x="171339" y="993158"/>
                </a:cubicBezTo>
                <a:cubicBezTo>
                  <a:pt x="154645" y="993158"/>
                  <a:pt x="141051" y="979564"/>
                  <a:pt x="141051" y="962795"/>
                </a:cubicBezTo>
                <a:cubicBezTo>
                  <a:pt x="141051" y="946025"/>
                  <a:pt x="154645" y="932431"/>
                  <a:pt x="171339" y="932431"/>
                </a:cubicBezTo>
                <a:close/>
                <a:moveTo>
                  <a:pt x="98870" y="932431"/>
                </a:moveTo>
                <a:cubicBezTo>
                  <a:pt x="115634" y="932431"/>
                  <a:pt x="129228" y="946025"/>
                  <a:pt x="129228" y="962795"/>
                </a:cubicBezTo>
                <a:cubicBezTo>
                  <a:pt x="129228" y="979564"/>
                  <a:pt x="115634" y="993158"/>
                  <a:pt x="98870" y="993158"/>
                </a:cubicBezTo>
                <a:cubicBezTo>
                  <a:pt x="82099" y="993158"/>
                  <a:pt x="68505" y="979564"/>
                  <a:pt x="68505" y="962795"/>
                </a:cubicBezTo>
                <a:cubicBezTo>
                  <a:pt x="68505" y="946025"/>
                  <a:pt x="82099" y="932431"/>
                  <a:pt x="98870" y="932431"/>
                </a:cubicBezTo>
                <a:close/>
                <a:moveTo>
                  <a:pt x="26316" y="932431"/>
                </a:moveTo>
                <a:cubicBezTo>
                  <a:pt x="43081" y="932431"/>
                  <a:pt x="56676" y="946025"/>
                  <a:pt x="56676" y="962795"/>
                </a:cubicBezTo>
                <a:cubicBezTo>
                  <a:pt x="56676" y="979564"/>
                  <a:pt x="43081" y="993158"/>
                  <a:pt x="26316" y="993158"/>
                </a:cubicBezTo>
                <a:cubicBezTo>
                  <a:pt x="17931" y="993158"/>
                  <a:pt x="10340" y="989760"/>
                  <a:pt x="4845" y="984265"/>
                </a:cubicBezTo>
                <a:lnTo>
                  <a:pt x="0" y="972570"/>
                </a:lnTo>
                <a:lnTo>
                  <a:pt x="0" y="953020"/>
                </a:lnTo>
                <a:lnTo>
                  <a:pt x="4845" y="941324"/>
                </a:lnTo>
                <a:cubicBezTo>
                  <a:pt x="10340" y="935830"/>
                  <a:pt x="17931" y="932431"/>
                  <a:pt x="26316" y="932431"/>
                </a:cubicBezTo>
                <a:close/>
                <a:moveTo>
                  <a:pt x="1612513" y="853981"/>
                </a:moveTo>
                <a:lnTo>
                  <a:pt x="1607766" y="872445"/>
                </a:lnTo>
                <a:lnTo>
                  <a:pt x="1598477" y="897823"/>
                </a:lnTo>
                <a:lnTo>
                  <a:pt x="1592066" y="882343"/>
                </a:lnTo>
                <a:cubicBezTo>
                  <a:pt x="1592066" y="869766"/>
                  <a:pt x="1599712" y="858975"/>
                  <a:pt x="1610610" y="854366"/>
                </a:cubicBezTo>
                <a:close/>
                <a:moveTo>
                  <a:pt x="1549874" y="851979"/>
                </a:moveTo>
                <a:cubicBezTo>
                  <a:pt x="1566644" y="851979"/>
                  <a:pt x="1580238" y="865573"/>
                  <a:pt x="1580238" y="882343"/>
                </a:cubicBezTo>
                <a:cubicBezTo>
                  <a:pt x="1580238" y="899112"/>
                  <a:pt x="1566644" y="912706"/>
                  <a:pt x="1549874" y="912706"/>
                </a:cubicBezTo>
                <a:cubicBezTo>
                  <a:pt x="1533105" y="912706"/>
                  <a:pt x="1519511" y="899112"/>
                  <a:pt x="1519511" y="882343"/>
                </a:cubicBezTo>
                <a:cubicBezTo>
                  <a:pt x="1519511" y="865573"/>
                  <a:pt x="1533105" y="851979"/>
                  <a:pt x="1549874" y="851979"/>
                </a:cubicBezTo>
                <a:close/>
                <a:moveTo>
                  <a:pt x="1477320" y="851979"/>
                </a:moveTo>
                <a:cubicBezTo>
                  <a:pt x="1494089" y="851979"/>
                  <a:pt x="1507683" y="865573"/>
                  <a:pt x="1507683" y="882343"/>
                </a:cubicBezTo>
                <a:cubicBezTo>
                  <a:pt x="1507683" y="899112"/>
                  <a:pt x="1494089" y="912706"/>
                  <a:pt x="1477320" y="912706"/>
                </a:cubicBezTo>
                <a:cubicBezTo>
                  <a:pt x="1460550" y="912706"/>
                  <a:pt x="1446956" y="899112"/>
                  <a:pt x="1446956" y="882343"/>
                </a:cubicBezTo>
                <a:cubicBezTo>
                  <a:pt x="1446956" y="865573"/>
                  <a:pt x="1460550" y="851979"/>
                  <a:pt x="1477320" y="851979"/>
                </a:cubicBezTo>
                <a:close/>
                <a:moveTo>
                  <a:pt x="1404765" y="851979"/>
                </a:moveTo>
                <a:cubicBezTo>
                  <a:pt x="1421535" y="851979"/>
                  <a:pt x="1435129" y="865573"/>
                  <a:pt x="1435129" y="882343"/>
                </a:cubicBezTo>
                <a:cubicBezTo>
                  <a:pt x="1435129" y="899112"/>
                  <a:pt x="1421535" y="912706"/>
                  <a:pt x="1404765" y="912706"/>
                </a:cubicBezTo>
                <a:cubicBezTo>
                  <a:pt x="1387996" y="912706"/>
                  <a:pt x="1374402" y="899112"/>
                  <a:pt x="1374402" y="882343"/>
                </a:cubicBezTo>
                <a:cubicBezTo>
                  <a:pt x="1374402" y="865573"/>
                  <a:pt x="1387996" y="851979"/>
                  <a:pt x="1404765" y="851979"/>
                </a:cubicBezTo>
                <a:close/>
                <a:moveTo>
                  <a:pt x="1332211" y="851979"/>
                </a:moveTo>
                <a:cubicBezTo>
                  <a:pt x="1348980" y="851979"/>
                  <a:pt x="1362574" y="865573"/>
                  <a:pt x="1362574" y="882343"/>
                </a:cubicBezTo>
                <a:cubicBezTo>
                  <a:pt x="1362574" y="899112"/>
                  <a:pt x="1348980" y="912706"/>
                  <a:pt x="1332211" y="912706"/>
                </a:cubicBezTo>
                <a:cubicBezTo>
                  <a:pt x="1315441" y="912706"/>
                  <a:pt x="1301847" y="899112"/>
                  <a:pt x="1301847" y="882343"/>
                </a:cubicBezTo>
                <a:cubicBezTo>
                  <a:pt x="1301847" y="865573"/>
                  <a:pt x="1315441" y="851979"/>
                  <a:pt x="1332211" y="851979"/>
                </a:cubicBezTo>
                <a:close/>
                <a:moveTo>
                  <a:pt x="1259656" y="851979"/>
                </a:moveTo>
                <a:cubicBezTo>
                  <a:pt x="1276426" y="851979"/>
                  <a:pt x="1290020" y="865573"/>
                  <a:pt x="1290020" y="882343"/>
                </a:cubicBezTo>
                <a:cubicBezTo>
                  <a:pt x="1290020" y="899112"/>
                  <a:pt x="1276426" y="912706"/>
                  <a:pt x="1259656" y="912706"/>
                </a:cubicBezTo>
                <a:cubicBezTo>
                  <a:pt x="1242887" y="912706"/>
                  <a:pt x="1229293" y="899112"/>
                  <a:pt x="1229293" y="882343"/>
                </a:cubicBezTo>
                <a:cubicBezTo>
                  <a:pt x="1229293" y="865573"/>
                  <a:pt x="1242887" y="851979"/>
                  <a:pt x="1259656" y="851979"/>
                </a:cubicBezTo>
                <a:close/>
                <a:moveTo>
                  <a:pt x="1187102" y="851979"/>
                </a:moveTo>
                <a:cubicBezTo>
                  <a:pt x="1203871" y="851979"/>
                  <a:pt x="1217465" y="865573"/>
                  <a:pt x="1217465" y="882343"/>
                </a:cubicBezTo>
                <a:cubicBezTo>
                  <a:pt x="1217465" y="899112"/>
                  <a:pt x="1203871" y="912706"/>
                  <a:pt x="1187102" y="912706"/>
                </a:cubicBezTo>
                <a:cubicBezTo>
                  <a:pt x="1170332" y="912706"/>
                  <a:pt x="1156738" y="899112"/>
                  <a:pt x="1156738" y="882343"/>
                </a:cubicBezTo>
                <a:cubicBezTo>
                  <a:pt x="1156738" y="865573"/>
                  <a:pt x="1170332" y="851979"/>
                  <a:pt x="1187102" y="851979"/>
                </a:cubicBezTo>
                <a:close/>
                <a:moveTo>
                  <a:pt x="1114547" y="851979"/>
                </a:moveTo>
                <a:cubicBezTo>
                  <a:pt x="1131317" y="851979"/>
                  <a:pt x="1144911" y="865573"/>
                  <a:pt x="1144911" y="882343"/>
                </a:cubicBezTo>
                <a:cubicBezTo>
                  <a:pt x="1144911" y="899112"/>
                  <a:pt x="1131317" y="912706"/>
                  <a:pt x="1114547" y="912706"/>
                </a:cubicBezTo>
                <a:cubicBezTo>
                  <a:pt x="1097778" y="912706"/>
                  <a:pt x="1084184" y="899112"/>
                  <a:pt x="1084184" y="882343"/>
                </a:cubicBezTo>
                <a:cubicBezTo>
                  <a:pt x="1084184" y="865573"/>
                  <a:pt x="1097778" y="851979"/>
                  <a:pt x="1114547" y="851979"/>
                </a:cubicBezTo>
                <a:close/>
                <a:moveTo>
                  <a:pt x="1041993" y="851979"/>
                </a:moveTo>
                <a:cubicBezTo>
                  <a:pt x="1058762" y="851979"/>
                  <a:pt x="1072356" y="865573"/>
                  <a:pt x="1072356" y="882343"/>
                </a:cubicBezTo>
                <a:cubicBezTo>
                  <a:pt x="1072356" y="899112"/>
                  <a:pt x="1058762" y="912706"/>
                  <a:pt x="1041993" y="912706"/>
                </a:cubicBezTo>
                <a:cubicBezTo>
                  <a:pt x="1025223" y="912706"/>
                  <a:pt x="1011629" y="899112"/>
                  <a:pt x="1011629" y="882343"/>
                </a:cubicBezTo>
                <a:cubicBezTo>
                  <a:pt x="1011629" y="865573"/>
                  <a:pt x="1025223" y="851979"/>
                  <a:pt x="1041993" y="851979"/>
                </a:cubicBezTo>
                <a:close/>
                <a:moveTo>
                  <a:pt x="969438" y="851979"/>
                </a:moveTo>
                <a:cubicBezTo>
                  <a:pt x="986208" y="851979"/>
                  <a:pt x="999801" y="865573"/>
                  <a:pt x="999801" y="882343"/>
                </a:cubicBezTo>
                <a:cubicBezTo>
                  <a:pt x="999801" y="899112"/>
                  <a:pt x="986208" y="912706"/>
                  <a:pt x="969438" y="912706"/>
                </a:cubicBezTo>
                <a:cubicBezTo>
                  <a:pt x="952669" y="912706"/>
                  <a:pt x="939075" y="899112"/>
                  <a:pt x="939075" y="882343"/>
                </a:cubicBezTo>
                <a:cubicBezTo>
                  <a:pt x="939075" y="865573"/>
                  <a:pt x="952669" y="851979"/>
                  <a:pt x="969438" y="851979"/>
                </a:cubicBezTo>
                <a:close/>
                <a:moveTo>
                  <a:pt x="896883" y="851979"/>
                </a:moveTo>
                <a:cubicBezTo>
                  <a:pt x="913653" y="851979"/>
                  <a:pt x="927247" y="865573"/>
                  <a:pt x="927247" y="882343"/>
                </a:cubicBezTo>
                <a:cubicBezTo>
                  <a:pt x="927247" y="899112"/>
                  <a:pt x="913653" y="912706"/>
                  <a:pt x="896883" y="912706"/>
                </a:cubicBezTo>
                <a:cubicBezTo>
                  <a:pt x="880114" y="912706"/>
                  <a:pt x="866520" y="899112"/>
                  <a:pt x="866520" y="882343"/>
                </a:cubicBezTo>
                <a:cubicBezTo>
                  <a:pt x="866520" y="865573"/>
                  <a:pt x="880114" y="851979"/>
                  <a:pt x="896883" y="851979"/>
                </a:cubicBezTo>
                <a:close/>
                <a:moveTo>
                  <a:pt x="824329" y="851979"/>
                </a:moveTo>
                <a:cubicBezTo>
                  <a:pt x="841098" y="851979"/>
                  <a:pt x="854692" y="865573"/>
                  <a:pt x="854692" y="882343"/>
                </a:cubicBezTo>
                <a:cubicBezTo>
                  <a:pt x="854692" y="899112"/>
                  <a:pt x="841098" y="912706"/>
                  <a:pt x="824329" y="912706"/>
                </a:cubicBezTo>
                <a:cubicBezTo>
                  <a:pt x="807559" y="912706"/>
                  <a:pt x="793965" y="899112"/>
                  <a:pt x="793965" y="882343"/>
                </a:cubicBezTo>
                <a:cubicBezTo>
                  <a:pt x="793965" y="865573"/>
                  <a:pt x="807559" y="851979"/>
                  <a:pt x="824329" y="851979"/>
                </a:cubicBezTo>
                <a:close/>
                <a:moveTo>
                  <a:pt x="751774" y="851979"/>
                </a:moveTo>
                <a:cubicBezTo>
                  <a:pt x="768544" y="851979"/>
                  <a:pt x="782138" y="865573"/>
                  <a:pt x="782138" y="882343"/>
                </a:cubicBezTo>
                <a:cubicBezTo>
                  <a:pt x="782138" y="899112"/>
                  <a:pt x="768544" y="912706"/>
                  <a:pt x="751774" y="912706"/>
                </a:cubicBezTo>
                <a:cubicBezTo>
                  <a:pt x="735005" y="912706"/>
                  <a:pt x="721411" y="899112"/>
                  <a:pt x="721411" y="882343"/>
                </a:cubicBezTo>
                <a:cubicBezTo>
                  <a:pt x="721411" y="865573"/>
                  <a:pt x="735005" y="851979"/>
                  <a:pt x="751774" y="851979"/>
                </a:cubicBezTo>
                <a:close/>
                <a:moveTo>
                  <a:pt x="679220" y="851979"/>
                </a:moveTo>
                <a:cubicBezTo>
                  <a:pt x="695989" y="851979"/>
                  <a:pt x="709583" y="865573"/>
                  <a:pt x="709583" y="882343"/>
                </a:cubicBezTo>
                <a:cubicBezTo>
                  <a:pt x="709583" y="899112"/>
                  <a:pt x="695989" y="912706"/>
                  <a:pt x="679220" y="912706"/>
                </a:cubicBezTo>
                <a:cubicBezTo>
                  <a:pt x="662450" y="912706"/>
                  <a:pt x="648856" y="899112"/>
                  <a:pt x="648856" y="882343"/>
                </a:cubicBezTo>
                <a:cubicBezTo>
                  <a:pt x="648856" y="865573"/>
                  <a:pt x="662450" y="851979"/>
                  <a:pt x="679220" y="851979"/>
                </a:cubicBezTo>
                <a:close/>
                <a:moveTo>
                  <a:pt x="606665" y="851979"/>
                </a:moveTo>
                <a:cubicBezTo>
                  <a:pt x="623435" y="851979"/>
                  <a:pt x="637029" y="865573"/>
                  <a:pt x="637029" y="882343"/>
                </a:cubicBezTo>
                <a:cubicBezTo>
                  <a:pt x="637029" y="899112"/>
                  <a:pt x="623435" y="912706"/>
                  <a:pt x="606665" y="912706"/>
                </a:cubicBezTo>
                <a:cubicBezTo>
                  <a:pt x="589896" y="912706"/>
                  <a:pt x="576302" y="899112"/>
                  <a:pt x="576302" y="882343"/>
                </a:cubicBezTo>
                <a:cubicBezTo>
                  <a:pt x="576302" y="865573"/>
                  <a:pt x="589896" y="851979"/>
                  <a:pt x="606665" y="851979"/>
                </a:cubicBezTo>
                <a:close/>
                <a:moveTo>
                  <a:pt x="534111" y="851979"/>
                </a:moveTo>
                <a:cubicBezTo>
                  <a:pt x="550880" y="851979"/>
                  <a:pt x="564474" y="865573"/>
                  <a:pt x="564474" y="882343"/>
                </a:cubicBezTo>
                <a:cubicBezTo>
                  <a:pt x="564474" y="899112"/>
                  <a:pt x="550880" y="912706"/>
                  <a:pt x="534111" y="912706"/>
                </a:cubicBezTo>
                <a:cubicBezTo>
                  <a:pt x="517341" y="912706"/>
                  <a:pt x="503747" y="899112"/>
                  <a:pt x="503747" y="882343"/>
                </a:cubicBezTo>
                <a:cubicBezTo>
                  <a:pt x="503747" y="865573"/>
                  <a:pt x="517341" y="851979"/>
                  <a:pt x="534111" y="851979"/>
                </a:cubicBezTo>
                <a:close/>
                <a:moveTo>
                  <a:pt x="461556" y="851979"/>
                </a:moveTo>
                <a:cubicBezTo>
                  <a:pt x="478326" y="851979"/>
                  <a:pt x="491920" y="865573"/>
                  <a:pt x="491920" y="882343"/>
                </a:cubicBezTo>
                <a:cubicBezTo>
                  <a:pt x="491920" y="899112"/>
                  <a:pt x="478326" y="912706"/>
                  <a:pt x="461556" y="912706"/>
                </a:cubicBezTo>
                <a:cubicBezTo>
                  <a:pt x="444787" y="912706"/>
                  <a:pt x="431192" y="899112"/>
                  <a:pt x="431192" y="882343"/>
                </a:cubicBezTo>
                <a:cubicBezTo>
                  <a:pt x="431192" y="865573"/>
                  <a:pt x="444787" y="851979"/>
                  <a:pt x="461556" y="851979"/>
                </a:cubicBezTo>
                <a:close/>
                <a:moveTo>
                  <a:pt x="389002" y="851979"/>
                </a:moveTo>
                <a:cubicBezTo>
                  <a:pt x="405771" y="851979"/>
                  <a:pt x="419365" y="865573"/>
                  <a:pt x="419365" y="882343"/>
                </a:cubicBezTo>
                <a:cubicBezTo>
                  <a:pt x="419365" y="899112"/>
                  <a:pt x="405771" y="912706"/>
                  <a:pt x="389002" y="912706"/>
                </a:cubicBezTo>
                <a:cubicBezTo>
                  <a:pt x="372232" y="912706"/>
                  <a:pt x="358638" y="899112"/>
                  <a:pt x="358638" y="882343"/>
                </a:cubicBezTo>
                <a:cubicBezTo>
                  <a:pt x="358638" y="865573"/>
                  <a:pt x="372232" y="851979"/>
                  <a:pt x="389002" y="851979"/>
                </a:cubicBezTo>
                <a:close/>
                <a:moveTo>
                  <a:pt x="316447" y="851979"/>
                </a:moveTo>
                <a:cubicBezTo>
                  <a:pt x="333216" y="851979"/>
                  <a:pt x="346810" y="865573"/>
                  <a:pt x="346810" y="882343"/>
                </a:cubicBezTo>
                <a:cubicBezTo>
                  <a:pt x="346810" y="899112"/>
                  <a:pt x="333216" y="912706"/>
                  <a:pt x="316447" y="912706"/>
                </a:cubicBezTo>
                <a:cubicBezTo>
                  <a:pt x="299677" y="912706"/>
                  <a:pt x="286084" y="899112"/>
                  <a:pt x="286084" y="882343"/>
                </a:cubicBezTo>
                <a:cubicBezTo>
                  <a:pt x="286084" y="865573"/>
                  <a:pt x="299677" y="851979"/>
                  <a:pt x="316447" y="851979"/>
                </a:cubicBezTo>
                <a:close/>
                <a:moveTo>
                  <a:pt x="243892" y="851979"/>
                </a:moveTo>
                <a:cubicBezTo>
                  <a:pt x="260662" y="851979"/>
                  <a:pt x="274256" y="865573"/>
                  <a:pt x="274256" y="882343"/>
                </a:cubicBezTo>
                <a:cubicBezTo>
                  <a:pt x="274256" y="899112"/>
                  <a:pt x="260662" y="912706"/>
                  <a:pt x="243892" y="912706"/>
                </a:cubicBezTo>
                <a:cubicBezTo>
                  <a:pt x="227123" y="912706"/>
                  <a:pt x="213529" y="899112"/>
                  <a:pt x="213529" y="882343"/>
                </a:cubicBezTo>
                <a:cubicBezTo>
                  <a:pt x="213529" y="865573"/>
                  <a:pt x="227123" y="851979"/>
                  <a:pt x="243892" y="851979"/>
                </a:cubicBezTo>
                <a:close/>
                <a:moveTo>
                  <a:pt x="171339" y="851979"/>
                </a:moveTo>
                <a:cubicBezTo>
                  <a:pt x="188107" y="851979"/>
                  <a:pt x="201701" y="865573"/>
                  <a:pt x="201701" y="882343"/>
                </a:cubicBezTo>
                <a:cubicBezTo>
                  <a:pt x="201701" y="899112"/>
                  <a:pt x="188107" y="912706"/>
                  <a:pt x="171339" y="912706"/>
                </a:cubicBezTo>
                <a:cubicBezTo>
                  <a:pt x="154651" y="912706"/>
                  <a:pt x="141056" y="899112"/>
                  <a:pt x="141056" y="882343"/>
                </a:cubicBezTo>
                <a:cubicBezTo>
                  <a:pt x="141056" y="865573"/>
                  <a:pt x="154651" y="851979"/>
                  <a:pt x="171339" y="851979"/>
                </a:cubicBezTo>
                <a:close/>
                <a:moveTo>
                  <a:pt x="98877" y="851979"/>
                </a:moveTo>
                <a:cubicBezTo>
                  <a:pt x="115640" y="851979"/>
                  <a:pt x="129234" y="865573"/>
                  <a:pt x="129234" y="882343"/>
                </a:cubicBezTo>
                <a:cubicBezTo>
                  <a:pt x="129234" y="899112"/>
                  <a:pt x="115640" y="912706"/>
                  <a:pt x="98877" y="912706"/>
                </a:cubicBezTo>
                <a:cubicBezTo>
                  <a:pt x="82106" y="912706"/>
                  <a:pt x="68511" y="899112"/>
                  <a:pt x="68511" y="882343"/>
                </a:cubicBezTo>
                <a:cubicBezTo>
                  <a:pt x="68511" y="865573"/>
                  <a:pt x="82106" y="851979"/>
                  <a:pt x="98877" y="851979"/>
                </a:cubicBezTo>
                <a:close/>
                <a:moveTo>
                  <a:pt x="26322" y="851979"/>
                </a:moveTo>
                <a:cubicBezTo>
                  <a:pt x="43087" y="851979"/>
                  <a:pt x="56682" y="865573"/>
                  <a:pt x="56682" y="882343"/>
                </a:cubicBezTo>
                <a:cubicBezTo>
                  <a:pt x="56682" y="899112"/>
                  <a:pt x="43087" y="912706"/>
                  <a:pt x="26322" y="912706"/>
                </a:cubicBezTo>
                <a:cubicBezTo>
                  <a:pt x="17937" y="912706"/>
                  <a:pt x="10346" y="909308"/>
                  <a:pt x="4851" y="903813"/>
                </a:cubicBezTo>
                <a:lnTo>
                  <a:pt x="0" y="892101"/>
                </a:lnTo>
                <a:lnTo>
                  <a:pt x="0" y="872585"/>
                </a:lnTo>
                <a:lnTo>
                  <a:pt x="4851" y="860872"/>
                </a:lnTo>
                <a:cubicBezTo>
                  <a:pt x="10346" y="855378"/>
                  <a:pt x="17937" y="851979"/>
                  <a:pt x="26322" y="851979"/>
                </a:cubicBezTo>
                <a:close/>
                <a:moveTo>
                  <a:pt x="1622429" y="771528"/>
                </a:moveTo>
                <a:lnTo>
                  <a:pt x="1633158" y="773694"/>
                </a:lnTo>
                <a:lnTo>
                  <a:pt x="1618313" y="831424"/>
                </a:lnTo>
                <a:lnTo>
                  <a:pt x="1610610" y="829868"/>
                </a:lnTo>
                <a:cubicBezTo>
                  <a:pt x="1599712" y="825259"/>
                  <a:pt x="1592066" y="814469"/>
                  <a:pt x="1592066" y="801891"/>
                </a:cubicBezTo>
                <a:cubicBezTo>
                  <a:pt x="1592066" y="785122"/>
                  <a:pt x="1605659" y="771528"/>
                  <a:pt x="1622429" y="771528"/>
                </a:cubicBezTo>
                <a:close/>
                <a:moveTo>
                  <a:pt x="1549874" y="771528"/>
                </a:moveTo>
                <a:cubicBezTo>
                  <a:pt x="1566644" y="771528"/>
                  <a:pt x="1580238" y="785122"/>
                  <a:pt x="1580238" y="801891"/>
                </a:cubicBezTo>
                <a:cubicBezTo>
                  <a:pt x="1580238" y="818661"/>
                  <a:pt x="1566644" y="832255"/>
                  <a:pt x="1549874" y="832255"/>
                </a:cubicBezTo>
                <a:cubicBezTo>
                  <a:pt x="1533105" y="832255"/>
                  <a:pt x="1519511" y="818661"/>
                  <a:pt x="1519511" y="801891"/>
                </a:cubicBezTo>
                <a:cubicBezTo>
                  <a:pt x="1519511" y="785122"/>
                  <a:pt x="1533105" y="771528"/>
                  <a:pt x="1549874" y="771528"/>
                </a:cubicBezTo>
                <a:close/>
                <a:moveTo>
                  <a:pt x="1477320" y="771528"/>
                </a:moveTo>
                <a:cubicBezTo>
                  <a:pt x="1494089" y="771528"/>
                  <a:pt x="1507683" y="785122"/>
                  <a:pt x="1507683" y="801891"/>
                </a:cubicBezTo>
                <a:cubicBezTo>
                  <a:pt x="1507683" y="818661"/>
                  <a:pt x="1494089" y="832255"/>
                  <a:pt x="1477320" y="832255"/>
                </a:cubicBezTo>
                <a:cubicBezTo>
                  <a:pt x="1460550" y="832255"/>
                  <a:pt x="1446956" y="818661"/>
                  <a:pt x="1446956" y="801891"/>
                </a:cubicBezTo>
                <a:cubicBezTo>
                  <a:pt x="1446956" y="785122"/>
                  <a:pt x="1460550" y="771528"/>
                  <a:pt x="1477320" y="771528"/>
                </a:cubicBezTo>
                <a:close/>
                <a:moveTo>
                  <a:pt x="1404765" y="771528"/>
                </a:moveTo>
                <a:cubicBezTo>
                  <a:pt x="1421535" y="771528"/>
                  <a:pt x="1435129" y="785122"/>
                  <a:pt x="1435129" y="801891"/>
                </a:cubicBezTo>
                <a:cubicBezTo>
                  <a:pt x="1435129" y="818661"/>
                  <a:pt x="1421535" y="832255"/>
                  <a:pt x="1404765" y="832255"/>
                </a:cubicBezTo>
                <a:cubicBezTo>
                  <a:pt x="1387996" y="832255"/>
                  <a:pt x="1374402" y="818661"/>
                  <a:pt x="1374402" y="801891"/>
                </a:cubicBezTo>
                <a:cubicBezTo>
                  <a:pt x="1374402" y="785122"/>
                  <a:pt x="1387996" y="771528"/>
                  <a:pt x="1404765" y="771528"/>
                </a:cubicBezTo>
                <a:close/>
                <a:moveTo>
                  <a:pt x="1332211" y="771528"/>
                </a:moveTo>
                <a:cubicBezTo>
                  <a:pt x="1348980" y="771528"/>
                  <a:pt x="1362574" y="785122"/>
                  <a:pt x="1362574" y="801891"/>
                </a:cubicBezTo>
                <a:cubicBezTo>
                  <a:pt x="1362574" y="818661"/>
                  <a:pt x="1348980" y="832255"/>
                  <a:pt x="1332211" y="832255"/>
                </a:cubicBezTo>
                <a:cubicBezTo>
                  <a:pt x="1315441" y="832255"/>
                  <a:pt x="1301847" y="818661"/>
                  <a:pt x="1301847" y="801891"/>
                </a:cubicBezTo>
                <a:cubicBezTo>
                  <a:pt x="1301847" y="785122"/>
                  <a:pt x="1315441" y="771528"/>
                  <a:pt x="1332211" y="771528"/>
                </a:cubicBezTo>
                <a:close/>
                <a:moveTo>
                  <a:pt x="1259656" y="771528"/>
                </a:moveTo>
                <a:cubicBezTo>
                  <a:pt x="1276426" y="771528"/>
                  <a:pt x="1290020" y="785122"/>
                  <a:pt x="1290020" y="801891"/>
                </a:cubicBezTo>
                <a:cubicBezTo>
                  <a:pt x="1290020" y="818661"/>
                  <a:pt x="1276426" y="832255"/>
                  <a:pt x="1259656" y="832255"/>
                </a:cubicBezTo>
                <a:cubicBezTo>
                  <a:pt x="1242887" y="832255"/>
                  <a:pt x="1229293" y="818661"/>
                  <a:pt x="1229293" y="801891"/>
                </a:cubicBezTo>
                <a:cubicBezTo>
                  <a:pt x="1229293" y="785122"/>
                  <a:pt x="1242887" y="771528"/>
                  <a:pt x="1259656" y="771528"/>
                </a:cubicBezTo>
                <a:close/>
                <a:moveTo>
                  <a:pt x="1187102" y="771528"/>
                </a:moveTo>
                <a:cubicBezTo>
                  <a:pt x="1203871" y="771528"/>
                  <a:pt x="1217465" y="785122"/>
                  <a:pt x="1217465" y="801891"/>
                </a:cubicBezTo>
                <a:cubicBezTo>
                  <a:pt x="1217465" y="818661"/>
                  <a:pt x="1203871" y="832255"/>
                  <a:pt x="1187102" y="832255"/>
                </a:cubicBezTo>
                <a:cubicBezTo>
                  <a:pt x="1170332" y="832255"/>
                  <a:pt x="1156738" y="818661"/>
                  <a:pt x="1156738" y="801891"/>
                </a:cubicBezTo>
                <a:cubicBezTo>
                  <a:pt x="1156738" y="785122"/>
                  <a:pt x="1170332" y="771528"/>
                  <a:pt x="1187102" y="771528"/>
                </a:cubicBezTo>
                <a:close/>
                <a:moveTo>
                  <a:pt x="1114547" y="771528"/>
                </a:moveTo>
                <a:cubicBezTo>
                  <a:pt x="1131317" y="771528"/>
                  <a:pt x="1144911" y="785122"/>
                  <a:pt x="1144911" y="801891"/>
                </a:cubicBezTo>
                <a:cubicBezTo>
                  <a:pt x="1144911" y="818661"/>
                  <a:pt x="1131317" y="832255"/>
                  <a:pt x="1114547" y="832255"/>
                </a:cubicBezTo>
                <a:cubicBezTo>
                  <a:pt x="1097778" y="832255"/>
                  <a:pt x="1084184" y="818661"/>
                  <a:pt x="1084184" y="801891"/>
                </a:cubicBezTo>
                <a:cubicBezTo>
                  <a:pt x="1084184" y="785122"/>
                  <a:pt x="1097778" y="771528"/>
                  <a:pt x="1114547" y="771528"/>
                </a:cubicBezTo>
                <a:close/>
                <a:moveTo>
                  <a:pt x="1041993" y="771528"/>
                </a:moveTo>
                <a:cubicBezTo>
                  <a:pt x="1058762" y="771528"/>
                  <a:pt x="1072356" y="785122"/>
                  <a:pt x="1072356" y="801891"/>
                </a:cubicBezTo>
                <a:cubicBezTo>
                  <a:pt x="1072356" y="818661"/>
                  <a:pt x="1058762" y="832255"/>
                  <a:pt x="1041993" y="832255"/>
                </a:cubicBezTo>
                <a:cubicBezTo>
                  <a:pt x="1025223" y="832255"/>
                  <a:pt x="1011629" y="818661"/>
                  <a:pt x="1011629" y="801891"/>
                </a:cubicBezTo>
                <a:cubicBezTo>
                  <a:pt x="1011629" y="785122"/>
                  <a:pt x="1025223" y="771528"/>
                  <a:pt x="1041993" y="771528"/>
                </a:cubicBezTo>
                <a:close/>
                <a:moveTo>
                  <a:pt x="969438" y="771528"/>
                </a:moveTo>
                <a:cubicBezTo>
                  <a:pt x="986208" y="771528"/>
                  <a:pt x="999801" y="785122"/>
                  <a:pt x="999801" y="801891"/>
                </a:cubicBezTo>
                <a:cubicBezTo>
                  <a:pt x="999801" y="818661"/>
                  <a:pt x="986208" y="832255"/>
                  <a:pt x="969438" y="832255"/>
                </a:cubicBezTo>
                <a:cubicBezTo>
                  <a:pt x="952669" y="832255"/>
                  <a:pt x="939075" y="818661"/>
                  <a:pt x="939075" y="801891"/>
                </a:cubicBezTo>
                <a:cubicBezTo>
                  <a:pt x="939075" y="785122"/>
                  <a:pt x="952669" y="771528"/>
                  <a:pt x="969438" y="771528"/>
                </a:cubicBezTo>
                <a:close/>
                <a:moveTo>
                  <a:pt x="896883" y="771528"/>
                </a:moveTo>
                <a:cubicBezTo>
                  <a:pt x="913653" y="771528"/>
                  <a:pt x="927247" y="785122"/>
                  <a:pt x="927247" y="801891"/>
                </a:cubicBezTo>
                <a:cubicBezTo>
                  <a:pt x="927247" y="818661"/>
                  <a:pt x="913653" y="832255"/>
                  <a:pt x="896883" y="832255"/>
                </a:cubicBezTo>
                <a:cubicBezTo>
                  <a:pt x="880114" y="832255"/>
                  <a:pt x="866520" y="818661"/>
                  <a:pt x="866520" y="801891"/>
                </a:cubicBezTo>
                <a:cubicBezTo>
                  <a:pt x="866520" y="785122"/>
                  <a:pt x="880114" y="771528"/>
                  <a:pt x="896883" y="771528"/>
                </a:cubicBezTo>
                <a:close/>
                <a:moveTo>
                  <a:pt x="824329" y="771528"/>
                </a:moveTo>
                <a:cubicBezTo>
                  <a:pt x="841098" y="771528"/>
                  <a:pt x="854692" y="785122"/>
                  <a:pt x="854692" y="801891"/>
                </a:cubicBezTo>
                <a:cubicBezTo>
                  <a:pt x="854692" y="818661"/>
                  <a:pt x="841098" y="832255"/>
                  <a:pt x="824329" y="832255"/>
                </a:cubicBezTo>
                <a:cubicBezTo>
                  <a:pt x="807559" y="832255"/>
                  <a:pt x="793965" y="818661"/>
                  <a:pt x="793965" y="801891"/>
                </a:cubicBezTo>
                <a:cubicBezTo>
                  <a:pt x="793965" y="785122"/>
                  <a:pt x="807559" y="771528"/>
                  <a:pt x="824329" y="771528"/>
                </a:cubicBezTo>
                <a:close/>
                <a:moveTo>
                  <a:pt x="751774" y="771528"/>
                </a:moveTo>
                <a:cubicBezTo>
                  <a:pt x="768544" y="771528"/>
                  <a:pt x="782138" y="785122"/>
                  <a:pt x="782138" y="801891"/>
                </a:cubicBezTo>
                <a:cubicBezTo>
                  <a:pt x="782138" y="818661"/>
                  <a:pt x="768544" y="832255"/>
                  <a:pt x="751774" y="832255"/>
                </a:cubicBezTo>
                <a:cubicBezTo>
                  <a:pt x="735005" y="832255"/>
                  <a:pt x="721411" y="818661"/>
                  <a:pt x="721411" y="801891"/>
                </a:cubicBezTo>
                <a:cubicBezTo>
                  <a:pt x="721411" y="785122"/>
                  <a:pt x="735005" y="771528"/>
                  <a:pt x="751774" y="771528"/>
                </a:cubicBezTo>
                <a:close/>
                <a:moveTo>
                  <a:pt x="679220" y="771528"/>
                </a:moveTo>
                <a:cubicBezTo>
                  <a:pt x="695989" y="771528"/>
                  <a:pt x="709583" y="785122"/>
                  <a:pt x="709583" y="801891"/>
                </a:cubicBezTo>
                <a:cubicBezTo>
                  <a:pt x="709583" y="818661"/>
                  <a:pt x="695989" y="832255"/>
                  <a:pt x="679220" y="832255"/>
                </a:cubicBezTo>
                <a:cubicBezTo>
                  <a:pt x="662450" y="832255"/>
                  <a:pt x="648856" y="818661"/>
                  <a:pt x="648856" y="801891"/>
                </a:cubicBezTo>
                <a:cubicBezTo>
                  <a:pt x="648856" y="785122"/>
                  <a:pt x="662450" y="771528"/>
                  <a:pt x="679220" y="771528"/>
                </a:cubicBezTo>
                <a:close/>
                <a:moveTo>
                  <a:pt x="606665" y="771528"/>
                </a:moveTo>
                <a:cubicBezTo>
                  <a:pt x="623435" y="771528"/>
                  <a:pt x="637029" y="785122"/>
                  <a:pt x="637029" y="801891"/>
                </a:cubicBezTo>
                <a:cubicBezTo>
                  <a:pt x="637029" y="818661"/>
                  <a:pt x="623435" y="832255"/>
                  <a:pt x="606665" y="832255"/>
                </a:cubicBezTo>
                <a:cubicBezTo>
                  <a:pt x="589896" y="832255"/>
                  <a:pt x="576302" y="818661"/>
                  <a:pt x="576302" y="801891"/>
                </a:cubicBezTo>
                <a:cubicBezTo>
                  <a:pt x="576302" y="785122"/>
                  <a:pt x="589896" y="771528"/>
                  <a:pt x="606665" y="771528"/>
                </a:cubicBezTo>
                <a:close/>
                <a:moveTo>
                  <a:pt x="534111" y="771528"/>
                </a:moveTo>
                <a:cubicBezTo>
                  <a:pt x="550880" y="771528"/>
                  <a:pt x="564474" y="785122"/>
                  <a:pt x="564474" y="801891"/>
                </a:cubicBezTo>
                <a:cubicBezTo>
                  <a:pt x="564474" y="818661"/>
                  <a:pt x="550880" y="832255"/>
                  <a:pt x="534111" y="832255"/>
                </a:cubicBezTo>
                <a:cubicBezTo>
                  <a:pt x="517341" y="832255"/>
                  <a:pt x="503747" y="818661"/>
                  <a:pt x="503747" y="801891"/>
                </a:cubicBezTo>
                <a:cubicBezTo>
                  <a:pt x="503747" y="785122"/>
                  <a:pt x="517341" y="771528"/>
                  <a:pt x="534111" y="771528"/>
                </a:cubicBezTo>
                <a:close/>
                <a:moveTo>
                  <a:pt x="461556" y="771528"/>
                </a:moveTo>
                <a:cubicBezTo>
                  <a:pt x="478326" y="771528"/>
                  <a:pt x="491920" y="785122"/>
                  <a:pt x="491920" y="801891"/>
                </a:cubicBezTo>
                <a:cubicBezTo>
                  <a:pt x="491920" y="818661"/>
                  <a:pt x="478326" y="832255"/>
                  <a:pt x="461556" y="832255"/>
                </a:cubicBezTo>
                <a:cubicBezTo>
                  <a:pt x="444787" y="832255"/>
                  <a:pt x="431192" y="818661"/>
                  <a:pt x="431192" y="801891"/>
                </a:cubicBezTo>
                <a:cubicBezTo>
                  <a:pt x="431192" y="785122"/>
                  <a:pt x="444787" y="771528"/>
                  <a:pt x="461556" y="771528"/>
                </a:cubicBezTo>
                <a:close/>
                <a:moveTo>
                  <a:pt x="389002" y="771528"/>
                </a:moveTo>
                <a:cubicBezTo>
                  <a:pt x="405771" y="771528"/>
                  <a:pt x="419365" y="785122"/>
                  <a:pt x="419365" y="801891"/>
                </a:cubicBezTo>
                <a:cubicBezTo>
                  <a:pt x="419365" y="818661"/>
                  <a:pt x="405771" y="832255"/>
                  <a:pt x="389002" y="832255"/>
                </a:cubicBezTo>
                <a:cubicBezTo>
                  <a:pt x="372232" y="832255"/>
                  <a:pt x="358638" y="818661"/>
                  <a:pt x="358638" y="801891"/>
                </a:cubicBezTo>
                <a:cubicBezTo>
                  <a:pt x="358638" y="785122"/>
                  <a:pt x="372232" y="771528"/>
                  <a:pt x="389002" y="771528"/>
                </a:cubicBezTo>
                <a:close/>
                <a:moveTo>
                  <a:pt x="316447" y="771528"/>
                </a:moveTo>
                <a:cubicBezTo>
                  <a:pt x="333216" y="771528"/>
                  <a:pt x="346810" y="785122"/>
                  <a:pt x="346810" y="801891"/>
                </a:cubicBezTo>
                <a:cubicBezTo>
                  <a:pt x="346810" y="818661"/>
                  <a:pt x="333216" y="832255"/>
                  <a:pt x="316447" y="832255"/>
                </a:cubicBezTo>
                <a:cubicBezTo>
                  <a:pt x="299677" y="832255"/>
                  <a:pt x="286084" y="818661"/>
                  <a:pt x="286084" y="801891"/>
                </a:cubicBezTo>
                <a:cubicBezTo>
                  <a:pt x="286084" y="785122"/>
                  <a:pt x="299677" y="771528"/>
                  <a:pt x="316447" y="771528"/>
                </a:cubicBezTo>
                <a:close/>
                <a:moveTo>
                  <a:pt x="243892" y="771528"/>
                </a:moveTo>
                <a:cubicBezTo>
                  <a:pt x="260662" y="771528"/>
                  <a:pt x="274256" y="785122"/>
                  <a:pt x="274256" y="801891"/>
                </a:cubicBezTo>
                <a:cubicBezTo>
                  <a:pt x="274256" y="818661"/>
                  <a:pt x="260662" y="832255"/>
                  <a:pt x="243892" y="832255"/>
                </a:cubicBezTo>
                <a:cubicBezTo>
                  <a:pt x="227123" y="832255"/>
                  <a:pt x="213529" y="818661"/>
                  <a:pt x="213529" y="801891"/>
                </a:cubicBezTo>
                <a:cubicBezTo>
                  <a:pt x="213529" y="785122"/>
                  <a:pt x="227123" y="771528"/>
                  <a:pt x="243892" y="771528"/>
                </a:cubicBezTo>
                <a:close/>
                <a:moveTo>
                  <a:pt x="171339" y="771528"/>
                </a:moveTo>
                <a:cubicBezTo>
                  <a:pt x="188107" y="771528"/>
                  <a:pt x="201701" y="785122"/>
                  <a:pt x="201701" y="801891"/>
                </a:cubicBezTo>
                <a:cubicBezTo>
                  <a:pt x="201701" y="818661"/>
                  <a:pt x="188107" y="832255"/>
                  <a:pt x="171339" y="832255"/>
                </a:cubicBezTo>
                <a:cubicBezTo>
                  <a:pt x="154656" y="832255"/>
                  <a:pt x="141062" y="818661"/>
                  <a:pt x="141062" y="801891"/>
                </a:cubicBezTo>
                <a:cubicBezTo>
                  <a:pt x="141062" y="785122"/>
                  <a:pt x="154656" y="771528"/>
                  <a:pt x="171339" y="771528"/>
                </a:cubicBezTo>
                <a:close/>
                <a:moveTo>
                  <a:pt x="98884" y="771528"/>
                </a:moveTo>
                <a:cubicBezTo>
                  <a:pt x="115646" y="771528"/>
                  <a:pt x="129240" y="785122"/>
                  <a:pt x="129240" y="801891"/>
                </a:cubicBezTo>
                <a:cubicBezTo>
                  <a:pt x="129240" y="818661"/>
                  <a:pt x="115646" y="832255"/>
                  <a:pt x="98884" y="832255"/>
                </a:cubicBezTo>
                <a:cubicBezTo>
                  <a:pt x="82112" y="832255"/>
                  <a:pt x="68517" y="818661"/>
                  <a:pt x="68517" y="801891"/>
                </a:cubicBezTo>
                <a:cubicBezTo>
                  <a:pt x="68517" y="785122"/>
                  <a:pt x="82112" y="771528"/>
                  <a:pt x="98884" y="771528"/>
                </a:cubicBezTo>
                <a:close/>
                <a:moveTo>
                  <a:pt x="26329" y="771528"/>
                </a:moveTo>
                <a:cubicBezTo>
                  <a:pt x="43093" y="771528"/>
                  <a:pt x="56688" y="785122"/>
                  <a:pt x="56688" y="801891"/>
                </a:cubicBezTo>
                <a:cubicBezTo>
                  <a:pt x="56688" y="818661"/>
                  <a:pt x="43093" y="832255"/>
                  <a:pt x="26329" y="832255"/>
                </a:cubicBezTo>
                <a:cubicBezTo>
                  <a:pt x="17944" y="832255"/>
                  <a:pt x="10353" y="828857"/>
                  <a:pt x="4858" y="823362"/>
                </a:cubicBezTo>
                <a:lnTo>
                  <a:pt x="0" y="811633"/>
                </a:lnTo>
                <a:lnTo>
                  <a:pt x="0" y="792150"/>
                </a:lnTo>
                <a:lnTo>
                  <a:pt x="4858" y="780421"/>
                </a:lnTo>
                <a:cubicBezTo>
                  <a:pt x="10353" y="774927"/>
                  <a:pt x="17944" y="771528"/>
                  <a:pt x="26329" y="771528"/>
                </a:cubicBezTo>
                <a:close/>
                <a:moveTo>
                  <a:pt x="1622429" y="691076"/>
                </a:moveTo>
                <a:cubicBezTo>
                  <a:pt x="1630814" y="691076"/>
                  <a:pt x="1638404" y="694475"/>
                  <a:pt x="1643899" y="699969"/>
                </a:cubicBezTo>
                <a:lnTo>
                  <a:pt x="1647739" y="709237"/>
                </a:lnTo>
                <a:lnTo>
                  <a:pt x="1644828" y="728305"/>
                </a:lnTo>
                <a:lnTo>
                  <a:pt x="1640480" y="745215"/>
                </a:lnTo>
                <a:lnTo>
                  <a:pt x="1634248" y="749417"/>
                </a:lnTo>
                <a:cubicBezTo>
                  <a:pt x="1630615" y="750953"/>
                  <a:pt x="1626621" y="751803"/>
                  <a:pt x="1622429" y="751803"/>
                </a:cubicBezTo>
                <a:cubicBezTo>
                  <a:pt x="1605659" y="751803"/>
                  <a:pt x="1592066" y="738209"/>
                  <a:pt x="1592066" y="721440"/>
                </a:cubicBezTo>
                <a:cubicBezTo>
                  <a:pt x="1592066" y="704670"/>
                  <a:pt x="1605659" y="691076"/>
                  <a:pt x="1622429" y="691076"/>
                </a:cubicBezTo>
                <a:close/>
                <a:moveTo>
                  <a:pt x="1549874" y="691076"/>
                </a:moveTo>
                <a:cubicBezTo>
                  <a:pt x="1566644" y="691076"/>
                  <a:pt x="1580238" y="704670"/>
                  <a:pt x="1580238" y="721440"/>
                </a:cubicBezTo>
                <a:cubicBezTo>
                  <a:pt x="1580238" y="738209"/>
                  <a:pt x="1566644" y="751803"/>
                  <a:pt x="1549874" y="751803"/>
                </a:cubicBezTo>
                <a:cubicBezTo>
                  <a:pt x="1533105" y="751803"/>
                  <a:pt x="1519511" y="738209"/>
                  <a:pt x="1519511" y="721440"/>
                </a:cubicBezTo>
                <a:cubicBezTo>
                  <a:pt x="1519511" y="704670"/>
                  <a:pt x="1533105" y="691076"/>
                  <a:pt x="1549874" y="691076"/>
                </a:cubicBezTo>
                <a:close/>
                <a:moveTo>
                  <a:pt x="1477320" y="691076"/>
                </a:moveTo>
                <a:cubicBezTo>
                  <a:pt x="1494089" y="691076"/>
                  <a:pt x="1507683" y="704670"/>
                  <a:pt x="1507683" y="721440"/>
                </a:cubicBezTo>
                <a:cubicBezTo>
                  <a:pt x="1507683" y="738209"/>
                  <a:pt x="1494089" y="751803"/>
                  <a:pt x="1477320" y="751803"/>
                </a:cubicBezTo>
                <a:cubicBezTo>
                  <a:pt x="1460550" y="751803"/>
                  <a:pt x="1446956" y="738209"/>
                  <a:pt x="1446956" y="721440"/>
                </a:cubicBezTo>
                <a:cubicBezTo>
                  <a:pt x="1446956" y="704670"/>
                  <a:pt x="1460550" y="691076"/>
                  <a:pt x="1477320" y="691076"/>
                </a:cubicBezTo>
                <a:close/>
                <a:moveTo>
                  <a:pt x="1404765" y="691076"/>
                </a:moveTo>
                <a:cubicBezTo>
                  <a:pt x="1421535" y="691076"/>
                  <a:pt x="1435129" y="704670"/>
                  <a:pt x="1435129" y="721440"/>
                </a:cubicBezTo>
                <a:cubicBezTo>
                  <a:pt x="1435129" y="738209"/>
                  <a:pt x="1421535" y="751803"/>
                  <a:pt x="1404765" y="751803"/>
                </a:cubicBezTo>
                <a:cubicBezTo>
                  <a:pt x="1387996" y="751803"/>
                  <a:pt x="1374402" y="738209"/>
                  <a:pt x="1374402" y="721440"/>
                </a:cubicBezTo>
                <a:cubicBezTo>
                  <a:pt x="1374402" y="704670"/>
                  <a:pt x="1387996" y="691076"/>
                  <a:pt x="1404765" y="691076"/>
                </a:cubicBezTo>
                <a:close/>
                <a:moveTo>
                  <a:pt x="1332211" y="691076"/>
                </a:moveTo>
                <a:cubicBezTo>
                  <a:pt x="1348980" y="691076"/>
                  <a:pt x="1362574" y="704670"/>
                  <a:pt x="1362574" y="721440"/>
                </a:cubicBezTo>
                <a:cubicBezTo>
                  <a:pt x="1362574" y="738209"/>
                  <a:pt x="1348980" y="751803"/>
                  <a:pt x="1332211" y="751803"/>
                </a:cubicBezTo>
                <a:cubicBezTo>
                  <a:pt x="1315441" y="751803"/>
                  <a:pt x="1301847" y="738209"/>
                  <a:pt x="1301847" y="721440"/>
                </a:cubicBezTo>
                <a:cubicBezTo>
                  <a:pt x="1301847" y="704670"/>
                  <a:pt x="1315441" y="691076"/>
                  <a:pt x="1332211" y="691076"/>
                </a:cubicBezTo>
                <a:close/>
                <a:moveTo>
                  <a:pt x="1259656" y="691076"/>
                </a:moveTo>
                <a:cubicBezTo>
                  <a:pt x="1276426" y="691076"/>
                  <a:pt x="1290020" y="704670"/>
                  <a:pt x="1290020" y="721440"/>
                </a:cubicBezTo>
                <a:cubicBezTo>
                  <a:pt x="1290020" y="738209"/>
                  <a:pt x="1276426" y="751803"/>
                  <a:pt x="1259656" y="751803"/>
                </a:cubicBezTo>
                <a:cubicBezTo>
                  <a:pt x="1242887" y="751803"/>
                  <a:pt x="1229293" y="738209"/>
                  <a:pt x="1229293" y="721440"/>
                </a:cubicBezTo>
                <a:cubicBezTo>
                  <a:pt x="1229293" y="704670"/>
                  <a:pt x="1242887" y="691076"/>
                  <a:pt x="1259656" y="691076"/>
                </a:cubicBezTo>
                <a:close/>
                <a:moveTo>
                  <a:pt x="1187102" y="691076"/>
                </a:moveTo>
                <a:cubicBezTo>
                  <a:pt x="1203871" y="691076"/>
                  <a:pt x="1217465" y="704670"/>
                  <a:pt x="1217465" y="721440"/>
                </a:cubicBezTo>
                <a:cubicBezTo>
                  <a:pt x="1217465" y="738209"/>
                  <a:pt x="1203871" y="751803"/>
                  <a:pt x="1187102" y="751803"/>
                </a:cubicBezTo>
                <a:cubicBezTo>
                  <a:pt x="1170332" y="751803"/>
                  <a:pt x="1156738" y="738209"/>
                  <a:pt x="1156738" y="721440"/>
                </a:cubicBezTo>
                <a:cubicBezTo>
                  <a:pt x="1156738" y="704670"/>
                  <a:pt x="1170332" y="691076"/>
                  <a:pt x="1187102" y="691076"/>
                </a:cubicBezTo>
                <a:close/>
                <a:moveTo>
                  <a:pt x="1114547" y="691076"/>
                </a:moveTo>
                <a:cubicBezTo>
                  <a:pt x="1131317" y="691076"/>
                  <a:pt x="1144911" y="704670"/>
                  <a:pt x="1144911" y="721440"/>
                </a:cubicBezTo>
                <a:cubicBezTo>
                  <a:pt x="1144911" y="738209"/>
                  <a:pt x="1131317" y="751803"/>
                  <a:pt x="1114547" y="751803"/>
                </a:cubicBezTo>
                <a:cubicBezTo>
                  <a:pt x="1097778" y="751803"/>
                  <a:pt x="1084184" y="738209"/>
                  <a:pt x="1084184" y="721440"/>
                </a:cubicBezTo>
                <a:cubicBezTo>
                  <a:pt x="1084184" y="704670"/>
                  <a:pt x="1097778" y="691076"/>
                  <a:pt x="1114547" y="691076"/>
                </a:cubicBezTo>
                <a:close/>
                <a:moveTo>
                  <a:pt x="1041993" y="691076"/>
                </a:moveTo>
                <a:cubicBezTo>
                  <a:pt x="1058762" y="691076"/>
                  <a:pt x="1072356" y="704670"/>
                  <a:pt x="1072356" y="721440"/>
                </a:cubicBezTo>
                <a:cubicBezTo>
                  <a:pt x="1072356" y="738209"/>
                  <a:pt x="1058762" y="751803"/>
                  <a:pt x="1041993" y="751803"/>
                </a:cubicBezTo>
                <a:cubicBezTo>
                  <a:pt x="1025223" y="751803"/>
                  <a:pt x="1011629" y="738209"/>
                  <a:pt x="1011629" y="721440"/>
                </a:cubicBezTo>
                <a:cubicBezTo>
                  <a:pt x="1011629" y="704670"/>
                  <a:pt x="1025223" y="691076"/>
                  <a:pt x="1041993" y="691076"/>
                </a:cubicBezTo>
                <a:close/>
                <a:moveTo>
                  <a:pt x="969438" y="691076"/>
                </a:moveTo>
                <a:cubicBezTo>
                  <a:pt x="986208" y="691076"/>
                  <a:pt x="999801" y="704670"/>
                  <a:pt x="999801" y="721440"/>
                </a:cubicBezTo>
                <a:cubicBezTo>
                  <a:pt x="999801" y="738209"/>
                  <a:pt x="986208" y="751803"/>
                  <a:pt x="969438" y="751803"/>
                </a:cubicBezTo>
                <a:cubicBezTo>
                  <a:pt x="952669" y="751803"/>
                  <a:pt x="939075" y="738209"/>
                  <a:pt x="939075" y="721440"/>
                </a:cubicBezTo>
                <a:cubicBezTo>
                  <a:pt x="939075" y="704670"/>
                  <a:pt x="952669" y="691076"/>
                  <a:pt x="969438" y="691076"/>
                </a:cubicBezTo>
                <a:close/>
                <a:moveTo>
                  <a:pt x="896883" y="691076"/>
                </a:moveTo>
                <a:cubicBezTo>
                  <a:pt x="913653" y="691076"/>
                  <a:pt x="927247" y="704670"/>
                  <a:pt x="927247" y="721440"/>
                </a:cubicBezTo>
                <a:cubicBezTo>
                  <a:pt x="927247" y="738209"/>
                  <a:pt x="913653" y="751803"/>
                  <a:pt x="896883" y="751803"/>
                </a:cubicBezTo>
                <a:cubicBezTo>
                  <a:pt x="880114" y="751803"/>
                  <a:pt x="866520" y="738209"/>
                  <a:pt x="866520" y="721440"/>
                </a:cubicBezTo>
                <a:cubicBezTo>
                  <a:pt x="866520" y="704670"/>
                  <a:pt x="880114" y="691076"/>
                  <a:pt x="896883" y="691076"/>
                </a:cubicBezTo>
                <a:close/>
                <a:moveTo>
                  <a:pt x="824329" y="691076"/>
                </a:moveTo>
                <a:cubicBezTo>
                  <a:pt x="841098" y="691076"/>
                  <a:pt x="854692" y="704670"/>
                  <a:pt x="854692" y="721440"/>
                </a:cubicBezTo>
                <a:cubicBezTo>
                  <a:pt x="854692" y="738209"/>
                  <a:pt x="841098" y="751803"/>
                  <a:pt x="824329" y="751803"/>
                </a:cubicBezTo>
                <a:cubicBezTo>
                  <a:pt x="807559" y="751803"/>
                  <a:pt x="793965" y="738209"/>
                  <a:pt x="793965" y="721440"/>
                </a:cubicBezTo>
                <a:cubicBezTo>
                  <a:pt x="793965" y="704670"/>
                  <a:pt x="807559" y="691076"/>
                  <a:pt x="824329" y="691076"/>
                </a:cubicBezTo>
                <a:close/>
                <a:moveTo>
                  <a:pt x="751774" y="691076"/>
                </a:moveTo>
                <a:cubicBezTo>
                  <a:pt x="768544" y="691076"/>
                  <a:pt x="782138" y="704670"/>
                  <a:pt x="782138" y="721440"/>
                </a:cubicBezTo>
                <a:cubicBezTo>
                  <a:pt x="782138" y="738209"/>
                  <a:pt x="768544" y="751803"/>
                  <a:pt x="751774" y="751803"/>
                </a:cubicBezTo>
                <a:cubicBezTo>
                  <a:pt x="735005" y="751803"/>
                  <a:pt x="721411" y="738209"/>
                  <a:pt x="721411" y="721440"/>
                </a:cubicBezTo>
                <a:cubicBezTo>
                  <a:pt x="721411" y="704670"/>
                  <a:pt x="735005" y="691076"/>
                  <a:pt x="751774" y="691076"/>
                </a:cubicBezTo>
                <a:close/>
                <a:moveTo>
                  <a:pt x="679220" y="691076"/>
                </a:moveTo>
                <a:cubicBezTo>
                  <a:pt x="695989" y="691076"/>
                  <a:pt x="709583" y="704670"/>
                  <a:pt x="709583" y="721440"/>
                </a:cubicBezTo>
                <a:cubicBezTo>
                  <a:pt x="709583" y="738209"/>
                  <a:pt x="695989" y="751803"/>
                  <a:pt x="679220" y="751803"/>
                </a:cubicBezTo>
                <a:cubicBezTo>
                  <a:pt x="662450" y="751803"/>
                  <a:pt x="648856" y="738209"/>
                  <a:pt x="648856" y="721440"/>
                </a:cubicBezTo>
                <a:cubicBezTo>
                  <a:pt x="648856" y="704670"/>
                  <a:pt x="662450" y="691076"/>
                  <a:pt x="679220" y="691076"/>
                </a:cubicBezTo>
                <a:close/>
                <a:moveTo>
                  <a:pt x="606665" y="691076"/>
                </a:moveTo>
                <a:cubicBezTo>
                  <a:pt x="623435" y="691076"/>
                  <a:pt x="637029" y="704670"/>
                  <a:pt x="637029" y="721440"/>
                </a:cubicBezTo>
                <a:cubicBezTo>
                  <a:pt x="637029" y="738209"/>
                  <a:pt x="623435" y="751803"/>
                  <a:pt x="606665" y="751803"/>
                </a:cubicBezTo>
                <a:cubicBezTo>
                  <a:pt x="589896" y="751803"/>
                  <a:pt x="576302" y="738209"/>
                  <a:pt x="576302" y="721440"/>
                </a:cubicBezTo>
                <a:cubicBezTo>
                  <a:pt x="576302" y="704670"/>
                  <a:pt x="589896" y="691076"/>
                  <a:pt x="606665" y="691076"/>
                </a:cubicBezTo>
                <a:close/>
                <a:moveTo>
                  <a:pt x="534111" y="691076"/>
                </a:moveTo>
                <a:cubicBezTo>
                  <a:pt x="550880" y="691076"/>
                  <a:pt x="564474" y="704670"/>
                  <a:pt x="564474" y="721440"/>
                </a:cubicBezTo>
                <a:cubicBezTo>
                  <a:pt x="564474" y="738209"/>
                  <a:pt x="550880" y="751803"/>
                  <a:pt x="534111" y="751803"/>
                </a:cubicBezTo>
                <a:cubicBezTo>
                  <a:pt x="517341" y="751803"/>
                  <a:pt x="503747" y="738209"/>
                  <a:pt x="503747" y="721440"/>
                </a:cubicBezTo>
                <a:cubicBezTo>
                  <a:pt x="503747" y="704670"/>
                  <a:pt x="517341" y="691076"/>
                  <a:pt x="534111" y="691076"/>
                </a:cubicBezTo>
                <a:close/>
                <a:moveTo>
                  <a:pt x="461556" y="691076"/>
                </a:moveTo>
                <a:cubicBezTo>
                  <a:pt x="478326" y="691076"/>
                  <a:pt x="491920" y="704670"/>
                  <a:pt x="491920" y="721440"/>
                </a:cubicBezTo>
                <a:cubicBezTo>
                  <a:pt x="491920" y="738209"/>
                  <a:pt x="478326" y="751803"/>
                  <a:pt x="461556" y="751803"/>
                </a:cubicBezTo>
                <a:cubicBezTo>
                  <a:pt x="444787" y="751803"/>
                  <a:pt x="431192" y="738209"/>
                  <a:pt x="431192" y="721440"/>
                </a:cubicBezTo>
                <a:cubicBezTo>
                  <a:pt x="431192" y="704670"/>
                  <a:pt x="444787" y="691076"/>
                  <a:pt x="461556" y="691076"/>
                </a:cubicBezTo>
                <a:close/>
                <a:moveTo>
                  <a:pt x="389002" y="691076"/>
                </a:moveTo>
                <a:cubicBezTo>
                  <a:pt x="405771" y="691076"/>
                  <a:pt x="419365" y="704670"/>
                  <a:pt x="419365" y="721440"/>
                </a:cubicBezTo>
                <a:cubicBezTo>
                  <a:pt x="419365" y="738209"/>
                  <a:pt x="405771" y="751803"/>
                  <a:pt x="389002" y="751803"/>
                </a:cubicBezTo>
                <a:cubicBezTo>
                  <a:pt x="372232" y="751803"/>
                  <a:pt x="358638" y="738209"/>
                  <a:pt x="358638" y="721440"/>
                </a:cubicBezTo>
                <a:cubicBezTo>
                  <a:pt x="358638" y="704670"/>
                  <a:pt x="372232" y="691076"/>
                  <a:pt x="389002" y="691076"/>
                </a:cubicBezTo>
                <a:close/>
                <a:moveTo>
                  <a:pt x="316447" y="691076"/>
                </a:moveTo>
                <a:cubicBezTo>
                  <a:pt x="333216" y="691076"/>
                  <a:pt x="346810" y="704670"/>
                  <a:pt x="346810" y="721440"/>
                </a:cubicBezTo>
                <a:cubicBezTo>
                  <a:pt x="346810" y="738209"/>
                  <a:pt x="333216" y="751803"/>
                  <a:pt x="316447" y="751803"/>
                </a:cubicBezTo>
                <a:cubicBezTo>
                  <a:pt x="299677" y="751803"/>
                  <a:pt x="286084" y="738209"/>
                  <a:pt x="286084" y="721440"/>
                </a:cubicBezTo>
                <a:cubicBezTo>
                  <a:pt x="286084" y="704670"/>
                  <a:pt x="299677" y="691076"/>
                  <a:pt x="316447" y="691076"/>
                </a:cubicBezTo>
                <a:close/>
                <a:moveTo>
                  <a:pt x="243892" y="691076"/>
                </a:moveTo>
                <a:cubicBezTo>
                  <a:pt x="260662" y="691076"/>
                  <a:pt x="274256" y="704670"/>
                  <a:pt x="274256" y="721440"/>
                </a:cubicBezTo>
                <a:cubicBezTo>
                  <a:pt x="274256" y="738209"/>
                  <a:pt x="260662" y="751803"/>
                  <a:pt x="243892" y="751803"/>
                </a:cubicBezTo>
                <a:cubicBezTo>
                  <a:pt x="227123" y="751803"/>
                  <a:pt x="213529" y="738209"/>
                  <a:pt x="213529" y="721440"/>
                </a:cubicBezTo>
                <a:cubicBezTo>
                  <a:pt x="213529" y="704670"/>
                  <a:pt x="227123" y="691076"/>
                  <a:pt x="243892" y="691076"/>
                </a:cubicBezTo>
                <a:close/>
                <a:moveTo>
                  <a:pt x="171339" y="691076"/>
                </a:moveTo>
                <a:cubicBezTo>
                  <a:pt x="188107" y="691076"/>
                  <a:pt x="201701" y="704670"/>
                  <a:pt x="201701" y="721440"/>
                </a:cubicBezTo>
                <a:cubicBezTo>
                  <a:pt x="201701" y="738209"/>
                  <a:pt x="188107" y="751803"/>
                  <a:pt x="171339" y="751803"/>
                </a:cubicBezTo>
                <a:cubicBezTo>
                  <a:pt x="154662" y="751803"/>
                  <a:pt x="141067" y="738209"/>
                  <a:pt x="141067" y="721440"/>
                </a:cubicBezTo>
                <a:cubicBezTo>
                  <a:pt x="141067" y="704670"/>
                  <a:pt x="154662" y="691076"/>
                  <a:pt x="171339" y="691076"/>
                </a:cubicBezTo>
                <a:close/>
                <a:moveTo>
                  <a:pt x="98890" y="691076"/>
                </a:moveTo>
                <a:cubicBezTo>
                  <a:pt x="115653" y="691076"/>
                  <a:pt x="129246" y="704670"/>
                  <a:pt x="129246" y="721440"/>
                </a:cubicBezTo>
                <a:cubicBezTo>
                  <a:pt x="129246" y="738209"/>
                  <a:pt x="115653" y="751803"/>
                  <a:pt x="98890" y="751803"/>
                </a:cubicBezTo>
                <a:cubicBezTo>
                  <a:pt x="82117" y="751803"/>
                  <a:pt x="68523" y="738209"/>
                  <a:pt x="68523" y="721440"/>
                </a:cubicBezTo>
                <a:cubicBezTo>
                  <a:pt x="68523" y="704670"/>
                  <a:pt x="82117" y="691076"/>
                  <a:pt x="98890" y="691076"/>
                </a:cubicBezTo>
                <a:close/>
                <a:moveTo>
                  <a:pt x="26336" y="691076"/>
                </a:moveTo>
                <a:cubicBezTo>
                  <a:pt x="43099" y="691076"/>
                  <a:pt x="56694" y="704670"/>
                  <a:pt x="56694" y="721440"/>
                </a:cubicBezTo>
                <a:cubicBezTo>
                  <a:pt x="56694" y="738209"/>
                  <a:pt x="43099" y="751803"/>
                  <a:pt x="26336" y="751803"/>
                </a:cubicBezTo>
                <a:cubicBezTo>
                  <a:pt x="17950" y="751803"/>
                  <a:pt x="10359" y="748405"/>
                  <a:pt x="4864" y="742910"/>
                </a:cubicBezTo>
                <a:lnTo>
                  <a:pt x="0" y="731167"/>
                </a:lnTo>
                <a:lnTo>
                  <a:pt x="0" y="711713"/>
                </a:lnTo>
                <a:lnTo>
                  <a:pt x="4864" y="699969"/>
                </a:lnTo>
                <a:cubicBezTo>
                  <a:pt x="10359" y="694475"/>
                  <a:pt x="17950" y="691076"/>
                  <a:pt x="26336" y="691076"/>
                </a:cubicBezTo>
                <a:close/>
                <a:moveTo>
                  <a:pt x="1622429" y="610624"/>
                </a:moveTo>
                <a:cubicBezTo>
                  <a:pt x="1639199" y="610624"/>
                  <a:pt x="1652792" y="624218"/>
                  <a:pt x="1652792" y="640988"/>
                </a:cubicBezTo>
                <a:cubicBezTo>
                  <a:pt x="1652792" y="657757"/>
                  <a:pt x="1639199" y="671351"/>
                  <a:pt x="1622429" y="671351"/>
                </a:cubicBezTo>
                <a:cubicBezTo>
                  <a:pt x="1605659" y="671351"/>
                  <a:pt x="1592066" y="657757"/>
                  <a:pt x="1592066" y="640988"/>
                </a:cubicBezTo>
                <a:cubicBezTo>
                  <a:pt x="1592066" y="624218"/>
                  <a:pt x="1605659" y="610624"/>
                  <a:pt x="1622429" y="610624"/>
                </a:cubicBezTo>
                <a:close/>
                <a:moveTo>
                  <a:pt x="1549874" y="610624"/>
                </a:moveTo>
                <a:cubicBezTo>
                  <a:pt x="1566644" y="610624"/>
                  <a:pt x="1580238" y="624218"/>
                  <a:pt x="1580238" y="640988"/>
                </a:cubicBezTo>
                <a:cubicBezTo>
                  <a:pt x="1580238" y="657757"/>
                  <a:pt x="1566644" y="671351"/>
                  <a:pt x="1549874" y="671351"/>
                </a:cubicBezTo>
                <a:cubicBezTo>
                  <a:pt x="1533105" y="671351"/>
                  <a:pt x="1519511" y="657757"/>
                  <a:pt x="1519511" y="640988"/>
                </a:cubicBezTo>
                <a:cubicBezTo>
                  <a:pt x="1519511" y="624218"/>
                  <a:pt x="1533105" y="610624"/>
                  <a:pt x="1549874" y="610624"/>
                </a:cubicBezTo>
                <a:close/>
                <a:moveTo>
                  <a:pt x="1477320" y="610624"/>
                </a:moveTo>
                <a:cubicBezTo>
                  <a:pt x="1494089" y="610624"/>
                  <a:pt x="1507683" y="624218"/>
                  <a:pt x="1507683" y="640988"/>
                </a:cubicBezTo>
                <a:cubicBezTo>
                  <a:pt x="1507683" y="657757"/>
                  <a:pt x="1494089" y="671351"/>
                  <a:pt x="1477320" y="671351"/>
                </a:cubicBezTo>
                <a:cubicBezTo>
                  <a:pt x="1460550" y="671351"/>
                  <a:pt x="1446956" y="657757"/>
                  <a:pt x="1446956" y="640988"/>
                </a:cubicBezTo>
                <a:cubicBezTo>
                  <a:pt x="1446956" y="624218"/>
                  <a:pt x="1460550" y="610624"/>
                  <a:pt x="1477320" y="610624"/>
                </a:cubicBezTo>
                <a:close/>
                <a:moveTo>
                  <a:pt x="1404765" y="610624"/>
                </a:moveTo>
                <a:cubicBezTo>
                  <a:pt x="1421535" y="610624"/>
                  <a:pt x="1435129" y="624218"/>
                  <a:pt x="1435129" y="640988"/>
                </a:cubicBezTo>
                <a:cubicBezTo>
                  <a:pt x="1435129" y="657757"/>
                  <a:pt x="1421535" y="671351"/>
                  <a:pt x="1404765" y="671351"/>
                </a:cubicBezTo>
                <a:cubicBezTo>
                  <a:pt x="1387996" y="671351"/>
                  <a:pt x="1374402" y="657757"/>
                  <a:pt x="1374402" y="640988"/>
                </a:cubicBezTo>
                <a:cubicBezTo>
                  <a:pt x="1374402" y="624218"/>
                  <a:pt x="1387996" y="610624"/>
                  <a:pt x="1404765" y="610624"/>
                </a:cubicBezTo>
                <a:close/>
                <a:moveTo>
                  <a:pt x="1332211" y="610624"/>
                </a:moveTo>
                <a:cubicBezTo>
                  <a:pt x="1348980" y="610624"/>
                  <a:pt x="1362574" y="624218"/>
                  <a:pt x="1362574" y="640988"/>
                </a:cubicBezTo>
                <a:cubicBezTo>
                  <a:pt x="1362574" y="657757"/>
                  <a:pt x="1348980" y="671351"/>
                  <a:pt x="1332211" y="671351"/>
                </a:cubicBezTo>
                <a:cubicBezTo>
                  <a:pt x="1315441" y="671351"/>
                  <a:pt x="1301847" y="657757"/>
                  <a:pt x="1301847" y="640988"/>
                </a:cubicBezTo>
                <a:cubicBezTo>
                  <a:pt x="1301847" y="624218"/>
                  <a:pt x="1315441" y="610624"/>
                  <a:pt x="1332211" y="610624"/>
                </a:cubicBezTo>
                <a:close/>
                <a:moveTo>
                  <a:pt x="1259656" y="610624"/>
                </a:moveTo>
                <a:cubicBezTo>
                  <a:pt x="1276426" y="610624"/>
                  <a:pt x="1290020" y="624218"/>
                  <a:pt x="1290020" y="640988"/>
                </a:cubicBezTo>
                <a:cubicBezTo>
                  <a:pt x="1290020" y="657757"/>
                  <a:pt x="1276426" y="671351"/>
                  <a:pt x="1259656" y="671351"/>
                </a:cubicBezTo>
                <a:cubicBezTo>
                  <a:pt x="1242887" y="671351"/>
                  <a:pt x="1229293" y="657757"/>
                  <a:pt x="1229293" y="640988"/>
                </a:cubicBezTo>
                <a:cubicBezTo>
                  <a:pt x="1229293" y="624218"/>
                  <a:pt x="1242887" y="610624"/>
                  <a:pt x="1259656" y="610624"/>
                </a:cubicBezTo>
                <a:close/>
                <a:moveTo>
                  <a:pt x="1187102" y="610624"/>
                </a:moveTo>
                <a:cubicBezTo>
                  <a:pt x="1203871" y="610624"/>
                  <a:pt x="1217465" y="624218"/>
                  <a:pt x="1217465" y="640988"/>
                </a:cubicBezTo>
                <a:cubicBezTo>
                  <a:pt x="1217465" y="657757"/>
                  <a:pt x="1203871" y="671351"/>
                  <a:pt x="1187102" y="671351"/>
                </a:cubicBezTo>
                <a:cubicBezTo>
                  <a:pt x="1170332" y="671351"/>
                  <a:pt x="1156738" y="657757"/>
                  <a:pt x="1156738" y="640988"/>
                </a:cubicBezTo>
                <a:cubicBezTo>
                  <a:pt x="1156738" y="624218"/>
                  <a:pt x="1170332" y="610624"/>
                  <a:pt x="1187102" y="610624"/>
                </a:cubicBezTo>
                <a:close/>
                <a:moveTo>
                  <a:pt x="1114547" y="610624"/>
                </a:moveTo>
                <a:cubicBezTo>
                  <a:pt x="1131317" y="610624"/>
                  <a:pt x="1144911" y="624218"/>
                  <a:pt x="1144911" y="640988"/>
                </a:cubicBezTo>
                <a:cubicBezTo>
                  <a:pt x="1144911" y="657757"/>
                  <a:pt x="1131317" y="671351"/>
                  <a:pt x="1114547" y="671351"/>
                </a:cubicBezTo>
                <a:cubicBezTo>
                  <a:pt x="1097778" y="671351"/>
                  <a:pt x="1084184" y="657757"/>
                  <a:pt x="1084184" y="640988"/>
                </a:cubicBezTo>
                <a:cubicBezTo>
                  <a:pt x="1084184" y="624218"/>
                  <a:pt x="1097778" y="610624"/>
                  <a:pt x="1114547" y="610624"/>
                </a:cubicBezTo>
                <a:close/>
                <a:moveTo>
                  <a:pt x="1041993" y="610624"/>
                </a:moveTo>
                <a:cubicBezTo>
                  <a:pt x="1058762" y="610624"/>
                  <a:pt x="1072356" y="624218"/>
                  <a:pt x="1072356" y="640988"/>
                </a:cubicBezTo>
                <a:cubicBezTo>
                  <a:pt x="1072356" y="657757"/>
                  <a:pt x="1058762" y="671351"/>
                  <a:pt x="1041993" y="671351"/>
                </a:cubicBezTo>
                <a:cubicBezTo>
                  <a:pt x="1025223" y="671351"/>
                  <a:pt x="1011629" y="657757"/>
                  <a:pt x="1011629" y="640988"/>
                </a:cubicBezTo>
                <a:cubicBezTo>
                  <a:pt x="1011629" y="624218"/>
                  <a:pt x="1025223" y="610624"/>
                  <a:pt x="1041993" y="610624"/>
                </a:cubicBezTo>
                <a:close/>
                <a:moveTo>
                  <a:pt x="969438" y="610624"/>
                </a:moveTo>
                <a:cubicBezTo>
                  <a:pt x="986208" y="610624"/>
                  <a:pt x="999801" y="624218"/>
                  <a:pt x="999801" y="640988"/>
                </a:cubicBezTo>
                <a:cubicBezTo>
                  <a:pt x="999801" y="657757"/>
                  <a:pt x="986208" y="671351"/>
                  <a:pt x="969438" y="671351"/>
                </a:cubicBezTo>
                <a:cubicBezTo>
                  <a:pt x="952669" y="671351"/>
                  <a:pt x="939075" y="657757"/>
                  <a:pt x="939075" y="640988"/>
                </a:cubicBezTo>
                <a:cubicBezTo>
                  <a:pt x="939075" y="624218"/>
                  <a:pt x="952669" y="610624"/>
                  <a:pt x="969438" y="610624"/>
                </a:cubicBezTo>
                <a:close/>
                <a:moveTo>
                  <a:pt x="896883" y="610624"/>
                </a:moveTo>
                <a:cubicBezTo>
                  <a:pt x="913653" y="610624"/>
                  <a:pt x="927247" y="624218"/>
                  <a:pt x="927247" y="640988"/>
                </a:cubicBezTo>
                <a:cubicBezTo>
                  <a:pt x="927247" y="657757"/>
                  <a:pt x="913653" y="671351"/>
                  <a:pt x="896883" y="671351"/>
                </a:cubicBezTo>
                <a:cubicBezTo>
                  <a:pt x="880114" y="671351"/>
                  <a:pt x="866520" y="657757"/>
                  <a:pt x="866520" y="640988"/>
                </a:cubicBezTo>
                <a:cubicBezTo>
                  <a:pt x="866520" y="624218"/>
                  <a:pt x="880114" y="610624"/>
                  <a:pt x="896883" y="610624"/>
                </a:cubicBezTo>
                <a:close/>
                <a:moveTo>
                  <a:pt x="824329" y="610624"/>
                </a:moveTo>
                <a:cubicBezTo>
                  <a:pt x="841098" y="610624"/>
                  <a:pt x="854692" y="624218"/>
                  <a:pt x="854692" y="640988"/>
                </a:cubicBezTo>
                <a:cubicBezTo>
                  <a:pt x="854692" y="657757"/>
                  <a:pt x="841098" y="671351"/>
                  <a:pt x="824329" y="671351"/>
                </a:cubicBezTo>
                <a:cubicBezTo>
                  <a:pt x="807559" y="671351"/>
                  <a:pt x="793965" y="657757"/>
                  <a:pt x="793965" y="640988"/>
                </a:cubicBezTo>
                <a:cubicBezTo>
                  <a:pt x="793965" y="624218"/>
                  <a:pt x="807559" y="610624"/>
                  <a:pt x="824329" y="610624"/>
                </a:cubicBezTo>
                <a:close/>
                <a:moveTo>
                  <a:pt x="751774" y="610624"/>
                </a:moveTo>
                <a:cubicBezTo>
                  <a:pt x="768544" y="610624"/>
                  <a:pt x="782138" y="624218"/>
                  <a:pt x="782138" y="640988"/>
                </a:cubicBezTo>
                <a:cubicBezTo>
                  <a:pt x="782138" y="657757"/>
                  <a:pt x="768544" y="671351"/>
                  <a:pt x="751774" y="671351"/>
                </a:cubicBezTo>
                <a:cubicBezTo>
                  <a:pt x="735005" y="671351"/>
                  <a:pt x="721411" y="657757"/>
                  <a:pt x="721411" y="640988"/>
                </a:cubicBezTo>
                <a:cubicBezTo>
                  <a:pt x="721411" y="624218"/>
                  <a:pt x="735005" y="610624"/>
                  <a:pt x="751774" y="610624"/>
                </a:cubicBezTo>
                <a:close/>
                <a:moveTo>
                  <a:pt x="679220" y="610624"/>
                </a:moveTo>
                <a:cubicBezTo>
                  <a:pt x="695989" y="610624"/>
                  <a:pt x="709583" y="624218"/>
                  <a:pt x="709583" y="640988"/>
                </a:cubicBezTo>
                <a:cubicBezTo>
                  <a:pt x="709583" y="657757"/>
                  <a:pt x="695989" y="671351"/>
                  <a:pt x="679220" y="671351"/>
                </a:cubicBezTo>
                <a:cubicBezTo>
                  <a:pt x="662450" y="671351"/>
                  <a:pt x="648856" y="657757"/>
                  <a:pt x="648856" y="640988"/>
                </a:cubicBezTo>
                <a:cubicBezTo>
                  <a:pt x="648856" y="624218"/>
                  <a:pt x="662450" y="610624"/>
                  <a:pt x="679220" y="610624"/>
                </a:cubicBezTo>
                <a:close/>
                <a:moveTo>
                  <a:pt x="606665" y="610624"/>
                </a:moveTo>
                <a:cubicBezTo>
                  <a:pt x="623435" y="610624"/>
                  <a:pt x="637029" y="624218"/>
                  <a:pt x="637029" y="640988"/>
                </a:cubicBezTo>
                <a:cubicBezTo>
                  <a:pt x="637029" y="657757"/>
                  <a:pt x="623435" y="671351"/>
                  <a:pt x="606665" y="671351"/>
                </a:cubicBezTo>
                <a:cubicBezTo>
                  <a:pt x="589896" y="671351"/>
                  <a:pt x="576302" y="657757"/>
                  <a:pt x="576302" y="640988"/>
                </a:cubicBezTo>
                <a:cubicBezTo>
                  <a:pt x="576302" y="624218"/>
                  <a:pt x="589896" y="610624"/>
                  <a:pt x="606665" y="610624"/>
                </a:cubicBezTo>
                <a:close/>
                <a:moveTo>
                  <a:pt x="534111" y="610624"/>
                </a:moveTo>
                <a:cubicBezTo>
                  <a:pt x="550880" y="610624"/>
                  <a:pt x="564474" y="624218"/>
                  <a:pt x="564474" y="640988"/>
                </a:cubicBezTo>
                <a:cubicBezTo>
                  <a:pt x="564474" y="657757"/>
                  <a:pt x="550880" y="671351"/>
                  <a:pt x="534111" y="671351"/>
                </a:cubicBezTo>
                <a:cubicBezTo>
                  <a:pt x="517341" y="671351"/>
                  <a:pt x="503747" y="657757"/>
                  <a:pt x="503747" y="640988"/>
                </a:cubicBezTo>
                <a:cubicBezTo>
                  <a:pt x="503747" y="624218"/>
                  <a:pt x="517341" y="610624"/>
                  <a:pt x="534111" y="610624"/>
                </a:cubicBezTo>
                <a:close/>
                <a:moveTo>
                  <a:pt x="461556" y="610624"/>
                </a:moveTo>
                <a:cubicBezTo>
                  <a:pt x="478326" y="610624"/>
                  <a:pt x="491920" y="624218"/>
                  <a:pt x="491920" y="640988"/>
                </a:cubicBezTo>
                <a:cubicBezTo>
                  <a:pt x="491920" y="657757"/>
                  <a:pt x="478326" y="671351"/>
                  <a:pt x="461556" y="671351"/>
                </a:cubicBezTo>
                <a:cubicBezTo>
                  <a:pt x="444787" y="671351"/>
                  <a:pt x="431192" y="657757"/>
                  <a:pt x="431192" y="640988"/>
                </a:cubicBezTo>
                <a:cubicBezTo>
                  <a:pt x="431192" y="624218"/>
                  <a:pt x="444787" y="610624"/>
                  <a:pt x="461556" y="610624"/>
                </a:cubicBezTo>
                <a:close/>
                <a:moveTo>
                  <a:pt x="389002" y="610624"/>
                </a:moveTo>
                <a:cubicBezTo>
                  <a:pt x="405771" y="610624"/>
                  <a:pt x="419365" y="624218"/>
                  <a:pt x="419365" y="640988"/>
                </a:cubicBezTo>
                <a:cubicBezTo>
                  <a:pt x="419365" y="657757"/>
                  <a:pt x="405771" y="671351"/>
                  <a:pt x="389002" y="671351"/>
                </a:cubicBezTo>
                <a:cubicBezTo>
                  <a:pt x="372232" y="671351"/>
                  <a:pt x="358638" y="657757"/>
                  <a:pt x="358638" y="640988"/>
                </a:cubicBezTo>
                <a:cubicBezTo>
                  <a:pt x="358638" y="624218"/>
                  <a:pt x="372232" y="610624"/>
                  <a:pt x="389002" y="610624"/>
                </a:cubicBezTo>
                <a:close/>
                <a:moveTo>
                  <a:pt x="316447" y="610624"/>
                </a:moveTo>
                <a:cubicBezTo>
                  <a:pt x="333216" y="610624"/>
                  <a:pt x="346810" y="624218"/>
                  <a:pt x="346810" y="640988"/>
                </a:cubicBezTo>
                <a:cubicBezTo>
                  <a:pt x="346810" y="657757"/>
                  <a:pt x="333216" y="671351"/>
                  <a:pt x="316447" y="671351"/>
                </a:cubicBezTo>
                <a:cubicBezTo>
                  <a:pt x="299677" y="671351"/>
                  <a:pt x="286084" y="657757"/>
                  <a:pt x="286084" y="640988"/>
                </a:cubicBezTo>
                <a:cubicBezTo>
                  <a:pt x="286084" y="624218"/>
                  <a:pt x="299677" y="610624"/>
                  <a:pt x="316447" y="610624"/>
                </a:cubicBezTo>
                <a:close/>
                <a:moveTo>
                  <a:pt x="243892" y="610624"/>
                </a:moveTo>
                <a:cubicBezTo>
                  <a:pt x="260662" y="610624"/>
                  <a:pt x="274256" y="624218"/>
                  <a:pt x="274256" y="640988"/>
                </a:cubicBezTo>
                <a:cubicBezTo>
                  <a:pt x="274256" y="657757"/>
                  <a:pt x="260662" y="671351"/>
                  <a:pt x="243892" y="671351"/>
                </a:cubicBezTo>
                <a:cubicBezTo>
                  <a:pt x="227123" y="671351"/>
                  <a:pt x="213529" y="657757"/>
                  <a:pt x="213529" y="640988"/>
                </a:cubicBezTo>
                <a:cubicBezTo>
                  <a:pt x="213529" y="624218"/>
                  <a:pt x="227123" y="610624"/>
                  <a:pt x="243892" y="610624"/>
                </a:cubicBezTo>
                <a:close/>
                <a:moveTo>
                  <a:pt x="171339" y="610624"/>
                </a:moveTo>
                <a:cubicBezTo>
                  <a:pt x="188107" y="610624"/>
                  <a:pt x="201701" y="624218"/>
                  <a:pt x="201701" y="640988"/>
                </a:cubicBezTo>
                <a:cubicBezTo>
                  <a:pt x="201701" y="657757"/>
                  <a:pt x="188107" y="671351"/>
                  <a:pt x="171339" y="671351"/>
                </a:cubicBezTo>
                <a:cubicBezTo>
                  <a:pt x="154667" y="671351"/>
                  <a:pt x="141073" y="657757"/>
                  <a:pt x="141073" y="640988"/>
                </a:cubicBezTo>
                <a:cubicBezTo>
                  <a:pt x="141073" y="624218"/>
                  <a:pt x="154667" y="610624"/>
                  <a:pt x="171339" y="610624"/>
                </a:cubicBezTo>
                <a:close/>
                <a:moveTo>
                  <a:pt x="98897" y="610624"/>
                </a:moveTo>
                <a:cubicBezTo>
                  <a:pt x="115658" y="610624"/>
                  <a:pt x="129252" y="624218"/>
                  <a:pt x="129252" y="640988"/>
                </a:cubicBezTo>
                <a:cubicBezTo>
                  <a:pt x="129252" y="657757"/>
                  <a:pt x="115658" y="671351"/>
                  <a:pt x="98897" y="671351"/>
                </a:cubicBezTo>
                <a:cubicBezTo>
                  <a:pt x="82124" y="671351"/>
                  <a:pt x="68530" y="657757"/>
                  <a:pt x="68530" y="640988"/>
                </a:cubicBezTo>
                <a:cubicBezTo>
                  <a:pt x="68530" y="624218"/>
                  <a:pt x="82124" y="610624"/>
                  <a:pt x="98897" y="610624"/>
                </a:cubicBezTo>
                <a:close/>
                <a:moveTo>
                  <a:pt x="26342" y="610624"/>
                </a:moveTo>
                <a:cubicBezTo>
                  <a:pt x="43106" y="610624"/>
                  <a:pt x="56701" y="624218"/>
                  <a:pt x="56701" y="640988"/>
                </a:cubicBezTo>
                <a:cubicBezTo>
                  <a:pt x="56701" y="657757"/>
                  <a:pt x="43106" y="671351"/>
                  <a:pt x="26342" y="671351"/>
                </a:cubicBezTo>
                <a:cubicBezTo>
                  <a:pt x="17956" y="671351"/>
                  <a:pt x="10365" y="667953"/>
                  <a:pt x="4871" y="662458"/>
                </a:cubicBezTo>
                <a:lnTo>
                  <a:pt x="0" y="650698"/>
                </a:lnTo>
                <a:lnTo>
                  <a:pt x="0" y="631277"/>
                </a:lnTo>
                <a:lnTo>
                  <a:pt x="4871" y="619517"/>
                </a:lnTo>
                <a:cubicBezTo>
                  <a:pt x="10365" y="614023"/>
                  <a:pt x="17956" y="610624"/>
                  <a:pt x="26342" y="610624"/>
                </a:cubicBezTo>
                <a:close/>
                <a:moveTo>
                  <a:pt x="1669096" y="549730"/>
                </a:moveTo>
                <a:lnTo>
                  <a:pt x="1668124" y="568994"/>
                </a:lnTo>
                <a:lnTo>
                  <a:pt x="1664620" y="560536"/>
                </a:lnTo>
                <a:close/>
                <a:moveTo>
                  <a:pt x="1622429" y="530173"/>
                </a:moveTo>
                <a:cubicBezTo>
                  <a:pt x="1639199" y="530173"/>
                  <a:pt x="1652792" y="543767"/>
                  <a:pt x="1652792" y="560536"/>
                </a:cubicBezTo>
                <a:cubicBezTo>
                  <a:pt x="1652792" y="577306"/>
                  <a:pt x="1639199" y="590900"/>
                  <a:pt x="1622429" y="590900"/>
                </a:cubicBezTo>
                <a:cubicBezTo>
                  <a:pt x="1605659" y="590900"/>
                  <a:pt x="1592066" y="577306"/>
                  <a:pt x="1592066" y="560536"/>
                </a:cubicBezTo>
                <a:cubicBezTo>
                  <a:pt x="1592066" y="543767"/>
                  <a:pt x="1605659" y="530173"/>
                  <a:pt x="1622429" y="530173"/>
                </a:cubicBezTo>
                <a:close/>
                <a:moveTo>
                  <a:pt x="1549874" y="530173"/>
                </a:moveTo>
                <a:cubicBezTo>
                  <a:pt x="1566644" y="530173"/>
                  <a:pt x="1580238" y="543767"/>
                  <a:pt x="1580238" y="560536"/>
                </a:cubicBezTo>
                <a:cubicBezTo>
                  <a:pt x="1580238" y="577306"/>
                  <a:pt x="1566644" y="590900"/>
                  <a:pt x="1549874" y="590900"/>
                </a:cubicBezTo>
                <a:cubicBezTo>
                  <a:pt x="1533105" y="590900"/>
                  <a:pt x="1519511" y="577306"/>
                  <a:pt x="1519511" y="560536"/>
                </a:cubicBezTo>
                <a:cubicBezTo>
                  <a:pt x="1519511" y="543767"/>
                  <a:pt x="1533105" y="530173"/>
                  <a:pt x="1549874" y="530173"/>
                </a:cubicBezTo>
                <a:close/>
                <a:moveTo>
                  <a:pt x="1477320" y="530173"/>
                </a:moveTo>
                <a:cubicBezTo>
                  <a:pt x="1494089" y="530173"/>
                  <a:pt x="1507683" y="543767"/>
                  <a:pt x="1507683" y="560536"/>
                </a:cubicBezTo>
                <a:cubicBezTo>
                  <a:pt x="1507683" y="577306"/>
                  <a:pt x="1494089" y="590900"/>
                  <a:pt x="1477320" y="590900"/>
                </a:cubicBezTo>
                <a:cubicBezTo>
                  <a:pt x="1460550" y="590900"/>
                  <a:pt x="1446956" y="577306"/>
                  <a:pt x="1446956" y="560536"/>
                </a:cubicBezTo>
                <a:cubicBezTo>
                  <a:pt x="1446956" y="543767"/>
                  <a:pt x="1460550" y="530173"/>
                  <a:pt x="1477320" y="530173"/>
                </a:cubicBezTo>
                <a:close/>
                <a:moveTo>
                  <a:pt x="1404765" y="530173"/>
                </a:moveTo>
                <a:cubicBezTo>
                  <a:pt x="1421535" y="530173"/>
                  <a:pt x="1435129" y="543767"/>
                  <a:pt x="1435129" y="560536"/>
                </a:cubicBezTo>
                <a:cubicBezTo>
                  <a:pt x="1435129" y="577306"/>
                  <a:pt x="1421535" y="590900"/>
                  <a:pt x="1404765" y="590900"/>
                </a:cubicBezTo>
                <a:cubicBezTo>
                  <a:pt x="1387996" y="590900"/>
                  <a:pt x="1374402" y="577306"/>
                  <a:pt x="1374402" y="560536"/>
                </a:cubicBezTo>
                <a:cubicBezTo>
                  <a:pt x="1374402" y="543767"/>
                  <a:pt x="1387996" y="530173"/>
                  <a:pt x="1404765" y="530173"/>
                </a:cubicBezTo>
                <a:close/>
                <a:moveTo>
                  <a:pt x="1332211" y="530173"/>
                </a:moveTo>
                <a:cubicBezTo>
                  <a:pt x="1348980" y="530173"/>
                  <a:pt x="1362574" y="543767"/>
                  <a:pt x="1362574" y="560536"/>
                </a:cubicBezTo>
                <a:cubicBezTo>
                  <a:pt x="1362574" y="577306"/>
                  <a:pt x="1348980" y="590900"/>
                  <a:pt x="1332211" y="590900"/>
                </a:cubicBezTo>
                <a:cubicBezTo>
                  <a:pt x="1315441" y="590900"/>
                  <a:pt x="1301847" y="577306"/>
                  <a:pt x="1301847" y="560536"/>
                </a:cubicBezTo>
                <a:cubicBezTo>
                  <a:pt x="1301847" y="543767"/>
                  <a:pt x="1315441" y="530173"/>
                  <a:pt x="1332211" y="530173"/>
                </a:cubicBezTo>
                <a:close/>
                <a:moveTo>
                  <a:pt x="1259656" y="530173"/>
                </a:moveTo>
                <a:cubicBezTo>
                  <a:pt x="1276426" y="530173"/>
                  <a:pt x="1290020" y="543767"/>
                  <a:pt x="1290020" y="560536"/>
                </a:cubicBezTo>
                <a:cubicBezTo>
                  <a:pt x="1290020" y="577306"/>
                  <a:pt x="1276426" y="590900"/>
                  <a:pt x="1259656" y="590900"/>
                </a:cubicBezTo>
                <a:cubicBezTo>
                  <a:pt x="1242887" y="590900"/>
                  <a:pt x="1229293" y="577306"/>
                  <a:pt x="1229293" y="560536"/>
                </a:cubicBezTo>
                <a:cubicBezTo>
                  <a:pt x="1229293" y="543767"/>
                  <a:pt x="1242887" y="530173"/>
                  <a:pt x="1259656" y="530173"/>
                </a:cubicBezTo>
                <a:close/>
                <a:moveTo>
                  <a:pt x="1187102" y="530173"/>
                </a:moveTo>
                <a:cubicBezTo>
                  <a:pt x="1203871" y="530173"/>
                  <a:pt x="1217465" y="543767"/>
                  <a:pt x="1217465" y="560536"/>
                </a:cubicBezTo>
                <a:cubicBezTo>
                  <a:pt x="1217465" y="577306"/>
                  <a:pt x="1203871" y="590900"/>
                  <a:pt x="1187102" y="590900"/>
                </a:cubicBezTo>
                <a:cubicBezTo>
                  <a:pt x="1170332" y="590900"/>
                  <a:pt x="1156738" y="577306"/>
                  <a:pt x="1156738" y="560536"/>
                </a:cubicBezTo>
                <a:cubicBezTo>
                  <a:pt x="1156738" y="543767"/>
                  <a:pt x="1170332" y="530173"/>
                  <a:pt x="1187102" y="530173"/>
                </a:cubicBezTo>
                <a:close/>
                <a:moveTo>
                  <a:pt x="1114547" y="530173"/>
                </a:moveTo>
                <a:cubicBezTo>
                  <a:pt x="1131317" y="530173"/>
                  <a:pt x="1144911" y="543767"/>
                  <a:pt x="1144911" y="560536"/>
                </a:cubicBezTo>
                <a:cubicBezTo>
                  <a:pt x="1144911" y="577306"/>
                  <a:pt x="1131317" y="590900"/>
                  <a:pt x="1114547" y="590900"/>
                </a:cubicBezTo>
                <a:cubicBezTo>
                  <a:pt x="1097778" y="590900"/>
                  <a:pt x="1084184" y="577306"/>
                  <a:pt x="1084184" y="560536"/>
                </a:cubicBezTo>
                <a:cubicBezTo>
                  <a:pt x="1084184" y="543767"/>
                  <a:pt x="1097778" y="530173"/>
                  <a:pt x="1114547" y="530173"/>
                </a:cubicBezTo>
                <a:close/>
                <a:moveTo>
                  <a:pt x="1041993" y="530173"/>
                </a:moveTo>
                <a:cubicBezTo>
                  <a:pt x="1058762" y="530173"/>
                  <a:pt x="1072356" y="543767"/>
                  <a:pt x="1072356" y="560536"/>
                </a:cubicBezTo>
                <a:cubicBezTo>
                  <a:pt x="1072356" y="577306"/>
                  <a:pt x="1058762" y="590900"/>
                  <a:pt x="1041993" y="590900"/>
                </a:cubicBezTo>
                <a:cubicBezTo>
                  <a:pt x="1025223" y="590900"/>
                  <a:pt x="1011629" y="577306"/>
                  <a:pt x="1011629" y="560536"/>
                </a:cubicBezTo>
                <a:cubicBezTo>
                  <a:pt x="1011629" y="543767"/>
                  <a:pt x="1025223" y="530173"/>
                  <a:pt x="1041993" y="530173"/>
                </a:cubicBezTo>
                <a:close/>
                <a:moveTo>
                  <a:pt x="969438" y="530173"/>
                </a:moveTo>
                <a:cubicBezTo>
                  <a:pt x="986208" y="530173"/>
                  <a:pt x="999801" y="543767"/>
                  <a:pt x="999801" y="560536"/>
                </a:cubicBezTo>
                <a:cubicBezTo>
                  <a:pt x="999801" y="577306"/>
                  <a:pt x="986208" y="590900"/>
                  <a:pt x="969438" y="590900"/>
                </a:cubicBezTo>
                <a:cubicBezTo>
                  <a:pt x="952669" y="590900"/>
                  <a:pt x="939075" y="577306"/>
                  <a:pt x="939075" y="560536"/>
                </a:cubicBezTo>
                <a:cubicBezTo>
                  <a:pt x="939075" y="543767"/>
                  <a:pt x="952669" y="530173"/>
                  <a:pt x="969438" y="530173"/>
                </a:cubicBezTo>
                <a:close/>
                <a:moveTo>
                  <a:pt x="896883" y="530173"/>
                </a:moveTo>
                <a:cubicBezTo>
                  <a:pt x="913653" y="530173"/>
                  <a:pt x="927247" y="543767"/>
                  <a:pt x="927247" y="560536"/>
                </a:cubicBezTo>
                <a:cubicBezTo>
                  <a:pt x="927247" y="577306"/>
                  <a:pt x="913653" y="590900"/>
                  <a:pt x="896883" y="590900"/>
                </a:cubicBezTo>
                <a:cubicBezTo>
                  <a:pt x="880114" y="590900"/>
                  <a:pt x="866520" y="577306"/>
                  <a:pt x="866520" y="560536"/>
                </a:cubicBezTo>
                <a:cubicBezTo>
                  <a:pt x="866520" y="543767"/>
                  <a:pt x="880114" y="530173"/>
                  <a:pt x="896883" y="530173"/>
                </a:cubicBezTo>
                <a:close/>
                <a:moveTo>
                  <a:pt x="824329" y="530173"/>
                </a:moveTo>
                <a:cubicBezTo>
                  <a:pt x="841098" y="530173"/>
                  <a:pt x="854692" y="543767"/>
                  <a:pt x="854692" y="560536"/>
                </a:cubicBezTo>
                <a:cubicBezTo>
                  <a:pt x="854692" y="577306"/>
                  <a:pt x="841098" y="590900"/>
                  <a:pt x="824329" y="590900"/>
                </a:cubicBezTo>
                <a:cubicBezTo>
                  <a:pt x="807559" y="590900"/>
                  <a:pt x="793965" y="577306"/>
                  <a:pt x="793965" y="560536"/>
                </a:cubicBezTo>
                <a:cubicBezTo>
                  <a:pt x="793965" y="543767"/>
                  <a:pt x="807559" y="530173"/>
                  <a:pt x="824329" y="530173"/>
                </a:cubicBezTo>
                <a:close/>
                <a:moveTo>
                  <a:pt x="751774" y="530173"/>
                </a:moveTo>
                <a:cubicBezTo>
                  <a:pt x="768544" y="530173"/>
                  <a:pt x="782138" y="543767"/>
                  <a:pt x="782138" y="560536"/>
                </a:cubicBezTo>
                <a:cubicBezTo>
                  <a:pt x="782138" y="577306"/>
                  <a:pt x="768544" y="590900"/>
                  <a:pt x="751774" y="590900"/>
                </a:cubicBezTo>
                <a:cubicBezTo>
                  <a:pt x="735005" y="590900"/>
                  <a:pt x="721411" y="577306"/>
                  <a:pt x="721411" y="560536"/>
                </a:cubicBezTo>
                <a:cubicBezTo>
                  <a:pt x="721411" y="543767"/>
                  <a:pt x="735005" y="530173"/>
                  <a:pt x="751774" y="530173"/>
                </a:cubicBezTo>
                <a:close/>
                <a:moveTo>
                  <a:pt x="679220" y="530173"/>
                </a:moveTo>
                <a:cubicBezTo>
                  <a:pt x="695989" y="530173"/>
                  <a:pt x="709583" y="543767"/>
                  <a:pt x="709583" y="560536"/>
                </a:cubicBezTo>
                <a:cubicBezTo>
                  <a:pt x="709583" y="577306"/>
                  <a:pt x="695989" y="590900"/>
                  <a:pt x="679220" y="590900"/>
                </a:cubicBezTo>
                <a:cubicBezTo>
                  <a:pt x="662450" y="590900"/>
                  <a:pt x="648856" y="577306"/>
                  <a:pt x="648856" y="560536"/>
                </a:cubicBezTo>
                <a:cubicBezTo>
                  <a:pt x="648856" y="543767"/>
                  <a:pt x="662450" y="530173"/>
                  <a:pt x="679220" y="530173"/>
                </a:cubicBezTo>
                <a:close/>
                <a:moveTo>
                  <a:pt x="606665" y="530173"/>
                </a:moveTo>
                <a:cubicBezTo>
                  <a:pt x="623435" y="530173"/>
                  <a:pt x="637029" y="543767"/>
                  <a:pt x="637029" y="560536"/>
                </a:cubicBezTo>
                <a:cubicBezTo>
                  <a:pt x="637029" y="577306"/>
                  <a:pt x="623435" y="590900"/>
                  <a:pt x="606665" y="590900"/>
                </a:cubicBezTo>
                <a:cubicBezTo>
                  <a:pt x="589896" y="590900"/>
                  <a:pt x="576302" y="577306"/>
                  <a:pt x="576302" y="560536"/>
                </a:cubicBezTo>
                <a:cubicBezTo>
                  <a:pt x="576302" y="543767"/>
                  <a:pt x="589896" y="530173"/>
                  <a:pt x="606665" y="530173"/>
                </a:cubicBezTo>
                <a:close/>
                <a:moveTo>
                  <a:pt x="534111" y="530173"/>
                </a:moveTo>
                <a:cubicBezTo>
                  <a:pt x="550880" y="530173"/>
                  <a:pt x="564474" y="543767"/>
                  <a:pt x="564474" y="560536"/>
                </a:cubicBezTo>
                <a:cubicBezTo>
                  <a:pt x="564474" y="577306"/>
                  <a:pt x="550880" y="590900"/>
                  <a:pt x="534111" y="590900"/>
                </a:cubicBezTo>
                <a:cubicBezTo>
                  <a:pt x="517341" y="590900"/>
                  <a:pt x="503747" y="577306"/>
                  <a:pt x="503747" y="560536"/>
                </a:cubicBezTo>
                <a:cubicBezTo>
                  <a:pt x="503747" y="543767"/>
                  <a:pt x="517341" y="530173"/>
                  <a:pt x="534111" y="530173"/>
                </a:cubicBezTo>
                <a:close/>
                <a:moveTo>
                  <a:pt x="461556" y="530173"/>
                </a:moveTo>
                <a:cubicBezTo>
                  <a:pt x="478326" y="530173"/>
                  <a:pt x="491920" y="543767"/>
                  <a:pt x="491920" y="560536"/>
                </a:cubicBezTo>
                <a:cubicBezTo>
                  <a:pt x="491920" y="577306"/>
                  <a:pt x="478326" y="590900"/>
                  <a:pt x="461556" y="590900"/>
                </a:cubicBezTo>
                <a:cubicBezTo>
                  <a:pt x="444787" y="590900"/>
                  <a:pt x="431192" y="577306"/>
                  <a:pt x="431192" y="560536"/>
                </a:cubicBezTo>
                <a:cubicBezTo>
                  <a:pt x="431192" y="543767"/>
                  <a:pt x="444787" y="530173"/>
                  <a:pt x="461556" y="530173"/>
                </a:cubicBezTo>
                <a:close/>
                <a:moveTo>
                  <a:pt x="389002" y="530173"/>
                </a:moveTo>
                <a:cubicBezTo>
                  <a:pt x="405771" y="530173"/>
                  <a:pt x="419365" y="543767"/>
                  <a:pt x="419365" y="560536"/>
                </a:cubicBezTo>
                <a:cubicBezTo>
                  <a:pt x="419365" y="577306"/>
                  <a:pt x="405771" y="590900"/>
                  <a:pt x="389002" y="590900"/>
                </a:cubicBezTo>
                <a:cubicBezTo>
                  <a:pt x="372232" y="590900"/>
                  <a:pt x="358638" y="577306"/>
                  <a:pt x="358638" y="560536"/>
                </a:cubicBezTo>
                <a:cubicBezTo>
                  <a:pt x="358638" y="543767"/>
                  <a:pt x="372232" y="530173"/>
                  <a:pt x="389002" y="530173"/>
                </a:cubicBezTo>
                <a:close/>
                <a:moveTo>
                  <a:pt x="316447" y="530173"/>
                </a:moveTo>
                <a:cubicBezTo>
                  <a:pt x="333216" y="530173"/>
                  <a:pt x="346810" y="543767"/>
                  <a:pt x="346810" y="560536"/>
                </a:cubicBezTo>
                <a:cubicBezTo>
                  <a:pt x="346810" y="577306"/>
                  <a:pt x="333216" y="590900"/>
                  <a:pt x="316447" y="590900"/>
                </a:cubicBezTo>
                <a:cubicBezTo>
                  <a:pt x="299677" y="590900"/>
                  <a:pt x="286084" y="577306"/>
                  <a:pt x="286084" y="560536"/>
                </a:cubicBezTo>
                <a:cubicBezTo>
                  <a:pt x="286084" y="543767"/>
                  <a:pt x="299677" y="530173"/>
                  <a:pt x="316447" y="530173"/>
                </a:cubicBezTo>
                <a:close/>
                <a:moveTo>
                  <a:pt x="243892" y="530173"/>
                </a:moveTo>
                <a:cubicBezTo>
                  <a:pt x="260662" y="530173"/>
                  <a:pt x="274256" y="543767"/>
                  <a:pt x="274256" y="560536"/>
                </a:cubicBezTo>
                <a:cubicBezTo>
                  <a:pt x="274256" y="577306"/>
                  <a:pt x="260662" y="590900"/>
                  <a:pt x="243892" y="590900"/>
                </a:cubicBezTo>
                <a:cubicBezTo>
                  <a:pt x="227123" y="590900"/>
                  <a:pt x="213529" y="577306"/>
                  <a:pt x="213529" y="560536"/>
                </a:cubicBezTo>
                <a:cubicBezTo>
                  <a:pt x="213529" y="543767"/>
                  <a:pt x="227123" y="530173"/>
                  <a:pt x="243892" y="530173"/>
                </a:cubicBezTo>
                <a:close/>
                <a:moveTo>
                  <a:pt x="171339" y="530173"/>
                </a:moveTo>
                <a:cubicBezTo>
                  <a:pt x="188107" y="530173"/>
                  <a:pt x="201701" y="543767"/>
                  <a:pt x="201701" y="560536"/>
                </a:cubicBezTo>
                <a:cubicBezTo>
                  <a:pt x="201701" y="577306"/>
                  <a:pt x="188107" y="590900"/>
                  <a:pt x="171339" y="590900"/>
                </a:cubicBezTo>
                <a:cubicBezTo>
                  <a:pt x="154673" y="590900"/>
                  <a:pt x="141079" y="577306"/>
                  <a:pt x="141079" y="560536"/>
                </a:cubicBezTo>
                <a:cubicBezTo>
                  <a:pt x="141079" y="543767"/>
                  <a:pt x="154673" y="530173"/>
                  <a:pt x="171339" y="530173"/>
                </a:cubicBezTo>
                <a:close/>
                <a:moveTo>
                  <a:pt x="98904" y="530173"/>
                </a:moveTo>
                <a:cubicBezTo>
                  <a:pt x="115664" y="530173"/>
                  <a:pt x="129258" y="543767"/>
                  <a:pt x="129258" y="560536"/>
                </a:cubicBezTo>
                <a:cubicBezTo>
                  <a:pt x="129258" y="577306"/>
                  <a:pt x="115664" y="590900"/>
                  <a:pt x="98904" y="590900"/>
                </a:cubicBezTo>
                <a:cubicBezTo>
                  <a:pt x="82130" y="590900"/>
                  <a:pt x="68536" y="577306"/>
                  <a:pt x="68536" y="560536"/>
                </a:cubicBezTo>
                <a:cubicBezTo>
                  <a:pt x="68536" y="543767"/>
                  <a:pt x="82130" y="530173"/>
                  <a:pt x="98904" y="530173"/>
                </a:cubicBezTo>
                <a:close/>
                <a:moveTo>
                  <a:pt x="26349" y="530173"/>
                </a:moveTo>
                <a:cubicBezTo>
                  <a:pt x="43112" y="530173"/>
                  <a:pt x="56707" y="543767"/>
                  <a:pt x="56707" y="560536"/>
                </a:cubicBezTo>
                <a:cubicBezTo>
                  <a:pt x="56707" y="577306"/>
                  <a:pt x="43112" y="590900"/>
                  <a:pt x="26349" y="590900"/>
                </a:cubicBezTo>
                <a:cubicBezTo>
                  <a:pt x="17963" y="590900"/>
                  <a:pt x="10372" y="587502"/>
                  <a:pt x="4877" y="582007"/>
                </a:cubicBezTo>
                <a:lnTo>
                  <a:pt x="0" y="570232"/>
                </a:lnTo>
                <a:lnTo>
                  <a:pt x="0" y="550840"/>
                </a:lnTo>
                <a:lnTo>
                  <a:pt x="4877" y="539066"/>
                </a:lnTo>
                <a:cubicBezTo>
                  <a:pt x="10372" y="533572"/>
                  <a:pt x="17963" y="530173"/>
                  <a:pt x="26349" y="530173"/>
                </a:cubicBezTo>
                <a:close/>
                <a:moveTo>
                  <a:pt x="1673704" y="458486"/>
                </a:moveTo>
                <a:lnTo>
                  <a:pt x="1671744" y="497284"/>
                </a:lnTo>
                <a:lnTo>
                  <a:pt x="1664620" y="480084"/>
                </a:lnTo>
                <a:cubicBezTo>
                  <a:pt x="1664620" y="471700"/>
                  <a:pt x="1668019" y="464109"/>
                  <a:pt x="1673514" y="458614"/>
                </a:cubicBezTo>
                <a:close/>
                <a:moveTo>
                  <a:pt x="1622429" y="449721"/>
                </a:moveTo>
                <a:cubicBezTo>
                  <a:pt x="1639199" y="449721"/>
                  <a:pt x="1652792" y="463315"/>
                  <a:pt x="1652792" y="480084"/>
                </a:cubicBezTo>
                <a:cubicBezTo>
                  <a:pt x="1652792" y="496854"/>
                  <a:pt x="1639199" y="510448"/>
                  <a:pt x="1622429" y="510448"/>
                </a:cubicBezTo>
                <a:cubicBezTo>
                  <a:pt x="1605659" y="510448"/>
                  <a:pt x="1592066" y="496854"/>
                  <a:pt x="1592066" y="480084"/>
                </a:cubicBezTo>
                <a:cubicBezTo>
                  <a:pt x="1592066" y="463315"/>
                  <a:pt x="1605659" y="449721"/>
                  <a:pt x="1622429" y="449721"/>
                </a:cubicBezTo>
                <a:close/>
                <a:moveTo>
                  <a:pt x="1549874" y="449721"/>
                </a:moveTo>
                <a:cubicBezTo>
                  <a:pt x="1566644" y="449721"/>
                  <a:pt x="1580238" y="463315"/>
                  <a:pt x="1580238" y="480084"/>
                </a:cubicBezTo>
                <a:cubicBezTo>
                  <a:pt x="1580238" y="496854"/>
                  <a:pt x="1566644" y="510448"/>
                  <a:pt x="1549874" y="510448"/>
                </a:cubicBezTo>
                <a:cubicBezTo>
                  <a:pt x="1533105" y="510448"/>
                  <a:pt x="1519511" y="496854"/>
                  <a:pt x="1519511" y="480084"/>
                </a:cubicBezTo>
                <a:cubicBezTo>
                  <a:pt x="1519511" y="463315"/>
                  <a:pt x="1533105" y="449721"/>
                  <a:pt x="1549874" y="449721"/>
                </a:cubicBezTo>
                <a:close/>
                <a:moveTo>
                  <a:pt x="1477320" y="449721"/>
                </a:moveTo>
                <a:cubicBezTo>
                  <a:pt x="1494089" y="449721"/>
                  <a:pt x="1507683" y="463315"/>
                  <a:pt x="1507683" y="480084"/>
                </a:cubicBezTo>
                <a:cubicBezTo>
                  <a:pt x="1507683" y="496854"/>
                  <a:pt x="1494089" y="510448"/>
                  <a:pt x="1477320" y="510448"/>
                </a:cubicBezTo>
                <a:cubicBezTo>
                  <a:pt x="1460550" y="510448"/>
                  <a:pt x="1446956" y="496854"/>
                  <a:pt x="1446956" y="480084"/>
                </a:cubicBezTo>
                <a:cubicBezTo>
                  <a:pt x="1446956" y="463315"/>
                  <a:pt x="1460550" y="449721"/>
                  <a:pt x="1477320" y="449721"/>
                </a:cubicBezTo>
                <a:close/>
                <a:moveTo>
                  <a:pt x="1404765" y="449721"/>
                </a:moveTo>
                <a:cubicBezTo>
                  <a:pt x="1421535" y="449721"/>
                  <a:pt x="1435129" y="463315"/>
                  <a:pt x="1435129" y="480084"/>
                </a:cubicBezTo>
                <a:cubicBezTo>
                  <a:pt x="1435129" y="496854"/>
                  <a:pt x="1421535" y="510448"/>
                  <a:pt x="1404765" y="510448"/>
                </a:cubicBezTo>
                <a:cubicBezTo>
                  <a:pt x="1387996" y="510448"/>
                  <a:pt x="1374402" y="496854"/>
                  <a:pt x="1374402" y="480084"/>
                </a:cubicBezTo>
                <a:cubicBezTo>
                  <a:pt x="1374402" y="463315"/>
                  <a:pt x="1387996" y="449721"/>
                  <a:pt x="1404765" y="449721"/>
                </a:cubicBezTo>
                <a:close/>
                <a:moveTo>
                  <a:pt x="1332211" y="449721"/>
                </a:moveTo>
                <a:cubicBezTo>
                  <a:pt x="1348980" y="449721"/>
                  <a:pt x="1362574" y="463315"/>
                  <a:pt x="1362574" y="480084"/>
                </a:cubicBezTo>
                <a:cubicBezTo>
                  <a:pt x="1362574" y="496854"/>
                  <a:pt x="1348980" y="510448"/>
                  <a:pt x="1332211" y="510448"/>
                </a:cubicBezTo>
                <a:cubicBezTo>
                  <a:pt x="1315441" y="510448"/>
                  <a:pt x="1301847" y="496854"/>
                  <a:pt x="1301847" y="480084"/>
                </a:cubicBezTo>
                <a:cubicBezTo>
                  <a:pt x="1301847" y="463315"/>
                  <a:pt x="1315441" y="449721"/>
                  <a:pt x="1332211" y="449721"/>
                </a:cubicBezTo>
                <a:close/>
                <a:moveTo>
                  <a:pt x="1259656" y="449721"/>
                </a:moveTo>
                <a:cubicBezTo>
                  <a:pt x="1276426" y="449721"/>
                  <a:pt x="1290020" y="463315"/>
                  <a:pt x="1290020" y="480084"/>
                </a:cubicBezTo>
                <a:cubicBezTo>
                  <a:pt x="1290020" y="496854"/>
                  <a:pt x="1276426" y="510448"/>
                  <a:pt x="1259656" y="510448"/>
                </a:cubicBezTo>
                <a:cubicBezTo>
                  <a:pt x="1242887" y="510448"/>
                  <a:pt x="1229293" y="496854"/>
                  <a:pt x="1229293" y="480084"/>
                </a:cubicBezTo>
                <a:cubicBezTo>
                  <a:pt x="1229293" y="463315"/>
                  <a:pt x="1242887" y="449721"/>
                  <a:pt x="1259656" y="449721"/>
                </a:cubicBezTo>
                <a:close/>
                <a:moveTo>
                  <a:pt x="1187102" y="449721"/>
                </a:moveTo>
                <a:cubicBezTo>
                  <a:pt x="1203871" y="449721"/>
                  <a:pt x="1217465" y="463315"/>
                  <a:pt x="1217465" y="480084"/>
                </a:cubicBezTo>
                <a:cubicBezTo>
                  <a:pt x="1217465" y="496854"/>
                  <a:pt x="1203871" y="510448"/>
                  <a:pt x="1187102" y="510448"/>
                </a:cubicBezTo>
                <a:cubicBezTo>
                  <a:pt x="1170332" y="510448"/>
                  <a:pt x="1156738" y="496854"/>
                  <a:pt x="1156738" y="480084"/>
                </a:cubicBezTo>
                <a:cubicBezTo>
                  <a:pt x="1156738" y="463315"/>
                  <a:pt x="1170332" y="449721"/>
                  <a:pt x="1187102" y="449721"/>
                </a:cubicBezTo>
                <a:close/>
                <a:moveTo>
                  <a:pt x="1114547" y="449721"/>
                </a:moveTo>
                <a:cubicBezTo>
                  <a:pt x="1131317" y="449721"/>
                  <a:pt x="1144911" y="463315"/>
                  <a:pt x="1144911" y="480084"/>
                </a:cubicBezTo>
                <a:cubicBezTo>
                  <a:pt x="1144911" y="496854"/>
                  <a:pt x="1131317" y="510448"/>
                  <a:pt x="1114547" y="510448"/>
                </a:cubicBezTo>
                <a:cubicBezTo>
                  <a:pt x="1097778" y="510448"/>
                  <a:pt x="1084184" y="496854"/>
                  <a:pt x="1084184" y="480084"/>
                </a:cubicBezTo>
                <a:cubicBezTo>
                  <a:pt x="1084184" y="463315"/>
                  <a:pt x="1097778" y="449721"/>
                  <a:pt x="1114547" y="449721"/>
                </a:cubicBezTo>
                <a:close/>
                <a:moveTo>
                  <a:pt x="1041993" y="449721"/>
                </a:moveTo>
                <a:cubicBezTo>
                  <a:pt x="1058762" y="449721"/>
                  <a:pt x="1072356" y="463315"/>
                  <a:pt x="1072356" y="480084"/>
                </a:cubicBezTo>
                <a:cubicBezTo>
                  <a:pt x="1072356" y="496854"/>
                  <a:pt x="1058762" y="510448"/>
                  <a:pt x="1041993" y="510448"/>
                </a:cubicBezTo>
                <a:cubicBezTo>
                  <a:pt x="1025223" y="510448"/>
                  <a:pt x="1011629" y="496854"/>
                  <a:pt x="1011629" y="480084"/>
                </a:cubicBezTo>
                <a:cubicBezTo>
                  <a:pt x="1011629" y="463315"/>
                  <a:pt x="1025223" y="449721"/>
                  <a:pt x="1041993" y="449721"/>
                </a:cubicBezTo>
                <a:close/>
                <a:moveTo>
                  <a:pt x="969438" y="449721"/>
                </a:moveTo>
                <a:cubicBezTo>
                  <a:pt x="986208" y="449721"/>
                  <a:pt x="999801" y="463315"/>
                  <a:pt x="999801" y="480084"/>
                </a:cubicBezTo>
                <a:cubicBezTo>
                  <a:pt x="999801" y="496854"/>
                  <a:pt x="986208" y="510448"/>
                  <a:pt x="969438" y="510448"/>
                </a:cubicBezTo>
                <a:cubicBezTo>
                  <a:pt x="952669" y="510448"/>
                  <a:pt x="939075" y="496854"/>
                  <a:pt x="939075" y="480084"/>
                </a:cubicBezTo>
                <a:cubicBezTo>
                  <a:pt x="939075" y="463315"/>
                  <a:pt x="952669" y="449721"/>
                  <a:pt x="969438" y="449721"/>
                </a:cubicBezTo>
                <a:close/>
                <a:moveTo>
                  <a:pt x="896883" y="449721"/>
                </a:moveTo>
                <a:cubicBezTo>
                  <a:pt x="913653" y="449721"/>
                  <a:pt x="927247" y="463315"/>
                  <a:pt x="927247" y="480084"/>
                </a:cubicBezTo>
                <a:cubicBezTo>
                  <a:pt x="927247" y="496854"/>
                  <a:pt x="913653" y="510448"/>
                  <a:pt x="896883" y="510448"/>
                </a:cubicBezTo>
                <a:cubicBezTo>
                  <a:pt x="880114" y="510448"/>
                  <a:pt x="866520" y="496854"/>
                  <a:pt x="866520" y="480084"/>
                </a:cubicBezTo>
                <a:cubicBezTo>
                  <a:pt x="866520" y="463315"/>
                  <a:pt x="880114" y="449721"/>
                  <a:pt x="896883" y="449721"/>
                </a:cubicBezTo>
                <a:close/>
                <a:moveTo>
                  <a:pt x="824329" y="449721"/>
                </a:moveTo>
                <a:cubicBezTo>
                  <a:pt x="841098" y="449721"/>
                  <a:pt x="854692" y="463315"/>
                  <a:pt x="854692" y="480084"/>
                </a:cubicBezTo>
                <a:cubicBezTo>
                  <a:pt x="854692" y="496854"/>
                  <a:pt x="841098" y="510448"/>
                  <a:pt x="824329" y="510448"/>
                </a:cubicBezTo>
                <a:cubicBezTo>
                  <a:pt x="807559" y="510448"/>
                  <a:pt x="793965" y="496854"/>
                  <a:pt x="793965" y="480084"/>
                </a:cubicBezTo>
                <a:cubicBezTo>
                  <a:pt x="793965" y="463315"/>
                  <a:pt x="807559" y="449721"/>
                  <a:pt x="824329" y="449721"/>
                </a:cubicBezTo>
                <a:close/>
                <a:moveTo>
                  <a:pt x="751774" y="449721"/>
                </a:moveTo>
                <a:cubicBezTo>
                  <a:pt x="768544" y="449721"/>
                  <a:pt x="782138" y="463315"/>
                  <a:pt x="782138" y="480084"/>
                </a:cubicBezTo>
                <a:cubicBezTo>
                  <a:pt x="782138" y="496854"/>
                  <a:pt x="768544" y="510448"/>
                  <a:pt x="751774" y="510448"/>
                </a:cubicBezTo>
                <a:cubicBezTo>
                  <a:pt x="735005" y="510448"/>
                  <a:pt x="721411" y="496854"/>
                  <a:pt x="721411" y="480084"/>
                </a:cubicBezTo>
                <a:cubicBezTo>
                  <a:pt x="721411" y="463315"/>
                  <a:pt x="735005" y="449721"/>
                  <a:pt x="751774" y="449721"/>
                </a:cubicBezTo>
                <a:close/>
                <a:moveTo>
                  <a:pt x="679220" y="449721"/>
                </a:moveTo>
                <a:cubicBezTo>
                  <a:pt x="695989" y="449721"/>
                  <a:pt x="709583" y="463315"/>
                  <a:pt x="709583" y="480084"/>
                </a:cubicBezTo>
                <a:cubicBezTo>
                  <a:pt x="709583" y="496854"/>
                  <a:pt x="695989" y="510448"/>
                  <a:pt x="679220" y="510448"/>
                </a:cubicBezTo>
                <a:cubicBezTo>
                  <a:pt x="662450" y="510448"/>
                  <a:pt x="648856" y="496854"/>
                  <a:pt x="648856" y="480084"/>
                </a:cubicBezTo>
                <a:cubicBezTo>
                  <a:pt x="648856" y="463315"/>
                  <a:pt x="662450" y="449721"/>
                  <a:pt x="679220" y="449721"/>
                </a:cubicBezTo>
                <a:close/>
                <a:moveTo>
                  <a:pt x="606665" y="449721"/>
                </a:moveTo>
                <a:cubicBezTo>
                  <a:pt x="623435" y="449721"/>
                  <a:pt x="637029" y="463315"/>
                  <a:pt x="637029" y="480084"/>
                </a:cubicBezTo>
                <a:cubicBezTo>
                  <a:pt x="637029" y="496854"/>
                  <a:pt x="623435" y="510448"/>
                  <a:pt x="606665" y="510448"/>
                </a:cubicBezTo>
                <a:cubicBezTo>
                  <a:pt x="589896" y="510448"/>
                  <a:pt x="576302" y="496854"/>
                  <a:pt x="576302" y="480084"/>
                </a:cubicBezTo>
                <a:cubicBezTo>
                  <a:pt x="576302" y="463315"/>
                  <a:pt x="589896" y="449721"/>
                  <a:pt x="606665" y="449721"/>
                </a:cubicBezTo>
                <a:close/>
                <a:moveTo>
                  <a:pt x="534111" y="449721"/>
                </a:moveTo>
                <a:cubicBezTo>
                  <a:pt x="550880" y="449721"/>
                  <a:pt x="564474" y="463315"/>
                  <a:pt x="564474" y="480084"/>
                </a:cubicBezTo>
                <a:cubicBezTo>
                  <a:pt x="564474" y="496854"/>
                  <a:pt x="550880" y="510448"/>
                  <a:pt x="534111" y="510448"/>
                </a:cubicBezTo>
                <a:cubicBezTo>
                  <a:pt x="517341" y="510448"/>
                  <a:pt x="503747" y="496854"/>
                  <a:pt x="503747" y="480084"/>
                </a:cubicBezTo>
                <a:cubicBezTo>
                  <a:pt x="503747" y="463315"/>
                  <a:pt x="517341" y="449721"/>
                  <a:pt x="534111" y="449721"/>
                </a:cubicBezTo>
                <a:close/>
                <a:moveTo>
                  <a:pt x="461556" y="449721"/>
                </a:moveTo>
                <a:cubicBezTo>
                  <a:pt x="478326" y="449721"/>
                  <a:pt x="491920" y="463315"/>
                  <a:pt x="491920" y="480084"/>
                </a:cubicBezTo>
                <a:cubicBezTo>
                  <a:pt x="491920" y="496854"/>
                  <a:pt x="478326" y="510448"/>
                  <a:pt x="461556" y="510448"/>
                </a:cubicBezTo>
                <a:cubicBezTo>
                  <a:pt x="444787" y="510448"/>
                  <a:pt x="431192" y="496854"/>
                  <a:pt x="431192" y="480084"/>
                </a:cubicBezTo>
                <a:cubicBezTo>
                  <a:pt x="431192" y="463315"/>
                  <a:pt x="444787" y="449721"/>
                  <a:pt x="461556" y="449721"/>
                </a:cubicBezTo>
                <a:close/>
                <a:moveTo>
                  <a:pt x="389002" y="449721"/>
                </a:moveTo>
                <a:cubicBezTo>
                  <a:pt x="405771" y="449721"/>
                  <a:pt x="419365" y="463315"/>
                  <a:pt x="419365" y="480084"/>
                </a:cubicBezTo>
                <a:cubicBezTo>
                  <a:pt x="419365" y="496854"/>
                  <a:pt x="405771" y="510448"/>
                  <a:pt x="389002" y="510448"/>
                </a:cubicBezTo>
                <a:cubicBezTo>
                  <a:pt x="372232" y="510448"/>
                  <a:pt x="358638" y="496854"/>
                  <a:pt x="358638" y="480084"/>
                </a:cubicBezTo>
                <a:cubicBezTo>
                  <a:pt x="358638" y="463315"/>
                  <a:pt x="372232" y="449721"/>
                  <a:pt x="389002" y="449721"/>
                </a:cubicBezTo>
                <a:close/>
                <a:moveTo>
                  <a:pt x="316447" y="449721"/>
                </a:moveTo>
                <a:cubicBezTo>
                  <a:pt x="333216" y="449721"/>
                  <a:pt x="346810" y="463315"/>
                  <a:pt x="346810" y="480084"/>
                </a:cubicBezTo>
                <a:cubicBezTo>
                  <a:pt x="346810" y="496854"/>
                  <a:pt x="333216" y="510448"/>
                  <a:pt x="316447" y="510448"/>
                </a:cubicBezTo>
                <a:cubicBezTo>
                  <a:pt x="299677" y="510448"/>
                  <a:pt x="286084" y="496854"/>
                  <a:pt x="286084" y="480084"/>
                </a:cubicBezTo>
                <a:cubicBezTo>
                  <a:pt x="286084" y="463315"/>
                  <a:pt x="299677" y="449721"/>
                  <a:pt x="316447" y="449721"/>
                </a:cubicBezTo>
                <a:close/>
                <a:moveTo>
                  <a:pt x="243892" y="449721"/>
                </a:moveTo>
                <a:cubicBezTo>
                  <a:pt x="260662" y="449721"/>
                  <a:pt x="274256" y="463315"/>
                  <a:pt x="274256" y="480084"/>
                </a:cubicBezTo>
                <a:cubicBezTo>
                  <a:pt x="274256" y="496854"/>
                  <a:pt x="260662" y="510448"/>
                  <a:pt x="243892" y="510448"/>
                </a:cubicBezTo>
                <a:cubicBezTo>
                  <a:pt x="227123" y="510448"/>
                  <a:pt x="213529" y="496854"/>
                  <a:pt x="213529" y="480084"/>
                </a:cubicBezTo>
                <a:cubicBezTo>
                  <a:pt x="213529" y="463315"/>
                  <a:pt x="227123" y="449721"/>
                  <a:pt x="243892" y="449721"/>
                </a:cubicBezTo>
                <a:close/>
                <a:moveTo>
                  <a:pt x="171339" y="449721"/>
                </a:moveTo>
                <a:cubicBezTo>
                  <a:pt x="188107" y="449721"/>
                  <a:pt x="201701" y="463315"/>
                  <a:pt x="201701" y="480084"/>
                </a:cubicBezTo>
                <a:cubicBezTo>
                  <a:pt x="201701" y="496854"/>
                  <a:pt x="188107" y="510448"/>
                  <a:pt x="171339" y="510448"/>
                </a:cubicBezTo>
                <a:cubicBezTo>
                  <a:pt x="154679" y="510448"/>
                  <a:pt x="141085" y="496854"/>
                  <a:pt x="141085" y="480084"/>
                </a:cubicBezTo>
                <a:cubicBezTo>
                  <a:pt x="141085" y="463315"/>
                  <a:pt x="154679" y="449721"/>
                  <a:pt x="171339" y="449721"/>
                </a:cubicBezTo>
                <a:close/>
                <a:moveTo>
                  <a:pt x="98910" y="449721"/>
                </a:moveTo>
                <a:cubicBezTo>
                  <a:pt x="115670" y="449721"/>
                  <a:pt x="129264" y="463315"/>
                  <a:pt x="129264" y="480084"/>
                </a:cubicBezTo>
                <a:cubicBezTo>
                  <a:pt x="129264" y="496854"/>
                  <a:pt x="115670" y="510448"/>
                  <a:pt x="98910" y="510448"/>
                </a:cubicBezTo>
                <a:cubicBezTo>
                  <a:pt x="82136" y="510448"/>
                  <a:pt x="68542" y="496854"/>
                  <a:pt x="68542" y="480084"/>
                </a:cubicBezTo>
                <a:cubicBezTo>
                  <a:pt x="68542" y="463315"/>
                  <a:pt x="82136" y="449721"/>
                  <a:pt x="98910" y="449721"/>
                </a:cubicBezTo>
                <a:close/>
                <a:moveTo>
                  <a:pt x="26355" y="449721"/>
                </a:moveTo>
                <a:cubicBezTo>
                  <a:pt x="43118" y="449721"/>
                  <a:pt x="56713" y="463315"/>
                  <a:pt x="56713" y="480084"/>
                </a:cubicBezTo>
                <a:cubicBezTo>
                  <a:pt x="56713" y="496854"/>
                  <a:pt x="43118" y="510448"/>
                  <a:pt x="26355" y="510448"/>
                </a:cubicBezTo>
                <a:cubicBezTo>
                  <a:pt x="17970" y="510448"/>
                  <a:pt x="10379" y="507050"/>
                  <a:pt x="4884" y="501555"/>
                </a:cubicBezTo>
                <a:lnTo>
                  <a:pt x="0" y="489763"/>
                </a:lnTo>
                <a:lnTo>
                  <a:pt x="0" y="470405"/>
                </a:lnTo>
                <a:lnTo>
                  <a:pt x="4884" y="458614"/>
                </a:lnTo>
                <a:cubicBezTo>
                  <a:pt x="10379" y="453120"/>
                  <a:pt x="17970" y="449721"/>
                  <a:pt x="26355" y="449721"/>
                </a:cubicBezTo>
                <a:close/>
                <a:moveTo>
                  <a:pt x="1673066" y="379245"/>
                </a:moveTo>
                <a:lnTo>
                  <a:pt x="1675237" y="422266"/>
                </a:lnTo>
                <a:lnTo>
                  <a:pt x="1673514" y="421103"/>
                </a:lnTo>
                <a:cubicBezTo>
                  <a:pt x="1668019" y="415609"/>
                  <a:pt x="1664620" y="408017"/>
                  <a:pt x="1664620" y="399633"/>
                </a:cubicBezTo>
                <a:close/>
                <a:moveTo>
                  <a:pt x="1622429" y="369269"/>
                </a:moveTo>
                <a:cubicBezTo>
                  <a:pt x="1639199" y="369269"/>
                  <a:pt x="1652792" y="382864"/>
                  <a:pt x="1652792" y="399633"/>
                </a:cubicBezTo>
                <a:cubicBezTo>
                  <a:pt x="1652792" y="416402"/>
                  <a:pt x="1639199" y="429997"/>
                  <a:pt x="1622429" y="429997"/>
                </a:cubicBezTo>
                <a:cubicBezTo>
                  <a:pt x="1605659" y="429997"/>
                  <a:pt x="1592066" y="416402"/>
                  <a:pt x="1592066" y="399633"/>
                </a:cubicBezTo>
                <a:cubicBezTo>
                  <a:pt x="1592066" y="382864"/>
                  <a:pt x="1605659" y="369269"/>
                  <a:pt x="1622429" y="369269"/>
                </a:cubicBezTo>
                <a:close/>
                <a:moveTo>
                  <a:pt x="1549874" y="369269"/>
                </a:moveTo>
                <a:cubicBezTo>
                  <a:pt x="1566644" y="369269"/>
                  <a:pt x="1580238" y="382864"/>
                  <a:pt x="1580238" y="399633"/>
                </a:cubicBezTo>
                <a:cubicBezTo>
                  <a:pt x="1580238" y="416402"/>
                  <a:pt x="1566644" y="429997"/>
                  <a:pt x="1549874" y="429997"/>
                </a:cubicBezTo>
                <a:cubicBezTo>
                  <a:pt x="1533105" y="429997"/>
                  <a:pt x="1519511" y="416402"/>
                  <a:pt x="1519511" y="399633"/>
                </a:cubicBezTo>
                <a:cubicBezTo>
                  <a:pt x="1519511" y="382864"/>
                  <a:pt x="1533105" y="369269"/>
                  <a:pt x="1549874" y="369269"/>
                </a:cubicBezTo>
                <a:close/>
                <a:moveTo>
                  <a:pt x="1477320" y="369269"/>
                </a:moveTo>
                <a:cubicBezTo>
                  <a:pt x="1494089" y="369269"/>
                  <a:pt x="1507683" y="382864"/>
                  <a:pt x="1507683" y="399633"/>
                </a:cubicBezTo>
                <a:cubicBezTo>
                  <a:pt x="1507683" y="416402"/>
                  <a:pt x="1494089" y="429997"/>
                  <a:pt x="1477320" y="429997"/>
                </a:cubicBezTo>
                <a:cubicBezTo>
                  <a:pt x="1460550" y="429997"/>
                  <a:pt x="1446956" y="416402"/>
                  <a:pt x="1446956" y="399633"/>
                </a:cubicBezTo>
                <a:cubicBezTo>
                  <a:pt x="1446956" y="382864"/>
                  <a:pt x="1460550" y="369269"/>
                  <a:pt x="1477320" y="369269"/>
                </a:cubicBezTo>
                <a:close/>
                <a:moveTo>
                  <a:pt x="1404765" y="369269"/>
                </a:moveTo>
                <a:cubicBezTo>
                  <a:pt x="1421535" y="369269"/>
                  <a:pt x="1435129" y="382864"/>
                  <a:pt x="1435129" y="399633"/>
                </a:cubicBezTo>
                <a:cubicBezTo>
                  <a:pt x="1435129" y="416402"/>
                  <a:pt x="1421535" y="429997"/>
                  <a:pt x="1404765" y="429997"/>
                </a:cubicBezTo>
                <a:cubicBezTo>
                  <a:pt x="1387996" y="429997"/>
                  <a:pt x="1374402" y="416402"/>
                  <a:pt x="1374402" y="399633"/>
                </a:cubicBezTo>
                <a:cubicBezTo>
                  <a:pt x="1374402" y="382864"/>
                  <a:pt x="1387996" y="369269"/>
                  <a:pt x="1404765" y="369269"/>
                </a:cubicBezTo>
                <a:close/>
                <a:moveTo>
                  <a:pt x="1332211" y="369269"/>
                </a:moveTo>
                <a:cubicBezTo>
                  <a:pt x="1348980" y="369269"/>
                  <a:pt x="1362574" y="382864"/>
                  <a:pt x="1362574" y="399633"/>
                </a:cubicBezTo>
                <a:cubicBezTo>
                  <a:pt x="1362574" y="416402"/>
                  <a:pt x="1348980" y="429997"/>
                  <a:pt x="1332211" y="429997"/>
                </a:cubicBezTo>
                <a:cubicBezTo>
                  <a:pt x="1315441" y="429997"/>
                  <a:pt x="1301847" y="416402"/>
                  <a:pt x="1301847" y="399633"/>
                </a:cubicBezTo>
                <a:cubicBezTo>
                  <a:pt x="1301847" y="382864"/>
                  <a:pt x="1315441" y="369269"/>
                  <a:pt x="1332211" y="369269"/>
                </a:cubicBezTo>
                <a:close/>
                <a:moveTo>
                  <a:pt x="1259656" y="369269"/>
                </a:moveTo>
                <a:cubicBezTo>
                  <a:pt x="1276426" y="369269"/>
                  <a:pt x="1290020" y="382864"/>
                  <a:pt x="1290020" y="399633"/>
                </a:cubicBezTo>
                <a:cubicBezTo>
                  <a:pt x="1290020" y="416402"/>
                  <a:pt x="1276426" y="429997"/>
                  <a:pt x="1259656" y="429997"/>
                </a:cubicBezTo>
                <a:cubicBezTo>
                  <a:pt x="1242887" y="429997"/>
                  <a:pt x="1229293" y="416402"/>
                  <a:pt x="1229293" y="399633"/>
                </a:cubicBezTo>
                <a:cubicBezTo>
                  <a:pt x="1229293" y="382864"/>
                  <a:pt x="1242887" y="369269"/>
                  <a:pt x="1259656" y="369269"/>
                </a:cubicBezTo>
                <a:close/>
                <a:moveTo>
                  <a:pt x="1187102" y="369269"/>
                </a:moveTo>
                <a:cubicBezTo>
                  <a:pt x="1203871" y="369269"/>
                  <a:pt x="1217465" y="382864"/>
                  <a:pt x="1217465" y="399633"/>
                </a:cubicBezTo>
                <a:cubicBezTo>
                  <a:pt x="1217465" y="416402"/>
                  <a:pt x="1203871" y="429997"/>
                  <a:pt x="1187102" y="429997"/>
                </a:cubicBezTo>
                <a:cubicBezTo>
                  <a:pt x="1170332" y="429997"/>
                  <a:pt x="1156738" y="416402"/>
                  <a:pt x="1156738" y="399633"/>
                </a:cubicBezTo>
                <a:cubicBezTo>
                  <a:pt x="1156738" y="382864"/>
                  <a:pt x="1170332" y="369269"/>
                  <a:pt x="1187102" y="369269"/>
                </a:cubicBezTo>
                <a:close/>
                <a:moveTo>
                  <a:pt x="1114547" y="369269"/>
                </a:moveTo>
                <a:cubicBezTo>
                  <a:pt x="1131317" y="369269"/>
                  <a:pt x="1144911" y="382864"/>
                  <a:pt x="1144911" y="399633"/>
                </a:cubicBezTo>
                <a:cubicBezTo>
                  <a:pt x="1144911" y="416402"/>
                  <a:pt x="1131317" y="429997"/>
                  <a:pt x="1114547" y="429997"/>
                </a:cubicBezTo>
                <a:cubicBezTo>
                  <a:pt x="1097778" y="429997"/>
                  <a:pt x="1084184" y="416402"/>
                  <a:pt x="1084184" y="399633"/>
                </a:cubicBezTo>
                <a:cubicBezTo>
                  <a:pt x="1084184" y="382864"/>
                  <a:pt x="1097778" y="369269"/>
                  <a:pt x="1114547" y="369269"/>
                </a:cubicBezTo>
                <a:close/>
                <a:moveTo>
                  <a:pt x="1041993" y="369269"/>
                </a:moveTo>
                <a:cubicBezTo>
                  <a:pt x="1058762" y="369269"/>
                  <a:pt x="1072356" y="382864"/>
                  <a:pt x="1072356" y="399633"/>
                </a:cubicBezTo>
                <a:cubicBezTo>
                  <a:pt x="1072356" y="416402"/>
                  <a:pt x="1058762" y="429997"/>
                  <a:pt x="1041993" y="429997"/>
                </a:cubicBezTo>
                <a:cubicBezTo>
                  <a:pt x="1025223" y="429997"/>
                  <a:pt x="1011629" y="416402"/>
                  <a:pt x="1011629" y="399633"/>
                </a:cubicBezTo>
                <a:cubicBezTo>
                  <a:pt x="1011629" y="382864"/>
                  <a:pt x="1025223" y="369269"/>
                  <a:pt x="1041993" y="369269"/>
                </a:cubicBezTo>
                <a:close/>
                <a:moveTo>
                  <a:pt x="969438" y="369269"/>
                </a:moveTo>
                <a:cubicBezTo>
                  <a:pt x="986208" y="369269"/>
                  <a:pt x="999801" y="382864"/>
                  <a:pt x="999801" y="399633"/>
                </a:cubicBezTo>
                <a:cubicBezTo>
                  <a:pt x="999801" y="416402"/>
                  <a:pt x="986208" y="429997"/>
                  <a:pt x="969438" y="429997"/>
                </a:cubicBezTo>
                <a:cubicBezTo>
                  <a:pt x="952669" y="429997"/>
                  <a:pt x="939075" y="416402"/>
                  <a:pt x="939075" y="399633"/>
                </a:cubicBezTo>
                <a:cubicBezTo>
                  <a:pt x="939075" y="382864"/>
                  <a:pt x="952669" y="369269"/>
                  <a:pt x="969438" y="369269"/>
                </a:cubicBezTo>
                <a:close/>
                <a:moveTo>
                  <a:pt x="896883" y="369269"/>
                </a:moveTo>
                <a:cubicBezTo>
                  <a:pt x="913653" y="369269"/>
                  <a:pt x="927247" y="382864"/>
                  <a:pt x="927247" y="399633"/>
                </a:cubicBezTo>
                <a:cubicBezTo>
                  <a:pt x="927247" y="416402"/>
                  <a:pt x="913653" y="429997"/>
                  <a:pt x="896883" y="429997"/>
                </a:cubicBezTo>
                <a:cubicBezTo>
                  <a:pt x="880114" y="429997"/>
                  <a:pt x="866520" y="416402"/>
                  <a:pt x="866520" y="399633"/>
                </a:cubicBezTo>
                <a:cubicBezTo>
                  <a:pt x="866520" y="382864"/>
                  <a:pt x="880114" y="369269"/>
                  <a:pt x="896883" y="369269"/>
                </a:cubicBezTo>
                <a:close/>
                <a:moveTo>
                  <a:pt x="824329" y="369269"/>
                </a:moveTo>
                <a:cubicBezTo>
                  <a:pt x="841098" y="369269"/>
                  <a:pt x="854692" y="382864"/>
                  <a:pt x="854692" y="399633"/>
                </a:cubicBezTo>
                <a:cubicBezTo>
                  <a:pt x="854692" y="416402"/>
                  <a:pt x="841098" y="429997"/>
                  <a:pt x="824329" y="429997"/>
                </a:cubicBezTo>
                <a:cubicBezTo>
                  <a:pt x="807559" y="429997"/>
                  <a:pt x="793965" y="416402"/>
                  <a:pt x="793965" y="399633"/>
                </a:cubicBezTo>
                <a:cubicBezTo>
                  <a:pt x="793965" y="382864"/>
                  <a:pt x="807559" y="369269"/>
                  <a:pt x="824329" y="369269"/>
                </a:cubicBezTo>
                <a:close/>
                <a:moveTo>
                  <a:pt x="751774" y="369269"/>
                </a:moveTo>
                <a:cubicBezTo>
                  <a:pt x="768544" y="369269"/>
                  <a:pt x="782138" y="382864"/>
                  <a:pt x="782138" y="399633"/>
                </a:cubicBezTo>
                <a:cubicBezTo>
                  <a:pt x="782138" y="416402"/>
                  <a:pt x="768544" y="429997"/>
                  <a:pt x="751774" y="429997"/>
                </a:cubicBezTo>
                <a:cubicBezTo>
                  <a:pt x="735005" y="429997"/>
                  <a:pt x="721411" y="416402"/>
                  <a:pt x="721411" y="399633"/>
                </a:cubicBezTo>
                <a:cubicBezTo>
                  <a:pt x="721411" y="382864"/>
                  <a:pt x="735005" y="369269"/>
                  <a:pt x="751774" y="369269"/>
                </a:cubicBezTo>
                <a:close/>
                <a:moveTo>
                  <a:pt x="679220" y="369269"/>
                </a:moveTo>
                <a:cubicBezTo>
                  <a:pt x="695989" y="369269"/>
                  <a:pt x="709583" y="382864"/>
                  <a:pt x="709583" y="399633"/>
                </a:cubicBezTo>
                <a:cubicBezTo>
                  <a:pt x="709583" y="416402"/>
                  <a:pt x="695989" y="429997"/>
                  <a:pt x="679220" y="429997"/>
                </a:cubicBezTo>
                <a:cubicBezTo>
                  <a:pt x="662450" y="429997"/>
                  <a:pt x="648856" y="416402"/>
                  <a:pt x="648856" y="399633"/>
                </a:cubicBezTo>
                <a:cubicBezTo>
                  <a:pt x="648856" y="382864"/>
                  <a:pt x="662450" y="369269"/>
                  <a:pt x="679220" y="369269"/>
                </a:cubicBezTo>
                <a:close/>
                <a:moveTo>
                  <a:pt x="606665" y="369269"/>
                </a:moveTo>
                <a:cubicBezTo>
                  <a:pt x="623435" y="369269"/>
                  <a:pt x="637029" y="382864"/>
                  <a:pt x="637029" y="399633"/>
                </a:cubicBezTo>
                <a:cubicBezTo>
                  <a:pt x="637029" y="416402"/>
                  <a:pt x="623435" y="429997"/>
                  <a:pt x="606665" y="429997"/>
                </a:cubicBezTo>
                <a:cubicBezTo>
                  <a:pt x="589896" y="429997"/>
                  <a:pt x="576302" y="416402"/>
                  <a:pt x="576302" y="399633"/>
                </a:cubicBezTo>
                <a:cubicBezTo>
                  <a:pt x="576302" y="382864"/>
                  <a:pt x="589896" y="369269"/>
                  <a:pt x="606665" y="369269"/>
                </a:cubicBezTo>
                <a:close/>
                <a:moveTo>
                  <a:pt x="534111" y="369269"/>
                </a:moveTo>
                <a:cubicBezTo>
                  <a:pt x="550880" y="369269"/>
                  <a:pt x="564474" y="382864"/>
                  <a:pt x="564474" y="399633"/>
                </a:cubicBezTo>
                <a:cubicBezTo>
                  <a:pt x="564474" y="416402"/>
                  <a:pt x="550880" y="429997"/>
                  <a:pt x="534111" y="429997"/>
                </a:cubicBezTo>
                <a:cubicBezTo>
                  <a:pt x="517341" y="429997"/>
                  <a:pt x="503747" y="416402"/>
                  <a:pt x="503747" y="399633"/>
                </a:cubicBezTo>
                <a:cubicBezTo>
                  <a:pt x="503747" y="382864"/>
                  <a:pt x="517341" y="369269"/>
                  <a:pt x="534111" y="369269"/>
                </a:cubicBezTo>
                <a:close/>
                <a:moveTo>
                  <a:pt x="461556" y="369269"/>
                </a:moveTo>
                <a:cubicBezTo>
                  <a:pt x="478326" y="369269"/>
                  <a:pt x="491920" y="382864"/>
                  <a:pt x="491920" y="399633"/>
                </a:cubicBezTo>
                <a:cubicBezTo>
                  <a:pt x="491920" y="416402"/>
                  <a:pt x="478326" y="429997"/>
                  <a:pt x="461556" y="429997"/>
                </a:cubicBezTo>
                <a:cubicBezTo>
                  <a:pt x="444787" y="429997"/>
                  <a:pt x="431192" y="416402"/>
                  <a:pt x="431192" y="399633"/>
                </a:cubicBezTo>
                <a:cubicBezTo>
                  <a:pt x="431192" y="382864"/>
                  <a:pt x="444787" y="369269"/>
                  <a:pt x="461556" y="369269"/>
                </a:cubicBezTo>
                <a:close/>
                <a:moveTo>
                  <a:pt x="389002" y="369269"/>
                </a:moveTo>
                <a:cubicBezTo>
                  <a:pt x="405771" y="369269"/>
                  <a:pt x="419365" y="382864"/>
                  <a:pt x="419365" y="399633"/>
                </a:cubicBezTo>
                <a:cubicBezTo>
                  <a:pt x="419365" y="416402"/>
                  <a:pt x="405771" y="429997"/>
                  <a:pt x="389002" y="429997"/>
                </a:cubicBezTo>
                <a:cubicBezTo>
                  <a:pt x="372232" y="429997"/>
                  <a:pt x="358638" y="416402"/>
                  <a:pt x="358638" y="399633"/>
                </a:cubicBezTo>
                <a:cubicBezTo>
                  <a:pt x="358638" y="382864"/>
                  <a:pt x="372232" y="369269"/>
                  <a:pt x="389002" y="369269"/>
                </a:cubicBezTo>
                <a:close/>
                <a:moveTo>
                  <a:pt x="316447" y="369269"/>
                </a:moveTo>
                <a:cubicBezTo>
                  <a:pt x="333216" y="369269"/>
                  <a:pt x="346810" y="382864"/>
                  <a:pt x="346810" y="399633"/>
                </a:cubicBezTo>
                <a:cubicBezTo>
                  <a:pt x="346810" y="416402"/>
                  <a:pt x="333216" y="429997"/>
                  <a:pt x="316447" y="429997"/>
                </a:cubicBezTo>
                <a:cubicBezTo>
                  <a:pt x="299677" y="429997"/>
                  <a:pt x="286084" y="416402"/>
                  <a:pt x="286084" y="399633"/>
                </a:cubicBezTo>
                <a:cubicBezTo>
                  <a:pt x="286084" y="382864"/>
                  <a:pt x="299677" y="369269"/>
                  <a:pt x="316447" y="369269"/>
                </a:cubicBezTo>
                <a:close/>
                <a:moveTo>
                  <a:pt x="243892" y="369269"/>
                </a:moveTo>
                <a:cubicBezTo>
                  <a:pt x="260662" y="369269"/>
                  <a:pt x="274256" y="382864"/>
                  <a:pt x="274256" y="399633"/>
                </a:cubicBezTo>
                <a:cubicBezTo>
                  <a:pt x="274256" y="416402"/>
                  <a:pt x="260662" y="429997"/>
                  <a:pt x="243892" y="429997"/>
                </a:cubicBezTo>
                <a:cubicBezTo>
                  <a:pt x="227123" y="429997"/>
                  <a:pt x="213529" y="416402"/>
                  <a:pt x="213529" y="399633"/>
                </a:cubicBezTo>
                <a:cubicBezTo>
                  <a:pt x="213529" y="382864"/>
                  <a:pt x="227123" y="369269"/>
                  <a:pt x="243892" y="369269"/>
                </a:cubicBezTo>
                <a:close/>
                <a:moveTo>
                  <a:pt x="171339" y="369269"/>
                </a:moveTo>
                <a:cubicBezTo>
                  <a:pt x="188107" y="369269"/>
                  <a:pt x="201701" y="382864"/>
                  <a:pt x="201701" y="399633"/>
                </a:cubicBezTo>
                <a:cubicBezTo>
                  <a:pt x="201701" y="416402"/>
                  <a:pt x="188107" y="429997"/>
                  <a:pt x="171339" y="429997"/>
                </a:cubicBezTo>
                <a:cubicBezTo>
                  <a:pt x="154685" y="429997"/>
                  <a:pt x="141090" y="416402"/>
                  <a:pt x="141090" y="399633"/>
                </a:cubicBezTo>
                <a:cubicBezTo>
                  <a:pt x="141090" y="382864"/>
                  <a:pt x="154685" y="369269"/>
                  <a:pt x="171339" y="369269"/>
                </a:cubicBezTo>
                <a:close/>
                <a:moveTo>
                  <a:pt x="98917" y="369269"/>
                </a:moveTo>
                <a:cubicBezTo>
                  <a:pt x="115677" y="369269"/>
                  <a:pt x="129270" y="382864"/>
                  <a:pt x="129270" y="399633"/>
                </a:cubicBezTo>
                <a:cubicBezTo>
                  <a:pt x="129270" y="416402"/>
                  <a:pt x="115677" y="429997"/>
                  <a:pt x="98917" y="429997"/>
                </a:cubicBezTo>
                <a:cubicBezTo>
                  <a:pt x="82143" y="429997"/>
                  <a:pt x="68549" y="416402"/>
                  <a:pt x="68549" y="399633"/>
                </a:cubicBezTo>
                <a:cubicBezTo>
                  <a:pt x="68549" y="382864"/>
                  <a:pt x="82143" y="369269"/>
                  <a:pt x="98917" y="369269"/>
                </a:cubicBezTo>
                <a:close/>
                <a:moveTo>
                  <a:pt x="26362" y="369269"/>
                </a:moveTo>
                <a:cubicBezTo>
                  <a:pt x="43124" y="369269"/>
                  <a:pt x="56719" y="382864"/>
                  <a:pt x="56719" y="399633"/>
                </a:cubicBezTo>
                <a:cubicBezTo>
                  <a:pt x="56719" y="416402"/>
                  <a:pt x="43124" y="429997"/>
                  <a:pt x="26362" y="429997"/>
                </a:cubicBezTo>
                <a:cubicBezTo>
                  <a:pt x="17976" y="429997"/>
                  <a:pt x="10385" y="426598"/>
                  <a:pt x="4890" y="421103"/>
                </a:cubicBezTo>
                <a:lnTo>
                  <a:pt x="0" y="409299"/>
                </a:lnTo>
                <a:lnTo>
                  <a:pt x="0" y="389967"/>
                </a:lnTo>
                <a:lnTo>
                  <a:pt x="4890" y="378163"/>
                </a:lnTo>
                <a:cubicBezTo>
                  <a:pt x="10385" y="372668"/>
                  <a:pt x="17976" y="369269"/>
                  <a:pt x="26362" y="369269"/>
                </a:cubicBezTo>
                <a:close/>
                <a:moveTo>
                  <a:pt x="1669444" y="307535"/>
                </a:moveTo>
                <a:lnTo>
                  <a:pt x="1670784" y="334061"/>
                </a:lnTo>
                <a:lnTo>
                  <a:pt x="1664620" y="319181"/>
                </a:lnTo>
                <a:close/>
                <a:moveTo>
                  <a:pt x="1622429" y="288818"/>
                </a:moveTo>
                <a:cubicBezTo>
                  <a:pt x="1639199" y="288818"/>
                  <a:pt x="1652792" y="302412"/>
                  <a:pt x="1652792" y="319181"/>
                </a:cubicBezTo>
                <a:cubicBezTo>
                  <a:pt x="1652792" y="335950"/>
                  <a:pt x="1639199" y="349545"/>
                  <a:pt x="1622429" y="349545"/>
                </a:cubicBezTo>
                <a:cubicBezTo>
                  <a:pt x="1605659" y="349545"/>
                  <a:pt x="1592066" y="335950"/>
                  <a:pt x="1592066" y="319181"/>
                </a:cubicBezTo>
                <a:cubicBezTo>
                  <a:pt x="1592066" y="302412"/>
                  <a:pt x="1605659" y="288818"/>
                  <a:pt x="1622429" y="288818"/>
                </a:cubicBezTo>
                <a:close/>
                <a:moveTo>
                  <a:pt x="1549874" y="288818"/>
                </a:moveTo>
                <a:cubicBezTo>
                  <a:pt x="1566644" y="288818"/>
                  <a:pt x="1580238" y="302412"/>
                  <a:pt x="1580238" y="319181"/>
                </a:cubicBezTo>
                <a:cubicBezTo>
                  <a:pt x="1580238" y="335950"/>
                  <a:pt x="1566644" y="349545"/>
                  <a:pt x="1549874" y="349545"/>
                </a:cubicBezTo>
                <a:cubicBezTo>
                  <a:pt x="1533105" y="349545"/>
                  <a:pt x="1519511" y="335950"/>
                  <a:pt x="1519511" y="319181"/>
                </a:cubicBezTo>
                <a:cubicBezTo>
                  <a:pt x="1519511" y="302412"/>
                  <a:pt x="1533105" y="288818"/>
                  <a:pt x="1549874" y="288818"/>
                </a:cubicBezTo>
                <a:close/>
                <a:moveTo>
                  <a:pt x="1477320" y="288818"/>
                </a:moveTo>
                <a:cubicBezTo>
                  <a:pt x="1494089" y="288818"/>
                  <a:pt x="1507683" y="302412"/>
                  <a:pt x="1507683" y="319181"/>
                </a:cubicBezTo>
                <a:cubicBezTo>
                  <a:pt x="1507683" y="335950"/>
                  <a:pt x="1494089" y="349545"/>
                  <a:pt x="1477320" y="349545"/>
                </a:cubicBezTo>
                <a:cubicBezTo>
                  <a:pt x="1460550" y="349545"/>
                  <a:pt x="1446956" y="335950"/>
                  <a:pt x="1446956" y="319181"/>
                </a:cubicBezTo>
                <a:cubicBezTo>
                  <a:pt x="1446956" y="302412"/>
                  <a:pt x="1460550" y="288818"/>
                  <a:pt x="1477320" y="288818"/>
                </a:cubicBezTo>
                <a:close/>
                <a:moveTo>
                  <a:pt x="1404765" y="288818"/>
                </a:moveTo>
                <a:cubicBezTo>
                  <a:pt x="1421535" y="288818"/>
                  <a:pt x="1435129" y="302412"/>
                  <a:pt x="1435129" y="319181"/>
                </a:cubicBezTo>
                <a:cubicBezTo>
                  <a:pt x="1435129" y="335950"/>
                  <a:pt x="1421535" y="349545"/>
                  <a:pt x="1404765" y="349545"/>
                </a:cubicBezTo>
                <a:cubicBezTo>
                  <a:pt x="1387996" y="349545"/>
                  <a:pt x="1374402" y="335950"/>
                  <a:pt x="1374402" y="319181"/>
                </a:cubicBezTo>
                <a:cubicBezTo>
                  <a:pt x="1374402" y="302412"/>
                  <a:pt x="1387996" y="288818"/>
                  <a:pt x="1404765" y="288818"/>
                </a:cubicBezTo>
                <a:close/>
                <a:moveTo>
                  <a:pt x="1332211" y="288818"/>
                </a:moveTo>
                <a:cubicBezTo>
                  <a:pt x="1348980" y="288818"/>
                  <a:pt x="1362574" y="302412"/>
                  <a:pt x="1362574" y="319181"/>
                </a:cubicBezTo>
                <a:cubicBezTo>
                  <a:pt x="1362574" y="335950"/>
                  <a:pt x="1348980" y="349545"/>
                  <a:pt x="1332211" y="349545"/>
                </a:cubicBezTo>
                <a:cubicBezTo>
                  <a:pt x="1315441" y="349545"/>
                  <a:pt x="1301847" y="335950"/>
                  <a:pt x="1301847" y="319181"/>
                </a:cubicBezTo>
                <a:cubicBezTo>
                  <a:pt x="1301847" y="302412"/>
                  <a:pt x="1315441" y="288818"/>
                  <a:pt x="1332211" y="288818"/>
                </a:cubicBezTo>
                <a:close/>
                <a:moveTo>
                  <a:pt x="1259656" y="288818"/>
                </a:moveTo>
                <a:cubicBezTo>
                  <a:pt x="1276426" y="288818"/>
                  <a:pt x="1290020" y="302412"/>
                  <a:pt x="1290020" y="319181"/>
                </a:cubicBezTo>
                <a:cubicBezTo>
                  <a:pt x="1290020" y="335950"/>
                  <a:pt x="1276426" y="349545"/>
                  <a:pt x="1259656" y="349545"/>
                </a:cubicBezTo>
                <a:cubicBezTo>
                  <a:pt x="1242887" y="349545"/>
                  <a:pt x="1229293" y="335950"/>
                  <a:pt x="1229293" y="319181"/>
                </a:cubicBezTo>
                <a:cubicBezTo>
                  <a:pt x="1229293" y="302412"/>
                  <a:pt x="1242887" y="288818"/>
                  <a:pt x="1259656" y="288818"/>
                </a:cubicBezTo>
                <a:close/>
                <a:moveTo>
                  <a:pt x="1187102" y="288818"/>
                </a:moveTo>
                <a:cubicBezTo>
                  <a:pt x="1203871" y="288818"/>
                  <a:pt x="1217465" y="302412"/>
                  <a:pt x="1217465" y="319181"/>
                </a:cubicBezTo>
                <a:cubicBezTo>
                  <a:pt x="1217465" y="335950"/>
                  <a:pt x="1203871" y="349545"/>
                  <a:pt x="1187102" y="349545"/>
                </a:cubicBezTo>
                <a:cubicBezTo>
                  <a:pt x="1170332" y="349545"/>
                  <a:pt x="1156738" y="335950"/>
                  <a:pt x="1156738" y="319181"/>
                </a:cubicBezTo>
                <a:cubicBezTo>
                  <a:pt x="1156738" y="302412"/>
                  <a:pt x="1170332" y="288818"/>
                  <a:pt x="1187102" y="288818"/>
                </a:cubicBezTo>
                <a:close/>
                <a:moveTo>
                  <a:pt x="1114547" y="288818"/>
                </a:moveTo>
                <a:cubicBezTo>
                  <a:pt x="1131317" y="288818"/>
                  <a:pt x="1144911" y="302412"/>
                  <a:pt x="1144911" y="319181"/>
                </a:cubicBezTo>
                <a:cubicBezTo>
                  <a:pt x="1144911" y="335950"/>
                  <a:pt x="1131317" y="349545"/>
                  <a:pt x="1114547" y="349545"/>
                </a:cubicBezTo>
                <a:cubicBezTo>
                  <a:pt x="1097778" y="349545"/>
                  <a:pt x="1084184" y="335950"/>
                  <a:pt x="1084184" y="319181"/>
                </a:cubicBezTo>
                <a:cubicBezTo>
                  <a:pt x="1084184" y="302412"/>
                  <a:pt x="1097778" y="288818"/>
                  <a:pt x="1114547" y="288818"/>
                </a:cubicBezTo>
                <a:close/>
                <a:moveTo>
                  <a:pt x="1041993" y="288818"/>
                </a:moveTo>
                <a:cubicBezTo>
                  <a:pt x="1058762" y="288818"/>
                  <a:pt x="1072356" y="302412"/>
                  <a:pt x="1072356" y="319181"/>
                </a:cubicBezTo>
                <a:cubicBezTo>
                  <a:pt x="1072356" y="335950"/>
                  <a:pt x="1058762" y="349545"/>
                  <a:pt x="1041993" y="349545"/>
                </a:cubicBezTo>
                <a:cubicBezTo>
                  <a:pt x="1025223" y="349545"/>
                  <a:pt x="1011629" y="335950"/>
                  <a:pt x="1011629" y="319181"/>
                </a:cubicBezTo>
                <a:cubicBezTo>
                  <a:pt x="1011629" y="302412"/>
                  <a:pt x="1025223" y="288818"/>
                  <a:pt x="1041993" y="288818"/>
                </a:cubicBezTo>
                <a:close/>
                <a:moveTo>
                  <a:pt x="969438" y="288818"/>
                </a:moveTo>
                <a:cubicBezTo>
                  <a:pt x="986208" y="288818"/>
                  <a:pt x="999801" y="302412"/>
                  <a:pt x="999801" y="319181"/>
                </a:cubicBezTo>
                <a:cubicBezTo>
                  <a:pt x="999801" y="335950"/>
                  <a:pt x="986208" y="349545"/>
                  <a:pt x="969438" y="349545"/>
                </a:cubicBezTo>
                <a:cubicBezTo>
                  <a:pt x="952669" y="349545"/>
                  <a:pt x="939075" y="335950"/>
                  <a:pt x="939075" y="319181"/>
                </a:cubicBezTo>
                <a:cubicBezTo>
                  <a:pt x="939075" y="302412"/>
                  <a:pt x="952669" y="288818"/>
                  <a:pt x="969438" y="288818"/>
                </a:cubicBezTo>
                <a:close/>
                <a:moveTo>
                  <a:pt x="896883" y="288818"/>
                </a:moveTo>
                <a:cubicBezTo>
                  <a:pt x="913653" y="288818"/>
                  <a:pt x="927247" y="302412"/>
                  <a:pt x="927247" y="319181"/>
                </a:cubicBezTo>
                <a:cubicBezTo>
                  <a:pt x="927247" y="335950"/>
                  <a:pt x="913653" y="349545"/>
                  <a:pt x="896883" y="349545"/>
                </a:cubicBezTo>
                <a:cubicBezTo>
                  <a:pt x="880114" y="349545"/>
                  <a:pt x="866520" y="335950"/>
                  <a:pt x="866520" y="319181"/>
                </a:cubicBezTo>
                <a:cubicBezTo>
                  <a:pt x="866520" y="302412"/>
                  <a:pt x="880114" y="288818"/>
                  <a:pt x="896883" y="288818"/>
                </a:cubicBezTo>
                <a:close/>
                <a:moveTo>
                  <a:pt x="824329" y="288818"/>
                </a:moveTo>
                <a:cubicBezTo>
                  <a:pt x="841098" y="288818"/>
                  <a:pt x="854692" y="302412"/>
                  <a:pt x="854692" y="319181"/>
                </a:cubicBezTo>
                <a:cubicBezTo>
                  <a:pt x="854692" y="335950"/>
                  <a:pt x="841098" y="349545"/>
                  <a:pt x="824329" y="349545"/>
                </a:cubicBezTo>
                <a:cubicBezTo>
                  <a:pt x="807559" y="349545"/>
                  <a:pt x="793965" y="335950"/>
                  <a:pt x="793965" y="319181"/>
                </a:cubicBezTo>
                <a:cubicBezTo>
                  <a:pt x="793965" y="302412"/>
                  <a:pt x="807559" y="288818"/>
                  <a:pt x="824329" y="288818"/>
                </a:cubicBezTo>
                <a:close/>
                <a:moveTo>
                  <a:pt x="751774" y="288818"/>
                </a:moveTo>
                <a:cubicBezTo>
                  <a:pt x="768544" y="288818"/>
                  <a:pt x="782138" y="302412"/>
                  <a:pt x="782138" y="319181"/>
                </a:cubicBezTo>
                <a:cubicBezTo>
                  <a:pt x="782138" y="335950"/>
                  <a:pt x="768544" y="349545"/>
                  <a:pt x="751774" y="349545"/>
                </a:cubicBezTo>
                <a:cubicBezTo>
                  <a:pt x="735005" y="349545"/>
                  <a:pt x="721411" y="335950"/>
                  <a:pt x="721411" y="319181"/>
                </a:cubicBezTo>
                <a:cubicBezTo>
                  <a:pt x="721411" y="302412"/>
                  <a:pt x="735005" y="288818"/>
                  <a:pt x="751774" y="288818"/>
                </a:cubicBezTo>
                <a:close/>
                <a:moveTo>
                  <a:pt x="679220" y="288818"/>
                </a:moveTo>
                <a:cubicBezTo>
                  <a:pt x="695989" y="288818"/>
                  <a:pt x="709583" y="302412"/>
                  <a:pt x="709583" y="319181"/>
                </a:cubicBezTo>
                <a:cubicBezTo>
                  <a:pt x="709583" y="335950"/>
                  <a:pt x="695989" y="349545"/>
                  <a:pt x="679220" y="349545"/>
                </a:cubicBezTo>
                <a:cubicBezTo>
                  <a:pt x="662450" y="349545"/>
                  <a:pt x="648856" y="335950"/>
                  <a:pt x="648856" y="319181"/>
                </a:cubicBezTo>
                <a:cubicBezTo>
                  <a:pt x="648856" y="302412"/>
                  <a:pt x="662450" y="288818"/>
                  <a:pt x="679220" y="288818"/>
                </a:cubicBezTo>
                <a:close/>
                <a:moveTo>
                  <a:pt x="606665" y="288818"/>
                </a:moveTo>
                <a:cubicBezTo>
                  <a:pt x="623435" y="288818"/>
                  <a:pt x="637029" y="302412"/>
                  <a:pt x="637029" y="319181"/>
                </a:cubicBezTo>
                <a:cubicBezTo>
                  <a:pt x="637029" y="335950"/>
                  <a:pt x="623435" y="349545"/>
                  <a:pt x="606665" y="349545"/>
                </a:cubicBezTo>
                <a:cubicBezTo>
                  <a:pt x="589896" y="349545"/>
                  <a:pt x="576302" y="335950"/>
                  <a:pt x="576302" y="319181"/>
                </a:cubicBezTo>
                <a:cubicBezTo>
                  <a:pt x="576302" y="302412"/>
                  <a:pt x="589896" y="288818"/>
                  <a:pt x="606665" y="288818"/>
                </a:cubicBezTo>
                <a:close/>
                <a:moveTo>
                  <a:pt x="534111" y="288818"/>
                </a:moveTo>
                <a:cubicBezTo>
                  <a:pt x="550880" y="288818"/>
                  <a:pt x="564474" y="302412"/>
                  <a:pt x="564474" y="319181"/>
                </a:cubicBezTo>
                <a:cubicBezTo>
                  <a:pt x="564474" y="335950"/>
                  <a:pt x="550880" y="349545"/>
                  <a:pt x="534111" y="349545"/>
                </a:cubicBezTo>
                <a:cubicBezTo>
                  <a:pt x="517341" y="349545"/>
                  <a:pt x="503747" y="335950"/>
                  <a:pt x="503747" y="319181"/>
                </a:cubicBezTo>
                <a:cubicBezTo>
                  <a:pt x="503747" y="302412"/>
                  <a:pt x="517341" y="288818"/>
                  <a:pt x="534111" y="288818"/>
                </a:cubicBezTo>
                <a:close/>
                <a:moveTo>
                  <a:pt x="461556" y="288818"/>
                </a:moveTo>
                <a:cubicBezTo>
                  <a:pt x="478326" y="288818"/>
                  <a:pt x="491920" y="302412"/>
                  <a:pt x="491920" y="319181"/>
                </a:cubicBezTo>
                <a:cubicBezTo>
                  <a:pt x="491920" y="335950"/>
                  <a:pt x="478326" y="349545"/>
                  <a:pt x="461556" y="349545"/>
                </a:cubicBezTo>
                <a:cubicBezTo>
                  <a:pt x="444787" y="349545"/>
                  <a:pt x="431192" y="335950"/>
                  <a:pt x="431192" y="319181"/>
                </a:cubicBezTo>
                <a:cubicBezTo>
                  <a:pt x="431192" y="302412"/>
                  <a:pt x="444787" y="288818"/>
                  <a:pt x="461556" y="288818"/>
                </a:cubicBezTo>
                <a:close/>
                <a:moveTo>
                  <a:pt x="389002" y="288818"/>
                </a:moveTo>
                <a:cubicBezTo>
                  <a:pt x="405771" y="288818"/>
                  <a:pt x="419365" y="302412"/>
                  <a:pt x="419365" y="319181"/>
                </a:cubicBezTo>
                <a:cubicBezTo>
                  <a:pt x="419365" y="335950"/>
                  <a:pt x="405771" y="349545"/>
                  <a:pt x="389002" y="349545"/>
                </a:cubicBezTo>
                <a:cubicBezTo>
                  <a:pt x="372232" y="349545"/>
                  <a:pt x="358638" y="335950"/>
                  <a:pt x="358638" y="319181"/>
                </a:cubicBezTo>
                <a:cubicBezTo>
                  <a:pt x="358638" y="302412"/>
                  <a:pt x="372232" y="288818"/>
                  <a:pt x="389002" y="288818"/>
                </a:cubicBezTo>
                <a:close/>
                <a:moveTo>
                  <a:pt x="316447" y="288818"/>
                </a:moveTo>
                <a:cubicBezTo>
                  <a:pt x="333216" y="288818"/>
                  <a:pt x="346810" y="302412"/>
                  <a:pt x="346810" y="319181"/>
                </a:cubicBezTo>
                <a:cubicBezTo>
                  <a:pt x="346810" y="335950"/>
                  <a:pt x="333216" y="349545"/>
                  <a:pt x="316447" y="349545"/>
                </a:cubicBezTo>
                <a:cubicBezTo>
                  <a:pt x="299677" y="349545"/>
                  <a:pt x="286084" y="335950"/>
                  <a:pt x="286084" y="319181"/>
                </a:cubicBezTo>
                <a:cubicBezTo>
                  <a:pt x="286084" y="302412"/>
                  <a:pt x="299677" y="288818"/>
                  <a:pt x="316447" y="288818"/>
                </a:cubicBezTo>
                <a:close/>
                <a:moveTo>
                  <a:pt x="243892" y="288818"/>
                </a:moveTo>
                <a:cubicBezTo>
                  <a:pt x="260662" y="288818"/>
                  <a:pt x="274256" y="302412"/>
                  <a:pt x="274256" y="319181"/>
                </a:cubicBezTo>
                <a:cubicBezTo>
                  <a:pt x="274256" y="335950"/>
                  <a:pt x="260662" y="349545"/>
                  <a:pt x="243892" y="349545"/>
                </a:cubicBezTo>
                <a:cubicBezTo>
                  <a:pt x="227123" y="349545"/>
                  <a:pt x="213529" y="335950"/>
                  <a:pt x="213529" y="319181"/>
                </a:cubicBezTo>
                <a:cubicBezTo>
                  <a:pt x="213529" y="302412"/>
                  <a:pt x="227123" y="288818"/>
                  <a:pt x="243892" y="288818"/>
                </a:cubicBezTo>
                <a:close/>
                <a:moveTo>
                  <a:pt x="171339" y="288818"/>
                </a:moveTo>
                <a:cubicBezTo>
                  <a:pt x="188107" y="288818"/>
                  <a:pt x="201701" y="302412"/>
                  <a:pt x="201701" y="319181"/>
                </a:cubicBezTo>
                <a:cubicBezTo>
                  <a:pt x="201701" y="335950"/>
                  <a:pt x="188107" y="349545"/>
                  <a:pt x="171339" y="349545"/>
                </a:cubicBezTo>
                <a:cubicBezTo>
                  <a:pt x="154691" y="349545"/>
                  <a:pt x="141096" y="335950"/>
                  <a:pt x="141096" y="319181"/>
                </a:cubicBezTo>
                <a:cubicBezTo>
                  <a:pt x="141096" y="302412"/>
                  <a:pt x="154691" y="288818"/>
                  <a:pt x="171339" y="288818"/>
                </a:cubicBezTo>
                <a:close/>
                <a:moveTo>
                  <a:pt x="98923" y="288818"/>
                </a:moveTo>
                <a:cubicBezTo>
                  <a:pt x="115682" y="288818"/>
                  <a:pt x="129276" y="302412"/>
                  <a:pt x="129276" y="319181"/>
                </a:cubicBezTo>
                <a:cubicBezTo>
                  <a:pt x="129276" y="335950"/>
                  <a:pt x="115682" y="349545"/>
                  <a:pt x="98923" y="349545"/>
                </a:cubicBezTo>
                <a:cubicBezTo>
                  <a:pt x="82149" y="349545"/>
                  <a:pt x="68554" y="335950"/>
                  <a:pt x="68554" y="319181"/>
                </a:cubicBezTo>
                <a:cubicBezTo>
                  <a:pt x="68554" y="302412"/>
                  <a:pt x="82149" y="288818"/>
                  <a:pt x="98923" y="288818"/>
                </a:cubicBezTo>
                <a:close/>
                <a:moveTo>
                  <a:pt x="26368" y="288818"/>
                </a:moveTo>
                <a:cubicBezTo>
                  <a:pt x="43131" y="288818"/>
                  <a:pt x="56725" y="302412"/>
                  <a:pt x="56725" y="319181"/>
                </a:cubicBezTo>
                <a:cubicBezTo>
                  <a:pt x="56725" y="335950"/>
                  <a:pt x="43131" y="349545"/>
                  <a:pt x="26368" y="349545"/>
                </a:cubicBezTo>
                <a:cubicBezTo>
                  <a:pt x="17983" y="349545"/>
                  <a:pt x="10391" y="346146"/>
                  <a:pt x="4896" y="340651"/>
                </a:cubicBezTo>
                <a:lnTo>
                  <a:pt x="0" y="328831"/>
                </a:lnTo>
                <a:lnTo>
                  <a:pt x="0" y="309532"/>
                </a:lnTo>
                <a:lnTo>
                  <a:pt x="4896" y="297711"/>
                </a:lnTo>
                <a:cubicBezTo>
                  <a:pt x="10391" y="292217"/>
                  <a:pt x="17983" y="288818"/>
                  <a:pt x="26368" y="288818"/>
                </a:cubicBezTo>
                <a:close/>
                <a:moveTo>
                  <a:pt x="1622429" y="208366"/>
                </a:moveTo>
                <a:cubicBezTo>
                  <a:pt x="1639199" y="208366"/>
                  <a:pt x="1652792" y="221960"/>
                  <a:pt x="1652792" y="238729"/>
                </a:cubicBezTo>
                <a:cubicBezTo>
                  <a:pt x="1652792" y="255499"/>
                  <a:pt x="1639199" y="269093"/>
                  <a:pt x="1622429" y="269093"/>
                </a:cubicBezTo>
                <a:cubicBezTo>
                  <a:pt x="1605659" y="269093"/>
                  <a:pt x="1592066" y="255499"/>
                  <a:pt x="1592066" y="238729"/>
                </a:cubicBezTo>
                <a:cubicBezTo>
                  <a:pt x="1592066" y="221960"/>
                  <a:pt x="1605659" y="208366"/>
                  <a:pt x="1622429" y="208366"/>
                </a:cubicBezTo>
                <a:close/>
                <a:moveTo>
                  <a:pt x="1549874" y="208366"/>
                </a:moveTo>
                <a:cubicBezTo>
                  <a:pt x="1566644" y="208366"/>
                  <a:pt x="1580238" y="221960"/>
                  <a:pt x="1580238" y="238729"/>
                </a:cubicBezTo>
                <a:cubicBezTo>
                  <a:pt x="1580238" y="255499"/>
                  <a:pt x="1566644" y="269093"/>
                  <a:pt x="1549874" y="269093"/>
                </a:cubicBezTo>
                <a:cubicBezTo>
                  <a:pt x="1533105" y="269093"/>
                  <a:pt x="1519511" y="255499"/>
                  <a:pt x="1519511" y="238729"/>
                </a:cubicBezTo>
                <a:cubicBezTo>
                  <a:pt x="1519511" y="221960"/>
                  <a:pt x="1533105" y="208366"/>
                  <a:pt x="1549874" y="208366"/>
                </a:cubicBezTo>
                <a:close/>
                <a:moveTo>
                  <a:pt x="1477320" y="208366"/>
                </a:moveTo>
                <a:cubicBezTo>
                  <a:pt x="1494089" y="208366"/>
                  <a:pt x="1507683" y="221960"/>
                  <a:pt x="1507683" y="238729"/>
                </a:cubicBezTo>
                <a:cubicBezTo>
                  <a:pt x="1507683" y="255499"/>
                  <a:pt x="1494089" y="269093"/>
                  <a:pt x="1477320" y="269093"/>
                </a:cubicBezTo>
                <a:cubicBezTo>
                  <a:pt x="1460550" y="269093"/>
                  <a:pt x="1446956" y="255499"/>
                  <a:pt x="1446956" y="238729"/>
                </a:cubicBezTo>
                <a:cubicBezTo>
                  <a:pt x="1446956" y="221960"/>
                  <a:pt x="1460550" y="208366"/>
                  <a:pt x="1477320" y="208366"/>
                </a:cubicBezTo>
                <a:close/>
                <a:moveTo>
                  <a:pt x="1404765" y="208366"/>
                </a:moveTo>
                <a:cubicBezTo>
                  <a:pt x="1421535" y="208366"/>
                  <a:pt x="1435129" y="221960"/>
                  <a:pt x="1435129" y="238729"/>
                </a:cubicBezTo>
                <a:cubicBezTo>
                  <a:pt x="1435129" y="255499"/>
                  <a:pt x="1421535" y="269093"/>
                  <a:pt x="1404765" y="269093"/>
                </a:cubicBezTo>
                <a:cubicBezTo>
                  <a:pt x="1387996" y="269093"/>
                  <a:pt x="1374402" y="255499"/>
                  <a:pt x="1374402" y="238729"/>
                </a:cubicBezTo>
                <a:cubicBezTo>
                  <a:pt x="1374402" y="221960"/>
                  <a:pt x="1387996" y="208366"/>
                  <a:pt x="1404765" y="208366"/>
                </a:cubicBezTo>
                <a:close/>
                <a:moveTo>
                  <a:pt x="1332211" y="208366"/>
                </a:moveTo>
                <a:cubicBezTo>
                  <a:pt x="1348980" y="208366"/>
                  <a:pt x="1362574" y="221960"/>
                  <a:pt x="1362574" y="238729"/>
                </a:cubicBezTo>
                <a:cubicBezTo>
                  <a:pt x="1362574" y="255499"/>
                  <a:pt x="1348980" y="269093"/>
                  <a:pt x="1332211" y="269093"/>
                </a:cubicBezTo>
                <a:cubicBezTo>
                  <a:pt x="1315441" y="269093"/>
                  <a:pt x="1301847" y="255499"/>
                  <a:pt x="1301847" y="238729"/>
                </a:cubicBezTo>
                <a:cubicBezTo>
                  <a:pt x="1301847" y="221960"/>
                  <a:pt x="1315441" y="208366"/>
                  <a:pt x="1332211" y="208366"/>
                </a:cubicBezTo>
                <a:close/>
                <a:moveTo>
                  <a:pt x="1259656" y="208366"/>
                </a:moveTo>
                <a:cubicBezTo>
                  <a:pt x="1276426" y="208366"/>
                  <a:pt x="1290020" y="221960"/>
                  <a:pt x="1290020" y="238729"/>
                </a:cubicBezTo>
                <a:cubicBezTo>
                  <a:pt x="1290020" y="255499"/>
                  <a:pt x="1276426" y="269093"/>
                  <a:pt x="1259656" y="269093"/>
                </a:cubicBezTo>
                <a:cubicBezTo>
                  <a:pt x="1242887" y="269093"/>
                  <a:pt x="1229293" y="255499"/>
                  <a:pt x="1229293" y="238729"/>
                </a:cubicBezTo>
                <a:cubicBezTo>
                  <a:pt x="1229293" y="221960"/>
                  <a:pt x="1242887" y="208366"/>
                  <a:pt x="1259656" y="208366"/>
                </a:cubicBezTo>
                <a:close/>
                <a:moveTo>
                  <a:pt x="1187102" y="208366"/>
                </a:moveTo>
                <a:cubicBezTo>
                  <a:pt x="1203871" y="208366"/>
                  <a:pt x="1217465" y="221960"/>
                  <a:pt x="1217465" y="238729"/>
                </a:cubicBezTo>
                <a:cubicBezTo>
                  <a:pt x="1217465" y="255499"/>
                  <a:pt x="1203871" y="269093"/>
                  <a:pt x="1187102" y="269093"/>
                </a:cubicBezTo>
                <a:cubicBezTo>
                  <a:pt x="1170332" y="269093"/>
                  <a:pt x="1156738" y="255499"/>
                  <a:pt x="1156738" y="238729"/>
                </a:cubicBezTo>
                <a:cubicBezTo>
                  <a:pt x="1156738" y="221960"/>
                  <a:pt x="1170332" y="208366"/>
                  <a:pt x="1187102" y="208366"/>
                </a:cubicBezTo>
                <a:close/>
                <a:moveTo>
                  <a:pt x="1114547" y="208366"/>
                </a:moveTo>
                <a:cubicBezTo>
                  <a:pt x="1131317" y="208366"/>
                  <a:pt x="1144911" y="221960"/>
                  <a:pt x="1144911" y="238729"/>
                </a:cubicBezTo>
                <a:cubicBezTo>
                  <a:pt x="1144911" y="255499"/>
                  <a:pt x="1131317" y="269093"/>
                  <a:pt x="1114547" y="269093"/>
                </a:cubicBezTo>
                <a:cubicBezTo>
                  <a:pt x="1097778" y="269093"/>
                  <a:pt x="1084184" y="255499"/>
                  <a:pt x="1084184" y="238729"/>
                </a:cubicBezTo>
                <a:cubicBezTo>
                  <a:pt x="1084184" y="221960"/>
                  <a:pt x="1097778" y="208366"/>
                  <a:pt x="1114547" y="208366"/>
                </a:cubicBezTo>
                <a:close/>
                <a:moveTo>
                  <a:pt x="1041993" y="208366"/>
                </a:moveTo>
                <a:cubicBezTo>
                  <a:pt x="1058762" y="208366"/>
                  <a:pt x="1072356" y="221960"/>
                  <a:pt x="1072356" y="238729"/>
                </a:cubicBezTo>
                <a:cubicBezTo>
                  <a:pt x="1072356" y="255499"/>
                  <a:pt x="1058762" y="269093"/>
                  <a:pt x="1041993" y="269093"/>
                </a:cubicBezTo>
                <a:cubicBezTo>
                  <a:pt x="1025223" y="269093"/>
                  <a:pt x="1011629" y="255499"/>
                  <a:pt x="1011629" y="238729"/>
                </a:cubicBezTo>
                <a:cubicBezTo>
                  <a:pt x="1011629" y="221960"/>
                  <a:pt x="1025223" y="208366"/>
                  <a:pt x="1041993" y="208366"/>
                </a:cubicBezTo>
                <a:close/>
                <a:moveTo>
                  <a:pt x="969438" y="208366"/>
                </a:moveTo>
                <a:cubicBezTo>
                  <a:pt x="986208" y="208366"/>
                  <a:pt x="999801" y="221960"/>
                  <a:pt x="999801" y="238729"/>
                </a:cubicBezTo>
                <a:cubicBezTo>
                  <a:pt x="999801" y="255499"/>
                  <a:pt x="986208" y="269093"/>
                  <a:pt x="969438" y="269093"/>
                </a:cubicBezTo>
                <a:cubicBezTo>
                  <a:pt x="952669" y="269093"/>
                  <a:pt x="939075" y="255499"/>
                  <a:pt x="939075" y="238729"/>
                </a:cubicBezTo>
                <a:cubicBezTo>
                  <a:pt x="939075" y="221960"/>
                  <a:pt x="952669" y="208366"/>
                  <a:pt x="969438" y="208366"/>
                </a:cubicBezTo>
                <a:close/>
                <a:moveTo>
                  <a:pt x="896883" y="208366"/>
                </a:moveTo>
                <a:cubicBezTo>
                  <a:pt x="913653" y="208366"/>
                  <a:pt x="927247" y="221960"/>
                  <a:pt x="927247" y="238729"/>
                </a:cubicBezTo>
                <a:cubicBezTo>
                  <a:pt x="927247" y="255499"/>
                  <a:pt x="913653" y="269093"/>
                  <a:pt x="896883" y="269093"/>
                </a:cubicBezTo>
                <a:cubicBezTo>
                  <a:pt x="880114" y="269093"/>
                  <a:pt x="866520" y="255499"/>
                  <a:pt x="866520" y="238729"/>
                </a:cubicBezTo>
                <a:cubicBezTo>
                  <a:pt x="866520" y="221960"/>
                  <a:pt x="880114" y="208366"/>
                  <a:pt x="896883" y="208366"/>
                </a:cubicBezTo>
                <a:close/>
                <a:moveTo>
                  <a:pt x="824329" y="208366"/>
                </a:moveTo>
                <a:cubicBezTo>
                  <a:pt x="841098" y="208366"/>
                  <a:pt x="854692" y="221960"/>
                  <a:pt x="854692" y="238729"/>
                </a:cubicBezTo>
                <a:cubicBezTo>
                  <a:pt x="854692" y="255499"/>
                  <a:pt x="841098" y="269093"/>
                  <a:pt x="824329" y="269093"/>
                </a:cubicBezTo>
                <a:cubicBezTo>
                  <a:pt x="807559" y="269093"/>
                  <a:pt x="793965" y="255499"/>
                  <a:pt x="793965" y="238729"/>
                </a:cubicBezTo>
                <a:cubicBezTo>
                  <a:pt x="793965" y="221960"/>
                  <a:pt x="807559" y="208366"/>
                  <a:pt x="824329" y="208366"/>
                </a:cubicBezTo>
                <a:close/>
                <a:moveTo>
                  <a:pt x="751774" y="208366"/>
                </a:moveTo>
                <a:cubicBezTo>
                  <a:pt x="768544" y="208366"/>
                  <a:pt x="782138" y="221960"/>
                  <a:pt x="782138" y="238729"/>
                </a:cubicBezTo>
                <a:cubicBezTo>
                  <a:pt x="782138" y="255499"/>
                  <a:pt x="768544" y="269093"/>
                  <a:pt x="751774" y="269093"/>
                </a:cubicBezTo>
                <a:cubicBezTo>
                  <a:pt x="735005" y="269093"/>
                  <a:pt x="721411" y="255499"/>
                  <a:pt x="721411" y="238729"/>
                </a:cubicBezTo>
                <a:cubicBezTo>
                  <a:pt x="721411" y="221960"/>
                  <a:pt x="735005" y="208366"/>
                  <a:pt x="751774" y="208366"/>
                </a:cubicBezTo>
                <a:close/>
                <a:moveTo>
                  <a:pt x="679220" y="208366"/>
                </a:moveTo>
                <a:cubicBezTo>
                  <a:pt x="695989" y="208366"/>
                  <a:pt x="709583" y="221960"/>
                  <a:pt x="709583" y="238729"/>
                </a:cubicBezTo>
                <a:cubicBezTo>
                  <a:pt x="709583" y="255499"/>
                  <a:pt x="695989" y="269093"/>
                  <a:pt x="679220" y="269093"/>
                </a:cubicBezTo>
                <a:cubicBezTo>
                  <a:pt x="662450" y="269093"/>
                  <a:pt x="648856" y="255499"/>
                  <a:pt x="648856" y="238729"/>
                </a:cubicBezTo>
                <a:cubicBezTo>
                  <a:pt x="648856" y="221960"/>
                  <a:pt x="662450" y="208366"/>
                  <a:pt x="679220" y="208366"/>
                </a:cubicBezTo>
                <a:close/>
                <a:moveTo>
                  <a:pt x="606665" y="208366"/>
                </a:moveTo>
                <a:cubicBezTo>
                  <a:pt x="623435" y="208366"/>
                  <a:pt x="637029" y="221960"/>
                  <a:pt x="637029" y="238729"/>
                </a:cubicBezTo>
                <a:cubicBezTo>
                  <a:pt x="637029" y="255499"/>
                  <a:pt x="623435" y="269093"/>
                  <a:pt x="606665" y="269093"/>
                </a:cubicBezTo>
                <a:cubicBezTo>
                  <a:pt x="589896" y="269093"/>
                  <a:pt x="576302" y="255499"/>
                  <a:pt x="576302" y="238729"/>
                </a:cubicBezTo>
                <a:cubicBezTo>
                  <a:pt x="576302" y="221960"/>
                  <a:pt x="589896" y="208366"/>
                  <a:pt x="606665" y="208366"/>
                </a:cubicBezTo>
                <a:close/>
                <a:moveTo>
                  <a:pt x="534111" y="208366"/>
                </a:moveTo>
                <a:cubicBezTo>
                  <a:pt x="550880" y="208366"/>
                  <a:pt x="564474" y="221960"/>
                  <a:pt x="564474" y="238729"/>
                </a:cubicBezTo>
                <a:cubicBezTo>
                  <a:pt x="564474" y="255499"/>
                  <a:pt x="550880" y="269093"/>
                  <a:pt x="534111" y="269093"/>
                </a:cubicBezTo>
                <a:cubicBezTo>
                  <a:pt x="517341" y="269093"/>
                  <a:pt x="503747" y="255499"/>
                  <a:pt x="503747" y="238729"/>
                </a:cubicBezTo>
                <a:cubicBezTo>
                  <a:pt x="503747" y="221960"/>
                  <a:pt x="517341" y="208366"/>
                  <a:pt x="534111" y="208366"/>
                </a:cubicBezTo>
                <a:close/>
                <a:moveTo>
                  <a:pt x="461556" y="208366"/>
                </a:moveTo>
                <a:cubicBezTo>
                  <a:pt x="478326" y="208366"/>
                  <a:pt x="491920" y="221960"/>
                  <a:pt x="491920" y="238729"/>
                </a:cubicBezTo>
                <a:cubicBezTo>
                  <a:pt x="491920" y="255499"/>
                  <a:pt x="478326" y="269093"/>
                  <a:pt x="461556" y="269093"/>
                </a:cubicBezTo>
                <a:cubicBezTo>
                  <a:pt x="444787" y="269093"/>
                  <a:pt x="431192" y="255499"/>
                  <a:pt x="431192" y="238729"/>
                </a:cubicBezTo>
                <a:cubicBezTo>
                  <a:pt x="431192" y="221960"/>
                  <a:pt x="444787" y="208366"/>
                  <a:pt x="461556" y="208366"/>
                </a:cubicBezTo>
                <a:close/>
                <a:moveTo>
                  <a:pt x="389002" y="208366"/>
                </a:moveTo>
                <a:cubicBezTo>
                  <a:pt x="405771" y="208366"/>
                  <a:pt x="419365" y="221960"/>
                  <a:pt x="419365" y="238729"/>
                </a:cubicBezTo>
                <a:cubicBezTo>
                  <a:pt x="419365" y="255499"/>
                  <a:pt x="405771" y="269093"/>
                  <a:pt x="389002" y="269093"/>
                </a:cubicBezTo>
                <a:cubicBezTo>
                  <a:pt x="372232" y="269093"/>
                  <a:pt x="358638" y="255499"/>
                  <a:pt x="358638" y="238729"/>
                </a:cubicBezTo>
                <a:cubicBezTo>
                  <a:pt x="358638" y="221960"/>
                  <a:pt x="372232" y="208366"/>
                  <a:pt x="389002" y="208366"/>
                </a:cubicBezTo>
                <a:close/>
                <a:moveTo>
                  <a:pt x="316447" y="208366"/>
                </a:moveTo>
                <a:cubicBezTo>
                  <a:pt x="333216" y="208366"/>
                  <a:pt x="346810" y="221960"/>
                  <a:pt x="346810" y="238729"/>
                </a:cubicBezTo>
                <a:cubicBezTo>
                  <a:pt x="346810" y="255499"/>
                  <a:pt x="333216" y="269093"/>
                  <a:pt x="316447" y="269093"/>
                </a:cubicBezTo>
                <a:cubicBezTo>
                  <a:pt x="299677" y="269093"/>
                  <a:pt x="286084" y="255499"/>
                  <a:pt x="286084" y="238729"/>
                </a:cubicBezTo>
                <a:cubicBezTo>
                  <a:pt x="286084" y="221960"/>
                  <a:pt x="299677" y="208366"/>
                  <a:pt x="316447" y="208366"/>
                </a:cubicBezTo>
                <a:close/>
                <a:moveTo>
                  <a:pt x="243892" y="208366"/>
                </a:moveTo>
                <a:cubicBezTo>
                  <a:pt x="260662" y="208366"/>
                  <a:pt x="274256" y="221960"/>
                  <a:pt x="274256" y="238729"/>
                </a:cubicBezTo>
                <a:cubicBezTo>
                  <a:pt x="274256" y="255499"/>
                  <a:pt x="260662" y="269093"/>
                  <a:pt x="243892" y="269093"/>
                </a:cubicBezTo>
                <a:cubicBezTo>
                  <a:pt x="227123" y="269093"/>
                  <a:pt x="213529" y="255499"/>
                  <a:pt x="213529" y="238729"/>
                </a:cubicBezTo>
                <a:cubicBezTo>
                  <a:pt x="213529" y="221960"/>
                  <a:pt x="227123" y="208366"/>
                  <a:pt x="243892" y="208366"/>
                </a:cubicBezTo>
                <a:close/>
                <a:moveTo>
                  <a:pt x="171339" y="208366"/>
                </a:moveTo>
                <a:cubicBezTo>
                  <a:pt x="188107" y="208366"/>
                  <a:pt x="201701" y="221960"/>
                  <a:pt x="201701" y="238729"/>
                </a:cubicBezTo>
                <a:cubicBezTo>
                  <a:pt x="201701" y="255499"/>
                  <a:pt x="188107" y="269093"/>
                  <a:pt x="171339" y="269093"/>
                </a:cubicBezTo>
                <a:cubicBezTo>
                  <a:pt x="154697" y="269093"/>
                  <a:pt x="141102" y="255499"/>
                  <a:pt x="141102" y="238729"/>
                </a:cubicBezTo>
                <a:cubicBezTo>
                  <a:pt x="141102" y="221960"/>
                  <a:pt x="154697" y="208366"/>
                  <a:pt x="171339" y="208366"/>
                </a:cubicBezTo>
                <a:close/>
                <a:moveTo>
                  <a:pt x="98929" y="208366"/>
                </a:moveTo>
                <a:cubicBezTo>
                  <a:pt x="115688" y="208366"/>
                  <a:pt x="129282" y="221960"/>
                  <a:pt x="129282" y="238729"/>
                </a:cubicBezTo>
                <a:cubicBezTo>
                  <a:pt x="129282" y="255499"/>
                  <a:pt x="115688" y="269093"/>
                  <a:pt x="98929" y="269093"/>
                </a:cubicBezTo>
                <a:cubicBezTo>
                  <a:pt x="82155" y="269093"/>
                  <a:pt x="68561" y="255499"/>
                  <a:pt x="68561" y="238729"/>
                </a:cubicBezTo>
                <a:cubicBezTo>
                  <a:pt x="68561" y="221960"/>
                  <a:pt x="82155" y="208366"/>
                  <a:pt x="98929" y="208366"/>
                </a:cubicBezTo>
                <a:close/>
                <a:moveTo>
                  <a:pt x="26375" y="208366"/>
                </a:moveTo>
                <a:cubicBezTo>
                  <a:pt x="43137" y="208366"/>
                  <a:pt x="56732" y="221960"/>
                  <a:pt x="56732" y="238729"/>
                </a:cubicBezTo>
                <a:cubicBezTo>
                  <a:pt x="56732" y="255499"/>
                  <a:pt x="43137" y="269093"/>
                  <a:pt x="26375" y="269093"/>
                </a:cubicBezTo>
                <a:cubicBezTo>
                  <a:pt x="17989" y="269093"/>
                  <a:pt x="10398" y="265695"/>
                  <a:pt x="4903" y="260200"/>
                </a:cubicBezTo>
                <a:lnTo>
                  <a:pt x="0" y="248364"/>
                </a:lnTo>
                <a:lnTo>
                  <a:pt x="0" y="229094"/>
                </a:lnTo>
                <a:lnTo>
                  <a:pt x="4903" y="217259"/>
                </a:lnTo>
                <a:cubicBezTo>
                  <a:pt x="10398" y="211765"/>
                  <a:pt x="17989" y="208366"/>
                  <a:pt x="26375" y="208366"/>
                </a:cubicBezTo>
                <a:close/>
                <a:moveTo>
                  <a:pt x="1622429" y="127914"/>
                </a:moveTo>
                <a:cubicBezTo>
                  <a:pt x="1630814" y="127914"/>
                  <a:pt x="1638404" y="131313"/>
                  <a:pt x="1643899" y="136808"/>
                </a:cubicBezTo>
                <a:lnTo>
                  <a:pt x="1648931" y="148957"/>
                </a:lnTo>
                <a:lnTo>
                  <a:pt x="1651011" y="162579"/>
                </a:lnTo>
                <a:lnTo>
                  <a:pt x="1643899" y="179748"/>
                </a:lnTo>
                <a:cubicBezTo>
                  <a:pt x="1638404" y="185243"/>
                  <a:pt x="1630814" y="188641"/>
                  <a:pt x="1622429" y="188641"/>
                </a:cubicBezTo>
                <a:cubicBezTo>
                  <a:pt x="1605659" y="188641"/>
                  <a:pt x="1592066" y="175047"/>
                  <a:pt x="1592066" y="158278"/>
                </a:cubicBezTo>
                <a:cubicBezTo>
                  <a:pt x="1592066" y="141508"/>
                  <a:pt x="1605659" y="127914"/>
                  <a:pt x="1622429" y="127914"/>
                </a:cubicBezTo>
                <a:close/>
                <a:moveTo>
                  <a:pt x="1549874" y="127914"/>
                </a:moveTo>
                <a:cubicBezTo>
                  <a:pt x="1566644" y="127914"/>
                  <a:pt x="1580238" y="141508"/>
                  <a:pt x="1580238" y="158278"/>
                </a:cubicBezTo>
                <a:cubicBezTo>
                  <a:pt x="1580238" y="175047"/>
                  <a:pt x="1566644" y="188641"/>
                  <a:pt x="1549874" y="188641"/>
                </a:cubicBezTo>
                <a:cubicBezTo>
                  <a:pt x="1533105" y="188641"/>
                  <a:pt x="1519511" y="175047"/>
                  <a:pt x="1519511" y="158278"/>
                </a:cubicBezTo>
                <a:cubicBezTo>
                  <a:pt x="1519511" y="141508"/>
                  <a:pt x="1533105" y="127914"/>
                  <a:pt x="1549874" y="127914"/>
                </a:cubicBezTo>
                <a:close/>
                <a:moveTo>
                  <a:pt x="1477320" y="127914"/>
                </a:moveTo>
                <a:cubicBezTo>
                  <a:pt x="1494089" y="127914"/>
                  <a:pt x="1507683" y="141508"/>
                  <a:pt x="1507683" y="158278"/>
                </a:cubicBezTo>
                <a:cubicBezTo>
                  <a:pt x="1507683" y="175047"/>
                  <a:pt x="1494089" y="188641"/>
                  <a:pt x="1477320" y="188641"/>
                </a:cubicBezTo>
                <a:cubicBezTo>
                  <a:pt x="1460550" y="188641"/>
                  <a:pt x="1446956" y="175047"/>
                  <a:pt x="1446956" y="158278"/>
                </a:cubicBezTo>
                <a:cubicBezTo>
                  <a:pt x="1446956" y="141508"/>
                  <a:pt x="1460550" y="127914"/>
                  <a:pt x="1477320" y="127914"/>
                </a:cubicBezTo>
                <a:close/>
                <a:moveTo>
                  <a:pt x="1404765" y="127914"/>
                </a:moveTo>
                <a:cubicBezTo>
                  <a:pt x="1421535" y="127914"/>
                  <a:pt x="1435129" y="141508"/>
                  <a:pt x="1435129" y="158278"/>
                </a:cubicBezTo>
                <a:cubicBezTo>
                  <a:pt x="1435129" y="175047"/>
                  <a:pt x="1421535" y="188641"/>
                  <a:pt x="1404765" y="188641"/>
                </a:cubicBezTo>
                <a:cubicBezTo>
                  <a:pt x="1387996" y="188641"/>
                  <a:pt x="1374402" y="175047"/>
                  <a:pt x="1374402" y="158278"/>
                </a:cubicBezTo>
                <a:cubicBezTo>
                  <a:pt x="1374402" y="141508"/>
                  <a:pt x="1387996" y="127914"/>
                  <a:pt x="1404765" y="127914"/>
                </a:cubicBezTo>
                <a:close/>
                <a:moveTo>
                  <a:pt x="1332211" y="127914"/>
                </a:moveTo>
                <a:cubicBezTo>
                  <a:pt x="1348980" y="127914"/>
                  <a:pt x="1362574" y="141508"/>
                  <a:pt x="1362574" y="158278"/>
                </a:cubicBezTo>
                <a:cubicBezTo>
                  <a:pt x="1362574" y="175047"/>
                  <a:pt x="1348980" y="188641"/>
                  <a:pt x="1332211" y="188641"/>
                </a:cubicBezTo>
                <a:cubicBezTo>
                  <a:pt x="1315441" y="188641"/>
                  <a:pt x="1301847" y="175047"/>
                  <a:pt x="1301847" y="158278"/>
                </a:cubicBezTo>
                <a:cubicBezTo>
                  <a:pt x="1301847" y="141508"/>
                  <a:pt x="1315441" y="127914"/>
                  <a:pt x="1332211" y="127914"/>
                </a:cubicBezTo>
                <a:close/>
                <a:moveTo>
                  <a:pt x="1259656" y="127914"/>
                </a:moveTo>
                <a:cubicBezTo>
                  <a:pt x="1276426" y="127914"/>
                  <a:pt x="1290020" y="141508"/>
                  <a:pt x="1290020" y="158278"/>
                </a:cubicBezTo>
                <a:cubicBezTo>
                  <a:pt x="1290020" y="175047"/>
                  <a:pt x="1276426" y="188641"/>
                  <a:pt x="1259656" y="188641"/>
                </a:cubicBezTo>
                <a:cubicBezTo>
                  <a:pt x="1242887" y="188641"/>
                  <a:pt x="1229293" y="175047"/>
                  <a:pt x="1229293" y="158278"/>
                </a:cubicBezTo>
                <a:cubicBezTo>
                  <a:pt x="1229293" y="141508"/>
                  <a:pt x="1242887" y="127914"/>
                  <a:pt x="1259656" y="127914"/>
                </a:cubicBezTo>
                <a:close/>
                <a:moveTo>
                  <a:pt x="1187102" y="127914"/>
                </a:moveTo>
                <a:cubicBezTo>
                  <a:pt x="1203871" y="127914"/>
                  <a:pt x="1217465" y="141508"/>
                  <a:pt x="1217465" y="158278"/>
                </a:cubicBezTo>
                <a:cubicBezTo>
                  <a:pt x="1217465" y="175047"/>
                  <a:pt x="1203871" y="188641"/>
                  <a:pt x="1187102" y="188641"/>
                </a:cubicBezTo>
                <a:cubicBezTo>
                  <a:pt x="1170332" y="188641"/>
                  <a:pt x="1156738" y="175047"/>
                  <a:pt x="1156738" y="158278"/>
                </a:cubicBezTo>
                <a:cubicBezTo>
                  <a:pt x="1156738" y="141508"/>
                  <a:pt x="1170332" y="127914"/>
                  <a:pt x="1187102" y="127914"/>
                </a:cubicBezTo>
                <a:close/>
                <a:moveTo>
                  <a:pt x="1114547" y="127914"/>
                </a:moveTo>
                <a:cubicBezTo>
                  <a:pt x="1131317" y="127914"/>
                  <a:pt x="1144911" y="141508"/>
                  <a:pt x="1144911" y="158278"/>
                </a:cubicBezTo>
                <a:cubicBezTo>
                  <a:pt x="1144911" y="175047"/>
                  <a:pt x="1131317" y="188641"/>
                  <a:pt x="1114547" y="188641"/>
                </a:cubicBezTo>
                <a:cubicBezTo>
                  <a:pt x="1097778" y="188641"/>
                  <a:pt x="1084184" y="175047"/>
                  <a:pt x="1084184" y="158278"/>
                </a:cubicBezTo>
                <a:cubicBezTo>
                  <a:pt x="1084184" y="141508"/>
                  <a:pt x="1097778" y="127914"/>
                  <a:pt x="1114547" y="127914"/>
                </a:cubicBezTo>
                <a:close/>
                <a:moveTo>
                  <a:pt x="1041993" y="127914"/>
                </a:moveTo>
                <a:cubicBezTo>
                  <a:pt x="1058762" y="127914"/>
                  <a:pt x="1072356" y="141508"/>
                  <a:pt x="1072356" y="158278"/>
                </a:cubicBezTo>
                <a:cubicBezTo>
                  <a:pt x="1072356" y="175047"/>
                  <a:pt x="1058762" y="188641"/>
                  <a:pt x="1041993" y="188641"/>
                </a:cubicBezTo>
                <a:cubicBezTo>
                  <a:pt x="1025223" y="188641"/>
                  <a:pt x="1011629" y="175047"/>
                  <a:pt x="1011629" y="158278"/>
                </a:cubicBezTo>
                <a:cubicBezTo>
                  <a:pt x="1011629" y="141508"/>
                  <a:pt x="1025223" y="127914"/>
                  <a:pt x="1041993" y="127914"/>
                </a:cubicBezTo>
                <a:close/>
                <a:moveTo>
                  <a:pt x="969438" y="127914"/>
                </a:moveTo>
                <a:cubicBezTo>
                  <a:pt x="986208" y="127914"/>
                  <a:pt x="999801" y="141508"/>
                  <a:pt x="999801" y="158278"/>
                </a:cubicBezTo>
                <a:cubicBezTo>
                  <a:pt x="999801" y="175047"/>
                  <a:pt x="986208" y="188641"/>
                  <a:pt x="969438" y="188641"/>
                </a:cubicBezTo>
                <a:cubicBezTo>
                  <a:pt x="952669" y="188641"/>
                  <a:pt x="939075" y="175047"/>
                  <a:pt x="939075" y="158278"/>
                </a:cubicBezTo>
                <a:cubicBezTo>
                  <a:pt x="939075" y="141508"/>
                  <a:pt x="952669" y="127914"/>
                  <a:pt x="969438" y="127914"/>
                </a:cubicBezTo>
                <a:close/>
                <a:moveTo>
                  <a:pt x="896883" y="127914"/>
                </a:moveTo>
                <a:cubicBezTo>
                  <a:pt x="913653" y="127914"/>
                  <a:pt x="927247" y="141508"/>
                  <a:pt x="927247" y="158278"/>
                </a:cubicBezTo>
                <a:cubicBezTo>
                  <a:pt x="927247" y="175047"/>
                  <a:pt x="913653" y="188641"/>
                  <a:pt x="896883" y="188641"/>
                </a:cubicBezTo>
                <a:cubicBezTo>
                  <a:pt x="880114" y="188641"/>
                  <a:pt x="866520" y="175047"/>
                  <a:pt x="866520" y="158278"/>
                </a:cubicBezTo>
                <a:cubicBezTo>
                  <a:pt x="866520" y="141508"/>
                  <a:pt x="880114" y="127914"/>
                  <a:pt x="896883" y="127914"/>
                </a:cubicBezTo>
                <a:close/>
                <a:moveTo>
                  <a:pt x="824329" y="127914"/>
                </a:moveTo>
                <a:cubicBezTo>
                  <a:pt x="841098" y="127914"/>
                  <a:pt x="854692" y="141508"/>
                  <a:pt x="854692" y="158278"/>
                </a:cubicBezTo>
                <a:cubicBezTo>
                  <a:pt x="854692" y="175047"/>
                  <a:pt x="841098" y="188641"/>
                  <a:pt x="824329" y="188641"/>
                </a:cubicBezTo>
                <a:cubicBezTo>
                  <a:pt x="807559" y="188641"/>
                  <a:pt x="793965" y="175047"/>
                  <a:pt x="793965" y="158278"/>
                </a:cubicBezTo>
                <a:cubicBezTo>
                  <a:pt x="793965" y="141508"/>
                  <a:pt x="807559" y="127914"/>
                  <a:pt x="824329" y="127914"/>
                </a:cubicBezTo>
                <a:close/>
                <a:moveTo>
                  <a:pt x="751774" y="127914"/>
                </a:moveTo>
                <a:cubicBezTo>
                  <a:pt x="768544" y="127914"/>
                  <a:pt x="782138" y="141508"/>
                  <a:pt x="782138" y="158278"/>
                </a:cubicBezTo>
                <a:cubicBezTo>
                  <a:pt x="782138" y="175047"/>
                  <a:pt x="768544" y="188641"/>
                  <a:pt x="751774" y="188641"/>
                </a:cubicBezTo>
                <a:cubicBezTo>
                  <a:pt x="735005" y="188641"/>
                  <a:pt x="721411" y="175047"/>
                  <a:pt x="721411" y="158278"/>
                </a:cubicBezTo>
                <a:cubicBezTo>
                  <a:pt x="721411" y="141508"/>
                  <a:pt x="735005" y="127914"/>
                  <a:pt x="751774" y="127914"/>
                </a:cubicBezTo>
                <a:close/>
                <a:moveTo>
                  <a:pt x="679220" y="127914"/>
                </a:moveTo>
                <a:cubicBezTo>
                  <a:pt x="695989" y="127914"/>
                  <a:pt x="709583" y="141508"/>
                  <a:pt x="709583" y="158278"/>
                </a:cubicBezTo>
                <a:cubicBezTo>
                  <a:pt x="709583" y="175047"/>
                  <a:pt x="695989" y="188641"/>
                  <a:pt x="679220" y="188641"/>
                </a:cubicBezTo>
                <a:cubicBezTo>
                  <a:pt x="662450" y="188641"/>
                  <a:pt x="648856" y="175047"/>
                  <a:pt x="648856" y="158278"/>
                </a:cubicBezTo>
                <a:cubicBezTo>
                  <a:pt x="648856" y="141508"/>
                  <a:pt x="662450" y="127914"/>
                  <a:pt x="679220" y="127914"/>
                </a:cubicBezTo>
                <a:close/>
                <a:moveTo>
                  <a:pt x="606665" y="127914"/>
                </a:moveTo>
                <a:cubicBezTo>
                  <a:pt x="623435" y="127914"/>
                  <a:pt x="637029" y="141508"/>
                  <a:pt x="637029" y="158278"/>
                </a:cubicBezTo>
                <a:cubicBezTo>
                  <a:pt x="637029" y="175047"/>
                  <a:pt x="623435" y="188641"/>
                  <a:pt x="606665" y="188641"/>
                </a:cubicBezTo>
                <a:cubicBezTo>
                  <a:pt x="589896" y="188641"/>
                  <a:pt x="576302" y="175047"/>
                  <a:pt x="576302" y="158278"/>
                </a:cubicBezTo>
                <a:cubicBezTo>
                  <a:pt x="576302" y="141508"/>
                  <a:pt x="589896" y="127914"/>
                  <a:pt x="606665" y="127914"/>
                </a:cubicBezTo>
                <a:close/>
                <a:moveTo>
                  <a:pt x="534111" y="127914"/>
                </a:moveTo>
                <a:cubicBezTo>
                  <a:pt x="550880" y="127914"/>
                  <a:pt x="564474" y="141508"/>
                  <a:pt x="564474" y="158278"/>
                </a:cubicBezTo>
                <a:cubicBezTo>
                  <a:pt x="564474" y="175047"/>
                  <a:pt x="550880" y="188641"/>
                  <a:pt x="534111" y="188641"/>
                </a:cubicBezTo>
                <a:cubicBezTo>
                  <a:pt x="517341" y="188641"/>
                  <a:pt x="503747" y="175047"/>
                  <a:pt x="503747" y="158278"/>
                </a:cubicBezTo>
                <a:cubicBezTo>
                  <a:pt x="503747" y="141508"/>
                  <a:pt x="517341" y="127914"/>
                  <a:pt x="534111" y="127914"/>
                </a:cubicBezTo>
                <a:close/>
                <a:moveTo>
                  <a:pt x="461556" y="127914"/>
                </a:moveTo>
                <a:cubicBezTo>
                  <a:pt x="478326" y="127914"/>
                  <a:pt x="491920" y="141508"/>
                  <a:pt x="491920" y="158278"/>
                </a:cubicBezTo>
                <a:cubicBezTo>
                  <a:pt x="491920" y="175047"/>
                  <a:pt x="478326" y="188641"/>
                  <a:pt x="461556" y="188641"/>
                </a:cubicBezTo>
                <a:cubicBezTo>
                  <a:pt x="444787" y="188641"/>
                  <a:pt x="431192" y="175047"/>
                  <a:pt x="431192" y="158278"/>
                </a:cubicBezTo>
                <a:cubicBezTo>
                  <a:pt x="431192" y="141508"/>
                  <a:pt x="444787" y="127914"/>
                  <a:pt x="461556" y="127914"/>
                </a:cubicBezTo>
                <a:close/>
                <a:moveTo>
                  <a:pt x="389002" y="127914"/>
                </a:moveTo>
                <a:cubicBezTo>
                  <a:pt x="405771" y="127914"/>
                  <a:pt x="419365" y="141508"/>
                  <a:pt x="419365" y="158278"/>
                </a:cubicBezTo>
                <a:cubicBezTo>
                  <a:pt x="419365" y="175047"/>
                  <a:pt x="405771" y="188641"/>
                  <a:pt x="389002" y="188641"/>
                </a:cubicBezTo>
                <a:cubicBezTo>
                  <a:pt x="372232" y="188641"/>
                  <a:pt x="358638" y="175047"/>
                  <a:pt x="358638" y="158278"/>
                </a:cubicBezTo>
                <a:cubicBezTo>
                  <a:pt x="358638" y="141508"/>
                  <a:pt x="372232" y="127914"/>
                  <a:pt x="389002" y="127914"/>
                </a:cubicBezTo>
                <a:close/>
                <a:moveTo>
                  <a:pt x="316447" y="127914"/>
                </a:moveTo>
                <a:cubicBezTo>
                  <a:pt x="333216" y="127914"/>
                  <a:pt x="346810" y="141508"/>
                  <a:pt x="346810" y="158278"/>
                </a:cubicBezTo>
                <a:cubicBezTo>
                  <a:pt x="346810" y="175047"/>
                  <a:pt x="333216" y="188641"/>
                  <a:pt x="316447" y="188641"/>
                </a:cubicBezTo>
                <a:cubicBezTo>
                  <a:pt x="299677" y="188641"/>
                  <a:pt x="286084" y="175047"/>
                  <a:pt x="286084" y="158278"/>
                </a:cubicBezTo>
                <a:cubicBezTo>
                  <a:pt x="286084" y="141508"/>
                  <a:pt x="299677" y="127914"/>
                  <a:pt x="316447" y="127914"/>
                </a:cubicBezTo>
                <a:close/>
                <a:moveTo>
                  <a:pt x="243892" y="127914"/>
                </a:moveTo>
                <a:cubicBezTo>
                  <a:pt x="260662" y="127914"/>
                  <a:pt x="274256" y="141508"/>
                  <a:pt x="274256" y="158278"/>
                </a:cubicBezTo>
                <a:cubicBezTo>
                  <a:pt x="274256" y="175047"/>
                  <a:pt x="260662" y="188641"/>
                  <a:pt x="243892" y="188641"/>
                </a:cubicBezTo>
                <a:cubicBezTo>
                  <a:pt x="227123" y="188641"/>
                  <a:pt x="213529" y="175047"/>
                  <a:pt x="213529" y="158278"/>
                </a:cubicBezTo>
                <a:cubicBezTo>
                  <a:pt x="213529" y="141508"/>
                  <a:pt x="227123" y="127914"/>
                  <a:pt x="243892" y="127914"/>
                </a:cubicBezTo>
                <a:close/>
                <a:moveTo>
                  <a:pt x="171339" y="127914"/>
                </a:moveTo>
                <a:cubicBezTo>
                  <a:pt x="188107" y="127914"/>
                  <a:pt x="201701" y="141508"/>
                  <a:pt x="201701" y="158278"/>
                </a:cubicBezTo>
                <a:cubicBezTo>
                  <a:pt x="201701" y="175047"/>
                  <a:pt x="188107" y="188641"/>
                  <a:pt x="171339" y="188641"/>
                </a:cubicBezTo>
                <a:cubicBezTo>
                  <a:pt x="154702" y="188641"/>
                  <a:pt x="141108" y="175047"/>
                  <a:pt x="141108" y="158278"/>
                </a:cubicBezTo>
                <a:cubicBezTo>
                  <a:pt x="141108" y="141508"/>
                  <a:pt x="154702" y="127914"/>
                  <a:pt x="171339" y="127914"/>
                </a:cubicBezTo>
                <a:close/>
                <a:moveTo>
                  <a:pt x="98936" y="127914"/>
                </a:moveTo>
                <a:cubicBezTo>
                  <a:pt x="115695" y="127914"/>
                  <a:pt x="129288" y="141508"/>
                  <a:pt x="129288" y="158278"/>
                </a:cubicBezTo>
                <a:cubicBezTo>
                  <a:pt x="129288" y="175047"/>
                  <a:pt x="115695" y="188641"/>
                  <a:pt x="98936" y="188641"/>
                </a:cubicBezTo>
                <a:cubicBezTo>
                  <a:pt x="82162" y="188641"/>
                  <a:pt x="68567" y="175047"/>
                  <a:pt x="68567" y="158278"/>
                </a:cubicBezTo>
                <a:cubicBezTo>
                  <a:pt x="68567" y="141508"/>
                  <a:pt x="82162" y="127914"/>
                  <a:pt x="98936" y="127914"/>
                </a:cubicBezTo>
                <a:close/>
                <a:moveTo>
                  <a:pt x="26381" y="127914"/>
                </a:moveTo>
                <a:cubicBezTo>
                  <a:pt x="43143" y="127914"/>
                  <a:pt x="56738" y="141508"/>
                  <a:pt x="56738" y="158278"/>
                </a:cubicBezTo>
                <a:cubicBezTo>
                  <a:pt x="56738" y="175047"/>
                  <a:pt x="43143" y="188641"/>
                  <a:pt x="26381" y="188641"/>
                </a:cubicBezTo>
                <a:cubicBezTo>
                  <a:pt x="17995" y="188641"/>
                  <a:pt x="10404" y="185243"/>
                  <a:pt x="4909" y="179748"/>
                </a:cubicBezTo>
                <a:lnTo>
                  <a:pt x="0" y="167898"/>
                </a:lnTo>
                <a:lnTo>
                  <a:pt x="0" y="148658"/>
                </a:lnTo>
                <a:lnTo>
                  <a:pt x="4909" y="136807"/>
                </a:lnTo>
                <a:cubicBezTo>
                  <a:pt x="10404" y="131313"/>
                  <a:pt x="17995" y="127914"/>
                  <a:pt x="26381" y="127914"/>
                </a:cubicBezTo>
                <a:close/>
                <a:moveTo>
                  <a:pt x="1622429" y="47462"/>
                </a:moveTo>
                <a:lnTo>
                  <a:pt x="1625821" y="48147"/>
                </a:lnTo>
                <a:lnTo>
                  <a:pt x="1639701" y="102127"/>
                </a:lnTo>
                <a:lnTo>
                  <a:pt x="1634248" y="105804"/>
                </a:lnTo>
                <a:cubicBezTo>
                  <a:pt x="1630615" y="107340"/>
                  <a:pt x="1626621" y="108189"/>
                  <a:pt x="1622429" y="108189"/>
                </a:cubicBezTo>
                <a:cubicBezTo>
                  <a:pt x="1605659" y="108189"/>
                  <a:pt x="1592066" y="94595"/>
                  <a:pt x="1592066" y="77826"/>
                </a:cubicBezTo>
                <a:cubicBezTo>
                  <a:pt x="1592066" y="61056"/>
                  <a:pt x="1605659" y="47462"/>
                  <a:pt x="1622429" y="47462"/>
                </a:cubicBezTo>
                <a:close/>
                <a:moveTo>
                  <a:pt x="1549874" y="47462"/>
                </a:moveTo>
                <a:cubicBezTo>
                  <a:pt x="1566644" y="47462"/>
                  <a:pt x="1580238" y="61056"/>
                  <a:pt x="1580238" y="77826"/>
                </a:cubicBezTo>
                <a:cubicBezTo>
                  <a:pt x="1580238" y="94595"/>
                  <a:pt x="1566644" y="108189"/>
                  <a:pt x="1549874" y="108189"/>
                </a:cubicBezTo>
                <a:cubicBezTo>
                  <a:pt x="1533105" y="108189"/>
                  <a:pt x="1519511" y="94595"/>
                  <a:pt x="1519511" y="77826"/>
                </a:cubicBezTo>
                <a:cubicBezTo>
                  <a:pt x="1519511" y="61056"/>
                  <a:pt x="1533105" y="47462"/>
                  <a:pt x="1549874" y="47462"/>
                </a:cubicBezTo>
                <a:close/>
                <a:moveTo>
                  <a:pt x="1477320" y="47462"/>
                </a:moveTo>
                <a:cubicBezTo>
                  <a:pt x="1494089" y="47462"/>
                  <a:pt x="1507683" y="61056"/>
                  <a:pt x="1507683" y="77826"/>
                </a:cubicBezTo>
                <a:cubicBezTo>
                  <a:pt x="1507683" y="94595"/>
                  <a:pt x="1494089" y="108189"/>
                  <a:pt x="1477320" y="108189"/>
                </a:cubicBezTo>
                <a:cubicBezTo>
                  <a:pt x="1460550" y="108189"/>
                  <a:pt x="1446956" y="94595"/>
                  <a:pt x="1446956" y="77826"/>
                </a:cubicBezTo>
                <a:cubicBezTo>
                  <a:pt x="1446956" y="61056"/>
                  <a:pt x="1460550" y="47462"/>
                  <a:pt x="1477320" y="47462"/>
                </a:cubicBezTo>
                <a:close/>
                <a:moveTo>
                  <a:pt x="1404765" y="47462"/>
                </a:moveTo>
                <a:cubicBezTo>
                  <a:pt x="1421535" y="47462"/>
                  <a:pt x="1435129" y="61056"/>
                  <a:pt x="1435129" y="77826"/>
                </a:cubicBezTo>
                <a:cubicBezTo>
                  <a:pt x="1435129" y="94595"/>
                  <a:pt x="1421535" y="108189"/>
                  <a:pt x="1404765" y="108189"/>
                </a:cubicBezTo>
                <a:cubicBezTo>
                  <a:pt x="1387996" y="108189"/>
                  <a:pt x="1374402" y="94595"/>
                  <a:pt x="1374402" y="77826"/>
                </a:cubicBezTo>
                <a:cubicBezTo>
                  <a:pt x="1374402" y="61056"/>
                  <a:pt x="1387996" y="47462"/>
                  <a:pt x="1404765" y="47462"/>
                </a:cubicBezTo>
                <a:close/>
                <a:moveTo>
                  <a:pt x="1332211" y="47462"/>
                </a:moveTo>
                <a:cubicBezTo>
                  <a:pt x="1348980" y="47462"/>
                  <a:pt x="1362574" y="61056"/>
                  <a:pt x="1362574" y="77826"/>
                </a:cubicBezTo>
                <a:cubicBezTo>
                  <a:pt x="1362574" y="94595"/>
                  <a:pt x="1348980" y="108189"/>
                  <a:pt x="1332211" y="108189"/>
                </a:cubicBezTo>
                <a:cubicBezTo>
                  <a:pt x="1315441" y="108189"/>
                  <a:pt x="1301847" y="94595"/>
                  <a:pt x="1301847" y="77826"/>
                </a:cubicBezTo>
                <a:cubicBezTo>
                  <a:pt x="1301847" y="61056"/>
                  <a:pt x="1315441" y="47462"/>
                  <a:pt x="1332211" y="47462"/>
                </a:cubicBezTo>
                <a:close/>
                <a:moveTo>
                  <a:pt x="1259656" y="47462"/>
                </a:moveTo>
                <a:cubicBezTo>
                  <a:pt x="1276426" y="47462"/>
                  <a:pt x="1290020" y="61056"/>
                  <a:pt x="1290020" y="77826"/>
                </a:cubicBezTo>
                <a:cubicBezTo>
                  <a:pt x="1290020" y="94595"/>
                  <a:pt x="1276426" y="108189"/>
                  <a:pt x="1259656" y="108189"/>
                </a:cubicBezTo>
                <a:cubicBezTo>
                  <a:pt x="1242887" y="108189"/>
                  <a:pt x="1229293" y="94595"/>
                  <a:pt x="1229293" y="77826"/>
                </a:cubicBezTo>
                <a:cubicBezTo>
                  <a:pt x="1229293" y="61056"/>
                  <a:pt x="1242887" y="47462"/>
                  <a:pt x="1259656" y="47462"/>
                </a:cubicBezTo>
                <a:close/>
                <a:moveTo>
                  <a:pt x="1187102" y="47462"/>
                </a:moveTo>
                <a:cubicBezTo>
                  <a:pt x="1203871" y="47462"/>
                  <a:pt x="1217465" y="61056"/>
                  <a:pt x="1217465" y="77826"/>
                </a:cubicBezTo>
                <a:cubicBezTo>
                  <a:pt x="1217465" y="94595"/>
                  <a:pt x="1203871" y="108189"/>
                  <a:pt x="1187102" y="108189"/>
                </a:cubicBezTo>
                <a:cubicBezTo>
                  <a:pt x="1170332" y="108189"/>
                  <a:pt x="1156738" y="94595"/>
                  <a:pt x="1156738" y="77826"/>
                </a:cubicBezTo>
                <a:cubicBezTo>
                  <a:pt x="1156738" y="61056"/>
                  <a:pt x="1170332" y="47462"/>
                  <a:pt x="1187102" y="47462"/>
                </a:cubicBezTo>
                <a:close/>
                <a:moveTo>
                  <a:pt x="1114547" y="47462"/>
                </a:moveTo>
                <a:cubicBezTo>
                  <a:pt x="1131317" y="47462"/>
                  <a:pt x="1144911" y="61056"/>
                  <a:pt x="1144911" y="77826"/>
                </a:cubicBezTo>
                <a:cubicBezTo>
                  <a:pt x="1144911" y="94595"/>
                  <a:pt x="1131317" y="108189"/>
                  <a:pt x="1114547" y="108189"/>
                </a:cubicBezTo>
                <a:cubicBezTo>
                  <a:pt x="1097778" y="108189"/>
                  <a:pt x="1084184" y="94595"/>
                  <a:pt x="1084184" y="77826"/>
                </a:cubicBezTo>
                <a:cubicBezTo>
                  <a:pt x="1084184" y="61056"/>
                  <a:pt x="1097778" y="47462"/>
                  <a:pt x="1114547" y="47462"/>
                </a:cubicBezTo>
                <a:close/>
                <a:moveTo>
                  <a:pt x="1041993" y="47462"/>
                </a:moveTo>
                <a:cubicBezTo>
                  <a:pt x="1058762" y="47462"/>
                  <a:pt x="1072356" y="61056"/>
                  <a:pt x="1072356" y="77826"/>
                </a:cubicBezTo>
                <a:cubicBezTo>
                  <a:pt x="1072356" y="94595"/>
                  <a:pt x="1058762" y="108189"/>
                  <a:pt x="1041993" y="108189"/>
                </a:cubicBezTo>
                <a:cubicBezTo>
                  <a:pt x="1025223" y="108189"/>
                  <a:pt x="1011629" y="94595"/>
                  <a:pt x="1011629" y="77826"/>
                </a:cubicBezTo>
                <a:cubicBezTo>
                  <a:pt x="1011629" y="61056"/>
                  <a:pt x="1025223" y="47462"/>
                  <a:pt x="1041993" y="47462"/>
                </a:cubicBezTo>
                <a:close/>
                <a:moveTo>
                  <a:pt x="969438" y="47462"/>
                </a:moveTo>
                <a:cubicBezTo>
                  <a:pt x="986208" y="47462"/>
                  <a:pt x="999801" y="61056"/>
                  <a:pt x="999801" y="77826"/>
                </a:cubicBezTo>
                <a:cubicBezTo>
                  <a:pt x="999801" y="94595"/>
                  <a:pt x="986208" y="108189"/>
                  <a:pt x="969438" y="108189"/>
                </a:cubicBezTo>
                <a:cubicBezTo>
                  <a:pt x="952669" y="108189"/>
                  <a:pt x="939075" y="94595"/>
                  <a:pt x="939075" y="77826"/>
                </a:cubicBezTo>
                <a:cubicBezTo>
                  <a:pt x="939075" y="61056"/>
                  <a:pt x="952669" y="47462"/>
                  <a:pt x="969438" y="47462"/>
                </a:cubicBezTo>
                <a:close/>
                <a:moveTo>
                  <a:pt x="896883" y="47462"/>
                </a:moveTo>
                <a:cubicBezTo>
                  <a:pt x="913653" y="47462"/>
                  <a:pt x="927247" y="61056"/>
                  <a:pt x="927247" y="77826"/>
                </a:cubicBezTo>
                <a:cubicBezTo>
                  <a:pt x="927247" y="94595"/>
                  <a:pt x="913653" y="108189"/>
                  <a:pt x="896883" y="108189"/>
                </a:cubicBezTo>
                <a:cubicBezTo>
                  <a:pt x="880114" y="108189"/>
                  <a:pt x="866520" y="94595"/>
                  <a:pt x="866520" y="77826"/>
                </a:cubicBezTo>
                <a:cubicBezTo>
                  <a:pt x="866520" y="61056"/>
                  <a:pt x="880114" y="47462"/>
                  <a:pt x="896883" y="47462"/>
                </a:cubicBezTo>
                <a:close/>
                <a:moveTo>
                  <a:pt x="824329" y="47462"/>
                </a:moveTo>
                <a:cubicBezTo>
                  <a:pt x="841098" y="47462"/>
                  <a:pt x="854692" y="61056"/>
                  <a:pt x="854692" y="77826"/>
                </a:cubicBezTo>
                <a:cubicBezTo>
                  <a:pt x="854692" y="94595"/>
                  <a:pt x="841098" y="108189"/>
                  <a:pt x="824329" y="108189"/>
                </a:cubicBezTo>
                <a:cubicBezTo>
                  <a:pt x="807559" y="108189"/>
                  <a:pt x="793965" y="94595"/>
                  <a:pt x="793965" y="77826"/>
                </a:cubicBezTo>
                <a:cubicBezTo>
                  <a:pt x="793965" y="61056"/>
                  <a:pt x="807559" y="47462"/>
                  <a:pt x="824329" y="47462"/>
                </a:cubicBezTo>
                <a:close/>
                <a:moveTo>
                  <a:pt x="751774" y="47462"/>
                </a:moveTo>
                <a:cubicBezTo>
                  <a:pt x="768544" y="47462"/>
                  <a:pt x="782138" y="61056"/>
                  <a:pt x="782138" y="77826"/>
                </a:cubicBezTo>
                <a:cubicBezTo>
                  <a:pt x="782138" y="94595"/>
                  <a:pt x="768544" y="108189"/>
                  <a:pt x="751774" y="108189"/>
                </a:cubicBezTo>
                <a:cubicBezTo>
                  <a:pt x="735005" y="108189"/>
                  <a:pt x="721411" y="94595"/>
                  <a:pt x="721411" y="77826"/>
                </a:cubicBezTo>
                <a:cubicBezTo>
                  <a:pt x="721411" y="61056"/>
                  <a:pt x="735005" y="47462"/>
                  <a:pt x="751774" y="47462"/>
                </a:cubicBezTo>
                <a:close/>
                <a:moveTo>
                  <a:pt x="679220" y="47462"/>
                </a:moveTo>
                <a:cubicBezTo>
                  <a:pt x="695989" y="47462"/>
                  <a:pt x="709583" y="61056"/>
                  <a:pt x="709583" y="77826"/>
                </a:cubicBezTo>
                <a:cubicBezTo>
                  <a:pt x="709583" y="94595"/>
                  <a:pt x="695989" y="108189"/>
                  <a:pt x="679220" y="108189"/>
                </a:cubicBezTo>
                <a:cubicBezTo>
                  <a:pt x="662450" y="108189"/>
                  <a:pt x="648856" y="94595"/>
                  <a:pt x="648856" y="77826"/>
                </a:cubicBezTo>
                <a:cubicBezTo>
                  <a:pt x="648856" y="61056"/>
                  <a:pt x="662450" y="47462"/>
                  <a:pt x="679220" y="47462"/>
                </a:cubicBezTo>
                <a:close/>
                <a:moveTo>
                  <a:pt x="606665" y="47462"/>
                </a:moveTo>
                <a:cubicBezTo>
                  <a:pt x="623435" y="47462"/>
                  <a:pt x="637029" y="61056"/>
                  <a:pt x="637029" y="77826"/>
                </a:cubicBezTo>
                <a:cubicBezTo>
                  <a:pt x="637029" y="94595"/>
                  <a:pt x="623435" y="108189"/>
                  <a:pt x="606665" y="108189"/>
                </a:cubicBezTo>
                <a:cubicBezTo>
                  <a:pt x="589896" y="108189"/>
                  <a:pt x="576302" y="94595"/>
                  <a:pt x="576302" y="77826"/>
                </a:cubicBezTo>
                <a:cubicBezTo>
                  <a:pt x="576302" y="61056"/>
                  <a:pt x="589896" y="47462"/>
                  <a:pt x="606665" y="47462"/>
                </a:cubicBezTo>
                <a:close/>
                <a:moveTo>
                  <a:pt x="534111" y="47462"/>
                </a:moveTo>
                <a:cubicBezTo>
                  <a:pt x="550880" y="47462"/>
                  <a:pt x="564474" y="61056"/>
                  <a:pt x="564474" y="77826"/>
                </a:cubicBezTo>
                <a:cubicBezTo>
                  <a:pt x="564474" y="94595"/>
                  <a:pt x="550880" y="108189"/>
                  <a:pt x="534111" y="108189"/>
                </a:cubicBezTo>
                <a:cubicBezTo>
                  <a:pt x="517341" y="108189"/>
                  <a:pt x="503747" y="94595"/>
                  <a:pt x="503747" y="77826"/>
                </a:cubicBezTo>
                <a:cubicBezTo>
                  <a:pt x="503747" y="61056"/>
                  <a:pt x="517341" y="47462"/>
                  <a:pt x="534111" y="47462"/>
                </a:cubicBezTo>
                <a:close/>
                <a:moveTo>
                  <a:pt x="461556" y="47462"/>
                </a:moveTo>
                <a:cubicBezTo>
                  <a:pt x="478326" y="47462"/>
                  <a:pt x="491920" y="61056"/>
                  <a:pt x="491920" y="77826"/>
                </a:cubicBezTo>
                <a:cubicBezTo>
                  <a:pt x="491920" y="94595"/>
                  <a:pt x="478326" y="108189"/>
                  <a:pt x="461556" y="108189"/>
                </a:cubicBezTo>
                <a:cubicBezTo>
                  <a:pt x="444787" y="108189"/>
                  <a:pt x="431192" y="94595"/>
                  <a:pt x="431192" y="77826"/>
                </a:cubicBezTo>
                <a:cubicBezTo>
                  <a:pt x="431192" y="61056"/>
                  <a:pt x="444787" y="47462"/>
                  <a:pt x="461556" y="47462"/>
                </a:cubicBezTo>
                <a:close/>
                <a:moveTo>
                  <a:pt x="389002" y="47462"/>
                </a:moveTo>
                <a:cubicBezTo>
                  <a:pt x="405771" y="47462"/>
                  <a:pt x="419365" y="61056"/>
                  <a:pt x="419365" y="77826"/>
                </a:cubicBezTo>
                <a:cubicBezTo>
                  <a:pt x="419365" y="94595"/>
                  <a:pt x="405771" y="108189"/>
                  <a:pt x="389002" y="108189"/>
                </a:cubicBezTo>
                <a:cubicBezTo>
                  <a:pt x="372232" y="108189"/>
                  <a:pt x="358638" y="94595"/>
                  <a:pt x="358638" y="77826"/>
                </a:cubicBezTo>
                <a:cubicBezTo>
                  <a:pt x="358638" y="61056"/>
                  <a:pt x="372232" y="47462"/>
                  <a:pt x="389002" y="47462"/>
                </a:cubicBezTo>
                <a:close/>
                <a:moveTo>
                  <a:pt x="316447" y="47462"/>
                </a:moveTo>
                <a:cubicBezTo>
                  <a:pt x="333216" y="47462"/>
                  <a:pt x="346810" y="61056"/>
                  <a:pt x="346810" y="77826"/>
                </a:cubicBezTo>
                <a:cubicBezTo>
                  <a:pt x="346810" y="94595"/>
                  <a:pt x="333216" y="108189"/>
                  <a:pt x="316447" y="108189"/>
                </a:cubicBezTo>
                <a:cubicBezTo>
                  <a:pt x="299677" y="108189"/>
                  <a:pt x="286084" y="94595"/>
                  <a:pt x="286084" y="77826"/>
                </a:cubicBezTo>
                <a:cubicBezTo>
                  <a:pt x="286084" y="61056"/>
                  <a:pt x="299677" y="47462"/>
                  <a:pt x="316447" y="47462"/>
                </a:cubicBezTo>
                <a:close/>
                <a:moveTo>
                  <a:pt x="243892" y="47462"/>
                </a:moveTo>
                <a:cubicBezTo>
                  <a:pt x="260662" y="47462"/>
                  <a:pt x="274256" y="61056"/>
                  <a:pt x="274256" y="77826"/>
                </a:cubicBezTo>
                <a:cubicBezTo>
                  <a:pt x="274256" y="94595"/>
                  <a:pt x="260662" y="108189"/>
                  <a:pt x="243892" y="108189"/>
                </a:cubicBezTo>
                <a:cubicBezTo>
                  <a:pt x="227123" y="108189"/>
                  <a:pt x="213529" y="94595"/>
                  <a:pt x="213529" y="77826"/>
                </a:cubicBezTo>
                <a:cubicBezTo>
                  <a:pt x="213529" y="61056"/>
                  <a:pt x="227123" y="47462"/>
                  <a:pt x="243892" y="47462"/>
                </a:cubicBezTo>
                <a:close/>
                <a:moveTo>
                  <a:pt x="171339" y="47462"/>
                </a:moveTo>
                <a:cubicBezTo>
                  <a:pt x="188107" y="47462"/>
                  <a:pt x="201701" y="61056"/>
                  <a:pt x="201701" y="77826"/>
                </a:cubicBezTo>
                <a:cubicBezTo>
                  <a:pt x="201701" y="94595"/>
                  <a:pt x="188107" y="108189"/>
                  <a:pt x="171339" y="108189"/>
                </a:cubicBezTo>
                <a:cubicBezTo>
                  <a:pt x="154708" y="108189"/>
                  <a:pt x="141113" y="94595"/>
                  <a:pt x="141113" y="77826"/>
                </a:cubicBezTo>
                <a:cubicBezTo>
                  <a:pt x="141113" y="61056"/>
                  <a:pt x="154708" y="47462"/>
                  <a:pt x="171339" y="47462"/>
                </a:cubicBezTo>
                <a:close/>
                <a:moveTo>
                  <a:pt x="98942" y="47462"/>
                </a:moveTo>
                <a:cubicBezTo>
                  <a:pt x="115700" y="47462"/>
                  <a:pt x="129294" y="61056"/>
                  <a:pt x="129294" y="77826"/>
                </a:cubicBezTo>
                <a:cubicBezTo>
                  <a:pt x="129294" y="94595"/>
                  <a:pt x="115700" y="108189"/>
                  <a:pt x="98942" y="108189"/>
                </a:cubicBezTo>
                <a:cubicBezTo>
                  <a:pt x="82168" y="108189"/>
                  <a:pt x="68573" y="94595"/>
                  <a:pt x="68573" y="77826"/>
                </a:cubicBezTo>
                <a:cubicBezTo>
                  <a:pt x="68573" y="61056"/>
                  <a:pt x="82168" y="47462"/>
                  <a:pt x="98942" y="47462"/>
                </a:cubicBezTo>
                <a:close/>
                <a:moveTo>
                  <a:pt x="26388" y="47462"/>
                </a:moveTo>
                <a:cubicBezTo>
                  <a:pt x="43149" y="47462"/>
                  <a:pt x="56744" y="61056"/>
                  <a:pt x="56744" y="77826"/>
                </a:cubicBezTo>
                <a:cubicBezTo>
                  <a:pt x="56744" y="94595"/>
                  <a:pt x="43149" y="108189"/>
                  <a:pt x="26388" y="108189"/>
                </a:cubicBezTo>
                <a:cubicBezTo>
                  <a:pt x="18002" y="108189"/>
                  <a:pt x="10410" y="104791"/>
                  <a:pt x="4916" y="99296"/>
                </a:cubicBezTo>
                <a:lnTo>
                  <a:pt x="0" y="87429"/>
                </a:lnTo>
                <a:lnTo>
                  <a:pt x="0" y="68222"/>
                </a:lnTo>
                <a:lnTo>
                  <a:pt x="4916" y="56355"/>
                </a:lnTo>
                <a:cubicBezTo>
                  <a:pt x="10410" y="50861"/>
                  <a:pt x="18002" y="47462"/>
                  <a:pt x="26388" y="47462"/>
                </a:cubicBezTo>
                <a:close/>
                <a:moveTo>
                  <a:pt x="1592868" y="0"/>
                </a:moveTo>
                <a:lnTo>
                  <a:pt x="1613441" y="0"/>
                </a:lnTo>
                <a:lnTo>
                  <a:pt x="1620472" y="27343"/>
                </a:lnTo>
                <a:lnTo>
                  <a:pt x="1610610" y="25352"/>
                </a:lnTo>
                <a:cubicBezTo>
                  <a:pt x="1605161" y="23047"/>
                  <a:pt x="1600525" y="19197"/>
                  <a:pt x="1597251" y="14351"/>
                </a:cubicBezTo>
                <a:close/>
                <a:moveTo>
                  <a:pt x="1520598" y="0"/>
                </a:moveTo>
                <a:lnTo>
                  <a:pt x="1579150" y="0"/>
                </a:lnTo>
                <a:lnTo>
                  <a:pt x="1571345" y="18844"/>
                </a:lnTo>
                <a:cubicBezTo>
                  <a:pt x="1565850" y="24339"/>
                  <a:pt x="1558259" y="27738"/>
                  <a:pt x="1549874" y="27738"/>
                </a:cubicBezTo>
                <a:cubicBezTo>
                  <a:pt x="1541490" y="27738"/>
                  <a:pt x="1533899" y="24339"/>
                  <a:pt x="1528404" y="18844"/>
                </a:cubicBezTo>
                <a:close/>
                <a:moveTo>
                  <a:pt x="1448044" y="0"/>
                </a:moveTo>
                <a:lnTo>
                  <a:pt x="1506596" y="0"/>
                </a:lnTo>
                <a:lnTo>
                  <a:pt x="1498790" y="18844"/>
                </a:lnTo>
                <a:cubicBezTo>
                  <a:pt x="1493295" y="24339"/>
                  <a:pt x="1485705" y="27738"/>
                  <a:pt x="1477320" y="27738"/>
                </a:cubicBezTo>
                <a:cubicBezTo>
                  <a:pt x="1468935" y="27738"/>
                  <a:pt x="1461344" y="24339"/>
                  <a:pt x="1455850" y="18844"/>
                </a:cubicBezTo>
                <a:close/>
                <a:moveTo>
                  <a:pt x="1375489" y="0"/>
                </a:moveTo>
                <a:lnTo>
                  <a:pt x="1434041" y="0"/>
                </a:lnTo>
                <a:lnTo>
                  <a:pt x="1426236" y="18844"/>
                </a:lnTo>
                <a:cubicBezTo>
                  <a:pt x="1420741" y="24339"/>
                  <a:pt x="1413150" y="27738"/>
                  <a:pt x="1404765" y="27738"/>
                </a:cubicBezTo>
                <a:cubicBezTo>
                  <a:pt x="1396381" y="27738"/>
                  <a:pt x="1388790" y="24339"/>
                  <a:pt x="1383295" y="18844"/>
                </a:cubicBezTo>
                <a:close/>
                <a:moveTo>
                  <a:pt x="1302935" y="0"/>
                </a:moveTo>
                <a:lnTo>
                  <a:pt x="1361486" y="0"/>
                </a:lnTo>
                <a:lnTo>
                  <a:pt x="1353681" y="18844"/>
                </a:lnTo>
                <a:cubicBezTo>
                  <a:pt x="1348186" y="24339"/>
                  <a:pt x="1340596" y="27738"/>
                  <a:pt x="1332211" y="27738"/>
                </a:cubicBezTo>
                <a:cubicBezTo>
                  <a:pt x="1323826" y="27738"/>
                  <a:pt x="1316235" y="24339"/>
                  <a:pt x="1310740" y="18844"/>
                </a:cubicBezTo>
                <a:close/>
                <a:moveTo>
                  <a:pt x="1230380" y="0"/>
                </a:moveTo>
                <a:lnTo>
                  <a:pt x="1288932" y="0"/>
                </a:lnTo>
                <a:lnTo>
                  <a:pt x="1281126" y="18844"/>
                </a:lnTo>
                <a:cubicBezTo>
                  <a:pt x="1275632" y="24339"/>
                  <a:pt x="1268041" y="27738"/>
                  <a:pt x="1259656" y="27738"/>
                </a:cubicBezTo>
                <a:cubicBezTo>
                  <a:pt x="1251271" y="27738"/>
                  <a:pt x="1243680" y="24339"/>
                  <a:pt x="1238186" y="18844"/>
                </a:cubicBezTo>
                <a:close/>
                <a:moveTo>
                  <a:pt x="1157826" y="0"/>
                </a:moveTo>
                <a:lnTo>
                  <a:pt x="1216377" y="0"/>
                </a:lnTo>
                <a:lnTo>
                  <a:pt x="1208572" y="18844"/>
                </a:lnTo>
                <a:cubicBezTo>
                  <a:pt x="1203077" y="24339"/>
                  <a:pt x="1195486" y="27738"/>
                  <a:pt x="1187102" y="27738"/>
                </a:cubicBezTo>
                <a:cubicBezTo>
                  <a:pt x="1178717" y="27738"/>
                  <a:pt x="1171126" y="24339"/>
                  <a:pt x="1165631" y="18844"/>
                </a:cubicBezTo>
                <a:close/>
                <a:moveTo>
                  <a:pt x="1085271" y="0"/>
                </a:moveTo>
                <a:lnTo>
                  <a:pt x="1143823" y="0"/>
                </a:lnTo>
                <a:lnTo>
                  <a:pt x="1136017" y="18844"/>
                </a:lnTo>
                <a:cubicBezTo>
                  <a:pt x="1130523" y="24339"/>
                  <a:pt x="1122932" y="27738"/>
                  <a:pt x="1114547" y="27738"/>
                </a:cubicBezTo>
                <a:cubicBezTo>
                  <a:pt x="1106162" y="27738"/>
                  <a:pt x="1098571" y="24339"/>
                  <a:pt x="1093077" y="18844"/>
                </a:cubicBezTo>
                <a:close/>
                <a:moveTo>
                  <a:pt x="1012717" y="0"/>
                </a:moveTo>
                <a:lnTo>
                  <a:pt x="1071268" y="0"/>
                </a:lnTo>
                <a:lnTo>
                  <a:pt x="1063463" y="18844"/>
                </a:lnTo>
                <a:cubicBezTo>
                  <a:pt x="1057968" y="24339"/>
                  <a:pt x="1050377" y="27738"/>
                  <a:pt x="1041993" y="27738"/>
                </a:cubicBezTo>
                <a:cubicBezTo>
                  <a:pt x="1033608" y="27738"/>
                  <a:pt x="1026017" y="24339"/>
                  <a:pt x="1020522" y="18844"/>
                </a:cubicBezTo>
                <a:close/>
                <a:moveTo>
                  <a:pt x="940162" y="0"/>
                </a:moveTo>
                <a:lnTo>
                  <a:pt x="998714" y="0"/>
                </a:lnTo>
                <a:lnTo>
                  <a:pt x="990908" y="18844"/>
                </a:lnTo>
                <a:cubicBezTo>
                  <a:pt x="985414" y="24339"/>
                  <a:pt x="977823" y="27738"/>
                  <a:pt x="969438" y="27738"/>
                </a:cubicBezTo>
                <a:cubicBezTo>
                  <a:pt x="961053" y="27738"/>
                  <a:pt x="953462" y="24339"/>
                  <a:pt x="947968" y="18844"/>
                </a:cubicBezTo>
                <a:close/>
                <a:moveTo>
                  <a:pt x="867607" y="0"/>
                </a:moveTo>
                <a:lnTo>
                  <a:pt x="926159" y="0"/>
                </a:lnTo>
                <a:lnTo>
                  <a:pt x="918354" y="18844"/>
                </a:lnTo>
                <a:cubicBezTo>
                  <a:pt x="912859" y="24339"/>
                  <a:pt x="905268" y="27738"/>
                  <a:pt x="896883" y="27738"/>
                </a:cubicBezTo>
                <a:cubicBezTo>
                  <a:pt x="888499" y="27738"/>
                  <a:pt x="880908" y="24339"/>
                  <a:pt x="875413" y="18844"/>
                </a:cubicBezTo>
                <a:close/>
                <a:moveTo>
                  <a:pt x="795053" y="0"/>
                </a:moveTo>
                <a:lnTo>
                  <a:pt x="853605" y="0"/>
                </a:lnTo>
                <a:lnTo>
                  <a:pt x="845799" y="18844"/>
                </a:lnTo>
                <a:cubicBezTo>
                  <a:pt x="840304" y="24339"/>
                  <a:pt x="832714" y="27738"/>
                  <a:pt x="824329" y="27738"/>
                </a:cubicBezTo>
                <a:cubicBezTo>
                  <a:pt x="815944" y="27738"/>
                  <a:pt x="808353" y="24339"/>
                  <a:pt x="802858" y="18844"/>
                </a:cubicBezTo>
                <a:close/>
                <a:moveTo>
                  <a:pt x="722498" y="0"/>
                </a:moveTo>
                <a:lnTo>
                  <a:pt x="781050" y="0"/>
                </a:lnTo>
                <a:lnTo>
                  <a:pt x="773245" y="18844"/>
                </a:lnTo>
                <a:cubicBezTo>
                  <a:pt x="767750" y="24339"/>
                  <a:pt x="760159" y="27738"/>
                  <a:pt x="751774" y="27738"/>
                </a:cubicBezTo>
                <a:cubicBezTo>
                  <a:pt x="743390" y="27738"/>
                  <a:pt x="735799" y="24339"/>
                  <a:pt x="730304" y="18844"/>
                </a:cubicBezTo>
                <a:close/>
                <a:moveTo>
                  <a:pt x="649944" y="0"/>
                </a:moveTo>
                <a:lnTo>
                  <a:pt x="708496" y="0"/>
                </a:lnTo>
                <a:lnTo>
                  <a:pt x="700690" y="18844"/>
                </a:lnTo>
                <a:cubicBezTo>
                  <a:pt x="695195" y="24339"/>
                  <a:pt x="687604" y="27738"/>
                  <a:pt x="679220" y="27738"/>
                </a:cubicBezTo>
                <a:cubicBezTo>
                  <a:pt x="670835" y="27738"/>
                  <a:pt x="663244" y="24339"/>
                  <a:pt x="657749" y="18844"/>
                </a:cubicBezTo>
                <a:close/>
                <a:moveTo>
                  <a:pt x="577389" y="0"/>
                </a:moveTo>
                <a:lnTo>
                  <a:pt x="635941" y="0"/>
                </a:lnTo>
                <a:lnTo>
                  <a:pt x="628135" y="18844"/>
                </a:lnTo>
                <a:cubicBezTo>
                  <a:pt x="622641" y="24339"/>
                  <a:pt x="615050" y="27738"/>
                  <a:pt x="606665" y="27738"/>
                </a:cubicBezTo>
                <a:cubicBezTo>
                  <a:pt x="598280" y="27738"/>
                  <a:pt x="590690" y="24339"/>
                  <a:pt x="585195" y="18844"/>
                </a:cubicBezTo>
                <a:close/>
                <a:moveTo>
                  <a:pt x="504835" y="0"/>
                </a:moveTo>
                <a:lnTo>
                  <a:pt x="563386" y="0"/>
                </a:lnTo>
                <a:lnTo>
                  <a:pt x="555581" y="18844"/>
                </a:lnTo>
                <a:cubicBezTo>
                  <a:pt x="550086" y="24339"/>
                  <a:pt x="542495" y="27738"/>
                  <a:pt x="534111" y="27738"/>
                </a:cubicBezTo>
                <a:cubicBezTo>
                  <a:pt x="525726" y="27738"/>
                  <a:pt x="518135" y="24339"/>
                  <a:pt x="512640" y="18844"/>
                </a:cubicBezTo>
                <a:close/>
                <a:moveTo>
                  <a:pt x="432280" y="0"/>
                </a:moveTo>
                <a:lnTo>
                  <a:pt x="490832" y="0"/>
                </a:lnTo>
                <a:lnTo>
                  <a:pt x="483026" y="18844"/>
                </a:lnTo>
                <a:cubicBezTo>
                  <a:pt x="477532" y="24339"/>
                  <a:pt x="469941" y="27738"/>
                  <a:pt x="461556" y="27738"/>
                </a:cubicBezTo>
                <a:cubicBezTo>
                  <a:pt x="453171" y="27738"/>
                  <a:pt x="445580" y="24339"/>
                  <a:pt x="440086" y="18844"/>
                </a:cubicBezTo>
                <a:close/>
                <a:moveTo>
                  <a:pt x="359726" y="0"/>
                </a:moveTo>
                <a:lnTo>
                  <a:pt x="418277" y="0"/>
                </a:lnTo>
                <a:lnTo>
                  <a:pt x="410472" y="18844"/>
                </a:lnTo>
                <a:cubicBezTo>
                  <a:pt x="404977" y="24339"/>
                  <a:pt x="397386" y="27738"/>
                  <a:pt x="389002" y="27738"/>
                </a:cubicBezTo>
                <a:cubicBezTo>
                  <a:pt x="380617" y="27738"/>
                  <a:pt x="373026" y="24339"/>
                  <a:pt x="367531" y="18844"/>
                </a:cubicBezTo>
                <a:close/>
                <a:moveTo>
                  <a:pt x="287171" y="0"/>
                </a:moveTo>
                <a:lnTo>
                  <a:pt x="345723" y="0"/>
                </a:lnTo>
                <a:lnTo>
                  <a:pt x="337917" y="18844"/>
                </a:lnTo>
                <a:cubicBezTo>
                  <a:pt x="332423" y="24339"/>
                  <a:pt x="324832" y="27738"/>
                  <a:pt x="316447" y="27738"/>
                </a:cubicBezTo>
                <a:cubicBezTo>
                  <a:pt x="308062" y="27738"/>
                  <a:pt x="300471" y="24339"/>
                  <a:pt x="294977" y="18844"/>
                </a:cubicBezTo>
                <a:close/>
                <a:moveTo>
                  <a:pt x="214617" y="0"/>
                </a:moveTo>
                <a:lnTo>
                  <a:pt x="273168" y="0"/>
                </a:lnTo>
                <a:lnTo>
                  <a:pt x="265363" y="18844"/>
                </a:lnTo>
                <a:cubicBezTo>
                  <a:pt x="259868" y="24339"/>
                  <a:pt x="252277" y="27738"/>
                  <a:pt x="243892" y="27738"/>
                </a:cubicBezTo>
                <a:cubicBezTo>
                  <a:pt x="235508" y="27738"/>
                  <a:pt x="227917" y="24339"/>
                  <a:pt x="222422" y="18844"/>
                </a:cubicBezTo>
                <a:close/>
                <a:moveTo>
                  <a:pt x="142204" y="0"/>
                </a:moveTo>
                <a:lnTo>
                  <a:pt x="200614" y="0"/>
                </a:lnTo>
                <a:lnTo>
                  <a:pt x="192808" y="18844"/>
                </a:lnTo>
                <a:cubicBezTo>
                  <a:pt x="187314" y="24339"/>
                  <a:pt x="179723" y="27738"/>
                  <a:pt x="171339" y="27738"/>
                </a:cubicBezTo>
                <a:cubicBezTo>
                  <a:pt x="163026" y="27738"/>
                  <a:pt x="155471" y="24339"/>
                  <a:pt x="149994" y="18844"/>
                </a:cubicBezTo>
                <a:close/>
                <a:moveTo>
                  <a:pt x="69668" y="0"/>
                </a:moveTo>
                <a:lnTo>
                  <a:pt x="128212" y="0"/>
                </a:lnTo>
                <a:lnTo>
                  <a:pt x="120408" y="18844"/>
                </a:lnTo>
                <a:cubicBezTo>
                  <a:pt x="114915" y="24339"/>
                  <a:pt x="107328" y="27738"/>
                  <a:pt x="98949" y="27738"/>
                </a:cubicBezTo>
                <a:cubicBezTo>
                  <a:pt x="90562" y="27738"/>
                  <a:pt x="82969" y="24339"/>
                  <a:pt x="77474" y="18844"/>
                </a:cubicBezTo>
                <a:close/>
                <a:moveTo>
                  <a:pt x="0" y="0"/>
                </a:moveTo>
                <a:lnTo>
                  <a:pt x="55662" y="0"/>
                </a:lnTo>
                <a:lnTo>
                  <a:pt x="47858" y="18844"/>
                </a:lnTo>
                <a:cubicBezTo>
                  <a:pt x="42364" y="24339"/>
                  <a:pt x="34775" y="27738"/>
                  <a:pt x="26394" y="27738"/>
                </a:cubicBezTo>
                <a:cubicBezTo>
                  <a:pt x="18009" y="27738"/>
                  <a:pt x="10417" y="24339"/>
                  <a:pt x="4922" y="18844"/>
                </a:cubicBezTo>
                <a:lnTo>
                  <a:pt x="0" y="6962"/>
                </a:lnTo>
                <a:close/>
              </a:path>
            </a:pathLst>
          </a:custGeom>
          <a:solidFill>
            <a:schemeClr val="accent1">
              <a:alpha val="60000"/>
            </a:schemeClr>
          </a:soli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500" name="Google Shape;500;p40"/>
          <p:cNvSpPr/>
          <p:nvPr/>
        </p:nvSpPr>
        <p:spPr>
          <a:xfrm>
            <a:off x="2" y="2"/>
            <a:ext cx="403373" cy="496797"/>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501" name="Google Shape;501;p40"/>
          <p:cNvSpPr/>
          <p:nvPr/>
        </p:nvSpPr>
        <p:spPr>
          <a:xfrm>
            <a:off x="11792595" y="6494883"/>
            <a:ext cx="304800" cy="306000"/>
          </a:xfrm>
          <a:prstGeom prst="ellipse">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US" sz="933" b="0" i="0" u="none" strike="noStrike" cap="none">
                <a:solidFill>
                  <a:schemeClr val="lt1"/>
                </a:solidFill>
                <a:latin typeface="Calibri"/>
                <a:ea typeface="Calibri"/>
                <a:cs typeface="Calibri"/>
                <a:sym typeface="Calibri"/>
              </a:rPr>
              <a:pPr marL="0" marR="0" lvl="0" indent="0" algn="r" rtl="0">
                <a:lnSpc>
                  <a:spcPct val="100000"/>
                </a:lnSpc>
                <a:spcBef>
                  <a:spcPts val="0"/>
                </a:spcBef>
                <a:spcAft>
                  <a:spcPts val="0"/>
                </a:spcAft>
                <a:buClr>
                  <a:srgbClr val="000000"/>
                </a:buClr>
                <a:buSzPts val="700"/>
                <a:buFont typeface="Arial"/>
                <a:buNone/>
              </a:pPr>
              <a:t>‹#›</a:t>
            </a:fld>
            <a:endParaRPr sz="933" b="0" i="0" u="none" strike="noStrike" cap="none" dirty="0">
              <a:solidFill>
                <a:schemeClr val="lt1"/>
              </a:solidFill>
              <a:latin typeface="Calibri"/>
              <a:ea typeface="Calibri"/>
              <a:cs typeface="Calibri"/>
              <a:sym typeface="Calibri"/>
            </a:endParaRPr>
          </a:p>
        </p:txBody>
      </p:sp>
      <p:sp>
        <p:nvSpPr>
          <p:cNvPr id="502" name="Google Shape;502;p40"/>
          <p:cNvSpPr txBox="1">
            <a:spLocks noGrp="1"/>
          </p:cNvSpPr>
          <p:nvPr>
            <p:ph type="title"/>
          </p:nvPr>
        </p:nvSpPr>
        <p:spPr>
          <a:xfrm>
            <a:off x="554167" y="496800"/>
            <a:ext cx="10241200" cy="6116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1800"/>
              <a:buNone/>
              <a:defRPr sz="2400">
                <a:solidFill>
                  <a:schemeClr val="lt1"/>
                </a:solidFill>
              </a:defRPr>
            </a:lvl1pPr>
            <a:lvl2pPr lvl="1" algn="l">
              <a:lnSpc>
                <a:spcPct val="100000"/>
              </a:lnSpc>
              <a:spcBef>
                <a:spcPts val="0"/>
              </a:spcBef>
              <a:spcAft>
                <a:spcPts val="0"/>
              </a:spcAft>
              <a:buClr>
                <a:schemeClr val="lt1"/>
              </a:buClr>
              <a:buSzPts val="2000"/>
              <a:buNone/>
              <a:defRPr sz="2667">
                <a:solidFill>
                  <a:schemeClr val="lt1"/>
                </a:solidFill>
              </a:defRPr>
            </a:lvl2pPr>
            <a:lvl3pPr lvl="2" algn="l">
              <a:lnSpc>
                <a:spcPct val="100000"/>
              </a:lnSpc>
              <a:spcBef>
                <a:spcPts val="0"/>
              </a:spcBef>
              <a:spcAft>
                <a:spcPts val="0"/>
              </a:spcAft>
              <a:buClr>
                <a:schemeClr val="lt1"/>
              </a:buClr>
              <a:buSzPts val="2000"/>
              <a:buNone/>
              <a:defRPr sz="2667">
                <a:solidFill>
                  <a:schemeClr val="lt1"/>
                </a:solidFill>
              </a:defRPr>
            </a:lvl3pPr>
            <a:lvl4pPr lvl="3" algn="l">
              <a:lnSpc>
                <a:spcPct val="100000"/>
              </a:lnSpc>
              <a:spcBef>
                <a:spcPts val="0"/>
              </a:spcBef>
              <a:spcAft>
                <a:spcPts val="0"/>
              </a:spcAft>
              <a:buClr>
                <a:schemeClr val="lt1"/>
              </a:buClr>
              <a:buSzPts val="2000"/>
              <a:buNone/>
              <a:defRPr sz="2667">
                <a:solidFill>
                  <a:schemeClr val="lt1"/>
                </a:solidFill>
              </a:defRPr>
            </a:lvl4pPr>
            <a:lvl5pPr lvl="4" algn="l">
              <a:lnSpc>
                <a:spcPct val="100000"/>
              </a:lnSpc>
              <a:spcBef>
                <a:spcPts val="0"/>
              </a:spcBef>
              <a:spcAft>
                <a:spcPts val="0"/>
              </a:spcAft>
              <a:buClr>
                <a:schemeClr val="lt1"/>
              </a:buClr>
              <a:buSzPts val="2000"/>
              <a:buNone/>
              <a:defRPr sz="2667">
                <a:solidFill>
                  <a:schemeClr val="lt1"/>
                </a:solidFill>
              </a:defRPr>
            </a:lvl5pPr>
            <a:lvl6pPr lvl="5" algn="l">
              <a:lnSpc>
                <a:spcPct val="100000"/>
              </a:lnSpc>
              <a:spcBef>
                <a:spcPts val="0"/>
              </a:spcBef>
              <a:spcAft>
                <a:spcPts val="0"/>
              </a:spcAft>
              <a:buClr>
                <a:schemeClr val="lt1"/>
              </a:buClr>
              <a:buSzPts val="2000"/>
              <a:buNone/>
              <a:defRPr sz="2667">
                <a:solidFill>
                  <a:schemeClr val="lt1"/>
                </a:solidFill>
              </a:defRPr>
            </a:lvl6pPr>
            <a:lvl7pPr lvl="6" algn="l">
              <a:lnSpc>
                <a:spcPct val="100000"/>
              </a:lnSpc>
              <a:spcBef>
                <a:spcPts val="0"/>
              </a:spcBef>
              <a:spcAft>
                <a:spcPts val="0"/>
              </a:spcAft>
              <a:buClr>
                <a:schemeClr val="lt1"/>
              </a:buClr>
              <a:buSzPts val="2000"/>
              <a:buNone/>
              <a:defRPr sz="2667">
                <a:solidFill>
                  <a:schemeClr val="lt1"/>
                </a:solidFill>
              </a:defRPr>
            </a:lvl7pPr>
            <a:lvl8pPr lvl="7" algn="l">
              <a:lnSpc>
                <a:spcPct val="100000"/>
              </a:lnSpc>
              <a:spcBef>
                <a:spcPts val="0"/>
              </a:spcBef>
              <a:spcAft>
                <a:spcPts val="0"/>
              </a:spcAft>
              <a:buClr>
                <a:schemeClr val="lt1"/>
              </a:buClr>
              <a:buSzPts val="2000"/>
              <a:buNone/>
              <a:defRPr sz="2667">
                <a:solidFill>
                  <a:schemeClr val="lt1"/>
                </a:solidFill>
              </a:defRPr>
            </a:lvl8pPr>
            <a:lvl9pPr lvl="8" algn="l">
              <a:lnSpc>
                <a:spcPct val="100000"/>
              </a:lnSpc>
              <a:spcBef>
                <a:spcPts val="0"/>
              </a:spcBef>
              <a:spcAft>
                <a:spcPts val="0"/>
              </a:spcAft>
              <a:buClr>
                <a:schemeClr val="lt1"/>
              </a:buClr>
              <a:buSzPts val="2000"/>
              <a:buNone/>
              <a:defRPr sz="2667">
                <a:solidFill>
                  <a:schemeClr val="lt1"/>
                </a:solidFill>
              </a:defRPr>
            </a:lvl9pPr>
          </a:lstStyle>
          <a:p>
            <a:endParaRPr/>
          </a:p>
        </p:txBody>
      </p:sp>
      <p:sp>
        <p:nvSpPr>
          <p:cNvPr id="503" name="Google Shape;503;p40"/>
          <p:cNvSpPr/>
          <p:nvPr/>
        </p:nvSpPr>
        <p:spPr>
          <a:xfrm rot="5400000" flipH="1">
            <a:off x="10993876" y="-84435"/>
            <a:ext cx="1124328" cy="1271917"/>
          </a:xfrm>
          <a:custGeom>
            <a:avLst/>
            <a:gdLst/>
            <a:ahLst/>
            <a:cxnLst/>
            <a:rect l="l" t="t" r="r" b="b"/>
            <a:pathLst>
              <a:path w="843246" h="953938" extrusionOk="0">
                <a:moveTo>
                  <a:pt x="843246" y="953827"/>
                </a:moveTo>
                <a:lnTo>
                  <a:pt x="843246" y="756569"/>
                </a:lnTo>
                <a:lnTo>
                  <a:pt x="842143" y="756680"/>
                </a:lnTo>
                <a:cubicBezTo>
                  <a:pt x="485983" y="756680"/>
                  <a:pt x="197258" y="467955"/>
                  <a:pt x="197258" y="111795"/>
                </a:cubicBezTo>
                <a:lnTo>
                  <a:pt x="214160" y="0"/>
                </a:lnTo>
                <a:lnTo>
                  <a:pt x="11270" y="0"/>
                </a:lnTo>
                <a:lnTo>
                  <a:pt x="0" y="111795"/>
                </a:lnTo>
                <a:cubicBezTo>
                  <a:pt x="0" y="576898"/>
                  <a:pt x="377040" y="953938"/>
                  <a:pt x="842143" y="953938"/>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rgbClr val="000000"/>
              </a:solidFill>
              <a:latin typeface="Calibri"/>
              <a:ea typeface="Calibri"/>
              <a:cs typeface="Calibri"/>
              <a:sym typeface="Calibri"/>
            </a:endParaRPr>
          </a:p>
        </p:txBody>
      </p:sp>
      <p:sp>
        <p:nvSpPr>
          <p:cNvPr id="504" name="Google Shape;504;p40"/>
          <p:cNvSpPr txBox="1">
            <a:spLocks noGrp="1"/>
          </p:cNvSpPr>
          <p:nvPr>
            <p:ph type="subTitle" idx="1"/>
          </p:nvPr>
        </p:nvSpPr>
        <p:spPr>
          <a:xfrm>
            <a:off x="1169897" y="1378272"/>
            <a:ext cx="10276400" cy="5120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000"/>
              <a:buNone/>
              <a:defRPr sz="1333"/>
            </a:lvl1pPr>
            <a:lvl2pPr lvl="1" algn="l">
              <a:lnSpc>
                <a:spcPct val="100000"/>
              </a:lnSpc>
              <a:spcBef>
                <a:spcPts val="2400"/>
              </a:spcBef>
              <a:spcAft>
                <a:spcPts val="0"/>
              </a:spcAft>
              <a:buSzPts val="1000"/>
              <a:buNone/>
              <a:defRPr sz="1333"/>
            </a:lvl2pPr>
            <a:lvl3pPr lvl="2" algn="l">
              <a:lnSpc>
                <a:spcPct val="100000"/>
              </a:lnSpc>
              <a:spcBef>
                <a:spcPts val="2400"/>
              </a:spcBef>
              <a:spcAft>
                <a:spcPts val="0"/>
              </a:spcAft>
              <a:buSzPts val="1000"/>
              <a:buNone/>
              <a:defRPr sz="1333"/>
            </a:lvl3pPr>
            <a:lvl4pPr lvl="3" algn="l">
              <a:lnSpc>
                <a:spcPct val="100000"/>
              </a:lnSpc>
              <a:spcBef>
                <a:spcPts val="2400"/>
              </a:spcBef>
              <a:spcAft>
                <a:spcPts val="0"/>
              </a:spcAft>
              <a:buSzPts val="1000"/>
              <a:buNone/>
              <a:defRPr sz="1333"/>
            </a:lvl4pPr>
            <a:lvl5pPr lvl="4" algn="l">
              <a:lnSpc>
                <a:spcPct val="100000"/>
              </a:lnSpc>
              <a:spcBef>
                <a:spcPts val="2400"/>
              </a:spcBef>
              <a:spcAft>
                <a:spcPts val="0"/>
              </a:spcAft>
              <a:buSzPts val="1000"/>
              <a:buNone/>
              <a:defRPr sz="1333"/>
            </a:lvl5pPr>
            <a:lvl6pPr lvl="5" algn="l">
              <a:lnSpc>
                <a:spcPct val="100000"/>
              </a:lnSpc>
              <a:spcBef>
                <a:spcPts val="2400"/>
              </a:spcBef>
              <a:spcAft>
                <a:spcPts val="0"/>
              </a:spcAft>
              <a:buSzPts val="1000"/>
              <a:buNone/>
              <a:defRPr sz="1333"/>
            </a:lvl6pPr>
            <a:lvl7pPr lvl="6" algn="l">
              <a:lnSpc>
                <a:spcPct val="100000"/>
              </a:lnSpc>
              <a:spcBef>
                <a:spcPts val="2400"/>
              </a:spcBef>
              <a:spcAft>
                <a:spcPts val="0"/>
              </a:spcAft>
              <a:buSzPts val="1000"/>
              <a:buNone/>
              <a:defRPr sz="1333"/>
            </a:lvl7pPr>
            <a:lvl8pPr lvl="7" algn="l">
              <a:lnSpc>
                <a:spcPct val="100000"/>
              </a:lnSpc>
              <a:spcBef>
                <a:spcPts val="2400"/>
              </a:spcBef>
              <a:spcAft>
                <a:spcPts val="0"/>
              </a:spcAft>
              <a:buSzPts val="1000"/>
              <a:buNone/>
              <a:defRPr sz="1333"/>
            </a:lvl8pPr>
            <a:lvl9pPr lvl="8" algn="l">
              <a:lnSpc>
                <a:spcPct val="100000"/>
              </a:lnSpc>
              <a:spcBef>
                <a:spcPts val="2400"/>
              </a:spcBef>
              <a:spcAft>
                <a:spcPts val="2400"/>
              </a:spcAft>
              <a:buSzPts val="1000"/>
              <a:buNone/>
              <a:defRPr sz="1333"/>
            </a:lvl9pPr>
          </a:lstStyle>
          <a:p>
            <a:endParaRPr/>
          </a:p>
        </p:txBody>
      </p:sp>
      <p:sp>
        <p:nvSpPr>
          <p:cNvPr id="505" name="Google Shape;505;p40"/>
          <p:cNvSpPr txBox="1">
            <a:spLocks noGrp="1"/>
          </p:cNvSpPr>
          <p:nvPr>
            <p:ph type="subTitle" idx="2"/>
          </p:nvPr>
        </p:nvSpPr>
        <p:spPr>
          <a:xfrm>
            <a:off x="548633" y="1378267"/>
            <a:ext cx="301600" cy="5120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Clr>
                <a:schemeClr val="accent1"/>
              </a:buClr>
              <a:buSzPts val="1000"/>
              <a:buNone/>
              <a:defRPr sz="1333" b="1">
                <a:solidFill>
                  <a:schemeClr val="accent1"/>
                </a:solidFill>
              </a:defRPr>
            </a:lvl1pPr>
            <a:lvl2pPr lvl="1" algn="ctr">
              <a:lnSpc>
                <a:spcPct val="100000"/>
              </a:lnSpc>
              <a:spcBef>
                <a:spcPts val="2400"/>
              </a:spcBef>
              <a:spcAft>
                <a:spcPts val="0"/>
              </a:spcAft>
              <a:buClr>
                <a:schemeClr val="accent1"/>
              </a:buClr>
              <a:buSzPts val="1000"/>
              <a:buNone/>
              <a:defRPr sz="1333" b="1">
                <a:solidFill>
                  <a:schemeClr val="accent1"/>
                </a:solidFill>
              </a:defRPr>
            </a:lvl2pPr>
            <a:lvl3pPr lvl="2" algn="ctr">
              <a:lnSpc>
                <a:spcPct val="100000"/>
              </a:lnSpc>
              <a:spcBef>
                <a:spcPts val="2400"/>
              </a:spcBef>
              <a:spcAft>
                <a:spcPts val="0"/>
              </a:spcAft>
              <a:buClr>
                <a:schemeClr val="accent1"/>
              </a:buClr>
              <a:buSzPts val="1000"/>
              <a:buNone/>
              <a:defRPr sz="1333" b="1">
                <a:solidFill>
                  <a:schemeClr val="accent1"/>
                </a:solidFill>
              </a:defRPr>
            </a:lvl3pPr>
            <a:lvl4pPr lvl="3" algn="ctr">
              <a:lnSpc>
                <a:spcPct val="100000"/>
              </a:lnSpc>
              <a:spcBef>
                <a:spcPts val="2400"/>
              </a:spcBef>
              <a:spcAft>
                <a:spcPts val="0"/>
              </a:spcAft>
              <a:buClr>
                <a:schemeClr val="accent1"/>
              </a:buClr>
              <a:buSzPts val="1000"/>
              <a:buNone/>
              <a:defRPr sz="1333" b="1">
                <a:solidFill>
                  <a:schemeClr val="accent1"/>
                </a:solidFill>
              </a:defRPr>
            </a:lvl4pPr>
            <a:lvl5pPr lvl="4" algn="ctr">
              <a:lnSpc>
                <a:spcPct val="100000"/>
              </a:lnSpc>
              <a:spcBef>
                <a:spcPts val="2400"/>
              </a:spcBef>
              <a:spcAft>
                <a:spcPts val="0"/>
              </a:spcAft>
              <a:buClr>
                <a:schemeClr val="accent1"/>
              </a:buClr>
              <a:buSzPts val="1000"/>
              <a:buNone/>
              <a:defRPr sz="1333" b="1">
                <a:solidFill>
                  <a:schemeClr val="accent1"/>
                </a:solidFill>
              </a:defRPr>
            </a:lvl5pPr>
            <a:lvl6pPr lvl="5" algn="ctr">
              <a:lnSpc>
                <a:spcPct val="100000"/>
              </a:lnSpc>
              <a:spcBef>
                <a:spcPts val="2400"/>
              </a:spcBef>
              <a:spcAft>
                <a:spcPts val="0"/>
              </a:spcAft>
              <a:buClr>
                <a:schemeClr val="accent1"/>
              </a:buClr>
              <a:buSzPts val="1000"/>
              <a:buNone/>
              <a:defRPr sz="1333" b="1">
                <a:solidFill>
                  <a:schemeClr val="accent1"/>
                </a:solidFill>
              </a:defRPr>
            </a:lvl6pPr>
            <a:lvl7pPr lvl="6" algn="ctr">
              <a:lnSpc>
                <a:spcPct val="100000"/>
              </a:lnSpc>
              <a:spcBef>
                <a:spcPts val="2400"/>
              </a:spcBef>
              <a:spcAft>
                <a:spcPts val="0"/>
              </a:spcAft>
              <a:buClr>
                <a:schemeClr val="accent1"/>
              </a:buClr>
              <a:buSzPts val="1000"/>
              <a:buNone/>
              <a:defRPr sz="1333" b="1">
                <a:solidFill>
                  <a:schemeClr val="accent1"/>
                </a:solidFill>
              </a:defRPr>
            </a:lvl7pPr>
            <a:lvl8pPr lvl="7" algn="ctr">
              <a:lnSpc>
                <a:spcPct val="100000"/>
              </a:lnSpc>
              <a:spcBef>
                <a:spcPts val="2400"/>
              </a:spcBef>
              <a:spcAft>
                <a:spcPts val="0"/>
              </a:spcAft>
              <a:buClr>
                <a:schemeClr val="accent1"/>
              </a:buClr>
              <a:buSzPts val="1000"/>
              <a:buNone/>
              <a:defRPr sz="1333" b="1">
                <a:solidFill>
                  <a:schemeClr val="accent1"/>
                </a:solidFill>
              </a:defRPr>
            </a:lvl8pPr>
            <a:lvl9pPr lvl="8" algn="ctr">
              <a:lnSpc>
                <a:spcPct val="100000"/>
              </a:lnSpc>
              <a:spcBef>
                <a:spcPts val="2400"/>
              </a:spcBef>
              <a:spcAft>
                <a:spcPts val="2400"/>
              </a:spcAft>
              <a:buClr>
                <a:schemeClr val="accent1"/>
              </a:buClr>
              <a:buSzPts val="1000"/>
              <a:buNone/>
              <a:defRPr sz="1333" b="1">
                <a:solidFill>
                  <a:schemeClr val="accent1"/>
                </a:solidFill>
              </a:defRPr>
            </a:lvl9pPr>
          </a:lstStyle>
          <a:p>
            <a:endParaRPr/>
          </a:p>
        </p:txBody>
      </p:sp>
      <p:sp>
        <p:nvSpPr>
          <p:cNvPr id="506" name="Google Shape;506;p40"/>
          <p:cNvSpPr txBox="1">
            <a:spLocks noGrp="1"/>
          </p:cNvSpPr>
          <p:nvPr>
            <p:ph type="subTitle" idx="3"/>
          </p:nvPr>
        </p:nvSpPr>
        <p:spPr>
          <a:xfrm>
            <a:off x="848755" y="1378272"/>
            <a:ext cx="135600" cy="5120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Clr>
                <a:schemeClr val="accent3"/>
              </a:buClr>
              <a:buSzPts val="1000"/>
              <a:buNone/>
              <a:defRPr sz="1333" b="1">
                <a:solidFill>
                  <a:schemeClr val="accent3"/>
                </a:solidFill>
              </a:defRPr>
            </a:lvl1pPr>
            <a:lvl2pPr lvl="1" algn="ctr">
              <a:lnSpc>
                <a:spcPct val="100000"/>
              </a:lnSpc>
              <a:spcBef>
                <a:spcPts val="2400"/>
              </a:spcBef>
              <a:spcAft>
                <a:spcPts val="0"/>
              </a:spcAft>
              <a:buClr>
                <a:schemeClr val="accent3"/>
              </a:buClr>
              <a:buSzPts val="1000"/>
              <a:buNone/>
              <a:defRPr sz="1333" b="1">
                <a:solidFill>
                  <a:schemeClr val="accent3"/>
                </a:solidFill>
              </a:defRPr>
            </a:lvl2pPr>
            <a:lvl3pPr lvl="2" algn="ctr">
              <a:lnSpc>
                <a:spcPct val="100000"/>
              </a:lnSpc>
              <a:spcBef>
                <a:spcPts val="2400"/>
              </a:spcBef>
              <a:spcAft>
                <a:spcPts val="0"/>
              </a:spcAft>
              <a:buClr>
                <a:schemeClr val="accent3"/>
              </a:buClr>
              <a:buSzPts val="1000"/>
              <a:buNone/>
              <a:defRPr sz="1333" b="1">
                <a:solidFill>
                  <a:schemeClr val="accent3"/>
                </a:solidFill>
              </a:defRPr>
            </a:lvl3pPr>
            <a:lvl4pPr lvl="3" algn="ctr">
              <a:lnSpc>
                <a:spcPct val="100000"/>
              </a:lnSpc>
              <a:spcBef>
                <a:spcPts val="2400"/>
              </a:spcBef>
              <a:spcAft>
                <a:spcPts val="0"/>
              </a:spcAft>
              <a:buClr>
                <a:schemeClr val="accent3"/>
              </a:buClr>
              <a:buSzPts val="1000"/>
              <a:buNone/>
              <a:defRPr sz="1333" b="1">
                <a:solidFill>
                  <a:schemeClr val="accent3"/>
                </a:solidFill>
              </a:defRPr>
            </a:lvl4pPr>
            <a:lvl5pPr lvl="4" algn="ctr">
              <a:lnSpc>
                <a:spcPct val="100000"/>
              </a:lnSpc>
              <a:spcBef>
                <a:spcPts val="2400"/>
              </a:spcBef>
              <a:spcAft>
                <a:spcPts val="0"/>
              </a:spcAft>
              <a:buClr>
                <a:schemeClr val="accent3"/>
              </a:buClr>
              <a:buSzPts val="1000"/>
              <a:buNone/>
              <a:defRPr sz="1333" b="1">
                <a:solidFill>
                  <a:schemeClr val="accent3"/>
                </a:solidFill>
              </a:defRPr>
            </a:lvl5pPr>
            <a:lvl6pPr lvl="5" algn="ctr">
              <a:lnSpc>
                <a:spcPct val="100000"/>
              </a:lnSpc>
              <a:spcBef>
                <a:spcPts val="2400"/>
              </a:spcBef>
              <a:spcAft>
                <a:spcPts val="0"/>
              </a:spcAft>
              <a:buClr>
                <a:schemeClr val="accent3"/>
              </a:buClr>
              <a:buSzPts val="1000"/>
              <a:buNone/>
              <a:defRPr sz="1333" b="1">
                <a:solidFill>
                  <a:schemeClr val="accent3"/>
                </a:solidFill>
              </a:defRPr>
            </a:lvl6pPr>
            <a:lvl7pPr lvl="6" algn="ctr">
              <a:lnSpc>
                <a:spcPct val="100000"/>
              </a:lnSpc>
              <a:spcBef>
                <a:spcPts val="2400"/>
              </a:spcBef>
              <a:spcAft>
                <a:spcPts val="0"/>
              </a:spcAft>
              <a:buClr>
                <a:schemeClr val="accent3"/>
              </a:buClr>
              <a:buSzPts val="1000"/>
              <a:buNone/>
              <a:defRPr sz="1333" b="1">
                <a:solidFill>
                  <a:schemeClr val="accent3"/>
                </a:solidFill>
              </a:defRPr>
            </a:lvl7pPr>
            <a:lvl8pPr lvl="7" algn="ctr">
              <a:lnSpc>
                <a:spcPct val="100000"/>
              </a:lnSpc>
              <a:spcBef>
                <a:spcPts val="2400"/>
              </a:spcBef>
              <a:spcAft>
                <a:spcPts val="0"/>
              </a:spcAft>
              <a:buClr>
                <a:schemeClr val="accent3"/>
              </a:buClr>
              <a:buSzPts val="1000"/>
              <a:buNone/>
              <a:defRPr sz="1333" b="1">
                <a:solidFill>
                  <a:schemeClr val="accent3"/>
                </a:solidFill>
              </a:defRPr>
            </a:lvl8pPr>
            <a:lvl9pPr lvl="8" algn="ctr">
              <a:lnSpc>
                <a:spcPct val="100000"/>
              </a:lnSpc>
              <a:spcBef>
                <a:spcPts val="2400"/>
              </a:spcBef>
              <a:spcAft>
                <a:spcPts val="2400"/>
              </a:spcAft>
              <a:buClr>
                <a:schemeClr val="accent3"/>
              </a:buClr>
              <a:buSzPts val="1000"/>
              <a:buNone/>
              <a:defRPr sz="1333" b="1">
                <a:solidFill>
                  <a:schemeClr val="accent3"/>
                </a:solidFill>
              </a:defRPr>
            </a:lvl9pPr>
          </a:lstStyle>
          <a:p>
            <a:endParaRPr/>
          </a:p>
        </p:txBody>
      </p:sp>
      <p:pic>
        <p:nvPicPr>
          <p:cNvPr id="507" name="Google Shape;507;p40"/>
          <p:cNvPicPr preferRelativeResize="0"/>
          <p:nvPr/>
        </p:nvPicPr>
        <p:blipFill rotWithShape="1">
          <a:blip r:embed="rId2">
            <a:alphaModFix/>
          </a:blip>
          <a:srcRect/>
          <a:stretch/>
        </p:blipFill>
        <p:spPr>
          <a:xfrm>
            <a:off x="0" y="6811001"/>
            <a:ext cx="12192000" cy="50800"/>
          </a:xfrm>
          <a:prstGeom prst="rect">
            <a:avLst/>
          </a:prstGeom>
          <a:noFill/>
          <a:ln>
            <a:noFill/>
          </a:ln>
        </p:spPr>
      </p:pic>
    </p:spTree>
    <p:extLst>
      <p:ext uri="{BB962C8B-B14F-4D97-AF65-F5344CB8AC3E}">
        <p14:creationId xmlns:p14="http://schemas.microsoft.com/office/powerpoint/2010/main" val="1136706758"/>
      </p:ext>
    </p:extLst>
  </p:cSld>
  <p:clrMapOvr>
    <a:masterClrMapping/>
  </p:clrMapOvr>
  <p:extLst>
    <p:ext uri="{DCECCB84-F9BA-43D5-87BE-67443E8EF086}">
      <p15:sldGuideLst xmlns:p15="http://schemas.microsoft.com/office/powerpoint/2012/main">
        <p15:guide id="1" orient="horz" pos="518">
          <p15:clr>
            <a:srgbClr val="FA7B17"/>
          </p15:clr>
        </p15:guide>
        <p15:guide id="2" orient="horz" pos="3070">
          <p15:clr>
            <a:srgbClr val="FA7B17"/>
          </p15:clr>
        </p15:guide>
        <p15:guide id="3" pos="259">
          <p15:clr>
            <a:srgbClr val="FA7B17"/>
          </p15:clr>
        </p15:guide>
        <p15:guide id="4" pos="5501">
          <p15:clr>
            <a:srgbClr val="FA7B17"/>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opics/Agenda - Style 1">
  <p:cSld name="Topics/Agenda - Style 1">
    <p:spTree>
      <p:nvGrpSpPr>
        <p:cNvPr id="1" name="Shape 508"/>
        <p:cNvGrpSpPr/>
        <p:nvPr/>
      </p:nvGrpSpPr>
      <p:grpSpPr>
        <a:xfrm>
          <a:off x="0" y="0"/>
          <a:ext cx="0" cy="0"/>
          <a:chOff x="0" y="0"/>
          <a:chExt cx="0" cy="0"/>
        </a:xfrm>
      </p:grpSpPr>
      <p:sp>
        <p:nvSpPr>
          <p:cNvPr id="509" name="Google Shape;509;p41"/>
          <p:cNvSpPr/>
          <p:nvPr/>
        </p:nvSpPr>
        <p:spPr>
          <a:xfrm>
            <a:off x="3" y="1"/>
            <a:ext cx="301543" cy="347263"/>
          </a:xfrm>
          <a:custGeom>
            <a:avLst/>
            <a:gdLst/>
            <a:ahLst/>
            <a:cxnLst/>
            <a:rect l="l" t="t" r="r" b="b"/>
            <a:pathLst>
              <a:path w="1675237" h="1929234" extrusionOk="0">
                <a:moveTo>
                  <a:pt x="461556" y="1897854"/>
                </a:moveTo>
                <a:lnTo>
                  <a:pt x="469774" y="1899513"/>
                </a:lnTo>
                <a:lnTo>
                  <a:pt x="443985" y="1904118"/>
                </a:lnTo>
                <a:lnTo>
                  <a:pt x="449737" y="1900240"/>
                </a:lnTo>
                <a:cubicBezTo>
                  <a:pt x="453370" y="1898704"/>
                  <a:pt x="457364" y="1897854"/>
                  <a:pt x="461556" y="1897854"/>
                </a:cubicBezTo>
                <a:close/>
                <a:moveTo>
                  <a:pt x="389002" y="1897854"/>
                </a:moveTo>
                <a:cubicBezTo>
                  <a:pt x="397386" y="1897854"/>
                  <a:pt x="404977" y="1901253"/>
                  <a:pt x="410472" y="1906747"/>
                </a:cubicBezTo>
                <a:lnTo>
                  <a:pt x="411766" y="1909872"/>
                </a:lnTo>
                <a:lnTo>
                  <a:pt x="400388" y="1911904"/>
                </a:lnTo>
                <a:lnTo>
                  <a:pt x="363451" y="1916598"/>
                </a:lnTo>
                <a:lnTo>
                  <a:pt x="367531" y="1906747"/>
                </a:lnTo>
                <a:cubicBezTo>
                  <a:pt x="373026" y="1901253"/>
                  <a:pt x="380617" y="1897854"/>
                  <a:pt x="389002" y="1897854"/>
                </a:cubicBezTo>
                <a:close/>
                <a:moveTo>
                  <a:pt x="316447" y="1897854"/>
                </a:moveTo>
                <a:cubicBezTo>
                  <a:pt x="324832" y="1897854"/>
                  <a:pt x="332422" y="1901253"/>
                  <a:pt x="337917" y="1906747"/>
                </a:cubicBezTo>
                <a:lnTo>
                  <a:pt x="343070" y="1919187"/>
                </a:lnTo>
                <a:lnTo>
                  <a:pt x="325117" y="1921469"/>
                </a:lnTo>
                <a:lnTo>
                  <a:pt x="287700" y="1924314"/>
                </a:lnTo>
                <a:lnTo>
                  <a:pt x="294977" y="1906747"/>
                </a:lnTo>
                <a:cubicBezTo>
                  <a:pt x="300471" y="1901253"/>
                  <a:pt x="308062" y="1897854"/>
                  <a:pt x="316447" y="1897854"/>
                </a:cubicBezTo>
                <a:close/>
                <a:moveTo>
                  <a:pt x="243892" y="1897854"/>
                </a:moveTo>
                <a:cubicBezTo>
                  <a:pt x="252277" y="1897854"/>
                  <a:pt x="259868" y="1901253"/>
                  <a:pt x="265363" y="1906747"/>
                </a:cubicBezTo>
                <a:lnTo>
                  <a:pt x="273099" y="1925425"/>
                </a:lnTo>
                <a:lnTo>
                  <a:pt x="248735" y="1927277"/>
                </a:lnTo>
                <a:lnTo>
                  <a:pt x="213550" y="1928167"/>
                </a:lnTo>
                <a:lnTo>
                  <a:pt x="222422" y="1906747"/>
                </a:lnTo>
                <a:cubicBezTo>
                  <a:pt x="227917" y="1901253"/>
                  <a:pt x="235508" y="1897854"/>
                  <a:pt x="243892" y="1897854"/>
                </a:cubicBezTo>
                <a:close/>
                <a:moveTo>
                  <a:pt x="171339" y="1897854"/>
                </a:moveTo>
                <a:cubicBezTo>
                  <a:pt x="188107" y="1897854"/>
                  <a:pt x="201701" y="1911448"/>
                  <a:pt x="201701" y="1928218"/>
                </a:cubicBezTo>
                <a:lnTo>
                  <a:pt x="201597" y="1928469"/>
                </a:lnTo>
                <a:lnTo>
                  <a:pt x="171336" y="1929234"/>
                </a:lnTo>
                <a:lnTo>
                  <a:pt x="141087" y="1928469"/>
                </a:lnTo>
                <a:lnTo>
                  <a:pt x="140982" y="1928218"/>
                </a:lnTo>
                <a:cubicBezTo>
                  <a:pt x="140982" y="1911448"/>
                  <a:pt x="154577" y="1897854"/>
                  <a:pt x="171339" y="1897854"/>
                </a:cubicBezTo>
                <a:close/>
                <a:moveTo>
                  <a:pt x="98792" y="1897854"/>
                </a:moveTo>
                <a:cubicBezTo>
                  <a:pt x="107177" y="1897854"/>
                  <a:pt x="114768" y="1901253"/>
                  <a:pt x="120263" y="1906747"/>
                </a:cubicBezTo>
                <a:lnTo>
                  <a:pt x="129135" y="1928167"/>
                </a:lnTo>
                <a:lnTo>
                  <a:pt x="93938" y="1927277"/>
                </a:lnTo>
                <a:lnTo>
                  <a:pt x="69586" y="1925425"/>
                </a:lnTo>
                <a:lnTo>
                  <a:pt x="77322" y="1906747"/>
                </a:lnTo>
                <a:cubicBezTo>
                  <a:pt x="82817" y="1901253"/>
                  <a:pt x="90408" y="1897854"/>
                  <a:pt x="98792" y="1897854"/>
                </a:cubicBezTo>
                <a:close/>
                <a:moveTo>
                  <a:pt x="26239" y="1897854"/>
                </a:moveTo>
                <a:cubicBezTo>
                  <a:pt x="34623" y="1897854"/>
                  <a:pt x="42214" y="1901253"/>
                  <a:pt x="47709" y="1906747"/>
                </a:cubicBezTo>
                <a:lnTo>
                  <a:pt x="54985" y="1924315"/>
                </a:lnTo>
                <a:lnTo>
                  <a:pt x="17556" y="1921469"/>
                </a:lnTo>
                <a:lnTo>
                  <a:pt x="0" y="1919238"/>
                </a:lnTo>
                <a:lnTo>
                  <a:pt x="0" y="1918259"/>
                </a:lnTo>
                <a:lnTo>
                  <a:pt x="4768" y="1906747"/>
                </a:lnTo>
                <a:cubicBezTo>
                  <a:pt x="10263" y="1901253"/>
                  <a:pt x="17854" y="1897854"/>
                  <a:pt x="26239" y="1897854"/>
                </a:cubicBezTo>
                <a:close/>
                <a:moveTo>
                  <a:pt x="679220" y="1817400"/>
                </a:moveTo>
                <a:cubicBezTo>
                  <a:pt x="687604" y="1817400"/>
                  <a:pt x="695195" y="1820799"/>
                  <a:pt x="700690" y="1826293"/>
                </a:cubicBezTo>
                <a:lnTo>
                  <a:pt x="702587" y="1830873"/>
                </a:lnTo>
                <a:lnTo>
                  <a:pt x="649855" y="1850174"/>
                </a:lnTo>
                <a:lnTo>
                  <a:pt x="648856" y="1847763"/>
                </a:lnTo>
                <a:cubicBezTo>
                  <a:pt x="648856" y="1830994"/>
                  <a:pt x="662450" y="1817400"/>
                  <a:pt x="679220" y="1817400"/>
                </a:cubicBezTo>
                <a:close/>
                <a:moveTo>
                  <a:pt x="606665" y="1817400"/>
                </a:moveTo>
                <a:cubicBezTo>
                  <a:pt x="623435" y="1817400"/>
                  <a:pt x="637029" y="1830994"/>
                  <a:pt x="637029" y="1847763"/>
                </a:cubicBezTo>
                <a:lnTo>
                  <a:pt x="633560" y="1856138"/>
                </a:lnTo>
                <a:lnTo>
                  <a:pt x="618594" y="1861615"/>
                </a:lnTo>
                <a:lnTo>
                  <a:pt x="587142" y="1870547"/>
                </a:lnTo>
                <a:lnTo>
                  <a:pt x="585195" y="1869234"/>
                </a:lnTo>
                <a:cubicBezTo>
                  <a:pt x="579700" y="1863739"/>
                  <a:pt x="576302" y="1856148"/>
                  <a:pt x="576302" y="1847763"/>
                </a:cubicBezTo>
                <a:cubicBezTo>
                  <a:pt x="576302" y="1830994"/>
                  <a:pt x="589896" y="1817400"/>
                  <a:pt x="606665" y="1817400"/>
                </a:cubicBezTo>
                <a:close/>
                <a:moveTo>
                  <a:pt x="534111" y="1817400"/>
                </a:moveTo>
                <a:cubicBezTo>
                  <a:pt x="550880" y="1817400"/>
                  <a:pt x="564474" y="1830994"/>
                  <a:pt x="564474" y="1847763"/>
                </a:cubicBezTo>
                <a:cubicBezTo>
                  <a:pt x="564474" y="1864533"/>
                  <a:pt x="550880" y="1878127"/>
                  <a:pt x="534111" y="1878127"/>
                </a:cubicBezTo>
                <a:cubicBezTo>
                  <a:pt x="517341" y="1878127"/>
                  <a:pt x="503747" y="1864533"/>
                  <a:pt x="503747" y="1847763"/>
                </a:cubicBezTo>
                <a:cubicBezTo>
                  <a:pt x="503747" y="1830994"/>
                  <a:pt x="517341" y="1817400"/>
                  <a:pt x="534111" y="1817400"/>
                </a:cubicBezTo>
                <a:close/>
                <a:moveTo>
                  <a:pt x="461556" y="1817400"/>
                </a:moveTo>
                <a:cubicBezTo>
                  <a:pt x="478326" y="1817400"/>
                  <a:pt x="491920" y="1830994"/>
                  <a:pt x="491920" y="1847763"/>
                </a:cubicBezTo>
                <a:cubicBezTo>
                  <a:pt x="491920" y="1864533"/>
                  <a:pt x="478326" y="1878127"/>
                  <a:pt x="461556" y="1878127"/>
                </a:cubicBezTo>
                <a:cubicBezTo>
                  <a:pt x="444787" y="1878127"/>
                  <a:pt x="431192" y="1864533"/>
                  <a:pt x="431192" y="1847763"/>
                </a:cubicBezTo>
                <a:cubicBezTo>
                  <a:pt x="431192" y="1830994"/>
                  <a:pt x="444787" y="1817400"/>
                  <a:pt x="461556" y="1817400"/>
                </a:cubicBezTo>
                <a:close/>
                <a:moveTo>
                  <a:pt x="389002" y="1817400"/>
                </a:moveTo>
                <a:cubicBezTo>
                  <a:pt x="405771" y="1817400"/>
                  <a:pt x="419365" y="1830994"/>
                  <a:pt x="419365" y="1847763"/>
                </a:cubicBezTo>
                <a:cubicBezTo>
                  <a:pt x="419365" y="1864533"/>
                  <a:pt x="405771" y="1878127"/>
                  <a:pt x="389002" y="1878127"/>
                </a:cubicBezTo>
                <a:cubicBezTo>
                  <a:pt x="372232" y="1878127"/>
                  <a:pt x="358638" y="1864533"/>
                  <a:pt x="358638" y="1847763"/>
                </a:cubicBezTo>
                <a:cubicBezTo>
                  <a:pt x="358638" y="1830994"/>
                  <a:pt x="372232" y="1817400"/>
                  <a:pt x="389002" y="1817400"/>
                </a:cubicBezTo>
                <a:close/>
                <a:moveTo>
                  <a:pt x="316447" y="1817400"/>
                </a:moveTo>
                <a:cubicBezTo>
                  <a:pt x="333216" y="1817400"/>
                  <a:pt x="346810" y="1830994"/>
                  <a:pt x="346810" y="1847763"/>
                </a:cubicBezTo>
                <a:cubicBezTo>
                  <a:pt x="346810" y="1864533"/>
                  <a:pt x="333216" y="1878127"/>
                  <a:pt x="316447" y="1878127"/>
                </a:cubicBezTo>
                <a:cubicBezTo>
                  <a:pt x="299677" y="1878127"/>
                  <a:pt x="286084" y="1864533"/>
                  <a:pt x="286084" y="1847763"/>
                </a:cubicBezTo>
                <a:cubicBezTo>
                  <a:pt x="286084" y="1830994"/>
                  <a:pt x="299677" y="1817400"/>
                  <a:pt x="316447" y="1817400"/>
                </a:cubicBezTo>
                <a:close/>
                <a:moveTo>
                  <a:pt x="243892" y="1817400"/>
                </a:moveTo>
                <a:cubicBezTo>
                  <a:pt x="260662" y="1817400"/>
                  <a:pt x="274256" y="1830994"/>
                  <a:pt x="274256" y="1847763"/>
                </a:cubicBezTo>
                <a:cubicBezTo>
                  <a:pt x="274256" y="1864533"/>
                  <a:pt x="260662" y="1878127"/>
                  <a:pt x="243892" y="1878127"/>
                </a:cubicBezTo>
                <a:cubicBezTo>
                  <a:pt x="227123" y="1878127"/>
                  <a:pt x="213529" y="1864533"/>
                  <a:pt x="213529" y="1847763"/>
                </a:cubicBezTo>
                <a:cubicBezTo>
                  <a:pt x="213529" y="1830994"/>
                  <a:pt x="227123" y="1817400"/>
                  <a:pt x="243892" y="1817400"/>
                </a:cubicBezTo>
                <a:close/>
                <a:moveTo>
                  <a:pt x="171339" y="1817400"/>
                </a:moveTo>
                <a:cubicBezTo>
                  <a:pt x="188107" y="1817400"/>
                  <a:pt x="201701" y="1830994"/>
                  <a:pt x="201701" y="1847763"/>
                </a:cubicBezTo>
                <a:cubicBezTo>
                  <a:pt x="201701" y="1864533"/>
                  <a:pt x="188107" y="1878127"/>
                  <a:pt x="171339" y="1878127"/>
                </a:cubicBezTo>
                <a:cubicBezTo>
                  <a:pt x="154583" y="1878127"/>
                  <a:pt x="140989" y="1864533"/>
                  <a:pt x="140989" y="1847763"/>
                </a:cubicBezTo>
                <a:cubicBezTo>
                  <a:pt x="140989" y="1830994"/>
                  <a:pt x="154583" y="1817400"/>
                  <a:pt x="171339" y="1817400"/>
                </a:cubicBezTo>
                <a:close/>
                <a:moveTo>
                  <a:pt x="98799" y="1817400"/>
                </a:moveTo>
                <a:cubicBezTo>
                  <a:pt x="115568" y="1817400"/>
                  <a:pt x="129162" y="1830994"/>
                  <a:pt x="129162" y="1847763"/>
                </a:cubicBezTo>
                <a:cubicBezTo>
                  <a:pt x="129162" y="1864533"/>
                  <a:pt x="115568" y="1878127"/>
                  <a:pt x="98799" y="1878127"/>
                </a:cubicBezTo>
                <a:cubicBezTo>
                  <a:pt x="82029" y="1878127"/>
                  <a:pt x="68435" y="1864533"/>
                  <a:pt x="68435" y="1847763"/>
                </a:cubicBezTo>
                <a:cubicBezTo>
                  <a:pt x="68435" y="1830994"/>
                  <a:pt x="82029" y="1817400"/>
                  <a:pt x="98799" y="1817400"/>
                </a:cubicBezTo>
                <a:close/>
                <a:moveTo>
                  <a:pt x="26245" y="1817400"/>
                </a:moveTo>
                <a:cubicBezTo>
                  <a:pt x="43014" y="1817400"/>
                  <a:pt x="56608" y="1830994"/>
                  <a:pt x="56608" y="1847763"/>
                </a:cubicBezTo>
                <a:cubicBezTo>
                  <a:pt x="56608" y="1864533"/>
                  <a:pt x="43014" y="1878127"/>
                  <a:pt x="26245" y="1878127"/>
                </a:cubicBezTo>
                <a:cubicBezTo>
                  <a:pt x="17860" y="1878127"/>
                  <a:pt x="10269" y="1874729"/>
                  <a:pt x="4775" y="1869234"/>
                </a:cubicBezTo>
                <a:lnTo>
                  <a:pt x="0" y="1857707"/>
                </a:lnTo>
                <a:lnTo>
                  <a:pt x="0" y="1837819"/>
                </a:lnTo>
                <a:lnTo>
                  <a:pt x="4775" y="1826293"/>
                </a:lnTo>
                <a:cubicBezTo>
                  <a:pt x="10269" y="1820799"/>
                  <a:pt x="17860" y="1817400"/>
                  <a:pt x="26245" y="1817400"/>
                </a:cubicBezTo>
                <a:close/>
                <a:moveTo>
                  <a:pt x="896883" y="1736948"/>
                </a:moveTo>
                <a:lnTo>
                  <a:pt x="903696" y="1738324"/>
                </a:lnTo>
                <a:lnTo>
                  <a:pt x="888255" y="1747704"/>
                </a:lnTo>
                <a:lnTo>
                  <a:pt x="871248" y="1755896"/>
                </a:lnTo>
                <a:lnTo>
                  <a:pt x="875413" y="1745841"/>
                </a:lnTo>
                <a:cubicBezTo>
                  <a:pt x="880908" y="1740347"/>
                  <a:pt x="888499" y="1736948"/>
                  <a:pt x="896883" y="1736948"/>
                </a:cubicBezTo>
                <a:close/>
                <a:moveTo>
                  <a:pt x="824329" y="1736948"/>
                </a:moveTo>
                <a:cubicBezTo>
                  <a:pt x="832714" y="1736948"/>
                  <a:pt x="840304" y="1740347"/>
                  <a:pt x="845799" y="1745841"/>
                </a:cubicBezTo>
                <a:lnTo>
                  <a:pt x="853504" y="1764444"/>
                </a:lnTo>
                <a:lnTo>
                  <a:pt x="802910" y="1788817"/>
                </a:lnTo>
                <a:lnTo>
                  <a:pt x="802858" y="1788782"/>
                </a:lnTo>
                <a:cubicBezTo>
                  <a:pt x="797364" y="1783287"/>
                  <a:pt x="793965" y="1775696"/>
                  <a:pt x="793965" y="1767312"/>
                </a:cubicBezTo>
                <a:cubicBezTo>
                  <a:pt x="793965" y="1750542"/>
                  <a:pt x="807559" y="1736948"/>
                  <a:pt x="824329" y="1736948"/>
                </a:cubicBezTo>
                <a:close/>
                <a:moveTo>
                  <a:pt x="751774" y="1736948"/>
                </a:moveTo>
                <a:cubicBezTo>
                  <a:pt x="768544" y="1736948"/>
                  <a:pt x="782138" y="1750542"/>
                  <a:pt x="782138" y="1767312"/>
                </a:cubicBezTo>
                <a:cubicBezTo>
                  <a:pt x="782138" y="1784081"/>
                  <a:pt x="768544" y="1797675"/>
                  <a:pt x="751774" y="1797675"/>
                </a:cubicBezTo>
                <a:cubicBezTo>
                  <a:pt x="735005" y="1797675"/>
                  <a:pt x="721411" y="1784081"/>
                  <a:pt x="721411" y="1767312"/>
                </a:cubicBezTo>
                <a:cubicBezTo>
                  <a:pt x="721411" y="1750542"/>
                  <a:pt x="735005" y="1736948"/>
                  <a:pt x="751774" y="1736948"/>
                </a:cubicBezTo>
                <a:close/>
                <a:moveTo>
                  <a:pt x="679220" y="1736948"/>
                </a:moveTo>
                <a:cubicBezTo>
                  <a:pt x="695989" y="1736948"/>
                  <a:pt x="709583" y="1750542"/>
                  <a:pt x="709583" y="1767312"/>
                </a:cubicBezTo>
                <a:cubicBezTo>
                  <a:pt x="709583" y="1784081"/>
                  <a:pt x="695989" y="1797675"/>
                  <a:pt x="679220" y="1797675"/>
                </a:cubicBezTo>
                <a:cubicBezTo>
                  <a:pt x="662450" y="1797675"/>
                  <a:pt x="648856" y="1784081"/>
                  <a:pt x="648856" y="1767312"/>
                </a:cubicBezTo>
                <a:cubicBezTo>
                  <a:pt x="648856" y="1750542"/>
                  <a:pt x="662450" y="1736948"/>
                  <a:pt x="679220" y="1736948"/>
                </a:cubicBezTo>
                <a:close/>
                <a:moveTo>
                  <a:pt x="606665" y="1736948"/>
                </a:moveTo>
                <a:cubicBezTo>
                  <a:pt x="623435" y="1736948"/>
                  <a:pt x="637029" y="1750542"/>
                  <a:pt x="637029" y="1767312"/>
                </a:cubicBezTo>
                <a:cubicBezTo>
                  <a:pt x="637029" y="1784081"/>
                  <a:pt x="623435" y="1797675"/>
                  <a:pt x="606665" y="1797675"/>
                </a:cubicBezTo>
                <a:cubicBezTo>
                  <a:pt x="589896" y="1797675"/>
                  <a:pt x="576302" y="1784081"/>
                  <a:pt x="576302" y="1767312"/>
                </a:cubicBezTo>
                <a:cubicBezTo>
                  <a:pt x="576302" y="1750542"/>
                  <a:pt x="589896" y="1736948"/>
                  <a:pt x="606665" y="1736948"/>
                </a:cubicBezTo>
                <a:close/>
                <a:moveTo>
                  <a:pt x="534111" y="1736948"/>
                </a:moveTo>
                <a:cubicBezTo>
                  <a:pt x="550880" y="1736948"/>
                  <a:pt x="564474" y="1750542"/>
                  <a:pt x="564474" y="1767312"/>
                </a:cubicBezTo>
                <a:cubicBezTo>
                  <a:pt x="564474" y="1784081"/>
                  <a:pt x="550880" y="1797675"/>
                  <a:pt x="534111" y="1797675"/>
                </a:cubicBezTo>
                <a:cubicBezTo>
                  <a:pt x="517341" y="1797675"/>
                  <a:pt x="503747" y="1784081"/>
                  <a:pt x="503747" y="1767312"/>
                </a:cubicBezTo>
                <a:cubicBezTo>
                  <a:pt x="503747" y="1750542"/>
                  <a:pt x="517341" y="1736948"/>
                  <a:pt x="534111" y="1736948"/>
                </a:cubicBezTo>
                <a:close/>
                <a:moveTo>
                  <a:pt x="461556" y="1736948"/>
                </a:moveTo>
                <a:cubicBezTo>
                  <a:pt x="478326" y="1736948"/>
                  <a:pt x="491920" y="1750542"/>
                  <a:pt x="491920" y="1767312"/>
                </a:cubicBezTo>
                <a:cubicBezTo>
                  <a:pt x="491920" y="1784081"/>
                  <a:pt x="478326" y="1797675"/>
                  <a:pt x="461556" y="1797675"/>
                </a:cubicBezTo>
                <a:cubicBezTo>
                  <a:pt x="444787" y="1797675"/>
                  <a:pt x="431192" y="1784081"/>
                  <a:pt x="431192" y="1767312"/>
                </a:cubicBezTo>
                <a:cubicBezTo>
                  <a:pt x="431192" y="1750542"/>
                  <a:pt x="444787" y="1736948"/>
                  <a:pt x="461556" y="1736948"/>
                </a:cubicBezTo>
                <a:close/>
                <a:moveTo>
                  <a:pt x="389002" y="1736948"/>
                </a:moveTo>
                <a:cubicBezTo>
                  <a:pt x="405771" y="1736948"/>
                  <a:pt x="419365" y="1750542"/>
                  <a:pt x="419365" y="1767312"/>
                </a:cubicBezTo>
                <a:cubicBezTo>
                  <a:pt x="419365" y="1784081"/>
                  <a:pt x="405771" y="1797675"/>
                  <a:pt x="389002" y="1797675"/>
                </a:cubicBezTo>
                <a:cubicBezTo>
                  <a:pt x="372232" y="1797675"/>
                  <a:pt x="358638" y="1784081"/>
                  <a:pt x="358638" y="1767312"/>
                </a:cubicBezTo>
                <a:cubicBezTo>
                  <a:pt x="358638" y="1750542"/>
                  <a:pt x="372232" y="1736948"/>
                  <a:pt x="389002" y="1736948"/>
                </a:cubicBezTo>
                <a:close/>
                <a:moveTo>
                  <a:pt x="316447" y="1736948"/>
                </a:moveTo>
                <a:cubicBezTo>
                  <a:pt x="333216" y="1736948"/>
                  <a:pt x="346810" y="1750542"/>
                  <a:pt x="346810" y="1767312"/>
                </a:cubicBezTo>
                <a:cubicBezTo>
                  <a:pt x="346810" y="1784081"/>
                  <a:pt x="333216" y="1797675"/>
                  <a:pt x="316447" y="1797675"/>
                </a:cubicBezTo>
                <a:cubicBezTo>
                  <a:pt x="299677" y="1797675"/>
                  <a:pt x="286084" y="1784081"/>
                  <a:pt x="286084" y="1767312"/>
                </a:cubicBezTo>
                <a:cubicBezTo>
                  <a:pt x="286084" y="1750542"/>
                  <a:pt x="299677" y="1736948"/>
                  <a:pt x="316447" y="1736948"/>
                </a:cubicBezTo>
                <a:close/>
                <a:moveTo>
                  <a:pt x="243892" y="1736948"/>
                </a:moveTo>
                <a:cubicBezTo>
                  <a:pt x="260662" y="1736948"/>
                  <a:pt x="274256" y="1750542"/>
                  <a:pt x="274256" y="1767312"/>
                </a:cubicBezTo>
                <a:cubicBezTo>
                  <a:pt x="274256" y="1784081"/>
                  <a:pt x="260662" y="1797675"/>
                  <a:pt x="243892" y="1797675"/>
                </a:cubicBezTo>
                <a:cubicBezTo>
                  <a:pt x="227123" y="1797675"/>
                  <a:pt x="213529" y="1784081"/>
                  <a:pt x="213529" y="1767312"/>
                </a:cubicBezTo>
                <a:cubicBezTo>
                  <a:pt x="213529" y="1750542"/>
                  <a:pt x="227123" y="1736948"/>
                  <a:pt x="243892" y="1736948"/>
                </a:cubicBezTo>
                <a:close/>
                <a:moveTo>
                  <a:pt x="171339" y="1736948"/>
                </a:moveTo>
                <a:cubicBezTo>
                  <a:pt x="188107" y="1736948"/>
                  <a:pt x="201701" y="1750542"/>
                  <a:pt x="201701" y="1767312"/>
                </a:cubicBezTo>
                <a:cubicBezTo>
                  <a:pt x="201701" y="1784081"/>
                  <a:pt x="188107" y="1797675"/>
                  <a:pt x="171339" y="1797675"/>
                </a:cubicBezTo>
                <a:cubicBezTo>
                  <a:pt x="154588" y="1797675"/>
                  <a:pt x="140995" y="1784081"/>
                  <a:pt x="140995" y="1767312"/>
                </a:cubicBezTo>
                <a:cubicBezTo>
                  <a:pt x="140995" y="1750542"/>
                  <a:pt x="154588" y="1736948"/>
                  <a:pt x="171339" y="1736948"/>
                </a:cubicBezTo>
                <a:close/>
                <a:moveTo>
                  <a:pt x="98806" y="1736948"/>
                </a:moveTo>
                <a:cubicBezTo>
                  <a:pt x="115574" y="1736948"/>
                  <a:pt x="129168" y="1750542"/>
                  <a:pt x="129168" y="1767312"/>
                </a:cubicBezTo>
                <a:cubicBezTo>
                  <a:pt x="129168" y="1784081"/>
                  <a:pt x="115574" y="1797675"/>
                  <a:pt x="98806" y="1797675"/>
                </a:cubicBezTo>
                <a:cubicBezTo>
                  <a:pt x="82035" y="1797675"/>
                  <a:pt x="68442" y="1784081"/>
                  <a:pt x="68442" y="1767312"/>
                </a:cubicBezTo>
                <a:cubicBezTo>
                  <a:pt x="68442" y="1750542"/>
                  <a:pt x="82035" y="1736948"/>
                  <a:pt x="98806" y="1736948"/>
                </a:cubicBezTo>
                <a:close/>
                <a:moveTo>
                  <a:pt x="26251" y="1736948"/>
                </a:moveTo>
                <a:cubicBezTo>
                  <a:pt x="43020" y="1736948"/>
                  <a:pt x="56614" y="1750542"/>
                  <a:pt x="56614" y="1767312"/>
                </a:cubicBezTo>
                <a:cubicBezTo>
                  <a:pt x="56614" y="1784081"/>
                  <a:pt x="43020" y="1797675"/>
                  <a:pt x="26251" y="1797675"/>
                </a:cubicBezTo>
                <a:cubicBezTo>
                  <a:pt x="17866" y="1797675"/>
                  <a:pt x="10276" y="1794277"/>
                  <a:pt x="4781" y="1788782"/>
                </a:cubicBezTo>
                <a:lnTo>
                  <a:pt x="0" y="1777239"/>
                </a:lnTo>
                <a:lnTo>
                  <a:pt x="0" y="1757384"/>
                </a:lnTo>
                <a:lnTo>
                  <a:pt x="4781" y="1745841"/>
                </a:lnTo>
                <a:cubicBezTo>
                  <a:pt x="10276" y="1740347"/>
                  <a:pt x="17866" y="1736948"/>
                  <a:pt x="26251" y="1736948"/>
                </a:cubicBezTo>
                <a:close/>
                <a:moveTo>
                  <a:pt x="1030341" y="1658849"/>
                </a:moveTo>
                <a:lnTo>
                  <a:pt x="1020041" y="1666551"/>
                </a:lnTo>
                <a:lnTo>
                  <a:pt x="1020522" y="1665390"/>
                </a:lnTo>
                <a:cubicBezTo>
                  <a:pt x="1023269" y="1662642"/>
                  <a:pt x="1026541" y="1660419"/>
                  <a:pt x="1030173" y="1658883"/>
                </a:cubicBezTo>
                <a:close/>
                <a:moveTo>
                  <a:pt x="969438" y="1656497"/>
                </a:moveTo>
                <a:cubicBezTo>
                  <a:pt x="977823" y="1656497"/>
                  <a:pt x="985413" y="1659895"/>
                  <a:pt x="990908" y="1665390"/>
                </a:cubicBezTo>
                <a:lnTo>
                  <a:pt x="997511" y="1681329"/>
                </a:lnTo>
                <a:lnTo>
                  <a:pt x="950384" y="1709959"/>
                </a:lnTo>
                <a:lnTo>
                  <a:pt x="947968" y="1708330"/>
                </a:lnTo>
                <a:cubicBezTo>
                  <a:pt x="942473" y="1702836"/>
                  <a:pt x="939075" y="1695245"/>
                  <a:pt x="939075" y="1686860"/>
                </a:cubicBezTo>
                <a:cubicBezTo>
                  <a:pt x="939075" y="1670091"/>
                  <a:pt x="952669" y="1656497"/>
                  <a:pt x="969438" y="1656497"/>
                </a:cubicBezTo>
                <a:close/>
                <a:moveTo>
                  <a:pt x="896883" y="1656497"/>
                </a:moveTo>
                <a:cubicBezTo>
                  <a:pt x="913653" y="1656497"/>
                  <a:pt x="927247" y="1670091"/>
                  <a:pt x="927247" y="1686860"/>
                </a:cubicBezTo>
                <a:cubicBezTo>
                  <a:pt x="927247" y="1703630"/>
                  <a:pt x="913653" y="1717224"/>
                  <a:pt x="896883" y="1717224"/>
                </a:cubicBezTo>
                <a:cubicBezTo>
                  <a:pt x="880114" y="1717224"/>
                  <a:pt x="866520" y="1703630"/>
                  <a:pt x="866520" y="1686860"/>
                </a:cubicBezTo>
                <a:cubicBezTo>
                  <a:pt x="866520" y="1670091"/>
                  <a:pt x="880114" y="1656497"/>
                  <a:pt x="896883" y="1656497"/>
                </a:cubicBezTo>
                <a:close/>
                <a:moveTo>
                  <a:pt x="824329" y="1656497"/>
                </a:moveTo>
                <a:cubicBezTo>
                  <a:pt x="841098" y="1656497"/>
                  <a:pt x="854692" y="1670091"/>
                  <a:pt x="854692" y="1686860"/>
                </a:cubicBezTo>
                <a:cubicBezTo>
                  <a:pt x="854692" y="1703630"/>
                  <a:pt x="841098" y="1717224"/>
                  <a:pt x="824329" y="1717224"/>
                </a:cubicBezTo>
                <a:cubicBezTo>
                  <a:pt x="807559" y="1717224"/>
                  <a:pt x="793965" y="1703630"/>
                  <a:pt x="793965" y="1686860"/>
                </a:cubicBezTo>
                <a:cubicBezTo>
                  <a:pt x="793965" y="1670091"/>
                  <a:pt x="807559" y="1656497"/>
                  <a:pt x="824329" y="1656497"/>
                </a:cubicBezTo>
                <a:close/>
                <a:moveTo>
                  <a:pt x="751774" y="1656497"/>
                </a:moveTo>
                <a:cubicBezTo>
                  <a:pt x="768544" y="1656497"/>
                  <a:pt x="782138" y="1670091"/>
                  <a:pt x="782138" y="1686860"/>
                </a:cubicBezTo>
                <a:cubicBezTo>
                  <a:pt x="782138" y="1703630"/>
                  <a:pt x="768544" y="1717224"/>
                  <a:pt x="751774" y="1717224"/>
                </a:cubicBezTo>
                <a:cubicBezTo>
                  <a:pt x="735005" y="1717224"/>
                  <a:pt x="721411" y="1703630"/>
                  <a:pt x="721411" y="1686860"/>
                </a:cubicBezTo>
                <a:cubicBezTo>
                  <a:pt x="721411" y="1670091"/>
                  <a:pt x="735005" y="1656497"/>
                  <a:pt x="751774" y="1656497"/>
                </a:cubicBezTo>
                <a:close/>
                <a:moveTo>
                  <a:pt x="679220" y="1656497"/>
                </a:moveTo>
                <a:cubicBezTo>
                  <a:pt x="695989" y="1656497"/>
                  <a:pt x="709583" y="1670091"/>
                  <a:pt x="709583" y="1686860"/>
                </a:cubicBezTo>
                <a:cubicBezTo>
                  <a:pt x="709583" y="1703630"/>
                  <a:pt x="695989" y="1717224"/>
                  <a:pt x="679220" y="1717224"/>
                </a:cubicBezTo>
                <a:cubicBezTo>
                  <a:pt x="662450" y="1717224"/>
                  <a:pt x="648856" y="1703630"/>
                  <a:pt x="648856" y="1686860"/>
                </a:cubicBezTo>
                <a:cubicBezTo>
                  <a:pt x="648856" y="1670091"/>
                  <a:pt x="662450" y="1656497"/>
                  <a:pt x="679220" y="1656497"/>
                </a:cubicBezTo>
                <a:close/>
                <a:moveTo>
                  <a:pt x="606665" y="1656497"/>
                </a:moveTo>
                <a:cubicBezTo>
                  <a:pt x="623435" y="1656497"/>
                  <a:pt x="637029" y="1670091"/>
                  <a:pt x="637029" y="1686860"/>
                </a:cubicBezTo>
                <a:cubicBezTo>
                  <a:pt x="637029" y="1703630"/>
                  <a:pt x="623435" y="1717224"/>
                  <a:pt x="606665" y="1717224"/>
                </a:cubicBezTo>
                <a:cubicBezTo>
                  <a:pt x="589896" y="1717224"/>
                  <a:pt x="576302" y="1703630"/>
                  <a:pt x="576302" y="1686860"/>
                </a:cubicBezTo>
                <a:cubicBezTo>
                  <a:pt x="576302" y="1670091"/>
                  <a:pt x="589896" y="1656497"/>
                  <a:pt x="606665" y="1656497"/>
                </a:cubicBezTo>
                <a:close/>
                <a:moveTo>
                  <a:pt x="534111" y="1656497"/>
                </a:moveTo>
                <a:cubicBezTo>
                  <a:pt x="550880" y="1656497"/>
                  <a:pt x="564474" y="1670091"/>
                  <a:pt x="564474" y="1686860"/>
                </a:cubicBezTo>
                <a:cubicBezTo>
                  <a:pt x="564474" y="1703630"/>
                  <a:pt x="550880" y="1717224"/>
                  <a:pt x="534111" y="1717224"/>
                </a:cubicBezTo>
                <a:cubicBezTo>
                  <a:pt x="517341" y="1717224"/>
                  <a:pt x="503747" y="1703630"/>
                  <a:pt x="503747" y="1686860"/>
                </a:cubicBezTo>
                <a:cubicBezTo>
                  <a:pt x="503747" y="1670091"/>
                  <a:pt x="517341" y="1656497"/>
                  <a:pt x="534111" y="1656497"/>
                </a:cubicBezTo>
                <a:close/>
                <a:moveTo>
                  <a:pt x="461556" y="1656497"/>
                </a:moveTo>
                <a:cubicBezTo>
                  <a:pt x="478326" y="1656497"/>
                  <a:pt x="491920" y="1670091"/>
                  <a:pt x="491920" y="1686860"/>
                </a:cubicBezTo>
                <a:cubicBezTo>
                  <a:pt x="491920" y="1703630"/>
                  <a:pt x="478326" y="1717224"/>
                  <a:pt x="461556" y="1717224"/>
                </a:cubicBezTo>
                <a:cubicBezTo>
                  <a:pt x="444787" y="1717224"/>
                  <a:pt x="431192" y="1703630"/>
                  <a:pt x="431192" y="1686860"/>
                </a:cubicBezTo>
                <a:cubicBezTo>
                  <a:pt x="431192" y="1670091"/>
                  <a:pt x="444787" y="1656497"/>
                  <a:pt x="461556" y="1656497"/>
                </a:cubicBezTo>
                <a:close/>
                <a:moveTo>
                  <a:pt x="389002" y="1656497"/>
                </a:moveTo>
                <a:cubicBezTo>
                  <a:pt x="405771" y="1656497"/>
                  <a:pt x="419365" y="1670091"/>
                  <a:pt x="419365" y="1686860"/>
                </a:cubicBezTo>
                <a:cubicBezTo>
                  <a:pt x="419365" y="1703630"/>
                  <a:pt x="405771" y="1717224"/>
                  <a:pt x="389002" y="1717224"/>
                </a:cubicBezTo>
                <a:cubicBezTo>
                  <a:pt x="372232" y="1717224"/>
                  <a:pt x="358638" y="1703630"/>
                  <a:pt x="358638" y="1686860"/>
                </a:cubicBezTo>
                <a:cubicBezTo>
                  <a:pt x="358638" y="1670091"/>
                  <a:pt x="372232" y="1656497"/>
                  <a:pt x="389002" y="1656497"/>
                </a:cubicBezTo>
                <a:close/>
                <a:moveTo>
                  <a:pt x="316447" y="1656497"/>
                </a:moveTo>
                <a:cubicBezTo>
                  <a:pt x="333216" y="1656497"/>
                  <a:pt x="346810" y="1670091"/>
                  <a:pt x="346810" y="1686860"/>
                </a:cubicBezTo>
                <a:cubicBezTo>
                  <a:pt x="346810" y="1703630"/>
                  <a:pt x="333216" y="1717224"/>
                  <a:pt x="316447" y="1717224"/>
                </a:cubicBezTo>
                <a:cubicBezTo>
                  <a:pt x="299677" y="1717224"/>
                  <a:pt x="286084" y="1703630"/>
                  <a:pt x="286084" y="1686860"/>
                </a:cubicBezTo>
                <a:cubicBezTo>
                  <a:pt x="286084" y="1670091"/>
                  <a:pt x="299677" y="1656497"/>
                  <a:pt x="316447" y="1656497"/>
                </a:cubicBezTo>
                <a:close/>
                <a:moveTo>
                  <a:pt x="243892" y="1656497"/>
                </a:moveTo>
                <a:cubicBezTo>
                  <a:pt x="260662" y="1656497"/>
                  <a:pt x="274256" y="1670091"/>
                  <a:pt x="274256" y="1686860"/>
                </a:cubicBezTo>
                <a:cubicBezTo>
                  <a:pt x="274256" y="1703630"/>
                  <a:pt x="260662" y="1717224"/>
                  <a:pt x="243892" y="1717224"/>
                </a:cubicBezTo>
                <a:cubicBezTo>
                  <a:pt x="227123" y="1717224"/>
                  <a:pt x="213529" y="1703630"/>
                  <a:pt x="213529" y="1686860"/>
                </a:cubicBezTo>
                <a:cubicBezTo>
                  <a:pt x="213529" y="1670091"/>
                  <a:pt x="227123" y="1656497"/>
                  <a:pt x="243892" y="1656497"/>
                </a:cubicBezTo>
                <a:close/>
                <a:moveTo>
                  <a:pt x="171339" y="1656497"/>
                </a:moveTo>
                <a:cubicBezTo>
                  <a:pt x="188107" y="1656497"/>
                  <a:pt x="201701" y="1670091"/>
                  <a:pt x="201701" y="1686860"/>
                </a:cubicBezTo>
                <a:cubicBezTo>
                  <a:pt x="201701" y="1703630"/>
                  <a:pt x="188107" y="1717224"/>
                  <a:pt x="171339" y="1717224"/>
                </a:cubicBezTo>
                <a:cubicBezTo>
                  <a:pt x="154594" y="1717224"/>
                  <a:pt x="141001" y="1703630"/>
                  <a:pt x="141001" y="1686860"/>
                </a:cubicBezTo>
                <a:cubicBezTo>
                  <a:pt x="141001" y="1670091"/>
                  <a:pt x="154594" y="1656497"/>
                  <a:pt x="171339" y="1656497"/>
                </a:cubicBezTo>
                <a:close/>
                <a:moveTo>
                  <a:pt x="98812" y="1656497"/>
                </a:moveTo>
                <a:cubicBezTo>
                  <a:pt x="115580" y="1656497"/>
                  <a:pt x="129174" y="1670091"/>
                  <a:pt x="129174" y="1686860"/>
                </a:cubicBezTo>
                <a:cubicBezTo>
                  <a:pt x="129174" y="1703630"/>
                  <a:pt x="115580" y="1717224"/>
                  <a:pt x="98812" y="1717224"/>
                </a:cubicBezTo>
                <a:cubicBezTo>
                  <a:pt x="82042" y="1717224"/>
                  <a:pt x="68448" y="1703630"/>
                  <a:pt x="68448" y="1686860"/>
                </a:cubicBezTo>
                <a:cubicBezTo>
                  <a:pt x="68448" y="1670091"/>
                  <a:pt x="82042" y="1656497"/>
                  <a:pt x="98812" y="1656497"/>
                </a:cubicBezTo>
                <a:close/>
                <a:moveTo>
                  <a:pt x="26257" y="1656497"/>
                </a:moveTo>
                <a:cubicBezTo>
                  <a:pt x="43026" y="1656497"/>
                  <a:pt x="56620" y="1670091"/>
                  <a:pt x="56620" y="1686860"/>
                </a:cubicBezTo>
                <a:cubicBezTo>
                  <a:pt x="56620" y="1703630"/>
                  <a:pt x="43026" y="1717224"/>
                  <a:pt x="26257" y="1717224"/>
                </a:cubicBezTo>
                <a:cubicBezTo>
                  <a:pt x="17873" y="1717224"/>
                  <a:pt x="10282" y="1713826"/>
                  <a:pt x="4787" y="1708331"/>
                </a:cubicBezTo>
                <a:lnTo>
                  <a:pt x="0" y="1696773"/>
                </a:lnTo>
                <a:lnTo>
                  <a:pt x="0" y="1676947"/>
                </a:lnTo>
                <a:lnTo>
                  <a:pt x="4787" y="1665390"/>
                </a:lnTo>
                <a:cubicBezTo>
                  <a:pt x="10282" y="1659896"/>
                  <a:pt x="17873" y="1656497"/>
                  <a:pt x="26257" y="1656497"/>
                </a:cubicBezTo>
                <a:close/>
                <a:moveTo>
                  <a:pt x="1114547" y="1576045"/>
                </a:moveTo>
                <a:cubicBezTo>
                  <a:pt x="1118739" y="1576045"/>
                  <a:pt x="1122733" y="1576894"/>
                  <a:pt x="1126366" y="1578431"/>
                </a:cubicBezTo>
                <a:lnTo>
                  <a:pt x="1131977" y="1582214"/>
                </a:lnTo>
                <a:lnTo>
                  <a:pt x="1128051" y="1585783"/>
                </a:lnTo>
                <a:lnTo>
                  <a:pt x="1088035" y="1615706"/>
                </a:lnTo>
                <a:lnTo>
                  <a:pt x="1084184" y="1606408"/>
                </a:lnTo>
                <a:cubicBezTo>
                  <a:pt x="1084184" y="1589639"/>
                  <a:pt x="1097778" y="1576045"/>
                  <a:pt x="1114547" y="1576045"/>
                </a:cubicBezTo>
                <a:close/>
                <a:moveTo>
                  <a:pt x="1041993" y="1576045"/>
                </a:moveTo>
                <a:cubicBezTo>
                  <a:pt x="1058762" y="1576045"/>
                  <a:pt x="1072356" y="1589639"/>
                  <a:pt x="1072356" y="1606408"/>
                </a:cubicBezTo>
                <a:cubicBezTo>
                  <a:pt x="1072356" y="1623178"/>
                  <a:pt x="1058762" y="1636772"/>
                  <a:pt x="1041993" y="1636772"/>
                </a:cubicBezTo>
                <a:cubicBezTo>
                  <a:pt x="1025223" y="1636772"/>
                  <a:pt x="1011629" y="1623178"/>
                  <a:pt x="1011629" y="1606408"/>
                </a:cubicBezTo>
                <a:cubicBezTo>
                  <a:pt x="1011629" y="1589639"/>
                  <a:pt x="1025223" y="1576045"/>
                  <a:pt x="1041993" y="1576045"/>
                </a:cubicBezTo>
                <a:close/>
                <a:moveTo>
                  <a:pt x="969438" y="1576045"/>
                </a:moveTo>
                <a:cubicBezTo>
                  <a:pt x="986208" y="1576045"/>
                  <a:pt x="999801" y="1589639"/>
                  <a:pt x="999801" y="1606408"/>
                </a:cubicBezTo>
                <a:cubicBezTo>
                  <a:pt x="999801" y="1623178"/>
                  <a:pt x="986208" y="1636772"/>
                  <a:pt x="969438" y="1636772"/>
                </a:cubicBezTo>
                <a:cubicBezTo>
                  <a:pt x="952669" y="1636772"/>
                  <a:pt x="939075" y="1623178"/>
                  <a:pt x="939075" y="1606408"/>
                </a:cubicBezTo>
                <a:cubicBezTo>
                  <a:pt x="939075" y="1589639"/>
                  <a:pt x="952669" y="1576045"/>
                  <a:pt x="969438" y="1576045"/>
                </a:cubicBezTo>
                <a:close/>
                <a:moveTo>
                  <a:pt x="896883" y="1576045"/>
                </a:moveTo>
                <a:cubicBezTo>
                  <a:pt x="913653" y="1576045"/>
                  <a:pt x="927247" y="1589639"/>
                  <a:pt x="927247" y="1606408"/>
                </a:cubicBezTo>
                <a:cubicBezTo>
                  <a:pt x="927247" y="1623178"/>
                  <a:pt x="913653" y="1636772"/>
                  <a:pt x="896883" y="1636772"/>
                </a:cubicBezTo>
                <a:cubicBezTo>
                  <a:pt x="880114" y="1636772"/>
                  <a:pt x="866520" y="1623178"/>
                  <a:pt x="866520" y="1606408"/>
                </a:cubicBezTo>
                <a:cubicBezTo>
                  <a:pt x="866520" y="1589639"/>
                  <a:pt x="880114" y="1576045"/>
                  <a:pt x="896883" y="1576045"/>
                </a:cubicBezTo>
                <a:close/>
                <a:moveTo>
                  <a:pt x="824329" y="1576045"/>
                </a:moveTo>
                <a:cubicBezTo>
                  <a:pt x="841098" y="1576045"/>
                  <a:pt x="854692" y="1589639"/>
                  <a:pt x="854692" y="1606408"/>
                </a:cubicBezTo>
                <a:cubicBezTo>
                  <a:pt x="854692" y="1623178"/>
                  <a:pt x="841098" y="1636772"/>
                  <a:pt x="824329" y="1636772"/>
                </a:cubicBezTo>
                <a:cubicBezTo>
                  <a:pt x="807559" y="1636772"/>
                  <a:pt x="793965" y="1623178"/>
                  <a:pt x="793965" y="1606408"/>
                </a:cubicBezTo>
                <a:cubicBezTo>
                  <a:pt x="793965" y="1589639"/>
                  <a:pt x="807559" y="1576045"/>
                  <a:pt x="824329" y="1576045"/>
                </a:cubicBezTo>
                <a:close/>
                <a:moveTo>
                  <a:pt x="751774" y="1576045"/>
                </a:moveTo>
                <a:cubicBezTo>
                  <a:pt x="768544" y="1576045"/>
                  <a:pt x="782138" y="1589639"/>
                  <a:pt x="782138" y="1606408"/>
                </a:cubicBezTo>
                <a:cubicBezTo>
                  <a:pt x="782138" y="1623178"/>
                  <a:pt x="768544" y="1636772"/>
                  <a:pt x="751774" y="1636772"/>
                </a:cubicBezTo>
                <a:cubicBezTo>
                  <a:pt x="735005" y="1636772"/>
                  <a:pt x="721411" y="1623178"/>
                  <a:pt x="721411" y="1606408"/>
                </a:cubicBezTo>
                <a:cubicBezTo>
                  <a:pt x="721411" y="1589639"/>
                  <a:pt x="735005" y="1576045"/>
                  <a:pt x="751774" y="1576045"/>
                </a:cubicBezTo>
                <a:close/>
                <a:moveTo>
                  <a:pt x="679220" y="1576045"/>
                </a:moveTo>
                <a:cubicBezTo>
                  <a:pt x="695989" y="1576045"/>
                  <a:pt x="709583" y="1589639"/>
                  <a:pt x="709583" y="1606408"/>
                </a:cubicBezTo>
                <a:cubicBezTo>
                  <a:pt x="709583" y="1623178"/>
                  <a:pt x="695989" y="1636772"/>
                  <a:pt x="679220" y="1636772"/>
                </a:cubicBezTo>
                <a:cubicBezTo>
                  <a:pt x="662450" y="1636772"/>
                  <a:pt x="648856" y="1623178"/>
                  <a:pt x="648856" y="1606408"/>
                </a:cubicBezTo>
                <a:cubicBezTo>
                  <a:pt x="648856" y="1589639"/>
                  <a:pt x="662450" y="1576045"/>
                  <a:pt x="679220" y="1576045"/>
                </a:cubicBezTo>
                <a:close/>
                <a:moveTo>
                  <a:pt x="606665" y="1576045"/>
                </a:moveTo>
                <a:cubicBezTo>
                  <a:pt x="623435" y="1576045"/>
                  <a:pt x="637029" y="1589639"/>
                  <a:pt x="637029" y="1606408"/>
                </a:cubicBezTo>
                <a:cubicBezTo>
                  <a:pt x="637029" y="1623178"/>
                  <a:pt x="623435" y="1636772"/>
                  <a:pt x="606665" y="1636772"/>
                </a:cubicBezTo>
                <a:cubicBezTo>
                  <a:pt x="589896" y="1636772"/>
                  <a:pt x="576302" y="1623178"/>
                  <a:pt x="576302" y="1606408"/>
                </a:cubicBezTo>
                <a:cubicBezTo>
                  <a:pt x="576302" y="1589639"/>
                  <a:pt x="589896" y="1576045"/>
                  <a:pt x="606665" y="1576045"/>
                </a:cubicBezTo>
                <a:close/>
                <a:moveTo>
                  <a:pt x="534111" y="1576045"/>
                </a:moveTo>
                <a:cubicBezTo>
                  <a:pt x="550880" y="1576045"/>
                  <a:pt x="564474" y="1589639"/>
                  <a:pt x="564474" y="1606408"/>
                </a:cubicBezTo>
                <a:cubicBezTo>
                  <a:pt x="564474" y="1623178"/>
                  <a:pt x="550880" y="1636772"/>
                  <a:pt x="534111" y="1636772"/>
                </a:cubicBezTo>
                <a:cubicBezTo>
                  <a:pt x="517341" y="1636772"/>
                  <a:pt x="503747" y="1623178"/>
                  <a:pt x="503747" y="1606408"/>
                </a:cubicBezTo>
                <a:cubicBezTo>
                  <a:pt x="503747" y="1589639"/>
                  <a:pt x="517341" y="1576045"/>
                  <a:pt x="534111" y="1576045"/>
                </a:cubicBezTo>
                <a:close/>
                <a:moveTo>
                  <a:pt x="461556" y="1576045"/>
                </a:moveTo>
                <a:cubicBezTo>
                  <a:pt x="478326" y="1576045"/>
                  <a:pt x="491920" y="1589639"/>
                  <a:pt x="491920" y="1606408"/>
                </a:cubicBezTo>
                <a:cubicBezTo>
                  <a:pt x="491920" y="1623178"/>
                  <a:pt x="478326" y="1636772"/>
                  <a:pt x="461556" y="1636772"/>
                </a:cubicBezTo>
                <a:cubicBezTo>
                  <a:pt x="444787" y="1636772"/>
                  <a:pt x="431192" y="1623178"/>
                  <a:pt x="431192" y="1606408"/>
                </a:cubicBezTo>
                <a:cubicBezTo>
                  <a:pt x="431192" y="1589639"/>
                  <a:pt x="444787" y="1576045"/>
                  <a:pt x="461556" y="1576045"/>
                </a:cubicBezTo>
                <a:close/>
                <a:moveTo>
                  <a:pt x="389002" y="1576045"/>
                </a:moveTo>
                <a:cubicBezTo>
                  <a:pt x="405771" y="1576045"/>
                  <a:pt x="419365" y="1589639"/>
                  <a:pt x="419365" y="1606408"/>
                </a:cubicBezTo>
                <a:cubicBezTo>
                  <a:pt x="419365" y="1623178"/>
                  <a:pt x="405771" y="1636772"/>
                  <a:pt x="389002" y="1636772"/>
                </a:cubicBezTo>
                <a:cubicBezTo>
                  <a:pt x="372232" y="1636772"/>
                  <a:pt x="358638" y="1623178"/>
                  <a:pt x="358638" y="1606408"/>
                </a:cubicBezTo>
                <a:cubicBezTo>
                  <a:pt x="358638" y="1589639"/>
                  <a:pt x="372232" y="1576045"/>
                  <a:pt x="389002" y="1576045"/>
                </a:cubicBezTo>
                <a:close/>
                <a:moveTo>
                  <a:pt x="316447" y="1576045"/>
                </a:moveTo>
                <a:cubicBezTo>
                  <a:pt x="333216" y="1576045"/>
                  <a:pt x="346810" y="1589639"/>
                  <a:pt x="346810" y="1606408"/>
                </a:cubicBezTo>
                <a:cubicBezTo>
                  <a:pt x="346810" y="1623178"/>
                  <a:pt x="333216" y="1636772"/>
                  <a:pt x="316447" y="1636772"/>
                </a:cubicBezTo>
                <a:cubicBezTo>
                  <a:pt x="299677" y="1636772"/>
                  <a:pt x="286084" y="1623178"/>
                  <a:pt x="286084" y="1606408"/>
                </a:cubicBezTo>
                <a:cubicBezTo>
                  <a:pt x="286084" y="1589639"/>
                  <a:pt x="299677" y="1576045"/>
                  <a:pt x="316447" y="1576045"/>
                </a:cubicBezTo>
                <a:close/>
                <a:moveTo>
                  <a:pt x="243892" y="1576045"/>
                </a:moveTo>
                <a:cubicBezTo>
                  <a:pt x="260662" y="1576045"/>
                  <a:pt x="274256" y="1589639"/>
                  <a:pt x="274256" y="1606408"/>
                </a:cubicBezTo>
                <a:cubicBezTo>
                  <a:pt x="274256" y="1623178"/>
                  <a:pt x="260662" y="1636772"/>
                  <a:pt x="243892" y="1636772"/>
                </a:cubicBezTo>
                <a:cubicBezTo>
                  <a:pt x="227123" y="1636772"/>
                  <a:pt x="213529" y="1623178"/>
                  <a:pt x="213529" y="1606408"/>
                </a:cubicBezTo>
                <a:cubicBezTo>
                  <a:pt x="213529" y="1589639"/>
                  <a:pt x="227123" y="1576045"/>
                  <a:pt x="243892" y="1576045"/>
                </a:cubicBezTo>
                <a:close/>
                <a:moveTo>
                  <a:pt x="171339" y="1576045"/>
                </a:moveTo>
                <a:cubicBezTo>
                  <a:pt x="188107" y="1576045"/>
                  <a:pt x="201701" y="1589639"/>
                  <a:pt x="201701" y="1606408"/>
                </a:cubicBezTo>
                <a:cubicBezTo>
                  <a:pt x="201701" y="1623178"/>
                  <a:pt x="188107" y="1636772"/>
                  <a:pt x="171339" y="1636772"/>
                </a:cubicBezTo>
                <a:cubicBezTo>
                  <a:pt x="154599" y="1636772"/>
                  <a:pt x="141006" y="1623178"/>
                  <a:pt x="141006" y="1606408"/>
                </a:cubicBezTo>
                <a:cubicBezTo>
                  <a:pt x="141006" y="1589639"/>
                  <a:pt x="154599" y="1576045"/>
                  <a:pt x="171339" y="1576045"/>
                </a:cubicBezTo>
                <a:close/>
                <a:moveTo>
                  <a:pt x="98818" y="1576045"/>
                </a:moveTo>
                <a:cubicBezTo>
                  <a:pt x="115586" y="1576045"/>
                  <a:pt x="129180" y="1589639"/>
                  <a:pt x="129180" y="1606408"/>
                </a:cubicBezTo>
                <a:cubicBezTo>
                  <a:pt x="129180" y="1623178"/>
                  <a:pt x="115586" y="1636772"/>
                  <a:pt x="98818" y="1636772"/>
                </a:cubicBezTo>
                <a:cubicBezTo>
                  <a:pt x="82048" y="1636772"/>
                  <a:pt x="68454" y="1623178"/>
                  <a:pt x="68454" y="1606408"/>
                </a:cubicBezTo>
                <a:cubicBezTo>
                  <a:pt x="68454" y="1589639"/>
                  <a:pt x="82048" y="1576045"/>
                  <a:pt x="98818" y="1576045"/>
                </a:cubicBezTo>
                <a:close/>
                <a:moveTo>
                  <a:pt x="26264" y="1576045"/>
                </a:moveTo>
                <a:cubicBezTo>
                  <a:pt x="43032" y="1576045"/>
                  <a:pt x="56626" y="1589639"/>
                  <a:pt x="56626" y="1606408"/>
                </a:cubicBezTo>
                <a:cubicBezTo>
                  <a:pt x="56626" y="1623178"/>
                  <a:pt x="43032" y="1636772"/>
                  <a:pt x="26264" y="1636772"/>
                </a:cubicBezTo>
                <a:cubicBezTo>
                  <a:pt x="17880" y="1636772"/>
                  <a:pt x="10289" y="1633374"/>
                  <a:pt x="4794" y="1627879"/>
                </a:cubicBezTo>
                <a:lnTo>
                  <a:pt x="0" y="1616304"/>
                </a:lnTo>
                <a:lnTo>
                  <a:pt x="0" y="1596512"/>
                </a:lnTo>
                <a:lnTo>
                  <a:pt x="4794" y="1584938"/>
                </a:lnTo>
                <a:cubicBezTo>
                  <a:pt x="10289" y="1579444"/>
                  <a:pt x="17880" y="1576045"/>
                  <a:pt x="26264" y="1576045"/>
                </a:cubicBezTo>
                <a:close/>
                <a:moveTo>
                  <a:pt x="1187102" y="1495593"/>
                </a:moveTo>
                <a:cubicBezTo>
                  <a:pt x="1195486" y="1495593"/>
                  <a:pt x="1203077" y="1498992"/>
                  <a:pt x="1208572" y="1504486"/>
                </a:cubicBezTo>
                <a:lnTo>
                  <a:pt x="1211014" y="1510381"/>
                </a:lnTo>
                <a:lnTo>
                  <a:pt x="1168285" y="1549216"/>
                </a:lnTo>
                <a:lnTo>
                  <a:pt x="1165631" y="1547427"/>
                </a:lnTo>
                <a:cubicBezTo>
                  <a:pt x="1160137" y="1541932"/>
                  <a:pt x="1156738" y="1534341"/>
                  <a:pt x="1156738" y="1525957"/>
                </a:cubicBezTo>
                <a:cubicBezTo>
                  <a:pt x="1156738" y="1509187"/>
                  <a:pt x="1170332" y="1495593"/>
                  <a:pt x="1187102" y="1495593"/>
                </a:cubicBezTo>
                <a:close/>
                <a:moveTo>
                  <a:pt x="1114547" y="1495593"/>
                </a:moveTo>
                <a:cubicBezTo>
                  <a:pt x="1131317" y="1495593"/>
                  <a:pt x="1144911" y="1509187"/>
                  <a:pt x="1144911" y="1525957"/>
                </a:cubicBezTo>
                <a:cubicBezTo>
                  <a:pt x="1144911" y="1542726"/>
                  <a:pt x="1131317" y="1556320"/>
                  <a:pt x="1114547" y="1556320"/>
                </a:cubicBezTo>
                <a:cubicBezTo>
                  <a:pt x="1097778" y="1556320"/>
                  <a:pt x="1084184" y="1542726"/>
                  <a:pt x="1084184" y="1525957"/>
                </a:cubicBezTo>
                <a:cubicBezTo>
                  <a:pt x="1084184" y="1509187"/>
                  <a:pt x="1097778" y="1495593"/>
                  <a:pt x="1114547" y="1495593"/>
                </a:cubicBezTo>
                <a:close/>
                <a:moveTo>
                  <a:pt x="1041993" y="1495593"/>
                </a:moveTo>
                <a:cubicBezTo>
                  <a:pt x="1058762" y="1495593"/>
                  <a:pt x="1072356" y="1509187"/>
                  <a:pt x="1072356" y="1525957"/>
                </a:cubicBezTo>
                <a:cubicBezTo>
                  <a:pt x="1072356" y="1542726"/>
                  <a:pt x="1058762" y="1556320"/>
                  <a:pt x="1041993" y="1556320"/>
                </a:cubicBezTo>
                <a:cubicBezTo>
                  <a:pt x="1025223" y="1556320"/>
                  <a:pt x="1011629" y="1542726"/>
                  <a:pt x="1011629" y="1525957"/>
                </a:cubicBezTo>
                <a:cubicBezTo>
                  <a:pt x="1011629" y="1509187"/>
                  <a:pt x="1025223" y="1495593"/>
                  <a:pt x="1041993" y="1495593"/>
                </a:cubicBezTo>
                <a:close/>
                <a:moveTo>
                  <a:pt x="969438" y="1495593"/>
                </a:moveTo>
                <a:cubicBezTo>
                  <a:pt x="986208" y="1495593"/>
                  <a:pt x="999801" y="1509187"/>
                  <a:pt x="999801" y="1525957"/>
                </a:cubicBezTo>
                <a:cubicBezTo>
                  <a:pt x="999801" y="1542726"/>
                  <a:pt x="986208" y="1556320"/>
                  <a:pt x="969438" y="1556320"/>
                </a:cubicBezTo>
                <a:cubicBezTo>
                  <a:pt x="952669" y="1556320"/>
                  <a:pt x="939075" y="1542726"/>
                  <a:pt x="939075" y="1525957"/>
                </a:cubicBezTo>
                <a:cubicBezTo>
                  <a:pt x="939075" y="1509187"/>
                  <a:pt x="952669" y="1495593"/>
                  <a:pt x="969438" y="1495593"/>
                </a:cubicBezTo>
                <a:close/>
                <a:moveTo>
                  <a:pt x="896883" y="1495593"/>
                </a:moveTo>
                <a:cubicBezTo>
                  <a:pt x="913653" y="1495593"/>
                  <a:pt x="927247" y="1509187"/>
                  <a:pt x="927247" y="1525957"/>
                </a:cubicBezTo>
                <a:cubicBezTo>
                  <a:pt x="927247" y="1542726"/>
                  <a:pt x="913653" y="1556320"/>
                  <a:pt x="896883" y="1556320"/>
                </a:cubicBezTo>
                <a:cubicBezTo>
                  <a:pt x="880114" y="1556320"/>
                  <a:pt x="866520" y="1542726"/>
                  <a:pt x="866520" y="1525957"/>
                </a:cubicBezTo>
                <a:cubicBezTo>
                  <a:pt x="866520" y="1509187"/>
                  <a:pt x="880114" y="1495593"/>
                  <a:pt x="896883" y="1495593"/>
                </a:cubicBezTo>
                <a:close/>
                <a:moveTo>
                  <a:pt x="824329" y="1495593"/>
                </a:moveTo>
                <a:cubicBezTo>
                  <a:pt x="841098" y="1495593"/>
                  <a:pt x="854692" y="1509187"/>
                  <a:pt x="854692" y="1525957"/>
                </a:cubicBezTo>
                <a:cubicBezTo>
                  <a:pt x="854692" y="1542726"/>
                  <a:pt x="841098" y="1556320"/>
                  <a:pt x="824329" y="1556320"/>
                </a:cubicBezTo>
                <a:cubicBezTo>
                  <a:pt x="807559" y="1556320"/>
                  <a:pt x="793965" y="1542726"/>
                  <a:pt x="793965" y="1525957"/>
                </a:cubicBezTo>
                <a:cubicBezTo>
                  <a:pt x="793965" y="1509187"/>
                  <a:pt x="807559" y="1495593"/>
                  <a:pt x="824329" y="1495593"/>
                </a:cubicBezTo>
                <a:close/>
                <a:moveTo>
                  <a:pt x="751774" y="1495593"/>
                </a:moveTo>
                <a:cubicBezTo>
                  <a:pt x="768544" y="1495593"/>
                  <a:pt x="782138" y="1509187"/>
                  <a:pt x="782138" y="1525957"/>
                </a:cubicBezTo>
                <a:cubicBezTo>
                  <a:pt x="782138" y="1542726"/>
                  <a:pt x="768544" y="1556320"/>
                  <a:pt x="751774" y="1556320"/>
                </a:cubicBezTo>
                <a:cubicBezTo>
                  <a:pt x="735005" y="1556320"/>
                  <a:pt x="721411" y="1542726"/>
                  <a:pt x="721411" y="1525957"/>
                </a:cubicBezTo>
                <a:cubicBezTo>
                  <a:pt x="721411" y="1509187"/>
                  <a:pt x="735005" y="1495593"/>
                  <a:pt x="751774" y="1495593"/>
                </a:cubicBezTo>
                <a:close/>
                <a:moveTo>
                  <a:pt x="679220" y="1495593"/>
                </a:moveTo>
                <a:cubicBezTo>
                  <a:pt x="695989" y="1495593"/>
                  <a:pt x="709583" y="1509187"/>
                  <a:pt x="709583" y="1525957"/>
                </a:cubicBezTo>
                <a:cubicBezTo>
                  <a:pt x="709583" y="1542726"/>
                  <a:pt x="695989" y="1556320"/>
                  <a:pt x="679220" y="1556320"/>
                </a:cubicBezTo>
                <a:cubicBezTo>
                  <a:pt x="662450" y="1556320"/>
                  <a:pt x="648856" y="1542726"/>
                  <a:pt x="648856" y="1525957"/>
                </a:cubicBezTo>
                <a:cubicBezTo>
                  <a:pt x="648856" y="1509187"/>
                  <a:pt x="662450" y="1495593"/>
                  <a:pt x="679220" y="1495593"/>
                </a:cubicBezTo>
                <a:close/>
                <a:moveTo>
                  <a:pt x="606665" y="1495593"/>
                </a:moveTo>
                <a:cubicBezTo>
                  <a:pt x="623435" y="1495593"/>
                  <a:pt x="637029" y="1509187"/>
                  <a:pt x="637029" y="1525957"/>
                </a:cubicBezTo>
                <a:cubicBezTo>
                  <a:pt x="637029" y="1542726"/>
                  <a:pt x="623435" y="1556320"/>
                  <a:pt x="606665" y="1556320"/>
                </a:cubicBezTo>
                <a:cubicBezTo>
                  <a:pt x="589896" y="1556320"/>
                  <a:pt x="576302" y="1542726"/>
                  <a:pt x="576302" y="1525957"/>
                </a:cubicBezTo>
                <a:cubicBezTo>
                  <a:pt x="576302" y="1509187"/>
                  <a:pt x="589896" y="1495593"/>
                  <a:pt x="606665" y="1495593"/>
                </a:cubicBezTo>
                <a:close/>
                <a:moveTo>
                  <a:pt x="534111" y="1495593"/>
                </a:moveTo>
                <a:cubicBezTo>
                  <a:pt x="550880" y="1495593"/>
                  <a:pt x="564474" y="1509187"/>
                  <a:pt x="564474" y="1525957"/>
                </a:cubicBezTo>
                <a:cubicBezTo>
                  <a:pt x="564474" y="1542726"/>
                  <a:pt x="550880" y="1556320"/>
                  <a:pt x="534111" y="1556320"/>
                </a:cubicBezTo>
                <a:cubicBezTo>
                  <a:pt x="517341" y="1556320"/>
                  <a:pt x="503747" y="1542726"/>
                  <a:pt x="503747" y="1525957"/>
                </a:cubicBezTo>
                <a:cubicBezTo>
                  <a:pt x="503747" y="1509187"/>
                  <a:pt x="517341" y="1495593"/>
                  <a:pt x="534111" y="1495593"/>
                </a:cubicBezTo>
                <a:close/>
                <a:moveTo>
                  <a:pt x="461556" y="1495593"/>
                </a:moveTo>
                <a:cubicBezTo>
                  <a:pt x="478326" y="1495593"/>
                  <a:pt x="491920" y="1509187"/>
                  <a:pt x="491920" y="1525957"/>
                </a:cubicBezTo>
                <a:cubicBezTo>
                  <a:pt x="491920" y="1542726"/>
                  <a:pt x="478326" y="1556320"/>
                  <a:pt x="461556" y="1556320"/>
                </a:cubicBezTo>
                <a:cubicBezTo>
                  <a:pt x="444787" y="1556320"/>
                  <a:pt x="431192" y="1542726"/>
                  <a:pt x="431192" y="1525957"/>
                </a:cubicBezTo>
                <a:cubicBezTo>
                  <a:pt x="431192" y="1509187"/>
                  <a:pt x="444787" y="1495593"/>
                  <a:pt x="461556" y="1495593"/>
                </a:cubicBezTo>
                <a:close/>
                <a:moveTo>
                  <a:pt x="389002" y="1495593"/>
                </a:moveTo>
                <a:cubicBezTo>
                  <a:pt x="405771" y="1495593"/>
                  <a:pt x="419365" y="1509187"/>
                  <a:pt x="419365" y="1525957"/>
                </a:cubicBezTo>
                <a:cubicBezTo>
                  <a:pt x="419365" y="1542726"/>
                  <a:pt x="405771" y="1556320"/>
                  <a:pt x="389002" y="1556320"/>
                </a:cubicBezTo>
                <a:cubicBezTo>
                  <a:pt x="372232" y="1556320"/>
                  <a:pt x="358638" y="1542726"/>
                  <a:pt x="358638" y="1525957"/>
                </a:cubicBezTo>
                <a:cubicBezTo>
                  <a:pt x="358638" y="1509187"/>
                  <a:pt x="372232" y="1495593"/>
                  <a:pt x="389002" y="1495593"/>
                </a:cubicBezTo>
                <a:close/>
                <a:moveTo>
                  <a:pt x="316447" y="1495593"/>
                </a:moveTo>
                <a:cubicBezTo>
                  <a:pt x="333216" y="1495593"/>
                  <a:pt x="346810" y="1509187"/>
                  <a:pt x="346810" y="1525957"/>
                </a:cubicBezTo>
                <a:cubicBezTo>
                  <a:pt x="346810" y="1542726"/>
                  <a:pt x="333216" y="1556320"/>
                  <a:pt x="316447" y="1556320"/>
                </a:cubicBezTo>
                <a:cubicBezTo>
                  <a:pt x="299677" y="1556320"/>
                  <a:pt x="286084" y="1542726"/>
                  <a:pt x="286084" y="1525957"/>
                </a:cubicBezTo>
                <a:cubicBezTo>
                  <a:pt x="286084" y="1509187"/>
                  <a:pt x="299677" y="1495593"/>
                  <a:pt x="316447" y="1495593"/>
                </a:cubicBezTo>
                <a:close/>
                <a:moveTo>
                  <a:pt x="243892" y="1495593"/>
                </a:moveTo>
                <a:cubicBezTo>
                  <a:pt x="260662" y="1495593"/>
                  <a:pt x="274256" y="1509187"/>
                  <a:pt x="274256" y="1525957"/>
                </a:cubicBezTo>
                <a:cubicBezTo>
                  <a:pt x="274256" y="1542726"/>
                  <a:pt x="260662" y="1556320"/>
                  <a:pt x="243892" y="1556320"/>
                </a:cubicBezTo>
                <a:cubicBezTo>
                  <a:pt x="227123" y="1556320"/>
                  <a:pt x="213529" y="1542726"/>
                  <a:pt x="213529" y="1525957"/>
                </a:cubicBezTo>
                <a:cubicBezTo>
                  <a:pt x="213529" y="1509187"/>
                  <a:pt x="227123" y="1495593"/>
                  <a:pt x="243892" y="1495593"/>
                </a:cubicBezTo>
                <a:close/>
                <a:moveTo>
                  <a:pt x="171339" y="1495593"/>
                </a:moveTo>
                <a:cubicBezTo>
                  <a:pt x="188107" y="1495593"/>
                  <a:pt x="201701" y="1509187"/>
                  <a:pt x="201701" y="1525957"/>
                </a:cubicBezTo>
                <a:cubicBezTo>
                  <a:pt x="201701" y="1542726"/>
                  <a:pt x="188107" y="1556320"/>
                  <a:pt x="171339" y="1556320"/>
                </a:cubicBezTo>
                <a:cubicBezTo>
                  <a:pt x="154606" y="1556320"/>
                  <a:pt x="141012" y="1542726"/>
                  <a:pt x="141012" y="1525957"/>
                </a:cubicBezTo>
                <a:cubicBezTo>
                  <a:pt x="141012" y="1509187"/>
                  <a:pt x="154606" y="1495593"/>
                  <a:pt x="171339" y="1495593"/>
                </a:cubicBezTo>
                <a:close/>
                <a:moveTo>
                  <a:pt x="98825" y="1495593"/>
                </a:moveTo>
                <a:cubicBezTo>
                  <a:pt x="115592" y="1495593"/>
                  <a:pt x="129186" y="1509187"/>
                  <a:pt x="129186" y="1525957"/>
                </a:cubicBezTo>
                <a:cubicBezTo>
                  <a:pt x="129186" y="1542726"/>
                  <a:pt x="115592" y="1556320"/>
                  <a:pt x="98825" y="1556320"/>
                </a:cubicBezTo>
                <a:cubicBezTo>
                  <a:pt x="82054" y="1556320"/>
                  <a:pt x="68461" y="1542726"/>
                  <a:pt x="68461" y="1525957"/>
                </a:cubicBezTo>
                <a:cubicBezTo>
                  <a:pt x="68461" y="1509187"/>
                  <a:pt x="82054" y="1495593"/>
                  <a:pt x="98825" y="1495593"/>
                </a:cubicBezTo>
                <a:close/>
                <a:moveTo>
                  <a:pt x="26270" y="1495593"/>
                </a:moveTo>
                <a:cubicBezTo>
                  <a:pt x="43038" y="1495593"/>
                  <a:pt x="56632" y="1509187"/>
                  <a:pt x="56632" y="1525957"/>
                </a:cubicBezTo>
                <a:cubicBezTo>
                  <a:pt x="56632" y="1542726"/>
                  <a:pt x="43038" y="1556320"/>
                  <a:pt x="26270" y="1556320"/>
                </a:cubicBezTo>
                <a:cubicBezTo>
                  <a:pt x="17886" y="1556320"/>
                  <a:pt x="10295" y="1552922"/>
                  <a:pt x="4801" y="1547427"/>
                </a:cubicBezTo>
                <a:lnTo>
                  <a:pt x="0" y="1535836"/>
                </a:lnTo>
                <a:lnTo>
                  <a:pt x="0" y="1516078"/>
                </a:lnTo>
                <a:lnTo>
                  <a:pt x="4801" y="1504486"/>
                </a:lnTo>
                <a:cubicBezTo>
                  <a:pt x="10295" y="1498992"/>
                  <a:pt x="17886" y="1495593"/>
                  <a:pt x="26270" y="1495593"/>
                </a:cubicBezTo>
                <a:close/>
                <a:moveTo>
                  <a:pt x="1259656" y="1415141"/>
                </a:moveTo>
                <a:cubicBezTo>
                  <a:pt x="1268041" y="1415141"/>
                  <a:pt x="1275632" y="1418540"/>
                  <a:pt x="1281127" y="1424035"/>
                </a:cubicBezTo>
                <a:lnTo>
                  <a:pt x="1285044" y="1433492"/>
                </a:lnTo>
                <a:lnTo>
                  <a:pt x="1248565" y="1473629"/>
                </a:lnTo>
                <a:lnTo>
                  <a:pt x="1247837" y="1473482"/>
                </a:lnTo>
                <a:cubicBezTo>
                  <a:pt x="1236940" y="1468873"/>
                  <a:pt x="1229293" y="1458082"/>
                  <a:pt x="1229293" y="1445505"/>
                </a:cubicBezTo>
                <a:cubicBezTo>
                  <a:pt x="1229293" y="1428735"/>
                  <a:pt x="1242887" y="1415141"/>
                  <a:pt x="1259656" y="1415141"/>
                </a:cubicBezTo>
                <a:close/>
                <a:moveTo>
                  <a:pt x="1187102" y="1415141"/>
                </a:moveTo>
                <a:cubicBezTo>
                  <a:pt x="1203871" y="1415141"/>
                  <a:pt x="1217465" y="1428735"/>
                  <a:pt x="1217465" y="1445505"/>
                </a:cubicBezTo>
                <a:cubicBezTo>
                  <a:pt x="1217465" y="1462274"/>
                  <a:pt x="1203871" y="1475868"/>
                  <a:pt x="1187102" y="1475868"/>
                </a:cubicBezTo>
                <a:cubicBezTo>
                  <a:pt x="1170332" y="1475868"/>
                  <a:pt x="1156738" y="1462274"/>
                  <a:pt x="1156738" y="1445505"/>
                </a:cubicBezTo>
                <a:cubicBezTo>
                  <a:pt x="1156738" y="1428735"/>
                  <a:pt x="1170332" y="1415141"/>
                  <a:pt x="1187102" y="1415141"/>
                </a:cubicBezTo>
                <a:close/>
                <a:moveTo>
                  <a:pt x="1114547" y="1415141"/>
                </a:moveTo>
                <a:cubicBezTo>
                  <a:pt x="1131317" y="1415141"/>
                  <a:pt x="1144911" y="1428735"/>
                  <a:pt x="1144911" y="1445505"/>
                </a:cubicBezTo>
                <a:cubicBezTo>
                  <a:pt x="1144911" y="1462274"/>
                  <a:pt x="1131317" y="1475868"/>
                  <a:pt x="1114547" y="1475868"/>
                </a:cubicBezTo>
                <a:cubicBezTo>
                  <a:pt x="1097778" y="1475868"/>
                  <a:pt x="1084184" y="1462274"/>
                  <a:pt x="1084184" y="1445505"/>
                </a:cubicBezTo>
                <a:cubicBezTo>
                  <a:pt x="1084184" y="1428735"/>
                  <a:pt x="1097778" y="1415141"/>
                  <a:pt x="1114547" y="1415141"/>
                </a:cubicBezTo>
                <a:close/>
                <a:moveTo>
                  <a:pt x="1041993" y="1415141"/>
                </a:moveTo>
                <a:cubicBezTo>
                  <a:pt x="1058762" y="1415141"/>
                  <a:pt x="1072356" y="1428735"/>
                  <a:pt x="1072356" y="1445505"/>
                </a:cubicBezTo>
                <a:cubicBezTo>
                  <a:pt x="1072356" y="1462274"/>
                  <a:pt x="1058762" y="1475868"/>
                  <a:pt x="1041993" y="1475868"/>
                </a:cubicBezTo>
                <a:cubicBezTo>
                  <a:pt x="1025223" y="1475868"/>
                  <a:pt x="1011629" y="1462274"/>
                  <a:pt x="1011629" y="1445505"/>
                </a:cubicBezTo>
                <a:cubicBezTo>
                  <a:pt x="1011629" y="1428735"/>
                  <a:pt x="1025223" y="1415141"/>
                  <a:pt x="1041993" y="1415141"/>
                </a:cubicBezTo>
                <a:close/>
                <a:moveTo>
                  <a:pt x="969438" y="1415141"/>
                </a:moveTo>
                <a:cubicBezTo>
                  <a:pt x="986208" y="1415141"/>
                  <a:pt x="999801" y="1428735"/>
                  <a:pt x="999801" y="1445505"/>
                </a:cubicBezTo>
                <a:cubicBezTo>
                  <a:pt x="999801" y="1462274"/>
                  <a:pt x="986208" y="1475868"/>
                  <a:pt x="969438" y="1475868"/>
                </a:cubicBezTo>
                <a:cubicBezTo>
                  <a:pt x="952669" y="1475868"/>
                  <a:pt x="939075" y="1462274"/>
                  <a:pt x="939075" y="1445505"/>
                </a:cubicBezTo>
                <a:cubicBezTo>
                  <a:pt x="939075" y="1428735"/>
                  <a:pt x="952669" y="1415141"/>
                  <a:pt x="969438" y="1415141"/>
                </a:cubicBezTo>
                <a:close/>
                <a:moveTo>
                  <a:pt x="896883" y="1415141"/>
                </a:moveTo>
                <a:cubicBezTo>
                  <a:pt x="913653" y="1415141"/>
                  <a:pt x="927247" y="1428735"/>
                  <a:pt x="927247" y="1445505"/>
                </a:cubicBezTo>
                <a:cubicBezTo>
                  <a:pt x="927247" y="1462274"/>
                  <a:pt x="913653" y="1475868"/>
                  <a:pt x="896883" y="1475868"/>
                </a:cubicBezTo>
                <a:cubicBezTo>
                  <a:pt x="880114" y="1475868"/>
                  <a:pt x="866520" y="1462274"/>
                  <a:pt x="866520" y="1445505"/>
                </a:cubicBezTo>
                <a:cubicBezTo>
                  <a:pt x="866520" y="1428735"/>
                  <a:pt x="880114" y="1415141"/>
                  <a:pt x="896883" y="1415141"/>
                </a:cubicBezTo>
                <a:close/>
                <a:moveTo>
                  <a:pt x="824329" y="1415141"/>
                </a:moveTo>
                <a:cubicBezTo>
                  <a:pt x="841098" y="1415141"/>
                  <a:pt x="854692" y="1428735"/>
                  <a:pt x="854692" y="1445505"/>
                </a:cubicBezTo>
                <a:cubicBezTo>
                  <a:pt x="854692" y="1462274"/>
                  <a:pt x="841098" y="1475868"/>
                  <a:pt x="824329" y="1475868"/>
                </a:cubicBezTo>
                <a:cubicBezTo>
                  <a:pt x="807559" y="1475868"/>
                  <a:pt x="793965" y="1462274"/>
                  <a:pt x="793965" y="1445505"/>
                </a:cubicBezTo>
                <a:cubicBezTo>
                  <a:pt x="793965" y="1428735"/>
                  <a:pt x="807559" y="1415141"/>
                  <a:pt x="824329" y="1415141"/>
                </a:cubicBezTo>
                <a:close/>
                <a:moveTo>
                  <a:pt x="751774" y="1415141"/>
                </a:moveTo>
                <a:cubicBezTo>
                  <a:pt x="768544" y="1415141"/>
                  <a:pt x="782138" y="1428735"/>
                  <a:pt x="782138" y="1445505"/>
                </a:cubicBezTo>
                <a:cubicBezTo>
                  <a:pt x="782138" y="1462274"/>
                  <a:pt x="768544" y="1475868"/>
                  <a:pt x="751774" y="1475868"/>
                </a:cubicBezTo>
                <a:cubicBezTo>
                  <a:pt x="735005" y="1475868"/>
                  <a:pt x="721411" y="1462274"/>
                  <a:pt x="721411" y="1445505"/>
                </a:cubicBezTo>
                <a:cubicBezTo>
                  <a:pt x="721411" y="1428735"/>
                  <a:pt x="735005" y="1415141"/>
                  <a:pt x="751774" y="1415141"/>
                </a:cubicBezTo>
                <a:close/>
                <a:moveTo>
                  <a:pt x="679220" y="1415141"/>
                </a:moveTo>
                <a:cubicBezTo>
                  <a:pt x="695989" y="1415141"/>
                  <a:pt x="709583" y="1428735"/>
                  <a:pt x="709583" y="1445505"/>
                </a:cubicBezTo>
                <a:cubicBezTo>
                  <a:pt x="709583" y="1462274"/>
                  <a:pt x="695989" y="1475868"/>
                  <a:pt x="679220" y="1475868"/>
                </a:cubicBezTo>
                <a:cubicBezTo>
                  <a:pt x="662450" y="1475868"/>
                  <a:pt x="648856" y="1462274"/>
                  <a:pt x="648856" y="1445505"/>
                </a:cubicBezTo>
                <a:cubicBezTo>
                  <a:pt x="648856" y="1428735"/>
                  <a:pt x="662450" y="1415141"/>
                  <a:pt x="679220" y="1415141"/>
                </a:cubicBezTo>
                <a:close/>
                <a:moveTo>
                  <a:pt x="606665" y="1415141"/>
                </a:moveTo>
                <a:cubicBezTo>
                  <a:pt x="623435" y="1415141"/>
                  <a:pt x="637029" y="1428735"/>
                  <a:pt x="637029" y="1445505"/>
                </a:cubicBezTo>
                <a:cubicBezTo>
                  <a:pt x="637029" y="1462274"/>
                  <a:pt x="623435" y="1475868"/>
                  <a:pt x="606665" y="1475868"/>
                </a:cubicBezTo>
                <a:cubicBezTo>
                  <a:pt x="589896" y="1475868"/>
                  <a:pt x="576302" y="1462274"/>
                  <a:pt x="576302" y="1445505"/>
                </a:cubicBezTo>
                <a:cubicBezTo>
                  <a:pt x="576302" y="1428735"/>
                  <a:pt x="589896" y="1415141"/>
                  <a:pt x="606665" y="1415141"/>
                </a:cubicBezTo>
                <a:close/>
                <a:moveTo>
                  <a:pt x="534111" y="1415141"/>
                </a:moveTo>
                <a:cubicBezTo>
                  <a:pt x="550880" y="1415141"/>
                  <a:pt x="564474" y="1428735"/>
                  <a:pt x="564474" y="1445505"/>
                </a:cubicBezTo>
                <a:cubicBezTo>
                  <a:pt x="564474" y="1462274"/>
                  <a:pt x="550880" y="1475868"/>
                  <a:pt x="534111" y="1475868"/>
                </a:cubicBezTo>
                <a:cubicBezTo>
                  <a:pt x="517341" y="1475868"/>
                  <a:pt x="503747" y="1462274"/>
                  <a:pt x="503747" y="1445505"/>
                </a:cubicBezTo>
                <a:cubicBezTo>
                  <a:pt x="503747" y="1428735"/>
                  <a:pt x="517341" y="1415141"/>
                  <a:pt x="534111" y="1415141"/>
                </a:cubicBezTo>
                <a:close/>
                <a:moveTo>
                  <a:pt x="461556" y="1415141"/>
                </a:moveTo>
                <a:cubicBezTo>
                  <a:pt x="478326" y="1415141"/>
                  <a:pt x="491920" y="1428735"/>
                  <a:pt x="491920" y="1445505"/>
                </a:cubicBezTo>
                <a:cubicBezTo>
                  <a:pt x="491920" y="1462274"/>
                  <a:pt x="478326" y="1475868"/>
                  <a:pt x="461556" y="1475868"/>
                </a:cubicBezTo>
                <a:cubicBezTo>
                  <a:pt x="444787" y="1475868"/>
                  <a:pt x="431192" y="1462274"/>
                  <a:pt x="431192" y="1445505"/>
                </a:cubicBezTo>
                <a:cubicBezTo>
                  <a:pt x="431192" y="1428735"/>
                  <a:pt x="444787" y="1415141"/>
                  <a:pt x="461556" y="1415141"/>
                </a:cubicBezTo>
                <a:close/>
                <a:moveTo>
                  <a:pt x="389002" y="1415141"/>
                </a:moveTo>
                <a:cubicBezTo>
                  <a:pt x="405771" y="1415141"/>
                  <a:pt x="419365" y="1428735"/>
                  <a:pt x="419365" y="1445505"/>
                </a:cubicBezTo>
                <a:cubicBezTo>
                  <a:pt x="419365" y="1462274"/>
                  <a:pt x="405771" y="1475868"/>
                  <a:pt x="389002" y="1475868"/>
                </a:cubicBezTo>
                <a:cubicBezTo>
                  <a:pt x="372232" y="1475868"/>
                  <a:pt x="358638" y="1462274"/>
                  <a:pt x="358638" y="1445505"/>
                </a:cubicBezTo>
                <a:cubicBezTo>
                  <a:pt x="358638" y="1428735"/>
                  <a:pt x="372232" y="1415141"/>
                  <a:pt x="389002" y="1415141"/>
                </a:cubicBezTo>
                <a:close/>
                <a:moveTo>
                  <a:pt x="316447" y="1415141"/>
                </a:moveTo>
                <a:cubicBezTo>
                  <a:pt x="333216" y="1415141"/>
                  <a:pt x="346810" y="1428735"/>
                  <a:pt x="346810" y="1445505"/>
                </a:cubicBezTo>
                <a:cubicBezTo>
                  <a:pt x="346810" y="1462274"/>
                  <a:pt x="333216" y="1475868"/>
                  <a:pt x="316447" y="1475868"/>
                </a:cubicBezTo>
                <a:cubicBezTo>
                  <a:pt x="299677" y="1475868"/>
                  <a:pt x="286084" y="1462274"/>
                  <a:pt x="286084" y="1445505"/>
                </a:cubicBezTo>
                <a:cubicBezTo>
                  <a:pt x="286084" y="1428735"/>
                  <a:pt x="299677" y="1415141"/>
                  <a:pt x="316447" y="1415141"/>
                </a:cubicBezTo>
                <a:close/>
                <a:moveTo>
                  <a:pt x="243892" y="1415141"/>
                </a:moveTo>
                <a:cubicBezTo>
                  <a:pt x="260662" y="1415141"/>
                  <a:pt x="274256" y="1428735"/>
                  <a:pt x="274256" y="1445505"/>
                </a:cubicBezTo>
                <a:cubicBezTo>
                  <a:pt x="274256" y="1462274"/>
                  <a:pt x="260662" y="1475868"/>
                  <a:pt x="243892" y="1475868"/>
                </a:cubicBezTo>
                <a:cubicBezTo>
                  <a:pt x="227123" y="1475868"/>
                  <a:pt x="213529" y="1462274"/>
                  <a:pt x="213529" y="1445505"/>
                </a:cubicBezTo>
                <a:cubicBezTo>
                  <a:pt x="213529" y="1428735"/>
                  <a:pt x="227123" y="1415141"/>
                  <a:pt x="243892" y="1415141"/>
                </a:cubicBezTo>
                <a:close/>
                <a:moveTo>
                  <a:pt x="171339" y="1415141"/>
                </a:moveTo>
                <a:cubicBezTo>
                  <a:pt x="188107" y="1415141"/>
                  <a:pt x="201701" y="1428735"/>
                  <a:pt x="201701" y="1445505"/>
                </a:cubicBezTo>
                <a:cubicBezTo>
                  <a:pt x="201701" y="1462274"/>
                  <a:pt x="188107" y="1475868"/>
                  <a:pt x="171339" y="1475868"/>
                </a:cubicBezTo>
                <a:cubicBezTo>
                  <a:pt x="154611" y="1475868"/>
                  <a:pt x="141018" y="1462274"/>
                  <a:pt x="141018" y="1445505"/>
                </a:cubicBezTo>
                <a:cubicBezTo>
                  <a:pt x="141018" y="1428735"/>
                  <a:pt x="154611" y="1415141"/>
                  <a:pt x="171339" y="1415141"/>
                </a:cubicBezTo>
                <a:close/>
                <a:moveTo>
                  <a:pt x="98831" y="1415141"/>
                </a:moveTo>
                <a:cubicBezTo>
                  <a:pt x="115598" y="1415141"/>
                  <a:pt x="129192" y="1428735"/>
                  <a:pt x="129192" y="1445505"/>
                </a:cubicBezTo>
                <a:cubicBezTo>
                  <a:pt x="129192" y="1462274"/>
                  <a:pt x="115598" y="1475868"/>
                  <a:pt x="98831" y="1475868"/>
                </a:cubicBezTo>
                <a:cubicBezTo>
                  <a:pt x="82060" y="1475868"/>
                  <a:pt x="68467" y="1462274"/>
                  <a:pt x="68467" y="1445505"/>
                </a:cubicBezTo>
                <a:cubicBezTo>
                  <a:pt x="68467" y="1428735"/>
                  <a:pt x="82060" y="1415141"/>
                  <a:pt x="98831" y="1415141"/>
                </a:cubicBezTo>
                <a:close/>
                <a:moveTo>
                  <a:pt x="26277" y="1415141"/>
                </a:moveTo>
                <a:cubicBezTo>
                  <a:pt x="43044" y="1415141"/>
                  <a:pt x="56638" y="1428735"/>
                  <a:pt x="56638" y="1445505"/>
                </a:cubicBezTo>
                <a:cubicBezTo>
                  <a:pt x="56638" y="1462274"/>
                  <a:pt x="43044" y="1475868"/>
                  <a:pt x="26277" y="1475868"/>
                </a:cubicBezTo>
                <a:cubicBezTo>
                  <a:pt x="17892" y="1475868"/>
                  <a:pt x="10301" y="1472470"/>
                  <a:pt x="4807" y="1466975"/>
                </a:cubicBezTo>
                <a:lnTo>
                  <a:pt x="0" y="1455370"/>
                </a:lnTo>
                <a:lnTo>
                  <a:pt x="0" y="1435640"/>
                </a:lnTo>
                <a:lnTo>
                  <a:pt x="4807" y="1424034"/>
                </a:lnTo>
                <a:cubicBezTo>
                  <a:pt x="10301" y="1418540"/>
                  <a:pt x="17892" y="1415141"/>
                  <a:pt x="26277" y="1415141"/>
                </a:cubicBezTo>
                <a:close/>
                <a:moveTo>
                  <a:pt x="1332211" y="1334690"/>
                </a:moveTo>
                <a:cubicBezTo>
                  <a:pt x="1340596" y="1334690"/>
                  <a:pt x="1348186" y="1338088"/>
                  <a:pt x="1353681" y="1343583"/>
                </a:cubicBezTo>
                <a:lnTo>
                  <a:pt x="1356143" y="1349526"/>
                </a:lnTo>
                <a:lnTo>
                  <a:pt x="1331934" y="1381900"/>
                </a:lnTo>
                <a:lnTo>
                  <a:pt x="1321597" y="1393274"/>
                </a:lnTo>
                <a:lnTo>
                  <a:pt x="1320392" y="1393030"/>
                </a:lnTo>
                <a:cubicBezTo>
                  <a:pt x="1309494" y="1388421"/>
                  <a:pt x="1301847" y="1377631"/>
                  <a:pt x="1301847" y="1365053"/>
                </a:cubicBezTo>
                <a:cubicBezTo>
                  <a:pt x="1301847" y="1348284"/>
                  <a:pt x="1315441" y="1334690"/>
                  <a:pt x="1332211" y="1334690"/>
                </a:cubicBezTo>
                <a:close/>
                <a:moveTo>
                  <a:pt x="1259656" y="1334690"/>
                </a:moveTo>
                <a:cubicBezTo>
                  <a:pt x="1276426" y="1334690"/>
                  <a:pt x="1290020" y="1348284"/>
                  <a:pt x="1290020" y="1365053"/>
                </a:cubicBezTo>
                <a:cubicBezTo>
                  <a:pt x="1290020" y="1381823"/>
                  <a:pt x="1276426" y="1395417"/>
                  <a:pt x="1259656" y="1395417"/>
                </a:cubicBezTo>
                <a:cubicBezTo>
                  <a:pt x="1242887" y="1395417"/>
                  <a:pt x="1229293" y="1381823"/>
                  <a:pt x="1229293" y="1365053"/>
                </a:cubicBezTo>
                <a:cubicBezTo>
                  <a:pt x="1229293" y="1348284"/>
                  <a:pt x="1242887" y="1334690"/>
                  <a:pt x="1259656" y="1334690"/>
                </a:cubicBezTo>
                <a:close/>
                <a:moveTo>
                  <a:pt x="1187102" y="1334690"/>
                </a:moveTo>
                <a:cubicBezTo>
                  <a:pt x="1203871" y="1334690"/>
                  <a:pt x="1217465" y="1348284"/>
                  <a:pt x="1217465" y="1365053"/>
                </a:cubicBezTo>
                <a:cubicBezTo>
                  <a:pt x="1217465" y="1381823"/>
                  <a:pt x="1203871" y="1395417"/>
                  <a:pt x="1187102" y="1395417"/>
                </a:cubicBezTo>
                <a:cubicBezTo>
                  <a:pt x="1170332" y="1395417"/>
                  <a:pt x="1156738" y="1381823"/>
                  <a:pt x="1156738" y="1365053"/>
                </a:cubicBezTo>
                <a:cubicBezTo>
                  <a:pt x="1156738" y="1348284"/>
                  <a:pt x="1170332" y="1334690"/>
                  <a:pt x="1187102" y="1334690"/>
                </a:cubicBezTo>
                <a:close/>
                <a:moveTo>
                  <a:pt x="1114547" y="1334690"/>
                </a:moveTo>
                <a:cubicBezTo>
                  <a:pt x="1131317" y="1334690"/>
                  <a:pt x="1144911" y="1348284"/>
                  <a:pt x="1144911" y="1365053"/>
                </a:cubicBezTo>
                <a:cubicBezTo>
                  <a:pt x="1144911" y="1381823"/>
                  <a:pt x="1131317" y="1395417"/>
                  <a:pt x="1114547" y="1395417"/>
                </a:cubicBezTo>
                <a:cubicBezTo>
                  <a:pt x="1097778" y="1395417"/>
                  <a:pt x="1084184" y="1381823"/>
                  <a:pt x="1084184" y="1365053"/>
                </a:cubicBezTo>
                <a:cubicBezTo>
                  <a:pt x="1084184" y="1348284"/>
                  <a:pt x="1097778" y="1334690"/>
                  <a:pt x="1114547" y="1334690"/>
                </a:cubicBezTo>
                <a:close/>
                <a:moveTo>
                  <a:pt x="1041993" y="1334690"/>
                </a:moveTo>
                <a:cubicBezTo>
                  <a:pt x="1058762" y="1334690"/>
                  <a:pt x="1072356" y="1348284"/>
                  <a:pt x="1072356" y="1365053"/>
                </a:cubicBezTo>
                <a:cubicBezTo>
                  <a:pt x="1072356" y="1381823"/>
                  <a:pt x="1058762" y="1395417"/>
                  <a:pt x="1041993" y="1395417"/>
                </a:cubicBezTo>
                <a:cubicBezTo>
                  <a:pt x="1025223" y="1395417"/>
                  <a:pt x="1011629" y="1381823"/>
                  <a:pt x="1011629" y="1365053"/>
                </a:cubicBezTo>
                <a:cubicBezTo>
                  <a:pt x="1011629" y="1348284"/>
                  <a:pt x="1025223" y="1334690"/>
                  <a:pt x="1041993" y="1334690"/>
                </a:cubicBezTo>
                <a:close/>
                <a:moveTo>
                  <a:pt x="969438" y="1334690"/>
                </a:moveTo>
                <a:cubicBezTo>
                  <a:pt x="986208" y="1334690"/>
                  <a:pt x="999801" y="1348284"/>
                  <a:pt x="999801" y="1365053"/>
                </a:cubicBezTo>
                <a:cubicBezTo>
                  <a:pt x="999801" y="1381823"/>
                  <a:pt x="986208" y="1395417"/>
                  <a:pt x="969438" y="1395417"/>
                </a:cubicBezTo>
                <a:cubicBezTo>
                  <a:pt x="952669" y="1395417"/>
                  <a:pt x="939075" y="1381823"/>
                  <a:pt x="939075" y="1365053"/>
                </a:cubicBezTo>
                <a:cubicBezTo>
                  <a:pt x="939075" y="1348284"/>
                  <a:pt x="952669" y="1334690"/>
                  <a:pt x="969438" y="1334690"/>
                </a:cubicBezTo>
                <a:close/>
                <a:moveTo>
                  <a:pt x="896883" y="1334690"/>
                </a:moveTo>
                <a:cubicBezTo>
                  <a:pt x="913653" y="1334690"/>
                  <a:pt x="927247" y="1348284"/>
                  <a:pt x="927247" y="1365053"/>
                </a:cubicBezTo>
                <a:cubicBezTo>
                  <a:pt x="927247" y="1381823"/>
                  <a:pt x="913653" y="1395417"/>
                  <a:pt x="896883" y="1395417"/>
                </a:cubicBezTo>
                <a:cubicBezTo>
                  <a:pt x="880114" y="1395417"/>
                  <a:pt x="866520" y="1381823"/>
                  <a:pt x="866520" y="1365053"/>
                </a:cubicBezTo>
                <a:cubicBezTo>
                  <a:pt x="866520" y="1348284"/>
                  <a:pt x="880114" y="1334690"/>
                  <a:pt x="896883" y="1334690"/>
                </a:cubicBezTo>
                <a:close/>
                <a:moveTo>
                  <a:pt x="824329" y="1334690"/>
                </a:moveTo>
                <a:cubicBezTo>
                  <a:pt x="841098" y="1334690"/>
                  <a:pt x="854692" y="1348284"/>
                  <a:pt x="854692" y="1365053"/>
                </a:cubicBezTo>
                <a:cubicBezTo>
                  <a:pt x="854692" y="1381823"/>
                  <a:pt x="841098" y="1395417"/>
                  <a:pt x="824329" y="1395417"/>
                </a:cubicBezTo>
                <a:cubicBezTo>
                  <a:pt x="807559" y="1395417"/>
                  <a:pt x="793965" y="1381823"/>
                  <a:pt x="793965" y="1365053"/>
                </a:cubicBezTo>
                <a:cubicBezTo>
                  <a:pt x="793965" y="1348284"/>
                  <a:pt x="807559" y="1334690"/>
                  <a:pt x="824329" y="1334690"/>
                </a:cubicBezTo>
                <a:close/>
                <a:moveTo>
                  <a:pt x="751774" y="1334690"/>
                </a:moveTo>
                <a:cubicBezTo>
                  <a:pt x="768544" y="1334690"/>
                  <a:pt x="782138" y="1348284"/>
                  <a:pt x="782138" y="1365053"/>
                </a:cubicBezTo>
                <a:cubicBezTo>
                  <a:pt x="782138" y="1381823"/>
                  <a:pt x="768544" y="1395417"/>
                  <a:pt x="751774" y="1395417"/>
                </a:cubicBezTo>
                <a:cubicBezTo>
                  <a:pt x="735005" y="1395417"/>
                  <a:pt x="721411" y="1381823"/>
                  <a:pt x="721411" y="1365053"/>
                </a:cubicBezTo>
                <a:cubicBezTo>
                  <a:pt x="721411" y="1348284"/>
                  <a:pt x="735005" y="1334690"/>
                  <a:pt x="751774" y="1334690"/>
                </a:cubicBezTo>
                <a:close/>
                <a:moveTo>
                  <a:pt x="679220" y="1334690"/>
                </a:moveTo>
                <a:cubicBezTo>
                  <a:pt x="695989" y="1334690"/>
                  <a:pt x="709583" y="1348284"/>
                  <a:pt x="709583" y="1365053"/>
                </a:cubicBezTo>
                <a:cubicBezTo>
                  <a:pt x="709583" y="1381823"/>
                  <a:pt x="695989" y="1395417"/>
                  <a:pt x="679220" y="1395417"/>
                </a:cubicBezTo>
                <a:cubicBezTo>
                  <a:pt x="662450" y="1395417"/>
                  <a:pt x="648856" y="1381823"/>
                  <a:pt x="648856" y="1365053"/>
                </a:cubicBezTo>
                <a:cubicBezTo>
                  <a:pt x="648856" y="1348284"/>
                  <a:pt x="662450" y="1334690"/>
                  <a:pt x="679220" y="1334690"/>
                </a:cubicBezTo>
                <a:close/>
                <a:moveTo>
                  <a:pt x="606665" y="1334690"/>
                </a:moveTo>
                <a:cubicBezTo>
                  <a:pt x="623435" y="1334690"/>
                  <a:pt x="637029" y="1348284"/>
                  <a:pt x="637029" y="1365053"/>
                </a:cubicBezTo>
                <a:cubicBezTo>
                  <a:pt x="637029" y="1381823"/>
                  <a:pt x="623435" y="1395417"/>
                  <a:pt x="606665" y="1395417"/>
                </a:cubicBezTo>
                <a:cubicBezTo>
                  <a:pt x="589896" y="1395417"/>
                  <a:pt x="576302" y="1381823"/>
                  <a:pt x="576302" y="1365053"/>
                </a:cubicBezTo>
                <a:cubicBezTo>
                  <a:pt x="576302" y="1348284"/>
                  <a:pt x="589896" y="1334690"/>
                  <a:pt x="606665" y="1334690"/>
                </a:cubicBezTo>
                <a:close/>
                <a:moveTo>
                  <a:pt x="534111" y="1334690"/>
                </a:moveTo>
                <a:cubicBezTo>
                  <a:pt x="550880" y="1334690"/>
                  <a:pt x="564474" y="1348284"/>
                  <a:pt x="564474" y="1365053"/>
                </a:cubicBezTo>
                <a:cubicBezTo>
                  <a:pt x="564474" y="1381823"/>
                  <a:pt x="550880" y="1395417"/>
                  <a:pt x="534111" y="1395417"/>
                </a:cubicBezTo>
                <a:cubicBezTo>
                  <a:pt x="517341" y="1395417"/>
                  <a:pt x="503747" y="1381823"/>
                  <a:pt x="503747" y="1365053"/>
                </a:cubicBezTo>
                <a:cubicBezTo>
                  <a:pt x="503747" y="1348284"/>
                  <a:pt x="517341" y="1334690"/>
                  <a:pt x="534111" y="1334690"/>
                </a:cubicBezTo>
                <a:close/>
                <a:moveTo>
                  <a:pt x="461556" y="1334690"/>
                </a:moveTo>
                <a:cubicBezTo>
                  <a:pt x="478326" y="1334690"/>
                  <a:pt x="491920" y="1348284"/>
                  <a:pt x="491920" y="1365053"/>
                </a:cubicBezTo>
                <a:cubicBezTo>
                  <a:pt x="491920" y="1381823"/>
                  <a:pt x="478326" y="1395417"/>
                  <a:pt x="461556" y="1395417"/>
                </a:cubicBezTo>
                <a:cubicBezTo>
                  <a:pt x="444787" y="1395417"/>
                  <a:pt x="431192" y="1381823"/>
                  <a:pt x="431192" y="1365053"/>
                </a:cubicBezTo>
                <a:cubicBezTo>
                  <a:pt x="431192" y="1348284"/>
                  <a:pt x="444787" y="1334690"/>
                  <a:pt x="461556" y="1334690"/>
                </a:cubicBezTo>
                <a:close/>
                <a:moveTo>
                  <a:pt x="389002" y="1334690"/>
                </a:moveTo>
                <a:cubicBezTo>
                  <a:pt x="405771" y="1334690"/>
                  <a:pt x="419365" y="1348284"/>
                  <a:pt x="419365" y="1365053"/>
                </a:cubicBezTo>
                <a:cubicBezTo>
                  <a:pt x="419365" y="1381823"/>
                  <a:pt x="405771" y="1395417"/>
                  <a:pt x="389002" y="1395417"/>
                </a:cubicBezTo>
                <a:cubicBezTo>
                  <a:pt x="372232" y="1395417"/>
                  <a:pt x="358638" y="1381823"/>
                  <a:pt x="358638" y="1365053"/>
                </a:cubicBezTo>
                <a:cubicBezTo>
                  <a:pt x="358638" y="1348284"/>
                  <a:pt x="372232" y="1334690"/>
                  <a:pt x="389002" y="1334690"/>
                </a:cubicBezTo>
                <a:close/>
                <a:moveTo>
                  <a:pt x="316447" y="1334690"/>
                </a:moveTo>
                <a:cubicBezTo>
                  <a:pt x="333216" y="1334690"/>
                  <a:pt x="346810" y="1348284"/>
                  <a:pt x="346810" y="1365053"/>
                </a:cubicBezTo>
                <a:cubicBezTo>
                  <a:pt x="346810" y="1381823"/>
                  <a:pt x="333216" y="1395417"/>
                  <a:pt x="316447" y="1395417"/>
                </a:cubicBezTo>
                <a:cubicBezTo>
                  <a:pt x="299677" y="1395417"/>
                  <a:pt x="286084" y="1381823"/>
                  <a:pt x="286084" y="1365053"/>
                </a:cubicBezTo>
                <a:cubicBezTo>
                  <a:pt x="286084" y="1348284"/>
                  <a:pt x="299677" y="1334690"/>
                  <a:pt x="316447" y="1334690"/>
                </a:cubicBezTo>
                <a:close/>
                <a:moveTo>
                  <a:pt x="243892" y="1334690"/>
                </a:moveTo>
                <a:cubicBezTo>
                  <a:pt x="260662" y="1334690"/>
                  <a:pt x="274256" y="1348284"/>
                  <a:pt x="274256" y="1365053"/>
                </a:cubicBezTo>
                <a:cubicBezTo>
                  <a:pt x="274256" y="1381823"/>
                  <a:pt x="260662" y="1395417"/>
                  <a:pt x="243892" y="1395417"/>
                </a:cubicBezTo>
                <a:cubicBezTo>
                  <a:pt x="227123" y="1395417"/>
                  <a:pt x="213529" y="1381823"/>
                  <a:pt x="213529" y="1365053"/>
                </a:cubicBezTo>
                <a:cubicBezTo>
                  <a:pt x="213529" y="1348284"/>
                  <a:pt x="227123" y="1334690"/>
                  <a:pt x="243892" y="1334690"/>
                </a:cubicBezTo>
                <a:close/>
                <a:moveTo>
                  <a:pt x="171339" y="1334690"/>
                </a:moveTo>
                <a:cubicBezTo>
                  <a:pt x="188107" y="1334690"/>
                  <a:pt x="201701" y="1348284"/>
                  <a:pt x="201701" y="1365053"/>
                </a:cubicBezTo>
                <a:cubicBezTo>
                  <a:pt x="201701" y="1381823"/>
                  <a:pt x="188107" y="1395417"/>
                  <a:pt x="171339" y="1395417"/>
                </a:cubicBezTo>
                <a:cubicBezTo>
                  <a:pt x="154616" y="1395417"/>
                  <a:pt x="141023" y="1381823"/>
                  <a:pt x="141023" y="1365053"/>
                </a:cubicBezTo>
                <a:cubicBezTo>
                  <a:pt x="141023" y="1348284"/>
                  <a:pt x="154616" y="1334690"/>
                  <a:pt x="171339" y="1334690"/>
                </a:cubicBezTo>
                <a:close/>
                <a:moveTo>
                  <a:pt x="98838" y="1334690"/>
                </a:moveTo>
                <a:cubicBezTo>
                  <a:pt x="115605" y="1334690"/>
                  <a:pt x="129198" y="1348284"/>
                  <a:pt x="129198" y="1365053"/>
                </a:cubicBezTo>
                <a:cubicBezTo>
                  <a:pt x="129198" y="1381823"/>
                  <a:pt x="115605" y="1395417"/>
                  <a:pt x="98838" y="1395417"/>
                </a:cubicBezTo>
                <a:cubicBezTo>
                  <a:pt x="82067" y="1395417"/>
                  <a:pt x="68474" y="1381823"/>
                  <a:pt x="68474" y="1365053"/>
                </a:cubicBezTo>
                <a:cubicBezTo>
                  <a:pt x="68474" y="1348284"/>
                  <a:pt x="82067" y="1334690"/>
                  <a:pt x="98838" y="1334690"/>
                </a:cubicBezTo>
                <a:close/>
                <a:moveTo>
                  <a:pt x="26283" y="1334690"/>
                </a:moveTo>
                <a:cubicBezTo>
                  <a:pt x="43051" y="1334690"/>
                  <a:pt x="56645" y="1348284"/>
                  <a:pt x="56645" y="1365053"/>
                </a:cubicBezTo>
                <a:cubicBezTo>
                  <a:pt x="56645" y="1381823"/>
                  <a:pt x="43051" y="1395417"/>
                  <a:pt x="26283" y="1395417"/>
                </a:cubicBezTo>
                <a:cubicBezTo>
                  <a:pt x="17898" y="1395417"/>
                  <a:pt x="10308" y="1392019"/>
                  <a:pt x="4813" y="1386524"/>
                </a:cubicBezTo>
                <a:lnTo>
                  <a:pt x="0" y="1374903"/>
                </a:lnTo>
                <a:lnTo>
                  <a:pt x="0" y="1355203"/>
                </a:lnTo>
                <a:lnTo>
                  <a:pt x="4813" y="1343583"/>
                </a:lnTo>
                <a:cubicBezTo>
                  <a:pt x="10308" y="1338089"/>
                  <a:pt x="17898" y="1334690"/>
                  <a:pt x="26283" y="1334690"/>
                </a:cubicBezTo>
                <a:close/>
                <a:moveTo>
                  <a:pt x="1404765" y="1254238"/>
                </a:moveTo>
                <a:cubicBezTo>
                  <a:pt x="1408957" y="1254238"/>
                  <a:pt x="1412951" y="1255088"/>
                  <a:pt x="1416584" y="1256624"/>
                </a:cubicBezTo>
                <a:lnTo>
                  <a:pt x="1422045" y="1260306"/>
                </a:lnTo>
                <a:lnTo>
                  <a:pt x="1418517" y="1266114"/>
                </a:lnTo>
                <a:lnTo>
                  <a:pt x="1386846" y="1308466"/>
                </a:lnTo>
                <a:lnTo>
                  <a:pt x="1383295" y="1306072"/>
                </a:lnTo>
                <a:cubicBezTo>
                  <a:pt x="1377800" y="1300577"/>
                  <a:pt x="1374402" y="1292986"/>
                  <a:pt x="1374402" y="1284602"/>
                </a:cubicBezTo>
                <a:cubicBezTo>
                  <a:pt x="1374402" y="1267832"/>
                  <a:pt x="1387996" y="1254238"/>
                  <a:pt x="1404765" y="1254238"/>
                </a:cubicBezTo>
                <a:close/>
                <a:moveTo>
                  <a:pt x="1332211" y="1254238"/>
                </a:moveTo>
                <a:cubicBezTo>
                  <a:pt x="1348980" y="1254238"/>
                  <a:pt x="1362574" y="1267832"/>
                  <a:pt x="1362574" y="1284602"/>
                </a:cubicBezTo>
                <a:cubicBezTo>
                  <a:pt x="1362574" y="1301371"/>
                  <a:pt x="1348980" y="1314965"/>
                  <a:pt x="1332211" y="1314965"/>
                </a:cubicBezTo>
                <a:cubicBezTo>
                  <a:pt x="1315441" y="1314965"/>
                  <a:pt x="1301847" y="1301371"/>
                  <a:pt x="1301847" y="1284602"/>
                </a:cubicBezTo>
                <a:cubicBezTo>
                  <a:pt x="1301847" y="1267832"/>
                  <a:pt x="1315441" y="1254238"/>
                  <a:pt x="1332211" y="1254238"/>
                </a:cubicBezTo>
                <a:close/>
                <a:moveTo>
                  <a:pt x="1259656" y="1254238"/>
                </a:moveTo>
                <a:cubicBezTo>
                  <a:pt x="1276426" y="1254238"/>
                  <a:pt x="1290020" y="1267832"/>
                  <a:pt x="1290020" y="1284602"/>
                </a:cubicBezTo>
                <a:cubicBezTo>
                  <a:pt x="1290020" y="1301371"/>
                  <a:pt x="1276426" y="1314965"/>
                  <a:pt x="1259656" y="1314965"/>
                </a:cubicBezTo>
                <a:cubicBezTo>
                  <a:pt x="1242887" y="1314965"/>
                  <a:pt x="1229293" y="1301371"/>
                  <a:pt x="1229293" y="1284602"/>
                </a:cubicBezTo>
                <a:cubicBezTo>
                  <a:pt x="1229293" y="1267832"/>
                  <a:pt x="1242887" y="1254238"/>
                  <a:pt x="1259656" y="1254238"/>
                </a:cubicBezTo>
                <a:close/>
                <a:moveTo>
                  <a:pt x="1187102" y="1254238"/>
                </a:moveTo>
                <a:cubicBezTo>
                  <a:pt x="1203871" y="1254238"/>
                  <a:pt x="1217465" y="1267832"/>
                  <a:pt x="1217465" y="1284602"/>
                </a:cubicBezTo>
                <a:cubicBezTo>
                  <a:pt x="1217465" y="1301371"/>
                  <a:pt x="1203871" y="1314965"/>
                  <a:pt x="1187102" y="1314965"/>
                </a:cubicBezTo>
                <a:cubicBezTo>
                  <a:pt x="1170332" y="1314965"/>
                  <a:pt x="1156738" y="1301371"/>
                  <a:pt x="1156738" y="1284602"/>
                </a:cubicBezTo>
                <a:cubicBezTo>
                  <a:pt x="1156738" y="1267832"/>
                  <a:pt x="1170332" y="1254238"/>
                  <a:pt x="1187102" y="1254238"/>
                </a:cubicBezTo>
                <a:close/>
                <a:moveTo>
                  <a:pt x="1114547" y="1254238"/>
                </a:moveTo>
                <a:cubicBezTo>
                  <a:pt x="1131317" y="1254238"/>
                  <a:pt x="1144911" y="1267832"/>
                  <a:pt x="1144911" y="1284602"/>
                </a:cubicBezTo>
                <a:cubicBezTo>
                  <a:pt x="1144911" y="1301371"/>
                  <a:pt x="1131317" y="1314965"/>
                  <a:pt x="1114547" y="1314965"/>
                </a:cubicBezTo>
                <a:cubicBezTo>
                  <a:pt x="1097778" y="1314965"/>
                  <a:pt x="1084184" y="1301371"/>
                  <a:pt x="1084184" y="1284602"/>
                </a:cubicBezTo>
                <a:cubicBezTo>
                  <a:pt x="1084184" y="1267832"/>
                  <a:pt x="1097778" y="1254238"/>
                  <a:pt x="1114547" y="1254238"/>
                </a:cubicBezTo>
                <a:close/>
                <a:moveTo>
                  <a:pt x="1041993" y="1254238"/>
                </a:moveTo>
                <a:cubicBezTo>
                  <a:pt x="1058762" y="1254238"/>
                  <a:pt x="1072356" y="1267832"/>
                  <a:pt x="1072356" y="1284602"/>
                </a:cubicBezTo>
                <a:cubicBezTo>
                  <a:pt x="1072356" y="1301371"/>
                  <a:pt x="1058762" y="1314965"/>
                  <a:pt x="1041993" y="1314965"/>
                </a:cubicBezTo>
                <a:cubicBezTo>
                  <a:pt x="1025223" y="1314965"/>
                  <a:pt x="1011629" y="1301371"/>
                  <a:pt x="1011629" y="1284602"/>
                </a:cubicBezTo>
                <a:cubicBezTo>
                  <a:pt x="1011629" y="1267832"/>
                  <a:pt x="1025223" y="1254238"/>
                  <a:pt x="1041993" y="1254238"/>
                </a:cubicBezTo>
                <a:close/>
                <a:moveTo>
                  <a:pt x="969438" y="1254238"/>
                </a:moveTo>
                <a:cubicBezTo>
                  <a:pt x="986208" y="1254238"/>
                  <a:pt x="999801" y="1267832"/>
                  <a:pt x="999801" y="1284602"/>
                </a:cubicBezTo>
                <a:cubicBezTo>
                  <a:pt x="999801" y="1301371"/>
                  <a:pt x="986208" y="1314965"/>
                  <a:pt x="969438" y="1314965"/>
                </a:cubicBezTo>
                <a:cubicBezTo>
                  <a:pt x="952669" y="1314965"/>
                  <a:pt x="939075" y="1301371"/>
                  <a:pt x="939075" y="1284602"/>
                </a:cubicBezTo>
                <a:cubicBezTo>
                  <a:pt x="939075" y="1267832"/>
                  <a:pt x="952669" y="1254238"/>
                  <a:pt x="969438" y="1254238"/>
                </a:cubicBezTo>
                <a:close/>
                <a:moveTo>
                  <a:pt x="896883" y="1254238"/>
                </a:moveTo>
                <a:cubicBezTo>
                  <a:pt x="913653" y="1254238"/>
                  <a:pt x="927247" y="1267832"/>
                  <a:pt x="927247" y="1284602"/>
                </a:cubicBezTo>
                <a:cubicBezTo>
                  <a:pt x="927247" y="1301371"/>
                  <a:pt x="913653" y="1314965"/>
                  <a:pt x="896883" y="1314965"/>
                </a:cubicBezTo>
                <a:cubicBezTo>
                  <a:pt x="880114" y="1314965"/>
                  <a:pt x="866520" y="1301371"/>
                  <a:pt x="866520" y="1284602"/>
                </a:cubicBezTo>
                <a:cubicBezTo>
                  <a:pt x="866520" y="1267832"/>
                  <a:pt x="880114" y="1254238"/>
                  <a:pt x="896883" y="1254238"/>
                </a:cubicBezTo>
                <a:close/>
                <a:moveTo>
                  <a:pt x="824329" y="1254238"/>
                </a:moveTo>
                <a:cubicBezTo>
                  <a:pt x="841098" y="1254238"/>
                  <a:pt x="854692" y="1267832"/>
                  <a:pt x="854692" y="1284602"/>
                </a:cubicBezTo>
                <a:cubicBezTo>
                  <a:pt x="854692" y="1301371"/>
                  <a:pt x="841098" y="1314965"/>
                  <a:pt x="824329" y="1314965"/>
                </a:cubicBezTo>
                <a:cubicBezTo>
                  <a:pt x="807559" y="1314965"/>
                  <a:pt x="793965" y="1301371"/>
                  <a:pt x="793965" y="1284602"/>
                </a:cubicBezTo>
                <a:cubicBezTo>
                  <a:pt x="793965" y="1267832"/>
                  <a:pt x="807559" y="1254238"/>
                  <a:pt x="824329" y="1254238"/>
                </a:cubicBezTo>
                <a:close/>
                <a:moveTo>
                  <a:pt x="751774" y="1254238"/>
                </a:moveTo>
                <a:cubicBezTo>
                  <a:pt x="768544" y="1254238"/>
                  <a:pt x="782138" y="1267832"/>
                  <a:pt x="782138" y="1284602"/>
                </a:cubicBezTo>
                <a:cubicBezTo>
                  <a:pt x="782138" y="1301371"/>
                  <a:pt x="768544" y="1314965"/>
                  <a:pt x="751774" y="1314965"/>
                </a:cubicBezTo>
                <a:cubicBezTo>
                  <a:pt x="735005" y="1314965"/>
                  <a:pt x="721411" y="1301371"/>
                  <a:pt x="721411" y="1284602"/>
                </a:cubicBezTo>
                <a:cubicBezTo>
                  <a:pt x="721411" y="1267832"/>
                  <a:pt x="735005" y="1254238"/>
                  <a:pt x="751774" y="1254238"/>
                </a:cubicBezTo>
                <a:close/>
                <a:moveTo>
                  <a:pt x="679220" y="1254238"/>
                </a:moveTo>
                <a:cubicBezTo>
                  <a:pt x="695989" y="1254238"/>
                  <a:pt x="709583" y="1267832"/>
                  <a:pt x="709583" y="1284602"/>
                </a:cubicBezTo>
                <a:cubicBezTo>
                  <a:pt x="709583" y="1301371"/>
                  <a:pt x="695989" y="1314965"/>
                  <a:pt x="679220" y="1314965"/>
                </a:cubicBezTo>
                <a:cubicBezTo>
                  <a:pt x="662450" y="1314965"/>
                  <a:pt x="648856" y="1301371"/>
                  <a:pt x="648856" y="1284602"/>
                </a:cubicBezTo>
                <a:cubicBezTo>
                  <a:pt x="648856" y="1267832"/>
                  <a:pt x="662450" y="1254238"/>
                  <a:pt x="679220" y="1254238"/>
                </a:cubicBezTo>
                <a:close/>
                <a:moveTo>
                  <a:pt x="606665" y="1254238"/>
                </a:moveTo>
                <a:cubicBezTo>
                  <a:pt x="623435" y="1254238"/>
                  <a:pt x="637029" y="1267832"/>
                  <a:pt x="637029" y="1284602"/>
                </a:cubicBezTo>
                <a:cubicBezTo>
                  <a:pt x="637029" y="1301371"/>
                  <a:pt x="623435" y="1314965"/>
                  <a:pt x="606665" y="1314965"/>
                </a:cubicBezTo>
                <a:cubicBezTo>
                  <a:pt x="589896" y="1314965"/>
                  <a:pt x="576302" y="1301371"/>
                  <a:pt x="576302" y="1284602"/>
                </a:cubicBezTo>
                <a:cubicBezTo>
                  <a:pt x="576302" y="1267832"/>
                  <a:pt x="589896" y="1254238"/>
                  <a:pt x="606665" y="1254238"/>
                </a:cubicBezTo>
                <a:close/>
                <a:moveTo>
                  <a:pt x="534111" y="1254238"/>
                </a:moveTo>
                <a:cubicBezTo>
                  <a:pt x="550880" y="1254238"/>
                  <a:pt x="564474" y="1267832"/>
                  <a:pt x="564474" y="1284602"/>
                </a:cubicBezTo>
                <a:cubicBezTo>
                  <a:pt x="564474" y="1301371"/>
                  <a:pt x="550880" y="1314965"/>
                  <a:pt x="534111" y="1314965"/>
                </a:cubicBezTo>
                <a:cubicBezTo>
                  <a:pt x="517341" y="1314965"/>
                  <a:pt x="503747" y="1301371"/>
                  <a:pt x="503747" y="1284602"/>
                </a:cubicBezTo>
                <a:cubicBezTo>
                  <a:pt x="503747" y="1267832"/>
                  <a:pt x="517341" y="1254238"/>
                  <a:pt x="534111" y="1254238"/>
                </a:cubicBezTo>
                <a:close/>
                <a:moveTo>
                  <a:pt x="461556" y="1254238"/>
                </a:moveTo>
                <a:cubicBezTo>
                  <a:pt x="478326" y="1254238"/>
                  <a:pt x="491920" y="1267832"/>
                  <a:pt x="491920" y="1284602"/>
                </a:cubicBezTo>
                <a:cubicBezTo>
                  <a:pt x="491920" y="1301371"/>
                  <a:pt x="478326" y="1314965"/>
                  <a:pt x="461556" y="1314965"/>
                </a:cubicBezTo>
                <a:cubicBezTo>
                  <a:pt x="444787" y="1314965"/>
                  <a:pt x="431192" y="1301371"/>
                  <a:pt x="431192" y="1284602"/>
                </a:cubicBezTo>
                <a:cubicBezTo>
                  <a:pt x="431192" y="1267832"/>
                  <a:pt x="444787" y="1254238"/>
                  <a:pt x="461556" y="1254238"/>
                </a:cubicBezTo>
                <a:close/>
                <a:moveTo>
                  <a:pt x="389002" y="1254238"/>
                </a:moveTo>
                <a:cubicBezTo>
                  <a:pt x="405771" y="1254238"/>
                  <a:pt x="419365" y="1267832"/>
                  <a:pt x="419365" y="1284602"/>
                </a:cubicBezTo>
                <a:cubicBezTo>
                  <a:pt x="419365" y="1301371"/>
                  <a:pt x="405771" y="1314965"/>
                  <a:pt x="389002" y="1314965"/>
                </a:cubicBezTo>
                <a:cubicBezTo>
                  <a:pt x="372232" y="1314965"/>
                  <a:pt x="358638" y="1301371"/>
                  <a:pt x="358638" y="1284602"/>
                </a:cubicBezTo>
                <a:cubicBezTo>
                  <a:pt x="358638" y="1267832"/>
                  <a:pt x="372232" y="1254238"/>
                  <a:pt x="389002" y="1254238"/>
                </a:cubicBezTo>
                <a:close/>
                <a:moveTo>
                  <a:pt x="316447" y="1254238"/>
                </a:moveTo>
                <a:cubicBezTo>
                  <a:pt x="333216" y="1254238"/>
                  <a:pt x="346810" y="1267832"/>
                  <a:pt x="346810" y="1284602"/>
                </a:cubicBezTo>
                <a:cubicBezTo>
                  <a:pt x="346810" y="1301371"/>
                  <a:pt x="333216" y="1314965"/>
                  <a:pt x="316447" y="1314965"/>
                </a:cubicBezTo>
                <a:cubicBezTo>
                  <a:pt x="299677" y="1314965"/>
                  <a:pt x="286084" y="1301371"/>
                  <a:pt x="286084" y="1284602"/>
                </a:cubicBezTo>
                <a:cubicBezTo>
                  <a:pt x="286084" y="1267832"/>
                  <a:pt x="299677" y="1254238"/>
                  <a:pt x="316447" y="1254238"/>
                </a:cubicBezTo>
                <a:close/>
                <a:moveTo>
                  <a:pt x="243892" y="1254238"/>
                </a:moveTo>
                <a:cubicBezTo>
                  <a:pt x="260662" y="1254238"/>
                  <a:pt x="274256" y="1267832"/>
                  <a:pt x="274256" y="1284602"/>
                </a:cubicBezTo>
                <a:cubicBezTo>
                  <a:pt x="274256" y="1301371"/>
                  <a:pt x="260662" y="1314965"/>
                  <a:pt x="243892" y="1314965"/>
                </a:cubicBezTo>
                <a:cubicBezTo>
                  <a:pt x="227123" y="1314965"/>
                  <a:pt x="213529" y="1301371"/>
                  <a:pt x="213529" y="1284602"/>
                </a:cubicBezTo>
                <a:cubicBezTo>
                  <a:pt x="213529" y="1267832"/>
                  <a:pt x="227123" y="1254238"/>
                  <a:pt x="243892" y="1254238"/>
                </a:cubicBezTo>
                <a:close/>
                <a:moveTo>
                  <a:pt x="171339" y="1254238"/>
                </a:moveTo>
                <a:cubicBezTo>
                  <a:pt x="188107" y="1254238"/>
                  <a:pt x="201701" y="1267832"/>
                  <a:pt x="201701" y="1284602"/>
                </a:cubicBezTo>
                <a:cubicBezTo>
                  <a:pt x="201701" y="1301371"/>
                  <a:pt x="188107" y="1314965"/>
                  <a:pt x="171339" y="1314965"/>
                </a:cubicBezTo>
                <a:cubicBezTo>
                  <a:pt x="154622" y="1314965"/>
                  <a:pt x="141029" y="1301371"/>
                  <a:pt x="141029" y="1284602"/>
                </a:cubicBezTo>
                <a:cubicBezTo>
                  <a:pt x="141029" y="1267832"/>
                  <a:pt x="154622" y="1254238"/>
                  <a:pt x="171339" y="1254238"/>
                </a:cubicBezTo>
                <a:close/>
                <a:moveTo>
                  <a:pt x="98845" y="1254238"/>
                </a:moveTo>
                <a:cubicBezTo>
                  <a:pt x="115610" y="1254238"/>
                  <a:pt x="129204" y="1267832"/>
                  <a:pt x="129204" y="1284602"/>
                </a:cubicBezTo>
                <a:cubicBezTo>
                  <a:pt x="129204" y="1301371"/>
                  <a:pt x="115610" y="1314965"/>
                  <a:pt x="98845" y="1314965"/>
                </a:cubicBezTo>
                <a:cubicBezTo>
                  <a:pt x="82074" y="1314965"/>
                  <a:pt x="68480" y="1301371"/>
                  <a:pt x="68480" y="1284602"/>
                </a:cubicBezTo>
                <a:cubicBezTo>
                  <a:pt x="68480" y="1267832"/>
                  <a:pt x="82074" y="1254238"/>
                  <a:pt x="98845" y="1254238"/>
                </a:cubicBezTo>
                <a:close/>
                <a:moveTo>
                  <a:pt x="26290" y="1254238"/>
                </a:moveTo>
                <a:cubicBezTo>
                  <a:pt x="43057" y="1254238"/>
                  <a:pt x="56651" y="1267832"/>
                  <a:pt x="56651" y="1284602"/>
                </a:cubicBezTo>
                <a:cubicBezTo>
                  <a:pt x="56651" y="1301371"/>
                  <a:pt x="43057" y="1314965"/>
                  <a:pt x="26290" y="1314965"/>
                </a:cubicBezTo>
                <a:cubicBezTo>
                  <a:pt x="17905" y="1314965"/>
                  <a:pt x="10314" y="1311567"/>
                  <a:pt x="4819" y="1306072"/>
                </a:cubicBezTo>
                <a:lnTo>
                  <a:pt x="0" y="1294437"/>
                </a:lnTo>
                <a:lnTo>
                  <a:pt x="0" y="1274766"/>
                </a:lnTo>
                <a:lnTo>
                  <a:pt x="4819" y="1263131"/>
                </a:lnTo>
                <a:cubicBezTo>
                  <a:pt x="10314" y="1257637"/>
                  <a:pt x="17905" y="1254238"/>
                  <a:pt x="26290" y="1254238"/>
                </a:cubicBezTo>
                <a:close/>
                <a:moveTo>
                  <a:pt x="1474228" y="1174410"/>
                </a:moveTo>
                <a:lnTo>
                  <a:pt x="1450688" y="1213159"/>
                </a:lnTo>
                <a:lnTo>
                  <a:pt x="1446956" y="1204150"/>
                </a:lnTo>
                <a:cubicBezTo>
                  <a:pt x="1446956" y="1191573"/>
                  <a:pt x="1454603" y="1180782"/>
                  <a:pt x="1465501" y="1176173"/>
                </a:cubicBezTo>
                <a:close/>
                <a:moveTo>
                  <a:pt x="1404765" y="1173786"/>
                </a:moveTo>
                <a:cubicBezTo>
                  <a:pt x="1421535" y="1173786"/>
                  <a:pt x="1435129" y="1187380"/>
                  <a:pt x="1435129" y="1204150"/>
                </a:cubicBezTo>
                <a:cubicBezTo>
                  <a:pt x="1435129" y="1220919"/>
                  <a:pt x="1421535" y="1234513"/>
                  <a:pt x="1404765" y="1234513"/>
                </a:cubicBezTo>
                <a:cubicBezTo>
                  <a:pt x="1387996" y="1234513"/>
                  <a:pt x="1374402" y="1220919"/>
                  <a:pt x="1374402" y="1204150"/>
                </a:cubicBezTo>
                <a:cubicBezTo>
                  <a:pt x="1374402" y="1187380"/>
                  <a:pt x="1387996" y="1173786"/>
                  <a:pt x="1404765" y="1173786"/>
                </a:cubicBezTo>
                <a:close/>
                <a:moveTo>
                  <a:pt x="1332211" y="1173786"/>
                </a:moveTo>
                <a:cubicBezTo>
                  <a:pt x="1348980" y="1173786"/>
                  <a:pt x="1362574" y="1187380"/>
                  <a:pt x="1362574" y="1204150"/>
                </a:cubicBezTo>
                <a:cubicBezTo>
                  <a:pt x="1362574" y="1220919"/>
                  <a:pt x="1348980" y="1234513"/>
                  <a:pt x="1332211" y="1234513"/>
                </a:cubicBezTo>
                <a:cubicBezTo>
                  <a:pt x="1315441" y="1234513"/>
                  <a:pt x="1301847" y="1220919"/>
                  <a:pt x="1301847" y="1204150"/>
                </a:cubicBezTo>
                <a:cubicBezTo>
                  <a:pt x="1301847" y="1187380"/>
                  <a:pt x="1315441" y="1173786"/>
                  <a:pt x="1332211" y="1173786"/>
                </a:cubicBezTo>
                <a:close/>
                <a:moveTo>
                  <a:pt x="1259656" y="1173786"/>
                </a:moveTo>
                <a:cubicBezTo>
                  <a:pt x="1276426" y="1173786"/>
                  <a:pt x="1290020" y="1187380"/>
                  <a:pt x="1290020" y="1204150"/>
                </a:cubicBezTo>
                <a:cubicBezTo>
                  <a:pt x="1290020" y="1220919"/>
                  <a:pt x="1276426" y="1234513"/>
                  <a:pt x="1259656" y="1234513"/>
                </a:cubicBezTo>
                <a:cubicBezTo>
                  <a:pt x="1242887" y="1234513"/>
                  <a:pt x="1229293" y="1220919"/>
                  <a:pt x="1229293" y="1204150"/>
                </a:cubicBezTo>
                <a:cubicBezTo>
                  <a:pt x="1229293" y="1187380"/>
                  <a:pt x="1242887" y="1173786"/>
                  <a:pt x="1259656" y="1173786"/>
                </a:cubicBezTo>
                <a:close/>
                <a:moveTo>
                  <a:pt x="1187102" y="1173786"/>
                </a:moveTo>
                <a:cubicBezTo>
                  <a:pt x="1203871" y="1173786"/>
                  <a:pt x="1217465" y="1187380"/>
                  <a:pt x="1217465" y="1204150"/>
                </a:cubicBezTo>
                <a:cubicBezTo>
                  <a:pt x="1217465" y="1220919"/>
                  <a:pt x="1203871" y="1234513"/>
                  <a:pt x="1187102" y="1234513"/>
                </a:cubicBezTo>
                <a:cubicBezTo>
                  <a:pt x="1170332" y="1234513"/>
                  <a:pt x="1156738" y="1220919"/>
                  <a:pt x="1156738" y="1204150"/>
                </a:cubicBezTo>
                <a:cubicBezTo>
                  <a:pt x="1156738" y="1187380"/>
                  <a:pt x="1170332" y="1173786"/>
                  <a:pt x="1187102" y="1173786"/>
                </a:cubicBezTo>
                <a:close/>
                <a:moveTo>
                  <a:pt x="1114547" y="1173786"/>
                </a:moveTo>
                <a:cubicBezTo>
                  <a:pt x="1131317" y="1173786"/>
                  <a:pt x="1144911" y="1187380"/>
                  <a:pt x="1144911" y="1204150"/>
                </a:cubicBezTo>
                <a:cubicBezTo>
                  <a:pt x="1144911" y="1220919"/>
                  <a:pt x="1131317" y="1234513"/>
                  <a:pt x="1114547" y="1234513"/>
                </a:cubicBezTo>
                <a:cubicBezTo>
                  <a:pt x="1097778" y="1234513"/>
                  <a:pt x="1084184" y="1220919"/>
                  <a:pt x="1084184" y="1204150"/>
                </a:cubicBezTo>
                <a:cubicBezTo>
                  <a:pt x="1084184" y="1187380"/>
                  <a:pt x="1097778" y="1173786"/>
                  <a:pt x="1114547" y="1173786"/>
                </a:cubicBezTo>
                <a:close/>
                <a:moveTo>
                  <a:pt x="1041993" y="1173786"/>
                </a:moveTo>
                <a:cubicBezTo>
                  <a:pt x="1058762" y="1173786"/>
                  <a:pt x="1072356" y="1187380"/>
                  <a:pt x="1072356" y="1204150"/>
                </a:cubicBezTo>
                <a:cubicBezTo>
                  <a:pt x="1072356" y="1220919"/>
                  <a:pt x="1058762" y="1234513"/>
                  <a:pt x="1041993" y="1234513"/>
                </a:cubicBezTo>
                <a:cubicBezTo>
                  <a:pt x="1025223" y="1234513"/>
                  <a:pt x="1011629" y="1220919"/>
                  <a:pt x="1011629" y="1204150"/>
                </a:cubicBezTo>
                <a:cubicBezTo>
                  <a:pt x="1011629" y="1187380"/>
                  <a:pt x="1025223" y="1173786"/>
                  <a:pt x="1041993" y="1173786"/>
                </a:cubicBezTo>
                <a:close/>
                <a:moveTo>
                  <a:pt x="969438" y="1173786"/>
                </a:moveTo>
                <a:cubicBezTo>
                  <a:pt x="986208" y="1173786"/>
                  <a:pt x="999801" y="1187380"/>
                  <a:pt x="999801" y="1204150"/>
                </a:cubicBezTo>
                <a:cubicBezTo>
                  <a:pt x="999801" y="1220919"/>
                  <a:pt x="986208" y="1234513"/>
                  <a:pt x="969438" y="1234513"/>
                </a:cubicBezTo>
                <a:cubicBezTo>
                  <a:pt x="952669" y="1234513"/>
                  <a:pt x="939075" y="1220919"/>
                  <a:pt x="939075" y="1204150"/>
                </a:cubicBezTo>
                <a:cubicBezTo>
                  <a:pt x="939075" y="1187380"/>
                  <a:pt x="952669" y="1173786"/>
                  <a:pt x="969438" y="1173786"/>
                </a:cubicBezTo>
                <a:close/>
                <a:moveTo>
                  <a:pt x="896883" y="1173786"/>
                </a:moveTo>
                <a:cubicBezTo>
                  <a:pt x="913653" y="1173786"/>
                  <a:pt x="927247" y="1187380"/>
                  <a:pt x="927247" y="1204150"/>
                </a:cubicBezTo>
                <a:cubicBezTo>
                  <a:pt x="927247" y="1220919"/>
                  <a:pt x="913653" y="1234513"/>
                  <a:pt x="896883" y="1234513"/>
                </a:cubicBezTo>
                <a:cubicBezTo>
                  <a:pt x="880114" y="1234513"/>
                  <a:pt x="866520" y="1220919"/>
                  <a:pt x="866520" y="1204150"/>
                </a:cubicBezTo>
                <a:cubicBezTo>
                  <a:pt x="866520" y="1187380"/>
                  <a:pt x="880114" y="1173786"/>
                  <a:pt x="896883" y="1173786"/>
                </a:cubicBezTo>
                <a:close/>
                <a:moveTo>
                  <a:pt x="824329" y="1173786"/>
                </a:moveTo>
                <a:cubicBezTo>
                  <a:pt x="841098" y="1173786"/>
                  <a:pt x="854692" y="1187380"/>
                  <a:pt x="854692" y="1204150"/>
                </a:cubicBezTo>
                <a:cubicBezTo>
                  <a:pt x="854692" y="1220919"/>
                  <a:pt x="841098" y="1234513"/>
                  <a:pt x="824329" y="1234513"/>
                </a:cubicBezTo>
                <a:cubicBezTo>
                  <a:pt x="807559" y="1234513"/>
                  <a:pt x="793965" y="1220919"/>
                  <a:pt x="793965" y="1204150"/>
                </a:cubicBezTo>
                <a:cubicBezTo>
                  <a:pt x="793965" y="1187380"/>
                  <a:pt x="807559" y="1173786"/>
                  <a:pt x="824329" y="1173786"/>
                </a:cubicBezTo>
                <a:close/>
                <a:moveTo>
                  <a:pt x="751774" y="1173786"/>
                </a:moveTo>
                <a:cubicBezTo>
                  <a:pt x="768544" y="1173786"/>
                  <a:pt x="782138" y="1187380"/>
                  <a:pt x="782138" y="1204150"/>
                </a:cubicBezTo>
                <a:cubicBezTo>
                  <a:pt x="782138" y="1220919"/>
                  <a:pt x="768544" y="1234513"/>
                  <a:pt x="751774" y="1234513"/>
                </a:cubicBezTo>
                <a:cubicBezTo>
                  <a:pt x="735005" y="1234513"/>
                  <a:pt x="721411" y="1220919"/>
                  <a:pt x="721411" y="1204150"/>
                </a:cubicBezTo>
                <a:cubicBezTo>
                  <a:pt x="721411" y="1187380"/>
                  <a:pt x="735005" y="1173786"/>
                  <a:pt x="751774" y="1173786"/>
                </a:cubicBezTo>
                <a:close/>
                <a:moveTo>
                  <a:pt x="679220" y="1173786"/>
                </a:moveTo>
                <a:cubicBezTo>
                  <a:pt x="695989" y="1173786"/>
                  <a:pt x="709583" y="1187380"/>
                  <a:pt x="709583" y="1204150"/>
                </a:cubicBezTo>
                <a:cubicBezTo>
                  <a:pt x="709583" y="1220919"/>
                  <a:pt x="695989" y="1234513"/>
                  <a:pt x="679220" y="1234513"/>
                </a:cubicBezTo>
                <a:cubicBezTo>
                  <a:pt x="662450" y="1234513"/>
                  <a:pt x="648856" y="1220919"/>
                  <a:pt x="648856" y="1204150"/>
                </a:cubicBezTo>
                <a:cubicBezTo>
                  <a:pt x="648856" y="1187380"/>
                  <a:pt x="662450" y="1173786"/>
                  <a:pt x="679220" y="1173786"/>
                </a:cubicBezTo>
                <a:close/>
                <a:moveTo>
                  <a:pt x="606665" y="1173786"/>
                </a:moveTo>
                <a:cubicBezTo>
                  <a:pt x="623435" y="1173786"/>
                  <a:pt x="637029" y="1187380"/>
                  <a:pt x="637029" y="1204150"/>
                </a:cubicBezTo>
                <a:cubicBezTo>
                  <a:pt x="637029" y="1220919"/>
                  <a:pt x="623435" y="1234513"/>
                  <a:pt x="606665" y="1234513"/>
                </a:cubicBezTo>
                <a:cubicBezTo>
                  <a:pt x="589896" y="1234513"/>
                  <a:pt x="576302" y="1220919"/>
                  <a:pt x="576302" y="1204150"/>
                </a:cubicBezTo>
                <a:cubicBezTo>
                  <a:pt x="576302" y="1187380"/>
                  <a:pt x="589896" y="1173786"/>
                  <a:pt x="606665" y="1173786"/>
                </a:cubicBezTo>
                <a:close/>
                <a:moveTo>
                  <a:pt x="534111" y="1173786"/>
                </a:moveTo>
                <a:cubicBezTo>
                  <a:pt x="550880" y="1173786"/>
                  <a:pt x="564474" y="1187380"/>
                  <a:pt x="564474" y="1204150"/>
                </a:cubicBezTo>
                <a:cubicBezTo>
                  <a:pt x="564474" y="1220919"/>
                  <a:pt x="550880" y="1234513"/>
                  <a:pt x="534111" y="1234513"/>
                </a:cubicBezTo>
                <a:cubicBezTo>
                  <a:pt x="517341" y="1234513"/>
                  <a:pt x="503747" y="1220919"/>
                  <a:pt x="503747" y="1204150"/>
                </a:cubicBezTo>
                <a:cubicBezTo>
                  <a:pt x="503747" y="1187380"/>
                  <a:pt x="517341" y="1173786"/>
                  <a:pt x="534111" y="1173786"/>
                </a:cubicBezTo>
                <a:close/>
                <a:moveTo>
                  <a:pt x="461556" y="1173786"/>
                </a:moveTo>
                <a:cubicBezTo>
                  <a:pt x="478326" y="1173786"/>
                  <a:pt x="491920" y="1187380"/>
                  <a:pt x="491920" y="1204150"/>
                </a:cubicBezTo>
                <a:cubicBezTo>
                  <a:pt x="491920" y="1220919"/>
                  <a:pt x="478326" y="1234513"/>
                  <a:pt x="461556" y="1234513"/>
                </a:cubicBezTo>
                <a:cubicBezTo>
                  <a:pt x="444787" y="1234513"/>
                  <a:pt x="431192" y="1220919"/>
                  <a:pt x="431192" y="1204150"/>
                </a:cubicBezTo>
                <a:cubicBezTo>
                  <a:pt x="431192" y="1187380"/>
                  <a:pt x="444787" y="1173786"/>
                  <a:pt x="461556" y="1173786"/>
                </a:cubicBezTo>
                <a:close/>
                <a:moveTo>
                  <a:pt x="389002" y="1173786"/>
                </a:moveTo>
                <a:cubicBezTo>
                  <a:pt x="405771" y="1173786"/>
                  <a:pt x="419365" y="1187380"/>
                  <a:pt x="419365" y="1204150"/>
                </a:cubicBezTo>
                <a:cubicBezTo>
                  <a:pt x="419365" y="1220919"/>
                  <a:pt x="405771" y="1234513"/>
                  <a:pt x="389002" y="1234513"/>
                </a:cubicBezTo>
                <a:cubicBezTo>
                  <a:pt x="372232" y="1234513"/>
                  <a:pt x="358638" y="1220919"/>
                  <a:pt x="358638" y="1204150"/>
                </a:cubicBezTo>
                <a:cubicBezTo>
                  <a:pt x="358638" y="1187380"/>
                  <a:pt x="372232" y="1173786"/>
                  <a:pt x="389002" y="1173786"/>
                </a:cubicBezTo>
                <a:close/>
                <a:moveTo>
                  <a:pt x="316447" y="1173786"/>
                </a:moveTo>
                <a:cubicBezTo>
                  <a:pt x="333216" y="1173786"/>
                  <a:pt x="346810" y="1187380"/>
                  <a:pt x="346810" y="1204150"/>
                </a:cubicBezTo>
                <a:cubicBezTo>
                  <a:pt x="346810" y="1220919"/>
                  <a:pt x="333216" y="1234513"/>
                  <a:pt x="316447" y="1234513"/>
                </a:cubicBezTo>
                <a:cubicBezTo>
                  <a:pt x="299677" y="1234513"/>
                  <a:pt x="286084" y="1220919"/>
                  <a:pt x="286084" y="1204150"/>
                </a:cubicBezTo>
                <a:cubicBezTo>
                  <a:pt x="286084" y="1187380"/>
                  <a:pt x="299677" y="1173786"/>
                  <a:pt x="316447" y="1173786"/>
                </a:cubicBezTo>
                <a:close/>
                <a:moveTo>
                  <a:pt x="243892" y="1173786"/>
                </a:moveTo>
                <a:cubicBezTo>
                  <a:pt x="260662" y="1173786"/>
                  <a:pt x="274256" y="1187380"/>
                  <a:pt x="274256" y="1204150"/>
                </a:cubicBezTo>
                <a:cubicBezTo>
                  <a:pt x="274256" y="1220919"/>
                  <a:pt x="260662" y="1234513"/>
                  <a:pt x="243892" y="1234513"/>
                </a:cubicBezTo>
                <a:cubicBezTo>
                  <a:pt x="227123" y="1234513"/>
                  <a:pt x="213529" y="1220919"/>
                  <a:pt x="213529" y="1204150"/>
                </a:cubicBezTo>
                <a:cubicBezTo>
                  <a:pt x="213529" y="1187380"/>
                  <a:pt x="227123" y="1173786"/>
                  <a:pt x="243892" y="1173786"/>
                </a:cubicBezTo>
                <a:close/>
                <a:moveTo>
                  <a:pt x="171339" y="1173786"/>
                </a:moveTo>
                <a:cubicBezTo>
                  <a:pt x="188107" y="1173786"/>
                  <a:pt x="201701" y="1187380"/>
                  <a:pt x="201701" y="1204150"/>
                </a:cubicBezTo>
                <a:cubicBezTo>
                  <a:pt x="201701" y="1220919"/>
                  <a:pt x="188107" y="1234513"/>
                  <a:pt x="171339" y="1234513"/>
                </a:cubicBezTo>
                <a:cubicBezTo>
                  <a:pt x="154627" y="1234513"/>
                  <a:pt x="141034" y="1220919"/>
                  <a:pt x="141034" y="1204150"/>
                </a:cubicBezTo>
                <a:cubicBezTo>
                  <a:pt x="141034" y="1187380"/>
                  <a:pt x="154627" y="1173786"/>
                  <a:pt x="171339" y="1173786"/>
                </a:cubicBezTo>
                <a:close/>
                <a:moveTo>
                  <a:pt x="98852" y="1173786"/>
                </a:moveTo>
                <a:cubicBezTo>
                  <a:pt x="115616" y="1173786"/>
                  <a:pt x="129210" y="1187380"/>
                  <a:pt x="129210" y="1204150"/>
                </a:cubicBezTo>
                <a:cubicBezTo>
                  <a:pt x="129210" y="1220919"/>
                  <a:pt x="115616" y="1234513"/>
                  <a:pt x="98852" y="1234513"/>
                </a:cubicBezTo>
                <a:cubicBezTo>
                  <a:pt x="82080" y="1234513"/>
                  <a:pt x="68486" y="1220919"/>
                  <a:pt x="68486" y="1204150"/>
                </a:cubicBezTo>
                <a:cubicBezTo>
                  <a:pt x="68486" y="1187380"/>
                  <a:pt x="82080" y="1173786"/>
                  <a:pt x="98852" y="1173786"/>
                </a:cubicBezTo>
                <a:close/>
                <a:moveTo>
                  <a:pt x="26297" y="1173786"/>
                </a:moveTo>
                <a:cubicBezTo>
                  <a:pt x="43063" y="1173786"/>
                  <a:pt x="56658" y="1187380"/>
                  <a:pt x="56658" y="1204150"/>
                </a:cubicBezTo>
                <a:cubicBezTo>
                  <a:pt x="56658" y="1220919"/>
                  <a:pt x="43063" y="1234513"/>
                  <a:pt x="26297" y="1234513"/>
                </a:cubicBezTo>
                <a:cubicBezTo>
                  <a:pt x="17912" y="1234513"/>
                  <a:pt x="10321" y="1231115"/>
                  <a:pt x="4826" y="1225620"/>
                </a:cubicBezTo>
                <a:lnTo>
                  <a:pt x="0" y="1213970"/>
                </a:lnTo>
                <a:lnTo>
                  <a:pt x="0" y="1194329"/>
                </a:lnTo>
                <a:lnTo>
                  <a:pt x="4826" y="1182679"/>
                </a:lnTo>
                <a:cubicBezTo>
                  <a:pt x="10321" y="1177185"/>
                  <a:pt x="17912" y="1173786"/>
                  <a:pt x="26297" y="1173786"/>
                </a:cubicBezTo>
                <a:close/>
                <a:moveTo>
                  <a:pt x="1477320" y="1093335"/>
                </a:moveTo>
                <a:cubicBezTo>
                  <a:pt x="1485705" y="1093335"/>
                  <a:pt x="1493295" y="1096733"/>
                  <a:pt x="1498790" y="1102228"/>
                </a:cubicBezTo>
                <a:lnTo>
                  <a:pt x="1505389" y="1118160"/>
                </a:lnTo>
                <a:lnTo>
                  <a:pt x="1493855" y="1142105"/>
                </a:lnTo>
                <a:lnTo>
                  <a:pt x="1487887" y="1151929"/>
                </a:lnTo>
                <a:lnTo>
                  <a:pt x="1477320" y="1154062"/>
                </a:lnTo>
                <a:cubicBezTo>
                  <a:pt x="1460550" y="1154062"/>
                  <a:pt x="1446956" y="1140468"/>
                  <a:pt x="1446956" y="1123698"/>
                </a:cubicBezTo>
                <a:cubicBezTo>
                  <a:pt x="1446956" y="1106929"/>
                  <a:pt x="1460550" y="1093335"/>
                  <a:pt x="1477320" y="1093335"/>
                </a:cubicBezTo>
                <a:close/>
                <a:moveTo>
                  <a:pt x="1404765" y="1093335"/>
                </a:moveTo>
                <a:cubicBezTo>
                  <a:pt x="1421535" y="1093335"/>
                  <a:pt x="1435129" y="1106929"/>
                  <a:pt x="1435129" y="1123698"/>
                </a:cubicBezTo>
                <a:cubicBezTo>
                  <a:pt x="1435129" y="1140468"/>
                  <a:pt x="1421535" y="1154062"/>
                  <a:pt x="1404765" y="1154062"/>
                </a:cubicBezTo>
                <a:cubicBezTo>
                  <a:pt x="1387996" y="1154062"/>
                  <a:pt x="1374402" y="1140468"/>
                  <a:pt x="1374402" y="1123698"/>
                </a:cubicBezTo>
                <a:cubicBezTo>
                  <a:pt x="1374402" y="1106929"/>
                  <a:pt x="1387996" y="1093335"/>
                  <a:pt x="1404765" y="1093335"/>
                </a:cubicBezTo>
                <a:close/>
                <a:moveTo>
                  <a:pt x="1332211" y="1093335"/>
                </a:moveTo>
                <a:cubicBezTo>
                  <a:pt x="1348980" y="1093335"/>
                  <a:pt x="1362574" y="1106929"/>
                  <a:pt x="1362574" y="1123698"/>
                </a:cubicBezTo>
                <a:cubicBezTo>
                  <a:pt x="1362574" y="1140468"/>
                  <a:pt x="1348980" y="1154062"/>
                  <a:pt x="1332211" y="1154062"/>
                </a:cubicBezTo>
                <a:cubicBezTo>
                  <a:pt x="1315441" y="1154062"/>
                  <a:pt x="1301847" y="1140468"/>
                  <a:pt x="1301847" y="1123698"/>
                </a:cubicBezTo>
                <a:cubicBezTo>
                  <a:pt x="1301847" y="1106929"/>
                  <a:pt x="1315441" y="1093335"/>
                  <a:pt x="1332211" y="1093335"/>
                </a:cubicBezTo>
                <a:close/>
                <a:moveTo>
                  <a:pt x="1259656" y="1093335"/>
                </a:moveTo>
                <a:cubicBezTo>
                  <a:pt x="1276426" y="1093335"/>
                  <a:pt x="1290020" y="1106929"/>
                  <a:pt x="1290020" y="1123698"/>
                </a:cubicBezTo>
                <a:cubicBezTo>
                  <a:pt x="1290020" y="1140468"/>
                  <a:pt x="1276426" y="1154062"/>
                  <a:pt x="1259656" y="1154062"/>
                </a:cubicBezTo>
                <a:cubicBezTo>
                  <a:pt x="1242887" y="1154062"/>
                  <a:pt x="1229293" y="1140468"/>
                  <a:pt x="1229293" y="1123698"/>
                </a:cubicBezTo>
                <a:cubicBezTo>
                  <a:pt x="1229293" y="1106929"/>
                  <a:pt x="1242887" y="1093335"/>
                  <a:pt x="1259656" y="1093335"/>
                </a:cubicBezTo>
                <a:close/>
                <a:moveTo>
                  <a:pt x="1187102" y="1093335"/>
                </a:moveTo>
                <a:cubicBezTo>
                  <a:pt x="1203871" y="1093335"/>
                  <a:pt x="1217465" y="1106929"/>
                  <a:pt x="1217465" y="1123698"/>
                </a:cubicBezTo>
                <a:cubicBezTo>
                  <a:pt x="1217465" y="1140468"/>
                  <a:pt x="1203871" y="1154062"/>
                  <a:pt x="1187102" y="1154062"/>
                </a:cubicBezTo>
                <a:cubicBezTo>
                  <a:pt x="1170332" y="1154062"/>
                  <a:pt x="1156738" y="1140468"/>
                  <a:pt x="1156738" y="1123698"/>
                </a:cubicBezTo>
                <a:cubicBezTo>
                  <a:pt x="1156738" y="1106929"/>
                  <a:pt x="1170332" y="1093335"/>
                  <a:pt x="1187102" y="1093335"/>
                </a:cubicBezTo>
                <a:close/>
                <a:moveTo>
                  <a:pt x="1114547" y="1093335"/>
                </a:moveTo>
                <a:cubicBezTo>
                  <a:pt x="1131317" y="1093335"/>
                  <a:pt x="1144911" y="1106929"/>
                  <a:pt x="1144911" y="1123698"/>
                </a:cubicBezTo>
                <a:cubicBezTo>
                  <a:pt x="1144911" y="1140468"/>
                  <a:pt x="1131317" y="1154062"/>
                  <a:pt x="1114547" y="1154062"/>
                </a:cubicBezTo>
                <a:cubicBezTo>
                  <a:pt x="1097778" y="1154062"/>
                  <a:pt x="1084184" y="1140468"/>
                  <a:pt x="1084184" y="1123698"/>
                </a:cubicBezTo>
                <a:cubicBezTo>
                  <a:pt x="1084184" y="1106929"/>
                  <a:pt x="1097778" y="1093335"/>
                  <a:pt x="1114547" y="1093335"/>
                </a:cubicBezTo>
                <a:close/>
                <a:moveTo>
                  <a:pt x="1041993" y="1093335"/>
                </a:moveTo>
                <a:cubicBezTo>
                  <a:pt x="1058762" y="1093335"/>
                  <a:pt x="1072356" y="1106929"/>
                  <a:pt x="1072356" y="1123698"/>
                </a:cubicBezTo>
                <a:cubicBezTo>
                  <a:pt x="1072356" y="1140468"/>
                  <a:pt x="1058762" y="1154062"/>
                  <a:pt x="1041993" y="1154062"/>
                </a:cubicBezTo>
                <a:cubicBezTo>
                  <a:pt x="1025223" y="1154062"/>
                  <a:pt x="1011629" y="1140468"/>
                  <a:pt x="1011629" y="1123698"/>
                </a:cubicBezTo>
                <a:cubicBezTo>
                  <a:pt x="1011629" y="1106929"/>
                  <a:pt x="1025223" y="1093335"/>
                  <a:pt x="1041993" y="1093335"/>
                </a:cubicBezTo>
                <a:close/>
                <a:moveTo>
                  <a:pt x="969438" y="1093335"/>
                </a:moveTo>
                <a:cubicBezTo>
                  <a:pt x="986208" y="1093335"/>
                  <a:pt x="999801" y="1106929"/>
                  <a:pt x="999801" y="1123698"/>
                </a:cubicBezTo>
                <a:cubicBezTo>
                  <a:pt x="999801" y="1140468"/>
                  <a:pt x="986208" y="1154062"/>
                  <a:pt x="969438" y="1154062"/>
                </a:cubicBezTo>
                <a:cubicBezTo>
                  <a:pt x="952669" y="1154062"/>
                  <a:pt x="939075" y="1140468"/>
                  <a:pt x="939075" y="1123698"/>
                </a:cubicBezTo>
                <a:cubicBezTo>
                  <a:pt x="939075" y="1106929"/>
                  <a:pt x="952669" y="1093335"/>
                  <a:pt x="969438" y="1093335"/>
                </a:cubicBezTo>
                <a:close/>
                <a:moveTo>
                  <a:pt x="896883" y="1093335"/>
                </a:moveTo>
                <a:cubicBezTo>
                  <a:pt x="913653" y="1093335"/>
                  <a:pt x="927247" y="1106929"/>
                  <a:pt x="927247" y="1123698"/>
                </a:cubicBezTo>
                <a:cubicBezTo>
                  <a:pt x="927247" y="1140468"/>
                  <a:pt x="913653" y="1154062"/>
                  <a:pt x="896883" y="1154062"/>
                </a:cubicBezTo>
                <a:cubicBezTo>
                  <a:pt x="880114" y="1154062"/>
                  <a:pt x="866520" y="1140468"/>
                  <a:pt x="866520" y="1123698"/>
                </a:cubicBezTo>
                <a:cubicBezTo>
                  <a:pt x="866520" y="1106929"/>
                  <a:pt x="880114" y="1093335"/>
                  <a:pt x="896883" y="1093335"/>
                </a:cubicBezTo>
                <a:close/>
                <a:moveTo>
                  <a:pt x="824329" y="1093335"/>
                </a:moveTo>
                <a:cubicBezTo>
                  <a:pt x="841098" y="1093335"/>
                  <a:pt x="854692" y="1106929"/>
                  <a:pt x="854692" y="1123698"/>
                </a:cubicBezTo>
                <a:cubicBezTo>
                  <a:pt x="854692" y="1140468"/>
                  <a:pt x="841098" y="1154062"/>
                  <a:pt x="824329" y="1154062"/>
                </a:cubicBezTo>
                <a:cubicBezTo>
                  <a:pt x="807559" y="1154062"/>
                  <a:pt x="793965" y="1140468"/>
                  <a:pt x="793965" y="1123698"/>
                </a:cubicBezTo>
                <a:cubicBezTo>
                  <a:pt x="793965" y="1106929"/>
                  <a:pt x="807559" y="1093335"/>
                  <a:pt x="824329" y="1093335"/>
                </a:cubicBezTo>
                <a:close/>
                <a:moveTo>
                  <a:pt x="751774" y="1093335"/>
                </a:moveTo>
                <a:cubicBezTo>
                  <a:pt x="768544" y="1093335"/>
                  <a:pt x="782138" y="1106929"/>
                  <a:pt x="782138" y="1123698"/>
                </a:cubicBezTo>
                <a:cubicBezTo>
                  <a:pt x="782138" y="1140468"/>
                  <a:pt x="768544" y="1154062"/>
                  <a:pt x="751774" y="1154062"/>
                </a:cubicBezTo>
                <a:cubicBezTo>
                  <a:pt x="735005" y="1154062"/>
                  <a:pt x="721411" y="1140468"/>
                  <a:pt x="721411" y="1123698"/>
                </a:cubicBezTo>
                <a:cubicBezTo>
                  <a:pt x="721411" y="1106929"/>
                  <a:pt x="735005" y="1093335"/>
                  <a:pt x="751774" y="1093335"/>
                </a:cubicBezTo>
                <a:close/>
                <a:moveTo>
                  <a:pt x="679220" y="1093335"/>
                </a:moveTo>
                <a:cubicBezTo>
                  <a:pt x="695989" y="1093335"/>
                  <a:pt x="709583" y="1106929"/>
                  <a:pt x="709583" y="1123698"/>
                </a:cubicBezTo>
                <a:cubicBezTo>
                  <a:pt x="709583" y="1140468"/>
                  <a:pt x="695989" y="1154062"/>
                  <a:pt x="679220" y="1154062"/>
                </a:cubicBezTo>
                <a:cubicBezTo>
                  <a:pt x="662450" y="1154062"/>
                  <a:pt x="648856" y="1140468"/>
                  <a:pt x="648856" y="1123698"/>
                </a:cubicBezTo>
                <a:cubicBezTo>
                  <a:pt x="648856" y="1106929"/>
                  <a:pt x="662450" y="1093335"/>
                  <a:pt x="679220" y="1093335"/>
                </a:cubicBezTo>
                <a:close/>
                <a:moveTo>
                  <a:pt x="606665" y="1093335"/>
                </a:moveTo>
                <a:cubicBezTo>
                  <a:pt x="623435" y="1093335"/>
                  <a:pt x="637029" y="1106929"/>
                  <a:pt x="637029" y="1123698"/>
                </a:cubicBezTo>
                <a:cubicBezTo>
                  <a:pt x="637029" y="1140468"/>
                  <a:pt x="623435" y="1154062"/>
                  <a:pt x="606665" y="1154062"/>
                </a:cubicBezTo>
                <a:cubicBezTo>
                  <a:pt x="589896" y="1154062"/>
                  <a:pt x="576302" y="1140468"/>
                  <a:pt x="576302" y="1123698"/>
                </a:cubicBezTo>
                <a:cubicBezTo>
                  <a:pt x="576302" y="1106929"/>
                  <a:pt x="589896" y="1093335"/>
                  <a:pt x="606665" y="1093335"/>
                </a:cubicBezTo>
                <a:close/>
                <a:moveTo>
                  <a:pt x="534111" y="1093335"/>
                </a:moveTo>
                <a:cubicBezTo>
                  <a:pt x="550880" y="1093335"/>
                  <a:pt x="564474" y="1106929"/>
                  <a:pt x="564474" y="1123698"/>
                </a:cubicBezTo>
                <a:cubicBezTo>
                  <a:pt x="564474" y="1140468"/>
                  <a:pt x="550880" y="1154062"/>
                  <a:pt x="534111" y="1154062"/>
                </a:cubicBezTo>
                <a:cubicBezTo>
                  <a:pt x="517341" y="1154062"/>
                  <a:pt x="503747" y="1140468"/>
                  <a:pt x="503747" y="1123698"/>
                </a:cubicBezTo>
                <a:cubicBezTo>
                  <a:pt x="503747" y="1106929"/>
                  <a:pt x="517341" y="1093335"/>
                  <a:pt x="534111" y="1093335"/>
                </a:cubicBezTo>
                <a:close/>
                <a:moveTo>
                  <a:pt x="461556" y="1093335"/>
                </a:moveTo>
                <a:cubicBezTo>
                  <a:pt x="478326" y="1093335"/>
                  <a:pt x="491920" y="1106929"/>
                  <a:pt x="491920" y="1123698"/>
                </a:cubicBezTo>
                <a:cubicBezTo>
                  <a:pt x="491920" y="1140468"/>
                  <a:pt x="478326" y="1154062"/>
                  <a:pt x="461556" y="1154062"/>
                </a:cubicBezTo>
                <a:cubicBezTo>
                  <a:pt x="444787" y="1154062"/>
                  <a:pt x="431192" y="1140468"/>
                  <a:pt x="431192" y="1123698"/>
                </a:cubicBezTo>
                <a:cubicBezTo>
                  <a:pt x="431192" y="1106929"/>
                  <a:pt x="444787" y="1093335"/>
                  <a:pt x="461556" y="1093335"/>
                </a:cubicBezTo>
                <a:close/>
                <a:moveTo>
                  <a:pt x="389002" y="1093335"/>
                </a:moveTo>
                <a:cubicBezTo>
                  <a:pt x="405771" y="1093335"/>
                  <a:pt x="419365" y="1106929"/>
                  <a:pt x="419365" y="1123698"/>
                </a:cubicBezTo>
                <a:cubicBezTo>
                  <a:pt x="419365" y="1140468"/>
                  <a:pt x="405771" y="1154062"/>
                  <a:pt x="389002" y="1154062"/>
                </a:cubicBezTo>
                <a:cubicBezTo>
                  <a:pt x="372232" y="1154062"/>
                  <a:pt x="358638" y="1140468"/>
                  <a:pt x="358638" y="1123698"/>
                </a:cubicBezTo>
                <a:cubicBezTo>
                  <a:pt x="358638" y="1106929"/>
                  <a:pt x="372232" y="1093335"/>
                  <a:pt x="389002" y="1093335"/>
                </a:cubicBezTo>
                <a:close/>
                <a:moveTo>
                  <a:pt x="316447" y="1093335"/>
                </a:moveTo>
                <a:cubicBezTo>
                  <a:pt x="333216" y="1093335"/>
                  <a:pt x="346810" y="1106929"/>
                  <a:pt x="346810" y="1123698"/>
                </a:cubicBezTo>
                <a:cubicBezTo>
                  <a:pt x="346810" y="1140468"/>
                  <a:pt x="333216" y="1154062"/>
                  <a:pt x="316447" y="1154062"/>
                </a:cubicBezTo>
                <a:cubicBezTo>
                  <a:pt x="299677" y="1154062"/>
                  <a:pt x="286084" y="1140468"/>
                  <a:pt x="286084" y="1123698"/>
                </a:cubicBezTo>
                <a:cubicBezTo>
                  <a:pt x="286084" y="1106929"/>
                  <a:pt x="299677" y="1093335"/>
                  <a:pt x="316447" y="1093335"/>
                </a:cubicBezTo>
                <a:close/>
                <a:moveTo>
                  <a:pt x="243892" y="1093335"/>
                </a:moveTo>
                <a:cubicBezTo>
                  <a:pt x="260662" y="1093335"/>
                  <a:pt x="274256" y="1106929"/>
                  <a:pt x="274256" y="1123698"/>
                </a:cubicBezTo>
                <a:cubicBezTo>
                  <a:pt x="274256" y="1140468"/>
                  <a:pt x="260662" y="1154062"/>
                  <a:pt x="243892" y="1154062"/>
                </a:cubicBezTo>
                <a:cubicBezTo>
                  <a:pt x="227123" y="1154062"/>
                  <a:pt x="213529" y="1140468"/>
                  <a:pt x="213529" y="1123698"/>
                </a:cubicBezTo>
                <a:cubicBezTo>
                  <a:pt x="213529" y="1106929"/>
                  <a:pt x="227123" y="1093335"/>
                  <a:pt x="243892" y="1093335"/>
                </a:cubicBezTo>
                <a:close/>
                <a:moveTo>
                  <a:pt x="171339" y="1093335"/>
                </a:moveTo>
                <a:cubicBezTo>
                  <a:pt x="188107" y="1093335"/>
                  <a:pt x="201701" y="1106929"/>
                  <a:pt x="201701" y="1123698"/>
                </a:cubicBezTo>
                <a:cubicBezTo>
                  <a:pt x="201701" y="1140468"/>
                  <a:pt x="188107" y="1154062"/>
                  <a:pt x="171339" y="1154062"/>
                </a:cubicBezTo>
                <a:cubicBezTo>
                  <a:pt x="154633" y="1154062"/>
                  <a:pt x="141040" y="1140468"/>
                  <a:pt x="141040" y="1123698"/>
                </a:cubicBezTo>
                <a:cubicBezTo>
                  <a:pt x="141040" y="1106929"/>
                  <a:pt x="154633" y="1093335"/>
                  <a:pt x="171339" y="1093335"/>
                </a:cubicBezTo>
                <a:close/>
                <a:moveTo>
                  <a:pt x="98858" y="1093335"/>
                </a:moveTo>
                <a:cubicBezTo>
                  <a:pt x="115622" y="1093335"/>
                  <a:pt x="129216" y="1106929"/>
                  <a:pt x="129216" y="1123698"/>
                </a:cubicBezTo>
                <a:cubicBezTo>
                  <a:pt x="129216" y="1140468"/>
                  <a:pt x="115622" y="1154062"/>
                  <a:pt x="98858" y="1154062"/>
                </a:cubicBezTo>
                <a:cubicBezTo>
                  <a:pt x="82086" y="1154062"/>
                  <a:pt x="68492" y="1140468"/>
                  <a:pt x="68492" y="1123698"/>
                </a:cubicBezTo>
                <a:cubicBezTo>
                  <a:pt x="68492" y="1106929"/>
                  <a:pt x="82086" y="1093335"/>
                  <a:pt x="98858" y="1093335"/>
                </a:cubicBezTo>
                <a:close/>
                <a:moveTo>
                  <a:pt x="26303" y="1093335"/>
                </a:moveTo>
                <a:cubicBezTo>
                  <a:pt x="43069" y="1093335"/>
                  <a:pt x="56664" y="1106929"/>
                  <a:pt x="56664" y="1123698"/>
                </a:cubicBezTo>
                <a:cubicBezTo>
                  <a:pt x="56664" y="1140468"/>
                  <a:pt x="43069" y="1154062"/>
                  <a:pt x="26303" y="1154062"/>
                </a:cubicBezTo>
                <a:cubicBezTo>
                  <a:pt x="17918" y="1154062"/>
                  <a:pt x="10327" y="1150664"/>
                  <a:pt x="4832" y="1145169"/>
                </a:cubicBezTo>
                <a:lnTo>
                  <a:pt x="0" y="1133503"/>
                </a:lnTo>
                <a:lnTo>
                  <a:pt x="0" y="1113894"/>
                </a:lnTo>
                <a:lnTo>
                  <a:pt x="4832" y="1102228"/>
                </a:lnTo>
                <a:cubicBezTo>
                  <a:pt x="10327" y="1096734"/>
                  <a:pt x="17918" y="1093335"/>
                  <a:pt x="26303" y="1093335"/>
                </a:cubicBezTo>
                <a:close/>
                <a:moveTo>
                  <a:pt x="1549874" y="1012883"/>
                </a:moveTo>
                <a:lnTo>
                  <a:pt x="1555552" y="1014029"/>
                </a:lnTo>
                <a:lnTo>
                  <a:pt x="1530465" y="1066106"/>
                </a:lnTo>
                <a:lnTo>
                  <a:pt x="1528404" y="1064717"/>
                </a:lnTo>
                <a:cubicBezTo>
                  <a:pt x="1522910" y="1059222"/>
                  <a:pt x="1519511" y="1051631"/>
                  <a:pt x="1519511" y="1043246"/>
                </a:cubicBezTo>
                <a:cubicBezTo>
                  <a:pt x="1519511" y="1026477"/>
                  <a:pt x="1533105" y="1012883"/>
                  <a:pt x="1549874" y="1012883"/>
                </a:cubicBezTo>
                <a:close/>
                <a:moveTo>
                  <a:pt x="1477320" y="1012883"/>
                </a:moveTo>
                <a:cubicBezTo>
                  <a:pt x="1494089" y="1012883"/>
                  <a:pt x="1507683" y="1026477"/>
                  <a:pt x="1507683" y="1043246"/>
                </a:cubicBezTo>
                <a:cubicBezTo>
                  <a:pt x="1507683" y="1060016"/>
                  <a:pt x="1494089" y="1073610"/>
                  <a:pt x="1477320" y="1073610"/>
                </a:cubicBezTo>
                <a:cubicBezTo>
                  <a:pt x="1460550" y="1073610"/>
                  <a:pt x="1446956" y="1060016"/>
                  <a:pt x="1446956" y="1043246"/>
                </a:cubicBezTo>
                <a:cubicBezTo>
                  <a:pt x="1446956" y="1026477"/>
                  <a:pt x="1460550" y="1012883"/>
                  <a:pt x="1477320" y="1012883"/>
                </a:cubicBezTo>
                <a:close/>
                <a:moveTo>
                  <a:pt x="1404765" y="1012883"/>
                </a:moveTo>
                <a:cubicBezTo>
                  <a:pt x="1421535" y="1012883"/>
                  <a:pt x="1435129" y="1026477"/>
                  <a:pt x="1435129" y="1043246"/>
                </a:cubicBezTo>
                <a:cubicBezTo>
                  <a:pt x="1435129" y="1060016"/>
                  <a:pt x="1421535" y="1073610"/>
                  <a:pt x="1404765" y="1073610"/>
                </a:cubicBezTo>
                <a:cubicBezTo>
                  <a:pt x="1387996" y="1073610"/>
                  <a:pt x="1374402" y="1060016"/>
                  <a:pt x="1374402" y="1043246"/>
                </a:cubicBezTo>
                <a:cubicBezTo>
                  <a:pt x="1374402" y="1026477"/>
                  <a:pt x="1387996" y="1012883"/>
                  <a:pt x="1404765" y="1012883"/>
                </a:cubicBezTo>
                <a:close/>
                <a:moveTo>
                  <a:pt x="1332211" y="1012883"/>
                </a:moveTo>
                <a:cubicBezTo>
                  <a:pt x="1348980" y="1012883"/>
                  <a:pt x="1362574" y="1026477"/>
                  <a:pt x="1362574" y="1043246"/>
                </a:cubicBezTo>
                <a:cubicBezTo>
                  <a:pt x="1362574" y="1060016"/>
                  <a:pt x="1348980" y="1073610"/>
                  <a:pt x="1332211" y="1073610"/>
                </a:cubicBezTo>
                <a:cubicBezTo>
                  <a:pt x="1315441" y="1073610"/>
                  <a:pt x="1301847" y="1060016"/>
                  <a:pt x="1301847" y="1043246"/>
                </a:cubicBezTo>
                <a:cubicBezTo>
                  <a:pt x="1301847" y="1026477"/>
                  <a:pt x="1315441" y="1012883"/>
                  <a:pt x="1332211" y="1012883"/>
                </a:cubicBezTo>
                <a:close/>
                <a:moveTo>
                  <a:pt x="1259656" y="1012883"/>
                </a:moveTo>
                <a:cubicBezTo>
                  <a:pt x="1276426" y="1012883"/>
                  <a:pt x="1290020" y="1026477"/>
                  <a:pt x="1290020" y="1043246"/>
                </a:cubicBezTo>
                <a:cubicBezTo>
                  <a:pt x="1290020" y="1060016"/>
                  <a:pt x="1276426" y="1073610"/>
                  <a:pt x="1259656" y="1073610"/>
                </a:cubicBezTo>
                <a:cubicBezTo>
                  <a:pt x="1242887" y="1073610"/>
                  <a:pt x="1229293" y="1060016"/>
                  <a:pt x="1229293" y="1043246"/>
                </a:cubicBezTo>
                <a:cubicBezTo>
                  <a:pt x="1229293" y="1026477"/>
                  <a:pt x="1242887" y="1012883"/>
                  <a:pt x="1259656" y="1012883"/>
                </a:cubicBezTo>
                <a:close/>
                <a:moveTo>
                  <a:pt x="1187102" y="1012883"/>
                </a:moveTo>
                <a:cubicBezTo>
                  <a:pt x="1203871" y="1012883"/>
                  <a:pt x="1217465" y="1026477"/>
                  <a:pt x="1217465" y="1043246"/>
                </a:cubicBezTo>
                <a:cubicBezTo>
                  <a:pt x="1217465" y="1060016"/>
                  <a:pt x="1203871" y="1073610"/>
                  <a:pt x="1187102" y="1073610"/>
                </a:cubicBezTo>
                <a:cubicBezTo>
                  <a:pt x="1170332" y="1073610"/>
                  <a:pt x="1156738" y="1060016"/>
                  <a:pt x="1156738" y="1043246"/>
                </a:cubicBezTo>
                <a:cubicBezTo>
                  <a:pt x="1156738" y="1026477"/>
                  <a:pt x="1170332" y="1012883"/>
                  <a:pt x="1187102" y="1012883"/>
                </a:cubicBezTo>
                <a:close/>
                <a:moveTo>
                  <a:pt x="1114547" y="1012883"/>
                </a:moveTo>
                <a:cubicBezTo>
                  <a:pt x="1131317" y="1012883"/>
                  <a:pt x="1144911" y="1026477"/>
                  <a:pt x="1144911" y="1043246"/>
                </a:cubicBezTo>
                <a:cubicBezTo>
                  <a:pt x="1144911" y="1060016"/>
                  <a:pt x="1131317" y="1073610"/>
                  <a:pt x="1114547" y="1073610"/>
                </a:cubicBezTo>
                <a:cubicBezTo>
                  <a:pt x="1097778" y="1073610"/>
                  <a:pt x="1084184" y="1060016"/>
                  <a:pt x="1084184" y="1043246"/>
                </a:cubicBezTo>
                <a:cubicBezTo>
                  <a:pt x="1084184" y="1026477"/>
                  <a:pt x="1097778" y="1012883"/>
                  <a:pt x="1114547" y="1012883"/>
                </a:cubicBezTo>
                <a:close/>
                <a:moveTo>
                  <a:pt x="1041993" y="1012883"/>
                </a:moveTo>
                <a:cubicBezTo>
                  <a:pt x="1058762" y="1012883"/>
                  <a:pt x="1072356" y="1026477"/>
                  <a:pt x="1072356" y="1043246"/>
                </a:cubicBezTo>
                <a:cubicBezTo>
                  <a:pt x="1072356" y="1060016"/>
                  <a:pt x="1058762" y="1073610"/>
                  <a:pt x="1041993" y="1073610"/>
                </a:cubicBezTo>
                <a:cubicBezTo>
                  <a:pt x="1025223" y="1073610"/>
                  <a:pt x="1011629" y="1060016"/>
                  <a:pt x="1011629" y="1043246"/>
                </a:cubicBezTo>
                <a:cubicBezTo>
                  <a:pt x="1011629" y="1026477"/>
                  <a:pt x="1025223" y="1012883"/>
                  <a:pt x="1041993" y="1012883"/>
                </a:cubicBezTo>
                <a:close/>
                <a:moveTo>
                  <a:pt x="969438" y="1012883"/>
                </a:moveTo>
                <a:cubicBezTo>
                  <a:pt x="986208" y="1012883"/>
                  <a:pt x="999801" y="1026477"/>
                  <a:pt x="999801" y="1043246"/>
                </a:cubicBezTo>
                <a:cubicBezTo>
                  <a:pt x="999801" y="1060016"/>
                  <a:pt x="986208" y="1073610"/>
                  <a:pt x="969438" y="1073610"/>
                </a:cubicBezTo>
                <a:cubicBezTo>
                  <a:pt x="952669" y="1073610"/>
                  <a:pt x="939075" y="1060016"/>
                  <a:pt x="939075" y="1043246"/>
                </a:cubicBezTo>
                <a:cubicBezTo>
                  <a:pt x="939075" y="1026477"/>
                  <a:pt x="952669" y="1012883"/>
                  <a:pt x="969438" y="1012883"/>
                </a:cubicBezTo>
                <a:close/>
                <a:moveTo>
                  <a:pt x="896883" y="1012883"/>
                </a:moveTo>
                <a:cubicBezTo>
                  <a:pt x="913653" y="1012883"/>
                  <a:pt x="927247" y="1026477"/>
                  <a:pt x="927247" y="1043246"/>
                </a:cubicBezTo>
                <a:cubicBezTo>
                  <a:pt x="927247" y="1060016"/>
                  <a:pt x="913653" y="1073610"/>
                  <a:pt x="896883" y="1073610"/>
                </a:cubicBezTo>
                <a:cubicBezTo>
                  <a:pt x="880114" y="1073610"/>
                  <a:pt x="866520" y="1060016"/>
                  <a:pt x="866520" y="1043246"/>
                </a:cubicBezTo>
                <a:cubicBezTo>
                  <a:pt x="866520" y="1026477"/>
                  <a:pt x="880114" y="1012883"/>
                  <a:pt x="896883" y="1012883"/>
                </a:cubicBezTo>
                <a:close/>
                <a:moveTo>
                  <a:pt x="824329" y="1012883"/>
                </a:moveTo>
                <a:cubicBezTo>
                  <a:pt x="841098" y="1012883"/>
                  <a:pt x="854692" y="1026477"/>
                  <a:pt x="854692" y="1043246"/>
                </a:cubicBezTo>
                <a:cubicBezTo>
                  <a:pt x="854692" y="1060016"/>
                  <a:pt x="841098" y="1073610"/>
                  <a:pt x="824329" y="1073610"/>
                </a:cubicBezTo>
                <a:cubicBezTo>
                  <a:pt x="807559" y="1073610"/>
                  <a:pt x="793965" y="1060016"/>
                  <a:pt x="793965" y="1043246"/>
                </a:cubicBezTo>
                <a:cubicBezTo>
                  <a:pt x="793965" y="1026477"/>
                  <a:pt x="807559" y="1012883"/>
                  <a:pt x="824329" y="1012883"/>
                </a:cubicBezTo>
                <a:close/>
                <a:moveTo>
                  <a:pt x="751774" y="1012883"/>
                </a:moveTo>
                <a:cubicBezTo>
                  <a:pt x="768544" y="1012883"/>
                  <a:pt x="782138" y="1026477"/>
                  <a:pt x="782138" y="1043246"/>
                </a:cubicBezTo>
                <a:cubicBezTo>
                  <a:pt x="782138" y="1060016"/>
                  <a:pt x="768544" y="1073610"/>
                  <a:pt x="751774" y="1073610"/>
                </a:cubicBezTo>
                <a:cubicBezTo>
                  <a:pt x="735005" y="1073610"/>
                  <a:pt x="721411" y="1060016"/>
                  <a:pt x="721411" y="1043246"/>
                </a:cubicBezTo>
                <a:cubicBezTo>
                  <a:pt x="721411" y="1026477"/>
                  <a:pt x="735005" y="1012883"/>
                  <a:pt x="751774" y="1012883"/>
                </a:cubicBezTo>
                <a:close/>
                <a:moveTo>
                  <a:pt x="679220" y="1012883"/>
                </a:moveTo>
                <a:cubicBezTo>
                  <a:pt x="695989" y="1012883"/>
                  <a:pt x="709583" y="1026477"/>
                  <a:pt x="709583" y="1043246"/>
                </a:cubicBezTo>
                <a:cubicBezTo>
                  <a:pt x="709583" y="1060016"/>
                  <a:pt x="695989" y="1073610"/>
                  <a:pt x="679220" y="1073610"/>
                </a:cubicBezTo>
                <a:cubicBezTo>
                  <a:pt x="662450" y="1073610"/>
                  <a:pt x="648856" y="1060016"/>
                  <a:pt x="648856" y="1043246"/>
                </a:cubicBezTo>
                <a:cubicBezTo>
                  <a:pt x="648856" y="1026477"/>
                  <a:pt x="662450" y="1012883"/>
                  <a:pt x="679220" y="1012883"/>
                </a:cubicBezTo>
                <a:close/>
                <a:moveTo>
                  <a:pt x="606665" y="1012883"/>
                </a:moveTo>
                <a:cubicBezTo>
                  <a:pt x="623435" y="1012883"/>
                  <a:pt x="637029" y="1026477"/>
                  <a:pt x="637029" y="1043246"/>
                </a:cubicBezTo>
                <a:cubicBezTo>
                  <a:pt x="637029" y="1060016"/>
                  <a:pt x="623435" y="1073610"/>
                  <a:pt x="606665" y="1073610"/>
                </a:cubicBezTo>
                <a:cubicBezTo>
                  <a:pt x="589896" y="1073610"/>
                  <a:pt x="576302" y="1060016"/>
                  <a:pt x="576302" y="1043246"/>
                </a:cubicBezTo>
                <a:cubicBezTo>
                  <a:pt x="576302" y="1026477"/>
                  <a:pt x="589896" y="1012883"/>
                  <a:pt x="606665" y="1012883"/>
                </a:cubicBezTo>
                <a:close/>
                <a:moveTo>
                  <a:pt x="534111" y="1012883"/>
                </a:moveTo>
                <a:cubicBezTo>
                  <a:pt x="550880" y="1012883"/>
                  <a:pt x="564474" y="1026477"/>
                  <a:pt x="564474" y="1043246"/>
                </a:cubicBezTo>
                <a:cubicBezTo>
                  <a:pt x="564474" y="1060016"/>
                  <a:pt x="550880" y="1073610"/>
                  <a:pt x="534111" y="1073610"/>
                </a:cubicBezTo>
                <a:cubicBezTo>
                  <a:pt x="517341" y="1073610"/>
                  <a:pt x="503747" y="1060016"/>
                  <a:pt x="503747" y="1043246"/>
                </a:cubicBezTo>
                <a:cubicBezTo>
                  <a:pt x="503747" y="1026477"/>
                  <a:pt x="517341" y="1012883"/>
                  <a:pt x="534111" y="1012883"/>
                </a:cubicBezTo>
                <a:close/>
                <a:moveTo>
                  <a:pt x="461556" y="1012883"/>
                </a:moveTo>
                <a:cubicBezTo>
                  <a:pt x="478326" y="1012883"/>
                  <a:pt x="491920" y="1026477"/>
                  <a:pt x="491920" y="1043246"/>
                </a:cubicBezTo>
                <a:cubicBezTo>
                  <a:pt x="491920" y="1060016"/>
                  <a:pt x="478326" y="1073610"/>
                  <a:pt x="461556" y="1073610"/>
                </a:cubicBezTo>
                <a:cubicBezTo>
                  <a:pt x="444787" y="1073610"/>
                  <a:pt x="431192" y="1060016"/>
                  <a:pt x="431192" y="1043246"/>
                </a:cubicBezTo>
                <a:cubicBezTo>
                  <a:pt x="431192" y="1026477"/>
                  <a:pt x="444787" y="1012883"/>
                  <a:pt x="461556" y="1012883"/>
                </a:cubicBezTo>
                <a:close/>
                <a:moveTo>
                  <a:pt x="389002" y="1012883"/>
                </a:moveTo>
                <a:cubicBezTo>
                  <a:pt x="405771" y="1012883"/>
                  <a:pt x="419365" y="1026477"/>
                  <a:pt x="419365" y="1043246"/>
                </a:cubicBezTo>
                <a:cubicBezTo>
                  <a:pt x="419365" y="1060016"/>
                  <a:pt x="405771" y="1073610"/>
                  <a:pt x="389002" y="1073610"/>
                </a:cubicBezTo>
                <a:cubicBezTo>
                  <a:pt x="372232" y="1073610"/>
                  <a:pt x="358638" y="1060016"/>
                  <a:pt x="358638" y="1043246"/>
                </a:cubicBezTo>
                <a:cubicBezTo>
                  <a:pt x="358638" y="1026477"/>
                  <a:pt x="372232" y="1012883"/>
                  <a:pt x="389002" y="1012883"/>
                </a:cubicBezTo>
                <a:close/>
                <a:moveTo>
                  <a:pt x="316447" y="1012883"/>
                </a:moveTo>
                <a:cubicBezTo>
                  <a:pt x="333216" y="1012883"/>
                  <a:pt x="346810" y="1026477"/>
                  <a:pt x="346810" y="1043246"/>
                </a:cubicBezTo>
                <a:cubicBezTo>
                  <a:pt x="346810" y="1060016"/>
                  <a:pt x="333216" y="1073610"/>
                  <a:pt x="316447" y="1073610"/>
                </a:cubicBezTo>
                <a:cubicBezTo>
                  <a:pt x="299677" y="1073610"/>
                  <a:pt x="286084" y="1060016"/>
                  <a:pt x="286084" y="1043246"/>
                </a:cubicBezTo>
                <a:cubicBezTo>
                  <a:pt x="286084" y="1026477"/>
                  <a:pt x="299677" y="1012883"/>
                  <a:pt x="316447" y="1012883"/>
                </a:cubicBezTo>
                <a:close/>
                <a:moveTo>
                  <a:pt x="243892" y="1012883"/>
                </a:moveTo>
                <a:cubicBezTo>
                  <a:pt x="260662" y="1012883"/>
                  <a:pt x="274256" y="1026477"/>
                  <a:pt x="274256" y="1043246"/>
                </a:cubicBezTo>
                <a:cubicBezTo>
                  <a:pt x="274256" y="1060016"/>
                  <a:pt x="260662" y="1073610"/>
                  <a:pt x="243892" y="1073610"/>
                </a:cubicBezTo>
                <a:cubicBezTo>
                  <a:pt x="227123" y="1073610"/>
                  <a:pt x="213529" y="1060016"/>
                  <a:pt x="213529" y="1043246"/>
                </a:cubicBezTo>
                <a:cubicBezTo>
                  <a:pt x="213529" y="1026477"/>
                  <a:pt x="227123" y="1012883"/>
                  <a:pt x="243892" y="1012883"/>
                </a:cubicBezTo>
                <a:close/>
                <a:moveTo>
                  <a:pt x="171339" y="1012883"/>
                </a:moveTo>
                <a:cubicBezTo>
                  <a:pt x="188107" y="1012883"/>
                  <a:pt x="201701" y="1026477"/>
                  <a:pt x="201701" y="1043246"/>
                </a:cubicBezTo>
                <a:cubicBezTo>
                  <a:pt x="201701" y="1060016"/>
                  <a:pt x="188107" y="1073610"/>
                  <a:pt x="171339" y="1073610"/>
                </a:cubicBezTo>
                <a:cubicBezTo>
                  <a:pt x="154639" y="1073610"/>
                  <a:pt x="141045" y="1060016"/>
                  <a:pt x="141045" y="1043246"/>
                </a:cubicBezTo>
                <a:cubicBezTo>
                  <a:pt x="141045" y="1026477"/>
                  <a:pt x="154639" y="1012883"/>
                  <a:pt x="171339" y="1012883"/>
                </a:cubicBezTo>
                <a:close/>
                <a:moveTo>
                  <a:pt x="98865" y="1012883"/>
                </a:moveTo>
                <a:cubicBezTo>
                  <a:pt x="115628" y="1012883"/>
                  <a:pt x="129222" y="1026477"/>
                  <a:pt x="129222" y="1043246"/>
                </a:cubicBezTo>
                <a:cubicBezTo>
                  <a:pt x="129222" y="1060016"/>
                  <a:pt x="115628" y="1073610"/>
                  <a:pt x="98865" y="1073610"/>
                </a:cubicBezTo>
                <a:cubicBezTo>
                  <a:pt x="82093" y="1073610"/>
                  <a:pt x="68498" y="1060016"/>
                  <a:pt x="68498" y="1043246"/>
                </a:cubicBezTo>
                <a:cubicBezTo>
                  <a:pt x="68498" y="1026477"/>
                  <a:pt x="82093" y="1012883"/>
                  <a:pt x="98865" y="1012883"/>
                </a:cubicBezTo>
                <a:close/>
                <a:moveTo>
                  <a:pt x="26309" y="1012883"/>
                </a:moveTo>
                <a:cubicBezTo>
                  <a:pt x="43075" y="1012883"/>
                  <a:pt x="56670" y="1026477"/>
                  <a:pt x="56670" y="1043246"/>
                </a:cubicBezTo>
                <a:cubicBezTo>
                  <a:pt x="56670" y="1060016"/>
                  <a:pt x="43075" y="1073610"/>
                  <a:pt x="26309" y="1073610"/>
                </a:cubicBezTo>
                <a:cubicBezTo>
                  <a:pt x="17924" y="1073610"/>
                  <a:pt x="10333" y="1070212"/>
                  <a:pt x="4838" y="1064717"/>
                </a:cubicBezTo>
                <a:lnTo>
                  <a:pt x="0" y="1053036"/>
                </a:lnTo>
                <a:lnTo>
                  <a:pt x="0" y="1033457"/>
                </a:lnTo>
                <a:lnTo>
                  <a:pt x="4838" y="1021776"/>
                </a:lnTo>
                <a:cubicBezTo>
                  <a:pt x="10333" y="1016282"/>
                  <a:pt x="17924" y="1012883"/>
                  <a:pt x="26309" y="1012883"/>
                </a:cubicBezTo>
                <a:close/>
                <a:moveTo>
                  <a:pt x="1549874" y="932431"/>
                </a:moveTo>
                <a:cubicBezTo>
                  <a:pt x="1558259" y="932431"/>
                  <a:pt x="1565850" y="935830"/>
                  <a:pt x="1571345" y="941324"/>
                </a:cubicBezTo>
                <a:lnTo>
                  <a:pt x="1577296" y="955693"/>
                </a:lnTo>
                <a:lnTo>
                  <a:pt x="1565363" y="988298"/>
                </a:lnTo>
                <a:lnTo>
                  <a:pt x="1561694" y="990772"/>
                </a:lnTo>
                <a:cubicBezTo>
                  <a:pt x="1558061" y="992309"/>
                  <a:pt x="1554067" y="993158"/>
                  <a:pt x="1549874" y="993158"/>
                </a:cubicBezTo>
                <a:cubicBezTo>
                  <a:pt x="1533105" y="993158"/>
                  <a:pt x="1519511" y="979564"/>
                  <a:pt x="1519511" y="962795"/>
                </a:cubicBezTo>
                <a:cubicBezTo>
                  <a:pt x="1519511" y="946025"/>
                  <a:pt x="1533105" y="932431"/>
                  <a:pt x="1549874" y="932431"/>
                </a:cubicBezTo>
                <a:close/>
                <a:moveTo>
                  <a:pt x="1477320" y="932431"/>
                </a:moveTo>
                <a:cubicBezTo>
                  <a:pt x="1494089" y="932431"/>
                  <a:pt x="1507683" y="946025"/>
                  <a:pt x="1507683" y="962795"/>
                </a:cubicBezTo>
                <a:cubicBezTo>
                  <a:pt x="1507683" y="979564"/>
                  <a:pt x="1494089" y="993158"/>
                  <a:pt x="1477320" y="993158"/>
                </a:cubicBezTo>
                <a:cubicBezTo>
                  <a:pt x="1460550" y="993158"/>
                  <a:pt x="1446956" y="979564"/>
                  <a:pt x="1446956" y="962795"/>
                </a:cubicBezTo>
                <a:cubicBezTo>
                  <a:pt x="1446956" y="946025"/>
                  <a:pt x="1460550" y="932431"/>
                  <a:pt x="1477320" y="932431"/>
                </a:cubicBezTo>
                <a:close/>
                <a:moveTo>
                  <a:pt x="1404765" y="932431"/>
                </a:moveTo>
                <a:cubicBezTo>
                  <a:pt x="1421535" y="932431"/>
                  <a:pt x="1435129" y="946025"/>
                  <a:pt x="1435129" y="962795"/>
                </a:cubicBezTo>
                <a:cubicBezTo>
                  <a:pt x="1435129" y="979564"/>
                  <a:pt x="1421535" y="993158"/>
                  <a:pt x="1404765" y="993158"/>
                </a:cubicBezTo>
                <a:cubicBezTo>
                  <a:pt x="1387996" y="993158"/>
                  <a:pt x="1374402" y="979564"/>
                  <a:pt x="1374402" y="962795"/>
                </a:cubicBezTo>
                <a:cubicBezTo>
                  <a:pt x="1374402" y="946025"/>
                  <a:pt x="1387996" y="932431"/>
                  <a:pt x="1404765" y="932431"/>
                </a:cubicBezTo>
                <a:close/>
                <a:moveTo>
                  <a:pt x="1332211" y="932431"/>
                </a:moveTo>
                <a:cubicBezTo>
                  <a:pt x="1348980" y="932431"/>
                  <a:pt x="1362574" y="946025"/>
                  <a:pt x="1362574" y="962795"/>
                </a:cubicBezTo>
                <a:cubicBezTo>
                  <a:pt x="1362574" y="979564"/>
                  <a:pt x="1348980" y="993158"/>
                  <a:pt x="1332211" y="993158"/>
                </a:cubicBezTo>
                <a:cubicBezTo>
                  <a:pt x="1315441" y="993158"/>
                  <a:pt x="1301847" y="979564"/>
                  <a:pt x="1301847" y="962795"/>
                </a:cubicBezTo>
                <a:cubicBezTo>
                  <a:pt x="1301847" y="946025"/>
                  <a:pt x="1315441" y="932431"/>
                  <a:pt x="1332211" y="932431"/>
                </a:cubicBezTo>
                <a:close/>
                <a:moveTo>
                  <a:pt x="1259656" y="932431"/>
                </a:moveTo>
                <a:cubicBezTo>
                  <a:pt x="1276426" y="932431"/>
                  <a:pt x="1290020" y="946025"/>
                  <a:pt x="1290020" y="962795"/>
                </a:cubicBezTo>
                <a:cubicBezTo>
                  <a:pt x="1290020" y="979564"/>
                  <a:pt x="1276426" y="993158"/>
                  <a:pt x="1259656" y="993158"/>
                </a:cubicBezTo>
                <a:cubicBezTo>
                  <a:pt x="1242887" y="993158"/>
                  <a:pt x="1229293" y="979564"/>
                  <a:pt x="1229293" y="962795"/>
                </a:cubicBezTo>
                <a:cubicBezTo>
                  <a:pt x="1229293" y="946025"/>
                  <a:pt x="1242887" y="932431"/>
                  <a:pt x="1259656" y="932431"/>
                </a:cubicBezTo>
                <a:close/>
                <a:moveTo>
                  <a:pt x="1187102" y="932431"/>
                </a:moveTo>
                <a:cubicBezTo>
                  <a:pt x="1203871" y="932431"/>
                  <a:pt x="1217465" y="946025"/>
                  <a:pt x="1217465" y="962795"/>
                </a:cubicBezTo>
                <a:cubicBezTo>
                  <a:pt x="1217465" y="979564"/>
                  <a:pt x="1203871" y="993158"/>
                  <a:pt x="1187102" y="993158"/>
                </a:cubicBezTo>
                <a:cubicBezTo>
                  <a:pt x="1170332" y="993158"/>
                  <a:pt x="1156738" y="979564"/>
                  <a:pt x="1156738" y="962795"/>
                </a:cubicBezTo>
                <a:cubicBezTo>
                  <a:pt x="1156738" y="946025"/>
                  <a:pt x="1170332" y="932431"/>
                  <a:pt x="1187102" y="932431"/>
                </a:cubicBezTo>
                <a:close/>
                <a:moveTo>
                  <a:pt x="1114547" y="932431"/>
                </a:moveTo>
                <a:cubicBezTo>
                  <a:pt x="1131317" y="932431"/>
                  <a:pt x="1144911" y="946025"/>
                  <a:pt x="1144911" y="962795"/>
                </a:cubicBezTo>
                <a:cubicBezTo>
                  <a:pt x="1144911" y="979564"/>
                  <a:pt x="1131317" y="993158"/>
                  <a:pt x="1114547" y="993158"/>
                </a:cubicBezTo>
                <a:cubicBezTo>
                  <a:pt x="1097778" y="993158"/>
                  <a:pt x="1084184" y="979564"/>
                  <a:pt x="1084184" y="962795"/>
                </a:cubicBezTo>
                <a:cubicBezTo>
                  <a:pt x="1084184" y="946025"/>
                  <a:pt x="1097778" y="932431"/>
                  <a:pt x="1114547" y="932431"/>
                </a:cubicBezTo>
                <a:close/>
                <a:moveTo>
                  <a:pt x="1041993" y="932431"/>
                </a:moveTo>
                <a:cubicBezTo>
                  <a:pt x="1058762" y="932431"/>
                  <a:pt x="1072356" y="946025"/>
                  <a:pt x="1072356" y="962795"/>
                </a:cubicBezTo>
                <a:cubicBezTo>
                  <a:pt x="1072356" y="979564"/>
                  <a:pt x="1058762" y="993158"/>
                  <a:pt x="1041993" y="993158"/>
                </a:cubicBezTo>
                <a:cubicBezTo>
                  <a:pt x="1025223" y="993158"/>
                  <a:pt x="1011629" y="979564"/>
                  <a:pt x="1011629" y="962795"/>
                </a:cubicBezTo>
                <a:cubicBezTo>
                  <a:pt x="1011629" y="946025"/>
                  <a:pt x="1025223" y="932431"/>
                  <a:pt x="1041993" y="932431"/>
                </a:cubicBezTo>
                <a:close/>
                <a:moveTo>
                  <a:pt x="969438" y="932431"/>
                </a:moveTo>
                <a:cubicBezTo>
                  <a:pt x="986208" y="932431"/>
                  <a:pt x="999801" y="946025"/>
                  <a:pt x="999801" y="962795"/>
                </a:cubicBezTo>
                <a:cubicBezTo>
                  <a:pt x="999801" y="979564"/>
                  <a:pt x="986208" y="993158"/>
                  <a:pt x="969438" y="993158"/>
                </a:cubicBezTo>
                <a:cubicBezTo>
                  <a:pt x="952669" y="993158"/>
                  <a:pt x="939075" y="979564"/>
                  <a:pt x="939075" y="962795"/>
                </a:cubicBezTo>
                <a:cubicBezTo>
                  <a:pt x="939075" y="946025"/>
                  <a:pt x="952669" y="932431"/>
                  <a:pt x="969438" y="932431"/>
                </a:cubicBezTo>
                <a:close/>
                <a:moveTo>
                  <a:pt x="896883" y="932431"/>
                </a:moveTo>
                <a:cubicBezTo>
                  <a:pt x="913653" y="932431"/>
                  <a:pt x="927247" y="946025"/>
                  <a:pt x="927247" y="962795"/>
                </a:cubicBezTo>
                <a:cubicBezTo>
                  <a:pt x="927247" y="979564"/>
                  <a:pt x="913653" y="993158"/>
                  <a:pt x="896883" y="993158"/>
                </a:cubicBezTo>
                <a:cubicBezTo>
                  <a:pt x="880114" y="993158"/>
                  <a:pt x="866520" y="979564"/>
                  <a:pt x="866520" y="962795"/>
                </a:cubicBezTo>
                <a:cubicBezTo>
                  <a:pt x="866520" y="946025"/>
                  <a:pt x="880114" y="932431"/>
                  <a:pt x="896883" y="932431"/>
                </a:cubicBezTo>
                <a:close/>
                <a:moveTo>
                  <a:pt x="824329" y="932431"/>
                </a:moveTo>
                <a:cubicBezTo>
                  <a:pt x="841098" y="932431"/>
                  <a:pt x="854692" y="946025"/>
                  <a:pt x="854692" y="962795"/>
                </a:cubicBezTo>
                <a:cubicBezTo>
                  <a:pt x="854692" y="979564"/>
                  <a:pt x="841098" y="993158"/>
                  <a:pt x="824329" y="993158"/>
                </a:cubicBezTo>
                <a:cubicBezTo>
                  <a:pt x="807559" y="993158"/>
                  <a:pt x="793965" y="979564"/>
                  <a:pt x="793965" y="962795"/>
                </a:cubicBezTo>
                <a:cubicBezTo>
                  <a:pt x="793965" y="946025"/>
                  <a:pt x="807559" y="932431"/>
                  <a:pt x="824329" y="932431"/>
                </a:cubicBezTo>
                <a:close/>
                <a:moveTo>
                  <a:pt x="751774" y="932431"/>
                </a:moveTo>
                <a:cubicBezTo>
                  <a:pt x="768544" y="932431"/>
                  <a:pt x="782138" y="946025"/>
                  <a:pt x="782138" y="962795"/>
                </a:cubicBezTo>
                <a:cubicBezTo>
                  <a:pt x="782138" y="979564"/>
                  <a:pt x="768544" y="993158"/>
                  <a:pt x="751774" y="993158"/>
                </a:cubicBezTo>
                <a:cubicBezTo>
                  <a:pt x="735005" y="993158"/>
                  <a:pt x="721411" y="979564"/>
                  <a:pt x="721411" y="962795"/>
                </a:cubicBezTo>
                <a:cubicBezTo>
                  <a:pt x="721411" y="946025"/>
                  <a:pt x="735005" y="932431"/>
                  <a:pt x="751774" y="932431"/>
                </a:cubicBezTo>
                <a:close/>
                <a:moveTo>
                  <a:pt x="679220" y="932431"/>
                </a:moveTo>
                <a:cubicBezTo>
                  <a:pt x="695989" y="932431"/>
                  <a:pt x="709583" y="946025"/>
                  <a:pt x="709583" y="962795"/>
                </a:cubicBezTo>
                <a:cubicBezTo>
                  <a:pt x="709583" y="979564"/>
                  <a:pt x="695989" y="993158"/>
                  <a:pt x="679220" y="993158"/>
                </a:cubicBezTo>
                <a:cubicBezTo>
                  <a:pt x="662450" y="993158"/>
                  <a:pt x="648856" y="979564"/>
                  <a:pt x="648856" y="962795"/>
                </a:cubicBezTo>
                <a:cubicBezTo>
                  <a:pt x="648856" y="946025"/>
                  <a:pt x="662450" y="932431"/>
                  <a:pt x="679220" y="932431"/>
                </a:cubicBezTo>
                <a:close/>
                <a:moveTo>
                  <a:pt x="606665" y="932431"/>
                </a:moveTo>
                <a:cubicBezTo>
                  <a:pt x="623435" y="932431"/>
                  <a:pt x="637029" y="946025"/>
                  <a:pt x="637029" y="962795"/>
                </a:cubicBezTo>
                <a:cubicBezTo>
                  <a:pt x="637029" y="979564"/>
                  <a:pt x="623435" y="993158"/>
                  <a:pt x="606665" y="993158"/>
                </a:cubicBezTo>
                <a:cubicBezTo>
                  <a:pt x="589896" y="993158"/>
                  <a:pt x="576302" y="979564"/>
                  <a:pt x="576302" y="962795"/>
                </a:cubicBezTo>
                <a:cubicBezTo>
                  <a:pt x="576302" y="946025"/>
                  <a:pt x="589896" y="932431"/>
                  <a:pt x="606665" y="932431"/>
                </a:cubicBezTo>
                <a:close/>
                <a:moveTo>
                  <a:pt x="534111" y="932431"/>
                </a:moveTo>
                <a:cubicBezTo>
                  <a:pt x="550880" y="932431"/>
                  <a:pt x="564474" y="946025"/>
                  <a:pt x="564474" y="962795"/>
                </a:cubicBezTo>
                <a:cubicBezTo>
                  <a:pt x="564474" y="979564"/>
                  <a:pt x="550880" y="993158"/>
                  <a:pt x="534111" y="993158"/>
                </a:cubicBezTo>
                <a:cubicBezTo>
                  <a:pt x="517341" y="993158"/>
                  <a:pt x="503747" y="979564"/>
                  <a:pt x="503747" y="962795"/>
                </a:cubicBezTo>
                <a:cubicBezTo>
                  <a:pt x="503747" y="946025"/>
                  <a:pt x="517341" y="932431"/>
                  <a:pt x="534111" y="932431"/>
                </a:cubicBezTo>
                <a:close/>
                <a:moveTo>
                  <a:pt x="461556" y="932431"/>
                </a:moveTo>
                <a:cubicBezTo>
                  <a:pt x="478326" y="932431"/>
                  <a:pt x="491920" y="946025"/>
                  <a:pt x="491920" y="962795"/>
                </a:cubicBezTo>
                <a:cubicBezTo>
                  <a:pt x="491920" y="979564"/>
                  <a:pt x="478326" y="993158"/>
                  <a:pt x="461556" y="993158"/>
                </a:cubicBezTo>
                <a:cubicBezTo>
                  <a:pt x="444787" y="993158"/>
                  <a:pt x="431192" y="979564"/>
                  <a:pt x="431192" y="962795"/>
                </a:cubicBezTo>
                <a:cubicBezTo>
                  <a:pt x="431192" y="946025"/>
                  <a:pt x="444787" y="932431"/>
                  <a:pt x="461556" y="932431"/>
                </a:cubicBezTo>
                <a:close/>
                <a:moveTo>
                  <a:pt x="389002" y="932431"/>
                </a:moveTo>
                <a:cubicBezTo>
                  <a:pt x="405771" y="932431"/>
                  <a:pt x="419365" y="946025"/>
                  <a:pt x="419365" y="962795"/>
                </a:cubicBezTo>
                <a:cubicBezTo>
                  <a:pt x="419365" y="979564"/>
                  <a:pt x="405771" y="993158"/>
                  <a:pt x="389002" y="993158"/>
                </a:cubicBezTo>
                <a:cubicBezTo>
                  <a:pt x="372232" y="993158"/>
                  <a:pt x="358638" y="979564"/>
                  <a:pt x="358638" y="962795"/>
                </a:cubicBezTo>
                <a:cubicBezTo>
                  <a:pt x="358638" y="946025"/>
                  <a:pt x="372232" y="932431"/>
                  <a:pt x="389002" y="932431"/>
                </a:cubicBezTo>
                <a:close/>
                <a:moveTo>
                  <a:pt x="316447" y="932431"/>
                </a:moveTo>
                <a:cubicBezTo>
                  <a:pt x="333216" y="932431"/>
                  <a:pt x="346810" y="946025"/>
                  <a:pt x="346810" y="962795"/>
                </a:cubicBezTo>
                <a:cubicBezTo>
                  <a:pt x="346810" y="979564"/>
                  <a:pt x="333216" y="993158"/>
                  <a:pt x="316447" y="993158"/>
                </a:cubicBezTo>
                <a:cubicBezTo>
                  <a:pt x="299677" y="993158"/>
                  <a:pt x="286084" y="979564"/>
                  <a:pt x="286084" y="962795"/>
                </a:cubicBezTo>
                <a:cubicBezTo>
                  <a:pt x="286084" y="946025"/>
                  <a:pt x="299677" y="932431"/>
                  <a:pt x="316447" y="932431"/>
                </a:cubicBezTo>
                <a:close/>
                <a:moveTo>
                  <a:pt x="243892" y="932431"/>
                </a:moveTo>
                <a:cubicBezTo>
                  <a:pt x="260662" y="932431"/>
                  <a:pt x="274256" y="946025"/>
                  <a:pt x="274256" y="962795"/>
                </a:cubicBezTo>
                <a:cubicBezTo>
                  <a:pt x="274256" y="979564"/>
                  <a:pt x="260662" y="993158"/>
                  <a:pt x="243892" y="993158"/>
                </a:cubicBezTo>
                <a:cubicBezTo>
                  <a:pt x="227123" y="993158"/>
                  <a:pt x="213529" y="979564"/>
                  <a:pt x="213529" y="962795"/>
                </a:cubicBezTo>
                <a:cubicBezTo>
                  <a:pt x="213529" y="946025"/>
                  <a:pt x="227123" y="932431"/>
                  <a:pt x="243892" y="932431"/>
                </a:cubicBezTo>
                <a:close/>
                <a:moveTo>
                  <a:pt x="171339" y="932431"/>
                </a:moveTo>
                <a:cubicBezTo>
                  <a:pt x="188107" y="932431"/>
                  <a:pt x="201701" y="946025"/>
                  <a:pt x="201701" y="962795"/>
                </a:cubicBezTo>
                <a:cubicBezTo>
                  <a:pt x="201701" y="979564"/>
                  <a:pt x="188107" y="993158"/>
                  <a:pt x="171339" y="993158"/>
                </a:cubicBezTo>
                <a:cubicBezTo>
                  <a:pt x="154645" y="993158"/>
                  <a:pt x="141051" y="979564"/>
                  <a:pt x="141051" y="962795"/>
                </a:cubicBezTo>
                <a:cubicBezTo>
                  <a:pt x="141051" y="946025"/>
                  <a:pt x="154645" y="932431"/>
                  <a:pt x="171339" y="932431"/>
                </a:cubicBezTo>
                <a:close/>
                <a:moveTo>
                  <a:pt x="98870" y="932431"/>
                </a:moveTo>
                <a:cubicBezTo>
                  <a:pt x="115634" y="932431"/>
                  <a:pt x="129228" y="946025"/>
                  <a:pt x="129228" y="962795"/>
                </a:cubicBezTo>
                <a:cubicBezTo>
                  <a:pt x="129228" y="979564"/>
                  <a:pt x="115634" y="993158"/>
                  <a:pt x="98870" y="993158"/>
                </a:cubicBezTo>
                <a:cubicBezTo>
                  <a:pt x="82099" y="993158"/>
                  <a:pt x="68505" y="979564"/>
                  <a:pt x="68505" y="962795"/>
                </a:cubicBezTo>
                <a:cubicBezTo>
                  <a:pt x="68505" y="946025"/>
                  <a:pt x="82099" y="932431"/>
                  <a:pt x="98870" y="932431"/>
                </a:cubicBezTo>
                <a:close/>
                <a:moveTo>
                  <a:pt x="26316" y="932431"/>
                </a:moveTo>
                <a:cubicBezTo>
                  <a:pt x="43081" y="932431"/>
                  <a:pt x="56676" y="946025"/>
                  <a:pt x="56676" y="962795"/>
                </a:cubicBezTo>
                <a:cubicBezTo>
                  <a:pt x="56676" y="979564"/>
                  <a:pt x="43081" y="993158"/>
                  <a:pt x="26316" y="993158"/>
                </a:cubicBezTo>
                <a:cubicBezTo>
                  <a:pt x="17931" y="993158"/>
                  <a:pt x="10340" y="989760"/>
                  <a:pt x="4845" y="984265"/>
                </a:cubicBezTo>
                <a:lnTo>
                  <a:pt x="0" y="972570"/>
                </a:lnTo>
                <a:lnTo>
                  <a:pt x="0" y="953020"/>
                </a:lnTo>
                <a:lnTo>
                  <a:pt x="4845" y="941324"/>
                </a:lnTo>
                <a:cubicBezTo>
                  <a:pt x="10340" y="935830"/>
                  <a:pt x="17931" y="932431"/>
                  <a:pt x="26316" y="932431"/>
                </a:cubicBezTo>
                <a:close/>
                <a:moveTo>
                  <a:pt x="1612513" y="853981"/>
                </a:moveTo>
                <a:lnTo>
                  <a:pt x="1607766" y="872445"/>
                </a:lnTo>
                <a:lnTo>
                  <a:pt x="1598477" y="897823"/>
                </a:lnTo>
                <a:lnTo>
                  <a:pt x="1592066" y="882343"/>
                </a:lnTo>
                <a:cubicBezTo>
                  <a:pt x="1592066" y="869766"/>
                  <a:pt x="1599712" y="858975"/>
                  <a:pt x="1610610" y="854366"/>
                </a:cubicBezTo>
                <a:close/>
                <a:moveTo>
                  <a:pt x="1549874" y="851979"/>
                </a:moveTo>
                <a:cubicBezTo>
                  <a:pt x="1566644" y="851979"/>
                  <a:pt x="1580238" y="865573"/>
                  <a:pt x="1580238" y="882343"/>
                </a:cubicBezTo>
                <a:cubicBezTo>
                  <a:pt x="1580238" y="899112"/>
                  <a:pt x="1566644" y="912706"/>
                  <a:pt x="1549874" y="912706"/>
                </a:cubicBezTo>
                <a:cubicBezTo>
                  <a:pt x="1533105" y="912706"/>
                  <a:pt x="1519511" y="899112"/>
                  <a:pt x="1519511" y="882343"/>
                </a:cubicBezTo>
                <a:cubicBezTo>
                  <a:pt x="1519511" y="865573"/>
                  <a:pt x="1533105" y="851979"/>
                  <a:pt x="1549874" y="851979"/>
                </a:cubicBezTo>
                <a:close/>
                <a:moveTo>
                  <a:pt x="1477320" y="851979"/>
                </a:moveTo>
                <a:cubicBezTo>
                  <a:pt x="1494089" y="851979"/>
                  <a:pt x="1507683" y="865573"/>
                  <a:pt x="1507683" y="882343"/>
                </a:cubicBezTo>
                <a:cubicBezTo>
                  <a:pt x="1507683" y="899112"/>
                  <a:pt x="1494089" y="912706"/>
                  <a:pt x="1477320" y="912706"/>
                </a:cubicBezTo>
                <a:cubicBezTo>
                  <a:pt x="1460550" y="912706"/>
                  <a:pt x="1446956" y="899112"/>
                  <a:pt x="1446956" y="882343"/>
                </a:cubicBezTo>
                <a:cubicBezTo>
                  <a:pt x="1446956" y="865573"/>
                  <a:pt x="1460550" y="851979"/>
                  <a:pt x="1477320" y="851979"/>
                </a:cubicBezTo>
                <a:close/>
                <a:moveTo>
                  <a:pt x="1404765" y="851979"/>
                </a:moveTo>
                <a:cubicBezTo>
                  <a:pt x="1421535" y="851979"/>
                  <a:pt x="1435129" y="865573"/>
                  <a:pt x="1435129" y="882343"/>
                </a:cubicBezTo>
                <a:cubicBezTo>
                  <a:pt x="1435129" y="899112"/>
                  <a:pt x="1421535" y="912706"/>
                  <a:pt x="1404765" y="912706"/>
                </a:cubicBezTo>
                <a:cubicBezTo>
                  <a:pt x="1387996" y="912706"/>
                  <a:pt x="1374402" y="899112"/>
                  <a:pt x="1374402" y="882343"/>
                </a:cubicBezTo>
                <a:cubicBezTo>
                  <a:pt x="1374402" y="865573"/>
                  <a:pt x="1387996" y="851979"/>
                  <a:pt x="1404765" y="851979"/>
                </a:cubicBezTo>
                <a:close/>
                <a:moveTo>
                  <a:pt x="1332211" y="851979"/>
                </a:moveTo>
                <a:cubicBezTo>
                  <a:pt x="1348980" y="851979"/>
                  <a:pt x="1362574" y="865573"/>
                  <a:pt x="1362574" y="882343"/>
                </a:cubicBezTo>
                <a:cubicBezTo>
                  <a:pt x="1362574" y="899112"/>
                  <a:pt x="1348980" y="912706"/>
                  <a:pt x="1332211" y="912706"/>
                </a:cubicBezTo>
                <a:cubicBezTo>
                  <a:pt x="1315441" y="912706"/>
                  <a:pt x="1301847" y="899112"/>
                  <a:pt x="1301847" y="882343"/>
                </a:cubicBezTo>
                <a:cubicBezTo>
                  <a:pt x="1301847" y="865573"/>
                  <a:pt x="1315441" y="851979"/>
                  <a:pt x="1332211" y="851979"/>
                </a:cubicBezTo>
                <a:close/>
                <a:moveTo>
                  <a:pt x="1259656" y="851979"/>
                </a:moveTo>
                <a:cubicBezTo>
                  <a:pt x="1276426" y="851979"/>
                  <a:pt x="1290020" y="865573"/>
                  <a:pt x="1290020" y="882343"/>
                </a:cubicBezTo>
                <a:cubicBezTo>
                  <a:pt x="1290020" y="899112"/>
                  <a:pt x="1276426" y="912706"/>
                  <a:pt x="1259656" y="912706"/>
                </a:cubicBezTo>
                <a:cubicBezTo>
                  <a:pt x="1242887" y="912706"/>
                  <a:pt x="1229293" y="899112"/>
                  <a:pt x="1229293" y="882343"/>
                </a:cubicBezTo>
                <a:cubicBezTo>
                  <a:pt x="1229293" y="865573"/>
                  <a:pt x="1242887" y="851979"/>
                  <a:pt x="1259656" y="851979"/>
                </a:cubicBezTo>
                <a:close/>
                <a:moveTo>
                  <a:pt x="1187102" y="851979"/>
                </a:moveTo>
                <a:cubicBezTo>
                  <a:pt x="1203871" y="851979"/>
                  <a:pt x="1217465" y="865573"/>
                  <a:pt x="1217465" y="882343"/>
                </a:cubicBezTo>
                <a:cubicBezTo>
                  <a:pt x="1217465" y="899112"/>
                  <a:pt x="1203871" y="912706"/>
                  <a:pt x="1187102" y="912706"/>
                </a:cubicBezTo>
                <a:cubicBezTo>
                  <a:pt x="1170332" y="912706"/>
                  <a:pt x="1156738" y="899112"/>
                  <a:pt x="1156738" y="882343"/>
                </a:cubicBezTo>
                <a:cubicBezTo>
                  <a:pt x="1156738" y="865573"/>
                  <a:pt x="1170332" y="851979"/>
                  <a:pt x="1187102" y="851979"/>
                </a:cubicBezTo>
                <a:close/>
                <a:moveTo>
                  <a:pt x="1114547" y="851979"/>
                </a:moveTo>
                <a:cubicBezTo>
                  <a:pt x="1131317" y="851979"/>
                  <a:pt x="1144911" y="865573"/>
                  <a:pt x="1144911" y="882343"/>
                </a:cubicBezTo>
                <a:cubicBezTo>
                  <a:pt x="1144911" y="899112"/>
                  <a:pt x="1131317" y="912706"/>
                  <a:pt x="1114547" y="912706"/>
                </a:cubicBezTo>
                <a:cubicBezTo>
                  <a:pt x="1097778" y="912706"/>
                  <a:pt x="1084184" y="899112"/>
                  <a:pt x="1084184" y="882343"/>
                </a:cubicBezTo>
                <a:cubicBezTo>
                  <a:pt x="1084184" y="865573"/>
                  <a:pt x="1097778" y="851979"/>
                  <a:pt x="1114547" y="851979"/>
                </a:cubicBezTo>
                <a:close/>
                <a:moveTo>
                  <a:pt x="1041993" y="851979"/>
                </a:moveTo>
                <a:cubicBezTo>
                  <a:pt x="1058762" y="851979"/>
                  <a:pt x="1072356" y="865573"/>
                  <a:pt x="1072356" y="882343"/>
                </a:cubicBezTo>
                <a:cubicBezTo>
                  <a:pt x="1072356" y="899112"/>
                  <a:pt x="1058762" y="912706"/>
                  <a:pt x="1041993" y="912706"/>
                </a:cubicBezTo>
                <a:cubicBezTo>
                  <a:pt x="1025223" y="912706"/>
                  <a:pt x="1011629" y="899112"/>
                  <a:pt x="1011629" y="882343"/>
                </a:cubicBezTo>
                <a:cubicBezTo>
                  <a:pt x="1011629" y="865573"/>
                  <a:pt x="1025223" y="851979"/>
                  <a:pt x="1041993" y="851979"/>
                </a:cubicBezTo>
                <a:close/>
                <a:moveTo>
                  <a:pt x="969438" y="851979"/>
                </a:moveTo>
                <a:cubicBezTo>
                  <a:pt x="986208" y="851979"/>
                  <a:pt x="999801" y="865573"/>
                  <a:pt x="999801" y="882343"/>
                </a:cubicBezTo>
                <a:cubicBezTo>
                  <a:pt x="999801" y="899112"/>
                  <a:pt x="986208" y="912706"/>
                  <a:pt x="969438" y="912706"/>
                </a:cubicBezTo>
                <a:cubicBezTo>
                  <a:pt x="952669" y="912706"/>
                  <a:pt x="939075" y="899112"/>
                  <a:pt x="939075" y="882343"/>
                </a:cubicBezTo>
                <a:cubicBezTo>
                  <a:pt x="939075" y="865573"/>
                  <a:pt x="952669" y="851979"/>
                  <a:pt x="969438" y="851979"/>
                </a:cubicBezTo>
                <a:close/>
                <a:moveTo>
                  <a:pt x="896883" y="851979"/>
                </a:moveTo>
                <a:cubicBezTo>
                  <a:pt x="913653" y="851979"/>
                  <a:pt x="927247" y="865573"/>
                  <a:pt x="927247" y="882343"/>
                </a:cubicBezTo>
                <a:cubicBezTo>
                  <a:pt x="927247" y="899112"/>
                  <a:pt x="913653" y="912706"/>
                  <a:pt x="896883" y="912706"/>
                </a:cubicBezTo>
                <a:cubicBezTo>
                  <a:pt x="880114" y="912706"/>
                  <a:pt x="866520" y="899112"/>
                  <a:pt x="866520" y="882343"/>
                </a:cubicBezTo>
                <a:cubicBezTo>
                  <a:pt x="866520" y="865573"/>
                  <a:pt x="880114" y="851979"/>
                  <a:pt x="896883" y="851979"/>
                </a:cubicBezTo>
                <a:close/>
                <a:moveTo>
                  <a:pt x="824329" y="851979"/>
                </a:moveTo>
                <a:cubicBezTo>
                  <a:pt x="841098" y="851979"/>
                  <a:pt x="854692" y="865573"/>
                  <a:pt x="854692" y="882343"/>
                </a:cubicBezTo>
                <a:cubicBezTo>
                  <a:pt x="854692" y="899112"/>
                  <a:pt x="841098" y="912706"/>
                  <a:pt x="824329" y="912706"/>
                </a:cubicBezTo>
                <a:cubicBezTo>
                  <a:pt x="807559" y="912706"/>
                  <a:pt x="793965" y="899112"/>
                  <a:pt x="793965" y="882343"/>
                </a:cubicBezTo>
                <a:cubicBezTo>
                  <a:pt x="793965" y="865573"/>
                  <a:pt x="807559" y="851979"/>
                  <a:pt x="824329" y="851979"/>
                </a:cubicBezTo>
                <a:close/>
                <a:moveTo>
                  <a:pt x="751774" y="851979"/>
                </a:moveTo>
                <a:cubicBezTo>
                  <a:pt x="768544" y="851979"/>
                  <a:pt x="782138" y="865573"/>
                  <a:pt x="782138" y="882343"/>
                </a:cubicBezTo>
                <a:cubicBezTo>
                  <a:pt x="782138" y="899112"/>
                  <a:pt x="768544" y="912706"/>
                  <a:pt x="751774" y="912706"/>
                </a:cubicBezTo>
                <a:cubicBezTo>
                  <a:pt x="735005" y="912706"/>
                  <a:pt x="721411" y="899112"/>
                  <a:pt x="721411" y="882343"/>
                </a:cubicBezTo>
                <a:cubicBezTo>
                  <a:pt x="721411" y="865573"/>
                  <a:pt x="735005" y="851979"/>
                  <a:pt x="751774" y="851979"/>
                </a:cubicBezTo>
                <a:close/>
                <a:moveTo>
                  <a:pt x="679220" y="851979"/>
                </a:moveTo>
                <a:cubicBezTo>
                  <a:pt x="695989" y="851979"/>
                  <a:pt x="709583" y="865573"/>
                  <a:pt x="709583" y="882343"/>
                </a:cubicBezTo>
                <a:cubicBezTo>
                  <a:pt x="709583" y="899112"/>
                  <a:pt x="695989" y="912706"/>
                  <a:pt x="679220" y="912706"/>
                </a:cubicBezTo>
                <a:cubicBezTo>
                  <a:pt x="662450" y="912706"/>
                  <a:pt x="648856" y="899112"/>
                  <a:pt x="648856" y="882343"/>
                </a:cubicBezTo>
                <a:cubicBezTo>
                  <a:pt x="648856" y="865573"/>
                  <a:pt x="662450" y="851979"/>
                  <a:pt x="679220" y="851979"/>
                </a:cubicBezTo>
                <a:close/>
                <a:moveTo>
                  <a:pt x="606665" y="851979"/>
                </a:moveTo>
                <a:cubicBezTo>
                  <a:pt x="623435" y="851979"/>
                  <a:pt x="637029" y="865573"/>
                  <a:pt x="637029" y="882343"/>
                </a:cubicBezTo>
                <a:cubicBezTo>
                  <a:pt x="637029" y="899112"/>
                  <a:pt x="623435" y="912706"/>
                  <a:pt x="606665" y="912706"/>
                </a:cubicBezTo>
                <a:cubicBezTo>
                  <a:pt x="589896" y="912706"/>
                  <a:pt x="576302" y="899112"/>
                  <a:pt x="576302" y="882343"/>
                </a:cubicBezTo>
                <a:cubicBezTo>
                  <a:pt x="576302" y="865573"/>
                  <a:pt x="589896" y="851979"/>
                  <a:pt x="606665" y="851979"/>
                </a:cubicBezTo>
                <a:close/>
                <a:moveTo>
                  <a:pt x="534111" y="851979"/>
                </a:moveTo>
                <a:cubicBezTo>
                  <a:pt x="550880" y="851979"/>
                  <a:pt x="564474" y="865573"/>
                  <a:pt x="564474" y="882343"/>
                </a:cubicBezTo>
                <a:cubicBezTo>
                  <a:pt x="564474" y="899112"/>
                  <a:pt x="550880" y="912706"/>
                  <a:pt x="534111" y="912706"/>
                </a:cubicBezTo>
                <a:cubicBezTo>
                  <a:pt x="517341" y="912706"/>
                  <a:pt x="503747" y="899112"/>
                  <a:pt x="503747" y="882343"/>
                </a:cubicBezTo>
                <a:cubicBezTo>
                  <a:pt x="503747" y="865573"/>
                  <a:pt x="517341" y="851979"/>
                  <a:pt x="534111" y="851979"/>
                </a:cubicBezTo>
                <a:close/>
                <a:moveTo>
                  <a:pt x="461556" y="851979"/>
                </a:moveTo>
                <a:cubicBezTo>
                  <a:pt x="478326" y="851979"/>
                  <a:pt x="491920" y="865573"/>
                  <a:pt x="491920" y="882343"/>
                </a:cubicBezTo>
                <a:cubicBezTo>
                  <a:pt x="491920" y="899112"/>
                  <a:pt x="478326" y="912706"/>
                  <a:pt x="461556" y="912706"/>
                </a:cubicBezTo>
                <a:cubicBezTo>
                  <a:pt x="444787" y="912706"/>
                  <a:pt x="431192" y="899112"/>
                  <a:pt x="431192" y="882343"/>
                </a:cubicBezTo>
                <a:cubicBezTo>
                  <a:pt x="431192" y="865573"/>
                  <a:pt x="444787" y="851979"/>
                  <a:pt x="461556" y="851979"/>
                </a:cubicBezTo>
                <a:close/>
                <a:moveTo>
                  <a:pt x="389002" y="851979"/>
                </a:moveTo>
                <a:cubicBezTo>
                  <a:pt x="405771" y="851979"/>
                  <a:pt x="419365" y="865573"/>
                  <a:pt x="419365" y="882343"/>
                </a:cubicBezTo>
                <a:cubicBezTo>
                  <a:pt x="419365" y="899112"/>
                  <a:pt x="405771" y="912706"/>
                  <a:pt x="389002" y="912706"/>
                </a:cubicBezTo>
                <a:cubicBezTo>
                  <a:pt x="372232" y="912706"/>
                  <a:pt x="358638" y="899112"/>
                  <a:pt x="358638" y="882343"/>
                </a:cubicBezTo>
                <a:cubicBezTo>
                  <a:pt x="358638" y="865573"/>
                  <a:pt x="372232" y="851979"/>
                  <a:pt x="389002" y="851979"/>
                </a:cubicBezTo>
                <a:close/>
                <a:moveTo>
                  <a:pt x="316447" y="851979"/>
                </a:moveTo>
                <a:cubicBezTo>
                  <a:pt x="333216" y="851979"/>
                  <a:pt x="346810" y="865573"/>
                  <a:pt x="346810" y="882343"/>
                </a:cubicBezTo>
                <a:cubicBezTo>
                  <a:pt x="346810" y="899112"/>
                  <a:pt x="333216" y="912706"/>
                  <a:pt x="316447" y="912706"/>
                </a:cubicBezTo>
                <a:cubicBezTo>
                  <a:pt x="299677" y="912706"/>
                  <a:pt x="286084" y="899112"/>
                  <a:pt x="286084" y="882343"/>
                </a:cubicBezTo>
                <a:cubicBezTo>
                  <a:pt x="286084" y="865573"/>
                  <a:pt x="299677" y="851979"/>
                  <a:pt x="316447" y="851979"/>
                </a:cubicBezTo>
                <a:close/>
                <a:moveTo>
                  <a:pt x="243892" y="851979"/>
                </a:moveTo>
                <a:cubicBezTo>
                  <a:pt x="260662" y="851979"/>
                  <a:pt x="274256" y="865573"/>
                  <a:pt x="274256" y="882343"/>
                </a:cubicBezTo>
                <a:cubicBezTo>
                  <a:pt x="274256" y="899112"/>
                  <a:pt x="260662" y="912706"/>
                  <a:pt x="243892" y="912706"/>
                </a:cubicBezTo>
                <a:cubicBezTo>
                  <a:pt x="227123" y="912706"/>
                  <a:pt x="213529" y="899112"/>
                  <a:pt x="213529" y="882343"/>
                </a:cubicBezTo>
                <a:cubicBezTo>
                  <a:pt x="213529" y="865573"/>
                  <a:pt x="227123" y="851979"/>
                  <a:pt x="243892" y="851979"/>
                </a:cubicBezTo>
                <a:close/>
                <a:moveTo>
                  <a:pt x="171339" y="851979"/>
                </a:moveTo>
                <a:cubicBezTo>
                  <a:pt x="188107" y="851979"/>
                  <a:pt x="201701" y="865573"/>
                  <a:pt x="201701" y="882343"/>
                </a:cubicBezTo>
                <a:cubicBezTo>
                  <a:pt x="201701" y="899112"/>
                  <a:pt x="188107" y="912706"/>
                  <a:pt x="171339" y="912706"/>
                </a:cubicBezTo>
                <a:cubicBezTo>
                  <a:pt x="154651" y="912706"/>
                  <a:pt x="141056" y="899112"/>
                  <a:pt x="141056" y="882343"/>
                </a:cubicBezTo>
                <a:cubicBezTo>
                  <a:pt x="141056" y="865573"/>
                  <a:pt x="154651" y="851979"/>
                  <a:pt x="171339" y="851979"/>
                </a:cubicBezTo>
                <a:close/>
                <a:moveTo>
                  <a:pt x="98877" y="851979"/>
                </a:moveTo>
                <a:cubicBezTo>
                  <a:pt x="115640" y="851979"/>
                  <a:pt x="129234" y="865573"/>
                  <a:pt x="129234" y="882343"/>
                </a:cubicBezTo>
                <a:cubicBezTo>
                  <a:pt x="129234" y="899112"/>
                  <a:pt x="115640" y="912706"/>
                  <a:pt x="98877" y="912706"/>
                </a:cubicBezTo>
                <a:cubicBezTo>
                  <a:pt x="82106" y="912706"/>
                  <a:pt x="68511" y="899112"/>
                  <a:pt x="68511" y="882343"/>
                </a:cubicBezTo>
                <a:cubicBezTo>
                  <a:pt x="68511" y="865573"/>
                  <a:pt x="82106" y="851979"/>
                  <a:pt x="98877" y="851979"/>
                </a:cubicBezTo>
                <a:close/>
                <a:moveTo>
                  <a:pt x="26322" y="851979"/>
                </a:moveTo>
                <a:cubicBezTo>
                  <a:pt x="43087" y="851979"/>
                  <a:pt x="56682" y="865573"/>
                  <a:pt x="56682" y="882343"/>
                </a:cubicBezTo>
                <a:cubicBezTo>
                  <a:pt x="56682" y="899112"/>
                  <a:pt x="43087" y="912706"/>
                  <a:pt x="26322" y="912706"/>
                </a:cubicBezTo>
                <a:cubicBezTo>
                  <a:pt x="17937" y="912706"/>
                  <a:pt x="10346" y="909308"/>
                  <a:pt x="4851" y="903813"/>
                </a:cubicBezTo>
                <a:lnTo>
                  <a:pt x="0" y="892101"/>
                </a:lnTo>
                <a:lnTo>
                  <a:pt x="0" y="872585"/>
                </a:lnTo>
                <a:lnTo>
                  <a:pt x="4851" y="860872"/>
                </a:lnTo>
                <a:cubicBezTo>
                  <a:pt x="10346" y="855378"/>
                  <a:pt x="17937" y="851979"/>
                  <a:pt x="26322" y="851979"/>
                </a:cubicBezTo>
                <a:close/>
                <a:moveTo>
                  <a:pt x="1622429" y="771528"/>
                </a:moveTo>
                <a:lnTo>
                  <a:pt x="1633158" y="773694"/>
                </a:lnTo>
                <a:lnTo>
                  <a:pt x="1618313" y="831424"/>
                </a:lnTo>
                <a:lnTo>
                  <a:pt x="1610610" y="829868"/>
                </a:lnTo>
                <a:cubicBezTo>
                  <a:pt x="1599712" y="825259"/>
                  <a:pt x="1592066" y="814469"/>
                  <a:pt x="1592066" y="801891"/>
                </a:cubicBezTo>
                <a:cubicBezTo>
                  <a:pt x="1592066" y="785122"/>
                  <a:pt x="1605659" y="771528"/>
                  <a:pt x="1622429" y="771528"/>
                </a:cubicBezTo>
                <a:close/>
                <a:moveTo>
                  <a:pt x="1549874" y="771528"/>
                </a:moveTo>
                <a:cubicBezTo>
                  <a:pt x="1566644" y="771528"/>
                  <a:pt x="1580238" y="785122"/>
                  <a:pt x="1580238" y="801891"/>
                </a:cubicBezTo>
                <a:cubicBezTo>
                  <a:pt x="1580238" y="818661"/>
                  <a:pt x="1566644" y="832255"/>
                  <a:pt x="1549874" y="832255"/>
                </a:cubicBezTo>
                <a:cubicBezTo>
                  <a:pt x="1533105" y="832255"/>
                  <a:pt x="1519511" y="818661"/>
                  <a:pt x="1519511" y="801891"/>
                </a:cubicBezTo>
                <a:cubicBezTo>
                  <a:pt x="1519511" y="785122"/>
                  <a:pt x="1533105" y="771528"/>
                  <a:pt x="1549874" y="771528"/>
                </a:cubicBezTo>
                <a:close/>
                <a:moveTo>
                  <a:pt x="1477320" y="771528"/>
                </a:moveTo>
                <a:cubicBezTo>
                  <a:pt x="1494089" y="771528"/>
                  <a:pt x="1507683" y="785122"/>
                  <a:pt x="1507683" y="801891"/>
                </a:cubicBezTo>
                <a:cubicBezTo>
                  <a:pt x="1507683" y="818661"/>
                  <a:pt x="1494089" y="832255"/>
                  <a:pt x="1477320" y="832255"/>
                </a:cubicBezTo>
                <a:cubicBezTo>
                  <a:pt x="1460550" y="832255"/>
                  <a:pt x="1446956" y="818661"/>
                  <a:pt x="1446956" y="801891"/>
                </a:cubicBezTo>
                <a:cubicBezTo>
                  <a:pt x="1446956" y="785122"/>
                  <a:pt x="1460550" y="771528"/>
                  <a:pt x="1477320" y="771528"/>
                </a:cubicBezTo>
                <a:close/>
                <a:moveTo>
                  <a:pt x="1404765" y="771528"/>
                </a:moveTo>
                <a:cubicBezTo>
                  <a:pt x="1421535" y="771528"/>
                  <a:pt x="1435129" y="785122"/>
                  <a:pt x="1435129" y="801891"/>
                </a:cubicBezTo>
                <a:cubicBezTo>
                  <a:pt x="1435129" y="818661"/>
                  <a:pt x="1421535" y="832255"/>
                  <a:pt x="1404765" y="832255"/>
                </a:cubicBezTo>
                <a:cubicBezTo>
                  <a:pt x="1387996" y="832255"/>
                  <a:pt x="1374402" y="818661"/>
                  <a:pt x="1374402" y="801891"/>
                </a:cubicBezTo>
                <a:cubicBezTo>
                  <a:pt x="1374402" y="785122"/>
                  <a:pt x="1387996" y="771528"/>
                  <a:pt x="1404765" y="771528"/>
                </a:cubicBezTo>
                <a:close/>
                <a:moveTo>
                  <a:pt x="1332211" y="771528"/>
                </a:moveTo>
                <a:cubicBezTo>
                  <a:pt x="1348980" y="771528"/>
                  <a:pt x="1362574" y="785122"/>
                  <a:pt x="1362574" y="801891"/>
                </a:cubicBezTo>
                <a:cubicBezTo>
                  <a:pt x="1362574" y="818661"/>
                  <a:pt x="1348980" y="832255"/>
                  <a:pt x="1332211" y="832255"/>
                </a:cubicBezTo>
                <a:cubicBezTo>
                  <a:pt x="1315441" y="832255"/>
                  <a:pt x="1301847" y="818661"/>
                  <a:pt x="1301847" y="801891"/>
                </a:cubicBezTo>
                <a:cubicBezTo>
                  <a:pt x="1301847" y="785122"/>
                  <a:pt x="1315441" y="771528"/>
                  <a:pt x="1332211" y="771528"/>
                </a:cubicBezTo>
                <a:close/>
                <a:moveTo>
                  <a:pt x="1259656" y="771528"/>
                </a:moveTo>
                <a:cubicBezTo>
                  <a:pt x="1276426" y="771528"/>
                  <a:pt x="1290020" y="785122"/>
                  <a:pt x="1290020" y="801891"/>
                </a:cubicBezTo>
                <a:cubicBezTo>
                  <a:pt x="1290020" y="818661"/>
                  <a:pt x="1276426" y="832255"/>
                  <a:pt x="1259656" y="832255"/>
                </a:cubicBezTo>
                <a:cubicBezTo>
                  <a:pt x="1242887" y="832255"/>
                  <a:pt x="1229293" y="818661"/>
                  <a:pt x="1229293" y="801891"/>
                </a:cubicBezTo>
                <a:cubicBezTo>
                  <a:pt x="1229293" y="785122"/>
                  <a:pt x="1242887" y="771528"/>
                  <a:pt x="1259656" y="771528"/>
                </a:cubicBezTo>
                <a:close/>
                <a:moveTo>
                  <a:pt x="1187102" y="771528"/>
                </a:moveTo>
                <a:cubicBezTo>
                  <a:pt x="1203871" y="771528"/>
                  <a:pt x="1217465" y="785122"/>
                  <a:pt x="1217465" y="801891"/>
                </a:cubicBezTo>
                <a:cubicBezTo>
                  <a:pt x="1217465" y="818661"/>
                  <a:pt x="1203871" y="832255"/>
                  <a:pt x="1187102" y="832255"/>
                </a:cubicBezTo>
                <a:cubicBezTo>
                  <a:pt x="1170332" y="832255"/>
                  <a:pt x="1156738" y="818661"/>
                  <a:pt x="1156738" y="801891"/>
                </a:cubicBezTo>
                <a:cubicBezTo>
                  <a:pt x="1156738" y="785122"/>
                  <a:pt x="1170332" y="771528"/>
                  <a:pt x="1187102" y="771528"/>
                </a:cubicBezTo>
                <a:close/>
                <a:moveTo>
                  <a:pt x="1114547" y="771528"/>
                </a:moveTo>
                <a:cubicBezTo>
                  <a:pt x="1131317" y="771528"/>
                  <a:pt x="1144911" y="785122"/>
                  <a:pt x="1144911" y="801891"/>
                </a:cubicBezTo>
                <a:cubicBezTo>
                  <a:pt x="1144911" y="818661"/>
                  <a:pt x="1131317" y="832255"/>
                  <a:pt x="1114547" y="832255"/>
                </a:cubicBezTo>
                <a:cubicBezTo>
                  <a:pt x="1097778" y="832255"/>
                  <a:pt x="1084184" y="818661"/>
                  <a:pt x="1084184" y="801891"/>
                </a:cubicBezTo>
                <a:cubicBezTo>
                  <a:pt x="1084184" y="785122"/>
                  <a:pt x="1097778" y="771528"/>
                  <a:pt x="1114547" y="771528"/>
                </a:cubicBezTo>
                <a:close/>
                <a:moveTo>
                  <a:pt x="1041993" y="771528"/>
                </a:moveTo>
                <a:cubicBezTo>
                  <a:pt x="1058762" y="771528"/>
                  <a:pt x="1072356" y="785122"/>
                  <a:pt x="1072356" y="801891"/>
                </a:cubicBezTo>
                <a:cubicBezTo>
                  <a:pt x="1072356" y="818661"/>
                  <a:pt x="1058762" y="832255"/>
                  <a:pt x="1041993" y="832255"/>
                </a:cubicBezTo>
                <a:cubicBezTo>
                  <a:pt x="1025223" y="832255"/>
                  <a:pt x="1011629" y="818661"/>
                  <a:pt x="1011629" y="801891"/>
                </a:cubicBezTo>
                <a:cubicBezTo>
                  <a:pt x="1011629" y="785122"/>
                  <a:pt x="1025223" y="771528"/>
                  <a:pt x="1041993" y="771528"/>
                </a:cubicBezTo>
                <a:close/>
                <a:moveTo>
                  <a:pt x="969438" y="771528"/>
                </a:moveTo>
                <a:cubicBezTo>
                  <a:pt x="986208" y="771528"/>
                  <a:pt x="999801" y="785122"/>
                  <a:pt x="999801" y="801891"/>
                </a:cubicBezTo>
                <a:cubicBezTo>
                  <a:pt x="999801" y="818661"/>
                  <a:pt x="986208" y="832255"/>
                  <a:pt x="969438" y="832255"/>
                </a:cubicBezTo>
                <a:cubicBezTo>
                  <a:pt x="952669" y="832255"/>
                  <a:pt x="939075" y="818661"/>
                  <a:pt x="939075" y="801891"/>
                </a:cubicBezTo>
                <a:cubicBezTo>
                  <a:pt x="939075" y="785122"/>
                  <a:pt x="952669" y="771528"/>
                  <a:pt x="969438" y="771528"/>
                </a:cubicBezTo>
                <a:close/>
                <a:moveTo>
                  <a:pt x="896883" y="771528"/>
                </a:moveTo>
                <a:cubicBezTo>
                  <a:pt x="913653" y="771528"/>
                  <a:pt x="927247" y="785122"/>
                  <a:pt x="927247" y="801891"/>
                </a:cubicBezTo>
                <a:cubicBezTo>
                  <a:pt x="927247" y="818661"/>
                  <a:pt x="913653" y="832255"/>
                  <a:pt x="896883" y="832255"/>
                </a:cubicBezTo>
                <a:cubicBezTo>
                  <a:pt x="880114" y="832255"/>
                  <a:pt x="866520" y="818661"/>
                  <a:pt x="866520" y="801891"/>
                </a:cubicBezTo>
                <a:cubicBezTo>
                  <a:pt x="866520" y="785122"/>
                  <a:pt x="880114" y="771528"/>
                  <a:pt x="896883" y="771528"/>
                </a:cubicBezTo>
                <a:close/>
                <a:moveTo>
                  <a:pt x="824329" y="771528"/>
                </a:moveTo>
                <a:cubicBezTo>
                  <a:pt x="841098" y="771528"/>
                  <a:pt x="854692" y="785122"/>
                  <a:pt x="854692" y="801891"/>
                </a:cubicBezTo>
                <a:cubicBezTo>
                  <a:pt x="854692" y="818661"/>
                  <a:pt x="841098" y="832255"/>
                  <a:pt x="824329" y="832255"/>
                </a:cubicBezTo>
                <a:cubicBezTo>
                  <a:pt x="807559" y="832255"/>
                  <a:pt x="793965" y="818661"/>
                  <a:pt x="793965" y="801891"/>
                </a:cubicBezTo>
                <a:cubicBezTo>
                  <a:pt x="793965" y="785122"/>
                  <a:pt x="807559" y="771528"/>
                  <a:pt x="824329" y="771528"/>
                </a:cubicBezTo>
                <a:close/>
                <a:moveTo>
                  <a:pt x="751774" y="771528"/>
                </a:moveTo>
                <a:cubicBezTo>
                  <a:pt x="768544" y="771528"/>
                  <a:pt x="782138" y="785122"/>
                  <a:pt x="782138" y="801891"/>
                </a:cubicBezTo>
                <a:cubicBezTo>
                  <a:pt x="782138" y="818661"/>
                  <a:pt x="768544" y="832255"/>
                  <a:pt x="751774" y="832255"/>
                </a:cubicBezTo>
                <a:cubicBezTo>
                  <a:pt x="735005" y="832255"/>
                  <a:pt x="721411" y="818661"/>
                  <a:pt x="721411" y="801891"/>
                </a:cubicBezTo>
                <a:cubicBezTo>
                  <a:pt x="721411" y="785122"/>
                  <a:pt x="735005" y="771528"/>
                  <a:pt x="751774" y="771528"/>
                </a:cubicBezTo>
                <a:close/>
                <a:moveTo>
                  <a:pt x="679220" y="771528"/>
                </a:moveTo>
                <a:cubicBezTo>
                  <a:pt x="695989" y="771528"/>
                  <a:pt x="709583" y="785122"/>
                  <a:pt x="709583" y="801891"/>
                </a:cubicBezTo>
                <a:cubicBezTo>
                  <a:pt x="709583" y="818661"/>
                  <a:pt x="695989" y="832255"/>
                  <a:pt x="679220" y="832255"/>
                </a:cubicBezTo>
                <a:cubicBezTo>
                  <a:pt x="662450" y="832255"/>
                  <a:pt x="648856" y="818661"/>
                  <a:pt x="648856" y="801891"/>
                </a:cubicBezTo>
                <a:cubicBezTo>
                  <a:pt x="648856" y="785122"/>
                  <a:pt x="662450" y="771528"/>
                  <a:pt x="679220" y="771528"/>
                </a:cubicBezTo>
                <a:close/>
                <a:moveTo>
                  <a:pt x="606665" y="771528"/>
                </a:moveTo>
                <a:cubicBezTo>
                  <a:pt x="623435" y="771528"/>
                  <a:pt x="637029" y="785122"/>
                  <a:pt x="637029" y="801891"/>
                </a:cubicBezTo>
                <a:cubicBezTo>
                  <a:pt x="637029" y="818661"/>
                  <a:pt x="623435" y="832255"/>
                  <a:pt x="606665" y="832255"/>
                </a:cubicBezTo>
                <a:cubicBezTo>
                  <a:pt x="589896" y="832255"/>
                  <a:pt x="576302" y="818661"/>
                  <a:pt x="576302" y="801891"/>
                </a:cubicBezTo>
                <a:cubicBezTo>
                  <a:pt x="576302" y="785122"/>
                  <a:pt x="589896" y="771528"/>
                  <a:pt x="606665" y="771528"/>
                </a:cubicBezTo>
                <a:close/>
                <a:moveTo>
                  <a:pt x="534111" y="771528"/>
                </a:moveTo>
                <a:cubicBezTo>
                  <a:pt x="550880" y="771528"/>
                  <a:pt x="564474" y="785122"/>
                  <a:pt x="564474" y="801891"/>
                </a:cubicBezTo>
                <a:cubicBezTo>
                  <a:pt x="564474" y="818661"/>
                  <a:pt x="550880" y="832255"/>
                  <a:pt x="534111" y="832255"/>
                </a:cubicBezTo>
                <a:cubicBezTo>
                  <a:pt x="517341" y="832255"/>
                  <a:pt x="503747" y="818661"/>
                  <a:pt x="503747" y="801891"/>
                </a:cubicBezTo>
                <a:cubicBezTo>
                  <a:pt x="503747" y="785122"/>
                  <a:pt x="517341" y="771528"/>
                  <a:pt x="534111" y="771528"/>
                </a:cubicBezTo>
                <a:close/>
                <a:moveTo>
                  <a:pt x="461556" y="771528"/>
                </a:moveTo>
                <a:cubicBezTo>
                  <a:pt x="478326" y="771528"/>
                  <a:pt x="491920" y="785122"/>
                  <a:pt x="491920" y="801891"/>
                </a:cubicBezTo>
                <a:cubicBezTo>
                  <a:pt x="491920" y="818661"/>
                  <a:pt x="478326" y="832255"/>
                  <a:pt x="461556" y="832255"/>
                </a:cubicBezTo>
                <a:cubicBezTo>
                  <a:pt x="444787" y="832255"/>
                  <a:pt x="431192" y="818661"/>
                  <a:pt x="431192" y="801891"/>
                </a:cubicBezTo>
                <a:cubicBezTo>
                  <a:pt x="431192" y="785122"/>
                  <a:pt x="444787" y="771528"/>
                  <a:pt x="461556" y="771528"/>
                </a:cubicBezTo>
                <a:close/>
                <a:moveTo>
                  <a:pt x="389002" y="771528"/>
                </a:moveTo>
                <a:cubicBezTo>
                  <a:pt x="405771" y="771528"/>
                  <a:pt x="419365" y="785122"/>
                  <a:pt x="419365" y="801891"/>
                </a:cubicBezTo>
                <a:cubicBezTo>
                  <a:pt x="419365" y="818661"/>
                  <a:pt x="405771" y="832255"/>
                  <a:pt x="389002" y="832255"/>
                </a:cubicBezTo>
                <a:cubicBezTo>
                  <a:pt x="372232" y="832255"/>
                  <a:pt x="358638" y="818661"/>
                  <a:pt x="358638" y="801891"/>
                </a:cubicBezTo>
                <a:cubicBezTo>
                  <a:pt x="358638" y="785122"/>
                  <a:pt x="372232" y="771528"/>
                  <a:pt x="389002" y="771528"/>
                </a:cubicBezTo>
                <a:close/>
                <a:moveTo>
                  <a:pt x="316447" y="771528"/>
                </a:moveTo>
                <a:cubicBezTo>
                  <a:pt x="333216" y="771528"/>
                  <a:pt x="346810" y="785122"/>
                  <a:pt x="346810" y="801891"/>
                </a:cubicBezTo>
                <a:cubicBezTo>
                  <a:pt x="346810" y="818661"/>
                  <a:pt x="333216" y="832255"/>
                  <a:pt x="316447" y="832255"/>
                </a:cubicBezTo>
                <a:cubicBezTo>
                  <a:pt x="299677" y="832255"/>
                  <a:pt x="286084" y="818661"/>
                  <a:pt x="286084" y="801891"/>
                </a:cubicBezTo>
                <a:cubicBezTo>
                  <a:pt x="286084" y="785122"/>
                  <a:pt x="299677" y="771528"/>
                  <a:pt x="316447" y="771528"/>
                </a:cubicBezTo>
                <a:close/>
                <a:moveTo>
                  <a:pt x="243892" y="771528"/>
                </a:moveTo>
                <a:cubicBezTo>
                  <a:pt x="260662" y="771528"/>
                  <a:pt x="274256" y="785122"/>
                  <a:pt x="274256" y="801891"/>
                </a:cubicBezTo>
                <a:cubicBezTo>
                  <a:pt x="274256" y="818661"/>
                  <a:pt x="260662" y="832255"/>
                  <a:pt x="243892" y="832255"/>
                </a:cubicBezTo>
                <a:cubicBezTo>
                  <a:pt x="227123" y="832255"/>
                  <a:pt x="213529" y="818661"/>
                  <a:pt x="213529" y="801891"/>
                </a:cubicBezTo>
                <a:cubicBezTo>
                  <a:pt x="213529" y="785122"/>
                  <a:pt x="227123" y="771528"/>
                  <a:pt x="243892" y="771528"/>
                </a:cubicBezTo>
                <a:close/>
                <a:moveTo>
                  <a:pt x="171339" y="771528"/>
                </a:moveTo>
                <a:cubicBezTo>
                  <a:pt x="188107" y="771528"/>
                  <a:pt x="201701" y="785122"/>
                  <a:pt x="201701" y="801891"/>
                </a:cubicBezTo>
                <a:cubicBezTo>
                  <a:pt x="201701" y="818661"/>
                  <a:pt x="188107" y="832255"/>
                  <a:pt x="171339" y="832255"/>
                </a:cubicBezTo>
                <a:cubicBezTo>
                  <a:pt x="154656" y="832255"/>
                  <a:pt x="141062" y="818661"/>
                  <a:pt x="141062" y="801891"/>
                </a:cubicBezTo>
                <a:cubicBezTo>
                  <a:pt x="141062" y="785122"/>
                  <a:pt x="154656" y="771528"/>
                  <a:pt x="171339" y="771528"/>
                </a:cubicBezTo>
                <a:close/>
                <a:moveTo>
                  <a:pt x="98884" y="771528"/>
                </a:moveTo>
                <a:cubicBezTo>
                  <a:pt x="115646" y="771528"/>
                  <a:pt x="129240" y="785122"/>
                  <a:pt x="129240" y="801891"/>
                </a:cubicBezTo>
                <a:cubicBezTo>
                  <a:pt x="129240" y="818661"/>
                  <a:pt x="115646" y="832255"/>
                  <a:pt x="98884" y="832255"/>
                </a:cubicBezTo>
                <a:cubicBezTo>
                  <a:pt x="82112" y="832255"/>
                  <a:pt x="68517" y="818661"/>
                  <a:pt x="68517" y="801891"/>
                </a:cubicBezTo>
                <a:cubicBezTo>
                  <a:pt x="68517" y="785122"/>
                  <a:pt x="82112" y="771528"/>
                  <a:pt x="98884" y="771528"/>
                </a:cubicBezTo>
                <a:close/>
                <a:moveTo>
                  <a:pt x="26329" y="771528"/>
                </a:moveTo>
                <a:cubicBezTo>
                  <a:pt x="43093" y="771528"/>
                  <a:pt x="56688" y="785122"/>
                  <a:pt x="56688" y="801891"/>
                </a:cubicBezTo>
                <a:cubicBezTo>
                  <a:pt x="56688" y="818661"/>
                  <a:pt x="43093" y="832255"/>
                  <a:pt x="26329" y="832255"/>
                </a:cubicBezTo>
                <a:cubicBezTo>
                  <a:pt x="17944" y="832255"/>
                  <a:pt x="10353" y="828857"/>
                  <a:pt x="4858" y="823362"/>
                </a:cubicBezTo>
                <a:lnTo>
                  <a:pt x="0" y="811633"/>
                </a:lnTo>
                <a:lnTo>
                  <a:pt x="0" y="792150"/>
                </a:lnTo>
                <a:lnTo>
                  <a:pt x="4858" y="780421"/>
                </a:lnTo>
                <a:cubicBezTo>
                  <a:pt x="10353" y="774927"/>
                  <a:pt x="17944" y="771528"/>
                  <a:pt x="26329" y="771528"/>
                </a:cubicBezTo>
                <a:close/>
                <a:moveTo>
                  <a:pt x="1622429" y="691076"/>
                </a:moveTo>
                <a:cubicBezTo>
                  <a:pt x="1630814" y="691076"/>
                  <a:pt x="1638404" y="694475"/>
                  <a:pt x="1643899" y="699969"/>
                </a:cubicBezTo>
                <a:lnTo>
                  <a:pt x="1647739" y="709237"/>
                </a:lnTo>
                <a:lnTo>
                  <a:pt x="1644828" y="728305"/>
                </a:lnTo>
                <a:lnTo>
                  <a:pt x="1640480" y="745215"/>
                </a:lnTo>
                <a:lnTo>
                  <a:pt x="1634248" y="749417"/>
                </a:lnTo>
                <a:cubicBezTo>
                  <a:pt x="1630615" y="750953"/>
                  <a:pt x="1626621" y="751803"/>
                  <a:pt x="1622429" y="751803"/>
                </a:cubicBezTo>
                <a:cubicBezTo>
                  <a:pt x="1605659" y="751803"/>
                  <a:pt x="1592066" y="738209"/>
                  <a:pt x="1592066" y="721440"/>
                </a:cubicBezTo>
                <a:cubicBezTo>
                  <a:pt x="1592066" y="704670"/>
                  <a:pt x="1605659" y="691076"/>
                  <a:pt x="1622429" y="691076"/>
                </a:cubicBezTo>
                <a:close/>
                <a:moveTo>
                  <a:pt x="1549874" y="691076"/>
                </a:moveTo>
                <a:cubicBezTo>
                  <a:pt x="1566644" y="691076"/>
                  <a:pt x="1580238" y="704670"/>
                  <a:pt x="1580238" y="721440"/>
                </a:cubicBezTo>
                <a:cubicBezTo>
                  <a:pt x="1580238" y="738209"/>
                  <a:pt x="1566644" y="751803"/>
                  <a:pt x="1549874" y="751803"/>
                </a:cubicBezTo>
                <a:cubicBezTo>
                  <a:pt x="1533105" y="751803"/>
                  <a:pt x="1519511" y="738209"/>
                  <a:pt x="1519511" y="721440"/>
                </a:cubicBezTo>
                <a:cubicBezTo>
                  <a:pt x="1519511" y="704670"/>
                  <a:pt x="1533105" y="691076"/>
                  <a:pt x="1549874" y="691076"/>
                </a:cubicBezTo>
                <a:close/>
                <a:moveTo>
                  <a:pt x="1477320" y="691076"/>
                </a:moveTo>
                <a:cubicBezTo>
                  <a:pt x="1494089" y="691076"/>
                  <a:pt x="1507683" y="704670"/>
                  <a:pt x="1507683" y="721440"/>
                </a:cubicBezTo>
                <a:cubicBezTo>
                  <a:pt x="1507683" y="738209"/>
                  <a:pt x="1494089" y="751803"/>
                  <a:pt x="1477320" y="751803"/>
                </a:cubicBezTo>
                <a:cubicBezTo>
                  <a:pt x="1460550" y="751803"/>
                  <a:pt x="1446956" y="738209"/>
                  <a:pt x="1446956" y="721440"/>
                </a:cubicBezTo>
                <a:cubicBezTo>
                  <a:pt x="1446956" y="704670"/>
                  <a:pt x="1460550" y="691076"/>
                  <a:pt x="1477320" y="691076"/>
                </a:cubicBezTo>
                <a:close/>
                <a:moveTo>
                  <a:pt x="1404765" y="691076"/>
                </a:moveTo>
                <a:cubicBezTo>
                  <a:pt x="1421535" y="691076"/>
                  <a:pt x="1435129" y="704670"/>
                  <a:pt x="1435129" y="721440"/>
                </a:cubicBezTo>
                <a:cubicBezTo>
                  <a:pt x="1435129" y="738209"/>
                  <a:pt x="1421535" y="751803"/>
                  <a:pt x="1404765" y="751803"/>
                </a:cubicBezTo>
                <a:cubicBezTo>
                  <a:pt x="1387996" y="751803"/>
                  <a:pt x="1374402" y="738209"/>
                  <a:pt x="1374402" y="721440"/>
                </a:cubicBezTo>
                <a:cubicBezTo>
                  <a:pt x="1374402" y="704670"/>
                  <a:pt x="1387996" y="691076"/>
                  <a:pt x="1404765" y="691076"/>
                </a:cubicBezTo>
                <a:close/>
                <a:moveTo>
                  <a:pt x="1332211" y="691076"/>
                </a:moveTo>
                <a:cubicBezTo>
                  <a:pt x="1348980" y="691076"/>
                  <a:pt x="1362574" y="704670"/>
                  <a:pt x="1362574" y="721440"/>
                </a:cubicBezTo>
                <a:cubicBezTo>
                  <a:pt x="1362574" y="738209"/>
                  <a:pt x="1348980" y="751803"/>
                  <a:pt x="1332211" y="751803"/>
                </a:cubicBezTo>
                <a:cubicBezTo>
                  <a:pt x="1315441" y="751803"/>
                  <a:pt x="1301847" y="738209"/>
                  <a:pt x="1301847" y="721440"/>
                </a:cubicBezTo>
                <a:cubicBezTo>
                  <a:pt x="1301847" y="704670"/>
                  <a:pt x="1315441" y="691076"/>
                  <a:pt x="1332211" y="691076"/>
                </a:cubicBezTo>
                <a:close/>
                <a:moveTo>
                  <a:pt x="1259656" y="691076"/>
                </a:moveTo>
                <a:cubicBezTo>
                  <a:pt x="1276426" y="691076"/>
                  <a:pt x="1290020" y="704670"/>
                  <a:pt x="1290020" y="721440"/>
                </a:cubicBezTo>
                <a:cubicBezTo>
                  <a:pt x="1290020" y="738209"/>
                  <a:pt x="1276426" y="751803"/>
                  <a:pt x="1259656" y="751803"/>
                </a:cubicBezTo>
                <a:cubicBezTo>
                  <a:pt x="1242887" y="751803"/>
                  <a:pt x="1229293" y="738209"/>
                  <a:pt x="1229293" y="721440"/>
                </a:cubicBezTo>
                <a:cubicBezTo>
                  <a:pt x="1229293" y="704670"/>
                  <a:pt x="1242887" y="691076"/>
                  <a:pt x="1259656" y="691076"/>
                </a:cubicBezTo>
                <a:close/>
                <a:moveTo>
                  <a:pt x="1187102" y="691076"/>
                </a:moveTo>
                <a:cubicBezTo>
                  <a:pt x="1203871" y="691076"/>
                  <a:pt x="1217465" y="704670"/>
                  <a:pt x="1217465" y="721440"/>
                </a:cubicBezTo>
                <a:cubicBezTo>
                  <a:pt x="1217465" y="738209"/>
                  <a:pt x="1203871" y="751803"/>
                  <a:pt x="1187102" y="751803"/>
                </a:cubicBezTo>
                <a:cubicBezTo>
                  <a:pt x="1170332" y="751803"/>
                  <a:pt x="1156738" y="738209"/>
                  <a:pt x="1156738" y="721440"/>
                </a:cubicBezTo>
                <a:cubicBezTo>
                  <a:pt x="1156738" y="704670"/>
                  <a:pt x="1170332" y="691076"/>
                  <a:pt x="1187102" y="691076"/>
                </a:cubicBezTo>
                <a:close/>
                <a:moveTo>
                  <a:pt x="1114547" y="691076"/>
                </a:moveTo>
                <a:cubicBezTo>
                  <a:pt x="1131317" y="691076"/>
                  <a:pt x="1144911" y="704670"/>
                  <a:pt x="1144911" y="721440"/>
                </a:cubicBezTo>
                <a:cubicBezTo>
                  <a:pt x="1144911" y="738209"/>
                  <a:pt x="1131317" y="751803"/>
                  <a:pt x="1114547" y="751803"/>
                </a:cubicBezTo>
                <a:cubicBezTo>
                  <a:pt x="1097778" y="751803"/>
                  <a:pt x="1084184" y="738209"/>
                  <a:pt x="1084184" y="721440"/>
                </a:cubicBezTo>
                <a:cubicBezTo>
                  <a:pt x="1084184" y="704670"/>
                  <a:pt x="1097778" y="691076"/>
                  <a:pt x="1114547" y="691076"/>
                </a:cubicBezTo>
                <a:close/>
                <a:moveTo>
                  <a:pt x="1041993" y="691076"/>
                </a:moveTo>
                <a:cubicBezTo>
                  <a:pt x="1058762" y="691076"/>
                  <a:pt x="1072356" y="704670"/>
                  <a:pt x="1072356" y="721440"/>
                </a:cubicBezTo>
                <a:cubicBezTo>
                  <a:pt x="1072356" y="738209"/>
                  <a:pt x="1058762" y="751803"/>
                  <a:pt x="1041993" y="751803"/>
                </a:cubicBezTo>
                <a:cubicBezTo>
                  <a:pt x="1025223" y="751803"/>
                  <a:pt x="1011629" y="738209"/>
                  <a:pt x="1011629" y="721440"/>
                </a:cubicBezTo>
                <a:cubicBezTo>
                  <a:pt x="1011629" y="704670"/>
                  <a:pt x="1025223" y="691076"/>
                  <a:pt x="1041993" y="691076"/>
                </a:cubicBezTo>
                <a:close/>
                <a:moveTo>
                  <a:pt x="969438" y="691076"/>
                </a:moveTo>
                <a:cubicBezTo>
                  <a:pt x="986208" y="691076"/>
                  <a:pt x="999801" y="704670"/>
                  <a:pt x="999801" y="721440"/>
                </a:cubicBezTo>
                <a:cubicBezTo>
                  <a:pt x="999801" y="738209"/>
                  <a:pt x="986208" y="751803"/>
                  <a:pt x="969438" y="751803"/>
                </a:cubicBezTo>
                <a:cubicBezTo>
                  <a:pt x="952669" y="751803"/>
                  <a:pt x="939075" y="738209"/>
                  <a:pt x="939075" y="721440"/>
                </a:cubicBezTo>
                <a:cubicBezTo>
                  <a:pt x="939075" y="704670"/>
                  <a:pt x="952669" y="691076"/>
                  <a:pt x="969438" y="691076"/>
                </a:cubicBezTo>
                <a:close/>
                <a:moveTo>
                  <a:pt x="896883" y="691076"/>
                </a:moveTo>
                <a:cubicBezTo>
                  <a:pt x="913653" y="691076"/>
                  <a:pt x="927247" y="704670"/>
                  <a:pt x="927247" y="721440"/>
                </a:cubicBezTo>
                <a:cubicBezTo>
                  <a:pt x="927247" y="738209"/>
                  <a:pt x="913653" y="751803"/>
                  <a:pt x="896883" y="751803"/>
                </a:cubicBezTo>
                <a:cubicBezTo>
                  <a:pt x="880114" y="751803"/>
                  <a:pt x="866520" y="738209"/>
                  <a:pt x="866520" y="721440"/>
                </a:cubicBezTo>
                <a:cubicBezTo>
                  <a:pt x="866520" y="704670"/>
                  <a:pt x="880114" y="691076"/>
                  <a:pt x="896883" y="691076"/>
                </a:cubicBezTo>
                <a:close/>
                <a:moveTo>
                  <a:pt x="824329" y="691076"/>
                </a:moveTo>
                <a:cubicBezTo>
                  <a:pt x="841098" y="691076"/>
                  <a:pt x="854692" y="704670"/>
                  <a:pt x="854692" y="721440"/>
                </a:cubicBezTo>
                <a:cubicBezTo>
                  <a:pt x="854692" y="738209"/>
                  <a:pt x="841098" y="751803"/>
                  <a:pt x="824329" y="751803"/>
                </a:cubicBezTo>
                <a:cubicBezTo>
                  <a:pt x="807559" y="751803"/>
                  <a:pt x="793965" y="738209"/>
                  <a:pt x="793965" y="721440"/>
                </a:cubicBezTo>
                <a:cubicBezTo>
                  <a:pt x="793965" y="704670"/>
                  <a:pt x="807559" y="691076"/>
                  <a:pt x="824329" y="691076"/>
                </a:cubicBezTo>
                <a:close/>
                <a:moveTo>
                  <a:pt x="751774" y="691076"/>
                </a:moveTo>
                <a:cubicBezTo>
                  <a:pt x="768544" y="691076"/>
                  <a:pt x="782138" y="704670"/>
                  <a:pt x="782138" y="721440"/>
                </a:cubicBezTo>
                <a:cubicBezTo>
                  <a:pt x="782138" y="738209"/>
                  <a:pt x="768544" y="751803"/>
                  <a:pt x="751774" y="751803"/>
                </a:cubicBezTo>
                <a:cubicBezTo>
                  <a:pt x="735005" y="751803"/>
                  <a:pt x="721411" y="738209"/>
                  <a:pt x="721411" y="721440"/>
                </a:cubicBezTo>
                <a:cubicBezTo>
                  <a:pt x="721411" y="704670"/>
                  <a:pt x="735005" y="691076"/>
                  <a:pt x="751774" y="691076"/>
                </a:cubicBezTo>
                <a:close/>
                <a:moveTo>
                  <a:pt x="679220" y="691076"/>
                </a:moveTo>
                <a:cubicBezTo>
                  <a:pt x="695989" y="691076"/>
                  <a:pt x="709583" y="704670"/>
                  <a:pt x="709583" y="721440"/>
                </a:cubicBezTo>
                <a:cubicBezTo>
                  <a:pt x="709583" y="738209"/>
                  <a:pt x="695989" y="751803"/>
                  <a:pt x="679220" y="751803"/>
                </a:cubicBezTo>
                <a:cubicBezTo>
                  <a:pt x="662450" y="751803"/>
                  <a:pt x="648856" y="738209"/>
                  <a:pt x="648856" y="721440"/>
                </a:cubicBezTo>
                <a:cubicBezTo>
                  <a:pt x="648856" y="704670"/>
                  <a:pt x="662450" y="691076"/>
                  <a:pt x="679220" y="691076"/>
                </a:cubicBezTo>
                <a:close/>
                <a:moveTo>
                  <a:pt x="606665" y="691076"/>
                </a:moveTo>
                <a:cubicBezTo>
                  <a:pt x="623435" y="691076"/>
                  <a:pt x="637029" y="704670"/>
                  <a:pt x="637029" y="721440"/>
                </a:cubicBezTo>
                <a:cubicBezTo>
                  <a:pt x="637029" y="738209"/>
                  <a:pt x="623435" y="751803"/>
                  <a:pt x="606665" y="751803"/>
                </a:cubicBezTo>
                <a:cubicBezTo>
                  <a:pt x="589896" y="751803"/>
                  <a:pt x="576302" y="738209"/>
                  <a:pt x="576302" y="721440"/>
                </a:cubicBezTo>
                <a:cubicBezTo>
                  <a:pt x="576302" y="704670"/>
                  <a:pt x="589896" y="691076"/>
                  <a:pt x="606665" y="691076"/>
                </a:cubicBezTo>
                <a:close/>
                <a:moveTo>
                  <a:pt x="534111" y="691076"/>
                </a:moveTo>
                <a:cubicBezTo>
                  <a:pt x="550880" y="691076"/>
                  <a:pt x="564474" y="704670"/>
                  <a:pt x="564474" y="721440"/>
                </a:cubicBezTo>
                <a:cubicBezTo>
                  <a:pt x="564474" y="738209"/>
                  <a:pt x="550880" y="751803"/>
                  <a:pt x="534111" y="751803"/>
                </a:cubicBezTo>
                <a:cubicBezTo>
                  <a:pt x="517341" y="751803"/>
                  <a:pt x="503747" y="738209"/>
                  <a:pt x="503747" y="721440"/>
                </a:cubicBezTo>
                <a:cubicBezTo>
                  <a:pt x="503747" y="704670"/>
                  <a:pt x="517341" y="691076"/>
                  <a:pt x="534111" y="691076"/>
                </a:cubicBezTo>
                <a:close/>
                <a:moveTo>
                  <a:pt x="461556" y="691076"/>
                </a:moveTo>
                <a:cubicBezTo>
                  <a:pt x="478326" y="691076"/>
                  <a:pt x="491920" y="704670"/>
                  <a:pt x="491920" y="721440"/>
                </a:cubicBezTo>
                <a:cubicBezTo>
                  <a:pt x="491920" y="738209"/>
                  <a:pt x="478326" y="751803"/>
                  <a:pt x="461556" y="751803"/>
                </a:cubicBezTo>
                <a:cubicBezTo>
                  <a:pt x="444787" y="751803"/>
                  <a:pt x="431192" y="738209"/>
                  <a:pt x="431192" y="721440"/>
                </a:cubicBezTo>
                <a:cubicBezTo>
                  <a:pt x="431192" y="704670"/>
                  <a:pt x="444787" y="691076"/>
                  <a:pt x="461556" y="691076"/>
                </a:cubicBezTo>
                <a:close/>
                <a:moveTo>
                  <a:pt x="389002" y="691076"/>
                </a:moveTo>
                <a:cubicBezTo>
                  <a:pt x="405771" y="691076"/>
                  <a:pt x="419365" y="704670"/>
                  <a:pt x="419365" y="721440"/>
                </a:cubicBezTo>
                <a:cubicBezTo>
                  <a:pt x="419365" y="738209"/>
                  <a:pt x="405771" y="751803"/>
                  <a:pt x="389002" y="751803"/>
                </a:cubicBezTo>
                <a:cubicBezTo>
                  <a:pt x="372232" y="751803"/>
                  <a:pt x="358638" y="738209"/>
                  <a:pt x="358638" y="721440"/>
                </a:cubicBezTo>
                <a:cubicBezTo>
                  <a:pt x="358638" y="704670"/>
                  <a:pt x="372232" y="691076"/>
                  <a:pt x="389002" y="691076"/>
                </a:cubicBezTo>
                <a:close/>
                <a:moveTo>
                  <a:pt x="316447" y="691076"/>
                </a:moveTo>
                <a:cubicBezTo>
                  <a:pt x="333216" y="691076"/>
                  <a:pt x="346810" y="704670"/>
                  <a:pt x="346810" y="721440"/>
                </a:cubicBezTo>
                <a:cubicBezTo>
                  <a:pt x="346810" y="738209"/>
                  <a:pt x="333216" y="751803"/>
                  <a:pt x="316447" y="751803"/>
                </a:cubicBezTo>
                <a:cubicBezTo>
                  <a:pt x="299677" y="751803"/>
                  <a:pt x="286084" y="738209"/>
                  <a:pt x="286084" y="721440"/>
                </a:cubicBezTo>
                <a:cubicBezTo>
                  <a:pt x="286084" y="704670"/>
                  <a:pt x="299677" y="691076"/>
                  <a:pt x="316447" y="691076"/>
                </a:cubicBezTo>
                <a:close/>
                <a:moveTo>
                  <a:pt x="243892" y="691076"/>
                </a:moveTo>
                <a:cubicBezTo>
                  <a:pt x="260662" y="691076"/>
                  <a:pt x="274256" y="704670"/>
                  <a:pt x="274256" y="721440"/>
                </a:cubicBezTo>
                <a:cubicBezTo>
                  <a:pt x="274256" y="738209"/>
                  <a:pt x="260662" y="751803"/>
                  <a:pt x="243892" y="751803"/>
                </a:cubicBezTo>
                <a:cubicBezTo>
                  <a:pt x="227123" y="751803"/>
                  <a:pt x="213529" y="738209"/>
                  <a:pt x="213529" y="721440"/>
                </a:cubicBezTo>
                <a:cubicBezTo>
                  <a:pt x="213529" y="704670"/>
                  <a:pt x="227123" y="691076"/>
                  <a:pt x="243892" y="691076"/>
                </a:cubicBezTo>
                <a:close/>
                <a:moveTo>
                  <a:pt x="171339" y="691076"/>
                </a:moveTo>
                <a:cubicBezTo>
                  <a:pt x="188107" y="691076"/>
                  <a:pt x="201701" y="704670"/>
                  <a:pt x="201701" y="721440"/>
                </a:cubicBezTo>
                <a:cubicBezTo>
                  <a:pt x="201701" y="738209"/>
                  <a:pt x="188107" y="751803"/>
                  <a:pt x="171339" y="751803"/>
                </a:cubicBezTo>
                <a:cubicBezTo>
                  <a:pt x="154662" y="751803"/>
                  <a:pt x="141067" y="738209"/>
                  <a:pt x="141067" y="721440"/>
                </a:cubicBezTo>
                <a:cubicBezTo>
                  <a:pt x="141067" y="704670"/>
                  <a:pt x="154662" y="691076"/>
                  <a:pt x="171339" y="691076"/>
                </a:cubicBezTo>
                <a:close/>
                <a:moveTo>
                  <a:pt x="98890" y="691076"/>
                </a:moveTo>
                <a:cubicBezTo>
                  <a:pt x="115653" y="691076"/>
                  <a:pt x="129246" y="704670"/>
                  <a:pt x="129246" y="721440"/>
                </a:cubicBezTo>
                <a:cubicBezTo>
                  <a:pt x="129246" y="738209"/>
                  <a:pt x="115653" y="751803"/>
                  <a:pt x="98890" y="751803"/>
                </a:cubicBezTo>
                <a:cubicBezTo>
                  <a:pt x="82117" y="751803"/>
                  <a:pt x="68523" y="738209"/>
                  <a:pt x="68523" y="721440"/>
                </a:cubicBezTo>
                <a:cubicBezTo>
                  <a:pt x="68523" y="704670"/>
                  <a:pt x="82117" y="691076"/>
                  <a:pt x="98890" y="691076"/>
                </a:cubicBezTo>
                <a:close/>
                <a:moveTo>
                  <a:pt x="26336" y="691076"/>
                </a:moveTo>
                <a:cubicBezTo>
                  <a:pt x="43099" y="691076"/>
                  <a:pt x="56694" y="704670"/>
                  <a:pt x="56694" y="721440"/>
                </a:cubicBezTo>
                <a:cubicBezTo>
                  <a:pt x="56694" y="738209"/>
                  <a:pt x="43099" y="751803"/>
                  <a:pt x="26336" y="751803"/>
                </a:cubicBezTo>
                <a:cubicBezTo>
                  <a:pt x="17950" y="751803"/>
                  <a:pt x="10359" y="748405"/>
                  <a:pt x="4864" y="742910"/>
                </a:cubicBezTo>
                <a:lnTo>
                  <a:pt x="0" y="731167"/>
                </a:lnTo>
                <a:lnTo>
                  <a:pt x="0" y="711713"/>
                </a:lnTo>
                <a:lnTo>
                  <a:pt x="4864" y="699969"/>
                </a:lnTo>
                <a:cubicBezTo>
                  <a:pt x="10359" y="694475"/>
                  <a:pt x="17950" y="691076"/>
                  <a:pt x="26336" y="691076"/>
                </a:cubicBezTo>
                <a:close/>
                <a:moveTo>
                  <a:pt x="1622429" y="610624"/>
                </a:moveTo>
                <a:cubicBezTo>
                  <a:pt x="1639199" y="610624"/>
                  <a:pt x="1652792" y="624218"/>
                  <a:pt x="1652792" y="640988"/>
                </a:cubicBezTo>
                <a:cubicBezTo>
                  <a:pt x="1652792" y="657757"/>
                  <a:pt x="1639199" y="671351"/>
                  <a:pt x="1622429" y="671351"/>
                </a:cubicBezTo>
                <a:cubicBezTo>
                  <a:pt x="1605659" y="671351"/>
                  <a:pt x="1592066" y="657757"/>
                  <a:pt x="1592066" y="640988"/>
                </a:cubicBezTo>
                <a:cubicBezTo>
                  <a:pt x="1592066" y="624218"/>
                  <a:pt x="1605659" y="610624"/>
                  <a:pt x="1622429" y="610624"/>
                </a:cubicBezTo>
                <a:close/>
                <a:moveTo>
                  <a:pt x="1549874" y="610624"/>
                </a:moveTo>
                <a:cubicBezTo>
                  <a:pt x="1566644" y="610624"/>
                  <a:pt x="1580238" y="624218"/>
                  <a:pt x="1580238" y="640988"/>
                </a:cubicBezTo>
                <a:cubicBezTo>
                  <a:pt x="1580238" y="657757"/>
                  <a:pt x="1566644" y="671351"/>
                  <a:pt x="1549874" y="671351"/>
                </a:cubicBezTo>
                <a:cubicBezTo>
                  <a:pt x="1533105" y="671351"/>
                  <a:pt x="1519511" y="657757"/>
                  <a:pt x="1519511" y="640988"/>
                </a:cubicBezTo>
                <a:cubicBezTo>
                  <a:pt x="1519511" y="624218"/>
                  <a:pt x="1533105" y="610624"/>
                  <a:pt x="1549874" y="610624"/>
                </a:cubicBezTo>
                <a:close/>
                <a:moveTo>
                  <a:pt x="1477320" y="610624"/>
                </a:moveTo>
                <a:cubicBezTo>
                  <a:pt x="1494089" y="610624"/>
                  <a:pt x="1507683" y="624218"/>
                  <a:pt x="1507683" y="640988"/>
                </a:cubicBezTo>
                <a:cubicBezTo>
                  <a:pt x="1507683" y="657757"/>
                  <a:pt x="1494089" y="671351"/>
                  <a:pt x="1477320" y="671351"/>
                </a:cubicBezTo>
                <a:cubicBezTo>
                  <a:pt x="1460550" y="671351"/>
                  <a:pt x="1446956" y="657757"/>
                  <a:pt x="1446956" y="640988"/>
                </a:cubicBezTo>
                <a:cubicBezTo>
                  <a:pt x="1446956" y="624218"/>
                  <a:pt x="1460550" y="610624"/>
                  <a:pt x="1477320" y="610624"/>
                </a:cubicBezTo>
                <a:close/>
                <a:moveTo>
                  <a:pt x="1404765" y="610624"/>
                </a:moveTo>
                <a:cubicBezTo>
                  <a:pt x="1421535" y="610624"/>
                  <a:pt x="1435129" y="624218"/>
                  <a:pt x="1435129" y="640988"/>
                </a:cubicBezTo>
                <a:cubicBezTo>
                  <a:pt x="1435129" y="657757"/>
                  <a:pt x="1421535" y="671351"/>
                  <a:pt x="1404765" y="671351"/>
                </a:cubicBezTo>
                <a:cubicBezTo>
                  <a:pt x="1387996" y="671351"/>
                  <a:pt x="1374402" y="657757"/>
                  <a:pt x="1374402" y="640988"/>
                </a:cubicBezTo>
                <a:cubicBezTo>
                  <a:pt x="1374402" y="624218"/>
                  <a:pt x="1387996" y="610624"/>
                  <a:pt x="1404765" y="610624"/>
                </a:cubicBezTo>
                <a:close/>
                <a:moveTo>
                  <a:pt x="1332211" y="610624"/>
                </a:moveTo>
                <a:cubicBezTo>
                  <a:pt x="1348980" y="610624"/>
                  <a:pt x="1362574" y="624218"/>
                  <a:pt x="1362574" y="640988"/>
                </a:cubicBezTo>
                <a:cubicBezTo>
                  <a:pt x="1362574" y="657757"/>
                  <a:pt x="1348980" y="671351"/>
                  <a:pt x="1332211" y="671351"/>
                </a:cubicBezTo>
                <a:cubicBezTo>
                  <a:pt x="1315441" y="671351"/>
                  <a:pt x="1301847" y="657757"/>
                  <a:pt x="1301847" y="640988"/>
                </a:cubicBezTo>
                <a:cubicBezTo>
                  <a:pt x="1301847" y="624218"/>
                  <a:pt x="1315441" y="610624"/>
                  <a:pt x="1332211" y="610624"/>
                </a:cubicBezTo>
                <a:close/>
                <a:moveTo>
                  <a:pt x="1259656" y="610624"/>
                </a:moveTo>
                <a:cubicBezTo>
                  <a:pt x="1276426" y="610624"/>
                  <a:pt x="1290020" y="624218"/>
                  <a:pt x="1290020" y="640988"/>
                </a:cubicBezTo>
                <a:cubicBezTo>
                  <a:pt x="1290020" y="657757"/>
                  <a:pt x="1276426" y="671351"/>
                  <a:pt x="1259656" y="671351"/>
                </a:cubicBezTo>
                <a:cubicBezTo>
                  <a:pt x="1242887" y="671351"/>
                  <a:pt x="1229293" y="657757"/>
                  <a:pt x="1229293" y="640988"/>
                </a:cubicBezTo>
                <a:cubicBezTo>
                  <a:pt x="1229293" y="624218"/>
                  <a:pt x="1242887" y="610624"/>
                  <a:pt x="1259656" y="610624"/>
                </a:cubicBezTo>
                <a:close/>
                <a:moveTo>
                  <a:pt x="1187102" y="610624"/>
                </a:moveTo>
                <a:cubicBezTo>
                  <a:pt x="1203871" y="610624"/>
                  <a:pt x="1217465" y="624218"/>
                  <a:pt x="1217465" y="640988"/>
                </a:cubicBezTo>
                <a:cubicBezTo>
                  <a:pt x="1217465" y="657757"/>
                  <a:pt x="1203871" y="671351"/>
                  <a:pt x="1187102" y="671351"/>
                </a:cubicBezTo>
                <a:cubicBezTo>
                  <a:pt x="1170332" y="671351"/>
                  <a:pt x="1156738" y="657757"/>
                  <a:pt x="1156738" y="640988"/>
                </a:cubicBezTo>
                <a:cubicBezTo>
                  <a:pt x="1156738" y="624218"/>
                  <a:pt x="1170332" y="610624"/>
                  <a:pt x="1187102" y="610624"/>
                </a:cubicBezTo>
                <a:close/>
                <a:moveTo>
                  <a:pt x="1114547" y="610624"/>
                </a:moveTo>
                <a:cubicBezTo>
                  <a:pt x="1131317" y="610624"/>
                  <a:pt x="1144911" y="624218"/>
                  <a:pt x="1144911" y="640988"/>
                </a:cubicBezTo>
                <a:cubicBezTo>
                  <a:pt x="1144911" y="657757"/>
                  <a:pt x="1131317" y="671351"/>
                  <a:pt x="1114547" y="671351"/>
                </a:cubicBezTo>
                <a:cubicBezTo>
                  <a:pt x="1097778" y="671351"/>
                  <a:pt x="1084184" y="657757"/>
                  <a:pt x="1084184" y="640988"/>
                </a:cubicBezTo>
                <a:cubicBezTo>
                  <a:pt x="1084184" y="624218"/>
                  <a:pt x="1097778" y="610624"/>
                  <a:pt x="1114547" y="610624"/>
                </a:cubicBezTo>
                <a:close/>
                <a:moveTo>
                  <a:pt x="1041993" y="610624"/>
                </a:moveTo>
                <a:cubicBezTo>
                  <a:pt x="1058762" y="610624"/>
                  <a:pt x="1072356" y="624218"/>
                  <a:pt x="1072356" y="640988"/>
                </a:cubicBezTo>
                <a:cubicBezTo>
                  <a:pt x="1072356" y="657757"/>
                  <a:pt x="1058762" y="671351"/>
                  <a:pt x="1041993" y="671351"/>
                </a:cubicBezTo>
                <a:cubicBezTo>
                  <a:pt x="1025223" y="671351"/>
                  <a:pt x="1011629" y="657757"/>
                  <a:pt x="1011629" y="640988"/>
                </a:cubicBezTo>
                <a:cubicBezTo>
                  <a:pt x="1011629" y="624218"/>
                  <a:pt x="1025223" y="610624"/>
                  <a:pt x="1041993" y="610624"/>
                </a:cubicBezTo>
                <a:close/>
                <a:moveTo>
                  <a:pt x="969438" y="610624"/>
                </a:moveTo>
                <a:cubicBezTo>
                  <a:pt x="986208" y="610624"/>
                  <a:pt x="999801" y="624218"/>
                  <a:pt x="999801" y="640988"/>
                </a:cubicBezTo>
                <a:cubicBezTo>
                  <a:pt x="999801" y="657757"/>
                  <a:pt x="986208" y="671351"/>
                  <a:pt x="969438" y="671351"/>
                </a:cubicBezTo>
                <a:cubicBezTo>
                  <a:pt x="952669" y="671351"/>
                  <a:pt x="939075" y="657757"/>
                  <a:pt x="939075" y="640988"/>
                </a:cubicBezTo>
                <a:cubicBezTo>
                  <a:pt x="939075" y="624218"/>
                  <a:pt x="952669" y="610624"/>
                  <a:pt x="969438" y="610624"/>
                </a:cubicBezTo>
                <a:close/>
                <a:moveTo>
                  <a:pt x="896883" y="610624"/>
                </a:moveTo>
                <a:cubicBezTo>
                  <a:pt x="913653" y="610624"/>
                  <a:pt x="927247" y="624218"/>
                  <a:pt x="927247" y="640988"/>
                </a:cubicBezTo>
                <a:cubicBezTo>
                  <a:pt x="927247" y="657757"/>
                  <a:pt x="913653" y="671351"/>
                  <a:pt x="896883" y="671351"/>
                </a:cubicBezTo>
                <a:cubicBezTo>
                  <a:pt x="880114" y="671351"/>
                  <a:pt x="866520" y="657757"/>
                  <a:pt x="866520" y="640988"/>
                </a:cubicBezTo>
                <a:cubicBezTo>
                  <a:pt x="866520" y="624218"/>
                  <a:pt x="880114" y="610624"/>
                  <a:pt x="896883" y="610624"/>
                </a:cubicBezTo>
                <a:close/>
                <a:moveTo>
                  <a:pt x="824329" y="610624"/>
                </a:moveTo>
                <a:cubicBezTo>
                  <a:pt x="841098" y="610624"/>
                  <a:pt x="854692" y="624218"/>
                  <a:pt x="854692" y="640988"/>
                </a:cubicBezTo>
                <a:cubicBezTo>
                  <a:pt x="854692" y="657757"/>
                  <a:pt x="841098" y="671351"/>
                  <a:pt x="824329" y="671351"/>
                </a:cubicBezTo>
                <a:cubicBezTo>
                  <a:pt x="807559" y="671351"/>
                  <a:pt x="793965" y="657757"/>
                  <a:pt x="793965" y="640988"/>
                </a:cubicBezTo>
                <a:cubicBezTo>
                  <a:pt x="793965" y="624218"/>
                  <a:pt x="807559" y="610624"/>
                  <a:pt x="824329" y="610624"/>
                </a:cubicBezTo>
                <a:close/>
                <a:moveTo>
                  <a:pt x="751774" y="610624"/>
                </a:moveTo>
                <a:cubicBezTo>
                  <a:pt x="768544" y="610624"/>
                  <a:pt x="782138" y="624218"/>
                  <a:pt x="782138" y="640988"/>
                </a:cubicBezTo>
                <a:cubicBezTo>
                  <a:pt x="782138" y="657757"/>
                  <a:pt x="768544" y="671351"/>
                  <a:pt x="751774" y="671351"/>
                </a:cubicBezTo>
                <a:cubicBezTo>
                  <a:pt x="735005" y="671351"/>
                  <a:pt x="721411" y="657757"/>
                  <a:pt x="721411" y="640988"/>
                </a:cubicBezTo>
                <a:cubicBezTo>
                  <a:pt x="721411" y="624218"/>
                  <a:pt x="735005" y="610624"/>
                  <a:pt x="751774" y="610624"/>
                </a:cubicBezTo>
                <a:close/>
                <a:moveTo>
                  <a:pt x="679220" y="610624"/>
                </a:moveTo>
                <a:cubicBezTo>
                  <a:pt x="695989" y="610624"/>
                  <a:pt x="709583" y="624218"/>
                  <a:pt x="709583" y="640988"/>
                </a:cubicBezTo>
                <a:cubicBezTo>
                  <a:pt x="709583" y="657757"/>
                  <a:pt x="695989" y="671351"/>
                  <a:pt x="679220" y="671351"/>
                </a:cubicBezTo>
                <a:cubicBezTo>
                  <a:pt x="662450" y="671351"/>
                  <a:pt x="648856" y="657757"/>
                  <a:pt x="648856" y="640988"/>
                </a:cubicBezTo>
                <a:cubicBezTo>
                  <a:pt x="648856" y="624218"/>
                  <a:pt x="662450" y="610624"/>
                  <a:pt x="679220" y="610624"/>
                </a:cubicBezTo>
                <a:close/>
                <a:moveTo>
                  <a:pt x="606665" y="610624"/>
                </a:moveTo>
                <a:cubicBezTo>
                  <a:pt x="623435" y="610624"/>
                  <a:pt x="637029" y="624218"/>
                  <a:pt x="637029" y="640988"/>
                </a:cubicBezTo>
                <a:cubicBezTo>
                  <a:pt x="637029" y="657757"/>
                  <a:pt x="623435" y="671351"/>
                  <a:pt x="606665" y="671351"/>
                </a:cubicBezTo>
                <a:cubicBezTo>
                  <a:pt x="589896" y="671351"/>
                  <a:pt x="576302" y="657757"/>
                  <a:pt x="576302" y="640988"/>
                </a:cubicBezTo>
                <a:cubicBezTo>
                  <a:pt x="576302" y="624218"/>
                  <a:pt x="589896" y="610624"/>
                  <a:pt x="606665" y="610624"/>
                </a:cubicBezTo>
                <a:close/>
                <a:moveTo>
                  <a:pt x="534111" y="610624"/>
                </a:moveTo>
                <a:cubicBezTo>
                  <a:pt x="550880" y="610624"/>
                  <a:pt x="564474" y="624218"/>
                  <a:pt x="564474" y="640988"/>
                </a:cubicBezTo>
                <a:cubicBezTo>
                  <a:pt x="564474" y="657757"/>
                  <a:pt x="550880" y="671351"/>
                  <a:pt x="534111" y="671351"/>
                </a:cubicBezTo>
                <a:cubicBezTo>
                  <a:pt x="517341" y="671351"/>
                  <a:pt x="503747" y="657757"/>
                  <a:pt x="503747" y="640988"/>
                </a:cubicBezTo>
                <a:cubicBezTo>
                  <a:pt x="503747" y="624218"/>
                  <a:pt x="517341" y="610624"/>
                  <a:pt x="534111" y="610624"/>
                </a:cubicBezTo>
                <a:close/>
                <a:moveTo>
                  <a:pt x="461556" y="610624"/>
                </a:moveTo>
                <a:cubicBezTo>
                  <a:pt x="478326" y="610624"/>
                  <a:pt x="491920" y="624218"/>
                  <a:pt x="491920" y="640988"/>
                </a:cubicBezTo>
                <a:cubicBezTo>
                  <a:pt x="491920" y="657757"/>
                  <a:pt x="478326" y="671351"/>
                  <a:pt x="461556" y="671351"/>
                </a:cubicBezTo>
                <a:cubicBezTo>
                  <a:pt x="444787" y="671351"/>
                  <a:pt x="431192" y="657757"/>
                  <a:pt x="431192" y="640988"/>
                </a:cubicBezTo>
                <a:cubicBezTo>
                  <a:pt x="431192" y="624218"/>
                  <a:pt x="444787" y="610624"/>
                  <a:pt x="461556" y="610624"/>
                </a:cubicBezTo>
                <a:close/>
                <a:moveTo>
                  <a:pt x="389002" y="610624"/>
                </a:moveTo>
                <a:cubicBezTo>
                  <a:pt x="405771" y="610624"/>
                  <a:pt x="419365" y="624218"/>
                  <a:pt x="419365" y="640988"/>
                </a:cubicBezTo>
                <a:cubicBezTo>
                  <a:pt x="419365" y="657757"/>
                  <a:pt x="405771" y="671351"/>
                  <a:pt x="389002" y="671351"/>
                </a:cubicBezTo>
                <a:cubicBezTo>
                  <a:pt x="372232" y="671351"/>
                  <a:pt x="358638" y="657757"/>
                  <a:pt x="358638" y="640988"/>
                </a:cubicBezTo>
                <a:cubicBezTo>
                  <a:pt x="358638" y="624218"/>
                  <a:pt x="372232" y="610624"/>
                  <a:pt x="389002" y="610624"/>
                </a:cubicBezTo>
                <a:close/>
                <a:moveTo>
                  <a:pt x="316447" y="610624"/>
                </a:moveTo>
                <a:cubicBezTo>
                  <a:pt x="333216" y="610624"/>
                  <a:pt x="346810" y="624218"/>
                  <a:pt x="346810" y="640988"/>
                </a:cubicBezTo>
                <a:cubicBezTo>
                  <a:pt x="346810" y="657757"/>
                  <a:pt x="333216" y="671351"/>
                  <a:pt x="316447" y="671351"/>
                </a:cubicBezTo>
                <a:cubicBezTo>
                  <a:pt x="299677" y="671351"/>
                  <a:pt x="286084" y="657757"/>
                  <a:pt x="286084" y="640988"/>
                </a:cubicBezTo>
                <a:cubicBezTo>
                  <a:pt x="286084" y="624218"/>
                  <a:pt x="299677" y="610624"/>
                  <a:pt x="316447" y="610624"/>
                </a:cubicBezTo>
                <a:close/>
                <a:moveTo>
                  <a:pt x="243892" y="610624"/>
                </a:moveTo>
                <a:cubicBezTo>
                  <a:pt x="260662" y="610624"/>
                  <a:pt x="274256" y="624218"/>
                  <a:pt x="274256" y="640988"/>
                </a:cubicBezTo>
                <a:cubicBezTo>
                  <a:pt x="274256" y="657757"/>
                  <a:pt x="260662" y="671351"/>
                  <a:pt x="243892" y="671351"/>
                </a:cubicBezTo>
                <a:cubicBezTo>
                  <a:pt x="227123" y="671351"/>
                  <a:pt x="213529" y="657757"/>
                  <a:pt x="213529" y="640988"/>
                </a:cubicBezTo>
                <a:cubicBezTo>
                  <a:pt x="213529" y="624218"/>
                  <a:pt x="227123" y="610624"/>
                  <a:pt x="243892" y="610624"/>
                </a:cubicBezTo>
                <a:close/>
                <a:moveTo>
                  <a:pt x="171339" y="610624"/>
                </a:moveTo>
                <a:cubicBezTo>
                  <a:pt x="188107" y="610624"/>
                  <a:pt x="201701" y="624218"/>
                  <a:pt x="201701" y="640988"/>
                </a:cubicBezTo>
                <a:cubicBezTo>
                  <a:pt x="201701" y="657757"/>
                  <a:pt x="188107" y="671351"/>
                  <a:pt x="171339" y="671351"/>
                </a:cubicBezTo>
                <a:cubicBezTo>
                  <a:pt x="154667" y="671351"/>
                  <a:pt x="141073" y="657757"/>
                  <a:pt x="141073" y="640988"/>
                </a:cubicBezTo>
                <a:cubicBezTo>
                  <a:pt x="141073" y="624218"/>
                  <a:pt x="154667" y="610624"/>
                  <a:pt x="171339" y="610624"/>
                </a:cubicBezTo>
                <a:close/>
                <a:moveTo>
                  <a:pt x="98897" y="610624"/>
                </a:moveTo>
                <a:cubicBezTo>
                  <a:pt x="115658" y="610624"/>
                  <a:pt x="129252" y="624218"/>
                  <a:pt x="129252" y="640988"/>
                </a:cubicBezTo>
                <a:cubicBezTo>
                  <a:pt x="129252" y="657757"/>
                  <a:pt x="115658" y="671351"/>
                  <a:pt x="98897" y="671351"/>
                </a:cubicBezTo>
                <a:cubicBezTo>
                  <a:pt x="82124" y="671351"/>
                  <a:pt x="68530" y="657757"/>
                  <a:pt x="68530" y="640988"/>
                </a:cubicBezTo>
                <a:cubicBezTo>
                  <a:pt x="68530" y="624218"/>
                  <a:pt x="82124" y="610624"/>
                  <a:pt x="98897" y="610624"/>
                </a:cubicBezTo>
                <a:close/>
                <a:moveTo>
                  <a:pt x="26342" y="610624"/>
                </a:moveTo>
                <a:cubicBezTo>
                  <a:pt x="43106" y="610624"/>
                  <a:pt x="56701" y="624218"/>
                  <a:pt x="56701" y="640988"/>
                </a:cubicBezTo>
                <a:cubicBezTo>
                  <a:pt x="56701" y="657757"/>
                  <a:pt x="43106" y="671351"/>
                  <a:pt x="26342" y="671351"/>
                </a:cubicBezTo>
                <a:cubicBezTo>
                  <a:pt x="17956" y="671351"/>
                  <a:pt x="10365" y="667953"/>
                  <a:pt x="4871" y="662458"/>
                </a:cubicBezTo>
                <a:lnTo>
                  <a:pt x="0" y="650698"/>
                </a:lnTo>
                <a:lnTo>
                  <a:pt x="0" y="631277"/>
                </a:lnTo>
                <a:lnTo>
                  <a:pt x="4871" y="619517"/>
                </a:lnTo>
                <a:cubicBezTo>
                  <a:pt x="10365" y="614023"/>
                  <a:pt x="17956" y="610624"/>
                  <a:pt x="26342" y="610624"/>
                </a:cubicBezTo>
                <a:close/>
                <a:moveTo>
                  <a:pt x="1669096" y="549730"/>
                </a:moveTo>
                <a:lnTo>
                  <a:pt x="1668124" y="568994"/>
                </a:lnTo>
                <a:lnTo>
                  <a:pt x="1664620" y="560536"/>
                </a:lnTo>
                <a:close/>
                <a:moveTo>
                  <a:pt x="1622429" y="530173"/>
                </a:moveTo>
                <a:cubicBezTo>
                  <a:pt x="1639199" y="530173"/>
                  <a:pt x="1652792" y="543767"/>
                  <a:pt x="1652792" y="560536"/>
                </a:cubicBezTo>
                <a:cubicBezTo>
                  <a:pt x="1652792" y="577306"/>
                  <a:pt x="1639199" y="590900"/>
                  <a:pt x="1622429" y="590900"/>
                </a:cubicBezTo>
                <a:cubicBezTo>
                  <a:pt x="1605659" y="590900"/>
                  <a:pt x="1592066" y="577306"/>
                  <a:pt x="1592066" y="560536"/>
                </a:cubicBezTo>
                <a:cubicBezTo>
                  <a:pt x="1592066" y="543767"/>
                  <a:pt x="1605659" y="530173"/>
                  <a:pt x="1622429" y="530173"/>
                </a:cubicBezTo>
                <a:close/>
                <a:moveTo>
                  <a:pt x="1549874" y="530173"/>
                </a:moveTo>
                <a:cubicBezTo>
                  <a:pt x="1566644" y="530173"/>
                  <a:pt x="1580238" y="543767"/>
                  <a:pt x="1580238" y="560536"/>
                </a:cubicBezTo>
                <a:cubicBezTo>
                  <a:pt x="1580238" y="577306"/>
                  <a:pt x="1566644" y="590900"/>
                  <a:pt x="1549874" y="590900"/>
                </a:cubicBezTo>
                <a:cubicBezTo>
                  <a:pt x="1533105" y="590900"/>
                  <a:pt x="1519511" y="577306"/>
                  <a:pt x="1519511" y="560536"/>
                </a:cubicBezTo>
                <a:cubicBezTo>
                  <a:pt x="1519511" y="543767"/>
                  <a:pt x="1533105" y="530173"/>
                  <a:pt x="1549874" y="530173"/>
                </a:cubicBezTo>
                <a:close/>
                <a:moveTo>
                  <a:pt x="1477320" y="530173"/>
                </a:moveTo>
                <a:cubicBezTo>
                  <a:pt x="1494089" y="530173"/>
                  <a:pt x="1507683" y="543767"/>
                  <a:pt x="1507683" y="560536"/>
                </a:cubicBezTo>
                <a:cubicBezTo>
                  <a:pt x="1507683" y="577306"/>
                  <a:pt x="1494089" y="590900"/>
                  <a:pt x="1477320" y="590900"/>
                </a:cubicBezTo>
                <a:cubicBezTo>
                  <a:pt x="1460550" y="590900"/>
                  <a:pt x="1446956" y="577306"/>
                  <a:pt x="1446956" y="560536"/>
                </a:cubicBezTo>
                <a:cubicBezTo>
                  <a:pt x="1446956" y="543767"/>
                  <a:pt x="1460550" y="530173"/>
                  <a:pt x="1477320" y="530173"/>
                </a:cubicBezTo>
                <a:close/>
                <a:moveTo>
                  <a:pt x="1404765" y="530173"/>
                </a:moveTo>
                <a:cubicBezTo>
                  <a:pt x="1421535" y="530173"/>
                  <a:pt x="1435129" y="543767"/>
                  <a:pt x="1435129" y="560536"/>
                </a:cubicBezTo>
                <a:cubicBezTo>
                  <a:pt x="1435129" y="577306"/>
                  <a:pt x="1421535" y="590900"/>
                  <a:pt x="1404765" y="590900"/>
                </a:cubicBezTo>
                <a:cubicBezTo>
                  <a:pt x="1387996" y="590900"/>
                  <a:pt x="1374402" y="577306"/>
                  <a:pt x="1374402" y="560536"/>
                </a:cubicBezTo>
                <a:cubicBezTo>
                  <a:pt x="1374402" y="543767"/>
                  <a:pt x="1387996" y="530173"/>
                  <a:pt x="1404765" y="530173"/>
                </a:cubicBezTo>
                <a:close/>
                <a:moveTo>
                  <a:pt x="1332211" y="530173"/>
                </a:moveTo>
                <a:cubicBezTo>
                  <a:pt x="1348980" y="530173"/>
                  <a:pt x="1362574" y="543767"/>
                  <a:pt x="1362574" y="560536"/>
                </a:cubicBezTo>
                <a:cubicBezTo>
                  <a:pt x="1362574" y="577306"/>
                  <a:pt x="1348980" y="590900"/>
                  <a:pt x="1332211" y="590900"/>
                </a:cubicBezTo>
                <a:cubicBezTo>
                  <a:pt x="1315441" y="590900"/>
                  <a:pt x="1301847" y="577306"/>
                  <a:pt x="1301847" y="560536"/>
                </a:cubicBezTo>
                <a:cubicBezTo>
                  <a:pt x="1301847" y="543767"/>
                  <a:pt x="1315441" y="530173"/>
                  <a:pt x="1332211" y="530173"/>
                </a:cubicBezTo>
                <a:close/>
                <a:moveTo>
                  <a:pt x="1259656" y="530173"/>
                </a:moveTo>
                <a:cubicBezTo>
                  <a:pt x="1276426" y="530173"/>
                  <a:pt x="1290020" y="543767"/>
                  <a:pt x="1290020" y="560536"/>
                </a:cubicBezTo>
                <a:cubicBezTo>
                  <a:pt x="1290020" y="577306"/>
                  <a:pt x="1276426" y="590900"/>
                  <a:pt x="1259656" y="590900"/>
                </a:cubicBezTo>
                <a:cubicBezTo>
                  <a:pt x="1242887" y="590900"/>
                  <a:pt x="1229293" y="577306"/>
                  <a:pt x="1229293" y="560536"/>
                </a:cubicBezTo>
                <a:cubicBezTo>
                  <a:pt x="1229293" y="543767"/>
                  <a:pt x="1242887" y="530173"/>
                  <a:pt x="1259656" y="530173"/>
                </a:cubicBezTo>
                <a:close/>
                <a:moveTo>
                  <a:pt x="1187102" y="530173"/>
                </a:moveTo>
                <a:cubicBezTo>
                  <a:pt x="1203871" y="530173"/>
                  <a:pt x="1217465" y="543767"/>
                  <a:pt x="1217465" y="560536"/>
                </a:cubicBezTo>
                <a:cubicBezTo>
                  <a:pt x="1217465" y="577306"/>
                  <a:pt x="1203871" y="590900"/>
                  <a:pt x="1187102" y="590900"/>
                </a:cubicBezTo>
                <a:cubicBezTo>
                  <a:pt x="1170332" y="590900"/>
                  <a:pt x="1156738" y="577306"/>
                  <a:pt x="1156738" y="560536"/>
                </a:cubicBezTo>
                <a:cubicBezTo>
                  <a:pt x="1156738" y="543767"/>
                  <a:pt x="1170332" y="530173"/>
                  <a:pt x="1187102" y="530173"/>
                </a:cubicBezTo>
                <a:close/>
                <a:moveTo>
                  <a:pt x="1114547" y="530173"/>
                </a:moveTo>
                <a:cubicBezTo>
                  <a:pt x="1131317" y="530173"/>
                  <a:pt x="1144911" y="543767"/>
                  <a:pt x="1144911" y="560536"/>
                </a:cubicBezTo>
                <a:cubicBezTo>
                  <a:pt x="1144911" y="577306"/>
                  <a:pt x="1131317" y="590900"/>
                  <a:pt x="1114547" y="590900"/>
                </a:cubicBezTo>
                <a:cubicBezTo>
                  <a:pt x="1097778" y="590900"/>
                  <a:pt x="1084184" y="577306"/>
                  <a:pt x="1084184" y="560536"/>
                </a:cubicBezTo>
                <a:cubicBezTo>
                  <a:pt x="1084184" y="543767"/>
                  <a:pt x="1097778" y="530173"/>
                  <a:pt x="1114547" y="530173"/>
                </a:cubicBezTo>
                <a:close/>
                <a:moveTo>
                  <a:pt x="1041993" y="530173"/>
                </a:moveTo>
                <a:cubicBezTo>
                  <a:pt x="1058762" y="530173"/>
                  <a:pt x="1072356" y="543767"/>
                  <a:pt x="1072356" y="560536"/>
                </a:cubicBezTo>
                <a:cubicBezTo>
                  <a:pt x="1072356" y="577306"/>
                  <a:pt x="1058762" y="590900"/>
                  <a:pt x="1041993" y="590900"/>
                </a:cubicBezTo>
                <a:cubicBezTo>
                  <a:pt x="1025223" y="590900"/>
                  <a:pt x="1011629" y="577306"/>
                  <a:pt x="1011629" y="560536"/>
                </a:cubicBezTo>
                <a:cubicBezTo>
                  <a:pt x="1011629" y="543767"/>
                  <a:pt x="1025223" y="530173"/>
                  <a:pt x="1041993" y="530173"/>
                </a:cubicBezTo>
                <a:close/>
                <a:moveTo>
                  <a:pt x="969438" y="530173"/>
                </a:moveTo>
                <a:cubicBezTo>
                  <a:pt x="986208" y="530173"/>
                  <a:pt x="999801" y="543767"/>
                  <a:pt x="999801" y="560536"/>
                </a:cubicBezTo>
                <a:cubicBezTo>
                  <a:pt x="999801" y="577306"/>
                  <a:pt x="986208" y="590900"/>
                  <a:pt x="969438" y="590900"/>
                </a:cubicBezTo>
                <a:cubicBezTo>
                  <a:pt x="952669" y="590900"/>
                  <a:pt x="939075" y="577306"/>
                  <a:pt x="939075" y="560536"/>
                </a:cubicBezTo>
                <a:cubicBezTo>
                  <a:pt x="939075" y="543767"/>
                  <a:pt x="952669" y="530173"/>
                  <a:pt x="969438" y="530173"/>
                </a:cubicBezTo>
                <a:close/>
                <a:moveTo>
                  <a:pt x="896883" y="530173"/>
                </a:moveTo>
                <a:cubicBezTo>
                  <a:pt x="913653" y="530173"/>
                  <a:pt x="927247" y="543767"/>
                  <a:pt x="927247" y="560536"/>
                </a:cubicBezTo>
                <a:cubicBezTo>
                  <a:pt x="927247" y="577306"/>
                  <a:pt x="913653" y="590900"/>
                  <a:pt x="896883" y="590900"/>
                </a:cubicBezTo>
                <a:cubicBezTo>
                  <a:pt x="880114" y="590900"/>
                  <a:pt x="866520" y="577306"/>
                  <a:pt x="866520" y="560536"/>
                </a:cubicBezTo>
                <a:cubicBezTo>
                  <a:pt x="866520" y="543767"/>
                  <a:pt x="880114" y="530173"/>
                  <a:pt x="896883" y="530173"/>
                </a:cubicBezTo>
                <a:close/>
                <a:moveTo>
                  <a:pt x="824329" y="530173"/>
                </a:moveTo>
                <a:cubicBezTo>
                  <a:pt x="841098" y="530173"/>
                  <a:pt x="854692" y="543767"/>
                  <a:pt x="854692" y="560536"/>
                </a:cubicBezTo>
                <a:cubicBezTo>
                  <a:pt x="854692" y="577306"/>
                  <a:pt x="841098" y="590900"/>
                  <a:pt x="824329" y="590900"/>
                </a:cubicBezTo>
                <a:cubicBezTo>
                  <a:pt x="807559" y="590900"/>
                  <a:pt x="793965" y="577306"/>
                  <a:pt x="793965" y="560536"/>
                </a:cubicBezTo>
                <a:cubicBezTo>
                  <a:pt x="793965" y="543767"/>
                  <a:pt x="807559" y="530173"/>
                  <a:pt x="824329" y="530173"/>
                </a:cubicBezTo>
                <a:close/>
                <a:moveTo>
                  <a:pt x="751774" y="530173"/>
                </a:moveTo>
                <a:cubicBezTo>
                  <a:pt x="768544" y="530173"/>
                  <a:pt x="782138" y="543767"/>
                  <a:pt x="782138" y="560536"/>
                </a:cubicBezTo>
                <a:cubicBezTo>
                  <a:pt x="782138" y="577306"/>
                  <a:pt x="768544" y="590900"/>
                  <a:pt x="751774" y="590900"/>
                </a:cubicBezTo>
                <a:cubicBezTo>
                  <a:pt x="735005" y="590900"/>
                  <a:pt x="721411" y="577306"/>
                  <a:pt x="721411" y="560536"/>
                </a:cubicBezTo>
                <a:cubicBezTo>
                  <a:pt x="721411" y="543767"/>
                  <a:pt x="735005" y="530173"/>
                  <a:pt x="751774" y="530173"/>
                </a:cubicBezTo>
                <a:close/>
                <a:moveTo>
                  <a:pt x="679220" y="530173"/>
                </a:moveTo>
                <a:cubicBezTo>
                  <a:pt x="695989" y="530173"/>
                  <a:pt x="709583" y="543767"/>
                  <a:pt x="709583" y="560536"/>
                </a:cubicBezTo>
                <a:cubicBezTo>
                  <a:pt x="709583" y="577306"/>
                  <a:pt x="695989" y="590900"/>
                  <a:pt x="679220" y="590900"/>
                </a:cubicBezTo>
                <a:cubicBezTo>
                  <a:pt x="662450" y="590900"/>
                  <a:pt x="648856" y="577306"/>
                  <a:pt x="648856" y="560536"/>
                </a:cubicBezTo>
                <a:cubicBezTo>
                  <a:pt x="648856" y="543767"/>
                  <a:pt x="662450" y="530173"/>
                  <a:pt x="679220" y="530173"/>
                </a:cubicBezTo>
                <a:close/>
                <a:moveTo>
                  <a:pt x="606665" y="530173"/>
                </a:moveTo>
                <a:cubicBezTo>
                  <a:pt x="623435" y="530173"/>
                  <a:pt x="637029" y="543767"/>
                  <a:pt x="637029" y="560536"/>
                </a:cubicBezTo>
                <a:cubicBezTo>
                  <a:pt x="637029" y="577306"/>
                  <a:pt x="623435" y="590900"/>
                  <a:pt x="606665" y="590900"/>
                </a:cubicBezTo>
                <a:cubicBezTo>
                  <a:pt x="589896" y="590900"/>
                  <a:pt x="576302" y="577306"/>
                  <a:pt x="576302" y="560536"/>
                </a:cubicBezTo>
                <a:cubicBezTo>
                  <a:pt x="576302" y="543767"/>
                  <a:pt x="589896" y="530173"/>
                  <a:pt x="606665" y="530173"/>
                </a:cubicBezTo>
                <a:close/>
                <a:moveTo>
                  <a:pt x="534111" y="530173"/>
                </a:moveTo>
                <a:cubicBezTo>
                  <a:pt x="550880" y="530173"/>
                  <a:pt x="564474" y="543767"/>
                  <a:pt x="564474" y="560536"/>
                </a:cubicBezTo>
                <a:cubicBezTo>
                  <a:pt x="564474" y="577306"/>
                  <a:pt x="550880" y="590900"/>
                  <a:pt x="534111" y="590900"/>
                </a:cubicBezTo>
                <a:cubicBezTo>
                  <a:pt x="517341" y="590900"/>
                  <a:pt x="503747" y="577306"/>
                  <a:pt x="503747" y="560536"/>
                </a:cubicBezTo>
                <a:cubicBezTo>
                  <a:pt x="503747" y="543767"/>
                  <a:pt x="517341" y="530173"/>
                  <a:pt x="534111" y="530173"/>
                </a:cubicBezTo>
                <a:close/>
                <a:moveTo>
                  <a:pt x="461556" y="530173"/>
                </a:moveTo>
                <a:cubicBezTo>
                  <a:pt x="478326" y="530173"/>
                  <a:pt x="491920" y="543767"/>
                  <a:pt x="491920" y="560536"/>
                </a:cubicBezTo>
                <a:cubicBezTo>
                  <a:pt x="491920" y="577306"/>
                  <a:pt x="478326" y="590900"/>
                  <a:pt x="461556" y="590900"/>
                </a:cubicBezTo>
                <a:cubicBezTo>
                  <a:pt x="444787" y="590900"/>
                  <a:pt x="431192" y="577306"/>
                  <a:pt x="431192" y="560536"/>
                </a:cubicBezTo>
                <a:cubicBezTo>
                  <a:pt x="431192" y="543767"/>
                  <a:pt x="444787" y="530173"/>
                  <a:pt x="461556" y="530173"/>
                </a:cubicBezTo>
                <a:close/>
                <a:moveTo>
                  <a:pt x="389002" y="530173"/>
                </a:moveTo>
                <a:cubicBezTo>
                  <a:pt x="405771" y="530173"/>
                  <a:pt x="419365" y="543767"/>
                  <a:pt x="419365" y="560536"/>
                </a:cubicBezTo>
                <a:cubicBezTo>
                  <a:pt x="419365" y="577306"/>
                  <a:pt x="405771" y="590900"/>
                  <a:pt x="389002" y="590900"/>
                </a:cubicBezTo>
                <a:cubicBezTo>
                  <a:pt x="372232" y="590900"/>
                  <a:pt x="358638" y="577306"/>
                  <a:pt x="358638" y="560536"/>
                </a:cubicBezTo>
                <a:cubicBezTo>
                  <a:pt x="358638" y="543767"/>
                  <a:pt x="372232" y="530173"/>
                  <a:pt x="389002" y="530173"/>
                </a:cubicBezTo>
                <a:close/>
                <a:moveTo>
                  <a:pt x="316447" y="530173"/>
                </a:moveTo>
                <a:cubicBezTo>
                  <a:pt x="333216" y="530173"/>
                  <a:pt x="346810" y="543767"/>
                  <a:pt x="346810" y="560536"/>
                </a:cubicBezTo>
                <a:cubicBezTo>
                  <a:pt x="346810" y="577306"/>
                  <a:pt x="333216" y="590900"/>
                  <a:pt x="316447" y="590900"/>
                </a:cubicBezTo>
                <a:cubicBezTo>
                  <a:pt x="299677" y="590900"/>
                  <a:pt x="286084" y="577306"/>
                  <a:pt x="286084" y="560536"/>
                </a:cubicBezTo>
                <a:cubicBezTo>
                  <a:pt x="286084" y="543767"/>
                  <a:pt x="299677" y="530173"/>
                  <a:pt x="316447" y="530173"/>
                </a:cubicBezTo>
                <a:close/>
                <a:moveTo>
                  <a:pt x="243892" y="530173"/>
                </a:moveTo>
                <a:cubicBezTo>
                  <a:pt x="260662" y="530173"/>
                  <a:pt x="274256" y="543767"/>
                  <a:pt x="274256" y="560536"/>
                </a:cubicBezTo>
                <a:cubicBezTo>
                  <a:pt x="274256" y="577306"/>
                  <a:pt x="260662" y="590900"/>
                  <a:pt x="243892" y="590900"/>
                </a:cubicBezTo>
                <a:cubicBezTo>
                  <a:pt x="227123" y="590900"/>
                  <a:pt x="213529" y="577306"/>
                  <a:pt x="213529" y="560536"/>
                </a:cubicBezTo>
                <a:cubicBezTo>
                  <a:pt x="213529" y="543767"/>
                  <a:pt x="227123" y="530173"/>
                  <a:pt x="243892" y="530173"/>
                </a:cubicBezTo>
                <a:close/>
                <a:moveTo>
                  <a:pt x="171339" y="530173"/>
                </a:moveTo>
                <a:cubicBezTo>
                  <a:pt x="188107" y="530173"/>
                  <a:pt x="201701" y="543767"/>
                  <a:pt x="201701" y="560536"/>
                </a:cubicBezTo>
                <a:cubicBezTo>
                  <a:pt x="201701" y="577306"/>
                  <a:pt x="188107" y="590900"/>
                  <a:pt x="171339" y="590900"/>
                </a:cubicBezTo>
                <a:cubicBezTo>
                  <a:pt x="154673" y="590900"/>
                  <a:pt x="141079" y="577306"/>
                  <a:pt x="141079" y="560536"/>
                </a:cubicBezTo>
                <a:cubicBezTo>
                  <a:pt x="141079" y="543767"/>
                  <a:pt x="154673" y="530173"/>
                  <a:pt x="171339" y="530173"/>
                </a:cubicBezTo>
                <a:close/>
                <a:moveTo>
                  <a:pt x="98904" y="530173"/>
                </a:moveTo>
                <a:cubicBezTo>
                  <a:pt x="115664" y="530173"/>
                  <a:pt x="129258" y="543767"/>
                  <a:pt x="129258" y="560536"/>
                </a:cubicBezTo>
                <a:cubicBezTo>
                  <a:pt x="129258" y="577306"/>
                  <a:pt x="115664" y="590900"/>
                  <a:pt x="98904" y="590900"/>
                </a:cubicBezTo>
                <a:cubicBezTo>
                  <a:pt x="82130" y="590900"/>
                  <a:pt x="68536" y="577306"/>
                  <a:pt x="68536" y="560536"/>
                </a:cubicBezTo>
                <a:cubicBezTo>
                  <a:pt x="68536" y="543767"/>
                  <a:pt x="82130" y="530173"/>
                  <a:pt x="98904" y="530173"/>
                </a:cubicBezTo>
                <a:close/>
                <a:moveTo>
                  <a:pt x="26349" y="530173"/>
                </a:moveTo>
                <a:cubicBezTo>
                  <a:pt x="43112" y="530173"/>
                  <a:pt x="56707" y="543767"/>
                  <a:pt x="56707" y="560536"/>
                </a:cubicBezTo>
                <a:cubicBezTo>
                  <a:pt x="56707" y="577306"/>
                  <a:pt x="43112" y="590900"/>
                  <a:pt x="26349" y="590900"/>
                </a:cubicBezTo>
                <a:cubicBezTo>
                  <a:pt x="17963" y="590900"/>
                  <a:pt x="10372" y="587502"/>
                  <a:pt x="4877" y="582007"/>
                </a:cubicBezTo>
                <a:lnTo>
                  <a:pt x="0" y="570232"/>
                </a:lnTo>
                <a:lnTo>
                  <a:pt x="0" y="550840"/>
                </a:lnTo>
                <a:lnTo>
                  <a:pt x="4877" y="539066"/>
                </a:lnTo>
                <a:cubicBezTo>
                  <a:pt x="10372" y="533572"/>
                  <a:pt x="17963" y="530173"/>
                  <a:pt x="26349" y="530173"/>
                </a:cubicBezTo>
                <a:close/>
                <a:moveTo>
                  <a:pt x="1673704" y="458486"/>
                </a:moveTo>
                <a:lnTo>
                  <a:pt x="1671744" y="497284"/>
                </a:lnTo>
                <a:lnTo>
                  <a:pt x="1664620" y="480084"/>
                </a:lnTo>
                <a:cubicBezTo>
                  <a:pt x="1664620" y="471700"/>
                  <a:pt x="1668019" y="464109"/>
                  <a:pt x="1673514" y="458614"/>
                </a:cubicBezTo>
                <a:close/>
                <a:moveTo>
                  <a:pt x="1622429" y="449721"/>
                </a:moveTo>
                <a:cubicBezTo>
                  <a:pt x="1639199" y="449721"/>
                  <a:pt x="1652792" y="463315"/>
                  <a:pt x="1652792" y="480084"/>
                </a:cubicBezTo>
                <a:cubicBezTo>
                  <a:pt x="1652792" y="496854"/>
                  <a:pt x="1639199" y="510448"/>
                  <a:pt x="1622429" y="510448"/>
                </a:cubicBezTo>
                <a:cubicBezTo>
                  <a:pt x="1605659" y="510448"/>
                  <a:pt x="1592066" y="496854"/>
                  <a:pt x="1592066" y="480084"/>
                </a:cubicBezTo>
                <a:cubicBezTo>
                  <a:pt x="1592066" y="463315"/>
                  <a:pt x="1605659" y="449721"/>
                  <a:pt x="1622429" y="449721"/>
                </a:cubicBezTo>
                <a:close/>
                <a:moveTo>
                  <a:pt x="1549874" y="449721"/>
                </a:moveTo>
                <a:cubicBezTo>
                  <a:pt x="1566644" y="449721"/>
                  <a:pt x="1580238" y="463315"/>
                  <a:pt x="1580238" y="480084"/>
                </a:cubicBezTo>
                <a:cubicBezTo>
                  <a:pt x="1580238" y="496854"/>
                  <a:pt x="1566644" y="510448"/>
                  <a:pt x="1549874" y="510448"/>
                </a:cubicBezTo>
                <a:cubicBezTo>
                  <a:pt x="1533105" y="510448"/>
                  <a:pt x="1519511" y="496854"/>
                  <a:pt x="1519511" y="480084"/>
                </a:cubicBezTo>
                <a:cubicBezTo>
                  <a:pt x="1519511" y="463315"/>
                  <a:pt x="1533105" y="449721"/>
                  <a:pt x="1549874" y="449721"/>
                </a:cubicBezTo>
                <a:close/>
                <a:moveTo>
                  <a:pt x="1477320" y="449721"/>
                </a:moveTo>
                <a:cubicBezTo>
                  <a:pt x="1494089" y="449721"/>
                  <a:pt x="1507683" y="463315"/>
                  <a:pt x="1507683" y="480084"/>
                </a:cubicBezTo>
                <a:cubicBezTo>
                  <a:pt x="1507683" y="496854"/>
                  <a:pt x="1494089" y="510448"/>
                  <a:pt x="1477320" y="510448"/>
                </a:cubicBezTo>
                <a:cubicBezTo>
                  <a:pt x="1460550" y="510448"/>
                  <a:pt x="1446956" y="496854"/>
                  <a:pt x="1446956" y="480084"/>
                </a:cubicBezTo>
                <a:cubicBezTo>
                  <a:pt x="1446956" y="463315"/>
                  <a:pt x="1460550" y="449721"/>
                  <a:pt x="1477320" y="449721"/>
                </a:cubicBezTo>
                <a:close/>
                <a:moveTo>
                  <a:pt x="1404765" y="449721"/>
                </a:moveTo>
                <a:cubicBezTo>
                  <a:pt x="1421535" y="449721"/>
                  <a:pt x="1435129" y="463315"/>
                  <a:pt x="1435129" y="480084"/>
                </a:cubicBezTo>
                <a:cubicBezTo>
                  <a:pt x="1435129" y="496854"/>
                  <a:pt x="1421535" y="510448"/>
                  <a:pt x="1404765" y="510448"/>
                </a:cubicBezTo>
                <a:cubicBezTo>
                  <a:pt x="1387996" y="510448"/>
                  <a:pt x="1374402" y="496854"/>
                  <a:pt x="1374402" y="480084"/>
                </a:cubicBezTo>
                <a:cubicBezTo>
                  <a:pt x="1374402" y="463315"/>
                  <a:pt x="1387996" y="449721"/>
                  <a:pt x="1404765" y="449721"/>
                </a:cubicBezTo>
                <a:close/>
                <a:moveTo>
                  <a:pt x="1332211" y="449721"/>
                </a:moveTo>
                <a:cubicBezTo>
                  <a:pt x="1348980" y="449721"/>
                  <a:pt x="1362574" y="463315"/>
                  <a:pt x="1362574" y="480084"/>
                </a:cubicBezTo>
                <a:cubicBezTo>
                  <a:pt x="1362574" y="496854"/>
                  <a:pt x="1348980" y="510448"/>
                  <a:pt x="1332211" y="510448"/>
                </a:cubicBezTo>
                <a:cubicBezTo>
                  <a:pt x="1315441" y="510448"/>
                  <a:pt x="1301847" y="496854"/>
                  <a:pt x="1301847" y="480084"/>
                </a:cubicBezTo>
                <a:cubicBezTo>
                  <a:pt x="1301847" y="463315"/>
                  <a:pt x="1315441" y="449721"/>
                  <a:pt x="1332211" y="449721"/>
                </a:cubicBezTo>
                <a:close/>
                <a:moveTo>
                  <a:pt x="1259656" y="449721"/>
                </a:moveTo>
                <a:cubicBezTo>
                  <a:pt x="1276426" y="449721"/>
                  <a:pt x="1290020" y="463315"/>
                  <a:pt x="1290020" y="480084"/>
                </a:cubicBezTo>
                <a:cubicBezTo>
                  <a:pt x="1290020" y="496854"/>
                  <a:pt x="1276426" y="510448"/>
                  <a:pt x="1259656" y="510448"/>
                </a:cubicBezTo>
                <a:cubicBezTo>
                  <a:pt x="1242887" y="510448"/>
                  <a:pt x="1229293" y="496854"/>
                  <a:pt x="1229293" y="480084"/>
                </a:cubicBezTo>
                <a:cubicBezTo>
                  <a:pt x="1229293" y="463315"/>
                  <a:pt x="1242887" y="449721"/>
                  <a:pt x="1259656" y="449721"/>
                </a:cubicBezTo>
                <a:close/>
                <a:moveTo>
                  <a:pt x="1187102" y="449721"/>
                </a:moveTo>
                <a:cubicBezTo>
                  <a:pt x="1203871" y="449721"/>
                  <a:pt x="1217465" y="463315"/>
                  <a:pt x="1217465" y="480084"/>
                </a:cubicBezTo>
                <a:cubicBezTo>
                  <a:pt x="1217465" y="496854"/>
                  <a:pt x="1203871" y="510448"/>
                  <a:pt x="1187102" y="510448"/>
                </a:cubicBezTo>
                <a:cubicBezTo>
                  <a:pt x="1170332" y="510448"/>
                  <a:pt x="1156738" y="496854"/>
                  <a:pt x="1156738" y="480084"/>
                </a:cubicBezTo>
                <a:cubicBezTo>
                  <a:pt x="1156738" y="463315"/>
                  <a:pt x="1170332" y="449721"/>
                  <a:pt x="1187102" y="449721"/>
                </a:cubicBezTo>
                <a:close/>
                <a:moveTo>
                  <a:pt x="1114547" y="449721"/>
                </a:moveTo>
                <a:cubicBezTo>
                  <a:pt x="1131317" y="449721"/>
                  <a:pt x="1144911" y="463315"/>
                  <a:pt x="1144911" y="480084"/>
                </a:cubicBezTo>
                <a:cubicBezTo>
                  <a:pt x="1144911" y="496854"/>
                  <a:pt x="1131317" y="510448"/>
                  <a:pt x="1114547" y="510448"/>
                </a:cubicBezTo>
                <a:cubicBezTo>
                  <a:pt x="1097778" y="510448"/>
                  <a:pt x="1084184" y="496854"/>
                  <a:pt x="1084184" y="480084"/>
                </a:cubicBezTo>
                <a:cubicBezTo>
                  <a:pt x="1084184" y="463315"/>
                  <a:pt x="1097778" y="449721"/>
                  <a:pt x="1114547" y="449721"/>
                </a:cubicBezTo>
                <a:close/>
                <a:moveTo>
                  <a:pt x="1041993" y="449721"/>
                </a:moveTo>
                <a:cubicBezTo>
                  <a:pt x="1058762" y="449721"/>
                  <a:pt x="1072356" y="463315"/>
                  <a:pt x="1072356" y="480084"/>
                </a:cubicBezTo>
                <a:cubicBezTo>
                  <a:pt x="1072356" y="496854"/>
                  <a:pt x="1058762" y="510448"/>
                  <a:pt x="1041993" y="510448"/>
                </a:cubicBezTo>
                <a:cubicBezTo>
                  <a:pt x="1025223" y="510448"/>
                  <a:pt x="1011629" y="496854"/>
                  <a:pt x="1011629" y="480084"/>
                </a:cubicBezTo>
                <a:cubicBezTo>
                  <a:pt x="1011629" y="463315"/>
                  <a:pt x="1025223" y="449721"/>
                  <a:pt x="1041993" y="449721"/>
                </a:cubicBezTo>
                <a:close/>
                <a:moveTo>
                  <a:pt x="969438" y="449721"/>
                </a:moveTo>
                <a:cubicBezTo>
                  <a:pt x="986208" y="449721"/>
                  <a:pt x="999801" y="463315"/>
                  <a:pt x="999801" y="480084"/>
                </a:cubicBezTo>
                <a:cubicBezTo>
                  <a:pt x="999801" y="496854"/>
                  <a:pt x="986208" y="510448"/>
                  <a:pt x="969438" y="510448"/>
                </a:cubicBezTo>
                <a:cubicBezTo>
                  <a:pt x="952669" y="510448"/>
                  <a:pt x="939075" y="496854"/>
                  <a:pt x="939075" y="480084"/>
                </a:cubicBezTo>
                <a:cubicBezTo>
                  <a:pt x="939075" y="463315"/>
                  <a:pt x="952669" y="449721"/>
                  <a:pt x="969438" y="449721"/>
                </a:cubicBezTo>
                <a:close/>
                <a:moveTo>
                  <a:pt x="896883" y="449721"/>
                </a:moveTo>
                <a:cubicBezTo>
                  <a:pt x="913653" y="449721"/>
                  <a:pt x="927247" y="463315"/>
                  <a:pt x="927247" y="480084"/>
                </a:cubicBezTo>
                <a:cubicBezTo>
                  <a:pt x="927247" y="496854"/>
                  <a:pt x="913653" y="510448"/>
                  <a:pt x="896883" y="510448"/>
                </a:cubicBezTo>
                <a:cubicBezTo>
                  <a:pt x="880114" y="510448"/>
                  <a:pt x="866520" y="496854"/>
                  <a:pt x="866520" y="480084"/>
                </a:cubicBezTo>
                <a:cubicBezTo>
                  <a:pt x="866520" y="463315"/>
                  <a:pt x="880114" y="449721"/>
                  <a:pt x="896883" y="449721"/>
                </a:cubicBezTo>
                <a:close/>
                <a:moveTo>
                  <a:pt x="824329" y="449721"/>
                </a:moveTo>
                <a:cubicBezTo>
                  <a:pt x="841098" y="449721"/>
                  <a:pt x="854692" y="463315"/>
                  <a:pt x="854692" y="480084"/>
                </a:cubicBezTo>
                <a:cubicBezTo>
                  <a:pt x="854692" y="496854"/>
                  <a:pt x="841098" y="510448"/>
                  <a:pt x="824329" y="510448"/>
                </a:cubicBezTo>
                <a:cubicBezTo>
                  <a:pt x="807559" y="510448"/>
                  <a:pt x="793965" y="496854"/>
                  <a:pt x="793965" y="480084"/>
                </a:cubicBezTo>
                <a:cubicBezTo>
                  <a:pt x="793965" y="463315"/>
                  <a:pt x="807559" y="449721"/>
                  <a:pt x="824329" y="449721"/>
                </a:cubicBezTo>
                <a:close/>
                <a:moveTo>
                  <a:pt x="751774" y="449721"/>
                </a:moveTo>
                <a:cubicBezTo>
                  <a:pt x="768544" y="449721"/>
                  <a:pt x="782138" y="463315"/>
                  <a:pt x="782138" y="480084"/>
                </a:cubicBezTo>
                <a:cubicBezTo>
                  <a:pt x="782138" y="496854"/>
                  <a:pt x="768544" y="510448"/>
                  <a:pt x="751774" y="510448"/>
                </a:cubicBezTo>
                <a:cubicBezTo>
                  <a:pt x="735005" y="510448"/>
                  <a:pt x="721411" y="496854"/>
                  <a:pt x="721411" y="480084"/>
                </a:cubicBezTo>
                <a:cubicBezTo>
                  <a:pt x="721411" y="463315"/>
                  <a:pt x="735005" y="449721"/>
                  <a:pt x="751774" y="449721"/>
                </a:cubicBezTo>
                <a:close/>
                <a:moveTo>
                  <a:pt x="679220" y="449721"/>
                </a:moveTo>
                <a:cubicBezTo>
                  <a:pt x="695989" y="449721"/>
                  <a:pt x="709583" y="463315"/>
                  <a:pt x="709583" y="480084"/>
                </a:cubicBezTo>
                <a:cubicBezTo>
                  <a:pt x="709583" y="496854"/>
                  <a:pt x="695989" y="510448"/>
                  <a:pt x="679220" y="510448"/>
                </a:cubicBezTo>
                <a:cubicBezTo>
                  <a:pt x="662450" y="510448"/>
                  <a:pt x="648856" y="496854"/>
                  <a:pt x="648856" y="480084"/>
                </a:cubicBezTo>
                <a:cubicBezTo>
                  <a:pt x="648856" y="463315"/>
                  <a:pt x="662450" y="449721"/>
                  <a:pt x="679220" y="449721"/>
                </a:cubicBezTo>
                <a:close/>
                <a:moveTo>
                  <a:pt x="606665" y="449721"/>
                </a:moveTo>
                <a:cubicBezTo>
                  <a:pt x="623435" y="449721"/>
                  <a:pt x="637029" y="463315"/>
                  <a:pt x="637029" y="480084"/>
                </a:cubicBezTo>
                <a:cubicBezTo>
                  <a:pt x="637029" y="496854"/>
                  <a:pt x="623435" y="510448"/>
                  <a:pt x="606665" y="510448"/>
                </a:cubicBezTo>
                <a:cubicBezTo>
                  <a:pt x="589896" y="510448"/>
                  <a:pt x="576302" y="496854"/>
                  <a:pt x="576302" y="480084"/>
                </a:cubicBezTo>
                <a:cubicBezTo>
                  <a:pt x="576302" y="463315"/>
                  <a:pt x="589896" y="449721"/>
                  <a:pt x="606665" y="449721"/>
                </a:cubicBezTo>
                <a:close/>
                <a:moveTo>
                  <a:pt x="534111" y="449721"/>
                </a:moveTo>
                <a:cubicBezTo>
                  <a:pt x="550880" y="449721"/>
                  <a:pt x="564474" y="463315"/>
                  <a:pt x="564474" y="480084"/>
                </a:cubicBezTo>
                <a:cubicBezTo>
                  <a:pt x="564474" y="496854"/>
                  <a:pt x="550880" y="510448"/>
                  <a:pt x="534111" y="510448"/>
                </a:cubicBezTo>
                <a:cubicBezTo>
                  <a:pt x="517341" y="510448"/>
                  <a:pt x="503747" y="496854"/>
                  <a:pt x="503747" y="480084"/>
                </a:cubicBezTo>
                <a:cubicBezTo>
                  <a:pt x="503747" y="463315"/>
                  <a:pt x="517341" y="449721"/>
                  <a:pt x="534111" y="449721"/>
                </a:cubicBezTo>
                <a:close/>
                <a:moveTo>
                  <a:pt x="461556" y="449721"/>
                </a:moveTo>
                <a:cubicBezTo>
                  <a:pt x="478326" y="449721"/>
                  <a:pt x="491920" y="463315"/>
                  <a:pt x="491920" y="480084"/>
                </a:cubicBezTo>
                <a:cubicBezTo>
                  <a:pt x="491920" y="496854"/>
                  <a:pt x="478326" y="510448"/>
                  <a:pt x="461556" y="510448"/>
                </a:cubicBezTo>
                <a:cubicBezTo>
                  <a:pt x="444787" y="510448"/>
                  <a:pt x="431192" y="496854"/>
                  <a:pt x="431192" y="480084"/>
                </a:cubicBezTo>
                <a:cubicBezTo>
                  <a:pt x="431192" y="463315"/>
                  <a:pt x="444787" y="449721"/>
                  <a:pt x="461556" y="449721"/>
                </a:cubicBezTo>
                <a:close/>
                <a:moveTo>
                  <a:pt x="389002" y="449721"/>
                </a:moveTo>
                <a:cubicBezTo>
                  <a:pt x="405771" y="449721"/>
                  <a:pt x="419365" y="463315"/>
                  <a:pt x="419365" y="480084"/>
                </a:cubicBezTo>
                <a:cubicBezTo>
                  <a:pt x="419365" y="496854"/>
                  <a:pt x="405771" y="510448"/>
                  <a:pt x="389002" y="510448"/>
                </a:cubicBezTo>
                <a:cubicBezTo>
                  <a:pt x="372232" y="510448"/>
                  <a:pt x="358638" y="496854"/>
                  <a:pt x="358638" y="480084"/>
                </a:cubicBezTo>
                <a:cubicBezTo>
                  <a:pt x="358638" y="463315"/>
                  <a:pt x="372232" y="449721"/>
                  <a:pt x="389002" y="449721"/>
                </a:cubicBezTo>
                <a:close/>
                <a:moveTo>
                  <a:pt x="316447" y="449721"/>
                </a:moveTo>
                <a:cubicBezTo>
                  <a:pt x="333216" y="449721"/>
                  <a:pt x="346810" y="463315"/>
                  <a:pt x="346810" y="480084"/>
                </a:cubicBezTo>
                <a:cubicBezTo>
                  <a:pt x="346810" y="496854"/>
                  <a:pt x="333216" y="510448"/>
                  <a:pt x="316447" y="510448"/>
                </a:cubicBezTo>
                <a:cubicBezTo>
                  <a:pt x="299677" y="510448"/>
                  <a:pt x="286084" y="496854"/>
                  <a:pt x="286084" y="480084"/>
                </a:cubicBezTo>
                <a:cubicBezTo>
                  <a:pt x="286084" y="463315"/>
                  <a:pt x="299677" y="449721"/>
                  <a:pt x="316447" y="449721"/>
                </a:cubicBezTo>
                <a:close/>
                <a:moveTo>
                  <a:pt x="243892" y="449721"/>
                </a:moveTo>
                <a:cubicBezTo>
                  <a:pt x="260662" y="449721"/>
                  <a:pt x="274256" y="463315"/>
                  <a:pt x="274256" y="480084"/>
                </a:cubicBezTo>
                <a:cubicBezTo>
                  <a:pt x="274256" y="496854"/>
                  <a:pt x="260662" y="510448"/>
                  <a:pt x="243892" y="510448"/>
                </a:cubicBezTo>
                <a:cubicBezTo>
                  <a:pt x="227123" y="510448"/>
                  <a:pt x="213529" y="496854"/>
                  <a:pt x="213529" y="480084"/>
                </a:cubicBezTo>
                <a:cubicBezTo>
                  <a:pt x="213529" y="463315"/>
                  <a:pt x="227123" y="449721"/>
                  <a:pt x="243892" y="449721"/>
                </a:cubicBezTo>
                <a:close/>
                <a:moveTo>
                  <a:pt x="171339" y="449721"/>
                </a:moveTo>
                <a:cubicBezTo>
                  <a:pt x="188107" y="449721"/>
                  <a:pt x="201701" y="463315"/>
                  <a:pt x="201701" y="480084"/>
                </a:cubicBezTo>
                <a:cubicBezTo>
                  <a:pt x="201701" y="496854"/>
                  <a:pt x="188107" y="510448"/>
                  <a:pt x="171339" y="510448"/>
                </a:cubicBezTo>
                <a:cubicBezTo>
                  <a:pt x="154679" y="510448"/>
                  <a:pt x="141085" y="496854"/>
                  <a:pt x="141085" y="480084"/>
                </a:cubicBezTo>
                <a:cubicBezTo>
                  <a:pt x="141085" y="463315"/>
                  <a:pt x="154679" y="449721"/>
                  <a:pt x="171339" y="449721"/>
                </a:cubicBezTo>
                <a:close/>
                <a:moveTo>
                  <a:pt x="98910" y="449721"/>
                </a:moveTo>
                <a:cubicBezTo>
                  <a:pt x="115670" y="449721"/>
                  <a:pt x="129264" y="463315"/>
                  <a:pt x="129264" y="480084"/>
                </a:cubicBezTo>
                <a:cubicBezTo>
                  <a:pt x="129264" y="496854"/>
                  <a:pt x="115670" y="510448"/>
                  <a:pt x="98910" y="510448"/>
                </a:cubicBezTo>
                <a:cubicBezTo>
                  <a:pt x="82136" y="510448"/>
                  <a:pt x="68542" y="496854"/>
                  <a:pt x="68542" y="480084"/>
                </a:cubicBezTo>
                <a:cubicBezTo>
                  <a:pt x="68542" y="463315"/>
                  <a:pt x="82136" y="449721"/>
                  <a:pt x="98910" y="449721"/>
                </a:cubicBezTo>
                <a:close/>
                <a:moveTo>
                  <a:pt x="26355" y="449721"/>
                </a:moveTo>
                <a:cubicBezTo>
                  <a:pt x="43118" y="449721"/>
                  <a:pt x="56713" y="463315"/>
                  <a:pt x="56713" y="480084"/>
                </a:cubicBezTo>
                <a:cubicBezTo>
                  <a:pt x="56713" y="496854"/>
                  <a:pt x="43118" y="510448"/>
                  <a:pt x="26355" y="510448"/>
                </a:cubicBezTo>
                <a:cubicBezTo>
                  <a:pt x="17970" y="510448"/>
                  <a:pt x="10379" y="507050"/>
                  <a:pt x="4884" y="501555"/>
                </a:cubicBezTo>
                <a:lnTo>
                  <a:pt x="0" y="489763"/>
                </a:lnTo>
                <a:lnTo>
                  <a:pt x="0" y="470405"/>
                </a:lnTo>
                <a:lnTo>
                  <a:pt x="4884" y="458614"/>
                </a:lnTo>
                <a:cubicBezTo>
                  <a:pt x="10379" y="453120"/>
                  <a:pt x="17970" y="449721"/>
                  <a:pt x="26355" y="449721"/>
                </a:cubicBezTo>
                <a:close/>
                <a:moveTo>
                  <a:pt x="1673066" y="379245"/>
                </a:moveTo>
                <a:lnTo>
                  <a:pt x="1675237" y="422266"/>
                </a:lnTo>
                <a:lnTo>
                  <a:pt x="1673514" y="421103"/>
                </a:lnTo>
                <a:cubicBezTo>
                  <a:pt x="1668019" y="415609"/>
                  <a:pt x="1664620" y="408017"/>
                  <a:pt x="1664620" y="399633"/>
                </a:cubicBezTo>
                <a:close/>
                <a:moveTo>
                  <a:pt x="1622429" y="369269"/>
                </a:moveTo>
                <a:cubicBezTo>
                  <a:pt x="1639199" y="369269"/>
                  <a:pt x="1652792" y="382864"/>
                  <a:pt x="1652792" y="399633"/>
                </a:cubicBezTo>
                <a:cubicBezTo>
                  <a:pt x="1652792" y="416402"/>
                  <a:pt x="1639199" y="429997"/>
                  <a:pt x="1622429" y="429997"/>
                </a:cubicBezTo>
                <a:cubicBezTo>
                  <a:pt x="1605659" y="429997"/>
                  <a:pt x="1592066" y="416402"/>
                  <a:pt x="1592066" y="399633"/>
                </a:cubicBezTo>
                <a:cubicBezTo>
                  <a:pt x="1592066" y="382864"/>
                  <a:pt x="1605659" y="369269"/>
                  <a:pt x="1622429" y="369269"/>
                </a:cubicBezTo>
                <a:close/>
                <a:moveTo>
                  <a:pt x="1549874" y="369269"/>
                </a:moveTo>
                <a:cubicBezTo>
                  <a:pt x="1566644" y="369269"/>
                  <a:pt x="1580238" y="382864"/>
                  <a:pt x="1580238" y="399633"/>
                </a:cubicBezTo>
                <a:cubicBezTo>
                  <a:pt x="1580238" y="416402"/>
                  <a:pt x="1566644" y="429997"/>
                  <a:pt x="1549874" y="429997"/>
                </a:cubicBezTo>
                <a:cubicBezTo>
                  <a:pt x="1533105" y="429997"/>
                  <a:pt x="1519511" y="416402"/>
                  <a:pt x="1519511" y="399633"/>
                </a:cubicBezTo>
                <a:cubicBezTo>
                  <a:pt x="1519511" y="382864"/>
                  <a:pt x="1533105" y="369269"/>
                  <a:pt x="1549874" y="369269"/>
                </a:cubicBezTo>
                <a:close/>
                <a:moveTo>
                  <a:pt x="1477320" y="369269"/>
                </a:moveTo>
                <a:cubicBezTo>
                  <a:pt x="1494089" y="369269"/>
                  <a:pt x="1507683" y="382864"/>
                  <a:pt x="1507683" y="399633"/>
                </a:cubicBezTo>
                <a:cubicBezTo>
                  <a:pt x="1507683" y="416402"/>
                  <a:pt x="1494089" y="429997"/>
                  <a:pt x="1477320" y="429997"/>
                </a:cubicBezTo>
                <a:cubicBezTo>
                  <a:pt x="1460550" y="429997"/>
                  <a:pt x="1446956" y="416402"/>
                  <a:pt x="1446956" y="399633"/>
                </a:cubicBezTo>
                <a:cubicBezTo>
                  <a:pt x="1446956" y="382864"/>
                  <a:pt x="1460550" y="369269"/>
                  <a:pt x="1477320" y="369269"/>
                </a:cubicBezTo>
                <a:close/>
                <a:moveTo>
                  <a:pt x="1404765" y="369269"/>
                </a:moveTo>
                <a:cubicBezTo>
                  <a:pt x="1421535" y="369269"/>
                  <a:pt x="1435129" y="382864"/>
                  <a:pt x="1435129" y="399633"/>
                </a:cubicBezTo>
                <a:cubicBezTo>
                  <a:pt x="1435129" y="416402"/>
                  <a:pt x="1421535" y="429997"/>
                  <a:pt x="1404765" y="429997"/>
                </a:cubicBezTo>
                <a:cubicBezTo>
                  <a:pt x="1387996" y="429997"/>
                  <a:pt x="1374402" y="416402"/>
                  <a:pt x="1374402" y="399633"/>
                </a:cubicBezTo>
                <a:cubicBezTo>
                  <a:pt x="1374402" y="382864"/>
                  <a:pt x="1387996" y="369269"/>
                  <a:pt x="1404765" y="369269"/>
                </a:cubicBezTo>
                <a:close/>
                <a:moveTo>
                  <a:pt x="1332211" y="369269"/>
                </a:moveTo>
                <a:cubicBezTo>
                  <a:pt x="1348980" y="369269"/>
                  <a:pt x="1362574" y="382864"/>
                  <a:pt x="1362574" y="399633"/>
                </a:cubicBezTo>
                <a:cubicBezTo>
                  <a:pt x="1362574" y="416402"/>
                  <a:pt x="1348980" y="429997"/>
                  <a:pt x="1332211" y="429997"/>
                </a:cubicBezTo>
                <a:cubicBezTo>
                  <a:pt x="1315441" y="429997"/>
                  <a:pt x="1301847" y="416402"/>
                  <a:pt x="1301847" y="399633"/>
                </a:cubicBezTo>
                <a:cubicBezTo>
                  <a:pt x="1301847" y="382864"/>
                  <a:pt x="1315441" y="369269"/>
                  <a:pt x="1332211" y="369269"/>
                </a:cubicBezTo>
                <a:close/>
                <a:moveTo>
                  <a:pt x="1259656" y="369269"/>
                </a:moveTo>
                <a:cubicBezTo>
                  <a:pt x="1276426" y="369269"/>
                  <a:pt x="1290020" y="382864"/>
                  <a:pt x="1290020" y="399633"/>
                </a:cubicBezTo>
                <a:cubicBezTo>
                  <a:pt x="1290020" y="416402"/>
                  <a:pt x="1276426" y="429997"/>
                  <a:pt x="1259656" y="429997"/>
                </a:cubicBezTo>
                <a:cubicBezTo>
                  <a:pt x="1242887" y="429997"/>
                  <a:pt x="1229293" y="416402"/>
                  <a:pt x="1229293" y="399633"/>
                </a:cubicBezTo>
                <a:cubicBezTo>
                  <a:pt x="1229293" y="382864"/>
                  <a:pt x="1242887" y="369269"/>
                  <a:pt x="1259656" y="369269"/>
                </a:cubicBezTo>
                <a:close/>
                <a:moveTo>
                  <a:pt x="1187102" y="369269"/>
                </a:moveTo>
                <a:cubicBezTo>
                  <a:pt x="1203871" y="369269"/>
                  <a:pt x="1217465" y="382864"/>
                  <a:pt x="1217465" y="399633"/>
                </a:cubicBezTo>
                <a:cubicBezTo>
                  <a:pt x="1217465" y="416402"/>
                  <a:pt x="1203871" y="429997"/>
                  <a:pt x="1187102" y="429997"/>
                </a:cubicBezTo>
                <a:cubicBezTo>
                  <a:pt x="1170332" y="429997"/>
                  <a:pt x="1156738" y="416402"/>
                  <a:pt x="1156738" y="399633"/>
                </a:cubicBezTo>
                <a:cubicBezTo>
                  <a:pt x="1156738" y="382864"/>
                  <a:pt x="1170332" y="369269"/>
                  <a:pt x="1187102" y="369269"/>
                </a:cubicBezTo>
                <a:close/>
                <a:moveTo>
                  <a:pt x="1114547" y="369269"/>
                </a:moveTo>
                <a:cubicBezTo>
                  <a:pt x="1131317" y="369269"/>
                  <a:pt x="1144911" y="382864"/>
                  <a:pt x="1144911" y="399633"/>
                </a:cubicBezTo>
                <a:cubicBezTo>
                  <a:pt x="1144911" y="416402"/>
                  <a:pt x="1131317" y="429997"/>
                  <a:pt x="1114547" y="429997"/>
                </a:cubicBezTo>
                <a:cubicBezTo>
                  <a:pt x="1097778" y="429997"/>
                  <a:pt x="1084184" y="416402"/>
                  <a:pt x="1084184" y="399633"/>
                </a:cubicBezTo>
                <a:cubicBezTo>
                  <a:pt x="1084184" y="382864"/>
                  <a:pt x="1097778" y="369269"/>
                  <a:pt x="1114547" y="369269"/>
                </a:cubicBezTo>
                <a:close/>
                <a:moveTo>
                  <a:pt x="1041993" y="369269"/>
                </a:moveTo>
                <a:cubicBezTo>
                  <a:pt x="1058762" y="369269"/>
                  <a:pt x="1072356" y="382864"/>
                  <a:pt x="1072356" y="399633"/>
                </a:cubicBezTo>
                <a:cubicBezTo>
                  <a:pt x="1072356" y="416402"/>
                  <a:pt x="1058762" y="429997"/>
                  <a:pt x="1041993" y="429997"/>
                </a:cubicBezTo>
                <a:cubicBezTo>
                  <a:pt x="1025223" y="429997"/>
                  <a:pt x="1011629" y="416402"/>
                  <a:pt x="1011629" y="399633"/>
                </a:cubicBezTo>
                <a:cubicBezTo>
                  <a:pt x="1011629" y="382864"/>
                  <a:pt x="1025223" y="369269"/>
                  <a:pt x="1041993" y="369269"/>
                </a:cubicBezTo>
                <a:close/>
                <a:moveTo>
                  <a:pt x="969438" y="369269"/>
                </a:moveTo>
                <a:cubicBezTo>
                  <a:pt x="986208" y="369269"/>
                  <a:pt x="999801" y="382864"/>
                  <a:pt x="999801" y="399633"/>
                </a:cubicBezTo>
                <a:cubicBezTo>
                  <a:pt x="999801" y="416402"/>
                  <a:pt x="986208" y="429997"/>
                  <a:pt x="969438" y="429997"/>
                </a:cubicBezTo>
                <a:cubicBezTo>
                  <a:pt x="952669" y="429997"/>
                  <a:pt x="939075" y="416402"/>
                  <a:pt x="939075" y="399633"/>
                </a:cubicBezTo>
                <a:cubicBezTo>
                  <a:pt x="939075" y="382864"/>
                  <a:pt x="952669" y="369269"/>
                  <a:pt x="969438" y="369269"/>
                </a:cubicBezTo>
                <a:close/>
                <a:moveTo>
                  <a:pt x="896883" y="369269"/>
                </a:moveTo>
                <a:cubicBezTo>
                  <a:pt x="913653" y="369269"/>
                  <a:pt x="927247" y="382864"/>
                  <a:pt x="927247" y="399633"/>
                </a:cubicBezTo>
                <a:cubicBezTo>
                  <a:pt x="927247" y="416402"/>
                  <a:pt x="913653" y="429997"/>
                  <a:pt x="896883" y="429997"/>
                </a:cubicBezTo>
                <a:cubicBezTo>
                  <a:pt x="880114" y="429997"/>
                  <a:pt x="866520" y="416402"/>
                  <a:pt x="866520" y="399633"/>
                </a:cubicBezTo>
                <a:cubicBezTo>
                  <a:pt x="866520" y="382864"/>
                  <a:pt x="880114" y="369269"/>
                  <a:pt x="896883" y="369269"/>
                </a:cubicBezTo>
                <a:close/>
                <a:moveTo>
                  <a:pt x="824329" y="369269"/>
                </a:moveTo>
                <a:cubicBezTo>
                  <a:pt x="841098" y="369269"/>
                  <a:pt x="854692" y="382864"/>
                  <a:pt x="854692" y="399633"/>
                </a:cubicBezTo>
                <a:cubicBezTo>
                  <a:pt x="854692" y="416402"/>
                  <a:pt x="841098" y="429997"/>
                  <a:pt x="824329" y="429997"/>
                </a:cubicBezTo>
                <a:cubicBezTo>
                  <a:pt x="807559" y="429997"/>
                  <a:pt x="793965" y="416402"/>
                  <a:pt x="793965" y="399633"/>
                </a:cubicBezTo>
                <a:cubicBezTo>
                  <a:pt x="793965" y="382864"/>
                  <a:pt x="807559" y="369269"/>
                  <a:pt x="824329" y="369269"/>
                </a:cubicBezTo>
                <a:close/>
                <a:moveTo>
                  <a:pt x="751774" y="369269"/>
                </a:moveTo>
                <a:cubicBezTo>
                  <a:pt x="768544" y="369269"/>
                  <a:pt x="782138" y="382864"/>
                  <a:pt x="782138" y="399633"/>
                </a:cubicBezTo>
                <a:cubicBezTo>
                  <a:pt x="782138" y="416402"/>
                  <a:pt x="768544" y="429997"/>
                  <a:pt x="751774" y="429997"/>
                </a:cubicBezTo>
                <a:cubicBezTo>
                  <a:pt x="735005" y="429997"/>
                  <a:pt x="721411" y="416402"/>
                  <a:pt x="721411" y="399633"/>
                </a:cubicBezTo>
                <a:cubicBezTo>
                  <a:pt x="721411" y="382864"/>
                  <a:pt x="735005" y="369269"/>
                  <a:pt x="751774" y="369269"/>
                </a:cubicBezTo>
                <a:close/>
                <a:moveTo>
                  <a:pt x="679220" y="369269"/>
                </a:moveTo>
                <a:cubicBezTo>
                  <a:pt x="695989" y="369269"/>
                  <a:pt x="709583" y="382864"/>
                  <a:pt x="709583" y="399633"/>
                </a:cubicBezTo>
                <a:cubicBezTo>
                  <a:pt x="709583" y="416402"/>
                  <a:pt x="695989" y="429997"/>
                  <a:pt x="679220" y="429997"/>
                </a:cubicBezTo>
                <a:cubicBezTo>
                  <a:pt x="662450" y="429997"/>
                  <a:pt x="648856" y="416402"/>
                  <a:pt x="648856" y="399633"/>
                </a:cubicBezTo>
                <a:cubicBezTo>
                  <a:pt x="648856" y="382864"/>
                  <a:pt x="662450" y="369269"/>
                  <a:pt x="679220" y="369269"/>
                </a:cubicBezTo>
                <a:close/>
                <a:moveTo>
                  <a:pt x="606665" y="369269"/>
                </a:moveTo>
                <a:cubicBezTo>
                  <a:pt x="623435" y="369269"/>
                  <a:pt x="637029" y="382864"/>
                  <a:pt x="637029" y="399633"/>
                </a:cubicBezTo>
                <a:cubicBezTo>
                  <a:pt x="637029" y="416402"/>
                  <a:pt x="623435" y="429997"/>
                  <a:pt x="606665" y="429997"/>
                </a:cubicBezTo>
                <a:cubicBezTo>
                  <a:pt x="589896" y="429997"/>
                  <a:pt x="576302" y="416402"/>
                  <a:pt x="576302" y="399633"/>
                </a:cubicBezTo>
                <a:cubicBezTo>
                  <a:pt x="576302" y="382864"/>
                  <a:pt x="589896" y="369269"/>
                  <a:pt x="606665" y="369269"/>
                </a:cubicBezTo>
                <a:close/>
                <a:moveTo>
                  <a:pt x="534111" y="369269"/>
                </a:moveTo>
                <a:cubicBezTo>
                  <a:pt x="550880" y="369269"/>
                  <a:pt x="564474" y="382864"/>
                  <a:pt x="564474" y="399633"/>
                </a:cubicBezTo>
                <a:cubicBezTo>
                  <a:pt x="564474" y="416402"/>
                  <a:pt x="550880" y="429997"/>
                  <a:pt x="534111" y="429997"/>
                </a:cubicBezTo>
                <a:cubicBezTo>
                  <a:pt x="517341" y="429997"/>
                  <a:pt x="503747" y="416402"/>
                  <a:pt x="503747" y="399633"/>
                </a:cubicBezTo>
                <a:cubicBezTo>
                  <a:pt x="503747" y="382864"/>
                  <a:pt x="517341" y="369269"/>
                  <a:pt x="534111" y="369269"/>
                </a:cubicBezTo>
                <a:close/>
                <a:moveTo>
                  <a:pt x="461556" y="369269"/>
                </a:moveTo>
                <a:cubicBezTo>
                  <a:pt x="478326" y="369269"/>
                  <a:pt x="491920" y="382864"/>
                  <a:pt x="491920" y="399633"/>
                </a:cubicBezTo>
                <a:cubicBezTo>
                  <a:pt x="491920" y="416402"/>
                  <a:pt x="478326" y="429997"/>
                  <a:pt x="461556" y="429997"/>
                </a:cubicBezTo>
                <a:cubicBezTo>
                  <a:pt x="444787" y="429997"/>
                  <a:pt x="431192" y="416402"/>
                  <a:pt x="431192" y="399633"/>
                </a:cubicBezTo>
                <a:cubicBezTo>
                  <a:pt x="431192" y="382864"/>
                  <a:pt x="444787" y="369269"/>
                  <a:pt x="461556" y="369269"/>
                </a:cubicBezTo>
                <a:close/>
                <a:moveTo>
                  <a:pt x="389002" y="369269"/>
                </a:moveTo>
                <a:cubicBezTo>
                  <a:pt x="405771" y="369269"/>
                  <a:pt x="419365" y="382864"/>
                  <a:pt x="419365" y="399633"/>
                </a:cubicBezTo>
                <a:cubicBezTo>
                  <a:pt x="419365" y="416402"/>
                  <a:pt x="405771" y="429997"/>
                  <a:pt x="389002" y="429997"/>
                </a:cubicBezTo>
                <a:cubicBezTo>
                  <a:pt x="372232" y="429997"/>
                  <a:pt x="358638" y="416402"/>
                  <a:pt x="358638" y="399633"/>
                </a:cubicBezTo>
                <a:cubicBezTo>
                  <a:pt x="358638" y="382864"/>
                  <a:pt x="372232" y="369269"/>
                  <a:pt x="389002" y="369269"/>
                </a:cubicBezTo>
                <a:close/>
                <a:moveTo>
                  <a:pt x="316447" y="369269"/>
                </a:moveTo>
                <a:cubicBezTo>
                  <a:pt x="333216" y="369269"/>
                  <a:pt x="346810" y="382864"/>
                  <a:pt x="346810" y="399633"/>
                </a:cubicBezTo>
                <a:cubicBezTo>
                  <a:pt x="346810" y="416402"/>
                  <a:pt x="333216" y="429997"/>
                  <a:pt x="316447" y="429997"/>
                </a:cubicBezTo>
                <a:cubicBezTo>
                  <a:pt x="299677" y="429997"/>
                  <a:pt x="286084" y="416402"/>
                  <a:pt x="286084" y="399633"/>
                </a:cubicBezTo>
                <a:cubicBezTo>
                  <a:pt x="286084" y="382864"/>
                  <a:pt x="299677" y="369269"/>
                  <a:pt x="316447" y="369269"/>
                </a:cubicBezTo>
                <a:close/>
                <a:moveTo>
                  <a:pt x="243892" y="369269"/>
                </a:moveTo>
                <a:cubicBezTo>
                  <a:pt x="260662" y="369269"/>
                  <a:pt x="274256" y="382864"/>
                  <a:pt x="274256" y="399633"/>
                </a:cubicBezTo>
                <a:cubicBezTo>
                  <a:pt x="274256" y="416402"/>
                  <a:pt x="260662" y="429997"/>
                  <a:pt x="243892" y="429997"/>
                </a:cubicBezTo>
                <a:cubicBezTo>
                  <a:pt x="227123" y="429997"/>
                  <a:pt x="213529" y="416402"/>
                  <a:pt x="213529" y="399633"/>
                </a:cubicBezTo>
                <a:cubicBezTo>
                  <a:pt x="213529" y="382864"/>
                  <a:pt x="227123" y="369269"/>
                  <a:pt x="243892" y="369269"/>
                </a:cubicBezTo>
                <a:close/>
                <a:moveTo>
                  <a:pt x="171339" y="369269"/>
                </a:moveTo>
                <a:cubicBezTo>
                  <a:pt x="188107" y="369269"/>
                  <a:pt x="201701" y="382864"/>
                  <a:pt x="201701" y="399633"/>
                </a:cubicBezTo>
                <a:cubicBezTo>
                  <a:pt x="201701" y="416402"/>
                  <a:pt x="188107" y="429997"/>
                  <a:pt x="171339" y="429997"/>
                </a:cubicBezTo>
                <a:cubicBezTo>
                  <a:pt x="154685" y="429997"/>
                  <a:pt x="141090" y="416402"/>
                  <a:pt x="141090" y="399633"/>
                </a:cubicBezTo>
                <a:cubicBezTo>
                  <a:pt x="141090" y="382864"/>
                  <a:pt x="154685" y="369269"/>
                  <a:pt x="171339" y="369269"/>
                </a:cubicBezTo>
                <a:close/>
                <a:moveTo>
                  <a:pt x="98917" y="369269"/>
                </a:moveTo>
                <a:cubicBezTo>
                  <a:pt x="115677" y="369269"/>
                  <a:pt x="129270" y="382864"/>
                  <a:pt x="129270" y="399633"/>
                </a:cubicBezTo>
                <a:cubicBezTo>
                  <a:pt x="129270" y="416402"/>
                  <a:pt x="115677" y="429997"/>
                  <a:pt x="98917" y="429997"/>
                </a:cubicBezTo>
                <a:cubicBezTo>
                  <a:pt x="82143" y="429997"/>
                  <a:pt x="68549" y="416402"/>
                  <a:pt x="68549" y="399633"/>
                </a:cubicBezTo>
                <a:cubicBezTo>
                  <a:pt x="68549" y="382864"/>
                  <a:pt x="82143" y="369269"/>
                  <a:pt x="98917" y="369269"/>
                </a:cubicBezTo>
                <a:close/>
                <a:moveTo>
                  <a:pt x="26362" y="369269"/>
                </a:moveTo>
                <a:cubicBezTo>
                  <a:pt x="43124" y="369269"/>
                  <a:pt x="56719" y="382864"/>
                  <a:pt x="56719" y="399633"/>
                </a:cubicBezTo>
                <a:cubicBezTo>
                  <a:pt x="56719" y="416402"/>
                  <a:pt x="43124" y="429997"/>
                  <a:pt x="26362" y="429997"/>
                </a:cubicBezTo>
                <a:cubicBezTo>
                  <a:pt x="17976" y="429997"/>
                  <a:pt x="10385" y="426598"/>
                  <a:pt x="4890" y="421103"/>
                </a:cubicBezTo>
                <a:lnTo>
                  <a:pt x="0" y="409299"/>
                </a:lnTo>
                <a:lnTo>
                  <a:pt x="0" y="389967"/>
                </a:lnTo>
                <a:lnTo>
                  <a:pt x="4890" y="378163"/>
                </a:lnTo>
                <a:cubicBezTo>
                  <a:pt x="10385" y="372668"/>
                  <a:pt x="17976" y="369269"/>
                  <a:pt x="26362" y="369269"/>
                </a:cubicBezTo>
                <a:close/>
                <a:moveTo>
                  <a:pt x="1669444" y="307535"/>
                </a:moveTo>
                <a:lnTo>
                  <a:pt x="1670784" y="334061"/>
                </a:lnTo>
                <a:lnTo>
                  <a:pt x="1664620" y="319181"/>
                </a:lnTo>
                <a:close/>
                <a:moveTo>
                  <a:pt x="1622429" y="288818"/>
                </a:moveTo>
                <a:cubicBezTo>
                  <a:pt x="1639199" y="288818"/>
                  <a:pt x="1652792" y="302412"/>
                  <a:pt x="1652792" y="319181"/>
                </a:cubicBezTo>
                <a:cubicBezTo>
                  <a:pt x="1652792" y="335950"/>
                  <a:pt x="1639199" y="349545"/>
                  <a:pt x="1622429" y="349545"/>
                </a:cubicBezTo>
                <a:cubicBezTo>
                  <a:pt x="1605659" y="349545"/>
                  <a:pt x="1592066" y="335950"/>
                  <a:pt x="1592066" y="319181"/>
                </a:cubicBezTo>
                <a:cubicBezTo>
                  <a:pt x="1592066" y="302412"/>
                  <a:pt x="1605659" y="288818"/>
                  <a:pt x="1622429" y="288818"/>
                </a:cubicBezTo>
                <a:close/>
                <a:moveTo>
                  <a:pt x="1549874" y="288818"/>
                </a:moveTo>
                <a:cubicBezTo>
                  <a:pt x="1566644" y="288818"/>
                  <a:pt x="1580238" y="302412"/>
                  <a:pt x="1580238" y="319181"/>
                </a:cubicBezTo>
                <a:cubicBezTo>
                  <a:pt x="1580238" y="335950"/>
                  <a:pt x="1566644" y="349545"/>
                  <a:pt x="1549874" y="349545"/>
                </a:cubicBezTo>
                <a:cubicBezTo>
                  <a:pt x="1533105" y="349545"/>
                  <a:pt x="1519511" y="335950"/>
                  <a:pt x="1519511" y="319181"/>
                </a:cubicBezTo>
                <a:cubicBezTo>
                  <a:pt x="1519511" y="302412"/>
                  <a:pt x="1533105" y="288818"/>
                  <a:pt x="1549874" y="288818"/>
                </a:cubicBezTo>
                <a:close/>
                <a:moveTo>
                  <a:pt x="1477320" y="288818"/>
                </a:moveTo>
                <a:cubicBezTo>
                  <a:pt x="1494089" y="288818"/>
                  <a:pt x="1507683" y="302412"/>
                  <a:pt x="1507683" y="319181"/>
                </a:cubicBezTo>
                <a:cubicBezTo>
                  <a:pt x="1507683" y="335950"/>
                  <a:pt x="1494089" y="349545"/>
                  <a:pt x="1477320" y="349545"/>
                </a:cubicBezTo>
                <a:cubicBezTo>
                  <a:pt x="1460550" y="349545"/>
                  <a:pt x="1446956" y="335950"/>
                  <a:pt x="1446956" y="319181"/>
                </a:cubicBezTo>
                <a:cubicBezTo>
                  <a:pt x="1446956" y="302412"/>
                  <a:pt x="1460550" y="288818"/>
                  <a:pt x="1477320" y="288818"/>
                </a:cubicBezTo>
                <a:close/>
                <a:moveTo>
                  <a:pt x="1404765" y="288818"/>
                </a:moveTo>
                <a:cubicBezTo>
                  <a:pt x="1421535" y="288818"/>
                  <a:pt x="1435129" y="302412"/>
                  <a:pt x="1435129" y="319181"/>
                </a:cubicBezTo>
                <a:cubicBezTo>
                  <a:pt x="1435129" y="335950"/>
                  <a:pt x="1421535" y="349545"/>
                  <a:pt x="1404765" y="349545"/>
                </a:cubicBezTo>
                <a:cubicBezTo>
                  <a:pt x="1387996" y="349545"/>
                  <a:pt x="1374402" y="335950"/>
                  <a:pt x="1374402" y="319181"/>
                </a:cubicBezTo>
                <a:cubicBezTo>
                  <a:pt x="1374402" y="302412"/>
                  <a:pt x="1387996" y="288818"/>
                  <a:pt x="1404765" y="288818"/>
                </a:cubicBezTo>
                <a:close/>
                <a:moveTo>
                  <a:pt x="1332211" y="288818"/>
                </a:moveTo>
                <a:cubicBezTo>
                  <a:pt x="1348980" y="288818"/>
                  <a:pt x="1362574" y="302412"/>
                  <a:pt x="1362574" y="319181"/>
                </a:cubicBezTo>
                <a:cubicBezTo>
                  <a:pt x="1362574" y="335950"/>
                  <a:pt x="1348980" y="349545"/>
                  <a:pt x="1332211" y="349545"/>
                </a:cubicBezTo>
                <a:cubicBezTo>
                  <a:pt x="1315441" y="349545"/>
                  <a:pt x="1301847" y="335950"/>
                  <a:pt x="1301847" y="319181"/>
                </a:cubicBezTo>
                <a:cubicBezTo>
                  <a:pt x="1301847" y="302412"/>
                  <a:pt x="1315441" y="288818"/>
                  <a:pt x="1332211" y="288818"/>
                </a:cubicBezTo>
                <a:close/>
                <a:moveTo>
                  <a:pt x="1259656" y="288818"/>
                </a:moveTo>
                <a:cubicBezTo>
                  <a:pt x="1276426" y="288818"/>
                  <a:pt x="1290020" y="302412"/>
                  <a:pt x="1290020" y="319181"/>
                </a:cubicBezTo>
                <a:cubicBezTo>
                  <a:pt x="1290020" y="335950"/>
                  <a:pt x="1276426" y="349545"/>
                  <a:pt x="1259656" y="349545"/>
                </a:cubicBezTo>
                <a:cubicBezTo>
                  <a:pt x="1242887" y="349545"/>
                  <a:pt x="1229293" y="335950"/>
                  <a:pt x="1229293" y="319181"/>
                </a:cubicBezTo>
                <a:cubicBezTo>
                  <a:pt x="1229293" y="302412"/>
                  <a:pt x="1242887" y="288818"/>
                  <a:pt x="1259656" y="288818"/>
                </a:cubicBezTo>
                <a:close/>
                <a:moveTo>
                  <a:pt x="1187102" y="288818"/>
                </a:moveTo>
                <a:cubicBezTo>
                  <a:pt x="1203871" y="288818"/>
                  <a:pt x="1217465" y="302412"/>
                  <a:pt x="1217465" y="319181"/>
                </a:cubicBezTo>
                <a:cubicBezTo>
                  <a:pt x="1217465" y="335950"/>
                  <a:pt x="1203871" y="349545"/>
                  <a:pt x="1187102" y="349545"/>
                </a:cubicBezTo>
                <a:cubicBezTo>
                  <a:pt x="1170332" y="349545"/>
                  <a:pt x="1156738" y="335950"/>
                  <a:pt x="1156738" y="319181"/>
                </a:cubicBezTo>
                <a:cubicBezTo>
                  <a:pt x="1156738" y="302412"/>
                  <a:pt x="1170332" y="288818"/>
                  <a:pt x="1187102" y="288818"/>
                </a:cubicBezTo>
                <a:close/>
                <a:moveTo>
                  <a:pt x="1114547" y="288818"/>
                </a:moveTo>
                <a:cubicBezTo>
                  <a:pt x="1131317" y="288818"/>
                  <a:pt x="1144911" y="302412"/>
                  <a:pt x="1144911" y="319181"/>
                </a:cubicBezTo>
                <a:cubicBezTo>
                  <a:pt x="1144911" y="335950"/>
                  <a:pt x="1131317" y="349545"/>
                  <a:pt x="1114547" y="349545"/>
                </a:cubicBezTo>
                <a:cubicBezTo>
                  <a:pt x="1097778" y="349545"/>
                  <a:pt x="1084184" y="335950"/>
                  <a:pt x="1084184" y="319181"/>
                </a:cubicBezTo>
                <a:cubicBezTo>
                  <a:pt x="1084184" y="302412"/>
                  <a:pt x="1097778" y="288818"/>
                  <a:pt x="1114547" y="288818"/>
                </a:cubicBezTo>
                <a:close/>
                <a:moveTo>
                  <a:pt x="1041993" y="288818"/>
                </a:moveTo>
                <a:cubicBezTo>
                  <a:pt x="1058762" y="288818"/>
                  <a:pt x="1072356" y="302412"/>
                  <a:pt x="1072356" y="319181"/>
                </a:cubicBezTo>
                <a:cubicBezTo>
                  <a:pt x="1072356" y="335950"/>
                  <a:pt x="1058762" y="349545"/>
                  <a:pt x="1041993" y="349545"/>
                </a:cubicBezTo>
                <a:cubicBezTo>
                  <a:pt x="1025223" y="349545"/>
                  <a:pt x="1011629" y="335950"/>
                  <a:pt x="1011629" y="319181"/>
                </a:cubicBezTo>
                <a:cubicBezTo>
                  <a:pt x="1011629" y="302412"/>
                  <a:pt x="1025223" y="288818"/>
                  <a:pt x="1041993" y="288818"/>
                </a:cubicBezTo>
                <a:close/>
                <a:moveTo>
                  <a:pt x="969438" y="288818"/>
                </a:moveTo>
                <a:cubicBezTo>
                  <a:pt x="986208" y="288818"/>
                  <a:pt x="999801" y="302412"/>
                  <a:pt x="999801" y="319181"/>
                </a:cubicBezTo>
                <a:cubicBezTo>
                  <a:pt x="999801" y="335950"/>
                  <a:pt x="986208" y="349545"/>
                  <a:pt x="969438" y="349545"/>
                </a:cubicBezTo>
                <a:cubicBezTo>
                  <a:pt x="952669" y="349545"/>
                  <a:pt x="939075" y="335950"/>
                  <a:pt x="939075" y="319181"/>
                </a:cubicBezTo>
                <a:cubicBezTo>
                  <a:pt x="939075" y="302412"/>
                  <a:pt x="952669" y="288818"/>
                  <a:pt x="969438" y="288818"/>
                </a:cubicBezTo>
                <a:close/>
                <a:moveTo>
                  <a:pt x="896883" y="288818"/>
                </a:moveTo>
                <a:cubicBezTo>
                  <a:pt x="913653" y="288818"/>
                  <a:pt x="927247" y="302412"/>
                  <a:pt x="927247" y="319181"/>
                </a:cubicBezTo>
                <a:cubicBezTo>
                  <a:pt x="927247" y="335950"/>
                  <a:pt x="913653" y="349545"/>
                  <a:pt x="896883" y="349545"/>
                </a:cubicBezTo>
                <a:cubicBezTo>
                  <a:pt x="880114" y="349545"/>
                  <a:pt x="866520" y="335950"/>
                  <a:pt x="866520" y="319181"/>
                </a:cubicBezTo>
                <a:cubicBezTo>
                  <a:pt x="866520" y="302412"/>
                  <a:pt x="880114" y="288818"/>
                  <a:pt x="896883" y="288818"/>
                </a:cubicBezTo>
                <a:close/>
                <a:moveTo>
                  <a:pt x="824329" y="288818"/>
                </a:moveTo>
                <a:cubicBezTo>
                  <a:pt x="841098" y="288818"/>
                  <a:pt x="854692" y="302412"/>
                  <a:pt x="854692" y="319181"/>
                </a:cubicBezTo>
                <a:cubicBezTo>
                  <a:pt x="854692" y="335950"/>
                  <a:pt x="841098" y="349545"/>
                  <a:pt x="824329" y="349545"/>
                </a:cubicBezTo>
                <a:cubicBezTo>
                  <a:pt x="807559" y="349545"/>
                  <a:pt x="793965" y="335950"/>
                  <a:pt x="793965" y="319181"/>
                </a:cubicBezTo>
                <a:cubicBezTo>
                  <a:pt x="793965" y="302412"/>
                  <a:pt x="807559" y="288818"/>
                  <a:pt x="824329" y="288818"/>
                </a:cubicBezTo>
                <a:close/>
                <a:moveTo>
                  <a:pt x="751774" y="288818"/>
                </a:moveTo>
                <a:cubicBezTo>
                  <a:pt x="768544" y="288818"/>
                  <a:pt x="782138" y="302412"/>
                  <a:pt x="782138" y="319181"/>
                </a:cubicBezTo>
                <a:cubicBezTo>
                  <a:pt x="782138" y="335950"/>
                  <a:pt x="768544" y="349545"/>
                  <a:pt x="751774" y="349545"/>
                </a:cubicBezTo>
                <a:cubicBezTo>
                  <a:pt x="735005" y="349545"/>
                  <a:pt x="721411" y="335950"/>
                  <a:pt x="721411" y="319181"/>
                </a:cubicBezTo>
                <a:cubicBezTo>
                  <a:pt x="721411" y="302412"/>
                  <a:pt x="735005" y="288818"/>
                  <a:pt x="751774" y="288818"/>
                </a:cubicBezTo>
                <a:close/>
                <a:moveTo>
                  <a:pt x="679220" y="288818"/>
                </a:moveTo>
                <a:cubicBezTo>
                  <a:pt x="695989" y="288818"/>
                  <a:pt x="709583" y="302412"/>
                  <a:pt x="709583" y="319181"/>
                </a:cubicBezTo>
                <a:cubicBezTo>
                  <a:pt x="709583" y="335950"/>
                  <a:pt x="695989" y="349545"/>
                  <a:pt x="679220" y="349545"/>
                </a:cubicBezTo>
                <a:cubicBezTo>
                  <a:pt x="662450" y="349545"/>
                  <a:pt x="648856" y="335950"/>
                  <a:pt x="648856" y="319181"/>
                </a:cubicBezTo>
                <a:cubicBezTo>
                  <a:pt x="648856" y="302412"/>
                  <a:pt x="662450" y="288818"/>
                  <a:pt x="679220" y="288818"/>
                </a:cubicBezTo>
                <a:close/>
                <a:moveTo>
                  <a:pt x="606665" y="288818"/>
                </a:moveTo>
                <a:cubicBezTo>
                  <a:pt x="623435" y="288818"/>
                  <a:pt x="637029" y="302412"/>
                  <a:pt x="637029" y="319181"/>
                </a:cubicBezTo>
                <a:cubicBezTo>
                  <a:pt x="637029" y="335950"/>
                  <a:pt x="623435" y="349545"/>
                  <a:pt x="606665" y="349545"/>
                </a:cubicBezTo>
                <a:cubicBezTo>
                  <a:pt x="589896" y="349545"/>
                  <a:pt x="576302" y="335950"/>
                  <a:pt x="576302" y="319181"/>
                </a:cubicBezTo>
                <a:cubicBezTo>
                  <a:pt x="576302" y="302412"/>
                  <a:pt x="589896" y="288818"/>
                  <a:pt x="606665" y="288818"/>
                </a:cubicBezTo>
                <a:close/>
                <a:moveTo>
                  <a:pt x="534111" y="288818"/>
                </a:moveTo>
                <a:cubicBezTo>
                  <a:pt x="550880" y="288818"/>
                  <a:pt x="564474" y="302412"/>
                  <a:pt x="564474" y="319181"/>
                </a:cubicBezTo>
                <a:cubicBezTo>
                  <a:pt x="564474" y="335950"/>
                  <a:pt x="550880" y="349545"/>
                  <a:pt x="534111" y="349545"/>
                </a:cubicBezTo>
                <a:cubicBezTo>
                  <a:pt x="517341" y="349545"/>
                  <a:pt x="503747" y="335950"/>
                  <a:pt x="503747" y="319181"/>
                </a:cubicBezTo>
                <a:cubicBezTo>
                  <a:pt x="503747" y="302412"/>
                  <a:pt x="517341" y="288818"/>
                  <a:pt x="534111" y="288818"/>
                </a:cubicBezTo>
                <a:close/>
                <a:moveTo>
                  <a:pt x="461556" y="288818"/>
                </a:moveTo>
                <a:cubicBezTo>
                  <a:pt x="478326" y="288818"/>
                  <a:pt x="491920" y="302412"/>
                  <a:pt x="491920" y="319181"/>
                </a:cubicBezTo>
                <a:cubicBezTo>
                  <a:pt x="491920" y="335950"/>
                  <a:pt x="478326" y="349545"/>
                  <a:pt x="461556" y="349545"/>
                </a:cubicBezTo>
                <a:cubicBezTo>
                  <a:pt x="444787" y="349545"/>
                  <a:pt x="431192" y="335950"/>
                  <a:pt x="431192" y="319181"/>
                </a:cubicBezTo>
                <a:cubicBezTo>
                  <a:pt x="431192" y="302412"/>
                  <a:pt x="444787" y="288818"/>
                  <a:pt x="461556" y="288818"/>
                </a:cubicBezTo>
                <a:close/>
                <a:moveTo>
                  <a:pt x="389002" y="288818"/>
                </a:moveTo>
                <a:cubicBezTo>
                  <a:pt x="405771" y="288818"/>
                  <a:pt x="419365" y="302412"/>
                  <a:pt x="419365" y="319181"/>
                </a:cubicBezTo>
                <a:cubicBezTo>
                  <a:pt x="419365" y="335950"/>
                  <a:pt x="405771" y="349545"/>
                  <a:pt x="389002" y="349545"/>
                </a:cubicBezTo>
                <a:cubicBezTo>
                  <a:pt x="372232" y="349545"/>
                  <a:pt x="358638" y="335950"/>
                  <a:pt x="358638" y="319181"/>
                </a:cubicBezTo>
                <a:cubicBezTo>
                  <a:pt x="358638" y="302412"/>
                  <a:pt x="372232" y="288818"/>
                  <a:pt x="389002" y="288818"/>
                </a:cubicBezTo>
                <a:close/>
                <a:moveTo>
                  <a:pt x="316447" y="288818"/>
                </a:moveTo>
                <a:cubicBezTo>
                  <a:pt x="333216" y="288818"/>
                  <a:pt x="346810" y="302412"/>
                  <a:pt x="346810" y="319181"/>
                </a:cubicBezTo>
                <a:cubicBezTo>
                  <a:pt x="346810" y="335950"/>
                  <a:pt x="333216" y="349545"/>
                  <a:pt x="316447" y="349545"/>
                </a:cubicBezTo>
                <a:cubicBezTo>
                  <a:pt x="299677" y="349545"/>
                  <a:pt x="286084" y="335950"/>
                  <a:pt x="286084" y="319181"/>
                </a:cubicBezTo>
                <a:cubicBezTo>
                  <a:pt x="286084" y="302412"/>
                  <a:pt x="299677" y="288818"/>
                  <a:pt x="316447" y="288818"/>
                </a:cubicBezTo>
                <a:close/>
                <a:moveTo>
                  <a:pt x="243892" y="288818"/>
                </a:moveTo>
                <a:cubicBezTo>
                  <a:pt x="260662" y="288818"/>
                  <a:pt x="274256" y="302412"/>
                  <a:pt x="274256" y="319181"/>
                </a:cubicBezTo>
                <a:cubicBezTo>
                  <a:pt x="274256" y="335950"/>
                  <a:pt x="260662" y="349545"/>
                  <a:pt x="243892" y="349545"/>
                </a:cubicBezTo>
                <a:cubicBezTo>
                  <a:pt x="227123" y="349545"/>
                  <a:pt x="213529" y="335950"/>
                  <a:pt x="213529" y="319181"/>
                </a:cubicBezTo>
                <a:cubicBezTo>
                  <a:pt x="213529" y="302412"/>
                  <a:pt x="227123" y="288818"/>
                  <a:pt x="243892" y="288818"/>
                </a:cubicBezTo>
                <a:close/>
                <a:moveTo>
                  <a:pt x="171339" y="288818"/>
                </a:moveTo>
                <a:cubicBezTo>
                  <a:pt x="188107" y="288818"/>
                  <a:pt x="201701" y="302412"/>
                  <a:pt x="201701" y="319181"/>
                </a:cubicBezTo>
                <a:cubicBezTo>
                  <a:pt x="201701" y="335950"/>
                  <a:pt x="188107" y="349545"/>
                  <a:pt x="171339" y="349545"/>
                </a:cubicBezTo>
                <a:cubicBezTo>
                  <a:pt x="154691" y="349545"/>
                  <a:pt x="141096" y="335950"/>
                  <a:pt x="141096" y="319181"/>
                </a:cubicBezTo>
                <a:cubicBezTo>
                  <a:pt x="141096" y="302412"/>
                  <a:pt x="154691" y="288818"/>
                  <a:pt x="171339" y="288818"/>
                </a:cubicBezTo>
                <a:close/>
                <a:moveTo>
                  <a:pt x="98923" y="288818"/>
                </a:moveTo>
                <a:cubicBezTo>
                  <a:pt x="115682" y="288818"/>
                  <a:pt x="129276" y="302412"/>
                  <a:pt x="129276" y="319181"/>
                </a:cubicBezTo>
                <a:cubicBezTo>
                  <a:pt x="129276" y="335950"/>
                  <a:pt x="115682" y="349545"/>
                  <a:pt x="98923" y="349545"/>
                </a:cubicBezTo>
                <a:cubicBezTo>
                  <a:pt x="82149" y="349545"/>
                  <a:pt x="68554" y="335950"/>
                  <a:pt x="68554" y="319181"/>
                </a:cubicBezTo>
                <a:cubicBezTo>
                  <a:pt x="68554" y="302412"/>
                  <a:pt x="82149" y="288818"/>
                  <a:pt x="98923" y="288818"/>
                </a:cubicBezTo>
                <a:close/>
                <a:moveTo>
                  <a:pt x="26368" y="288818"/>
                </a:moveTo>
                <a:cubicBezTo>
                  <a:pt x="43131" y="288818"/>
                  <a:pt x="56725" y="302412"/>
                  <a:pt x="56725" y="319181"/>
                </a:cubicBezTo>
                <a:cubicBezTo>
                  <a:pt x="56725" y="335950"/>
                  <a:pt x="43131" y="349545"/>
                  <a:pt x="26368" y="349545"/>
                </a:cubicBezTo>
                <a:cubicBezTo>
                  <a:pt x="17983" y="349545"/>
                  <a:pt x="10391" y="346146"/>
                  <a:pt x="4896" y="340651"/>
                </a:cubicBezTo>
                <a:lnTo>
                  <a:pt x="0" y="328831"/>
                </a:lnTo>
                <a:lnTo>
                  <a:pt x="0" y="309532"/>
                </a:lnTo>
                <a:lnTo>
                  <a:pt x="4896" y="297711"/>
                </a:lnTo>
                <a:cubicBezTo>
                  <a:pt x="10391" y="292217"/>
                  <a:pt x="17983" y="288818"/>
                  <a:pt x="26368" y="288818"/>
                </a:cubicBezTo>
                <a:close/>
                <a:moveTo>
                  <a:pt x="1622429" y="208366"/>
                </a:moveTo>
                <a:cubicBezTo>
                  <a:pt x="1639199" y="208366"/>
                  <a:pt x="1652792" y="221960"/>
                  <a:pt x="1652792" y="238729"/>
                </a:cubicBezTo>
                <a:cubicBezTo>
                  <a:pt x="1652792" y="255499"/>
                  <a:pt x="1639199" y="269093"/>
                  <a:pt x="1622429" y="269093"/>
                </a:cubicBezTo>
                <a:cubicBezTo>
                  <a:pt x="1605659" y="269093"/>
                  <a:pt x="1592066" y="255499"/>
                  <a:pt x="1592066" y="238729"/>
                </a:cubicBezTo>
                <a:cubicBezTo>
                  <a:pt x="1592066" y="221960"/>
                  <a:pt x="1605659" y="208366"/>
                  <a:pt x="1622429" y="208366"/>
                </a:cubicBezTo>
                <a:close/>
                <a:moveTo>
                  <a:pt x="1549874" y="208366"/>
                </a:moveTo>
                <a:cubicBezTo>
                  <a:pt x="1566644" y="208366"/>
                  <a:pt x="1580238" y="221960"/>
                  <a:pt x="1580238" y="238729"/>
                </a:cubicBezTo>
                <a:cubicBezTo>
                  <a:pt x="1580238" y="255499"/>
                  <a:pt x="1566644" y="269093"/>
                  <a:pt x="1549874" y="269093"/>
                </a:cubicBezTo>
                <a:cubicBezTo>
                  <a:pt x="1533105" y="269093"/>
                  <a:pt x="1519511" y="255499"/>
                  <a:pt x="1519511" y="238729"/>
                </a:cubicBezTo>
                <a:cubicBezTo>
                  <a:pt x="1519511" y="221960"/>
                  <a:pt x="1533105" y="208366"/>
                  <a:pt x="1549874" y="208366"/>
                </a:cubicBezTo>
                <a:close/>
                <a:moveTo>
                  <a:pt x="1477320" y="208366"/>
                </a:moveTo>
                <a:cubicBezTo>
                  <a:pt x="1494089" y="208366"/>
                  <a:pt x="1507683" y="221960"/>
                  <a:pt x="1507683" y="238729"/>
                </a:cubicBezTo>
                <a:cubicBezTo>
                  <a:pt x="1507683" y="255499"/>
                  <a:pt x="1494089" y="269093"/>
                  <a:pt x="1477320" y="269093"/>
                </a:cubicBezTo>
                <a:cubicBezTo>
                  <a:pt x="1460550" y="269093"/>
                  <a:pt x="1446956" y="255499"/>
                  <a:pt x="1446956" y="238729"/>
                </a:cubicBezTo>
                <a:cubicBezTo>
                  <a:pt x="1446956" y="221960"/>
                  <a:pt x="1460550" y="208366"/>
                  <a:pt x="1477320" y="208366"/>
                </a:cubicBezTo>
                <a:close/>
                <a:moveTo>
                  <a:pt x="1404765" y="208366"/>
                </a:moveTo>
                <a:cubicBezTo>
                  <a:pt x="1421535" y="208366"/>
                  <a:pt x="1435129" y="221960"/>
                  <a:pt x="1435129" y="238729"/>
                </a:cubicBezTo>
                <a:cubicBezTo>
                  <a:pt x="1435129" y="255499"/>
                  <a:pt x="1421535" y="269093"/>
                  <a:pt x="1404765" y="269093"/>
                </a:cubicBezTo>
                <a:cubicBezTo>
                  <a:pt x="1387996" y="269093"/>
                  <a:pt x="1374402" y="255499"/>
                  <a:pt x="1374402" y="238729"/>
                </a:cubicBezTo>
                <a:cubicBezTo>
                  <a:pt x="1374402" y="221960"/>
                  <a:pt x="1387996" y="208366"/>
                  <a:pt x="1404765" y="208366"/>
                </a:cubicBezTo>
                <a:close/>
                <a:moveTo>
                  <a:pt x="1332211" y="208366"/>
                </a:moveTo>
                <a:cubicBezTo>
                  <a:pt x="1348980" y="208366"/>
                  <a:pt x="1362574" y="221960"/>
                  <a:pt x="1362574" y="238729"/>
                </a:cubicBezTo>
                <a:cubicBezTo>
                  <a:pt x="1362574" y="255499"/>
                  <a:pt x="1348980" y="269093"/>
                  <a:pt x="1332211" y="269093"/>
                </a:cubicBezTo>
                <a:cubicBezTo>
                  <a:pt x="1315441" y="269093"/>
                  <a:pt x="1301847" y="255499"/>
                  <a:pt x="1301847" y="238729"/>
                </a:cubicBezTo>
                <a:cubicBezTo>
                  <a:pt x="1301847" y="221960"/>
                  <a:pt x="1315441" y="208366"/>
                  <a:pt x="1332211" y="208366"/>
                </a:cubicBezTo>
                <a:close/>
                <a:moveTo>
                  <a:pt x="1259656" y="208366"/>
                </a:moveTo>
                <a:cubicBezTo>
                  <a:pt x="1276426" y="208366"/>
                  <a:pt x="1290020" y="221960"/>
                  <a:pt x="1290020" y="238729"/>
                </a:cubicBezTo>
                <a:cubicBezTo>
                  <a:pt x="1290020" y="255499"/>
                  <a:pt x="1276426" y="269093"/>
                  <a:pt x="1259656" y="269093"/>
                </a:cubicBezTo>
                <a:cubicBezTo>
                  <a:pt x="1242887" y="269093"/>
                  <a:pt x="1229293" y="255499"/>
                  <a:pt x="1229293" y="238729"/>
                </a:cubicBezTo>
                <a:cubicBezTo>
                  <a:pt x="1229293" y="221960"/>
                  <a:pt x="1242887" y="208366"/>
                  <a:pt x="1259656" y="208366"/>
                </a:cubicBezTo>
                <a:close/>
                <a:moveTo>
                  <a:pt x="1187102" y="208366"/>
                </a:moveTo>
                <a:cubicBezTo>
                  <a:pt x="1203871" y="208366"/>
                  <a:pt x="1217465" y="221960"/>
                  <a:pt x="1217465" y="238729"/>
                </a:cubicBezTo>
                <a:cubicBezTo>
                  <a:pt x="1217465" y="255499"/>
                  <a:pt x="1203871" y="269093"/>
                  <a:pt x="1187102" y="269093"/>
                </a:cubicBezTo>
                <a:cubicBezTo>
                  <a:pt x="1170332" y="269093"/>
                  <a:pt x="1156738" y="255499"/>
                  <a:pt x="1156738" y="238729"/>
                </a:cubicBezTo>
                <a:cubicBezTo>
                  <a:pt x="1156738" y="221960"/>
                  <a:pt x="1170332" y="208366"/>
                  <a:pt x="1187102" y="208366"/>
                </a:cubicBezTo>
                <a:close/>
                <a:moveTo>
                  <a:pt x="1114547" y="208366"/>
                </a:moveTo>
                <a:cubicBezTo>
                  <a:pt x="1131317" y="208366"/>
                  <a:pt x="1144911" y="221960"/>
                  <a:pt x="1144911" y="238729"/>
                </a:cubicBezTo>
                <a:cubicBezTo>
                  <a:pt x="1144911" y="255499"/>
                  <a:pt x="1131317" y="269093"/>
                  <a:pt x="1114547" y="269093"/>
                </a:cubicBezTo>
                <a:cubicBezTo>
                  <a:pt x="1097778" y="269093"/>
                  <a:pt x="1084184" y="255499"/>
                  <a:pt x="1084184" y="238729"/>
                </a:cubicBezTo>
                <a:cubicBezTo>
                  <a:pt x="1084184" y="221960"/>
                  <a:pt x="1097778" y="208366"/>
                  <a:pt x="1114547" y="208366"/>
                </a:cubicBezTo>
                <a:close/>
                <a:moveTo>
                  <a:pt x="1041993" y="208366"/>
                </a:moveTo>
                <a:cubicBezTo>
                  <a:pt x="1058762" y="208366"/>
                  <a:pt x="1072356" y="221960"/>
                  <a:pt x="1072356" y="238729"/>
                </a:cubicBezTo>
                <a:cubicBezTo>
                  <a:pt x="1072356" y="255499"/>
                  <a:pt x="1058762" y="269093"/>
                  <a:pt x="1041993" y="269093"/>
                </a:cubicBezTo>
                <a:cubicBezTo>
                  <a:pt x="1025223" y="269093"/>
                  <a:pt x="1011629" y="255499"/>
                  <a:pt x="1011629" y="238729"/>
                </a:cubicBezTo>
                <a:cubicBezTo>
                  <a:pt x="1011629" y="221960"/>
                  <a:pt x="1025223" y="208366"/>
                  <a:pt x="1041993" y="208366"/>
                </a:cubicBezTo>
                <a:close/>
                <a:moveTo>
                  <a:pt x="969438" y="208366"/>
                </a:moveTo>
                <a:cubicBezTo>
                  <a:pt x="986208" y="208366"/>
                  <a:pt x="999801" y="221960"/>
                  <a:pt x="999801" y="238729"/>
                </a:cubicBezTo>
                <a:cubicBezTo>
                  <a:pt x="999801" y="255499"/>
                  <a:pt x="986208" y="269093"/>
                  <a:pt x="969438" y="269093"/>
                </a:cubicBezTo>
                <a:cubicBezTo>
                  <a:pt x="952669" y="269093"/>
                  <a:pt x="939075" y="255499"/>
                  <a:pt x="939075" y="238729"/>
                </a:cubicBezTo>
                <a:cubicBezTo>
                  <a:pt x="939075" y="221960"/>
                  <a:pt x="952669" y="208366"/>
                  <a:pt x="969438" y="208366"/>
                </a:cubicBezTo>
                <a:close/>
                <a:moveTo>
                  <a:pt x="896883" y="208366"/>
                </a:moveTo>
                <a:cubicBezTo>
                  <a:pt x="913653" y="208366"/>
                  <a:pt x="927247" y="221960"/>
                  <a:pt x="927247" y="238729"/>
                </a:cubicBezTo>
                <a:cubicBezTo>
                  <a:pt x="927247" y="255499"/>
                  <a:pt x="913653" y="269093"/>
                  <a:pt x="896883" y="269093"/>
                </a:cubicBezTo>
                <a:cubicBezTo>
                  <a:pt x="880114" y="269093"/>
                  <a:pt x="866520" y="255499"/>
                  <a:pt x="866520" y="238729"/>
                </a:cubicBezTo>
                <a:cubicBezTo>
                  <a:pt x="866520" y="221960"/>
                  <a:pt x="880114" y="208366"/>
                  <a:pt x="896883" y="208366"/>
                </a:cubicBezTo>
                <a:close/>
                <a:moveTo>
                  <a:pt x="824329" y="208366"/>
                </a:moveTo>
                <a:cubicBezTo>
                  <a:pt x="841098" y="208366"/>
                  <a:pt x="854692" y="221960"/>
                  <a:pt x="854692" y="238729"/>
                </a:cubicBezTo>
                <a:cubicBezTo>
                  <a:pt x="854692" y="255499"/>
                  <a:pt x="841098" y="269093"/>
                  <a:pt x="824329" y="269093"/>
                </a:cubicBezTo>
                <a:cubicBezTo>
                  <a:pt x="807559" y="269093"/>
                  <a:pt x="793965" y="255499"/>
                  <a:pt x="793965" y="238729"/>
                </a:cubicBezTo>
                <a:cubicBezTo>
                  <a:pt x="793965" y="221960"/>
                  <a:pt x="807559" y="208366"/>
                  <a:pt x="824329" y="208366"/>
                </a:cubicBezTo>
                <a:close/>
                <a:moveTo>
                  <a:pt x="751774" y="208366"/>
                </a:moveTo>
                <a:cubicBezTo>
                  <a:pt x="768544" y="208366"/>
                  <a:pt x="782138" y="221960"/>
                  <a:pt x="782138" y="238729"/>
                </a:cubicBezTo>
                <a:cubicBezTo>
                  <a:pt x="782138" y="255499"/>
                  <a:pt x="768544" y="269093"/>
                  <a:pt x="751774" y="269093"/>
                </a:cubicBezTo>
                <a:cubicBezTo>
                  <a:pt x="735005" y="269093"/>
                  <a:pt x="721411" y="255499"/>
                  <a:pt x="721411" y="238729"/>
                </a:cubicBezTo>
                <a:cubicBezTo>
                  <a:pt x="721411" y="221960"/>
                  <a:pt x="735005" y="208366"/>
                  <a:pt x="751774" y="208366"/>
                </a:cubicBezTo>
                <a:close/>
                <a:moveTo>
                  <a:pt x="679220" y="208366"/>
                </a:moveTo>
                <a:cubicBezTo>
                  <a:pt x="695989" y="208366"/>
                  <a:pt x="709583" y="221960"/>
                  <a:pt x="709583" y="238729"/>
                </a:cubicBezTo>
                <a:cubicBezTo>
                  <a:pt x="709583" y="255499"/>
                  <a:pt x="695989" y="269093"/>
                  <a:pt x="679220" y="269093"/>
                </a:cubicBezTo>
                <a:cubicBezTo>
                  <a:pt x="662450" y="269093"/>
                  <a:pt x="648856" y="255499"/>
                  <a:pt x="648856" y="238729"/>
                </a:cubicBezTo>
                <a:cubicBezTo>
                  <a:pt x="648856" y="221960"/>
                  <a:pt x="662450" y="208366"/>
                  <a:pt x="679220" y="208366"/>
                </a:cubicBezTo>
                <a:close/>
                <a:moveTo>
                  <a:pt x="606665" y="208366"/>
                </a:moveTo>
                <a:cubicBezTo>
                  <a:pt x="623435" y="208366"/>
                  <a:pt x="637029" y="221960"/>
                  <a:pt x="637029" y="238729"/>
                </a:cubicBezTo>
                <a:cubicBezTo>
                  <a:pt x="637029" y="255499"/>
                  <a:pt x="623435" y="269093"/>
                  <a:pt x="606665" y="269093"/>
                </a:cubicBezTo>
                <a:cubicBezTo>
                  <a:pt x="589896" y="269093"/>
                  <a:pt x="576302" y="255499"/>
                  <a:pt x="576302" y="238729"/>
                </a:cubicBezTo>
                <a:cubicBezTo>
                  <a:pt x="576302" y="221960"/>
                  <a:pt x="589896" y="208366"/>
                  <a:pt x="606665" y="208366"/>
                </a:cubicBezTo>
                <a:close/>
                <a:moveTo>
                  <a:pt x="534111" y="208366"/>
                </a:moveTo>
                <a:cubicBezTo>
                  <a:pt x="550880" y="208366"/>
                  <a:pt x="564474" y="221960"/>
                  <a:pt x="564474" y="238729"/>
                </a:cubicBezTo>
                <a:cubicBezTo>
                  <a:pt x="564474" y="255499"/>
                  <a:pt x="550880" y="269093"/>
                  <a:pt x="534111" y="269093"/>
                </a:cubicBezTo>
                <a:cubicBezTo>
                  <a:pt x="517341" y="269093"/>
                  <a:pt x="503747" y="255499"/>
                  <a:pt x="503747" y="238729"/>
                </a:cubicBezTo>
                <a:cubicBezTo>
                  <a:pt x="503747" y="221960"/>
                  <a:pt x="517341" y="208366"/>
                  <a:pt x="534111" y="208366"/>
                </a:cubicBezTo>
                <a:close/>
                <a:moveTo>
                  <a:pt x="461556" y="208366"/>
                </a:moveTo>
                <a:cubicBezTo>
                  <a:pt x="478326" y="208366"/>
                  <a:pt x="491920" y="221960"/>
                  <a:pt x="491920" y="238729"/>
                </a:cubicBezTo>
                <a:cubicBezTo>
                  <a:pt x="491920" y="255499"/>
                  <a:pt x="478326" y="269093"/>
                  <a:pt x="461556" y="269093"/>
                </a:cubicBezTo>
                <a:cubicBezTo>
                  <a:pt x="444787" y="269093"/>
                  <a:pt x="431192" y="255499"/>
                  <a:pt x="431192" y="238729"/>
                </a:cubicBezTo>
                <a:cubicBezTo>
                  <a:pt x="431192" y="221960"/>
                  <a:pt x="444787" y="208366"/>
                  <a:pt x="461556" y="208366"/>
                </a:cubicBezTo>
                <a:close/>
                <a:moveTo>
                  <a:pt x="389002" y="208366"/>
                </a:moveTo>
                <a:cubicBezTo>
                  <a:pt x="405771" y="208366"/>
                  <a:pt x="419365" y="221960"/>
                  <a:pt x="419365" y="238729"/>
                </a:cubicBezTo>
                <a:cubicBezTo>
                  <a:pt x="419365" y="255499"/>
                  <a:pt x="405771" y="269093"/>
                  <a:pt x="389002" y="269093"/>
                </a:cubicBezTo>
                <a:cubicBezTo>
                  <a:pt x="372232" y="269093"/>
                  <a:pt x="358638" y="255499"/>
                  <a:pt x="358638" y="238729"/>
                </a:cubicBezTo>
                <a:cubicBezTo>
                  <a:pt x="358638" y="221960"/>
                  <a:pt x="372232" y="208366"/>
                  <a:pt x="389002" y="208366"/>
                </a:cubicBezTo>
                <a:close/>
                <a:moveTo>
                  <a:pt x="316447" y="208366"/>
                </a:moveTo>
                <a:cubicBezTo>
                  <a:pt x="333216" y="208366"/>
                  <a:pt x="346810" y="221960"/>
                  <a:pt x="346810" y="238729"/>
                </a:cubicBezTo>
                <a:cubicBezTo>
                  <a:pt x="346810" y="255499"/>
                  <a:pt x="333216" y="269093"/>
                  <a:pt x="316447" y="269093"/>
                </a:cubicBezTo>
                <a:cubicBezTo>
                  <a:pt x="299677" y="269093"/>
                  <a:pt x="286084" y="255499"/>
                  <a:pt x="286084" y="238729"/>
                </a:cubicBezTo>
                <a:cubicBezTo>
                  <a:pt x="286084" y="221960"/>
                  <a:pt x="299677" y="208366"/>
                  <a:pt x="316447" y="208366"/>
                </a:cubicBezTo>
                <a:close/>
                <a:moveTo>
                  <a:pt x="243892" y="208366"/>
                </a:moveTo>
                <a:cubicBezTo>
                  <a:pt x="260662" y="208366"/>
                  <a:pt x="274256" y="221960"/>
                  <a:pt x="274256" y="238729"/>
                </a:cubicBezTo>
                <a:cubicBezTo>
                  <a:pt x="274256" y="255499"/>
                  <a:pt x="260662" y="269093"/>
                  <a:pt x="243892" y="269093"/>
                </a:cubicBezTo>
                <a:cubicBezTo>
                  <a:pt x="227123" y="269093"/>
                  <a:pt x="213529" y="255499"/>
                  <a:pt x="213529" y="238729"/>
                </a:cubicBezTo>
                <a:cubicBezTo>
                  <a:pt x="213529" y="221960"/>
                  <a:pt x="227123" y="208366"/>
                  <a:pt x="243892" y="208366"/>
                </a:cubicBezTo>
                <a:close/>
                <a:moveTo>
                  <a:pt x="171339" y="208366"/>
                </a:moveTo>
                <a:cubicBezTo>
                  <a:pt x="188107" y="208366"/>
                  <a:pt x="201701" y="221960"/>
                  <a:pt x="201701" y="238729"/>
                </a:cubicBezTo>
                <a:cubicBezTo>
                  <a:pt x="201701" y="255499"/>
                  <a:pt x="188107" y="269093"/>
                  <a:pt x="171339" y="269093"/>
                </a:cubicBezTo>
                <a:cubicBezTo>
                  <a:pt x="154697" y="269093"/>
                  <a:pt x="141102" y="255499"/>
                  <a:pt x="141102" y="238729"/>
                </a:cubicBezTo>
                <a:cubicBezTo>
                  <a:pt x="141102" y="221960"/>
                  <a:pt x="154697" y="208366"/>
                  <a:pt x="171339" y="208366"/>
                </a:cubicBezTo>
                <a:close/>
                <a:moveTo>
                  <a:pt x="98929" y="208366"/>
                </a:moveTo>
                <a:cubicBezTo>
                  <a:pt x="115688" y="208366"/>
                  <a:pt x="129282" y="221960"/>
                  <a:pt x="129282" y="238729"/>
                </a:cubicBezTo>
                <a:cubicBezTo>
                  <a:pt x="129282" y="255499"/>
                  <a:pt x="115688" y="269093"/>
                  <a:pt x="98929" y="269093"/>
                </a:cubicBezTo>
                <a:cubicBezTo>
                  <a:pt x="82155" y="269093"/>
                  <a:pt x="68561" y="255499"/>
                  <a:pt x="68561" y="238729"/>
                </a:cubicBezTo>
                <a:cubicBezTo>
                  <a:pt x="68561" y="221960"/>
                  <a:pt x="82155" y="208366"/>
                  <a:pt x="98929" y="208366"/>
                </a:cubicBezTo>
                <a:close/>
                <a:moveTo>
                  <a:pt x="26375" y="208366"/>
                </a:moveTo>
                <a:cubicBezTo>
                  <a:pt x="43137" y="208366"/>
                  <a:pt x="56732" y="221960"/>
                  <a:pt x="56732" y="238729"/>
                </a:cubicBezTo>
                <a:cubicBezTo>
                  <a:pt x="56732" y="255499"/>
                  <a:pt x="43137" y="269093"/>
                  <a:pt x="26375" y="269093"/>
                </a:cubicBezTo>
                <a:cubicBezTo>
                  <a:pt x="17989" y="269093"/>
                  <a:pt x="10398" y="265695"/>
                  <a:pt x="4903" y="260200"/>
                </a:cubicBezTo>
                <a:lnTo>
                  <a:pt x="0" y="248364"/>
                </a:lnTo>
                <a:lnTo>
                  <a:pt x="0" y="229094"/>
                </a:lnTo>
                <a:lnTo>
                  <a:pt x="4903" y="217259"/>
                </a:lnTo>
                <a:cubicBezTo>
                  <a:pt x="10398" y="211765"/>
                  <a:pt x="17989" y="208366"/>
                  <a:pt x="26375" y="208366"/>
                </a:cubicBezTo>
                <a:close/>
                <a:moveTo>
                  <a:pt x="1622429" y="127914"/>
                </a:moveTo>
                <a:cubicBezTo>
                  <a:pt x="1630814" y="127914"/>
                  <a:pt x="1638404" y="131313"/>
                  <a:pt x="1643899" y="136808"/>
                </a:cubicBezTo>
                <a:lnTo>
                  <a:pt x="1648931" y="148957"/>
                </a:lnTo>
                <a:lnTo>
                  <a:pt x="1651011" y="162579"/>
                </a:lnTo>
                <a:lnTo>
                  <a:pt x="1643899" y="179748"/>
                </a:lnTo>
                <a:cubicBezTo>
                  <a:pt x="1638404" y="185243"/>
                  <a:pt x="1630814" y="188641"/>
                  <a:pt x="1622429" y="188641"/>
                </a:cubicBezTo>
                <a:cubicBezTo>
                  <a:pt x="1605659" y="188641"/>
                  <a:pt x="1592066" y="175047"/>
                  <a:pt x="1592066" y="158278"/>
                </a:cubicBezTo>
                <a:cubicBezTo>
                  <a:pt x="1592066" y="141508"/>
                  <a:pt x="1605659" y="127914"/>
                  <a:pt x="1622429" y="127914"/>
                </a:cubicBezTo>
                <a:close/>
                <a:moveTo>
                  <a:pt x="1549874" y="127914"/>
                </a:moveTo>
                <a:cubicBezTo>
                  <a:pt x="1566644" y="127914"/>
                  <a:pt x="1580238" y="141508"/>
                  <a:pt x="1580238" y="158278"/>
                </a:cubicBezTo>
                <a:cubicBezTo>
                  <a:pt x="1580238" y="175047"/>
                  <a:pt x="1566644" y="188641"/>
                  <a:pt x="1549874" y="188641"/>
                </a:cubicBezTo>
                <a:cubicBezTo>
                  <a:pt x="1533105" y="188641"/>
                  <a:pt x="1519511" y="175047"/>
                  <a:pt x="1519511" y="158278"/>
                </a:cubicBezTo>
                <a:cubicBezTo>
                  <a:pt x="1519511" y="141508"/>
                  <a:pt x="1533105" y="127914"/>
                  <a:pt x="1549874" y="127914"/>
                </a:cubicBezTo>
                <a:close/>
                <a:moveTo>
                  <a:pt x="1477320" y="127914"/>
                </a:moveTo>
                <a:cubicBezTo>
                  <a:pt x="1494089" y="127914"/>
                  <a:pt x="1507683" y="141508"/>
                  <a:pt x="1507683" y="158278"/>
                </a:cubicBezTo>
                <a:cubicBezTo>
                  <a:pt x="1507683" y="175047"/>
                  <a:pt x="1494089" y="188641"/>
                  <a:pt x="1477320" y="188641"/>
                </a:cubicBezTo>
                <a:cubicBezTo>
                  <a:pt x="1460550" y="188641"/>
                  <a:pt x="1446956" y="175047"/>
                  <a:pt x="1446956" y="158278"/>
                </a:cubicBezTo>
                <a:cubicBezTo>
                  <a:pt x="1446956" y="141508"/>
                  <a:pt x="1460550" y="127914"/>
                  <a:pt x="1477320" y="127914"/>
                </a:cubicBezTo>
                <a:close/>
                <a:moveTo>
                  <a:pt x="1404765" y="127914"/>
                </a:moveTo>
                <a:cubicBezTo>
                  <a:pt x="1421535" y="127914"/>
                  <a:pt x="1435129" y="141508"/>
                  <a:pt x="1435129" y="158278"/>
                </a:cubicBezTo>
                <a:cubicBezTo>
                  <a:pt x="1435129" y="175047"/>
                  <a:pt x="1421535" y="188641"/>
                  <a:pt x="1404765" y="188641"/>
                </a:cubicBezTo>
                <a:cubicBezTo>
                  <a:pt x="1387996" y="188641"/>
                  <a:pt x="1374402" y="175047"/>
                  <a:pt x="1374402" y="158278"/>
                </a:cubicBezTo>
                <a:cubicBezTo>
                  <a:pt x="1374402" y="141508"/>
                  <a:pt x="1387996" y="127914"/>
                  <a:pt x="1404765" y="127914"/>
                </a:cubicBezTo>
                <a:close/>
                <a:moveTo>
                  <a:pt x="1332211" y="127914"/>
                </a:moveTo>
                <a:cubicBezTo>
                  <a:pt x="1348980" y="127914"/>
                  <a:pt x="1362574" y="141508"/>
                  <a:pt x="1362574" y="158278"/>
                </a:cubicBezTo>
                <a:cubicBezTo>
                  <a:pt x="1362574" y="175047"/>
                  <a:pt x="1348980" y="188641"/>
                  <a:pt x="1332211" y="188641"/>
                </a:cubicBezTo>
                <a:cubicBezTo>
                  <a:pt x="1315441" y="188641"/>
                  <a:pt x="1301847" y="175047"/>
                  <a:pt x="1301847" y="158278"/>
                </a:cubicBezTo>
                <a:cubicBezTo>
                  <a:pt x="1301847" y="141508"/>
                  <a:pt x="1315441" y="127914"/>
                  <a:pt x="1332211" y="127914"/>
                </a:cubicBezTo>
                <a:close/>
                <a:moveTo>
                  <a:pt x="1259656" y="127914"/>
                </a:moveTo>
                <a:cubicBezTo>
                  <a:pt x="1276426" y="127914"/>
                  <a:pt x="1290020" y="141508"/>
                  <a:pt x="1290020" y="158278"/>
                </a:cubicBezTo>
                <a:cubicBezTo>
                  <a:pt x="1290020" y="175047"/>
                  <a:pt x="1276426" y="188641"/>
                  <a:pt x="1259656" y="188641"/>
                </a:cubicBezTo>
                <a:cubicBezTo>
                  <a:pt x="1242887" y="188641"/>
                  <a:pt x="1229293" y="175047"/>
                  <a:pt x="1229293" y="158278"/>
                </a:cubicBezTo>
                <a:cubicBezTo>
                  <a:pt x="1229293" y="141508"/>
                  <a:pt x="1242887" y="127914"/>
                  <a:pt x="1259656" y="127914"/>
                </a:cubicBezTo>
                <a:close/>
                <a:moveTo>
                  <a:pt x="1187102" y="127914"/>
                </a:moveTo>
                <a:cubicBezTo>
                  <a:pt x="1203871" y="127914"/>
                  <a:pt x="1217465" y="141508"/>
                  <a:pt x="1217465" y="158278"/>
                </a:cubicBezTo>
                <a:cubicBezTo>
                  <a:pt x="1217465" y="175047"/>
                  <a:pt x="1203871" y="188641"/>
                  <a:pt x="1187102" y="188641"/>
                </a:cubicBezTo>
                <a:cubicBezTo>
                  <a:pt x="1170332" y="188641"/>
                  <a:pt x="1156738" y="175047"/>
                  <a:pt x="1156738" y="158278"/>
                </a:cubicBezTo>
                <a:cubicBezTo>
                  <a:pt x="1156738" y="141508"/>
                  <a:pt x="1170332" y="127914"/>
                  <a:pt x="1187102" y="127914"/>
                </a:cubicBezTo>
                <a:close/>
                <a:moveTo>
                  <a:pt x="1114547" y="127914"/>
                </a:moveTo>
                <a:cubicBezTo>
                  <a:pt x="1131317" y="127914"/>
                  <a:pt x="1144911" y="141508"/>
                  <a:pt x="1144911" y="158278"/>
                </a:cubicBezTo>
                <a:cubicBezTo>
                  <a:pt x="1144911" y="175047"/>
                  <a:pt x="1131317" y="188641"/>
                  <a:pt x="1114547" y="188641"/>
                </a:cubicBezTo>
                <a:cubicBezTo>
                  <a:pt x="1097778" y="188641"/>
                  <a:pt x="1084184" y="175047"/>
                  <a:pt x="1084184" y="158278"/>
                </a:cubicBezTo>
                <a:cubicBezTo>
                  <a:pt x="1084184" y="141508"/>
                  <a:pt x="1097778" y="127914"/>
                  <a:pt x="1114547" y="127914"/>
                </a:cubicBezTo>
                <a:close/>
                <a:moveTo>
                  <a:pt x="1041993" y="127914"/>
                </a:moveTo>
                <a:cubicBezTo>
                  <a:pt x="1058762" y="127914"/>
                  <a:pt x="1072356" y="141508"/>
                  <a:pt x="1072356" y="158278"/>
                </a:cubicBezTo>
                <a:cubicBezTo>
                  <a:pt x="1072356" y="175047"/>
                  <a:pt x="1058762" y="188641"/>
                  <a:pt x="1041993" y="188641"/>
                </a:cubicBezTo>
                <a:cubicBezTo>
                  <a:pt x="1025223" y="188641"/>
                  <a:pt x="1011629" y="175047"/>
                  <a:pt x="1011629" y="158278"/>
                </a:cubicBezTo>
                <a:cubicBezTo>
                  <a:pt x="1011629" y="141508"/>
                  <a:pt x="1025223" y="127914"/>
                  <a:pt x="1041993" y="127914"/>
                </a:cubicBezTo>
                <a:close/>
                <a:moveTo>
                  <a:pt x="969438" y="127914"/>
                </a:moveTo>
                <a:cubicBezTo>
                  <a:pt x="986208" y="127914"/>
                  <a:pt x="999801" y="141508"/>
                  <a:pt x="999801" y="158278"/>
                </a:cubicBezTo>
                <a:cubicBezTo>
                  <a:pt x="999801" y="175047"/>
                  <a:pt x="986208" y="188641"/>
                  <a:pt x="969438" y="188641"/>
                </a:cubicBezTo>
                <a:cubicBezTo>
                  <a:pt x="952669" y="188641"/>
                  <a:pt x="939075" y="175047"/>
                  <a:pt x="939075" y="158278"/>
                </a:cubicBezTo>
                <a:cubicBezTo>
                  <a:pt x="939075" y="141508"/>
                  <a:pt x="952669" y="127914"/>
                  <a:pt x="969438" y="127914"/>
                </a:cubicBezTo>
                <a:close/>
                <a:moveTo>
                  <a:pt x="896883" y="127914"/>
                </a:moveTo>
                <a:cubicBezTo>
                  <a:pt x="913653" y="127914"/>
                  <a:pt x="927247" y="141508"/>
                  <a:pt x="927247" y="158278"/>
                </a:cubicBezTo>
                <a:cubicBezTo>
                  <a:pt x="927247" y="175047"/>
                  <a:pt x="913653" y="188641"/>
                  <a:pt x="896883" y="188641"/>
                </a:cubicBezTo>
                <a:cubicBezTo>
                  <a:pt x="880114" y="188641"/>
                  <a:pt x="866520" y="175047"/>
                  <a:pt x="866520" y="158278"/>
                </a:cubicBezTo>
                <a:cubicBezTo>
                  <a:pt x="866520" y="141508"/>
                  <a:pt x="880114" y="127914"/>
                  <a:pt x="896883" y="127914"/>
                </a:cubicBezTo>
                <a:close/>
                <a:moveTo>
                  <a:pt x="824329" y="127914"/>
                </a:moveTo>
                <a:cubicBezTo>
                  <a:pt x="841098" y="127914"/>
                  <a:pt x="854692" y="141508"/>
                  <a:pt x="854692" y="158278"/>
                </a:cubicBezTo>
                <a:cubicBezTo>
                  <a:pt x="854692" y="175047"/>
                  <a:pt x="841098" y="188641"/>
                  <a:pt x="824329" y="188641"/>
                </a:cubicBezTo>
                <a:cubicBezTo>
                  <a:pt x="807559" y="188641"/>
                  <a:pt x="793965" y="175047"/>
                  <a:pt x="793965" y="158278"/>
                </a:cubicBezTo>
                <a:cubicBezTo>
                  <a:pt x="793965" y="141508"/>
                  <a:pt x="807559" y="127914"/>
                  <a:pt x="824329" y="127914"/>
                </a:cubicBezTo>
                <a:close/>
                <a:moveTo>
                  <a:pt x="751774" y="127914"/>
                </a:moveTo>
                <a:cubicBezTo>
                  <a:pt x="768544" y="127914"/>
                  <a:pt x="782138" y="141508"/>
                  <a:pt x="782138" y="158278"/>
                </a:cubicBezTo>
                <a:cubicBezTo>
                  <a:pt x="782138" y="175047"/>
                  <a:pt x="768544" y="188641"/>
                  <a:pt x="751774" y="188641"/>
                </a:cubicBezTo>
                <a:cubicBezTo>
                  <a:pt x="735005" y="188641"/>
                  <a:pt x="721411" y="175047"/>
                  <a:pt x="721411" y="158278"/>
                </a:cubicBezTo>
                <a:cubicBezTo>
                  <a:pt x="721411" y="141508"/>
                  <a:pt x="735005" y="127914"/>
                  <a:pt x="751774" y="127914"/>
                </a:cubicBezTo>
                <a:close/>
                <a:moveTo>
                  <a:pt x="679220" y="127914"/>
                </a:moveTo>
                <a:cubicBezTo>
                  <a:pt x="695989" y="127914"/>
                  <a:pt x="709583" y="141508"/>
                  <a:pt x="709583" y="158278"/>
                </a:cubicBezTo>
                <a:cubicBezTo>
                  <a:pt x="709583" y="175047"/>
                  <a:pt x="695989" y="188641"/>
                  <a:pt x="679220" y="188641"/>
                </a:cubicBezTo>
                <a:cubicBezTo>
                  <a:pt x="662450" y="188641"/>
                  <a:pt x="648856" y="175047"/>
                  <a:pt x="648856" y="158278"/>
                </a:cubicBezTo>
                <a:cubicBezTo>
                  <a:pt x="648856" y="141508"/>
                  <a:pt x="662450" y="127914"/>
                  <a:pt x="679220" y="127914"/>
                </a:cubicBezTo>
                <a:close/>
                <a:moveTo>
                  <a:pt x="606665" y="127914"/>
                </a:moveTo>
                <a:cubicBezTo>
                  <a:pt x="623435" y="127914"/>
                  <a:pt x="637029" y="141508"/>
                  <a:pt x="637029" y="158278"/>
                </a:cubicBezTo>
                <a:cubicBezTo>
                  <a:pt x="637029" y="175047"/>
                  <a:pt x="623435" y="188641"/>
                  <a:pt x="606665" y="188641"/>
                </a:cubicBezTo>
                <a:cubicBezTo>
                  <a:pt x="589896" y="188641"/>
                  <a:pt x="576302" y="175047"/>
                  <a:pt x="576302" y="158278"/>
                </a:cubicBezTo>
                <a:cubicBezTo>
                  <a:pt x="576302" y="141508"/>
                  <a:pt x="589896" y="127914"/>
                  <a:pt x="606665" y="127914"/>
                </a:cubicBezTo>
                <a:close/>
                <a:moveTo>
                  <a:pt x="534111" y="127914"/>
                </a:moveTo>
                <a:cubicBezTo>
                  <a:pt x="550880" y="127914"/>
                  <a:pt x="564474" y="141508"/>
                  <a:pt x="564474" y="158278"/>
                </a:cubicBezTo>
                <a:cubicBezTo>
                  <a:pt x="564474" y="175047"/>
                  <a:pt x="550880" y="188641"/>
                  <a:pt x="534111" y="188641"/>
                </a:cubicBezTo>
                <a:cubicBezTo>
                  <a:pt x="517341" y="188641"/>
                  <a:pt x="503747" y="175047"/>
                  <a:pt x="503747" y="158278"/>
                </a:cubicBezTo>
                <a:cubicBezTo>
                  <a:pt x="503747" y="141508"/>
                  <a:pt x="517341" y="127914"/>
                  <a:pt x="534111" y="127914"/>
                </a:cubicBezTo>
                <a:close/>
                <a:moveTo>
                  <a:pt x="461556" y="127914"/>
                </a:moveTo>
                <a:cubicBezTo>
                  <a:pt x="478326" y="127914"/>
                  <a:pt x="491920" y="141508"/>
                  <a:pt x="491920" y="158278"/>
                </a:cubicBezTo>
                <a:cubicBezTo>
                  <a:pt x="491920" y="175047"/>
                  <a:pt x="478326" y="188641"/>
                  <a:pt x="461556" y="188641"/>
                </a:cubicBezTo>
                <a:cubicBezTo>
                  <a:pt x="444787" y="188641"/>
                  <a:pt x="431192" y="175047"/>
                  <a:pt x="431192" y="158278"/>
                </a:cubicBezTo>
                <a:cubicBezTo>
                  <a:pt x="431192" y="141508"/>
                  <a:pt x="444787" y="127914"/>
                  <a:pt x="461556" y="127914"/>
                </a:cubicBezTo>
                <a:close/>
                <a:moveTo>
                  <a:pt x="389002" y="127914"/>
                </a:moveTo>
                <a:cubicBezTo>
                  <a:pt x="405771" y="127914"/>
                  <a:pt x="419365" y="141508"/>
                  <a:pt x="419365" y="158278"/>
                </a:cubicBezTo>
                <a:cubicBezTo>
                  <a:pt x="419365" y="175047"/>
                  <a:pt x="405771" y="188641"/>
                  <a:pt x="389002" y="188641"/>
                </a:cubicBezTo>
                <a:cubicBezTo>
                  <a:pt x="372232" y="188641"/>
                  <a:pt x="358638" y="175047"/>
                  <a:pt x="358638" y="158278"/>
                </a:cubicBezTo>
                <a:cubicBezTo>
                  <a:pt x="358638" y="141508"/>
                  <a:pt x="372232" y="127914"/>
                  <a:pt x="389002" y="127914"/>
                </a:cubicBezTo>
                <a:close/>
                <a:moveTo>
                  <a:pt x="316447" y="127914"/>
                </a:moveTo>
                <a:cubicBezTo>
                  <a:pt x="333216" y="127914"/>
                  <a:pt x="346810" y="141508"/>
                  <a:pt x="346810" y="158278"/>
                </a:cubicBezTo>
                <a:cubicBezTo>
                  <a:pt x="346810" y="175047"/>
                  <a:pt x="333216" y="188641"/>
                  <a:pt x="316447" y="188641"/>
                </a:cubicBezTo>
                <a:cubicBezTo>
                  <a:pt x="299677" y="188641"/>
                  <a:pt x="286084" y="175047"/>
                  <a:pt x="286084" y="158278"/>
                </a:cubicBezTo>
                <a:cubicBezTo>
                  <a:pt x="286084" y="141508"/>
                  <a:pt x="299677" y="127914"/>
                  <a:pt x="316447" y="127914"/>
                </a:cubicBezTo>
                <a:close/>
                <a:moveTo>
                  <a:pt x="243892" y="127914"/>
                </a:moveTo>
                <a:cubicBezTo>
                  <a:pt x="260662" y="127914"/>
                  <a:pt x="274256" y="141508"/>
                  <a:pt x="274256" y="158278"/>
                </a:cubicBezTo>
                <a:cubicBezTo>
                  <a:pt x="274256" y="175047"/>
                  <a:pt x="260662" y="188641"/>
                  <a:pt x="243892" y="188641"/>
                </a:cubicBezTo>
                <a:cubicBezTo>
                  <a:pt x="227123" y="188641"/>
                  <a:pt x="213529" y="175047"/>
                  <a:pt x="213529" y="158278"/>
                </a:cubicBezTo>
                <a:cubicBezTo>
                  <a:pt x="213529" y="141508"/>
                  <a:pt x="227123" y="127914"/>
                  <a:pt x="243892" y="127914"/>
                </a:cubicBezTo>
                <a:close/>
                <a:moveTo>
                  <a:pt x="171339" y="127914"/>
                </a:moveTo>
                <a:cubicBezTo>
                  <a:pt x="188107" y="127914"/>
                  <a:pt x="201701" y="141508"/>
                  <a:pt x="201701" y="158278"/>
                </a:cubicBezTo>
                <a:cubicBezTo>
                  <a:pt x="201701" y="175047"/>
                  <a:pt x="188107" y="188641"/>
                  <a:pt x="171339" y="188641"/>
                </a:cubicBezTo>
                <a:cubicBezTo>
                  <a:pt x="154702" y="188641"/>
                  <a:pt x="141108" y="175047"/>
                  <a:pt x="141108" y="158278"/>
                </a:cubicBezTo>
                <a:cubicBezTo>
                  <a:pt x="141108" y="141508"/>
                  <a:pt x="154702" y="127914"/>
                  <a:pt x="171339" y="127914"/>
                </a:cubicBezTo>
                <a:close/>
                <a:moveTo>
                  <a:pt x="98936" y="127914"/>
                </a:moveTo>
                <a:cubicBezTo>
                  <a:pt x="115695" y="127914"/>
                  <a:pt x="129288" y="141508"/>
                  <a:pt x="129288" y="158278"/>
                </a:cubicBezTo>
                <a:cubicBezTo>
                  <a:pt x="129288" y="175047"/>
                  <a:pt x="115695" y="188641"/>
                  <a:pt x="98936" y="188641"/>
                </a:cubicBezTo>
                <a:cubicBezTo>
                  <a:pt x="82162" y="188641"/>
                  <a:pt x="68567" y="175047"/>
                  <a:pt x="68567" y="158278"/>
                </a:cubicBezTo>
                <a:cubicBezTo>
                  <a:pt x="68567" y="141508"/>
                  <a:pt x="82162" y="127914"/>
                  <a:pt x="98936" y="127914"/>
                </a:cubicBezTo>
                <a:close/>
                <a:moveTo>
                  <a:pt x="26381" y="127914"/>
                </a:moveTo>
                <a:cubicBezTo>
                  <a:pt x="43143" y="127914"/>
                  <a:pt x="56738" y="141508"/>
                  <a:pt x="56738" y="158278"/>
                </a:cubicBezTo>
                <a:cubicBezTo>
                  <a:pt x="56738" y="175047"/>
                  <a:pt x="43143" y="188641"/>
                  <a:pt x="26381" y="188641"/>
                </a:cubicBezTo>
                <a:cubicBezTo>
                  <a:pt x="17995" y="188641"/>
                  <a:pt x="10404" y="185243"/>
                  <a:pt x="4909" y="179748"/>
                </a:cubicBezTo>
                <a:lnTo>
                  <a:pt x="0" y="167898"/>
                </a:lnTo>
                <a:lnTo>
                  <a:pt x="0" y="148658"/>
                </a:lnTo>
                <a:lnTo>
                  <a:pt x="4909" y="136807"/>
                </a:lnTo>
                <a:cubicBezTo>
                  <a:pt x="10404" y="131313"/>
                  <a:pt x="17995" y="127914"/>
                  <a:pt x="26381" y="127914"/>
                </a:cubicBezTo>
                <a:close/>
                <a:moveTo>
                  <a:pt x="1622429" y="47462"/>
                </a:moveTo>
                <a:lnTo>
                  <a:pt x="1625821" y="48147"/>
                </a:lnTo>
                <a:lnTo>
                  <a:pt x="1639701" y="102127"/>
                </a:lnTo>
                <a:lnTo>
                  <a:pt x="1634248" y="105804"/>
                </a:lnTo>
                <a:cubicBezTo>
                  <a:pt x="1630615" y="107340"/>
                  <a:pt x="1626621" y="108189"/>
                  <a:pt x="1622429" y="108189"/>
                </a:cubicBezTo>
                <a:cubicBezTo>
                  <a:pt x="1605659" y="108189"/>
                  <a:pt x="1592066" y="94595"/>
                  <a:pt x="1592066" y="77826"/>
                </a:cubicBezTo>
                <a:cubicBezTo>
                  <a:pt x="1592066" y="61056"/>
                  <a:pt x="1605659" y="47462"/>
                  <a:pt x="1622429" y="47462"/>
                </a:cubicBezTo>
                <a:close/>
                <a:moveTo>
                  <a:pt x="1549874" y="47462"/>
                </a:moveTo>
                <a:cubicBezTo>
                  <a:pt x="1566644" y="47462"/>
                  <a:pt x="1580238" y="61056"/>
                  <a:pt x="1580238" y="77826"/>
                </a:cubicBezTo>
                <a:cubicBezTo>
                  <a:pt x="1580238" y="94595"/>
                  <a:pt x="1566644" y="108189"/>
                  <a:pt x="1549874" y="108189"/>
                </a:cubicBezTo>
                <a:cubicBezTo>
                  <a:pt x="1533105" y="108189"/>
                  <a:pt x="1519511" y="94595"/>
                  <a:pt x="1519511" y="77826"/>
                </a:cubicBezTo>
                <a:cubicBezTo>
                  <a:pt x="1519511" y="61056"/>
                  <a:pt x="1533105" y="47462"/>
                  <a:pt x="1549874" y="47462"/>
                </a:cubicBezTo>
                <a:close/>
                <a:moveTo>
                  <a:pt x="1477320" y="47462"/>
                </a:moveTo>
                <a:cubicBezTo>
                  <a:pt x="1494089" y="47462"/>
                  <a:pt x="1507683" y="61056"/>
                  <a:pt x="1507683" y="77826"/>
                </a:cubicBezTo>
                <a:cubicBezTo>
                  <a:pt x="1507683" y="94595"/>
                  <a:pt x="1494089" y="108189"/>
                  <a:pt x="1477320" y="108189"/>
                </a:cubicBezTo>
                <a:cubicBezTo>
                  <a:pt x="1460550" y="108189"/>
                  <a:pt x="1446956" y="94595"/>
                  <a:pt x="1446956" y="77826"/>
                </a:cubicBezTo>
                <a:cubicBezTo>
                  <a:pt x="1446956" y="61056"/>
                  <a:pt x="1460550" y="47462"/>
                  <a:pt x="1477320" y="47462"/>
                </a:cubicBezTo>
                <a:close/>
                <a:moveTo>
                  <a:pt x="1404765" y="47462"/>
                </a:moveTo>
                <a:cubicBezTo>
                  <a:pt x="1421535" y="47462"/>
                  <a:pt x="1435129" y="61056"/>
                  <a:pt x="1435129" y="77826"/>
                </a:cubicBezTo>
                <a:cubicBezTo>
                  <a:pt x="1435129" y="94595"/>
                  <a:pt x="1421535" y="108189"/>
                  <a:pt x="1404765" y="108189"/>
                </a:cubicBezTo>
                <a:cubicBezTo>
                  <a:pt x="1387996" y="108189"/>
                  <a:pt x="1374402" y="94595"/>
                  <a:pt x="1374402" y="77826"/>
                </a:cubicBezTo>
                <a:cubicBezTo>
                  <a:pt x="1374402" y="61056"/>
                  <a:pt x="1387996" y="47462"/>
                  <a:pt x="1404765" y="47462"/>
                </a:cubicBezTo>
                <a:close/>
                <a:moveTo>
                  <a:pt x="1332211" y="47462"/>
                </a:moveTo>
                <a:cubicBezTo>
                  <a:pt x="1348980" y="47462"/>
                  <a:pt x="1362574" y="61056"/>
                  <a:pt x="1362574" y="77826"/>
                </a:cubicBezTo>
                <a:cubicBezTo>
                  <a:pt x="1362574" y="94595"/>
                  <a:pt x="1348980" y="108189"/>
                  <a:pt x="1332211" y="108189"/>
                </a:cubicBezTo>
                <a:cubicBezTo>
                  <a:pt x="1315441" y="108189"/>
                  <a:pt x="1301847" y="94595"/>
                  <a:pt x="1301847" y="77826"/>
                </a:cubicBezTo>
                <a:cubicBezTo>
                  <a:pt x="1301847" y="61056"/>
                  <a:pt x="1315441" y="47462"/>
                  <a:pt x="1332211" y="47462"/>
                </a:cubicBezTo>
                <a:close/>
                <a:moveTo>
                  <a:pt x="1259656" y="47462"/>
                </a:moveTo>
                <a:cubicBezTo>
                  <a:pt x="1276426" y="47462"/>
                  <a:pt x="1290020" y="61056"/>
                  <a:pt x="1290020" y="77826"/>
                </a:cubicBezTo>
                <a:cubicBezTo>
                  <a:pt x="1290020" y="94595"/>
                  <a:pt x="1276426" y="108189"/>
                  <a:pt x="1259656" y="108189"/>
                </a:cubicBezTo>
                <a:cubicBezTo>
                  <a:pt x="1242887" y="108189"/>
                  <a:pt x="1229293" y="94595"/>
                  <a:pt x="1229293" y="77826"/>
                </a:cubicBezTo>
                <a:cubicBezTo>
                  <a:pt x="1229293" y="61056"/>
                  <a:pt x="1242887" y="47462"/>
                  <a:pt x="1259656" y="47462"/>
                </a:cubicBezTo>
                <a:close/>
                <a:moveTo>
                  <a:pt x="1187102" y="47462"/>
                </a:moveTo>
                <a:cubicBezTo>
                  <a:pt x="1203871" y="47462"/>
                  <a:pt x="1217465" y="61056"/>
                  <a:pt x="1217465" y="77826"/>
                </a:cubicBezTo>
                <a:cubicBezTo>
                  <a:pt x="1217465" y="94595"/>
                  <a:pt x="1203871" y="108189"/>
                  <a:pt x="1187102" y="108189"/>
                </a:cubicBezTo>
                <a:cubicBezTo>
                  <a:pt x="1170332" y="108189"/>
                  <a:pt x="1156738" y="94595"/>
                  <a:pt x="1156738" y="77826"/>
                </a:cubicBezTo>
                <a:cubicBezTo>
                  <a:pt x="1156738" y="61056"/>
                  <a:pt x="1170332" y="47462"/>
                  <a:pt x="1187102" y="47462"/>
                </a:cubicBezTo>
                <a:close/>
                <a:moveTo>
                  <a:pt x="1114547" y="47462"/>
                </a:moveTo>
                <a:cubicBezTo>
                  <a:pt x="1131317" y="47462"/>
                  <a:pt x="1144911" y="61056"/>
                  <a:pt x="1144911" y="77826"/>
                </a:cubicBezTo>
                <a:cubicBezTo>
                  <a:pt x="1144911" y="94595"/>
                  <a:pt x="1131317" y="108189"/>
                  <a:pt x="1114547" y="108189"/>
                </a:cubicBezTo>
                <a:cubicBezTo>
                  <a:pt x="1097778" y="108189"/>
                  <a:pt x="1084184" y="94595"/>
                  <a:pt x="1084184" y="77826"/>
                </a:cubicBezTo>
                <a:cubicBezTo>
                  <a:pt x="1084184" y="61056"/>
                  <a:pt x="1097778" y="47462"/>
                  <a:pt x="1114547" y="47462"/>
                </a:cubicBezTo>
                <a:close/>
                <a:moveTo>
                  <a:pt x="1041993" y="47462"/>
                </a:moveTo>
                <a:cubicBezTo>
                  <a:pt x="1058762" y="47462"/>
                  <a:pt x="1072356" y="61056"/>
                  <a:pt x="1072356" y="77826"/>
                </a:cubicBezTo>
                <a:cubicBezTo>
                  <a:pt x="1072356" y="94595"/>
                  <a:pt x="1058762" y="108189"/>
                  <a:pt x="1041993" y="108189"/>
                </a:cubicBezTo>
                <a:cubicBezTo>
                  <a:pt x="1025223" y="108189"/>
                  <a:pt x="1011629" y="94595"/>
                  <a:pt x="1011629" y="77826"/>
                </a:cubicBezTo>
                <a:cubicBezTo>
                  <a:pt x="1011629" y="61056"/>
                  <a:pt x="1025223" y="47462"/>
                  <a:pt x="1041993" y="47462"/>
                </a:cubicBezTo>
                <a:close/>
                <a:moveTo>
                  <a:pt x="969438" y="47462"/>
                </a:moveTo>
                <a:cubicBezTo>
                  <a:pt x="986208" y="47462"/>
                  <a:pt x="999801" y="61056"/>
                  <a:pt x="999801" y="77826"/>
                </a:cubicBezTo>
                <a:cubicBezTo>
                  <a:pt x="999801" y="94595"/>
                  <a:pt x="986208" y="108189"/>
                  <a:pt x="969438" y="108189"/>
                </a:cubicBezTo>
                <a:cubicBezTo>
                  <a:pt x="952669" y="108189"/>
                  <a:pt x="939075" y="94595"/>
                  <a:pt x="939075" y="77826"/>
                </a:cubicBezTo>
                <a:cubicBezTo>
                  <a:pt x="939075" y="61056"/>
                  <a:pt x="952669" y="47462"/>
                  <a:pt x="969438" y="47462"/>
                </a:cubicBezTo>
                <a:close/>
                <a:moveTo>
                  <a:pt x="896883" y="47462"/>
                </a:moveTo>
                <a:cubicBezTo>
                  <a:pt x="913653" y="47462"/>
                  <a:pt x="927247" y="61056"/>
                  <a:pt x="927247" y="77826"/>
                </a:cubicBezTo>
                <a:cubicBezTo>
                  <a:pt x="927247" y="94595"/>
                  <a:pt x="913653" y="108189"/>
                  <a:pt x="896883" y="108189"/>
                </a:cubicBezTo>
                <a:cubicBezTo>
                  <a:pt x="880114" y="108189"/>
                  <a:pt x="866520" y="94595"/>
                  <a:pt x="866520" y="77826"/>
                </a:cubicBezTo>
                <a:cubicBezTo>
                  <a:pt x="866520" y="61056"/>
                  <a:pt x="880114" y="47462"/>
                  <a:pt x="896883" y="47462"/>
                </a:cubicBezTo>
                <a:close/>
                <a:moveTo>
                  <a:pt x="824329" y="47462"/>
                </a:moveTo>
                <a:cubicBezTo>
                  <a:pt x="841098" y="47462"/>
                  <a:pt x="854692" y="61056"/>
                  <a:pt x="854692" y="77826"/>
                </a:cubicBezTo>
                <a:cubicBezTo>
                  <a:pt x="854692" y="94595"/>
                  <a:pt x="841098" y="108189"/>
                  <a:pt x="824329" y="108189"/>
                </a:cubicBezTo>
                <a:cubicBezTo>
                  <a:pt x="807559" y="108189"/>
                  <a:pt x="793965" y="94595"/>
                  <a:pt x="793965" y="77826"/>
                </a:cubicBezTo>
                <a:cubicBezTo>
                  <a:pt x="793965" y="61056"/>
                  <a:pt x="807559" y="47462"/>
                  <a:pt x="824329" y="47462"/>
                </a:cubicBezTo>
                <a:close/>
                <a:moveTo>
                  <a:pt x="751774" y="47462"/>
                </a:moveTo>
                <a:cubicBezTo>
                  <a:pt x="768544" y="47462"/>
                  <a:pt x="782138" y="61056"/>
                  <a:pt x="782138" y="77826"/>
                </a:cubicBezTo>
                <a:cubicBezTo>
                  <a:pt x="782138" y="94595"/>
                  <a:pt x="768544" y="108189"/>
                  <a:pt x="751774" y="108189"/>
                </a:cubicBezTo>
                <a:cubicBezTo>
                  <a:pt x="735005" y="108189"/>
                  <a:pt x="721411" y="94595"/>
                  <a:pt x="721411" y="77826"/>
                </a:cubicBezTo>
                <a:cubicBezTo>
                  <a:pt x="721411" y="61056"/>
                  <a:pt x="735005" y="47462"/>
                  <a:pt x="751774" y="47462"/>
                </a:cubicBezTo>
                <a:close/>
                <a:moveTo>
                  <a:pt x="679220" y="47462"/>
                </a:moveTo>
                <a:cubicBezTo>
                  <a:pt x="695989" y="47462"/>
                  <a:pt x="709583" y="61056"/>
                  <a:pt x="709583" y="77826"/>
                </a:cubicBezTo>
                <a:cubicBezTo>
                  <a:pt x="709583" y="94595"/>
                  <a:pt x="695989" y="108189"/>
                  <a:pt x="679220" y="108189"/>
                </a:cubicBezTo>
                <a:cubicBezTo>
                  <a:pt x="662450" y="108189"/>
                  <a:pt x="648856" y="94595"/>
                  <a:pt x="648856" y="77826"/>
                </a:cubicBezTo>
                <a:cubicBezTo>
                  <a:pt x="648856" y="61056"/>
                  <a:pt x="662450" y="47462"/>
                  <a:pt x="679220" y="47462"/>
                </a:cubicBezTo>
                <a:close/>
                <a:moveTo>
                  <a:pt x="606665" y="47462"/>
                </a:moveTo>
                <a:cubicBezTo>
                  <a:pt x="623435" y="47462"/>
                  <a:pt x="637029" y="61056"/>
                  <a:pt x="637029" y="77826"/>
                </a:cubicBezTo>
                <a:cubicBezTo>
                  <a:pt x="637029" y="94595"/>
                  <a:pt x="623435" y="108189"/>
                  <a:pt x="606665" y="108189"/>
                </a:cubicBezTo>
                <a:cubicBezTo>
                  <a:pt x="589896" y="108189"/>
                  <a:pt x="576302" y="94595"/>
                  <a:pt x="576302" y="77826"/>
                </a:cubicBezTo>
                <a:cubicBezTo>
                  <a:pt x="576302" y="61056"/>
                  <a:pt x="589896" y="47462"/>
                  <a:pt x="606665" y="47462"/>
                </a:cubicBezTo>
                <a:close/>
                <a:moveTo>
                  <a:pt x="534111" y="47462"/>
                </a:moveTo>
                <a:cubicBezTo>
                  <a:pt x="550880" y="47462"/>
                  <a:pt x="564474" y="61056"/>
                  <a:pt x="564474" y="77826"/>
                </a:cubicBezTo>
                <a:cubicBezTo>
                  <a:pt x="564474" y="94595"/>
                  <a:pt x="550880" y="108189"/>
                  <a:pt x="534111" y="108189"/>
                </a:cubicBezTo>
                <a:cubicBezTo>
                  <a:pt x="517341" y="108189"/>
                  <a:pt x="503747" y="94595"/>
                  <a:pt x="503747" y="77826"/>
                </a:cubicBezTo>
                <a:cubicBezTo>
                  <a:pt x="503747" y="61056"/>
                  <a:pt x="517341" y="47462"/>
                  <a:pt x="534111" y="47462"/>
                </a:cubicBezTo>
                <a:close/>
                <a:moveTo>
                  <a:pt x="461556" y="47462"/>
                </a:moveTo>
                <a:cubicBezTo>
                  <a:pt x="478326" y="47462"/>
                  <a:pt x="491920" y="61056"/>
                  <a:pt x="491920" y="77826"/>
                </a:cubicBezTo>
                <a:cubicBezTo>
                  <a:pt x="491920" y="94595"/>
                  <a:pt x="478326" y="108189"/>
                  <a:pt x="461556" y="108189"/>
                </a:cubicBezTo>
                <a:cubicBezTo>
                  <a:pt x="444787" y="108189"/>
                  <a:pt x="431192" y="94595"/>
                  <a:pt x="431192" y="77826"/>
                </a:cubicBezTo>
                <a:cubicBezTo>
                  <a:pt x="431192" y="61056"/>
                  <a:pt x="444787" y="47462"/>
                  <a:pt x="461556" y="47462"/>
                </a:cubicBezTo>
                <a:close/>
                <a:moveTo>
                  <a:pt x="389002" y="47462"/>
                </a:moveTo>
                <a:cubicBezTo>
                  <a:pt x="405771" y="47462"/>
                  <a:pt x="419365" y="61056"/>
                  <a:pt x="419365" y="77826"/>
                </a:cubicBezTo>
                <a:cubicBezTo>
                  <a:pt x="419365" y="94595"/>
                  <a:pt x="405771" y="108189"/>
                  <a:pt x="389002" y="108189"/>
                </a:cubicBezTo>
                <a:cubicBezTo>
                  <a:pt x="372232" y="108189"/>
                  <a:pt x="358638" y="94595"/>
                  <a:pt x="358638" y="77826"/>
                </a:cubicBezTo>
                <a:cubicBezTo>
                  <a:pt x="358638" y="61056"/>
                  <a:pt x="372232" y="47462"/>
                  <a:pt x="389002" y="47462"/>
                </a:cubicBezTo>
                <a:close/>
                <a:moveTo>
                  <a:pt x="316447" y="47462"/>
                </a:moveTo>
                <a:cubicBezTo>
                  <a:pt x="333216" y="47462"/>
                  <a:pt x="346810" y="61056"/>
                  <a:pt x="346810" y="77826"/>
                </a:cubicBezTo>
                <a:cubicBezTo>
                  <a:pt x="346810" y="94595"/>
                  <a:pt x="333216" y="108189"/>
                  <a:pt x="316447" y="108189"/>
                </a:cubicBezTo>
                <a:cubicBezTo>
                  <a:pt x="299677" y="108189"/>
                  <a:pt x="286084" y="94595"/>
                  <a:pt x="286084" y="77826"/>
                </a:cubicBezTo>
                <a:cubicBezTo>
                  <a:pt x="286084" y="61056"/>
                  <a:pt x="299677" y="47462"/>
                  <a:pt x="316447" y="47462"/>
                </a:cubicBezTo>
                <a:close/>
                <a:moveTo>
                  <a:pt x="243892" y="47462"/>
                </a:moveTo>
                <a:cubicBezTo>
                  <a:pt x="260662" y="47462"/>
                  <a:pt x="274256" y="61056"/>
                  <a:pt x="274256" y="77826"/>
                </a:cubicBezTo>
                <a:cubicBezTo>
                  <a:pt x="274256" y="94595"/>
                  <a:pt x="260662" y="108189"/>
                  <a:pt x="243892" y="108189"/>
                </a:cubicBezTo>
                <a:cubicBezTo>
                  <a:pt x="227123" y="108189"/>
                  <a:pt x="213529" y="94595"/>
                  <a:pt x="213529" y="77826"/>
                </a:cubicBezTo>
                <a:cubicBezTo>
                  <a:pt x="213529" y="61056"/>
                  <a:pt x="227123" y="47462"/>
                  <a:pt x="243892" y="47462"/>
                </a:cubicBezTo>
                <a:close/>
                <a:moveTo>
                  <a:pt x="171339" y="47462"/>
                </a:moveTo>
                <a:cubicBezTo>
                  <a:pt x="188107" y="47462"/>
                  <a:pt x="201701" y="61056"/>
                  <a:pt x="201701" y="77826"/>
                </a:cubicBezTo>
                <a:cubicBezTo>
                  <a:pt x="201701" y="94595"/>
                  <a:pt x="188107" y="108189"/>
                  <a:pt x="171339" y="108189"/>
                </a:cubicBezTo>
                <a:cubicBezTo>
                  <a:pt x="154708" y="108189"/>
                  <a:pt x="141113" y="94595"/>
                  <a:pt x="141113" y="77826"/>
                </a:cubicBezTo>
                <a:cubicBezTo>
                  <a:pt x="141113" y="61056"/>
                  <a:pt x="154708" y="47462"/>
                  <a:pt x="171339" y="47462"/>
                </a:cubicBezTo>
                <a:close/>
                <a:moveTo>
                  <a:pt x="98942" y="47462"/>
                </a:moveTo>
                <a:cubicBezTo>
                  <a:pt x="115700" y="47462"/>
                  <a:pt x="129294" y="61056"/>
                  <a:pt x="129294" y="77826"/>
                </a:cubicBezTo>
                <a:cubicBezTo>
                  <a:pt x="129294" y="94595"/>
                  <a:pt x="115700" y="108189"/>
                  <a:pt x="98942" y="108189"/>
                </a:cubicBezTo>
                <a:cubicBezTo>
                  <a:pt x="82168" y="108189"/>
                  <a:pt x="68573" y="94595"/>
                  <a:pt x="68573" y="77826"/>
                </a:cubicBezTo>
                <a:cubicBezTo>
                  <a:pt x="68573" y="61056"/>
                  <a:pt x="82168" y="47462"/>
                  <a:pt x="98942" y="47462"/>
                </a:cubicBezTo>
                <a:close/>
                <a:moveTo>
                  <a:pt x="26388" y="47462"/>
                </a:moveTo>
                <a:cubicBezTo>
                  <a:pt x="43149" y="47462"/>
                  <a:pt x="56744" y="61056"/>
                  <a:pt x="56744" y="77826"/>
                </a:cubicBezTo>
                <a:cubicBezTo>
                  <a:pt x="56744" y="94595"/>
                  <a:pt x="43149" y="108189"/>
                  <a:pt x="26388" y="108189"/>
                </a:cubicBezTo>
                <a:cubicBezTo>
                  <a:pt x="18002" y="108189"/>
                  <a:pt x="10410" y="104791"/>
                  <a:pt x="4916" y="99296"/>
                </a:cubicBezTo>
                <a:lnTo>
                  <a:pt x="0" y="87429"/>
                </a:lnTo>
                <a:lnTo>
                  <a:pt x="0" y="68222"/>
                </a:lnTo>
                <a:lnTo>
                  <a:pt x="4916" y="56355"/>
                </a:lnTo>
                <a:cubicBezTo>
                  <a:pt x="10410" y="50861"/>
                  <a:pt x="18002" y="47462"/>
                  <a:pt x="26388" y="47462"/>
                </a:cubicBezTo>
                <a:close/>
                <a:moveTo>
                  <a:pt x="1592868" y="0"/>
                </a:moveTo>
                <a:lnTo>
                  <a:pt x="1613441" y="0"/>
                </a:lnTo>
                <a:lnTo>
                  <a:pt x="1620472" y="27343"/>
                </a:lnTo>
                <a:lnTo>
                  <a:pt x="1610610" y="25352"/>
                </a:lnTo>
                <a:cubicBezTo>
                  <a:pt x="1605161" y="23047"/>
                  <a:pt x="1600525" y="19197"/>
                  <a:pt x="1597251" y="14351"/>
                </a:cubicBezTo>
                <a:close/>
                <a:moveTo>
                  <a:pt x="1520598" y="0"/>
                </a:moveTo>
                <a:lnTo>
                  <a:pt x="1579150" y="0"/>
                </a:lnTo>
                <a:lnTo>
                  <a:pt x="1571345" y="18844"/>
                </a:lnTo>
                <a:cubicBezTo>
                  <a:pt x="1565850" y="24339"/>
                  <a:pt x="1558259" y="27738"/>
                  <a:pt x="1549874" y="27738"/>
                </a:cubicBezTo>
                <a:cubicBezTo>
                  <a:pt x="1541490" y="27738"/>
                  <a:pt x="1533899" y="24339"/>
                  <a:pt x="1528404" y="18844"/>
                </a:cubicBezTo>
                <a:close/>
                <a:moveTo>
                  <a:pt x="1448044" y="0"/>
                </a:moveTo>
                <a:lnTo>
                  <a:pt x="1506596" y="0"/>
                </a:lnTo>
                <a:lnTo>
                  <a:pt x="1498790" y="18844"/>
                </a:lnTo>
                <a:cubicBezTo>
                  <a:pt x="1493295" y="24339"/>
                  <a:pt x="1485705" y="27738"/>
                  <a:pt x="1477320" y="27738"/>
                </a:cubicBezTo>
                <a:cubicBezTo>
                  <a:pt x="1468935" y="27738"/>
                  <a:pt x="1461344" y="24339"/>
                  <a:pt x="1455850" y="18844"/>
                </a:cubicBezTo>
                <a:close/>
                <a:moveTo>
                  <a:pt x="1375489" y="0"/>
                </a:moveTo>
                <a:lnTo>
                  <a:pt x="1434041" y="0"/>
                </a:lnTo>
                <a:lnTo>
                  <a:pt x="1426236" y="18844"/>
                </a:lnTo>
                <a:cubicBezTo>
                  <a:pt x="1420741" y="24339"/>
                  <a:pt x="1413150" y="27738"/>
                  <a:pt x="1404765" y="27738"/>
                </a:cubicBezTo>
                <a:cubicBezTo>
                  <a:pt x="1396381" y="27738"/>
                  <a:pt x="1388790" y="24339"/>
                  <a:pt x="1383295" y="18844"/>
                </a:cubicBezTo>
                <a:close/>
                <a:moveTo>
                  <a:pt x="1302935" y="0"/>
                </a:moveTo>
                <a:lnTo>
                  <a:pt x="1361486" y="0"/>
                </a:lnTo>
                <a:lnTo>
                  <a:pt x="1353681" y="18844"/>
                </a:lnTo>
                <a:cubicBezTo>
                  <a:pt x="1348186" y="24339"/>
                  <a:pt x="1340596" y="27738"/>
                  <a:pt x="1332211" y="27738"/>
                </a:cubicBezTo>
                <a:cubicBezTo>
                  <a:pt x="1323826" y="27738"/>
                  <a:pt x="1316235" y="24339"/>
                  <a:pt x="1310740" y="18844"/>
                </a:cubicBezTo>
                <a:close/>
                <a:moveTo>
                  <a:pt x="1230380" y="0"/>
                </a:moveTo>
                <a:lnTo>
                  <a:pt x="1288932" y="0"/>
                </a:lnTo>
                <a:lnTo>
                  <a:pt x="1281126" y="18844"/>
                </a:lnTo>
                <a:cubicBezTo>
                  <a:pt x="1275632" y="24339"/>
                  <a:pt x="1268041" y="27738"/>
                  <a:pt x="1259656" y="27738"/>
                </a:cubicBezTo>
                <a:cubicBezTo>
                  <a:pt x="1251271" y="27738"/>
                  <a:pt x="1243680" y="24339"/>
                  <a:pt x="1238186" y="18844"/>
                </a:cubicBezTo>
                <a:close/>
                <a:moveTo>
                  <a:pt x="1157826" y="0"/>
                </a:moveTo>
                <a:lnTo>
                  <a:pt x="1216377" y="0"/>
                </a:lnTo>
                <a:lnTo>
                  <a:pt x="1208572" y="18844"/>
                </a:lnTo>
                <a:cubicBezTo>
                  <a:pt x="1203077" y="24339"/>
                  <a:pt x="1195486" y="27738"/>
                  <a:pt x="1187102" y="27738"/>
                </a:cubicBezTo>
                <a:cubicBezTo>
                  <a:pt x="1178717" y="27738"/>
                  <a:pt x="1171126" y="24339"/>
                  <a:pt x="1165631" y="18844"/>
                </a:cubicBezTo>
                <a:close/>
                <a:moveTo>
                  <a:pt x="1085271" y="0"/>
                </a:moveTo>
                <a:lnTo>
                  <a:pt x="1143823" y="0"/>
                </a:lnTo>
                <a:lnTo>
                  <a:pt x="1136017" y="18844"/>
                </a:lnTo>
                <a:cubicBezTo>
                  <a:pt x="1130523" y="24339"/>
                  <a:pt x="1122932" y="27738"/>
                  <a:pt x="1114547" y="27738"/>
                </a:cubicBezTo>
                <a:cubicBezTo>
                  <a:pt x="1106162" y="27738"/>
                  <a:pt x="1098571" y="24339"/>
                  <a:pt x="1093077" y="18844"/>
                </a:cubicBezTo>
                <a:close/>
                <a:moveTo>
                  <a:pt x="1012717" y="0"/>
                </a:moveTo>
                <a:lnTo>
                  <a:pt x="1071268" y="0"/>
                </a:lnTo>
                <a:lnTo>
                  <a:pt x="1063463" y="18844"/>
                </a:lnTo>
                <a:cubicBezTo>
                  <a:pt x="1057968" y="24339"/>
                  <a:pt x="1050377" y="27738"/>
                  <a:pt x="1041993" y="27738"/>
                </a:cubicBezTo>
                <a:cubicBezTo>
                  <a:pt x="1033608" y="27738"/>
                  <a:pt x="1026017" y="24339"/>
                  <a:pt x="1020522" y="18844"/>
                </a:cubicBezTo>
                <a:close/>
                <a:moveTo>
                  <a:pt x="940162" y="0"/>
                </a:moveTo>
                <a:lnTo>
                  <a:pt x="998714" y="0"/>
                </a:lnTo>
                <a:lnTo>
                  <a:pt x="990908" y="18844"/>
                </a:lnTo>
                <a:cubicBezTo>
                  <a:pt x="985414" y="24339"/>
                  <a:pt x="977823" y="27738"/>
                  <a:pt x="969438" y="27738"/>
                </a:cubicBezTo>
                <a:cubicBezTo>
                  <a:pt x="961053" y="27738"/>
                  <a:pt x="953462" y="24339"/>
                  <a:pt x="947968" y="18844"/>
                </a:cubicBezTo>
                <a:close/>
                <a:moveTo>
                  <a:pt x="867607" y="0"/>
                </a:moveTo>
                <a:lnTo>
                  <a:pt x="926159" y="0"/>
                </a:lnTo>
                <a:lnTo>
                  <a:pt x="918354" y="18844"/>
                </a:lnTo>
                <a:cubicBezTo>
                  <a:pt x="912859" y="24339"/>
                  <a:pt x="905268" y="27738"/>
                  <a:pt x="896883" y="27738"/>
                </a:cubicBezTo>
                <a:cubicBezTo>
                  <a:pt x="888499" y="27738"/>
                  <a:pt x="880908" y="24339"/>
                  <a:pt x="875413" y="18844"/>
                </a:cubicBezTo>
                <a:close/>
                <a:moveTo>
                  <a:pt x="795053" y="0"/>
                </a:moveTo>
                <a:lnTo>
                  <a:pt x="853605" y="0"/>
                </a:lnTo>
                <a:lnTo>
                  <a:pt x="845799" y="18844"/>
                </a:lnTo>
                <a:cubicBezTo>
                  <a:pt x="840304" y="24339"/>
                  <a:pt x="832714" y="27738"/>
                  <a:pt x="824329" y="27738"/>
                </a:cubicBezTo>
                <a:cubicBezTo>
                  <a:pt x="815944" y="27738"/>
                  <a:pt x="808353" y="24339"/>
                  <a:pt x="802858" y="18844"/>
                </a:cubicBezTo>
                <a:close/>
                <a:moveTo>
                  <a:pt x="722498" y="0"/>
                </a:moveTo>
                <a:lnTo>
                  <a:pt x="781050" y="0"/>
                </a:lnTo>
                <a:lnTo>
                  <a:pt x="773245" y="18844"/>
                </a:lnTo>
                <a:cubicBezTo>
                  <a:pt x="767750" y="24339"/>
                  <a:pt x="760159" y="27738"/>
                  <a:pt x="751774" y="27738"/>
                </a:cubicBezTo>
                <a:cubicBezTo>
                  <a:pt x="743390" y="27738"/>
                  <a:pt x="735799" y="24339"/>
                  <a:pt x="730304" y="18844"/>
                </a:cubicBezTo>
                <a:close/>
                <a:moveTo>
                  <a:pt x="649944" y="0"/>
                </a:moveTo>
                <a:lnTo>
                  <a:pt x="708496" y="0"/>
                </a:lnTo>
                <a:lnTo>
                  <a:pt x="700690" y="18844"/>
                </a:lnTo>
                <a:cubicBezTo>
                  <a:pt x="695195" y="24339"/>
                  <a:pt x="687604" y="27738"/>
                  <a:pt x="679220" y="27738"/>
                </a:cubicBezTo>
                <a:cubicBezTo>
                  <a:pt x="670835" y="27738"/>
                  <a:pt x="663244" y="24339"/>
                  <a:pt x="657749" y="18844"/>
                </a:cubicBezTo>
                <a:close/>
                <a:moveTo>
                  <a:pt x="577389" y="0"/>
                </a:moveTo>
                <a:lnTo>
                  <a:pt x="635941" y="0"/>
                </a:lnTo>
                <a:lnTo>
                  <a:pt x="628135" y="18844"/>
                </a:lnTo>
                <a:cubicBezTo>
                  <a:pt x="622641" y="24339"/>
                  <a:pt x="615050" y="27738"/>
                  <a:pt x="606665" y="27738"/>
                </a:cubicBezTo>
                <a:cubicBezTo>
                  <a:pt x="598280" y="27738"/>
                  <a:pt x="590690" y="24339"/>
                  <a:pt x="585195" y="18844"/>
                </a:cubicBezTo>
                <a:close/>
                <a:moveTo>
                  <a:pt x="504835" y="0"/>
                </a:moveTo>
                <a:lnTo>
                  <a:pt x="563386" y="0"/>
                </a:lnTo>
                <a:lnTo>
                  <a:pt x="555581" y="18844"/>
                </a:lnTo>
                <a:cubicBezTo>
                  <a:pt x="550086" y="24339"/>
                  <a:pt x="542495" y="27738"/>
                  <a:pt x="534111" y="27738"/>
                </a:cubicBezTo>
                <a:cubicBezTo>
                  <a:pt x="525726" y="27738"/>
                  <a:pt x="518135" y="24339"/>
                  <a:pt x="512640" y="18844"/>
                </a:cubicBezTo>
                <a:close/>
                <a:moveTo>
                  <a:pt x="432280" y="0"/>
                </a:moveTo>
                <a:lnTo>
                  <a:pt x="490832" y="0"/>
                </a:lnTo>
                <a:lnTo>
                  <a:pt x="483026" y="18844"/>
                </a:lnTo>
                <a:cubicBezTo>
                  <a:pt x="477532" y="24339"/>
                  <a:pt x="469941" y="27738"/>
                  <a:pt x="461556" y="27738"/>
                </a:cubicBezTo>
                <a:cubicBezTo>
                  <a:pt x="453171" y="27738"/>
                  <a:pt x="445580" y="24339"/>
                  <a:pt x="440086" y="18844"/>
                </a:cubicBezTo>
                <a:close/>
                <a:moveTo>
                  <a:pt x="359726" y="0"/>
                </a:moveTo>
                <a:lnTo>
                  <a:pt x="418277" y="0"/>
                </a:lnTo>
                <a:lnTo>
                  <a:pt x="410472" y="18844"/>
                </a:lnTo>
                <a:cubicBezTo>
                  <a:pt x="404977" y="24339"/>
                  <a:pt x="397386" y="27738"/>
                  <a:pt x="389002" y="27738"/>
                </a:cubicBezTo>
                <a:cubicBezTo>
                  <a:pt x="380617" y="27738"/>
                  <a:pt x="373026" y="24339"/>
                  <a:pt x="367531" y="18844"/>
                </a:cubicBezTo>
                <a:close/>
                <a:moveTo>
                  <a:pt x="287171" y="0"/>
                </a:moveTo>
                <a:lnTo>
                  <a:pt x="345723" y="0"/>
                </a:lnTo>
                <a:lnTo>
                  <a:pt x="337917" y="18844"/>
                </a:lnTo>
                <a:cubicBezTo>
                  <a:pt x="332423" y="24339"/>
                  <a:pt x="324832" y="27738"/>
                  <a:pt x="316447" y="27738"/>
                </a:cubicBezTo>
                <a:cubicBezTo>
                  <a:pt x="308062" y="27738"/>
                  <a:pt x="300471" y="24339"/>
                  <a:pt x="294977" y="18844"/>
                </a:cubicBezTo>
                <a:close/>
                <a:moveTo>
                  <a:pt x="214617" y="0"/>
                </a:moveTo>
                <a:lnTo>
                  <a:pt x="273168" y="0"/>
                </a:lnTo>
                <a:lnTo>
                  <a:pt x="265363" y="18844"/>
                </a:lnTo>
                <a:cubicBezTo>
                  <a:pt x="259868" y="24339"/>
                  <a:pt x="252277" y="27738"/>
                  <a:pt x="243892" y="27738"/>
                </a:cubicBezTo>
                <a:cubicBezTo>
                  <a:pt x="235508" y="27738"/>
                  <a:pt x="227917" y="24339"/>
                  <a:pt x="222422" y="18844"/>
                </a:cubicBezTo>
                <a:close/>
                <a:moveTo>
                  <a:pt x="142204" y="0"/>
                </a:moveTo>
                <a:lnTo>
                  <a:pt x="200614" y="0"/>
                </a:lnTo>
                <a:lnTo>
                  <a:pt x="192808" y="18844"/>
                </a:lnTo>
                <a:cubicBezTo>
                  <a:pt x="187314" y="24339"/>
                  <a:pt x="179723" y="27738"/>
                  <a:pt x="171339" y="27738"/>
                </a:cubicBezTo>
                <a:cubicBezTo>
                  <a:pt x="163026" y="27738"/>
                  <a:pt x="155471" y="24339"/>
                  <a:pt x="149994" y="18844"/>
                </a:cubicBezTo>
                <a:close/>
                <a:moveTo>
                  <a:pt x="69668" y="0"/>
                </a:moveTo>
                <a:lnTo>
                  <a:pt x="128212" y="0"/>
                </a:lnTo>
                <a:lnTo>
                  <a:pt x="120408" y="18844"/>
                </a:lnTo>
                <a:cubicBezTo>
                  <a:pt x="114915" y="24339"/>
                  <a:pt x="107328" y="27738"/>
                  <a:pt x="98949" y="27738"/>
                </a:cubicBezTo>
                <a:cubicBezTo>
                  <a:pt x="90562" y="27738"/>
                  <a:pt x="82969" y="24339"/>
                  <a:pt x="77474" y="18844"/>
                </a:cubicBezTo>
                <a:close/>
                <a:moveTo>
                  <a:pt x="0" y="0"/>
                </a:moveTo>
                <a:lnTo>
                  <a:pt x="55662" y="0"/>
                </a:lnTo>
                <a:lnTo>
                  <a:pt x="47858" y="18844"/>
                </a:lnTo>
                <a:cubicBezTo>
                  <a:pt x="42364" y="24339"/>
                  <a:pt x="34775" y="27738"/>
                  <a:pt x="26394" y="27738"/>
                </a:cubicBezTo>
                <a:cubicBezTo>
                  <a:pt x="18009" y="27738"/>
                  <a:pt x="10417" y="24339"/>
                  <a:pt x="4922" y="18844"/>
                </a:cubicBezTo>
                <a:lnTo>
                  <a:pt x="0" y="6962"/>
                </a:lnTo>
                <a:close/>
              </a:path>
            </a:pathLst>
          </a:custGeom>
          <a:solidFill>
            <a:schemeClr val="accent1">
              <a:alpha val="60000"/>
            </a:schemeClr>
          </a:soli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510" name="Google Shape;510;p41"/>
          <p:cNvSpPr/>
          <p:nvPr/>
        </p:nvSpPr>
        <p:spPr>
          <a:xfrm>
            <a:off x="2" y="2"/>
            <a:ext cx="403373" cy="496797"/>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511" name="Google Shape;511;p41"/>
          <p:cNvSpPr/>
          <p:nvPr/>
        </p:nvSpPr>
        <p:spPr>
          <a:xfrm>
            <a:off x="11792595" y="6494883"/>
            <a:ext cx="304800" cy="306000"/>
          </a:xfrm>
          <a:prstGeom prst="ellipse">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US" sz="933" b="0" i="0" u="none" strike="noStrike" cap="none">
                <a:solidFill>
                  <a:schemeClr val="lt1"/>
                </a:solidFill>
                <a:latin typeface="Calibri"/>
                <a:ea typeface="Calibri"/>
                <a:cs typeface="Calibri"/>
                <a:sym typeface="Calibri"/>
              </a:rPr>
              <a:pPr marL="0" marR="0" lvl="0" indent="0" algn="r" rtl="0">
                <a:lnSpc>
                  <a:spcPct val="100000"/>
                </a:lnSpc>
                <a:spcBef>
                  <a:spcPts val="0"/>
                </a:spcBef>
                <a:spcAft>
                  <a:spcPts val="0"/>
                </a:spcAft>
                <a:buClr>
                  <a:srgbClr val="000000"/>
                </a:buClr>
                <a:buSzPts val="700"/>
                <a:buFont typeface="Arial"/>
                <a:buNone/>
              </a:pPr>
              <a:t>‹#›</a:t>
            </a:fld>
            <a:endParaRPr sz="933" b="0" i="0" u="none" strike="noStrike" cap="none" dirty="0">
              <a:solidFill>
                <a:schemeClr val="lt1"/>
              </a:solidFill>
              <a:latin typeface="Calibri"/>
              <a:ea typeface="Calibri"/>
              <a:cs typeface="Calibri"/>
              <a:sym typeface="Calibri"/>
            </a:endParaRPr>
          </a:p>
        </p:txBody>
      </p:sp>
      <p:sp>
        <p:nvSpPr>
          <p:cNvPr id="512" name="Google Shape;512;p41"/>
          <p:cNvSpPr txBox="1">
            <a:spLocks noGrp="1"/>
          </p:cNvSpPr>
          <p:nvPr>
            <p:ph type="title"/>
          </p:nvPr>
        </p:nvSpPr>
        <p:spPr>
          <a:xfrm>
            <a:off x="554167" y="496800"/>
            <a:ext cx="10241200" cy="6116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1800"/>
              <a:buNone/>
              <a:defRPr sz="2400">
                <a:solidFill>
                  <a:schemeClr val="lt1"/>
                </a:solidFill>
              </a:defRPr>
            </a:lvl1pPr>
            <a:lvl2pPr lvl="1" algn="l">
              <a:lnSpc>
                <a:spcPct val="100000"/>
              </a:lnSpc>
              <a:spcBef>
                <a:spcPts val="0"/>
              </a:spcBef>
              <a:spcAft>
                <a:spcPts val="0"/>
              </a:spcAft>
              <a:buClr>
                <a:schemeClr val="lt1"/>
              </a:buClr>
              <a:buSzPts val="2000"/>
              <a:buNone/>
              <a:defRPr sz="2667">
                <a:solidFill>
                  <a:schemeClr val="lt1"/>
                </a:solidFill>
              </a:defRPr>
            </a:lvl2pPr>
            <a:lvl3pPr lvl="2" algn="l">
              <a:lnSpc>
                <a:spcPct val="100000"/>
              </a:lnSpc>
              <a:spcBef>
                <a:spcPts val="0"/>
              </a:spcBef>
              <a:spcAft>
                <a:spcPts val="0"/>
              </a:spcAft>
              <a:buClr>
                <a:schemeClr val="lt1"/>
              </a:buClr>
              <a:buSzPts val="2000"/>
              <a:buNone/>
              <a:defRPr sz="2667">
                <a:solidFill>
                  <a:schemeClr val="lt1"/>
                </a:solidFill>
              </a:defRPr>
            </a:lvl3pPr>
            <a:lvl4pPr lvl="3" algn="l">
              <a:lnSpc>
                <a:spcPct val="100000"/>
              </a:lnSpc>
              <a:spcBef>
                <a:spcPts val="0"/>
              </a:spcBef>
              <a:spcAft>
                <a:spcPts val="0"/>
              </a:spcAft>
              <a:buClr>
                <a:schemeClr val="lt1"/>
              </a:buClr>
              <a:buSzPts val="2000"/>
              <a:buNone/>
              <a:defRPr sz="2667">
                <a:solidFill>
                  <a:schemeClr val="lt1"/>
                </a:solidFill>
              </a:defRPr>
            </a:lvl4pPr>
            <a:lvl5pPr lvl="4" algn="l">
              <a:lnSpc>
                <a:spcPct val="100000"/>
              </a:lnSpc>
              <a:spcBef>
                <a:spcPts val="0"/>
              </a:spcBef>
              <a:spcAft>
                <a:spcPts val="0"/>
              </a:spcAft>
              <a:buClr>
                <a:schemeClr val="lt1"/>
              </a:buClr>
              <a:buSzPts val="2000"/>
              <a:buNone/>
              <a:defRPr sz="2667">
                <a:solidFill>
                  <a:schemeClr val="lt1"/>
                </a:solidFill>
              </a:defRPr>
            </a:lvl5pPr>
            <a:lvl6pPr lvl="5" algn="l">
              <a:lnSpc>
                <a:spcPct val="100000"/>
              </a:lnSpc>
              <a:spcBef>
                <a:spcPts val="0"/>
              </a:spcBef>
              <a:spcAft>
                <a:spcPts val="0"/>
              </a:spcAft>
              <a:buClr>
                <a:schemeClr val="lt1"/>
              </a:buClr>
              <a:buSzPts val="2000"/>
              <a:buNone/>
              <a:defRPr sz="2667">
                <a:solidFill>
                  <a:schemeClr val="lt1"/>
                </a:solidFill>
              </a:defRPr>
            </a:lvl6pPr>
            <a:lvl7pPr lvl="6" algn="l">
              <a:lnSpc>
                <a:spcPct val="100000"/>
              </a:lnSpc>
              <a:spcBef>
                <a:spcPts val="0"/>
              </a:spcBef>
              <a:spcAft>
                <a:spcPts val="0"/>
              </a:spcAft>
              <a:buClr>
                <a:schemeClr val="lt1"/>
              </a:buClr>
              <a:buSzPts val="2000"/>
              <a:buNone/>
              <a:defRPr sz="2667">
                <a:solidFill>
                  <a:schemeClr val="lt1"/>
                </a:solidFill>
              </a:defRPr>
            </a:lvl7pPr>
            <a:lvl8pPr lvl="7" algn="l">
              <a:lnSpc>
                <a:spcPct val="100000"/>
              </a:lnSpc>
              <a:spcBef>
                <a:spcPts val="0"/>
              </a:spcBef>
              <a:spcAft>
                <a:spcPts val="0"/>
              </a:spcAft>
              <a:buClr>
                <a:schemeClr val="lt1"/>
              </a:buClr>
              <a:buSzPts val="2000"/>
              <a:buNone/>
              <a:defRPr sz="2667">
                <a:solidFill>
                  <a:schemeClr val="lt1"/>
                </a:solidFill>
              </a:defRPr>
            </a:lvl8pPr>
            <a:lvl9pPr lvl="8" algn="l">
              <a:lnSpc>
                <a:spcPct val="100000"/>
              </a:lnSpc>
              <a:spcBef>
                <a:spcPts val="0"/>
              </a:spcBef>
              <a:spcAft>
                <a:spcPts val="0"/>
              </a:spcAft>
              <a:buClr>
                <a:schemeClr val="lt1"/>
              </a:buClr>
              <a:buSzPts val="2000"/>
              <a:buNone/>
              <a:defRPr sz="2667">
                <a:solidFill>
                  <a:schemeClr val="lt1"/>
                </a:solidFill>
              </a:defRPr>
            </a:lvl9pPr>
          </a:lstStyle>
          <a:p>
            <a:endParaRPr/>
          </a:p>
        </p:txBody>
      </p:sp>
      <p:sp>
        <p:nvSpPr>
          <p:cNvPr id="513" name="Google Shape;513;p41"/>
          <p:cNvSpPr/>
          <p:nvPr/>
        </p:nvSpPr>
        <p:spPr>
          <a:xfrm rot="5400000" flipH="1">
            <a:off x="10993876" y="-84435"/>
            <a:ext cx="1124328" cy="1271917"/>
          </a:xfrm>
          <a:custGeom>
            <a:avLst/>
            <a:gdLst/>
            <a:ahLst/>
            <a:cxnLst/>
            <a:rect l="l" t="t" r="r" b="b"/>
            <a:pathLst>
              <a:path w="843246" h="953938" extrusionOk="0">
                <a:moveTo>
                  <a:pt x="843246" y="953827"/>
                </a:moveTo>
                <a:lnTo>
                  <a:pt x="843246" y="756569"/>
                </a:lnTo>
                <a:lnTo>
                  <a:pt x="842143" y="756680"/>
                </a:lnTo>
                <a:cubicBezTo>
                  <a:pt x="485983" y="756680"/>
                  <a:pt x="197258" y="467955"/>
                  <a:pt x="197258" y="111795"/>
                </a:cubicBezTo>
                <a:lnTo>
                  <a:pt x="214160" y="0"/>
                </a:lnTo>
                <a:lnTo>
                  <a:pt x="11270" y="0"/>
                </a:lnTo>
                <a:lnTo>
                  <a:pt x="0" y="111795"/>
                </a:lnTo>
                <a:cubicBezTo>
                  <a:pt x="0" y="576898"/>
                  <a:pt x="377040" y="953938"/>
                  <a:pt x="842143" y="953938"/>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rgbClr val="000000"/>
              </a:solidFill>
              <a:latin typeface="Calibri"/>
              <a:ea typeface="Calibri"/>
              <a:cs typeface="Calibri"/>
              <a:sym typeface="Calibri"/>
            </a:endParaRPr>
          </a:p>
        </p:txBody>
      </p:sp>
      <p:sp>
        <p:nvSpPr>
          <p:cNvPr id="514" name="Google Shape;514;p41"/>
          <p:cNvSpPr txBox="1">
            <a:spLocks noGrp="1"/>
          </p:cNvSpPr>
          <p:nvPr>
            <p:ph type="subTitle" idx="1"/>
          </p:nvPr>
        </p:nvSpPr>
        <p:spPr>
          <a:xfrm>
            <a:off x="1178701" y="1686767"/>
            <a:ext cx="4389200" cy="426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000"/>
              <a:buNone/>
              <a:defRPr sz="1333"/>
            </a:lvl1pPr>
            <a:lvl2pPr lvl="1" algn="l">
              <a:lnSpc>
                <a:spcPct val="100000"/>
              </a:lnSpc>
              <a:spcBef>
                <a:spcPts val="267"/>
              </a:spcBef>
              <a:spcAft>
                <a:spcPts val="0"/>
              </a:spcAft>
              <a:buSzPts val="1000"/>
              <a:buNone/>
              <a:defRPr sz="1333"/>
            </a:lvl2pPr>
            <a:lvl3pPr lvl="2" algn="l">
              <a:lnSpc>
                <a:spcPct val="100000"/>
              </a:lnSpc>
              <a:spcBef>
                <a:spcPts val="267"/>
              </a:spcBef>
              <a:spcAft>
                <a:spcPts val="0"/>
              </a:spcAft>
              <a:buSzPts val="1000"/>
              <a:buNone/>
              <a:defRPr sz="1333"/>
            </a:lvl3pPr>
            <a:lvl4pPr lvl="3" algn="l">
              <a:lnSpc>
                <a:spcPct val="100000"/>
              </a:lnSpc>
              <a:spcBef>
                <a:spcPts val="267"/>
              </a:spcBef>
              <a:spcAft>
                <a:spcPts val="0"/>
              </a:spcAft>
              <a:buSzPts val="1000"/>
              <a:buNone/>
              <a:defRPr sz="1333"/>
            </a:lvl4pPr>
            <a:lvl5pPr lvl="4" algn="l">
              <a:lnSpc>
                <a:spcPct val="100000"/>
              </a:lnSpc>
              <a:spcBef>
                <a:spcPts val="267"/>
              </a:spcBef>
              <a:spcAft>
                <a:spcPts val="0"/>
              </a:spcAft>
              <a:buSzPts val="1000"/>
              <a:buNone/>
              <a:defRPr sz="1333"/>
            </a:lvl5pPr>
            <a:lvl6pPr lvl="5" algn="l">
              <a:lnSpc>
                <a:spcPct val="100000"/>
              </a:lnSpc>
              <a:spcBef>
                <a:spcPts val="267"/>
              </a:spcBef>
              <a:spcAft>
                <a:spcPts val="0"/>
              </a:spcAft>
              <a:buSzPts val="1000"/>
              <a:buNone/>
              <a:defRPr sz="1333"/>
            </a:lvl6pPr>
            <a:lvl7pPr lvl="6" algn="l">
              <a:lnSpc>
                <a:spcPct val="100000"/>
              </a:lnSpc>
              <a:spcBef>
                <a:spcPts val="267"/>
              </a:spcBef>
              <a:spcAft>
                <a:spcPts val="0"/>
              </a:spcAft>
              <a:buSzPts val="1000"/>
              <a:buNone/>
              <a:defRPr sz="1333"/>
            </a:lvl7pPr>
            <a:lvl8pPr lvl="7" algn="l">
              <a:lnSpc>
                <a:spcPct val="100000"/>
              </a:lnSpc>
              <a:spcBef>
                <a:spcPts val="267"/>
              </a:spcBef>
              <a:spcAft>
                <a:spcPts val="0"/>
              </a:spcAft>
              <a:buSzPts val="1000"/>
              <a:buNone/>
              <a:defRPr sz="1333"/>
            </a:lvl8pPr>
            <a:lvl9pPr lvl="8" algn="l">
              <a:lnSpc>
                <a:spcPct val="100000"/>
              </a:lnSpc>
              <a:spcBef>
                <a:spcPts val="267"/>
              </a:spcBef>
              <a:spcAft>
                <a:spcPts val="267"/>
              </a:spcAft>
              <a:buSzPts val="1000"/>
              <a:buNone/>
              <a:defRPr sz="1333"/>
            </a:lvl9pPr>
          </a:lstStyle>
          <a:p>
            <a:endParaRPr/>
          </a:p>
        </p:txBody>
      </p:sp>
      <p:sp>
        <p:nvSpPr>
          <p:cNvPr id="515" name="Google Shape;515;p41"/>
          <p:cNvSpPr txBox="1">
            <a:spLocks noGrp="1"/>
          </p:cNvSpPr>
          <p:nvPr>
            <p:ph type="subTitle" idx="2"/>
          </p:nvPr>
        </p:nvSpPr>
        <p:spPr>
          <a:xfrm>
            <a:off x="554167" y="1686767"/>
            <a:ext cx="304800" cy="426800"/>
          </a:xfrm>
          <a:prstGeom prst="rect">
            <a:avLst/>
          </a:prstGeom>
          <a:noFill/>
          <a:ln>
            <a:noFill/>
          </a:ln>
        </p:spPr>
        <p:txBody>
          <a:bodyPr spcFirstLastPara="1" wrap="square" lIns="0" tIns="0" rIns="0" bIns="0" anchor="ctr" anchorCtr="0">
            <a:noAutofit/>
          </a:bodyPr>
          <a:lstStyle>
            <a:lvl1pPr lvl="0" algn="ctr">
              <a:lnSpc>
                <a:spcPct val="100000"/>
              </a:lnSpc>
              <a:spcBef>
                <a:spcPts val="0"/>
              </a:spcBef>
              <a:spcAft>
                <a:spcPts val="0"/>
              </a:spcAft>
              <a:buClr>
                <a:schemeClr val="accent1"/>
              </a:buClr>
              <a:buSzPts val="1000"/>
              <a:buNone/>
              <a:defRPr sz="1333" b="1">
                <a:solidFill>
                  <a:schemeClr val="accent1"/>
                </a:solidFill>
              </a:defRPr>
            </a:lvl1pPr>
            <a:lvl2pPr lvl="1" algn="ctr">
              <a:lnSpc>
                <a:spcPct val="100000"/>
              </a:lnSpc>
              <a:spcBef>
                <a:spcPts val="267"/>
              </a:spcBef>
              <a:spcAft>
                <a:spcPts val="0"/>
              </a:spcAft>
              <a:buClr>
                <a:schemeClr val="accent1"/>
              </a:buClr>
              <a:buSzPts val="1000"/>
              <a:buNone/>
              <a:defRPr sz="1333" b="1">
                <a:solidFill>
                  <a:schemeClr val="accent1"/>
                </a:solidFill>
              </a:defRPr>
            </a:lvl2pPr>
            <a:lvl3pPr lvl="2" algn="ctr">
              <a:lnSpc>
                <a:spcPct val="100000"/>
              </a:lnSpc>
              <a:spcBef>
                <a:spcPts val="267"/>
              </a:spcBef>
              <a:spcAft>
                <a:spcPts val="0"/>
              </a:spcAft>
              <a:buClr>
                <a:schemeClr val="accent1"/>
              </a:buClr>
              <a:buSzPts val="1000"/>
              <a:buNone/>
              <a:defRPr sz="1333" b="1">
                <a:solidFill>
                  <a:schemeClr val="accent1"/>
                </a:solidFill>
              </a:defRPr>
            </a:lvl3pPr>
            <a:lvl4pPr lvl="3" algn="ctr">
              <a:lnSpc>
                <a:spcPct val="100000"/>
              </a:lnSpc>
              <a:spcBef>
                <a:spcPts val="267"/>
              </a:spcBef>
              <a:spcAft>
                <a:spcPts val="0"/>
              </a:spcAft>
              <a:buClr>
                <a:schemeClr val="accent1"/>
              </a:buClr>
              <a:buSzPts val="1000"/>
              <a:buNone/>
              <a:defRPr sz="1333" b="1">
                <a:solidFill>
                  <a:schemeClr val="accent1"/>
                </a:solidFill>
              </a:defRPr>
            </a:lvl4pPr>
            <a:lvl5pPr lvl="4" algn="ctr">
              <a:lnSpc>
                <a:spcPct val="100000"/>
              </a:lnSpc>
              <a:spcBef>
                <a:spcPts val="267"/>
              </a:spcBef>
              <a:spcAft>
                <a:spcPts val="0"/>
              </a:spcAft>
              <a:buClr>
                <a:schemeClr val="accent1"/>
              </a:buClr>
              <a:buSzPts val="1000"/>
              <a:buNone/>
              <a:defRPr sz="1333" b="1">
                <a:solidFill>
                  <a:schemeClr val="accent1"/>
                </a:solidFill>
              </a:defRPr>
            </a:lvl5pPr>
            <a:lvl6pPr lvl="5" algn="ctr">
              <a:lnSpc>
                <a:spcPct val="100000"/>
              </a:lnSpc>
              <a:spcBef>
                <a:spcPts val="267"/>
              </a:spcBef>
              <a:spcAft>
                <a:spcPts val="0"/>
              </a:spcAft>
              <a:buClr>
                <a:schemeClr val="accent1"/>
              </a:buClr>
              <a:buSzPts val="1000"/>
              <a:buNone/>
              <a:defRPr sz="1333" b="1">
                <a:solidFill>
                  <a:schemeClr val="accent1"/>
                </a:solidFill>
              </a:defRPr>
            </a:lvl6pPr>
            <a:lvl7pPr lvl="6" algn="ctr">
              <a:lnSpc>
                <a:spcPct val="100000"/>
              </a:lnSpc>
              <a:spcBef>
                <a:spcPts val="267"/>
              </a:spcBef>
              <a:spcAft>
                <a:spcPts val="0"/>
              </a:spcAft>
              <a:buClr>
                <a:schemeClr val="accent1"/>
              </a:buClr>
              <a:buSzPts val="1000"/>
              <a:buNone/>
              <a:defRPr sz="1333" b="1">
                <a:solidFill>
                  <a:schemeClr val="accent1"/>
                </a:solidFill>
              </a:defRPr>
            </a:lvl7pPr>
            <a:lvl8pPr lvl="7" algn="ctr">
              <a:lnSpc>
                <a:spcPct val="100000"/>
              </a:lnSpc>
              <a:spcBef>
                <a:spcPts val="267"/>
              </a:spcBef>
              <a:spcAft>
                <a:spcPts val="0"/>
              </a:spcAft>
              <a:buClr>
                <a:schemeClr val="accent1"/>
              </a:buClr>
              <a:buSzPts val="1000"/>
              <a:buNone/>
              <a:defRPr sz="1333" b="1">
                <a:solidFill>
                  <a:schemeClr val="accent1"/>
                </a:solidFill>
              </a:defRPr>
            </a:lvl8pPr>
            <a:lvl9pPr lvl="8" algn="ctr">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516" name="Google Shape;516;p41"/>
          <p:cNvSpPr txBox="1">
            <a:spLocks noGrp="1"/>
          </p:cNvSpPr>
          <p:nvPr>
            <p:ph type="subTitle" idx="3"/>
          </p:nvPr>
        </p:nvSpPr>
        <p:spPr>
          <a:xfrm>
            <a:off x="857553" y="1686767"/>
            <a:ext cx="135600" cy="426800"/>
          </a:xfrm>
          <a:prstGeom prst="rect">
            <a:avLst/>
          </a:prstGeom>
          <a:noFill/>
          <a:ln>
            <a:noFill/>
          </a:ln>
        </p:spPr>
        <p:txBody>
          <a:bodyPr spcFirstLastPara="1" wrap="square" lIns="0" tIns="0" rIns="0" bIns="0" anchor="ctr" anchorCtr="0">
            <a:noAutofit/>
          </a:bodyPr>
          <a:lstStyle>
            <a:lvl1pPr lvl="0" algn="ctr">
              <a:lnSpc>
                <a:spcPct val="100000"/>
              </a:lnSpc>
              <a:spcBef>
                <a:spcPts val="0"/>
              </a:spcBef>
              <a:spcAft>
                <a:spcPts val="0"/>
              </a:spcAft>
              <a:buClr>
                <a:schemeClr val="accent3"/>
              </a:buClr>
              <a:buSzPts val="1000"/>
              <a:buNone/>
              <a:defRPr sz="1333" b="1">
                <a:solidFill>
                  <a:schemeClr val="accent3"/>
                </a:solidFill>
              </a:defRPr>
            </a:lvl1pPr>
            <a:lvl2pPr lvl="1" algn="ctr">
              <a:lnSpc>
                <a:spcPct val="100000"/>
              </a:lnSpc>
              <a:spcBef>
                <a:spcPts val="267"/>
              </a:spcBef>
              <a:spcAft>
                <a:spcPts val="0"/>
              </a:spcAft>
              <a:buClr>
                <a:schemeClr val="accent3"/>
              </a:buClr>
              <a:buSzPts val="1000"/>
              <a:buNone/>
              <a:defRPr sz="1333" b="1">
                <a:solidFill>
                  <a:schemeClr val="accent3"/>
                </a:solidFill>
              </a:defRPr>
            </a:lvl2pPr>
            <a:lvl3pPr lvl="2" algn="ctr">
              <a:lnSpc>
                <a:spcPct val="100000"/>
              </a:lnSpc>
              <a:spcBef>
                <a:spcPts val="267"/>
              </a:spcBef>
              <a:spcAft>
                <a:spcPts val="0"/>
              </a:spcAft>
              <a:buClr>
                <a:schemeClr val="accent3"/>
              </a:buClr>
              <a:buSzPts val="1000"/>
              <a:buNone/>
              <a:defRPr sz="1333" b="1">
                <a:solidFill>
                  <a:schemeClr val="accent3"/>
                </a:solidFill>
              </a:defRPr>
            </a:lvl3pPr>
            <a:lvl4pPr lvl="3" algn="ctr">
              <a:lnSpc>
                <a:spcPct val="100000"/>
              </a:lnSpc>
              <a:spcBef>
                <a:spcPts val="267"/>
              </a:spcBef>
              <a:spcAft>
                <a:spcPts val="0"/>
              </a:spcAft>
              <a:buClr>
                <a:schemeClr val="accent3"/>
              </a:buClr>
              <a:buSzPts val="1000"/>
              <a:buNone/>
              <a:defRPr sz="1333" b="1">
                <a:solidFill>
                  <a:schemeClr val="accent3"/>
                </a:solidFill>
              </a:defRPr>
            </a:lvl4pPr>
            <a:lvl5pPr lvl="4" algn="ctr">
              <a:lnSpc>
                <a:spcPct val="100000"/>
              </a:lnSpc>
              <a:spcBef>
                <a:spcPts val="267"/>
              </a:spcBef>
              <a:spcAft>
                <a:spcPts val="0"/>
              </a:spcAft>
              <a:buClr>
                <a:schemeClr val="accent3"/>
              </a:buClr>
              <a:buSzPts val="1000"/>
              <a:buNone/>
              <a:defRPr sz="1333" b="1">
                <a:solidFill>
                  <a:schemeClr val="accent3"/>
                </a:solidFill>
              </a:defRPr>
            </a:lvl5pPr>
            <a:lvl6pPr lvl="5" algn="ctr">
              <a:lnSpc>
                <a:spcPct val="100000"/>
              </a:lnSpc>
              <a:spcBef>
                <a:spcPts val="267"/>
              </a:spcBef>
              <a:spcAft>
                <a:spcPts val="0"/>
              </a:spcAft>
              <a:buClr>
                <a:schemeClr val="accent3"/>
              </a:buClr>
              <a:buSzPts val="1000"/>
              <a:buNone/>
              <a:defRPr sz="1333" b="1">
                <a:solidFill>
                  <a:schemeClr val="accent3"/>
                </a:solidFill>
              </a:defRPr>
            </a:lvl6pPr>
            <a:lvl7pPr lvl="6" algn="ctr">
              <a:lnSpc>
                <a:spcPct val="100000"/>
              </a:lnSpc>
              <a:spcBef>
                <a:spcPts val="267"/>
              </a:spcBef>
              <a:spcAft>
                <a:spcPts val="0"/>
              </a:spcAft>
              <a:buClr>
                <a:schemeClr val="accent3"/>
              </a:buClr>
              <a:buSzPts val="1000"/>
              <a:buNone/>
              <a:defRPr sz="1333" b="1">
                <a:solidFill>
                  <a:schemeClr val="accent3"/>
                </a:solidFill>
              </a:defRPr>
            </a:lvl7pPr>
            <a:lvl8pPr lvl="7" algn="ctr">
              <a:lnSpc>
                <a:spcPct val="100000"/>
              </a:lnSpc>
              <a:spcBef>
                <a:spcPts val="267"/>
              </a:spcBef>
              <a:spcAft>
                <a:spcPts val="0"/>
              </a:spcAft>
              <a:buClr>
                <a:schemeClr val="accent3"/>
              </a:buClr>
              <a:buSzPts val="1000"/>
              <a:buNone/>
              <a:defRPr sz="1333" b="1">
                <a:solidFill>
                  <a:schemeClr val="accent3"/>
                </a:solidFill>
              </a:defRPr>
            </a:lvl8pPr>
            <a:lvl9pPr lvl="8" algn="ctr">
              <a:lnSpc>
                <a:spcPct val="100000"/>
              </a:lnSpc>
              <a:spcBef>
                <a:spcPts val="267"/>
              </a:spcBef>
              <a:spcAft>
                <a:spcPts val="267"/>
              </a:spcAft>
              <a:buClr>
                <a:schemeClr val="accent3"/>
              </a:buClr>
              <a:buSzPts val="1000"/>
              <a:buNone/>
              <a:defRPr sz="1333" b="1">
                <a:solidFill>
                  <a:schemeClr val="accent3"/>
                </a:solidFill>
              </a:defRPr>
            </a:lvl9pPr>
          </a:lstStyle>
          <a:p>
            <a:endParaRPr/>
          </a:p>
        </p:txBody>
      </p:sp>
      <p:sp>
        <p:nvSpPr>
          <p:cNvPr id="517" name="Google Shape;517;p41"/>
          <p:cNvSpPr txBox="1">
            <a:spLocks noGrp="1"/>
          </p:cNvSpPr>
          <p:nvPr>
            <p:ph type="subTitle" idx="4"/>
          </p:nvPr>
        </p:nvSpPr>
        <p:spPr>
          <a:xfrm>
            <a:off x="1178701" y="2625067"/>
            <a:ext cx="4389200" cy="426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000"/>
              <a:buNone/>
              <a:defRPr sz="1333"/>
            </a:lvl1pPr>
            <a:lvl2pPr lvl="1" algn="l">
              <a:lnSpc>
                <a:spcPct val="100000"/>
              </a:lnSpc>
              <a:spcBef>
                <a:spcPts val="267"/>
              </a:spcBef>
              <a:spcAft>
                <a:spcPts val="0"/>
              </a:spcAft>
              <a:buSzPts val="1000"/>
              <a:buNone/>
              <a:defRPr sz="1333"/>
            </a:lvl2pPr>
            <a:lvl3pPr lvl="2" algn="l">
              <a:lnSpc>
                <a:spcPct val="100000"/>
              </a:lnSpc>
              <a:spcBef>
                <a:spcPts val="267"/>
              </a:spcBef>
              <a:spcAft>
                <a:spcPts val="0"/>
              </a:spcAft>
              <a:buSzPts val="1000"/>
              <a:buNone/>
              <a:defRPr sz="1333"/>
            </a:lvl3pPr>
            <a:lvl4pPr lvl="3" algn="l">
              <a:lnSpc>
                <a:spcPct val="100000"/>
              </a:lnSpc>
              <a:spcBef>
                <a:spcPts val="267"/>
              </a:spcBef>
              <a:spcAft>
                <a:spcPts val="0"/>
              </a:spcAft>
              <a:buSzPts val="1000"/>
              <a:buNone/>
              <a:defRPr sz="1333"/>
            </a:lvl4pPr>
            <a:lvl5pPr lvl="4" algn="l">
              <a:lnSpc>
                <a:spcPct val="100000"/>
              </a:lnSpc>
              <a:spcBef>
                <a:spcPts val="267"/>
              </a:spcBef>
              <a:spcAft>
                <a:spcPts val="0"/>
              </a:spcAft>
              <a:buSzPts val="1000"/>
              <a:buNone/>
              <a:defRPr sz="1333"/>
            </a:lvl5pPr>
            <a:lvl6pPr lvl="5" algn="l">
              <a:lnSpc>
                <a:spcPct val="100000"/>
              </a:lnSpc>
              <a:spcBef>
                <a:spcPts val="267"/>
              </a:spcBef>
              <a:spcAft>
                <a:spcPts val="0"/>
              </a:spcAft>
              <a:buSzPts val="1000"/>
              <a:buNone/>
              <a:defRPr sz="1333"/>
            </a:lvl6pPr>
            <a:lvl7pPr lvl="6" algn="l">
              <a:lnSpc>
                <a:spcPct val="100000"/>
              </a:lnSpc>
              <a:spcBef>
                <a:spcPts val="267"/>
              </a:spcBef>
              <a:spcAft>
                <a:spcPts val="0"/>
              </a:spcAft>
              <a:buSzPts val="1000"/>
              <a:buNone/>
              <a:defRPr sz="1333"/>
            </a:lvl7pPr>
            <a:lvl8pPr lvl="7" algn="l">
              <a:lnSpc>
                <a:spcPct val="100000"/>
              </a:lnSpc>
              <a:spcBef>
                <a:spcPts val="267"/>
              </a:spcBef>
              <a:spcAft>
                <a:spcPts val="0"/>
              </a:spcAft>
              <a:buSzPts val="1000"/>
              <a:buNone/>
              <a:defRPr sz="1333"/>
            </a:lvl8pPr>
            <a:lvl9pPr lvl="8" algn="l">
              <a:lnSpc>
                <a:spcPct val="100000"/>
              </a:lnSpc>
              <a:spcBef>
                <a:spcPts val="267"/>
              </a:spcBef>
              <a:spcAft>
                <a:spcPts val="267"/>
              </a:spcAft>
              <a:buSzPts val="1000"/>
              <a:buNone/>
              <a:defRPr sz="1333"/>
            </a:lvl9pPr>
          </a:lstStyle>
          <a:p>
            <a:endParaRPr/>
          </a:p>
        </p:txBody>
      </p:sp>
      <p:sp>
        <p:nvSpPr>
          <p:cNvPr id="518" name="Google Shape;518;p41"/>
          <p:cNvSpPr txBox="1">
            <a:spLocks noGrp="1"/>
          </p:cNvSpPr>
          <p:nvPr>
            <p:ph type="subTitle" idx="5"/>
          </p:nvPr>
        </p:nvSpPr>
        <p:spPr>
          <a:xfrm>
            <a:off x="554167" y="2625067"/>
            <a:ext cx="304800" cy="426800"/>
          </a:xfrm>
          <a:prstGeom prst="rect">
            <a:avLst/>
          </a:prstGeom>
          <a:noFill/>
          <a:ln>
            <a:noFill/>
          </a:ln>
        </p:spPr>
        <p:txBody>
          <a:bodyPr spcFirstLastPara="1" wrap="square" lIns="0" tIns="0" rIns="0" bIns="0" anchor="ctr" anchorCtr="0">
            <a:noAutofit/>
          </a:bodyPr>
          <a:lstStyle>
            <a:lvl1pPr lvl="0" algn="ctr">
              <a:lnSpc>
                <a:spcPct val="100000"/>
              </a:lnSpc>
              <a:spcBef>
                <a:spcPts val="0"/>
              </a:spcBef>
              <a:spcAft>
                <a:spcPts val="0"/>
              </a:spcAft>
              <a:buClr>
                <a:schemeClr val="accent1"/>
              </a:buClr>
              <a:buSzPts val="1000"/>
              <a:buNone/>
              <a:defRPr sz="1333" b="1">
                <a:solidFill>
                  <a:schemeClr val="accent1"/>
                </a:solidFill>
              </a:defRPr>
            </a:lvl1pPr>
            <a:lvl2pPr lvl="1" algn="ctr">
              <a:lnSpc>
                <a:spcPct val="100000"/>
              </a:lnSpc>
              <a:spcBef>
                <a:spcPts val="267"/>
              </a:spcBef>
              <a:spcAft>
                <a:spcPts val="0"/>
              </a:spcAft>
              <a:buClr>
                <a:schemeClr val="accent1"/>
              </a:buClr>
              <a:buSzPts val="1000"/>
              <a:buNone/>
              <a:defRPr sz="1333" b="1">
                <a:solidFill>
                  <a:schemeClr val="accent1"/>
                </a:solidFill>
              </a:defRPr>
            </a:lvl2pPr>
            <a:lvl3pPr lvl="2" algn="ctr">
              <a:lnSpc>
                <a:spcPct val="100000"/>
              </a:lnSpc>
              <a:spcBef>
                <a:spcPts val="267"/>
              </a:spcBef>
              <a:spcAft>
                <a:spcPts val="0"/>
              </a:spcAft>
              <a:buClr>
                <a:schemeClr val="accent1"/>
              </a:buClr>
              <a:buSzPts val="1000"/>
              <a:buNone/>
              <a:defRPr sz="1333" b="1">
                <a:solidFill>
                  <a:schemeClr val="accent1"/>
                </a:solidFill>
              </a:defRPr>
            </a:lvl3pPr>
            <a:lvl4pPr lvl="3" algn="ctr">
              <a:lnSpc>
                <a:spcPct val="100000"/>
              </a:lnSpc>
              <a:spcBef>
                <a:spcPts val="267"/>
              </a:spcBef>
              <a:spcAft>
                <a:spcPts val="0"/>
              </a:spcAft>
              <a:buClr>
                <a:schemeClr val="accent1"/>
              </a:buClr>
              <a:buSzPts val="1000"/>
              <a:buNone/>
              <a:defRPr sz="1333" b="1">
                <a:solidFill>
                  <a:schemeClr val="accent1"/>
                </a:solidFill>
              </a:defRPr>
            </a:lvl4pPr>
            <a:lvl5pPr lvl="4" algn="ctr">
              <a:lnSpc>
                <a:spcPct val="100000"/>
              </a:lnSpc>
              <a:spcBef>
                <a:spcPts val="267"/>
              </a:spcBef>
              <a:spcAft>
                <a:spcPts val="0"/>
              </a:spcAft>
              <a:buClr>
                <a:schemeClr val="accent1"/>
              </a:buClr>
              <a:buSzPts val="1000"/>
              <a:buNone/>
              <a:defRPr sz="1333" b="1">
                <a:solidFill>
                  <a:schemeClr val="accent1"/>
                </a:solidFill>
              </a:defRPr>
            </a:lvl5pPr>
            <a:lvl6pPr lvl="5" algn="ctr">
              <a:lnSpc>
                <a:spcPct val="100000"/>
              </a:lnSpc>
              <a:spcBef>
                <a:spcPts val="267"/>
              </a:spcBef>
              <a:spcAft>
                <a:spcPts val="0"/>
              </a:spcAft>
              <a:buClr>
                <a:schemeClr val="accent1"/>
              </a:buClr>
              <a:buSzPts val="1000"/>
              <a:buNone/>
              <a:defRPr sz="1333" b="1">
                <a:solidFill>
                  <a:schemeClr val="accent1"/>
                </a:solidFill>
              </a:defRPr>
            </a:lvl6pPr>
            <a:lvl7pPr lvl="6" algn="ctr">
              <a:lnSpc>
                <a:spcPct val="100000"/>
              </a:lnSpc>
              <a:spcBef>
                <a:spcPts val="267"/>
              </a:spcBef>
              <a:spcAft>
                <a:spcPts val="0"/>
              </a:spcAft>
              <a:buClr>
                <a:schemeClr val="accent1"/>
              </a:buClr>
              <a:buSzPts val="1000"/>
              <a:buNone/>
              <a:defRPr sz="1333" b="1">
                <a:solidFill>
                  <a:schemeClr val="accent1"/>
                </a:solidFill>
              </a:defRPr>
            </a:lvl7pPr>
            <a:lvl8pPr lvl="7" algn="ctr">
              <a:lnSpc>
                <a:spcPct val="100000"/>
              </a:lnSpc>
              <a:spcBef>
                <a:spcPts val="267"/>
              </a:spcBef>
              <a:spcAft>
                <a:spcPts val="0"/>
              </a:spcAft>
              <a:buClr>
                <a:schemeClr val="accent1"/>
              </a:buClr>
              <a:buSzPts val="1000"/>
              <a:buNone/>
              <a:defRPr sz="1333" b="1">
                <a:solidFill>
                  <a:schemeClr val="accent1"/>
                </a:solidFill>
              </a:defRPr>
            </a:lvl8pPr>
            <a:lvl9pPr lvl="8" algn="ctr">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519" name="Google Shape;519;p41"/>
          <p:cNvSpPr txBox="1">
            <a:spLocks noGrp="1"/>
          </p:cNvSpPr>
          <p:nvPr>
            <p:ph type="subTitle" idx="6"/>
          </p:nvPr>
        </p:nvSpPr>
        <p:spPr>
          <a:xfrm>
            <a:off x="857553" y="2625067"/>
            <a:ext cx="135600" cy="426800"/>
          </a:xfrm>
          <a:prstGeom prst="rect">
            <a:avLst/>
          </a:prstGeom>
          <a:noFill/>
          <a:ln>
            <a:noFill/>
          </a:ln>
        </p:spPr>
        <p:txBody>
          <a:bodyPr spcFirstLastPara="1" wrap="square" lIns="0" tIns="0" rIns="0" bIns="0" anchor="ctr" anchorCtr="0">
            <a:noAutofit/>
          </a:bodyPr>
          <a:lstStyle>
            <a:lvl1pPr lvl="0" algn="ctr">
              <a:lnSpc>
                <a:spcPct val="100000"/>
              </a:lnSpc>
              <a:spcBef>
                <a:spcPts val="0"/>
              </a:spcBef>
              <a:spcAft>
                <a:spcPts val="0"/>
              </a:spcAft>
              <a:buClr>
                <a:schemeClr val="accent3"/>
              </a:buClr>
              <a:buSzPts val="1000"/>
              <a:buNone/>
              <a:defRPr sz="1333" b="1">
                <a:solidFill>
                  <a:schemeClr val="accent3"/>
                </a:solidFill>
              </a:defRPr>
            </a:lvl1pPr>
            <a:lvl2pPr lvl="1" algn="ctr">
              <a:lnSpc>
                <a:spcPct val="100000"/>
              </a:lnSpc>
              <a:spcBef>
                <a:spcPts val="267"/>
              </a:spcBef>
              <a:spcAft>
                <a:spcPts val="0"/>
              </a:spcAft>
              <a:buClr>
                <a:schemeClr val="accent3"/>
              </a:buClr>
              <a:buSzPts val="1000"/>
              <a:buNone/>
              <a:defRPr sz="1333" b="1">
                <a:solidFill>
                  <a:schemeClr val="accent3"/>
                </a:solidFill>
              </a:defRPr>
            </a:lvl2pPr>
            <a:lvl3pPr lvl="2" algn="ctr">
              <a:lnSpc>
                <a:spcPct val="100000"/>
              </a:lnSpc>
              <a:spcBef>
                <a:spcPts val="267"/>
              </a:spcBef>
              <a:spcAft>
                <a:spcPts val="0"/>
              </a:spcAft>
              <a:buClr>
                <a:schemeClr val="accent3"/>
              </a:buClr>
              <a:buSzPts val="1000"/>
              <a:buNone/>
              <a:defRPr sz="1333" b="1">
                <a:solidFill>
                  <a:schemeClr val="accent3"/>
                </a:solidFill>
              </a:defRPr>
            </a:lvl3pPr>
            <a:lvl4pPr lvl="3" algn="ctr">
              <a:lnSpc>
                <a:spcPct val="100000"/>
              </a:lnSpc>
              <a:spcBef>
                <a:spcPts val="267"/>
              </a:spcBef>
              <a:spcAft>
                <a:spcPts val="0"/>
              </a:spcAft>
              <a:buClr>
                <a:schemeClr val="accent3"/>
              </a:buClr>
              <a:buSzPts val="1000"/>
              <a:buNone/>
              <a:defRPr sz="1333" b="1">
                <a:solidFill>
                  <a:schemeClr val="accent3"/>
                </a:solidFill>
              </a:defRPr>
            </a:lvl4pPr>
            <a:lvl5pPr lvl="4" algn="ctr">
              <a:lnSpc>
                <a:spcPct val="100000"/>
              </a:lnSpc>
              <a:spcBef>
                <a:spcPts val="267"/>
              </a:spcBef>
              <a:spcAft>
                <a:spcPts val="0"/>
              </a:spcAft>
              <a:buClr>
                <a:schemeClr val="accent3"/>
              </a:buClr>
              <a:buSzPts val="1000"/>
              <a:buNone/>
              <a:defRPr sz="1333" b="1">
                <a:solidFill>
                  <a:schemeClr val="accent3"/>
                </a:solidFill>
              </a:defRPr>
            </a:lvl5pPr>
            <a:lvl6pPr lvl="5" algn="ctr">
              <a:lnSpc>
                <a:spcPct val="100000"/>
              </a:lnSpc>
              <a:spcBef>
                <a:spcPts val="267"/>
              </a:spcBef>
              <a:spcAft>
                <a:spcPts val="0"/>
              </a:spcAft>
              <a:buClr>
                <a:schemeClr val="accent3"/>
              </a:buClr>
              <a:buSzPts val="1000"/>
              <a:buNone/>
              <a:defRPr sz="1333" b="1">
                <a:solidFill>
                  <a:schemeClr val="accent3"/>
                </a:solidFill>
              </a:defRPr>
            </a:lvl6pPr>
            <a:lvl7pPr lvl="6" algn="ctr">
              <a:lnSpc>
                <a:spcPct val="100000"/>
              </a:lnSpc>
              <a:spcBef>
                <a:spcPts val="267"/>
              </a:spcBef>
              <a:spcAft>
                <a:spcPts val="0"/>
              </a:spcAft>
              <a:buClr>
                <a:schemeClr val="accent3"/>
              </a:buClr>
              <a:buSzPts val="1000"/>
              <a:buNone/>
              <a:defRPr sz="1333" b="1">
                <a:solidFill>
                  <a:schemeClr val="accent3"/>
                </a:solidFill>
              </a:defRPr>
            </a:lvl7pPr>
            <a:lvl8pPr lvl="7" algn="ctr">
              <a:lnSpc>
                <a:spcPct val="100000"/>
              </a:lnSpc>
              <a:spcBef>
                <a:spcPts val="267"/>
              </a:spcBef>
              <a:spcAft>
                <a:spcPts val="0"/>
              </a:spcAft>
              <a:buClr>
                <a:schemeClr val="accent3"/>
              </a:buClr>
              <a:buSzPts val="1000"/>
              <a:buNone/>
              <a:defRPr sz="1333" b="1">
                <a:solidFill>
                  <a:schemeClr val="accent3"/>
                </a:solidFill>
              </a:defRPr>
            </a:lvl8pPr>
            <a:lvl9pPr lvl="8" algn="ctr">
              <a:lnSpc>
                <a:spcPct val="100000"/>
              </a:lnSpc>
              <a:spcBef>
                <a:spcPts val="267"/>
              </a:spcBef>
              <a:spcAft>
                <a:spcPts val="267"/>
              </a:spcAft>
              <a:buClr>
                <a:schemeClr val="accent3"/>
              </a:buClr>
              <a:buSzPts val="1000"/>
              <a:buNone/>
              <a:defRPr sz="1333" b="1">
                <a:solidFill>
                  <a:schemeClr val="accent3"/>
                </a:solidFill>
              </a:defRPr>
            </a:lvl9pPr>
          </a:lstStyle>
          <a:p>
            <a:endParaRPr/>
          </a:p>
        </p:txBody>
      </p:sp>
      <p:sp>
        <p:nvSpPr>
          <p:cNvPr id="520" name="Google Shape;520;p41"/>
          <p:cNvSpPr txBox="1">
            <a:spLocks noGrp="1"/>
          </p:cNvSpPr>
          <p:nvPr>
            <p:ph type="subTitle" idx="7"/>
          </p:nvPr>
        </p:nvSpPr>
        <p:spPr>
          <a:xfrm>
            <a:off x="1178701" y="3563367"/>
            <a:ext cx="4389200" cy="426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000"/>
              <a:buNone/>
              <a:defRPr sz="1333"/>
            </a:lvl1pPr>
            <a:lvl2pPr lvl="1" algn="l">
              <a:lnSpc>
                <a:spcPct val="100000"/>
              </a:lnSpc>
              <a:spcBef>
                <a:spcPts val="267"/>
              </a:spcBef>
              <a:spcAft>
                <a:spcPts val="0"/>
              </a:spcAft>
              <a:buSzPts val="1000"/>
              <a:buNone/>
              <a:defRPr sz="1333"/>
            </a:lvl2pPr>
            <a:lvl3pPr lvl="2" algn="l">
              <a:lnSpc>
                <a:spcPct val="100000"/>
              </a:lnSpc>
              <a:spcBef>
                <a:spcPts val="267"/>
              </a:spcBef>
              <a:spcAft>
                <a:spcPts val="0"/>
              </a:spcAft>
              <a:buSzPts val="1000"/>
              <a:buNone/>
              <a:defRPr sz="1333"/>
            </a:lvl3pPr>
            <a:lvl4pPr lvl="3" algn="l">
              <a:lnSpc>
                <a:spcPct val="100000"/>
              </a:lnSpc>
              <a:spcBef>
                <a:spcPts val="267"/>
              </a:spcBef>
              <a:spcAft>
                <a:spcPts val="0"/>
              </a:spcAft>
              <a:buSzPts val="1000"/>
              <a:buNone/>
              <a:defRPr sz="1333"/>
            </a:lvl4pPr>
            <a:lvl5pPr lvl="4" algn="l">
              <a:lnSpc>
                <a:spcPct val="100000"/>
              </a:lnSpc>
              <a:spcBef>
                <a:spcPts val="267"/>
              </a:spcBef>
              <a:spcAft>
                <a:spcPts val="0"/>
              </a:spcAft>
              <a:buSzPts val="1000"/>
              <a:buNone/>
              <a:defRPr sz="1333"/>
            </a:lvl5pPr>
            <a:lvl6pPr lvl="5" algn="l">
              <a:lnSpc>
                <a:spcPct val="100000"/>
              </a:lnSpc>
              <a:spcBef>
                <a:spcPts val="267"/>
              </a:spcBef>
              <a:spcAft>
                <a:spcPts val="0"/>
              </a:spcAft>
              <a:buSzPts val="1000"/>
              <a:buNone/>
              <a:defRPr sz="1333"/>
            </a:lvl6pPr>
            <a:lvl7pPr lvl="6" algn="l">
              <a:lnSpc>
                <a:spcPct val="100000"/>
              </a:lnSpc>
              <a:spcBef>
                <a:spcPts val="267"/>
              </a:spcBef>
              <a:spcAft>
                <a:spcPts val="0"/>
              </a:spcAft>
              <a:buSzPts val="1000"/>
              <a:buNone/>
              <a:defRPr sz="1333"/>
            </a:lvl7pPr>
            <a:lvl8pPr lvl="7" algn="l">
              <a:lnSpc>
                <a:spcPct val="100000"/>
              </a:lnSpc>
              <a:spcBef>
                <a:spcPts val="267"/>
              </a:spcBef>
              <a:spcAft>
                <a:spcPts val="0"/>
              </a:spcAft>
              <a:buSzPts val="1000"/>
              <a:buNone/>
              <a:defRPr sz="1333"/>
            </a:lvl8pPr>
            <a:lvl9pPr lvl="8" algn="l">
              <a:lnSpc>
                <a:spcPct val="100000"/>
              </a:lnSpc>
              <a:spcBef>
                <a:spcPts val="267"/>
              </a:spcBef>
              <a:spcAft>
                <a:spcPts val="267"/>
              </a:spcAft>
              <a:buSzPts val="1000"/>
              <a:buNone/>
              <a:defRPr sz="1333"/>
            </a:lvl9pPr>
          </a:lstStyle>
          <a:p>
            <a:endParaRPr/>
          </a:p>
        </p:txBody>
      </p:sp>
      <p:sp>
        <p:nvSpPr>
          <p:cNvPr id="521" name="Google Shape;521;p41"/>
          <p:cNvSpPr txBox="1">
            <a:spLocks noGrp="1"/>
          </p:cNvSpPr>
          <p:nvPr>
            <p:ph type="subTitle" idx="8"/>
          </p:nvPr>
        </p:nvSpPr>
        <p:spPr>
          <a:xfrm>
            <a:off x="554167" y="3563367"/>
            <a:ext cx="304800" cy="426800"/>
          </a:xfrm>
          <a:prstGeom prst="rect">
            <a:avLst/>
          </a:prstGeom>
          <a:noFill/>
          <a:ln>
            <a:noFill/>
          </a:ln>
        </p:spPr>
        <p:txBody>
          <a:bodyPr spcFirstLastPara="1" wrap="square" lIns="0" tIns="0" rIns="0" bIns="0" anchor="ctr" anchorCtr="0">
            <a:noAutofit/>
          </a:bodyPr>
          <a:lstStyle>
            <a:lvl1pPr lvl="0" algn="ctr">
              <a:lnSpc>
                <a:spcPct val="100000"/>
              </a:lnSpc>
              <a:spcBef>
                <a:spcPts val="0"/>
              </a:spcBef>
              <a:spcAft>
                <a:spcPts val="0"/>
              </a:spcAft>
              <a:buClr>
                <a:schemeClr val="accent1"/>
              </a:buClr>
              <a:buSzPts val="1000"/>
              <a:buNone/>
              <a:defRPr sz="1333" b="1">
                <a:solidFill>
                  <a:schemeClr val="accent1"/>
                </a:solidFill>
              </a:defRPr>
            </a:lvl1pPr>
            <a:lvl2pPr lvl="1" algn="ctr">
              <a:lnSpc>
                <a:spcPct val="100000"/>
              </a:lnSpc>
              <a:spcBef>
                <a:spcPts val="267"/>
              </a:spcBef>
              <a:spcAft>
                <a:spcPts val="0"/>
              </a:spcAft>
              <a:buClr>
                <a:schemeClr val="accent1"/>
              </a:buClr>
              <a:buSzPts val="1000"/>
              <a:buNone/>
              <a:defRPr sz="1333" b="1">
                <a:solidFill>
                  <a:schemeClr val="accent1"/>
                </a:solidFill>
              </a:defRPr>
            </a:lvl2pPr>
            <a:lvl3pPr lvl="2" algn="ctr">
              <a:lnSpc>
                <a:spcPct val="100000"/>
              </a:lnSpc>
              <a:spcBef>
                <a:spcPts val="267"/>
              </a:spcBef>
              <a:spcAft>
                <a:spcPts val="0"/>
              </a:spcAft>
              <a:buClr>
                <a:schemeClr val="accent1"/>
              </a:buClr>
              <a:buSzPts val="1000"/>
              <a:buNone/>
              <a:defRPr sz="1333" b="1">
                <a:solidFill>
                  <a:schemeClr val="accent1"/>
                </a:solidFill>
              </a:defRPr>
            </a:lvl3pPr>
            <a:lvl4pPr lvl="3" algn="ctr">
              <a:lnSpc>
                <a:spcPct val="100000"/>
              </a:lnSpc>
              <a:spcBef>
                <a:spcPts val="267"/>
              </a:spcBef>
              <a:spcAft>
                <a:spcPts val="0"/>
              </a:spcAft>
              <a:buClr>
                <a:schemeClr val="accent1"/>
              </a:buClr>
              <a:buSzPts val="1000"/>
              <a:buNone/>
              <a:defRPr sz="1333" b="1">
                <a:solidFill>
                  <a:schemeClr val="accent1"/>
                </a:solidFill>
              </a:defRPr>
            </a:lvl4pPr>
            <a:lvl5pPr lvl="4" algn="ctr">
              <a:lnSpc>
                <a:spcPct val="100000"/>
              </a:lnSpc>
              <a:spcBef>
                <a:spcPts val="267"/>
              </a:spcBef>
              <a:spcAft>
                <a:spcPts val="0"/>
              </a:spcAft>
              <a:buClr>
                <a:schemeClr val="accent1"/>
              </a:buClr>
              <a:buSzPts val="1000"/>
              <a:buNone/>
              <a:defRPr sz="1333" b="1">
                <a:solidFill>
                  <a:schemeClr val="accent1"/>
                </a:solidFill>
              </a:defRPr>
            </a:lvl5pPr>
            <a:lvl6pPr lvl="5" algn="ctr">
              <a:lnSpc>
                <a:spcPct val="100000"/>
              </a:lnSpc>
              <a:spcBef>
                <a:spcPts val="267"/>
              </a:spcBef>
              <a:spcAft>
                <a:spcPts val="0"/>
              </a:spcAft>
              <a:buClr>
                <a:schemeClr val="accent1"/>
              </a:buClr>
              <a:buSzPts val="1000"/>
              <a:buNone/>
              <a:defRPr sz="1333" b="1">
                <a:solidFill>
                  <a:schemeClr val="accent1"/>
                </a:solidFill>
              </a:defRPr>
            </a:lvl6pPr>
            <a:lvl7pPr lvl="6" algn="ctr">
              <a:lnSpc>
                <a:spcPct val="100000"/>
              </a:lnSpc>
              <a:spcBef>
                <a:spcPts val="267"/>
              </a:spcBef>
              <a:spcAft>
                <a:spcPts val="0"/>
              </a:spcAft>
              <a:buClr>
                <a:schemeClr val="accent1"/>
              </a:buClr>
              <a:buSzPts val="1000"/>
              <a:buNone/>
              <a:defRPr sz="1333" b="1">
                <a:solidFill>
                  <a:schemeClr val="accent1"/>
                </a:solidFill>
              </a:defRPr>
            </a:lvl7pPr>
            <a:lvl8pPr lvl="7" algn="ctr">
              <a:lnSpc>
                <a:spcPct val="100000"/>
              </a:lnSpc>
              <a:spcBef>
                <a:spcPts val="267"/>
              </a:spcBef>
              <a:spcAft>
                <a:spcPts val="0"/>
              </a:spcAft>
              <a:buClr>
                <a:schemeClr val="accent1"/>
              </a:buClr>
              <a:buSzPts val="1000"/>
              <a:buNone/>
              <a:defRPr sz="1333" b="1">
                <a:solidFill>
                  <a:schemeClr val="accent1"/>
                </a:solidFill>
              </a:defRPr>
            </a:lvl8pPr>
            <a:lvl9pPr lvl="8" algn="ctr">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522" name="Google Shape;522;p41"/>
          <p:cNvSpPr txBox="1">
            <a:spLocks noGrp="1"/>
          </p:cNvSpPr>
          <p:nvPr>
            <p:ph type="subTitle" idx="9"/>
          </p:nvPr>
        </p:nvSpPr>
        <p:spPr>
          <a:xfrm>
            <a:off x="857553" y="3563367"/>
            <a:ext cx="135600" cy="426800"/>
          </a:xfrm>
          <a:prstGeom prst="rect">
            <a:avLst/>
          </a:prstGeom>
          <a:noFill/>
          <a:ln>
            <a:noFill/>
          </a:ln>
        </p:spPr>
        <p:txBody>
          <a:bodyPr spcFirstLastPara="1" wrap="square" lIns="0" tIns="0" rIns="0" bIns="0" anchor="ctr" anchorCtr="0">
            <a:noAutofit/>
          </a:bodyPr>
          <a:lstStyle>
            <a:lvl1pPr lvl="0" algn="ctr">
              <a:lnSpc>
                <a:spcPct val="100000"/>
              </a:lnSpc>
              <a:spcBef>
                <a:spcPts val="0"/>
              </a:spcBef>
              <a:spcAft>
                <a:spcPts val="0"/>
              </a:spcAft>
              <a:buClr>
                <a:schemeClr val="accent3"/>
              </a:buClr>
              <a:buSzPts val="1000"/>
              <a:buNone/>
              <a:defRPr sz="1333" b="1">
                <a:solidFill>
                  <a:schemeClr val="accent3"/>
                </a:solidFill>
              </a:defRPr>
            </a:lvl1pPr>
            <a:lvl2pPr lvl="1" algn="ctr">
              <a:lnSpc>
                <a:spcPct val="100000"/>
              </a:lnSpc>
              <a:spcBef>
                <a:spcPts val="267"/>
              </a:spcBef>
              <a:spcAft>
                <a:spcPts val="0"/>
              </a:spcAft>
              <a:buClr>
                <a:schemeClr val="accent3"/>
              </a:buClr>
              <a:buSzPts val="1000"/>
              <a:buNone/>
              <a:defRPr sz="1333" b="1">
                <a:solidFill>
                  <a:schemeClr val="accent3"/>
                </a:solidFill>
              </a:defRPr>
            </a:lvl2pPr>
            <a:lvl3pPr lvl="2" algn="ctr">
              <a:lnSpc>
                <a:spcPct val="100000"/>
              </a:lnSpc>
              <a:spcBef>
                <a:spcPts val="267"/>
              </a:spcBef>
              <a:spcAft>
                <a:spcPts val="0"/>
              </a:spcAft>
              <a:buClr>
                <a:schemeClr val="accent3"/>
              </a:buClr>
              <a:buSzPts val="1000"/>
              <a:buNone/>
              <a:defRPr sz="1333" b="1">
                <a:solidFill>
                  <a:schemeClr val="accent3"/>
                </a:solidFill>
              </a:defRPr>
            </a:lvl3pPr>
            <a:lvl4pPr lvl="3" algn="ctr">
              <a:lnSpc>
                <a:spcPct val="100000"/>
              </a:lnSpc>
              <a:spcBef>
                <a:spcPts val="267"/>
              </a:spcBef>
              <a:spcAft>
                <a:spcPts val="0"/>
              </a:spcAft>
              <a:buClr>
                <a:schemeClr val="accent3"/>
              </a:buClr>
              <a:buSzPts val="1000"/>
              <a:buNone/>
              <a:defRPr sz="1333" b="1">
                <a:solidFill>
                  <a:schemeClr val="accent3"/>
                </a:solidFill>
              </a:defRPr>
            </a:lvl4pPr>
            <a:lvl5pPr lvl="4" algn="ctr">
              <a:lnSpc>
                <a:spcPct val="100000"/>
              </a:lnSpc>
              <a:spcBef>
                <a:spcPts val="267"/>
              </a:spcBef>
              <a:spcAft>
                <a:spcPts val="0"/>
              </a:spcAft>
              <a:buClr>
                <a:schemeClr val="accent3"/>
              </a:buClr>
              <a:buSzPts val="1000"/>
              <a:buNone/>
              <a:defRPr sz="1333" b="1">
                <a:solidFill>
                  <a:schemeClr val="accent3"/>
                </a:solidFill>
              </a:defRPr>
            </a:lvl5pPr>
            <a:lvl6pPr lvl="5" algn="ctr">
              <a:lnSpc>
                <a:spcPct val="100000"/>
              </a:lnSpc>
              <a:spcBef>
                <a:spcPts val="267"/>
              </a:spcBef>
              <a:spcAft>
                <a:spcPts val="0"/>
              </a:spcAft>
              <a:buClr>
                <a:schemeClr val="accent3"/>
              </a:buClr>
              <a:buSzPts val="1000"/>
              <a:buNone/>
              <a:defRPr sz="1333" b="1">
                <a:solidFill>
                  <a:schemeClr val="accent3"/>
                </a:solidFill>
              </a:defRPr>
            </a:lvl6pPr>
            <a:lvl7pPr lvl="6" algn="ctr">
              <a:lnSpc>
                <a:spcPct val="100000"/>
              </a:lnSpc>
              <a:spcBef>
                <a:spcPts val="267"/>
              </a:spcBef>
              <a:spcAft>
                <a:spcPts val="0"/>
              </a:spcAft>
              <a:buClr>
                <a:schemeClr val="accent3"/>
              </a:buClr>
              <a:buSzPts val="1000"/>
              <a:buNone/>
              <a:defRPr sz="1333" b="1">
                <a:solidFill>
                  <a:schemeClr val="accent3"/>
                </a:solidFill>
              </a:defRPr>
            </a:lvl7pPr>
            <a:lvl8pPr lvl="7" algn="ctr">
              <a:lnSpc>
                <a:spcPct val="100000"/>
              </a:lnSpc>
              <a:spcBef>
                <a:spcPts val="267"/>
              </a:spcBef>
              <a:spcAft>
                <a:spcPts val="0"/>
              </a:spcAft>
              <a:buClr>
                <a:schemeClr val="accent3"/>
              </a:buClr>
              <a:buSzPts val="1000"/>
              <a:buNone/>
              <a:defRPr sz="1333" b="1">
                <a:solidFill>
                  <a:schemeClr val="accent3"/>
                </a:solidFill>
              </a:defRPr>
            </a:lvl8pPr>
            <a:lvl9pPr lvl="8" algn="ctr">
              <a:lnSpc>
                <a:spcPct val="100000"/>
              </a:lnSpc>
              <a:spcBef>
                <a:spcPts val="267"/>
              </a:spcBef>
              <a:spcAft>
                <a:spcPts val="267"/>
              </a:spcAft>
              <a:buClr>
                <a:schemeClr val="accent3"/>
              </a:buClr>
              <a:buSzPts val="1000"/>
              <a:buNone/>
              <a:defRPr sz="1333" b="1">
                <a:solidFill>
                  <a:schemeClr val="accent3"/>
                </a:solidFill>
              </a:defRPr>
            </a:lvl9pPr>
          </a:lstStyle>
          <a:p>
            <a:endParaRPr/>
          </a:p>
        </p:txBody>
      </p:sp>
      <p:sp>
        <p:nvSpPr>
          <p:cNvPr id="523" name="Google Shape;523;p41"/>
          <p:cNvSpPr txBox="1">
            <a:spLocks noGrp="1"/>
          </p:cNvSpPr>
          <p:nvPr>
            <p:ph type="subTitle" idx="13"/>
          </p:nvPr>
        </p:nvSpPr>
        <p:spPr>
          <a:xfrm>
            <a:off x="1178701" y="4501667"/>
            <a:ext cx="4389200" cy="426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000"/>
              <a:buNone/>
              <a:defRPr sz="1333"/>
            </a:lvl1pPr>
            <a:lvl2pPr lvl="1" algn="l">
              <a:lnSpc>
                <a:spcPct val="100000"/>
              </a:lnSpc>
              <a:spcBef>
                <a:spcPts val="267"/>
              </a:spcBef>
              <a:spcAft>
                <a:spcPts val="0"/>
              </a:spcAft>
              <a:buSzPts val="1000"/>
              <a:buNone/>
              <a:defRPr sz="1333"/>
            </a:lvl2pPr>
            <a:lvl3pPr lvl="2" algn="l">
              <a:lnSpc>
                <a:spcPct val="100000"/>
              </a:lnSpc>
              <a:spcBef>
                <a:spcPts val="267"/>
              </a:spcBef>
              <a:spcAft>
                <a:spcPts val="0"/>
              </a:spcAft>
              <a:buSzPts val="1000"/>
              <a:buNone/>
              <a:defRPr sz="1333"/>
            </a:lvl3pPr>
            <a:lvl4pPr lvl="3" algn="l">
              <a:lnSpc>
                <a:spcPct val="100000"/>
              </a:lnSpc>
              <a:spcBef>
                <a:spcPts val="267"/>
              </a:spcBef>
              <a:spcAft>
                <a:spcPts val="0"/>
              </a:spcAft>
              <a:buSzPts val="1000"/>
              <a:buNone/>
              <a:defRPr sz="1333"/>
            </a:lvl4pPr>
            <a:lvl5pPr lvl="4" algn="l">
              <a:lnSpc>
                <a:spcPct val="100000"/>
              </a:lnSpc>
              <a:spcBef>
                <a:spcPts val="267"/>
              </a:spcBef>
              <a:spcAft>
                <a:spcPts val="0"/>
              </a:spcAft>
              <a:buSzPts val="1000"/>
              <a:buNone/>
              <a:defRPr sz="1333"/>
            </a:lvl5pPr>
            <a:lvl6pPr lvl="5" algn="l">
              <a:lnSpc>
                <a:spcPct val="100000"/>
              </a:lnSpc>
              <a:spcBef>
                <a:spcPts val="267"/>
              </a:spcBef>
              <a:spcAft>
                <a:spcPts val="0"/>
              </a:spcAft>
              <a:buSzPts val="1000"/>
              <a:buNone/>
              <a:defRPr sz="1333"/>
            </a:lvl6pPr>
            <a:lvl7pPr lvl="6" algn="l">
              <a:lnSpc>
                <a:spcPct val="100000"/>
              </a:lnSpc>
              <a:spcBef>
                <a:spcPts val="267"/>
              </a:spcBef>
              <a:spcAft>
                <a:spcPts val="0"/>
              </a:spcAft>
              <a:buSzPts val="1000"/>
              <a:buNone/>
              <a:defRPr sz="1333"/>
            </a:lvl7pPr>
            <a:lvl8pPr lvl="7" algn="l">
              <a:lnSpc>
                <a:spcPct val="100000"/>
              </a:lnSpc>
              <a:spcBef>
                <a:spcPts val="267"/>
              </a:spcBef>
              <a:spcAft>
                <a:spcPts val="0"/>
              </a:spcAft>
              <a:buSzPts val="1000"/>
              <a:buNone/>
              <a:defRPr sz="1333"/>
            </a:lvl8pPr>
            <a:lvl9pPr lvl="8" algn="l">
              <a:lnSpc>
                <a:spcPct val="100000"/>
              </a:lnSpc>
              <a:spcBef>
                <a:spcPts val="267"/>
              </a:spcBef>
              <a:spcAft>
                <a:spcPts val="267"/>
              </a:spcAft>
              <a:buSzPts val="1000"/>
              <a:buNone/>
              <a:defRPr sz="1333"/>
            </a:lvl9pPr>
          </a:lstStyle>
          <a:p>
            <a:endParaRPr/>
          </a:p>
        </p:txBody>
      </p:sp>
      <p:sp>
        <p:nvSpPr>
          <p:cNvPr id="524" name="Google Shape;524;p41"/>
          <p:cNvSpPr txBox="1">
            <a:spLocks noGrp="1"/>
          </p:cNvSpPr>
          <p:nvPr>
            <p:ph type="subTitle" idx="14"/>
          </p:nvPr>
        </p:nvSpPr>
        <p:spPr>
          <a:xfrm>
            <a:off x="554167" y="4501667"/>
            <a:ext cx="304800" cy="426800"/>
          </a:xfrm>
          <a:prstGeom prst="rect">
            <a:avLst/>
          </a:prstGeom>
          <a:noFill/>
          <a:ln>
            <a:noFill/>
          </a:ln>
        </p:spPr>
        <p:txBody>
          <a:bodyPr spcFirstLastPara="1" wrap="square" lIns="0" tIns="0" rIns="0" bIns="0" anchor="ctr" anchorCtr="0">
            <a:noAutofit/>
          </a:bodyPr>
          <a:lstStyle>
            <a:lvl1pPr lvl="0" algn="ctr">
              <a:lnSpc>
                <a:spcPct val="100000"/>
              </a:lnSpc>
              <a:spcBef>
                <a:spcPts val="0"/>
              </a:spcBef>
              <a:spcAft>
                <a:spcPts val="0"/>
              </a:spcAft>
              <a:buClr>
                <a:schemeClr val="accent1"/>
              </a:buClr>
              <a:buSzPts val="1000"/>
              <a:buNone/>
              <a:defRPr sz="1333" b="1">
                <a:solidFill>
                  <a:schemeClr val="accent1"/>
                </a:solidFill>
              </a:defRPr>
            </a:lvl1pPr>
            <a:lvl2pPr lvl="1" algn="ctr">
              <a:lnSpc>
                <a:spcPct val="100000"/>
              </a:lnSpc>
              <a:spcBef>
                <a:spcPts val="267"/>
              </a:spcBef>
              <a:spcAft>
                <a:spcPts val="0"/>
              </a:spcAft>
              <a:buClr>
                <a:schemeClr val="accent1"/>
              </a:buClr>
              <a:buSzPts val="1000"/>
              <a:buNone/>
              <a:defRPr sz="1333" b="1">
                <a:solidFill>
                  <a:schemeClr val="accent1"/>
                </a:solidFill>
              </a:defRPr>
            </a:lvl2pPr>
            <a:lvl3pPr lvl="2" algn="ctr">
              <a:lnSpc>
                <a:spcPct val="100000"/>
              </a:lnSpc>
              <a:spcBef>
                <a:spcPts val="267"/>
              </a:spcBef>
              <a:spcAft>
                <a:spcPts val="0"/>
              </a:spcAft>
              <a:buClr>
                <a:schemeClr val="accent1"/>
              </a:buClr>
              <a:buSzPts val="1000"/>
              <a:buNone/>
              <a:defRPr sz="1333" b="1">
                <a:solidFill>
                  <a:schemeClr val="accent1"/>
                </a:solidFill>
              </a:defRPr>
            </a:lvl3pPr>
            <a:lvl4pPr lvl="3" algn="ctr">
              <a:lnSpc>
                <a:spcPct val="100000"/>
              </a:lnSpc>
              <a:spcBef>
                <a:spcPts val="267"/>
              </a:spcBef>
              <a:spcAft>
                <a:spcPts val="0"/>
              </a:spcAft>
              <a:buClr>
                <a:schemeClr val="accent1"/>
              </a:buClr>
              <a:buSzPts val="1000"/>
              <a:buNone/>
              <a:defRPr sz="1333" b="1">
                <a:solidFill>
                  <a:schemeClr val="accent1"/>
                </a:solidFill>
              </a:defRPr>
            </a:lvl4pPr>
            <a:lvl5pPr lvl="4" algn="ctr">
              <a:lnSpc>
                <a:spcPct val="100000"/>
              </a:lnSpc>
              <a:spcBef>
                <a:spcPts val="267"/>
              </a:spcBef>
              <a:spcAft>
                <a:spcPts val="0"/>
              </a:spcAft>
              <a:buClr>
                <a:schemeClr val="accent1"/>
              </a:buClr>
              <a:buSzPts val="1000"/>
              <a:buNone/>
              <a:defRPr sz="1333" b="1">
                <a:solidFill>
                  <a:schemeClr val="accent1"/>
                </a:solidFill>
              </a:defRPr>
            </a:lvl5pPr>
            <a:lvl6pPr lvl="5" algn="ctr">
              <a:lnSpc>
                <a:spcPct val="100000"/>
              </a:lnSpc>
              <a:spcBef>
                <a:spcPts val="267"/>
              </a:spcBef>
              <a:spcAft>
                <a:spcPts val="0"/>
              </a:spcAft>
              <a:buClr>
                <a:schemeClr val="accent1"/>
              </a:buClr>
              <a:buSzPts val="1000"/>
              <a:buNone/>
              <a:defRPr sz="1333" b="1">
                <a:solidFill>
                  <a:schemeClr val="accent1"/>
                </a:solidFill>
              </a:defRPr>
            </a:lvl6pPr>
            <a:lvl7pPr lvl="6" algn="ctr">
              <a:lnSpc>
                <a:spcPct val="100000"/>
              </a:lnSpc>
              <a:spcBef>
                <a:spcPts val="267"/>
              </a:spcBef>
              <a:spcAft>
                <a:spcPts val="0"/>
              </a:spcAft>
              <a:buClr>
                <a:schemeClr val="accent1"/>
              </a:buClr>
              <a:buSzPts val="1000"/>
              <a:buNone/>
              <a:defRPr sz="1333" b="1">
                <a:solidFill>
                  <a:schemeClr val="accent1"/>
                </a:solidFill>
              </a:defRPr>
            </a:lvl7pPr>
            <a:lvl8pPr lvl="7" algn="ctr">
              <a:lnSpc>
                <a:spcPct val="100000"/>
              </a:lnSpc>
              <a:spcBef>
                <a:spcPts val="267"/>
              </a:spcBef>
              <a:spcAft>
                <a:spcPts val="0"/>
              </a:spcAft>
              <a:buClr>
                <a:schemeClr val="accent1"/>
              </a:buClr>
              <a:buSzPts val="1000"/>
              <a:buNone/>
              <a:defRPr sz="1333" b="1">
                <a:solidFill>
                  <a:schemeClr val="accent1"/>
                </a:solidFill>
              </a:defRPr>
            </a:lvl8pPr>
            <a:lvl9pPr lvl="8" algn="ctr">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525" name="Google Shape;525;p41"/>
          <p:cNvSpPr txBox="1">
            <a:spLocks noGrp="1"/>
          </p:cNvSpPr>
          <p:nvPr>
            <p:ph type="subTitle" idx="15"/>
          </p:nvPr>
        </p:nvSpPr>
        <p:spPr>
          <a:xfrm>
            <a:off x="857553" y="4501667"/>
            <a:ext cx="135600" cy="426800"/>
          </a:xfrm>
          <a:prstGeom prst="rect">
            <a:avLst/>
          </a:prstGeom>
          <a:noFill/>
          <a:ln>
            <a:noFill/>
          </a:ln>
        </p:spPr>
        <p:txBody>
          <a:bodyPr spcFirstLastPara="1" wrap="square" lIns="0" tIns="0" rIns="0" bIns="0" anchor="ctr" anchorCtr="0">
            <a:noAutofit/>
          </a:bodyPr>
          <a:lstStyle>
            <a:lvl1pPr lvl="0" algn="ctr">
              <a:lnSpc>
                <a:spcPct val="100000"/>
              </a:lnSpc>
              <a:spcBef>
                <a:spcPts val="0"/>
              </a:spcBef>
              <a:spcAft>
                <a:spcPts val="0"/>
              </a:spcAft>
              <a:buClr>
                <a:schemeClr val="accent3"/>
              </a:buClr>
              <a:buSzPts val="1000"/>
              <a:buNone/>
              <a:defRPr sz="1333" b="1">
                <a:solidFill>
                  <a:schemeClr val="accent3"/>
                </a:solidFill>
              </a:defRPr>
            </a:lvl1pPr>
            <a:lvl2pPr lvl="1" algn="ctr">
              <a:lnSpc>
                <a:spcPct val="100000"/>
              </a:lnSpc>
              <a:spcBef>
                <a:spcPts val="267"/>
              </a:spcBef>
              <a:spcAft>
                <a:spcPts val="0"/>
              </a:spcAft>
              <a:buClr>
                <a:schemeClr val="accent3"/>
              </a:buClr>
              <a:buSzPts val="1000"/>
              <a:buNone/>
              <a:defRPr sz="1333" b="1">
                <a:solidFill>
                  <a:schemeClr val="accent3"/>
                </a:solidFill>
              </a:defRPr>
            </a:lvl2pPr>
            <a:lvl3pPr lvl="2" algn="ctr">
              <a:lnSpc>
                <a:spcPct val="100000"/>
              </a:lnSpc>
              <a:spcBef>
                <a:spcPts val="267"/>
              </a:spcBef>
              <a:spcAft>
                <a:spcPts val="0"/>
              </a:spcAft>
              <a:buClr>
                <a:schemeClr val="accent3"/>
              </a:buClr>
              <a:buSzPts val="1000"/>
              <a:buNone/>
              <a:defRPr sz="1333" b="1">
                <a:solidFill>
                  <a:schemeClr val="accent3"/>
                </a:solidFill>
              </a:defRPr>
            </a:lvl3pPr>
            <a:lvl4pPr lvl="3" algn="ctr">
              <a:lnSpc>
                <a:spcPct val="100000"/>
              </a:lnSpc>
              <a:spcBef>
                <a:spcPts val="267"/>
              </a:spcBef>
              <a:spcAft>
                <a:spcPts val="0"/>
              </a:spcAft>
              <a:buClr>
                <a:schemeClr val="accent3"/>
              </a:buClr>
              <a:buSzPts val="1000"/>
              <a:buNone/>
              <a:defRPr sz="1333" b="1">
                <a:solidFill>
                  <a:schemeClr val="accent3"/>
                </a:solidFill>
              </a:defRPr>
            </a:lvl4pPr>
            <a:lvl5pPr lvl="4" algn="ctr">
              <a:lnSpc>
                <a:spcPct val="100000"/>
              </a:lnSpc>
              <a:spcBef>
                <a:spcPts val="267"/>
              </a:spcBef>
              <a:spcAft>
                <a:spcPts val="0"/>
              </a:spcAft>
              <a:buClr>
                <a:schemeClr val="accent3"/>
              </a:buClr>
              <a:buSzPts val="1000"/>
              <a:buNone/>
              <a:defRPr sz="1333" b="1">
                <a:solidFill>
                  <a:schemeClr val="accent3"/>
                </a:solidFill>
              </a:defRPr>
            </a:lvl5pPr>
            <a:lvl6pPr lvl="5" algn="ctr">
              <a:lnSpc>
                <a:spcPct val="100000"/>
              </a:lnSpc>
              <a:spcBef>
                <a:spcPts val="267"/>
              </a:spcBef>
              <a:spcAft>
                <a:spcPts val="0"/>
              </a:spcAft>
              <a:buClr>
                <a:schemeClr val="accent3"/>
              </a:buClr>
              <a:buSzPts val="1000"/>
              <a:buNone/>
              <a:defRPr sz="1333" b="1">
                <a:solidFill>
                  <a:schemeClr val="accent3"/>
                </a:solidFill>
              </a:defRPr>
            </a:lvl6pPr>
            <a:lvl7pPr lvl="6" algn="ctr">
              <a:lnSpc>
                <a:spcPct val="100000"/>
              </a:lnSpc>
              <a:spcBef>
                <a:spcPts val="267"/>
              </a:spcBef>
              <a:spcAft>
                <a:spcPts val="0"/>
              </a:spcAft>
              <a:buClr>
                <a:schemeClr val="accent3"/>
              </a:buClr>
              <a:buSzPts val="1000"/>
              <a:buNone/>
              <a:defRPr sz="1333" b="1">
                <a:solidFill>
                  <a:schemeClr val="accent3"/>
                </a:solidFill>
              </a:defRPr>
            </a:lvl7pPr>
            <a:lvl8pPr lvl="7" algn="ctr">
              <a:lnSpc>
                <a:spcPct val="100000"/>
              </a:lnSpc>
              <a:spcBef>
                <a:spcPts val="267"/>
              </a:spcBef>
              <a:spcAft>
                <a:spcPts val="0"/>
              </a:spcAft>
              <a:buClr>
                <a:schemeClr val="accent3"/>
              </a:buClr>
              <a:buSzPts val="1000"/>
              <a:buNone/>
              <a:defRPr sz="1333" b="1">
                <a:solidFill>
                  <a:schemeClr val="accent3"/>
                </a:solidFill>
              </a:defRPr>
            </a:lvl8pPr>
            <a:lvl9pPr lvl="8" algn="ctr">
              <a:lnSpc>
                <a:spcPct val="100000"/>
              </a:lnSpc>
              <a:spcBef>
                <a:spcPts val="267"/>
              </a:spcBef>
              <a:spcAft>
                <a:spcPts val="267"/>
              </a:spcAft>
              <a:buClr>
                <a:schemeClr val="accent3"/>
              </a:buClr>
              <a:buSzPts val="1000"/>
              <a:buNone/>
              <a:defRPr sz="1333" b="1">
                <a:solidFill>
                  <a:schemeClr val="accent3"/>
                </a:solidFill>
              </a:defRPr>
            </a:lvl9pPr>
          </a:lstStyle>
          <a:p>
            <a:endParaRPr/>
          </a:p>
        </p:txBody>
      </p:sp>
      <p:sp>
        <p:nvSpPr>
          <p:cNvPr id="526" name="Google Shape;526;p41"/>
          <p:cNvSpPr txBox="1">
            <a:spLocks noGrp="1"/>
          </p:cNvSpPr>
          <p:nvPr>
            <p:ph type="subTitle" idx="16"/>
          </p:nvPr>
        </p:nvSpPr>
        <p:spPr>
          <a:xfrm>
            <a:off x="1178701" y="5439967"/>
            <a:ext cx="4389200" cy="426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000"/>
              <a:buNone/>
              <a:defRPr sz="1333"/>
            </a:lvl1pPr>
            <a:lvl2pPr lvl="1" algn="l">
              <a:lnSpc>
                <a:spcPct val="100000"/>
              </a:lnSpc>
              <a:spcBef>
                <a:spcPts val="267"/>
              </a:spcBef>
              <a:spcAft>
                <a:spcPts val="0"/>
              </a:spcAft>
              <a:buSzPts val="1000"/>
              <a:buNone/>
              <a:defRPr sz="1333"/>
            </a:lvl2pPr>
            <a:lvl3pPr lvl="2" algn="l">
              <a:lnSpc>
                <a:spcPct val="100000"/>
              </a:lnSpc>
              <a:spcBef>
                <a:spcPts val="267"/>
              </a:spcBef>
              <a:spcAft>
                <a:spcPts val="0"/>
              </a:spcAft>
              <a:buSzPts val="1000"/>
              <a:buNone/>
              <a:defRPr sz="1333"/>
            </a:lvl3pPr>
            <a:lvl4pPr lvl="3" algn="l">
              <a:lnSpc>
                <a:spcPct val="100000"/>
              </a:lnSpc>
              <a:spcBef>
                <a:spcPts val="267"/>
              </a:spcBef>
              <a:spcAft>
                <a:spcPts val="0"/>
              </a:spcAft>
              <a:buSzPts val="1000"/>
              <a:buNone/>
              <a:defRPr sz="1333"/>
            </a:lvl4pPr>
            <a:lvl5pPr lvl="4" algn="l">
              <a:lnSpc>
                <a:spcPct val="100000"/>
              </a:lnSpc>
              <a:spcBef>
                <a:spcPts val="267"/>
              </a:spcBef>
              <a:spcAft>
                <a:spcPts val="0"/>
              </a:spcAft>
              <a:buSzPts val="1000"/>
              <a:buNone/>
              <a:defRPr sz="1333"/>
            </a:lvl5pPr>
            <a:lvl6pPr lvl="5" algn="l">
              <a:lnSpc>
                <a:spcPct val="100000"/>
              </a:lnSpc>
              <a:spcBef>
                <a:spcPts val="267"/>
              </a:spcBef>
              <a:spcAft>
                <a:spcPts val="0"/>
              </a:spcAft>
              <a:buSzPts val="1000"/>
              <a:buNone/>
              <a:defRPr sz="1333"/>
            </a:lvl6pPr>
            <a:lvl7pPr lvl="6" algn="l">
              <a:lnSpc>
                <a:spcPct val="100000"/>
              </a:lnSpc>
              <a:spcBef>
                <a:spcPts val="267"/>
              </a:spcBef>
              <a:spcAft>
                <a:spcPts val="0"/>
              </a:spcAft>
              <a:buSzPts val="1000"/>
              <a:buNone/>
              <a:defRPr sz="1333"/>
            </a:lvl7pPr>
            <a:lvl8pPr lvl="7" algn="l">
              <a:lnSpc>
                <a:spcPct val="100000"/>
              </a:lnSpc>
              <a:spcBef>
                <a:spcPts val="267"/>
              </a:spcBef>
              <a:spcAft>
                <a:spcPts val="0"/>
              </a:spcAft>
              <a:buSzPts val="1000"/>
              <a:buNone/>
              <a:defRPr sz="1333"/>
            </a:lvl8pPr>
            <a:lvl9pPr lvl="8" algn="l">
              <a:lnSpc>
                <a:spcPct val="100000"/>
              </a:lnSpc>
              <a:spcBef>
                <a:spcPts val="267"/>
              </a:spcBef>
              <a:spcAft>
                <a:spcPts val="267"/>
              </a:spcAft>
              <a:buSzPts val="1000"/>
              <a:buNone/>
              <a:defRPr sz="1333"/>
            </a:lvl9pPr>
          </a:lstStyle>
          <a:p>
            <a:endParaRPr/>
          </a:p>
        </p:txBody>
      </p:sp>
      <p:sp>
        <p:nvSpPr>
          <p:cNvPr id="527" name="Google Shape;527;p41"/>
          <p:cNvSpPr txBox="1">
            <a:spLocks noGrp="1"/>
          </p:cNvSpPr>
          <p:nvPr>
            <p:ph type="subTitle" idx="17"/>
          </p:nvPr>
        </p:nvSpPr>
        <p:spPr>
          <a:xfrm>
            <a:off x="554167" y="5439967"/>
            <a:ext cx="304800" cy="426800"/>
          </a:xfrm>
          <a:prstGeom prst="rect">
            <a:avLst/>
          </a:prstGeom>
          <a:noFill/>
          <a:ln>
            <a:noFill/>
          </a:ln>
        </p:spPr>
        <p:txBody>
          <a:bodyPr spcFirstLastPara="1" wrap="square" lIns="0" tIns="0" rIns="0" bIns="0" anchor="ctr" anchorCtr="0">
            <a:noAutofit/>
          </a:bodyPr>
          <a:lstStyle>
            <a:lvl1pPr lvl="0" algn="ctr">
              <a:lnSpc>
                <a:spcPct val="100000"/>
              </a:lnSpc>
              <a:spcBef>
                <a:spcPts val="0"/>
              </a:spcBef>
              <a:spcAft>
                <a:spcPts val="0"/>
              </a:spcAft>
              <a:buClr>
                <a:schemeClr val="accent1"/>
              </a:buClr>
              <a:buSzPts val="1000"/>
              <a:buNone/>
              <a:defRPr sz="1333" b="1">
                <a:solidFill>
                  <a:schemeClr val="accent1"/>
                </a:solidFill>
              </a:defRPr>
            </a:lvl1pPr>
            <a:lvl2pPr lvl="1" algn="ctr">
              <a:lnSpc>
                <a:spcPct val="100000"/>
              </a:lnSpc>
              <a:spcBef>
                <a:spcPts val="267"/>
              </a:spcBef>
              <a:spcAft>
                <a:spcPts val="0"/>
              </a:spcAft>
              <a:buClr>
                <a:schemeClr val="accent1"/>
              </a:buClr>
              <a:buSzPts val="1000"/>
              <a:buNone/>
              <a:defRPr sz="1333" b="1">
                <a:solidFill>
                  <a:schemeClr val="accent1"/>
                </a:solidFill>
              </a:defRPr>
            </a:lvl2pPr>
            <a:lvl3pPr lvl="2" algn="ctr">
              <a:lnSpc>
                <a:spcPct val="100000"/>
              </a:lnSpc>
              <a:spcBef>
                <a:spcPts val="267"/>
              </a:spcBef>
              <a:spcAft>
                <a:spcPts val="0"/>
              </a:spcAft>
              <a:buClr>
                <a:schemeClr val="accent1"/>
              </a:buClr>
              <a:buSzPts val="1000"/>
              <a:buNone/>
              <a:defRPr sz="1333" b="1">
                <a:solidFill>
                  <a:schemeClr val="accent1"/>
                </a:solidFill>
              </a:defRPr>
            </a:lvl3pPr>
            <a:lvl4pPr lvl="3" algn="ctr">
              <a:lnSpc>
                <a:spcPct val="100000"/>
              </a:lnSpc>
              <a:spcBef>
                <a:spcPts val="267"/>
              </a:spcBef>
              <a:spcAft>
                <a:spcPts val="0"/>
              </a:spcAft>
              <a:buClr>
                <a:schemeClr val="accent1"/>
              </a:buClr>
              <a:buSzPts val="1000"/>
              <a:buNone/>
              <a:defRPr sz="1333" b="1">
                <a:solidFill>
                  <a:schemeClr val="accent1"/>
                </a:solidFill>
              </a:defRPr>
            </a:lvl4pPr>
            <a:lvl5pPr lvl="4" algn="ctr">
              <a:lnSpc>
                <a:spcPct val="100000"/>
              </a:lnSpc>
              <a:spcBef>
                <a:spcPts val="267"/>
              </a:spcBef>
              <a:spcAft>
                <a:spcPts val="0"/>
              </a:spcAft>
              <a:buClr>
                <a:schemeClr val="accent1"/>
              </a:buClr>
              <a:buSzPts val="1000"/>
              <a:buNone/>
              <a:defRPr sz="1333" b="1">
                <a:solidFill>
                  <a:schemeClr val="accent1"/>
                </a:solidFill>
              </a:defRPr>
            </a:lvl5pPr>
            <a:lvl6pPr lvl="5" algn="ctr">
              <a:lnSpc>
                <a:spcPct val="100000"/>
              </a:lnSpc>
              <a:spcBef>
                <a:spcPts val="267"/>
              </a:spcBef>
              <a:spcAft>
                <a:spcPts val="0"/>
              </a:spcAft>
              <a:buClr>
                <a:schemeClr val="accent1"/>
              </a:buClr>
              <a:buSzPts val="1000"/>
              <a:buNone/>
              <a:defRPr sz="1333" b="1">
                <a:solidFill>
                  <a:schemeClr val="accent1"/>
                </a:solidFill>
              </a:defRPr>
            </a:lvl6pPr>
            <a:lvl7pPr lvl="6" algn="ctr">
              <a:lnSpc>
                <a:spcPct val="100000"/>
              </a:lnSpc>
              <a:spcBef>
                <a:spcPts val="267"/>
              </a:spcBef>
              <a:spcAft>
                <a:spcPts val="0"/>
              </a:spcAft>
              <a:buClr>
                <a:schemeClr val="accent1"/>
              </a:buClr>
              <a:buSzPts val="1000"/>
              <a:buNone/>
              <a:defRPr sz="1333" b="1">
                <a:solidFill>
                  <a:schemeClr val="accent1"/>
                </a:solidFill>
              </a:defRPr>
            </a:lvl7pPr>
            <a:lvl8pPr lvl="7" algn="ctr">
              <a:lnSpc>
                <a:spcPct val="100000"/>
              </a:lnSpc>
              <a:spcBef>
                <a:spcPts val="267"/>
              </a:spcBef>
              <a:spcAft>
                <a:spcPts val="0"/>
              </a:spcAft>
              <a:buClr>
                <a:schemeClr val="accent1"/>
              </a:buClr>
              <a:buSzPts val="1000"/>
              <a:buNone/>
              <a:defRPr sz="1333" b="1">
                <a:solidFill>
                  <a:schemeClr val="accent1"/>
                </a:solidFill>
              </a:defRPr>
            </a:lvl8pPr>
            <a:lvl9pPr lvl="8" algn="ctr">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528" name="Google Shape;528;p41"/>
          <p:cNvSpPr txBox="1">
            <a:spLocks noGrp="1"/>
          </p:cNvSpPr>
          <p:nvPr>
            <p:ph type="subTitle" idx="18"/>
          </p:nvPr>
        </p:nvSpPr>
        <p:spPr>
          <a:xfrm>
            <a:off x="857553" y="5439967"/>
            <a:ext cx="135600" cy="426800"/>
          </a:xfrm>
          <a:prstGeom prst="rect">
            <a:avLst/>
          </a:prstGeom>
          <a:noFill/>
          <a:ln>
            <a:noFill/>
          </a:ln>
        </p:spPr>
        <p:txBody>
          <a:bodyPr spcFirstLastPara="1" wrap="square" lIns="0" tIns="0" rIns="0" bIns="0" anchor="ctr" anchorCtr="0">
            <a:noAutofit/>
          </a:bodyPr>
          <a:lstStyle>
            <a:lvl1pPr lvl="0" algn="ctr">
              <a:lnSpc>
                <a:spcPct val="100000"/>
              </a:lnSpc>
              <a:spcBef>
                <a:spcPts val="0"/>
              </a:spcBef>
              <a:spcAft>
                <a:spcPts val="0"/>
              </a:spcAft>
              <a:buClr>
                <a:schemeClr val="accent3"/>
              </a:buClr>
              <a:buSzPts val="1000"/>
              <a:buNone/>
              <a:defRPr sz="1333" b="1">
                <a:solidFill>
                  <a:schemeClr val="accent3"/>
                </a:solidFill>
              </a:defRPr>
            </a:lvl1pPr>
            <a:lvl2pPr lvl="1" algn="ctr">
              <a:lnSpc>
                <a:spcPct val="100000"/>
              </a:lnSpc>
              <a:spcBef>
                <a:spcPts val="267"/>
              </a:spcBef>
              <a:spcAft>
                <a:spcPts val="0"/>
              </a:spcAft>
              <a:buClr>
                <a:schemeClr val="accent3"/>
              </a:buClr>
              <a:buSzPts val="1000"/>
              <a:buNone/>
              <a:defRPr sz="1333" b="1">
                <a:solidFill>
                  <a:schemeClr val="accent3"/>
                </a:solidFill>
              </a:defRPr>
            </a:lvl2pPr>
            <a:lvl3pPr lvl="2" algn="ctr">
              <a:lnSpc>
                <a:spcPct val="100000"/>
              </a:lnSpc>
              <a:spcBef>
                <a:spcPts val="267"/>
              </a:spcBef>
              <a:spcAft>
                <a:spcPts val="0"/>
              </a:spcAft>
              <a:buClr>
                <a:schemeClr val="accent3"/>
              </a:buClr>
              <a:buSzPts val="1000"/>
              <a:buNone/>
              <a:defRPr sz="1333" b="1">
                <a:solidFill>
                  <a:schemeClr val="accent3"/>
                </a:solidFill>
              </a:defRPr>
            </a:lvl3pPr>
            <a:lvl4pPr lvl="3" algn="ctr">
              <a:lnSpc>
                <a:spcPct val="100000"/>
              </a:lnSpc>
              <a:spcBef>
                <a:spcPts val="267"/>
              </a:spcBef>
              <a:spcAft>
                <a:spcPts val="0"/>
              </a:spcAft>
              <a:buClr>
                <a:schemeClr val="accent3"/>
              </a:buClr>
              <a:buSzPts val="1000"/>
              <a:buNone/>
              <a:defRPr sz="1333" b="1">
                <a:solidFill>
                  <a:schemeClr val="accent3"/>
                </a:solidFill>
              </a:defRPr>
            </a:lvl4pPr>
            <a:lvl5pPr lvl="4" algn="ctr">
              <a:lnSpc>
                <a:spcPct val="100000"/>
              </a:lnSpc>
              <a:spcBef>
                <a:spcPts val="267"/>
              </a:spcBef>
              <a:spcAft>
                <a:spcPts val="0"/>
              </a:spcAft>
              <a:buClr>
                <a:schemeClr val="accent3"/>
              </a:buClr>
              <a:buSzPts val="1000"/>
              <a:buNone/>
              <a:defRPr sz="1333" b="1">
                <a:solidFill>
                  <a:schemeClr val="accent3"/>
                </a:solidFill>
              </a:defRPr>
            </a:lvl5pPr>
            <a:lvl6pPr lvl="5" algn="ctr">
              <a:lnSpc>
                <a:spcPct val="100000"/>
              </a:lnSpc>
              <a:spcBef>
                <a:spcPts val="267"/>
              </a:spcBef>
              <a:spcAft>
                <a:spcPts val="0"/>
              </a:spcAft>
              <a:buClr>
                <a:schemeClr val="accent3"/>
              </a:buClr>
              <a:buSzPts val="1000"/>
              <a:buNone/>
              <a:defRPr sz="1333" b="1">
                <a:solidFill>
                  <a:schemeClr val="accent3"/>
                </a:solidFill>
              </a:defRPr>
            </a:lvl6pPr>
            <a:lvl7pPr lvl="6" algn="ctr">
              <a:lnSpc>
                <a:spcPct val="100000"/>
              </a:lnSpc>
              <a:spcBef>
                <a:spcPts val="267"/>
              </a:spcBef>
              <a:spcAft>
                <a:spcPts val="0"/>
              </a:spcAft>
              <a:buClr>
                <a:schemeClr val="accent3"/>
              </a:buClr>
              <a:buSzPts val="1000"/>
              <a:buNone/>
              <a:defRPr sz="1333" b="1">
                <a:solidFill>
                  <a:schemeClr val="accent3"/>
                </a:solidFill>
              </a:defRPr>
            </a:lvl7pPr>
            <a:lvl8pPr lvl="7" algn="ctr">
              <a:lnSpc>
                <a:spcPct val="100000"/>
              </a:lnSpc>
              <a:spcBef>
                <a:spcPts val="267"/>
              </a:spcBef>
              <a:spcAft>
                <a:spcPts val="0"/>
              </a:spcAft>
              <a:buClr>
                <a:schemeClr val="accent3"/>
              </a:buClr>
              <a:buSzPts val="1000"/>
              <a:buNone/>
              <a:defRPr sz="1333" b="1">
                <a:solidFill>
                  <a:schemeClr val="accent3"/>
                </a:solidFill>
              </a:defRPr>
            </a:lvl8pPr>
            <a:lvl9pPr lvl="8" algn="ctr">
              <a:lnSpc>
                <a:spcPct val="100000"/>
              </a:lnSpc>
              <a:spcBef>
                <a:spcPts val="267"/>
              </a:spcBef>
              <a:spcAft>
                <a:spcPts val="267"/>
              </a:spcAft>
              <a:buClr>
                <a:schemeClr val="accent3"/>
              </a:buClr>
              <a:buSzPts val="1000"/>
              <a:buNone/>
              <a:defRPr sz="1333" b="1">
                <a:solidFill>
                  <a:schemeClr val="accent3"/>
                </a:solidFill>
              </a:defRPr>
            </a:lvl9pPr>
          </a:lstStyle>
          <a:p>
            <a:endParaRPr/>
          </a:p>
        </p:txBody>
      </p:sp>
      <p:sp>
        <p:nvSpPr>
          <p:cNvPr id="529" name="Google Shape;529;p41"/>
          <p:cNvSpPr txBox="1">
            <a:spLocks noGrp="1"/>
          </p:cNvSpPr>
          <p:nvPr>
            <p:ph type="subTitle" idx="19"/>
          </p:nvPr>
        </p:nvSpPr>
        <p:spPr>
          <a:xfrm>
            <a:off x="7259201" y="1686767"/>
            <a:ext cx="4389200" cy="426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000"/>
              <a:buNone/>
              <a:defRPr sz="1333"/>
            </a:lvl1pPr>
            <a:lvl2pPr lvl="1" algn="l">
              <a:lnSpc>
                <a:spcPct val="100000"/>
              </a:lnSpc>
              <a:spcBef>
                <a:spcPts val="267"/>
              </a:spcBef>
              <a:spcAft>
                <a:spcPts val="0"/>
              </a:spcAft>
              <a:buSzPts val="1000"/>
              <a:buNone/>
              <a:defRPr sz="1333"/>
            </a:lvl2pPr>
            <a:lvl3pPr lvl="2" algn="l">
              <a:lnSpc>
                <a:spcPct val="100000"/>
              </a:lnSpc>
              <a:spcBef>
                <a:spcPts val="267"/>
              </a:spcBef>
              <a:spcAft>
                <a:spcPts val="0"/>
              </a:spcAft>
              <a:buSzPts val="1000"/>
              <a:buNone/>
              <a:defRPr sz="1333"/>
            </a:lvl3pPr>
            <a:lvl4pPr lvl="3" algn="l">
              <a:lnSpc>
                <a:spcPct val="100000"/>
              </a:lnSpc>
              <a:spcBef>
                <a:spcPts val="267"/>
              </a:spcBef>
              <a:spcAft>
                <a:spcPts val="0"/>
              </a:spcAft>
              <a:buSzPts val="1000"/>
              <a:buNone/>
              <a:defRPr sz="1333"/>
            </a:lvl4pPr>
            <a:lvl5pPr lvl="4" algn="l">
              <a:lnSpc>
                <a:spcPct val="100000"/>
              </a:lnSpc>
              <a:spcBef>
                <a:spcPts val="267"/>
              </a:spcBef>
              <a:spcAft>
                <a:spcPts val="0"/>
              </a:spcAft>
              <a:buSzPts val="1000"/>
              <a:buNone/>
              <a:defRPr sz="1333"/>
            </a:lvl5pPr>
            <a:lvl6pPr lvl="5" algn="l">
              <a:lnSpc>
                <a:spcPct val="100000"/>
              </a:lnSpc>
              <a:spcBef>
                <a:spcPts val="267"/>
              </a:spcBef>
              <a:spcAft>
                <a:spcPts val="0"/>
              </a:spcAft>
              <a:buSzPts val="1000"/>
              <a:buNone/>
              <a:defRPr sz="1333"/>
            </a:lvl6pPr>
            <a:lvl7pPr lvl="6" algn="l">
              <a:lnSpc>
                <a:spcPct val="100000"/>
              </a:lnSpc>
              <a:spcBef>
                <a:spcPts val="267"/>
              </a:spcBef>
              <a:spcAft>
                <a:spcPts val="0"/>
              </a:spcAft>
              <a:buSzPts val="1000"/>
              <a:buNone/>
              <a:defRPr sz="1333"/>
            </a:lvl7pPr>
            <a:lvl8pPr lvl="7" algn="l">
              <a:lnSpc>
                <a:spcPct val="100000"/>
              </a:lnSpc>
              <a:spcBef>
                <a:spcPts val="267"/>
              </a:spcBef>
              <a:spcAft>
                <a:spcPts val="0"/>
              </a:spcAft>
              <a:buSzPts val="1000"/>
              <a:buNone/>
              <a:defRPr sz="1333"/>
            </a:lvl8pPr>
            <a:lvl9pPr lvl="8" algn="l">
              <a:lnSpc>
                <a:spcPct val="100000"/>
              </a:lnSpc>
              <a:spcBef>
                <a:spcPts val="267"/>
              </a:spcBef>
              <a:spcAft>
                <a:spcPts val="267"/>
              </a:spcAft>
              <a:buSzPts val="1000"/>
              <a:buNone/>
              <a:defRPr sz="1333"/>
            </a:lvl9pPr>
          </a:lstStyle>
          <a:p>
            <a:endParaRPr/>
          </a:p>
        </p:txBody>
      </p:sp>
      <p:sp>
        <p:nvSpPr>
          <p:cNvPr id="530" name="Google Shape;530;p41"/>
          <p:cNvSpPr txBox="1">
            <a:spLocks noGrp="1"/>
          </p:cNvSpPr>
          <p:nvPr>
            <p:ph type="subTitle" idx="20"/>
          </p:nvPr>
        </p:nvSpPr>
        <p:spPr>
          <a:xfrm>
            <a:off x="6634667" y="1686767"/>
            <a:ext cx="304800" cy="426800"/>
          </a:xfrm>
          <a:prstGeom prst="rect">
            <a:avLst/>
          </a:prstGeom>
          <a:noFill/>
          <a:ln>
            <a:noFill/>
          </a:ln>
        </p:spPr>
        <p:txBody>
          <a:bodyPr spcFirstLastPara="1" wrap="square" lIns="0" tIns="0" rIns="0" bIns="0" anchor="ctr" anchorCtr="0">
            <a:noAutofit/>
          </a:bodyPr>
          <a:lstStyle>
            <a:lvl1pPr lvl="0" algn="ctr">
              <a:lnSpc>
                <a:spcPct val="100000"/>
              </a:lnSpc>
              <a:spcBef>
                <a:spcPts val="0"/>
              </a:spcBef>
              <a:spcAft>
                <a:spcPts val="0"/>
              </a:spcAft>
              <a:buClr>
                <a:schemeClr val="accent1"/>
              </a:buClr>
              <a:buSzPts val="1000"/>
              <a:buNone/>
              <a:defRPr sz="1333" b="1">
                <a:solidFill>
                  <a:schemeClr val="accent1"/>
                </a:solidFill>
              </a:defRPr>
            </a:lvl1pPr>
            <a:lvl2pPr lvl="1" algn="ctr">
              <a:lnSpc>
                <a:spcPct val="100000"/>
              </a:lnSpc>
              <a:spcBef>
                <a:spcPts val="267"/>
              </a:spcBef>
              <a:spcAft>
                <a:spcPts val="0"/>
              </a:spcAft>
              <a:buClr>
                <a:schemeClr val="accent1"/>
              </a:buClr>
              <a:buSzPts val="1000"/>
              <a:buNone/>
              <a:defRPr sz="1333" b="1">
                <a:solidFill>
                  <a:schemeClr val="accent1"/>
                </a:solidFill>
              </a:defRPr>
            </a:lvl2pPr>
            <a:lvl3pPr lvl="2" algn="ctr">
              <a:lnSpc>
                <a:spcPct val="100000"/>
              </a:lnSpc>
              <a:spcBef>
                <a:spcPts val="267"/>
              </a:spcBef>
              <a:spcAft>
                <a:spcPts val="0"/>
              </a:spcAft>
              <a:buClr>
                <a:schemeClr val="accent1"/>
              </a:buClr>
              <a:buSzPts val="1000"/>
              <a:buNone/>
              <a:defRPr sz="1333" b="1">
                <a:solidFill>
                  <a:schemeClr val="accent1"/>
                </a:solidFill>
              </a:defRPr>
            </a:lvl3pPr>
            <a:lvl4pPr lvl="3" algn="ctr">
              <a:lnSpc>
                <a:spcPct val="100000"/>
              </a:lnSpc>
              <a:spcBef>
                <a:spcPts val="267"/>
              </a:spcBef>
              <a:spcAft>
                <a:spcPts val="0"/>
              </a:spcAft>
              <a:buClr>
                <a:schemeClr val="accent1"/>
              </a:buClr>
              <a:buSzPts val="1000"/>
              <a:buNone/>
              <a:defRPr sz="1333" b="1">
                <a:solidFill>
                  <a:schemeClr val="accent1"/>
                </a:solidFill>
              </a:defRPr>
            </a:lvl4pPr>
            <a:lvl5pPr lvl="4" algn="ctr">
              <a:lnSpc>
                <a:spcPct val="100000"/>
              </a:lnSpc>
              <a:spcBef>
                <a:spcPts val="267"/>
              </a:spcBef>
              <a:spcAft>
                <a:spcPts val="0"/>
              </a:spcAft>
              <a:buClr>
                <a:schemeClr val="accent1"/>
              </a:buClr>
              <a:buSzPts val="1000"/>
              <a:buNone/>
              <a:defRPr sz="1333" b="1">
                <a:solidFill>
                  <a:schemeClr val="accent1"/>
                </a:solidFill>
              </a:defRPr>
            </a:lvl5pPr>
            <a:lvl6pPr lvl="5" algn="ctr">
              <a:lnSpc>
                <a:spcPct val="100000"/>
              </a:lnSpc>
              <a:spcBef>
                <a:spcPts val="267"/>
              </a:spcBef>
              <a:spcAft>
                <a:spcPts val="0"/>
              </a:spcAft>
              <a:buClr>
                <a:schemeClr val="accent1"/>
              </a:buClr>
              <a:buSzPts val="1000"/>
              <a:buNone/>
              <a:defRPr sz="1333" b="1">
                <a:solidFill>
                  <a:schemeClr val="accent1"/>
                </a:solidFill>
              </a:defRPr>
            </a:lvl6pPr>
            <a:lvl7pPr lvl="6" algn="ctr">
              <a:lnSpc>
                <a:spcPct val="100000"/>
              </a:lnSpc>
              <a:spcBef>
                <a:spcPts val="267"/>
              </a:spcBef>
              <a:spcAft>
                <a:spcPts val="0"/>
              </a:spcAft>
              <a:buClr>
                <a:schemeClr val="accent1"/>
              </a:buClr>
              <a:buSzPts val="1000"/>
              <a:buNone/>
              <a:defRPr sz="1333" b="1">
                <a:solidFill>
                  <a:schemeClr val="accent1"/>
                </a:solidFill>
              </a:defRPr>
            </a:lvl7pPr>
            <a:lvl8pPr lvl="7" algn="ctr">
              <a:lnSpc>
                <a:spcPct val="100000"/>
              </a:lnSpc>
              <a:spcBef>
                <a:spcPts val="267"/>
              </a:spcBef>
              <a:spcAft>
                <a:spcPts val="0"/>
              </a:spcAft>
              <a:buClr>
                <a:schemeClr val="accent1"/>
              </a:buClr>
              <a:buSzPts val="1000"/>
              <a:buNone/>
              <a:defRPr sz="1333" b="1">
                <a:solidFill>
                  <a:schemeClr val="accent1"/>
                </a:solidFill>
              </a:defRPr>
            </a:lvl8pPr>
            <a:lvl9pPr lvl="8" algn="ctr">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531" name="Google Shape;531;p41"/>
          <p:cNvSpPr txBox="1">
            <a:spLocks noGrp="1"/>
          </p:cNvSpPr>
          <p:nvPr>
            <p:ph type="subTitle" idx="21"/>
          </p:nvPr>
        </p:nvSpPr>
        <p:spPr>
          <a:xfrm>
            <a:off x="6938053" y="1686767"/>
            <a:ext cx="135600" cy="426800"/>
          </a:xfrm>
          <a:prstGeom prst="rect">
            <a:avLst/>
          </a:prstGeom>
          <a:noFill/>
          <a:ln>
            <a:noFill/>
          </a:ln>
        </p:spPr>
        <p:txBody>
          <a:bodyPr spcFirstLastPara="1" wrap="square" lIns="0" tIns="0" rIns="0" bIns="0" anchor="ctr" anchorCtr="0">
            <a:noAutofit/>
          </a:bodyPr>
          <a:lstStyle>
            <a:lvl1pPr lvl="0" algn="ctr">
              <a:lnSpc>
                <a:spcPct val="100000"/>
              </a:lnSpc>
              <a:spcBef>
                <a:spcPts val="0"/>
              </a:spcBef>
              <a:spcAft>
                <a:spcPts val="0"/>
              </a:spcAft>
              <a:buClr>
                <a:schemeClr val="accent3"/>
              </a:buClr>
              <a:buSzPts val="1000"/>
              <a:buNone/>
              <a:defRPr sz="1333" b="1">
                <a:solidFill>
                  <a:schemeClr val="accent3"/>
                </a:solidFill>
              </a:defRPr>
            </a:lvl1pPr>
            <a:lvl2pPr lvl="1" algn="ctr">
              <a:lnSpc>
                <a:spcPct val="100000"/>
              </a:lnSpc>
              <a:spcBef>
                <a:spcPts val="267"/>
              </a:spcBef>
              <a:spcAft>
                <a:spcPts val="0"/>
              </a:spcAft>
              <a:buClr>
                <a:schemeClr val="accent3"/>
              </a:buClr>
              <a:buSzPts val="1000"/>
              <a:buNone/>
              <a:defRPr sz="1333" b="1">
                <a:solidFill>
                  <a:schemeClr val="accent3"/>
                </a:solidFill>
              </a:defRPr>
            </a:lvl2pPr>
            <a:lvl3pPr lvl="2" algn="ctr">
              <a:lnSpc>
                <a:spcPct val="100000"/>
              </a:lnSpc>
              <a:spcBef>
                <a:spcPts val="267"/>
              </a:spcBef>
              <a:spcAft>
                <a:spcPts val="0"/>
              </a:spcAft>
              <a:buClr>
                <a:schemeClr val="accent3"/>
              </a:buClr>
              <a:buSzPts val="1000"/>
              <a:buNone/>
              <a:defRPr sz="1333" b="1">
                <a:solidFill>
                  <a:schemeClr val="accent3"/>
                </a:solidFill>
              </a:defRPr>
            </a:lvl3pPr>
            <a:lvl4pPr lvl="3" algn="ctr">
              <a:lnSpc>
                <a:spcPct val="100000"/>
              </a:lnSpc>
              <a:spcBef>
                <a:spcPts val="267"/>
              </a:spcBef>
              <a:spcAft>
                <a:spcPts val="0"/>
              </a:spcAft>
              <a:buClr>
                <a:schemeClr val="accent3"/>
              </a:buClr>
              <a:buSzPts val="1000"/>
              <a:buNone/>
              <a:defRPr sz="1333" b="1">
                <a:solidFill>
                  <a:schemeClr val="accent3"/>
                </a:solidFill>
              </a:defRPr>
            </a:lvl4pPr>
            <a:lvl5pPr lvl="4" algn="ctr">
              <a:lnSpc>
                <a:spcPct val="100000"/>
              </a:lnSpc>
              <a:spcBef>
                <a:spcPts val="267"/>
              </a:spcBef>
              <a:spcAft>
                <a:spcPts val="0"/>
              </a:spcAft>
              <a:buClr>
                <a:schemeClr val="accent3"/>
              </a:buClr>
              <a:buSzPts val="1000"/>
              <a:buNone/>
              <a:defRPr sz="1333" b="1">
                <a:solidFill>
                  <a:schemeClr val="accent3"/>
                </a:solidFill>
              </a:defRPr>
            </a:lvl5pPr>
            <a:lvl6pPr lvl="5" algn="ctr">
              <a:lnSpc>
                <a:spcPct val="100000"/>
              </a:lnSpc>
              <a:spcBef>
                <a:spcPts val="267"/>
              </a:spcBef>
              <a:spcAft>
                <a:spcPts val="0"/>
              </a:spcAft>
              <a:buClr>
                <a:schemeClr val="accent3"/>
              </a:buClr>
              <a:buSzPts val="1000"/>
              <a:buNone/>
              <a:defRPr sz="1333" b="1">
                <a:solidFill>
                  <a:schemeClr val="accent3"/>
                </a:solidFill>
              </a:defRPr>
            </a:lvl6pPr>
            <a:lvl7pPr lvl="6" algn="ctr">
              <a:lnSpc>
                <a:spcPct val="100000"/>
              </a:lnSpc>
              <a:spcBef>
                <a:spcPts val="267"/>
              </a:spcBef>
              <a:spcAft>
                <a:spcPts val="0"/>
              </a:spcAft>
              <a:buClr>
                <a:schemeClr val="accent3"/>
              </a:buClr>
              <a:buSzPts val="1000"/>
              <a:buNone/>
              <a:defRPr sz="1333" b="1">
                <a:solidFill>
                  <a:schemeClr val="accent3"/>
                </a:solidFill>
              </a:defRPr>
            </a:lvl7pPr>
            <a:lvl8pPr lvl="7" algn="ctr">
              <a:lnSpc>
                <a:spcPct val="100000"/>
              </a:lnSpc>
              <a:spcBef>
                <a:spcPts val="267"/>
              </a:spcBef>
              <a:spcAft>
                <a:spcPts val="0"/>
              </a:spcAft>
              <a:buClr>
                <a:schemeClr val="accent3"/>
              </a:buClr>
              <a:buSzPts val="1000"/>
              <a:buNone/>
              <a:defRPr sz="1333" b="1">
                <a:solidFill>
                  <a:schemeClr val="accent3"/>
                </a:solidFill>
              </a:defRPr>
            </a:lvl8pPr>
            <a:lvl9pPr lvl="8" algn="ctr">
              <a:lnSpc>
                <a:spcPct val="100000"/>
              </a:lnSpc>
              <a:spcBef>
                <a:spcPts val="267"/>
              </a:spcBef>
              <a:spcAft>
                <a:spcPts val="267"/>
              </a:spcAft>
              <a:buClr>
                <a:schemeClr val="accent3"/>
              </a:buClr>
              <a:buSzPts val="1000"/>
              <a:buNone/>
              <a:defRPr sz="1333" b="1">
                <a:solidFill>
                  <a:schemeClr val="accent3"/>
                </a:solidFill>
              </a:defRPr>
            </a:lvl9pPr>
          </a:lstStyle>
          <a:p>
            <a:endParaRPr/>
          </a:p>
        </p:txBody>
      </p:sp>
      <p:sp>
        <p:nvSpPr>
          <p:cNvPr id="532" name="Google Shape;532;p41"/>
          <p:cNvSpPr txBox="1">
            <a:spLocks noGrp="1"/>
          </p:cNvSpPr>
          <p:nvPr>
            <p:ph type="subTitle" idx="22"/>
          </p:nvPr>
        </p:nvSpPr>
        <p:spPr>
          <a:xfrm>
            <a:off x="7259201" y="2625067"/>
            <a:ext cx="4389200" cy="426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000"/>
              <a:buNone/>
              <a:defRPr sz="1333"/>
            </a:lvl1pPr>
            <a:lvl2pPr lvl="1" algn="l">
              <a:lnSpc>
                <a:spcPct val="100000"/>
              </a:lnSpc>
              <a:spcBef>
                <a:spcPts val="267"/>
              </a:spcBef>
              <a:spcAft>
                <a:spcPts val="0"/>
              </a:spcAft>
              <a:buSzPts val="1000"/>
              <a:buNone/>
              <a:defRPr sz="1333"/>
            </a:lvl2pPr>
            <a:lvl3pPr lvl="2" algn="l">
              <a:lnSpc>
                <a:spcPct val="100000"/>
              </a:lnSpc>
              <a:spcBef>
                <a:spcPts val="267"/>
              </a:spcBef>
              <a:spcAft>
                <a:spcPts val="0"/>
              </a:spcAft>
              <a:buSzPts val="1000"/>
              <a:buNone/>
              <a:defRPr sz="1333"/>
            </a:lvl3pPr>
            <a:lvl4pPr lvl="3" algn="l">
              <a:lnSpc>
                <a:spcPct val="100000"/>
              </a:lnSpc>
              <a:spcBef>
                <a:spcPts val="267"/>
              </a:spcBef>
              <a:spcAft>
                <a:spcPts val="0"/>
              </a:spcAft>
              <a:buSzPts val="1000"/>
              <a:buNone/>
              <a:defRPr sz="1333"/>
            </a:lvl4pPr>
            <a:lvl5pPr lvl="4" algn="l">
              <a:lnSpc>
                <a:spcPct val="100000"/>
              </a:lnSpc>
              <a:spcBef>
                <a:spcPts val="267"/>
              </a:spcBef>
              <a:spcAft>
                <a:spcPts val="0"/>
              </a:spcAft>
              <a:buSzPts val="1000"/>
              <a:buNone/>
              <a:defRPr sz="1333"/>
            </a:lvl5pPr>
            <a:lvl6pPr lvl="5" algn="l">
              <a:lnSpc>
                <a:spcPct val="100000"/>
              </a:lnSpc>
              <a:spcBef>
                <a:spcPts val="267"/>
              </a:spcBef>
              <a:spcAft>
                <a:spcPts val="0"/>
              </a:spcAft>
              <a:buSzPts val="1000"/>
              <a:buNone/>
              <a:defRPr sz="1333"/>
            </a:lvl6pPr>
            <a:lvl7pPr lvl="6" algn="l">
              <a:lnSpc>
                <a:spcPct val="100000"/>
              </a:lnSpc>
              <a:spcBef>
                <a:spcPts val="267"/>
              </a:spcBef>
              <a:spcAft>
                <a:spcPts val="0"/>
              </a:spcAft>
              <a:buSzPts val="1000"/>
              <a:buNone/>
              <a:defRPr sz="1333"/>
            </a:lvl7pPr>
            <a:lvl8pPr lvl="7" algn="l">
              <a:lnSpc>
                <a:spcPct val="100000"/>
              </a:lnSpc>
              <a:spcBef>
                <a:spcPts val="267"/>
              </a:spcBef>
              <a:spcAft>
                <a:spcPts val="0"/>
              </a:spcAft>
              <a:buSzPts val="1000"/>
              <a:buNone/>
              <a:defRPr sz="1333"/>
            </a:lvl8pPr>
            <a:lvl9pPr lvl="8" algn="l">
              <a:lnSpc>
                <a:spcPct val="100000"/>
              </a:lnSpc>
              <a:spcBef>
                <a:spcPts val="267"/>
              </a:spcBef>
              <a:spcAft>
                <a:spcPts val="267"/>
              </a:spcAft>
              <a:buSzPts val="1000"/>
              <a:buNone/>
              <a:defRPr sz="1333"/>
            </a:lvl9pPr>
          </a:lstStyle>
          <a:p>
            <a:endParaRPr/>
          </a:p>
        </p:txBody>
      </p:sp>
      <p:sp>
        <p:nvSpPr>
          <p:cNvPr id="533" name="Google Shape;533;p41"/>
          <p:cNvSpPr txBox="1">
            <a:spLocks noGrp="1"/>
          </p:cNvSpPr>
          <p:nvPr>
            <p:ph type="subTitle" idx="23"/>
          </p:nvPr>
        </p:nvSpPr>
        <p:spPr>
          <a:xfrm>
            <a:off x="6634667" y="2625067"/>
            <a:ext cx="304800" cy="426800"/>
          </a:xfrm>
          <a:prstGeom prst="rect">
            <a:avLst/>
          </a:prstGeom>
          <a:noFill/>
          <a:ln>
            <a:noFill/>
          </a:ln>
        </p:spPr>
        <p:txBody>
          <a:bodyPr spcFirstLastPara="1" wrap="square" lIns="0" tIns="0" rIns="0" bIns="0" anchor="ctr" anchorCtr="0">
            <a:noAutofit/>
          </a:bodyPr>
          <a:lstStyle>
            <a:lvl1pPr lvl="0" algn="ctr">
              <a:lnSpc>
                <a:spcPct val="100000"/>
              </a:lnSpc>
              <a:spcBef>
                <a:spcPts val="0"/>
              </a:spcBef>
              <a:spcAft>
                <a:spcPts val="0"/>
              </a:spcAft>
              <a:buClr>
                <a:schemeClr val="accent1"/>
              </a:buClr>
              <a:buSzPts val="1000"/>
              <a:buNone/>
              <a:defRPr sz="1333" b="1">
                <a:solidFill>
                  <a:schemeClr val="accent1"/>
                </a:solidFill>
              </a:defRPr>
            </a:lvl1pPr>
            <a:lvl2pPr lvl="1" algn="ctr">
              <a:lnSpc>
                <a:spcPct val="100000"/>
              </a:lnSpc>
              <a:spcBef>
                <a:spcPts val="267"/>
              </a:spcBef>
              <a:spcAft>
                <a:spcPts val="0"/>
              </a:spcAft>
              <a:buClr>
                <a:schemeClr val="accent1"/>
              </a:buClr>
              <a:buSzPts val="1000"/>
              <a:buNone/>
              <a:defRPr sz="1333" b="1">
                <a:solidFill>
                  <a:schemeClr val="accent1"/>
                </a:solidFill>
              </a:defRPr>
            </a:lvl2pPr>
            <a:lvl3pPr lvl="2" algn="ctr">
              <a:lnSpc>
                <a:spcPct val="100000"/>
              </a:lnSpc>
              <a:spcBef>
                <a:spcPts val="267"/>
              </a:spcBef>
              <a:spcAft>
                <a:spcPts val="0"/>
              </a:spcAft>
              <a:buClr>
                <a:schemeClr val="accent1"/>
              </a:buClr>
              <a:buSzPts val="1000"/>
              <a:buNone/>
              <a:defRPr sz="1333" b="1">
                <a:solidFill>
                  <a:schemeClr val="accent1"/>
                </a:solidFill>
              </a:defRPr>
            </a:lvl3pPr>
            <a:lvl4pPr lvl="3" algn="ctr">
              <a:lnSpc>
                <a:spcPct val="100000"/>
              </a:lnSpc>
              <a:spcBef>
                <a:spcPts val="267"/>
              </a:spcBef>
              <a:spcAft>
                <a:spcPts val="0"/>
              </a:spcAft>
              <a:buClr>
                <a:schemeClr val="accent1"/>
              </a:buClr>
              <a:buSzPts val="1000"/>
              <a:buNone/>
              <a:defRPr sz="1333" b="1">
                <a:solidFill>
                  <a:schemeClr val="accent1"/>
                </a:solidFill>
              </a:defRPr>
            </a:lvl4pPr>
            <a:lvl5pPr lvl="4" algn="ctr">
              <a:lnSpc>
                <a:spcPct val="100000"/>
              </a:lnSpc>
              <a:spcBef>
                <a:spcPts val="267"/>
              </a:spcBef>
              <a:spcAft>
                <a:spcPts val="0"/>
              </a:spcAft>
              <a:buClr>
                <a:schemeClr val="accent1"/>
              </a:buClr>
              <a:buSzPts val="1000"/>
              <a:buNone/>
              <a:defRPr sz="1333" b="1">
                <a:solidFill>
                  <a:schemeClr val="accent1"/>
                </a:solidFill>
              </a:defRPr>
            </a:lvl5pPr>
            <a:lvl6pPr lvl="5" algn="ctr">
              <a:lnSpc>
                <a:spcPct val="100000"/>
              </a:lnSpc>
              <a:spcBef>
                <a:spcPts val="267"/>
              </a:spcBef>
              <a:spcAft>
                <a:spcPts val="0"/>
              </a:spcAft>
              <a:buClr>
                <a:schemeClr val="accent1"/>
              </a:buClr>
              <a:buSzPts val="1000"/>
              <a:buNone/>
              <a:defRPr sz="1333" b="1">
                <a:solidFill>
                  <a:schemeClr val="accent1"/>
                </a:solidFill>
              </a:defRPr>
            </a:lvl6pPr>
            <a:lvl7pPr lvl="6" algn="ctr">
              <a:lnSpc>
                <a:spcPct val="100000"/>
              </a:lnSpc>
              <a:spcBef>
                <a:spcPts val="267"/>
              </a:spcBef>
              <a:spcAft>
                <a:spcPts val="0"/>
              </a:spcAft>
              <a:buClr>
                <a:schemeClr val="accent1"/>
              </a:buClr>
              <a:buSzPts val="1000"/>
              <a:buNone/>
              <a:defRPr sz="1333" b="1">
                <a:solidFill>
                  <a:schemeClr val="accent1"/>
                </a:solidFill>
              </a:defRPr>
            </a:lvl7pPr>
            <a:lvl8pPr lvl="7" algn="ctr">
              <a:lnSpc>
                <a:spcPct val="100000"/>
              </a:lnSpc>
              <a:spcBef>
                <a:spcPts val="267"/>
              </a:spcBef>
              <a:spcAft>
                <a:spcPts val="0"/>
              </a:spcAft>
              <a:buClr>
                <a:schemeClr val="accent1"/>
              </a:buClr>
              <a:buSzPts val="1000"/>
              <a:buNone/>
              <a:defRPr sz="1333" b="1">
                <a:solidFill>
                  <a:schemeClr val="accent1"/>
                </a:solidFill>
              </a:defRPr>
            </a:lvl8pPr>
            <a:lvl9pPr lvl="8" algn="ctr">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534" name="Google Shape;534;p41"/>
          <p:cNvSpPr txBox="1">
            <a:spLocks noGrp="1"/>
          </p:cNvSpPr>
          <p:nvPr>
            <p:ph type="subTitle" idx="24"/>
          </p:nvPr>
        </p:nvSpPr>
        <p:spPr>
          <a:xfrm>
            <a:off x="6938053" y="2625067"/>
            <a:ext cx="135600" cy="426800"/>
          </a:xfrm>
          <a:prstGeom prst="rect">
            <a:avLst/>
          </a:prstGeom>
          <a:noFill/>
          <a:ln>
            <a:noFill/>
          </a:ln>
        </p:spPr>
        <p:txBody>
          <a:bodyPr spcFirstLastPara="1" wrap="square" lIns="0" tIns="0" rIns="0" bIns="0" anchor="ctr" anchorCtr="0">
            <a:noAutofit/>
          </a:bodyPr>
          <a:lstStyle>
            <a:lvl1pPr lvl="0" algn="ctr">
              <a:lnSpc>
                <a:spcPct val="100000"/>
              </a:lnSpc>
              <a:spcBef>
                <a:spcPts val="0"/>
              </a:spcBef>
              <a:spcAft>
                <a:spcPts val="0"/>
              </a:spcAft>
              <a:buClr>
                <a:schemeClr val="accent3"/>
              </a:buClr>
              <a:buSzPts val="1000"/>
              <a:buNone/>
              <a:defRPr sz="1333" b="1">
                <a:solidFill>
                  <a:schemeClr val="accent3"/>
                </a:solidFill>
              </a:defRPr>
            </a:lvl1pPr>
            <a:lvl2pPr lvl="1" algn="ctr">
              <a:lnSpc>
                <a:spcPct val="100000"/>
              </a:lnSpc>
              <a:spcBef>
                <a:spcPts val="267"/>
              </a:spcBef>
              <a:spcAft>
                <a:spcPts val="0"/>
              </a:spcAft>
              <a:buClr>
                <a:schemeClr val="accent3"/>
              </a:buClr>
              <a:buSzPts val="1000"/>
              <a:buNone/>
              <a:defRPr sz="1333" b="1">
                <a:solidFill>
                  <a:schemeClr val="accent3"/>
                </a:solidFill>
              </a:defRPr>
            </a:lvl2pPr>
            <a:lvl3pPr lvl="2" algn="ctr">
              <a:lnSpc>
                <a:spcPct val="100000"/>
              </a:lnSpc>
              <a:spcBef>
                <a:spcPts val="267"/>
              </a:spcBef>
              <a:spcAft>
                <a:spcPts val="0"/>
              </a:spcAft>
              <a:buClr>
                <a:schemeClr val="accent3"/>
              </a:buClr>
              <a:buSzPts val="1000"/>
              <a:buNone/>
              <a:defRPr sz="1333" b="1">
                <a:solidFill>
                  <a:schemeClr val="accent3"/>
                </a:solidFill>
              </a:defRPr>
            </a:lvl3pPr>
            <a:lvl4pPr lvl="3" algn="ctr">
              <a:lnSpc>
                <a:spcPct val="100000"/>
              </a:lnSpc>
              <a:spcBef>
                <a:spcPts val="267"/>
              </a:spcBef>
              <a:spcAft>
                <a:spcPts val="0"/>
              </a:spcAft>
              <a:buClr>
                <a:schemeClr val="accent3"/>
              </a:buClr>
              <a:buSzPts val="1000"/>
              <a:buNone/>
              <a:defRPr sz="1333" b="1">
                <a:solidFill>
                  <a:schemeClr val="accent3"/>
                </a:solidFill>
              </a:defRPr>
            </a:lvl4pPr>
            <a:lvl5pPr lvl="4" algn="ctr">
              <a:lnSpc>
                <a:spcPct val="100000"/>
              </a:lnSpc>
              <a:spcBef>
                <a:spcPts val="267"/>
              </a:spcBef>
              <a:spcAft>
                <a:spcPts val="0"/>
              </a:spcAft>
              <a:buClr>
                <a:schemeClr val="accent3"/>
              </a:buClr>
              <a:buSzPts val="1000"/>
              <a:buNone/>
              <a:defRPr sz="1333" b="1">
                <a:solidFill>
                  <a:schemeClr val="accent3"/>
                </a:solidFill>
              </a:defRPr>
            </a:lvl5pPr>
            <a:lvl6pPr lvl="5" algn="ctr">
              <a:lnSpc>
                <a:spcPct val="100000"/>
              </a:lnSpc>
              <a:spcBef>
                <a:spcPts val="267"/>
              </a:spcBef>
              <a:spcAft>
                <a:spcPts val="0"/>
              </a:spcAft>
              <a:buClr>
                <a:schemeClr val="accent3"/>
              </a:buClr>
              <a:buSzPts val="1000"/>
              <a:buNone/>
              <a:defRPr sz="1333" b="1">
                <a:solidFill>
                  <a:schemeClr val="accent3"/>
                </a:solidFill>
              </a:defRPr>
            </a:lvl6pPr>
            <a:lvl7pPr lvl="6" algn="ctr">
              <a:lnSpc>
                <a:spcPct val="100000"/>
              </a:lnSpc>
              <a:spcBef>
                <a:spcPts val="267"/>
              </a:spcBef>
              <a:spcAft>
                <a:spcPts val="0"/>
              </a:spcAft>
              <a:buClr>
                <a:schemeClr val="accent3"/>
              </a:buClr>
              <a:buSzPts val="1000"/>
              <a:buNone/>
              <a:defRPr sz="1333" b="1">
                <a:solidFill>
                  <a:schemeClr val="accent3"/>
                </a:solidFill>
              </a:defRPr>
            </a:lvl7pPr>
            <a:lvl8pPr lvl="7" algn="ctr">
              <a:lnSpc>
                <a:spcPct val="100000"/>
              </a:lnSpc>
              <a:spcBef>
                <a:spcPts val="267"/>
              </a:spcBef>
              <a:spcAft>
                <a:spcPts val="0"/>
              </a:spcAft>
              <a:buClr>
                <a:schemeClr val="accent3"/>
              </a:buClr>
              <a:buSzPts val="1000"/>
              <a:buNone/>
              <a:defRPr sz="1333" b="1">
                <a:solidFill>
                  <a:schemeClr val="accent3"/>
                </a:solidFill>
              </a:defRPr>
            </a:lvl8pPr>
            <a:lvl9pPr lvl="8" algn="ctr">
              <a:lnSpc>
                <a:spcPct val="100000"/>
              </a:lnSpc>
              <a:spcBef>
                <a:spcPts val="267"/>
              </a:spcBef>
              <a:spcAft>
                <a:spcPts val="267"/>
              </a:spcAft>
              <a:buClr>
                <a:schemeClr val="accent3"/>
              </a:buClr>
              <a:buSzPts val="1000"/>
              <a:buNone/>
              <a:defRPr sz="1333" b="1">
                <a:solidFill>
                  <a:schemeClr val="accent3"/>
                </a:solidFill>
              </a:defRPr>
            </a:lvl9pPr>
          </a:lstStyle>
          <a:p>
            <a:endParaRPr/>
          </a:p>
        </p:txBody>
      </p:sp>
      <p:sp>
        <p:nvSpPr>
          <p:cNvPr id="535" name="Google Shape;535;p41"/>
          <p:cNvSpPr txBox="1">
            <a:spLocks noGrp="1"/>
          </p:cNvSpPr>
          <p:nvPr>
            <p:ph type="subTitle" idx="25"/>
          </p:nvPr>
        </p:nvSpPr>
        <p:spPr>
          <a:xfrm>
            <a:off x="7259201" y="3563367"/>
            <a:ext cx="4389200" cy="426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000"/>
              <a:buNone/>
              <a:defRPr sz="1333"/>
            </a:lvl1pPr>
            <a:lvl2pPr lvl="1" algn="l">
              <a:lnSpc>
                <a:spcPct val="100000"/>
              </a:lnSpc>
              <a:spcBef>
                <a:spcPts val="267"/>
              </a:spcBef>
              <a:spcAft>
                <a:spcPts val="0"/>
              </a:spcAft>
              <a:buSzPts val="1000"/>
              <a:buNone/>
              <a:defRPr sz="1333"/>
            </a:lvl2pPr>
            <a:lvl3pPr lvl="2" algn="l">
              <a:lnSpc>
                <a:spcPct val="100000"/>
              </a:lnSpc>
              <a:spcBef>
                <a:spcPts val="267"/>
              </a:spcBef>
              <a:spcAft>
                <a:spcPts val="0"/>
              </a:spcAft>
              <a:buSzPts val="1000"/>
              <a:buNone/>
              <a:defRPr sz="1333"/>
            </a:lvl3pPr>
            <a:lvl4pPr lvl="3" algn="l">
              <a:lnSpc>
                <a:spcPct val="100000"/>
              </a:lnSpc>
              <a:spcBef>
                <a:spcPts val="267"/>
              </a:spcBef>
              <a:spcAft>
                <a:spcPts val="0"/>
              </a:spcAft>
              <a:buSzPts val="1000"/>
              <a:buNone/>
              <a:defRPr sz="1333"/>
            </a:lvl4pPr>
            <a:lvl5pPr lvl="4" algn="l">
              <a:lnSpc>
                <a:spcPct val="100000"/>
              </a:lnSpc>
              <a:spcBef>
                <a:spcPts val="267"/>
              </a:spcBef>
              <a:spcAft>
                <a:spcPts val="0"/>
              </a:spcAft>
              <a:buSzPts val="1000"/>
              <a:buNone/>
              <a:defRPr sz="1333"/>
            </a:lvl5pPr>
            <a:lvl6pPr lvl="5" algn="l">
              <a:lnSpc>
                <a:spcPct val="100000"/>
              </a:lnSpc>
              <a:spcBef>
                <a:spcPts val="267"/>
              </a:spcBef>
              <a:spcAft>
                <a:spcPts val="0"/>
              </a:spcAft>
              <a:buSzPts val="1000"/>
              <a:buNone/>
              <a:defRPr sz="1333"/>
            </a:lvl6pPr>
            <a:lvl7pPr lvl="6" algn="l">
              <a:lnSpc>
                <a:spcPct val="100000"/>
              </a:lnSpc>
              <a:spcBef>
                <a:spcPts val="267"/>
              </a:spcBef>
              <a:spcAft>
                <a:spcPts val="0"/>
              </a:spcAft>
              <a:buSzPts val="1000"/>
              <a:buNone/>
              <a:defRPr sz="1333"/>
            </a:lvl7pPr>
            <a:lvl8pPr lvl="7" algn="l">
              <a:lnSpc>
                <a:spcPct val="100000"/>
              </a:lnSpc>
              <a:spcBef>
                <a:spcPts val="267"/>
              </a:spcBef>
              <a:spcAft>
                <a:spcPts val="0"/>
              </a:spcAft>
              <a:buSzPts val="1000"/>
              <a:buNone/>
              <a:defRPr sz="1333"/>
            </a:lvl8pPr>
            <a:lvl9pPr lvl="8" algn="l">
              <a:lnSpc>
                <a:spcPct val="100000"/>
              </a:lnSpc>
              <a:spcBef>
                <a:spcPts val="267"/>
              </a:spcBef>
              <a:spcAft>
                <a:spcPts val="267"/>
              </a:spcAft>
              <a:buSzPts val="1000"/>
              <a:buNone/>
              <a:defRPr sz="1333"/>
            </a:lvl9pPr>
          </a:lstStyle>
          <a:p>
            <a:endParaRPr/>
          </a:p>
        </p:txBody>
      </p:sp>
      <p:sp>
        <p:nvSpPr>
          <p:cNvPr id="536" name="Google Shape;536;p41"/>
          <p:cNvSpPr txBox="1">
            <a:spLocks noGrp="1"/>
          </p:cNvSpPr>
          <p:nvPr>
            <p:ph type="subTitle" idx="26"/>
          </p:nvPr>
        </p:nvSpPr>
        <p:spPr>
          <a:xfrm>
            <a:off x="6634667" y="3563367"/>
            <a:ext cx="304800" cy="426800"/>
          </a:xfrm>
          <a:prstGeom prst="rect">
            <a:avLst/>
          </a:prstGeom>
          <a:noFill/>
          <a:ln>
            <a:noFill/>
          </a:ln>
        </p:spPr>
        <p:txBody>
          <a:bodyPr spcFirstLastPara="1" wrap="square" lIns="0" tIns="0" rIns="0" bIns="0" anchor="ctr" anchorCtr="0">
            <a:noAutofit/>
          </a:bodyPr>
          <a:lstStyle>
            <a:lvl1pPr lvl="0" algn="ctr">
              <a:lnSpc>
                <a:spcPct val="100000"/>
              </a:lnSpc>
              <a:spcBef>
                <a:spcPts val="0"/>
              </a:spcBef>
              <a:spcAft>
                <a:spcPts val="0"/>
              </a:spcAft>
              <a:buClr>
                <a:schemeClr val="accent1"/>
              </a:buClr>
              <a:buSzPts val="1000"/>
              <a:buNone/>
              <a:defRPr sz="1333" b="1">
                <a:solidFill>
                  <a:schemeClr val="accent1"/>
                </a:solidFill>
              </a:defRPr>
            </a:lvl1pPr>
            <a:lvl2pPr lvl="1" algn="ctr">
              <a:lnSpc>
                <a:spcPct val="100000"/>
              </a:lnSpc>
              <a:spcBef>
                <a:spcPts val="267"/>
              </a:spcBef>
              <a:spcAft>
                <a:spcPts val="0"/>
              </a:spcAft>
              <a:buClr>
                <a:schemeClr val="accent1"/>
              </a:buClr>
              <a:buSzPts val="1000"/>
              <a:buNone/>
              <a:defRPr sz="1333" b="1">
                <a:solidFill>
                  <a:schemeClr val="accent1"/>
                </a:solidFill>
              </a:defRPr>
            </a:lvl2pPr>
            <a:lvl3pPr lvl="2" algn="ctr">
              <a:lnSpc>
                <a:spcPct val="100000"/>
              </a:lnSpc>
              <a:spcBef>
                <a:spcPts val="267"/>
              </a:spcBef>
              <a:spcAft>
                <a:spcPts val="0"/>
              </a:spcAft>
              <a:buClr>
                <a:schemeClr val="accent1"/>
              </a:buClr>
              <a:buSzPts val="1000"/>
              <a:buNone/>
              <a:defRPr sz="1333" b="1">
                <a:solidFill>
                  <a:schemeClr val="accent1"/>
                </a:solidFill>
              </a:defRPr>
            </a:lvl3pPr>
            <a:lvl4pPr lvl="3" algn="ctr">
              <a:lnSpc>
                <a:spcPct val="100000"/>
              </a:lnSpc>
              <a:spcBef>
                <a:spcPts val="267"/>
              </a:spcBef>
              <a:spcAft>
                <a:spcPts val="0"/>
              </a:spcAft>
              <a:buClr>
                <a:schemeClr val="accent1"/>
              </a:buClr>
              <a:buSzPts val="1000"/>
              <a:buNone/>
              <a:defRPr sz="1333" b="1">
                <a:solidFill>
                  <a:schemeClr val="accent1"/>
                </a:solidFill>
              </a:defRPr>
            </a:lvl4pPr>
            <a:lvl5pPr lvl="4" algn="ctr">
              <a:lnSpc>
                <a:spcPct val="100000"/>
              </a:lnSpc>
              <a:spcBef>
                <a:spcPts val="267"/>
              </a:spcBef>
              <a:spcAft>
                <a:spcPts val="0"/>
              </a:spcAft>
              <a:buClr>
                <a:schemeClr val="accent1"/>
              </a:buClr>
              <a:buSzPts val="1000"/>
              <a:buNone/>
              <a:defRPr sz="1333" b="1">
                <a:solidFill>
                  <a:schemeClr val="accent1"/>
                </a:solidFill>
              </a:defRPr>
            </a:lvl5pPr>
            <a:lvl6pPr lvl="5" algn="ctr">
              <a:lnSpc>
                <a:spcPct val="100000"/>
              </a:lnSpc>
              <a:spcBef>
                <a:spcPts val="267"/>
              </a:spcBef>
              <a:spcAft>
                <a:spcPts val="0"/>
              </a:spcAft>
              <a:buClr>
                <a:schemeClr val="accent1"/>
              </a:buClr>
              <a:buSzPts val="1000"/>
              <a:buNone/>
              <a:defRPr sz="1333" b="1">
                <a:solidFill>
                  <a:schemeClr val="accent1"/>
                </a:solidFill>
              </a:defRPr>
            </a:lvl6pPr>
            <a:lvl7pPr lvl="6" algn="ctr">
              <a:lnSpc>
                <a:spcPct val="100000"/>
              </a:lnSpc>
              <a:spcBef>
                <a:spcPts val="267"/>
              </a:spcBef>
              <a:spcAft>
                <a:spcPts val="0"/>
              </a:spcAft>
              <a:buClr>
                <a:schemeClr val="accent1"/>
              </a:buClr>
              <a:buSzPts val="1000"/>
              <a:buNone/>
              <a:defRPr sz="1333" b="1">
                <a:solidFill>
                  <a:schemeClr val="accent1"/>
                </a:solidFill>
              </a:defRPr>
            </a:lvl7pPr>
            <a:lvl8pPr lvl="7" algn="ctr">
              <a:lnSpc>
                <a:spcPct val="100000"/>
              </a:lnSpc>
              <a:spcBef>
                <a:spcPts val="267"/>
              </a:spcBef>
              <a:spcAft>
                <a:spcPts val="0"/>
              </a:spcAft>
              <a:buClr>
                <a:schemeClr val="accent1"/>
              </a:buClr>
              <a:buSzPts val="1000"/>
              <a:buNone/>
              <a:defRPr sz="1333" b="1">
                <a:solidFill>
                  <a:schemeClr val="accent1"/>
                </a:solidFill>
              </a:defRPr>
            </a:lvl8pPr>
            <a:lvl9pPr lvl="8" algn="ctr">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537" name="Google Shape;537;p41"/>
          <p:cNvSpPr txBox="1">
            <a:spLocks noGrp="1"/>
          </p:cNvSpPr>
          <p:nvPr>
            <p:ph type="subTitle" idx="27"/>
          </p:nvPr>
        </p:nvSpPr>
        <p:spPr>
          <a:xfrm>
            <a:off x="6938053" y="3563367"/>
            <a:ext cx="135600" cy="426800"/>
          </a:xfrm>
          <a:prstGeom prst="rect">
            <a:avLst/>
          </a:prstGeom>
          <a:noFill/>
          <a:ln>
            <a:noFill/>
          </a:ln>
        </p:spPr>
        <p:txBody>
          <a:bodyPr spcFirstLastPara="1" wrap="square" lIns="0" tIns="0" rIns="0" bIns="0" anchor="ctr" anchorCtr="0">
            <a:noAutofit/>
          </a:bodyPr>
          <a:lstStyle>
            <a:lvl1pPr lvl="0" algn="ctr">
              <a:lnSpc>
                <a:spcPct val="100000"/>
              </a:lnSpc>
              <a:spcBef>
                <a:spcPts val="0"/>
              </a:spcBef>
              <a:spcAft>
                <a:spcPts val="0"/>
              </a:spcAft>
              <a:buClr>
                <a:schemeClr val="accent3"/>
              </a:buClr>
              <a:buSzPts val="1000"/>
              <a:buNone/>
              <a:defRPr sz="1333" b="1">
                <a:solidFill>
                  <a:schemeClr val="accent3"/>
                </a:solidFill>
              </a:defRPr>
            </a:lvl1pPr>
            <a:lvl2pPr lvl="1" algn="ctr">
              <a:lnSpc>
                <a:spcPct val="100000"/>
              </a:lnSpc>
              <a:spcBef>
                <a:spcPts val="267"/>
              </a:spcBef>
              <a:spcAft>
                <a:spcPts val="0"/>
              </a:spcAft>
              <a:buClr>
                <a:schemeClr val="accent3"/>
              </a:buClr>
              <a:buSzPts val="1000"/>
              <a:buNone/>
              <a:defRPr sz="1333" b="1">
                <a:solidFill>
                  <a:schemeClr val="accent3"/>
                </a:solidFill>
              </a:defRPr>
            </a:lvl2pPr>
            <a:lvl3pPr lvl="2" algn="ctr">
              <a:lnSpc>
                <a:spcPct val="100000"/>
              </a:lnSpc>
              <a:spcBef>
                <a:spcPts val="267"/>
              </a:spcBef>
              <a:spcAft>
                <a:spcPts val="0"/>
              </a:spcAft>
              <a:buClr>
                <a:schemeClr val="accent3"/>
              </a:buClr>
              <a:buSzPts val="1000"/>
              <a:buNone/>
              <a:defRPr sz="1333" b="1">
                <a:solidFill>
                  <a:schemeClr val="accent3"/>
                </a:solidFill>
              </a:defRPr>
            </a:lvl3pPr>
            <a:lvl4pPr lvl="3" algn="ctr">
              <a:lnSpc>
                <a:spcPct val="100000"/>
              </a:lnSpc>
              <a:spcBef>
                <a:spcPts val="267"/>
              </a:spcBef>
              <a:spcAft>
                <a:spcPts val="0"/>
              </a:spcAft>
              <a:buClr>
                <a:schemeClr val="accent3"/>
              </a:buClr>
              <a:buSzPts val="1000"/>
              <a:buNone/>
              <a:defRPr sz="1333" b="1">
                <a:solidFill>
                  <a:schemeClr val="accent3"/>
                </a:solidFill>
              </a:defRPr>
            </a:lvl4pPr>
            <a:lvl5pPr lvl="4" algn="ctr">
              <a:lnSpc>
                <a:spcPct val="100000"/>
              </a:lnSpc>
              <a:spcBef>
                <a:spcPts val="267"/>
              </a:spcBef>
              <a:spcAft>
                <a:spcPts val="0"/>
              </a:spcAft>
              <a:buClr>
                <a:schemeClr val="accent3"/>
              </a:buClr>
              <a:buSzPts val="1000"/>
              <a:buNone/>
              <a:defRPr sz="1333" b="1">
                <a:solidFill>
                  <a:schemeClr val="accent3"/>
                </a:solidFill>
              </a:defRPr>
            </a:lvl5pPr>
            <a:lvl6pPr lvl="5" algn="ctr">
              <a:lnSpc>
                <a:spcPct val="100000"/>
              </a:lnSpc>
              <a:spcBef>
                <a:spcPts val="267"/>
              </a:spcBef>
              <a:spcAft>
                <a:spcPts val="0"/>
              </a:spcAft>
              <a:buClr>
                <a:schemeClr val="accent3"/>
              </a:buClr>
              <a:buSzPts val="1000"/>
              <a:buNone/>
              <a:defRPr sz="1333" b="1">
                <a:solidFill>
                  <a:schemeClr val="accent3"/>
                </a:solidFill>
              </a:defRPr>
            </a:lvl6pPr>
            <a:lvl7pPr lvl="6" algn="ctr">
              <a:lnSpc>
                <a:spcPct val="100000"/>
              </a:lnSpc>
              <a:spcBef>
                <a:spcPts val="267"/>
              </a:spcBef>
              <a:spcAft>
                <a:spcPts val="0"/>
              </a:spcAft>
              <a:buClr>
                <a:schemeClr val="accent3"/>
              </a:buClr>
              <a:buSzPts val="1000"/>
              <a:buNone/>
              <a:defRPr sz="1333" b="1">
                <a:solidFill>
                  <a:schemeClr val="accent3"/>
                </a:solidFill>
              </a:defRPr>
            </a:lvl7pPr>
            <a:lvl8pPr lvl="7" algn="ctr">
              <a:lnSpc>
                <a:spcPct val="100000"/>
              </a:lnSpc>
              <a:spcBef>
                <a:spcPts val="267"/>
              </a:spcBef>
              <a:spcAft>
                <a:spcPts val="0"/>
              </a:spcAft>
              <a:buClr>
                <a:schemeClr val="accent3"/>
              </a:buClr>
              <a:buSzPts val="1000"/>
              <a:buNone/>
              <a:defRPr sz="1333" b="1">
                <a:solidFill>
                  <a:schemeClr val="accent3"/>
                </a:solidFill>
              </a:defRPr>
            </a:lvl8pPr>
            <a:lvl9pPr lvl="8" algn="ctr">
              <a:lnSpc>
                <a:spcPct val="100000"/>
              </a:lnSpc>
              <a:spcBef>
                <a:spcPts val="267"/>
              </a:spcBef>
              <a:spcAft>
                <a:spcPts val="267"/>
              </a:spcAft>
              <a:buClr>
                <a:schemeClr val="accent3"/>
              </a:buClr>
              <a:buSzPts val="1000"/>
              <a:buNone/>
              <a:defRPr sz="1333" b="1">
                <a:solidFill>
                  <a:schemeClr val="accent3"/>
                </a:solidFill>
              </a:defRPr>
            </a:lvl9pPr>
          </a:lstStyle>
          <a:p>
            <a:endParaRPr/>
          </a:p>
        </p:txBody>
      </p:sp>
      <p:sp>
        <p:nvSpPr>
          <p:cNvPr id="538" name="Google Shape;538;p41"/>
          <p:cNvSpPr txBox="1">
            <a:spLocks noGrp="1"/>
          </p:cNvSpPr>
          <p:nvPr>
            <p:ph type="subTitle" idx="28"/>
          </p:nvPr>
        </p:nvSpPr>
        <p:spPr>
          <a:xfrm>
            <a:off x="7259201" y="4501667"/>
            <a:ext cx="4389200" cy="426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000"/>
              <a:buNone/>
              <a:defRPr sz="1333"/>
            </a:lvl1pPr>
            <a:lvl2pPr lvl="1" algn="l">
              <a:lnSpc>
                <a:spcPct val="100000"/>
              </a:lnSpc>
              <a:spcBef>
                <a:spcPts val="267"/>
              </a:spcBef>
              <a:spcAft>
                <a:spcPts val="0"/>
              </a:spcAft>
              <a:buSzPts val="1000"/>
              <a:buNone/>
              <a:defRPr sz="1333"/>
            </a:lvl2pPr>
            <a:lvl3pPr lvl="2" algn="l">
              <a:lnSpc>
                <a:spcPct val="100000"/>
              </a:lnSpc>
              <a:spcBef>
                <a:spcPts val="267"/>
              </a:spcBef>
              <a:spcAft>
                <a:spcPts val="0"/>
              </a:spcAft>
              <a:buSzPts val="1000"/>
              <a:buNone/>
              <a:defRPr sz="1333"/>
            </a:lvl3pPr>
            <a:lvl4pPr lvl="3" algn="l">
              <a:lnSpc>
                <a:spcPct val="100000"/>
              </a:lnSpc>
              <a:spcBef>
                <a:spcPts val="267"/>
              </a:spcBef>
              <a:spcAft>
                <a:spcPts val="0"/>
              </a:spcAft>
              <a:buSzPts val="1000"/>
              <a:buNone/>
              <a:defRPr sz="1333"/>
            </a:lvl4pPr>
            <a:lvl5pPr lvl="4" algn="l">
              <a:lnSpc>
                <a:spcPct val="100000"/>
              </a:lnSpc>
              <a:spcBef>
                <a:spcPts val="267"/>
              </a:spcBef>
              <a:spcAft>
                <a:spcPts val="0"/>
              </a:spcAft>
              <a:buSzPts val="1000"/>
              <a:buNone/>
              <a:defRPr sz="1333"/>
            </a:lvl5pPr>
            <a:lvl6pPr lvl="5" algn="l">
              <a:lnSpc>
                <a:spcPct val="100000"/>
              </a:lnSpc>
              <a:spcBef>
                <a:spcPts val="267"/>
              </a:spcBef>
              <a:spcAft>
                <a:spcPts val="0"/>
              </a:spcAft>
              <a:buSzPts val="1000"/>
              <a:buNone/>
              <a:defRPr sz="1333"/>
            </a:lvl6pPr>
            <a:lvl7pPr lvl="6" algn="l">
              <a:lnSpc>
                <a:spcPct val="100000"/>
              </a:lnSpc>
              <a:spcBef>
                <a:spcPts val="267"/>
              </a:spcBef>
              <a:spcAft>
                <a:spcPts val="0"/>
              </a:spcAft>
              <a:buSzPts val="1000"/>
              <a:buNone/>
              <a:defRPr sz="1333"/>
            </a:lvl7pPr>
            <a:lvl8pPr lvl="7" algn="l">
              <a:lnSpc>
                <a:spcPct val="100000"/>
              </a:lnSpc>
              <a:spcBef>
                <a:spcPts val="267"/>
              </a:spcBef>
              <a:spcAft>
                <a:spcPts val="0"/>
              </a:spcAft>
              <a:buSzPts val="1000"/>
              <a:buNone/>
              <a:defRPr sz="1333"/>
            </a:lvl8pPr>
            <a:lvl9pPr lvl="8" algn="l">
              <a:lnSpc>
                <a:spcPct val="100000"/>
              </a:lnSpc>
              <a:spcBef>
                <a:spcPts val="267"/>
              </a:spcBef>
              <a:spcAft>
                <a:spcPts val="267"/>
              </a:spcAft>
              <a:buSzPts val="1000"/>
              <a:buNone/>
              <a:defRPr sz="1333"/>
            </a:lvl9pPr>
          </a:lstStyle>
          <a:p>
            <a:endParaRPr/>
          </a:p>
        </p:txBody>
      </p:sp>
      <p:sp>
        <p:nvSpPr>
          <p:cNvPr id="539" name="Google Shape;539;p41"/>
          <p:cNvSpPr txBox="1">
            <a:spLocks noGrp="1"/>
          </p:cNvSpPr>
          <p:nvPr>
            <p:ph type="subTitle" idx="29"/>
          </p:nvPr>
        </p:nvSpPr>
        <p:spPr>
          <a:xfrm>
            <a:off x="6634667" y="4501667"/>
            <a:ext cx="304800" cy="426800"/>
          </a:xfrm>
          <a:prstGeom prst="rect">
            <a:avLst/>
          </a:prstGeom>
          <a:noFill/>
          <a:ln>
            <a:noFill/>
          </a:ln>
        </p:spPr>
        <p:txBody>
          <a:bodyPr spcFirstLastPara="1" wrap="square" lIns="0" tIns="0" rIns="0" bIns="0" anchor="ctr" anchorCtr="0">
            <a:noAutofit/>
          </a:bodyPr>
          <a:lstStyle>
            <a:lvl1pPr lvl="0" algn="ctr">
              <a:lnSpc>
                <a:spcPct val="100000"/>
              </a:lnSpc>
              <a:spcBef>
                <a:spcPts val="0"/>
              </a:spcBef>
              <a:spcAft>
                <a:spcPts val="0"/>
              </a:spcAft>
              <a:buClr>
                <a:schemeClr val="accent1"/>
              </a:buClr>
              <a:buSzPts val="1000"/>
              <a:buNone/>
              <a:defRPr sz="1333" b="1">
                <a:solidFill>
                  <a:schemeClr val="accent1"/>
                </a:solidFill>
              </a:defRPr>
            </a:lvl1pPr>
            <a:lvl2pPr lvl="1" algn="ctr">
              <a:lnSpc>
                <a:spcPct val="100000"/>
              </a:lnSpc>
              <a:spcBef>
                <a:spcPts val="267"/>
              </a:spcBef>
              <a:spcAft>
                <a:spcPts val="0"/>
              </a:spcAft>
              <a:buClr>
                <a:schemeClr val="accent1"/>
              </a:buClr>
              <a:buSzPts val="1000"/>
              <a:buNone/>
              <a:defRPr sz="1333" b="1">
                <a:solidFill>
                  <a:schemeClr val="accent1"/>
                </a:solidFill>
              </a:defRPr>
            </a:lvl2pPr>
            <a:lvl3pPr lvl="2" algn="ctr">
              <a:lnSpc>
                <a:spcPct val="100000"/>
              </a:lnSpc>
              <a:spcBef>
                <a:spcPts val="267"/>
              </a:spcBef>
              <a:spcAft>
                <a:spcPts val="0"/>
              </a:spcAft>
              <a:buClr>
                <a:schemeClr val="accent1"/>
              </a:buClr>
              <a:buSzPts val="1000"/>
              <a:buNone/>
              <a:defRPr sz="1333" b="1">
                <a:solidFill>
                  <a:schemeClr val="accent1"/>
                </a:solidFill>
              </a:defRPr>
            </a:lvl3pPr>
            <a:lvl4pPr lvl="3" algn="ctr">
              <a:lnSpc>
                <a:spcPct val="100000"/>
              </a:lnSpc>
              <a:spcBef>
                <a:spcPts val="267"/>
              </a:spcBef>
              <a:spcAft>
                <a:spcPts val="0"/>
              </a:spcAft>
              <a:buClr>
                <a:schemeClr val="accent1"/>
              </a:buClr>
              <a:buSzPts val="1000"/>
              <a:buNone/>
              <a:defRPr sz="1333" b="1">
                <a:solidFill>
                  <a:schemeClr val="accent1"/>
                </a:solidFill>
              </a:defRPr>
            </a:lvl4pPr>
            <a:lvl5pPr lvl="4" algn="ctr">
              <a:lnSpc>
                <a:spcPct val="100000"/>
              </a:lnSpc>
              <a:spcBef>
                <a:spcPts val="267"/>
              </a:spcBef>
              <a:spcAft>
                <a:spcPts val="0"/>
              </a:spcAft>
              <a:buClr>
                <a:schemeClr val="accent1"/>
              </a:buClr>
              <a:buSzPts val="1000"/>
              <a:buNone/>
              <a:defRPr sz="1333" b="1">
                <a:solidFill>
                  <a:schemeClr val="accent1"/>
                </a:solidFill>
              </a:defRPr>
            </a:lvl5pPr>
            <a:lvl6pPr lvl="5" algn="ctr">
              <a:lnSpc>
                <a:spcPct val="100000"/>
              </a:lnSpc>
              <a:spcBef>
                <a:spcPts val="267"/>
              </a:spcBef>
              <a:spcAft>
                <a:spcPts val="0"/>
              </a:spcAft>
              <a:buClr>
                <a:schemeClr val="accent1"/>
              </a:buClr>
              <a:buSzPts val="1000"/>
              <a:buNone/>
              <a:defRPr sz="1333" b="1">
                <a:solidFill>
                  <a:schemeClr val="accent1"/>
                </a:solidFill>
              </a:defRPr>
            </a:lvl6pPr>
            <a:lvl7pPr lvl="6" algn="ctr">
              <a:lnSpc>
                <a:spcPct val="100000"/>
              </a:lnSpc>
              <a:spcBef>
                <a:spcPts val="267"/>
              </a:spcBef>
              <a:spcAft>
                <a:spcPts val="0"/>
              </a:spcAft>
              <a:buClr>
                <a:schemeClr val="accent1"/>
              </a:buClr>
              <a:buSzPts val="1000"/>
              <a:buNone/>
              <a:defRPr sz="1333" b="1">
                <a:solidFill>
                  <a:schemeClr val="accent1"/>
                </a:solidFill>
              </a:defRPr>
            </a:lvl7pPr>
            <a:lvl8pPr lvl="7" algn="ctr">
              <a:lnSpc>
                <a:spcPct val="100000"/>
              </a:lnSpc>
              <a:spcBef>
                <a:spcPts val="267"/>
              </a:spcBef>
              <a:spcAft>
                <a:spcPts val="0"/>
              </a:spcAft>
              <a:buClr>
                <a:schemeClr val="accent1"/>
              </a:buClr>
              <a:buSzPts val="1000"/>
              <a:buNone/>
              <a:defRPr sz="1333" b="1">
                <a:solidFill>
                  <a:schemeClr val="accent1"/>
                </a:solidFill>
              </a:defRPr>
            </a:lvl8pPr>
            <a:lvl9pPr lvl="8" algn="ctr">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540" name="Google Shape;540;p41"/>
          <p:cNvSpPr txBox="1">
            <a:spLocks noGrp="1"/>
          </p:cNvSpPr>
          <p:nvPr>
            <p:ph type="subTitle" idx="30"/>
          </p:nvPr>
        </p:nvSpPr>
        <p:spPr>
          <a:xfrm>
            <a:off x="6938053" y="4501667"/>
            <a:ext cx="135600" cy="426800"/>
          </a:xfrm>
          <a:prstGeom prst="rect">
            <a:avLst/>
          </a:prstGeom>
          <a:noFill/>
          <a:ln>
            <a:noFill/>
          </a:ln>
        </p:spPr>
        <p:txBody>
          <a:bodyPr spcFirstLastPara="1" wrap="square" lIns="0" tIns="0" rIns="0" bIns="0" anchor="ctr" anchorCtr="0">
            <a:noAutofit/>
          </a:bodyPr>
          <a:lstStyle>
            <a:lvl1pPr lvl="0" algn="ctr">
              <a:lnSpc>
                <a:spcPct val="100000"/>
              </a:lnSpc>
              <a:spcBef>
                <a:spcPts val="0"/>
              </a:spcBef>
              <a:spcAft>
                <a:spcPts val="0"/>
              </a:spcAft>
              <a:buClr>
                <a:schemeClr val="accent3"/>
              </a:buClr>
              <a:buSzPts val="1000"/>
              <a:buNone/>
              <a:defRPr sz="1333" b="1">
                <a:solidFill>
                  <a:schemeClr val="accent3"/>
                </a:solidFill>
              </a:defRPr>
            </a:lvl1pPr>
            <a:lvl2pPr lvl="1" algn="ctr">
              <a:lnSpc>
                <a:spcPct val="100000"/>
              </a:lnSpc>
              <a:spcBef>
                <a:spcPts val="267"/>
              </a:spcBef>
              <a:spcAft>
                <a:spcPts val="0"/>
              </a:spcAft>
              <a:buClr>
                <a:schemeClr val="accent3"/>
              </a:buClr>
              <a:buSzPts val="1000"/>
              <a:buNone/>
              <a:defRPr sz="1333" b="1">
                <a:solidFill>
                  <a:schemeClr val="accent3"/>
                </a:solidFill>
              </a:defRPr>
            </a:lvl2pPr>
            <a:lvl3pPr lvl="2" algn="ctr">
              <a:lnSpc>
                <a:spcPct val="100000"/>
              </a:lnSpc>
              <a:spcBef>
                <a:spcPts val="267"/>
              </a:spcBef>
              <a:spcAft>
                <a:spcPts val="0"/>
              </a:spcAft>
              <a:buClr>
                <a:schemeClr val="accent3"/>
              </a:buClr>
              <a:buSzPts val="1000"/>
              <a:buNone/>
              <a:defRPr sz="1333" b="1">
                <a:solidFill>
                  <a:schemeClr val="accent3"/>
                </a:solidFill>
              </a:defRPr>
            </a:lvl3pPr>
            <a:lvl4pPr lvl="3" algn="ctr">
              <a:lnSpc>
                <a:spcPct val="100000"/>
              </a:lnSpc>
              <a:spcBef>
                <a:spcPts val="267"/>
              </a:spcBef>
              <a:spcAft>
                <a:spcPts val="0"/>
              </a:spcAft>
              <a:buClr>
                <a:schemeClr val="accent3"/>
              </a:buClr>
              <a:buSzPts val="1000"/>
              <a:buNone/>
              <a:defRPr sz="1333" b="1">
                <a:solidFill>
                  <a:schemeClr val="accent3"/>
                </a:solidFill>
              </a:defRPr>
            </a:lvl4pPr>
            <a:lvl5pPr lvl="4" algn="ctr">
              <a:lnSpc>
                <a:spcPct val="100000"/>
              </a:lnSpc>
              <a:spcBef>
                <a:spcPts val="267"/>
              </a:spcBef>
              <a:spcAft>
                <a:spcPts val="0"/>
              </a:spcAft>
              <a:buClr>
                <a:schemeClr val="accent3"/>
              </a:buClr>
              <a:buSzPts val="1000"/>
              <a:buNone/>
              <a:defRPr sz="1333" b="1">
                <a:solidFill>
                  <a:schemeClr val="accent3"/>
                </a:solidFill>
              </a:defRPr>
            </a:lvl5pPr>
            <a:lvl6pPr lvl="5" algn="ctr">
              <a:lnSpc>
                <a:spcPct val="100000"/>
              </a:lnSpc>
              <a:spcBef>
                <a:spcPts val="267"/>
              </a:spcBef>
              <a:spcAft>
                <a:spcPts val="0"/>
              </a:spcAft>
              <a:buClr>
                <a:schemeClr val="accent3"/>
              </a:buClr>
              <a:buSzPts val="1000"/>
              <a:buNone/>
              <a:defRPr sz="1333" b="1">
                <a:solidFill>
                  <a:schemeClr val="accent3"/>
                </a:solidFill>
              </a:defRPr>
            </a:lvl6pPr>
            <a:lvl7pPr lvl="6" algn="ctr">
              <a:lnSpc>
                <a:spcPct val="100000"/>
              </a:lnSpc>
              <a:spcBef>
                <a:spcPts val="267"/>
              </a:spcBef>
              <a:spcAft>
                <a:spcPts val="0"/>
              </a:spcAft>
              <a:buClr>
                <a:schemeClr val="accent3"/>
              </a:buClr>
              <a:buSzPts val="1000"/>
              <a:buNone/>
              <a:defRPr sz="1333" b="1">
                <a:solidFill>
                  <a:schemeClr val="accent3"/>
                </a:solidFill>
              </a:defRPr>
            </a:lvl7pPr>
            <a:lvl8pPr lvl="7" algn="ctr">
              <a:lnSpc>
                <a:spcPct val="100000"/>
              </a:lnSpc>
              <a:spcBef>
                <a:spcPts val="267"/>
              </a:spcBef>
              <a:spcAft>
                <a:spcPts val="0"/>
              </a:spcAft>
              <a:buClr>
                <a:schemeClr val="accent3"/>
              </a:buClr>
              <a:buSzPts val="1000"/>
              <a:buNone/>
              <a:defRPr sz="1333" b="1">
                <a:solidFill>
                  <a:schemeClr val="accent3"/>
                </a:solidFill>
              </a:defRPr>
            </a:lvl8pPr>
            <a:lvl9pPr lvl="8" algn="ctr">
              <a:lnSpc>
                <a:spcPct val="100000"/>
              </a:lnSpc>
              <a:spcBef>
                <a:spcPts val="267"/>
              </a:spcBef>
              <a:spcAft>
                <a:spcPts val="267"/>
              </a:spcAft>
              <a:buClr>
                <a:schemeClr val="accent3"/>
              </a:buClr>
              <a:buSzPts val="1000"/>
              <a:buNone/>
              <a:defRPr sz="1333" b="1">
                <a:solidFill>
                  <a:schemeClr val="accent3"/>
                </a:solidFill>
              </a:defRPr>
            </a:lvl9pPr>
          </a:lstStyle>
          <a:p>
            <a:endParaRPr/>
          </a:p>
        </p:txBody>
      </p:sp>
      <p:sp>
        <p:nvSpPr>
          <p:cNvPr id="541" name="Google Shape;541;p41"/>
          <p:cNvSpPr txBox="1">
            <a:spLocks noGrp="1"/>
          </p:cNvSpPr>
          <p:nvPr>
            <p:ph type="subTitle" idx="31"/>
          </p:nvPr>
        </p:nvSpPr>
        <p:spPr>
          <a:xfrm>
            <a:off x="7259201" y="5439967"/>
            <a:ext cx="4389200" cy="426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000"/>
              <a:buNone/>
              <a:defRPr sz="1333"/>
            </a:lvl1pPr>
            <a:lvl2pPr lvl="1" algn="l">
              <a:lnSpc>
                <a:spcPct val="100000"/>
              </a:lnSpc>
              <a:spcBef>
                <a:spcPts val="267"/>
              </a:spcBef>
              <a:spcAft>
                <a:spcPts val="0"/>
              </a:spcAft>
              <a:buSzPts val="1000"/>
              <a:buNone/>
              <a:defRPr sz="1333"/>
            </a:lvl2pPr>
            <a:lvl3pPr lvl="2" algn="l">
              <a:lnSpc>
                <a:spcPct val="100000"/>
              </a:lnSpc>
              <a:spcBef>
                <a:spcPts val="267"/>
              </a:spcBef>
              <a:spcAft>
                <a:spcPts val="0"/>
              </a:spcAft>
              <a:buSzPts val="1000"/>
              <a:buNone/>
              <a:defRPr sz="1333"/>
            </a:lvl3pPr>
            <a:lvl4pPr lvl="3" algn="l">
              <a:lnSpc>
                <a:spcPct val="100000"/>
              </a:lnSpc>
              <a:spcBef>
                <a:spcPts val="267"/>
              </a:spcBef>
              <a:spcAft>
                <a:spcPts val="0"/>
              </a:spcAft>
              <a:buSzPts val="1000"/>
              <a:buNone/>
              <a:defRPr sz="1333"/>
            </a:lvl4pPr>
            <a:lvl5pPr lvl="4" algn="l">
              <a:lnSpc>
                <a:spcPct val="100000"/>
              </a:lnSpc>
              <a:spcBef>
                <a:spcPts val="267"/>
              </a:spcBef>
              <a:spcAft>
                <a:spcPts val="0"/>
              </a:spcAft>
              <a:buSzPts val="1000"/>
              <a:buNone/>
              <a:defRPr sz="1333"/>
            </a:lvl5pPr>
            <a:lvl6pPr lvl="5" algn="l">
              <a:lnSpc>
                <a:spcPct val="100000"/>
              </a:lnSpc>
              <a:spcBef>
                <a:spcPts val="267"/>
              </a:spcBef>
              <a:spcAft>
                <a:spcPts val="0"/>
              </a:spcAft>
              <a:buSzPts val="1000"/>
              <a:buNone/>
              <a:defRPr sz="1333"/>
            </a:lvl6pPr>
            <a:lvl7pPr lvl="6" algn="l">
              <a:lnSpc>
                <a:spcPct val="100000"/>
              </a:lnSpc>
              <a:spcBef>
                <a:spcPts val="267"/>
              </a:spcBef>
              <a:spcAft>
                <a:spcPts val="0"/>
              </a:spcAft>
              <a:buSzPts val="1000"/>
              <a:buNone/>
              <a:defRPr sz="1333"/>
            </a:lvl7pPr>
            <a:lvl8pPr lvl="7" algn="l">
              <a:lnSpc>
                <a:spcPct val="100000"/>
              </a:lnSpc>
              <a:spcBef>
                <a:spcPts val="267"/>
              </a:spcBef>
              <a:spcAft>
                <a:spcPts val="0"/>
              </a:spcAft>
              <a:buSzPts val="1000"/>
              <a:buNone/>
              <a:defRPr sz="1333"/>
            </a:lvl8pPr>
            <a:lvl9pPr lvl="8" algn="l">
              <a:lnSpc>
                <a:spcPct val="100000"/>
              </a:lnSpc>
              <a:spcBef>
                <a:spcPts val="267"/>
              </a:spcBef>
              <a:spcAft>
                <a:spcPts val="267"/>
              </a:spcAft>
              <a:buSzPts val="1000"/>
              <a:buNone/>
              <a:defRPr sz="1333"/>
            </a:lvl9pPr>
          </a:lstStyle>
          <a:p>
            <a:endParaRPr/>
          </a:p>
        </p:txBody>
      </p:sp>
      <p:sp>
        <p:nvSpPr>
          <p:cNvPr id="542" name="Google Shape;542;p41"/>
          <p:cNvSpPr txBox="1">
            <a:spLocks noGrp="1"/>
          </p:cNvSpPr>
          <p:nvPr>
            <p:ph type="subTitle" idx="32"/>
          </p:nvPr>
        </p:nvSpPr>
        <p:spPr>
          <a:xfrm>
            <a:off x="6634667" y="5439967"/>
            <a:ext cx="304800" cy="426800"/>
          </a:xfrm>
          <a:prstGeom prst="rect">
            <a:avLst/>
          </a:prstGeom>
          <a:noFill/>
          <a:ln>
            <a:noFill/>
          </a:ln>
        </p:spPr>
        <p:txBody>
          <a:bodyPr spcFirstLastPara="1" wrap="square" lIns="0" tIns="0" rIns="0" bIns="0" anchor="ctr" anchorCtr="0">
            <a:noAutofit/>
          </a:bodyPr>
          <a:lstStyle>
            <a:lvl1pPr lvl="0" algn="ctr">
              <a:lnSpc>
                <a:spcPct val="100000"/>
              </a:lnSpc>
              <a:spcBef>
                <a:spcPts val="0"/>
              </a:spcBef>
              <a:spcAft>
                <a:spcPts val="0"/>
              </a:spcAft>
              <a:buClr>
                <a:schemeClr val="accent1"/>
              </a:buClr>
              <a:buSzPts val="1000"/>
              <a:buNone/>
              <a:defRPr sz="1333" b="1">
                <a:solidFill>
                  <a:schemeClr val="accent1"/>
                </a:solidFill>
              </a:defRPr>
            </a:lvl1pPr>
            <a:lvl2pPr lvl="1" algn="ctr">
              <a:lnSpc>
                <a:spcPct val="100000"/>
              </a:lnSpc>
              <a:spcBef>
                <a:spcPts val="267"/>
              </a:spcBef>
              <a:spcAft>
                <a:spcPts val="0"/>
              </a:spcAft>
              <a:buClr>
                <a:schemeClr val="accent1"/>
              </a:buClr>
              <a:buSzPts val="1000"/>
              <a:buNone/>
              <a:defRPr sz="1333" b="1">
                <a:solidFill>
                  <a:schemeClr val="accent1"/>
                </a:solidFill>
              </a:defRPr>
            </a:lvl2pPr>
            <a:lvl3pPr lvl="2" algn="ctr">
              <a:lnSpc>
                <a:spcPct val="100000"/>
              </a:lnSpc>
              <a:spcBef>
                <a:spcPts val="267"/>
              </a:spcBef>
              <a:spcAft>
                <a:spcPts val="0"/>
              </a:spcAft>
              <a:buClr>
                <a:schemeClr val="accent1"/>
              </a:buClr>
              <a:buSzPts val="1000"/>
              <a:buNone/>
              <a:defRPr sz="1333" b="1">
                <a:solidFill>
                  <a:schemeClr val="accent1"/>
                </a:solidFill>
              </a:defRPr>
            </a:lvl3pPr>
            <a:lvl4pPr lvl="3" algn="ctr">
              <a:lnSpc>
                <a:spcPct val="100000"/>
              </a:lnSpc>
              <a:spcBef>
                <a:spcPts val="267"/>
              </a:spcBef>
              <a:spcAft>
                <a:spcPts val="0"/>
              </a:spcAft>
              <a:buClr>
                <a:schemeClr val="accent1"/>
              </a:buClr>
              <a:buSzPts val="1000"/>
              <a:buNone/>
              <a:defRPr sz="1333" b="1">
                <a:solidFill>
                  <a:schemeClr val="accent1"/>
                </a:solidFill>
              </a:defRPr>
            </a:lvl4pPr>
            <a:lvl5pPr lvl="4" algn="ctr">
              <a:lnSpc>
                <a:spcPct val="100000"/>
              </a:lnSpc>
              <a:spcBef>
                <a:spcPts val="267"/>
              </a:spcBef>
              <a:spcAft>
                <a:spcPts val="0"/>
              </a:spcAft>
              <a:buClr>
                <a:schemeClr val="accent1"/>
              </a:buClr>
              <a:buSzPts val="1000"/>
              <a:buNone/>
              <a:defRPr sz="1333" b="1">
                <a:solidFill>
                  <a:schemeClr val="accent1"/>
                </a:solidFill>
              </a:defRPr>
            </a:lvl5pPr>
            <a:lvl6pPr lvl="5" algn="ctr">
              <a:lnSpc>
                <a:spcPct val="100000"/>
              </a:lnSpc>
              <a:spcBef>
                <a:spcPts val="267"/>
              </a:spcBef>
              <a:spcAft>
                <a:spcPts val="0"/>
              </a:spcAft>
              <a:buClr>
                <a:schemeClr val="accent1"/>
              </a:buClr>
              <a:buSzPts val="1000"/>
              <a:buNone/>
              <a:defRPr sz="1333" b="1">
                <a:solidFill>
                  <a:schemeClr val="accent1"/>
                </a:solidFill>
              </a:defRPr>
            </a:lvl6pPr>
            <a:lvl7pPr lvl="6" algn="ctr">
              <a:lnSpc>
                <a:spcPct val="100000"/>
              </a:lnSpc>
              <a:spcBef>
                <a:spcPts val="267"/>
              </a:spcBef>
              <a:spcAft>
                <a:spcPts val="0"/>
              </a:spcAft>
              <a:buClr>
                <a:schemeClr val="accent1"/>
              </a:buClr>
              <a:buSzPts val="1000"/>
              <a:buNone/>
              <a:defRPr sz="1333" b="1">
                <a:solidFill>
                  <a:schemeClr val="accent1"/>
                </a:solidFill>
              </a:defRPr>
            </a:lvl7pPr>
            <a:lvl8pPr lvl="7" algn="ctr">
              <a:lnSpc>
                <a:spcPct val="100000"/>
              </a:lnSpc>
              <a:spcBef>
                <a:spcPts val="267"/>
              </a:spcBef>
              <a:spcAft>
                <a:spcPts val="0"/>
              </a:spcAft>
              <a:buClr>
                <a:schemeClr val="accent1"/>
              </a:buClr>
              <a:buSzPts val="1000"/>
              <a:buNone/>
              <a:defRPr sz="1333" b="1">
                <a:solidFill>
                  <a:schemeClr val="accent1"/>
                </a:solidFill>
              </a:defRPr>
            </a:lvl8pPr>
            <a:lvl9pPr lvl="8" algn="ctr">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543" name="Google Shape;543;p41"/>
          <p:cNvSpPr txBox="1">
            <a:spLocks noGrp="1"/>
          </p:cNvSpPr>
          <p:nvPr>
            <p:ph type="subTitle" idx="33"/>
          </p:nvPr>
        </p:nvSpPr>
        <p:spPr>
          <a:xfrm>
            <a:off x="6938053" y="5439967"/>
            <a:ext cx="135600" cy="426800"/>
          </a:xfrm>
          <a:prstGeom prst="rect">
            <a:avLst/>
          </a:prstGeom>
          <a:noFill/>
          <a:ln>
            <a:noFill/>
          </a:ln>
        </p:spPr>
        <p:txBody>
          <a:bodyPr spcFirstLastPara="1" wrap="square" lIns="0" tIns="0" rIns="0" bIns="0" anchor="ctr" anchorCtr="0">
            <a:noAutofit/>
          </a:bodyPr>
          <a:lstStyle>
            <a:lvl1pPr lvl="0" algn="ctr">
              <a:lnSpc>
                <a:spcPct val="100000"/>
              </a:lnSpc>
              <a:spcBef>
                <a:spcPts val="0"/>
              </a:spcBef>
              <a:spcAft>
                <a:spcPts val="0"/>
              </a:spcAft>
              <a:buClr>
                <a:schemeClr val="accent3"/>
              </a:buClr>
              <a:buSzPts val="1000"/>
              <a:buNone/>
              <a:defRPr sz="1333" b="1">
                <a:solidFill>
                  <a:schemeClr val="accent3"/>
                </a:solidFill>
              </a:defRPr>
            </a:lvl1pPr>
            <a:lvl2pPr lvl="1" algn="ctr">
              <a:lnSpc>
                <a:spcPct val="100000"/>
              </a:lnSpc>
              <a:spcBef>
                <a:spcPts val="267"/>
              </a:spcBef>
              <a:spcAft>
                <a:spcPts val="0"/>
              </a:spcAft>
              <a:buClr>
                <a:schemeClr val="accent3"/>
              </a:buClr>
              <a:buSzPts val="1000"/>
              <a:buNone/>
              <a:defRPr sz="1333" b="1">
                <a:solidFill>
                  <a:schemeClr val="accent3"/>
                </a:solidFill>
              </a:defRPr>
            </a:lvl2pPr>
            <a:lvl3pPr lvl="2" algn="ctr">
              <a:lnSpc>
                <a:spcPct val="100000"/>
              </a:lnSpc>
              <a:spcBef>
                <a:spcPts val="267"/>
              </a:spcBef>
              <a:spcAft>
                <a:spcPts val="0"/>
              </a:spcAft>
              <a:buClr>
                <a:schemeClr val="accent3"/>
              </a:buClr>
              <a:buSzPts val="1000"/>
              <a:buNone/>
              <a:defRPr sz="1333" b="1">
                <a:solidFill>
                  <a:schemeClr val="accent3"/>
                </a:solidFill>
              </a:defRPr>
            </a:lvl3pPr>
            <a:lvl4pPr lvl="3" algn="ctr">
              <a:lnSpc>
                <a:spcPct val="100000"/>
              </a:lnSpc>
              <a:spcBef>
                <a:spcPts val="267"/>
              </a:spcBef>
              <a:spcAft>
                <a:spcPts val="0"/>
              </a:spcAft>
              <a:buClr>
                <a:schemeClr val="accent3"/>
              </a:buClr>
              <a:buSzPts val="1000"/>
              <a:buNone/>
              <a:defRPr sz="1333" b="1">
                <a:solidFill>
                  <a:schemeClr val="accent3"/>
                </a:solidFill>
              </a:defRPr>
            </a:lvl4pPr>
            <a:lvl5pPr lvl="4" algn="ctr">
              <a:lnSpc>
                <a:spcPct val="100000"/>
              </a:lnSpc>
              <a:spcBef>
                <a:spcPts val="267"/>
              </a:spcBef>
              <a:spcAft>
                <a:spcPts val="0"/>
              </a:spcAft>
              <a:buClr>
                <a:schemeClr val="accent3"/>
              </a:buClr>
              <a:buSzPts val="1000"/>
              <a:buNone/>
              <a:defRPr sz="1333" b="1">
                <a:solidFill>
                  <a:schemeClr val="accent3"/>
                </a:solidFill>
              </a:defRPr>
            </a:lvl5pPr>
            <a:lvl6pPr lvl="5" algn="ctr">
              <a:lnSpc>
                <a:spcPct val="100000"/>
              </a:lnSpc>
              <a:spcBef>
                <a:spcPts val="267"/>
              </a:spcBef>
              <a:spcAft>
                <a:spcPts val="0"/>
              </a:spcAft>
              <a:buClr>
                <a:schemeClr val="accent3"/>
              </a:buClr>
              <a:buSzPts val="1000"/>
              <a:buNone/>
              <a:defRPr sz="1333" b="1">
                <a:solidFill>
                  <a:schemeClr val="accent3"/>
                </a:solidFill>
              </a:defRPr>
            </a:lvl6pPr>
            <a:lvl7pPr lvl="6" algn="ctr">
              <a:lnSpc>
                <a:spcPct val="100000"/>
              </a:lnSpc>
              <a:spcBef>
                <a:spcPts val="267"/>
              </a:spcBef>
              <a:spcAft>
                <a:spcPts val="0"/>
              </a:spcAft>
              <a:buClr>
                <a:schemeClr val="accent3"/>
              </a:buClr>
              <a:buSzPts val="1000"/>
              <a:buNone/>
              <a:defRPr sz="1333" b="1">
                <a:solidFill>
                  <a:schemeClr val="accent3"/>
                </a:solidFill>
              </a:defRPr>
            </a:lvl7pPr>
            <a:lvl8pPr lvl="7" algn="ctr">
              <a:lnSpc>
                <a:spcPct val="100000"/>
              </a:lnSpc>
              <a:spcBef>
                <a:spcPts val="267"/>
              </a:spcBef>
              <a:spcAft>
                <a:spcPts val="0"/>
              </a:spcAft>
              <a:buClr>
                <a:schemeClr val="accent3"/>
              </a:buClr>
              <a:buSzPts val="1000"/>
              <a:buNone/>
              <a:defRPr sz="1333" b="1">
                <a:solidFill>
                  <a:schemeClr val="accent3"/>
                </a:solidFill>
              </a:defRPr>
            </a:lvl8pPr>
            <a:lvl9pPr lvl="8" algn="ctr">
              <a:lnSpc>
                <a:spcPct val="100000"/>
              </a:lnSpc>
              <a:spcBef>
                <a:spcPts val="267"/>
              </a:spcBef>
              <a:spcAft>
                <a:spcPts val="267"/>
              </a:spcAft>
              <a:buClr>
                <a:schemeClr val="accent3"/>
              </a:buClr>
              <a:buSzPts val="1000"/>
              <a:buNone/>
              <a:defRPr sz="1333" b="1">
                <a:solidFill>
                  <a:schemeClr val="accent3"/>
                </a:solidFill>
              </a:defRPr>
            </a:lvl9pPr>
          </a:lstStyle>
          <a:p>
            <a:endParaRPr/>
          </a:p>
        </p:txBody>
      </p:sp>
      <p:pic>
        <p:nvPicPr>
          <p:cNvPr id="544" name="Google Shape;544;p41"/>
          <p:cNvPicPr preferRelativeResize="0"/>
          <p:nvPr/>
        </p:nvPicPr>
        <p:blipFill rotWithShape="1">
          <a:blip r:embed="rId2">
            <a:alphaModFix/>
          </a:blip>
          <a:srcRect/>
          <a:stretch/>
        </p:blipFill>
        <p:spPr>
          <a:xfrm>
            <a:off x="0" y="6811001"/>
            <a:ext cx="12192000" cy="50800"/>
          </a:xfrm>
          <a:prstGeom prst="rect">
            <a:avLst/>
          </a:prstGeom>
          <a:noFill/>
          <a:ln>
            <a:noFill/>
          </a:ln>
        </p:spPr>
      </p:pic>
    </p:spTree>
    <p:extLst>
      <p:ext uri="{BB962C8B-B14F-4D97-AF65-F5344CB8AC3E}">
        <p14:creationId xmlns:p14="http://schemas.microsoft.com/office/powerpoint/2010/main" val="920863011"/>
      </p:ext>
    </p:extLst>
  </p:cSld>
  <p:clrMapOvr>
    <a:masterClrMapping/>
  </p:clrMapOvr>
  <p:extLst>
    <p:ext uri="{DCECCB84-F9BA-43D5-87BE-67443E8EF086}">
      <p15:sldGuideLst xmlns:p15="http://schemas.microsoft.com/office/powerpoint/2012/main">
        <p15:guide id="1" orient="horz" pos="518">
          <p15:clr>
            <a:srgbClr val="FA7B17"/>
          </p15:clr>
        </p15:guide>
        <p15:guide id="2" orient="horz" pos="3070">
          <p15:clr>
            <a:srgbClr val="FA7B17"/>
          </p15:clr>
        </p15:guide>
        <p15:guide id="3" pos="259">
          <p15:clr>
            <a:srgbClr val="FA7B17"/>
          </p15:clr>
        </p15:guide>
        <p15:guide id="4" pos="5501">
          <p15:clr>
            <a:srgbClr val="FA7B17"/>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 Column (Vertical Style)">
  <p:cSld name="Title + Column (Vertical Style)">
    <p:spTree>
      <p:nvGrpSpPr>
        <p:cNvPr id="1" name="Shape 545"/>
        <p:cNvGrpSpPr/>
        <p:nvPr/>
      </p:nvGrpSpPr>
      <p:grpSpPr>
        <a:xfrm>
          <a:off x="0" y="0"/>
          <a:ext cx="0" cy="0"/>
          <a:chOff x="0" y="0"/>
          <a:chExt cx="0" cy="0"/>
        </a:xfrm>
      </p:grpSpPr>
      <p:sp>
        <p:nvSpPr>
          <p:cNvPr id="546" name="Google Shape;546;p42"/>
          <p:cNvSpPr/>
          <p:nvPr/>
        </p:nvSpPr>
        <p:spPr>
          <a:xfrm>
            <a:off x="0" y="0"/>
            <a:ext cx="3024400" cy="6858000"/>
          </a:xfrm>
          <a:prstGeom prst="rect">
            <a:avLst/>
          </a:prstGeom>
          <a:solidFill>
            <a:srgbClr val="F3F3F3"/>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dirty="0">
              <a:solidFill>
                <a:srgbClr val="000000"/>
              </a:solidFill>
              <a:latin typeface="Arial"/>
              <a:ea typeface="Arial"/>
              <a:cs typeface="Arial"/>
              <a:sym typeface="Arial"/>
            </a:endParaRPr>
          </a:p>
        </p:txBody>
      </p:sp>
      <p:sp>
        <p:nvSpPr>
          <p:cNvPr id="547" name="Google Shape;547;p42"/>
          <p:cNvSpPr/>
          <p:nvPr/>
        </p:nvSpPr>
        <p:spPr>
          <a:xfrm>
            <a:off x="11792595" y="6494883"/>
            <a:ext cx="304800" cy="306000"/>
          </a:xfrm>
          <a:prstGeom prst="ellipse">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US" sz="933" b="0" i="0" u="none" strike="noStrike" cap="none">
                <a:solidFill>
                  <a:schemeClr val="lt1"/>
                </a:solidFill>
                <a:latin typeface="Calibri"/>
                <a:ea typeface="Calibri"/>
                <a:cs typeface="Calibri"/>
                <a:sym typeface="Calibri"/>
              </a:rPr>
              <a:pPr marL="0" marR="0" lvl="0" indent="0" algn="r" rtl="0">
                <a:lnSpc>
                  <a:spcPct val="100000"/>
                </a:lnSpc>
                <a:spcBef>
                  <a:spcPts val="0"/>
                </a:spcBef>
                <a:spcAft>
                  <a:spcPts val="0"/>
                </a:spcAft>
                <a:buClr>
                  <a:srgbClr val="000000"/>
                </a:buClr>
                <a:buSzPts val="700"/>
                <a:buFont typeface="Arial"/>
                <a:buNone/>
              </a:pPr>
              <a:t>‹#›</a:t>
            </a:fld>
            <a:endParaRPr sz="933" b="0" i="0" u="none" strike="noStrike" cap="none" dirty="0">
              <a:solidFill>
                <a:schemeClr val="lt1"/>
              </a:solidFill>
              <a:latin typeface="Calibri"/>
              <a:ea typeface="Calibri"/>
              <a:cs typeface="Calibri"/>
              <a:sym typeface="Calibri"/>
            </a:endParaRPr>
          </a:p>
        </p:txBody>
      </p:sp>
      <p:sp>
        <p:nvSpPr>
          <p:cNvPr id="548" name="Google Shape;548;p42"/>
          <p:cNvSpPr/>
          <p:nvPr/>
        </p:nvSpPr>
        <p:spPr>
          <a:xfrm>
            <a:off x="3" y="1"/>
            <a:ext cx="301543" cy="347263"/>
          </a:xfrm>
          <a:custGeom>
            <a:avLst/>
            <a:gdLst/>
            <a:ahLst/>
            <a:cxnLst/>
            <a:rect l="l" t="t" r="r" b="b"/>
            <a:pathLst>
              <a:path w="1675237" h="1929234" extrusionOk="0">
                <a:moveTo>
                  <a:pt x="461556" y="1897854"/>
                </a:moveTo>
                <a:lnTo>
                  <a:pt x="469774" y="1899513"/>
                </a:lnTo>
                <a:lnTo>
                  <a:pt x="443985" y="1904118"/>
                </a:lnTo>
                <a:lnTo>
                  <a:pt x="449737" y="1900240"/>
                </a:lnTo>
                <a:cubicBezTo>
                  <a:pt x="453370" y="1898704"/>
                  <a:pt x="457364" y="1897854"/>
                  <a:pt x="461556" y="1897854"/>
                </a:cubicBezTo>
                <a:close/>
                <a:moveTo>
                  <a:pt x="389002" y="1897854"/>
                </a:moveTo>
                <a:cubicBezTo>
                  <a:pt x="397386" y="1897854"/>
                  <a:pt x="404977" y="1901253"/>
                  <a:pt x="410472" y="1906747"/>
                </a:cubicBezTo>
                <a:lnTo>
                  <a:pt x="411766" y="1909872"/>
                </a:lnTo>
                <a:lnTo>
                  <a:pt x="400388" y="1911904"/>
                </a:lnTo>
                <a:lnTo>
                  <a:pt x="363451" y="1916598"/>
                </a:lnTo>
                <a:lnTo>
                  <a:pt x="367531" y="1906747"/>
                </a:lnTo>
                <a:cubicBezTo>
                  <a:pt x="373026" y="1901253"/>
                  <a:pt x="380617" y="1897854"/>
                  <a:pt x="389002" y="1897854"/>
                </a:cubicBezTo>
                <a:close/>
                <a:moveTo>
                  <a:pt x="316447" y="1897854"/>
                </a:moveTo>
                <a:cubicBezTo>
                  <a:pt x="324832" y="1897854"/>
                  <a:pt x="332422" y="1901253"/>
                  <a:pt x="337917" y="1906747"/>
                </a:cubicBezTo>
                <a:lnTo>
                  <a:pt x="343070" y="1919187"/>
                </a:lnTo>
                <a:lnTo>
                  <a:pt x="325117" y="1921469"/>
                </a:lnTo>
                <a:lnTo>
                  <a:pt x="287700" y="1924314"/>
                </a:lnTo>
                <a:lnTo>
                  <a:pt x="294977" y="1906747"/>
                </a:lnTo>
                <a:cubicBezTo>
                  <a:pt x="300471" y="1901253"/>
                  <a:pt x="308062" y="1897854"/>
                  <a:pt x="316447" y="1897854"/>
                </a:cubicBezTo>
                <a:close/>
                <a:moveTo>
                  <a:pt x="243892" y="1897854"/>
                </a:moveTo>
                <a:cubicBezTo>
                  <a:pt x="252277" y="1897854"/>
                  <a:pt x="259868" y="1901253"/>
                  <a:pt x="265363" y="1906747"/>
                </a:cubicBezTo>
                <a:lnTo>
                  <a:pt x="273099" y="1925425"/>
                </a:lnTo>
                <a:lnTo>
                  <a:pt x="248735" y="1927277"/>
                </a:lnTo>
                <a:lnTo>
                  <a:pt x="213550" y="1928167"/>
                </a:lnTo>
                <a:lnTo>
                  <a:pt x="222422" y="1906747"/>
                </a:lnTo>
                <a:cubicBezTo>
                  <a:pt x="227917" y="1901253"/>
                  <a:pt x="235508" y="1897854"/>
                  <a:pt x="243892" y="1897854"/>
                </a:cubicBezTo>
                <a:close/>
                <a:moveTo>
                  <a:pt x="171339" y="1897854"/>
                </a:moveTo>
                <a:cubicBezTo>
                  <a:pt x="188107" y="1897854"/>
                  <a:pt x="201701" y="1911448"/>
                  <a:pt x="201701" y="1928218"/>
                </a:cubicBezTo>
                <a:lnTo>
                  <a:pt x="201597" y="1928469"/>
                </a:lnTo>
                <a:lnTo>
                  <a:pt x="171336" y="1929234"/>
                </a:lnTo>
                <a:lnTo>
                  <a:pt x="141087" y="1928469"/>
                </a:lnTo>
                <a:lnTo>
                  <a:pt x="140982" y="1928218"/>
                </a:lnTo>
                <a:cubicBezTo>
                  <a:pt x="140982" y="1911448"/>
                  <a:pt x="154577" y="1897854"/>
                  <a:pt x="171339" y="1897854"/>
                </a:cubicBezTo>
                <a:close/>
                <a:moveTo>
                  <a:pt x="98792" y="1897854"/>
                </a:moveTo>
                <a:cubicBezTo>
                  <a:pt x="107177" y="1897854"/>
                  <a:pt x="114768" y="1901253"/>
                  <a:pt x="120263" y="1906747"/>
                </a:cubicBezTo>
                <a:lnTo>
                  <a:pt x="129135" y="1928167"/>
                </a:lnTo>
                <a:lnTo>
                  <a:pt x="93938" y="1927277"/>
                </a:lnTo>
                <a:lnTo>
                  <a:pt x="69586" y="1925425"/>
                </a:lnTo>
                <a:lnTo>
                  <a:pt x="77322" y="1906747"/>
                </a:lnTo>
                <a:cubicBezTo>
                  <a:pt x="82817" y="1901253"/>
                  <a:pt x="90408" y="1897854"/>
                  <a:pt x="98792" y="1897854"/>
                </a:cubicBezTo>
                <a:close/>
                <a:moveTo>
                  <a:pt x="26239" y="1897854"/>
                </a:moveTo>
                <a:cubicBezTo>
                  <a:pt x="34623" y="1897854"/>
                  <a:pt x="42214" y="1901253"/>
                  <a:pt x="47709" y="1906747"/>
                </a:cubicBezTo>
                <a:lnTo>
                  <a:pt x="54985" y="1924315"/>
                </a:lnTo>
                <a:lnTo>
                  <a:pt x="17556" y="1921469"/>
                </a:lnTo>
                <a:lnTo>
                  <a:pt x="0" y="1919238"/>
                </a:lnTo>
                <a:lnTo>
                  <a:pt x="0" y="1918259"/>
                </a:lnTo>
                <a:lnTo>
                  <a:pt x="4768" y="1906747"/>
                </a:lnTo>
                <a:cubicBezTo>
                  <a:pt x="10263" y="1901253"/>
                  <a:pt x="17854" y="1897854"/>
                  <a:pt x="26239" y="1897854"/>
                </a:cubicBezTo>
                <a:close/>
                <a:moveTo>
                  <a:pt x="679220" y="1817400"/>
                </a:moveTo>
                <a:cubicBezTo>
                  <a:pt x="687604" y="1817400"/>
                  <a:pt x="695195" y="1820799"/>
                  <a:pt x="700690" y="1826293"/>
                </a:cubicBezTo>
                <a:lnTo>
                  <a:pt x="702587" y="1830873"/>
                </a:lnTo>
                <a:lnTo>
                  <a:pt x="649855" y="1850174"/>
                </a:lnTo>
                <a:lnTo>
                  <a:pt x="648856" y="1847763"/>
                </a:lnTo>
                <a:cubicBezTo>
                  <a:pt x="648856" y="1830994"/>
                  <a:pt x="662450" y="1817400"/>
                  <a:pt x="679220" y="1817400"/>
                </a:cubicBezTo>
                <a:close/>
                <a:moveTo>
                  <a:pt x="606665" y="1817400"/>
                </a:moveTo>
                <a:cubicBezTo>
                  <a:pt x="623435" y="1817400"/>
                  <a:pt x="637029" y="1830994"/>
                  <a:pt x="637029" y="1847763"/>
                </a:cubicBezTo>
                <a:lnTo>
                  <a:pt x="633560" y="1856138"/>
                </a:lnTo>
                <a:lnTo>
                  <a:pt x="618594" y="1861615"/>
                </a:lnTo>
                <a:lnTo>
                  <a:pt x="587142" y="1870547"/>
                </a:lnTo>
                <a:lnTo>
                  <a:pt x="585195" y="1869234"/>
                </a:lnTo>
                <a:cubicBezTo>
                  <a:pt x="579700" y="1863739"/>
                  <a:pt x="576302" y="1856148"/>
                  <a:pt x="576302" y="1847763"/>
                </a:cubicBezTo>
                <a:cubicBezTo>
                  <a:pt x="576302" y="1830994"/>
                  <a:pt x="589896" y="1817400"/>
                  <a:pt x="606665" y="1817400"/>
                </a:cubicBezTo>
                <a:close/>
                <a:moveTo>
                  <a:pt x="534111" y="1817400"/>
                </a:moveTo>
                <a:cubicBezTo>
                  <a:pt x="550880" y="1817400"/>
                  <a:pt x="564474" y="1830994"/>
                  <a:pt x="564474" y="1847763"/>
                </a:cubicBezTo>
                <a:cubicBezTo>
                  <a:pt x="564474" y="1864533"/>
                  <a:pt x="550880" y="1878127"/>
                  <a:pt x="534111" y="1878127"/>
                </a:cubicBezTo>
                <a:cubicBezTo>
                  <a:pt x="517341" y="1878127"/>
                  <a:pt x="503747" y="1864533"/>
                  <a:pt x="503747" y="1847763"/>
                </a:cubicBezTo>
                <a:cubicBezTo>
                  <a:pt x="503747" y="1830994"/>
                  <a:pt x="517341" y="1817400"/>
                  <a:pt x="534111" y="1817400"/>
                </a:cubicBezTo>
                <a:close/>
                <a:moveTo>
                  <a:pt x="461556" y="1817400"/>
                </a:moveTo>
                <a:cubicBezTo>
                  <a:pt x="478326" y="1817400"/>
                  <a:pt x="491920" y="1830994"/>
                  <a:pt x="491920" y="1847763"/>
                </a:cubicBezTo>
                <a:cubicBezTo>
                  <a:pt x="491920" y="1864533"/>
                  <a:pt x="478326" y="1878127"/>
                  <a:pt x="461556" y="1878127"/>
                </a:cubicBezTo>
                <a:cubicBezTo>
                  <a:pt x="444787" y="1878127"/>
                  <a:pt x="431192" y="1864533"/>
                  <a:pt x="431192" y="1847763"/>
                </a:cubicBezTo>
                <a:cubicBezTo>
                  <a:pt x="431192" y="1830994"/>
                  <a:pt x="444787" y="1817400"/>
                  <a:pt x="461556" y="1817400"/>
                </a:cubicBezTo>
                <a:close/>
                <a:moveTo>
                  <a:pt x="389002" y="1817400"/>
                </a:moveTo>
                <a:cubicBezTo>
                  <a:pt x="405771" y="1817400"/>
                  <a:pt x="419365" y="1830994"/>
                  <a:pt x="419365" y="1847763"/>
                </a:cubicBezTo>
                <a:cubicBezTo>
                  <a:pt x="419365" y="1864533"/>
                  <a:pt x="405771" y="1878127"/>
                  <a:pt x="389002" y="1878127"/>
                </a:cubicBezTo>
                <a:cubicBezTo>
                  <a:pt x="372232" y="1878127"/>
                  <a:pt x="358638" y="1864533"/>
                  <a:pt x="358638" y="1847763"/>
                </a:cubicBezTo>
                <a:cubicBezTo>
                  <a:pt x="358638" y="1830994"/>
                  <a:pt x="372232" y="1817400"/>
                  <a:pt x="389002" y="1817400"/>
                </a:cubicBezTo>
                <a:close/>
                <a:moveTo>
                  <a:pt x="316447" y="1817400"/>
                </a:moveTo>
                <a:cubicBezTo>
                  <a:pt x="333216" y="1817400"/>
                  <a:pt x="346810" y="1830994"/>
                  <a:pt x="346810" y="1847763"/>
                </a:cubicBezTo>
                <a:cubicBezTo>
                  <a:pt x="346810" y="1864533"/>
                  <a:pt x="333216" y="1878127"/>
                  <a:pt x="316447" y="1878127"/>
                </a:cubicBezTo>
                <a:cubicBezTo>
                  <a:pt x="299677" y="1878127"/>
                  <a:pt x="286084" y="1864533"/>
                  <a:pt x="286084" y="1847763"/>
                </a:cubicBezTo>
                <a:cubicBezTo>
                  <a:pt x="286084" y="1830994"/>
                  <a:pt x="299677" y="1817400"/>
                  <a:pt x="316447" y="1817400"/>
                </a:cubicBezTo>
                <a:close/>
                <a:moveTo>
                  <a:pt x="243892" y="1817400"/>
                </a:moveTo>
                <a:cubicBezTo>
                  <a:pt x="260662" y="1817400"/>
                  <a:pt x="274256" y="1830994"/>
                  <a:pt x="274256" y="1847763"/>
                </a:cubicBezTo>
                <a:cubicBezTo>
                  <a:pt x="274256" y="1864533"/>
                  <a:pt x="260662" y="1878127"/>
                  <a:pt x="243892" y="1878127"/>
                </a:cubicBezTo>
                <a:cubicBezTo>
                  <a:pt x="227123" y="1878127"/>
                  <a:pt x="213529" y="1864533"/>
                  <a:pt x="213529" y="1847763"/>
                </a:cubicBezTo>
                <a:cubicBezTo>
                  <a:pt x="213529" y="1830994"/>
                  <a:pt x="227123" y="1817400"/>
                  <a:pt x="243892" y="1817400"/>
                </a:cubicBezTo>
                <a:close/>
                <a:moveTo>
                  <a:pt x="171339" y="1817400"/>
                </a:moveTo>
                <a:cubicBezTo>
                  <a:pt x="188107" y="1817400"/>
                  <a:pt x="201701" y="1830994"/>
                  <a:pt x="201701" y="1847763"/>
                </a:cubicBezTo>
                <a:cubicBezTo>
                  <a:pt x="201701" y="1864533"/>
                  <a:pt x="188107" y="1878127"/>
                  <a:pt x="171339" y="1878127"/>
                </a:cubicBezTo>
                <a:cubicBezTo>
                  <a:pt x="154583" y="1878127"/>
                  <a:pt x="140989" y="1864533"/>
                  <a:pt x="140989" y="1847763"/>
                </a:cubicBezTo>
                <a:cubicBezTo>
                  <a:pt x="140989" y="1830994"/>
                  <a:pt x="154583" y="1817400"/>
                  <a:pt x="171339" y="1817400"/>
                </a:cubicBezTo>
                <a:close/>
                <a:moveTo>
                  <a:pt x="98799" y="1817400"/>
                </a:moveTo>
                <a:cubicBezTo>
                  <a:pt x="115568" y="1817400"/>
                  <a:pt x="129162" y="1830994"/>
                  <a:pt x="129162" y="1847763"/>
                </a:cubicBezTo>
                <a:cubicBezTo>
                  <a:pt x="129162" y="1864533"/>
                  <a:pt x="115568" y="1878127"/>
                  <a:pt x="98799" y="1878127"/>
                </a:cubicBezTo>
                <a:cubicBezTo>
                  <a:pt x="82029" y="1878127"/>
                  <a:pt x="68435" y="1864533"/>
                  <a:pt x="68435" y="1847763"/>
                </a:cubicBezTo>
                <a:cubicBezTo>
                  <a:pt x="68435" y="1830994"/>
                  <a:pt x="82029" y="1817400"/>
                  <a:pt x="98799" y="1817400"/>
                </a:cubicBezTo>
                <a:close/>
                <a:moveTo>
                  <a:pt x="26245" y="1817400"/>
                </a:moveTo>
                <a:cubicBezTo>
                  <a:pt x="43014" y="1817400"/>
                  <a:pt x="56608" y="1830994"/>
                  <a:pt x="56608" y="1847763"/>
                </a:cubicBezTo>
                <a:cubicBezTo>
                  <a:pt x="56608" y="1864533"/>
                  <a:pt x="43014" y="1878127"/>
                  <a:pt x="26245" y="1878127"/>
                </a:cubicBezTo>
                <a:cubicBezTo>
                  <a:pt x="17860" y="1878127"/>
                  <a:pt x="10269" y="1874729"/>
                  <a:pt x="4775" y="1869234"/>
                </a:cubicBezTo>
                <a:lnTo>
                  <a:pt x="0" y="1857707"/>
                </a:lnTo>
                <a:lnTo>
                  <a:pt x="0" y="1837819"/>
                </a:lnTo>
                <a:lnTo>
                  <a:pt x="4775" y="1826293"/>
                </a:lnTo>
                <a:cubicBezTo>
                  <a:pt x="10269" y="1820799"/>
                  <a:pt x="17860" y="1817400"/>
                  <a:pt x="26245" y="1817400"/>
                </a:cubicBezTo>
                <a:close/>
                <a:moveTo>
                  <a:pt x="896883" y="1736948"/>
                </a:moveTo>
                <a:lnTo>
                  <a:pt x="903696" y="1738324"/>
                </a:lnTo>
                <a:lnTo>
                  <a:pt x="888255" y="1747704"/>
                </a:lnTo>
                <a:lnTo>
                  <a:pt x="871248" y="1755896"/>
                </a:lnTo>
                <a:lnTo>
                  <a:pt x="875413" y="1745841"/>
                </a:lnTo>
                <a:cubicBezTo>
                  <a:pt x="880908" y="1740347"/>
                  <a:pt x="888499" y="1736948"/>
                  <a:pt x="896883" y="1736948"/>
                </a:cubicBezTo>
                <a:close/>
                <a:moveTo>
                  <a:pt x="824329" y="1736948"/>
                </a:moveTo>
                <a:cubicBezTo>
                  <a:pt x="832714" y="1736948"/>
                  <a:pt x="840304" y="1740347"/>
                  <a:pt x="845799" y="1745841"/>
                </a:cubicBezTo>
                <a:lnTo>
                  <a:pt x="853504" y="1764444"/>
                </a:lnTo>
                <a:lnTo>
                  <a:pt x="802910" y="1788817"/>
                </a:lnTo>
                <a:lnTo>
                  <a:pt x="802858" y="1788782"/>
                </a:lnTo>
                <a:cubicBezTo>
                  <a:pt x="797364" y="1783287"/>
                  <a:pt x="793965" y="1775696"/>
                  <a:pt x="793965" y="1767312"/>
                </a:cubicBezTo>
                <a:cubicBezTo>
                  <a:pt x="793965" y="1750542"/>
                  <a:pt x="807559" y="1736948"/>
                  <a:pt x="824329" y="1736948"/>
                </a:cubicBezTo>
                <a:close/>
                <a:moveTo>
                  <a:pt x="751774" y="1736948"/>
                </a:moveTo>
                <a:cubicBezTo>
                  <a:pt x="768544" y="1736948"/>
                  <a:pt x="782138" y="1750542"/>
                  <a:pt x="782138" y="1767312"/>
                </a:cubicBezTo>
                <a:cubicBezTo>
                  <a:pt x="782138" y="1784081"/>
                  <a:pt x="768544" y="1797675"/>
                  <a:pt x="751774" y="1797675"/>
                </a:cubicBezTo>
                <a:cubicBezTo>
                  <a:pt x="735005" y="1797675"/>
                  <a:pt x="721411" y="1784081"/>
                  <a:pt x="721411" y="1767312"/>
                </a:cubicBezTo>
                <a:cubicBezTo>
                  <a:pt x="721411" y="1750542"/>
                  <a:pt x="735005" y="1736948"/>
                  <a:pt x="751774" y="1736948"/>
                </a:cubicBezTo>
                <a:close/>
                <a:moveTo>
                  <a:pt x="679220" y="1736948"/>
                </a:moveTo>
                <a:cubicBezTo>
                  <a:pt x="695989" y="1736948"/>
                  <a:pt x="709583" y="1750542"/>
                  <a:pt x="709583" y="1767312"/>
                </a:cubicBezTo>
                <a:cubicBezTo>
                  <a:pt x="709583" y="1784081"/>
                  <a:pt x="695989" y="1797675"/>
                  <a:pt x="679220" y="1797675"/>
                </a:cubicBezTo>
                <a:cubicBezTo>
                  <a:pt x="662450" y="1797675"/>
                  <a:pt x="648856" y="1784081"/>
                  <a:pt x="648856" y="1767312"/>
                </a:cubicBezTo>
                <a:cubicBezTo>
                  <a:pt x="648856" y="1750542"/>
                  <a:pt x="662450" y="1736948"/>
                  <a:pt x="679220" y="1736948"/>
                </a:cubicBezTo>
                <a:close/>
                <a:moveTo>
                  <a:pt x="606665" y="1736948"/>
                </a:moveTo>
                <a:cubicBezTo>
                  <a:pt x="623435" y="1736948"/>
                  <a:pt x="637029" y="1750542"/>
                  <a:pt x="637029" y="1767312"/>
                </a:cubicBezTo>
                <a:cubicBezTo>
                  <a:pt x="637029" y="1784081"/>
                  <a:pt x="623435" y="1797675"/>
                  <a:pt x="606665" y="1797675"/>
                </a:cubicBezTo>
                <a:cubicBezTo>
                  <a:pt x="589896" y="1797675"/>
                  <a:pt x="576302" y="1784081"/>
                  <a:pt x="576302" y="1767312"/>
                </a:cubicBezTo>
                <a:cubicBezTo>
                  <a:pt x="576302" y="1750542"/>
                  <a:pt x="589896" y="1736948"/>
                  <a:pt x="606665" y="1736948"/>
                </a:cubicBezTo>
                <a:close/>
                <a:moveTo>
                  <a:pt x="534111" y="1736948"/>
                </a:moveTo>
                <a:cubicBezTo>
                  <a:pt x="550880" y="1736948"/>
                  <a:pt x="564474" y="1750542"/>
                  <a:pt x="564474" y="1767312"/>
                </a:cubicBezTo>
                <a:cubicBezTo>
                  <a:pt x="564474" y="1784081"/>
                  <a:pt x="550880" y="1797675"/>
                  <a:pt x="534111" y="1797675"/>
                </a:cubicBezTo>
                <a:cubicBezTo>
                  <a:pt x="517341" y="1797675"/>
                  <a:pt x="503747" y="1784081"/>
                  <a:pt x="503747" y="1767312"/>
                </a:cubicBezTo>
                <a:cubicBezTo>
                  <a:pt x="503747" y="1750542"/>
                  <a:pt x="517341" y="1736948"/>
                  <a:pt x="534111" y="1736948"/>
                </a:cubicBezTo>
                <a:close/>
                <a:moveTo>
                  <a:pt x="461556" y="1736948"/>
                </a:moveTo>
                <a:cubicBezTo>
                  <a:pt x="478326" y="1736948"/>
                  <a:pt x="491920" y="1750542"/>
                  <a:pt x="491920" y="1767312"/>
                </a:cubicBezTo>
                <a:cubicBezTo>
                  <a:pt x="491920" y="1784081"/>
                  <a:pt x="478326" y="1797675"/>
                  <a:pt x="461556" y="1797675"/>
                </a:cubicBezTo>
                <a:cubicBezTo>
                  <a:pt x="444787" y="1797675"/>
                  <a:pt x="431192" y="1784081"/>
                  <a:pt x="431192" y="1767312"/>
                </a:cubicBezTo>
                <a:cubicBezTo>
                  <a:pt x="431192" y="1750542"/>
                  <a:pt x="444787" y="1736948"/>
                  <a:pt x="461556" y="1736948"/>
                </a:cubicBezTo>
                <a:close/>
                <a:moveTo>
                  <a:pt x="389002" y="1736948"/>
                </a:moveTo>
                <a:cubicBezTo>
                  <a:pt x="405771" y="1736948"/>
                  <a:pt x="419365" y="1750542"/>
                  <a:pt x="419365" y="1767312"/>
                </a:cubicBezTo>
                <a:cubicBezTo>
                  <a:pt x="419365" y="1784081"/>
                  <a:pt x="405771" y="1797675"/>
                  <a:pt x="389002" y="1797675"/>
                </a:cubicBezTo>
                <a:cubicBezTo>
                  <a:pt x="372232" y="1797675"/>
                  <a:pt x="358638" y="1784081"/>
                  <a:pt x="358638" y="1767312"/>
                </a:cubicBezTo>
                <a:cubicBezTo>
                  <a:pt x="358638" y="1750542"/>
                  <a:pt x="372232" y="1736948"/>
                  <a:pt x="389002" y="1736948"/>
                </a:cubicBezTo>
                <a:close/>
                <a:moveTo>
                  <a:pt x="316447" y="1736948"/>
                </a:moveTo>
                <a:cubicBezTo>
                  <a:pt x="333216" y="1736948"/>
                  <a:pt x="346810" y="1750542"/>
                  <a:pt x="346810" y="1767312"/>
                </a:cubicBezTo>
                <a:cubicBezTo>
                  <a:pt x="346810" y="1784081"/>
                  <a:pt x="333216" y="1797675"/>
                  <a:pt x="316447" y="1797675"/>
                </a:cubicBezTo>
                <a:cubicBezTo>
                  <a:pt x="299677" y="1797675"/>
                  <a:pt x="286084" y="1784081"/>
                  <a:pt x="286084" y="1767312"/>
                </a:cubicBezTo>
                <a:cubicBezTo>
                  <a:pt x="286084" y="1750542"/>
                  <a:pt x="299677" y="1736948"/>
                  <a:pt x="316447" y="1736948"/>
                </a:cubicBezTo>
                <a:close/>
                <a:moveTo>
                  <a:pt x="243892" y="1736948"/>
                </a:moveTo>
                <a:cubicBezTo>
                  <a:pt x="260662" y="1736948"/>
                  <a:pt x="274256" y="1750542"/>
                  <a:pt x="274256" y="1767312"/>
                </a:cubicBezTo>
                <a:cubicBezTo>
                  <a:pt x="274256" y="1784081"/>
                  <a:pt x="260662" y="1797675"/>
                  <a:pt x="243892" y="1797675"/>
                </a:cubicBezTo>
                <a:cubicBezTo>
                  <a:pt x="227123" y="1797675"/>
                  <a:pt x="213529" y="1784081"/>
                  <a:pt x="213529" y="1767312"/>
                </a:cubicBezTo>
                <a:cubicBezTo>
                  <a:pt x="213529" y="1750542"/>
                  <a:pt x="227123" y="1736948"/>
                  <a:pt x="243892" y="1736948"/>
                </a:cubicBezTo>
                <a:close/>
                <a:moveTo>
                  <a:pt x="171339" y="1736948"/>
                </a:moveTo>
                <a:cubicBezTo>
                  <a:pt x="188107" y="1736948"/>
                  <a:pt x="201701" y="1750542"/>
                  <a:pt x="201701" y="1767312"/>
                </a:cubicBezTo>
                <a:cubicBezTo>
                  <a:pt x="201701" y="1784081"/>
                  <a:pt x="188107" y="1797675"/>
                  <a:pt x="171339" y="1797675"/>
                </a:cubicBezTo>
                <a:cubicBezTo>
                  <a:pt x="154588" y="1797675"/>
                  <a:pt x="140995" y="1784081"/>
                  <a:pt x="140995" y="1767312"/>
                </a:cubicBezTo>
                <a:cubicBezTo>
                  <a:pt x="140995" y="1750542"/>
                  <a:pt x="154588" y="1736948"/>
                  <a:pt x="171339" y="1736948"/>
                </a:cubicBezTo>
                <a:close/>
                <a:moveTo>
                  <a:pt x="98806" y="1736948"/>
                </a:moveTo>
                <a:cubicBezTo>
                  <a:pt x="115574" y="1736948"/>
                  <a:pt x="129168" y="1750542"/>
                  <a:pt x="129168" y="1767312"/>
                </a:cubicBezTo>
                <a:cubicBezTo>
                  <a:pt x="129168" y="1784081"/>
                  <a:pt x="115574" y="1797675"/>
                  <a:pt x="98806" y="1797675"/>
                </a:cubicBezTo>
                <a:cubicBezTo>
                  <a:pt x="82035" y="1797675"/>
                  <a:pt x="68442" y="1784081"/>
                  <a:pt x="68442" y="1767312"/>
                </a:cubicBezTo>
                <a:cubicBezTo>
                  <a:pt x="68442" y="1750542"/>
                  <a:pt x="82035" y="1736948"/>
                  <a:pt x="98806" y="1736948"/>
                </a:cubicBezTo>
                <a:close/>
                <a:moveTo>
                  <a:pt x="26251" y="1736948"/>
                </a:moveTo>
                <a:cubicBezTo>
                  <a:pt x="43020" y="1736948"/>
                  <a:pt x="56614" y="1750542"/>
                  <a:pt x="56614" y="1767312"/>
                </a:cubicBezTo>
                <a:cubicBezTo>
                  <a:pt x="56614" y="1784081"/>
                  <a:pt x="43020" y="1797675"/>
                  <a:pt x="26251" y="1797675"/>
                </a:cubicBezTo>
                <a:cubicBezTo>
                  <a:pt x="17866" y="1797675"/>
                  <a:pt x="10276" y="1794277"/>
                  <a:pt x="4781" y="1788782"/>
                </a:cubicBezTo>
                <a:lnTo>
                  <a:pt x="0" y="1777239"/>
                </a:lnTo>
                <a:lnTo>
                  <a:pt x="0" y="1757384"/>
                </a:lnTo>
                <a:lnTo>
                  <a:pt x="4781" y="1745841"/>
                </a:lnTo>
                <a:cubicBezTo>
                  <a:pt x="10276" y="1740347"/>
                  <a:pt x="17866" y="1736948"/>
                  <a:pt x="26251" y="1736948"/>
                </a:cubicBezTo>
                <a:close/>
                <a:moveTo>
                  <a:pt x="1030341" y="1658849"/>
                </a:moveTo>
                <a:lnTo>
                  <a:pt x="1020041" y="1666551"/>
                </a:lnTo>
                <a:lnTo>
                  <a:pt x="1020522" y="1665390"/>
                </a:lnTo>
                <a:cubicBezTo>
                  <a:pt x="1023269" y="1662642"/>
                  <a:pt x="1026541" y="1660419"/>
                  <a:pt x="1030173" y="1658883"/>
                </a:cubicBezTo>
                <a:close/>
                <a:moveTo>
                  <a:pt x="969438" y="1656497"/>
                </a:moveTo>
                <a:cubicBezTo>
                  <a:pt x="977823" y="1656497"/>
                  <a:pt x="985413" y="1659895"/>
                  <a:pt x="990908" y="1665390"/>
                </a:cubicBezTo>
                <a:lnTo>
                  <a:pt x="997511" y="1681329"/>
                </a:lnTo>
                <a:lnTo>
                  <a:pt x="950384" y="1709959"/>
                </a:lnTo>
                <a:lnTo>
                  <a:pt x="947968" y="1708330"/>
                </a:lnTo>
                <a:cubicBezTo>
                  <a:pt x="942473" y="1702836"/>
                  <a:pt x="939075" y="1695245"/>
                  <a:pt x="939075" y="1686860"/>
                </a:cubicBezTo>
                <a:cubicBezTo>
                  <a:pt x="939075" y="1670091"/>
                  <a:pt x="952669" y="1656497"/>
                  <a:pt x="969438" y="1656497"/>
                </a:cubicBezTo>
                <a:close/>
                <a:moveTo>
                  <a:pt x="896883" y="1656497"/>
                </a:moveTo>
                <a:cubicBezTo>
                  <a:pt x="913653" y="1656497"/>
                  <a:pt x="927247" y="1670091"/>
                  <a:pt x="927247" y="1686860"/>
                </a:cubicBezTo>
                <a:cubicBezTo>
                  <a:pt x="927247" y="1703630"/>
                  <a:pt x="913653" y="1717224"/>
                  <a:pt x="896883" y="1717224"/>
                </a:cubicBezTo>
                <a:cubicBezTo>
                  <a:pt x="880114" y="1717224"/>
                  <a:pt x="866520" y="1703630"/>
                  <a:pt x="866520" y="1686860"/>
                </a:cubicBezTo>
                <a:cubicBezTo>
                  <a:pt x="866520" y="1670091"/>
                  <a:pt x="880114" y="1656497"/>
                  <a:pt x="896883" y="1656497"/>
                </a:cubicBezTo>
                <a:close/>
                <a:moveTo>
                  <a:pt x="824329" y="1656497"/>
                </a:moveTo>
                <a:cubicBezTo>
                  <a:pt x="841098" y="1656497"/>
                  <a:pt x="854692" y="1670091"/>
                  <a:pt x="854692" y="1686860"/>
                </a:cubicBezTo>
                <a:cubicBezTo>
                  <a:pt x="854692" y="1703630"/>
                  <a:pt x="841098" y="1717224"/>
                  <a:pt x="824329" y="1717224"/>
                </a:cubicBezTo>
                <a:cubicBezTo>
                  <a:pt x="807559" y="1717224"/>
                  <a:pt x="793965" y="1703630"/>
                  <a:pt x="793965" y="1686860"/>
                </a:cubicBezTo>
                <a:cubicBezTo>
                  <a:pt x="793965" y="1670091"/>
                  <a:pt x="807559" y="1656497"/>
                  <a:pt x="824329" y="1656497"/>
                </a:cubicBezTo>
                <a:close/>
                <a:moveTo>
                  <a:pt x="751774" y="1656497"/>
                </a:moveTo>
                <a:cubicBezTo>
                  <a:pt x="768544" y="1656497"/>
                  <a:pt x="782138" y="1670091"/>
                  <a:pt x="782138" y="1686860"/>
                </a:cubicBezTo>
                <a:cubicBezTo>
                  <a:pt x="782138" y="1703630"/>
                  <a:pt x="768544" y="1717224"/>
                  <a:pt x="751774" y="1717224"/>
                </a:cubicBezTo>
                <a:cubicBezTo>
                  <a:pt x="735005" y="1717224"/>
                  <a:pt x="721411" y="1703630"/>
                  <a:pt x="721411" y="1686860"/>
                </a:cubicBezTo>
                <a:cubicBezTo>
                  <a:pt x="721411" y="1670091"/>
                  <a:pt x="735005" y="1656497"/>
                  <a:pt x="751774" y="1656497"/>
                </a:cubicBezTo>
                <a:close/>
                <a:moveTo>
                  <a:pt x="679220" y="1656497"/>
                </a:moveTo>
                <a:cubicBezTo>
                  <a:pt x="695989" y="1656497"/>
                  <a:pt x="709583" y="1670091"/>
                  <a:pt x="709583" y="1686860"/>
                </a:cubicBezTo>
                <a:cubicBezTo>
                  <a:pt x="709583" y="1703630"/>
                  <a:pt x="695989" y="1717224"/>
                  <a:pt x="679220" y="1717224"/>
                </a:cubicBezTo>
                <a:cubicBezTo>
                  <a:pt x="662450" y="1717224"/>
                  <a:pt x="648856" y="1703630"/>
                  <a:pt x="648856" y="1686860"/>
                </a:cubicBezTo>
                <a:cubicBezTo>
                  <a:pt x="648856" y="1670091"/>
                  <a:pt x="662450" y="1656497"/>
                  <a:pt x="679220" y="1656497"/>
                </a:cubicBezTo>
                <a:close/>
                <a:moveTo>
                  <a:pt x="606665" y="1656497"/>
                </a:moveTo>
                <a:cubicBezTo>
                  <a:pt x="623435" y="1656497"/>
                  <a:pt x="637029" y="1670091"/>
                  <a:pt x="637029" y="1686860"/>
                </a:cubicBezTo>
                <a:cubicBezTo>
                  <a:pt x="637029" y="1703630"/>
                  <a:pt x="623435" y="1717224"/>
                  <a:pt x="606665" y="1717224"/>
                </a:cubicBezTo>
                <a:cubicBezTo>
                  <a:pt x="589896" y="1717224"/>
                  <a:pt x="576302" y="1703630"/>
                  <a:pt x="576302" y="1686860"/>
                </a:cubicBezTo>
                <a:cubicBezTo>
                  <a:pt x="576302" y="1670091"/>
                  <a:pt x="589896" y="1656497"/>
                  <a:pt x="606665" y="1656497"/>
                </a:cubicBezTo>
                <a:close/>
                <a:moveTo>
                  <a:pt x="534111" y="1656497"/>
                </a:moveTo>
                <a:cubicBezTo>
                  <a:pt x="550880" y="1656497"/>
                  <a:pt x="564474" y="1670091"/>
                  <a:pt x="564474" y="1686860"/>
                </a:cubicBezTo>
                <a:cubicBezTo>
                  <a:pt x="564474" y="1703630"/>
                  <a:pt x="550880" y="1717224"/>
                  <a:pt x="534111" y="1717224"/>
                </a:cubicBezTo>
                <a:cubicBezTo>
                  <a:pt x="517341" y="1717224"/>
                  <a:pt x="503747" y="1703630"/>
                  <a:pt x="503747" y="1686860"/>
                </a:cubicBezTo>
                <a:cubicBezTo>
                  <a:pt x="503747" y="1670091"/>
                  <a:pt x="517341" y="1656497"/>
                  <a:pt x="534111" y="1656497"/>
                </a:cubicBezTo>
                <a:close/>
                <a:moveTo>
                  <a:pt x="461556" y="1656497"/>
                </a:moveTo>
                <a:cubicBezTo>
                  <a:pt x="478326" y="1656497"/>
                  <a:pt x="491920" y="1670091"/>
                  <a:pt x="491920" y="1686860"/>
                </a:cubicBezTo>
                <a:cubicBezTo>
                  <a:pt x="491920" y="1703630"/>
                  <a:pt x="478326" y="1717224"/>
                  <a:pt x="461556" y="1717224"/>
                </a:cubicBezTo>
                <a:cubicBezTo>
                  <a:pt x="444787" y="1717224"/>
                  <a:pt x="431192" y="1703630"/>
                  <a:pt x="431192" y="1686860"/>
                </a:cubicBezTo>
                <a:cubicBezTo>
                  <a:pt x="431192" y="1670091"/>
                  <a:pt x="444787" y="1656497"/>
                  <a:pt x="461556" y="1656497"/>
                </a:cubicBezTo>
                <a:close/>
                <a:moveTo>
                  <a:pt x="389002" y="1656497"/>
                </a:moveTo>
                <a:cubicBezTo>
                  <a:pt x="405771" y="1656497"/>
                  <a:pt x="419365" y="1670091"/>
                  <a:pt x="419365" y="1686860"/>
                </a:cubicBezTo>
                <a:cubicBezTo>
                  <a:pt x="419365" y="1703630"/>
                  <a:pt x="405771" y="1717224"/>
                  <a:pt x="389002" y="1717224"/>
                </a:cubicBezTo>
                <a:cubicBezTo>
                  <a:pt x="372232" y="1717224"/>
                  <a:pt x="358638" y="1703630"/>
                  <a:pt x="358638" y="1686860"/>
                </a:cubicBezTo>
                <a:cubicBezTo>
                  <a:pt x="358638" y="1670091"/>
                  <a:pt x="372232" y="1656497"/>
                  <a:pt x="389002" y="1656497"/>
                </a:cubicBezTo>
                <a:close/>
                <a:moveTo>
                  <a:pt x="316447" y="1656497"/>
                </a:moveTo>
                <a:cubicBezTo>
                  <a:pt x="333216" y="1656497"/>
                  <a:pt x="346810" y="1670091"/>
                  <a:pt x="346810" y="1686860"/>
                </a:cubicBezTo>
                <a:cubicBezTo>
                  <a:pt x="346810" y="1703630"/>
                  <a:pt x="333216" y="1717224"/>
                  <a:pt x="316447" y="1717224"/>
                </a:cubicBezTo>
                <a:cubicBezTo>
                  <a:pt x="299677" y="1717224"/>
                  <a:pt x="286084" y="1703630"/>
                  <a:pt x="286084" y="1686860"/>
                </a:cubicBezTo>
                <a:cubicBezTo>
                  <a:pt x="286084" y="1670091"/>
                  <a:pt x="299677" y="1656497"/>
                  <a:pt x="316447" y="1656497"/>
                </a:cubicBezTo>
                <a:close/>
                <a:moveTo>
                  <a:pt x="243892" y="1656497"/>
                </a:moveTo>
                <a:cubicBezTo>
                  <a:pt x="260662" y="1656497"/>
                  <a:pt x="274256" y="1670091"/>
                  <a:pt x="274256" y="1686860"/>
                </a:cubicBezTo>
                <a:cubicBezTo>
                  <a:pt x="274256" y="1703630"/>
                  <a:pt x="260662" y="1717224"/>
                  <a:pt x="243892" y="1717224"/>
                </a:cubicBezTo>
                <a:cubicBezTo>
                  <a:pt x="227123" y="1717224"/>
                  <a:pt x="213529" y="1703630"/>
                  <a:pt x="213529" y="1686860"/>
                </a:cubicBezTo>
                <a:cubicBezTo>
                  <a:pt x="213529" y="1670091"/>
                  <a:pt x="227123" y="1656497"/>
                  <a:pt x="243892" y="1656497"/>
                </a:cubicBezTo>
                <a:close/>
                <a:moveTo>
                  <a:pt x="171339" y="1656497"/>
                </a:moveTo>
                <a:cubicBezTo>
                  <a:pt x="188107" y="1656497"/>
                  <a:pt x="201701" y="1670091"/>
                  <a:pt x="201701" y="1686860"/>
                </a:cubicBezTo>
                <a:cubicBezTo>
                  <a:pt x="201701" y="1703630"/>
                  <a:pt x="188107" y="1717224"/>
                  <a:pt x="171339" y="1717224"/>
                </a:cubicBezTo>
                <a:cubicBezTo>
                  <a:pt x="154594" y="1717224"/>
                  <a:pt x="141001" y="1703630"/>
                  <a:pt x="141001" y="1686860"/>
                </a:cubicBezTo>
                <a:cubicBezTo>
                  <a:pt x="141001" y="1670091"/>
                  <a:pt x="154594" y="1656497"/>
                  <a:pt x="171339" y="1656497"/>
                </a:cubicBezTo>
                <a:close/>
                <a:moveTo>
                  <a:pt x="98812" y="1656497"/>
                </a:moveTo>
                <a:cubicBezTo>
                  <a:pt x="115580" y="1656497"/>
                  <a:pt x="129174" y="1670091"/>
                  <a:pt x="129174" y="1686860"/>
                </a:cubicBezTo>
                <a:cubicBezTo>
                  <a:pt x="129174" y="1703630"/>
                  <a:pt x="115580" y="1717224"/>
                  <a:pt x="98812" y="1717224"/>
                </a:cubicBezTo>
                <a:cubicBezTo>
                  <a:pt x="82042" y="1717224"/>
                  <a:pt x="68448" y="1703630"/>
                  <a:pt x="68448" y="1686860"/>
                </a:cubicBezTo>
                <a:cubicBezTo>
                  <a:pt x="68448" y="1670091"/>
                  <a:pt x="82042" y="1656497"/>
                  <a:pt x="98812" y="1656497"/>
                </a:cubicBezTo>
                <a:close/>
                <a:moveTo>
                  <a:pt x="26257" y="1656497"/>
                </a:moveTo>
                <a:cubicBezTo>
                  <a:pt x="43026" y="1656497"/>
                  <a:pt x="56620" y="1670091"/>
                  <a:pt x="56620" y="1686860"/>
                </a:cubicBezTo>
                <a:cubicBezTo>
                  <a:pt x="56620" y="1703630"/>
                  <a:pt x="43026" y="1717224"/>
                  <a:pt x="26257" y="1717224"/>
                </a:cubicBezTo>
                <a:cubicBezTo>
                  <a:pt x="17873" y="1717224"/>
                  <a:pt x="10282" y="1713826"/>
                  <a:pt x="4787" y="1708331"/>
                </a:cubicBezTo>
                <a:lnTo>
                  <a:pt x="0" y="1696773"/>
                </a:lnTo>
                <a:lnTo>
                  <a:pt x="0" y="1676947"/>
                </a:lnTo>
                <a:lnTo>
                  <a:pt x="4787" y="1665390"/>
                </a:lnTo>
                <a:cubicBezTo>
                  <a:pt x="10282" y="1659896"/>
                  <a:pt x="17873" y="1656497"/>
                  <a:pt x="26257" y="1656497"/>
                </a:cubicBezTo>
                <a:close/>
                <a:moveTo>
                  <a:pt x="1114547" y="1576045"/>
                </a:moveTo>
                <a:cubicBezTo>
                  <a:pt x="1118739" y="1576045"/>
                  <a:pt x="1122733" y="1576894"/>
                  <a:pt x="1126366" y="1578431"/>
                </a:cubicBezTo>
                <a:lnTo>
                  <a:pt x="1131977" y="1582214"/>
                </a:lnTo>
                <a:lnTo>
                  <a:pt x="1128051" y="1585783"/>
                </a:lnTo>
                <a:lnTo>
                  <a:pt x="1088035" y="1615706"/>
                </a:lnTo>
                <a:lnTo>
                  <a:pt x="1084184" y="1606408"/>
                </a:lnTo>
                <a:cubicBezTo>
                  <a:pt x="1084184" y="1589639"/>
                  <a:pt x="1097778" y="1576045"/>
                  <a:pt x="1114547" y="1576045"/>
                </a:cubicBezTo>
                <a:close/>
                <a:moveTo>
                  <a:pt x="1041993" y="1576045"/>
                </a:moveTo>
                <a:cubicBezTo>
                  <a:pt x="1058762" y="1576045"/>
                  <a:pt x="1072356" y="1589639"/>
                  <a:pt x="1072356" y="1606408"/>
                </a:cubicBezTo>
                <a:cubicBezTo>
                  <a:pt x="1072356" y="1623178"/>
                  <a:pt x="1058762" y="1636772"/>
                  <a:pt x="1041993" y="1636772"/>
                </a:cubicBezTo>
                <a:cubicBezTo>
                  <a:pt x="1025223" y="1636772"/>
                  <a:pt x="1011629" y="1623178"/>
                  <a:pt x="1011629" y="1606408"/>
                </a:cubicBezTo>
                <a:cubicBezTo>
                  <a:pt x="1011629" y="1589639"/>
                  <a:pt x="1025223" y="1576045"/>
                  <a:pt x="1041993" y="1576045"/>
                </a:cubicBezTo>
                <a:close/>
                <a:moveTo>
                  <a:pt x="969438" y="1576045"/>
                </a:moveTo>
                <a:cubicBezTo>
                  <a:pt x="986208" y="1576045"/>
                  <a:pt x="999801" y="1589639"/>
                  <a:pt x="999801" y="1606408"/>
                </a:cubicBezTo>
                <a:cubicBezTo>
                  <a:pt x="999801" y="1623178"/>
                  <a:pt x="986208" y="1636772"/>
                  <a:pt x="969438" y="1636772"/>
                </a:cubicBezTo>
                <a:cubicBezTo>
                  <a:pt x="952669" y="1636772"/>
                  <a:pt x="939075" y="1623178"/>
                  <a:pt x="939075" y="1606408"/>
                </a:cubicBezTo>
                <a:cubicBezTo>
                  <a:pt x="939075" y="1589639"/>
                  <a:pt x="952669" y="1576045"/>
                  <a:pt x="969438" y="1576045"/>
                </a:cubicBezTo>
                <a:close/>
                <a:moveTo>
                  <a:pt x="896883" y="1576045"/>
                </a:moveTo>
                <a:cubicBezTo>
                  <a:pt x="913653" y="1576045"/>
                  <a:pt x="927247" y="1589639"/>
                  <a:pt x="927247" y="1606408"/>
                </a:cubicBezTo>
                <a:cubicBezTo>
                  <a:pt x="927247" y="1623178"/>
                  <a:pt x="913653" y="1636772"/>
                  <a:pt x="896883" y="1636772"/>
                </a:cubicBezTo>
                <a:cubicBezTo>
                  <a:pt x="880114" y="1636772"/>
                  <a:pt x="866520" y="1623178"/>
                  <a:pt x="866520" y="1606408"/>
                </a:cubicBezTo>
                <a:cubicBezTo>
                  <a:pt x="866520" y="1589639"/>
                  <a:pt x="880114" y="1576045"/>
                  <a:pt x="896883" y="1576045"/>
                </a:cubicBezTo>
                <a:close/>
                <a:moveTo>
                  <a:pt x="824329" y="1576045"/>
                </a:moveTo>
                <a:cubicBezTo>
                  <a:pt x="841098" y="1576045"/>
                  <a:pt x="854692" y="1589639"/>
                  <a:pt x="854692" y="1606408"/>
                </a:cubicBezTo>
                <a:cubicBezTo>
                  <a:pt x="854692" y="1623178"/>
                  <a:pt x="841098" y="1636772"/>
                  <a:pt x="824329" y="1636772"/>
                </a:cubicBezTo>
                <a:cubicBezTo>
                  <a:pt x="807559" y="1636772"/>
                  <a:pt x="793965" y="1623178"/>
                  <a:pt x="793965" y="1606408"/>
                </a:cubicBezTo>
                <a:cubicBezTo>
                  <a:pt x="793965" y="1589639"/>
                  <a:pt x="807559" y="1576045"/>
                  <a:pt x="824329" y="1576045"/>
                </a:cubicBezTo>
                <a:close/>
                <a:moveTo>
                  <a:pt x="751774" y="1576045"/>
                </a:moveTo>
                <a:cubicBezTo>
                  <a:pt x="768544" y="1576045"/>
                  <a:pt x="782138" y="1589639"/>
                  <a:pt x="782138" y="1606408"/>
                </a:cubicBezTo>
                <a:cubicBezTo>
                  <a:pt x="782138" y="1623178"/>
                  <a:pt x="768544" y="1636772"/>
                  <a:pt x="751774" y="1636772"/>
                </a:cubicBezTo>
                <a:cubicBezTo>
                  <a:pt x="735005" y="1636772"/>
                  <a:pt x="721411" y="1623178"/>
                  <a:pt x="721411" y="1606408"/>
                </a:cubicBezTo>
                <a:cubicBezTo>
                  <a:pt x="721411" y="1589639"/>
                  <a:pt x="735005" y="1576045"/>
                  <a:pt x="751774" y="1576045"/>
                </a:cubicBezTo>
                <a:close/>
                <a:moveTo>
                  <a:pt x="679220" y="1576045"/>
                </a:moveTo>
                <a:cubicBezTo>
                  <a:pt x="695989" y="1576045"/>
                  <a:pt x="709583" y="1589639"/>
                  <a:pt x="709583" y="1606408"/>
                </a:cubicBezTo>
                <a:cubicBezTo>
                  <a:pt x="709583" y="1623178"/>
                  <a:pt x="695989" y="1636772"/>
                  <a:pt x="679220" y="1636772"/>
                </a:cubicBezTo>
                <a:cubicBezTo>
                  <a:pt x="662450" y="1636772"/>
                  <a:pt x="648856" y="1623178"/>
                  <a:pt x="648856" y="1606408"/>
                </a:cubicBezTo>
                <a:cubicBezTo>
                  <a:pt x="648856" y="1589639"/>
                  <a:pt x="662450" y="1576045"/>
                  <a:pt x="679220" y="1576045"/>
                </a:cubicBezTo>
                <a:close/>
                <a:moveTo>
                  <a:pt x="606665" y="1576045"/>
                </a:moveTo>
                <a:cubicBezTo>
                  <a:pt x="623435" y="1576045"/>
                  <a:pt x="637029" y="1589639"/>
                  <a:pt x="637029" y="1606408"/>
                </a:cubicBezTo>
                <a:cubicBezTo>
                  <a:pt x="637029" y="1623178"/>
                  <a:pt x="623435" y="1636772"/>
                  <a:pt x="606665" y="1636772"/>
                </a:cubicBezTo>
                <a:cubicBezTo>
                  <a:pt x="589896" y="1636772"/>
                  <a:pt x="576302" y="1623178"/>
                  <a:pt x="576302" y="1606408"/>
                </a:cubicBezTo>
                <a:cubicBezTo>
                  <a:pt x="576302" y="1589639"/>
                  <a:pt x="589896" y="1576045"/>
                  <a:pt x="606665" y="1576045"/>
                </a:cubicBezTo>
                <a:close/>
                <a:moveTo>
                  <a:pt x="534111" y="1576045"/>
                </a:moveTo>
                <a:cubicBezTo>
                  <a:pt x="550880" y="1576045"/>
                  <a:pt x="564474" y="1589639"/>
                  <a:pt x="564474" y="1606408"/>
                </a:cubicBezTo>
                <a:cubicBezTo>
                  <a:pt x="564474" y="1623178"/>
                  <a:pt x="550880" y="1636772"/>
                  <a:pt x="534111" y="1636772"/>
                </a:cubicBezTo>
                <a:cubicBezTo>
                  <a:pt x="517341" y="1636772"/>
                  <a:pt x="503747" y="1623178"/>
                  <a:pt x="503747" y="1606408"/>
                </a:cubicBezTo>
                <a:cubicBezTo>
                  <a:pt x="503747" y="1589639"/>
                  <a:pt x="517341" y="1576045"/>
                  <a:pt x="534111" y="1576045"/>
                </a:cubicBezTo>
                <a:close/>
                <a:moveTo>
                  <a:pt x="461556" y="1576045"/>
                </a:moveTo>
                <a:cubicBezTo>
                  <a:pt x="478326" y="1576045"/>
                  <a:pt x="491920" y="1589639"/>
                  <a:pt x="491920" y="1606408"/>
                </a:cubicBezTo>
                <a:cubicBezTo>
                  <a:pt x="491920" y="1623178"/>
                  <a:pt x="478326" y="1636772"/>
                  <a:pt x="461556" y="1636772"/>
                </a:cubicBezTo>
                <a:cubicBezTo>
                  <a:pt x="444787" y="1636772"/>
                  <a:pt x="431192" y="1623178"/>
                  <a:pt x="431192" y="1606408"/>
                </a:cubicBezTo>
                <a:cubicBezTo>
                  <a:pt x="431192" y="1589639"/>
                  <a:pt x="444787" y="1576045"/>
                  <a:pt x="461556" y="1576045"/>
                </a:cubicBezTo>
                <a:close/>
                <a:moveTo>
                  <a:pt x="389002" y="1576045"/>
                </a:moveTo>
                <a:cubicBezTo>
                  <a:pt x="405771" y="1576045"/>
                  <a:pt x="419365" y="1589639"/>
                  <a:pt x="419365" y="1606408"/>
                </a:cubicBezTo>
                <a:cubicBezTo>
                  <a:pt x="419365" y="1623178"/>
                  <a:pt x="405771" y="1636772"/>
                  <a:pt x="389002" y="1636772"/>
                </a:cubicBezTo>
                <a:cubicBezTo>
                  <a:pt x="372232" y="1636772"/>
                  <a:pt x="358638" y="1623178"/>
                  <a:pt x="358638" y="1606408"/>
                </a:cubicBezTo>
                <a:cubicBezTo>
                  <a:pt x="358638" y="1589639"/>
                  <a:pt x="372232" y="1576045"/>
                  <a:pt x="389002" y="1576045"/>
                </a:cubicBezTo>
                <a:close/>
                <a:moveTo>
                  <a:pt x="316447" y="1576045"/>
                </a:moveTo>
                <a:cubicBezTo>
                  <a:pt x="333216" y="1576045"/>
                  <a:pt x="346810" y="1589639"/>
                  <a:pt x="346810" y="1606408"/>
                </a:cubicBezTo>
                <a:cubicBezTo>
                  <a:pt x="346810" y="1623178"/>
                  <a:pt x="333216" y="1636772"/>
                  <a:pt x="316447" y="1636772"/>
                </a:cubicBezTo>
                <a:cubicBezTo>
                  <a:pt x="299677" y="1636772"/>
                  <a:pt x="286084" y="1623178"/>
                  <a:pt x="286084" y="1606408"/>
                </a:cubicBezTo>
                <a:cubicBezTo>
                  <a:pt x="286084" y="1589639"/>
                  <a:pt x="299677" y="1576045"/>
                  <a:pt x="316447" y="1576045"/>
                </a:cubicBezTo>
                <a:close/>
                <a:moveTo>
                  <a:pt x="243892" y="1576045"/>
                </a:moveTo>
                <a:cubicBezTo>
                  <a:pt x="260662" y="1576045"/>
                  <a:pt x="274256" y="1589639"/>
                  <a:pt x="274256" y="1606408"/>
                </a:cubicBezTo>
                <a:cubicBezTo>
                  <a:pt x="274256" y="1623178"/>
                  <a:pt x="260662" y="1636772"/>
                  <a:pt x="243892" y="1636772"/>
                </a:cubicBezTo>
                <a:cubicBezTo>
                  <a:pt x="227123" y="1636772"/>
                  <a:pt x="213529" y="1623178"/>
                  <a:pt x="213529" y="1606408"/>
                </a:cubicBezTo>
                <a:cubicBezTo>
                  <a:pt x="213529" y="1589639"/>
                  <a:pt x="227123" y="1576045"/>
                  <a:pt x="243892" y="1576045"/>
                </a:cubicBezTo>
                <a:close/>
                <a:moveTo>
                  <a:pt x="171339" y="1576045"/>
                </a:moveTo>
                <a:cubicBezTo>
                  <a:pt x="188107" y="1576045"/>
                  <a:pt x="201701" y="1589639"/>
                  <a:pt x="201701" y="1606408"/>
                </a:cubicBezTo>
                <a:cubicBezTo>
                  <a:pt x="201701" y="1623178"/>
                  <a:pt x="188107" y="1636772"/>
                  <a:pt x="171339" y="1636772"/>
                </a:cubicBezTo>
                <a:cubicBezTo>
                  <a:pt x="154599" y="1636772"/>
                  <a:pt x="141006" y="1623178"/>
                  <a:pt x="141006" y="1606408"/>
                </a:cubicBezTo>
                <a:cubicBezTo>
                  <a:pt x="141006" y="1589639"/>
                  <a:pt x="154599" y="1576045"/>
                  <a:pt x="171339" y="1576045"/>
                </a:cubicBezTo>
                <a:close/>
                <a:moveTo>
                  <a:pt x="98818" y="1576045"/>
                </a:moveTo>
                <a:cubicBezTo>
                  <a:pt x="115586" y="1576045"/>
                  <a:pt x="129180" y="1589639"/>
                  <a:pt x="129180" y="1606408"/>
                </a:cubicBezTo>
                <a:cubicBezTo>
                  <a:pt x="129180" y="1623178"/>
                  <a:pt x="115586" y="1636772"/>
                  <a:pt x="98818" y="1636772"/>
                </a:cubicBezTo>
                <a:cubicBezTo>
                  <a:pt x="82048" y="1636772"/>
                  <a:pt x="68454" y="1623178"/>
                  <a:pt x="68454" y="1606408"/>
                </a:cubicBezTo>
                <a:cubicBezTo>
                  <a:pt x="68454" y="1589639"/>
                  <a:pt x="82048" y="1576045"/>
                  <a:pt x="98818" y="1576045"/>
                </a:cubicBezTo>
                <a:close/>
                <a:moveTo>
                  <a:pt x="26264" y="1576045"/>
                </a:moveTo>
                <a:cubicBezTo>
                  <a:pt x="43032" y="1576045"/>
                  <a:pt x="56626" y="1589639"/>
                  <a:pt x="56626" y="1606408"/>
                </a:cubicBezTo>
                <a:cubicBezTo>
                  <a:pt x="56626" y="1623178"/>
                  <a:pt x="43032" y="1636772"/>
                  <a:pt x="26264" y="1636772"/>
                </a:cubicBezTo>
                <a:cubicBezTo>
                  <a:pt x="17880" y="1636772"/>
                  <a:pt x="10289" y="1633374"/>
                  <a:pt x="4794" y="1627879"/>
                </a:cubicBezTo>
                <a:lnTo>
                  <a:pt x="0" y="1616304"/>
                </a:lnTo>
                <a:lnTo>
                  <a:pt x="0" y="1596512"/>
                </a:lnTo>
                <a:lnTo>
                  <a:pt x="4794" y="1584938"/>
                </a:lnTo>
                <a:cubicBezTo>
                  <a:pt x="10289" y="1579444"/>
                  <a:pt x="17880" y="1576045"/>
                  <a:pt x="26264" y="1576045"/>
                </a:cubicBezTo>
                <a:close/>
                <a:moveTo>
                  <a:pt x="1187102" y="1495593"/>
                </a:moveTo>
                <a:cubicBezTo>
                  <a:pt x="1195486" y="1495593"/>
                  <a:pt x="1203077" y="1498992"/>
                  <a:pt x="1208572" y="1504486"/>
                </a:cubicBezTo>
                <a:lnTo>
                  <a:pt x="1211014" y="1510381"/>
                </a:lnTo>
                <a:lnTo>
                  <a:pt x="1168285" y="1549216"/>
                </a:lnTo>
                <a:lnTo>
                  <a:pt x="1165631" y="1547427"/>
                </a:lnTo>
                <a:cubicBezTo>
                  <a:pt x="1160137" y="1541932"/>
                  <a:pt x="1156738" y="1534341"/>
                  <a:pt x="1156738" y="1525957"/>
                </a:cubicBezTo>
                <a:cubicBezTo>
                  <a:pt x="1156738" y="1509187"/>
                  <a:pt x="1170332" y="1495593"/>
                  <a:pt x="1187102" y="1495593"/>
                </a:cubicBezTo>
                <a:close/>
                <a:moveTo>
                  <a:pt x="1114547" y="1495593"/>
                </a:moveTo>
                <a:cubicBezTo>
                  <a:pt x="1131317" y="1495593"/>
                  <a:pt x="1144911" y="1509187"/>
                  <a:pt x="1144911" y="1525957"/>
                </a:cubicBezTo>
                <a:cubicBezTo>
                  <a:pt x="1144911" y="1542726"/>
                  <a:pt x="1131317" y="1556320"/>
                  <a:pt x="1114547" y="1556320"/>
                </a:cubicBezTo>
                <a:cubicBezTo>
                  <a:pt x="1097778" y="1556320"/>
                  <a:pt x="1084184" y="1542726"/>
                  <a:pt x="1084184" y="1525957"/>
                </a:cubicBezTo>
                <a:cubicBezTo>
                  <a:pt x="1084184" y="1509187"/>
                  <a:pt x="1097778" y="1495593"/>
                  <a:pt x="1114547" y="1495593"/>
                </a:cubicBezTo>
                <a:close/>
                <a:moveTo>
                  <a:pt x="1041993" y="1495593"/>
                </a:moveTo>
                <a:cubicBezTo>
                  <a:pt x="1058762" y="1495593"/>
                  <a:pt x="1072356" y="1509187"/>
                  <a:pt x="1072356" y="1525957"/>
                </a:cubicBezTo>
                <a:cubicBezTo>
                  <a:pt x="1072356" y="1542726"/>
                  <a:pt x="1058762" y="1556320"/>
                  <a:pt x="1041993" y="1556320"/>
                </a:cubicBezTo>
                <a:cubicBezTo>
                  <a:pt x="1025223" y="1556320"/>
                  <a:pt x="1011629" y="1542726"/>
                  <a:pt x="1011629" y="1525957"/>
                </a:cubicBezTo>
                <a:cubicBezTo>
                  <a:pt x="1011629" y="1509187"/>
                  <a:pt x="1025223" y="1495593"/>
                  <a:pt x="1041993" y="1495593"/>
                </a:cubicBezTo>
                <a:close/>
                <a:moveTo>
                  <a:pt x="969438" y="1495593"/>
                </a:moveTo>
                <a:cubicBezTo>
                  <a:pt x="986208" y="1495593"/>
                  <a:pt x="999801" y="1509187"/>
                  <a:pt x="999801" y="1525957"/>
                </a:cubicBezTo>
                <a:cubicBezTo>
                  <a:pt x="999801" y="1542726"/>
                  <a:pt x="986208" y="1556320"/>
                  <a:pt x="969438" y="1556320"/>
                </a:cubicBezTo>
                <a:cubicBezTo>
                  <a:pt x="952669" y="1556320"/>
                  <a:pt x="939075" y="1542726"/>
                  <a:pt x="939075" y="1525957"/>
                </a:cubicBezTo>
                <a:cubicBezTo>
                  <a:pt x="939075" y="1509187"/>
                  <a:pt x="952669" y="1495593"/>
                  <a:pt x="969438" y="1495593"/>
                </a:cubicBezTo>
                <a:close/>
                <a:moveTo>
                  <a:pt x="896883" y="1495593"/>
                </a:moveTo>
                <a:cubicBezTo>
                  <a:pt x="913653" y="1495593"/>
                  <a:pt x="927247" y="1509187"/>
                  <a:pt x="927247" y="1525957"/>
                </a:cubicBezTo>
                <a:cubicBezTo>
                  <a:pt x="927247" y="1542726"/>
                  <a:pt x="913653" y="1556320"/>
                  <a:pt x="896883" y="1556320"/>
                </a:cubicBezTo>
                <a:cubicBezTo>
                  <a:pt x="880114" y="1556320"/>
                  <a:pt x="866520" y="1542726"/>
                  <a:pt x="866520" y="1525957"/>
                </a:cubicBezTo>
                <a:cubicBezTo>
                  <a:pt x="866520" y="1509187"/>
                  <a:pt x="880114" y="1495593"/>
                  <a:pt x="896883" y="1495593"/>
                </a:cubicBezTo>
                <a:close/>
                <a:moveTo>
                  <a:pt x="824329" y="1495593"/>
                </a:moveTo>
                <a:cubicBezTo>
                  <a:pt x="841098" y="1495593"/>
                  <a:pt x="854692" y="1509187"/>
                  <a:pt x="854692" y="1525957"/>
                </a:cubicBezTo>
                <a:cubicBezTo>
                  <a:pt x="854692" y="1542726"/>
                  <a:pt x="841098" y="1556320"/>
                  <a:pt x="824329" y="1556320"/>
                </a:cubicBezTo>
                <a:cubicBezTo>
                  <a:pt x="807559" y="1556320"/>
                  <a:pt x="793965" y="1542726"/>
                  <a:pt x="793965" y="1525957"/>
                </a:cubicBezTo>
                <a:cubicBezTo>
                  <a:pt x="793965" y="1509187"/>
                  <a:pt x="807559" y="1495593"/>
                  <a:pt x="824329" y="1495593"/>
                </a:cubicBezTo>
                <a:close/>
                <a:moveTo>
                  <a:pt x="751774" y="1495593"/>
                </a:moveTo>
                <a:cubicBezTo>
                  <a:pt x="768544" y="1495593"/>
                  <a:pt x="782138" y="1509187"/>
                  <a:pt x="782138" y="1525957"/>
                </a:cubicBezTo>
                <a:cubicBezTo>
                  <a:pt x="782138" y="1542726"/>
                  <a:pt x="768544" y="1556320"/>
                  <a:pt x="751774" y="1556320"/>
                </a:cubicBezTo>
                <a:cubicBezTo>
                  <a:pt x="735005" y="1556320"/>
                  <a:pt x="721411" y="1542726"/>
                  <a:pt x="721411" y="1525957"/>
                </a:cubicBezTo>
                <a:cubicBezTo>
                  <a:pt x="721411" y="1509187"/>
                  <a:pt x="735005" y="1495593"/>
                  <a:pt x="751774" y="1495593"/>
                </a:cubicBezTo>
                <a:close/>
                <a:moveTo>
                  <a:pt x="679220" y="1495593"/>
                </a:moveTo>
                <a:cubicBezTo>
                  <a:pt x="695989" y="1495593"/>
                  <a:pt x="709583" y="1509187"/>
                  <a:pt x="709583" y="1525957"/>
                </a:cubicBezTo>
                <a:cubicBezTo>
                  <a:pt x="709583" y="1542726"/>
                  <a:pt x="695989" y="1556320"/>
                  <a:pt x="679220" y="1556320"/>
                </a:cubicBezTo>
                <a:cubicBezTo>
                  <a:pt x="662450" y="1556320"/>
                  <a:pt x="648856" y="1542726"/>
                  <a:pt x="648856" y="1525957"/>
                </a:cubicBezTo>
                <a:cubicBezTo>
                  <a:pt x="648856" y="1509187"/>
                  <a:pt x="662450" y="1495593"/>
                  <a:pt x="679220" y="1495593"/>
                </a:cubicBezTo>
                <a:close/>
                <a:moveTo>
                  <a:pt x="606665" y="1495593"/>
                </a:moveTo>
                <a:cubicBezTo>
                  <a:pt x="623435" y="1495593"/>
                  <a:pt x="637029" y="1509187"/>
                  <a:pt x="637029" y="1525957"/>
                </a:cubicBezTo>
                <a:cubicBezTo>
                  <a:pt x="637029" y="1542726"/>
                  <a:pt x="623435" y="1556320"/>
                  <a:pt x="606665" y="1556320"/>
                </a:cubicBezTo>
                <a:cubicBezTo>
                  <a:pt x="589896" y="1556320"/>
                  <a:pt x="576302" y="1542726"/>
                  <a:pt x="576302" y="1525957"/>
                </a:cubicBezTo>
                <a:cubicBezTo>
                  <a:pt x="576302" y="1509187"/>
                  <a:pt x="589896" y="1495593"/>
                  <a:pt x="606665" y="1495593"/>
                </a:cubicBezTo>
                <a:close/>
                <a:moveTo>
                  <a:pt x="534111" y="1495593"/>
                </a:moveTo>
                <a:cubicBezTo>
                  <a:pt x="550880" y="1495593"/>
                  <a:pt x="564474" y="1509187"/>
                  <a:pt x="564474" y="1525957"/>
                </a:cubicBezTo>
                <a:cubicBezTo>
                  <a:pt x="564474" y="1542726"/>
                  <a:pt x="550880" y="1556320"/>
                  <a:pt x="534111" y="1556320"/>
                </a:cubicBezTo>
                <a:cubicBezTo>
                  <a:pt x="517341" y="1556320"/>
                  <a:pt x="503747" y="1542726"/>
                  <a:pt x="503747" y="1525957"/>
                </a:cubicBezTo>
                <a:cubicBezTo>
                  <a:pt x="503747" y="1509187"/>
                  <a:pt x="517341" y="1495593"/>
                  <a:pt x="534111" y="1495593"/>
                </a:cubicBezTo>
                <a:close/>
                <a:moveTo>
                  <a:pt x="461556" y="1495593"/>
                </a:moveTo>
                <a:cubicBezTo>
                  <a:pt x="478326" y="1495593"/>
                  <a:pt x="491920" y="1509187"/>
                  <a:pt x="491920" y="1525957"/>
                </a:cubicBezTo>
                <a:cubicBezTo>
                  <a:pt x="491920" y="1542726"/>
                  <a:pt x="478326" y="1556320"/>
                  <a:pt x="461556" y="1556320"/>
                </a:cubicBezTo>
                <a:cubicBezTo>
                  <a:pt x="444787" y="1556320"/>
                  <a:pt x="431192" y="1542726"/>
                  <a:pt x="431192" y="1525957"/>
                </a:cubicBezTo>
                <a:cubicBezTo>
                  <a:pt x="431192" y="1509187"/>
                  <a:pt x="444787" y="1495593"/>
                  <a:pt x="461556" y="1495593"/>
                </a:cubicBezTo>
                <a:close/>
                <a:moveTo>
                  <a:pt x="389002" y="1495593"/>
                </a:moveTo>
                <a:cubicBezTo>
                  <a:pt x="405771" y="1495593"/>
                  <a:pt x="419365" y="1509187"/>
                  <a:pt x="419365" y="1525957"/>
                </a:cubicBezTo>
                <a:cubicBezTo>
                  <a:pt x="419365" y="1542726"/>
                  <a:pt x="405771" y="1556320"/>
                  <a:pt x="389002" y="1556320"/>
                </a:cubicBezTo>
                <a:cubicBezTo>
                  <a:pt x="372232" y="1556320"/>
                  <a:pt x="358638" y="1542726"/>
                  <a:pt x="358638" y="1525957"/>
                </a:cubicBezTo>
                <a:cubicBezTo>
                  <a:pt x="358638" y="1509187"/>
                  <a:pt x="372232" y="1495593"/>
                  <a:pt x="389002" y="1495593"/>
                </a:cubicBezTo>
                <a:close/>
                <a:moveTo>
                  <a:pt x="316447" y="1495593"/>
                </a:moveTo>
                <a:cubicBezTo>
                  <a:pt x="333216" y="1495593"/>
                  <a:pt x="346810" y="1509187"/>
                  <a:pt x="346810" y="1525957"/>
                </a:cubicBezTo>
                <a:cubicBezTo>
                  <a:pt x="346810" y="1542726"/>
                  <a:pt x="333216" y="1556320"/>
                  <a:pt x="316447" y="1556320"/>
                </a:cubicBezTo>
                <a:cubicBezTo>
                  <a:pt x="299677" y="1556320"/>
                  <a:pt x="286084" y="1542726"/>
                  <a:pt x="286084" y="1525957"/>
                </a:cubicBezTo>
                <a:cubicBezTo>
                  <a:pt x="286084" y="1509187"/>
                  <a:pt x="299677" y="1495593"/>
                  <a:pt x="316447" y="1495593"/>
                </a:cubicBezTo>
                <a:close/>
                <a:moveTo>
                  <a:pt x="243892" y="1495593"/>
                </a:moveTo>
                <a:cubicBezTo>
                  <a:pt x="260662" y="1495593"/>
                  <a:pt x="274256" y="1509187"/>
                  <a:pt x="274256" y="1525957"/>
                </a:cubicBezTo>
                <a:cubicBezTo>
                  <a:pt x="274256" y="1542726"/>
                  <a:pt x="260662" y="1556320"/>
                  <a:pt x="243892" y="1556320"/>
                </a:cubicBezTo>
                <a:cubicBezTo>
                  <a:pt x="227123" y="1556320"/>
                  <a:pt x="213529" y="1542726"/>
                  <a:pt x="213529" y="1525957"/>
                </a:cubicBezTo>
                <a:cubicBezTo>
                  <a:pt x="213529" y="1509187"/>
                  <a:pt x="227123" y="1495593"/>
                  <a:pt x="243892" y="1495593"/>
                </a:cubicBezTo>
                <a:close/>
                <a:moveTo>
                  <a:pt x="171339" y="1495593"/>
                </a:moveTo>
                <a:cubicBezTo>
                  <a:pt x="188107" y="1495593"/>
                  <a:pt x="201701" y="1509187"/>
                  <a:pt x="201701" y="1525957"/>
                </a:cubicBezTo>
                <a:cubicBezTo>
                  <a:pt x="201701" y="1542726"/>
                  <a:pt x="188107" y="1556320"/>
                  <a:pt x="171339" y="1556320"/>
                </a:cubicBezTo>
                <a:cubicBezTo>
                  <a:pt x="154606" y="1556320"/>
                  <a:pt x="141012" y="1542726"/>
                  <a:pt x="141012" y="1525957"/>
                </a:cubicBezTo>
                <a:cubicBezTo>
                  <a:pt x="141012" y="1509187"/>
                  <a:pt x="154606" y="1495593"/>
                  <a:pt x="171339" y="1495593"/>
                </a:cubicBezTo>
                <a:close/>
                <a:moveTo>
                  <a:pt x="98825" y="1495593"/>
                </a:moveTo>
                <a:cubicBezTo>
                  <a:pt x="115592" y="1495593"/>
                  <a:pt x="129186" y="1509187"/>
                  <a:pt x="129186" y="1525957"/>
                </a:cubicBezTo>
                <a:cubicBezTo>
                  <a:pt x="129186" y="1542726"/>
                  <a:pt x="115592" y="1556320"/>
                  <a:pt x="98825" y="1556320"/>
                </a:cubicBezTo>
                <a:cubicBezTo>
                  <a:pt x="82054" y="1556320"/>
                  <a:pt x="68461" y="1542726"/>
                  <a:pt x="68461" y="1525957"/>
                </a:cubicBezTo>
                <a:cubicBezTo>
                  <a:pt x="68461" y="1509187"/>
                  <a:pt x="82054" y="1495593"/>
                  <a:pt x="98825" y="1495593"/>
                </a:cubicBezTo>
                <a:close/>
                <a:moveTo>
                  <a:pt x="26270" y="1495593"/>
                </a:moveTo>
                <a:cubicBezTo>
                  <a:pt x="43038" y="1495593"/>
                  <a:pt x="56632" y="1509187"/>
                  <a:pt x="56632" y="1525957"/>
                </a:cubicBezTo>
                <a:cubicBezTo>
                  <a:pt x="56632" y="1542726"/>
                  <a:pt x="43038" y="1556320"/>
                  <a:pt x="26270" y="1556320"/>
                </a:cubicBezTo>
                <a:cubicBezTo>
                  <a:pt x="17886" y="1556320"/>
                  <a:pt x="10295" y="1552922"/>
                  <a:pt x="4801" y="1547427"/>
                </a:cubicBezTo>
                <a:lnTo>
                  <a:pt x="0" y="1535836"/>
                </a:lnTo>
                <a:lnTo>
                  <a:pt x="0" y="1516078"/>
                </a:lnTo>
                <a:lnTo>
                  <a:pt x="4801" y="1504486"/>
                </a:lnTo>
                <a:cubicBezTo>
                  <a:pt x="10295" y="1498992"/>
                  <a:pt x="17886" y="1495593"/>
                  <a:pt x="26270" y="1495593"/>
                </a:cubicBezTo>
                <a:close/>
                <a:moveTo>
                  <a:pt x="1259656" y="1415141"/>
                </a:moveTo>
                <a:cubicBezTo>
                  <a:pt x="1268041" y="1415141"/>
                  <a:pt x="1275632" y="1418540"/>
                  <a:pt x="1281127" y="1424035"/>
                </a:cubicBezTo>
                <a:lnTo>
                  <a:pt x="1285044" y="1433492"/>
                </a:lnTo>
                <a:lnTo>
                  <a:pt x="1248565" y="1473629"/>
                </a:lnTo>
                <a:lnTo>
                  <a:pt x="1247837" y="1473482"/>
                </a:lnTo>
                <a:cubicBezTo>
                  <a:pt x="1236940" y="1468873"/>
                  <a:pt x="1229293" y="1458082"/>
                  <a:pt x="1229293" y="1445505"/>
                </a:cubicBezTo>
                <a:cubicBezTo>
                  <a:pt x="1229293" y="1428735"/>
                  <a:pt x="1242887" y="1415141"/>
                  <a:pt x="1259656" y="1415141"/>
                </a:cubicBezTo>
                <a:close/>
                <a:moveTo>
                  <a:pt x="1187102" y="1415141"/>
                </a:moveTo>
                <a:cubicBezTo>
                  <a:pt x="1203871" y="1415141"/>
                  <a:pt x="1217465" y="1428735"/>
                  <a:pt x="1217465" y="1445505"/>
                </a:cubicBezTo>
                <a:cubicBezTo>
                  <a:pt x="1217465" y="1462274"/>
                  <a:pt x="1203871" y="1475868"/>
                  <a:pt x="1187102" y="1475868"/>
                </a:cubicBezTo>
                <a:cubicBezTo>
                  <a:pt x="1170332" y="1475868"/>
                  <a:pt x="1156738" y="1462274"/>
                  <a:pt x="1156738" y="1445505"/>
                </a:cubicBezTo>
                <a:cubicBezTo>
                  <a:pt x="1156738" y="1428735"/>
                  <a:pt x="1170332" y="1415141"/>
                  <a:pt x="1187102" y="1415141"/>
                </a:cubicBezTo>
                <a:close/>
                <a:moveTo>
                  <a:pt x="1114547" y="1415141"/>
                </a:moveTo>
                <a:cubicBezTo>
                  <a:pt x="1131317" y="1415141"/>
                  <a:pt x="1144911" y="1428735"/>
                  <a:pt x="1144911" y="1445505"/>
                </a:cubicBezTo>
                <a:cubicBezTo>
                  <a:pt x="1144911" y="1462274"/>
                  <a:pt x="1131317" y="1475868"/>
                  <a:pt x="1114547" y="1475868"/>
                </a:cubicBezTo>
                <a:cubicBezTo>
                  <a:pt x="1097778" y="1475868"/>
                  <a:pt x="1084184" y="1462274"/>
                  <a:pt x="1084184" y="1445505"/>
                </a:cubicBezTo>
                <a:cubicBezTo>
                  <a:pt x="1084184" y="1428735"/>
                  <a:pt x="1097778" y="1415141"/>
                  <a:pt x="1114547" y="1415141"/>
                </a:cubicBezTo>
                <a:close/>
                <a:moveTo>
                  <a:pt x="1041993" y="1415141"/>
                </a:moveTo>
                <a:cubicBezTo>
                  <a:pt x="1058762" y="1415141"/>
                  <a:pt x="1072356" y="1428735"/>
                  <a:pt x="1072356" y="1445505"/>
                </a:cubicBezTo>
                <a:cubicBezTo>
                  <a:pt x="1072356" y="1462274"/>
                  <a:pt x="1058762" y="1475868"/>
                  <a:pt x="1041993" y="1475868"/>
                </a:cubicBezTo>
                <a:cubicBezTo>
                  <a:pt x="1025223" y="1475868"/>
                  <a:pt x="1011629" y="1462274"/>
                  <a:pt x="1011629" y="1445505"/>
                </a:cubicBezTo>
                <a:cubicBezTo>
                  <a:pt x="1011629" y="1428735"/>
                  <a:pt x="1025223" y="1415141"/>
                  <a:pt x="1041993" y="1415141"/>
                </a:cubicBezTo>
                <a:close/>
                <a:moveTo>
                  <a:pt x="969438" y="1415141"/>
                </a:moveTo>
                <a:cubicBezTo>
                  <a:pt x="986208" y="1415141"/>
                  <a:pt x="999801" y="1428735"/>
                  <a:pt x="999801" y="1445505"/>
                </a:cubicBezTo>
                <a:cubicBezTo>
                  <a:pt x="999801" y="1462274"/>
                  <a:pt x="986208" y="1475868"/>
                  <a:pt x="969438" y="1475868"/>
                </a:cubicBezTo>
                <a:cubicBezTo>
                  <a:pt x="952669" y="1475868"/>
                  <a:pt x="939075" y="1462274"/>
                  <a:pt x="939075" y="1445505"/>
                </a:cubicBezTo>
                <a:cubicBezTo>
                  <a:pt x="939075" y="1428735"/>
                  <a:pt x="952669" y="1415141"/>
                  <a:pt x="969438" y="1415141"/>
                </a:cubicBezTo>
                <a:close/>
                <a:moveTo>
                  <a:pt x="896883" y="1415141"/>
                </a:moveTo>
                <a:cubicBezTo>
                  <a:pt x="913653" y="1415141"/>
                  <a:pt x="927247" y="1428735"/>
                  <a:pt x="927247" y="1445505"/>
                </a:cubicBezTo>
                <a:cubicBezTo>
                  <a:pt x="927247" y="1462274"/>
                  <a:pt x="913653" y="1475868"/>
                  <a:pt x="896883" y="1475868"/>
                </a:cubicBezTo>
                <a:cubicBezTo>
                  <a:pt x="880114" y="1475868"/>
                  <a:pt x="866520" y="1462274"/>
                  <a:pt x="866520" y="1445505"/>
                </a:cubicBezTo>
                <a:cubicBezTo>
                  <a:pt x="866520" y="1428735"/>
                  <a:pt x="880114" y="1415141"/>
                  <a:pt x="896883" y="1415141"/>
                </a:cubicBezTo>
                <a:close/>
                <a:moveTo>
                  <a:pt x="824329" y="1415141"/>
                </a:moveTo>
                <a:cubicBezTo>
                  <a:pt x="841098" y="1415141"/>
                  <a:pt x="854692" y="1428735"/>
                  <a:pt x="854692" y="1445505"/>
                </a:cubicBezTo>
                <a:cubicBezTo>
                  <a:pt x="854692" y="1462274"/>
                  <a:pt x="841098" y="1475868"/>
                  <a:pt x="824329" y="1475868"/>
                </a:cubicBezTo>
                <a:cubicBezTo>
                  <a:pt x="807559" y="1475868"/>
                  <a:pt x="793965" y="1462274"/>
                  <a:pt x="793965" y="1445505"/>
                </a:cubicBezTo>
                <a:cubicBezTo>
                  <a:pt x="793965" y="1428735"/>
                  <a:pt x="807559" y="1415141"/>
                  <a:pt x="824329" y="1415141"/>
                </a:cubicBezTo>
                <a:close/>
                <a:moveTo>
                  <a:pt x="751774" y="1415141"/>
                </a:moveTo>
                <a:cubicBezTo>
                  <a:pt x="768544" y="1415141"/>
                  <a:pt x="782138" y="1428735"/>
                  <a:pt x="782138" y="1445505"/>
                </a:cubicBezTo>
                <a:cubicBezTo>
                  <a:pt x="782138" y="1462274"/>
                  <a:pt x="768544" y="1475868"/>
                  <a:pt x="751774" y="1475868"/>
                </a:cubicBezTo>
                <a:cubicBezTo>
                  <a:pt x="735005" y="1475868"/>
                  <a:pt x="721411" y="1462274"/>
                  <a:pt x="721411" y="1445505"/>
                </a:cubicBezTo>
                <a:cubicBezTo>
                  <a:pt x="721411" y="1428735"/>
                  <a:pt x="735005" y="1415141"/>
                  <a:pt x="751774" y="1415141"/>
                </a:cubicBezTo>
                <a:close/>
                <a:moveTo>
                  <a:pt x="679220" y="1415141"/>
                </a:moveTo>
                <a:cubicBezTo>
                  <a:pt x="695989" y="1415141"/>
                  <a:pt x="709583" y="1428735"/>
                  <a:pt x="709583" y="1445505"/>
                </a:cubicBezTo>
                <a:cubicBezTo>
                  <a:pt x="709583" y="1462274"/>
                  <a:pt x="695989" y="1475868"/>
                  <a:pt x="679220" y="1475868"/>
                </a:cubicBezTo>
                <a:cubicBezTo>
                  <a:pt x="662450" y="1475868"/>
                  <a:pt x="648856" y="1462274"/>
                  <a:pt x="648856" y="1445505"/>
                </a:cubicBezTo>
                <a:cubicBezTo>
                  <a:pt x="648856" y="1428735"/>
                  <a:pt x="662450" y="1415141"/>
                  <a:pt x="679220" y="1415141"/>
                </a:cubicBezTo>
                <a:close/>
                <a:moveTo>
                  <a:pt x="606665" y="1415141"/>
                </a:moveTo>
                <a:cubicBezTo>
                  <a:pt x="623435" y="1415141"/>
                  <a:pt x="637029" y="1428735"/>
                  <a:pt x="637029" y="1445505"/>
                </a:cubicBezTo>
                <a:cubicBezTo>
                  <a:pt x="637029" y="1462274"/>
                  <a:pt x="623435" y="1475868"/>
                  <a:pt x="606665" y="1475868"/>
                </a:cubicBezTo>
                <a:cubicBezTo>
                  <a:pt x="589896" y="1475868"/>
                  <a:pt x="576302" y="1462274"/>
                  <a:pt x="576302" y="1445505"/>
                </a:cubicBezTo>
                <a:cubicBezTo>
                  <a:pt x="576302" y="1428735"/>
                  <a:pt x="589896" y="1415141"/>
                  <a:pt x="606665" y="1415141"/>
                </a:cubicBezTo>
                <a:close/>
                <a:moveTo>
                  <a:pt x="534111" y="1415141"/>
                </a:moveTo>
                <a:cubicBezTo>
                  <a:pt x="550880" y="1415141"/>
                  <a:pt x="564474" y="1428735"/>
                  <a:pt x="564474" y="1445505"/>
                </a:cubicBezTo>
                <a:cubicBezTo>
                  <a:pt x="564474" y="1462274"/>
                  <a:pt x="550880" y="1475868"/>
                  <a:pt x="534111" y="1475868"/>
                </a:cubicBezTo>
                <a:cubicBezTo>
                  <a:pt x="517341" y="1475868"/>
                  <a:pt x="503747" y="1462274"/>
                  <a:pt x="503747" y="1445505"/>
                </a:cubicBezTo>
                <a:cubicBezTo>
                  <a:pt x="503747" y="1428735"/>
                  <a:pt x="517341" y="1415141"/>
                  <a:pt x="534111" y="1415141"/>
                </a:cubicBezTo>
                <a:close/>
                <a:moveTo>
                  <a:pt x="461556" y="1415141"/>
                </a:moveTo>
                <a:cubicBezTo>
                  <a:pt x="478326" y="1415141"/>
                  <a:pt x="491920" y="1428735"/>
                  <a:pt x="491920" y="1445505"/>
                </a:cubicBezTo>
                <a:cubicBezTo>
                  <a:pt x="491920" y="1462274"/>
                  <a:pt x="478326" y="1475868"/>
                  <a:pt x="461556" y="1475868"/>
                </a:cubicBezTo>
                <a:cubicBezTo>
                  <a:pt x="444787" y="1475868"/>
                  <a:pt x="431192" y="1462274"/>
                  <a:pt x="431192" y="1445505"/>
                </a:cubicBezTo>
                <a:cubicBezTo>
                  <a:pt x="431192" y="1428735"/>
                  <a:pt x="444787" y="1415141"/>
                  <a:pt x="461556" y="1415141"/>
                </a:cubicBezTo>
                <a:close/>
                <a:moveTo>
                  <a:pt x="389002" y="1415141"/>
                </a:moveTo>
                <a:cubicBezTo>
                  <a:pt x="405771" y="1415141"/>
                  <a:pt x="419365" y="1428735"/>
                  <a:pt x="419365" y="1445505"/>
                </a:cubicBezTo>
                <a:cubicBezTo>
                  <a:pt x="419365" y="1462274"/>
                  <a:pt x="405771" y="1475868"/>
                  <a:pt x="389002" y="1475868"/>
                </a:cubicBezTo>
                <a:cubicBezTo>
                  <a:pt x="372232" y="1475868"/>
                  <a:pt x="358638" y="1462274"/>
                  <a:pt x="358638" y="1445505"/>
                </a:cubicBezTo>
                <a:cubicBezTo>
                  <a:pt x="358638" y="1428735"/>
                  <a:pt x="372232" y="1415141"/>
                  <a:pt x="389002" y="1415141"/>
                </a:cubicBezTo>
                <a:close/>
                <a:moveTo>
                  <a:pt x="316447" y="1415141"/>
                </a:moveTo>
                <a:cubicBezTo>
                  <a:pt x="333216" y="1415141"/>
                  <a:pt x="346810" y="1428735"/>
                  <a:pt x="346810" y="1445505"/>
                </a:cubicBezTo>
                <a:cubicBezTo>
                  <a:pt x="346810" y="1462274"/>
                  <a:pt x="333216" y="1475868"/>
                  <a:pt x="316447" y="1475868"/>
                </a:cubicBezTo>
                <a:cubicBezTo>
                  <a:pt x="299677" y="1475868"/>
                  <a:pt x="286084" y="1462274"/>
                  <a:pt x="286084" y="1445505"/>
                </a:cubicBezTo>
                <a:cubicBezTo>
                  <a:pt x="286084" y="1428735"/>
                  <a:pt x="299677" y="1415141"/>
                  <a:pt x="316447" y="1415141"/>
                </a:cubicBezTo>
                <a:close/>
                <a:moveTo>
                  <a:pt x="243892" y="1415141"/>
                </a:moveTo>
                <a:cubicBezTo>
                  <a:pt x="260662" y="1415141"/>
                  <a:pt x="274256" y="1428735"/>
                  <a:pt x="274256" y="1445505"/>
                </a:cubicBezTo>
                <a:cubicBezTo>
                  <a:pt x="274256" y="1462274"/>
                  <a:pt x="260662" y="1475868"/>
                  <a:pt x="243892" y="1475868"/>
                </a:cubicBezTo>
                <a:cubicBezTo>
                  <a:pt x="227123" y="1475868"/>
                  <a:pt x="213529" y="1462274"/>
                  <a:pt x="213529" y="1445505"/>
                </a:cubicBezTo>
                <a:cubicBezTo>
                  <a:pt x="213529" y="1428735"/>
                  <a:pt x="227123" y="1415141"/>
                  <a:pt x="243892" y="1415141"/>
                </a:cubicBezTo>
                <a:close/>
                <a:moveTo>
                  <a:pt x="171339" y="1415141"/>
                </a:moveTo>
                <a:cubicBezTo>
                  <a:pt x="188107" y="1415141"/>
                  <a:pt x="201701" y="1428735"/>
                  <a:pt x="201701" y="1445505"/>
                </a:cubicBezTo>
                <a:cubicBezTo>
                  <a:pt x="201701" y="1462274"/>
                  <a:pt x="188107" y="1475868"/>
                  <a:pt x="171339" y="1475868"/>
                </a:cubicBezTo>
                <a:cubicBezTo>
                  <a:pt x="154611" y="1475868"/>
                  <a:pt x="141018" y="1462274"/>
                  <a:pt x="141018" y="1445505"/>
                </a:cubicBezTo>
                <a:cubicBezTo>
                  <a:pt x="141018" y="1428735"/>
                  <a:pt x="154611" y="1415141"/>
                  <a:pt x="171339" y="1415141"/>
                </a:cubicBezTo>
                <a:close/>
                <a:moveTo>
                  <a:pt x="98831" y="1415141"/>
                </a:moveTo>
                <a:cubicBezTo>
                  <a:pt x="115598" y="1415141"/>
                  <a:pt x="129192" y="1428735"/>
                  <a:pt x="129192" y="1445505"/>
                </a:cubicBezTo>
                <a:cubicBezTo>
                  <a:pt x="129192" y="1462274"/>
                  <a:pt x="115598" y="1475868"/>
                  <a:pt x="98831" y="1475868"/>
                </a:cubicBezTo>
                <a:cubicBezTo>
                  <a:pt x="82060" y="1475868"/>
                  <a:pt x="68467" y="1462274"/>
                  <a:pt x="68467" y="1445505"/>
                </a:cubicBezTo>
                <a:cubicBezTo>
                  <a:pt x="68467" y="1428735"/>
                  <a:pt x="82060" y="1415141"/>
                  <a:pt x="98831" y="1415141"/>
                </a:cubicBezTo>
                <a:close/>
                <a:moveTo>
                  <a:pt x="26277" y="1415141"/>
                </a:moveTo>
                <a:cubicBezTo>
                  <a:pt x="43044" y="1415141"/>
                  <a:pt x="56638" y="1428735"/>
                  <a:pt x="56638" y="1445505"/>
                </a:cubicBezTo>
                <a:cubicBezTo>
                  <a:pt x="56638" y="1462274"/>
                  <a:pt x="43044" y="1475868"/>
                  <a:pt x="26277" y="1475868"/>
                </a:cubicBezTo>
                <a:cubicBezTo>
                  <a:pt x="17892" y="1475868"/>
                  <a:pt x="10301" y="1472470"/>
                  <a:pt x="4807" y="1466975"/>
                </a:cubicBezTo>
                <a:lnTo>
                  <a:pt x="0" y="1455370"/>
                </a:lnTo>
                <a:lnTo>
                  <a:pt x="0" y="1435640"/>
                </a:lnTo>
                <a:lnTo>
                  <a:pt x="4807" y="1424034"/>
                </a:lnTo>
                <a:cubicBezTo>
                  <a:pt x="10301" y="1418540"/>
                  <a:pt x="17892" y="1415141"/>
                  <a:pt x="26277" y="1415141"/>
                </a:cubicBezTo>
                <a:close/>
                <a:moveTo>
                  <a:pt x="1332211" y="1334690"/>
                </a:moveTo>
                <a:cubicBezTo>
                  <a:pt x="1340596" y="1334690"/>
                  <a:pt x="1348186" y="1338088"/>
                  <a:pt x="1353681" y="1343583"/>
                </a:cubicBezTo>
                <a:lnTo>
                  <a:pt x="1356143" y="1349526"/>
                </a:lnTo>
                <a:lnTo>
                  <a:pt x="1331934" y="1381900"/>
                </a:lnTo>
                <a:lnTo>
                  <a:pt x="1321597" y="1393274"/>
                </a:lnTo>
                <a:lnTo>
                  <a:pt x="1320392" y="1393030"/>
                </a:lnTo>
                <a:cubicBezTo>
                  <a:pt x="1309494" y="1388421"/>
                  <a:pt x="1301847" y="1377631"/>
                  <a:pt x="1301847" y="1365053"/>
                </a:cubicBezTo>
                <a:cubicBezTo>
                  <a:pt x="1301847" y="1348284"/>
                  <a:pt x="1315441" y="1334690"/>
                  <a:pt x="1332211" y="1334690"/>
                </a:cubicBezTo>
                <a:close/>
                <a:moveTo>
                  <a:pt x="1259656" y="1334690"/>
                </a:moveTo>
                <a:cubicBezTo>
                  <a:pt x="1276426" y="1334690"/>
                  <a:pt x="1290020" y="1348284"/>
                  <a:pt x="1290020" y="1365053"/>
                </a:cubicBezTo>
                <a:cubicBezTo>
                  <a:pt x="1290020" y="1381823"/>
                  <a:pt x="1276426" y="1395417"/>
                  <a:pt x="1259656" y="1395417"/>
                </a:cubicBezTo>
                <a:cubicBezTo>
                  <a:pt x="1242887" y="1395417"/>
                  <a:pt x="1229293" y="1381823"/>
                  <a:pt x="1229293" y="1365053"/>
                </a:cubicBezTo>
                <a:cubicBezTo>
                  <a:pt x="1229293" y="1348284"/>
                  <a:pt x="1242887" y="1334690"/>
                  <a:pt x="1259656" y="1334690"/>
                </a:cubicBezTo>
                <a:close/>
                <a:moveTo>
                  <a:pt x="1187102" y="1334690"/>
                </a:moveTo>
                <a:cubicBezTo>
                  <a:pt x="1203871" y="1334690"/>
                  <a:pt x="1217465" y="1348284"/>
                  <a:pt x="1217465" y="1365053"/>
                </a:cubicBezTo>
                <a:cubicBezTo>
                  <a:pt x="1217465" y="1381823"/>
                  <a:pt x="1203871" y="1395417"/>
                  <a:pt x="1187102" y="1395417"/>
                </a:cubicBezTo>
                <a:cubicBezTo>
                  <a:pt x="1170332" y="1395417"/>
                  <a:pt x="1156738" y="1381823"/>
                  <a:pt x="1156738" y="1365053"/>
                </a:cubicBezTo>
                <a:cubicBezTo>
                  <a:pt x="1156738" y="1348284"/>
                  <a:pt x="1170332" y="1334690"/>
                  <a:pt x="1187102" y="1334690"/>
                </a:cubicBezTo>
                <a:close/>
                <a:moveTo>
                  <a:pt x="1114547" y="1334690"/>
                </a:moveTo>
                <a:cubicBezTo>
                  <a:pt x="1131317" y="1334690"/>
                  <a:pt x="1144911" y="1348284"/>
                  <a:pt x="1144911" y="1365053"/>
                </a:cubicBezTo>
                <a:cubicBezTo>
                  <a:pt x="1144911" y="1381823"/>
                  <a:pt x="1131317" y="1395417"/>
                  <a:pt x="1114547" y="1395417"/>
                </a:cubicBezTo>
                <a:cubicBezTo>
                  <a:pt x="1097778" y="1395417"/>
                  <a:pt x="1084184" y="1381823"/>
                  <a:pt x="1084184" y="1365053"/>
                </a:cubicBezTo>
                <a:cubicBezTo>
                  <a:pt x="1084184" y="1348284"/>
                  <a:pt x="1097778" y="1334690"/>
                  <a:pt x="1114547" y="1334690"/>
                </a:cubicBezTo>
                <a:close/>
                <a:moveTo>
                  <a:pt x="1041993" y="1334690"/>
                </a:moveTo>
                <a:cubicBezTo>
                  <a:pt x="1058762" y="1334690"/>
                  <a:pt x="1072356" y="1348284"/>
                  <a:pt x="1072356" y="1365053"/>
                </a:cubicBezTo>
                <a:cubicBezTo>
                  <a:pt x="1072356" y="1381823"/>
                  <a:pt x="1058762" y="1395417"/>
                  <a:pt x="1041993" y="1395417"/>
                </a:cubicBezTo>
                <a:cubicBezTo>
                  <a:pt x="1025223" y="1395417"/>
                  <a:pt x="1011629" y="1381823"/>
                  <a:pt x="1011629" y="1365053"/>
                </a:cubicBezTo>
                <a:cubicBezTo>
                  <a:pt x="1011629" y="1348284"/>
                  <a:pt x="1025223" y="1334690"/>
                  <a:pt x="1041993" y="1334690"/>
                </a:cubicBezTo>
                <a:close/>
                <a:moveTo>
                  <a:pt x="969438" y="1334690"/>
                </a:moveTo>
                <a:cubicBezTo>
                  <a:pt x="986208" y="1334690"/>
                  <a:pt x="999801" y="1348284"/>
                  <a:pt x="999801" y="1365053"/>
                </a:cubicBezTo>
                <a:cubicBezTo>
                  <a:pt x="999801" y="1381823"/>
                  <a:pt x="986208" y="1395417"/>
                  <a:pt x="969438" y="1395417"/>
                </a:cubicBezTo>
                <a:cubicBezTo>
                  <a:pt x="952669" y="1395417"/>
                  <a:pt x="939075" y="1381823"/>
                  <a:pt x="939075" y="1365053"/>
                </a:cubicBezTo>
                <a:cubicBezTo>
                  <a:pt x="939075" y="1348284"/>
                  <a:pt x="952669" y="1334690"/>
                  <a:pt x="969438" y="1334690"/>
                </a:cubicBezTo>
                <a:close/>
                <a:moveTo>
                  <a:pt x="896883" y="1334690"/>
                </a:moveTo>
                <a:cubicBezTo>
                  <a:pt x="913653" y="1334690"/>
                  <a:pt x="927247" y="1348284"/>
                  <a:pt x="927247" y="1365053"/>
                </a:cubicBezTo>
                <a:cubicBezTo>
                  <a:pt x="927247" y="1381823"/>
                  <a:pt x="913653" y="1395417"/>
                  <a:pt x="896883" y="1395417"/>
                </a:cubicBezTo>
                <a:cubicBezTo>
                  <a:pt x="880114" y="1395417"/>
                  <a:pt x="866520" y="1381823"/>
                  <a:pt x="866520" y="1365053"/>
                </a:cubicBezTo>
                <a:cubicBezTo>
                  <a:pt x="866520" y="1348284"/>
                  <a:pt x="880114" y="1334690"/>
                  <a:pt x="896883" y="1334690"/>
                </a:cubicBezTo>
                <a:close/>
                <a:moveTo>
                  <a:pt x="824329" y="1334690"/>
                </a:moveTo>
                <a:cubicBezTo>
                  <a:pt x="841098" y="1334690"/>
                  <a:pt x="854692" y="1348284"/>
                  <a:pt x="854692" y="1365053"/>
                </a:cubicBezTo>
                <a:cubicBezTo>
                  <a:pt x="854692" y="1381823"/>
                  <a:pt x="841098" y="1395417"/>
                  <a:pt x="824329" y="1395417"/>
                </a:cubicBezTo>
                <a:cubicBezTo>
                  <a:pt x="807559" y="1395417"/>
                  <a:pt x="793965" y="1381823"/>
                  <a:pt x="793965" y="1365053"/>
                </a:cubicBezTo>
                <a:cubicBezTo>
                  <a:pt x="793965" y="1348284"/>
                  <a:pt x="807559" y="1334690"/>
                  <a:pt x="824329" y="1334690"/>
                </a:cubicBezTo>
                <a:close/>
                <a:moveTo>
                  <a:pt x="751774" y="1334690"/>
                </a:moveTo>
                <a:cubicBezTo>
                  <a:pt x="768544" y="1334690"/>
                  <a:pt x="782138" y="1348284"/>
                  <a:pt x="782138" y="1365053"/>
                </a:cubicBezTo>
                <a:cubicBezTo>
                  <a:pt x="782138" y="1381823"/>
                  <a:pt x="768544" y="1395417"/>
                  <a:pt x="751774" y="1395417"/>
                </a:cubicBezTo>
                <a:cubicBezTo>
                  <a:pt x="735005" y="1395417"/>
                  <a:pt x="721411" y="1381823"/>
                  <a:pt x="721411" y="1365053"/>
                </a:cubicBezTo>
                <a:cubicBezTo>
                  <a:pt x="721411" y="1348284"/>
                  <a:pt x="735005" y="1334690"/>
                  <a:pt x="751774" y="1334690"/>
                </a:cubicBezTo>
                <a:close/>
                <a:moveTo>
                  <a:pt x="679220" y="1334690"/>
                </a:moveTo>
                <a:cubicBezTo>
                  <a:pt x="695989" y="1334690"/>
                  <a:pt x="709583" y="1348284"/>
                  <a:pt x="709583" y="1365053"/>
                </a:cubicBezTo>
                <a:cubicBezTo>
                  <a:pt x="709583" y="1381823"/>
                  <a:pt x="695989" y="1395417"/>
                  <a:pt x="679220" y="1395417"/>
                </a:cubicBezTo>
                <a:cubicBezTo>
                  <a:pt x="662450" y="1395417"/>
                  <a:pt x="648856" y="1381823"/>
                  <a:pt x="648856" y="1365053"/>
                </a:cubicBezTo>
                <a:cubicBezTo>
                  <a:pt x="648856" y="1348284"/>
                  <a:pt x="662450" y="1334690"/>
                  <a:pt x="679220" y="1334690"/>
                </a:cubicBezTo>
                <a:close/>
                <a:moveTo>
                  <a:pt x="606665" y="1334690"/>
                </a:moveTo>
                <a:cubicBezTo>
                  <a:pt x="623435" y="1334690"/>
                  <a:pt x="637029" y="1348284"/>
                  <a:pt x="637029" y="1365053"/>
                </a:cubicBezTo>
                <a:cubicBezTo>
                  <a:pt x="637029" y="1381823"/>
                  <a:pt x="623435" y="1395417"/>
                  <a:pt x="606665" y="1395417"/>
                </a:cubicBezTo>
                <a:cubicBezTo>
                  <a:pt x="589896" y="1395417"/>
                  <a:pt x="576302" y="1381823"/>
                  <a:pt x="576302" y="1365053"/>
                </a:cubicBezTo>
                <a:cubicBezTo>
                  <a:pt x="576302" y="1348284"/>
                  <a:pt x="589896" y="1334690"/>
                  <a:pt x="606665" y="1334690"/>
                </a:cubicBezTo>
                <a:close/>
                <a:moveTo>
                  <a:pt x="534111" y="1334690"/>
                </a:moveTo>
                <a:cubicBezTo>
                  <a:pt x="550880" y="1334690"/>
                  <a:pt x="564474" y="1348284"/>
                  <a:pt x="564474" y="1365053"/>
                </a:cubicBezTo>
                <a:cubicBezTo>
                  <a:pt x="564474" y="1381823"/>
                  <a:pt x="550880" y="1395417"/>
                  <a:pt x="534111" y="1395417"/>
                </a:cubicBezTo>
                <a:cubicBezTo>
                  <a:pt x="517341" y="1395417"/>
                  <a:pt x="503747" y="1381823"/>
                  <a:pt x="503747" y="1365053"/>
                </a:cubicBezTo>
                <a:cubicBezTo>
                  <a:pt x="503747" y="1348284"/>
                  <a:pt x="517341" y="1334690"/>
                  <a:pt x="534111" y="1334690"/>
                </a:cubicBezTo>
                <a:close/>
                <a:moveTo>
                  <a:pt x="461556" y="1334690"/>
                </a:moveTo>
                <a:cubicBezTo>
                  <a:pt x="478326" y="1334690"/>
                  <a:pt x="491920" y="1348284"/>
                  <a:pt x="491920" y="1365053"/>
                </a:cubicBezTo>
                <a:cubicBezTo>
                  <a:pt x="491920" y="1381823"/>
                  <a:pt x="478326" y="1395417"/>
                  <a:pt x="461556" y="1395417"/>
                </a:cubicBezTo>
                <a:cubicBezTo>
                  <a:pt x="444787" y="1395417"/>
                  <a:pt x="431192" y="1381823"/>
                  <a:pt x="431192" y="1365053"/>
                </a:cubicBezTo>
                <a:cubicBezTo>
                  <a:pt x="431192" y="1348284"/>
                  <a:pt x="444787" y="1334690"/>
                  <a:pt x="461556" y="1334690"/>
                </a:cubicBezTo>
                <a:close/>
                <a:moveTo>
                  <a:pt x="389002" y="1334690"/>
                </a:moveTo>
                <a:cubicBezTo>
                  <a:pt x="405771" y="1334690"/>
                  <a:pt x="419365" y="1348284"/>
                  <a:pt x="419365" y="1365053"/>
                </a:cubicBezTo>
                <a:cubicBezTo>
                  <a:pt x="419365" y="1381823"/>
                  <a:pt x="405771" y="1395417"/>
                  <a:pt x="389002" y="1395417"/>
                </a:cubicBezTo>
                <a:cubicBezTo>
                  <a:pt x="372232" y="1395417"/>
                  <a:pt x="358638" y="1381823"/>
                  <a:pt x="358638" y="1365053"/>
                </a:cubicBezTo>
                <a:cubicBezTo>
                  <a:pt x="358638" y="1348284"/>
                  <a:pt x="372232" y="1334690"/>
                  <a:pt x="389002" y="1334690"/>
                </a:cubicBezTo>
                <a:close/>
                <a:moveTo>
                  <a:pt x="316447" y="1334690"/>
                </a:moveTo>
                <a:cubicBezTo>
                  <a:pt x="333216" y="1334690"/>
                  <a:pt x="346810" y="1348284"/>
                  <a:pt x="346810" y="1365053"/>
                </a:cubicBezTo>
                <a:cubicBezTo>
                  <a:pt x="346810" y="1381823"/>
                  <a:pt x="333216" y="1395417"/>
                  <a:pt x="316447" y="1395417"/>
                </a:cubicBezTo>
                <a:cubicBezTo>
                  <a:pt x="299677" y="1395417"/>
                  <a:pt x="286084" y="1381823"/>
                  <a:pt x="286084" y="1365053"/>
                </a:cubicBezTo>
                <a:cubicBezTo>
                  <a:pt x="286084" y="1348284"/>
                  <a:pt x="299677" y="1334690"/>
                  <a:pt x="316447" y="1334690"/>
                </a:cubicBezTo>
                <a:close/>
                <a:moveTo>
                  <a:pt x="243892" y="1334690"/>
                </a:moveTo>
                <a:cubicBezTo>
                  <a:pt x="260662" y="1334690"/>
                  <a:pt x="274256" y="1348284"/>
                  <a:pt x="274256" y="1365053"/>
                </a:cubicBezTo>
                <a:cubicBezTo>
                  <a:pt x="274256" y="1381823"/>
                  <a:pt x="260662" y="1395417"/>
                  <a:pt x="243892" y="1395417"/>
                </a:cubicBezTo>
                <a:cubicBezTo>
                  <a:pt x="227123" y="1395417"/>
                  <a:pt x="213529" y="1381823"/>
                  <a:pt x="213529" y="1365053"/>
                </a:cubicBezTo>
                <a:cubicBezTo>
                  <a:pt x="213529" y="1348284"/>
                  <a:pt x="227123" y="1334690"/>
                  <a:pt x="243892" y="1334690"/>
                </a:cubicBezTo>
                <a:close/>
                <a:moveTo>
                  <a:pt x="171339" y="1334690"/>
                </a:moveTo>
                <a:cubicBezTo>
                  <a:pt x="188107" y="1334690"/>
                  <a:pt x="201701" y="1348284"/>
                  <a:pt x="201701" y="1365053"/>
                </a:cubicBezTo>
                <a:cubicBezTo>
                  <a:pt x="201701" y="1381823"/>
                  <a:pt x="188107" y="1395417"/>
                  <a:pt x="171339" y="1395417"/>
                </a:cubicBezTo>
                <a:cubicBezTo>
                  <a:pt x="154616" y="1395417"/>
                  <a:pt x="141023" y="1381823"/>
                  <a:pt x="141023" y="1365053"/>
                </a:cubicBezTo>
                <a:cubicBezTo>
                  <a:pt x="141023" y="1348284"/>
                  <a:pt x="154616" y="1334690"/>
                  <a:pt x="171339" y="1334690"/>
                </a:cubicBezTo>
                <a:close/>
                <a:moveTo>
                  <a:pt x="98838" y="1334690"/>
                </a:moveTo>
                <a:cubicBezTo>
                  <a:pt x="115605" y="1334690"/>
                  <a:pt x="129198" y="1348284"/>
                  <a:pt x="129198" y="1365053"/>
                </a:cubicBezTo>
                <a:cubicBezTo>
                  <a:pt x="129198" y="1381823"/>
                  <a:pt x="115605" y="1395417"/>
                  <a:pt x="98838" y="1395417"/>
                </a:cubicBezTo>
                <a:cubicBezTo>
                  <a:pt x="82067" y="1395417"/>
                  <a:pt x="68474" y="1381823"/>
                  <a:pt x="68474" y="1365053"/>
                </a:cubicBezTo>
                <a:cubicBezTo>
                  <a:pt x="68474" y="1348284"/>
                  <a:pt x="82067" y="1334690"/>
                  <a:pt x="98838" y="1334690"/>
                </a:cubicBezTo>
                <a:close/>
                <a:moveTo>
                  <a:pt x="26283" y="1334690"/>
                </a:moveTo>
                <a:cubicBezTo>
                  <a:pt x="43051" y="1334690"/>
                  <a:pt x="56645" y="1348284"/>
                  <a:pt x="56645" y="1365053"/>
                </a:cubicBezTo>
                <a:cubicBezTo>
                  <a:pt x="56645" y="1381823"/>
                  <a:pt x="43051" y="1395417"/>
                  <a:pt x="26283" y="1395417"/>
                </a:cubicBezTo>
                <a:cubicBezTo>
                  <a:pt x="17898" y="1395417"/>
                  <a:pt x="10308" y="1392019"/>
                  <a:pt x="4813" y="1386524"/>
                </a:cubicBezTo>
                <a:lnTo>
                  <a:pt x="0" y="1374903"/>
                </a:lnTo>
                <a:lnTo>
                  <a:pt x="0" y="1355203"/>
                </a:lnTo>
                <a:lnTo>
                  <a:pt x="4813" y="1343583"/>
                </a:lnTo>
                <a:cubicBezTo>
                  <a:pt x="10308" y="1338089"/>
                  <a:pt x="17898" y="1334690"/>
                  <a:pt x="26283" y="1334690"/>
                </a:cubicBezTo>
                <a:close/>
                <a:moveTo>
                  <a:pt x="1404765" y="1254238"/>
                </a:moveTo>
                <a:cubicBezTo>
                  <a:pt x="1408957" y="1254238"/>
                  <a:pt x="1412951" y="1255088"/>
                  <a:pt x="1416584" y="1256624"/>
                </a:cubicBezTo>
                <a:lnTo>
                  <a:pt x="1422045" y="1260306"/>
                </a:lnTo>
                <a:lnTo>
                  <a:pt x="1418517" y="1266114"/>
                </a:lnTo>
                <a:lnTo>
                  <a:pt x="1386846" y="1308466"/>
                </a:lnTo>
                <a:lnTo>
                  <a:pt x="1383295" y="1306072"/>
                </a:lnTo>
                <a:cubicBezTo>
                  <a:pt x="1377800" y="1300577"/>
                  <a:pt x="1374402" y="1292986"/>
                  <a:pt x="1374402" y="1284602"/>
                </a:cubicBezTo>
                <a:cubicBezTo>
                  <a:pt x="1374402" y="1267832"/>
                  <a:pt x="1387996" y="1254238"/>
                  <a:pt x="1404765" y="1254238"/>
                </a:cubicBezTo>
                <a:close/>
                <a:moveTo>
                  <a:pt x="1332211" y="1254238"/>
                </a:moveTo>
                <a:cubicBezTo>
                  <a:pt x="1348980" y="1254238"/>
                  <a:pt x="1362574" y="1267832"/>
                  <a:pt x="1362574" y="1284602"/>
                </a:cubicBezTo>
                <a:cubicBezTo>
                  <a:pt x="1362574" y="1301371"/>
                  <a:pt x="1348980" y="1314965"/>
                  <a:pt x="1332211" y="1314965"/>
                </a:cubicBezTo>
                <a:cubicBezTo>
                  <a:pt x="1315441" y="1314965"/>
                  <a:pt x="1301847" y="1301371"/>
                  <a:pt x="1301847" y="1284602"/>
                </a:cubicBezTo>
                <a:cubicBezTo>
                  <a:pt x="1301847" y="1267832"/>
                  <a:pt x="1315441" y="1254238"/>
                  <a:pt x="1332211" y="1254238"/>
                </a:cubicBezTo>
                <a:close/>
                <a:moveTo>
                  <a:pt x="1259656" y="1254238"/>
                </a:moveTo>
                <a:cubicBezTo>
                  <a:pt x="1276426" y="1254238"/>
                  <a:pt x="1290020" y="1267832"/>
                  <a:pt x="1290020" y="1284602"/>
                </a:cubicBezTo>
                <a:cubicBezTo>
                  <a:pt x="1290020" y="1301371"/>
                  <a:pt x="1276426" y="1314965"/>
                  <a:pt x="1259656" y="1314965"/>
                </a:cubicBezTo>
                <a:cubicBezTo>
                  <a:pt x="1242887" y="1314965"/>
                  <a:pt x="1229293" y="1301371"/>
                  <a:pt x="1229293" y="1284602"/>
                </a:cubicBezTo>
                <a:cubicBezTo>
                  <a:pt x="1229293" y="1267832"/>
                  <a:pt x="1242887" y="1254238"/>
                  <a:pt x="1259656" y="1254238"/>
                </a:cubicBezTo>
                <a:close/>
                <a:moveTo>
                  <a:pt x="1187102" y="1254238"/>
                </a:moveTo>
                <a:cubicBezTo>
                  <a:pt x="1203871" y="1254238"/>
                  <a:pt x="1217465" y="1267832"/>
                  <a:pt x="1217465" y="1284602"/>
                </a:cubicBezTo>
                <a:cubicBezTo>
                  <a:pt x="1217465" y="1301371"/>
                  <a:pt x="1203871" y="1314965"/>
                  <a:pt x="1187102" y="1314965"/>
                </a:cubicBezTo>
                <a:cubicBezTo>
                  <a:pt x="1170332" y="1314965"/>
                  <a:pt x="1156738" y="1301371"/>
                  <a:pt x="1156738" y="1284602"/>
                </a:cubicBezTo>
                <a:cubicBezTo>
                  <a:pt x="1156738" y="1267832"/>
                  <a:pt x="1170332" y="1254238"/>
                  <a:pt x="1187102" y="1254238"/>
                </a:cubicBezTo>
                <a:close/>
                <a:moveTo>
                  <a:pt x="1114547" y="1254238"/>
                </a:moveTo>
                <a:cubicBezTo>
                  <a:pt x="1131317" y="1254238"/>
                  <a:pt x="1144911" y="1267832"/>
                  <a:pt x="1144911" y="1284602"/>
                </a:cubicBezTo>
                <a:cubicBezTo>
                  <a:pt x="1144911" y="1301371"/>
                  <a:pt x="1131317" y="1314965"/>
                  <a:pt x="1114547" y="1314965"/>
                </a:cubicBezTo>
                <a:cubicBezTo>
                  <a:pt x="1097778" y="1314965"/>
                  <a:pt x="1084184" y="1301371"/>
                  <a:pt x="1084184" y="1284602"/>
                </a:cubicBezTo>
                <a:cubicBezTo>
                  <a:pt x="1084184" y="1267832"/>
                  <a:pt x="1097778" y="1254238"/>
                  <a:pt x="1114547" y="1254238"/>
                </a:cubicBezTo>
                <a:close/>
                <a:moveTo>
                  <a:pt x="1041993" y="1254238"/>
                </a:moveTo>
                <a:cubicBezTo>
                  <a:pt x="1058762" y="1254238"/>
                  <a:pt x="1072356" y="1267832"/>
                  <a:pt x="1072356" y="1284602"/>
                </a:cubicBezTo>
                <a:cubicBezTo>
                  <a:pt x="1072356" y="1301371"/>
                  <a:pt x="1058762" y="1314965"/>
                  <a:pt x="1041993" y="1314965"/>
                </a:cubicBezTo>
                <a:cubicBezTo>
                  <a:pt x="1025223" y="1314965"/>
                  <a:pt x="1011629" y="1301371"/>
                  <a:pt x="1011629" y="1284602"/>
                </a:cubicBezTo>
                <a:cubicBezTo>
                  <a:pt x="1011629" y="1267832"/>
                  <a:pt x="1025223" y="1254238"/>
                  <a:pt x="1041993" y="1254238"/>
                </a:cubicBezTo>
                <a:close/>
                <a:moveTo>
                  <a:pt x="969438" y="1254238"/>
                </a:moveTo>
                <a:cubicBezTo>
                  <a:pt x="986208" y="1254238"/>
                  <a:pt x="999801" y="1267832"/>
                  <a:pt x="999801" y="1284602"/>
                </a:cubicBezTo>
                <a:cubicBezTo>
                  <a:pt x="999801" y="1301371"/>
                  <a:pt x="986208" y="1314965"/>
                  <a:pt x="969438" y="1314965"/>
                </a:cubicBezTo>
                <a:cubicBezTo>
                  <a:pt x="952669" y="1314965"/>
                  <a:pt x="939075" y="1301371"/>
                  <a:pt x="939075" y="1284602"/>
                </a:cubicBezTo>
                <a:cubicBezTo>
                  <a:pt x="939075" y="1267832"/>
                  <a:pt x="952669" y="1254238"/>
                  <a:pt x="969438" y="1254238"/>
                </a:cubicBezTo>
                <a:close/>
                <a:moveTo>
                  <a:pt x="896883" y="1254238"/>
                </a:moveTo>
                <a:cubicBezTo>
                  <a:pt x="913653" y="1254238"/>
                  <a:pt x="927247" y="1267832"/>
                  <a:pt x="927247" y="1284602"/>
                </a:cubicBezTo>
                <a:cubicBezTo>
                  <a:pt x="927247" y="1301371"/>
                  <a:pt x="913653" y="1314965"/>
                  <a:pt x="896883" y="1314965"/>
                </a:cubicBezTo>
                <a:cubicBezTo>
                  <a:pt x="880114" y="1314965"/>
                  <a:pt x="866520" y="1301371"/>
                  <a:pt x="866520" y="1284602"/>
                </a:cubicBezTo>
                <a:cubicBezTo>
                  <a:pt x="866520" y="1267832"/>
                  <a:pt x="880114" y="1254238"/>
                  <a:pt x="896883" y="1254238"/>
                </a:cubicBezTo>
                <a:close/>
                <a:moveTo>
                  <a:pt x="824329" y="1254238"/>
                </a:moveTo>
                <a:cubicBezTo>
                  <a:pt x="841098" y="1254238"/>
                  <a:pt x="854692" y="1267832"/>
                  <a:pt x="854692" y="1284602"/>
                </a:cubicBezTo>
                <a:cubicBezTo>
                  <a:pt x="854692" y="1301371"/>
                  <a:pt x="841098" y="1314965"/>
                  <a:pt x="824329" y="1314965"/>
                </a:cubicBezTo>
                <a:cubicBezTo>
                  <a:pt x="807559" y="1314965"/>
                  <a:pt x="793965" y="1301371"/>
                  <a:pt x="793965" y="1284602"/>
                </a:cubicBezTo>
                <a:cubicBezTo>
                  <a:pt x="793965" y="1267832"/>
                  <a:pt x="807559" y="1254238"/>
                  <a:pt x="824329" y="1254238"/>
                </a:cubicBezTo>
                <a:close/>
                <a:moveTo>
                  <a:pt x="751774" y="1254238"/>
                </a:moveTo>
                <a:cubicBezTo>
                  <a:pt x="768544" y="1254238"/>
                  <a:pt x="782138" y="1267832"/>
                  <a:pt x="782138" y="1284602"/>
                </a:cubicBezTo>
                <a:cubicBezTo>
                  <a:pt x="782138" y="1301371"/>
                  <a:pt x="768544" y="1314965"/>
                  <a:pt x="751774" y="1314965"/>
                </a:cubicBezTo>
                <a:cubicBezTo>
                  <a:pt x="735005" y="1314965"/>
                  <a:pt x="721411" y="1301371"/>
                  <a:pt x="721411" y="1284602"/>
                </a:cubicBezTo>
                <a:cubicBezTo>
                  <a:pt x="721411" y="1267832"/>
                  <a:pt x="735005" y="1254238"/>
                  <a:pt x="751774" y="1254238"/>
                </a:cubicBezTo>
                <a:close/>
                <a:moveTo>
                  <a:pt x="679220" y="1254238"/>
                </a:moveTo>
                <a:cubicBezTo>
                  <a:pt x="695989" y="1254238"/>
                  <a:pt x="709583" y="1267832"/>
                  <a:pt x="709583" y="1284602"/>
                </a:cubicBezTo>
                <a:cubicBezTo>
                  <a:pt x="709583" y="1301371"/>
                  <a:pt x="695989" y="1314965"/>
                  <a:pt x="679220" y="1314965"/>
                </a:cubicBezTo>
                <a:cubicBezTo>
                  <a:pt x="662450" y="1314965"/>
                  <a:pt x="648856" y="1301371"/>
                  <a:pt x="648856" y="1284602"/>
                </a:cubicBezTo>
                <a:cubicBezTo>
                  <a:pt x="648856" y="1267832"/>
                  <a:pt x="662450" y="1254238"/>
                  <a:pt x="679220" y="1254238"/>
                </a:cubicBezTo>
                <a:close/>
                <a:moveTo>
                  <a:pt x="606665" y="1254238"/>
                </a:moveTo>
                <a:cubicBezTo>
                  <a:pt x="623435" y="1254238"/>
                  <a:pt x="637029" y="1267832"/>
                  <a:pt x="637029" y="1284602"/>
                </a:cubicBezTo>
                <a:cubicBezTo>
                  <a:pt x="637029" y="1301371"/>
                  <a:pt x="623435" y="1314965"/>
                  <a:pt x="606665" y="1314965"/>
                </a:cubicBezTo>
                <a:cubicBezTo>
                  <a:pt x="589896" y="1314965"/>
                  <a:pt x="576302" y="1301371"/>
                  <a:pt x="576302" y="1284602"/>
                </a:cubicBezTo>
                <a:cubicBezTo>
                  <a:pt x="576302" y="1267832"/>
                  <a:pt x="589896" y="1254238"/>
                  <a:pt x="606665" y="1254238"/>
                </a:cubicBezTo>
                <a:close/>
                <a:moveTo>
                  <a:pt x="534111" y="1254238"/>
                </a:moveTo>
                <a:cubicBezTo>
                  <a:pt x="550880" y="1254238"/>
                  <a:pt x="564474" y="1267832"/>
                  <a:pt x="564474" y="1284602"/>
                </a:cubicBezTo>
                <a:cubicBezTo>
                  <a:pt x="564474" y="1301371"/>
                  <a:pt x="550880" y="1314965"/>
                  <a:pt x="534111" y="1314965"/>
                </a:cubicBezTo>
                <a:cubicBezTo>
                  <a:pt x="517341" y="1314965"/>
                  <a:pt x="503747" y="1301371"/>
                  <a:pt x="503747" y="1284602"/>
                </a:cubicBezTo>
                <a:cubicBezTo>
                  <a:pt x="503747" y="1267832"/>
                  <a:pt x="517341" y="1254238"/>
                  <a:pt x="534111" y="1254238"/>
                </a:cubicBezTo>
                <a:close/>
                <a:moveTo>
                  <a:pt x="461556" y="1254238"/>
                </a:moveTo>
                <a:cubicBezTo>
                  <a:pt x="478326" y="1254238"/>
                  <a:pt x="491920" y="1267832"/>
                  <a:pt x="491920" y="1284602"/>
                </a:cubicBezTo>
                <a:cubicBezTo>
                  <a:pt x="491920" y="1301371"/>
                  <a:pt x="478326" y="1314965"/>
                  <a:pt x="461556" y="1314965"/>
                </a:cubicBezTo>
                <a:cubicBezTo>
                  <a:pt x="444787" y="1314965"/>
                  <a:pt x="431192" y="1301371"/>
                  <a:pt x="431192" y="1284602"/>
                </a:cubicBezTo>
                <a:cubicBezTo>
                  <a:pt x="431192" y="1267832"/>
                  <a:pt x="444787" y="1254238"/>
                  <a:pt x="461556" y="1254238"/>
                </a:cubicBezTo>
                <a:close/>
                <a:moveTo>
                  <a:pt x="389002" y="1254238"/>
                </a:moveTo>
                <a:cubicBezTo>
                  <a:pt x="405771" y="1254238"/>
                  <a:pt x="419365" y="1267832"/>
                  <a:pt x="419365" y="1284602"/>
                </a:cubicBezTo>
                <a:cubicBezTo>
                  <a:pt x="419365" y="1301371"/>
                  <a:pt x="405771" y="1314965"/>
                  <a:pt x="389002" y="1314965"/>
                </a:cubicBezTo>
                <a:cubicBezTo>
                  <a:pt x="372232" y="1314965"/>
                  <a:pt x="358638" y="1301371"/>
                  <a:pt x="358638" y="1284602"/>
                </a:cubicBezTo>
                <a:cubicBezTo>
                  <a:pt x="358638" y="1267832"/>
                  <a:pt x="372232" y="1254238"/>
                  <a:pt x="389002" y="1254238"/>
                </a:cubicBezTo>
                <a:close/>
                <a:moveTo>
                  <a:pt x="316447" y="1254238"/>
                </a:moveTo>
                <a:cubicBezTo>
                  <a:pt x="333216" y="1254238"/>
                  <a:pt x="346810" y="1267832"/>
                  <a:pt x="346810" y="1284602"/>
                </a:cubicBezTo>
                <a:cubicBezTo>
                  <a:pt x="346810" y="1301371"/>
                  <a:pt x="333216" y="1314965"/>
                  <a:pt x="316447" y="1314965"/>
                </a:cubicBezTo>
                <a:cubicBezTo>
                  <a:pt x="299677" y="1314965"/>
                  <a:pt x="286084" y="1301371"/>
                  <a:pt x="286084" y="1284602"/>
                </a:cubicBezTo>
                <a:cubicBezTo>
                  <a:pt x="286084" y="1267832"/>
                  <a:pt x="299677" y="1254238"/>
                  <a:pt x="316447" y="1254238"/>
                </a:cubicBezTo>
                <a:close/>
                <a:moveTo>
                  <a:pt x="243892" y="1254238"/>
                </a:moveTo>
                <a:cubicBezTo>
                  <a:pt x="260662" y="1254238"/>
                  <a:pt x="274256" y="1267832"/>
                  <a:pt x="274256" y="1284602"/>
                </a:cubicBezTo>
                <a:cubicBezTo>
                  <a:pt x="274256" y="1301371"/>
                  <a:pt x="260662" y="1314965"/>
                  <a:pt x="243892" y="1314965"/>
                </a:cubicBezTo>
                <a:cubicBezTo>
                  <a:pt x="227123" y="1314965"/>
                  <a:pt x="213529" y="1301371"/>
                  <a:pt x="213529" y="1284602"/>
                </a:cubicBezTo>
                <a:cubicBezTo>
                  <a:pt x="213529" y="1267832"/>
                  <a:pt x="227123" y="1254238"/>
                  <a:pt x="243892" y="1254238"/>
                </a:cubicBezTo>
                <a:close/>
                <a:moveTo>
                  <a:pt x="171339" y="1254238"/>
                </a:moveTo>
                <a:cubicBezTo>
                  <a:pt x="188107" y="1254238"/>
                  <a:pt x="201701" y="1267832"/>
                  <a:pt x="201701" y="1284602"/>
                </a:cubicBezTo>
                <a:cubicBezTo>
                  <a:pt x="201701" y="1301371"/>
                  <a:pt x="188107" y="1314965"/>
                  <a:pt x="171339" y="1314965"/>
                </a:cubicBezTo>
                <a:cubicBezTo>
                  <a:pt x="154622" y="1314965"/>
                  <a:pt x="141029" y="1301371"/>
                  <a:pt x="141029" y="1284602"/>
                </a:cubicBezTo>
                <a:cubicBezTo>
                  <a:pt x="141029" y="1267832"/>
                  <a:pt x="154622" y="1254238"/>
                  <a:pt x="171339" y="1254238"/>
                </a:cubicBezTo>
                <a:close/>
                <a:moveTo>
                  <a:pt x="98845" y="1254238"/>
                </a:moveTo>
                <a:cubicBezTo>
                  <a:pt x="115610" y="1254238"/>
                  <a:pt x="129204" y="1267832"/>
                  <a:pt x="129204" y="1284602"/>
                </a:cubicBezTo>
                <a:cubicBezTo>
                  <a:pt x="129204" y="1301371"/>
                  <a:pt x="115610" y="1314965"/>
                  <a:pt x="98845" y="1314965"/>
                </a:cubicBezTo>
                <a:cubicBezTo>
                  <a:pt x="82074" y="1314965"/>
                  <a:pt x="68480" y="1301371"/>
                  <a:pt x="68480" y="1284602"/>
                </a:cubicBezTo>
                <a:cubicBezTo>
                  <a:pt x="68480" y="1267832"/>
                  <a:pt x="82074" y="1254238"/>
                  <a:pt x="98845" y="1254238"/>
                </a:cubicBezTo>
                <a:close/>
                <a:moveTo>
                  <a:pt x="26290" y="1254238"/>
                </a:moveTo>
                <a:cubicBezTo>
                  <a:pt x="43057" y="1254238"/>
                  <a:pt x="56651" y="1267832"/>
                  <a:pt x="56651" y="1284602"/>
                </a:cubicBezTo>
                <a:cubicBezTo>
                  <a:pt x="56651" y="1301371"/>
                  <a:pt x="43057" y="1314965"/>
                  <a:pt x="26290" y="1314965"/>
                </a:cubicBezTo>
                <a:cubicBezTo>
                  <a:pt x="17905" y="1314965"/>
                  <a:pt x="10314" y="1311567"/>
                  <a:pt x="4819" y="1306072"/>
                </a:cubicBezTo>
                <a:lnTo>
                  <a:pt x="0" y="1294437"/>
                </a:lnTo>
                <a:lnTo>
                  <a:pt x="0" y="1274766"/>
                </a:lnTo>
                <a:lnTo>
                  <a:pt x="4819" y="1263131"/>
                </a:lnTo>
                <a:cubicBezTo>
                  <a:pt x="10314" y="1257637"/>
                  <a:pt x="17905" y="1254238"/>
                  <a:pt x="26290" y="1254238"/>
                </a:cubicBezTo>
                <a:close/>
                <a:moveTo>
                  <a:pt x="1474228" y="1174410"/>
                </a:moveTo>
                <a:lnTo>
                  <a:pt x="1450688" y="1213159"/>
                </a:lnTo>
                <a:lnTo>
                  <a:pt x="1446956" y="1204150"/>
                </a:lnTo>
                <a:cubicBezTo>
                  <a:pt x="1446956" y="1191573"/>
                  <a:pt x="1454603" y="1180782"/>
                  <a:pt x="1465501" y="1176173"/>
                </a:cubicBezTo>
                <a:close/>
                <a:moveTo>
                  <a:pt x="1404765" y="1173786"/>
                </a:moveTo>
                <a:cubicBezTo>
                  <a:pt x="1421535" y="1173786"/>
                  <a:pt x="1435129" y="1187380"/>
                  <a:pt x="1435129" y="1204150"/>
                </a:cubicBezTo>
                <a:cubicBezTo>
                  <a:pt x="1435129" y="1220919"/>
                  <a:pt x="1421535" y="1234513"/>
                  <a:pt x="1404765" y="1234513"/>
                </a:cubicBezTo>
                <a:cubicBezTo>
                  <a:pt x="1387996" y="1234513"/>
                  <a:pt x="1374402" y="1220919"/>
                  <a:pt x="1374402" y="1204150"/>
                </a:cubicBezTo>
                <a:cubicBezTo>
                  <a:pt x="1374402" y="1187380"/>
                  <a:pt x="1387996" y="1173786"/>
                  <a:pt x="1404765" y="1173786"/>
                </a:cubicBezTo>
                <a:close/>
                <a:moveTo>
                  <a:pt x="1332211" y="1173786"/>
                </a:moveTo>
                <a:cubicBezTo>
                  <a:pt x="1348980" y="1173786"/>
                  <a:pt x="1362574" y="1187380"/>
                  <a:pt x="1362574" y="1204150"/>
                </a:cubicBezTo>
                <a:cubicBezTo>
                  <a:pt x="1362574" y="1220919"/>
                  <a:pt x="1348980" y="1234513"/>
                  <a:pt x="1332211" y="1234513"/>
                </a:cubicBezTo>
                <a:cubicBezTo>
                  <a:pt x="1315441" y="1234513"/>
                  <a:pt x="1301847" y="1220919"/>
                  <a:pt x="1301847" y="1204150"/>
                </a:cubicBezTo>
                <a:cubicBezTo>
                  <a:pt x="1301847" y="1187380"/>
                  <a:pt x="1315441" y="1173786"/>
                  <a:pt x="1332211" y="1173786"/>
                </a:cubicBezTo>
                <a:close/>
                <a:moveTo>
                  <a:pt x="1259656" y="1173786"/>
                </a:moveTo>
                <a:cubicBezTo>
                  <a:pt x="1276426" y="1173786"/>
                  <a:pt x="1290020" y="1187380"/>
                  <a:pt x="1290020" y="1204150"/>
                </a:cubicBezTo>
                <a:cubicBezTo>
                  <a:pt x="1290020" y="1220919"/>
                  <a:pt x="1276426" y="1234513"/>
                  <a:pt x="1259656" y="1234513"/>
                </a:cubicBezTo>
                <a:cubicBezTo>
                  <a:pt x="1242887" y="1234513"/>
                  <a:pt x="1229293" y="1220919"/>
                  <a:pt x="1229293" y="1204150"/>
                </a:cubicBezTo>
                <a:cubicBezTo>
                  <a:pt x="1229293" y="1187380"/>
                  <a:pt x="1242887" y="1173786"/>
                  <a:pt x="1259656" y="1173786"/>
                </a:cubicBezTo>
                <a:close/>
                <a:moveTo>
                  <a:pt x="1187102" y="1173786"/>
                </a:moveTo>
                <a:cubicBezTo>
                  <a:pt x="1203871" y="1173786"/>
                  <a:pt x="1217465" y="1187380"/>
                  <a:pt x="1217465" y="1204150"/>
                </a:cubicBezTo>
                <a:cubicBezTo>
                  <a:pt x="1217465" y="1220919"/>
                  <a:pt x="1203871" y="1234513"/>
                  <a:pt x="1187102" y="1234513"/>
                </a:cubicBezTo>
                <a:cubicBezTo>
                  <a:pt x="1170332" y="1234513"/>
                  <a:pt x="1156738" y="1220919"/>
                  <a:pt x="1156738" y="1204150"/>
                </a:cubicBezTo>
                <a:cubicBezTo>
                  <a:pt x="1156738" y="1187380"/>
                  <a:pt x="1170332" y="1173786"/>
                  <a:pt x="1187102" y="1173786"/>
                </a:cubicBezTo>
                <a:close/>
                <a:moveTo>
                  <a:pt x="1114547" y="1173786"/>
                </a:moveTo>
                <a:cubicBezTo>
                  <a:pt x="1131317" y="1173786"/>
                  <a:pt x="1144911" y="1187380"/>
                  <a:pt x="1144911" y="1204150"/>
                </a:cubicBezTo>
                <a:cubicBezTo>
                  <a:pt x="1144911" y="1220919"/>
                  <a:pt x="1131317" y="1234513"/>
                  <a:pt x="1114547" y="1234513"/>
                </a:cubicBezTo>
                <a:cubicBezTo>
                  <a:pt x="1097778" y="1234513"/>
                  <a:pt x="1084184" y="1220919"/>
                  <a:pt x="1084184" y="1204150"/>
                </a:cubicBezTo>
                <a:cubicBezTo>
                  <a:pt x="1084184" y="1187380"/>
                  <a:pt x="1097778" y="1173786"/>
                  <a:pt x="1114547" y="1173786"/>
                </a:cubicBezTo>
                <a:close/>
                <a:moveTo>
                  <a:pt x="1041993" y="1173786"/>
                </a:moveTo>
                <a:cubicBezTo>
                  <a:pt x="1058762" y="1173786"/>
                  <a:pt x="1072356" y="1187380"/>
                  <a:pt x="1072356" y="1204150"/>
                </a:cubicBezTo>
                <a:cubicBezTo>
                  <a:pt x="1072356" y="1220919"/>
                  <a:pt x="1058762" y="1234513"/>
                  <a:pt x="1041993" y="1234513"/>
                </a:cubicBezTo>
                <a:cubicBezTo>
                  <a:pt x="1025223" y="1234513"/>
                  <a:pt x="1011629" y="1220919"/>
                  <a:pt x="1011629" y="1204150"/>
                </a:cubicBezTo>
                <a:cubicBezTo>
                  <a:pt x="1011629" y="1187380"/>
                  <a:pt x="1025223" y="1173786"/>
                  <a:pt x="1041993" y="1173786"/>
                </a:cubicBezTo>
                <a:close/>
                <a:moveTo>
                  <a:pt x="969438" y="1173786"/>
                </a:moveTo>
                <a:cubicBezTo>
                  <a:pt x="986208" y="1173786"/>
                  <a:pt x="999801" y="1187380"/>
                  <a:pt x="999801" y="1204150"/>
                </a:cubicBezTo>
                <a:cubicBezTo>
                  <a:pt x="999801" y="1220919"/>
                  <a:pt x="986208" y="1234513"/>
                  <a:pt x="969438" y="1234513"/>
                </a:cubicBezTo>
                <a:cubicBezTo>
                  <a:pt x="952669" y="1234513"/>
                  <a:pt x="939075" y="1220919"/>
                  <a:pt x="939075" y="1204150"/>
                </a:cubicBezTo>
                <a:cubicBezTo>
                  <a:pt x="939075" y="1187380"/>
                  <a:pt x="952669" y="1173786"/>
                  <a:pt x="969438" y="1173786"/>
                </a:cubicBezTo>
                <a:close/>
                <a:moveTo>
                  <a:pt x="896883" y="1173786"/>
                </a:moveTo>
                <a:cubicBezTo>
                  <a:pt x="913653" y="1173786"/>
                  <a:pt x="927247" y="1187380"/>
                  <a:pt x="927247" y="1204150"/>
                </a:cubicBezTo>
                <a:cubicBezTo>
                  <a:pt x="927247" y="1220919"/>
                  <a:pt x="913653" y="1234513"/>
                  <a:pt x="896883" y="1234513"/>
                </a:cubicBezTo>
                <a:cubicBezTo>
                  <a:pt x="880114" y="1234513"/>
                  <a:pt x="866520" y="1220919"/>
                  <a:pt x="866520" y="1204150"/>
                </a:cubicBezTo>
                <a:cubicBezTo>
                  <a:pt x="866520" y="1187380"/>
                  <a:pt x="880114" y="1173786"/>
                  <a:pt x="896883" y="1173786"/>
                </a:cubicBezTo>
                <a:close/>
                <a:moveTo>
                  <a:pt x="824329" y="1173786"/>
                </a:moveTo>
                <a:cubicBezTo>
                  <a:pt x="841098" y="1173786"/>
                  <a:pt x="854692" y="1187380"/>
                  <a:pt x="854692" y="1204150"/>
                </a:cubicBezTo>
                <a:cubicBezTo>
                  <a:pt x="854692" y="1220919"/>
                  <a:pt x="841098" y="1234513"/>
                  <a:pt x="824329" y="1234513"/>
                </a:cubicBezTo>
                <a:cubicBezTo>
                  <a:pt x="807559" y="1234513"/>
                  <a:pt x="793965" y="1220919"/>
                  <a:pt x="793965" y="1204150"/>
                </a:cubicBezTo>
                <a:cubicBezTo>
                  <a:pt x="793965" y="1187380"/>
                  <a:pt x="807559" y="1173786"/>
                  <a:pt x="824329" y="1173786"/>
                </a:cubicBezTo>
                <a:close/>
                <a:moveTo>
                  <a:pt x="751774" y="1173786"/>
                </a:moveTo>
                <a:cubicBezTo>
                  <a:pt x="768544" y="1173786"/>
                  <a:pt x="782138" y="1187380"/>
                  <a:pt x="782138" y="1204150"/>
                </a:cubicBezTo>
                <a:cubicBezTo>
                  <a:pt x="782138" y="1220919"/>
                  <a:pt x="768544" y="1234513"/>
                  <a:pt x="751774" y="1234513"/>
                </a:cubicBezTo>
                <a:cubicBezTo>
                  <a:pt x="735005" y="1234513"/>
                  <a:pt x="721411" y="1220919"/>
                  <a:pt x="721411" y="1204150"/>
                </a:cubicBezTo>
                <a:cubicBezTo>
                  <a:pt x="721411" y="1187380"/>
                  <a:pt x="735005" y="1173786"/>
                  <a:pt x="751774" y="1173786"/>
                </a:cubicBezTo>
                <a:close/>
                <a:moveTo>
                  <a:pt x="679220" y="1173786"/>
                </a:moveTo>
                <a:cubicBezTo>
                  <a:pt x="695989" y="1173786"/>
                  <a:pt x="709583" y="1187380"/>
                  <a:pt x="709583" y="1204150"/>
                </a:cubicBezTo>
                <a:cubicBezTo>
                  <a:pt x="709583" y="1220919"/>
                  <a:pt x="695989" y="1234513"/>
                  <a:pt x="679220" y="1234513"/>
                </a:cubicBezTo>
                <a:cubicBezTo>
                  <a:pt x="662450" y="1234513"/>
                  <a:pt x="648856" y="1220919"/>
                  <a:pt x="648856" y="1204150"/>
                </a:cubicBezTo>
                <a:cubicBezTo>
                  <a:pt x="648856" y="1187380"/>
                  <a:pt x="662450" y="1173786"/>
                  <a:pt x="679220" y="1173786"/>
                </a:cubicBezTo>
                <a:close/>
                <a:moveTo>
                  <a:pt x="606665" y="1173786"/>
                </a:moveTo>
                <a:cubicBezTo>
                  <a:pt x="623435" y="1173786"/>
                  <a:pt x="637029" y="1187380"/>
                  <a:pt x="637029" y="1204150"/>
                </a:cubicBezTo>
                <a:cubicBezTo>
                  <a:pt x="637029" y="1220919"/>
                  <a:pt x="623435" y="1234513"/>
                  <a:pt x="606665" y="1234513"/>
                </a:cubicBezTo>
                <a:cubicBezTo>
                  <a:pt x="589896" y="1234513"/>
                  <a:pt x="576302" y="1220919"/>
                  <a:pt x="576302" y="1204150"/>
                </a:cubicBezTo>
                <a:cubicBezTo>
                  <a:pt x="576302" y="1187380"/>
                  <a:pt x="589896" y="1173786"/>
                  <a:pt x="606665" y="1173786"/>
                </a:cubicBezTo>
                <a:close/>
                <a:moveTo>
                  <a:pt x="534111" y="1173786"/>
                </a:moveTo>
                <a:cubicBezTo>
                  <a:pt x="550880" y="1173786"/>
                  <a:pt x="564474" y="1187380"/>
                  <a:pt x="564474" y="1204150"/>
                </a:cubicBezTo>
                <a:cubicBezTo>
                  <a:pt x="564474" y="1220919"/>
                  <a:pt x="550880" y="1234513"/>
                  <a:pt x="534111" y="1234513"/>
                </a:cubicBezTo>
                <a:cubicBezTo>
                  <a:pt x="517341" y="1234513"/>
                  <a:pt x="503747" y="1220919"/>
                  <a:pt x="503747" y="1204150"/>
                </a:cubicBezTo>
                <a:cubicBezTo>
                  <a:pt x="503747" y="1187380"/>
                  <a:pt x="517341" y="1173786"/>
                  <a:pt x="534111" y="1173786"/>
                </a:cubicBezTo>
                <a:close/>
                <a:moveTo>
                  <a:pt x="461556" y="1173786"/>
                </a:moveTo>
                <a:cubicBezTo>
                  <a:pt x="478326" y="1173786"/>
                  <a:pt x="491920" y="1187380"/>
                  <a:pt x="491920" y="1204150"/>
                </a:cubicBezTo>
                <a:cubicBezTo>
                  <a:pt x="491920" y="1220919"/>
                  <a:pt x="478326" y="1234513"/>
                  <a:pt x="461556" y="1234513"/>
                </a:cubicBezTo>
                <a:cubicBezTo>
                  <a:pt x="444787" y="1234513"/>
                  <a:pt x="431192" y="1220919"/>
                  <a:pt x="431192" y="1204150"/>
                </a:cubicBezTo>
                <a:cubicBezTo>
                  <a:pt x="431192" y="1187380"/>
                  <a:pt x="444787" y="1173786"/>
                  <a:pt x="461556" y="1173786"/>
                </a:cubicBezTo>
                <a:close/>
                <a:moveTo>
                  <a:pt x="389002" y="1173786"/>
                </a:moveTo>
                <a:cubicBezTo>
                  <a:pt x="405771" y="1173786"/>
                  <a:pt x="419365" y="1187380"/>
                  <a:pt x="419365" y="1204150"/>
                </a:cubicBezTo>
                <a:cubicBezTo>
                  <a:pt x="419365" y="1220919"/>
                  <a:pt x="405771" y="1234513"/>
                  <a:pt x="389002" y="1234513"/>
                </a:cubicBezTo>
                <a:cubicBezTo>
                  <a:pt x="372232" y="1234513"/>
                  <a:pt x="358638" y="1220919"/>
                  <a:pt x="358638" y="1204150"/>
                </a:cubicBezTo>
                <a:cubicBezTo>
                  <a:pt x="358638" y="1187380"/>
                  <a:pt x="372232" y="1173786"/>
                  <a:pt x="389002" y="1173786"/>
                </a:cubicBezTo>
                <a:close/>
                <a:moveTo>
                  <a:pt x="316447" y="1173786"/>
                </a:moveTo>
                <a:cubicBezTo>
                  <a:pt x="333216" y="1173786"/>
                  <a:pt x="346810" y="1187380"/>
                  <a:pt x="346810" y="1204150"/>
                </a:cubicBezTo>
                <a:cubicBezTo>
                  <a:pt x="346810" y="1220919"/>
                  <a:pt x="333216" y="1234513"/>
                  <a:pt x="316447" y="1234513"/>
                </a:cubicBezTo>
                <a:cubicBezTo>
                  <a:pt x="299677" y="1234513"/>
                  <a:pt x="286084" y="1220919"/>
                  <a:pt x="286084" y="1204150"/>
                </a:cubicBezTo>
                <a:cubicBezTo>
                  <a:pt x="286084" y="1187380"/>
                  <a:pt x="299677" y="1173786"/>
                  <a:pt x="316447" y="1173786"/>
                </a:cubicBezTo>
                <a:close/>
                <a:moveTo>
                  <a:pt x="243892" y="1173786"/>
                </a:moveTo>
                <a:cubicBezTo>
                  <a:pt x="260662" y="1173786"/>
                  <a:pt x="274256" y="1187380"/>
                  <a:pt x="274256" y="1204150"/>
                </a:cubicBezTo>
                <a:cubicBezTo>
                  <a:pt x="274256" y="1220919"/>
                  <a:pt x="260662" y="1234513"/>
                  <a:pt x="243892" y="1234513"/>
                </a:cubicBezTo>
                <a:cubicBezTo>
                  <a:pt x="227123" y="1234513"/>
                  <a:pt x="213529" y="1220919"/>
                  <a:pt x="213529" y="1204150"/>
                </a:cubicBezTo>
                <a:cubicBezTo>
                  <a:pt x="213529" y="1187380"/>
                  <a:pt x="227123" y="1173786"/>
                  <a:pt x="243892" y="1173786"/>
                </a:cubicBezTo>
                <a:close/>
                <a:moveTo>
                  <a:pt x="171339" y="1173786"/>
                </a:moveTo>
                <a:cubicBezTo>
                  <a:pt x="188107" y="1173786"/>
                  <a:pt x="201701" y="1187380"/>
                  <a:pt x="201701" y="1204150"/>
                </a:cubicBezTo>
                <a:cubicBezTo>
                  <a:pt x="201701" y="1220919"/>
                  <a:pt x="188107" y="1234513"/>
                  <a:pt x="171339" y="1234513"/>
                </a:cubicBezTo>
                <a:cubicBezTo>
                  <a:pt x="154627" y="1234513"/>
                  <a:pt x="141034" y="1220919"/>
                  <a:pt x="141034" y="1204150"/>
                </a:cubicBezTo>
                <a:cubicBezTo>
                  <a:pt x="141034" y="1187380"/>
                  <a:pt x="154627" y="1173786"/>
                  <a:pt x="171339" y="1173786"/>
                </a:cubicBezTo>
                <a:close/>
                <a:moveTo>
                  <a:pt x="98852" y="1173786"/>
                </a:moveTo>
                <a:cubicBezTo>
                  <a:pt x="115616" y="1173786"/>
                  <a:pt x="129210" y="1187380"/>
                  <a:pt x="129210" y="1204150"/>
                </a:cubicBezTo>
                <a:cubicBezTo>
                  <a:pt x="129210" y="1220919"/>
                  <a:pt x="115616" y="1234513"/>
                  <a:pt x="98852" y="1234513"/>
                </a:cubicBezTo>
                <a:cubicBezTo>
                  <a:pt x="82080" y="1234513"/>
                  <a:pt x="68486" y="1220919"/>
                  <a:pt x="68486" y="1204150"/>
                </a:cubicBezTo>
                <a:cubicBezTo>
                  <a:pt x="68486" y="1187380"/>
                  <a:pt x="82080" y="1173786"/>
                  <a:pt x="98852" y="1173786"/>
                </a:cubicBezTo>
                <a:close/>
                <a:moveTo>
                  <a:pt x="26297" y="1173786"/>
                </a:moveTo>
                <a:cubicBezTo>
                  <a:pt x="43063" y="1173786"/>
                  <a:pt x="56658" y="1187380"/>
                  <a:pt x="56658" y="1204150"/>
                </a:cubicBezTo>
                <a:cubicBezTo>
                  <a:pt x="56658" y="1220919"/>
                  <a:pt x="43063" y="1234513"/>
                  <a:pt x="26297" y="1234513"/>
                </a:cubicBezTo>
                <a:cubicBezTo>
                  <a:pt x="17912" y="1234513"/>
                  <a:pt x="10321" y="1231115"/>
                  <a:pt x="4826" y="1225620"/>
                </a:cubicBezTo>
                <a:lnTo>
                  <a:pt x="0" y="1213970"/>
                </a:lnTo>
                <a:lnTo>
                  <a:pt x="0" y="1194329"/>
                </a:lnTo>
                <a:lnTo>
                  <a:pt x="4826" y="1182679"/>
                </a:lnTo>
                <a:cubicBezTo>
                  <a:pt x="10321" y="1177185"/>
                  <a:pt x="17912" y="1173786"/>
                  <a:pt x="26297" y="1173786"/>
                </a:cubicBezTo>
                <a:close/>
                <a:moveTo>
                  <a:pt x="1477320" y="1093335"/>
                </a:moveTo>
                <a:cubicBezTo>
                  <a:pt x="1485705" y="1093335"/>
                  <a:pt x="1493295" y="1096733"/>
                  <a:pt x="1498790" y="1102228"/>
                </a:cubicBezTo>
                <a:lnTo>
                  <a:pt x="1505389" y="1118160"/>
                </a:lnTo>
                <a:lnTo>
                  <a:pt x="1493855" y="1142105"/>
                </a:lnTo>
                <a:lnTo>
                  <a:pt x="1487887" y="1151929"/>
                </a:lnTo>
                <a:lnTo>
                  <a:pt x="1477320" y="1154062"/>
                </a:lnTo>
                <a:cubicBezTo>
                  <a:pt x="1460550" y="1154062"/>
                  <a:pt x="1446956" y="1140468"/>
                  <a:pt x="1446956" y="1123698"/>
                </a:cubicBezTo>
                <a:cubicBezTo>
                  <a:pt x="1446956" y="1106929"/>
                  <a:pt x="1460550" y="1093335"/>
                  <a:pt x="1477320" y="1093335"/>
                </a:cubicBezTo>
                <a:close/>
                <a:moveTo>
                  <a:pt x="1404765" y="1093335"/>
                </a:moveTo>
                <a:cubicBezTo>
                  <a:pt x="1421535" y="1093335"/>
                  <a:pt x="1435129" y="1106929"/>
                  <a:pt x="1435129" y="1123698"/>
                </a:cubicBezTo>
                <a:cubicBezTo>
                  <a:pt x="1435129" y="1140468"/>
                  <a:pt x="1421535" y="1154062"/>
                  <a:pt x="1404765" y="1154062"/>
                </a:cubicBezTo>
                <a:cubicBezTo>
                  <a:pt x="1387996" y="1154062"/>
                  <a:pt x="1374402" y="1140468"/>
                  <a:pt x="1374402" y="1123698"/>
                </a:cubicBezTo>
                <a:cubicBezTo>
                  <a:pt x="1374402" y="1106929"/>
                  <a:pt x="1387996" y="1093335"/>
                  <a:pt x="1404765" y="1093335"/>
                </a:cubicBezTo>
                <a:close/>
                <a:moveTo>
                  <a:pt x="1332211" y="1093335"/>
                </a:moveTo>
                <a:cubicBezTo>
                  <a:pt x="1348980" y="1093335"/>
                  <a:pt x="1362574" y="1106929"/>
                  <a:pt x="1362574" y="1123698"/>
                </a:cubicBezTo>
                <a:cubicBezTo>
                  <a:pt x="1362574" y="1140468"/>
                  <a:pt x="1348980" y="1154062"/>
                  <a:pt x="1332211" y="1154062"/>
                </a:cubicBezTo>
                <a:cubicBezTo>
                  <a:pt x="1315441" y="1154062"/>
                  <a:pt x="1301847" y="1140468"/>
                  <a:pt x="1301847" y="1123698"/>
                </a:cubicBezTo>
                <a:cubicBezTo>
                  <a:pt x="1301847" y="1106929"/>
                  <a:pt x="1315441" y="1093335"/>
                  <a:pt x="1332211" y="1093335"/>
                </a:cubicBezTo>
                <a:close/>
                <a:moveTo>
                  <a:pt x="1259656" y="1093335"/>
                </a:moveTo>
                <a:cubicBezTo>
                  <a:pt x="1276426" y="1093335"/>
                  <a:pt x="1290020" y="1106929"/>
                  <a:pt x="1290020" y="1123698"/>
                </a:cubicBezTo>
                <a:cubicBezTo>
                  <a:pt x="1290020" y="1140468"/>
                  <a:pt x="1276426" y="1154062"/>
                  <a:pt x="1259656" y="1154062"/>
                </a:cubicBezTo>
                <a:cubicBezTo>
                  <a:pt x="1242887" y="1154062"/>
                  <a:pt x="1229293" y="1140468"/>
                  <a:pt x="1229293" y="1123698"/>
                </a:cubicBezTo>
                <a:cubicBezTo>
                  <a:pt x="1229293" y="1106929"/>
                  <a:pt x="1242887" y="1093335"/>
                  <a:pt x="1259656" y="1093335"/>
                </a:cubicBezTo>
                <a:close/>
                <a:moveTo>
                  <a:pt x="1187102" y="1093335"/>
                </a:moveTo>
                <a:cubicBezTo>
                  <a:pt x="1203871" y="1093335"/>
                  <a:pt x="1217465" y="1106929"/>
                  <a:pt x="1217465" y="1123698"/>
                </a:cubicBezTo>
                <a:cubicBezTo>
                  <a:pt x="1217465" y="1140468"/>
                  <a:pt x="1203871" y="1154062"/>
                  <a:pt x="1187102" y="1154062"/>
                </a:cubicBezTo>
                <a:cubicBezTo>
                  <a:pt x="1170332" y="1154062"/>
                  <a:pt x="1156738" y="1140468"/>
                  <a:pt x="1156738" y="1123698"/>
                </a:cubicBezTo>
                <a:cubicBezTo>
                  <a:pt x="1156738" y="1106929"/>
                  <a:pt x="1170332" y="1093335"/>
                  <a:pt x="1187102" y="1093335"/>
                </a:cubicBezTo>
                <a:close/>
                <a:moveTo>
                  <a:pt x="1114547" y="1093335"/>
                </a:moveTo>
                <a:cubicBezTo>
                  <a:pt x="1131317" y="1093335"/>
                  <a:pt x="1144911" y="1106929"/>
                  <a:pt x="1144911" y="1123698"/>
                </a:cubicBezTo>
                <a:cubicBezTo>
                  <a:pt x="1144911" y="1140468"/>
                  <a:pt x="1131317" y="1154062"/>
                  <a:pt x="1114547" y="1154062"/>
                </a:cubicBezTo>
                <a:cubicBezTo>
                  <a:pt x="1097778" y="1154062"/>
                  <a:pt x="1084184" y="1140468"/>
                  <a:pt x="1084184" y="1123698"/>
                </a:cubicBezTo>
                <a:cubicBezTo>
                  <a:pt x="1084184" y="1106929"/>
                  <a:pt x="1097778" y="1093335"/>
                  <a:pt x="1114547" y="1093335"/>
                </a:cubicBezTo>
                <a:close/>
                <a:moveTo>
                  <a:pt x="1041993" y="1093335"/>
                </a:moveTo>
                <a:cubicBezTo>
                  <a:pt x="1058762" y="1093335"/>
                  <a:pt x="1072356" y="1106929"/>
                  <a:pt x="1072356" y="1123698"/>
                </a:cubicBezTo>
                <a:cubicBezTo>
                  <a:pt x="1072356" y="1140468"/>
                  <a:pt x="1058762" y="1154062"/>
                  <a:pt x="1041993" y="1154062"/>
                </a:cubicBezTo>
                <a:cubicBezTo>
                  <a:pt x="1025223" y="1154062"/>
                  <a:pt x="1011629" y="1140468"/>
                  <a:pt x="1011629" y="1123698"/>
                </a:cubicBezTo>
                <a:cubicBezTo>
                  <a:pt x="1011629" y="1106929"/>
                  <a:pt x="1025223" y="1093335"/>
                  <a:pt x="1041993" y="1093335"/>
                </a:cubicBezTo>
                <a:close/>
                <a:moveTo>
                  <a:pt x="969438" y="1093335"/>
                </a:moveTo>
                <a:cubicBezTo>
                  <a:pt x="986208" y="1093335"/>
                  <a:pt x="999801" y="1106929"/>
                  <a:pt x="999801" y="1123698"/>
                </a:cubicBezTo>
                <a:cubicBezTo>
                  <a:pt x="999801" y="1140468"/>
                  <a:pt x="986208" y="1154062"/>
                  <a:pt x="969438" y="1154062"/>
                </a:cubicBezTo>
                <a:cubicBezTo>
                  <a:pt x="952669" y="1154062"/>
                  <a:pt x="939075" y="1140468"/>
                  <a:pt x="939075" y="1123698"/>
                </a:cubicBezTo>
                <a:cubicBezTo>
                  <a:pt x="939075" y="1106929"/>
                  <a:pt x="952669" y="1093335"/>
                  <a:pt x="969438" y="1093335"/>
                </a:cubicBezTo>
                <a:close/>
                <a:moveTo>
                  <a:pt x="896883" y="1093335"/>
                </a:moveTo>
                <a:cubicBezTo>
                  <a:pt x="913653" y="1093335"/>
                  <a:pt x="927247" y="1106929"/>
                  <a:pt x="927247" y="1123698"/>
                </a:cubicBezTo>
                <a:cubicBezTo>
                  <a:pt x="927247" y="1140468"/>
                  <a:pt x="913653" y="1154062"/>
                  <a:pt x="896883" y="1154062"/>
                </a:cubicBezTo>
                <a:cubicBezTo>
                  <a:pt x="880114" y="1154062"/>
                  <a:pt x="866520" y="1140468"/>
                  <a:pt x="866520" y="1123698"/>
                </a:cubicBezTo>
                <a:cubicBezTo>
                  <a:pt x="866520" y="1106929"/>
                  <a:pt x="880114" y="1093335"/>
                  <a:pt x="896883" y="1093335"/>
                </a:cubicBezTo>
                <a:close/>
                <a:moveTo>
                  <a:pt x="824329" y="1093335"/>
                </a:moveTo>
                <a:cubicBezTo>
                  <a:pt x="841098" y="1093335"/>
                  <a:pt x="854692" y="1106929"/>
                  <a:pt x="854692" y="1123698"/>
                </a:cubicBezTo>
                <a:cubicBezTo>
                  <a:pt x="854692" y="1140468"/>
                  <a:pt x="841098" y="1154062"/>
                  <a:pt x="824329" y="1154062"/>
                </a:cubicBezTo>
                <a:cubicBezTo>
                  <a:pt x="807559" y="1154062"/>
                  <a:pt x="793965" y="1140468"/>
                  <a:pt x="793965" y="1123698"/>
                </a:cubicBezTo>
                <a:cubicBezTo>
                  <a:pt x="793965" y="1106929"/>
                  <a:pt x="807559" y="1093335"/>
                  <a:pt x="824329" y="1093335"/>
                </a:cubicBezTo>
                <a:close/>
                <a:moveTo>
                  <a:pt x="751774" y="1093335"/>
                </a:moveTo>
                <a:cubicBezTo>
                  <a:pt x="768544" y="1093335"/>
                  <a:pt x="782138" y="1106929"/>
                  <a:pt x="782138" y="1123698"/>
                </a:cubicBezTo>
                <a:cubicBezTo>
                  <a:pt x="782138" y="1140468"/>
                  <a:pt x="768544" y="1154062"/>
                  <a:pt x="751774" y="1154062"/>
                </a:cubicBezTo>
                <a:cubicBezTo>
                  <a:pt x="735005" y="1154062"/>
                  <a:pt x="721411" y="1140468"/>
                  <a:pt x="721411" y="1123698"/>
                </a:cubicBezTo>
                <a:cubicBezTo>
                  <a:pt x="721411" y="1106929"/>
                  <a:pt x="735005" y="1093335"/>
                  <a:pt x="751774" y="1093335"/>
                </a:cubicBezTo>
                <a:close/>
                <a:moveTo>
                  <a:pt x="679220" y="1093335"/>
                </a:moveTo>
                <a:cubicBezTo>
                  <a:pt x="695989" y="1093335"/>
                  <a:pt x="709583" y="1106929"/>
                  <a:pt x="709583" y="1123698"/>
                </a:cubicBezTo>
                <a:cubicBezTo>
                  <a:pt x="709583" y="1140468"/>
                  <a:pt x="695989" y="1154062"/>
                  <a:pt x="679220" y="1154062"/>
                </a:cubicBezTo>
                <a:cubicBezTo>
                  <a:pt x="662450" y="1154062"/>
                  <a:pt x="648856" y="1140468"/>
                  <a:pt x="648856" y="1123698"/>
                </a:cubicBezTo>
                <a:cubicBezTo>
                  <a:pt x="648856" y="1106929"/>
                  <a:pt x="662450" y="1093335"/>
                  <a:pt x="679220" y="1093335"/>
                </a:cubicBezTo>
                <a:close/>
                <a:moveTo>
                  <a:pt x="606665" y="1093335"/>
                </a:moveTo>
                <a:cubicBezTo>
                  <a:pt x="623435" y="1093335"/>
                  <a:pt x="637029" y="1106929"/>
                  <a:pt x="637029" y="1123698"/>
                </a:cubicBezTo>
                <a:cubicBezTo>
                  <a:pt x="637029" y="1140468"/>
                  <a:pt x="623435" y="1154062"/>
                  <a:pt x="606665" y="1154062"/>
                </a:cubicBezTo>
                <a:cubicBezTo>
                  <a:pt x="589896" y="1154062"/>
                  <a:pt x="576302" y="1140468"/>
                  <a:pt x="576302" y="1123698"/>
                </a:cubicBezTo>
                <a:cubicBezTo>
                  <a:pt x="576302" y="1106929"/>
                  <a:pt x="589896" y="1093335"/>
                  <a:pt x="606665" y="1093335"/>
                </a:cubicBezTo>
                <a:close/>
                <a:moveTo>
                  <a:pt x="534111" y="1093335"/>
                </a:moveTo>
                <a:cubicBezTo>
                  <a:pt x="550880" y="1093335"/>
                  <a:pt x="564474" y="1106929"/>
                  <a:pt x="564474" y="1123698"/>
                </a:cubicBezTo>
                <a:cubicBezTo>
                  <a:pt x="564474" y="1140468"/>
                  <a:pt x="550880" y="1154062"/>
                  <a:pt x="534111" y="1154062"/>
                </a:cubicBezTo>
                <a:cubicBezTo>
                  <a:pt x="517341" y="1154062"/>
                  <a:pt x="503747" y="1140468"/>
                  <a:pt x="503747" y="1123698"/>
                </a:cubicBezTo>
                <a:cubicBezTo>
                  <a:pt x="503747" y="1106929"/>
                  <a:pt x="517341" y="1093335"/>
                  <a:pt x="534111" y="1093335"/>
                </a:cubicBezTo>
                <a:close/>
                <a:moveTo>
                  <a:pt x="461556" y="1093335"/>
                </a:moveTo>
                <a:cubicBezTo>
                  <a:pt x="478326" y="1093335"/>
                  <a:pt x="491920" y="1106929"/>
                  <a:pt x="491920" y="1123698"/>
                </a:cubicBezTo>
                <a:cubicBezTo>
                  <a:pt x="491920" y="1140468"/>
                  <a:pt x="478326" y="1154062"/>
                  <a:pt x="461556" y="1154062"/>
                </a:cubicBezTo>
                <a:cubicBezTo>
                  <a:pt x="444787" y="1154062"/>
                  <a:pt x="431192" y="1140468"/>
                  <a:pt x="431192" y="1123698"/>
                </a:cubicBezTo>
                <a:cubicBezTo>
                  <a:pt x="431192" y="1106929"/>
                  <a:pt x="444787" y="1093335"/>
                  <a:pt x="461556" y="1093335"/>
                </a:cubicBezTo>
                <a:close/>
                <a:moveTo>
                  <a:pt x="389002" y="1093335"/>
                </a:moveTo>
                <a:cubicBezTo>
                  <a:pt x="405771" y="1093335"/>
                  <a:pt x="419365" y="1106929"/>
                  <a:pt x="419365" y="1123698"/>
                </a:cubicBezTo>
                <a:cubicBezTo>
                  <a:pt x="419365" y="1140468"/>
                  <a:pt x="405771" y="1154062"/>
                  <a:pt x="389002" y="1154062"/>
                </a:cubicBezTo>
                <a:cubicBezTo>
                  <a:pt x="372232" y="1154062"/>
                  <a:pt x="358638" y="1140468"/>
                  <a:pt x="358638" y="1123698"/>
                </a:cubicBezTo>
                <a:cubicBezTo>
                  <a:pt x="358638" y="1106929"/>
                  <a:pt x="372232" y="1093335"/>
                  <a:pt x="389002" y="1093335"/>
                </a:cubicBezTo>
                <a:close/>
                <a:moveTo>
                  <a:pt x="316447" y="1093335"/>
                </a:moveTo>
                <a:cubicBezTo>
                  <a:pt x="333216" y="1093335"/>
                  <a:pt x="346810" y="1106929"/>
                  <a:pt x="346810" y="1123698"/>
                </a:cubicBezTo>
                <a:cubicBezTo>
                  <a:pt x="346810" y="1140468"/>
                  <a:pt x="333216" y="1154062"/>
                  <a:pt x="316447" y="1154062"/>
                </a:cubicBezTo>
                <a:cubicBezTo>
                  <a:pt x="299677" y="1154062"/>
                  <a:pt x="286084" y="1140468"/>
                  <a:pt x="286084" y="1123698"/>
                </a:cubicBezTo>
                <a:cubicBezTo>
                  <a:pt x="286084" y="1106929"/>
                  <a:pt x="299677" y="1093335"/>
                  <a:pt x="316447" y="1093335"/>
                </a:cubicBezTo>
                <a:close/>
                <a:moveTo>
                  <a:pt x="243892" y="1093335"/>
                </a:moveTo>
                <a:cubicBezTo>
                  <a:pt x="260662" y="1093335"/>
                  <a:pt x="274256" y="1106929"/>
                  <a:pt x="274256" y="1123698"/>
                </a:cubicBezTo>
                <a:cubicBezTo>
                  <a:pt x="274256" y="1140468"/>
                  <a:pt x="260662" y="1154062"/>
                  <a:pt x="243892" y="1154062"/>
                </a:cubicBezTo>
                <a:cubicBezTo>
                  <a:pt x="227123" y="1154062"/>
                  <a:pt x="213529" y="1140468"/>
                  <a:pt x="213529" y="1123698"/>
                </a:cubicBezTo>
                <a:cubicBezTo>
                  <a:pt x="213529" y="1106929"/>
                  <a:pt x="227123" y="1093335"/>
                  <a:pt x="243892" y="1093335"/>
                </a:cubicBezTo>
                <a:close/>
                <a:moveTo>
                  <a:pt x="171339" y="1093335"/>
                </a:moveTo>
                <a:cubicBezTo>
                  <a:pt x="188107" y="1093335"/>
                  <a:pt x="201701" y="1106929"/>
                  <a:pt x="201701" y="1123698"/>
                </a:cubicBezTo>
                <a:cubicBezTo>
                  <a:pt x="201701" y="1140468"/>
                  <a:pt x="188107" y="1154062"/>
                  <a:pt x="171339" y="1154062"/>
                </a:cubicBezTo>
                <a:cubicBezTo>
                  <a:pt x="154633" y="1154062"/>
                  <a:pt x="141040" y="1140468"/>
                  <a:pt x="141040" y="1123698"/>
                </a:cubicBezTo>
                <a:cubicBezTo>
                  <a:pt x="141040" y="1106929"/>
                  <a:pt x="154633" y="1093335"/>
                  <a:pt x="171339" y="1093335"/>
                </a:cubicBezTo>
                <a:close/>
                <a:moveTo>
                  <a:pt x="98858" y="1093335"/>
                </a:moveTo>
                <a:cubicBezTo>
                  <a:pt x="115622" y="1093335"/>
                  <a:pt x="129216" y="1106929"/>
                  <a:pt x="129216" y="1123698"/>
                </a:cubicBezTo>
                <a:cubicBezTo>
                  <a:pt x="129216" y="1140468"/>
                  <a:pt x="115622" y="1154062"/>
                  <a:pt x="98858" y="1154062"/>
                </a:cubicBezTo>
                <a:cubicBezTo>
                  <a:pt x="82086" y="1154062"/>
                  <a:pt x="68492" y="1140468"/>
                  <a:pt x="68492" y="1123698"/>
                </a:cubicBezTo>
                <a:cubicBezTo>
                  <a:pt x="68492" y="1106929"/>
                  <a:pt x="82086" y="1093335"/>
                  <a:pt x="98858" y="1093335"/>
                </a:cubicBezTo>
                <a:close/>
                <a:moveTo>
                  <a:pt x="26303" y="1093335"/>
                </a:moveTo>
                <a:cubicBezTo>
                  <a:pt x="43069" y="1093335"/>
                  <a:pt x="56664" y="1106929"/>
                  <a:pt x="56664" y="1123698"/>
                </a:cubicBezTo>
                <a:cubicBezTo>
                  <a:pt x="56664" y="1140468"/>
                  <a:pt x="43069" y="1154062"/>
                  <a:pt x="26303" y="1154062"/>
                </a:cubicBezTo>
                <a:cubicBezTo>
                  <a:pt x="17918" y="1154062"/>
                  <a:pt x="10327" y="1150664"/>
                  <a:pt x="4832" y="1145169"/>
                </a:cubicBezTo>
                <a:lnTo>
                  <a:pt x="0" y="1133503"/>
                </a:lnTo>
                <a:lnTo>
                  <a:pt x="0" y="1113894"/>
                </a:lnTo>
                <a:lnTo>
                  <a:pt x="4832" y="1102228"/>
                </a:lnTo>
                <a:cubicBezTo>
                  <a:pt x="10327" y="1096734"/>
                  <a:pt x="17918" y="1093335"/>
                  <a:pt x="26303" y="1093335"/>
                </a:cubicBezTo>
                <a:close/>
                <a:moveTo>
                  <a:pt x="1549874" y="1012883"/>
                </a:moveTo>
                <a:lnTo>
                  <a:pt x="1555552" y="1014029"/>
                </a:lnTo>
                <a:lnTo>
                  <a:pt x="1530465" y="1066106"/>
                </a:lnTo>
                <a:lnTo>
                  <a:pt x="1528404" y="1064717"/>
                </a:lnTo>
                <a:cubicBezTo>
                  <a:pt x="1522910" y="1059222"/>
                  <a:pt x="1519511" y="1051631"/>
                  <a:pt x="1519511" y="1043246"/>
                </a:cubicBezTo>
                <a:cubicBezTo>
                  <a:pt x="1519511" y="1026477"/>
                  <a:pt x="1533105" y="1012883"/>
                  <a:pt x="1549874" y="1012883"/>
                </a:cubicBezTo>
                <a:close/>
                <a:moveTo>
                  <a:pt x="1477320" y="1012883"/>
                </a:moveTo>
                <a:cubicBezTo>
                  <a:pt x="1494089" y="1012883"/>
                  <a:pt x="1507683" y="1026477"/>
                  <a:pt x="1507683" y="1043246"/>
                </a:cubicBezTo>
                <a:cubicBezTo>
                  <a:pt x="1507683" y="1060016"/>
                  <a:pt x="1494089" y="1073610"/>
                  <a:pt x="1477320" y="1073610"/>
                </a:cubicBezTo>
                <a:cubicBezTo>
                  <a:pt x="1460550" y="1073610"/>
                  <a:pt x="1446956" y="1060016"/>
                  <a:pt x="1446956" y="1043246"/>
                </a:cubicBezTo>
                <a:cubicBezTo>
                  <a:pt x="1446956" y="1026477"/>
                  <a:pt x="1460550" y="1012883"/>
                  <a:pt x="1477320" y="1012883"/>
                </a:cubicBezTo>
                <a:close/>
                <a:moveTo>
                  <a:pt x="1404765" y="1012883"/>
                </a:moveTo>
                <a:cubicBezTo>
                  <a:pt x="1421535" y="1012883"/>
                  <a:pt x="1435129" y="1026477"/>
                  <a:pt x="1435129" y="1043246"/>
                </a:cubicBezTo>
                <a:cubicBezTo>
                  <a:pt x="1435129" y="1060016"/>
                  <a:pt x="1421535" y="1073610"/>
                  <a:pt x="1404765" y="1073610"/>
                </a:cubicBezTo>
                <a:cubicBezTo>
                  <a:pt x="1387996" y="1073610"/>
                  <a:pt x="1374402" y="1060016"/>
                  <a:pt x="1374402" y="1043246"/>
                </a:cubicBezTo>
                <a:cubicBezTo>
                  <a:pt x="1374402" y="1026477"/>
                  <a:pt x="1387996" y="1012883"/>
                  <a:pt x="1404765" y="1012883"/>
                </a:cubicBezTo>
                <a:close/>
                <a:moveTo>
                  <a:pt x="1332211" y="1012883"/>
                </a:moveTo>
                <a:cubicBezTo>
                  <a:pt x="1348980" y="1012883"/>
                  <a:pt x="1362574" y="1026477"/>
                  <a:pt x="1362574" y="1043246"/>
                </a:cubicBezTo>
                <a:cubicBezTo>
                  <a:pt x="1362574" y="1060016"/>
                  <a:pt x="1348980" y="1073610"/>
                  <a:pt x="1332211" y="1073610"/>
                </a:cubicBezTo>
                <a:cubicBezTo>
                  <a:pt x="1315441" y="1073610"/>
                  <a:pt x="1301847" y="1060016"/>
                  <a:pt x="1301847" y="1043246"/>
                </a:cubicBezTo>
                <a:cubicBezTo>
                  <a:pt x="1301847" y="1026477"/>
                  <a:pt x="1315441" y="1012883"/>
                  <a:pt x="1332211" y="1012883"/>
                </a:cubicBezTo>
                <a:close/>
                <a:moveTo>
                  <a:pt x="1259656" y="1012883"/>
                </a:moveTo>
                <a:cubicBezTo>
                  <a:pt x="1276426" y="1012883"/>
                  <a:pt x="1290020" y="1026477"/>
                  <a:pt x="1290020" y="1043246"/>
                </a:cubicBezTo>
                <a:cubicBezTo>
                  <a:pt x="1290020" y="1060016"/>
                  <a:pt x="1276426" y="1073610"/>
                  <a:pt x="1259656" y="1073610"/>
                </a:cubicBezTo>
                <a:cubicBezTo>
                  <a:pt x="1242887" y="1073610"/>
                  <a:pt x="1229293" y="1060016"/>
                  <a:pt x="1229293" y="1043246"/>
                </a:cubicBezTo>
                <a:cubicBezTo>
                  <a:pt x="1229293" y="1026477"/>
                  <a:pt x="1242887" y="1012883"/>
                  <a:pt x="1259656" y="1012883"/>
                </a:cubicBezTo>
                <a:close/>
                <a:moveTo>
                  <a:pt x="1187102" y="1012883"/>
                </a:moveTo>
                <a:cubicBezTo>
                  <a:pt x="1203871" y="1012883"/>
                  <a:pt x="1217465" y="1026477"/>
                  <a:pt x="1217465" y="1043246"/>
                </a:cubicBezTo>
                <a:cubicBezTo>
                  <a:pt x="1217465" y="1060016"/>
                  <a:pt x="1203871" y="1073610"/>
                  <a:pt x="1187102" y="1073610"/>
                </a:cubicBezTo>
                <a:cubicBezTo>
                  <a:pt x="1170332" y="1073610"/>
                  <a:pt x="1156738" y="1060016"/>
                  <a:pt x="1156738" y="1043246"/>
                </a:cubicBezTo>
                <a:cubicBezTo>
                  <a:pt x="1156738" y="1026477"/>
                  <a:pt x="1170332" y="1012883"/>
                  <a:pt x="1187102" y="1012883"/>
                </a:cubicBezTo>
                <a:close/>
                <a:moveTo>
                  <a:pt x="1114547" y="1012883"/>
                </a:moveTo>
                <a:cubicBezTo>
                  <a:pt x="1131317" y="1012883"/>
                  <a:pt x="1144911" y="1026477"/>
                  <a:pt x="1144911" y="1043246"/>
                </a:cubicBezTo>
                <a:cubicBezTo>
                  <a:pt x="1144911" y="1060016"/>
                  <a:pt x="1131317" y="1073610"/>
                  <a:pt x="1114547" y="1073610"/>
                </a:cubicBezTo>
                <a:cubicBezTo>
                  <a:pt x="1097778" y="1073610"/>
                  <a:pt x="1084184" y="1060016"/>
                  <a:pt x="1084184" y="1043246"/>
                </a:cubicBezTo>
                <a:cubicBezTo>
                  <a:pt x="1084184" y="1026477"/>
                  <a:pt x="1097778" y="1012883"/>
                  <a:pt x="1114547" y="1012883"/>
                </a:cubicBezTo>
                <a:close/>
                <a:moveTo>
                  <a:pt x="1041993" y="1012883"/>
                </a:moveTo>
                <a:cubicBezTo>
                  <a:pt x="1058762" y="1012883"/>
                  <a:pt x="1072356" y="1026477"/>
                  <a:pt x="1072356" y="1043246"/>
                </a:cubicBezTo>
                <a:cubicBezTo>
                  <a:pt x="1072356" y="1060016"/>
                  <a:pt x="1058762" y="1073610"/>
                  <a:pt x="1041993" y="1073610"/>
                </a:cubicBezTo>
                <a:cubicBezTo>
                  <a:pt x="1025223" y="1073610"/>
                  <a:pt x="1011629" y="1060016"/>
                  <a:pt x="1011629" y="1043246"/>
                </a:cubicBezTo>
                <a:cubicBezTo>
                  <a:pt x="1011629" y="1026477"/>
                  <a:pt x="1025223" y="1012883"/>
                  <a:pt x="1041993" y="1012883"/>
                </a:cubicBezTo>
                <a:close/>
                <a:moveTo>
                  <a:pt x="969438" y="1012883"/>
                </a:moveTo>
                <a:cubicBezTo>
                  <a:pt x="986208" y="1012883"/>
                  <a:pt x="999801" y="1026477"/>
                  <a:pt x="999801" y="1043246"/>
                </a:cubicBezTo>
                <a:cubicBezTo>
                  <a:pt x="999801" y="1060016"/>
                  <a:pt x="986208" y="1073610"/>
                  <a:pt x="969438" y="1073610"/>
                </a:cubicBezTo>
                <a:cubicBezTo>
                  <a:pt x="952669" y="1073610"/>
                  <a:pt x="939075" y="1060016"/>
                  <a:pt x="939075" y="1043246"/>
                </a:cubicBezTo>
                <a:cubicBezTo>
                  <a:pt x="939075" y="1026477"/>
                  <a:pt x="952669" y="1012883"/>
                  <a:pt x="969438" y="1012883"/>
                </a:cubicBezTo>
                <a:close/>
                <a:moveTo>
                  <a:pt x="896883" y="1012883"/>
                </a:moveTo>
                <a:cubicBezTo>
                  <a:pt x="913653" y="1012883"/>
                  <a:pt x="927247" y="1026477"/>
                  <a:pt x="927247" y="1043246"/>
                </a:cubicBezTo>
                <a:cubicBezTo>
                  <a:pt x="927247" y="1060016"/>
                  <a:pt x="913653" y="1073610"/>
                  <a:pt x="896883" y="1073610"/>
                </a:cubicBezTo>
                <a:cubicBezTo>
                  <a:pt x="880114" y="1073610"/>
                  <a:pt x="866520" y="1060016"/>
                  <a:pt x="866520" y="1043246"/>
                </a:cubicBezTo>
                <a:cubicBezTo>
                  <a:pt x="866520" y="1026477"/>
                  <a:pt x="880114" y="1012883"/>
                  <a:pt x="896883" y="1012883"/>
                </a:cubicBezTo>
                <a:close/>
                <a:moveTo>
                  <a:pt x="824329" y="1012883"/>
                </a:moveTo>
                <a:cubicBezTo>
                  <a:pt x="841098" y="1012883"/>
                  <a:pt x="854692" y="1026477"/>
                  <a:pt x="854692" y="1043246"/>
                </a:cubicBezTo>
                <a:cubicBezTo>
                  <a:pt x="854692" y="1060016"/>
                  <a:pt x="841098" y="1073610"/>
                  <a:pt x="824329" y="1073610"/>
                </a:cubicBezTo>
                <a:cubicBezTo>
                  <a:pt x="807559" y="1073610"/>
                  <a:pt x="793965" y="1060016"/>
                  <a:pt x="793965" y="1043246"/>
                </a:cubicBezTo>
                <a:cubicBezTo>
                  <a:pt x="793965" y="1026477"/>
                  <a:pt x="807559" y="1012883"/>
                  <a:pt x="824329" y="1012883"/>
                </a:cubicBezTo>
                <a:close/>
                <a:moveTo>
                  <a:pt x="751774" y="1012883"/>
                </a:moveTo>
                <a:cubicBezTo>
                  <a:pt x="768544" y="1012883"/>
                  <a:pt x="782138" y="1026477"/>
                  <a:pt x="782138" y="1043246"/>
                </a:cubicBezTo>
                <a:cubicBezTo>
                  <a:pt x="782138" y="1060016"/>
                  <a:pt x="768544" y="1073610"/>
                  <a:pt x="751774" y="1073610"/>
                </a:cubicBezTo>
                <a:cubicBezTo>
                  <a:pt x="735005" y="1073610"/>
                  <a:pt x="721411" y="1060016"/>
                  <a:pt x="721411" y="1043246"/>
                </a:cubicBezTo>
                <a:cubicBezTo>
                  <a:pt x="721411" y="1026477"/>
                  <a:pt x="735005" y="1012883"/>
                  <a:pt x="751774" y="1012883"/>
                </a:cubicBezTo>
                <a:close/>
                <a:moveTo>
                  <a:pt x="679220" y="1012883"/>
                </a:moveTo>
                <a:cubicBezTo>
                  <a:pt x="695989" y="1012883"/>
                  <a:pt x="709583" y="1026477"/>
                  <a:pt x="709583" y="1043246"/>
                </a:cubicBezTo>
                <a:cubicBezTo>
                  <a:pt x="709583" y="1060016"/>
                  <a:pt x="695989" y="1073610"/>
                  <a:pt x="679220" y="1073610"/>
                </a:cubicBezTo>
                <a:cubicBezTo>
                  <a:pt x="662450" y="1073610"/>
                  <a:pt x="648856" y="1060016"/>
                  <a:pt x="648856" y="1043246"/>
                </a:cubicBezTo>
                <a:cubicBezTo>
                  <a:pt x="648856" y="1026477"/>
                  <a:pt x="662450" y="1012883"/>
                  <a:pt x="679220" y="1012883"/>
                </a:cubicBezTo>
                <a:close/>
                <a:moveTo>
                  <a:pt x="606665" y="1012883"/>
                </a:moveTo>
                <a:cubicBezTo>
                  <a:pt x="623435" y="1012883"/>
                  <a:pt x="637029" y="1026477"/>
                  <a:pt x="637029" y="1043246"/>
                </a:cubicBezTo>
                <a:cubicBezTo>
                  <a:pt x="637029" y="1060016"/>
                  <a:pt x="623435" y="1073610"/>
                  <a:pt x="606665" y="1073610"/>
                </a:cubicBezTo>
                <a:cubicBezTo>
                  <a:pt x="589896" y="1073610"/>
                  <a:pt x="576302" y="1060016"/>
                  <a:pt x="576302" y="1043246"/>
                </a:cubicBezTo>
                <a:cubicBezTo>
                  <a:pt x="576302" y="1026477"/>
                  <a:pt x="589896" y="1012883"/>
                  <a:pt x="606665" y="1012883"/>
                </a:cubicBezTo>
                <a:close/>
                <a:moveTo>
                  <a:pt x="534111" y="1012883"/>
                </a:moveTo>
                <a:cubicBezTo>
                  <a:pt x="550880" y="1012883"/>
                  <a:pt x="564474" y="1026477"/>
                  <a:pt x="564474" y="1043246"/>
                </a:cubicBezTo>
                <a:cubicBezTo>
                  <a:pt x="564474" y="1060016"/>
                  <a:pt x="550880" y="1073610"/>
                  <a:pt x="534111" y="1073610"/>
                </a:cubicBezTo>
                <a:cubicBezTo>
                  <a:pt x="517341" y="1073610"/>
                  <a:pt x="503747" y="1060016"/>
                  <a:pt x="503747" y="1043246"/>
                </a:cubicBezTo>
                <a:cubicBezTo>
                  <a:pt x="503747" y="1026477"/>
                  <a:pt x="517341" y="1012883"/>
                  <a:pt x="534111" y="1012883"/>
                </a:cubicBezTo>
                <a:close/>
                <a:moveTo>
                  <a:pt x="461556" y="1012883"/>
                </a:moveTo>
                <a:cubicBezTo>
                  <a:pt x="478326" y="1012883"/>
                  <a:pt x="491920" y="1026477"/>
                  <a:pt x="491920" y="1043246"/>
                </a:cubicBezTo>
                <a:cubicBezTo>
                  <a:pt x="491920" y="1060016"/>
                  <a:pt x="478326" y="1073610"/>
                  <a:pt x="461556" y="1073610"/>
                </a:cubicBezTo>
                <a:cubicBezTo>
                  <a:pt x="444787" y="1073610"/>
                  <a:pt x="431192" y="1060016"/>
                  <a:pt x="431192" y="1043246"/>
                </a:cubicBezTo>
                <a:cubicBezTo>
                  <a:pt x="431192" y="1026477"/>
                  <a:pt x="444787" y="1012883"/>
                  <a:pt x="461556" y="1012883"/>
                </a:cubicBezTo>
                <a:close/>
                <a:moveTo>
                  <a:pt x="389002" y="1012883"/>
                </a:moveTo>
                <a:cubicBezTo>
                  <a:pt x="405771" y="1012883"/>
                  <a:pt x="419365" y="1026477"/>
                  <a:pt x="419365" y="1043246"/>
                </a:cubicBezTo>
                <a:cubicBezTo>
                  <a:pt x="419365" y="1060016"/>
                  <a:pt x="405771" y="1073610"/>
                  <a:pt x="389002" y="1073610"/>
                </a:cubicBezTo>
                <a:cubicBezTo>
                  <a:pt x="372232" y="1073610"/>
                  <a:pt x="358638" y="1060016"/>
                  <a:pt x="358638" y="1043246"/>
                </a:cubicBezTo>
                <a:cubicBezTo>
                  <a:pt x="358638" y="1026477"/>
                  <a:pt x="372232" y="1012883"/>
                  <a:pt x="389002" y="1012883"/>
                </a:cubicBezTo>
                <a:close/>
                <a:moveTo>
                  <a:pt x="316447" y="1012883"/>
                </a:moveTo>
                <a:cubicBezTo>
                  <a:pt x="333216" y="1012883"/>
                  <a:pt x="346810" y="1026477"/>
                  <a:pt x="346810" y="1043246"/>
                </a:cubicBezTo>
                <a:cubicBezTo>
                  <a:pt x="346810" y="1060016"/>
                  <a:pt x="333216" y="1073610"/>
                  <a:pt x="316447" y="1073610"/>
                </a:cubicBezTo>
                <a:cubicBezTo>
                  <a:pt x="299677" y="1073610"/>
                  <a:pt x="286084" y="1060016"/>
                  <a:pt x="286084" y="1043246"/>
                </a:cubicBezTo>
                <a:cubicBezTo>
                  <a:pt x="286084" y="1026477"/>
                  <a:pt x="299677" y="1012883"/>
                  <a:pt x="316447" y="1012883"/>
                </a:cubicBezTo>
                <a:close/>
                <a:moveTo>
                  <a:pt x="243892" y="1012883"/>
                </a:moveTo>
                <a:cubicBezTo>
                  <a:pt x="260662" y="1012883"/>
                  <a:pt x="274256" y="1026477"/>
                  <a:pt x="274256" y="1043246"/>
                </a:cubicBezTo>
                <a:cubicBezTo>
                  <a:pt x="274256" y="1060016"/>
                  <a:pt x="260662" y="1073610"/>
                  <a:pt x="243892" y="1073610"/>
                </a:cubicBezTo>
                <a:cubicBezTo>
                  <a:pt x="227123" y="1073610"/>
                  <a:pt x="213529" y="1060016"/>
                  <a:pt x="213529" y="1043246"/>
                </a:cubicBezTo>
                <a:cubicBezTo>
                  <a:pt x="213529" y="1026477"/>
                  <a:pt x="227123" y="1012883"/>
                  <a:pt x="243892" y="1012883"/>
                </a:cubicBezTo>
                <a:close/>
                <a:moveTo>
                  <a:pt x="171339" y="1012883"/>
                </a:moveTo>
                <a:cubicBezTo>
                  <a:pt x="188107" y="1012883"/>
                  <a:pt x="201701" y="1026477"/>
                  <a:pt x="201701" y="1043246"/>
                </a:cubicBezTo>
                <a:cubicBezTo>
                  <a:pt x="201701" y="1060016"/>
                  <a:pt x="188107" y="1073610"/>
                  <a:pt x="171339" y="1073610"/>
                </a:cubicBezTo>
                <a:cubicBezTo>
                  <a:pt x="154639" y="1073610"/>
                  <a:pt x="141045" y="1060016"/>
                  <a:pt x="141045" y="1043246"/>
                </a:cubicBezTo>
                <a:cubicBezTo>
                  <a:pt x="141045" y="1026477"/>
                  <a:pt x="154639" y="1012883"/>
                  <a:pt x="171339" y="1012883"/>
                </a:cubicBezTo>
                <a:close/>
                <a:moveTo>
                  <a:pt x="98865" y="1012883"/>
                </a:moveTo>
                <a:cubicBezTo>
                  <a:pt x="115628" y="1012883"/>
                  <a:pt x="129222" y="1026477"/>
                  <a:pt x="129222" y="1043246"/>
                </a:cubicBezTo>
                <a:cubicBezTo>
                  <a:pt x="129222" y="1060016"/>
                  <a:pt x="115628" y="1073610"/>
                  <a:pt x="98865" y="1073610"/>
                </a:cubicBezTo>
                <a:cubicBezTo>
                  <a:pt x="82093" y="1073610"/>
                  <a:pt x="68498" y="1060016"/>
                  <a:pt x="68498" y="1043246"/>
                </a:cubicBezTo>
                <a:cubicBezTo>
                  <a:pt x="68498" y="1026477"/>
                  <a:pt x="82093" y="1012883"/>
                  <a:pt x="98865" y="1012883"/>
                </a:cubicBezTo>
                <a:close/>
                <a:moveTo>
                  <a:pt x="26309" y="1012883"/>
                </a:moveTo>
                <a:cubicBezTo>
                  <a:pt x="43075" y="1012883"/>
                  <a:pt x="56670" y="1026477"/>
                  <a:pt x="56670" y="1043246"/>
                </a:cubicBezTo>
                <a:cubicBezTo>
                  <a:pt x="56670" y="1060016"/>
                  <a:pt x="43075" y="1073610"/>
                  <a:pt x="26309" y="1073610"/>
                </a:cubicBezTo>
                <a:cubicBezTo>
                  <a:pt x="17924" y="1073610"/>
                  <a:pt x="10333" y="1070212"/>
                  <a:pt x="4838" y="1064717"/>
                </a:cubicBezTo>
                <a:lnTo>
                  <a:pt x="0" y="1053036"/>
                </a:lnTo>
                <a:lnTo>
                  <a:pt x="0" y="1033457"/>
                </a:lnTo>
                <a:lnTo>
                  <a:pt x="4838" y="1021776"/>
                </a:lnTo>
                <a:cubicBezTo>
                  <a:pt x="10333" y="1016282"/>
                  <a:pt x="17924" y="1012883"/>
                  <a:pt x="26309" y="1012883"/>
                </a:cubicBezTo>
                <a:close/>
                <a:moveTo>
                  <a:pt x="1549874" y="932431"/>
                </a:moveTo>
                <a:cubicBezTo>
                  <a:pt x="1558259" y="932431"/>
                  <a:pt x="1565850" y="935830"/>
                  <a:pt x="1571345" y="941324"/>
                </a:cubicBezTo>
                <a:lnTo>
                  <a:pt x="1577296" y="955693"/>
                </a:lnTo>
                <a:lnTo>
                  <a:pt x="1565363" y="988298"/>
                </a:lnTo>
                <a:lnTo>
                  <a:pt x="1561694" y="990772"/>
                </a:lnTo>
                <a:cubicBezTo>
                  <a:pt x="1558061" y="992309"/>
                  <a:pt x="1554067" y="993158"/>
                  <a:pt x="1549874" y="993158"/>
                </a:cubicBezTo>
                <a:cubicBezTo>
                  <a:pt x="1533105" y="993158"/>
                  <a:pt x="1519511" y="979564"/>
                  <a:pt x="1519511" y="962795"/>
                </a:cubicBezTo>
                <a:cubicBezTo>
                  <a:pt x="1519511" y="946025"/>
                  <a:pt x="1533105" y="932431"/>
                  <a:pt x="1549874" y="932431"/>
                </a:cubicBezTo>
                <a:close/>
                <a:moveTo>
                  <a:pt x="1477320" y="932431"/>
                </a:moveTo>
                <a:cubicBezTo>
                  <a:pt x="1494089" y="932431"/>
                  <a:pt x="1507683" y="946025"/>
                  <a:pt x="1507683" y="962795"/>
                </a:cubicBezTo>
                <a:cubicBezTo>
                  <a:pt x="1507683" y="979564"/>
                  <a:pt x="1494089" y="993158"/>
                  <a:pt x="1477320" y="993158"/>
                </a:cubicBezTo>
                <a:cubicBezTo>
                  <a:pt x="1460550" y="993158"/>
                  <a:pt x="1446956" y="979564"/>
                  <a:pt x="1446956" y="962795"/>
                </a:cubicBezTo>
                <a:cubicBezTo>
                  <a:pt x="1446956" y="946025"/>
                  <a:pt x="1460550" y="932431"/>
                  <a:pt x="1477320" y="932431"/>
                </a:cubicBezTo>
                <a:close/>
                <a:moveTo>
                  <a:pt x="1404765" y="932431"/>
                </a:moveTo>
                <a:cubicBezTo>
                  <a:pt x="1421535" y="932431"/>
                  <a:pt x="1435129" y="946025"/>
                  <a:pt x="1435129" y="962795"/>
                </a:cubicBezTo>
                <a:cubicBezTo>
                  <a:pt x="1435129" y="979564"/>
                  <a:pt x="1421535" y="993158"/>
                  <a:pt x="1404765" y="993158"/>
                </a:cubicBezTo>
                <a:cubicBezTo>
                  <a:pt x="1387996" y="993158"/>
                  <a:pt x="1374402" y="979564"/>
                  <a:pt x="1374402" y="962795"/>
                </a:cubicBezTo>
                <a:cubicBezTo>
                  <a:pt x="1374402" y="946025"/>
                  <a:pt x="1387996" y="932431"/>
                  <a:pt x="1404765" y="932431"/>
                </a:cubicBezTo>
                <a:close/>
                <a:moveTo>
                  <a:pt x="1332211" y="932431"/>
                </a:moveTo>
                <a:cubicBezTo>
                  <a:pt x="1348980" y="932431"/>
                  <a:pt x="1362574" y="946025"/>
                  <a:pt x="1362574" y="962795"/>
                </a:cubicBezTo>
                <a:cubicBezTo>
                  <a:pt x="1362574" y="979564"/>
                  <a:pt x="1348980" y="993158"/>
                  <a:pt x="1332211" y="993158"/>
                </a:cubicBezTo>
                <a:cubicBezTo>
                  <a:pt x="1315441" y="993158"/>
                  <a:pt x="1301847" y="979564"/>
                  <a:pt x="1301847" y="962795"/>
                </a:cubicBezTo>
                <a:cubicBezTo>
                  <a:pt x="1301847" y="946025"/>
                  <a:pt x="1315441" y="932431"/>
                  <a:pt x="1332211" y="932431"/>
                </a:cubicBezTo>
                <a:close/>
                <a:moveTo>
                  <a:pt x="1259656" y="932431"/>
                </a:moveTo>
                <a:cubicBezTo>
                  <a:pt x="1276426" y="932431"/>
                  <a:pt x="1290020" y="946025"/>
                  <a:pt x="1290020" y="962795"/>
                </a:cubicBezTo>
                <a:cubicBezTo>
                  <a:pt x="1290020" y="979564"/>
                  <a:pt x="1276426" y="993158"/>
                  <a:pt x="1259656" y="993158"/>
                </a:cubicBezTo>
                <a:cubicBezTo>
                  <a:pt x="1242887" y="993158"/>
                  <a:pt x="1229293" y="979564"/>
                  <a:pt x="1229293" y="962795"/>
                </a:cubicBezTo>
                <a:cubicBezTo>
                  <a:pt x="1229293" y="946025"/>
                  <a:pt x="1242887" y="932431"/>
                  <a:pt x="1259656" y="932431"/>
                </a:cubicBezTo>
                <a:close/>
                <a:moveTo>
                  <a:pt x="1187102" y="932431"/>
                </a:moveTo>
                <a:cubicBezTo>
                  <a:pt x="1203871" y="932431"/>
                  <a:pt x="1217465" y="946025"/>
                  <a:pt x="1217465" y="962795"/>
                </a:cubicBezTo>
                <a:cubicBezTo>
                  <a:pt x="1217465" y="979564"/>
                  <a:pt x="1203871" y="993158"/>
                  <a:pt x="1187102" y="993158"/>
                </a:cubicBezTo>
                <a:cubicBezTo>
                  <a:pt x="1170332" y="993158"/>
                  <a:pt x="1156738" y="979564"/>
                  <a:pt x="1156738" y="962795"/>
                </a:cubicBezTo>
                <a:cubicBezTo>
                  <a:pt x="1156738" y="946025"/>
                  <a:pt x="1170332" y="932431"/>
                  <a:pt x="1187102" y="932431"/>
                </a:cubicBezTo>
                <a:close/>
                <a:moveTo>
                  <a:pt x="1114547" y="932431"/>
                </a:moveTo>
                <a:cubicBezTo>
                  <a:pt x="1131317" y="932431"/>
                  <a:pt x="1144911" y="946025"/>
                  <a:pt x="1144911" y="962795"/>
                </a:cubicBezTo>
                <a:cubicBezTo>
                  <a:pt x="1144911" y="979564"/>
                  <a:pt x="1131317" y="993158"/>
                  <a:pt x="1114547" y="993158"/>
                </a:cubicBezTo>
                <a:cubicBezTo>
                  <a:pt x="1097778" y="993158"/>
                  <a:pt x="1084184" y="979564"/>
                  <a:pt x="1084184" y="962795"/>
                </a:cubicBezTo>
                <a:cubicBezTo>
                  <a:pt x="1084184" y="946025"/>
                  <a:pt x="1097778" y="932431"/>
                  <a:pt x="1114547" y="932431"/>
                </a:cubicBezTo>
                <a:close/>
                <a:moveTo>
                  <a:pt x="1041993" y="932431"/>
                </a:moveTo>
                <a:cubicBezTo>
                  <a:pt x="1058762" y="932431"/>
                  <a:pt x="1072356" y="946025"/>
                  <a:pt x="1072356" y="962795"/>
                </a:cubicBezTo>
                <a:cubicBezTo>
                  <a:pt x="1072356" y="979564"/>
                  <a:pt x="1058762" y="993158"/>
                  <a:pt x="1041993" y="993158"/>
                </a:cubicBezTo>
                <a:cubicBezTo>
                  <a:pt x="1025223" y="993158"/>
                  <a:pt x="1011629" y="979564"/>
                  <a:pt x="1011629" y="962795"/>
                </a:cubicBezTo>
                <a:cubicBezTo>
                  <a:pt x="1011629" y="946025"/>
                  <a:pt x="1025223" y="932431"/>
                  <a:pt x="1041993" y="932431"/>
                </a:cubicBezTo>
                <a:close/>
                <a:moveTo>
                  <a:pt x="969438" y="932431"/>
                </a:moveTo>
                <a:cubicBezTo>
                  <a:pt x="986208" y="932431"/>
                  <a:pt x="999801" y="946025"/>
                  <a:pt x="999801" y="962795"/>
                </a:cubicBezTo>
                <a:cubicBezTo>
                  <a:pt x="999801" y="979564"/>
                  <a:pt x="986208" y="993158"/>
                  <a:pt x="969438" y="993158"/>
                </a:cubicBezTo>
                <a:cubicBezTo>
                  <a:pt x="952669" y="993158"/>
                  <a:pt x="939075" y="979564"/>
                  <a:pt x="939075" y="962795"/>
                </a:cubicBezTo>
                <a:cubicBezTo>
                  <a:pt x="939075" y="946025"/>
                  <a:pt x="952669" y="932431"/>
                  <a:pt x="969438" y="932431"/>
                </a:cubicBezTo>
                <a:close/>
                <a:moveTo>
                  <a:pt x="896883" y="932431"/>
                </a:moveTo>
                <a:cubicBezTo>
                  <a:pt x="913653" y="932431"/>
                  <a:pt x="927247" y="946025"/>
                  <a:pt x="927247" y="962795"/>
                </a:cubicBezTo>
                <a:cubicBezTo>
                  <a:pt x="927247" y="979564"/>
                  <a:pt x="913653" y="993158"/>
                  <a:pt x="896883" y="993158"/>
                </a:cubicBezTo>
                <a:cubicBezTo>
                  <a:pt x="880114" y="993158"/>
                  <a:pt x="866520" y="979564"/>
                  <a:pt x="866520" y="962795"/>
                </a:cubicBezTo>
                <a:cubicBezTo>
                  <a:pt x="866520" y="946025"/>
                  <a:pt x="880114" y="932431"/>
                  <a:pt x="896883" y="932431"/>
                </a:cubicBezTo>
                <a:close/>
                <a:moveTo>
                  <a:pt x="824329" y="932431"/>
                </a:moveTo>
                <a:cubicBezTo>
                  <a:pt x="841098" y="932431"/>
                  <a:pt x="854692" y="946025"/>
                  <a:pt x="854692" y="962795"/>
                </a:cubicBezTo>
                <a:cubicBezTo>
                  <a:pt x="854692" y="979564"/>
                  <a:pt x="841098" y="993158"/>
                  <a:pt x="824329" y="993158"/>
                </a:cubicBezTo>
                <a:cubicBezTo>
                  <a:pt x="807559" y="993158"/>
                  <a:pt x="793965" y="979564"/>
                  <a:pt x="793965" y="962795"/>
                </a:cubicBezTo>
                <a:cubicBezTo>
                  <a:pt x="793965" y="946025"/>
                  <a:pt x="807559" y="932431"/>
                  <a:pt x="824329" y="932431"/>
                </a:cubicBezTo>
                <a:close/>
                <a:moveTo>
                  <a:pt x="751774" y="932431"/>
                </a:moveTo>
                <a:cubicBezTo>
                  <a:pt x="768544" y="932431"/>
                  <a:pt x="782138" y="946025"/>
                  <a:pt x="782138" y="962795"/>
                </a:cubicBezTo>
                <a:cubicBezTo>
                  <a:pt x="782138" y="979564"/>
                  <a:pt x="768544" y="993158"/>
                  <a:pt x="751774" y="993158"/>
                </a:cubicBezTo>
                <a:cubicBezTo>
                  <a:pt x="735005" y="993158"/>
                  <a:pt x="721411" y="979564"/>
                  <a:pt x="721411" y="962795"/>
                </a:cubicBezTo>
                <a:cubicBezTo>
                  <a:pt x="721411" y="946025"/>
                  <a:pt x="735005" y="932431"/>
                  <a:pt x="751774" y="932431"/>
                </a:cubicBezTo>
                <a:close/>
                <a:moveTo>
                  <a:pt x="679220" y="932431"/>
                </a:moveTo>
                <a:cubicBezTo>
                  <a:pt x="695989" y="932431"/>
                  <a:pt x="709583" y="946025"/>
                  <a:pt x="709583" y="962795"/>
                </a:cubicBezTo>
                <a:cubicBezTo>
                  <a:pt x="709583" y="979564"/>
                  <a:pt x="695989" y="993158"/>
                  <a:pt x="679220" y="993158"/>
                </a:cubicBezTo>
                <a:cubicBezTo>
                  <a:pt x="662450" y="993158"/>
                  <a:pt x="648856" y="979564"/>
                  <a:pt x="648856" y="962795"/>
                </a:cubicBezTo>
                <a:cubicBezTo>
                  <a:pt x="648856" y="946025"/>
                  <a:pt x="662450" y="932431"/>
                  <a:pt x="679220" y="932431"/>
                </a:cubicBezTo>
                <a:close/>
                <a:moveTo>
                  <a:pt x="606665" y="932431"/>
                </a:moveTo>
                <a:cubicBezTo>
                  <a:pt x="623435" y="932431"/>
                  <a:pt x="637029" y="946025"/>
                  <a:pt x="637029" y="962795"/>
                </a:cubicBezTo>
                <a:cubicBezTo>
                  <a:pt x="637029" y="979564"/>
                  <a:pt x="623435" y="993158"/>
                  <a:pt x="606665" y="993158"/>
                </a:cubicBezTo>
                <a:cubicBezTo>
                  <a:pt x="589896" y="993158"/>
                  <a:pt x="576302" y="979564"/>
                  <a:pt x="576302" y="962795"/>
                </a:cubicBezTo>
                <a:cubicBezTo>
                  <a:pt x="576302" y="946025"/>
                  <a:pt x="589896" y="932431"/>
                  <a:pt x="606665" y="932431"/>
                </a:cubicBezTo>
                <a:close/>
                <a:moveTo>
                  <a:pt x="534111" y="932431"/>
                </a:moveTo>
                <a:cubicBezTo>
                  <a:pt x="550880" y="932431"/>
                  <a:pt x="564474" y="946025"/>
                  <a:pt x="564474" y="962795"/>
                </a:cubicBezTo>
                <a:cubicBezTo>
                  <a:pt x="564474" y="979564"/>
                  <a:pt x="550880" y="993158"/>
                  <a:pt x="534111" y="993158"/>
                </a:cubicBezTo>
                <a:cubicBezTo>
                  <a:pt x="517341" y="993158"/>
                  <a:pt x="503747" y="979564"/>
                  <a:pt x="503747" y="962795"/>
                </a:cubicBezTo>
                <a:cubicBezTo>
                  <a:pt x="503747" y="946025"/>
                  <a:pt x="517341" y="932431"/>
                  <a:pt x="534111" y="932431"/>
                </a:cubicBezTo>
                <a:close/>
                <a:moveTo>
                  <a:pt x="461556" y="932431"/>
                </a:moveTo>
                <a:cubicBezTo>
                  <a:pt x="478326" y="932431"/>
                  <a:pt x="491920" y="946025"/>
                  <a:pt x="491920" y="962795"/>
                </a:cubicBezTo>
                <a:cubicBezTo>
                  <a:pt x="491920" y="979564"/>
                  <a:pt x="478326" y="993158"/>
                  <a:pt x="461556" y="993158"/>
                </a:cubicBezTo>
                <a:cubicBezTo>
                  <a:pt x="444787" y="993158"/>
                  <a:pt x="431192" y="979564"/>
                  <a:pt x="431192" y="962795"/>
                </a:cubicBezTo>
                <a:cubicBezTo>
                  <a:pt x="431192" y="946025"/>
                  <a:pt x="444787" y="932431"/>
                  <a:pt x="461556" y="932431"/>
                </a:cubicBezTo>
                <a:close/>
                <a:moveTo>
                  <a:pt x="389002" y="932431"/>
                </a:moveTo>
                <a:cubicBezTo>
                  <a:pt x="405771" y="932431"/>
                  <a:pt x="419365" y="946025"/>
                  <a:pt x="419365" y="962795"/>
                </a:cubicBezTo>
                <a:cubicBezTo>
                  <a:pt x="419365" y="979564"/>
                  <a:pt x="405771" y="993158"/>
                  <a:pt x="389002" y="993158"/>
                </a:cubicBezTo>
                <a:cubicBezTo>
                  <a:pt x="372232" y="993158"/>
                  <a:pt x="358638" y="979564"/>
                  <a:pt x="358638" y="962795"/>
                </a:cubicBezTo>
                <a:cubicBezTo>
                  <a:pt x="358638" y="946025"/>
                  <a:pt x="372232" y="932431"/>
                  <a:pt x="389002" y="932431"/>
                </a:cubicBezTo>
                <a:close/>
                <a:moveTo>
                  <a:pt x="316447" y="932431"/>
                </a:moveTo>
                <a:cubicBezTo>
                  <a:pt x="333216" y="932431"/>
                  <a:pt x="346810" y="946025"/>
                  <a:pt x="346810" y="962795"/>
                </a:cubicBezTo>
                <a:cubicBezTo>
                  <a:pt x="346810" y="979564"/>
                  <a:pt x="333216" y="993158"/>
                  <a:pt x="316447" y="993158"/>
                </a:cubicBezTo>
                <a:cubicBezTo>
                  <a:pt x="299677" y="993158"/>
                  <a:pt x="286084" y="979564"/>
                  <a:pt x="286084" y="962795"/>
                </a:cubicBezTo>
                <a:cubicBezTo>
                  <a:pt x="286084" y="946025"/>
                  <a:pt x="299677" y="932431"/>
                  <a:pt x="316447" y="932431"/>
                </a:cubicBezTo>
                <a:close/>
                <a:moveTo>
                  <a:pt x="243892" y="932431"/>
                </a:moveTo>
                <a:cubicBezTo>
                  <a:pt x="260662" y="932431"/>
                  <a:pt x="274256" y="946025"/>
                  <a:pt x="274256" y="962795"/>
                </a:cubicBezTo>
                <a:cubicBezTo>
                  <a:pt x="274256" y="979564"/>
                  <a:pt x="260662" y="993158"/>
                  <a:pt x="243892" y="993158"/>
                </a:cubicBezTo>
                <a:cubicBezTo>
                  <a:pt x="227123" y="993158"/>
                  <a:pt x="213529" y="979564"/>
                  <a:pt x="213529" y="962795"/>
                </a:cubicBezTo>
                <a:cubicBezTo>
                  <a:pt x="213529" y="946025"/>
                  <a:pt x="227123" y="932431"/>
                  <a:pt x="243892" y="932431"/>
                </a:cubicBezTo>
                <a:close/>
                <a:moveTo>
                  <a:pt x="171339" y="932431"/>
                </a:moveTo>
                <a:cubicBezTo>
                  <a:pt x="188107" y="932431"/>
                  <a:pt x="201701" y="946025"/>
                  <a:pt x="201701" y="962795"/>
                </a:cubicBezTo>
                <a:cubicBezTo>
                  <a:pt x="201701" y="979564"/>
                  <a:pt x="188107" y="993158"/>
                  <a:pt x="171339" y="993158"/>
                </a:cubicBezTo>
                <a:cubicBezTo>
                  <a:pt x="154645" y="993158"/>
                  <a:pt x="141051" y="979564"/>
                  <a:pt x="141051" y="962795"/>
                </a:cubicBezTo>
                <a:cubicBezTo>
                  <a:pt x="141051" y="946025"/>
                  <a:pt x="154645" y="932431"/>
                  <a:pt x="171339" y="932431"/>
                </a:cubicBezTo>
                <a:close/>
                <a:moveTo>
                  <a:pt x="98870" y="932431"/>
                </a:moveTo>
                <a:cubicBezTo>
                  <a:pt x="115634" y="932431"/>
                  <a:pt x="129228" y="946025"/>
                  <a:pt x="129228" y="962795"/>
                </a:cubicBezTo>
                <a:cubicBezTo>
                  <a:pt x="129228" y="979564"/>
                  <a:pt x="115634" y="993158"/>
                  <a:pt x="98870" y="993158"/>
                </a:cubicBezTo>
                <a:cubicBezTo>
                  <a:pt x="82099" y="993158"/>
                  <a:pt x="68505" y="979564"/>
                  <a:pt x="68505" y="962795"/>
                </a:cubicBezTo>
                <a:cubicBezTo>
                  <a:pt x="68505" y="946025"/>
                  <a:pt x="82099" y="932431"/>
                  <a:pt x="98870" y="932431"/>
                </a:cubicBezTo>
                <a:close/>
                <a:moveTo>
                  <a:pt x="26316" y="932431"/>
                </a:moveTo>
                <a:cubicBezTo>
                  <a:pt x="43081" y="932431"/>
                  <a:pt x="56676" y="946025"/>
                  <a:pt x="56676" y="962795"/>
                </a:cubicBezTo>
                <a:cubicBezTo>
                  <a:pt x="56676" y="979564"/>
                  <a:pt x="43081" y="993158"/>
                  <a:pt x="26316" y="993158"/>
                </a:cubicBezTo>
                <a:cubicBezTo>
                  <a:pt x="17931" y="993158"/>
                  <a:pt x="10340" y="989760"/>
                  <a:pt x="4845" y="984265"/>
                </a:cubicBezTo>
                <a:lnTo>
                  <a:pt x="0" y="972570"/>
                </a:lnTo>
                <a:lnTo>
                  <a:pt x="0" y="953020"/>
                </a:lnTo>
                <a:lnTo>
                  <a:pt x="4845" y="941324"/>
                </a:lnTo>
                <a:cubicBezTo>
                  <a:pt x="10340" y="935830"/>
                  <a:pt x="17931" y="932431"/>
                  <a:pt x="26316" y="932431"/>
                </a:cubicBezTo>
                <a:close/>
                <a:moveTo>
                  <a:pt x="1612513" y="853981"/>
                </a:moveTo>
                <a:lnTo>
                  <a:pt x="1607766" y="872445"/>
                </a:lnTo>
                <a:lnTo>
                  <a:pt x="1598477" y="897823"/>
                </a:lnTo>
                <a:lnTo>
                  <a:pt x="1592066" y="882343"/>
                </a:lnTo>
                <a:cubicBezTo>
                  <a:pt x="1592066" y="869766"/>
                  <a:pt x="1599712" y="858975"/>
                  <a:pt x="1610610" y="854366"/>
                </a:cubicBezTo>
                <a:close/>
                <a:moveTo>
                  <a:pt x="1549874" y="851979"/>
                </a:moveTo>
                <a:cubicBezTo>
                  <a:pt x="1566644" y="851979"/>
                  <a:pt x="1580238" y="865573"/>
                  <a:pt x="1580238" y="882343"/>
                </a:cubicBezTo>
                <a:cubicBezTo>
                  <a:pt x="1580238" y="899112"/>
                  <a:pt x="1566644" y="912706"/>
                  <a:pt x="1549874" y="912706"/>
                </a:cubicBezTo>
                <a:cubicBezTo>
                  <a:pt x="1533105" y="912706"/>
                  <a:pt x="1519511" y="899112"/>
                  <a:pt x="1519511" y="882343"/>
                </a:cubicBezTo>
                <a:cubicBezTo>
                  <a:pt x="1519511" y="865573"/>
                  <a:pt x="1533105" y="851979"/>
                  <a:pt x="1549874" y="851979"/>
                </a:cubicBezTo>
                <a:close/>
                <a:moveTo>
                  <a:pt x="1477320" y="851979"/>
                </a:moveTo>
                <a:cubicBezTo>
                  <a:pt x="1494089" y="851979"/>
                  <a:pt x="1507683" y="865573"/>
                  <a:pt x="1507683" y="882343"/>
                </a:cubicBezTo>
                <a:cubicBezTo>
                  <a:pt x="1507683" y="899112"/>
                  <a:pt x="1494089" y="912706"/>
                  <a:pt x="1477320" y="912706"/>
                </a:cubicBezTo>
                <a:cubicBezTo>
                  <a:pt x="1460550" y="912706"/>
                  <a:pt x="1446956" y="899112"/>
                  <a:pt x="1446956" y="882343"/>
                </a:cubicBezTo>
                <a:cubicBezTo>
                  <a:pt x="1446956" y="865573"/>
                  <a:pt x="1460550" y="851979"/>
                  <a:pt x="1477320" y="851979"/>
                </a:cubicBezTo>
                <a:close/>
                <a:moveTo>
                  <a:pt x="1404765" y="851979"/>
                </a:moveTo>
                <a:cubicBezTo>
                  <a:pt x="1421535" y="851979"/>
                  <a:pt x="1435129" y="865573"/>
                  <a:pt x="1435129" y="882343"/>
                </a:cubicBezTo>
                <a:cubicBezTo>
                  <a:pt x="1435129" y="899112"/>
                  <a:pt x="1421535" y="912706"/>
                  <a:pt x="1404765" y="912706"/>
                </a:cubicBezTo>
                <a:cubicBezTo>
                  <a:pt x="1387996" y="912706"/>
                  <a:pt x="1374402" y="899112"/>
                  <a:pt x="1374402" y="882343"/>
                </a:cubicBezTo>
                <a:cubicBezTo>
                  <a:pt x="1374402" y="865573"/>
                  <a:pt x="1387996" y="851979"/>
                  <a:pt x="1404765" y="851979"/>
                </a:cubicBezTo>
                <a:close/>
                <a:moveTo>
                  <a:pt x="1332211" y="851979"/>
                </a:moveTo>
                <a:cubicBezTo>
                  <a:pt x="1348980" y="851979"/>
                  <a:pt x="1362574" y="865573"/>
                  <a:pt x="1362574" y="882343"/>
                </a:cubicBezTo>
                <a:cubicBezTo>
                  <a:pt x="1362574" y="899112"/>
                  <a:pt x="1348980" y="912706"/>
                  <a:pt x="1332211" y="912706"/>
                </a:cubicBezTo>
                <a:cubicBezTo>
                  <a:pt x="1315441" y="912706"/>
                  <a:pt x="1301847" y="899112"/>
                  <a:pt x="1301847" y="882343"/>
                </a:cubicBezTo>
                <a:cubicBezTo>
                  <a:pt x="1301847" y="865573"/>
                  <a:pt x="1315441" y="851979"/>
                  <a:pt x="1332211" y="851979"/>
                </a:cubicBezTo>
                <a:close/>
                <a:moveTo>
                  <a:pt x="1259656" y="851979"/>
                </a:moveTo>
                <a:cubicBezTo>
                  <a:pt x="1276426" y="851979"/>
                  <a:pt x="1290020" y="865573"/>
                  <a:pt x="1290020" y="882343"/>
                </a:cubicBezTo>
                <a:cubicBezTo>
                  <a:pt x="1290020" y="899112"/>
                  <a:pt x="1276426" y="912706"/>
                  <a:pt x="1259656" y="912706"/>
                </a:cubicBezTo>
                <a:cubicBezTo>
                  <a:pt x="1242887" y="912706"/>
                  <a:pt x="1229293" y="899112"/>
                  <a:pt x="1229293" y="882343"/>
                </a:cubicBezTo>
                <a:cubicBezTo>
                  <a:pt x="1229293" y="865573"/>
                  <a:pt x="1242887" y="851979"/>
                  <a:pt x="1259656" y="851979"/>
                </a:cubicBezTo>
                <a:close/>
                <a:moveTo>
                  <a:pt x="1187102" y="851979"/>
                </a:moveTo>
                <a:cubicBezTo>
                  <a:pt x="1203871" y="851979"/>
                  <a:pt x="1217465" y="865573"/>
                  <a:pt x="1217465" y="882343"/>
                </a:cubicBezTo>
                <a:cubicBezTo>
                  <a:pt x="1217465" y="899112"/>
                  <a:pt x="1203871" y="912706"/>
                  <a:pt x="1187102" y="912706"/>
                </a:cubicBezTo>
                <a:cubicBezTo>
                  <a:pt x="1170332" y="912706"/>
                  <a:pt x="1156738" y="899112"/>
                  <a:pt x="1156738" y="882343"/>
                </a:cubicBezTo>
                <a:cubicBezTo>
                  <a:pt x="1156738" y="865573"/>
                  <a:pt x="1170332" y="851979"/>
                  <a:pt x="1187102" y="851979"/>
                </a:cubicBezTo>
                <a:close/>
                <a:moveTo>
                  <a:pt x="1114547" y="851979"/>
                </a:moveTo>
                <a:cubicBezTo>
                  <a:pt x="1131317" y="851979"/>
                  <a:pt x="1144911" y="865573"/>
                  <a:pt x="1144911" y="882343"/>
                </a:cubicBezTo>
                <a:cubicBezTo>
                  <a:pt x="1144911" y="899112"/>
                  <a:pt x="1131317" y="912706"/>
                  <a:pt x="1114547" y="912706"/>
                </a:cubicBezTo>
                <a:cubicBezTo>
                  <a:pt x="1097778" y="912706"/>
                  <a:pt x="1084184" y="899112"/>
                  <a:pt x="1084184" y="882343"/>
                </a:cubicBezTo>
                <a:cubicBezTo>
                  <a:pt x="1084184" y="865573"/>
                  <a:pt x="1097778" y="851979"/>
                  <a:pt x="1114547" y="851979"/>
                </a:cubicBezTo>
                <a:close/>
                <a:moveTo>
                  <a:pt x="1041993" y="851979"/>
                </a:moveTo>
                <a:cubicBezTo>
                  <a:pt x="1058762" y="851979"/>
                  <a:pt x="1072356" y="865573"/>
                  <a:pt x="1072356" y="882343"/>
                </a:cubicBezTo>
                <a:cubicBezTo>
                  <a:pt x="1072356" y="899112"/>
                  <a:pt x="1058762" y="912706"/>
                  <a:pt x="1041993" y="912706"/>
                </a:cubicBezTo>
                <a:cubicBezTo>
                  <a:pt x="1025223" y="912706"/>
                  <a:pt x="1011629" y="899112"/>
                  <a:pt x="1011629" y="882343"/>
                </a:cubicBezTo>
                <a:cubicBezTo>
                  <a:pt x="1011629" y="865573"/>
                  <a:pt x="1025223" y="851979"/>
                  <a:pt x="1041993" y="851979"/>
                </a:cubicBezTo>
                <a:close/>
                <a:moveTo>
                  <a:pt x="969438" y="851979"/>
                </a:moveTo>
                <a:cubicBezTo>
                  <a:pt x="986208" y="851979"/>
                  <a:pt x="999801" y="865573"/>
                  <a:pt x="999801" y="882343"/>
                </a:cubicBezTo>
                <a:cubicBezTo>
                  <a:pt x="999801" y="899112"/>
                  <a:pt x="986208" y="912706"/>
                  <a:pt x="969438" y="912706"/>
                </a:cubicBezTo>
                <a:cubicBezTo>
                  <a:pt x="952669" y="912706"/>
                  <a:pt x="939075" y="899112"/>
                  <a:pt x="939075" y="882343"/>
                </a:cubicBezTo>
                <a:cubicBezTo>
                  <a:pt x="939075" y="865573"/>
                  <a:pt x="952669" y="851979"/>
                  <a:pt x="969438" y="851979"/>
                </a:cubicBezTo>
                <a:close/>
                <a:moveTo>
                  <a:pt x="896883" y="851979"/>
                </a:moveTo>
                <a:cubicBezTo>
                  <a:pt x="913653" y="851979"/>
                  <a:pt x="927247" y="865573"/>
                  <a:pt x="927247" y="882343"/>
                </a:cubicBezTo>
                <a:cubicBezTo>
                  <a:pt x="927247" y="899112"/>
                  <a:pt x="913653" y="912706"/>
                  <a:pt x="896883" y="912706"/>
                </a:cubicBezTo>
                <a:cubicBezTo>
                  <a:pt x="880114" y="912706"/>
                  <a:pt x="866520" y="899112"/>
                  <a:pt x="866520" y="882343"/>
                </a:cubicBezTo>
                <a:cubicBezTo>
                  <a:pt x="866520" y="865573"/>
                  <a:pt x="880114" y="851979"/>
                  <a:pt x="896883" y="851979"/>
                </a:cubicBezTo>
                <a:close/>
                <a:moveTo>
                  <a:pt x="824329" y="851979"/>
                </a:moveTo>
                <a:cubicBezTo>
                  <a:pt x="841098" y="851979"/>
                  <a:pt x="854692" y="865573"/>
                  <a:pt x="854692" y="882343"/>
                </a:cubicBezTo>
                <a:cubicBezTo>
                  <a:pt x="854692" y="899112"/>
                  <a:pt x="841098" y="912706"/>
                  <a:pt x="824329" y="912706"/>
                </a:cubicBezTo>
                <a:cubicBezTo>
                  <a:pt x="807559" y="912706"/>
                  <a:pt x="793965" y="899112"/>
                  <a:pt x="793965" y="882343"/>
                </a:cubicBezTo>
                <a:cubicBezTo>
                  <a:pt x="793965" y="865573"/>
                  <a:pt x="807559" y="851979"/>
                  <a:pt x="824329" y="851979"/>
                </a:cubicBezTo>
                <a:close/>
                <a:moveTo>
                  <a:pt x="751774" y="851979"/>
                </a:moveTo>
                <a:cubicBezTo>
                  <a:pt x="768544" y="851979"/>
                  <a:pt x="782138" y="865573"/>
                  <a:pt x="782138" y="882343"/>
                </a:cubicBezTo>
                <a:cubicBezTo>
                  <a:pt x="782138" y="899112"/>
                  <a:pt x="768544" y="912706"/>
                  <a:pt x="751774" y="912706"/>
                </a:cubicBezTo>
                <a:cubicBezTo>
                  <a:pt x="735005" y="912706"/>
                  <a:pt x="721411" y="899112"/>
                  <a:pt x="721411" y="882343"/>
                </a:cubicBezTo>
                <a:cubicBezTo>
                  <a:pt x="721411" y="865573"/>
                  <a:pt x="735005" y="851979"/>
                  <a:pt x="751774" y="851979"/>
                </a:cubicBezTo>
                <a:close/>
                <a:moveTo>
                  <a:pt x="679220" y="851979"/>
                </a:moveTo>
                <a:cubicBezTo>
                  <a:pt x="695989" y="851979"/>
                  <a:pt x="709583" y="865573"/>
                  <a:pt x="709583" y="882343"/>
                </a:cubicBezTo>
                <a:cubicBezTo>
                  <a:pt x="709583" y="899112"/>
                  <a:pt x="695989" y="912706"/>
                  <a:pt x="679220" y="912706"/>
                </a:cubicBezTo>
                <a:cubicBezTo>
                  <a:pt x="662450" y="912706"/>
                  <a:pt x="648856" y="899112"/>
                  <a:pt x="648856" y="882343"/>
                </a:cubicBezTo>
                <a:cubicBezTo>
                  <a:pt x="648856" y="865573"/>
                  <a:pt x="662450" y="851979"/>
                  <a:pt x="679220" y="851979"/>
                </a:cubicBezTo>
                <a:close/>
                <a:moveTo>
                  <a:pt x="606665" y="851979"/>
                </a:moveTo>
                <a:cubicBezTo>
                  <a:pt x="623435" y="851979"/>
                  <a:pt x="637029" y="865573"/>
                  <a:pt x="637029" y="882343"/>
                </a:cubicBezTo>
                <a:cubicBezTo>
                  <a:pt x="637029" y="899112"/>
                  <a:pt x="623435" y="912706"/>
                  <a:pt x="606665" y="912706"/>
                </a:cubicBezTo>
                <a:cubicBezTo>
                  <a:pt x="589896" y="912706"/>
                  <a:pt x="576302" y="899112"/>
                  <a:pt x="576302" y="882343"/>
                </a:cubicBezTo>
                <a:cubicBezTo>
                  <a:pt x="576302" y="865573"/>
                  <a:pt x="589896" y="851979"/>
                  <a:pt x="606665" y="851979"/>
                </a:cubicBezTo>
                <a:close/>
                <a:moveTo>
                  <a:pt x="534111" y="851979"/>
                </a:moveTo>
                <a:cubicBezTo>
                  <a:pt x="550880" y="851979"/>
                  <a:pt x="564474" y="865573"/>
                  <a:pt x="564474" y="882343"/>
                </a:cubicBezTo>
                <a:cubicBezTo>
                  <a:pt x="564474" y="899112"/>
                  <a:pt x="550880" y="912706"/>
                  <a:pt x="534111" y="912706"/>
                </a:cubicBezTo>
                <a:cubicBezTo>
                  <a:pt x="517341" y="912706"/>
                  <a:pt x="503747" y="899112"/>
                  <a:pt x="503747" y="882343"/>
                </a:cubicBezTo>
                <a:cubicBezTo>
                  <a:pt x="503747" y="865573"/>
                  <a:pt x="517341" y="851979"/>
                  <a:pt x="534111" y="851979"/>
                </a:cubicBezTo>
                <a:close/>
                <a:moveTo>
                  <a:pt x="461556" y="851979"/>
                </a:moveTo>
                <a:cubicBezTo>
                  <a:pt x="478326" y="851979"/>
                  <a:pt x="491920" y="865573"/>
                  <a:pt x="491920" y="882343"/>
                </a:cubicBezTo>
                <a:cubicBezTo>
                  <a:pt x="491920" y="899112"/>
                  <a:pt x="478326" y="912706"/>
                  <a:pt x="461556" y="912706"/>
                </a:cubicBezTo>
                <a:cubicBezTo>
                  <a:pt x="444787" y="912706"/>
                  <a:pt x="431192" y="899112"/>
                  <a:pt x="431192" y="882343"/>
                </a:cubicBezTo>
                <a:cubicBezTo>
                  <a:pt x="431192" y="865573"/>
                  <a:pt x="444787" y="851979"/>
                  <a:pt x="461556" y="851979"/>
                </a:cubicBezTo>
                <a:close/>
                <a:moveTo>
                  <a:pt x="389002" y="851979"/>
                </a:moveTo>
                <a:cubicBezTo>
                  <a:pt x="405771" y="851979"/>
                  <a:pt x="419365" y="865573"/>
                  <a:pt x="419365" y="882343"/>
                </a:cubicBezTo>
                <a:cubicBezTo>
                  <a:pt x="419365" y="899112"/>
                  <a:pt x="405771" y="912706"/>
                  <a:pt x="389002" y="912706"/>
                </a:cubicBezTo>
                <a:cubicBezTo>
                  <a:pt x="372232" y="912706"/>
                  <a:pt x="358638" y="899112"/>
                  <a:pt x="358638" y="882343"/>
                </a:cubicBezTo>
                <a:cubicBezTo>
                  <a:pt x="358638" y="865573"/>
                  <a:pt x="372232" y="851979"/>
                  <a:pt x="389002" y="851979"/>
                </a:cubicBezTo>
                <a:close/>
                <a:moveTo>
                  <a:pt x="316447" y="851979"/>
                </a:moveTo>
                <a:cubicBezTo>
                  <a:pt x="333216" y="851979"/>
                  <a:pt x="346810" y="865573"/>
                  <a:pt x="346810" y="882343"/>
                </a:cubicBezTo>
                <a:cubicBezTo>
                  <a:pt x="346810" y="899112"/>
                  <a:pt x="333216" y="912706"/>
                  <a:pt x="316447" y="912706"/>
                </a:cubicBezTo>
                <a:cubicBezTo>
                  <a:pt x="299677" y="912706"/>
                  <a:pt x="286084" y="899112"/>
                  <a:pt x="286084" y="882343"/>
                </a:cubicBezTo>
                <a:cubicBezTo>
                  <a:pt x="286084" y="865573"/>
                  <a:pt x="299677" y="851979"/>
                  <a:pt x="316447" y="851979"/>
                </a:cubicBezTo>
                <a:close/>
                <a:moveTo>
                  <a:pt x="243892" y="851979"/>
                </a:moveTo>
                <a:cubicBezTo>
                  <a:pt x="260662" y="851979"/>
                  <a:pt x="274256" y="865573"/>
                  <a:pt x="274256" y="882343"/>
                </a:cubicBezTo>
                <a:cubicBezTo>
                  <a:pt x="274256" y="899112"/>
                  <a:pt x="260662" y="912706"/>
                  <a:pt x="243892" y="912706"/>
                </a:cubicBezTo>
                <a:cubicBezTo>
                  <a:pt x="227123" y="912706"/>
                  <a:pt x="213529" y="899112"/>
                  <a:pt x="213529" y="882343"/>
                </a:cubicBezTo>
                <a:cubicBezTo>
                  <a:pt x="213529" y="865573"/>
                  <a:pt x="227123" y="851979"/>
                  <a:pt x="243892" y="851979"/>
                </a:cubicBezTo>
                <a:close/>
                <a:moveTo>
                  <a:pt x="171339" y="851979"/>
                </a:moveTo>
                <a:cubicBezTo>
                  <a:pt x="188107" y="851979"/>
                  <a:pt x="201701" y="865573"/>
                  <a:pt x="201701" y="882343"/>
                </a:cubicBezTo>
                <a:cubicBezTo>
                  <a:pt x="201701" y="899112"/>
                  <a:pt x="188107" y="912706"/>
                  <a:pt x="171339" y="912706"/>
                </a:cubicBezTo>
                <a:cubicBezTo>
                  <a:pt x="154651" y="912706"/>
                  <a:pt x="141056" y="899112"/>
                  <a:pt x="141056" y="882343"/>
                </a:cubicBezTo>
                <a:cubicBezTo>
                  <a:pt x="141056" y="865573"/>
                  <a:pt x="154651" y="851979"/>
                  <a:pt x="171339" y="851979"/>
                </a:cubicBezTo>
                <a:close/>
                <a:moveTo>
                  <a:pt x="98877" y="851979"/>
                </a:moveTo>
                <a:cubicBezTo>
                  <a:pt x="115640" y="851979"/>
                  <a:pt x="129234" y="865573"/>
                  <a:pt x="129234" y="882343"/>
                </a:cubicBezTo>
                <a:cubicBezTo>
                  <a:pt x="129234" y="899112"/>
                  <a:pt x="115640" y="912706"/>
                  <a:pt x="98877" y="912706"/>
                </a:cubicBezTo>
                <a:cubicBezTo>
                  <a:pt x="82106" y="912706"/>
                  <a:pt x="68511" y="899112"/>
                  <a:pt x="68511" y="882343"/>
                </a:cubicBezTo>
                <a:cubicBezTo>
                  <a:pt x="68511" y="865573"/>
                  <a:pt x="82106" y="851979"/>
                  <a:pt x="98877" y="851979"/>
                </a:cubicBezTo>
                <a:close/>
                <a:moveTo>
                  <a:pt x="26322" y="851979"/>
                </a:moveTo>
                <a:cubicBezTo>
                  <a:pt x="43087" y="851979"/>
                  <a:pt x="56682" y="865573"/>
                  <a:pt x="56682" y="882343"/>
                </a:cubicBezTo>
                <a:cubicBezTo>
                  <a:pt x="56682" y="899112"/>
                  <a:pt x="43087" y="912706"/>
                  <a:pt x="26322" y="912706"/>
                </a:cubicBezTo>
                <a:cubicBezTo>
                  <a:pt x="17937" y="912706"/>
                  <a:pt x="10346" y="909308"/>
                  <a:pt x="4851" y="903813"/>
                </a:cubicBezTo>
                <a:lnTo>
                  <a:pt x="0" y="892101"/>
                </a:lnTo>
                <a:lnTo>
                  <a:pt x="0" y="872585"/>
                </a:lnTo>
                <a:lnTo>
                  <a:pt x="4851" y="860872"/>
                </a:lnTo>
                <a:cubicBezTo>
                  <a:pt x="10346" y="855378"/>
                  <a:pt x="17937" y="851979"/>
                  <a:pt x="26322" y="851979"/>
                </a:cubicBezTo>
                <a:close/>
                <a:moveTo>
                  <a:pt x="1622429" y="771528"/>
                </a:moveTo>
                <a:lnTo>
                  <a:pt x="1633158" y="773694"/>
                </a:lnTo>
                <a:lnTo>
                  <a:pt x="1618313" y="831424"/>
                </a:lnTo>
                <a:lnTo>
                  <a:pt x="1610610" y="829868"/>
                </a:lnTo>
                <a:cubicBezTo>
                  <a:pt x="1599712" y="825259"/>
                  <a:pt x="1592066" y="814469"/>
                  <a:pt x="1592066" y="801891"/>
                </a:cubicBezTo>
                <a:cubicBezTo>
                  <a:pt x="1592066" y="785122"/>
                  <a:pt x="1605659" y="771528"/>
                  <a:pt x="1622429" y="771528"/>
                </a:cubicBezTo>
                <a:close/>
                <a:moveTo>
                  <a:pt x="1549874" y="771528"/>
                </a:moveTo>
                <a:cubicBezTo>
                  <a:pt x="1566644" y="771528"/>
                  <a:pt x="1580238" y="785122"/>
                  <a:pt x="1580238" y="801891"/>
                </a:cubicBezTo>
                <a:cubicBezTo>
                  <a:pt x="1580238" y="818661"/>
                  <a:pt x="1566644" y="832255"/>
                  <a:pt x="1549874" y="832255"/>
                </a:cubicBezTo>
                <a:cubicBezTo>
                  <a:pt x="1533105" y="832255"/>
                  <a:pt x="1519511" y="818661"/>
                  <a:pt x="1519511" y="801891"/>
                </a:cubicBezTo>
                <a:cubicBezTo>
                  <a:pt x="1519511" y="785122"/>
                  <a:pt x="1533105" y="771528"/>
                  <a:pt x="1549874" y="771528"/>
                </a:cubicBezTo>
                <a:close/>
                <a:moveTo>
                  <a:pt x="1477320" y="771528"/>
                </a:moveTo>
                <a:cubicBezTo>
                  <a:pt x="1494089" y="771528"/>
                  <a:pt x="1507683" y="785122"/>
                  <a:pt x="1507683" y="801891"/>
                </a:cubicBezTo>
                <a:cubicBezTo>
                  <a:pt x="1507683" y="818661"/>
                  <a:pt x="1494089" y="832255"/>
                  <a:pt x="1477320" y="832255"/>
                </a:cubicBezTo>
                <a:cubicBezTo>
                  <a:pt x="1460550" y="832255"/>
                  <a:pt x="1446956" y="818661"/>
                  <a:pt x="1446956" y="801891"/>
                </a:cubicBezTo>
                <a:cubicBezTo>
                  <a:pt x="1446956" y="785122"/>
                  <a:pt x="1460550" y="771528"/>
                  <a:pt x="1477320" y="771528"/>
                </a:cubicBezTo>
                <a:close/>
                <a:moveTo>
                  <a:pt x="1404765" y="771528"/>
                </a:moveTo>
                <a:cubicBezTo>
                  <a:pt x="1421535" y="771528"/>
                  <a:pt x="1435129" y="785122"/>
                  <a:pt x="1435129" y="801891"/>
                </a:cubicBezTo>
                <a:cubicBezTo>
                  <a:pt x="1435129" y="818661"/>
                  <a:pt x="1421535" y="832255"/>
                  <a:pt x="1404765" y="832255"/>
                </a:cubicBezTo>
                <a:cubicBezTo>
                  <a:pt x="1387996" y="832255"/>
                  <a:pt x="1374402" y="818661"/>
                  <a:pt x="1374402" y="801891"/>
                </a:cubicBezTo>
                <a:cubicBezTo>
                  <a:pt x="1374402" y="785122"/>
                  <a:pt x="1387996" y="771528"/>
                  <a:pt x="1404765" y="771528"/>
                </a:cubicBezTo>
                <a:close/>
                <a:moveTo>
                  <a:pt x="1332211" y="771528"/>
                </a:moveTo>
                <a:cubicBezTo>
                  <a:pt x="1348980" y="771528"/>
                  <a:pt x="1362574" y="785122"/>
                  <a:pt x="1362574" y="801891"/>
                </a:cubicBezTo>
                <a:cubicBezTo>
                  <a:pt x="1362574" y="818661"/>
                  <a:pt x="1348980" y="832255"/>
                  <a:pt x="1332211" y="832255"/>
                </a:cubicBezTo>
                <a:cubicBezTo>
                  <a:pt x="1315441" y="832255"/>
                  <a:pt x="1301847" y="818661"/>
                  <a:pt x="1301847" y="801891"/>
                </a:cubicBezTo>
                <a:cubicBezTo>
                  <a:pt x="1301847" y="785122"/>
                  <a:pt x="1315441" y="771528"/>
                  <a:pt x="1332211" y="771528"/>
                </a:cubicBezTo>
                <a:close/>
                <a:moveTo>
                  <a:pt x="1259656" y="771528"/>
                </a:moveTo>
                <a:cubicBezTo>
                  <a:pt x="1276426" y="771528"/>
                  <a:pt x="1290020" y="785122"/>
                  <a:pt x="1290020" y="801891"/>
                </a:cubicBezTo>
                <a:cubicBezTo>
                  <a:pt x="1290020" y="818661"/>
                  <a:pt x="1276426" y="832255"/>
                  <a:pt x="1259656" y="832255"/>
                </a:cubicBezTo>
                <a:cubicBezTo>
                  <a:pt x="1242887" y="832255"/>
                  <a:pt x="1229293" y="818661"/>
                  <a:pt x="1229293" y="801891"/>
                </a:cubicBezTo>
                <a:cubicBezTo>
                  <a:pt x="1229293" y="785122"/>
                  <a:pt x="1242887" y="771528"/>
                  <a:pt x="1259656" y="771528"/>
                </a:cubicBezTo>
                <a:close/>
                <a:moveTo>
                  <a:pt x="1187102" y="771528"/>
                </a:moveTo>
                <a:cubicBezTo>
                  <a:pt x="1203871" y="771528"/>
                  <a:pt x="1217465" y="785122"/>
                  <a:pt x="1217465" y="801891"/>
                </a:cubicBezTo>
                <a:cubicBezTo>
                  <a:pt x="1217465" y="818661"/>
                  <a:pt x="1203871" y="832255"/>
                  <a:pt x="1187102" y="832255"/>
                </a:cubicBezTo>
                <a:cubicBezTo>
                  <a:pt x="1170332" y="832255"/>
                  <a:pt x="1156738" y="818661"/>
                  <a:pt x="1156738" y="801891"/>
                </a:cubicBezTo>
                <a:cubicBezTo>
                  <a:pt x="1156738" y="785122"/>
                  <a:pt x="1170332" y="771528"/>
                  <a:pt x="1187102" y="771528"/>
                </a:cubicBezTo>
                <a:close/>
                <a:moveTo>
                  <a:pt x="1114547" y="771528"/>
                </a:moveTo>
                <a:cubicBezTo>
                  <a:pt x="1131317" y="771528"/>
                  <a:pt x="1144911" y="785122"/>
                  <a:pt x="1144911" y="801891"/>
                </a:cubicBezTo>
                <a:cubicBezTo>
                  <a:pt x="1144911" y="818661"/>
                  <a:pt x="1131317" y="832255"/>
                  <a:pt x="1114547" y="832255"/>
                </a:cubicBezTo>
                <a:cubicBezTo>
                  <a:pt x="1097778" y="832255"/>
                  <a:pt x="1084184" y="818661"/>
                  <a:pt x="1084184" y="801891"/>
                </a:cubicBezTo>
                <a:cubicBezTo>
                  <a:pt x="1084184" y="785122"/>
                  <a:pt x="1097778" y="771528"/>
                  <a:pt x="1114547" y="771528"/>
                </a:cubicBezTo>
                <a:close/>
                <a:moveTo>
                  <a:pt x="1041993" y="771528"/>
                </a:moveTo>
                <a:cubicBezTo>
                  <a:pt x="1058762" y="771528"/>
                  <a:pt x="1072356" y="785122"/>
                  <a:pt x="1072356" y="801891"/>
                </a:cubicBezTo>
                <a:cubicBezTo>
                  <a:pt x="1072356" y="818661"/>
                  <a:pt x="1058762" y="832255"/>
                  <a:pt x="1041993" y="832255"/>
                </a:cubicBezTo>
                <a:cubicBezTo>
                  <a:pt x="1025223" y="832255"/>
                  <a:pt x="1011629" y="818661"/>
                  <a:pt x="1011629" y="801891"/>
                </a:cubicBezTo>
                <a:cubicBezTo>
                  <a:pt x="1011629" y="785122"/>
                  <a:pt x="1025223" y="771528"/>
                  <a:pt x="1041993" y="771528"/>
                </a:cubicBezTo>
                <a:close/>
                <a:moveTo>
                  <a:pt x="969438" y="771528"/>
                </a:moveTo>
                <a:cubicBezTo>
                  <a:pt x="986208" y="771528"/>
                  <a:pt x="999801" y="785122"/>
                  <a:pt x="999801" y="801891"/>
                </a:cubicBezTo>
                <a:cubicBezTo>
                  <a:pt x="999801" y="818661"/>
                  <a:pt x="986208" y="832255"/>
                  <a:pt x="969438" y="832255"/>
                </a:cubicBezTo>
                <a:cubicBezTo>
                  <a:pt x="952669" y="832255"/>
                  <a:pt x="939075" y="818661"/>
                  <a:pt x="939075" y="801891"/>
                </a:cubicBezTo>
                <a:cubicBezTo>
                  <a:pt x="939075" y="785122"/>
                  <a:pt x="952669" y="771528"/>
                  <a:pt x="969438" y="771528"/>
                </a:cubicBezTo>
                <a:close/>
                <a:moveTo>
                  <a:pt x="896883" y="771528"/>
                </a:moveTo>
                <a:cubicBezTo>
                  <a:pt x="913653" y="771528"/>
                  <a:pt x="927247" y="785122"/>
                  <a:pt x="927247" y="801891"/>
                </a:cubicBezTo>
                <a:cubicBezTo>
                  <a:pt x="927247" y="818661"/>
                  <a:pt x="913653" y="832255"/>
                  <a:pt x="896883" y="832255"/>
                </a:cubicBezTo>
                <a:cubicBezTo>
                  <a:pt x="880114" y="832255"/>
                  <a:pt x="866520" y="818661"/>
                  <a:pt x="866520" y="801891"/>
                </a:cubicBezTo>
                <a:cubicBezTo>
                  <a:pt x="866520" y="785122"/>
                  <a:pt x="880114" y="771528"/>
                  <a:pt x="896883" y="771528"/>
                </a:cubicBezTo>
                <a:close/>
                <a:moveTo>
                  <a:pt x="824329" y="771528"/>
                </a:moveTo>
                <a:cubicBezTo>
                  <a:pt x="841098" y="771528"/>
                  <a:pt x="854692" y="785122"/>
                  <a:pt x="854692" y="801891"/>
                </a:cubicBezTo>
                <a:cubicBezTo>
                  <a:pt x="854692" y="818661"/>
                  <a:pt x="841098" y="832255"/>
                  <a:pt x="824329" y="832255"/>
                </a:cubicBezTo>
                <a:cubicBezTo>
                  <a:pt x="807559" y="832255"/>
                  <a:pt x="793965" y="818661"/>
                  <a:pt x="793965" y="801891"/>
                </a:cubicBezTo>
                <a:cubicBezTo>
                  <a:pt x="793965" y="785122"/>
                  <a:pt x="807559" y="771528"/>
                  <a:pt x="824329" y="771528"/>
                </a:cubicBezTo>
                <a:close/>
                <a:moveTo>
                  <a:pt x="751774" y="771528"/>
                </a:moveTo>
                <a:cubicBezTo>
                  <a:pt x="768544" y="771528"/>
                  <a:pt x="782138" y="785122"/>
                  <a:pt x="782138" y="801891"/>
                </a:cubicBezTo>
                <a:cubicBezTo>
                  <a:pt x="782138" y="818661"/>
                  <a:pt x="768544" y="832255"/>
                  <a:pt x="751774" y="832255"/>
                </a:cubicBezTo>
                <a:cubicBezTo>
                  <a:pt x="735005" y="832255"/>
                  <a:pt x="721411" y="818661"/>
                  <a:pt x="721411" y="801891"/>
                </a:cubicBezTo>
                <a:cubicBezTo>
                  <a:pt x="721411" y="785122"/>
                  <a:pt x="735005" y="771528"/>
                  <a:pt x="751774" y="771528"/>
                </a:cubicBezTo>
                <a:close/>
                <a:moveTo>
                  <a:pt x="679220" y="771528"/>
                </a:moveTo>
                <a:cubicBezTo>
                  <a:pt x="695989" y="771528"/>
                  <a:pt x="709583" y="785122"/>
                  <a:pt x="709583" y="801891"/>
                </a:cubicBezTo>
                <a:cubicBezTo>
                  <a:pt x="709583" y="818661"/>
                  <a:pt x="695989" y="832255"/>
                  <a:pt x="679220" y="832255"/>
                </a:cubicBezTo>
                <a:cubicBezTo>
                  <a:pt x="662450" y="832255"/>
                  <a:pt x="648856" y="818661"/>
                  <a:pt x="648856" y="801891"/>
                </a:cubicBezTo>
                <a:cubicBezTo>
                  <a:pt x="648856" y="785122"/>
                  <a:pt x="662450" y="771528"/>
                  <a:pt x="679220" y="771528"/>
                </a:cubicBezTo>
                <a:close/>
                <a:moveTo>
                  <a:pt x="606665" y="771528"/>
                </a:moveTo>
                <a:cubicBezTo>
                  <a:pt x="623435" y="771528"/>
                  <a:pt x="637029" y="785122"/>
                  <a:pt x="637029" y="801891"/>
                </a:cubicBezTo>
                <a:cubicBezTo>
                  <a:pt x="637029" y="818661"/>
                  <a:pt x="623435" y="832255"/>
                  <a:pt x="606665" y="832255"/>
                </a:cubicBezTo>
                <a:cubicBezTo>
                  <a:pt x="589896" y="832255"/>
                  <a:pt x="576302" y="818661"/>
                  <a:pt x="576302" y="801891"/>
                </a:cubicBezTo>
                <a:cubicBezTo>
                  <a:pt x="576302" y="785122"/>
                  <a:pt x="589896" y="771528"/>
                  <a:pt x="606665" y="771528"/>
                </a:cubicBezTo>
                <a:close/>
                <a:moveTo>
                  <a:pt x="534111" y="771528"/>
                </a:moveTo>
                <a:cubicBezTo>
                  <a:pt x="550880" y="771528"/>
                  <a:pt x="564474" y="785122"/>
                  <a:pt x="564474" y="801891"/>
                </a:cubicBezTo>
                <a:cubicBezTo>
                  <a:pt x="564474" y="818661"/>
                  <a:pt x="550880" y="832255"/>
                  <a:pt x="534111" y="832255"/>
                </a:cubicBezTo>
                <a:cubicBezTo>
                  <a:pt x="517341" y="832255"/>
                  <a:pt x="503747" y="818661"/>
                  <a:pt x="503747" y="801891"/>
                </a:cubicBezTo>
                <a:cubicBezTo>
                  <a:pt x="503747" y="785122"/>
                  <a:pt x="517341" y="771528"/>
                  <a:pt x="534111" y="771528"/>
                </a:cubicBezTo>
                <a:close/>
                <a:moveTo>
                  <a:pt x="461556" y="771528"/>
                </a:moveTo>
                <a:cubicBezTo>
                  <a:pt x="478326" y="771528"/>
                  <a:pt x="491920" y="785122"/>
                  <a:pt x="491920" y="801891"/>
                </a:cubicBezTo>
                <a:cubicBezTo>
                  <a:pt x="491920" y="818661"/>
                  <a:pt x="478326" y="832255"/>
                  <a:pt x="461556" y="832255"/>
                </a:cubicBezTo>
                <a:cubicBezTo>
                  <a:pt x="444787" y="832255"/>
                  <a:pt x="431192" y="818661"/>
                  <a:pt x="431192" y="801891"/>
                </a:cubicBezTo>
                <a:cubicBezTo>
                  <a:pt x="431192" y="785122"/>
                  <a:pt x="444787" y="771528"/>
                  <a:pt x="461556" y="771528"/>
                </a:cubicBezTo>
                <a:close/>
                <a:moveTo>
                  <a:pt x="389002" y="771528"/>
                </a:moveTo>
                <a:cubicBezTo>
                  <a:pt x="405771" y="771528"/>
                  <a:pt x="419365" y="785122"/>
                  <a:pt x="419365" y="801891"/>
                </a:cubicBezTo>
                <a:cubicBezTo>
                  <a:pt x="419365" y="818661"/>
                  <a:pt x="405771" y="832255"/>
                  <a:pt x="389002" y="832255"/>
                </a:cubicBezTo>
                <a:cubicBezTo>
                  <a:pt x="372232" y="832255"/>
                  <a:pt x="358638" y="818661"/>
                  <a:pt x="358638" y="801891"/>
                </a:cubicBezTo>
                <a:cubicBezTo>
                  <a:pt x="358638" y="785122"/>
                  <a:pt x="372232" y="771528"/>
                  <a:pt x="389002" y="771528"/>
                </a:cubicBezTo>
                <a:close/>
                <a:moveTo>
                  <a:pt x="316447" y="771528"/>
                </a:moveTo>
                <a:cubicBezTo>
                  <a:pt x="333216" y="771528"/>
                  <a:pt x="346810" y="785122"/>
                  <a:pt x="346810" y="801891"/>
                </a:cubicBezTo>
                <a:cubicBezTo>
                  <a:pt x="346810" y="818661"/>
                  <a:pt x="333216" y="832255"/>
                  <a:pt x="316447" y="832255"/>
                </a:cubicBezTo>
                <a:cubicBezTo>
                  <a:pt x="299677" y="832255"/>
                  <a:pt x="286084" y="818661"/>
                  <a:pt x="286084" y="801891"/>
                </a:cubicBezTo>
                <a:cubicBezTo>
                  <a:pt x="286084" y="785122"/>
                  <a:pt x="299677" y="771528"/>
                  <a:pt x="316447" y="771528"/>
                </a:cubicBezTo>
                <a:close/>
                <a:moveTo>
                  <a:pt x="243892" y="771528"/>
                </a:moveTo>
                <a:cubicBezTo>
                  <a:pt x="260662" y="771528"/>
                  <a:pt x="274256" y="785122"/>
                  <a:pt x="274256" y="801891"/>
                </a:cubicBezTo>
                <a:cubicBezTo>
                  <a:pt x="274256" y="818661"/>
                  <a:pt x="260662" y="832255"/>
                  <a:pt x="243892" y="832255"/>
                </a:cubicBezTo>
                <a:cubicBezTo>
                  <a:pt x="227123" y="832255"/>
                  <a:pt x="213529" y="818661"/>
                  <a:pt x="213529" y="801891"/>
                </a:cubicBezTo>
                <a:cubicBezTo>
                  <a:pt x="213529" y="785122"/>
                  <a:pt x="227123" y="771528"/>
                  <a:pt x="243892" y="771528"/>
                </a:cubicBezTo>
                <a:close/>
                <a:moveTo>
                  <a:pt x="171339" y="771528"/>
                </a:moveTo>
                <a:cubicBezTo>
                  <a:pt x="188107" y="771528"/>
                  <a:pt x="201701" y="785122"/>
                  <a:pt x="201701" y="801891"/>
                </a:cubicBezTo>
                <a:cubicBezTo>
                  <a:pt x="201701" y="818661"/>
                  <a:pt x="188107" y="832255"/>
                  <a:pt x="171339" y="832255"/>
                </a:cubicBezTo>
                <a:cubicBezTo>
                  <a:pt x="154656" y="832255"/>
                  <a:pt x="141062" y="818661"/>
                  <a:pt x="141062" y="801891"/>
                </a:cubicBezTo>
                <a:cubicBezTo>
                  <a:pt x="141062" y="785122"/>
                  <a:pt x="154656" y="771528"/>
                  <a:pt x="171339" y="771528"/>
                </a:cubicBezTo>
                <a:close/>
                <a:moveTo>
                  <a:pt x="98884" y="771528"/>
                </a:moveTo>
                <a:cubicBezTo>
                  <a:pt x="115646" y="771528"/>
                  <a:pt x="129240" y="785122"/>
                  <a:pt x="129240" y="801891"/>
                </a:cubicBezTo>
                <a:cubicBezTo>
                  <a:pt x="129240" y="818661"/>
                  <a:pt x="115646" y="832255"/>
                  <a:pt x="98884" y="832255"/>
                </a:cubicBezTo>
                <a:cubicBezTo>
                  <a:pt x="82112" y="832255"/>
                  <a:pt x="68517" y="818661"/>
                  <a:pt x="68517" y="801891"/>
                </a:cubicBezTo>
                <a:cubicBezTo>
                  <a:pt x="68517" y="785122"/>
                  <a:pt x="82112" y="771528"/>
                  <a:pt x="98884" y="771528"/>
                </a:cubicBezTo>
                <a:close/>
                <a:moveTo>
                  <a:pt x="26329" y="771528"/>
                </a:moveTo>
                <a:cubicBezTo>
                  <a:pt x="43093" y="771528"/>
                  <a:pt x="56688" y="785122"/>
                  <a:pt x="56688" y="801891"/>
                </a:cubicBezTo>
                <a:cubicBezTo>
                  <a:pt x="56688" y="818661"/>
                  <a:pt x="43093" y="832255"/>
                  <a:pt x="26329" y="832255"/>
                </a:cubicBezTo>
                <a:cubicBezTo>
                  <a:pt x="17944" y="832255"/>
                  <a:pt x="10353" y="828857"/>
                  <a:pt x="4858" y="823362"/>
                </a:cubicBezTo>
                <a:lnTo>
                  <a:pt x="0" y="811633"/>
                </a:lnTo>
                <a:lnTo>
                  <a:pt x="0" y="792150"/>
                </a:lnTo>
                <a:lnTo>
                  <a:pt x="4858" y="780421"/>
                </a:lnTo>
                <a:cubicBezTo>
                  <a:pt x="10353" y="774927"/>
                  <a:pt x="17944" y="771528"/>
                  <a:pt x="26329" y="771528"/>
                </a:cubicBezTo>
                <a:close/>
                <a:moveTo>
                  <a:pt x="1622429" y="691076"/>
                </a:moveTo>
                <a:cubicBezTo>
                  <a:pt x="1630814" y="691076"/>
                  <a:pt x="1638404" y="694475"/>
                  <a:pt x="1643899" y="699969"/>
                </a:cubicBezTo>
                <a:lnTo>
                  <a:pt x="1647739" y="709237"/>
                </a:lnTo>
                <a:lnTo>
                  <a:pt x="1644828" y="728305"/>
                </a:lnTo>
                <a:lnTo>
                  <a:pt x="1640480" y="745215"/>
                </a:lnTo>
                <a:lnTo>
                  <a:pt x="1634248" y="749417"/>
                </a:lnTo>
                <a:cubicBezTo>
                  <a:pt x="1630615" y="750953"/>
                  <a:pt x="1626621" y="751803"/>
                  <a:pt x="1622429" y="751803"/>
                </a:cubicBezTo>
                <a:cubicBezTo>
                  <a:pt x="1605659" y="751803"/>
                  <a:pt x="1592066" y="738209"/>
                  <a:pt x="1592066" y="721440"/>
                </a:cubicBezTo>
                <a:cubicBezTo>
                  <a:pt x="1592066" y="704670"/>
                  <a:pt x="1605659" y="691076"/>
                  <a:pt x="1622429" y="691076"/>
                </a:cubicBezTo>
                <a:close/>
                <a:moveTo>
                  <a:pt x="1549874" y="691076"/>
                </a:moveTo>
                <a:cubicBezTo>
                  <a:pt x="1566644" y="691076"/>
                  <a:pt x="1580238" y="704670"/>
                  <a:pt x="1580238" y="721440"/>
                </a:cubicBezTo>
                <a:cubicBezTo>
                  <a:pt x="1580238" y="738209"/>
                  <a:pt x="1566644" y="751803"/>
                  <a:pt x="1549874" y="751803"/>
                </a:cubicBezTo>
                <a:cubicBezTo>
                  <a:pt x="1533105" y="751803"/>
                  <a:pt x="1519511" y="738209"/>
                  <a:pt x="1519511" y="721440"/>
                </a:cubicBezTo>
                <a:cubicBezTo>
                  <a:pt x="1519511" y="704670"/>
                  <a:pt x="1533105" y="691076"/>
                  <a:pt x="1549874" y="691076"/>
                </a:cubicBezTo>
                <a:close/>
                <a:moveTo>
                  <a:pt x="1477320" y="691076"/>
                </a:moveTo>
                <a:cubicBezTo>
                  <a:pt x="1494089" y="691076"/>
                  <a:pt x="1507683" y="704670"/>
                  <a:pt x="1507683" y="721440"/>
                </a:cubicBezTo>
                <a:cubicBezTo>
                  <a:pt x="1507683" y="738209"/>
                  <a:pt x="1494089" y="751803"/>
                  <a:pt x="1477320" y="751803"/>
                </a:cubicBezTo>
                <a:cubicBezTo>
                  <a:pt x="1460550" y="751803"/>
                  <a:pt x="1446956" y="738209"/>
                  <a:pt x="1446956" y="721440"/>
                </a:cubicBezTo>
                <a:cubicBezTo>
                  <a:pt x="1446956" y="704670"/>
                  <a:pt x="1460550" y="691076"/>
                  <a:pt x="1477320" y="691076"/>
                </a:cubicBezTo>
                <a:close/>
                <a:moveTo>
                  <a:pt x="1404765" y="691076"/>
                </a:moveTo>
                <a:cubicBezTo>
                  <a:pt x="1421535" y="691076"/>
                  <a:pt x="1435129" y="704670"/>
                  <a:pt x="1435129" y="721440"/>
                </a:cubicBezTo>
                <a:cubicBezTo>
                  <a:pt x="1435129" y="738209"/>
                  <a:pt x="1421535" y="751803"/>
                  <a:pt x="1404765" y="751803"/>
                </a:cubicBezTo>
                <a:cubicBezTo>
                  <a:pt x="1387996" y="751803"/>
                  <a:pt x="1374402" y="738209"/>
                  <a:pt x="1374402" y="721440"/>
                </a:cubicBezTo>
                <a:cubicBezTo>
                  <a:pt x="1374402" y="704670"/>
                  <a:pt x="1387996" y="691076"/>
                  <a:pt x="1404765" y="691076"/>
                </a:cubicBezTo>
                <a:close/>
                <a:moveTo>
                  <a:pt x="1332211" y="691076"/>
                </a:moveTo>
                <a:cubicBezTo>
                  <a:pt x="1348980" y="691076"/>
                  <a:pt x="1362574" y="704670"/>
                  <a:pt x="1362574" y="721440"/>
                </a:cubicBezTo>
                <a:cubicBezTo>
                  <a:pt x="1362574" y="738209"/>
                  <a:pt x="1348980" y="751803"/>
                  <a:pt x="1332211" y="751803"/>
                </a:cubicBezTo>
                <a:cubicBezTo>
                  <a:pt x="1315441" y="751803"/>
                  <a:pt x="1301847" y="738209"/>
                  <a:pt x="1301847" y="721440"/>
                </a:cubicBezTo>
                <a:cubicBezTo>
                  <a:pt x="1301847" y="704670"/>
                  <a:pt x="1315441" y="691076"/>
                  <a:pt x="1332211" y="691076"/>
                </a:cubicBezTo>
                <a:close/>
                <a:moveTo>
                  <a:pt x="1259656" y="691076"/>
                </a:moveTo>
                <a:cubicBezTo>
                  <a:pt x="1276426" y="691076"/>
                  <a:pt x="1290020" y="704670"/>
                  <a:pt x="1290020" y="721440"/>
                </a:cubicBezTo>
                <a:cubicBezTo>
                  <a:pt x="1290020" y="738209"/>
                  <a:pt x="1276426" y="751803"/>
                  <a:pt x="1259656" y="751803"/>
                </a:cubicBezTo>
                <a:cubicBezTo>
                  <a:pt x="1242887" y="751803"/>
                  <a:pt x="1229293" y="738209"/>
                  <a:pt x="1229293" y="721440"/>
                </a:cubicBezTo>
                <a:cubicBezTo>
                  <a:pt x="1229293" y="704670"/>
                  <a:pt x="1242887" y="691076"/>
                  <a:pt x="1259656" y="691076"/>
                </a:cubicBezTo>
                <a:close/>
                <a:moveTo>
                  <a:pt x="1187102" y="691076"/>
                </a:moveTo>
                <a:cubicBezTo>
                  <a:pt x="1203871" y="691076"/>
                  <a:pt x="1217465" y="704670"/>
                  <a:pt x="1217465" y="721440"/>
                </a:cubicBezTo>
                <a:cubicBezTo>
                  <a:pt x="1217465" y="738209"/>
                  <a:pt x="1203871" y="751803"/>
                  <a:pt x="1187102" y="751803"/>
                </a:cubicBezTo>
                <a:cubicBezTo>
                  <a:pt x="1170332" y="751803"/>
                  <a:pt x="1156738" y="738209"/>
                  <a:pt x="1156738" y="721440"/>
                </a:cubicBezTo>
                <a:cubicBezTo>
                  <a:pt x="1156738" y="704670"/>
                  <a:pt x="1170332" y="691076"/>
                  <a:pt x="1187102" y="691076"/>
                </a:cubicBezTo>
                <a:close/>
                <a:moveTo>
                  <a:pt x="1114547" y="691076"/>
                </a:moveTo>
                <a:cubicBezTo>
                  <a:pt x="1131317" y="691076"/>
                  <a:pt x="1144911" y="704670"/>
                  <a:pt x="1144911" y="721440"/>
                </a:cubicBezTo>
                <a:cubicBezTo>
                  <a:pt x="1144911" y="738209"/>
                  <a:pt x="1131317" y="751803"/>
                  <a:pt x="1114547" y="751803"/>
                </a:cubicBezTo>
                <a:cubicBezTo>
                  <a:pt x="1097778" y="751803"/>
                  <a:pt x="1084184" y="738209"/>
                  <a:pt x="1084184" y="721440"/>
                </a:cubicBezTo>
                <a:cubicBezTo>
                  <a:pt x="1084184" y="704670"/>
                  <a:pt x="1097778" y="691076"/>
                  <a:pt x="1114547" y="691076"/>
                </a:cubicBezTo>
                <a:close/>
                <a:moveTo>
                  <a:pt x="1041993" y="691076"/>
                </a:moveTo>
                <a:cubicBezTo>
                  <a:pt x="1058762" y="691076"/>
                  <a:pt x="1072356" y="704670"/>
                  <a:pt x="1072356" y="721440"/>
                </a:cubicBezTo>
                <a:cubicBezTo>
                  <a:pt x="1072356" y="738209"/>
                  <a:pt x="1058762" y="751803"/>
                  <a:pt x="1041993" y="751803"/>
                </a:cubicBezTo>
                <a:cubicBezTo>
                  <a:pt x="1025223" y="751803"/>
                  <a:pt x="1011629" y="738209"/>
                  <a:pt x="1011629" y="721440"/>
                </a:cubicBezTo>
                <a:cubicBezTo>
                  <a:pt x="1011629" y="704670"/>
                  <a:pt x="1025223" y="691076"/>
                  <a:pt x="1041993" y="691076"/>
                </a:cubicBezTo>
                <a:close/>
                <a:moveTo>
                  <a:pt x="969438" y="691076"/>
                </a:moveTo>
                <a:cubicBezTo>
                  <a:pt x="986208" y="691076"/>
                  <a:pt x="999801" y="704670"/>
                  <a:pt x="999801" y="721440"/>
                </a:cubicBezTo>
                <a:cubicBezTo>
                  <a:pt x="999801" y="738209"/>
                  <a:pt x="986208" y="751803"/>
                  <a:pt x="969438" y="751803"/>
                </a:cubicBezTo>
                <a:cubicBezTo>
                  <a:pt x="952669" y="751803"/>
                  <a:pt x="939075" y="738209"/>
                  <a:pt x="939075" y="721440"/>
                </a:cubicBezTo>
                <a:cubicBezTo>
                  <a:pt x="939075" y="704670"/>
                  <a:pt x="952669" y="691076"/>
                  <a:pt x="969438" y="691076"/>
                </a:cubicBezTo>
                <a:close/>
                <a:moveTo>
                  <a:pt x="896883" y="691076"/>
                </a:moveTo>
                <a:cubicBezTo>
                  <a:pt x="913653" y="691076"/>
                  <a:pt x="927247" y="704670"/>
                  <a:pt x="927247" y="721440"/>
                </a:cubicBezTo>
                <a:cubicBezTo>
                  <a:pt x="927247" y="738209"/>
                  <a:pt x="913653" y="751803"/>
                  <a:pt x="896883" y="751803"/>
                </a:cubicBezTo>
                <a:cubicBezTo>
                  <a:pt x="880114" y="751803"/>
                  <a:pt x="866520" y="738209"/>
                  <a:pt x="866520" y="721440"/>
                </a:cubicBezTo>
                <a:cubicBezTo>
                  <a:pt x="866520" y="704670"/>
                  <a:pt x="880114" y="691076"/>
                  <a:pt x="896883" y="691076"/>
                </a:cubicBezTo>
                <a:close/>
                <a:moveTo>
                  <a:pt x="824329" y="691076"/>
                </a:moveTo>
                <a:cubicBezTo>
                  <a:pt x="841098" y="691076"/>
                  <a:pt x="854692" y="704670"/>
                  <a:pt x="854692" y="721440"/>
                </a:cubicBezTo>
                <a:cubicBezTo>
                  <a:pt x="854692" y="738209"/>
                  <a:pt x="841098" y="751803"/>
                  <a:pt x="824329" y="751803"/>
                </a:cubicBezTo>
                <a:cubicBezTo>
                  <a:pt x="807559" y="751803"/>
                  <a:pt x="793965" y="738209"/>
                  <a:pt x="793965" y="721440"/>
                </a:cubicBezTo>
                <a:cubicBezTo>
                  <a:pt x="793965" y="704670"/>
                  <a:pt x="807559" y="691076"/>
                  <a:pt x="824329" y="691076"/>
                </a:cubicBezTo>
                <a:close/>
                <a:moveTo>
                  <a:pt x="751774" y="691076"/>
                </a:moveTo>
                <a:cubicBezTo>
                  <a:pt x="768544" y="691076"/>
                  <a:pt x="782138" y="704670"/>
                  <a:pt x="782138" y="721440"/>
                </a:cubicBezTo>
                <a:cubicBezTo>
                  <a:pt x="782138" y="738209"/>
                  <a:pt x="768544" y="751803"/>
                  <a:pt x="751774" y="751803"/>
                </a:cubicBezTo>
                <a:cubicBezTo>
                  <a:pt x="735005" y="751803"/>
                  <a:pt x="721411" y="738209"/>
                  <a:pt x="721411" y="721440"/>
                </a:cubicBezTo>
                <a:cubicBezTo>
                  <a:pt x="721411" y="704670"/>
                  <a:pt x="735005" y="691076"/>
                  <a:pt x="751774" y="691076"/>
                </a:cubicBezTo>
                <a:close/>
                <a:moveTo>
                  <a:pt x="679220" y="691076"/>
                </a:moveTo>
                <a:cubicBezTo>
                  <a:pt x="695989" y="691076"/>
                  <a:pt x="709583" y="704670"/>
                  <a:pt x="709583" y="721440"/>
                </a:cubicBezTo>
                <a:cubicBezTo>
                  <a:pt x="709583" y="738209"/>
                  <a:pt x="695989" y="751803"/>
                  <a:pt x="679220" y="751803"/>
                </a:cubicBezTo>
                <a:cubicBezTo>
                  <a:pt x="662450" y="751803"/>
                  <a:pt x="648856" y="738209"/>
                  <a:pt x="648856" y="721440"/>
                </a:cubicBezTo>
                <a:cubicBezTo>
                  <a:pt x="648856" y="704670"/>
                  <a:pt x="662450" y="691076"/>
                  <a:pt x="679220" y="691076"/>
                </a:cubicBezTo>
                <a:close/>
                <a:moveTo>
                  <a:pt x="606665" y="691076"/>
                </a:moveTo>
                <a:cubicBezTo>
                  <a:pt x="623435" y="691076"/>
                  <a:pt x="637029" y="704670"/>
                  <a:pt x="637029" y="721440"/>
                </a:cubicBezTo>
                <a:cubicBezTo>
                  <a:pt x="637029" y="738209"/>
                  <a:pt x="623435" y="751803"/>
                  <a:pt x="606665" y="751803"/>
                </a:cubicBezTo>
                <a:cubicBezTo>
                  <a:pt x="589896" y="751803"/>
                  <a:pt x="576302" y="738209"/>
                  <a:pt x="576302" y="721440"/>
                </a:cubicBezTo>
                <a:cubicBezTo>
                  <a:pt x="576302" y="704670"/>
                  <a:pt x="589896" y="691076"/>
                  <a:pt x="606665" y="691076"/>
                </a:cubicBezTo>
                <a:close/>
                <a:moveTo>
                  <a:pt x="534111" y="691076"/>
                </a:moveTo>
                <a:cubicBezTo>
                  <a:pt x="550880" y="691076"/>
                  <a:pt x="564474" y="704670"/>
                  <a:pt x="564474" y="721440"/>
                </a:cubicBezTo>
                <a:cubicBezTo>
                  <a:pt x="564474" y="738209"/>
                  <a:pt x="550880" y="751803"/>
                  <a:pt x="534111" y="751803"/>
                </a:cubicBezTo>
                <a:cubicBezTo>
                  <a:pt x="517341" y="751803"/>
                  <a:pt x="503747" y="738209"/>
                  <a:pt x="503747" y="721440"/>
                </a:cubicBezTo>
                <a:cubicBezTo>
                  <a:pt x="503747" y="704670"/>
                  <a:pt x="517341" y="691076"/>
                  <a:pt x="534111" y="691076"/>
                </a:cubicBezTo>
                <a:close/>
                <a:moveTo>
                  <a:pt x="461556" y="691076"/>
                </a:moveTo>
                <a:cubicBezTo>
                  <a:pt x="478326" y="691076"/>
                  <a:pt x="491920" y="704670"/>
                  <a:pt x="491920" y="721440"/>
                </a:cubicBezTo>
                <a:cubicBezTo>
                  <a:pt x="491920" y="738209"/>
                  <a:pt x="478326" y="751803"/>
                  <a:pt x="461556" y="751803"/>
                </a:cubicBezTo>
                <a:cubicBezTo>
                  <a:pt x="444787" y="751803"/>
                  <a:pt x="431192" y="738209"/>
                  <a:pt x="431192" y="721440"/>
                </a:cubicBezTo>
                <a:cubicBezTo>
                  <a:pt x="431192" y="704670"/>
                  <a:pt x="444787" y="691076"/>
                  <a:pt x="461556" y="691076"/>
                </a:cubicBezTo>
                <a:close/>
                <a:moveTo>
                  <a:pt x="389002" y="691076"/>
                </a:moveTo>
                <a:cubicBezTo>
                  <a:pt x="405771" y="691076"/>
                  <a:pt x="419365" y="704670"/>
                  <a:pt x="419365" y="721440"/>
                </a:cubicBezTo>
                <a:cubicBezTo>
                  <a:pt x="419365" y="738209"/>
                  <a:pt x="405771" y="751803"/>
                  <a:pt x="389002" y="751803"/>
                </a:cubicBezTo>
                <a:cubicBezTo>
                  <a:pt x="372232" y="751803"/>
                  <a:pt x="358638" y="738209"/>
                  <a:pt x="358638" y="721440"/>
                </a:cubicBezTo>
                <a:cubicBezTo>
                  <a:pt x="358638" y="704670"/>
                  <a:pt x="372232" y="691076"/>
                  <a:pt x="389002" y="691076"/>
                </a:cubicBezTo>
                <a:close/>
                <a:moveTo>
                  <a:pt x="316447" y="691076"/>
                </a:moveTo>
                <a:cubicBezTo>
                  <a:pt x="333216" y="691076"/>
                  <a:pt x="346810" y="704670"/>
                  <a:pt x="346810" y="721440"/>
                </a:cubicBezTo>
                <a:cubicBezTo>
                  <a:pt x="346810" y="738209"/>
                  <a:pt x="333216" y="751803"/>
                  <a:pt x="316447" y="751803"/>
                </a:cubicBezTo>
                <a:cubicBezTo>
                  <a:pt x="299677" y="751803"/>
                  <a:pt x="286084" y="738209"/>
                  <a:pt x="286084" y="721440"/>
                </a:cubicBezTo>
                <a:cubicBezTo>
                  <a:pt x="286084" y="704670"/>
                  <a:pt x="299677" y="691076"/>
                  <a:pt x="316447" y="691076"/>
                </a:cubicBezTo>
                <a:close/>
                <a:moveTo>
                  <a:pt x="243892" y="691076"/>
                </a:moveTo>
                <a:cubicBezTo>
                  <a:pt x="260662" y="691076"/>
                  <a:pt x="274256" y="704670"/>
                  <a:pt x="274256" y="721440"/>
                </a:cubicBezTo>
                <a:cubicBezTo>
                  <a:pt x="274256" y="738209"/>
                  <a:pt x="260662" y="751803"/>
                  <a:pt x="243892" y="751803"/>
                </a:cubicBezTo>
                <a:cubicBezTo>
                  <a:pt x="227123" y="751803"/>
                  <a:pt x="213529" y="738209"/>
                  <a:pt x="213529" y="721440"/>
                </a:cubicBezTo>
                <a:cubicBezTo>
                  <a:pt x="213529" y="704670"/>
                  <a:pt x="227123" y="691076"/>
                  <a:pt x="243892" y="691076"/>
                </a:cubicBezTo>
                <a:close/>
                <a:moveTo>
                  <a:pt x="171339" y="691076"/>
                </a:moveTo>
                <a:cubicBezTo>
                  <a:pt x="188107" y="691076"/>
                  <a:pt x="201701" y="704670"/>
                  <a:pt x="201701" y="721440"/>
                </a:cubicBezTo>
                <a:cubicBezTo>
                  <a:pt x="201701" y="738209"/>
                  <a:pt x="188107" y="751803"/>
                  <a:pt x="171339" y="751803"/>
                </a:cubicBezTo>
                <a:cubicBezTo>
                  <a:pt x="154662" y="751803"/>
                  <a:pt x="141067" y="738209"/>
                  <a:pt x="141067" y="721440"/>
                </a:cubicBezTo>
                <a:cubicBezTo>
                  <a:pt x="141067" y="704670"/>
                  <a:pt x="154662" y="691076"/>
                  <a:pt x="171339" y="691076"/>
                </a:cubicBezTo>
                <a:close/>
                <a:moveTo>
                  <a:pt x="98890" y="691076"/>
                </a:moveTo>
                <a:cubicBezTo>
                  <a:pt x="115653" y="691076"/>
                  <a:pt x="129246" y="704670"/>
                  <a:pt x="129246" y="721440"/>
                </a:cubicBezTo>
                <a:cubicBezTo>
                  <a:pt x="129246" y="738209"/>
                  <a:pt x="115653" y="751803"/>
                  <a:pt x="98890" y="751803"/>
                </a:cubicBezTo>
                <a:cubicBezTo>
                  <a:pt x="82117" y="751803"/>
                  <a:pt x="68523" y="738209"/>
                  <a:pt x="68523" y="721440"/>
                </a:cubicBezTo>
                <a:cubicBezTo>
                  <a:pt x="68523" y="704670"/>
                  <a:pt x="82117" y="691076"/>
                  <a:pt x="98890" y="691076"/>
                </a:cubicBezTo>
                <a:close/>
                <a:moveTo>
                  <a:pt x="26336" y="691076"/>
                </a:moveTo>
                <a:cubicBezTo>
                  <a:pt x="43099" y="691076"/>
                  <a:pt x="56694" y="704670"/>
                  <a:pt x="56694" y="721440"/>
                </a:cubicBezTo>
                <a:cubicBezTo>
                  <a:pt x="56694" y="738209"/>
                  <a:pt x="43099" y="751803"/>
                  <a:pt x="26336" y="751803"/>
                </a:cubicBezTo>
                <a:cubicBezTo>
                  <a:pt x="17950" y="751803"/>
                  <a:pt x="10359" y="748405"/>
                  <a:pt x="4864" y="742910"/>
                </a:cubicBezTo>
                <a:lnTo>
                  <a:pt x="0" y="731167"/>
                </a:lnTo>
                <a:lnTo>
                  <a:pt x="0" y="711713"/>
                </a:lnTo>
                <a:lnTo>
                  <a:pt x="4864" y="699969"/>
                </a:lnTo>
                <a:cubicBezTo>
                  <a:pt x="10359" y="694475"/>
                  <a:pt x="17950" y="691076"/>
                  <a:pt x="26336" y="691076"/>
                </a:cubicBezTo>
                <a:close/>
                <a:moveTo>
                  <a:pt x="1622429" y="610624"/>
                </a:moveTo>
                <a:cubicBezTo>
                  <a:pt x="1639199" y="610624"/>
                  <a:pt x="1652792" y="624218"/>
                  <a:pt x="1652792" y="640988"/>
                </a:cubicBezTo>
                <a:cubicBezTo>
                  <a:pt x="1652792" y="657757"/>
                  <a:pt x="1639199" y="671351"/>
                  <a:pt x="1622429" y="671351"/>
                </a:cubicBezTo>
                <a:cubicBezTo>
                  <a:pt x="1605659" y="671351"/>
                  <a:pt x="1592066" y="657757"/>
                  <a:pt x="1592066" y="640988"/>
                </a:cubicBezTo>
                <a:cubicBezTo>
                  <a:pt x="1592066" y="624218"/>
                  <a:pt x="1605659" y="610624"/>
                  <a:pt x="1622429" y="610624"/>
                </a:cubicBezTo>
                <a:close/>
                <a:moveTo>
                  <a:pt x="1549874" y="610624"/>
                </a:moveTo>
                <a:cubicBezTo>
                  <a:pt x="1566644" y="610624"/>
                  <a:pt x="1580238" y="624218"/>
                  <a:pt x="1580238" y="640988"/>
                </a:cubicBezTo>
                <a:cubicBezTo>
                  <a:pt x="1580238" y="657757"/>
                  <a:pt x="1566644" y="671351"/>
                  <a:pt x="1549874" y="671351"/>
                </a:cubicBezTo>
                <a:cubicBezTo>
                  <a:pt x="1533105" y="671351"/>
                  <a:pt x="1519511" y="657757"/>
                  <a:pt x="1519511" y="640988"/>
                </a:cubicBezTo>
                <a:cubicBezTo>
                  <a:pt x="1519511" y="624218"/>
                  <a:pt x="1533105" y="610624"/>
                  <a:pt x="1549874" y="610624"/>
                </a:cubicBezTo>
                <a:close/>
                <a:moveTo>
                  <a:pt x="1477320" y="610624"/>
                </a:moveTo>
                <a:cubicBezTo>
                  <a:pt x="1494089" y="610624"/>
                  <a:pt x="1507683" y="624218"/>
                  <a:pt x="1507683" y="640988"/>
                </a:cubicBezTo>
                <a:cubicBezTo>
                  <a:pt x="1507683" y="657757"/>
                  <a:pt x="1494089" y="671351"/>
                  <a:pt x="1477320" y="671351"/>
                </a:cubicBezTo>
                <a:cubicBezTo>
                  <a:pt x="1460550" y="671351"/>
                  <a:pt x="1446956" y="657757"/>
                  <a:pt x="1446956" y="640988"/>
                </a:cubicBezTo>
                <a:cubicBezTo>
                  <a:pt x="1446956" y="624218"/>
                  <a:pt x="1460550" y="610624"/>
                  <a:pt x="1477320" y="610624"/>
                </a:cubicBezTo>
                <a:close/>
                <a:moveTo>
                  <a:pt x="1404765" y="610624"/>
                </a:moveTo>
                <a:cubicBezTo>
                  <a:pt x="1421535" y="610624"/>
                  <a:pt x="1435129" y="624218"/>
                  <a:pt x="1435129" y="640988"/>
                </a:cubicBezTo>
                <a:cubicBezTo>
                  <a:pt x="1435129" y="657757"/>
                  <a:pt x="1421535" y="671351"/>
                  <a:pt x="1404765" y="671351"/>
                </a:cubicBezTo>
                <a:cubicBezTo>
                  <a:pt x="1387996" y="671351"/>
                  <a:pt x="1374402" y="657757"/>
                  <a:pt x="1374402" y="640988"/>
                </a:cubicBezTo>
                <a:cubicBezTo>
                  <a:pt x="1374402" y="624218"/>
                  <a:pt x="1387996" y="610624"/>
                  <a:pt x="1404765" y="610624"/>
                </a:cubicBezTo>
                <a:close/>
                <a:moveTo>
                  <a:pt x="1332211" y="610624"/>
                </a:moveTo>
                <a:cubicBezTo>
                  <a:pt x="1348980" y="610624"/>
                  <a:pt x="1362574" y="624218"/>
                  <a:pt x="1362574" y="640988"/>
                </a:cubicBezTo>
                <a:cubicBezTo>
                  <a:pt x="1362574" y="657757"/>
                  <a:pt x="1348980" y="671351"/>
                  <a:pt x="1332211" y="671351"/>
                </a:cubicBezTo>
                <a:cubicBezTo>
                  <a:pt x="1315441" y="671351"/>
                  <a:pt x="1301847" y="657757"/>
                  <a:pt x="1301847" y="640988"/>
                </a:cubicBezTo>
                <a:cubicBezTo>
                  <a:pt x="1301847" y="624218"/>
                  <a:pt x="1315441" y="610624"/>
                  <a:pt x="1332211" y="610624"/>
                </a:cubicBezTo>
                <a:close/>
                <a:moveTo>
                  <a:pt x="1259656" y="610624"/>
                </a:moveTo>
                <a:cubicBezTo>
                  <a:pt x="1276426" y="610624"/>
                  <a:pt x="1290020" y="624218"/>
                  <a:pt x="1290020" y="640988"/>
                </a:cubicBezTo>
                <a:cubicBezTo>
                  <a:pt x="1290020" y="657757"/>
                  <a:pt x="1276426" y="671351"/>
                  <a:pt x="1259656" y="671351"/>
                </a:cubicBezTo>
                <a:cubicBezTo>
                  <a:pt x="1242887" y="671351"/>
                  <a:pt x="1229293" y="657757"/>
                  <a:pt x="1229293" y="640988"/>
                </a:cubicBezTo>
                <a:cubicBezTo>
                  <a:pt x="1229293" y="624218"/>
                  <a:pt x="1242887" y="610624"/>
                  <a:pt x="1259656" y="610624"/>
                </a:cubicBezTo>
                <a:close/>
                <a:moveTo>
                  <a:pt x="1187102" y="610624"/>
                </a:moveTo>
                <a:cubicBezTo>
                  <a:pt x="1203871" y="610624"/>
                  <a:pt x="1217465" y="624218"/>
                  <a:pt x="1217465" y="640988"/>
                </a:cubicBezTo>
                <a:cubicBezTo>
                  <a:pt x="1217465" y="657757"/>
                  <a:pt x="1203871" y="671351"/>
                  <a:pt x="1187102" y="671351"/>
                </a:cubicBezTo>
                <a:cubicBezTo>
                  <a:pt x="1170332" y="671351"/>
                  <a:pt x="1156738" y="657757"/>
                  <a:pt x="1156738" y="640988"/>
                </a:cubicBezTo>
                <a:cubicBezTo>
                  <a:pt x="1156738" y="624218"/>
                  <a:pt x="1170332" y="610624"/>
                  <a:pt x="1187102" y="610624"/>
                </a:cubicBezTo>
                <a:close/>
                <a:moveTo>
                  <a:pt x="1114547" y="610624"/>
                </a:moveTo>
                <a:cubicBezTo>
                  <a:pt x="1131317" y="610624"/>
                  <a:pt x="1144911" y="624218"/>
                  <a:pt x="1144911" y="640988"/>
                </a:cubicBezTo>
                <a:cubicBezTo>
                  <a:pt x="1144911" y="657757"/>
                  <a:pt x="1131317" y="671351"/>
                  <a:pt x="1114547" y="671351"/>
                </a:cubicBezTo>
                <a:cubicBezTo>
                  <a:pt x="1097778" y="671351"/>
                  <a:pt x="1084184" y="657757"/>
                  <a:pt x="1084184" y="640988"/>
                </a:cubicBezTo>
                <a:cubicBezTo>
                  <a:pt x="1084184" y="624218"/>
                  <a:pt x="1097778" y="610624"/>
                  <a:pt x="1114547" y="610624"/>
                </a:cubicBezTo>
                <a:close/>
                <a:moveTo>
                  <a:pt x="1041993" y="610624"/>
                </a:moveTo>
                <a:cubicBezTo>
                  <a:pt x="1058762" y="610624"/>
                  <a:pt x="1072356" y="624218"/>
                  <a:pt x="1072356" y="640988"/>
                </a:cubicBezTo>
                <a:cubicBezTo>
                  <a:pt x="1072356" y="657757"/>
                  <a:pt x="1058762" y="671351"/>
                  <a:pt x="1041993" y="671351"/>
                </a:cubicBezTo>
                <a:cubicBezTo>
                  <a:pt x="1025223" y="671351"/>
                  <a:pt x="1011629" y="657757"/>
                  <a:pt x="1011629" y="640988"/>
                </a:cubicBezTo>
                <a:cubicBezTo>
                  <a:pt x="1011629" y="624218"/>
                  <a:pt x="1025223" y="610624"/>
                  <a:pt x="1041993" y="610624"/>
                </a:cubicBezTo>
                <a:close/>
                <a:moveTo>
                  <a:pt x="969438" y="610624"/>
                </a:moveTo>
                <a:cubicBezTo>
                  <a:pt x="986208" y="610624"/>
                  <a:pt x="999801" y="624218"/>
                  <a:pt x="999801" y="640988"/>
                </a:cubicBezTo>
                <a:cubicBezTo>
                  <a:pt x="999801" y="657757"/>
                  <a:pt x="986208" y="671351"/>
                  <a:pt x="969438" y="671351"/>
                </a:cubicBezTo>
                <a:cubicBezTo>
                  <a:pt x="952669" y="671351"/>
                  <a:pt x="939075" y="657757"/>
                  <a:pt x="939075" y="640988"/>
                </a:cubicBezTo>
                <a:cubicBezTo>
                  <a:pt x="939075" y="624218"/>
                  <a:pt x="952669" y="610624"/>
                  <a:pt x="969438" y="610624"/>
                </a:cubicBezTo>
                <a:close/>
                <a:moveTo>
                  <a:pt x="896883" y="610624"/>
                </a:moveTo>
                <a:cubicBezTo>
                  <a:pt x="913653" y="610624"/>
                  <a:pt x="927247" y="624218"/>
                  <a:pt x="927247" y="640988"/>
                </a:cubicBezTo>
                <a:cubicBezTo>
                  <a:pt x="927247" y="657757"/>
                  <a:pt x="913653" y="671351"/>
                  <a:pt x="896883" y="671351"/>
                </a:cubicBezTo>
                <a:cubicBezTo>
                  <a:pt x="880114" y="671351"/>
                  <a:pt x="866520" y="657757"/>
                  <a:pt x="866520" y="640988"/>
                </a:cubicBezTo>
                <a:cubicBezTo>
                  <a:pt x="866520" y="624218"/>
                  <a:pt x="880114" y="610624"/>
                  <a:pt x="896883" y="610624"/>
                </a:cubicBezTo>
                <a:close/>
                <a:moveTo>
                  <a:pt x="824329" y="610624"/>
                </a:moveTo>
                <a:cubicBezTo>
                  <a:pt x="841098" y="610624"/>
                  <a:pt x="854692" y="624218"/>
                  <a:pt x="854692" y="640988"/>
                </a:cubicBezTo>
                <a:cubicBezTo>
                  <a:pt x="854692" y="657757"/>
                  <a:pt x="841098" y="671351"/>
                  <a:pt x="824329" y="671351"/>
                </a:cubicBezTo>
                <a:cubicBezTo>
                  <a:pt x="807559" y="671351"/>
                  <a:pt x="793965" y="657757"/>
                  <a:pt x="793965" y="640988"/>
                </a:cubicBezTo>
                <a:cubicBezTo>
                  <a:pt x="793965" y="624218"/>
                  <a:pt x="807559" y="610624"/>
                  <a:pt x="824329" y="610624"/>
                </a:cubicBezTo>
                <a:close/>
                <a:moveTo>
                  <a:pt x="751774" y="610624"/>
                </a:moveTo>
                <a:cubicBezTo>
                  <a:pt x="768544" y="610624"/>
                  <a:pt x="782138" y="624218"/>
                  <a:pt x="782138" y="640988"/>
                </a:cubicBezTo>
                <a:cubicBezTo>
                  <a:pt x="782138" y="657757"/>
                  <a:pt x="768544" y="671351"/>
                  <a:pt x="751774" y="671351"/>
                </a:cubicBezTo>
                <a:cubicBezTo>
                  <a:pt x="735005" y="671351"/>
                  <a:pt x="721411" y="657757"/>
                  <a:pt x="721411" y="640988"/>
                </a:cubicBezTo>
                <a:cubicBezTo>
                  <a:pt x="721411" y="624218"/>
                  <a:pt x="735005" y="610624"/>
                  <a:pt x="751774" y="610624"/>
                </a:cubicBezTo>
                <a:close/>
                <a:moveTo>
                  <a:pt x="679220" y="610624"/>
                </a:moveTo>
                <a:cubicBezTo>
                  <a:pt x="695989" y="610624"/>
                  <a:pt x="709583" y="624218"/>
                  <a:pt x="709583" y="640988"/>
                </a:cubicBezTo>
                <a:cubicBezTo>
                  <a:pt x="709583" y="657757"/>
                  <a:pt x="695989" y="671351"/>
                  <a:pt x="679220" y="671351"/>
                </a:cubicBezTo>
                <a:cubicBezTo>
                  <a:pt x="662450" y="671351"/>
                  <a:pt x="648856" y="657757"/>
                  <a:pt x="648856" y="640988"/>
                </a:cubicBezTo>
                <a:cubicBezTo>
                  <a:pt x="648856" y="624218"/>
                  <a:pt x="662450" y="610624"/>
                  <a:pt x="679220" y="610624"/>
                </a:cubicBezTo>
                <a:close/>
                <a:moveTo>
                  <a:pt x="606665" y="610624"/>
                </a:moveTo>
                <a:cubicBezTo>
                  <a:pt x="623435" y="610624"/>
                  <a:pt x="637029" y="624218"/>
                  <a:pt x="637029" y="640988"/>
                </a:cubicBezTo>
                <a:cubicBezTo>
                  <a:pt x="637029" y="657757"/>
                  <a:pt x="623435" y="671351"/>
                  <a:pt x="606665" y="671351"/>
                </a:cubicBezTo>
                <a:cubicBezTo>
                  <a:pt x="589896" y="671351"/>
                  <a:pt x="576302" y="657757"/>
                  <a:pt x="576302" y="640988"/>
                </a:cubicBezTo>
                <a:cubicBezTo>
                  <a:pt x="576302" y="624218"/>
                  <a:pt x="589896" y="610624"/>
                  <a:pt x="606665" y="610624"/>
                </a:cubicBezTo>
                <a:close/>
                <a:moveTo>
                  <a:pt x="534111" y="610624"/>
                </a:moveTo>
                <a:cubicBezTo>
                  <a:pt x="550880" y="610624"/>
                  <a:pt x="564474" y="624218"/>
                  <a:pt x="564474" y="640988"/>
                </a:cubicBezTo>
                <a:cubicBezTo>
                  <a:pt x="564474" y="657757"/>
                  <a:pt x="550880" y="671351"/>
                  <a:pt x="534111" y="671351"/>
                </a:cubicBezTo>
                <a:cubicBezTo>
                  <a:pt x="517341" y="671351"/>
                  <a:pt x="503747" y="657757"/>
                  <a:pt x="503747" y="640988"/>
                </a:cubicBezTo>
                <a:cubicBezTo>
                  <a:pt x="503747" y="624218"/>
                  <a:pt x="517341" y="610624"/>
                  <a:pt x="534111" y="610624"/>
                </a:cubicBezTo>
                <a:close/>
                <a:moveTo>
                  <a:pt x="461556" y="610624"/>
                </a:moveTo>
                <a:cubicBezTo>
                  <a:pt x="478326" y="610624"/>
                  <a:pt x="491920" y="624218"/>
                  <a:pt x="491920" y="640988"/>
                </a:cubicBezTo>
                <a:cubicBezTo>
                  <a:pt x="491920" y="657757"/>
                  <a:pt x="478326" y="671351"/>
                  <a:pt x="461556" y="671351"/>
                </a:cubicBezTo>
                <a:cubicBezTo>
                  <a:pt x="444787" y="671351"/>
                  <a:pt x="431192" y="657757"/>
                  <a:pt x="431192" y="640988"/>
                </a:cubicBezTo>
                <a:cubicBezTo>
                  <a:pt x="431192" y="624218"/>
                  <a:pt x="444787" y="610624"/>
                  <a:pt x="461556" y="610624"/>
                </a:cubicBezTo>
                <a:close/>
                <a:moveTo>
                  <a:pt x="389002" y="610624"/>
                </a:moveTo>
                <a:cubicBezTo>
                  <a:pt x="405771" y="610624"/>
                  <a:pt x="419365" y="624218"/>
                  <a:pt x="419365" y="640988"/>
                </a:cubicBezTo>
                <a:cubicBezTo>
                  <a:pt x="419365" y="657757"/>
                  <a:pt x="405771" y="671351"/>
                  <a:pt x="389002" y="671351"/>
                </a:cubicBezTo>
                <a:cubicBezTo>
                  <a:pt x="372232" y="671351"/>
                  <a:pt x="358638" y="657757"/>
                  <a:pt x="358638" y="640988"/>
                </a:cubicBezTo>
                <a:cubicBezTo>
                  <a:pt x="358638" y="624218"/>
                  <a:pt x="372232" y="610624"/>
                  <a:pt x="389002" y="610624"/>
                </a:cubicBezTo>
                <a:close/>
                <a:moveTo>
                  <a:pt x="316447" y="610624"/>
                </a:moveTo>
                <a:cubicBezTo>
                  <a:pt x="333216" y="610624"/>
                  <a:pt x="346810" y="624218"/>
                  <a:pt x="346810" y="640988"/>
                </a:cubicBezTo>
                <a:cubicBezTo>
                  <a:pt x="346810" y="657757"/>
                  <a:pt x="333216" y="671351"/>
                  <a:pt x="316447" y="671351"/>
                </a:cubicBezTo>
                <a:cubicBezTo>
                  <a:pt x="299677" y="671351"/>
                  <a:pt x="286084" y="657757"/>
                  <a:pt x="286084" y="640988"/>
                </a:cubicBezTo>
                <a:cubicBezTo>
                  <a:pt x="286084" y="624218"/>
                  <a:pt x="299677" y="610624"/>
                  <a:pt x="316447" y="610624"/>
                </a:cubicBezTo>
                <a:close/>
                <a:moveTo>
                  <a:pt x="243892" y="610624"/>
                </a:moveTo>
                <a:cubicBezTo>
                  <a:pt x="260662" y="610624"/>
                  <a:pt x="274256" y="624218"/>
                  <a:pt x="274256" y="640988"/>
                </a:cubicBezTo>
                <a:cubicBezTo>
                  <a:pt x="274256" y="657757"/>
                  <a:pt x="260662" y="671351"/>
                  <a:pt x="243892" y="671351"/>
                </a:cubicBezTo>
                <a:cubicBezTo>
                  <a:pt x="227123" y="671351"/>
                  <a:pt x="213529" y="657757"/>
                  <a:pt x="213529" y="640988"/>
                </a:cubicBezTo>
                <a:cubicBezTo>
                  <a:pt x="213529" y="624218"/>
                  <a:pt x="227123" y="610624"/>
                  <a:pt x="243892" y="610624"/>
                </a:cubicBezTo>
                <a:close/>
                <a:moveTo>
                  <a:pt x="171339" y="610624"/>
                </a:moveTo>
                <a:cubicBezTo>
                  <a:pt x="188107" y="610624"/>
                  <a:pt x="201701" y="624218"/>
                  <a:pt x="201701" y="640988"/>
                </a:cubicBezTo>
                <a:cubicBezTo>
                  <a:pt x="201701" y="657757"/>
                  <a:pt x="188107" y="671351"/>
                  <a:pt x="171339" y="671351"/>
                </a:cubicBezTo>
                <a:cubicBezTo>
                  <a:pt x="154667" y="671351"/>
                  <a:pt x="141073" y="657757"/>
                  <a:pt x="141073" y="640988"/>
                </a:cubicBezTo>
                <a:cubicBezTo>
                  <a:pt x="141073" y="624218"/>
                  <a:pt x="154667" y="610624"/>
                  <a:pt x="171339" y="610624"/>
                </a:cubicBezTo>
                <a:close/>
                <a:moveTo>
                  <a:pt x="98897" y="610624"/>
                </a:moveTo>
                <a:cubicBezTo>
                  <a:pt x="115658" y="610624"/>
                  <a:pt x="129252" y="624218"/>
                  <a:pt x="129252" y="640988"/>
                </a:cubicBezTo>
                <a:cubicBezTo>
                  <a:pt x="129252" y="657757"/>
                  <a:pt x="115658" y="671351"/>
                  <a:pt x="98897" y="671351"/>
                </a:cubicBezTo>
                <a:cubicBezTo>
                  <a:pt x="82124" y="671351"/>
                  <a:pt x="68530" y="657757"/>
                  <a:pt x="68530" y="640988"/>
                </a:cubicBezTo>
                <a:cubicBezTo>
                  <a:pt x="68530" y="624218"/>
                  <a:pt x="82124" y="610624"/>
                  <a:pt x="98897" y="610624"/>
                </a:cubicBezTo>
                <a:close/>
                <a:moveTo>
                  <a:pt x="26342" y="610624"/>
                </a:moveTo>
                <a:cubicBezTo>
                  <a:pt x="43106" y="610624"/>
                  <a:pt x="56701" y="624218"/>
                  <a:pt x="56701" y="640988"/>
                </a:cubicBezTo>
                <a:cubicBezTo>
                  <a:pt x="56701" y="657757"/>
                  <a:pt x="43106" y="671351"/>
                  <a:pt x="26342" y="671351"/>
                </a:cubicBezTo>
                <a:cubicBezTo>
                  <a:pt x="17956" y="671351"/>
                  <a:pt x="10365" y="667953"/>
                  <a:pt x="4871" y="662458"/>
                </a:cubicBezTo>
                <a:lnTo>
                  <a:pt x="0" y="650698"/>
                </a:lnTo>
                <a:lnTo>
                  <a:pt x="0" y="631277"/>
                </a:lnTo>
                <a:lnTo>
                  <a:pt x="4871" y="619517"/>
                </a:lnTo>
                <a:cubicBezTo>
                  <a:pt x="10365" y="614023"/>
                  <a:pt x="17956" y="610624"/>
                  <a:pt x="26342" y="610624"/>
                </a:cubicBezTo>
                <a:close/>
                <a:moveTo>
                  <a:pt x="1669096" y="549730"/>
                </a:moveTo>
                <a:lnTo>
                  <a:pt x="1668124" y="568994"/>
                </a:lnTo>
                <a:lnTo>
                  <a:pt x="1664620" y="560536"/>
                </a:lnTo>
                <a:close/>
                <a:moveTo>
                  <a:pt x="1622429" y="530173"/>
                </a:moveTo>
                <a:cubicBezTo>
                  <a:pt x="1639199" y="530173"/>
                  <a:pt x="1652792" y="543767"/>
                  <a:pt x="1652792" y="560536"/>
                </a:cubicBezTo>
                <a:cubicBezTo>
                  <a:pt x="1652792" y="577306"/>
                  <a:pt x="1639199" y="590900"/>
                  <a:pt x="1622429" y="590900"/>
                </a:cubicBezTo>
                <a:cubicBezTo>
                  <a:pt x="1605659" y="590900"/>
                  <a:pt x="1592066" y="577306"/>
                  <a:pt x="1592066" y="560536"/>
                </a:cubicBezTo>
                <a:cubicBezTo>
                  <a:pt x="1592066" y="543767"/>
                  <a:pt x="1605659" y="530173"/>
                  <a:pt x="1622429" y="530173"/>
                </a:cubicBezTo>
                <a:close/>
                <a:moveTo>
                  <a:pt x="1549874" y="530173"/>
                </a:moveTo>
                <a:cubicBezTo>
                  <a:pt x="1566644" y="530173"/>
                  <a:pt x="1580238" y="543767"/>
                  <a:pt x="1580238" y="560536"/>
                </a:cubicBezTo>
                <a:cubicBezTo>
                  <a:pt x="1580238" y="577306"/>
                  <a:pt x="1566644" y="590900"/>
                  <a:pt x="1549874" y="590900"/>
                </a:cubicBezTo>
                <a:cubicBezTo>
                  <a:pt x="1533105" y="590900"/>
                  <a:pt x="1519511" y="577306"/>
                  <a:pt x="1519511" y="560536"/>
                </a:cubicBezTo>
                <a:cubicBezTo>
                  <a:pt x="1519511" y="543767"/>
                  <a:pt x="1533105" y="530173"/>
                  <a:pt x="1549874" y="530173"/>
                </a:cubicBezTo>
                <a:close/>
                <a:moveTo>
                  <a:pt x="1477320" y="530173"/>
                </a:moveTo>
                <a:cubicBezTo>
                  <a:pt x="1494089" y="530173"/>
                  <a:pt x="1507683" y="543767"/>
                  <a:pt x="1507683" y="560536"/>
                </a:cubicBezTo>
                <a:cubicBezTo>
                  <a:pt x="1507683" y="577306"/>
                  <a:pt x="1494089" y="590900"/>
                  <a:pt x="1477320" y="590900"/>
                </a:cubicBezTo>
                <a:cubicBezTo>
                  <a:pt x="1460550" y="590900"/>
                  <a:pt x="1446956" y="577306"/>
                  <a:pt x="1446956" y="560536"/>
                </a:cubicBezTo>
                <a:cubicBezTo>
                  <a:pt x="1446956" y="543767"/>
                  <a:pt x="1460550" y="530173"/>
                  <a:pt x="1477320" y="530173"/>
                </a:cubicBezTo>
                <a:close/>
                <a:moveTo>
                  <a:pt x="1404765" y="530173"/>
                </a:moveTo>
                <a:cubicBezTo>
                  <a:pt x="1421535" y="530173"/>
                  <a:pt x="1435129" y="543767"/>
                  <a:pt x="1435129" y="560536"/>
                </a:cubicBezTo>
                <a:cubicBezTo>
                  <a:pt x="1435129" y="577306"/>
                  <a:pt x="1421535" y="590900"/>
                  <a:pt x="1404765" y="590900"/>
                </a:cubicBezTo>
                <a:cubicBezTo>
                  <a:pt x="1387996" y="590900"/>
                  <a:pt x="1374402" y="577306"/>
                  <a:pt x="1374402" y="560536"/>
                </a:cubicBezTo>
                <a:cubicBezTo>
                  <a:pt x="1374402" y="543767"/>
                  <a:pt x="1387996" y="530173"/>
                  <a:pt x="1404765" y="530173"/>
                </a:cubicBezTo>
                <a:close/>
                <a:moveTo>
                  <a:pt x="1332211" y="530173"/>
                </a:moveTo>
                <a:cubicBezTo>
                  <a:pt x="1348980" y="530173"/>
                  <a:pt x="1362574" y="543767"/>
                  <a:pt x="1362574" y="560536"/>
                </a:cubicBezTo>
                <a:cubicBezTo>
                  <a:pt x="1362574" y="577306"/>
                  <a:pt x="1348980" y="590900"/>
                  <a:pt x="1332211" y="590900"/>
                </a:cubicBezTo>
                <a:cubicBezTo>
                  <a:pt x="1315441" y="590900"/>
                  <a:pt x="1301847" y="577306"/>
                  <a:pt x="1301847" y="560536"/>
                </a:cubicBezTo>
                <a:cubicBezTo>
                  <a:pt x="1301847" y="543767"/>
                  <a:pt x="1315441" y="530173"/>
                  <a:pt x="1332211" y="530173"/>
                </a:cubicBezTo>
                <a:close/>
                <a:moveTo>
                  <a:pt x="1259656" y="530173"/>
                </a:moveTo>
                <a:cubicBezTo>
                  <a:pt x="1276426" y="530173"/>
                  <a:pt x="1290020" y="543767"/>
                  <a:pt x="1290020" y="560536"/>
                </a:cubicBezTo>
                <a:cubicBezTo>
                  <a:pt x="1290020" y="577306"/>
                  <a:pt x="1276426" y="590900"/>
                  <a:pt x="1259656" y="590900"/>
                </a:cubicBezTo>
                <a:cubicBezTo>
                  <a:pt x="1242887" y="590900"/>
                  <a:pt x="1229293" y="577306"/>
                  <a:pt x="1229293" y="560536"/>
                </a:cubicBezTo>
                <a:cubicBezTo>
                  <a:pt x="1229293" y="543767"/>
                  <a:pt x="1242887" y="530173"/>
                  <a:pt x="1259656" y="530173"/>
                </a:cubicBezTo>
                <a:close/>
                <a:moveTo>
                  <a:pt x="1187102" y="530173"/>
                </a:moveTo>
                <a:cubicBezTo>
                  <a:pt x="1203871" y="530173"/>
                  <a:pt x="1217465" y="543767"/>
                  <a:pt x="1217465" y="560536"/>
                </a:cubicBezTo>
                <a:cubicBezTo>
                  <a:pt x="1217465" y="577306"/>
                  <a:pt x="1203871" y="590900"/>
                  <a:pt x="1187102" y="590900"/>
                </a:cubicBezTo>
                <a:cubicBezTo>
                  <a:pt x="1170332" y="590900"/>
                  <a:pt x="1156738" y="577306"/>
                  <a:pt x="1156738" y="560536"/>
                </a:cubicBezTo>
                <a:cubicBezTo>
                  <a:pt x="1156738" y="543767"/>
                  <a:pt x="1170332" y="530173"/>
                  <a:pt x="1187102" y="530173"/>
                </a:cubicBezTo>
                <a:close/>
                <a:moveTo>
                  <a:pt x="1114547" y="530173"/>
                </a:moveTo>
                <a:cubicBezTo>
                  <a:pt x="1131317" y="530173"/>
                  <a:pt x="1144911" y="543767"/>
                  <a:pt x="1144911" y="560536"/>
                </a:cubicBezTo>
                <a:cubicBezTo>
                  <a:pt x="1144911" y="577306"/>
                  <a:pt x="1131317" y="590900"/>
                  <a:pt x="1114547" y="590900"/>
                </a:cubicBezTo>
                <a:cubicBezTo>
                  <a:pt x="1097778" y="590900"/>
                  <a:pt x="1084184" y="577306"/>
                  <a:pt x="1084184" y="560536"/>
                </a:cubicBezTo>
                <a:cubicBezTo>
                  <a:pt x="1084184" y="543767"/>
                  <a:pt x="1097778" y="530173"/>
                  <a:pt x="1114547" y="530173"/>
                </a:cubicBezTo>
                <a:close/>
                <a:moveTo>
                  <a:pt x="1041993" y="530173"/>
                </a:moveTo>
                <a:cubicBezTo>
                  <a:pt x="1058762" y="530173"/>
                  <a:pt x="1072356" y="543767"/>
                  <a:pt x="1072356" y="560536"/>
                </a:cubicBezTo>
                <a:cubicBezTo>
                  <a:pt x="1072356" y="577306"/>
                  <a:pt x="1058762" y="590900"/>
                  <a:pt x="1041993" y="590900"/>
                </a:cubicBezTo>
                <a:cubicBezTo>
                  <a:pt x="1025223" y="590900"/>
                  <a:pt x="1011629" y="577306"/>
                  <a:pt x="1011629" y="560536"/>
                </a:cubicBezTo>
                <a:cubicBezTo>
                  <a:pt x="1011629" y="543767"/>
                  <a:pt x="1025223" y="530173"/>
                  <a:pt x="1041993" y="530173"/>
                </a:cubicBezTo>
                <a:close/>
                <a:moveTo>
                  <a:pt x="969438" y="530173"/>
                </a:moveTo>
                <a:cubicBezTo>
                  <a:pt x="986208" y="530173"/>
                  <a:pt x="999801" y="543767"/>
                  <a:pt x="999801" y="560536"/>
                </a:cubicBezTo>
                <a:cubicBezTo>
                  <a:pt x="999801" y="577306"/>
                  <a:pt x="986208" y="590900"/>
                  <a:pt x="969438" y="590900"/>
                </a:cubicBezTo>
                <a:cubicBezTo>
                  <a:pt x="952669" y="590900"/>
                  <a:pt x="939075" y="577306"/>
                  <a:pt x="939075" y="560536"/>
                </a:cubicBezTo>
                <a:cubicBezTo>
                  <a:pt x="939075" y="543767"/>
                  <a:pt x="952669" y="530173"/>
                  <a:pt x="969438" y="530173"/>
                </a:cubicBezTo>
                <a:close/>
                <a:moveTo>
                  <a:pt x="896883" y="530173"/>
                </a:moveTo>
                <a:cubicBezTo>
                  <a:pt x="913653" y="530173"/>
                  <a:pt x="927247" y="543767"/>
                  <a:pt x="927247" y="560536"/>
                </a:cubicBezTo>
                <a:cubicBezTo>
                  <a:pt x="927247" y="577306"/>
                  <a:pt x="913653" y="590900"/>
                  <a:pt x="896883" y="590900"/>
                </a:cubicBezTo>
                <a:cubicBezTo>
                  <a:pt x="880114" y="590900"/>
                  <a:pt x="866520" y="577306"/>
                  <a:pt x="866520" y="560536"/>
                </a:cubicBezTo>
                <a:cubicBezTo>
                  <a:pt x="866520" y="543767"/>
                  <a:pt x="880114" y="530173"/>
                  <a:pt x="896883" y="530173"/>
                </a:cubicBezTo>
                <a:close/>
                <a:moveTo>
                  <a:pt x="824329" y="530173"/>
                </a:moveTo>
                <a:cubicBezTo>
                  <a:pt x="841098" y="530173"/>
                  <a:pt x="854692" y="543767"/>
                  <a:pt x="854692" y="560536"/>
                </a:cubicBezTo>
                <a:cubicBezTo>
                  <a:pt x="854692" y="577306"/>
                  <a:pt x="841098" y="590900"/>
                  <a:pt x="824329" y="590900"/>
                </a:cubicBezTo>
                <a:cubicBezTo>
                  <a:pt x="807559" y="590900"/>
                  <a:pt x="793965" y="577306"/>
                  <a:pt x="793965" y="560536"/>
                </a:cubicBezTo>
                <a:cubicBezTo>
                  <a:pt x="793965" y="543767"/>
                  <a:pt x="807559" y="530173"/>
                  <a:pt x="824329" y="530173"/>
                </a:cubicBezTo>
                <a:close/>
                <a:moveTo>
                  <a:pt x="751774" y="530173"/>
                </a:moveTo>
                <a:cubicBezTo>
                  <a:pt x="768544" y="530173"/>
                  <a:pt x="782138" y="543767"/>
                  <a:pt x="782138" y="560536"/>
                </a:cubicBezTo>
                <a:cubicBezTo>
                  <a:pt x="782138" y="577306"/>
                  <a:pt x="768544" y="590900"/>
                  <a:pt x="751774" y="590900"/>
                </a:cubicBezTo>
                <a:cubicBezTo>
                  <a:pt x="735005" y="590900"/>
                  <a:pt x="721411" y="577306"/>
                  <a:pt x="721411" y="560536"/>
                </a:cubicBezTo>
                <a:cubicBezTo>
                  <a:pt x="721411" y="543767"/>
                  <a:pt x="735005" y="530173"/>
                  <a:pt x="751774" y="530173"/>
                </a:cubicBezTo>
                <a:close/>
                <a:moveTo>
                  <a:pt x="679220" y="530173"/>
                </a:moveTo>
                <a:cubicBezTo>
                  <a:pt x="695989" y="530173"/>
                  <a:pt x="709583" y="543767"/>
                  <a:pt x="709583" y="560536"/>
                </a:cubicBezTo>
                <a:cubicBezTo>
                  <a:pt x="709583" y="577306"/>
                  <a:pt x="695989" y="590900"/>
                  <a:pt x="679220" y="590900"/>
                </a:cubicBezTo>
                <a:cubicBezTo>
                  <a:pt x="662450" y="590900"/>
                  <a:pt x="648856" y="577306"/>
                  <a:pt x="648856" y="560536"/>
                </a:cubicBezTo>
                <a:cubicBezTo>
                  <a:pt x="648856" y="543767"/>
                  <a:pt x="662450" y="530173"/>
                  <a:pt x="679220" y="530173"/>
                </a:cubicBezTo>
                <a:close/>
                <a:moveTo>
                  <a:pt x="606665" y="530173"/>
                </a:moveTo>
                <a:cubicBezTo>
                  <a:pt x="623435" y="530173"/>
                  <a:pt x="637029" y="543767"/>
                  <a:pt x="637029" y="560536"/>
                </a:cubicBezTo>
                <a:cubicBezTo>
                  <a:pt x="637029" y="577306"/>
                  <a:pt x="623435" y="590900"/>
                  <a:pt x="606665" y="590900"/>
                </a:cubicBezTo>
                <a:cubicBezTo>
                  <a:pt x="589896" y="590900"/>
                  <a:pt x="576302" y="577306"/>
                  <a:pt x="576302" y="560536"/>
                </a:cubicBezTo>
                <a:cubicBezTo>
                  <a:pt x="576302" y="543767"/>
                  <a:pt x="589896" y="530173"/>
                  <a:pt x="606665" y="530173"/>
                </a:cubicBezTo>
                <a:close/>
                <a:moveTo>
                  <a:pt x="534111" y="530173"/>
                </a:moveTo>
                <a:cubicBezTo>
                  <a:pt x="550880" y="530173"/>
                  <a:pt x="564474" y="543767"/>
                  <a:pt x="564474" y="560536"/>
                </a:cubicBezTo>
                <a:cubicBezTo>
                  <a:pt x="564474" y="577306"/>
                  <a:pt x="550880" y="590900"/>
                  <a:pt x="534111" y="590900"/>
                </a:cubicBezTo>
                <a:cubicBezTo>
                  <a:pt x="517341" y="590900"/>
                  <a:pt x="503747" y="577306"/>
                  <a:pt x="503747" y="560536"/>
                </a:cubicBezTo>
                <a:cubicBezTo>
                  <a:pt x="503747" y="543767"/>
                  <a:pt x="517341" y="530173"/>
                  <a:pt x="534111" y="530173"/>
                </a:cubicBezTo>
                <a:close/>
                <a:moveTo>
                  <a:pt x="461556" y="530173"/>
                </a:moveTo>
                <a:cubicBezTo>
                  <a:pt x="478326" y="530173"/>
                  <a:pt x="491920" y="543767"/>
                  <a:pt x="491920" y="560536"/>
                </a:cubicBezTo>
                <a:cubicBezTo>
                  <a:pt x="491920" y="577306"/>
                  <a:pt x="478326" y="590900"/>
                  <a:pt x="461556" y="590900"/>
                </a:cubicBezTo>
                <a:cubicBezTo>
                  <a:pt x="444787" y="590900"/>
                  <a:pt x="431192" y="577306"/>
                  <a:pt x="431192" y="560536"/>
                </a:cubicBezTo>
                <a:cubicBezTo>
                  <a:pt x="431192" y="543767"/>
                  <a:pt x="444787" y="530173"/>
                  <a:pt x="461556" y="530173"/>
                </a:cubicBezTo>
                <a:close/>
                <a:moveTo>
                  <a:pt x="389002" y="530173"/>
                </a:moveTo>
                <a:cubicBezTo>
                  <a:pt x="405771" y="530173"/>
                  <a:pt x="419365" y="543767"/>
                  <a:pt x="419365" y="560536"/>
                </a:cubicBezTo>
                <a:cubicBezTo>
                  <a:pt x="419365" y="577306"/>
                  <a:pt x="405771" y="590900"/>
                  <a:pt x="389002" y="590900"/>
                </a:cubicBezTo>
                <a:cubicBezTo>
                  <a:pt x="372232" y="590900"/>
                  <a:pt x="358638" y="577306"/>
                  <a:pt x="358638" y="560536"/>
                </a:cubicBezTo>
                <a:cubicBezTo>
                  <a:pt x="358638" y="543767"/>
                  <a:pt x="372232" y="530173"/>
                  <a:pt x="389002" y="530173"/>
                </a:cubicBezTo>
                <a:close/>
                <a:moveTo>
                  <a:pt x="316447" y="530173"/>
                </a:moveTo>
                <a:cubicBezTo>
                  <a:pt x="333216" y="530173"/>
                  <a:pt x="346810" y="543767"/>
                  <a:pt x="346810" y="560536"/>
                </a:cubicBezTo>
                <a:cubicBezTo>
                  <a:pt x="346810" y="577306"/>
                  <a:pt x="333216" y="590900"/>
                  <a:pt x="316447" y="590900"/>
                </a:cubicBezTo>
                <a:cubicBezTo>
                  <a:pt x="299677" y="590900"/>
                  <a:pt x="286084" y="577306"/>
                  <a:pt x="286084" y="560536"/>
                </a:cubicBezTo>
                <a:cubicBezTo>
                  <a:pt x="286084" y="543767"/>
                  <a:pt x="299677" y="530173"/>
                  <a:pt x="316447" y="530173"/>
                </a:cubicBezTo>
                <a:close/>
                <a:moveTo>
                  <a:pt x="243892" y="530173"/>
                </a:moveTo>
                <a:cubicBezTo>
                  <a:pt x="260662" y="530173"/>
                  <a:pt x="274256" y="543767"/>
                  <a:pt x="274256" y="560536"/>
                </a:cubicBezTo>
                <a:cubicBezTo>
                  <a:pt x="274256" y="577306"/>
                  <a:pt x="260662" y="590900"/>
                  <a:pt x="243892" y="590900"/>
                </a:cubicBezTo>
                <a:cubicBezTo>
                  <a:pt x="227123" y="590900"/>
                  <a:pt x="213529" y="577306"/>
                  <a:pt x="213529" y="560536"/>
                </a:cubicBezTo>
                <a:cubicBezTo>
                  <a:pt x="213529" y="543767"/>
                  <a:pt x="227123" y="530173"/>
                  <a:pt x="243892" y="530173"/>
                </a:cubicBezTo>
                <a:close/>
                <a:moveTo>
                  <a:pt x="171339" y="530173"/>
                </a:moveTo>
                <a:cubicBezTo>
                  <a:pt x="188107" y="530173"/>
                  <a:pt x="201701" y="543767"/>
                  <a:pt x="201701" y="560536"/>
                </a:cubicBezTo>
                <a:cubicBezTo>
                  <a:pt x="201701" y="577306"/>
                  <a:pt x="188107" y="590900"/>
                  <a:pt x="171339" y="590900"/>
                </a:cubicBezTo>
                <a:cubicBezTo>
                  <a:pt x="154673" y="590900"/>
                  <a:pt x="141079" y="577306"/>
                  <a:pt x="141079" y="560536"/>
                </a:cubicBezTo>
                <a:cubicBezTo>
                  <a:pt x="141079" y="543767"/>
                  <a:pt x="154673" y="530173"/>
                  <a:pt x="171339" y="530173"/>
                </a:cubicBezTo>
                <a:close/>
                <a:moveTo>
                  <a:pt x="98904" y="530173"/>
                </a:moveTo>
                <a:cubicBezTo>
                  <a:pt x="115664" y="530173"/>
                  <a:pt x="129258" y="543767"/>
                  <a:pt x="129258" y="560536"/>
                </a:cubicBezTo>
                <a:cubicBezTo>
                  <a:pt x="129258" y="577306"/>
                  <a:pt x="115664" y="590900"/>
                  <a:pt x="98904" y="590900"/>
                </a:cubicBezTo>
                <a:cubicBezTo>
                  <a:pt x="82130" y="590900"/>
                  <a:pt x="68536" y="577306"/>
                  <a:pt x="68536" y="560536"/>
                </a:cubicBezTo>
                <a:cubicBezTo>
                  <a:pt x="68536" y="543767"/>
                  <a:pt x="82130" y="530173"/>
                  <a:pt x="98904" y="530173"/>
                </a:cubicBezTo>
                <a:close/>
                <a:moveTo>
                  <a:pt x="26349" y="530173"/>
                </a:moveTo>
                <a:cubicBezTo>
                  <a:pt x="43112" y="530173"/>
                  <a:pt x="56707" y="543767"/>
                  <a:pt x="56707" y="560536"/>
                </a:cubicBezTo>
                <a:cubicBezTo>
                  <a:pt x="56707" y="577306"/>
                  <a:pt x="43112" y="590900"/>
                  <a:pt x="26349" y="590900"/>
                </a:cubicBezTo>
                <a:cubicBezTo>
                  <a:pt x="17963" y="590900"/>
                  <a:pt x="10372" y="587502"/>
                  <a:pt x="4877" y="582007"/>
                </a:cubicBezTo>
                <a:lnTo>
                  <a:pt x="0" y="570232"/>
                </a:lnTo>
                <a:lnTo>
                  <a:pt x="0" y="550840"/>
                </a:lnTo>
                <a:lnTo>
                  <a:pt x="4877" y="539066"/>
                </a:lnTo>
                <a:cubicBezTo>
                  <a:pt x="10372" y="533572"/>
                  <a:pt x="17963" y="530173"/>
                  <a:pt x="26349" y="530173"/>
                </a:cubicBezTo>
                <a:close/>
                <a:moveTo>
                  <a:pt x="1673704" y="458486"/>
                </a:moveTo>
                <a:lnTo>
                  <a:pt x="1671744" y="497284"/>
                </a:lnTo>
                <a:lnTo>
                  <a:pt x="1664620" y="480084"/>
                </a:lnTo>
                <a:cubicBezTo>
                  <a:pt x="1664620" y="471700"/>
                  <a:pt x="1668019" y="464109"/>
                  <a:pt x="1673514" y="458614"/>
                </a:cubicBezTo>
                <a:close/>
                <a:moveTo>
                  <a:pt x="1622429" y="449721"/>
                </a:moveTo>
                <a:cubicBezTo>
                  <a:pt x="1639199" y="449721"/>
                  <a:pt x="1652792" y="463315"/>
                  <a:pt x="1652792" y="480084"/>
                </a:cubicBezTo>
                <a:cubicBezTo>
                  <a:pt x="1652792" y="496854"/>
                  <a:pt x="1639199" y="510448"/>
                  <a:pt x="1622429" y="510448"/>
                </a:cubicBezTo>
                <a:cubicBezTo>
                  <a:pt x="1605659" y="510448"/>
                  <a:pt x="1592066" y="496854"/>
                  <a:pt x="1592066" y="480084"/>
                </a:cubicBezTo>
                <a:cubicBezTo>
                  <a:pt x="1592066" y="463315"/>
                  <a:pt x="1605659" y="449721"/>
                  <a:pt x="1622429" y="449721"/>
                </a:cubicBezTo>
                <a:close/>
                <a:moveTo>
                  <a:pt x="1549874" y="449721"/>
                </a:moveTo>
                <a:cubicBezTo>
                  <a:pt x="1566644" y="449721"/>
                  <a:pt x="1580238" y="463315"/>
                  <a:pt x="1580238" y="480084"/>
                </a:cubicBezTo>
                <a:cubicBezTo>
                  <a:pt x="1580238" y="496854"/>
                  <a:pt x="1566644" y="510448"/>
                  <a:pt x="1549874" y="510448"/>
                </a:cubicBezTo>
                <a:cubicBezTo>
                  <a:pt x="1533105" y="510448"/>
                  <a:pt x="1519511" y="496854"/>
                  <a:pt x="1519511" y="480084"/>
                </a:cubicBezTo>
                <a:cubicBezTo>
                  <a:pt x="1519511" y="463315"/>
                  <a:pt x="1533105" y="449721"/>
                  <a:pt x="1549874" y="449721"/>
                </a:cubicBezTo>
                <a:close/>
                <a:moveTo>
                  <a:pt x="1477320" y="449721"/>
                </a:moveTo>
                <a:cubicBezTo>
                  <a:pt x="1494089" y="449721"/>
                  <a:pt x="1507683" y="463315"/>
                  <a:pt x="1507683" y="480084"/>
                </a:cubicBezTo>
                <a:cubicBezTo>
                  <a:pt x="1507683" y="496854"/>
                  <a:pt x="1494089" y="510448"/>
                  <a:pt x="1477320" y="510448"/>
                </a:cubicBezTo>
                <a:cubicBezTo>
                  <a:pt x="1460550" y="510448"/>
                  <a:pt x="1446956" y="496854"/>
                  <a:pt x="1446956" y="480084"/>
                </a:cubicBezTo>
                <a:cubicBezTo>
                  <a:pt x="1446956" y="463315"/>
                  <a:pt x="1460550" y="449721"/>
                  <a:pt x="1477320" y="449721"/>
                </a:cubicBezTo>
                <a:close/>
                <a:moveTo>
                  <a:pt x="1404765" y="449721"/>
                </a:moveTo>
                <a:cubicBezTo>
                  <a:pt x="1421535" y="449721"/>
                  <a:pt x="1435129" y="463315"/>
                  <a:pt x="1435129" y="480084"/>
                </a:cubicBezTo>
                <a:cubicBezTo>
                  <a:pt x="1435129" y="496854"/>
                  <a:pt x="1421535" y="510448"/>
                  <a:pt x="1404765" y="510448"/>
                </a:cubicBezTo>
                <a:cubicBezTo>
                  <a:pt x="1387996" y="510448"/>
                  <a:pt x="1374402" y="496854"/>
                  <a:pt x="1374402" y="480084"/>
                </a:cubicBezTo>
                <a:cubicBezTo>
                  <a:pt x="1374402" y="463315"/>
                  <a:pt x="1387996" y="449721"/>
                  <a:pt x="1404765" y="449721"/>
                </a:cubicBezTo>
                <a:close/>
                <a:moveTo>
                  <a:pt x="1332211" y="449721"/>
                </a:moveTo>
                <a:cubicBezTo>
                  <a:pt x="1348980" y="449721"/>
                  <a:pt x="1362574" y="463315"/>
                  <a:pt x="1362574" y="480084"/>
                </a:cubicBezTo>
                <a:cubicBezTo>
                  <a:pt x="1362574" y="496854"/>
                  <a:pt x="1348980" y="510448"/>
                  <a:pt x="1332211" y="510448"/>
                </a:cubicBezTo>
                <a:cubicBezTo>
                  <a:pt x="1315441" y="510448"/>
                  <a:pt x="1301847" y="496854"/>
                  <a:pt x="1301847" y="480084"/>
                </a:cubicBezTo>
                <a:cubicBezTo>
                  <a:pt x="1301847" y="463315"/>
                  <a:pt x="1315441" y="449721"/>
                  <a:pt x="1332211" y="449721"/>
                </a:cubicBezTo>
                <a:close/>
                <a:moveTo>
                  <a:pt x="1259656" y="449721"/>
                </a:moveTo>
                <a:cubicBezTo>
                  <a:pt x="1276426" y="449721"/>
                  <a:pt x="1290020" y="463315"/>
                  <a:pt x="1290020" y="480084"/>
                </a:cubicBezTo>
                <a:cubicBezTo>
                  <a:pt x="1290020" y="496854"/>
                  <a:pt x="1276426" y="510448"/>
                  <a:pt x="1259656" y="510448"/>
                </a:cubicBezTo>
                <a:cubicBezTo>
                  <a:pt x="1242887" y="510448"/>
                  <a:pt x="1229293" y="496854"/>
                  <a:pt x="1229293" y="480084"/>
                </a:cubicBezTo>
                <a:cubicBezTo>
                  <a:pt x="1229293" y="463315"/>
                  <a:pt x="1242887" y="449721"/>
                  <a:pt x="1259656" y="449721"/>
                </a:cubicBezTo>
                <a:close/>
                <a:moveTo>
                  <a:pt x="1187102" y="449721"/>
                </a:moveTo>
                <a:cubicBezTo>
                  <a:pt x="1203871" y="449721"/>
                  <a:pt x="1217465" y="463315"/>
                  <a:pt x="1217465" y="480084"/>
                </a:cubicBezTo>
                <a:cubicBezTo>
                  <a:pt x="1217465" y="496854"/>
                  <a:pt x="1203871" y="510448"/>
                  <a:pt x="1187102" y="510448"/>
                </a:cubicBezTo>
                <a:cubicBezTo>
                  <a:pt x="1170332" y="510448"/>
                  <a:pt x="1156738" y="496854"/>
                  <a:pt x="1156738" y="480084"/>
                </a:cubicBezTo>
                <a:cubicBezTo>
                  <a:pt x="1156738" y="463315"/>
                  <a:pt x="1170332" y="449721"/>
                  <a:pt x="1187102" y="449721"/>
                </a:cubicBezTo>
                <a:close/>
                <a:moveTo>
                  <a:pt x="1114547" y="449721"/>
                </a:moveTo>
                <a:cubicBezTo>
                  <a:pt x="1131317" y="449721"/>
                  <a:pt x="1144911" y="463315"/>
                  <a:pt x="1144911" y="480084"/>
                </a:cubicBezTo>
                <a:cubicBezTo>
                  <a:pt x="1144911" y="496854"/>
                  <a:pt x="1131317" y="510448"/>
                  <a:pt x="1114547" y="510448"/>
                </a:cubicBezTo>
                <a:cubicBezTo>
                  <a:pt x="1097778" y="510448"/>
                  <a:pt x="1084184" y="496854"/>
                  <a:pt x="1084184" y="480084"/>
                </a:cubicBezTo>
                <a:cubicBezTo>
                  <a:pt x="1084184" y="463315"/>
                  <a:pt x="1097778" y="449721"/>
                  <a:pt x="1114547" y="449721"/>
                </a:cubicBezTo>
                <a:close/>
                <a:moveTo>
                  <a:pt x="1041993" y="449721"/>
                </a:moveTo>
                <a:cubicBezTo>
                  <a:pt x="1058762" y="449721"/>
                  <a:pt x="1072356" y="463315"/>
                  <a:pt x="1072356" y="480084"/>
                </a:cubicBezTo>
                <a:cubicBezTo>
                  <a:pt x="1072356" y="496854"/>
                  <a:pt x="1058762" y="510448"/>
                  <a:pt x="1041993" y="510448"/>
                </a:cubicBezTo>
                <a:cubicBezTo>
                  <a:pt x="1025223" y="510448"/>
                  <a:pt x="1011629" y="496854"/>
                  <a:pt x="1011629" y="480084"/>
                </a:cubicBezTo>
                <a:cubicBezTo>
                  <a:pt x="1011629" y="463315"/>
                  <a:pt x="1025223" y="449721"/>
                  <a:pt x="1041993" y="449721"/>
                </a:cubicBezTo>
                <a:close/>
                <a:moveTo>
                  <a:pt x="969438" y="449721"/>
                </a:moveTo>
                <a:cubicBezTo>
                  <a:pt x="986208" y="449721"/>
                  <a:pt x="999801" y="463315"/>
                  <a:pt x="999801" y="480084"/>
                </a:cubicBezTo>
                <a:cubicBezTo>
                  <a:pt x="999801" y="496854"/>
                  <a:pt x="986208" y="510448"/>
                  <a:pt x="969438" y="510448"/>
                </a:cubicBezTo>
                <a:cubicBezTo>
                  <a:pt x="952669" y="510448"/>
                  <a:pt x="939075" y="496854"/>
                  <a:pt x="939075" y="480084"/>
                </a:cubicBezTo>
                <a:cubicBezTo>
                  <a:pt x="939075" y="463315"/>
                  <a:pt x="952669" y="449721"/>
                  <a:pt x="969438" y="449721"/>
                </a:cubicBezTo>
                <a:close/>
                <a:moveTo>
                  <a:pt x="896883" y="449721"/>
                </a:moveTo>
                <a:cubicBezTo>
                  <a:pt x="913653" y="449721"/>
                  <a:pt x="927247" y="463315"/>
                  <a:pt x="927247" y="480084"/>
                </a:cubicBezTo>
                <a:cubicBezTo>
                  <a:pt x="927247" y="496854"/>
                  <a:pt x="913653" y="510448"/>
                  <a:pt x="896883" y="510448"/>
                </a:cubicBezTo>
                <a:cubicBezTo>
                  <a:pt x="880114" y="510448"/>
                  <a:pt x="866520" y="496854"/>
                  <a:pt x="866520" y="480084"/>
                </a:cubicBezTo>
                <a:cubicBezTo>
                  <a:pt x="866520" y="463315"/>
                  <a:pt x="880114" y="449721"/>
                  <a:pt x="896883" y="449721"/>
                </a:cubicBezTo>
                <a:close/>
                <a:moveTo>
                  <a:pt x="824329" y="449721"/>
                </a:moveTo>
                <a:cubicBezTo>
                  <a:pt x="841098" y="449721"/>
                  <a:pt x="854692" y="463315"/>
                  <a:pt x="854692" y="480084"/>
                </a:cubicBezTo>
                <a:cubicBezTo>
                  <a:pt x="854692" y="496854"/>
                  <a:pt x="841098" y="510448"/>
                  <a:pt x="824329" y="510448"/>
                </a:cubicBezTo>
                <a:cubicBezTo>
                  <a:pt x="807559" y="510448"/>
                  <a:pt x="793965" y="496854"/>
                  <a:pt x="793965" y="480084"/>
                </a:cubicBezTo>
                <a:cubicBezTo>
                  <a:pt x="793965" y="463315"/>
                  <a:pt x="807559" y="449721"/>
                  <a:pt x="824329" y="449721"/>
                </a:cubicBezTo>
                <a:close/>
                <a:moveTo>
                  <a:pt x="751774" y="449721"/>
                </a:moveTo>
                <a:cubicBezTo>
                  <a:pt x="768544" y="449721"/>
                  <a:pt x="782138" y="463315"/>
                  <a:pt x="782138" y="480084"/>
                </a:cubicBezTo>
                <a:cubicBezTo>
                  <a:pt x="782138" y="496854"/>
                  <a:pt x="768544" y="510448"/>
                  <a:pt x="751774" y="510448"/>
                </a:cubicBezTo>
                <a:cubicBezTo>
                  <a:pt x="735005" y="510448"/>
                  <a:pt x="721411" y="496854"/>
                  <a:pt x="721411" y="480084"/>
                </a:cubicBezTo>
                <a:cubicBezTo>
                  <a:pt x="721411" y="463315"/>
                  <a:pt x="735005" y="449721"/>
                  <a:pt x="751774" y="449721"/>
                </a:cubicBezTo>
                <a:close/>
                <a:moveTo>
                  <a:pt x="679220" y="449721"/>
                </a:moveTo>
                <a:cubicBezTo>
                  <a:pt x="695989" y="449721"/>
                  <a:pt x="709583" y="463315"/>
                  <a:pt x="709583" y="480084"/>
                </a:cubicBezTo>
                <a:cubicBezTo>
                  <a:pt x="709583" y="496854"/>
                  <a:pt x="695989" y="510448"/>
                  <a:pt x="679220" y="510448"/>
                </a:cubicBezTo>
                <a:cubicBezTo>
                  <a:pt x="662450" y="510448"/>
                  <a:pt x="648856" y="496854"/>
                  <a:pt x="648856" y="480084"/>
                </a:cubicBezTo>
                <a:cubicBezTo>
                  <a:pt x="648856" y="463315"/>
                  <a:pt x="662450" y="449721"/>
                  <a:pt x="679220" y="449721"/>
                </a:cubicBezTo>
                <a:close/>
                <a:moveTo>
                  <a:pt x="606665" y="449721"/>
                </a:moveTo>
                <a:cubicBezTo>
                  <a:pt x="623435" y="449721"/>
                  <a:pt x="637029" y="463315"/>
                  <a:pt x="637029" y="480084"/>
                </a:cubicBezTo>
                <a:cubicBezTo>
                  <a:pt x="637029" y="496854"/>
                  <a:pt x="623435" y="510448"/>
                  <a:pt x="606665" y="510448"/>
                </a:cubicBezTo>
                <a:cubicBezTo>
                  <a:pt x="589896" y="510448"/>
                  <a:pt x="576302" y="496854"/>
                  <a:pt x="576302" y="480084"/>
                </a:cubicBezTo>
                <a:cubicBezTo>
                  <a:pt x="576302" y="463315"/>
                  <a:pt x="589896" y="449721"/>
                  <a:pt x="606665" y="449721"/>
                </a:cubicBezTo>
                <a:close/>
                <a:moveTo>
                  <a:pt x="534111" y="449721"/>
                </a:moveTo>
                <a:cubicBezTo>
                  <a:pt x="550880" y="449721"/>
                  <a:pt x="564474" y="463315"/>
                  <a:pt x="564474" y="480084"/>
                </a:cubicBezTo>
                <a:cubicBezTo>
                  <a:pt x="564474" y="496854"/>
                  <a:pt x="550880" y="510448"/>
                  <a:pt x="534111" y="510448"/>
                </a:cubicBezTo>
                <a:cubicBezTo>
                  <a:pt x="517341" y="510448"/>
                  <a:pt x="503747" y="496854"/>
                  <a:pt x="503747" y="480084"/>
                </a:cubicBezTo>
                <a:cubicBezTo>
                  <a:pt x="503747" y="463315"/>
                  <a:pt x="517341" y="449721"/>
                  <a:pt x="534111" y="449721"/>
                </a:cubicBezTo>
                <a:close/>
                <a:moveTo>
                  <a:pt x="461556" y="449721"/>
                </a:moveTo>
                <a:cubicBezTo>
                  <a:pt x="478326" y="449721"/>
                  <a:pt x="491920" y="463315"/>
                  <a:pt x="491920" y="480084"/>
                </a:cubicBezTo>
                <a:cubicBezTo>
                  <a:pt x="491920" y="496854"/>
                  <a:pt x="478326" y="510448"/>
                  <a:pt x="461556" y="510448"/>
                </a:cubicBezTo>
                <a:cubicBezTo>
                  <a:pt x="444787" y="510448"/>
                  <a:pt x="431192" y="496854"/>
                  <a:pt x="431192" y="480084"/>
                </a:cubicBezTo>
                <a:cubicBezTo>
                  <a:pt x="431192" y="463315"/>
                  <a:pt x="444787" y="449721"/>
                  <a:pt x="461556" y="449721"/>
                </a:cubicBezTo>
                <a:close/>
                <a:moveTo>
                  <a:pt x="389002" y="449721"/>
                </a:moveTo>
                <a:cubicBezTo>
                  <a:pt x="405771" y="449721"/>
                  <a:pt x="419365" y="463315"/>
                  <a:pt x="419365" y="480084"/>
                </a:cubicBezTo>
                <a:cubicBezTo>
                  <a:pt x="419365" y="496854"/>
                  <a:pt x="405771" y="510448"/>
                  <a:pt x="389002" y="510448"/>
                </a:cubicBezTo>
                <a:cubicBezTo>
                  <a:pt x="372232" y="510448"/>
                  <a:pt x="358638" y="496854"/>
                  <a:pt x="358638" y="480084"/>
                </a:cubicBezTo>
                <a:cubicBezTo>
                  <a:pt x="358638" y="463315"/>
                  <a:pt x="372232" y="449721"/>
                  <a:pt x="389002" y="449721"/>
                </a:cubicBezTo>
                <a:close/>
                <a:moveTo>
                  <a:pt x="316447" y="449721"/>
                </a:moveTo>
                <a:cubicBezTo>
                  <a:pt x="333216" y="449721"/>
                  <a:pt x="346810" y="463315"/>
                  <a:pt x="346810" y="480084"/>
                </a:cubicBezTo>
                <a:cubicBezTo>
                  <a:pt x="346810" y="496854"/>
                  <a:pt x="333216" y="510448"/>
                  <a:pt x="316447" y="510448"/>
                </a:cubicBezTo>
                <a:cubicBezTo>
                  <a:pt x="299677" y="510448"/>
                  <a:pt x="286084" y="496854"/>
                  <a:pt x="286084" y="480084"/>
                </a:cubicBezTo>
                <a:cubicBezTo>
                  <a:pt x="286084" y="463315"/>
                  <a:pt x="299677" y="449721"/>
                  <a:pt x="316447" y="449721"/>
                </a:cubicBezTo>
                <a:close/>
                <a:moveTo>
                  <a:pt x="243892" y="449721"/>
                </a:moveTo>
                <a:cubicBezTo>
                  <a:pt x="260662" y="449721"/>
                  <a:pt x="274256" y="463315"/>
                  <a:pt x="274256" y="480084"/>
                </a:cubicBezTo>
                <a:cubicBezTo>
                  <a:pt x="274256" y="496854"/>
                  <a:pt x="260662" y="510448"/>
                  <a:pt x="243892" y="510448"/>
                </a:cubicBezTo>
                <a:cubicBezTo>
                  <a:pt x="227123" y="510448"/>
                  <a:pt x="213529" y="496854"/>
                  <a:pt x="213529" y="480084"/>
                </a:cubicBezTo>
                <a:cubicBezTo>
                  <a:pt x="213529" y="463315"/>
                  <a:pt x="227123" y="449721"/>
                  <a:pt x="243892" y="449721"/>
                </a:cubicBezTo>
                <a:close/>
                <a:moveTo>
                  <a:pt x="171339" y="449721"/>
                </a:moveTo>
                <a:cubicBezTo>
                  <a:pt x="188107" y="449721"/>
                  <a:pt x="201701" y="463315"/>
                  <a:pt x="201701" y="480084"/>
                </a:cubicBezTo>
                <a:cubicBezTo>
                  <a:pt x="201701" y="496854"/>
                  <a:pt x="188107" y="510448"/>
                  <a:pt x="171339" y="510448"/>
                </a:cubicBezTo>
                <a:cubicBezTo>
                  <a:pt x="154679" y="510448"/>
                  <a:pt x="141085" y="496854"/>
                  <a:pt x="141085" y="480084"/>
                </a:cubicBezTo>
                <a:cubicBezTo>
                  <a:pt x="141085" y="463315"/>
                  <a:pt x="154679" y="449721"/>
                  <a:pt x="171339" y="449721"/>
                </a:cubicBezTo>
                <a:close/>
                <a:moveTo>
                  <a:pt x="98910" y="449721"/>
                </a:moveTo>
                <a:cubicBezTo>
                  <a:pt x="115670" y="449721"/>
                  <a:pt x="129264" y="463315"/>
                  <a:pt x="129264" y="480084"/>
                </a:cubicBezTo>
                <a:cubicBezTo>
                  <a:pt x="129264" y="496854"/>
                  <a:pt x="115670" y="510448"/>
                  <a:pt x="98910" y="510448"/>
                </a:cubicBezTo>
                <a:cubicBezTo>
                  <a:pt x="82136" y="510448"/>
                  <a:pt x="68542" y="496854"/>
                  <a:pt x="68542" y="480084"/>
                </a:cubicBezTo>
                <a:cubicBezTo>
                  <a:pt x="68542" y="463315"/>
                  <a:pt x="82136" y="449721"/>
                  <a:pt x="98910" y="449721"/>
                </a:cubicBezTo>
                <a:close/>
                <a:moveTo>
                  <a:pt x="26355" y="449721"/>
                </a:moveTo>
                <a:cubicBezTo>
                  <a:pt x="43118" y="449721"/>
                  <a:pt x="56713" y="463315"/>
                  <a:pt x="56713" y="480084"/>
                </a:cubicBezTo>
                <a:cubicBezTo>
                  <a:pt x="56713" y="496854"/>
                  <a:pt x="43118" y="510448"/>
                  <a:pt x="26355" y="510448"/>
                </a:cubicBezTo>
                <a:cubicBezTo>
                  <a:pt x="17970" y="510448"/>
                  <a:pt x="10379" y="507050"/>
                  <a:pt x="4884" y="501555"/>
                </a:cubicBezTo>
                <a:lnTo>
                  <a:pt x="0" y="489763"/>
                </a:lnTo>
                <a:lnTo>
                  <a:pt x="0" y="470405"/>
                </a:lnTo>
                <a:lnTo>
                  <a:pt x="4884" y="458614"/>
                </a:lnTo>
                <a:cubicBezTo>
                  <a:pt x="10379" y="453120"/>
                  <a:pt x="17970" y="449721"/>
                  <a:pt x="26355" y="449721"/>
                </a:cubicBezTo>
                <a:close/>
                <a:moveTo>
                  <a:pt x="1673066" y="379245"/>
                </a:moveTo>
                <a:lnTo>
                  <a:pt x="1675237" y="422266"/>
                </a:lnTo>
                <a:lnTo>
                  <a:pt x="1673514" y="421103"/>
                </a:lnTo>
                <a:cubicBezTo>
                  <a:pt x="1668019" y="415609"/>
                  <a:pt x="1664620" y="408017"/>
                  <a:pt x="1664620" y="399633"/>
                </a:cubicBezTo>
                <a:close/>
                <a:moveTo>
                  <a:pt x="1622429" y="369269"/>
                </a:moveTo>
                <a:cubicBezTo>
                  <a:pt x="1639199" y="369269"/>
                  <a:pt x="1652792" y="382864"/>
                  <a:pt x="1652792" y="399633"/>
                </a:cubicBezTo>
                <a:cubicBezTo>
                  <a:pt x="1652792" y="416402"/>
                  <a:pt x="1639199" y="429997"/>
                  <a:pt x="1622429" y="429997"/>
                </a:cubicBezTo>
                <a:cubicBezTo>
                  <a:pt x="1605659" y="429997"/>
                  <a:pt x="1592066" y="416402"/>
                  <a:pt x="1592066" y="399633"/>
                </a:cubicBezTo>
                <a:cubicBezTo>
                  <a:pt x="1592066" y="382864"/>
                  <a:pt x="1605659" y="369269"/>
                  <a:pt x="1622429" y="369269"/>
                </a:cubicBezTo>
                <a:close/>
                <a:moveTo>
                  <a:pt x="1549874" y="369269"/>
                </a:moveTo>
                <a:cubicBezTo>
                  <a:pt x="1566644" y="369269"/>
                  <a:pt x="1580238" y="382864"/>
                  <a:pt x="1580238" y="399633"/>
                </a:cubicBezTo>
                <a:cubicBezTo>
                  <a:pt x="1580238" y="416402"/>
                  <a:pt x="1566644" y="429997"/>
                  <a:pt x="1549874" y="429997"/>
                </a:cubicBezTo>
                <a:cubicBezTo>
                  <a:pt x="1533105" y="429997"/>
                  <a:pt x="1519511" y="416402"/>
                  <a:pt x="1519511" y="399633"/>
                </a:cubicBezTo>
                <a:cubicBezTo>
                  <a:pt x="1519511" y="382864"/>
                  <a:pt x="1533105" y="369269"/>
                  <a:pt x="1549874" y="369269"/>
                </a:cubicBezTo>
                <a:close/>
                <a:moveTo>
                  <a:pt x="1477320" y="369269"/>
                </a:moveTo>
                <a:cubicBezTo>
                  <a:pt x="1494089" y="369269"/>
                  <a:pt x="1507683" y="382864"/>
                  <a:pt x="1507683" y="399633"/>
                </a:cubicBezTo>
                <a:cubicBezTo>
                  <a:pt x="1507683" y="416402"/>
                  <a:pt x="1494089" y="429997"/>
                  <a:pt x="1477320" y="429997"/>
                </a:cubicBezTo>
                <a:cubicBezTo>
                  <a:pt x="1460550" y="429997"/>
                  <a:pt x="1446956" y="416402"/>
                  <a:pt x="1446956" y="399633"/>
                </a:cubicBezTo>
                <a:cubicBezTo>
                  <a:pt x="1446956" y="382864"/>
                  <a:pt x="1460550" y="369269"/>
                  <a:pt x="1477320" y="369269"/>
                </a:cubicBezTo>
                <a:close/>
                <a:moveTo>
                  <a:pt x="1404765" y="369269"/>
                </a:moveTo>
                <a:cubicBezTo>
                  <a:pt x="1421535" y="369269"/>
                  <a:pt x="1435129" y="382864"/>
                  <a:pt x="1435129" y="399633"/>
                </a:cubicBezTo>
                <a:cubicBezTo>
                  <a:pt x="1435129" y="416402"/>
                  <a:pt x="1421535" y="429997"/>
                  <a:pt x="1404765" y="429997"/>
                </a:cubicBezTo>
                <a:cubicBezTo>
                  <a:pt x="1387996" y="429997"/>
                  <a:pt x="1374402" y="416402"/>
                  <a:pt x="1374402" y="399633"/>
                </a:cubicBezTo>
                <a:cubicBezTo>
                  <a:pt x="1374402" y="382864"/>
                  <a:pt x="1387996" y="369269"/>
                  <a:pt x="1404765" y="369269"/>
                </a:cubicBezTo>
                <a:close/>
                <a:moveTo>
                  <a:pt x="1332211" y="369269"/>
                </a:moveTo>
                <a:cubicBezTo>
                  <a:pt x="1348980" y="369269"/>
                  <a:pt x="1362574" y="382864"/>
                  <a:pt x="1362574" y="399633"/>
                </a:cubicBezTo>
                <a:cubicBezTo>
                  <a:pt x="1362574" y="416402"/>
                  <a:pt x="1348980" y="429997"/>
                  <a:pt x="1332211" y="429997"/>
                </a:cubicBezTo>
                <a:cubicBezTo>
                  <a:pt x="1315441" y="429997"/>
                  <a:pt x="1301847" y="416402"/>
                  <a:pt x="1301847" y="399633"/>
                </a:cubicBezTo>
                <a:cubicBezTo>
                  <a:pt x="1301847" y="382864"/>
                  <a:pt x="1315441" y="369269"/>
                  <a:pt x="1332211" y="369269"/>
                </a:cubicBezTo>
                <a:close/>
                <a:moveTo>
                  <a:pt x="1259656" y="369269"/>
                </a:moveTo>
                <a:cubicBezTo>
                  <a:pt x="1276426" y="369269"/>
                  <a:pt x="1290020" y="382864"/>
                  <a:pt x="1290020" y="399633"/>
                </a:cubicBezTo>
                <a:cubicBezTo>
                  <a:pt x="1290020" y="416402"/>
                  <a:pt x="1276426" y="429997"/>
                  <a:pt x="1259656" y="429997"/>
                </a:cubicBezTo>
                <a:cubicBezTo>
                  <a:pt x="1242887" y="429997"/>
                  <a:pt x="1229293" y="416402"/>
                  <a:pt x="1229293" y="399633"/>
                </a:cubicBezTo>
                <a:cubicBezTo>
                  <a:pt x="1229293" y="382864"/>
                  <a:pt x="1242887" y="369269"/>
                  <a:pt x="1259656" y="369269"/>
                </a:cubicBezTo>
                <a:close/>
                <a:moveTo>
                  <a:pt x="1187102" y="369269"/>
                </a:moveTo>
                <a:cubicBezTo>
                  <a:pt x="1203871" y="369269"/>
                  <a:pt x="1217465" y="382864"/>
                  <a:pt x="1217465" y="399633"/>
                </a:cubicBezTo>
                <a:cubicBezTo>
                  <a:pt x="1217465" y="416402"/>
                  <a:pt x="1203871" y="429997"/>
                  <a:pt x="1187102" y="429997"/>
                </a:cubicBezTo>
                <a:cubicBezTo>
                  <a:pt x="1170332" y="429997"/>
                  <a:pt x="1156738" y="416402"/>
                  <a:pt x="1156738" y="399633"/>
                </a:cubicBezTo>
                <a:cubicBezTo>
                  <a:pt x="1156738" y="382864"/>
                  <a:pt x="1170332" y="369269"/>
                  <a:pt x="1187102" y="369269"/>
                </a:cubicBezTo>
                <a:close/>
                <a:moveTo>
                  <a:pt x="1114547" y="369269"/>
                </a:moveTo>
                <a:cubicBezTo>
                  <a:pt x="1131317" y="369269"/>
                  <a:pt x="1144911" y="382864"/>
                  <a:pt x="1144911" y="399633"/>
                </a:cubicBezTo>
                <a:cubicBezTo>
                  <a:pt x="1144911" y="416402"/>
                  <a:pt x="1131317" y="429997"/>
                  <a:pt x="1114547" y="429997"/>
                </a:cubicBezTo>
                <a:cubicBezTo>
                  <a:pt x="1097778" y="429997"/>
                  <a:pt x="1084184" y="416402"/>
                  <a:pt x="1084184" y="399633"/>
                </a:cubicBezTo>
                <a:cubicBezTo>
                  <a:pt x="1084184" y="382864"/>
                  <a:pt x="1097778" y="369269"/>
                  <a:pt x="1114547" y="369269"/>
                </a:cubicBezTo>
                <a:close/>
                <a:moveTo>
                  <a:pt x="1041993" y="369269"/>
                </a:moveTo>
                <a:cubicBezTo>
                  <a:pt x="1058762" y="369269"/>
                  <a:pt x="1072356" y="382864"/>
                  <a:pt x="1072356" y="399633"/>
                </a:cubicBezTo>
                <a:cubicBezTo>
                  <a:pt x="1072356" y="416402"/>
                  <a:pt x="1058762" y="429997"/>
                  <a:pt x="1041993" y="429997"/>
                </a:cubicBezTo>
                <a:cubicBezTo>
                  <a:pt x="1025223" y="429997"/>
                  <a:pt x="1011629" y="416402"/>
                  <a:pt x="1011629" y="399633"/>
                </a:cubicBezTo>
                <a:cubicBezTo>
                  <a:pt x="1011629" y="382864"/>
                  <a:pt x="1025223" y="369269"/>
                  <a:pt x="1041993" y="369269"/>
                </a:cubicBezTo>
                <a:close/>
                <a:moveTo>
                  <a:pt x="969438" y="369269"/>
                </a:moveTo>
                <a:cubicBezTo>
                  <a:pt x="986208" y="369269"/>
                  <a:pt x="999801" y="382864"/>
                  <a:pt x="999801" y="399633"/>
                </a:cubicBezTo>
                <a:cubicBezTo>
                  <a:pt x="999801" y="416402"/>
                  <a:pt x="986208" y="429997"/>
                  <a:pt x="969438" y="429997"/>
                </a:cubicBezTo>
                <a:cubicBezTo>
                  <a:pt x="952669" y="429997"/>
                  <a:pt x="939075" y="416402"/>
                  <a:pt x="939075" y="399633"/>
                </a:cubicBezTo>
                <a:cubicBezTo>
                  <a:pt x="939075" y="382864"/>
                  <a:pt x="952669" y="369269"/>
                  <a:pt x="969438" y="369269"/>
                </a:cubicBezTo>
                <a:close/>
                <a:moveTo>
                  <a:pt x="896883" y="369269"/>
                </a:moveTo>
                <a:cubicBezTo>
                  <a:pt x="913653" y="369269"/>
                  <a:pt x="927247" y="382864"/>
                  <a:pt x="927247" y="399633"/>
                </a:cubicBezTo>
                <a:cubicBezTo>
                  <a:pt x="927247" y="416402"/>
                  <a:pt x="913653" y="429997"/>
                  <a:pt x="896883" y="429997"/>
                </a:cubicBezTo>
                <a:cubicBezTo>
                  <a:pt x="880114" y="429997"/>
                  <a:pt x="866520" y="416402"/>
                  <a:pt x="866520" y="399633"/>
                </a:cubicBezTo>
                <a:cubicBezTo>
                  <a:pt x="866520" y="382864"/>
                  <a:pt x="880114" y="369269"/>
                  <a:pt x="896883" y="369269"/>
                </a:cubicBezTo>
                <a:close/>
                <a:moveTo>
                  <a:pt x="824329" y="369269"/>
                </a:moveTo>
                <a:cubicBezTo>
                  <a:pt x="841098" y="369269"/>
                  <a:pt x="854692" y="382864"/>
                  <a:pt x="854692" y="399633"/>
                </a:cubicBezTo>
                <a:cubicBezTo>
                  <a:pt x="854692" y="416402"/>
                  <a:pt x="841098" y="429997"/>
                  <a:pt x="824329" y="429997"/>
                </a:cubicBezTo>
                <a:cubicBezTo>
                  <a:pt x="807559" y="429997"/>
                  <a:pt x="793965" y="416402"/>
                  <a:pt x="793965" y="399633"/>
                </a:cubicBezTo>
                <a:cubicBezTo>
                  <a:pt x="793965" y="382864"/>
                  <a:pt x="807559" y="369269"/>
                  <a:pt x="824329" y="369269"/>
                </a:cubicBezTo>
                <a:close/>
                <a:moveTo>
                  <a:pt x="751774" y="369269"/>
                </a:moveTo>
                <a:cubicBezTo>
                  <a:pt x="768544" y="369269"/>
                  <a:pt x="782138" y="382864"/>
                  <a:pt x="782138" y="399633"/>
                </a:cubicBezTo>
                <a:cubicBezTo>
                  <a:pt x="782138" y="416402"/>
                  <a:pt x="768544" y="429997"/>
                  <a:pt x="751774" y="429997"/>
                </a:cubicBezTo>
                <a:cubicBezTo>
                  <a:pt x="735005" y="429997"/>
                  <a:pt x="721411" y="416402"/>
                  <a:pt x="721411" y="399633"/>
                </a:cubicBezTo>
                <a:cubicBezTo>
                  <a:pt x="721411" y="382864"/>
                  <a:pt x="735005" y="369269"/>
                  <a:pt x="751774" y="369269"/>
                </a:cubicBezTo>
                <a:close/>
                <a:moveTo>
                  <a:pt x="679220" y="369269"/>
                </a:moveTo>
                <a:cubicBezTo>
                  <a:pt x="695989" y="369269"/>
                  <a:pt x="709583" y="382864"/>
                  <a:pt x="709583" y="399633"/>
                </a:cubicBezTo>
                <a:cubicBezTo>
                  <a:pt x="709583" y="416402"/>
                  <a:pt x="695989" y="429997"/>
                  <a:pt x="679220" y="429997"/>
                </a:cubicBezTo>
                <a:cubicBezTo>
                  <a:pt x="662450" y="429997"/>
                  <a:pt x="648856" y="416402"/>
                  <a:pt x="648856" y="399633"/>
                </a:cubicBezTo>
                <a:cubicBezTo>
                  <a:pt x="648856" y="382864"/>
                  <a:pt x="662450" y="369269"/>
                  <a:pt x="679220" y="369269"/>
                </a:cubicBezTo>
                <a:close/>
                <a:moveTo>
                  <a:pt x="606665" y="369269"/>
                </a:moveTo>
                <a:cubicBezTo>
                  <a:pt x="623435" y="369269"/>
                  <a:pt x="637029" y="382864"/>
                  <a:pt x="637029" y="399633"/>
                </a:cubicBezTo>
                <a:cubicBezTo>
                  <a:pt x="637029" y="416402"/>
                  <a:pt x="623435" y="429997"/>
                  <a:pt x="606665" y="429997"/>
                </a:cubicBezTo>
                <a:cubicBezTo>
                  <a:pt x="589896" y="429997"/>
                  <a:pt x="576302" y="416402"/>
                  <a:pt x="576302" y="399633"/>
                </a:cubicBezTo>
                <a:cubicBezTo>
                  <a:pt x="576302" y="382864"/>
                  <a:pt x="589896" y="369269"/>
                  <a:pt x="606665" y="369269"/>
                </a:cubicBezTo>
                <a:close/>
                <a:moveTo>
                  <a:pt x="534111" y="369269"/>
                </a:moveTo>
                <a:cubicBezTo>
                  <a:pt x="550880" y="369269"/>
                  <a:pt x="564474" y="382864"/>
                  <a:pt x="564474" y="399633"/>
                </a:cubicBezTo>
                <a:cubicBezTo>
                  <a:pt x="564474" y="416402"/>
                  <a:pt x="550880" y="429997"/>
                  <a:pt x="534111" y="429997"/>
                </a:cubicBezTo>
                <a:cubicBezTo>
                  <a:pt x="517341" y="429997"/>
                  <a:pt x="503747" y="416402"/>
                  <a:pt x="503747" y="399633"/>
                </a:cubicBezTo>
                <a:cubicBezTo>
                  <a:pt x="503747" y="382864"/>
                  <a:pt x="517341" y="369269"/>
                  <a:pt x="534111" y="369269"/>
                </a:cubicBezTo>
                <a:close/>
                <a:moveTo>
                  <a:pt x="461556" y="369269"/>
                </a:moveTo>
                <a:cubicBezTo>
                  <a:pt x="478326" y="369269"/>
                  <a:pt x="491920" y="382864"/>
                  <a:pt x="491920" y="399633"/>
                </a:cubicBezTo>
                <a:cubicBezTo>
                  <a:pt x="491920" y="416402"/>
                  <a:pt x="478326" y="429997"/>
                  <a:pt x="461556" y="429997"/>
                </a:cubicBezTo>
                <a:cubicBezTo>
                  <a:pt x="444787" y="429997"/>
                  <a:pt x="431192" y="416402"/>
                  <a:pt x="431192" y="399633"/>
                </a:cubicBezTo>
                <a:cubicBezTo>
                  <a:pt x="431192" y="382864"/>
                  <a:pt x="444787" y="369269"/>
                  <a:pt x="461556" y="369269"/>
                </a:cubicBezTo>
                <a:close/>
                <a:moveTo>
                  <a:pt x="389002" y="369269"/>
                </a:moveTo>
                <a:cubicBezTo>
                  <a:pt x="405771" y="369269"/>
                  <a:pt x="419365" y="382864"/>
                  <a:pt x="419365" y="399633"/>
                </a:cubicBezTo>
                <a:cubicBezTo>
                  <a:pt x="419365" y="416402"/>
                  <a:pt x="405771" y="429997"/>
                  <a:pt x="389002" y="429997"/>
                </a:cubicBezTo>
                <a:cubicBezTo>
                  <a:pt x="372232" y="429997"/>
                  <a:pt x="358638" y="416402"/>
                  <a:pt x="358638" y="399633"/>
                </a:cubicBezTo>
                <a:cubicBezTo>
                  <a:pt x="358638" y="382864"/>
                  <a:pt x="372232" y="369269"/>
                  <a:pt x="389002" y="369269"/>
                </a:cubicBezTo>
                <a:close/>
                <a:moveTo>
                  <a:pt x="316447" y="369269"/>
                </a:moveTo>
                <a:cubicBezTo>
                  <a:pt x="333216" y="369269"/>
                  <a:pt x="346810" y="382864"/>
                  <a:pt x="346810" y="399633"/>
                </a:cubicBezTo>
                <a:cubicBezTo>
                  <a:pt x="346810" y="416402"/>
                  <a:pt x="333216" y="429997"/>
                  <a:pt x="316447" y="429997"/>
                </a:cubicBezTo>
                <a:cubicBezTo>
                  <a:pt x="299677" y="429997"/>
                  <a:pt x="286084" y="416402"/>
                  <a:pt x="286084" y="399633"/>
                </a:cubicBezTo>
                <a:cubicBezTo>
                  <a:pt x="286084" y="382864"/>
                  <a:pt x="299677" y="369269"/>
                  <a:pt x="316447" y="369269"/>
                </a:cubicBezTo>
                <a:close/>
                <a:moveTo>
                  <a:pt x="243892" y="369269"/>
                </a:moveTo>
                <a:cubicBezTo>
                  <a:pt x="260662" y="369269"/>
                  <a:pt x="274256" y="382864"/>
                  <a:pt x="274256" y="399633"/>
                </a:cubicBezTo>
                <a:cubicBezTo>
                  <a:pt x="274256" y="416402"/>
                  <a:pt x="260662" y="429997"/>
                  <a:pt x="243892" y="429997"/>
                </a:cubicBezTo>
                <a:cubicBezTo>
                  <a:pt x="227123" y="429997"/>
                  <a:pt x="213529" y="416402"/>
                  <a:pt x="213529" y="399633"/>
                </a:cubicBezTo>
                <a:cubicBezTo>
                  <a:pt x="213529" y="382864"/>
                  <a:pt x="227123" y="369269"/>
                  <a:pt x="243892" y="369269"/>
                </a:cubicBezTo>
                <a:close/>
                <a:moveTo>
                  <a:pt x="171339" y="369269"/>
                </a:moveTo>
                <a:cubicBezTo>
                  <a:pt x="188107" y="369269"/>
                  <a:pt x="201701" y="382864"/>
                  <a:pt x="201701" y="399633"/>
                </a:cubicBezTo>
                <a:cubicBezTo>
                  <a:pt x="201701" y="416402"/>
                  <a:pt x="188107" y="429997"/>
                  <a:pt x="171339" y="429997"/>
                </a:cubicBezTo>
                <a:cubicBezTo>
                  <a:pt x="154685" y="429997"/>
                  <a:pt x="141090" y="416402"/>
                  <a:pt x="141090" y="399633"/>
                </a:cubicBezTo>
                <a:cubicBezTo>
                  <a:pt x="141090" y="382864"/>
                  <a:pt x="154685" y="369269"/>
                  <a:pt x="171339" y="369269"/>
                </a:cubicBezTo>
                <a:close/>
                <a:moveTo>
                  <a:pt x="98917" y="369269"/>
                </a:moveTo>
                <a:cubicBezTo>
                  <a:pt x="115677" y="369269"/>
                  <a:pt x="129270" y="382864"/>
                  <a:pt x="129270" y="399633"/>
                </a:cubicBezTo>
                <a:cubicBezTo>
                  <a:pt x="129270" y="416402"/>
                  <a:pt x="115677" y="429997"/>
                  <a:pt x="98917" y="429997"/>
                </a:cubicBezTo>
                <a:cubicBezTo>
                  <a:pt x="82143" y="429997"/>
                  <a:pt x="68549" y="416402"/>
                  <a:pt x="68549" y="399633"/>
                </a:cubicBezTo>
                <a:cubicBezTo>
                  <a:pt x="68549" y="382864"/>
                  <a:pt x="82143" y="369269"/>
                  <a:pt x="98917" y="369269"/>
                </a:cubicBezTo>
                <a:close/>
                <a:moveTo>
                  <a:pt x="26362" y="369269"/>
                </a:moveTo>
                <a:cubicBezTo>
                  <a:pt x="43124" y="369269"/>
                  <a:pt x="56719" y="382864"/>
                  <a:pt x="56719" y="399633"/>
                </a:cubicBezTo>
                <a:cubicBezTo>
                  <a:pt x="56719" y="416402"/>
                  <a:pt x="43124" y="429997"/>
                  <a:pt x="26362" y="429997"/>
                </a:cubicBezTo>
                <a:cubicBezTo>
                  <a:pt x="17976" y="429997"/>
                  <a:pt x="10385" y="426598"/>
                  <a:pt x="4890" y="421103"/>
                </a:cubicBezTo>
                <a:lnTo>
                  <a:pt x="0" y="409299"/>
                </a:lnTo>
                <a:lnTo>
                  <a:pt x="0" y="389967"/>
                </a:lnTo>
                <a:lnTo>
                  <a:pt x="4890" y="378163"/>
                </a:lnTo>
                <a:cubicBezTo>
                  <a:pt x="10385" y="372668"/>
                  <a:pt x="17976" y="369269"/>
                  <a:pt x="26362" y="369269"/>
                </a:cubicBezTo>
                <a:close/>
                <a:moveTo>
                  <a:pt x="1669444" y="307535"/>
                </a:moveTo>
                <a:lnTo>
                  <a:pt x="1670784" y="334061"/>
                </a:lnTo>
                <a:lnTo>
                  <a:pt x="1664620" y="319181"/>
                </a:lnTo>
                <a:close/>
                <a:moveTo>
                  <a:pt x="1622429" y="288818"/>
                </a:moveTo>
                <a:cubicBezTo>
                  <a:pt x="1639199" y="288818"/>
                  <a:pt x="1652792" y="302412"/>
                  <a:pt x="1652792" y="319181"/>
                </a:cubicBezTo>
                <a:cubicBezTo>
                  <a:pt x="1652792" y="335950"/>
                  <a:pt x="1639199" y="349545"/>
                  <a:pt x="1622429" y="349545"/>
                </a:cubicBezTo>
                <a:cubicBezTo>
                  <a:pt x="1605659" y="349545"/>
                  <a:pt x="1592066" y="335950"/>
                  <a:pt x="1592066" y="319181"/>
                </a:cubicBezTo>
                <a:cubicBezTo>
                  <a:pt x="1592066" y="302412"/>
                  <a:pt x="1605659" y="288818"/>
                  <a:pt x="1622429" y="288818"/>
                </a:cubicBezTo>
                <a:close/>
                <a:moveTo>
                  <a:pt x="1549874" y="288818"/>
                </a:moveTo>
                <a:cubicBezTo>
                  <a:pt x="1566644" y="288818"/>
                  <a:pt x="1580238" y="302412"/>
                  <a:pt x="1580238" y="319181"/>
                </a:cubicBezTo>
                <a:cubicBezTo>
                  <a:pt x="1580238" y="335950"/>
                  <a:pt x="1566644" y="349545"/>
                  <a:pt x="1549874" y="349545"/>
                </a:cubicBezTo>
                <a:cubicBezTo>
                  <a:pt x="1533105" y="349545"/>
                  <a:pt x="1519511" y="335950"/>
                  <a:pt x="1519511" y="319181"/>
                </a:cubicBezTo>
                <a:cubicBezTo>
                  <a:pt x="1519511" y="302412"/>
                  <a:pt x="1533105" y="288818"/>
                  <a:pt x="1549874" y="288818"/>
                </a:cubicBezTo>
                <a:close/>
                <a:moveTo>
                  <a:pt x="1477320" y="288818"/>
                </a:moveTo>
                <a:cubicBezTo>
                  <a:pt x="1494089" y="288818"/>
                  <a:pt x="1507683" y="302412"/>
                  <a:pt x="1507683" y="319181"/>
                </a:cubicBezTo>
                <a:cubicBezTo>
                  <a:pt x="1507683" y="335950"/>
                  <a:pt x="1494089" y="349545"/>
                  <a:pt x="1477320" y="349545"/>
                </a:cubicBezTo>
                <a:cubicBezTo>
                  <a:pt x="1460550" y="349545"/>
                  <a:pt x="1446956" y="335950"/>
                  <a:pt x="1446956" y="319181"/>
                </a:cubicBezTo>
                <a:cubicBezTo>
                  <a:pt x="1446956" y="302412"/>
                  <a:pt x="1460550" y="288818"/>
                  <a:pt x="1477320" y="288818"/>
                </a:cubicBezTo>
                <a:close/>
                <a:moveTo>
                  <a:pt x="1404765" y="288818"/>
                </a:moveTo>
                <a:cubicBezTo>
                  <a:pt x="1421535" y="288818"/>
                  <a:pt x="1435129" y="302412"/>
                  <a:pt x="1435129" y="319181"/>
                </a:cubicBezTo>
                <a:cubicBezTo>
                  <a:pt x="1435129" y="335950"/>
                  <a:pt x="1421535" y="349545"/>
                  <a:pt x="1404765" y="349545"/>
                </a:cubicBezTo>
                <a:cubicBezTo>
                  <a:pt x="1387996" y="349545"/>
                  <a:pt x="1374402" y="335950"/>
                  <a:pt x="1374402" y="319181"/>
                </a:cubicBezTo>
                <a:cubicBezTo>
                  <a:pt x="1374402" y="302412"/>
                  <a:pt x="1387996" y="288818"/>
                  <a:pt x="1404765" y="288818"/>
                </a:cubicBezTo>
                <a:close/>
                <a:moveTo>
                  <a:pt x="1332211" y="288818"/>
                </a:moveTo>
                <a:cubicBezTo>
                  <a:pt x="1348980" y="288818"/>
                  <a:pt x="1362574" y="302412"/>
                  <a:pt x="1362574" y="319181"/>
                </a:cubicBezTo>
                <a:cubicBezTo>
                  <a:pt x="1362574" y="335950"/>
                  <a:pt x="1348980" y="349545"/>
                  <a:pt x="1332211" y="349545"/>
                </a:cubicBezTo>
                <a:cubicBezTo>
                  <a:pt x="1315441" y="349545"/>
                  <a:pt x="1301847" y="335950"/>
                  <a:pt x="1301847" y="319181"/>
                </a:cubicBezTo>
                <a:cubicBezTo>
                  <a:pt x="1301847" y="302412"/>
                  <a:pt x="1315441" y="288818"/>
                  <a:pt x="1332211" y="288818"/>
                </a:cubicBezTo>
                <a:close/>
                <a:moveTo>
                  <a:pt x="1259656" y="288818"/>
                </a:moveTo>
                <a:cubicBezTo>
                  <a:pt x="1276426" y="288818"/>
                  <a:pt x="1290020" y="302412"/>
                  <a:pt x="1290020" y="319181"/>
                </a:cubicBezTo>
                <a:cubicBezTo>
                  <a:pt x="1290020" y="335950"/>
                  <a:pt x="1276426" y="349545"/>
                  <a:pt x="1259656" y="349545"/>
                </a:cubicBezTo>
                <a:cubicBezTo>
                  <a:pt x="1242887" y="349545"/>
                  <a:pt x="1229293" y="335950"/>
                  <a:pt x="1229293" y="319181"/>
                </a:cubicBezTo>
                <a:cubicBezTo>
                  <a:pt x="1229293" y="302412"/>
                  <a:pt x="1242887" y="288818"/>
                  <a:pt x="1259656" y="288818"/>
                </a:cubicBezTo>
                <a:close/>
                <a:moveTo>
                  <a:pt x="1187102" y="288818"/>
                </a:moveTo>
                <a:cubicBezTo>
                  <a:pt x="1203871" y="288818"/>
                  <a:pt x="1217465" y="302412"/>
                  <a:pt x="1217465" y="319181"/>
                </a:cubicBezTo>
                <a:cubicBezTo>
                  <a:pt x="1217465" y="335950"/>
                  <a:pt x="1203871" y="349545"/>
                  <a:pt x="1187102" y="349545"/>
                </a:cubicBezTo>
                <a:cubicBezTo>
                  <a:pt x="1170332" y="349545"/>
                  <a:pt x="1156738" y="335950"/>
                  <a:pt x="1156738" y="319181"/>
                </a:cubicBezTo>
                <a:cubicBezTo>
                  <a:pt x="1156738" y="302412"/>
                  <a:pt x="1170332" y="288818"/>
                  <a:pt x="1187102" y="288818"/>
                </a:cubicBezTo>
                <a:close/>
                <a:moveTo>
                  <a:pt x="1114547" y="288818"/>
                </a:moveTo>
                <a:cubicBezTo>
                  <a:pt x="1131317" y="288818"/>
                  <a:pt x="1144911" y="302412"/>
                  <a:pt x="1144911" y="319181"/>
                </a:cubicBezTo>
                <a:cubicBezTo>
                  <a:pt x="1144911" y="335950"/>
                  <a:pt x="1131317" y="349545"/>
                  <a:pt x="1114547" y="349545"/>
                </a:cubicBezTo>
                <a:cubicBezTo>
                  <a:pt x="1097778" y="349545"/>
                  <a:pt x="1084184" y="335950"/>
                  <a:pt x="1084184" y="319181"/>
                </a:cubicBezTo>
                <a:cubicBezTo>
                  <a:pt x="1084184" y="302412"/>
                  <a:pt x="1097778" y="288818"/>
                  <a:pt x="1114547" y="288818"/>
                </a:cubicBezTo>
                <a:close/>
                <a:moveTo>
                  <a:pt x="1041993" y="288818"/>
                </a:moveTo>
                <a:cubicBezTo>
                  <a:pt x="1058762" y="288818"/>
                  <a:pt x="1072356" y="302412"/>
                  <a:pt x="1072356" y="319181"/>
                </a:cubicBezTo>
                <a:cubicBezTo>
                  <a:pt x="1072356" y="335950"/>
                  <a:pt x="1058762" y="349545"/>
                  <a:pt x="1041993" y="349545"/>
                </a:cubicBezTo>
                <a:cubicBezTo>
                  <a:pt x="1025223" y="349545"/>
                  <a:pt x="1011629" y="335950"/>
                  <a:pt x="1011629" y="319181"/>
                </a:cubicBezTo>
                <a:cubicBezTo>
                  <a:pt x="1011629" y="302412"/>
                  <a:pt x="1025223" y="288818"/>
                  <a:pt x="1041993" y="288818"/>
                </a:cubicBezTo>
                <a:close/>
                <a:moveTo>
                  <a:pt x="969438" y="288818"/>
                </a:moveTo>
                <a:cubicBezTo>
                  <a:pt x="986208" y="288818"/>
                  <a:pt x="999801" y="302412"/>
                  <a:pt x="999801" y="319181"/>
                </a:cubicBezTo>
                <a:cubicBezTo>
                  <a:pt x="999801" y="335950"/>
                  <a:pt x="986208" y="349545"/>
                  <a:pt x="969438" y="349545"/>
                </a:cubicBezTo>
                <a:cubicBezTo>
                  <a:pt x="952669" y="349545"/>
                  <a:pt x="939075" y="335950"/>
                  <a:pt x="939075" y="319181"/>
                </a:cubicBezTo>
                <a:cubicBezTo>
                  <a:pt x="939075" y="302412"/>
                  <a:pt x="952669" y="288818"/>
                  <a:pt x="969438" y="288818"/>
                </a:cubicBezTo>
                <a:close/>
                <a:moveTo>
                  <a:pt x="896883" y="288818"/>
                </a:moveTo>
                <a:cubicBezTo>
                  <a:pt x="913653" y="288818"/>
                  <a:pt x="927247" y="302412"/>
                  <a:pt x="927247" y="319181"/>
                </a:cubicBezTo>
                <a:cubicBezTo>
                  <a:pt x="927247" y="335950"/>
                  <a:pt x="913653" y="349545"/>
                  <a:pt x="896883" y="349545"/>
                </a:cubicBezTo>
                <a:cubicBezTo>
                  <a:pt x="880114" y="349545"/>
                  <a:pt x="866520" y="335950"/>
                  <a:pt x="866520" y="319181"/>
                </a:cubicBezTo>
                <a:cubicBezTo>
                  <a:pt x="866520" y="302412"/>
                  <a:pt x="880114" y="288818"/>
                  <a:pt x="896883" y="288818"/>
                </a:cubicBezTo>
                <a:close/>
                <a:moveTo>
                  <a:pt x="824329" y="288818"/>
                </a:moveTo>
                <a:cubicBezTo>
                  <a:pt x="841098" y="288818"/>
                  <a:pt x="854692" y="302412"/>
                  <a:pt x="854692" y="319181"/>
                </a:cubicBezTo>
                <a:cubicBezTo>
                  <a:pt x="854692" y="335950"/>
                  <a:pt x="841098" y="349545"/>
                  <a:pt x="824329" y="349545"/>
                </a:cubicBezTo>
                <a:cubicBezTo>
                  <a:pt x="807559" y="349545"/>
                  <a:pt x="793965" y="335950"/>
                  <a:pt x="793965" y="319181"/>
                </a:cubicBezTo>
                <a:cubicBezTo>
                  <a:pt x="793965" y="302412"/>
                  <a:pt x="807559" y="288818"/>
                  <a:pt x="824329" y="288818"/>
                </a:cubicBezTo>
                <a:close/>
                <a:moveTo>
                  <a:pt x="751774" y="288818"/>
                </a:moveTo>
                <a:cubicBezTo>
                  <a:pt x="768544" y="288818"/>
                  <a:pt x="782138" y="302412"/>
                  <a:pt x="782138" y="319181"/>
                </a:cubicBezTo>
                <a:cubicBezTo>
                  <a:pt x="782138" y="335950"/>
                  <a:pt x="768544" y="349545"/>
                  <a:pt x="751774" y="349545"/>
                </a:cubicBezTo>
                <a:cubicBezTo>
                  <a:pt x="735005" y="349545"/>
                  <a:pt x="721411" y="335950"/>
                  <a:pt x="721411" y="319181"/>
                </a:cubicBezTo>
                <a:cubicBezTo>
                  <a:pt x="721411" y="302412"/>
                  <a:pt x="735005" y="288818"/>
                  <a:pt x="751774" y="288818"/>
                </a:cubicBezTo>
                <a:close/>
                <a:moveTo>
                  <a:pt x="679220" y="288818"/>
                </a:moveTo>
                <a:cubicBezTo>
                  <a:pt x="695989" y="288818"/>
                  <a:pt x="709583" y="302412"/>
                  <a:pt x="709583" y="319181"/>
                </a:cubicBezTo>
                <a:cubicBezTo>
                  <a:pt x="709583" y="335950"/>
                  <a:pt x="695989" y="349545"/>
                  <a:pt x="679220" y="349545"/>
                </a:cubicBezTo>
                <a:cubicBezTo>
                  <a:pt x="662450" y="349545"/>
                  <a:pt x="648856" y="335950"/>
                  <a:pt x="648856" y="319181"/>
                </a:cubicBezTo>
                <a:cubicBezTo>
                  <a:pt x="648856" y="302412"/>
                  <a:pt x="662450" y="288818"/>
                  <a:pt x="679220" y="288818"/>
                </a:cubicBezTo>
                <a:close/>
                <a:moveTo>
                  <a:pt x="606665" y="288818"/>
                </a:moveTo>
                <a:cubicBezTo>
                  <a:pt x="623435" y="288818"/>
                  <a:pt x="637029" y="302412"/>
                  <a:pt x="637029" y="319181"/>
                </a:cubicBezTo>
                <a:cubicBezTo>
                  <a:pt x="637029" y="335950"/>
                  <a:pt x="623435" y="349545"/>
                  <a:pt x="606665" y="349545"/>
                </a:cubicBezTo>
                <a:cubicBezTo>
                  <a:pt x="589896" y="349545"/>
                  <a:pt x="576302" y="335950"/>
                  <a:pt x="576302" y="319181"/>
                </a:cubicBezTo>
                <a:cubicBezTo>
                  <a:pt x="576302" y="302412"/>
                  <a:pt x="589896" y="288818"/>
                  <a:pt x="606665" y="288818"/>
                </a:cubicBezTo>
                <a:close/>
                <a:moveTo>
                  <a:pt x="534111" y="288818"/>
                </a:moveTo>
                <a:cubicBezTo>
                  <a:pt x="550880" y="288818"/>
                  <a:pt x="564474" y="302412"/>
                  <a:pt x="564474" y="319181"/>
                </a:cubicBezTo>
                <a:cubicBezTo>
                  <a:pt x="564474" y="335950"/>
                  <a:pt x="550880" y="349545"/>
                  <a:pt x="534111" y="349545"/>
                </a:cubicBezTo>
                <a:cubicBezTo>
                  <a:pt x="517341" y="349545"/>
                  <a:pt x="503747" y="335950"/>
                  <a:pt x="503747" y="319181"/>
                </a:cubicBezTo>
                <a:cubicBezTo>
                  <a:pt x="503747" y="302412"/>
                  <a:pt x="517341" y="288818"/>
                  <a:pt x="534111" y="288818"/>
                </a:cubicBezTo>
                <a:close/>
                <a:moveTo>
                  <a:pt x="461556" y="288818"/>
                </a:moveTo>
                <a:cubicBezTo>
                  <a:pt x="478326" y="288818"/>
                  <a:pt x="491920" y="302412"/>
                  <a:pt x="491920" y="319181"/>
                </a:cubicBezTo>
                <a:cubicBezTo>
                  <a:pt x="491920" y="335950"/>
                  <a:pt x="478326" y="349545"/>
                  <a:pt x="461556" y="349545"/>
                </a:cubicBezTo>
                <a:cubicBezTo>
                  <a:pt x="444787" y="349545"/>
                  <a:pt x="431192" y="335950"/>
                  <a:pt x="431192" y="319181"/>
                </a:cubicBezTo>
                <a:cubicBezTo>
                  <a:pt x="431192" y="302412"/>
                  <a:pt x="444787" y="288818"/>
                  <a:pt x="461556" y="288818"/>
                </a:cubicBezTo>
                <a:close/>
                <a:moveTo>
                  <a:pt x="389002" y="288818"/>
                </a:moveTo>
                <a:cubicBezTo>
                  <a:pt x="405771" y="288818"/>
                  <a:pt x="419365" y="302412"/>
                  <a:pt x="419365" y="319181"/>
                </a:cubicBezTo>
                <a:cubicBezTo>
                  <a:pt x="419365" y="335950"/>
                  <a:pt x="405771" y="349545"/>
                  <a:pt x="389002" y="349545"/>
                </a:cubicBezTo>
                <a:cubicBezTo>
                  <a:pt x="372232" y="349545"/>
                  <a:pt x="358638" y="335950"/>
                  <a:pt x="358638" y="319181"/>
                </a:cubicBezTo>
                <a:cubicBezTo>
                  <a:pt x="358638" y="302412"/>
                  <a:pt x="372232" y="288818"/>
                  <a:pt x="389002" y="288818"/>
                </a:cubicBezTo>
                <a:close/>
                <a:moveTo>
                  <a:pt x="316447" y="288818"/>
                </a:moveTo>
                <a:cubicBezTo>
                  <a:pt x="333216" y="288818"/>
                  <a:pt x="346810" y="302412"/>
                  <a:pt x="346810" y="319181"/>
                </a:cubicBezTo>
                <a:cubicBezTo>
                  <a:pt x="346810" y="335950"/>
                  <a:pt x="333216" y="349545"/>
                  <a:pt x="316447" y="349545"/>
                </a:cubicBezTo>
                <a:cubicBezTo>
                  <a:pt x="299677" y="349545"/>
                  <a:pt x="286084" y="335950"/>
                  <a:pt x="286084" y="319181"/>
                </a:cubicBezTo>
                <a:cubicBezTo>
                  <a:pt x="286084" y="302412"/>
                  <a:pt x="299677" y="288818"/>
                  <a:pt x="316447" y="288818"/>
                </a:cubicBezTo>
                <a:close/>
                <a:moveTo>
                  <a:pt x="243892" y="288818"/>
                </a:moveTo>
                <a:cubicBezTo>
                  <a:pt x="260662" y="288818"/>
                  <a:pt x="274256" y="302412"/>
                  <a:pt x="274256" y="319181"/>
                </a:cubicBezTo>
                <a:cubicBezTo>
                  <a:pt x="274256" y="335950"/>
                  <a:pt x="260662" y="349545"/>
                  <a:pt x="243892" y="349545"/>
                </a:cubicBezTo>
                <a:cubicBezTo>
                  <a:pt x="227123" y="349545"/>
                  <a:pt x="213529" y="335950"/>
                  <a:pt x="213529" y="319181"/>
                </a:cubicBezTo>
                <a:cubicBezTo>
                  <a:pt x="213529" y="302412"/>
                  <a:pt x="227123" y="288818"/>
                  <a:pt x="243892" y="288818"/>
                </a:cubicBezTo>
                <a:close/>
                <a:moveTo>
                  <a:pt x="171339" y="288818"/>
                </a:moveTo>
                <a:cubicBezTo>
                  <a:pt x="188107" y="288818"/>
                  <a:pt x="201701" y="302412"/>
                  <a:pt x="201701" y="319181"/>
                </a:cubicBezTo>
                <a:cubicBezTo>
                  <a:pt x="201701" y="335950"/>
                  <a:pt x="188107" y="349545"/>
                  <a:pt x="171339" y="349545"/>
                </a:cubicBezTo>
                <a:cubicBezTo>
                  <a:pt x="154691" y="349545"/>
                  <a:pt x="141096" y="335950"/>
                  <a:pt x="141096" y="319181"/>
                </a:cubicBezTo>
                <a:cubicBezTo>
                  <a:pt x="141096" y="302412"/>
                  <a:pt x="154691" y="288818"/>
                  <a:pt x="171339" y="288818"/>
                </a:cubicBezTo>
                <a:close/>
                <a:moveTo>
                  <a:pt x="98923" y="288818"/>
                </a:moveTo>
                <a:cubicBezTo>
                  <a:pt x="115682" y="288818"/>
                  <a:pt x="129276" y="302412"/>
                  <a:pt x="129276" y="319181"/>
                </a:cubicBezTo>
                <a:cubicBezTo>
                  <a:pt x="129276" y="335950"/>
                  <a:pt x="115682" y="349545"/>
                  <a:pt x="98923" y="349545"/>
                </a:cubicBezTo>
                <a:cubicBezTo>
                  <a:pt x="82149" y="349545"/>
                  <a:pt x="68554" y="335950"/>
                  <a:pt x="68554" y="319181"/>
                </a:cubicBezTo>
                <a:cubicBezTo>
                  <a:pt x="68554" y="302412"/>
                  <a:pt x="82149" y="288818"/>
                  <a:pt x="98923" y="288818"/>
                </a:cubicBezTo>
                <a:close/>
                <a:moveTo>
                  <a:pt x="26368" y="288818"/>
                </a:moveTo>
                <a:cubicBezTo>
                  <a:pt x="43131" y="288818"/>
                  <a:pt x="56725" y="302412"/>
                  <a:pt x="56725" y="319181"/>
                </a:cubicBezTo>
                <a:cubicBezTo>
                  <a:pt x="56725" y="335950"/>
                  <a:pt x="43131" y="349545"/>
                  <a:pt x="26368" y="349545"/>
                </a:cubicBezTo>
                <a:cubicBezTo>
                  <a:pt x="17983" y="349545"/>
                  <a:pt x="10391" y="346146"/>
                  <a:pt x="4896" y="340651"/>
                </a:cubicBezTo>
                <a:lnTo>
                  <a:pt x="0" y="328831"/>
                </a:lnTo>
                <a:lnTo>
                  <a:pt x="0" y="309532"/>
                </a:lnTo>
                <a:lnTo>
                  <a:pt x="4896" y="297711"/>
                </a:lnTo>
                <a:cubicBezTo>
                  <a:pt x="10391" y="292217"/>
                  <a:pt x="17983" y="288818"/>
                  <a:pt x="26368" y="288818"/>
                </a:cubicBezTo>
                <a:close/>
                <a:moveTo>
                  <a:pt x="1622429" y="208366"/>
                </a:moveTo>
                <a:cubicBezTo>
                  <a:pt x="1639199" y="208366"/>
                  <a:pt x="1652792" y="221960"/>
                  <a:pt x="1652792" y="238729"/>
                </a:cubicBezTo>
                <a:cubicBezTo>
                  <a:pt x="1652792" y="255499"/>
                  <a:pt x="1639199" y="269093"/>
                  <a:pt x="1622429" y="269093"/>
                </a:cubicBezTo>
                <a:cubicBezTo>
                  <a:pt x="1605659" y="269093"/>
                  <a:pt x="1592066" y="255499"/>
                  <a:pt x="1592066" y="238729"/>
                </a:cubicBezTo>
                <a:cubicBezTo>
                  <a:pt x="1592066" y="221960"/>
                  <a:pt x="1605659" y="208366"/>
                  <a:pt x="1622429" y="208366"/>
                </a:cubicBezTo>
                <a:close/>
                <a:moveTo>
                  <a:pt x="1549874" y="208366"/>
                </a:moveTo>
                <a:cubicBezTo>
                  <a:pt x="1566644" y="208366"/>
                  <a:pt x="1580238" y="221960"/>
                  <a:pt x="1580238" y="238729"/>
                </a:cubicBezTo>
                <a:cubicBezTo>
                  <a:pt x="1580238" y="255499"/>
                  <a:pt x="1566644" y="269093"/>
                  <a:pt x="1549874" y="269093"/>
                </a:cubicBezTo>
                <a:cubicBezTo>
                  <a:pt x="1533105" y="269093"/>
                  <a:pt x="1519511" y="255499"/>
                  <a:pt x="1519511" y="238729"/>
                </a:cubicBezTo>
                <a:cubicBezTo>
                  <a:pt x="1519511" y="221960"/>
                  <a:pt x="1533105" y="208366"/>
                  <a:pt x="1549874" y="208366"/>
                </a:cubicBezTo>
                <a:close/>
                <a:moveTo>
                  <a:pt x="1477320" y="208366"/>
                </a:moveTo>
                <a:cubicBezTo>
                  <a:pt x="1494089" y="208366"/>
                  <a:pt x="1507683" y="221960"/>
                  <a:pt x="1507683" y="238729"/>
                </a:cubicBezTo>
                <a:cubicBezTo>
                  <a:pt x="1507683" y="255499"/>
                  <a:pt x="1494089" y="269093"/>
                  <a:pt x="1477320" y="269093"/>
                </a:cubicBezTo>
                <a:cubicBezTo>
                  <a:pt x="1460550" y="269093"/>
                  <a:pt x="1446956" y="255499"/>
                  <a:pt x="1446956" y="238729"/>
                </a:cubicBezTo>
                <a:cubicBezTo>
                  <a:pt x="1446956" y="221960"/>
                  <a:pt x="1460550" y="208366"/>
                  <a:pt x="1477320" y="208366"/>
                </a:cubicBezTo>
                <a:close/>
                <a:moveTo>
                  <a:pt x="1404765" y="208366"/>
                </a:moveTo>
                <a:cubicBezTo>
                  <a:pt x="1421535" y="208366"/>
                  <a:pt x="1435129" y="221960"/>
                  <a:pt x="1435129" y="238729"/>
                </a:cubicBezTo>
                <a:cubicBezTo>
                  <a:pt x="1435129" y="255499"/>
                  <a:pt x="1421535" y="269093"/>
                  <a:pt x="1404765" y="269093"/>
                </a:cubicBezTo>
                <a:cubicBezTo>
                  <a:pt x="1387996" y="269093"/>
                  <a:pt x="1374402" y="255499"/>
                  <a:pt x="1374402" y="238729"/>
                </a:cubicBezTo>
                <a:cubicBezTo>
                  <a:pt x="1374402" y="221960"/>
                  <a:pt x="1387996" y="208366"/>
                  <a:pt x="1404765" y="208366"/>
                </a:cubicBezTo>
                <a:close/>
                <a:moveTo>
                  <a:pt x="1332211" y="208366"/>
                </a:moveTo>
                <a:cubicBezTo>
                  <a:pt x="1348980" y="208366"/>
                  <a:pt x="1362574" y="221960"/>
                  <a:pt x="1362574" y="238729"/>
                </a:cubicBezTo>
                <a:cubicBezTo>
                  <a:pt x="1362574" y="255499"/>
                  <a:pt x="1348980" y="269093"/>
                  <a:pt x="1332211" y="269093"/>
                </a:cubicBezTo>
                <a:cubicBezTo>
                  <a:pt x="1315441" y="269093"/>
                  <a:pt x="1301847" y="255499"/>
                  <a:pt x="1301847" y="238729"/>
                </a:cubicBezTo>
                <a:cubicBezTo>
                  <a:pt x="1301847" y="221960"/>
                  <a:pt x="1315441" y="208366"/>
                  <a:pt x="1332211" y="208366"/>
                </a:cubicBezTo>
                <a:close/>
                <a:moveTo>
                  <a:pt x="1259656" y="208366"/>
                </a:moveTo>
                <a:cubicBezTo>
                  <a:pt x="1276426" y="208366"/>
                  <a:pt x="1290020" y="221960"/>
                  <a:pt x="1290020" y="238729"/>
                </a:cubicBezTo>
                <a:cubicBezTo>
                  <a:pt x="1290020" y="255499"/>
                  <a:pt x="1276426" y="269093"/>
                  <a:pt x="1259656" y="269093"/>
                </a:cubicBezTo>
                <a:cubicBezTo>
                  <a:pt x="1242887" y="269093"/>
                  <a:pt x="1229293" y="255499"/>
                  <a:pt x="1229293" y="238729"/>
                </a:cubicBezTo>
                <a:cubicBezTo>
                  <a:pt x="1229293" y="221960"/>
                  <a:pt x="1242887" y="208366"/>
                  <a:pt x="1259656" y="208366"/>
                </a:cubicBezTo>
                <a:close/>
                <a:moveTo>
                  <a:pt x="1187102" y="208366"/>
                </a:moveTo>
                <a:cubicBezTo>
                  <a:pt x="1203871" y="208366"/>
                  <a:pt x="1217465" y="221960"/>
                  <a:pt x="1217465" y="238729"/>
                </a:cubicBezTo>
                <a:cubicBezTo>
                  <a:pt x="1217465" y="255499"/>
                  <a:pt x="1203871" y="269093"/>
                  <a:pt x="1187102" y="269093"/>
                </a:cubicBezTo>
                <a:cubicBezTo>
                  <a:pt x="1170332" y="269093"/>
                  <a:pt x="1156738" y="255499"/>
                  <a:pt x="1156738" y="238729"/>
                </a:cubicBezTo>
                <a:cubicBezTo>
                  <a:pt x="1156738" y="221960"/>
                  <a:pt x="1170332" y="208366"/>
                  <a:pt x="1187102" y="208366"/>
                </a:cubicBezTo>
                <a:close/>
                <a:moveTo>
                  <a:pt x="1114547" y="208366"/>
                </a:moveTo>
                <a:cubicBezTo>
                  <a:pt x="1131317" y="208366"/>
                  <a:pt x="1144911" y="221960"/>
                  <a:pt x="1144911" y="238729"/>
                </a:cubicBezTo>
                <a:cubicBezTo>
                  <a:pt x="1144911" y="255499"/>
                  <a:pt x="1131317" y="269093"/>
                  <a:pt x="1114547" y="269093"/>
                </a:cubicBezTo>
                <a:cubicBezTo>
                  <a:pt x="1097778" y="269093"/>
                  <a:pt x="1084184" y="255499"/>
                  <a:pt x="1084184" y="238729"/>
                </a:cubicBezTo>
                <a:cubicBezTo>
                  <a:pt x="1084184" y="221960"/>
                  <a:pt x="1097778" y="208366"/>
                  <a:pt x="1114547" y="208366"/>
                </a:cubicBezTo>
                <a:close/>
                <a:moveTo>
                  <a:pt x="1041993" y="208366"/>
                </a:moveTo>
                <a:cubicBezTo>
                  <a:pt x="1058762" y="208366"/>
                  <a:pt x="1072356" y="221960"/>
                  <a:pt x="1072356" y="238729"/>
                </a:cubicBezTo>
                <a:cubicBezTo>
                  <a:pt x="1072356" y="255499"/>
                  <a:pt x="1058762" y="269093"/>
                  <a:pt x="1041993" y="269093"/>
                </a:cubicBezTo>
                <a:cubicBezTo>
                  <a:pt x="1025223" y="269093"/>
                  <a:pt x="1011629" y="255499"/>
                  <a:pt x="1011629" y="238729"/>
                </a:cubicBezTo>
                <a:cubicBezTo>
                  <a:pt x="1011629" y="221960"/>
                  <a:pt x="1025223" y="208366"/>
                  <a:pt x="1041993" y="208366"/>
                </a:cubicBezTo>
                <a:close/>
                <a:moveTo>
                  <a:pt x="969438" y="208366"/>
                </a:moveTo>
                <a:cubicBezTo>
                  <a:pt x="986208" y="208366"/>
                  <a:pt x="999801" y="221960"/>
                  <a:pt x="999801" y="238729"/>
                </a:cubicBezTo>
                <a:cubicBezTo>
                  <a:pt x="999801" y="255499"/>
                  <a:pt x="986208" y="269093"/>
                  <a:pt x="969438" y="269093"/>
                </a:cubicBezTo>
                <a:cubicBezTo>
                  <a:pt x="952669" y="269093"/>
                  <a:pt x="939075" y="255499"/>
                  <a:pt x="939075" y="238729"/>
                </a:cubicBezTo>
                <a:cubicBezTo>
                  <a:pt x="939075" y="221960"/>
                  <a:pt x="952669" y="208366"/>
                  <a:pt x="969438" y="208366"/>
                </a:cubicBezTo>
                <a:close/>
                <a:moveTo>
                  <a:pt x="896883" y="208366"/>
                </a:moveTo>
                <a:cubicBezTo>
                  <a:pt x="913653" y="208366"/>
                  <a:pt x="927247" y="221960"/>
                  <a:pt x="927247" y="238729"/>
                </a:cubicBezTo>
                <a:cubicBezTo>
                  <a:pt x="927247" y="255499"/>
                  <a:pt x="913653" y="269093"/>
                  <a:pt x="896883" y="269093"/>
                </a:cubicBezTo>
                <a:cubicBezTo>
                  <a:pt x="880114" y="269093"/>
                  <a:pt x="866520" y="255499"/>
                  <a:pt x="866520" y="238729"/>
                </a:cubicBezTo>
                <a:cubicBezTo>
                  <a:pt x="866520" y="221960"/>
                  <a:pt x="880114" y="208366"/>
                  <a:pt x="896883" y="208366"/>
                </a:cubicBezTo>
                <a:close/>
                <a:moveTo>
                  <a:pt x="824329" y="208366"/>
                </a:moveTo>
                <a:cubicBezTo>
                  <a:pt x="841098" y="208366"/>
                  <a:pt x="854692" y="221960"/>
                  <a:pt x="854692" y="238729"/>
                </a:cubicBezTo>
                <a:cubicBezTo>
                  <a:pt x="854692" y="255499"/>
                  <a:pt x="841098" y="269093"/>
                  <a:pt x="824329" y="269093"/>
                </a:cubicBezTo>
                <a:cubicBezTo>
                  <a:pt x="807559" y="269093"/>
                  <a:pt x="793965" y="255499"/>
                  <a:pt x="793965" y="238729"/>
                </a:cubicBezTo>
                <a:cubicBezTo>
                  <a:pt x="793965" y="221960"/>
                  <a:pt x="807559" y="208366"/>
                  <a:pt x="824329" y="208366"/>
                </a:cubicBezTo>
                <a:close/>
                <a:moveTo>
                  <a:pt x="751774" y="208366"/>
                </a:moveTo>
                <a:cubicBezTo>
                  <a:pt x="768544" y="208366"/>
                  <a:pt x="782138" y="221960"/>
                  <a:pt x="782138" y="238729"/>
                </a:cubicBezTo>
                <a:cubicBezTo>
                  <a:pt x="782138" y="255499"/>
                  <a:pt x="768544" y="269093"/>
                  <a:pt x="751774" y="269093"/>
                </a:cubicBezTo>
                <a:cubicBezTo>
                  <a:pt x="735005" y="269093"/>
                  <a:pt x="721411" y="255499"/>
                  <a:pt x="721411" y="238729"/>
                </a:cubicBezTo>
                <a:cubicBezTo>
                  <a:pt x="721411" y="221960"/>
                  <a:pt x="735005" y="208366"/>
                  <a:pt x="751774" y="208366"/>
                </a:cubicBezTo>
                <a:close/>
                <a:moveTo>
                  <a:pt x="679220" y="208366"/>
                </a:moveTo>
                <a:cubicBezTo>
                  <a:pt x="695989" y="208366"/>
                  <a:pt x="709583" y="221960"/>
                  <a:pt x="709583" y="238729"/>
                </a:cubicBezTo>
                <a:cubicBezTo>
                  <a:pt x="709583" y="255499"/>
                  <a:pt x="695989" y="269093"/>
                  <a:pt x="679220" y="269093"/>
                </a:cubicBezTo>
                <a:cubicBezTo>
                  <a:pt x="662450" y="269093"/>
                  <a:pt x="648856" y="255499"/>
                  <a:pt x="648856" y="238729"/>
                </a:cubicBezTo>
                <a:cubicBezTo>
                  <a:pt x="648856" y="221960"/>
                  <a:pt x="662450" y="208366"/>
                  <a:pt x="679220" y="208366"/>
                </a:cubicBezTo>
                <a:close/>
                <a:moveTo>
                  <a:pt x="606665" y="208366"/>
                </a:moveTo>
                <a:cubicBezTo>
                  <a:pt x="623435" y="208366"/>
                  <a:pt x="637029" y="221960"/>
                  <a:pt x="637029" y="238729"/>
                </a:cubicBezTo>
                <a:cubicBezTo>
                  <a:pt x="637029" y="255499"/>
                  <a:pt x="623435" y="269093"/>
                  <a:pt x="606665" y="269093"/>
                </a:cubicBezTo>
                <a:cubicBezTo>
                  <a:pt x="589896" y="269093"/>
                  <a:pt x="576302" y="255499"/>
                  <a:pt x="576302" y="238729"/>
                </a:cubicBezTo>
                <a:cubicBezTo>
                  <a:pt x="576302" y="221960"/>
                  <a:pt x="589896" y="208366"/>
                  <a:pt x="606665" y="208366"/>
                </a:cubicBezTo>
                <a:close/>
                <a:moveTo>
                  <a:pt x="534111" y="208366"/>
                </a:moveTo>
                <a:cubicBezTo>
                  <a:pt x="550880" y="208366"/>
                  <a:pt x="564474" y="221960"/>
                  <a:pt x="564474" y="238729"/>
                </a:cubicBezTo>
                <a:cubicBezTo>
                  <a:pt x="564474" y="255499"/>
                  <a:pt x="550880" y="269093"/>
                  <a:pt x="534111" y="269093"/>
                </a:cubicBezTo>
                <a:cubicBezTo>
                  <a:pt x="517341" y="269093"/>
                  <a:pt x="503747" y="255499"/>
                  <a:pt x="503747" y="238729"/>
                </a:cubicBezTo>
                <a:cubicBezTo>
                  <a:pt x="503747" y="221960"/>
                  <a:pt x="517341" y="208366"/>
                  <a:pt x="534111" y="208366"/>
                </a:cubicBezTo>
                <a:close/>
                <a:moveTo>
                  <a:pt x="461556" y="208366"/>
                </a:moveTo>
                <a:cubicBezTo>
                  <a:pt x="478326" y="208366"/>
                  <a:pt x="491920" y="221960"/>
                  <a:pt x="491920" y="238729"/>
                </a:cubicBezTo>
                <a:cubicBezTo>
                  <a:pt x="491920" y="255499"/>
                  <a:pt x="478326" y="269093"/>
                  <a:pt x="461556" y="269093"/>
                </a:cubicBezTo>
                <a:cubicBezTo>
                  <a:pt x="444787" y="269093"/>
                  <a:pt x="431192" y="255499"/>
                  <a:pt x="431192" y="238729"/>
                </a:cubicBezTo>
                <a:cubicBezTo>
                  <a:pt x="431192" y="221960"/>
                  <a:pt x="444787" y="208366"/>
                  <a:pt x="461556" y="208366"/>
                </a:cubicBezTo>
                <a:close/>
                <a:moveTo>
                  <a:pt x="389002" y="208366"/>
                </a:moveTo>
                <a:cubicBezTo>
                  <a:pt x="405771" y="208366"/>
                  <a:pt x="419365" y="221960"/>
                  <a:pt x="419365" y="238729"/>
                </a:cubicBezTo>
                <a:cubicBezTo>
                  <a:pt x="419365" y="255499"/>
                  <a:pt x="405771" y="269093"/>
                  <a:pt x="389002" y="269093"/>
                </a:cubicBezTo>
                <a:cubicBezTo>
                  <a:pt x="372232" y="269093"/>
                  <a:pt x="358638" y="255499"/>
                  <a:pt x="358638" y="238729"/>
                </a:cubicBezTo>
                <a:cubicBezTo>
                  <a:pt x="358638" y="221960"/>
                  <a:pt x="372232" y="208366"/>
                  <a:pt x="389002" y="208366"/>
                </a:cubicBezTo>
                <a:close/>
                <a:moveTo>
                  <a:pt x="316447" y="208366"/>
                </a:moveTo>
                <a:cubicBezTo>
                  <a:pt x="333216" y="208366"/>
                  <a:pt x="346810" y="221960"/>
                  <a:pt x="346810" y="238729"/>
                </a:cubicBezTo>
                <a:cubicBezTo>
                  <a:pt x="346810" y="255499"/>
                  <a:pt x="333216" y="269093"/>
                  <a:pt x="316447" y="269093"/>
                </a:cubicBezTo>
                <a:cubicBezTo>
                  <a:pt x="299677" y="269093"/>
                  <a:pt x="286084" y="255499"/>
                  <a:pt x="286084" y="238729"/>
                </a:cubicBezTo>
                <a:cubicBezTo>
                  <a:pt x="286084" y="221960"/>
                  <a:pt x="299677" y="208366"/>
                  <a:pt x="316447" y="208366"/>
                </a:cubicBezTo>
                <a:close/>
                <a:moveTo>
                  <a:pt x="243892" y="208366"/>
                </a:moveTo>
                <a:cubicBezTo>
                  <a:pt x="260662" y="208366"/>
                  <a:pt x="274256" y="221960"/>
                  <a:pt x="274256" y="238729"/>
                </a:cubicBezTo>
                <a:cubicBezTo>
                  <a:pt x="274256" y="255499"/>
                  <a:pt x="260662" y="269093"/>
                  <a:pt x="243892" y="269093"/>
                </a:cubicBezTo>
                <a:cubicBezTo>
                  <a:pt x="227123" y="269093"/>
                  <a:pt x="213529" y="255499"/>
                  <a:pt x="213529" y="238729"/>
                </a:cubicBezTo>
                <a:cubicBezTo>
                  <a:pt x="213529" y="221960"/>
                  <a:pt x="227123" y="208366"/>
                  <a:pt x="243892" y="208366"/>
                </a:cubicBezTo>
                <a:close/>
                <a:moveTo>
                  <a:pt x="171339" y="208366"/>
                </a:moveTo>
                <a:cubicBezTo>
                  <a:pt x="188107" y="208366"/>
                  <a:pt x="201701" y="221960"/>
                  <a:pt x="201701" y="238729"/>
                </a:cubicBezTo>
                <a:cubicBezTo>
                  <a:pt x="201701" y="255499"/>
                  <a:pt x="188107" y="269093"/>
                  <a:pt x="171339" y="269093"/>
                </a:cubicBezTo>
                <a:cubicBezTo>
                  <a:pt x="154697" y="269093"/>
                  <a:pt x="141102" y="255499"/>
                  <a:pt x="141102" y="238729"/>
                </a:cubicBezTo>
                <a:cubicBezTo>
                  <a:pt x="141102" y="221960"/>
                  <a:pt x="154697" y="208366"/>
                  <a:pt x="171339" y="208366"/>
                </a:cubicBezTo>
                <a:close/>
                <a:moveTo>
                  <a:pt x="98929" y="208366"/>
                </a:moveTo>
                <a:cubicBezTo>
                  <a:pt x="115688" y="208366"/>
                  <a:pt x="129282" y="221960"/>
                  <a:pt x="129282" y="238729"/>
                </a:cubicBezTo>
                <a:cubicBezTo>
                  <a:pt x="129282" y="255499"/>
                  <a:pt x="115688" y="269093"/>
                  <a:pt x="98929" y="269093"/>
                </a:cubicBezTo>
                <a:cubicBezTo>
                  <a:pt x="82155" y="269093"/>
                  <a:pt x="68561" y="255499"/>
                  <a:pt x="68561" y="238729"/>
                </a:cubicBezTo>
                <a:cubicBezTo>
                  <a:pt x="68561" y="221960"/>
                  <a:pt x="82155" y="208366"/>
                  <a:pt x="98929" y="208366"/>
                </a:cubicBezTo>
                <a:close/>
                <a:moveTo>
                  <a:pt x="26375" y="208366"/>
                </a:moveTo>
                <a:cubicBezTo>
                  <a:pt x="43137" y="208366"/>
                  <a:pt x="56732" y="221960"/>
                  <a:pt x="56732" y="238729"/>
                </a:cubicBezTo>
                <a:cubicBezTo>
                  <a:pt x="56732" y="255499"/>
                  <a:pt x="43137" y="269093"/>
                  <a:pt x="26375" y="269093"/>
                </a:cubicBezTo>
                <a:cubicBezTo>
                  <a:pt x="17989" y="269093"/>
                  <a:pt x="10398" y="265695"/>
                  <a:pt x="4903" y="260200"/>
                </a:cubicBezTo>
                <a:lnTo>
                  <a:pt x="0" y="248364"/>
                </a:lnTo>
                <a:lnTo>
                  <a:pt x="0" y="229094"/>
                </a:lnTo>
                <a:lnTo>
                  <a:pt x="4903" y="217259"/>
                </a:lnTo>
                <a:cubicBezTo>
                  <a:pt x="10398" y="211765"/>
                  <a:pt x="17989" y="208366"/>
                  <a:pt x="26375" y="208366"/>
                </a:cubicBezTo>
                <a:close/>
                <a:moveTo>
                  <a:pt x="1622429" y="127914"/>
                </a:moveTo>
                <a:cubicBezTo>
                  <a:pt x="1630814" y="127914"/>
                  <a:pt x="1638404" y="131313"/>
                  <a:pt x="1643899" y="136808"/>
                </a:cubicBezTo>
                <a:lnTo>
                  <a:pt x="1648931" y="148957"/>
                </a:lnTo>
                <a:lnTo>
                  <a:pt x="1651011" y="162579"/>
                </a:lnTo>
                <a:lnTo>
                  <a:pt x="1643899" y="179748"/>
                </a:lnTo>
                <a:cubicBezTo>
                  <a:pt x="1638404" y="185243"/>
                  <a:pt x="1630814" y="188641"/>
                  <a:pt x="1622429" y="188641"/>
                </a:cubicBezTo>
                <a:cubicBezTo>
                  <a:pt x="1605659" y="188641"/>
                  <a:pt x="1592066" y="175047"/>
                  <a:pt x="1592066" y="158278"/>
                </a:cubicBezTo>
                <a:cubicBezTo>
                  <a:pt x="1592066" y="141508"/>
                  <a:pt x="1605659" y="127914"/>
                  <a:pt x="1622429" y="127914"/>
                </a:cubicBezTo>
                <a:close/>
                <a:moveTo>
                  <a:pt x="1549874" y="127914"/>
                </a:moveTo>
                <a:cubicBezTo>
                  <a:pt x="1566644" y="127914"/>
                  <a:pt x="1580238" y="141508"/>
                  <a:pt x="1580238" y="158278"/>
                </a:cubicBezTo>
                <a:cubicBezTo>
                  <a:pt x="1580238" y="175047"/>
                  <a:pt x="1566644" y="188641"/>
                  <a:pt x="1549874" y="188641"/>
                </a:cubicBezTo>
                <a:cubicBezTo>
                  <a:pt x="1533105" y="188641"/>
                  <a:pt x="1519511" y="175047"/>
                  <a:pt x="1519511" y="158278"/>
                </a:cubicBezTo>
                <a:cubicBezTo>
                  <a:pt x="1519511" y="141508"/>
                  <a:pt x="1533105" y="127914"/>
                  <a:pt x="1549874" y="127914"/>
                </a:cubicBezTo>
                <a:close/>
                <a:moveTo>
                  <a:pt x="1477320" y="127914"/>
                </a:moveTo>
                <a:cubicBezTo>
                  <a:pt x="1494089" y="127914"/>
                  <a:pt x="1507683" y="141508"/>
                  <a:pt x="1507683" y="158278"/>
                </a:cubicBezTo>
                <a:cubicBezTo>
                  <a:pt x="1507683" y="175047"/>
                  <a:pt x="1494089" y="188641"/>
                  <a:pt x="1477320" y="188641"/>
                </a:cubicBezTo>
                <a:cubicBezTo>
                  <a:pt x="1460550" y="188641"/>
                  <a:pt x="1446956" y="175047"/>
                  <a:pt x="1446956" y="158278"/>
                </a:cubicBezTo>
                <a:cubicBezTo>
                  <a:pt x="1446956" y="141508"/>
                  <a:pt x="1460550" y="127914"/>
                  <a:pt x="1477320" y="127914"/>
                </a:cubicBezTo>
                <a:close/>
                <a:moveTo>
                  <a:pt x="1404765" y="127914"/>
                </a:moveTo>
                <a:cubicBezTo>
                  <a:pt x="1421535" y="127914"/>
                  <a:pt x="1435129" y="141508"/>
                  <a:pt x="1435129" y="158278"/>
                </a:cubicBezTo>
                <a:cubicBezTo>
                  <a:pt x="1435129" y="175047"/>
                  <a:pt x="1421535" y="188641"/>
                  <a:pt x="1404765" y="188641"/>
                </a:cubicBezTo>
                <a:cubicBezTo>
                  <a:pt x="1387996" y="188641"/>
                  <a:pt x="1374402" y="175047"/>
                  <a:pt x="1374402" y="158278"/>
                </a:cubicBezTo>
                <a:cubicBezTo>
                  <a:pt x="1374402" y="141508"/>
                  <a:pt x="1387996" y="127914"/>
                  <a:pt x="1404765" y="127914"/>
                </a:cubicBezTo>
                <a:close/>
                <a:moveTo>
                  <a:pt x="1332211" y="127914"/>
                </a:moveTo>
                <a:cubicBezTo>
                  <a:pt x="1348980" y="127914"/>
                  <a:pt x="1362574" y="141508"/>
                  <a:pt x="1362574" y="158278"/>
                </a:cubicBezTo>
                <a:cubicBezTo>
                  <a:pt x="1362574" y="175047"/>
                  <a:pt x="1348980" y="188641"/>
                  <a:pt x="1332211" y="188641"/>
                </a:cubicBezTo>
                <a:cubicBezTo>
                  <a:pt x="1315441" y="188641"/>
                  <a:pt x="1301847" y="175047"/>
                  <a:pt x="1301847" y="158278"/>
                </a:cubicBezTo>
                <a:cubicBezTo>
                  <a:pt x="1301847" y="141508"/>
                  <a:pt x="1315441" y="127914"/>
                  <a:pt x="1332211" y="127914"/>
                </a:cubicBezTo>
                <a:close/>
                <a:moveTo>
                  <a:pt x="1259656" y="127914"/>
                </a:moveTo>
                <a:cubicBezTo>
                  <a:pt x="1276426" y="127914"/>
                  <a:pt x="1290020" y="141508"/>
                  <a:pt x="1290020" y="158278"/>
                </a:cubicBezTo>
                <a:cubicBezTo>
                  <a:pt x="1290020" y="175047"/>
                  <a:pt x="1276426" y="188641"/>
                  <a:pt x="1259656" y="188641"/>
                </a:cubicBezTo>
                <a:cubicBezTo>
                  <a:pt x="1242887" y="188641"/>
                  <a:pt x="1229293" y="175047"/>
                  <a:pt x="1229293" y="158278"/>
                </a:cubicBezTo>
                <a:cubicBezTo>
                  <a:pt x="1229293" y="141508"/>
                  <a:pt x="1242887" y="127914"/>
                  <a:pt x="1259656" y="127914"/>
                </a:cubicBezTo>
                <a:close/>
                <a:moveTo>
                  <a:pt x="1187102" y="127914"/>
                </a:moveTo>
                <a:cubicBezTo>
                  <a:pt x="1203871" y="127914"/>
                  <a:pt x="1217465" y="141508"/>
                  <a:pt x="1217465" y="158278"/>
                </a:cubicBezTo>
                <a:cubicBezTo>
                  <a:pt x="1217465" y="175047"/>
                  <a:pt x="1203871" y="188641"/>
                  <a:pt x="1187102" y="188641"/>
                </a:cubicBezTo>
                <a:cubicBezTo>
                  <a:pt x="1170332" y="188641"/>
                  <a:pt x="1156738" y="175047"/>
                  <a:pt x="1156738" y="158278"/>
                </a:cubicBezTo>
                <a:cubicBezTo>
                  <a:pt x="1156738" y="141508"/>
                  <a:pt x="1170332" y="127914"/>
                  <a:pt x="1187102" y="127914"/>
                </a:cubicBezTo>
                <a:close/>
                <a:moveTo>
                  <a:pt x="1114547" y="127914"/>
                </a:moveTo>
                <a:cubicBezTo>
                  <a:pt x="1131317" y="127914"/>
                  <a:pt x="1144911" y="141508"/>
                  <a:pt x="1144911" y="158278"/>
                </a:cubicBezTo>
                <a:cubicBezTo>
                  <a:pt x="1144911" y="175047"/>
                  <a:pt x="1131317" y="188641"/>
                  <a:pt x="1114547" y="188641"/>
                </a:cubicBezTo>
                <a:cubicBezTo>
                  <a:pt x="1097778" y="188641"/>
                  <a:pt x="1084184" y="175047"/>
                  <a:pt x="1084184" y="158278"/>
                </a:cubicBezTo>
                <a:cubicBezTo>
                  <a:pt x="1084184" y="141508"/>
                  <a:pt x="1097778" y="127914"/>
                  <a:pt x="1114547" y="127914"/>
                </a:cubicBezTo>
                <a:close/>
                <a:moveTo>
                  <a:pt x="1041993" y="127914"/>
                </a:moveTo>
                <a:cubicBezTo>
                  <a:pt x="1058762" y="127914"/>
                  <a:pt x="1072356" y="141508"/>
                  <a:pt x="1072356" y="158278"/>
                </a:cubicBezTo>
                <a:cubicBezTo>
                  <a:pt x="1072356" y="175047"/>
                  <a:pt x="1058762" y="188641"/>
                  <a:pt x="1041993" y="188641"/>
                </a:cubicBezTo>
                <a:cubicBezTo>
                  <a:pt x="1025223" y="188641"/>
                  <a:pt x="1011629" y="175047"/>
                  <a:pt x="1011629" y="158278"/>
                </a:cubicBezTo>
                <a:cubicBezTo>
                  <a:pt x="1011629" y="141508"/>
                  <a:pt x="1025223" y="127914"/>
                  <a:pt x="1041993" y="127914"/>
                </a:cubicBezTo>
                <a:close/>
                <a:moveTo>
                  <a:pt x="969438" y="127914"/>
                </a:moveTo>
                <a:cubicBezTo>
                  <a:pt x="986208" y="127914"/>
                  <a:pt x="999801" y="141508"/>
                  <a:pt x="999801" y="158278"/>
                </a:cubicBezTo>
                <a:cubicBezTo>
                  <a:pt x="999801" y="175047"/>
                  <a:pt x="986208" y="188641"/>
                  <a:pt x="969438" y="188641"/>
                </a:cubicBezTo>
                <a:cubicBezTo>
                  <a:pt x="952669" y="188641"/>
                  <a:pt x="939075" y="175047"/>
                  <a:pt x="939075" y="158278"/>
                </a:cubicBezTo>
                <a:cubicBezTo>
                  <a:pt x="939075" y="141508"/>
                  <a:pt x="952669" y="127914"/>
                  <a:pt x="969438" y="127914"/>
                </a:cubicBezTo>
                <a:close/>
                <a:moveTo>
                  <a:pt x="896883" y="127914"/>
                </a:moveTo>
                <a:cubicBezTo>
                  <a:pt x="913653" y="127914"/>
                  <a:pt x="927247" y="141508"/>
                  <a:pt x="927247" y="158278"/>
                </a:cubicBezTo>
                <a:cubicBezTo>
                  <a:pt x="927247" y="175047"/>
                  <a:pt x="913653" y="188641"/>
                  <a:pt x="896883" y="188641"/>
                </a:cubicBezTo>
                <a:cubicBezTo>
                  <a:pt x="880114" y="188641"/>
                  <a:pt x="866520" y="175047"/>
                  <a:pt x="866520" y="158278"/>
                </a:cubicBezTo>
                <a:cubicBezTo>
                  <a:pt x="866520" y="141508"/>
                  <a:pt x="880114" y="127914"/>
                  <a:pt x="896883" y="127914"/>
                </a:cubicBezTo>
                <a:close/>
                <a:moveTo>
                  <a:pt x="824329" y="127914"/>
                </a:moveTo>
                <a:cubicBezTo>
                  <a:pt x="841098" y="127914"/>
                  <a:pt x="854692" y="141508"/>
                  <a:pt x="854692" y="158278"/>
                </a:cubicBezTo>
                <a:cubicBezTo>
                  <a:pt x="854692" y="175047"/>
                  <a:pt x="841098" y="188641"/>
                  <a:pt x="824329" y="188641"/>
                </a:cubicBezTo>
                <a:cubicBezTo>
                  <a:pt x="807559" y="188641"/>
                  <a:pt x="793965" y="175047"/>
                  <a:pt x="793965" y="158278"/>
                </a:cubicBezTo>
                <a:cubicBezTo>
                  <a:pt x="793965" y="141508"/>
                  <a:pt x="807559" y="127914"/>
                  <a:pt x="824329" y="127914"/>
                </a:cubicBezTo>
                <a:close/>
                <a:moveTo>
                  <a:pt x="751774" y="127914"/>
                </a:moveTo>
                <a:cubicBezTo>
                  <a:pt x="768544" y="127914"/>
                  <a:pt x="782138" y="141508"/>
                  <a:pt x="782138" y="158278"/>
                </a:cubicBezTo>
                <a:cubicBezTo>
                  <a:pt x="782138" y="175047"/>
                  <a:pt x="768544" y="188641"/>
                  <a:pt x="751774" y="188641"/>
                </a:cubicBezTo>
                <a:cubicBezTo>
                  <a:pt x="735005" y="188641"/>
                  <a:pt x="721411" y="175047"/>
                  <a:pt x="721411" y="158278"/>
                </a:cubicBezTo>
                <a:cubicBezTo>
                  <a:pt x="721411" y="141508"/>
                  <a:pt x="735005" y="127914"/>
                  <a:pt x="751774" y="127914"/>
                </a:cubicBezTo>
                <a:close/>
                <a:moveTo>
                  <a:pt x="679220" y="127914"/>
                </a:moveTo>
                <a:cubicBezTo>
                  <a:pt x="695989" y="127914"/>
                  <a:pt x="709583" y="141508"/>
                  <a:pt x="709583" y="158278"/>
                </a:cubicBezTo>
                <a:cubicBezTo>
                  <a:pt x="709583" y="175047"/>
                  <a:pt x="695989" y="188641"/>
                  <a:pt x="679220" y="188641"/>
                </a:cubicBezTo>
                <a:cubicBezTo>
                  <a:pt x="662450" y="188641"/>
                  <a:pt x="648856" y="175047"/>
                  <a:pt x="648856" y="158278"/>
                </a:cubicBezTo>
                <a:cubicBezTo>
                  <a:pt x="648856" y="141508"/>
                  <a:pt x="662450" y="127914"/>
                  <a:pt x="679220" y="127914"/>
                </a:cubicBezTo>
                <a:close/>
                <a:moveTo>
                  <a:pt x="606665" y="127914"/>
                </a:moveTo>
                <a:cubicBezTo>
                  <a:pt x="623435" y="127914"/>
                  <a:pt x="637029" y="141508"/>
                  <a:pt x="637029" y="158278"/>
                </a:cubicBezTo>
                <a:cubicBezTo>
                  <a:pt x="637029" y="175047"/>
                  <a:pt x="623435" y="188641"/>
                  <a:pt x="606665" y="188641"/>
                </a:cubicBezTo>
                <a:cubicBezTo>
                  <a:pt x="589896" y="188641"/>
                  <a:pt x="576302" y="175047"/>
                  <a:pt x="576302" y="158278"/>
                </a:cubicBezTo>
                <a:cubicBezTo>
                  <a:pt x="576302" y="141508"/>
                  <a:pt x="589896" y="127914"/>
                  <a:pt x="606665" y="127914"/>
                </a:cubicBezTo>
                <a:close/>
                <a:moveTo>
                  <a:pt x="534111" y="127914"/>
                </a:moveTo>
                <a:cubicBezTo>
                  <a:pt x="550880" y="127914"/>
                  <a:pt x="564474" y="141508"/>
                  <a:pt x="564474" y="158278"/>
                </a:cubicBezTo>
                <a:cubicBezTo>
                  <a:pt x="564474" y="175047"/>
                  <a:pt x="550880" y="188641"/>
                  <a:pt x="534111" y="188641"/>
                </a:cubicBezTo>
                <a:cubicBezTo>
                  <a:pt x="517341" y="188641"/>
                  <a:pt x="503747" y="175047"/>
                  <a:pt x="503747" y="158278"/>
                </a:cubicBezTo>
                <a:cubicBezTo>
                  <a:pt x="503747" y="141508"/>
                  <a:pt x="517341" y="127914"/>
                  <a:pt x="534111" y="127914"/>
                </a:cubicBezTo>
                <a:close/>
                <a:moveTo>
                  <a:pt x="461556" y="127914"/>
                </a:moveTo>
                <a:cubicBezTo>
                  <a:pt x="478326" y="127914"/>
                  <a:pt x="491920" y="141508"/>
                  <a:pt x="491920" y="158278"/>
                </a:cubicBezTo>
                <a:cubicBezTo>
                  <a:pt x="491920" y="175047"/>
                  <a:pt x="478326" y="188641"/>
                  <a:pt x="461556" y="188641"/>
                </a:cubicBezTo>
                <a:cubicBezTo>
                  <a:pt x="444787" y="188641"/>
                  <a:pt x="431192" y="175047"/>
                  <a:pt x="431192" y="158278"/>
                </a:cubicBezTo>
                <a:cubicBezTo>
                  <a:pt x="431192" y="141508"/>
                  <a:pt x="444787" y="127914"/>
                  <a:pt x="461556" y="127914"/>
                </a:cubicBezTo>
                <a:close/>
                <a:moveTo>
                  <a:pt x="389002" y="127914"/>
                </a:moveTo>
                <a:cubicBezTo>
                  <a:pt x="405771" y="127914"/>
                  <a:pt x="419365" y="141508"/>
                  <a:pt x="419365" y="158278"/>
                </a:cubicBezTo>
                <a:cubicBezTo>
                  <a:pt x="419365" y="175047"/>
                  <a:pt x="405771" y="188641"/>
                  <a:pt x="389002" y="188641"/>
                </a:cubicBezTo>
                <a:cubicBezTo>
                  <a:pt x="372232" y="188641"/>
                  <a:pt x="358638" y="175047"/>
                  <a:pt x="358638" y="158278"/>
                </a:cubicBezTo>
                <a:cubicBezTo>
                  <a:pt x="358638" y="141508"/>
                  <a:pt x="372232" y="127914"/>
                  <a:pt x="389002" y="127914"/>
                </a:cubicBezTo>
                <a:close/>
                <a:moveTo>
                  <a:pt x="316447" y="127914"/>
                </a:moveTo>
                <a:cubicBezTo>
                  <a:pt x="333216" y="127914"/>
                  <a:pt x="346810" y="141508"/>
                  <a:pt x="346810" y="158278"/>
                </a:cubicBezTo>
                <a:cubicBezTo>
                  <a:pt x="346810" y="175047"/>
                  <a:pt x="333216" y="188641"/>
                  <a:pt x="316447" y="188641"/>
                </a:cubicBezTo>
                <a:cubicBezTo>
                  <a:pt x="299677" y="188641"/>
                  <a:pt x="286084" y="175047"/>
                  <a:pt x="286084" y="158278"/>
                </a:cubicBezTo>
                <a:cubicBezTo>
                  <a:pt x="286084" y="141508"/>
                  <a:pt x="299677" y="127914"/>
                  <a:pt x="316447" y="127914"/>
                </a:cubicBezTo>
                <a:close/>
                <a:moveTo>
                  <a:pt x="243892" y="127914"/>
                </a:moveTo>
                <a:cubicBezTo>
                  <a:pt x="260662" y="127914"/>
                  <a:pt x="274256" y="141508"/>
                  <a:pt x="274256" y="158278"/>
                </a:cubicBezTo>
                <a:cubicBezTo>
                  <a:pt x="274256" y="175047"/>
                  <a:pt x="260662" y="188641"/>
                  <a:pt x="243892" y="188641"/>
                </a:cubicBezTo>
                <a:cubicBezTo>
                  <a:pt x="227123" y="188641"/>
                  <a:pt x="213529" y="175047"/>
                  <a:pt x="213529" y="158278"/>
                </a:cubicBezTo>
                <a:cubicBezTo>
                  <a:pt x="213529" y="141508"/>
                  <a:pt x="227123" y="127914"/>
                  <a:pt x="243892" y="127914"/>
                </a:cubicBezTo>
                <a:close/>
                <a:moveTo>
                  <a:pt x="171339" y="127914"/>
                </a:moveTo>
                <a:cubicBezTo>
                  <a:pt x="188107" y="127914"/>
                  <a:pt x="201701" y="141508"/>
                  <a:pt x="201701" y="158278"/>
                </a:cubicBezTo>
                <a:cubicBezTo>
                  <a:pt x="201701" y="175047"/>
                  <a:pt x="188107" y="188641"/>
                  <a:pt x="171339" y="188641"/>
                </a:cubicBezTo>
                <a:cubicBezTo>
                  <a:pt x="154702" y="188641"/>
                  <a:pt x="141108" y="175047"/>
                  <a:pt x="141108" y="158278"/>
                </a:cubicBezTo>
                <a:cubicBezTo>
                  <a:pt x="141108" y="141508"/>
                  <a:pt x="154702" y="127914"/>
                  <a:pt x="171339" y="127914"/>
                </a:cubicBezTo>
                <a:close/>
                <a:moveTo>
                  <a:pt x="98936" y="127914"/>
                </a:moveTo>
                <a:cubicBezTo>
                  <a:pt x="115695" y="127914"/>
                  <a:pt x="129288" y="141508"/>
                  <a:pt x="129288" y="158278"/>
                </a:cubicBezTo>
                <a:cubicBezTo>
                  <a:pt x="129288" y="175047"/>
                  <a:pt x="115695" y="188641"/>
                  <a:pt x="98936" y="188641"/>
                </a:cubicBezTo>
                <a:cubicBezTo>
                  <a:pt x="82162" y="188641"/>
                  <a:pt x="68567" y="175047"/>
                  <a:pt x="68567" y="158278"/>
                </a:cubicBezTo>
                <a:cubicBezTo>
                  <a:pt x="68567" y="141508"/>
                  <a:pt x="82162" y="127914"/>
                  <a:pt x="98936" y="127914"/>
                </a:cubicBezTo>
                <a:close/>
                <a:moveTo>
                  <a:pt x="26381" y="127914"/>
                </a:moveTo>
                <a:cubicBezTo>
                  <a:pt x="43143" y="127914"/>
                  <a:pt x="56738" y="141508"/>
                  <a:pt x="56738" y="158278"/>
                </a:cubicBezTo>
                <a:cubicBezTo>
                  <a:pt x="56738" y="175047"/>
                  <a:pt x="43143" y="188641"/>
                  <a:pt x="26381" y="188641"/>
                </a:cubicBezTo>
                <a:cubicBezTo>
                  <a:pt x="17995" y="188641"/>
                  <a:pt x="10404" y="185243"/>
                  <a:pt x="4909" y="179748"/>
                </a:cubicBezTo>
                <a:lnTo>
                  <a:pt x="0" y="167898"/>
                </a:lnTo>
                <a:lnTo>
                  <a:pt x="0" y="148658"/>
                </a:lnTo>
                <a:lnTo>
                  <a:pt x="4909" y="136807"/>
                </a:lnTo>
                <a:cubicBezTo>
                  <a:pt x="10404" y="131313"/>
                  <a:pt x="17995" y="127914"/>
                  <a:pt x="26381" y="127914"/>
                </a:cubicBezTo>
                <a:close/>
                <a:moveTo>
                  <a:pt x="1622429" y="47462"/>
                </a:moveTo>
                <a:lnTo>
                  <a:pt x="1625821" y="48147"/>
                </a:lnTo>
                <a:lnTo>
                  <a:pt x="1639701" y="102127"/>
                </a:lnTo>
                <a:lnTo>
                  <a:pt x="1634248" y="105804"/>
                </a:lnTo>
                <a:cubicBezTo>
                  <a:pt x="1630615" y="107340"/>
                  <a:pt x="1626621" y="108189"/>
                  <a:pt x="1622429" y="108189"/>
                </a:cubicBezTo>
                <a:cubicBezTo>
                  <a:pt x="1605659" y="108189"/>
                  <a:pt x="1592066" y="94595"/>
                  <a:pt x="1592066" y="77826"/>
                </a:cubicBezTo>
                <a:cubicBezTo>
                  <a:pt x="1592066" y="61056"/>
                  <a:pt x="1605659" y="47462"/>
                  <a:pt x="1622429" y="47462"/>
                </a:cubicBezTo>
                <a:close/>
                <a:moveTo>
                  <a:pt x="1549874" y="47462"/>
                </a:moveTo>
                <a:cubicBezTo>
                  <a:pt x="1566644" y="47462"/>
                  <a:pt x="1580238" y="61056"/>
                  <a:pt x="1580238" y="77826"/>
                </a:cubicBezTo>
                <a:cubicBezTo>
                  <a:pt x="1580238" y="94595"/>
                  <a:pt x="1566644" y="108189"/>
                  <a:pt x="1549874" y="108189"/>
                </a:cubicBezTo>
                <a:cubicBezTo>
                  <a:pt x="1533105" y="108189"/>
                  <a:pt x="1519511" y="94595"/>
                  <a:pt x="1519511" y="77826"/>
                </a:cubicBezTo>
                <a:cubicBezTo>
                  <a:pt x="1519511" y="61056"/>
                  <a:pt x="1533105" y="47462"/>
                  <a:pt x="1549874" y="47462"/>
                </a:cubicBezTo>
                <a:close/>
                <a:moveTo>
                  <a:pt x="1477320" y="47462"/>
                </a:moveTo>
                <a:cubicBezTo>
                  <a:pt x="1494089" y="47462"/>
                  <a:pt x="1507683" y="61056"/>
                  <a:pt x="1507683" y="77826"/>
                </a:cubicBezTo>
                <a:cubicBezTo>
                  <a:pt x="1507683" y="94595"/>
                  <a:pt x="1494089" y="108189"/>
                  <a:pt x="1477320" y="108189"/>
                </a:cubicBezTo>
                <a:cubicBezTo>
                  <a:pt x="1460550" y="108189"/>
                  <a:pt x="1446956" y="94595"/>
                  <a:pt x="1446956" y="77826"/>
                </a:cubicBezTo>
                <a:cubicBezTo>
                  <a:pt x="1446956" y="61056"/>
                  <a:pt x="1460550" y="47462"/>
                  <a:pt x="1477320" y="47462"/>
                </a:cubicBezTo>
                <a:close/>
                <a:moveTo>
                  <a:pt x="1404765" y="47462"/>
                </a:moveTo>
                <a:cubicBezTo>
                  <a:pt x="1421535" y="47462"/>
                  <a:pt x="1435129" y="61056"/>
                  <a:pt x="1435129" y="77826"/>
                </a:cubicBezTo>
                <a:cubicBezTo>
                  <a:pt x="1435129" y="94595"/>
                  <a:pt x="1421535" y="108189"/>
                  <a:pt x="1404765" y="108189"/>
                </a:cubicBezTo>
                <a:cubicBezTo>
                  <a:pt x="1387996" y="108189"/>
                  <a:pt x="1374402" y="94595"/>
                  <a:pt x="1374402" y="77826"/>
                </a:cubicBezTo>
                <a:cubicBezTo>
                  <a:pt x="1374402" y="61056"/>
                  <a:pt x="1387996" y="47462"/>
                  <a:pt x="1404765" y="47462"/>
                </a:cubicBezTo>
                <a:close/>
                <a:moveTo>
                  <a:pt x="1332211" y="47462"/>
                </a:moveTo>
                <a:cubicBezTo>
                  <a:pt x="1348980" y="47462"/>
                  <a:pt x="1362574" y="61056"/>
                  <a:pt x="1362574" y="77826"/>
                </a:cubicBezTo>
                <a:cubicBezTo>
                  <a:pt x="1362574" y="94595"/>
                  <a:pt x="1348980" y="108189"/>
                  <a:pt x="1332211" y="108189"/>
                </a:cubicBezTo>
                <a:cubicBezTo>
                  <a:pt x="1315441" y="108189"/>
                  <a:pt x="1301847" y="94595"/>
                  <a:pt x="1301847" y="77826"/>
                </a:cubicBezTo>
                <a:cubicBezTo>
                  <a:pt x="1301847" y="61056"/>
                  <a:pt x="1315441" y="47462"/>
                  <a:pt x="1332211" y="47462"/>
                </a:cubicBezTo>
                <a:close/>
                <a:moveTo>
                  <a:pt x="1259656" y="47462"/>
                </a:moveTo>
                <a:cubicBezTo>
                  <a:pt x="1276426" y="47462"/>
                  <a:pt x="1290020" y="61056"/>
                  <a:pt x="1290020" y="77826"/>
                </a:cubicBezTo>
                <a:cubicBezTo>
                  <a:pt x="1290020" y="94595"/>
                  <a:pt x="1276426" y="108189"/>
                  <a:pt x="1259656" y="108189"/>
                </a:cubicBezTo>
                <a:cubicBezTo>
                  <a:pt x="1242887" y="108189"/>
                  <a:pt x="1229293" y="94595"/>
                  <a:pt x="1229293" y="77826"/>
                </a:cubicBezTo>
                <a:cubicBezTo>
                  <a:pt x="1229293" y="61056"/>
                  <a:pt x="1242887" y="47462"/>
                  <a:pt x="1259656" y="47462"/>
                </a:cubicBezTo>
                <a:close/>
                <a:moveTo>
                  <a:pt x="1187102" y="47462"/>
                </a:moveTo>
                <a:cubicBezTo>
                  <a:pt x="1203871" y="47462"/>
                  <a:pt x="1217465" y="61056"/>
                  <a:pt x="1217465" y="77826"/>
                </a:cubicBezTo>
                <a:cubicBezTo>
                  <a:pt x="1217465" y="94595"/>
                  <a:pt x="1203871" y="108189"/>
                  <a:pt x="1187102" y="108189"/>
                </a:cubicBezTo>
                <a:cubicBezTo>
                  <a:pt x="1170332" y="108189"/>
                  <a:pt x="1156738" y="94595"/>
                  <a:pt x="1156738" y="77826"/>
                </a:cubicBezTo>
                <a:cubicBezTo>
                  <a:pt x="1156738" y="61056"/>
                  <a:pt x="1170332" y="47462"/>
                  <a:pt x="1187102" y="47462"/>
                </a:cubicBezTo>
                <a:close/>
                <a:moveTo>
                  <a:pt x="1114547" y="47462"/>
                </a:moveTo>
                <a:cubicBezTo>
                  <a:pt x="1131317" y="47462"/>
                  <a:pt x="1144911" y="61056"/>
                  <a:pt x="1144911" y="77826"/>
                </a:cubicBezTo>
                <a:cubicBezTo>
                  <a:pt x="1144911" y="94595"/>
                  <a:pt x="1131317" y="108189"/>
                  <a:pt x="1114547" y="108189"/>
                </a:cubicBezTo>
                <a:cubicBezTo>
                  <a:pt x="1097778" y="108189"/>
                  <a:pt x="1084184" y="94595"/>
                  <a:pt x="1084184" y="77826"/>
                </a:cubicBezTo>
                <a:cubicBezTo>
                  <a:pt x="1084184" y="61056"/>
                  <a:pt x="1097778" y="47462"/>
                  <a:pt x="1114547" y="47462"/>
                </a:cubicBezTo>
                <a:close/>
                <a:moveTo>
                  <a:pt x="1041993" y="47462"/>
                </a:moveTo>
                <a:cubicBezTo>
                  <a:pt x="1058762" y="47462"/>
                  <a:pt x="1072356" y="61056"/>
                  <a:pt x="1072356" y="77826"/>
                </a:cubicBezTo>
                <a:cubicBezTo>
                  <a:pt x="1072356" y="94595"/>
                  <a:pt x="1058762" y="108189"/>
                  <a:pt x="1041993" y="108189"/>
                </a:cubicBezTo>
                <a:cubicBezTo>
                  <a:pt x="1025223" y="108189"/>
                  <a:pt x="1011629" y="94595"/>
                  <a:pt x="1011629" y="77826"/>
                </a:cubicBezTo>
                <a:cubicBezTo>
                  <a:pt x="1011629" y="61056"/>
                  <a:pt x="1025223" y="47462"/>
                  <a:pt x="1041993" y="47462"/>
                </a:cubicBezTo>
                <a:close/>
                <a:moveTo>
                  <a:pt x="969438" y="47462"/>
                </a:moveTo>
                <a:cubicBezTo>
                  <a:pt x="986208" y="47462"/>
                  <a:pt x="999801" y="61056"/>
                  <a:pt x="999801" y="77826"/>
                </a:cubicBezTo>
                <a:cubicBezTo>
                  <a:pt x="999801" y="94595"/>
                  <a:pt x="986208" y="108189"/>
                  <a:pt x="969438" y="108189"/>
                </a:cubicBezTo>
                <a:cubicBezTo>
                  <a:pt x="952669" y="108189"/>
                  <a:pt x="939075" y="94595"/>
                  <a:pt x="939075" y="77826"/>
                </a:cubicBezTo>
                <a:cubicBezTo>
                  <a:pt x="939075" y="61056"/>
                  <a:pt x="952669" y="47462"/>
                  <a:pt x="969438" y="47462"/>
                </a:cubicBezTo>
                <a:close/>
                <a:moveTo>
                  <a:pt x="896883" y="47462"/>
                </a:moveTo>
                <a:cubicBezTo>
                  <a:pt x="913653" y="47462"/>
                  <a:pt x="927247" y="61056"/>
                  <a:pt x="927247" y="77826"/>
                </a:cubicBezTo>
                <a:cubicBezTo>
                  <a:pt x="927247" y="94595"/>
                  <a:pt x="913653" y="108189"/>
                  <a:pt x="896883" y="108189"/>
                </a:cubicBezTo>
                <a:cubicBezTo>
                  <a:pt x="880114" y="108189"/>
                  <a:pt x="866520" y="94595"/>
                  <a:pt x="866520" y="77826"/>
                </a:cubicBezTo>
                <a:cubicBezTo>
                  <a:pt x="866520" y="61056"/>
                  <a:pt x="880114" y="47462"/>
                  <a:pt x="896883" y="47462"/>
                </a:cubicBezTo>
                <a:close/>
                <a:moveTo>
                  <a:pt x="824329" y="47462"/>
                </a:moveTo>
                <a:cubicBezTo>
                  <a:pt x="841098" y="47462"/>
                  <a:pt x="854692" y="61056"/>
                  <a:pt x="854692" y="77826"/>
                </a:cubicBezTo>
                <a:cubicBezTo>
                  <a:pt x="854692" y="94595"/>
                  <a:pt x="841098" y="108189"/>
                  <a:pt x="824329" y="108189"/>
                </a:cubicBezTo>
                <a:cubicBezTo>
                  <a:pt x="807559" y="108189"/>
                  <a:pt x="793965" y="94595"/>
                  <a:pt x="793965" y="77826"/>
                </a:cubicBezTo>
                <a:cubicBezTo>
                  <a:pt x="793965" y="61056"/>
                  <a:pt x="807559" y="47462"/>
                  <a:pt x="824329" y="47462"/>
                </a:cubicBezTo>
                <a:close/>
                <a:moveTo>
                  <a:pt x="751774" y="47462"/>
                </a:moveTo>
                <a:cubicBezTo>
                  <a:pt x="768544" y="47462"/>
                  <a:pt x="782138" y="61056"/>
                  <a:pt x="782138" y="77826"/>
                </a:cubicBezTo>
                <a:cubicBezTo>
                  <a:pt x="782138" y="94595"/>
                  <a:pt x="768544" y="108189"/>
                  <a:pt x="751774" y="108189"/>
                </a:cubicBezTo>
                <a:cubicBezTo>
                  <a:pt x="735005" y="108189"/>
                  <a:pt x="721411" y="94595"/>
                  <a:pt x="721411" y="77826"/>
                </a:cubicBezTo>
                <a:cubicBezTo>
                  <a:pt x="721411" y="61056"/>
                  <a:pt x="735005" y="47462"/>
                  <a:pt x="751774" y="47462"/>
                </a:cubicBezTo>
                <a:close/>
                <a:moveTo>
                  <a:pt x="679220" y="47462"/>
                </a:moveTo>
                <a:cubicBezTo>
                  <a:pt x="695989" y="47462"/>
                  <a:pt x="709583" y="61056"/>
                  <a:pt x="709583" y="77826"/>
                </a:cubicBezTo>
                <a:cubicBezTo>
                  <a:pt x="709583" y="94595"/>
                  <a:pt x="695989" y="108189"/>
                  <a:pt x="679220" y="108189"/>
                </a:cubicBezTo>
                <a:cubicBezTo>
                  <a:pt x="662450" y="108189"/>
                  <a:pt x="648856" y="94595"/>
                  <a:pt x="648856" y="77826"/>
                </a:cubicBezTo>
                <a:cubicBezTo>
                  <a:pt x="648856" y="61056"/>
                  <a:pt x="662450" y="47462"/>
                  <a:pt x="679220" y="47462"/>
                </a:cubicBezTo>
                <a:close/>
                <a:moveTo>
                  <a:pt x="606665" y="47462"/>
                </a:moveTo>
                <a:cubicBezTo>
                  <a:pt x="623435" y="47462"/>
                  <a:pt x="637029" y="61056"/>
                  <a:pt x="637029" y="77826"/>
                </a:cubicBezTo>
                <a:cubicBezTo>
                  <a:pt x="637029" y="94595"/>
                  <a:pt x="623435" y="108189"/>
                  <a:pt x="606665" y="108189"/>
                </a:cubicBezTo>
                <a:cubicBezTo>
                  <a:pt x="589896" y="108189"/>
                  <a:pt x="576302" y="94595"/>
                  <a:pt x="576302" y="77826"/>
                </a:cubicBezTo>
                <a:cubicBezTo>
                  <a:pt x="576302" y="61056"/>
                  <a:pt x="589896" y="47462"/>
                  <a:pt x="606665" y="47462"/>
                </a:cubicBezTo>
                <a:close/>
                <a:moveTo>
                  <a:pt x="534111" y="47462"/>
                </a:moveTo>
                <a:cubicBezTo>
                  <a:pt x="550880" y="47462"/>
                  <a:pt x="564474" y="61056"/>
                  <a:pt x="564474" y="77826"/>
                </a:cubicBezTo>
                <a:cubicBezTo>
                  <a:pt x="564474" y="94595"/>
                  <a:pt x="550880" y="108189"/>
                  <a:pt x="534111" y="108189"/>
                </a:cubicBezTo>
                <a:cubicBezTo>
                  <a:pt x="517341" y="108189"/>
                  <a:pt x="503747" y="94595"/>
                  <a:pt x="503747" y="77826"/>
                </a:cubicBezTo>
                <a:cubicBezTo>
                  <a:pt x="503747" y="61056"/>
                  <a:pt x="517341" y="47462"/>
                  <a:pt x="534111" y="47462"/>
                </a:cubicBezTo>
                <a:close/>
                <a:moveTo>
                  <a:pt x="461556" y="47462"/>
                </a:moveTo>
                <a:cubicBezTo>
                  <a:pt x="478326" y="47462"/>
                  <a:pt x="491920" y="61056"/>
                  <a:pt x="491920" y="77826"/>
                </a:cubicBezTo>
                <a:cubicBezTo>
                  <a:pt x="491920" y="94595"/>
                  <a:pt x="478326" y="108189"/>
                  <a:pt x="461556" y="108189"/>
                </a:cubicBezTo>
                <a:cubicBezTo>
                  <a:pt x="444787" y="108189"/>
                  <a:pt x="431192" y="94595"/>
                  <a:pt x="431192" y="77826"/>
                </a:cubicBezTo>
                <a:cubicBezTo>
                  <a:pt x="431192" y="61056"/>
                  <a:pt x="444787" y="47462"/>
                  <a:pt x="461556" y="47462"/>
                </a:cubicBezTo>
                <a:close/>
                <a:moveTo>
                  <a:pt x="389002" y="47462"/>
                </a:moveTo>
                <a:cubicBezTo>
                  <a:pt x="405771" y="47462"/>
                  <a:pt x="419365" y="61056"/>
                  <a:pt x="419365" y="77826"/>
                </a:cubicBezTo>
                <a:cubicBezTo>
                  <a:pt x="419365" y="94595"/>
                  <a:pt x="405771" y="108189"/>
                  <a:pt x="389002" y="108189"/>
                </a:cubicBezTo>
                <a:cubicBezTo>
                  <a:pt x="372232" y="108189"/>
                  <a:pt x="358638" y="94595"/>
                  <a:pt x="358638" y="77826"/>
                </a:cubicBezTo>
                <a:cubicBezTo>
                  <a:pt x="358638" y="61056"/>
                  <a:pt x="372232" y="47462"/>
                  <a:pt x="389002" y="47462"/>
                </a:cubicBezTo>
                <a:close/>
                <a:moveTo>
                  <a:pt x="316447" y="47462"/>
                </a:moveTo>
                <a:cubicBezTo>
                  <a:pt x="333216" y="47462"/>
                  <a:pt x="346810" y="61056"/>
                  <a:pt x="346810" y="77826"/>
                </a:cubicBezTo>
                <a:cubicBezTo>
                  <a:pt x="346810" y="94595"/>
                  <a:pt x="333216" y="108189"/>
                  <a:pt x="316447" y="108189"/>
                </a:cubicBezTo>
                <a:cubicBezTo>
                  <a:pt x="299677" y="108189"/>
                  <a:pt x="286084" y="94595"/>
                  <a:pt x="286084" y="77826"/>
                </a:cubicBezTo>
                <a:cubicBezTo>
                  <a:pt x="286084" y="61056"/>
                  <a:pt x="299677" y="47462"/>
                  <a:pt x="316447" y="47462"/>
                </a:cubicBezTo>
                <a:close/>
                <a:moveTo>
                  <a:pt x="243892" y="47462"/>
                </a:moveTo>
                <a:cubicBezTo>
                  <a:pt x="260662" y="47462"/>
                  <a:pt x="274256" y="61056"/>
                  <a:pt x="274256" y="77826"/>
                </a:cubicBezTo>
                <a:cubicBezTo>
                  <a:pt x="274256" y="94595"/>
                  <a:pt x="260662" y="108189"/>
                  <a:pt x="243892" y="108189"/>
                </a:cubicBezTo>
                <a:cubicBezTo>
                  <a:pt x="227123" y="108189"/>
                  <a:pt x="213529" y="94595"/>
                  <a:pt x="213529" y="77826"/>
                </a:cubicBezTo>
                <a:cubicBezTo>
                  <a:pt x="213529" y="61056"/>
                  <a:pt x="227123" y="47462"/>
                  <a:pt x="243892" y="47462"/>
                </a:cubicBezTo>
                <a:close/>
                <a:moveTo>
                  <a:pt x="171339" y="47462"/>
                </a:moveTo>
                <a:cubicBezTo>
                  <a:pt x="188107" y="47462"/>
                  <a:pt x="201701" y="61056"/>
                  <a:pt x="201701" y="77826"/>
                </a:cubicBezTo>
                <a:cubicBezTo>
                  <a:pt x="201701" y="94595"/>
                  <a:pt x="188107" y="108189"/>
                  <a:pt x="171339" y="108189"/>
                </a:cubicBezTo>
                <a:cubicBezTo>
                  <a:pt x="154708" y="108189"/>
                  <a:pt x="141113" y="94595"/>
                  <a:pt x="141113" y="77826"/>
                </a:cubicBezTo>
                <a:cubicBezTo>
                  <a:pt x="141113" y="61056"/>
                  <a:pt x="154708" y="47462"/>
                  <a:pt x="171339" y="47462"/>
                </a:cubicBezTo>
                <a:close/>
                <a:moveTo>
                  <a:pt x="98942" y="47462"/>
                </a:moveTo>
                <a:cubicBezTo>
                  <a:pt x="115700" y="47462"/>
                  <a:pt x="129294" y="61056"/>
                  <a:pt x="129294" y="77826"/>
                </a:cubicBezTo>
                <a:cubicBezTo>
                  <a:pt x="129294" y="94595"/>
                  <a:pt x="115700" y="108189"/>
                  <a:pt x="98942" y="108189"/>
                </a:cubicBezTo>
                <a:cubicBezTo>
                  <a:pt x="82168" y="108189"/>
                  <a:pt x="68573" y="94595"/>
                  <a:pt x="68573" y="77826"/>
                </a:cubicBezTo>
                <a:cubicBezTo>
                  <a:pt x="68573" y="61056"/>
                  <a:pt x="82168" y="47462"/>
                  <a:pt x="98942" y="47462"/>
                </a:cubicBezTo>
                <a:close/>
                <a:moveTo>
                  <a:pt x="26388" y="47462"/>
                </a:moveTo>
                <a:cubicBezTo>
                  <a:pt x="43149" y="47462"/>
                  <a:pt x="56744" y="61056"/>
                  <a:pt x="56744" y="77826"/>
                </a:cubicBezTo>
                <a:cubicBezTo>
                  <a:pt x="56744" y="94595"/>
                  <a:pt x="43149" y="108189"/>
                  <a:pt x="26388" y="108189"/>
                </a:cubicBezTo>
                <a:cubicBezTo>
                  <a:pt x="18002" y="108189"/>
                  <a:pt x="10410" y="104791"/>
                  <a:pt x="4916" y="99296"/>
                </a:cubicBezTo>
                <a:lnTo>
                  <a:pt x="0" y="87429"/>
                </a:lnTo>
                <a:lnTo>
                  <a:pt x="0" y="68222"/>
                </a:lnTo>
                <a:lnTo>
                  <a:pt x="4916" y="56355"/>
                </a:lnTo>
                <a:cubicBezTo>
                  <a:pt x="10410" y="50861"/>
                  <a:pt x="18002" y="47462"/>
                  <a:pt x="26388" y="47462"/>
                </a:cubicBezTo>
                <a:close/>
                <a:moveTo>
                  <a:pt x="1592868" y="0"/>
                </a:moveTo>
                <a:lnTo>
                  <a:pt x="1613441" y="0"/>
                </a:lnTo>
                <a:lnTo>
                  <a:pt x="1620472" y="27343"/>
                </a:lnTo>
                <a:lnTo>
                  <a:pt x="1610610" y="25352"/>
                </a:lnTo>
                <a:cubicBezTo>
                  <a:pt x="1605161" y="23047"/>
                  <a:pt x="1600525" y="19197"/>
                  <a:pt x="1597251" y="14351"/>
                </a:cubicBezTo>
                <a:close/>
                <a:moveTo>
                  <a:pt x="1520598" y="0"/>
                </a:moveTo>
                <a:lnTo>
                  <a:pt x="1579150" y="0"/>
                </a:lnTo>
                <a:lnTo>
                  <a:pt x="1571345" y="18844"/>
                </a:lnTo>
                <a:cubicBezTo>
                  <a:pt x="1565850" y="24339"/>
                  <a:pt x="1558259" y="27738"/>
                  <a:pt x="1549874" y="27738"/>
                </a:cubicBezTo>
                <a:cubicBezTo>
                  <a:pt x="1541490" y="27738"/>
                  <a:pt x="1533899" y="24339"/>
                  <a:pt x="1528404" y="18844"/>
                </a:cubicBezTo>
                <a:close/>
                <a:moveTo>
                  <a:pt x="1448044" y="0"/>
                </a:moveTo>
                <a:lnTo>
                  <a:pt x="1506596" y="0"/>
                </a:lnTo>
                <a:lnTo>
                  <a:pt x="1498790" y="18844"/>
                </a:lnTo>
                <a:cubicBezTo>
                  <a:pt x="1493295" y="24339"/>
                  <a:pt x="1485705" y="27738"/>
                  <a:pt x="1477320" y="27738"/>
                </a:cubicBezTo>
                <a:cubicBezTo>
                  <a:pt x="1468935" y="27738"/>
                  <a:pt x="1461344" y="24339"/>
                  <a:pt x="1455850" y="18844"/>
                </a:cubicBezTo>
                <a:close/>
                <a:moveTo>
                  <a:pt x="1375489" y="0"/>
                </a:moveTo>
                <a:lnTo>
                  <a:pt x="1434041" y="0"/>
                </a:lnTo>
                <a:lnTo>
                  <a:pt x="1426236" y="18844"/>
                </a:lnTo>
                <a:cubicBezTo>
                  <a:pt x="1420741" y="24339"/>
                  <a:pt x="1413150" y="27738"/>
                  <a:pt x="1404765" y="27738"/>
                </a:cubicBezTo>
                <a:cubicBezTo>
                  <a:pt x="1396381" y="27738"/>
                  <a:pt x="1388790" y="24339"/>
                  <a:pt x="1383295" y="18844"/>
                </a:cubicBezTo>
                <a:close/>
                <a:moveTo>
                  <a:pt x="1302935" y="0"/>
                </a:moveTo>
                <a:lnTo>
                  <a:pt x="1361486" y="0"/>
                </a:lnTo>
                <a:lnTo>
                  <a:pt x="1353681" y="18844"/>
                </a:lnTo>
                <a:cubicBezTo>
                  <a:pt x="1348186" y="24339"/>
                  <a:pt x="1340596" y="27738"/>
                  <a:pt x="1332211" y="27738"/>
                </a:cubicBezTo>
                <a:cubicBezTo>
                  <a:pt x="1323826" y="27738"/>
                  <a:pt x="1316235" y="24339"/>
                  <a:pt x="1310740" y="18844"/>
                </a:cubicBezTo>
                <a:close/>
                <a:moveTo>
                  <a:pt x="1230380" y="0"/>
                </a:moveTo>
                <a:lnTo>
                  <a:pt x="1288932" y="0"/>
                </a:lnTo>
                <a:lnTo>
                  <a:pt x="1281126" y="18844"/>
                </a:lnTo>
                <a:cubicBezTo>
                  <a:pt x="1275632" y="24339"/>
                  <a:pt x="1268041" y="27738"/>
                  <a:pt x="1259656" y="27738"/>
                </a:cubicBezTo>
                <a:cubicBezTo>
                  <a:pt x="1251271" y="27738"/>
                  <a:pt x="1243680" y="24339"/>
                  <a:pt x="1238186" y="18844"/>
                </a:cubicBezTo>
                <a:close/>
                <a:moveTo>
                  <a:pt x="1157826" y="0"/>
                </a:moveTo>
                <a:lnTo>
                  <a:pt x="1216377" y="0"/>
                </a:lnTo>
                <a:lnTo>
                  <a:pt x="1208572" y="18844"/>
                </a:lnTo>
                <a:cubicBezTo>
                  <a:pt x="1203077" y="24339"/>
                  <a:pt x="1195486" y="27738"/>
                  <a:pt x="1187102" y="27738"/>
                </a:cubicBezTo>
                <a:cubicBezTo>
                  <a:pt x="1178717" y="27738"/>
                  <a:pt x="1171126" y="24339"/>
                  <a:pt x="1165631" y="18844"/>
                </a:cubicBezTo>
                <a:close/>
                <a:moveTo>
                  <a:pt x="1085271" y="0"/>
                </a:moveTo>
                <a:lnTo>
                  <a:pt x="1143823" y="0"/>
                </a:lnTo>
                <a:lnTo>
                  <a:pt x="1136017" y="18844"/>
                </a:lnTo>
                <a:cubicBezTo>
                  <a:pt x="1130523" y="24339"/>
                  <a:pt x="1122932" y="27738"/>
                  <a:pt x="1114547" y="27738"/>
                </a:cubicBezTo>
                <a:cubicBezTo>
                  <a:pt x="1106162" y="27738"/>
                  <a:pt x="1098571" y="24339"/>
                  <a:pt x="1093077" y="18844"/>
                </a:cubicBezTo>
                <a:close/>
                <a:moveTo>
                  <a:pt x="1012717" y="0"/>
                </a:moveTo>
                <a:lnTo>
                  <a:pt x="1071268" y="0"/>
                </a:lnTo>
                <a:lnTo>
                  <a:pt x="1063463" y="18844"/>
                </a:lnTo>
                <a:cubicBezTo>
                  <a:pt x="1057968" y="24339"/>
                  <a:pt x="1050377" y="27738"/>
                  <a:pt x="1041993" y="27738"/>
                </a:cubicBezTo>
                <a:cubicBezTo>
                  <a:pt x="1033608" y="27738"/>
                  <a:pt x="1026017" y="24339"/>
                  <a:pt x="1020522" y="18844"/>
                </a:cubicBezTo>
                <a:close/>
                <a:moveTo>
                  <a:pt x="940162" y="0"/>
                </a:moveTo>
                <a:lnTo>
                  <a:pt x="998714" y="0"/>
                </a:lnTo>
                <a:lnTo>
                  <a:pt x="990908" y="18844"/>
                </a:lnTo>
                <a:cubicBezTo>
                  <a:pt x="985414" y="24339"/>
                  <a:pt x="977823" y="27738"/>
                  <a:pt x="969438" y="27738"/>
                </a:cubicBezTo>
                <a:cubicBezTo>
                  <a:pt x="961053" y="27738"/>
                  <a:pt x="953462" y="24339"/>
                  <a:pt x="947968" y="18844"/>
                </a:cubicBezTo>
                <a:close/>
                <a:moveTo>
                  <a:pt x="867607" y="0"/>
                </a:moveTo>
                <a:lnTo>
                  <a:pt x="926159" y="0"/>
                </a:lnTo>
                <a:lnTo>
                  <a:pt x="918354" y="18844"/>
                </a:lnTo>
                <a:cubicBezTo>
                  <a:pt x="912859" y="24339"/>
                  <a:pt x="905268" y="27738"/>
                  <a:pt x="896883" y="27738"/>
                </a:cubicBezTo>
                <a:cubicBezTo>
                  <a:pt x="888499" y="27738"/>
                  <a:pt x="880908" y="24339"/>
                  <a:pt x="875413" y="18844"/>
                </a:cubicBezTo>
                <a:close/>
                <a:moveTo>
                  <a:pt x="795053" y="0"/>
                </a:moveTo>
                <a:lnTo>
                  <a:pt x="853605" y="0"/>
                </a:lnTo>
                <a:lnTo>
                  <a:pt x="845799" y="18844"/>
                </a:lnTo>
                <a:cubicBezTo>
                  <a:pt x="840304" y="24339"/>
                  <a:pt x="832714" y="27738"/>
                  <a:pt x="824329" y="27738"/>
                </a:cubicBezTo>
                <a:cubicBezTo>
                  <a:pt x="815944" y="27738"/>
                  <a:pt x="808353" y="24339"/>
                  <a:pt x="802858" y="18844"/>
                </a:cubicBezTo>
                <a:close/>
                <a:moveTo>
                  <a:pt x="722498" y="0"/>
                </a:moveTo>
                <a:lnTo>
                  <a:pt x="781050" y="0"/>
                </a:lnTo>
                <a:lnTo>
                  <a:pt x="773245" y="18844"/>
                </a:lnTo>
                <a:cubicBezTo>
                  <a:pt x="767750" y="24339"/>
                  <a:pt x="760159" y="27738"/>
                  <a:pt x="751774" y="27738"/>
                </a:cubicBezTo>
                <a:cubicBezTo>
                  <a:pt x="743390" y="27738"/>
                  <a:pt x="735799" y="24339"/>
                  <a:pt x="730304" y="18844"/>
                </a:cubicBezTo>
                <a:close/>
                <a:moveTo>
                  <a:pt x="649944" y="0"/>
                </a:moveTo>
                <a:lnTo>
                  <a:pt x="708496" y="0"/>
                </a:lnTo>
                <a:lnTo>
                  <a:pt x="700690" y="18844"/>
                </a:lnTo>
                <a:cubicBezTo>
                  <a:pt x="695195" y="24339"/>
                  <a:pt x="687604" y="27738"/>
                  <a:pt x="679220" y="27738"/>
                </a:cubicBezTo>
                <a:cubicBezTo>
                  <a:pt x="670835" y="27738"/>
                  <a:pt x="663244" y="24339"/>
                  <a:pt x="657749" y="18844"/>
                </a:cubicBezTo>
                <a:close/>
                <a:moveTo>
                  <a:pt x="577389" y="0"/>
                </a:moveTo>
                <a:lnTo>
                  <a:pt x="635941" y="0"/>
                </a:lnTo>
                <a:lnTo>
                  <a:pt x="628135" y="18844"/>
                </a:lnTo>
                <a:cubicBezTo>
                  <a:pt x="622641" y="24339"/>
                  <a:pt x="615050" y="27738"/>
                  <a:pt x="606665" y="27738"/>
                </a:cubicBezTo>
                <a:cubicBezTo>
                  <a:pt x="598280" y="27738"/>
                  <a:pt x="590690" y="24339"/>
                  <a:pt x="585195" y="18844"/>
                </a:cubicBezTo>
                <a:close/>
                <a:moveTo>
                  <a:pt x="504835" y="0"/>
                </a:moveTo>
                <a:lnTo>
                  <a:pt x="563386" y="0"/>
                </a:lnTo>
                <a:lnTo>
                  <a:pt x="555581" y="18844"/>
                </a:lnTo>
                <a:cubicBezTo>
                  <a:pt x="550086" y="24339"/>
                  <a:pt x="542495" y="27738"/>
                  <a:pt x="534111" y="27738"/>
                </a:cubicBezTo>
                <a:cubicBezTo>
                  <a:pt x="525726" y="27738"/>
                  <a:pt x="518135" y="24339"/>
                  <a:pt x="512640" y="18844"/>
                </a:cubicBezTo>
                <a:close/>
                <a:moveTo>
                  <a:pt x="432280" y="0"/>
                </a:moveTo>
                <a:lnTo>
                  <a:pt x="490832" y="0"/>
                </a:lnTo>
                <a:lnTo>
                  <a:pt x="483026" y="18844"/>
                </a:lnTo>
                <a:cubicBezTo>
                  <a:pt x="477532" y="24339"/>
                  <a:pt x="469941" y="27738"/>
                  <a:pt x="461556" y="27738"/>
                </a:cubicBezTo>
                <a:cubicBezTo>
                  <a:pt x="453171" y="27738"/>
                  <a:pt x="445580" y="24339"/>
                  <a:pt x="440086" y="18844"/>
                </a:cubicBezTo>
                <a:close/>
                <a:moveTo>
                  <a:pt x="359726" y="0"/>
                </a:moveTo>
                <a:lnTo>
                  <a:pt x="418277" y="0"/>
                </a:lnTo>
                <a:lnTo>
                  <a:pt x="410472" y="18844"/>
                </a:lnTo>
                <a:cubicBezTo>
                  <a:pt x="404977" y="24339"/>
                  <a:pt x="397386" y="27738"/>
                  <a:pt x="389002" y="27738"/>
                </a:cubicBezTo>
                <a:cubicBezTo>
                  <a:pt x="380617" y="27738"/>
                  <a:pt x="373026" y="24339"/>
                  <a:pt x="367531" y="18844"/>
                </a:cubicBezTo>
                <a:close/>
                <a:moveTo>
                  <a:pt x="287171" y="0"/>
                </a:moveTo>
                <a:lnTo>
                  <a:pt x="345723" y="0"/>
                </a:lnTo>
                <a:lnTo>
                  <a:pt x="337917" y="18844"/>
                </a:lnTo>
                <a:cubicBezTo>
                  <a:pt x="332423" y="24339"/>
                  <a:pt x="324832" y="27738"/>
                  <a:pt x="316447" y="27738"/>
                </a:cubicBezTo>
                <a:cubicBezTo>
                  <a:pt x="308062" y="27738"/>
                  <a:pt x="300471" y="24339"/>
                  <a:pt x="294977" y="18844"/>
                </a:cubicBezTo>
                <a:close/>
                <a:moveTo>
                  <a:pt x="214617" y="0"/>
                </a:moveTo>
                <a:lnTo>
                  <a:pt x="273168" y="0"/>
                </a:lnTo>
                <a:lnTo>
                  <a:pt x="265363" y="18844"/>
                </a:lnTo>
                <a:cubicBezTo>
                  <a:pt x="259868" y="24339"/>
                  <a:pt x="252277" y="27738"/>
                  <a:pt x="243892" y="27738"/>
                </a:cubicBezTo>
                <a:cubicBezTo>
                  <a:pt x="235508" y="27738"/>
                  <a:pt x="227917" y="24339"/>
                  <a:pt x="222422" y="18844"/>
                </a:cubicBezTo>
                <a:close/>
                <a:moveTo>
                  <a:pt x="142204" y="0"/>
                </a:moveTo>
                <a:lnTo>
                  <a:pt x="200614" y="0"/>
                </a:lnTo>
                <a:lnTo>
                  <a:pt x="192808" y="18844"/>
                </a:lnTo>
                <a:cubicBezTo>
                  <a:pt x="187314" y="24339"/>
                  <a:pt x="179723" y="27738"/>
                  <a:pt x="171339" y="27738"/>
                </a:cubicBezTo>
                <a:cubicBezTo>
                  <a:pt x="163026" y="27738"/>
                  <a:pt x="155471" y="24339"/>
                  <a:pt x="149994" y="18844"/>
                </a:cubicBezTo>
                <a:close/>
                <a:moveTo>
                  <a:pt x="69668" y="0"/>
                </a:moveTo>
                <a:lnTo>
                  <a:pt x="128212" y="0"/>
                </a:lnTo>
                <a:lnTo>
                  <a:pt x="120408" y="18844"/>
                </a:lnTo>
                <a:cubicBezTo>
                  <a:pt x="114915" y="24339"/>
                  <a:pt x="107328" y="27738"/>
                  <a:pt x="98949" y="27738"/>
                </a:cubicBezTo>
                <a:cubicBezTo>
                  <a:pt x="90562" y="27738"/>
                  <a:pt x="82969" y="24339"/>
                  <a:pt x="77474" y="18844"/>
                </a:cubicBezTo>
                <a:close/>
                <a:moveTo>
                  <a:pt x="0" y="0"/>
                </a:moveTo>
                <a:lnTo>
                  <a:pt x="55662" y="0"/>
                </a:lnTo>
                <a:lnTo>
                  <a:pt x="47858" y="18844"/>
                </a:lnTo>
                <a:cubicBezTo>
                  <a:pt x="42364" y="24339"/>
                  <a:pt x="34775" y="27738"/>
                  <a:pt x="26394" y="27738"/>
                </a:cubicBezTo>
                <a:cubicBezTo>
                  <a:pt x="18009" y="27738"/>
                  <a:pt x="10417" y="24339"/>
                  <a:pt x="4922" y="18844"/>
                </a:cubicBezTo>
                <a:lnTo>
                  <a:pt x="0" y="6962"/>
                </a:lnTo>
                <a:close/>
              </a:path>
            </a:pathLst>
          </a:custGeom>
          <a:solidFill>
            <a:schemeClr val="accent1">
              <a:alpha val="60000"/>
            </a:schemeClr>
          </a:soli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549" name="Google Shape;549;p42"/>
          <p:cNvSpPr/>
          <p:nvPr/>
        </p:nvSpPr>
        <p:spPr>
          <a:xfrm>
            <a:off x="2" y="2"/>
            <a:ext cx="403373" cy="496797"/>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550" name="Google Shape;550;p42"/>
          <p:cNvSpPr txBox="1">
            <a:spLocks noGrp="1"/>
          </p:cNvSpPr>
          <p:nvPr>
            <p:ph type="title"/>
          </p:nvPr>
        </p:nvSpPr>
        <p:spPr>
          <a:xfrm>
            <a:off x="554167" y="496800"/>
            <a:ext cx="2180000" cy="6116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1800"/>
              <a:buNone/>
              <a:defRPr sz="2400">
                <a:solidFill>
                  <a:schemeClr val="lt1"/>
                </a:solidFill>
              </a:defRPr>
            </a:lvl1pPr>
            <a:lvl2pPr lvl="1" algn="l">
              <a:lnSpc>
                <a:spcPct val="100000"/>
              </a:lnSpc>
              <a:spcBef>
                <a:spcPts val="0"/>
              </a:spcBef>
              <a:spcAft>
                <a:spcPts val="0"/>
              </a:spcAft>
              <a:buClr>
                <a:schemeClr val="lt1"/>
              </a:buClr>
              <a:buSzPts val="1800"/>
              <a:buNone/>
              <a:defRPr sz="2400">
                <a:solidFill>
                  <a:schemeClr val="lt1"/>
                </a:solidFill>
              </a:defRPr>
            </a:lvl2pPr>
            <a:lvl3pPr lvl="2" algn="l">
              <a:lnSpc>
                <a:spcPct val="100000"/>
              </a:lnSpc>
              <a:spcBef>
                <a:spcPts val="0"/>
              </a:spcBef>
              <a:spcAft>
                <a:spcPts val="0"/>
              </a:spcAft>
              <a:buClr>
                <a:schemeClr val="lt1"/>
              </a:buClr>
              <a:buSzPts val="1800"/>
              <a:buNone/>
              <a:defRPr sz="2400">
                <a:solidFill>
                  <a:schemeClr val="lt1"/>
                </a:solidFill>
              </a:defRPr>
            </a:lvl3pPr>
            <a:lvl4pPr lvl="3" algn="l">
              <a:lnSpc>
                <a:spcPct val="100000"/>
              </a:lnSpc>
              <a:spcBef>
                <a:spcPts val="0"/>
              </a:spcBef>
              <a:spcAft>
                <a:spcPts val="0"/>
              </a:spcAft>
              <a:buClr>
                <a:schemeClr val="lt1"/>
              </a:buClr>
              <a:buSzPts val="1800"/>
              <a:buNone/>
              <a:defRPr sz="2400">
                <a:solidFill>
                  <a:schemeClr val="lt1"/>
                </a:solidFill>
              </a:defRPr>
            </a:lvl4pPr>
            <a:lvl5pPr lvl="4" algn="l">
              <a:lnSpc>
                <a:spcPct val="100000"/>
              </a:lnSpc>
              <a:spcBef>
                <a:spcPts val="0"/>
              </a:spcBef>
              <a:spcAft>
                <a:spcPts val="0"/>
              </a:spcAft>
              <a:buClr>
                <a:schemeClr val="lt1"/>
              </a:buClr>
              <a:buSzPts val="1800"/>
              <a:buNone/>
              <a:defRPr sz="2400">
                <a:solidFill>
                  <a:schemeClr val="lt1"/>
                </a:solidFill>
              </a:defRPr>
            </a:lvl5pPr>
            <a:lvl6pPr lvl="5" algn="l">
              <a:lnSpc>
                <a:spcPct val="100000"/>
              </a:lnSpc>
              <a:spcBef>
                <a:spcPts val="0"/>
              </a:spcBef>
              <a:spcAft>
                <a:spcPts val="0"/>
              </a:spcAft>
              <a:buClr>
                <a:schemeClr val="lt1"/>
              </a:buClr>
              <a:buSzPts val="1800"/>
              <a:buNone/>
              <a:defRPr sz="2400">
                <a:solidFill>
                  <a:schemeClr val="lt1"/>
                </a:solidFill>
              </a:defRPr>
            </a:lvl6pPr>
            <a:lvl7pPr lvl="6" algn="l">
              <a:lnSpc>
                <a:spcPct val="100000"/>
              </a:lnSpc>
              <a:spcBef>
                <a:spcPts val="0"/>
              </a:spcBef>
              <a:spcAft>
                <a:spcPts val="0"/>
              </a:spcAft>
              <a:buClr>
                <a:schemeClr val="lt1"/>
              </a:buClr>
              <a:buSzPts val="1800"/>
              <a:buNone/>
              <a:defRPr sz="2400">
                <a:solidFill>
                  <a:schemeClr val="lt1"/>
                </a:solidFill>
              </a:defRPr>
            </a:lvl7pPr>
            <a:lvl8pPr lvl="7" algn="l">
              <a:lnSpc>
                <a:spcPct val="100000"/>
              </a:lnSpc>
              <a:spcBef>
                <a:spcPts val="0"/>
              </a:spcBef>
              <a:spcAft>
                <a:spcPts val="0"/>
              </a:spcAft>
              <a:buClr>
                <a:schemeClr val="lt1"/>
              </a:buClr>
              <a:buSzPts val="1800"/>
              <a:buNone/>
              <a:defRPr sz="2400">
                <a:solidFill>
                  <a:schemeClr val="lt1"/>
                </a:solidFill>
              </a:defRPr>
            </a:lvl8pPr>
            <a:lvl9pPr lvl="8" algn="l">
              <a:lnSpc>
                <a:spcPct val="100000"/>
              </a:lnSpc>
              <a:spcBef>
                <a:spcPts val="0"/>
              </a:spcBef>
              <a:spcAft>
                <a:spcPts val="0"/>
              </a:spcAft>
              <a:buClr>
                <a:schemeClr val="lt1"/>
              </a:buClr>
              <a:buSzPts val="1800"/>
              <a:buNone/>
              <a:defRPr sz="2400">
                <a:solidFill>
                  <a:schemeClr val="lt1"/>
                </a:solidFill>
              </a:defRPr>
            </a:lvl9pPr>
          </a:lstStyle>
          <a:p>
            <a:endParaRPr/>
          </a:p>
        </p:txBody>
      </p:sp>
      <p:pic>
        <p:nvPicPr>
          <p:cNvPr id="551" name="Google Shape;551;p42"/>
          <p:cNvPicPr preferRelativeResize="0"/>
          <p:nvPr/>
        </p:nvPicPr>
        <p:blipFill rotWithShape="1">
          <a:blip r:embed="rId2">
            <a:alphaModFix/>
          </a:blip>
          <a:srcRect/>
          <a:stretch/>
        </p:blipFill>
        <p:spPr>
          <a:xfrm>
            <a:off x="0" y="6811001"/>
            <a:ext cx="12192000" cy="50800"/>
          </a:xfrm>
          <a:prstGeom prst="rect">
            <a:avLst/>
          </a:prstGeom>
          <a:noFill/>
          <a:ln>
            <a:noFill/>
          </a:ln>
        </p:spPr>
      </p:pic>
    </p:spTree>
    <p:extLst>
      <p:ext uri="{BB962C8B-B14F-4D97-AF65-F5344CB8AC3E}">
        <p14:creationId xmlns:p14="http://schemas.microsoft.com/office/powerpoint/2010/main" val="1333721962"/>
      </p:ext>
    </p:extLst>
  </p:cSld>
  <p:clrMapOvr>
    <a:masterClrMapping/>
  </p:clrMapOvr>
  <p:extLst>
    <p:ext uri="{DCECCB84-F9BA-43D5-87BE-67443E8EF086}">
      <p15:sldGuideLst xmlns:p15="http://schemas.microsoft.com/office/powerpoint/2012/main">
        <p15:guide id="1" pos="259">
          <p15:clr>
            <a:srgbClr val="FA7B17"/>
          </p15:clr>
        </p15:guide>
        <p15:guide id="2" pos="5501">
          <p15:clr>
            <a:srgbClr val="FA7B17"/>
          </p15:clr>
        </p15:guide>
        <p15:guide id="3" orient="horz" pos="3070">
          <p15:clr>
            <a:srgbClr val="FA7B17"/>
          </p15:clr>
        </p15:guide>
        <p15:guide id="4" orient="horz" pos="235">
          <p15:clr>
            <a:srgbClr val="FA7B17"/>
          </p15:clr>
        </p15:guide>
        <p15:guide id="5" pos="1665">
          <p15:clr>
            <a:srgbClr val="FA7B17"/>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52"/>
        <p:cNvGrpSpPr/>
        <p:nvPr/>
      </p:nvGrpSpPr>
      <p:grpSpPr>
        <a:xfrm>
          <a:off x="0" y="0"/>
          <a:ext cx="0" cy="0"/>
          <a:chOff x="0" y="0"/>
          <a:chExt cx="0" cy="0"/>
        </a:xfrm>
      </p:grpSpPr>
      <p:sp>
        <p:nvSpPr>
          <p:cNvPr id="553" name="Google Shape;553;p43"/>
          <p:cNvSpPr/>
          <p:nvPr/>
        </p:nvSpPr>
        <p:spPr>
          <a:xfrm>
            <a:off x="0" y="0"/>
            <a:ext cx="158400" cy="158400"/>
          </a:xfrm>
          <a:prstGeom prst="rect">
            <a:avLst/>
          </a:prstGeom>
          <a:solidFill>
            <a:srgbClr val="E26C45"/>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dirty="0">
              <a:solidFill>
                <a:srgbClr val="000000"/>
              </a:solidFill>
              <a:latin typeface="Arial"/>
              <a:ea typeface="Arial"/>
              <a:cs typeface="Arial"/>
              <a:sym typeface="Arial"/>
            </a:endParaRPr>
          </a:p>
        </p:txBody>
      </p:sp>
      <p:sp>
        <p:nvSpPr>
          <p:cNvPr id="554" name="Google Shape;554;p43"/>
          <p:cNvSpPr/>
          <p:nvPr/>
        </p:nvSpPr>
        <p:spPr>
          <a:xfrm>
            <a:off x="195605" y="0"/>
            <a:ext cx="158400" cy="158400"/>
          </a:xfrm>
          <a:prstGeom prst="rect">
            <a:avLst/>
          </a:prstGeom>
          <a:solidFill>
            <a:srgbClr val="B25BB0"/>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dirty="0">
              <a:solidFill>
                <a:srgbClr val="000000"/>
              </a:solidFill>
              <a:latin typeface="Arial"/>
              <a:ea typeface="Arial"/>
              <a:cs typeface="Arial"/>
              <a:sym typeface="Arial"/>
            </a:endParaRPr>
          </a:p>
        </p:txBody>
      </p:sp>
      <p:sp>
        <p:nvSpPr>
          <p:cNvPr id="555" name="Google Shape;555;p43"/>
          <p:cNvSpPr/>
          <p:nvPr/>
        </p:nvSpPr>
        <p:spPr>
          <a:xfrm>
            <a:off x="391212" y="0"/>
            <a:ext cx="158400" cy="158400"/>
          </a:xfrm>
          <a:prstGeom prst="rect">
            <a:avLst/>
          </a:prstGeom>
          <a:solidFill>
            <a:srgbClr val="FF6656"/>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dirty="0">
              <a:solidFill>
                <a:srgbClr val="000000"/>
              </a:solidFill>
              <a:latin typeface="Arial"/>
              <a:ea typeface="Arial"/>
              <a:cs typeface="Arial"/>
              <a:sym typeface="Arial"/>
            </a:endParaRPr>
          </a:p>
        </p:txBody>
      </p:sp>
      <p:sp>
        <p:nvSpPr>
          <p:cNvPr id="556" name="Google Shape;556;p43"/>
          <p:cNvSpPr/>
          <p:nvPr/>
        </p:nvSpPr>
        <p:spPr>
          <a:xfrm>
            <a:off x="586817" y="0"/>
            <a:ext cx="158400" cy="158400"/>
          </a:xfrm>
          <a:prstGeom prst="rect">
            <a:avLst/>
          </a:prstGeom>
          <a:solidFill>
            <a:srgbClr val="AC7713"/>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dirty="0">
              <a:solidFill>
                <a:srgbClr val="000000"/>
              </a:solidFill>
              <a:latin typeface="Arial"/>
              <a:ea typeface="Arial"/>
              <a:cs typeface="Arial"/>
              <a:sym typeface="Arial"/>
            </a:endParaRPr>
          </a:p>
        </p:txBody>
      </p:sp>
      <p:sp>
        <p:nvSpPr>
          <p:cNvPr id="557" name="Google Shape;557;p43"/>
          <p:cNvSpPr/>
          <p:nvPr/>
        </p:nvSpPr>
        <p:spPr>
          <a:xfrm>
            <a:off x="0" y="0"/>
            <a:ext cx="1375200" cy="1255200"/>
          </a:xfrm>
          <a:prstGeom prst="rect">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723837889"/>
      </p:ext>
    </p:extLst>
  </p:cSld>
  <p:clrMapOvr>
    <a:masterClrMapping/>
  </p:clrMapOvr>
  <p:extLst>
    <p:ext uri="{DCECCB84-F9BA-43D5-87BE-67443E8EF086}">
      <p15:sldGuideLst xmlns:p15="http://schemas.microsoft.com/office/powerpoint/2012/main">
        <p15:guide id="1" orient="horz" pos="170">
          <p15:clr>
            <a:srgbClr val="FA7B17"/>
          </p15:clr>
        </p15:guide>
        <p15:guide id="2" orient="horz" pos="3070">
          <p15:clr>
            <a:srgbClr val="FA7B17"/>
          </p15:clr>
        </p15:guide>
        <p15:guide id="3" pos="259">
          <p15:clr>
            <a:srgbClr val="FA7B17"/>
          </p15:clr>
        </p15:guide>
        <p15:guide id="4" pos="5501">
          <p15:clr>
            <a:srgbClr val="FA7B17"/>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eam - 5 Photos Style 1">
  <p:cSld name="Team - 5 Photos Style 1">
    <p:spTree>
      <p:nvGrpSpPr>
        <p:cNvPr id="1" name="Shape 558"/>
        <p:cNvGrpSpPr/>
        <p:nvPr/>
      </p:nvGrpSpPr>
      <p:grpSpPr>
        <a:xfrm>
          <a:off x="0" y="0"/>
          <a:ext cx="0" cy="0"/>
          <a:chOff x="0" y="0"/>
          <a:chExt cx="0" cy="0"/>
        </a:xfrm>
      </p:grpSpPr>
      <p:sp>
        <p:nvSpPr>
          <p:cNvPr id="559" name="Google Shape;559;p44"/>
          <p:cNvSpPr/>
          <p:nvPr/>
        </p:nvSpPr>
        <p:spPr>
          <a:xfrm>
            <a:off x="0" y="0"/>
            <a:ext cx="12192000" cy="2989200"/>
          </a:xfrm>
          <a:prstGeom prst="rect">
            <a:avLst/>
          </a:prstGeom>
          <a:solidFill>
            <a:srgbClr val="000000">
              <a:alpha val="4313"/>
            </a:srgbClr>
          </a:soli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560" name="Google Shape;560;p44"/>
          <p:cNvSpPr/>
          <p:nvPr/>
        </p:nvSpPr>
        <p:spPr>
          <a:xfrm>
            <a:off x="3" y="1"/>
            <a:ext cx="301543" cy="347263"/>
          </a:xfrm>
          <a:custGeom>
            <a:avLst/>
            <a:gdLst/>
            <a:ahLst/>
            <a:cxnLst/>
            <a:rect l="l" t="t" r="r" b="b"/>
            <a:pathLst>
              <a:path w="1675237" h="1929234" extrusionOk="0">
                <a:moveTo>
                  <a:pt x="461556" y="1897854"/>
                </a:moveTo>
                <a:lnTo>
                  <a:pt x="469774" y="1899513"/>
                </a:lnTo>
                <a:lnTo>
                  <a:pt x="443985" y="1904118"/>
                </a:lnTo>
                <a:lnTo>
                  <a:pt x="449737" y="1900240"/>
                </a:lnTo>
                <a:cubicBezTo>
                  <a:pt x="453370" y="1898704"/>
                  <a:pt x="457364" y="1897854"/>
                  <a:pt x="461556" y="1897854"/>
                </a:cubicBezTo>
                <a:close/>
                <a:moveTo>
                  <a:pt x="389002" y="1897854"/>
                </a:moveTo>
                <a:cubicBezTo>
                  <a:pt x="397386" y="1897854"/>
                  <a:pt x="404977" y="1901253"/>
                  <a:pt x="410472" y="1906747"/>
                </a:cubicBezTo>
                <a:lnTo>
                  <a:pt x="411766" y="1909872"/>
                </a:lnTo>
                <a:lnTo>
                  <a:pt x="400388" y="1911904"/>
                </a:lnTo>
                <a:lnTo>
                  <a:pt x="363451" y="1916598"/>
                </a:lnTo>
                <a:lnTo>
                  <a:pt x="367531" y="1906747"/>
                </a:lnTo>
                <a:cubicBezTo>
                  <a:pt x="373026" y="1901253"/>
                  <a:pt x="380617" y="1897854"/>
                  <a:pt x="389002" y="1897854"/>
                </a:cubicBezTo>
                <a:close/>
                <a:moveTo>
                  <a:pt x="316447" y="1897854"/>
                </a:moveTo>
                <a:cubicBezTo>
                  <a:pt x="324832" y="1897854"/>
                  <a:pt x="332422" y="1901253"/>
                  <a:pt x="337917" y="1906747"/>
                </a:cubicBezTo>
                <a:lnTo>
                  <a:pt x="343070" y="1919187"/>
                </a:lnTo>
                <a:lnTo>
                  <a:pt x="325117" y="1921469"/>
                </a:lnTo>
                <a:lnTo>
                  <a:pt x="287700" y="1924314"/>
                </a:lnTo>
                <a:lnTo>
                  <a:pt x="294977" y="1906747"/>
                </a:lnTo>
                <a:cubicBezTo>
                  <a:pt x="300471" y="1901253"/>
                  <a:pt x="308062" y="1897854"/>
                  <a:pt x="316447" y="1897854"/>
                </a:cubicBezTo>
                <a:close/>
                <a:moveTo>
                  <a:pt x="243892" y="1897854"/>
                </a:moveTo>
                <a:cubicBezTo>
                  <a:pt x="252277" y="1897854"/>
                  <a:pt x="259868" y="1901253"/>
                  <a:pt x="265363" y="1906747"/>
                </a:cubicBezTo>
                <a:lnTo>
                  <a:pt x="273099" y="1925425"/>
                </a:lnTo>
                <a:lnTo>
                  <a:pt x="248735" y="1927277"/>
                </a:lnTo>
                <a:lnTo>
                  <a:pt x="213550" y="1928167"/>
                </a:lnTo>
                <a:lnTo>
                  <a:pt x="222422" y="1906747"/>
                </a:lnTo>
                <a:cubicBezTo>
                  <a:pt x="227917" y="1901253"/>
                  <a:pt x="235508" y="1897854"/>
                  <a:pt x="243892" y="1897854"/>
                </a:cubicBezTo>
                <a:close/>
                <a:moveTo>
                  <a:pt x="171339" y="1897854"/>
                </a:moveTo>
                <a:cubicBezTo>
                  <a:pt x="188107" y="1897854"/>
                  <a:pt x="201701" y="1911448"/>
                  <a:pt x="201701" y="1928218"/>
                </a:cubicBezTo>
                <a:lnTo>
                  <a:pt x="201597" y="1928469"/>
                </a:lnTo>
                <a:lnTo>
                  <a:pt x="171336" y="1929234"/>
                </a:lnTo>
                <a:lnTo>
                  <a:pt x="141087" y="1928469"/>
                </a:lnTo>
                <a:lnTo>
                  <a:pt x="140982" y="1928218"/>
                </a:lnTo>
                <a:cubicBezTo>
                  <a:pt x="140982" y="1911448"/>
                  <a:pt x="154577" y="1897854"/>
                  <a:pt x="171339" y="1897854"/>
                </a:cubicBezTo>
                <a:close/>
                <a:moveTo>
                  <a:pt x="98792" y="1897854"/>
                </a:moveTo>
                <a:cubicBezTo>
                  <a:pt x="107177" y="1897854"/>
                  <a:pt x="114768" y="1901253"/>
                  <a:pt x="120263" y="1906747"/>
                </a:cubicBezTo>
                <a:lnTo>
                  <a:pt x="129135" y="1928167"/>
                </a:lnTo>
                <a:lnTo>
                  <a:pt x="93938" y="1927277"/>
                </a:lnTo>
                <a:lnTo>
                  <a:pt x="69586" y="1925425"/>
                </a:lnTo>
                <a:lnTo>
                  <a:pt x="77322" y="1906747"/>
                </a:lnTo>
                <a:cubicBezTo>
                  <a:pt x="82817" y="1901253"/>
                  <a:pt x="90408" y="1897854"/>
                  <a:pt x="98792" y="1897854"/>
                </a:cubicBezTo>
                <a:close/>
                <a:moveTo>
                  <a:pt x="26239" y="1897854"/>
                </a:moveTo>
                <a:cubicBezTo>
                  <a:pt x="34623" y="1897854"/>
                  <a:pt x="42214" y="1901253"/>
                  <a:pt x="47709" y="1906747"/>
                </a:cubicBezTo>
                <a:lnTo>
                  <a:pt x="54985" y="1924315"/>
                </a:lnTo>
                <a:lnTo>
                  <a:pt x="17556" y="1921469"/>
                </a:lnTo>
                <a:lnTo>
                  <a:pt x="0" y="1919238"/>
                </a:lnTo>
                <a:lnTo>
                  <a:pt x="0" y="1918259"/>
                </a:lnTo>
                <a:lnTo>
                  <a:pt x="4768" y="1906747"/>
                </a:lnTo>
                <a:cubicBezTo>
                  <a:pt x="10263" y="1901253"/>
                  <a:pt x="17854" y="1897854"/>
                  <a:pt x="26239" y="1897854"/>
                </a:cubicBezTo>
                <a:close/>
                <a:moveTo>
                  <a:pt x="679220" y="1817400"/>
                </a:moveTo>
                <a:cubicBezTo>
                  <a:pt x="687604" y="1817400"/>
                  <a:pt x="695195" y="1820799"/>
                  <a:pt x="700690" y="1826293"/>
                </a:cubicBezTo>
                <a:lnTo>
                  <a:pt x="702587" y="1830873"/>
                </a:lnTo>
                <a:lnTo>
                  <a:pt x="649855" y="1850174"/>
                </a:lnTo>
                <a:lnTo>
                  <a:pt x="648856" y="1847763"/>
                </a:lnTo>
                <a:cubicBezTo>
                  <a:pt x="648856" y="1830994"/>
                  <a:pt x="662450" y="1817400"/>
                  <a:pt x="679220" y="1817400"/>
                </a:cubicBezTo>
                <a:close/>
                <a:moveTo>
                  <a:pt x="606665" y="1817400"/>
                </a:moveTo>
                <a:cubicBezTo>
                  <a:pt x="623435" y="1817400"/>
                  <a:pt x="637029" y="1830994"/>
                  <a:pt x="637029" y="1847763"/>
                </a:cubicBezTo>
                <a:lnTo>
                  <a:pt x="633560" y="1856138"/>
                </a:lnTo>
                <a:lnTo>
                  <a:pt x="618594" y="1861615"/>
                </a:lnTo>
                <a:lnTo>
                  <a:pt x="587142" y="1870547"/>
                </a:lnTo>
                <a:lnTo>
                  <a:pt x="585195" y="1869234"/>
                </a:lnTo>
                <a:cubicBezTo>
                  <a:pt x="579700" y="1863739"/>
                  <a:pt x="576302" y="1856148"/>
                  <a:pt x="576302" y="1847763"/>
                </a:cubicBezTo>
                <a:cubicBezTo>
                  <a:pt x="576302" y="1830994"/>
                  <a:pt x="589896" y="1817400"/>
                  <a:pt x="606665" y="1817400"/>
                </a:cubicBezTo>
                <a:close/>
                <a:moveTo>
                  <a:pt x="534111" y="1817400"/>
                </a:moveTo>
                <a:cubicBezTo>
                  <a:pt x="550880" y="1817400"/>
                  <a:pt x="564474" y="1830994"/>
                  <a:pt x="564474" y="1847763"/>
                </a:cubicBezTo>
                <a:cubicBezTo>
                  <a:pt x="564474" y="1864533"/>
                  <a:pt x="550880" y="1878127"/>
                  <a:pt x="534111" y="1878127"/>
                </a:cubicBezTo>
                <a:cubicBezTo>
                  <a:pt x="517341" y="1878127"/>
                  <a:pt x="503747" y="1864533"/>
                  <a:pt x="503747" y="1847763"/>
                </a:cubicBezTo>
                <a:cubicBezTo>
                  <a:pt x="503747" y="1830994"/>
                  <a:pt x="517341" y="1817400"/>
                  <a:pt x="534111" y="1817400"/>
                </a:cubicBezTo>
                <a:close/>
                <a:moveTo>
                  <a:pt x="461556" y="1817400"/>
                </a:moveTo>
                <a:cubicBezTo>
                  <a:pt x="478326" y="1817400"/>
                  <a:pt x="491920" y="1830994"/>
                  <a:pt x="491920" y="1847763"/>
                </a:cubicBezTo>
                <a:cubicBezTo>
                  <a:pt x="491920" y="1864533"/>
                  <a:pt x="478326" y="1878127"/>
                  <a:pt x="461556" y="1878127"/>
                </a:cubicBezTo>
                <a:cubicBezTo>
                  <a:pt x="444787" y="1878127"/>
                  <a:pt x="431192" y="1864533"/>
                  <a:pt x="431192" y="1847763"/>
                </a:cubicBezTo>
                <a:cubicBezTo>
                  <a:pt x="431192" y="1830994"/>
                  <a:pt x="444787" y="1817400"/>
                  <a:pt x="461556" y="1817400"/>
                </a:cubicBezTo>
                <a:close/>
                <a:moveTo>
                  <a:pt x="389002" y="1817400"/>
                </a:moveTo>
                <a:cubicBezTo>
                  <a:pt x="405771" y="1817400"/>
                  <a:pt x="419365" y="1830994"/>
                  <a:pt x="419365" y="1847763"/>
                </a:cubicBezTo>
                <a:cubicBezTo>
                  <a:pt x="419365" y="1864533"/>
                  <a:pt x="405771" y="1878127"/>
                  <a:pt x="389002" y="1878127"/>
                </a:cubicBezTo>
                <a:cubicBezTo>
                  <a:pt x="372232" y="1878127"/>
                  <a:pt x="358638" y="1864533"/>
                  <a:pt x="358638" y="1847763"/>
                </a:cubicBezTo>
                <a:cubicBezTo>
                  <a:pt x="358638" y="1830994"/>
                  <a:pt x="372232" y="1817400"/>
                  <a:pt x="389002" y="1817400"/>
                </a:cubicBezTo>
                <a:close/>
                <a:moveTo>
                  <a:pt x="316447" y="1817400"/>
                </a:moveTo>
                <a:cubicBezTo>
                  <a:pt x="333216" y="1817400"/>
                  <a:pt x="346810" y="1830994"/>
                  <a:pt x="346810" y="1847763"/>
                </a:cubicBezTo>
                <a:cubicBezTo>
                  <a:pt x="346810" y="1864533"/>
                  <a:pt x="333216" y="1878127"/>
                  <a:pt x="316447" y="1878127"/>
                </a:cubicBezTo>
                <a:cubicBezTo>
                  <a:pt x="299677" y="1878127"/>
                  <a:pt x="286084" y="1864533"/>
                  <a:pt x="286084" y="1847763"/>
                </a:cubicBezTo>
                <a:cubicBezTo>
                  <a:pt x="286084" y="1830994"/>
                  <a:pt x="299677" y="1817400"/>
                  <a:pt x="316447" y="1817400"/>
                </a:cubicBezTo>
                <a:close/>
                <a:moveTo>
                  <a:pt x="243892" y="1817400"/>
                </a:moveTo>
                <a:cubicBezTo>
                  <a:pt x="260662" y="1817400"/>
                  <a:pt x="274256" y="1830994"/>
                  <a:pt x="274256" y="1847763"/>
                </a:cubicBezTo>
                <a:cubicBezTo>
                  <a:pt x="274256" y="1864533"/>
                  <a:pt x="260662" y="1878127"/>
                  <a:pt x="243892" y="1878127"/>
                </a:cubicBezTo>
                <a:cubicBezTo>
                  <a:pt x="227123" y="1878127"/>
                  <a:pt x="213529" y="1864533"/>
                  <a:pt x="213529" y="1847763"/>
                </a:cubicBezTo>
                <a:cubicBezTo>
                  <a:pt x="213529" y="1830994"/>
                  <a:pt x="227123" y="1817400"/>
                  <a:pt x="243892" y="1817400"/>
                </a:cubicBezTo>
                <a:close/>
                <a:moveTo>
                  <a:pt x="171339" y="1817400"/>
                </a:moveTo>
                <a:cubicBezTo>
                  <a:pt x="188107" y="1817400"/>
                  <a:pt x="201701" y="1830994"/>
                  <a:pt x="201701" y="1847763"/>
                </a:cubicBezTo>
                <a:cubicBezTo>
                  <a:pt x="201701" y="1864533"/>
                  <a:pt x="188107" y="1878127"/>
                  <a:pt x="171339" y="1878127"/>
                </a:cubicBezTo>
                <a:cubicBezTo>
                  <a:pt x="154583" y="1878127"/>
                  <a:pt x="140989" y="1864533"/>
                  <a:pt x="140989" y="1847763"/>
                </a:cubicBezTo>
                <a:cubicBezTo>
                  <a:pt x="140989" y="1830994"/>
                  <a:pt x="154583" y="1817400"/>
                  <a:pt x="171339" y="1817400"/>
                </a:cubicBezTo>
                <a:close/>
                <a:moveTo>
                  <a:pt x="98799" y="1817400"/>
                </a:moveTo>
                <a:cubicBezTo>
                  <a:pt x="115568" y="1817400"/>
                  <a:pt x="129162" y="1830994"/>
                  <a:pt x="129162" y="1847763"/>
                </a:cubicBezTo>
                <a:cubicBezTo>
                  <a:pt x="129162" y="1864533"/>
                  <a:pt x="115568" y="1878127"/>
                  <a:pt x="98799" y="1878127"/>
                </a:cubicBezTo>
                <a:cubicBezTo>
                  <a:pt x="82029" y="1878127"/>
                  <a:pt x="68435" y="1864533"/>
                  <a:pt x="68435" y="1847763"/>
                </a:cubicBezTo>
                <a:cubicBezTo>
                  <a:pt x="68435" y="1830994"/>
                  <a:pt x="82029" y="1817400"/>
                  <a:pt x="98799" y="1817400"/>
                </a:cubicBezTo>
                <a:close/>
                <a:moveTo>
                  <a:pt x="26245" y="1817400"/>
                </a:moveTo>
                <a:cubicBezTo>
                  <a:pt x="43014" y="1817400"/>
                  <a:pt x="56608" y="1830994"/>
                  <a:pt x="56608" y="1847763"/>
                </a:cubicBezTo>
                <a:cubicBezTo>
                  <a:pt x="56608" y="1864533"/>
                  <a:pt x="43014" y="1878127"/>
                  <a:pt x="26245" y="1878127"/>
                </a:cubicBezTo>
                <a:cubicBezTo>
                  <a:pt x="17860" y="1878127"/>
                  <a:pt x="10269" y="1874729"/>
                  <a:pt x="4775" y="1869234"/>
                </a:cubicBezTo>
                <a:lnTo>
                  <a:pt x="0" y="1857707"/>
                </a:lnTo>
                <a:lnTo>
                  <a:pt x="0" y="1837819"/>
                </a:lnTo>
                <a:lnTo>
                  <a:pt x="4775" y="1826293"/>
                </a:lnTo>
                <a:cubicBezTo>
                  <a:pt x="10269" y="1820799"/>
                  <a:pt x="17860" y="1817400"/>
                  <a:pt x="26245" y="1817400"/>
                </a:cubicBezTo>
                <a:close/>
                <a:moveTo>
                  <a:pt x="896883" y="1736948"/>
                </a:moveTo>
                <a:lnTo>
                  <a:pt x="903696" y="1738324"/>
                </a:lnTo>
                <a:lnTo>
                  <a:pt x="888255" y="1747704"/>
                </a:lnTo>
                <a:lnTo>
                  <a:pt x="871248" y="1755896"/>
                </a:lnTo>
                <a:lnTo>
                  <a:pt x="875413" y="1745841"/>
                </a:lnTo>
                <a:cubicBezTo>
                  <a:pt x="880908" y="1740347"/>
                  <a:pt x="888499" y="1736948"/>
                  <a:pt x="896883" y="1736948"/>
                </a:cubicBezTo>
                <a:close/>
                <a:moveTo>
                  <a:pt x="824329" y="1736948"/>
                </a:moveTo>
                <a:cubicBezTo>
                  <a:pt x="832714" y="1736948"/>
                  <a:pt x="840304" y="1740347"/>
                  <a:pt x="845799" y="1745841"/>
                </a:cubicBezTo>
                <a:lnTo>
                  <a:pt x="853504" y="1764444"/>
                </a:lnTo>
                <a:lnTo>
                  <a:pt x="802910" y="1788817"/>
                </a:lnTo>
                <a:lnTo>
                  <a:pt x="802858" y="1788782"/>
                </a:lnTo>
                <a:cubicBezTo>
                  <a:pt x="797364" y="1783287"/>
                  <a:pt x="793965" y="1775696"/>
                  <a:pt x="793965" y="1767312"/>
                </a:cubicBezTo>
                <a:cubicBezTo>
                  <a:pt x="793965" y="1750542"/>
                  <a:pt x="807559" y="1736948"/>
                  <a:pt x="824329" y="1736948"/>
                </a:cubicBezTo>
                <a:close/>
                <a:moveTo>
                  <a:pt x="751774" y="1736948"/>
                </a:moveTo>
                <a:cubicBezTo>
                  <a:pt x="768544" y="1736948"/>
                  <a:pt x="782138" y="1750542"/>
                  <a:pt x="782138" y="1767312"/>
                </a:cubicBezTo>
                <a:cubicBezTo>
                  <a:pt x="782138" y="1784081"/>
                  <a:pt x="768544" y="1797675"/>
                  <a:pt x="751774" y="1797675"/>
                </a:cubicBezTo>
                <a:cubicBezTo>
                  <a:pt x="735005" y="1797675"/>
                  <a:pt x="721411" y="1784081"/>
                  <a:pt x="721411" y="1767312"/>
                </a:cubicBezTo>
                <a:cubicBezTo>
                  <a:pt x="721411" y="1750542"/>
                  <a:pt x="735005" y="1736948"/>
                  <a:pt x="751774" y="1736948"/>
                </a:cubicBezTo>
                <a:close/>
                <a:moveTo>
                  <a:pt x="679220" y="1736948"/>
                </a:moveTo>
                <a:cubicBezTo>
                  <a:pt x="695989" y="1736948"/>
                  <a:pt x="709583" y="1750542"/>
                  <a:pt x="709583" y="1767312"/>
                </a:cubicBezTo>
                <a:cubicBezTo>
                  <a:pt x="709583" y="1784081"/>
                  <a:pt x="695989" y="1797675"/>
                  <a:pt x="679220" y="1797675"/>
                </a:cubicBezTo>
                <a:cubicBezTo>
                  <a:pt x="662450" y="1797675"/>
                  <a:pt x="648856" y="1784081"/>
                  <a:pt x="648856" y="1767312"/>
                </a:cubicBezTo>
                <a:cubicBezTo>
                  <a:pt x="648856" y="1750542"/>
                  <a:pt x="662450" y="1736948"/>
                  <a:pt x="679220" y="1736948"/>
                </a:cubicBezTo>
                <a:close/>
                <a:moveTo>
                  <a:pt x="606665" y="1736948"/>
                </a:moveTo>
                <a:cubicBezTo>
                  <a:pt x="623435" y="1736948"/>
                  <a:pt x="637029" y="1750542"/>
                  <a:pt x="637029" y="1767312"/>
                </a:cubicBezTo>
                <a:cubicBezTo>
                  <a:pt x="637029" y="1784081"/>
                  <a:pt x="623435" y="1797675"/>
                  <a:pt x="606665" y="1797675"/>
                </a:cubicBezTo>
                <a:cubicBezTo>
                  <a:pt x="589896" y="1797675"/>
                  <a:pt x="576302" y="1784081"/>
                  <a:pt x="576302" y="1767312"/>
                </a:cubicBezTo>
                <a:cubicBezTo>
                  <a:pt x="576302" y="1750542"/>
                  <a:pt x="589896" y="1736948"/>
                  <a:pt x="606665" y="1736948"/>
                </a:cubicBezTo>
                <a:close/>
                <a:moveTo>
                  <a:pt x="534111" y="1736948"/>
                </a:moveTo>
                <a:cubicBezTo>
                  <a:pt x="550880" y="1736948"/>
                  <a:pt x="564474" y="1750542"/>
                  <a:pt x="564474" y="1767312"/>
                </a:cubicBezTo>
                <a:cubicBezTo>
                  <a:pt x="564474" y="1784081"/>
                  <a:pt x="550880" y="1797675"/>
                  <a:pt x="534111" y="1797675"/>
                </a:cubicBezTo>
                <a:cubicBezTo>
                  <a:pt x="517341" y="1797675"/>
                  <a:pt x="503747" y="1784081"/>
                  <a:pt x="503747" y="1767312"/>
                </a:cubicBezTo>
                <a:cubicBezTo>
                  <a:pt x="503747" y="1750542"/>
                  <a:pt x="517341" y="1736948"/>
                  <a:pt x="534111" y="1736948"/>
                </a:cubicBezTo>
                <a:close/>
                <a:moveTo>
                  <a:pt x="461556" y="1736948"/>
                </a:moveTo>
                <a:cubicBezTo>
                  <a:pt x="478326" y="1736948"/>
                  <a:pt x="491920" y="1750542"/>
                  <a:pt x="491920" y="1767312"/>
                </a:cubicBezTo>
                <a:cubicBezTo>
                  <a:pt x="491920" y="1784081"/>
                  <a:pt x="478326" y="1797675"/>
                  <a:pt x="461556" y="1797675"/>
                </a:cubicBezTo>
                <a:cubicBezTo>
                  <a:pt x="444787" y="1797675"/>
                  <a:pt x="431192" y="1784081"/>
                  <a:pt x="431192" y="1767312"/>
                </a:cubicBezTo>
                <a:cubicBezTo>
                  <a:pt x="431192" y="1750542"/>
                  <a:pt x="444787" y="1736948"/>
                  <a:pt x="461556" y="1736948"/>
                </a:cubicBezTo>
                <a:close/>
                <a:moveTo>
                  <a:pt x="389002" y="1736948"/>
                </a:moveTo>
                <a:cubicBezTo>
                  <a:pt x="405771" y="1736948"/>
                  <a:pt x="419365" y="1750542"/>
                  <a:pt x="419365" y="1767312"/>
                </a:cubicBezTo>
                <a:cubicBezTo>
                  <a:pt x="419365" y="1784081"/>
                  <a:pt x="405771" y="1797675"/>
                  <a:pt x="389002" y="1797675"/>
                </a:cubicBezTo>
                <a:cubicBezTo>
                  <a:pt x="372232" y="1797675"/>
                  <a:pt x="358638" y="1784081"/>
                  <a:pt x="358638" y="1767312"/>
                </a:cubicBezTo>
                <a:cubicBezTo>
                  <a:pt x="358638" y="1750542"/>
                  <a:pt x="372232" y="1736948"/>
                  <a:pt x="389002" y="1736948"/>
                </a:cubicBezTo>
                <a:close/>
                <a:moveTo>
                  <a:pt x="316447" y="1736948"/>
                </a:moveTo>
                <a:cubicBezTo>
                  <a:pt x="333216" y="1736948"/>
                  <a:pt x="346810" y="1750542"/>
                  <a:pt x="346810" y="1767312"/>
                </a:cubicBezTo>
                <a:cubicBezTo>
                  <a:pt x="346810" y="1784081"/>
                  <a:pt x="333216" y="1797675"/>
                  <a:pt x="316447" y="1797675"/>
                </a:cubicBezTo>
                <a:cubicBezTo>
                  <a:pt x="299677" y="1797675"/>
                  <a:pt x="286084" y="1784081"/>
                  <a:pt x="286084" y="1767312"/>
                </a:cubicBezTo>
                <a:cubicBezTo>
                  <a:pt x="286084" y="1750542"/>
                  <a:pt x="299677" y="1736948"/>
                  <a:pt x="316447" y="1736948"/>
                </a:cubicBezTo>
                <a:close/>
                <a:moveTo>
                  <a:pt x="243892" y="1736948"/>
                </a:moveTo>
                <a:cubicBezTo>
                  <a:pt x="260662" y="1736948"/>
                  <a:pt x="274256" y="1750542"/>
                  <a:pt x="274256" y="1767312"/>
                </a:cubicBezTo>
                <a:cubicBezTo>
                  <a:pt x="274256" y="1784081"/>
                  <a:pt x="260662" y="1797675"/>
                  <a:pt x="243892" y="1797675"/>
                </a:cubicBezTo>
                <a:cubicBezTo>
                  <a:pt x="227123" y="1797675"/>
                  <a:pt x="213529" y="1784081"/>
                  <a:pt x="213529" y="1767312"/>
                </a:cubicBezTo>
                <a:cubicBezTo>
                  <a:pt x="213529" y="1750542"/>
                  <a:pt x="227123" y="1736948"/>
                  <a:pt x="243892" y="1736948"/>
                </a:cubicBezTo>
                <a:close/>
                <a:moveTo>
                  <a:pt x="171339" y="1736948"/>
                </a:moveTo>
                <a:cubicBezTo>
                  <a:pt x="188107" y="1736948"/>
                  <a:pt x="201701" y="1750542"/>
                  <a:pt x="201701" y="1767312"/>
                </a:cubicBezTo>
                <a:cubicBezTo>
                  <a:pt x="201701" y="1784081"/>
                  <a:pt x="188107" y="1797675"/>
                  <a:pt x="171339" y="1797675"/>
                </a:cubicBezTo>
                <a:cubicBezTo>
                  <a:pt x="154588" y="1797675"/>
                  <a:pt x="140995" y="1784081"/>
                  <a:pt x="140995" y="1767312"/>
                </a:cubicBezTo>
                <a:cubicBezTo>
                  <a:pt x="140995" y="1750542"/>
                  <a:pt x="154588" y="1736948"/>
                  <a:pt x="171339" y="1736948"/>
                </a:cubicBezTo>
                <a:close/>
                <a:moveTo>
                  <a:pt x="98806" y="1736948"/>
                </a:moveTo>
                <a:cubicBezTo>
                  <a:pt x="115574" y="1736948"/>
                  <a:pt x="129168" y="1750542"/>
                  <a:pt x="129168" y="1767312"/>
                </a:cubicBezTo>
                <a:cubicBezTo>
                  <a:pt x="129168" y="1784081"/>
                  <a:pt x="115574" y="1797675"/>
                  <a:pt x="98806" y="1797675"/>
                </a:cubicBezTo>
                <a:cubicBezTo>
                  <a:pt x="82035" y="1797675"/>
                  <a:pt x="68442" y="1784081"/>
                  <a:pt x="68442" y="1767312"/>
                </a:cubicBezTo>
                <a:cubicBezTo>
                  <a:pt x="68442" y="1750542"/>
                  <a:pt x="82035" y="1736948"/>
                  <a:pt x="98806" y="1736948"/>
                </a:cubicBezTo>
                <a:close/>
                <a:moveTo>
                  <a:pt x="26251" y="1736948"/>
                </a:moveTo>
                <a:cubicBezTo>
                  <a:pt x="43020" y="1736948"/>
                  <a:pt x="56614" y="1750542"/>
                  <a:pt x="56614" y="1767312"/>
                </a:cubicBezTo>
                <a:cubicBezTo>
                  <a:pt x="56614" y="1784081"/>
                  <a:pt x="43020" y="1797675"/>
                  <a:pt x="26251" y="1797675"/>
                </a:cubicBezTo>
                <a:cubicBezTo>
                  <a:pt x="17866" y="1797675"/>
                  <a:pt x="10276" y="1794277"/>
                  <a:pt x="4781" y="1788782"/>
                </a:cubicBezTo>
                <a:lnTo>
                  <a:pt x="0" y="1777239"/>
                </a:lnTo>
                <a:lnTo>
                  <a:pt x="0" y="1757384"/>
                </a:lnTo>
                <a:lnTo>
                  <a:pt x="4781" y="1745841"/>
                </a:lnTo>
                <a:cubicBezTo>
                  <a:pt x="10276" y="1740347"/>
                  <a:pt x="17866" y="1736948"/>
                  <a:pt x="26251" y="1736948"/>
                </a:cubicBezTo>
                <a:close/>
                <a:moveTo>
                  <a:pt x="1030341" y="1658849"/>
                </a:moveTo>
                <a:lnTo>
                  <a:pt x="1020041" y="1666551"/>
                </a:lnTo>
                <a:lnTo>
                  <a:pt x="1020522" y="1665390"/>
                </a:lnTo>
                <a:cubicBezTo>
                  <a:pt x="1023269" y="1662642"/>
                  <a:pt x="1026541" y="1660419"/>
                  <a:pt x="1030173" y="1658883"/>
                </a:cubicBezTo>
                <a:close/>
                <a:moveTo>
                  <a:pt x="969438" y="1656497"/>
                </a:moveTo>
                <a:cubicBezTo>
                  <a:pt x="977823" y="1656497"/>
                  <a:pt x="985413" y="1659895"/>
                  <a:pt x="990908" y="1665390"/>
                </a:cubicBezTo>
                <a:lnTo>
                  <a:pt x="997511" y="1681329"/>
                </a:lnTo>
                <a:lnTo>
                  <a:pt x="950384" y="1709959"/>
                </a:lnTo>
                <a:lnTo>
                  <a:pt x="947968" y="1708330"/>
                </a:lnTo>
                <a:cubicBezTo>
                  <a:pt x="942473" y="1702836"/>
                  <a:pt x="939075" y="1695245"/>
                  <a:pt x="939075" y="1686860"/>
                </a:cubicBezTo>
                <a:cubicBezTo>
                  <a:pt x="939075" y="1670091"/>
                  <a:pt x="952669" y="1656497"/>
                  <a:pt x="969438" y="1656497"/>
                </a:cubicBezTo>
                <a:close/>
                <a:moveTo>
                  <a:pt x="896883" y="1656497"/>
                </a:moveTo>
                <a:cubicBezTo>
                  <a:pt x="913653" y="1656497"/>
                  <a:pt x="927247" y="1670091"/>
                  <a:pt x="927247" y="1686860"/>
                </a:cubicBezTo>
                <a:cubicBezTo>
                  <a:pt x="927247" y="1703630"/>
                  <a:pt x="913653" y="1717224"/>
                  <a:pt x="896883" y="1717224"/>
                </a:cubicBezTo>
                <a:cubicBezTo>
                  <a:pt x="880114" y="1717224"/>
                  <a:pt x="866520" y="1703630"/>
                  <a:pt x="866520" y="1686860"/>
                </a:cubicBezTo>
                <a:cubicBezTo>
                  <a:pt x="866520" y="1670091"/>
                  <a:pt x="880114" y="1656497"/>
                  <a:pt x="896883" y="1656497"/>
                </a:cubicBezTo>
                <a:close/>
                <a:moveTo>
                  <a:pt x="824329" y="1656497"/>
                </a:moveTo>
                <a:cubicBezTo>
                  <a:pt x="841098" y="1656497"/>
                  <a:pt x="854692" y="1670091"/>
                  <a:pt x="854692" y="1686860"/>
                </a:cubicBezTo>
                <a:cubicBezTo>
                  <a:pt x="854692" y="1703630"/>
                  <a:pt x="841098" y="1717224"/>
                  <a:pt x="824329" y="1717224"/>
                </a:cubicBezTo>
                <a:cubicBezTo>
                  <a:pt x="807559" y="1717224"/>
                  <a:pt x="793965" y="1703630"/>
                  <a:pt x="793965" y="1686860"/>
                </a:cubicBezTo>
                <a:cubicBezTo>
                  <a:pt x="793965" y="1670091"/>
                  <a:pt x="807559" y="1656497"/>
                  <a:pt x="824329" y="1656497"/>
                </a:cubicBezTo>
                <a:close/>
                <a:moveTo>
                  <a:pt x="751774" y="1656497"/>
                </a:moveTo>
                <a:cubicBezTo>
                  <a:pt x="768544" y="1656497"/>
                  <a:pt x="782138" y="1670091"/>
                  <a:pt x="782138" y="1686860"/>
                </a:cubicBezTo>
                <a:cubicBezTo>
                  <a:pt x="782138" y="1703630"/>
                  <a:pt x="768544" y="1717224"/>
                  <a:pt x="751774" y="1717224"/>
                </a:cubicBezTo>
                <a:cubicBezTo>
                  <a:pt x="735005" y="1717224"/>
                  <a:pt x="721411" y="1703630"/>
                  <a:pt x="721411" y="1686860"/>
                </a:cubicBezTo>
                <a:cubicBezTo>
                  <a:pt x="721411" y="1670091"/>
                  <a:pt x="735005" y="1656497"/>
                  <a:pt x="751774" y="1656497"/>
                </a:cubicBezTo>
                <a:close/>
                <a:moveTo>
                  <a:pt x="679220" y="1656497"/>
                </a:moveTo>
                <a:cubicBezTo>
                  <a:pt x="695989" y="1656497"/>
                  <a:pt x="709583" y="1670091"/>
                  <a:pt x="709583" y="1686860"/>
                </a:cubicBezTo>
                <a:cubicBezTo>
                  <a:pt x="709583" y="1703630"/>
                  <a:pt x="695989" y="1717224"/>
                  <a:pt x="679220" y="1717224"/>
                </a:cubicBezTo>
                <a:cubicBezTo>
                  <a:pt x="662450" y="1717224"/>
                  <a:pt x="648856" y="1703630"/>
                  <a:pt x="648856" y="1686860"/>
                </a:cubicBezTo>
                <a:cubicBezTo>
                  <a:pt x="648856" y="1670091"/>
                  <a:pt x="662450" y="1656497"/>
                  <a:pt x="679220" y="1656497"/>
                </a:cubicBezTo>
                <a:close/>
                <a:moveTo>
                  <a:pt x="606665" y="1656497"/>
                </a:moveTo>
                <a:cubicBezTo>
                  <a:pt x="623435" y="1656497"/>
                  <a:pt x="637029" y="1670091"/>
                  <a:pt x="637029" y="1686860"/>
                </a:cubicBezTo>
                <a:cubicBezTo>
                  <a:pt x="637029" y="1703630"/>
                  <a:pt x="623435" y="1717224"/>
                  <a:pt x="606665" y="1717224"/>
                </a:cubicBezTo>
                <a:cubicBezTo>
                  <a:pt x="589896" y="1717224"/>
                  <a:pt x="576302" y="1703630"/>
                  <a:pt x="576302" y="1686860"/>
                </a:cubicBezTo>
                <a:cubicBezTo>
                  <a:pt x="576302" y="1670091"/>
                  <a:pt x="589896" y="1656497"/>
                  <a:pt x="606665" y="1656497"/>
                </a:cubicBezTo>
                <a:close/>
                <a:moveTo>
                  <a:pt x="534111" y="1656497"/>
                </a:moveTo>
                <a:cubicBezTo>
                  <a:pt x="550880" y="1656497"/>
                  <a:pt x="564474" y="1670091"/>
                  <a:pt x="564474" y="1686860"/>
                </a:cubicBezTo>
                <a:cubicBezTo>
                  <a:pt x="564474" y="1703630"/>
                  <a:pt x="550880" y="1717224"/>
                  <a:pt x="534111" y="1717224"/>
                </a:cubicBezTo>
                <a:cubicBezTo>
                  <a:pt x="517341" y="1717224"/>
                  <a:pt x="503747" y="1703630"/>
                  <a:pt x="503747" y="1686860"/>
                </a:cubicBezTo>
                <a:cubicBezTo>
                  <a:pt x="503747" y="1670091"/>
                  <a:pt x="517341" y="1656497"/>
                  <a:pt x="534111" y="1656497"/>
                </a:cubicBezTo>
                <a:close/>
                <a:moveTo>
                  <a:pt x="461556" y="1656497"/>
                </a:moveTo>
                <a:cubicBezTo>
                  <a:pt x="478326" y="1656497"/>
                  <a:pt x="491920" y="1670091"/>
                  <a:pt x="491920" y="1686860"/>
                </a:cubicBezTo>
                <a:cubicBezTo>
                  <a:pt x="491920" y="1703630"/>
                  <a:pt x="478326" y="1717224"/>
                  <a:pt x="461556" y="1717224"/>
                </a:cubicBezTo>
                <a:cubicBezTo>
                  <a:pt x="444787" y="1717224"/>
                  <a:pt x="431192" y="1703630"/>
                  <a:pt x="431192" y="1686860"/>
                </a:cubicBezTo>
                <a:cubicBezTo>
                  <a:pt x="431192" y="1670091"/>
                  <a:pt x="444787" y="1656497"/>
                  <a:pt x="461556" y="1656497"/>
                </a:cubicBezTo>
                <a:close/>
                <a:moveTo>
                  <a:pt x="389002" y="1656497"/>
                </a:moveTo>
                <a:cubicBezTo>
                  <a:pt x="405771" y="1656497"/>
                  <a:pt x="419365" y="1670091"/>
                  <a:pt x="419365" y="1686860"/>
                </a:cubicBezTo>
                <a:cubicBezTo>
                  <a:pt x="419365" y="1703630"/>
                  <a:pt x="405771" y="1717224"/>
                  <a:pt x="389002" y="1717224"/>
                </a:cubicBezTo>
                <a:cubicBezTo>
                  <a:pt x="372232" y="1717224"/>
                  <a:pt x="358638" y="1703630"/>
                  <a:pt x="358638" y="1686860"/>
                </a:cubicBezTo>
                <a:cubicBezTo>
                  <a:pt x="358638" y="1670091"/>
                  <a:pt x="372232" y="1656497"/>
                  <a:pt x="389002" y="1656497"/>
                </a:cubicBezTo>
                <a:close/>
                <a:moveTo>
                  <a:pt x="316447" y="1656497"/>
                </a:moveTo>
                <a:cubicBezTo>
                  <a:pt x="333216" y="1656497"/>
                  <a:pt x="346810" y="1670091"/>
                  <a:pt x="346810" y="1686860"/>
                </a:cubicBezTo>
                <a:cubicBezTo>
                  <a:pt x="346810" y="1703630"/>
                  <a:pt x="333216" y="1717224"/>
                  <a:pt x="316447" y="1717224"/>
                </a:cubicBezTo>
                <a:cubicBezTo>
                  <a:pt x="299677" y="1717224"/>
                  <a:pt x="286084" y="1703630"/>
                  <a:pt x="286084" y="1686860"/>
                </a:cubicBezTo>
                <a:cubicBezTo>
                  <a:pt x="286084" y="1670091"/>
                  <a:pt x="299677" y="1656497"/>
                  <a:pt x="316447" y="1656497"/>
                </a:cubicBezTo>
                <a:close/>
                <a:moveTo>
                  <a:pt x="243892" y="1656497"/>
                </a:moveTo>
                <a:cubicBezTo>
                  <a:pt x="260662" y="1656497"/>
                  <a:pt x="274256" y="1670091"/>
                  <a:pt x="274256" y="1686860"/>
                </a:cubicBezTo>
                <a:cubicBezTo>
                  <a:pt x="274256" y="1703630"/>
                  <a:pt x="260662" y="1717224"/>
                  <a:pt x="243892" y="1717224"/>
                </a:cubicBezTo>
                <a:cubicBezTo>
                  <a:pt x="227123" y="1717224"/>
                  <a:pt x="213529" y="1703630"/>
                  <a:pt x="213529" y="1686860"/>
                </a:cubicBezTo>
                <a:cubicBezTo>
                  <a:pt x="213529" y="1670091"/>
                  <a:pt x="227123" y="1656497"/>
                  <a:pt x="243892" y="1656497"/>
                </a:cubicBezTo>
                <a:close/>
                <a:moveTo>
                  <a:pt x="171339" y="1656497"/>
                </a:moveTo>
                <a:cubicBezTo>
                  <a:pt x="188107" y="1656497"/>
                  <a:pt x="201701" y="1670091"/>
                  <a:pt x="201701" y="1686860"/>
                </a:cubicBezTo>
                <a:cubicBezTo>
                  <a:pt x="201701" y="1703630"/>
                  <a:pt x="188107" y="1717224"/>
                  <a:pt x="171339" y="1717224"/>
                </a:cubicBezTo>
                <a:cubicBezTo>
                  <a:pt x="154594" y="1717224"/>
                  <a:pt x="141001" y="1703630"/>
                  <a:pt x="141001" y="1686860"/>
                </a:cubicBezTo>
                <a:cubicBezTo>
                  <a:pt x="141001" y="1670091"/>
                  <a:pt x="154594" y="1656497"/>
                  <a:pt x="171339" y="1656497"/>
                </a:cubicBezTo>
                <a:close/>
                <a:moveTo>
                  <a:pt x="98812" y="1656497"/>
                </a:moveTo>
                <a:cubicBezTo>
                  <a:pt x="115580" y="1656497"/>
                  <a:pt x="129174" y="1670091"/>
                  <a:pt x="129174" y="1686860"/>
                </a:cubicBezTo>
                <a:cubicBezTo>
                  <a:pt x="129174" y="1703630"/>
                  <a:pt x="115580" y="1717224"/>
                  <a:pt x="98812" y="1717224"/>
                </a:cubicBezTo>
                <a:cubicBezTo>
                  <a:pt x="82042" y="1717224"/>
                  <a:pt x="68448" y="1703630"/>
                  <a:pt x="68448" y="1686860"/>
                </a:cubicBezTo>
                <a:cubicBezTo>
                  <a:pt x="68448" y="1670091"/>
                  <a:pt x="82042" y="1656497"/>
                  <a:pt x="98812" y="1656497"/>
                </a:cubicBezTo>
                <a:close/>
                <a:moveTo>
                  <a:pt x="26257" y="1656497"/>
                </a:moveTo>
                <a:cubicBezTo>
                  <a:pt x="43026" y="1656497"/>
                  <a:pt x="56620" y="1670091"/>
                  <a:pt x="56620" y="1686860"/>
                </a:cubicBezTo>
                <a:cubicBezTo>
                  <a:pt x="56620" y="1703630"/>
                  <a:pt x="43026" y="1717224"/>
                  <a:pt x="26257" y="1717224"/>
                </a:cubicBezTo>
                <a:cubicBezTo>
                  <a:pt x="17873" y="1717224"/>
                  <a:pt x="10282" y="1713826"/>
                  <a:pt x="4787" y="1708331"/>
                </a:cubicBezTo>
                <a:lnTo>
                  <a:pt x="0" y="1696773"/>
                </a:lnTo>
                <a:lnTo>
                  <a:pt x="0" y="1676947"/>
                </a:lnTo>
                <a:lnTo>
                  <a:pt x="4787" y="1665390"/>
                </a:lnTo>
                <a:cubicBezTo>
                  <a:pt x="10282" y="1659896"/>
                  <a:pt x="17873" y="1656497"/>
                  <a:pt x="26257" y="1656497"/>
                </a:cubicBezTo>
                <a:close/>
                <a:moveTo>
                  <a:pt x="1114547" y="1576045"/>
                </a:moveTo>
                <a:cubicBezTo>
                  <a:pt x="1118739" y="1576045"/>
                  <a:pt x="1122733" y="1576894"/>
                  <a:pt x="1126366" y="1578431"/>
                </a:cubicBezTo>
                <a:lnTo>
                  <a:pt x="1131977" y="1582214"/>
                </a:lnTo>
                <a:lnTo>
                  <a:pt x="1128051" y="1585783"/>
                </a:lnTo>
                <a:lnTo>
                  <a:pt x="1088035" y="1615706"/>
                </a:lnTo>
                <a:lnTo>
                  <a:pt x="1084184" y="1606408"/>
                </a:lnTo>
                <a:cubicBezTo>
                  <a:pt x="1084184" y="1589639"/>
                  <a:pt x="1097778" y="1576045"/>
                  <a:pt x="1114547" y="1576045"/>
                </a:cubicBezTo>
                <a:close/>
                <a:moveTo>
                  <a:pt x="1041993" y="1576045"/>
                </a:moveTo>
                <a:cubicBezTo>
                  <a:pt x="1058762" y="1576045"/>
                  <a:pt x="1072356" y="1589639"/>
                  <a:pt x="1072356" y="1606408"/>
                </a:cubicBezTo>
                <a:cubicBezTo>
                  <a:pt x="1072356" y="1623178"/>
                  <a:pt x="1058762" y="1636772"/>
                  <a:pt x="1041993" y="1636772"/>
                </a:cubicBezTo>
                <a:cubicBezTo>
                  <a:pt x="1025223" y="1636772"/>
                  <a:pt x="1011629" y="1623178"/>
                  <a:pt x="1011629" y="1606408"/>
                </a:cubicBezTo>
                <a:cubicBezTo>
                  <a:pt x="1011629" y="1589639"/>
                  <a:pt x="1025223" y="1576045"/>
                  <a:pt x="1041993" y="1576045"/>
                </a:cubicBezTo>
                <a:close/>
                <a:moveTo>
                  <a:pt x="969438" y="1576045"/>
                </a:moveTo>
                <a:cubicBezTo>
                  <a:pt x="986208" y="1576045"/>
                  <a:pt x="999801" y="1589639"/>
                  <a:pt x="999801" y="1606408"/>
                </a:cubicBezTo>
                <a:cubicBezTo>
                  <a:pt x="999801" y="1623178"/>
                  <a:pt x="986208" y="1636772"/>
                  <a:pt x="969438" y="1636772"/>
                </a:cubicBezTo>
                <a:cubicBezTo>
                  <a:pt x="952669" y="1636772"/>
                  <a:pt x="939075" y="1623178"/>
                  <a:pt x="939075" y="1606408"/>
                </a:cubicBezTo>
                <a:cubicBezTo>
                  <a:pt x="939075" y="1589639"/>
                  <a:pt x="952669" y="1576045"/>
                  <a:pt x="969438" y="1576045"/>
                </a:cubicBezTo>
                <a:close/>
                <a:moveTo>
                  <a:pt x="896883" y="1576045"/>
                </a:moveTo>
                <a:cubicBezTo>
                  <a:pt x="913653" y="1576045"/>
                  <a:pt x="927247" y="1589639"/>
                  <a:pt x="927247" y="1606408"/>
                </a:cubicBezTo>
                <a:cubicBezTo>
                  <a:pt x="927247" y="1623178"/>
                  <a:pt x="913653" y="1636772"/>
                  <a:pt x="896883" y="1636772"/>
                </a:cubicBezTo>
                <a:cubicBezTo>
                  <a:pt x="880114" y="1636772"/>
                  <a:pt x="866520" y="1623178"/>
                  <a:pt x="866520" y="1606408"/>
                </a:cubicBezTo>
                <a:cubicBezTo>
                  <a:pt x="866520" y="1589639"/>
                  <a:pt x="880114" y="1576045"/>
                  <a:pt x="896883" y="1576045"/>
                </a:cubicBezTo>
                <a:close/>
                <a:moveTo>
                  <a:pt x="824329" y="1576045"/>
                </a:moveTo>
                <a:cubicBezTo>
                  <a:pt x="841098" y="1576045"/>
                  <a:pt x="854692" y="1589639"/>
                  <a:pt x="854692" y="1606408"/>
                </a:cubicBezTo>
                <a:cubicBezTo>
                  <a:pt x="854692" y="1623178"/>
                  <a:pt x="841098" y="1636772"/>
                  <a:pt x="824329" y="1636772"/>
                </a:cubicBezTo>
                <a:cubicBezTo>
                  <a:pt x="807559" y="1636772"/>
                  <a:pt x="793965" y="1623178"/>
                  <a:pt x="793965" y="1606408"/>
                </a:cubicBezTo>
                <a:cubicBezTo>
                  <a:pt x="793965" y="1589639"/>
                  <a:pt x="807559" y="1576045"/>
                  <a:pt x="824329" y="1576045"/>
                </a:cubicBezTo>
                <a:close/>
                <a:moveTo>
                  <a:pt x="751774" y="1576045"/>
                </a:moveTo>
                <a:cubicBezTo>
                  <a:pt x="768544" y="1576045"/>
                  <a:pt x="782138" y="1589639"/>
                  <a:pt x="782138" y="1606408"/>
                </a:cubicBezTo>
                <a:cubicBezTo>
                  <a:pt x="782138" y="1623178"/>
                  <a:pt x="768544" y="1636772"/>
                  <a:pt x="751774" y="1636772"/>
                </a:cubicBezTo>
                <a:cubicBezTo>
                  <a:pt x="735005" y="1636772"/>
                  <a:pt x="721411" y="1623178"/>
                  <a:pt x="721411" y="1606408"/>
                </a:cubicBezTo>
                <a:cubicBezTo>
                  <a:pt x="721411" y="1589639"/>
                  <a:pt x="735005" y="1576045"/>
                  <a:pt x="751774" y="1576045"/>
                </a:cubicBezTo>
                <a:close/>
                <a:moveTo>
                  <a:pt x="679220" y="1576045"/>
                </a:moveTo>
                <a:cubicBezTo>
                  <a:pt x="695989" y="1576045"/>
                  <a:pt x="709583" y="1589639"/>
                  <a:pt x="709583" y="1606408"/>
                </a:cubicBezTo>
                <a:cubicBezTo>
                  <a:pt x="709583" y="1623178"/>
                  <a:pt x="695989" y="1636772"/>
                  <a:pt x="679220" y="1636772"/>
                </a:cubicBezTo>
                <a:cubicBezTo>
                  <a:pt x="662450" y="1636772"/>
                  <a:pt x="648856" y="1623178"/>
                  <a:pt x="648856" y="1606408"/>
                </a:cubicBezTo>
                <a:cubicBezTo>
                  <a:pt x="648856" y="1589639"/>
                  <a:pt x="662450" y="1576045"/>
                  <a:pt x="679220" y="1576045"/>
                </a:cubicBezTo>
                <a:close/>
                <a:moveTo>
                  <a:pt x="606665" y="1576045"/>
                </a:moveTo>
                <a:cubicBezTo>
                  <a:pt x="623435" y="1576045"/>
                  <a:pt x="637029" y="1589639"/>
                  <a:pt x="637029" y="1606408"/>
                </a:cubicBezTo>
                <a:cubicBezTo>
                  <a:pt x="637029" y="1623178"/>
                  <a:pt x="623435" y="1636772"/>
                  <a:pt x="606665" y="1636772"/>
                </a:cubicBezTo>
                <a:cubicBezTo>
                  <a:pt x="589896" y="1636772"/>
                  <a:pt x="576302" y="1623178"/>
                  <a:pt x="576302" y="1606408"/>
                </a:cubicBezTo>
                <a:cubicBezTo>
                  <a:pt x="576302" y="1589639"/>
                  <a:pt x="589896" y="1576045"/>
                  <a:pt x="606665" y="1576045"/>
                </a:cubicBezTo>
                <a:close/>
                <a:moveTo>
                  <a:pt x="534111" y="1576045"/>
                </a:moveTo>
                <a:cubicBezTo>
                  <a:pt x="550880" y="1576045"/>
                  <a:pt x="564474" y="1589639"/>
                  <a:pt x="564474" y="1606408"/>
                </a:cubicBezTo>
                <a:cubicBezTo>
                  <a:pt x="564474" y="1623178"/>
                  <a:pt x="550880" y="1636772"/>
                  <a:pt x="534111" y="1636772"/>
                </a:cubicBezTo>
                <a:cubicBezTo>
                  <a:pt x="517341" y="1636772"/>
                  <a:pt x="503747" y="1623178"/>
                  <a:pt x="503747" y="1606408"/>
                </a:cubicBezTo>
                <a:cubicBezTo>
                  <a:pt x="503747" y="1589639"/>
                  <a:pt x="517341" y="1576045"/>
                  <a:pt x="534111" y="1576045"/>
                </a:cubicBezTo>
                <a:close/>
                <a:moveTo>
                  <a:pt x="461556" y="1576045"/>
                </a:moveTo>
                <a:cubicBezTo>
                  <a:pt x="478326" y="1576045"/>
                  <a:pt x="491920" y="1589639"/>
                  <a:pt x="491920" y="1606408"/>
                </a:cubicBezTo>
                <a:cubicBezTo>
                  <a:pt x="491920" y="1623178"/>
                  <a:pt x="478326" y="1636772"/>
                  <a:pt x="461556" y="1636772"/>
                </a:cubicBezTo>
                <a:cubicBezTo>
                  <a:pt x="444787" y="1636772"/>
                  <a:pt x="431192" y="1623178"/>
                  <a:pt x="431192" y="1606408"/>
                </a:cubicBezTo>
                <a:cubicBezTo>
                  <a:pt x="431192" y="1589639"/>
                  <a:pt x="444787" y="1576045"/>
                  <a:pt x="461556" y="1576045"/>
                </a:cubicBezTo>
                <a:close/>
                <a:moveTo>
                  <a:pt x="389002" y="1576045"/>
                </a:moveTo>
                <a:cubicBezTo>
                  <a:pt x="405771" y="1576045"/>
                  <a:pt x="419365" y="1589639"/>
                  <a:pt x="419365" y="1606408"/>
                </a:cubicBezTo>
                <a:cubicBezTo>
                  <a:pt x="419365" y="1623178"/>
                  <a:pt x="405771" y="1636772"/>
                  <a:pt x="389002" y="1636772"/>
                </a:cubicBezTo>
                <a:cubicBezTo>
                  <a:pt x="372232" y="1636772"/>
                  <a:pt x="358638" y="1623178"/>
                  <a:pt x="358638" y="1606408"/>
                </a:cubicBezTo>
                <a:cubicBezTo>
                  <a:pt x="358638" y="1589639"/>
                  <a:pt x="372232" y="1576045"/>
                  <a:pt x="389002" y="1576045"/>
                </a:cubicBezTo>
                <a:close/>
                <a:moveTo>
                  <a:pt x="316447" y="1576045"/>
                </a:moveTo>
                <a:cubicBezTo>
                  <a:pt x="333216" y="1576045"/>
                  <a:pt x="346810" y="1589639"/>
                  <a:pt x="346810" y="1606408"/>
                </a:cubicBezTo>
                <a:cubicBezTo>
                  <a:pt x="346810" y="1623178"/>
                  <a:pt x="333216" y="1636772"/>
                  <a:pt x="316447" y="1636772"/>
                </a:cubicBezTo>
                <a:cubicBezTo>
                  <a:pt x="299677" y="1636772"/>
                  <a:pt x="286084" y="1623178"/>
                  <a:pt x="286084" y="1606408"/>
                </a:cubicBezTo>
                <a:cubicBezTo>
                  <a:pt x="286084" y="1589639"/>
                  <a:pt x="299677" y="1576045"/>
                  <a:pt x="316447" y="1576045"/>
                </a:cubicBezTo>
                <a:close/>
                <a:moveTo>
                  <a:pt x="243892" y="1576045"/>
                </a:moveTo>
                <a:cubicBezTo>
                  <a:pt x="260662" y="1576045"/>
                  <a:pt x="274256" y="1589639"/>
                  <a:pt x="274256" y="1606408"/>
                </a:cubicBezTo>
                <a:cubicBezTo>
                  <a:pt x="274256" y="1623178"/>
                  <a:pt x="260662" y="1636772"/>
                  <a:pt x="243892" y="1636772"/>
                </a:cubicBezTo>
                <a:cubicBezTo>
                  <a:pt x="227123" y="1636772"/>
                  <a:pt x="213529" y="1623178"/>
                  <a:pt x="213529" y="1606408"/>
                </a:cubicBezTo>
                <a:cubicBezTo>
                  <a:pt x="213529" y="1589639"/>
                  <a:pt x="227123" y="1576045"/>
                  <a:pt x="243892" y="1576045"/>
                </a:cubicBezTo>
                <a:close/>
                <a:moveTo>
                  <a:pt x="171339" y="1576045"/>
                </a:moveTo>
                <a:cubicBezTo>
                  <a:pt x="188107" y="1576045"/>
                  <a:pt x="201701" y="1589639"/>
                  <a:pt x="201701" y="1606408"/>
                </a:cubicBezTo>
                <a:cubicBezTo>
                  <a:pt x="201701" y="1623178"/>
                  <a:pt x="188107" y="1636772"/>
                  <a:pt x="171339" y="1636772"/>
                </a:cubicBezTo>
                <a:cubicBezTo>
                  <a:pt x="154599" y="1636772"/>
                  <a:pt x="141006" y="1623178"/>
                  <a:pt x="141006" y="1606408"/>
                </a:cubicBezTo>
                <a:cubicBezTo>
                  <a:pt x="141006" y="1589639"/>
                  <a:pt x="154599" y="1576045"/>
                  <a:pt x="171339" y="1576045"/>
                </a:cubicBezTo>
                <a:close/>
                <a:moveTo>
                  <a:pt x="98818" y="1576045"/>
                </a:moveTo>
                <a:cubicBezTo>
                  <a:pt x="115586" y="1576045"/>
                  <a:pt x="129180" y="1589639"/>
                  <a:pt x="129180" y="1606408"/>
                </a:cubicBezTo>
                <a:cubicBezTo>
                  <a:pt x="129180" y="1623178"/>
                  <a:pt x="115586" y="1636772"/>
                  <a:pt x="98818" y="1636772"/>
                </a:cubicBezTo>
                <a:cubicBezTo>
                  <a:pt x="82048" y="1636772"/>
                  <a:pt x="68454" y="1623178"/>
                  <a:pt x="68454" y="1606408"/>
                </a:cubicBezTo>
                <a:cubicBezTo>
                  <a:pt x="68454" y="1589639"/>
                  <a:pt x="82048" y="1576045"/>
                  <a:pt x="98818" y="1576045"/>
                </a:cubicBezTo>
                <a:close/>
                <a:moveTo>
                  <a:pt x="26264" y="1576045"/>
                </a:moveTo>
                <a:cubicBezTo>
                  <a:pt x="43032" y="1576045"/>
                  <a:pt x="56626" y="1589639"/>
                  <a:pt x="56626" y="1606408"/>
                </a:cubicBezTo>
                <a:cubicBezTo>
                  <a:pt x="56626" y="1623178"/>
                  <a:pt x="43032" y="1636772"/>
                  <a:pt x="26264" y="1636772"/>
                </a:cubicBezTo>
                <a:cubicBezTo>
                  <a:pt x="17880" y="1636772"/>
                  <a:pt x="10289" y="1633374"/>
                  <a:pt x="4794" y="1627879"/>
                </a:cubicBezTo>
                <a:lnTo>
                  <a:pt x="0" y="1616304"/>
                </a:lnTo>
                <a:lnTo>
                  <a:pt x="0" y="1596512"/>
                </a:lnTo>
                <a:lnTo>
                  <a:pt x="4794" y="1584938"/>
                </a:lnTo>
                <a:cubicBezTo>
                  <a:pt x="10289" y="1579444"/>
                  <a:pt x="17880" y="1576045"/>
                  <a:pt x="26264" y="1576045"/>
                </a:cubicBezTo>
                <a:close/>
                <a:moveTo>
                  <a:pt x="1187102" y="1495593"/>
                </a:moveTo>
                <a:cubicBezTo>
                  <a:pt x="1195486" y="1495593"/>
                  <a:pt x="1203077" y="1498992"/>
                  <a:pt x="1208572" y="1504486"/>
                </a:cubicBezTo>
                <a:lnTo>
                  <a:pt x="1211014" y="1510381"/>
                </a:lnTo>
                <a:lnTo>
                  <a:pt x="1168285" y="1549216"/>
                </a:lnTo>
                <a:lnTo>
                  <a:pt x="1165631" y="1547427"/>
                </a:lnTo>
                <a:cubicBezTo>
                  <a:pt x="1160137" y="1541932"/>
                  <a:pt x="1156738" y="1534341"/>
                  <a:pt x="1156738" y="1525957"/>
                </a:cubicBezTo>
                <a:cubicBezTo>
                  <a:pt x="1156738" y="1509187"/>
                  <a:pt x="1170332" y="1495593"/>
                  <a:pt x="1187102" y="1495593"/>
                </a:cubicBezTo>
                <a:close/>
                <a:moveTo>
                  <a:pt x="1114547" y="1495593"/>
                </a:moveTo>
                <a:cubicBezTo>
                  <a:pt x="1131317" y="1495593"/>
                  <a:pt x="1144911" y="1509187"/>
                  <a:pt x="1144911" y="1525957"/>
                </a:cubicBezTo>
                <a:cubicBezTo>
                  <a:pt x="1144911" y="1542726"/>
                  <a:pt x="1131317" y="1556320"/>
                  <a:pt x="1114547" y="1556320"/>
                </a:cubicBezTo>
                <a:cubicBezTo>
                  <a:pt x="1097778" y="1556320"/>
                  <a:pt x="1084184" y="1542726"/>
                  <a:pt x="1084184" y="1525957"/>
                </a:cubicBezTo>
                <a:cubicBezTo>
                  <a:pt x="1084184" y="1509187"/>
                  <a:pt x="1097778" y="1495593"/>
                  <a:pt x="1114547" y="1495593"/>
                </a:cubicBezTo>
                <a:close/>
                <a:moveTo>
                  <a:pt x="1041993" y="1495593"/>
                </a:moveTo>
                <a:cubicBezTo>
                  <a:pt x="1058762" y="1495593"/>
                  <a:pt x="1072356" y="1509187"/>
                  <a:pt x="1072356" y="1525957"/>
                </a:cubicBezTo>
                <a:cubicBezTo>
                  <a:pt x="1072356" y="1542726"/>
                  <a:pt x="1058762" y="1556320"/>
                  <a:pt x="1041993" y="1556320"/>
                </a:cubicBezTo>
                <a:cubicBezTo>
                  <a:pt x="1025223" y="1556320"/>
                  <a:pt x="1011629" y="1542726"/>
                  <a:pt x="1011629" y="1525957"/>
                </a:cubicBezTo>
                <a:cubicBezTo>
                  <a:pt x="1011629" y="1509187"/>
                  <a:pt x="1025223" y="1495593"/>
                  <a:pt x="1041993" y="1495593"/>
                </a:cubicBezTo>
                <a:close/>
                <a:moveTo>
                  <a:pt x="969438" y="1495593"/>
                </a:moveTo>
                <a:cubicBezTo>
                  <a:pt x="986208" y="1495593"/>
                  <a:pt x="999801" y="1509187"/>
                  <a:pt x="999801" y="1525957"/>
                </a:cubicBezTo>
                <a:cubicBezTo>
                  <a:pt x="999801" y="1542726"/>
                  <a:pt x="986208" y="1556320"/>
                  <a:pt x="969438" y="1556320"/>
                </a:cubicBezTo>
                <a:cubicBezTo>
                  <a:pt x="952669" y="1556320"/>
                  <a:pt x="939075" y="1542726"/>
                  <a:pt x="939075" y="1525957"/>
                </a:cubicBezTo>
                <a:cubicBezTo>
                  <a:pt x="939075" y="1509187"/>
                  <a:pt x="952669" y="1495593"/>
                  <a:pt x="969438" y="1495593"/>
                </a:cubicBezTo>
                <a:close/>
                <a:moveTo>
                  <a:pt x="896883" y="1495593"/>
                </a:moveTo>
                <a:cubicBezTo>
                  <a:pt x="913653" y="1495593"/>
                  <a:pt x="927247" y="1509187"/>
                  <a:pt x="927247" y="1525957"/>
                </a:cubicBezTo>
                <a:cubicBezTo>
                  <a:pt x="927247" y="1542726"/>
                  <a:pt x="913653" y="1556320"/>
                  <a:pt x="896883" y="1556320"/>
                </a:cubicBezTo>
                <a:cubicBezTo>
                  <a:pt x="880114" y="1556320"/>
                  <a:pt x="866520" y="1542726"/>
                  <a:pt x="866520" y="1525957"/>
                </a:cubicBezTo>
                <a:cubicBezTo>
                  <a:pt x="866520" y="1509187"/>
                  <a:pt x="880114" y="1495593"/>
                  <a:pt x="896883" y="1495593"/>
                </a:cubicBezTo>
                <a:close/>
                <a:moveTo>
                  <a:pt x="824329" y="1495593"/>
                </a:moveTo>
                <a:cubicBezTo>
                  <a:pt x="841098" y="1495593"/>
                  <a:pt x="854692" y="1509187"/>
                  <a:pt x="854692" y="1525957"/>
                </a:cubicBezTo>
                <a:cubicBezTo>
                  <a:pt x="854692" y="1542726"/>
                  <a:pt x="841098" y="1556320"/>
                  <a:pt x="824329" y="1556320"/>
                </a:cubicBezTo>
                <a:cubicBezTo>
                  <a:pt x="807559" y="1556320"/>
                  <a:pt x="793965" y="1542726"/>
                  <a:pt x="793965" y="1525957"/>
                </a:cubicBezTo>
                <a:cubicBezTo>
                  <a:pt x="793965" y="1509187"/>
                  <a:pt x="807559" y="1495593"/>
                  <a:pt x="824329" y="1495593"/>
                </a:cubicBezTo>
                <a:close/>
                <a:moveTo>
                  <a:pt x="751774" y="1495593"/>
                </a:moveTo>
                <a:cubicBezTo>
                  <a:pt x="768544" y="1495593"/>
                  <a:pt x="782138" y="1509187"/>
                  <a:pt x="782138" y="1525957"/>
                </a:cubicBezTo>
                <a:cubicBezTo>
                  <a:pt x="782138" y="1542726"/>
                  <a:pt x="768544" y="1556320"/>
                  <a:pt x="751774" y="1556320"/>
                </a:cubicBezTo>
                <a:cubicBezTo>
                  <a:pt x="735005" y="1556320"/>
                  <a:pt x="721411" y="1542726"/>
                  <a:pt x="721411" y="1525957"/>
                </a:cubicBezTo>
                <a:cubicBezTo>
                  <a:pt x="721411" y="1509187"/>
                  <a:pt x="735005" y="1495593"/>
                  <a:pt x="751774" y="1495593"/>
                </a:cubicBezTo>
                <a:close/>
                <a:moveTo>
                  <a:pt x="679220" y="1495593"/>
                </a:moveTo>
                <a:cubicBezTo>
                  <a:pt x="695989" y="1495593"/>
                  <a:pt x="709583" y="1509187"/>
                  <a:pt x="709583" y="1525957"/>
                </a:cubicBezTo>
                <a:cubicBezTo>
                  <a:pt x="709583" y="1542726"/>
                  <a:pt x="695989" y="1556320"/>
                  <a:pt x="679220" y="1556320"/>
                </a:cubicBezTo>
                <a:cubicBezTo>
                  <a:pt x="662450" y="1556320"/>
                  <a:pt x="648856" y="1542726"/>
                  <a:pt x="648856" y="1525957"/>
                </a:cubicBezTo>
                <a:cubicBezTo>
                  <a:pt x="648856" y="1509187"/>
                  <a:pt x="662450" y="1495593"/>
                  <a:pt x="679220" y="1495593"/>
                </a:cubicBezTo>
                <a:close/>
                <a:moveTo>
                  <a:pt x="606665" y="1495593"/>
                </a:moveTo>
                <a:cubicBezTo>
                  <a:pt x="623435" y="1495593"/>
                  <a:pt x="637029" y="1509187"/>
                  <a:pt x="637029" y="1525957"/>
                </a:cubicBezTo>
                <a:cubicBezTo>
                  <a:pt x="637029" y="1542726"/>
                  <a:pt x="623435" y="1556320"/>
                  <a:pt x="606665" y="1556320"/>
                </a:cubicBezTo>
                <a:cubicBezTo>
                  <a:pt x="589896" y="1556320"/>
                  <a:pt x="576302" y="1542726"/>
                  <a:pt x="576302" y="1525957"/>
                </a:cubicBezTo>
                <a:cubicBezTo>
                  <a:pt x="576302" y="1509187"/>
                  <a:pt x="589896" y="1495593"/>
                  <a:pt x="606665" y="1495593"/>
                </a:cubicBezTo>
                <a:close/>
                <a:moveTo>
                  <a:pt x="534111" y="1495593"/>
                </a:moveTo>
                <a:cubicBezTo>
                  <a:pt x="550880" y="1495593"/>
                  <a:pt x="564474" y="1509187"/>
                  <a:pt x="564474" y="1525957"/>
                </a:cubicBezTo>
                <a:cubicBezTo>
                  <a:pt x="564474" y="1542726"/>
                  <a:pt x="550880" y="1556320"/>
                  <a:pt x="534111" y="1556320"/>
                </a:cubicBezTo>
                <a:cubicBezTo>
                  <a:pt x="517341" y="1556320"/>
                  <a:pt x="503747" y="1542726"/>
                  <a:pt x="503747" y="1525957"/>
                </a:cubicBezTo>
                <a:cubicBezTo>
                  <a:pt x="503747" y="1509187"/>
                  <a:pt x="517341" y="1495593"/>
                  <a:pt x="534111" y="1495593"/>
                </a:cubicBezTo>
                <a:close/>
                <a:moveTo>
                  <a:pt x="461556" y="1495593"/>
                </a:moveTo>
                <a:cubicBezTo>
                  <a:pt x="478326" y="1495593"/>
                  <a:pt x="491920" y="1509187"/>
                  <a:pt x="491920" y="1525957"/>
                </a:cubicBezTo>
                <a:cubicBezTo>
                  <a:pt x="491920" y="1542726"/>
                  <a:pt x="478326" y="1556320"/>
                  <a:pt x="461556" y="1556320"/>
                </a:cubicBezTo>
                <a:cubicBezTo>
                  <a:pt x="444787" y="1556320"/>
                  <a:pt x="431192" y="1542726"/>
                  <a:pt x="431192" y="1525957"/>
                </a:cubicBezTo>
                <a:cubicBezTo>
                  <a:pt x="431192" y="1509187"/>
                  <a:pt x="444787" y="1495593"/>
                  <a:pt x="461556" y="1495593"/>
                </a:cubicBezTo>
                <a:close/>
                <a:moveTo>
                  <a:pt x="389002" y="1495593"/>
                </a:moveTo>
                <a:cubicBezTo>
                  <a:pt x="405771" y="1495593"/>
                  <a:pt x="419365" y="1509187"/>
                  <a:pt x="419365" y="1525957"/>
                </a:cubicBezTo>
                <a:cubicBezTo>
                  <a:pt x="419365" y="1542726"/>
                  <a:pt x="405771" y="1556320"/>
                  <a:pt x="389002" y="1556320"/>
                </a:cubicBezTo>
                <a:cubicBezTo>
                  <a:pt x="372232" y="1556320"/>
                  <a:pt x="358638" y="1542726"/>
                  <a:pt x="358638" y="1525957"/>
                </a:cubicBezTo>
                <a:cubicBezTo>
                  <a:pt x="358638" y="1509187"/>
                  <a:pt x="372232" y="1495593"/>
                  <a:pt x="389002" y="1495593"/>
                </a:cubicBezTo>
                <a:close/>
                <a:moveTo>
                  <a:pt x="316447" y="1495593"/>
                </a:moveTo>
                <a:cubicBezTo>
                  <a:pt x="333216" y="1495593"/>
                  <a:pt x="346810" y="1509187"/>
                  <a:pt x="346810" y="1525957"/>
                </a:cubicBezTo>
                <a:cubicBezTo>
                  <a:pt x="346810" y="1542726"/>
                  <a:pt x="333216" y="1556320"/>
                  <a:pt x="316447" y="1556320"/>
                </a:cubicBezTo>
                <a:cubicBezTo>
                  <a:pt x="299677" y="1556320"/>
                  <a:pt x="286084" y="1542726"/>
                  <a:pt x="286084" y="1525957"/>
                </a:cubicBezTo>
                <a:cubicBezTo>
                  <a:pt x="286084" y="1509187"/>
                  <a:pt x="299677" y="1495593"/>
                  <a:pt x="316447" y="1495593"/>
                </a:cubicBezTo>
                <a:close/>
                <a:moveTo>
                  <a:pt x="243892" y="1495593"/>
                </a:moveTo>
                <a:cubicBezTo>
                  <a:pt x="260662" y="1495593"/>
                  <a:pt x="274256" y="1509187"/>
                  <a:pt x="274256" y="1525957"/>
                </a:cubicBezTo>
                <a:cubicBezTo>
                  <a:pt x="274256" y="1542726"/>
                  <a:pt x="260662" y="1556320"/>
                  <a:pt x="243892" y="1556320"/>
                </a:cubicBezTo>
                <a:cubicBezTo>
                  <a:pt x="227123" y="1556320"/>
                  <a:pt x="213529" y="1542726"/>
                  <a:pt x="213529" y="1525957"/>
                </a:cubicBezTo>
                <a:cubicBezTo>
                  <a:pt x="213529" y="1509187"/>
                  <a:pt x="227123" y="1495593"/>
                  <a:pt x="243892" y="1495593"/>
                </a:cubicBezTo>
                <a:close/>
                <a:moveTo>
                  <a:pt x="171339" y="1495593"/>
                </a:moveTo>
                <a:cubicBezTo>
                  <a:pt x="188107" y="1495593"/>
                  <a:pt x="201701" y="1509187"/>
                  <a:pt x="201701" y="1525957"/>
                </a:cubicBezTo>
                <a:cubicBezTo>
                  <a:pt x="201701" y="1542726"/>
                  <a:pt x="188107" y="1556320"/>
                  <a:pt x="171339" y="1556320"/>
                </a:cubicBezTo>
                <a:cubicBezTo>
                  <a:pt x="154606" y="1556320"/>
                  <a:pt x="141012" y="1542726"/>
                  <a:pt x="141012" y="1525957"/>
                </a:cubicBezTo>
                <a:cubicBezTo>
                  <a:pt x="141012" y="1509187"/>
                  <a:pt x="154606" y="1495593"/>
                  <a:pt x="171339" y="1495593"/>
                </a:cubicBezTo>
                <a:close/>
                <a:moveTo>
                  <a:pt x="98825" y="1495593"/>
                </a:moveTo>
                <a:cubicBezTo>
                  <a:pt x="115592" y="1495593"/>
                  <a:pt x="129186" y="1509187"/>
                  <a:pt x="129186" y="1525957"/>
                </a:cubicBezTo>
                <a:cubicBezTo>
                  <a:pt x="129186" y="1542726"/>
                  <a:pt x="115592" y="1556320"/>
                  <a:pt x="98825" y="1556320"/>
                </a:cubicBezTo>
                <a:cubicBezTo>
                  <a:pt x="82054" y="1556320"/>
                  <a:pt x="68461" y="1542726"/>
                  <a:pt x="68461" y="1525957"/>
                </a:cubicBezTo>
                <a:cubicBezTo>
                  <a:pt x="68461" y="1509187"/>
                  <a:pt x="82054" y="1495593"/>
                  <a:pt x="98825" y="1495593"/>
                </a:cubicBezTo>
                <a:close/>
                <a:moveTo>
                  <a:pt x="26270" y="1495593"/>
                </a:moveTo>
                <a:cubicBezTo>
                  <a:pt x="43038" y="1495593"/>
                  <a:pt x="56632" y="1509187"/>
                  <a:pt x="56632" y="1525957"/>
                </a:cubicBezTo>
                <a:cubicBezTo>
                  <a:pt x="56632" y="1542726"/>
                  <a:pt x="43038" y="1556320"/>
                  <a:pt x="26270" y="1556320"/>
                </a:cubicBezTo>
                <a:cubicBezTo>
                  <a:pt x="17886" y="1556320"/>
                  <a:pt x="10295" y="1552922"/>
                  <a:pt x="4801" y="1547427"/>
                </a:cubicBezTo>
                <a:lnTo>
                  <a:pt x="0" y="1535836"/>
                </a:lnTo>
                <a:lnTo>
                  <a:pt x="0" y="1516078"/>
                </a:lnTo>
                <a:lnTo>
                  <a:pt x="4801" y="1504486"/>
                </a:lnTo>
                <a:cubicBezTo>
                  <a:pt x="10295" y="1498992"/>
                  <a:pt x="17886" y="1495593"/>
                  <a:pt x="26270" y="1495593"/>
                </a:cubicBezTo>
                <a:close/>
                <a:moveTo>
                  <a:pt x="1259656" y="1415141"/>
                </a:moveTo>
                <a:cubicBezTo>
                  <a:pt x="1268041" y="1415141"/>
                  <a:pt x="1275632" y="1418540"/>
                  <a:pt x="1281127" y="1424035"/>
                </a:cubicBezTo>
                <a:lnTo>
                  <a:pt x="1285044" y="1433492"/>
                </a:lnTo>
                <a:lnTo>
                  <a:pt x="1248565" y="1473629"/>
                </a:lnTo>
                <a:lnTo>
                  <a:pt x="1247837" y="1473482"/>
                </a:lnTo>
                <a:cubicBezTo>
                  <a:pt x="1236940" y="1468873"/>
                  <a:pt x="1229293" y="1458082"/>
                  <a:pt x="1229293" y="1445505"/>
                </a:cubicBezTo>
                <a:cubicBezTo>
                  <a:pt x="1229293" y="1428735"/>
                  <a:pt x="1242887" y="1415141"/>
                  <a:pt x="1259656" y="1415141"/>
                </a:cubicBezTo>
                <a:close/>
                <a:moveTo>
                  <a:pt x="1187102" y="1415141"/>
                </a:moveTo>
                <a:cubicBezTo>
                  <a:pt x="1203871" y="1415141"/>
                  <a:pt x="1217465" y="1428735"/>
                  <a:pt x="1217465" y="1445505"/>
                </a:cubicBezTo>
                <a:cubicBezTo>
                  <a:pt x="1217465" y="1462274"/>
                  <a:pt x="1203871" y="1475868"/>
                  <a:pt x="1187102" y="1475868"/>
                </a:cubicBezTo>
                <a:cubicBezTo>
                  <a:pt x="1170332" y="1475868"/>
                  <a:pt x="1156738" y="1462274"/>
                  <a:pt x="1156738" y="1445505"/>
                </a:cubicBezTo>
                <a:cubicBezTo>
                  <a:pt x="1156738" y="1428735"/>
                  <a:pt x="1170332" y="1415141"/>
                  <a:pt x="1187102" y="1415141"/>
                </a:cubicBezTo>
                <a:close/>
                <a:moveTo>
                  <a:pt x="1114547" y="1415141"/>
                </a:moveTo>
                <a:cubicBezTo>
                  <a:pt x="1131317" y="1415141"/>
                  <a:pt x="1144911" y="1428735"/>
                  <a:pt x="1144911" y="1445505"/>
                </a:cubicBezTo>
                <a:cubicBezTo>
                  <a:pt x="1144911" y="1462274"/>
                  <a:pt x="1131317" y="1475868"/>
                  <a:pt x="1114547" y="1475868"/>
                </a:cubicBezTo>
                <a:cubicBezTo>
                  <a:pt x="1097778" y="1475868"/>
                  <a:pt x="1084184" y="1462274"/>
                  <a:pt x="1084184" y="1445505"/>
                </a:cubicBezTo>
                <a:cubicBezTo>
                  <a:pt x="1084184" y="1428735"/>
                  <a:pt x="1097778" y="1415141"/>
                  <a:pt x="1114547" y="1415141"/>
                </a:cubicBezTo>
                <a:close/>
                <a:moveTo>
                  <a:pt x="1041993" y="1415141"/>
                </a:moveTo>
                <a:cubicBezTo>
                  <a:pt x="1058762" y="1415141"/>
                  <a:pt x="1072356" y="1428735"/>
                  <a:pt x="1072356" y="1445505"/>
                </a:cubicBezTo>
                <a:cubicBezTo>
                  <a:pt x="1072356" y="1462274"/>
                  <a:pt x="1058762" y="1475868"/>
                  <a:pt x="1041993" y="1475868"/>
                </a:cubicBezTo>
                <a:cubicBezTo>
                  <a:pt x="1025223" y="1475868"/>
                  <a:pt x="1011629" y="1462274"/>
                  <a:pt x="1011629" y="1445505"/>
                </a:cubicBezTo>
                <a:cubicBezTo>
                  <a:pt x="1011629" y="1428735"/>
                  <a:pt x="1025223" y="1415141"/>
                  <a:pt x="1041993" y="1415141"/>
                </a:cubicBezTo>
                <a:close/>
                <a:moveTo>
                  <a:pt x="969438" y="1415141"/>
                </a:moveTo>
                <a:cubicBezTo>
                  <a:pt x="986208" y="1415141"/>
                  <a:pt x="999801" y="1428735"/>
                  <a:pt x="999801" y="1445505"/>
                </a:cubicBezTo>
                <a:cubicBezTo>
                  <a:pt x="999801" y="1462274"/>
                  <a:pt x="986208" y="1475868"/>
                  <a:pt x="969438" y="1475868"/>
                </a:cubicBezTo>
                <a:cubicBezTo>
                  <a:pt x="952669" y="1475868"/>
                  <a:pt x="939075" y="1462274"/>
                  <a:pt x="939075" y="1445505"/>
                </a:cubicBezTo>
                <a:cubicBezTo>
                  <a:pt x="939075" y="1428735"/>
                  <a:pt x="952669" y="1415141"/>
                  <a:pt x="969438" y="1415141"/>
                </a:cubicBezTo>
                <a:close/>
                <a:moveTo>
                  <a:pt x="896883" y="1415141"/>
                </a:moveTo>
                <a:cubicBezTo>
                  <a:pt x="913653" y="1415141"/>
                  <a:pt x="927247" y="1428735"/>
                  <a:pt x="927247" y="1445505"/>
                </a:cubicBezTo>
                <a:cubicBezTo>
                  <a:pt x="927247" y="1462274"/>
                  <a:pt x="913653" y="1475868"/>
                  <a:pt x="896883" y="1475868"/>
                </a:cubicBezTo>
                <a:cubicBezTo>
                  <a:pt x="880114" y="1475868"/>
                  <a:pt x="866520" y="1462274"/>
                  <a:pt x="866520" y="1445505"/>
                </a:cubicBezTo>
                <a:cubicBezTo>
                  <a:pt x="866520" y="1428735"/>
                  <a:pt x="880114" y="1415141"/>
                  <a:pt x="896883" y="1415141"/>
                </a:cubicBezTo>
                <a:close/>
                <a:moveTo>
                  <a:pt x="824329" y="1415141"/>
                </a:moveTo>
                <a:cubicBezTo>
                  <a:pt x="841098" y="1415141"/>
                  <a:pt x="854692" y="1428735"/>
                  <a:pt x="854692" y="1445505"/>
                </a:cubicBezTo>
                <a:cubicBezTo>
                  <a:pt x="854692" y="1462274"/>
                  <a:pt x="841098" y="1475868"/>
                  <a:pt x="824329" y="1475868"/>
                </a:cubicBezTo>
                <a:cubicBezTo>
                  <a:pt x="807559" y="1475868"/>
                  <a:pt x="793965" y="1462274"/>
                  <a:pt x="793965" y="1445505"/>
                </a:cubicBezTo>
                <a:cubicBezTo>
                  <a:pt x="793965" y="1428735"/>
                  <a:pt x="807559" y="1415141"/>
                  <a:pt x="824329" y="1415141"/>
                </a:cubicBezTo>
                <a:close/>
                <a:moveTo>
                  <a:pt x="751774" y="1415141"/>
                </a:moveTo>
                <a:cubicBezTo>
                  <a:pt x="768544" y="1415141"/>
                  <a:pt x="782138" y="1428735"/>
                  <a:pt x="782138" y="1445505"/>
                </a:cubicBezTo>
                <a:cubicBezTo>
                  <a:pt x="782138" y="1462274"/>
                  <a:pt x="768544" y="1475868"/>
                  <a:pt x="751774" y="1475868"/>
                </a:cubicBezTo>
                <a:cubicBezTo>
                  <a:pt x="735005" y="1475868"/>
                  <a:pt x="721411" y="1462274"/>
                  <a:pt x="721411" y="1445505"/>
                </a:cubicBezTo>
                <a:cubicBezTo>
                  <a:pt x="721411" y="1428735"/>
                  <a:pt x="735005" y="1415141"/>
                  <a:pt x="751774" y="1415141"/>
                </a:cubicBezTo>
                <a:close/>
                <a:moveTo>
                  <a:pt x="679220" y="1415141"/>
                </a:moveTo>
                <a:cubicBezTo>
                  <a:pt x="695989" y="1415141"/>
                  <a:pt x="709583" y="1428735"/>
                  <a:pt x="709583" y="1445505"/>
                </a:cubicBezTo>
                <a:cubicBezTo>
                  <a:pt x="709583" y="1462274"/>
                  <a:pt x="695989" y="1475868"/>
                  <a:pt x="679220" y="1475868"/>
                </a:cubicBezTo>
                <a:cubicBezTo>
                  <a:pt x="662450" y="1475868"/>
                  <a:pt x="648856" y="1462274"/>
                  <a:pt x="648856" y="1445505"/>
                </a:cubicBezTo>
                <a:cubicBezTo>
                  <a:pt x="648856" y="1428735"/>
                  <a:pt x="662450" y="1415141"/>
                  <a:pt x="679220" y="1415141"/>
                </a:cubicBezTo>
                <a:close/>
                <a:moveTo>
                  <a:pt x="606665" y="1415141"/>
                </a:moveTo>
                <a:cubicBezTo>
                  <a:pt x="623435" y="1415141"/>
                  <a:pt x="637029" y="1428735"/>
                  <a:pt x="637029" y="1445505"/>
                </a:cubicBezTo>
                <a:cubicBezTo>
                  <a:pt x="637029" y="1462274"/>
                  <a:pt x="623435" y="1475868"/>
                  <a:pt x="606665" y="1475868"/>
                </a:cubicBezTo>
                <a:cubicBezTo>
                  <a:pt x="589896" y="1475868"/>
                  <a:pt x="576302" y="1462274"/>
                  <a:pt x="576302" y="1445505"/>
                </a:cubicBezTo>
                <a:cubicBezTo>
                  <a:pt x="576302" y="1428735"/>
                  <a:pt x="589896" y="1415141"/>
                  <a:pt x="606665" y="1415141"/>
                </a:cubicBezTo>
                <a:close/>
                <a:moveTo>
                  <a:pt x="534111" y="1415141"/>
                </a:moveTo>
                <a:cubicBezTo>
                  <a:pt x="550880" y="1415141"/>
                  <a:pt x="564474" y="1428735"/>
                  <a:pt x="564474" y="1445505"/>
                </a:cubicBezTo>
                <a:cubicBezTo>
                  <a:pt x="564474" y="1462274"/>
                  <a:pt x="550880" y="1475868"/>
                  <a:pt x="534111" y="1475868"/>
                </a:cubicBezTo>
                <a:cubicBezTo>
                  <a:pt x="517341" y="1475868"/>
                  <a:pt x="503747" y="1462274"/>
                  <a:pt x="503747" y="1445505"/>
                </a:cubicBezTo>
                <a:cubicBezTo>
                  <a:pt x="503747" y="1428735"/>
                  <a:pt x="517341" y="1415141"/>
                  <a:pt x="534111" y="1415141"/>
                </a:cubicBezTo>
                <a:close/>
                <a:moveTo>
                  <a:pt x="461556" y="1415141"/>
                </a:moveTo>
                <a:cubicBezTo>
                  <a:pt x="478326" y="1415141"/>
                  <a:pt x="491920" y="1428735"/>
                  <a:pt x="491920" y="1445505"/>
                </a:cubicBezTo>
                <a:cubicBezTo>
                  <a:pt x="491920" y="1462274"/>
                  <a:pt x="478326" y="1475868"/>
                  <a:pt x="461556" y="1475868"/>
                </a:cubicBezTo>
                <a:cubicBezTo>
                  <a:pt x="444787" y="1475868"/>
                  <a:pt x="431192" y="1462274"/>
                  <a:pt x="431192" y="1445505"/>
                </a:cubicBezTo>
                <a:cubicBezTo>
                  <a:pt x="431192" y="1428735"/>
                  <a:pt x="444787" y="1415141"/>
                  <a:pt x="461556" y="1415141"/>
                </a:cubicBezTo>
                <a:close/>
                <a:moveTo>
                  <a:pt x="389002" y="1415141"/>
                </a:moveTo>
                <a:cubicBezTo>
                  <a:pt x="405771" y="1415141"/>
                  <a:pt x="419365" y="1428735"/>
                  <a:pt x="419365" y="1445505"/>
                </a:cubicBezTo>
                <a:cubicBezTo>
                  <a:pt x="419365" y="1462274"/>
                  <a:pt x="405771" y="1475868"/>
                  <a:pt x="389002" y="1475868"/>
                </a:cubicBezTo>
                <a:cubicBezTo>
                  <a:pt x="372232" y="1475868"/>
                  <a:pt x="358638" y="1462274"/>
                  <a:pt x="358638" y="1445505"/>
                </a:cubicBezTo>
                <a:cubicBezTo>
                  <a:pt x="358638" y="1428735"/>
                  <a:pt x="372232" y="1415141"/>
                  <a:pt x="389002" y="1415141"/>
                </a:cubicBezTo>
                <a:close/>
                <a:moveTo>
                  <a:pt x="316447" y="1415141"/>
                </a:moveTo>
                <a:cubicBezTo>
                  <a:pt x="333216" y="1415141"/>
                  <a:pt x="346810" y="1428735"/>
                  <a:pt x="346810" y="1445505"/>
                </a:cubicBezTo>
                <a:cubicBezTo>
                  <a:pt x="346810" y="1462274"/>
                  <a:pt x="333216" y="1475868"/>
                  <a:pt x="316447" y="1475868"/>
                </a:cubicBezTo>
                <a:cubicBezTo>
                  <a:pt x="299677" y="1475868"/>
                  <a:pt x="286084" y="1462274"/>
                  <a:pt x="286084" y="1445505"/>
                </a:cubicBezTo>
                <a:cubicBezTo>
                  <a:pt x="286084" y="1428735"/>
                  <a:pt x="299677" y="1415141"/>
                  <a:pt x="316447" y="1415141"/>
                </a:cubicBezTo>
                <a:close/>
                <a:moveTo>
                  <a:pt x="243892" y="1415141"/>
                </a:moveTo>
                <a:cubicBezTo>
                  <a:pt x="260662" y="1415141"/>
                  <a:pt x="274256" y="1428735"/>
                  <a:pt x="274256" y="1445505"/>
                </a:cubicBezTo>
                <a:cubicBezTo>
                  <a:pt x="274256" y="1462274"/>
                  <a:pt x="260662" y="1475868"/>
                  <a:pt x="243892" y="1475868"/>
                </a:cubicBezTo>
                <a:cubicBezTo>
                  <a:pt x="227123" y="1475868"/>
                  <a:pt x="213529" y="1462274"/>
                  <a:pt x="213529" y="1445505"/>
                </a:cubicBezTo>
                <a:cubicBezTo>
                  <a:pt x="213529" y="1428735"/>
                  <a:pt x="227123" y="1415141"/>
                  <a:pt x="243892" y="1415141"/>
                </a:cubicBezTo>
                <a:close/>
                <a:moveTo>
                  <a:pt x="171339" y="1415141"/>
                </a:moveTo>
                <a:cubicBezTo>
                  <a:pt x="188107" y="1415141"/>
                  <a:pt x="201701" y="1428735"/>
                  <a:pt x="201701" y="1445505"/>
                </a:cubicBezTo>
                <a:cubicBezTo>
                  <a:pt x="201701" y="1462274"/>
                  <a:pt x="188107" y="1475868"/>
                  <a:pt x="171339" y="1475868"/>
                </a:cubicBezTo>
                <a:cubicBezTo>
                  <a:pt x="154611" y="1475868"/>
                  <a:pt x="141018" y="1462274"/>
                  <a:pt x="141018" y="1445505"/>
                </a:cubicBezTo>
                <a:cubicBezTo>
                  <a:pt x="141018" y="1428735"/>
                  <a:pt x="154611" y="1415141"/>
                  <a:pt x="171339" y="1415141"/>
                </a:cubicBezTo>
                <a:close/>
                <a:moveTo>
                  <a:pt x="98831" y="1415141"/>
                </a:moveTo>
                <a:cubicBezTo>
                  <a:pt x="115598" y="1415141"/>
                  <a:pt x="129192" y="1428735"/>
                  <a:pt x="129192" y="1445505"/>
                </a:cubicBezTo>
                <a:cubicBezTo>
                  <a:pt x="129192" y="1462274"/>
                  <a:pt x="115598" y="1475868"/>
                  <a:pt x="98831" y="1475868"/>
                </a:cubicBezTo>
                <a:cubicBezTo>
                  <a:pt x="82060" y="1475868"/>
                  <a:pt x="68467" y="1462274"/>
                  <a:pt x="68467" y="1445505"/>
                </a:cubicBezTo>
                <a:cubicBezTo>
                  <a:pt x="68467" y="1428735"/>
                  <a:pt x="82060" y="1415141"/>
                  <a:pt x="98831" y="1415141"/>
                </a:cubicBezTo>
                <a:close/>
                <a:moveTo>
                  <a:pt x="26277" y="1415141"/>
                </a:moveTo>
                <a:cubicBezTo>
                  <a:pt x="43044" y="1415141"/>
                  <a:pt x="56638" y="1428735"/>
                  <a:pt x="56638" y="1445505"/>
                </a:cubicBezTo>
                <a:cubicBezTo>
                  <a:pt x="56638" y="1462274"/>
                  <a:pt x="43044" y="1475868"/>
                  <a:pt x="26277" y="1475868"/>
                </a:cubicBezTo>
                <a:cubicBezTo>
                  <a:pt x="17892" y="1475868"/>
                  <a:pt x="10301" y="1472470"/>
                  <a:pt x="4807" y="1466975"/>
                </a:cubicBezTo>
                <a:lnTo>
                  <a:pt x="0" y="1455370"/>
                </a:lnTo>
                <a:lnTo>
                  <a:pt x="0" y="1435640"/>
                </a:lnTo>
                <a:lnTo>
                  <a:pt x="4807" y="1424034"/>
                </a:lnTo>
                <a:cubicBezTo>
                  <a:pt x="10301" y="1418540"/>
                  <a:pt x="17892" y="1415141"/>
                  <a:pt x="26277" y="1415141"/>
                </a:cubicBezTo>
                <a:close/>
                <a:moveTo>
                  <a:pt x="1332211" y="1334690"/>
                </a:moveTo>
                <a:cubicBezTo>
                  <a:pt x="1340596" y="1334690"/>
                  <a:pt x="1348186" y="1338088"/>
                  <a:pt x="1353681" y="1343583"/>
                </a:cubicBezTo>
                <a:lnTo>
                  <a:pt x="1356143" y="1349526"/>
                </a:lnTo>
                <a:lnTo>
                  <a:pt x="1331934" y="1381900"/>
                </a:lnTo>
                <a:lnTo>
                  <a:pt x="1321597" y="1393274"/>
                </a:lnTo>
                <a:lnTo>
                  <a:pt x="1320392" y="1393030"/>
                </a:lnTo>
                <a:cubicBezTo>
                  <a:pt x="1309494" y="1388421"/>
                  <a:pt x="1301847" y="1377631"/>
                  <a:pt x="1301847" y="1365053"/>
                </a:cubicBezTo>
                <a:cubicBezTo>
                  <a:pt x="1301847" y="1348284"/>
                  <a:pt x="1315441" y="1334690"/>
                  <a:pt x="1332211" y="1334690"/>
                </a:cubicBezTo>
                <a:close/>
                <a:moveTo>
                  <a:pt x="1259656" y="1334690"/>
                </a:moveTo>
                <a:cubicBezTo>
                  <a:pt x="1276426" y="1334690"/>
                  <a:pt x="1290020" y="1348284"/>
                  <a:pt x="1290020" y="1365053"/>
                </a:cubicBezTo>
                <a:cubicBezTo>
                  <a:pt x="1290020" y="1381823"/>
                  <a:pt x="1276426" y="1395417"/>
                  <a:pt x="1259656" y="1395417"/>
                </a:cubicBezTo>
                <a:cubicBezTo>
                  <a:pt x="1242887" y="1395417"/>
                  <a:pt x="1229293" y="1381823"/>
                  <a:pt x="1229293" y="1365053"/>
                </a:cubicBezTo>
                <a:cubicBezTo>
                  <a:pt x="1229293" y="1348284"/>
                  <a:pt x="1242887" y="1334690"/>
                  <a:pt x="1259656" y="1334690"/>
                </a:cubicBezTo>
                <a:close/>
                <a:moveTo>
                  <a:pt x="1187102" y="1334690"/>
                </a:moveTo>
                <a:cubicBezTo>
                  <a:pt x="1203871" y="1334690"/>
                  <a:pt x="1217465" y="1348284"/>
                  <a:pt x="1217465" y="1365053"/>
                </a:cubicBezTo>
                <a:cubicBezTo>
                  <a:pt x="1217465" y="1381823"/>
                  <a:pt x="1203871" y="1395417"/>
                  <a:pt x="1187102" y="1395417"/>
                </a:cubicBezTo>
                <a:cubicBezTo>
                  <a:pt x="1170332" y="1395417"/>
                  <a:pt x="1156738" y="1381823"/>
                  <a:pt x="1156738" y="1365053"/>
                </a:cubicBezTo>
                <a:cubicBezTo>
                  <a:pt x="1156738" y="1348284"/>
                  <a:pt x="1170332" y="1334690"/>
                  <a:pt x="1187102" y="1334690"/>
                </a:cubicBezTo>
                <a:close/>
                <a:moveTo>
                  <a:pt x="1114547" y="1334690"/>
                </a:moveTo>
                <a:cubicBezTo>
                  <a:pt x="1131317" y="1334690"/>
                  <a:pt x="1144911" y="1348284"/>
                  <a:pt x="1144911" y="1365053"/>
                </a:cubicBezTo>
                <a:cubicBezTo>
                  <a:pt x="1144911" y="1381823"/>
                  <a:pt x="1131317" y="1395417"/>
                  <a:pt x="1114547" y="1395417"/>
                </a:cubicBezTo>
                <a:cubicBezTo>
                  <a:pt x="1097778" y="1395417"/>
                  <a:pt x="1084184" y="1381823"/>
                  <a:pt x="1084184" y="1365053"/>
                </a:cubicBezTo>
                <a:cubicBezTo>
                  <a:pt x="1084184" y="1348284"/>
                  <a:pt x="1097778" y="1334690"/>
                  <a:pt x="1114547" y="1334690"/>
                </a:cubicBezTo>
                <a:close/>
                <a:moveTo>
                  <a:pt x="1041993" y="1334690"/>
                </a:moveTo>
                <a:cubicBezTo>
                  <a:pt x="1058762" y="1334690"/>
                  <a:pt x="1072356" y="1348284"/>
                  <a:pt x="1072356" y="1365053"/>
                </a:cubicBezTo>
                <a:cubicBezTo>
                  <a:pt x="1072356" y="1381823"/>
                  <a:pt x="1058762" y="1395417"/>
                  <a:pt x="1041993" y="1395417"/>
                </a:cubicBezTo>
                <a:cubicBezTo>
                  <a:pt x="1025223" y="1395417"/>
                  <a:pt x="1011629" y="1381823"/>
                  <a:pt x="1011629" y="1365053"/>
                </a:cubicBezTo>
                <a:cubicBezTo>
                  <a:pt x="1011629" y="1348284"/>
                  <a:pt x="1025223" y="1334690"/>
                  <a:pt x="1041993" y="1334690"/>
                </a:cubicBezTo>
                <a:close/>
                <a:moveTo>
                  <a:pt x="969438" y="1334690"/>
                </a:moveTo>
                <a:cubicBezTo>
                  <a:pt x="986208" y="1334690"/>
                  <a:pt x="999801" y="1348284"/>
                  <a:pt x="999801" y="1365053"/>
                </a:cubicBezTo>
                <a:cubicBezTo>
                  <a:pt x="999801" y="1381823"/>
                  <a:pt x="986208" y="1395417"/>
                  <a:pt x="969438" y="1395417"/>
                </a:cubicBezTo>
                <a:cubicBezTo>
                  <a:pt x="952669" y="1395417"/>
                  <a:pt x="939075" y="1381823"/>
                  <a:pt x="939075" y="1365053"/>
                </a:cubicBezTo>
                <a:cubicBezTo>
                  <a:pt x="939075" y="1348284"/>
                  <a:pt x="952669" y="1334690"/>
                  <a:pt x="969438" y="1334690"/>
                </a:cubicBezTo>
                <a:close/>
                <a:moveTo>
                  <a:pt x="896883" y="1334690"/>
                </a:moveTo>
                <a:cubicBezTo>
                  <a:pt x="913653" y="1334690"/>
                  <a:pt x="927247" y="1348284"/>
                  <a:pt x="927247" y="1365053"/>
                </a:cubicBezTo>
                <a:cubicBezTo>
                  <a:pt x="927247" y="1381823"/>
                  <a:pt x="913653" y="1395417"/>
                  <a:pt x="896883" y="1395417"/>
                </a:cubicBezTo>
                <a:cubicBezTo>
                  <a:pt x="880114" y="1395417"/>
                  <a:pt x="866520" y="1381823"/>
                  <a:pt x="866520" y="1365053"/>
                </a:cubicBezTo>
                <a:cubicBezTo>
                  <a:pt x="866520" y="1348284"/>
                  <a:pt x="880114" y="1334690"/>
                  <a:pt x="896883" y="1334690"/>
                </a:cubicBezTo>
                <a:close/>
                <a:moveTo>
                  <a:pt x="824329" y="1334690"/>
                </a:moveTo>
                <a:cubicBezTo>
                  <a:pt x="841098" y="1334690"/>
                  <a:pt x="854692" y="1348284"/>
                  <a:pt x="854692" y="1365053"/>
                </a:cubicBezTo>
                <a:cubicBezTo>
                  <a:pt x="854692" y="1381823"/>
                  <a:pt x="841098" y="1395417"/>
                  <a:pt x="824329" y="1395417"/>
                </a:cubicBezTo>
                <a:cubicBezTo>
                  <a:pt x="807559" y="1395417"/>
                  <a:pt x="793965" y="1381823"/>
                  <a:pt x="793965" y="1365053"/>
                </a:cubicBezTo>
                <a:cubicBezTo>
                  <a:pt x="793965" y="1348284"/>
                  <a:pt x="807559" y="1334690"/>
                  <a:pt x="824329" y="1334690"/>
                </a:cubicBezTo>
                <a:close/>
                <a:moveTo>
                  <a:pt x="751774" y="1334690"/>
                </a:moveTo>
                <a:cubicBezTo>
                  <a:pt x="768544" y="1334690"/>
                  <a:pt x="782138" y="1348284"/>
                  <a:pt x="782138" y="1365053"/>
                </a:cubicBezTo>
                <a:cubicBezTo>
                  <a:pt x="782138" y="1381823"/>
                  <a:pt x="768544" y="1395417"/>
                  <a:pt x="751774" y="1395417"/>
                </a:cubicBezTo>
                <a:cubicBezTo>
                  <a:pt x="735005" y="1395417"/>
                  <a:pt x="721411" y="1381823"/>
                  <a:pt x="721411" y="1365053"/>
                </a:cubicBezTo>
                <a:cubicBezTo>
                  <a:pt x="721411" y="1348284"/>
                  <a:pt x="735005" y="1334690"/>
                  <a:pt x="751774" y="1334690"/>
                </a:cubicBezTo>
                <a:close/>
                <a:moveTo>
                  <a:pt x="679220" y="1334690"/>
                </a:moveTo>
                <a:cubicBezTo>
                  <a:pt x="695989" y="1334690"/>
                  <a:pt x="709583" y="1348284"/>
                  <a:pt x="709583" y="1365053"/>
                </a:cubicBezTo>
                <a:cubicBezTo>
                  <a:pt x="709583" y="1381823"/>
                  <a:pt x="695989" y="1395417"/>
                  <a:pt x="679220" y="1395417"/>
                </a:cubicBezTo>
                <a:cubicBezTo>
                  <a:pt x="662450" y="1395417"/>
                  <a:pt x="648856" y="1381823"/>
                  <a:pt x="648856" y="1365053"/>
                </a:cubicBezTo>
                <a:cubicBezTo>
                  <a:pt x="648856" y="1348284"/>
                  <a:pt x="662450" y="1334690"/>
                  <a:pt x="679220" y="1334690"/>
                </a:cubicBezTo>
                <a:close/>
                <a:moveTo>
                  <a:pt x="606665" y="1334690"/>
                </a:moveTo>
                <a:cubicBezTo>
                  <a:pt x="623435" y="1334690"/>
                  <a:pt x="637029" y="1348284"/>
                  <a:pt x="637029" y="1365053"/>
                </a:cubicBezTo>
                <a:cubicBezTo>
                  <a:pt x="637029" y="1381823"/>
                  <a:pt x="623435" y="1395417"/>
                  <a:pt x="606665" y="1395417"/>
                </a:cubicBezTo>
                <a:cubicBezTo>
                  <a:pt x="589896" y="1395417"/>
                  <a:pt x="576302" y="1381823"/>
                  <a:pt x="576302" y="1365053"/>
                </a:cubicBezTo>
                <a:cubicBezTo>
                  <a:pt x="576302" y="1348284"/>
                  <a:pt x="589896" y="1334690"/>
                  <a:pt x="606665" y="1334690"/>
                </a:cubicBezTo>
                <a:close/>
                <a:moveTo>
                  <a:pt x="534111" y="1334690"/>
                </a:moveTo>
                <a:cubicBezTo>
                  <a:pt x="550880" y="1334690"/>
                  <a:pt x="564474" y="1348284"/>
                  <a:pt x="564474" y="1365053"/>
                </a:cubicBezTo>
                <a:cubicBezTo>
                  <a:pt x="564474" y="1381823"/>
                  <a:pt x="550880" y="1395417"/>
                  <a:pt x="534111" y="1395417"/>
                </a:cubicBezTo>
                <a:cubicBezTo>
                  <a:pt x="517341" y="1395417"/>
                  <a:pt x="503747" y="1381823"/>
                  <a:pt x="503747" y="1365053"/>
                </a:cubicBezTo>
                <a:cubicBezTo>
                  <a:pt x="503747" y="1348284"/>
                  <a:pt x="517341" y="1334690"/>
                  <a:pt x="534111" y="1334690"/>
                </a:cubicBezTo>
                <a:close/>
                <a:moveTo>
                  <a:pt x="461556" y="1334690"/>
                </a:moveTo>
                <a:cubicBezTo>
                  <a:pt x="478326" y="1334690"/>
                  <a:pt x="491920" y="1348284"/>
                  <a:pt x="491920" y="1365053"/>
                </a:cubicBezTo>
                <a:cubicBezTo>
                  <a:pt x="491920" y="1381823"/>
                  <a:pt x="478326" y="1395417"/>
                  <a:pt x="461556" y="1395417"/>
                </a:cubicBezTo>
                <a:cubicBezTo>
                  <a:pt x="444787" y="1395417"/>
                  <a:pt x="431192" y="1381823"/>
                  <a:pt x="431192" y="1365053"/>
                </a:cubicBezTo>
                <a:cubicBezTo>
                  <a:pt x="431192" y="1348284"/>
                  <a:pt x="444787" y="1334690"/>
                  <a:pt x="461556" y="1334690"/>
                </a:cubicBezTo>
                <a:close/>
                <a:moveTo>
                  <a:pt x="389002" y="1334690"/>
                </a:moveTo>
                <a:cubicBezTo>
                  <a:pt x="405771" y="1334690"/>
                  <a:pt x="419365" y="1348284"/>
                  <a:pt x="419365" y="1365053"/>
                </a:cubicBezTo>
                <a:cubicBezTo>
                  <a:pt x="419365" y="1381823"/>
                  <a:pt x="405771" y="1395417"/>
                  <a:pt x="389002" y="1395417"/>
                </a:cubicBezTo>
                <a:cubicBezTo>
                  <a:pt x="372232" y="1395417"/>
                  <a:pt x="358638" y="1381823"/>
                  <a:pt x="358638" y="1365053"/>
                </a:cubicBezTo>
                <a:cubicBezTo>
                  <a:pt x="358638" y="1348284"/>
                  <a:pt x="372232" y="1334690"/>
                  <a:pt x="389002" y="1334690"/>
                </a:cubicBezTo>
                <a:close/>
                <a:moveTo>
                  <a:pt x="316447" y="1334690"/>
                </a:moveTo>
                <a:cubicBezTo>
                  <a:pt x="333216" y="1334690"/>
                  <a:pt x="346810" y="1348284"/>
                  <a:pt x="346810" y="1365053"/>
                </a:cubicBezTo>
                <a:cubicBezTo>
                  <a:pt x="346810" y="1381823"/>
                  <a:pt x="333216" y="1395417"/>
                  <a:pt x="316447" y="1395417"/>
                </a:cubicBezTo>
                <a:cubicBezTo>
                  <a:pt x="299677" y="1395417"/>
                  <a:pt x="286084" y="1381823"/>
                  <a:pt x="286084" y="1365053"/>
                </a:cubicBezTo>
                <a:cubicBezTo>
                  <a:pt x="286084" y="1348284"/>
                  <a:pt x="299677" y="1334690"/>
                  <a:pt x="316447" y="1334690"/>
                </a:cubicBezTo>
                <a:close/>
                <a:moveTo>
                  <a:pt x="243892" y="1334690"/>
                </a:moveTo>
                <a:cubicBezTo>
                  <a:pt x="260662" y="1334690"/>
                  <a:pt x="274256" y="1348284"/>
                  <a:pt x="274256" y="1365053"/>
                </a:cubicBezTo>
                <a:cubicBezTo>
                  <a:pt x="274256" y="1381823"/>
                  <a:pt x="260662" y="1395417"/>
                  <a:pt x="243892" y="1395417"/>
                </a:cubicBezTo>
                <a:cubicBezTo>
                  <a:pt x="227123" y="1395417"/>
                  <a:pt x="213529" y="1381823"/>
                  <a:pt x="213529" y="1365053"/>
                </a:cubicBezTo>
                <a:cubicBezTo>
                  <a:pt x="213529" y="1348284"/>
                  <a:pt x="227123" y="1334690"/>
                  <a:pt x="243892" y="1334690"/>
                </a:cubicBezTo>
                <a:close/>
                <a:moveTo>
                  <a:pt x="171339" y="1334690"/>
                </a:moveTo>
                <a:cubicBezTo>
                  <a:pt x="188107" y="1334690"/>
                  <a:pt x="201701" y="1348284"/>
                  <a:pt x="201701" y="1365053"/>
                </a:cubicBezTo>
                <a:cubicBezTo>
                  <a:pt x="201701" y="1381823"/>
                  <a:pt x="188107" y="1395417"/>
                  <a:pt x="171339" y="1395417"/>
                </a:cubicBezTo>
                <a:cubicBezTo>
                  <a:pt x="154616" y="1395417"/>
                  <a:pt x="141023" y="1381823"/>
                  <a:pt x="141023" y="1365053"/>
                </a:cubicBezTo>
                <a:cubicBezTo>
                  <a:pt x="141023" y="1348284"/>
                  <a:pt x="154616" y="1334690"/>
                  <a:pt x="171339" y="1334690"/>
                </a:cubicBezTo>
                <a:close/>
                <a:moveTo>
                  <a:pt x="98838" y="1334690"/>
                </a:moveTo>
                <a:cubicBezTo>
                  <a:pt x="115605" y="1334690"/>
                  <a:pt x="129198" y="1348284"/>
                  <a:pt x="129198" y="1365053"/>
                </a:cubicBezTo>
                <a:cubicBezTo>
                  <a:pt x="129198" y="1381823"/>
                  <a:pt x="115605" y="1395417"/>
                  <a:pt x="98838" y="1395417"/>
                </a:cubicBezTo>
                <a:cubicBezTo>
                  <a:pt x="82067" y="1395417"/>
                  <a:pt x="68474" y="1381823"/>
                  <a:pt x="68474" y="1365053"/>
                </a:cubicBezTo>
                <a:cubicBezTo>
                  <a:pt x="68474" y="1348284"/>
                  <a:pt x="82067" y="1334690"/>
                  <a:pt x="98838" y="1334690"/>
                </a:cubicBezTo>
                <a:close/>
                <a:moveTo>
                  <a:pt x="26283" y="1334690"/>
                </a:moveTo>
                <a:cubicBezTo>
                  <a:pt x="43051" y="1334690"/>
                  <a:pt x="56645" y="1348284"/>
                  <a:pt x="56645" y="1365053"/>
                </a:cubicBezTo>
                <a:cubicBezTo>
                  <a:pt x="56645" y="1381823"/>
                  <a:pt x="43051" y="1395417"/>
                  <a:pt x="26283" y="1395417"/>
                </a:cubicBezTo>
                <a:cubicBezTo>
                  <a:pt x="17898" y="1395417"/>
                  <a:pt x="10308" y="1392019"/>
                  <a:pt x="4813" y="1386524"/>
                </a:cubicBezTo>
                <a:lnTo>
                  <a:pt x="0" y="1374903"/>
                </a:lnTo>
                <a:lnTo>
                  <a:pt x="0" y="1355203"/>
                </a:lnTo>
                <a:lnTo>
                  <a:pt x="4813" y="1343583"/>
                </a:lnTo>
                <a:cubicBezTo>
                  <a:pt x="10308" y="1338089"/>
                  <a:pt x="17898" y="1334690"/>
                  <a:pt x="26283" y="1334690"/>
                </a:cubicBezTo>
                <a:close/>
                <a:moveTo>
                  <a:pt x="1404765" y="1254238"/>
                </a:moveTo>
                <a:cubicBezTo>
                  <a:pt x="1408957" y="1254238"/>
                  <a:pt x="1412951" y="1255088"/>
                  <a:pt x="1416584" y="1256624"/>
                </a:cubicBezTo>
                <a:lnTo>
                  <a:pt x="1422045" y="1260306"/>
                </a:lnTo>
                <a:lnTo>
                  <a:pt x="1418517" y="1266114"/>
                </a:lnTo>
                <a:lnTo>
                  <a:pt x="1386846" y="1308466"/>
                </a:lnTo>
                <a:lnTo>
                  <a:pt x="1383295" y="1306072"/>
                </a:lnTo>
                <a:cubicBezTo>
                  <a:pt x="1377800" y="1300577"/>
                  <a:pt x="1374402" y="1292986"/>
                  <a:pt x="1374402" y="1284602"/>
                </a:cubicBezTo>
                <a:cubicBezTo>
                  <a:pt x="1374402" y="1267832"/>
                  <a:pt x="1387996" y="1254238"/>
                  <a:pt x="1404765" y="1254238"/>
                </a:cubicBezTo>
                <a:close/>
                <a:moveTo>
                  <a:pt x="1332211" y="1254238"/>
                </a:moveTo>
                <a:cubicBezTo>
                  <a:pt x="1348980" y="1254238"/>
                  <a:pt x="1362574" y="1267832"/>
                  <a:pt x="1362574" y="1284602"/>
                </a:cubicBezTo>
                <a:cubicBezTo>
                  <a:pt x="1362574" y="1301371"/>
                  <a:pt x="1348980" y="1314965"/>
                  <a:pt x="1332211" y="1314965"/>
                </a:cubicBezTo>
                <a:cubicBezTo>
                  <a:pt x="1315441" y="1314965"/>
                  <a:pt x="1301847" y="1301371"/>
                  <a:pt x="1301847" y="1284602"/>
                </a:cubicBezTo>
                <a:cubicBezTo>
                  <a:pt x="1301847" y="1267832"/>
                  <a:pt x="1315441" y="1254238"/>
                  <a:pt x="1332211" y="1254238"/>
                </a:cubicBezTo>
                <a:close/>
                <a:moveTo>
                  <a:pt x="1259656" y="1254238"/>
                </a:moveTo>
                <a:cubicBezTo>
                  <a:pt x="1276426" y="1254238"/>
                  <a:pt x="1290020" y="1267832"/>
                  <a:pt x="1290020" y="1284602"/>
                </a:cubicBezTo>
                <a:cubicBezTo>
                  <a:pt x="1290020" y="1301371"/>
                  <a:pt x="1276426" y="1314965"/>
                  <a:pt x="1259656" y="1314965"/>
                </a:cubicBezTo>
                <a:cubicBezTo>
                  <a:pt x="1242887" y="1314965"/>
                  <a:pt x="1229293" y="1301371"/>
                  <a:pt x="1229293" y="1284602"/>
                </a:cubicBezTo>
                <a:cubicBezTo>
                  <a:pt x="1229293" y="1267832"/>
                  <a:pt x="1242887" y="1254238"/>
                  <a:pt x="1259656" y="1254238"/>
                </a:cubicBezTo>
                <a:close/>
                <a:moveTo>
                  <a:pt x="1187102" y="1254238"/>
                </a:moveTo>
                <a:cubicBezTo>
                  <a:pt x="1203871" y="1254238"/>
                  <a:pt x="1217465" y="1267832"/>
                  <a:pt x="1217465" y="1284602"/>
                </a:cubicBezTo>
                <a:cubicBezTo>
                  <a:pt x="1217465" y="1301371"/>
                  <a:pt x="1203871" y="1314965"/>
                  <a:pt x="1187102" y="1314965"/>
                </a:cubicBezTo>
                <a:cubicBezTo>
                  <a:pt x="1170332" y="1314965"/>
                  <a:pt x="1156738" y="1301371"/>
                  <a:pt x="1156738" y="1284602"/>
                </a:cubicBezTo>
                <a:cubicBezTo>
                  <a:pt x="1156738" y="1267832"/>
                  <a:pt x="1170332" y="1254238"/>
                  <a:pt x="1187102" y="1254238"/>
                </a:cubicBezTo>
                <a:close/>
                <a:moveTo>
                  <a:pt x="1114547" y="1254238"/>
                </a:moveTo>
                <a:cubicBezTo>
                  <a:pt x="1131317" y="1254238"/>
                  <a:pt x="1144911" y="1267832"/>
                  <a:pt x="1144911" y="1284602"/>
                </a:cubicBezTo>
                <a:cubicBezTo>
                  <a:pt x="1144911" y="1301371"/>
                  <a:pt x="1131317" y="1314965"/>
                  <a:pt x="1114547" y="1314965"/>
                </a:cubicBezTo>
                <a:cubicBezTo>
                  <a:pt x="1097778" y="1314965"/>
                  <a:pt x="1084184" y="1301371"/>
                  <a:pt x="1084184" y="1284602"/>
                </a:cubicBezTo>
                <a:cubicBezTo>
                  <a:pt x="1084184" y="1267832"/>
                  <a:pt x="1097778" y="1254238"/>
                  <a:pt x="1114547" y="1254238"/>
                </a:cubicBezTo>
                <a:close/>
                <a:moveTo>
                  <a:pt x="1041993" y="1254238"/>
                </a:moveTo>
                <a:cubicBezTo>
                  <a:pt x="1058762" y="1254238"/>
                  <a:pt x="1072356" y="1267832"/>
                  <a:pt x="1072356" y="1284602"/>
                </a:cubicBezTo>
                <a:cubicBezTo>
                  <a:pt x="1072356" y="1301371"/>
                  <a:pt x="1058762" y="1314965"/>
                  <a:pt x="1041993" y="1314965"/>
                </a:cubicBezTo>
                <a:cubicBezTo>
                  <a:pt x="1025223" y="1314965"/>
                  <a:pt x="1011629" y="1301371"/>
                  <a:pt x="1011629" y="1284602"/>
                </a:cubicBezTo>
                <a:cubicBezTo>
                  <a:pt x="1011629" y="1267832"/>
                  <a:pt x="1025223" y="1254238"/>
                  <a:pt x="1041993" y="1254238"/>
                </a:cubicBezTo>
                <a:close/>
                <a:moveTo>
                  <a:pt x="969438" y="1254238"/>
                </a:moveTo>
                <a:cubicBezTo>
                  <a:pt x="986208" y="1254238"/>
                  <a:pt x="999801" y="1267832"/>
                  <a:pt x="999801" y="1284602"/>
                </a:cubicBezTo>
                <a:cubicBezTo>
                  <a:pt x="999801" y="1301371"/>
                  <a:pt x="986208" y="1314965"/>
                  <a:pt x="969438" y="1314965"/>
                </a:cubicBezTo>
                <a:cubicBezTo>
                  <a:pt x="952669" y="1314965"/>
                  <a:pt x="939075" y="1301371"/>
                  <a:pt x="939075" y="1284602"/>
                </a:cubicBezTo>
                <a:cubicBezTo>
                  <a:pt x="939075" y="1267832"/>
                  <a:pt x="952669" y="1254238"/>
                  <a:pt x="969438" y="1254238"/>
                </a:cubicBezTo>
                <a:close/>
                <a:moveTo>
                  <a:pt x="896883" y="1254238"/>
                </a:moveTo>
                <a:cubicBezTo>
                  <a:pt x="913653" y="1254238"/>
                  <a:pt x="927247" y="1267832"/>
                  <a:pt x="927247" y="1284602"/>
                </a:cubicBezTo>
                <a:cubicBezTo>
                  <a:pt x="927247" y="1301371"/>
                  <a:pt x="913653" y="1314965"/>
                  <a:pt x="896883" y="1314965"/>
                </a:cubicBezTo>
                <a:cubicBezTo>
                  <a:pt x="880114" y="1314965"/>
                  <a:pt x="866520" y="1301371"/>
                  <a:pt x="866520" y="1284602"/>
                </a:cubicBezTo>
                <a:cubicBezTo>
                  <a:pt x="866520" y="1267832"/>
                  <a:pt x="880114" y="1254238"/>
                  <a:pt x="896883" y="1254238"/>
                </a:cubicBezTo>
                <a:close/>
                <a:moveTo>
                  <a:pt x="824329" y="1254238"/>
                </a:moveTo>
                <a:cubicBezTo>
                  <a:pt x="841098" y="1254238"/>
                  <a:pt x="854692" y="1267832"/>
                  <a:pt x="854692" y="1284602"/>
                </a:cubicBezTo>
                <a:cubicBezTo>
                  <a:pt x="854692" y="1301371"/>
                  <a:pt x="841098" y="1314965"/>
                  <a:pt x="824329" y="1314965"/>
                </a:cubicBezTo>
                <a:cubicBezTo>
                  <a:pt x="807559" y="1314965"/>
                  <a:pt x="793965" y="1301371"/>
                  <a:pt x="793965" y="1284602"/>
                </a:cubicBezTo>
                <a:cubicBezTo>
                  <a:pt x="793965" y="1267832"/>
                  <a:pt x="807559" y="1254238"/>
                  <a:pt x="824329" y="1254238"/>
                </a:cubicBezTo>
                <a:close/>
                <a:moveTo>
                  <a:pt x="751774" y="1254238"/>
                </a:moveTo>
                <a:cubicBezTo>
                  <a:pt x="768544" y="1254238"/>
                  <a:pt x="782138" y="1267832"/>
                  <a:pt x="782138" y="1284602"/>
                </a:cubicBezTo>
                <a:cubicBezTo>
                  <a:pt x="782138" y="1301371"/>
                  <a:pt x="768544" y="1314965"/>
                  <a:pt x="751774" y="1314965"/>
                </a:cubicBezTo>
                <a:cubicBezTo>
                  <a:pt x="735005" y="1314965"/>
                  <a:pt x="721411" y="1301371"/>
                  <a:pt x="721411" y="1284602"/>
                </a:cubicBezTo>
                <a:cubicBezTo>
                  <a:pt x="721411" y="1267832"/>
                  <a:pt x="735005" y="1254238"/>
                  <a:pt x="751774" y="1254238"/>
                </a:cubicBezTo>
                <a:close/>
                <a:moveTo>
                  <a:pt x="679220" y="1254238"/>
                </a:moveTo>
                <a:cubicBezTo>
                  <a:pt x="695989" y="1254238"/>
                  <a:pt x="709583" y="1267832"/>
                  <a:pt x="709583" y="1284602"/>
                </a:cubicBezTo>
                <a:cubicBezTo>
                  <a:pt x="709583" y="1301371"/>
                  <a:pt x="695989" y="1314965"/>
                  <a:pt x="679220" y="1314965"/>
                </a:cubicBezTo>
                <a:cubicBezTo>
                  <a:pt x="662450" y="1314965"/>
                  <a:pt x="648856" y="1301371"/>
                  <a:pt x="648856" y="1284602"/>
                </a:cubicBezTo>
                <a:cubicBezTo>
                  <a:pt x="648856" y="1267832"/>
                  <a:pt x="662450" y="1254238"/>
                  <a:pt x="679220" y="1254238"/>
                </a:cubicBezTo>
                <a:close/>
                <a:moveTo>
                  <a:pt x="606665" y="1254238"/>
                </a:moveTo>
                <a:cubicBezTo>
                  <a:pt x="623435" y="1254238"/>
                  <a:pt x="637029" y="1267832"/>
                  <a:pt x="637029" y="1284602"/>
                </a:cubicBezTo>
                <a:cubicBezTo>
                  <a:pt x="637029" y="1301371"/>
                  <a:pt x="623435" y="1314965"/>
                  <a:pt x="606665" y="1314965"/>
                </a:cubicBezTo>
                <a:cubicBezTo>
                  <a:pt x="589896" y="1314965"/>
                  <a:pt x="576302" y="1301371"/>
                  <a:pt x="576302" y="1284602"/>
                </a:cubicBezTo>
                <a:cubicBezTo>
                  <a:pt x="576302" y="1267832"/>
                  <a:pt x="589896" y="1254238"/>
                  <a:pt x="606665" y="1254238"/>
                </a:cubicBezTo>
                <a:close/>
                <a:moveTo>
                  <a:pt x="534111" y="1254238"/>
                </a:moveTo>
                <a:cubicBezTo>
                  <a:pt x="550880" y="1254238"/>
                  <a:pt x="564474" y="1267832"/>
                  <a:pt x="564474" y="1284602"/>
                </a:cubicBezTo>
                <a:cubicBezTo>
                  <a:pt x="564474" y="1301371"/>
                  <a:pt x="550880" y="1314965"/>
                  <a:pt x="534111" y="1314965"/>
                </a:cubicBezTo>
                <a:cubicBezTo>
                  <a:pt x="517341" y="1314965"/>
                  <a:pt x="503747" y="1301371"/>
                  <a:pt x="503747" y="1284602"/>
                </a:cubicBezTo>
                <a:cubicBezTo>
                  <a:pt x="503747" y="1267832"/>
                  <a:pt x="517341" y="1254238"/>
                  <a:pt x="534111" y="1254238"/>
                </a:cubicBezTo>
                <a:close/>
                <a:moveTo>
                  <a:pt x="461556" y="1254238"/>
                </a:moveTo>
                <a:cubicBezTo>
                  <a:pt x="478326" y="1254238"/>
                  <a:pt x="491920" y="1267832"/>
                  <a:pt x="491920" y="1284602"/>
                </a:cubicBezTo>
                <a:cubicBezTo>
                  <a:pt x="491920" y="1301371"/>
                  <a:pt x="478326" y="1314965"/>
                  <a:pt x="461556" y="1314965"/>
                </a:cubicBezTo>
                <a:cubicBezTo>
                  <a:pt x="444787" y="1314965"/>
                  <a:pt x="431192" y="1301371"/>
                  <a:pt x="431192" y="1284602"/>
                </a:cubicBezTo>
                <a:cubicBezTo>
                  <a:pt x="431192" y="1267832"/>
                  <a:pt x="444787" y="1254238"/>
                  <a:pt x="461556" y="1254238"/>
                </a:cubicBezTo>
                <a:close/>
                <a:moveTo>
                  <a:pt x="389002" y="1254238"/>
                </a:moveTo>
                <a:cubicBezTo>
                  <a:pt x="405771" y="1254238"/>
                  <a:pt x="419365" y="1267832"/>
                  <a:pt x="419365" y="1284602"/>
                </a:cubicBezTo>
                <a:cubicBezTo>
                  <a:pt x="419365" y="1301371"/>
                  <a:pt x="405771" y="1314965"/>
                  <a:pt x="389002" y="1314965"/>
                </a:cubicBezTo>
                <a:cubicBezTo>
                  <a:pt x="372232" y="1314965"/>
                  <a:pt x="358638" y="1301371"/>
                  <a:pt x="358638" y="1284602"/>
                </a:cubicBezTo>
                <a:cubicBezTo>
                  <a:pt x="358638" y="1267832"/>
                  <a:pt x="372232" y="1254238"/>
                  <a:pt x="389002" y="1254238"/>
                </a:cubicBezTo>
                <a:close/>
                <a:moveTo>
                  <a:pt x="316447" y="1254238"/>
                </a:moveTo>
                <a:cubicBezTo>
                  <a:pt x="333216" y="1254238"/>
                  <a:pt x="346810" y="1267832"/>
                  <a:pt x="346810" y="1284602"/>
                </a:cubicBezTo>
                <a:cubicBezTo>
                  <a:pt x="346810" y="1301371"/>
                  <a:pt x="333216" y="1314965"/>
                  <a:pt x="316447" y="1314965"/>
                </a:cubicBezTo>
                <a:cubicBezTo>
                  <a:pt x="299677" y="1314965"/>
                  <a:pt x="286084" y="1301371"/>
                  <a:pt x="286084" y="1284602"/>
                </a:cubicBezTo>
                <a:cubicBezTo>
                  <a:pt x="286084" y="1267832"/>
                  <a:pt x="299677" y="1254238"/>
                  <a:pt x="316447" y="1254238"/>
                </a:cubicBezTo>
                <a:close/>
                <a:moveTo>
                  <a:pt x="243892" y="1254238"/>
                </a:moveTo>
                <a:cubicBezTo>
                  <a:pt x="260662" y="1254238"/>
                  <a:pt x="274256" y="1267832"/>
                  <a:pt x="274256" y="1284602"/>
                </a:cubicBezTo>
                <a:cubicBezTo>
                  <a:pt x="274256" y="1301371"/>
                  <a:pt x="260662" y="1314965"/>
                  <a:pt x="243892" y="1314965"/>
                </a:cubicBezTo>
                <a:cubicBezTo>
                  <a:pt x="227123" y="1314965"/>
                  <a:pt x="213529" y="1301371"/>
                  <a:pt x="213529" y="1284602"/>
                </a:cubicBezTo>
                <a:cubicBezTo>
                  <a:pt x="213529" y="1267832"/>
                  <a:pt x="227123" y="1254238"/>
                  <a:pt x="243892" y="1254238"/>
                </a:cubicBezTo>
                <a:close/>
                <a:moveTo>
                  <a:pt x="171339" y="1254238"/>
                </a:moveTo>
                <a:cubicBezTo>
                  <a:pt x="188107" y="1254238"/>
                  <a:pt x="201701" y="1267832"/>
                  <a:pt x="201701" y="1284602"/>
                </a:cubicBezTo>
                <a:cubicBezTo>
                  <a:pt x="201701" y="1301371"/>
                  <a:pt x="188107" y="1314965"/>
                  <a:pt x="171339" y="1314965"/>
                </a:cubicBezTo>
                <a:cubicBezTo>
                  <a:pt x="154622" y="1314965"/>
                  <a:pt x="141029" y="1301371"/>
                  <a:pt x="141029" y="1284602"/>
                </a:cubicBezTo>
                <a:cubicBezTo>
                  <a:pt x="141029" y="1267832"/>
                  <a:pt x="154622" y="1254238"/>
                  <a:pt x="171339" y="1254238"/>
                </a:cubicBezTo>
                <a:close/>
                <a:moveTo>
                  <a:pt x="98845" y="1254238"/>
                </a:moveTo>
                <a:cubicBezTo>
                  <a:pt x="115610" y="1254238"/>
                  <a:pt x="129204" y="1267832"/>
                  <a:pt x="129204" y="1284602"/>
                </a:cubicBezTo>
                <a:cubicBezTo>
                  <a:pt x="129204" y="1301371"/>
                  <a:pt x="115610" y="1314965"/>
                  <a:pt x="98845" y="1314965"/>
                </a:cubicBezTo>
                <a:cubicBezTo>
                  <a:pt x="82074" y="1314965"/>
                  <a:pt x="68480" y="1301371"/>
                  <a:pt x="68480" y="1284602"/>
                </a:cubicBezTo>
                <a:cubicBezTo>
                  <a:pt x="68480" y="1267832"/>
                  <a:pt x="82074" y="1254238"/>
                  <a:pt x="98845" y="1254238"/>
                </a:cubicBezTo>
                <a:close/>
                <a:moveTo>
                  <a:pt x="26290" y="1254238"/>
                </a:moveTo>
                <a:cubicBezTo>
                  <a:pt x="43057" y="1254238"/>
                  <a:pt x="56651" y="1267832"/>
                  <a:pt x="56651" y="1284602"/>
                </a:cubicBezTo>
                <a:cubicBezTo>
                  <a:pt x="56651" y="1301371"/>
                  <a:pt x="43057" y="1314965"/>
                  <a:pt x="26290" y="1314965"/>
                </a:cubicBezTo>
                <a:cubicBezTo>
                  <a:pt x="17905" y="1314965"/>
                  <a:pt x="10314" y="1311567"/>
                  <a:pt x="4819" y="1306072"/>
                </a:cubicBezTo>
                <a:lnTo>
                  <a:pt x="0" y="1294437"/>
                </a:lnTo>
                <a:lnTo>
                  <a:pt x="0" y="1274766"/>
                </a:lnTo>
                <a:lnTo>
                  <a:pt x="4819" y="1263131"/>
                </a:lnTo>
                <a:cubicBezTo>
                  <a:pt x="10314" y="1257637"/>
                  <a:pt x="17905" y="1254238"/>
                  <a:pt x="26290" y="1254238"/>
                </a:cubicBezTo>
                <a:close/>
                <a:moveTo>
                  <a:pt x="1474228" y="1174410"/>
                </a:moveTo>
                <a:lnTo>
                  <a:pt x="1450688" y="1213159"/>
                </a:lnTo>
                <a:lnTo>
                  <a:pt x="1446956" y="1204150"/>
                </a:lnTo>
                <a:cubicBezTo>
                  <a:pt x="1446956" y="1191573"/>
                  <a:pt x="1454603" y="1180782"/>
                  <a:pt x="1465501" y="1176173"/>
                </a:cubicBezTo>
                <a:close/>
                <a:moveTo>
                  <a:pt x="1404765" y="1173786"/>
                </a:moveTo>
                <a:cubicBezTo>
                  <a:pt x="1421535" y="1173786"/>
                  <a:pt x="1435129" y="1187380"/>
                  <a:pt x="1435129" y="1204150"/>
                </a:cubicBezTo>
                <a:cubicBezTo>
                  <a:pt x="1435129" y="1220919"/>
                  <a:pt x="1421535" y="1234513"/>
                  <a:pt x="1404765" y="1234513"/>
                </a:cubicBezTo>
                <a:cubicBezTo>
                  <a:pt x="1387996" y="1234513"/>
                  <a:pt x="1374402" y="1220919"/>
                  <a:pt x="1374402" y="1204150"/>
                </a:cubicBezTo>
                <a:cubicBezTo>
                  <a:pt x="1374402" y="1187380"/>
                  <a:pt x="1387996" y="1173786"/>
                  <a:pt x="1404765" y="1173786"/>
                </a:cubicBezTo>
                <a:close/>
                <a:moveTo>
                  <a:pt x="1332211" y="1173786"/>
                </a:moveTo>
                <a:cubicBezTo>
                  <a:pt x="1348980" y="1173786"/>
                  <a:pt x="1362574" y="1187380"/>
                  <a:pt x="1362574" y="1204150"/>
                </a:cubicBezTo>
                <a:cubicBezTo>
                  <a:pt x="1362574" y="1220919"/>
                  <a:pt x="1348980" y="1234513"/>
                  <a:pt x="1332211" y="1234513"/>
                </a:cubicBezTo>
                <a:cubicBezTo>
                  <a:pt x="1315441" y="1234513"/>
                  <a:pt x="1301847" y="1220919"/>
                  <a:pt x="1301847" y="1204150"/>
                </a:cubicBezTo>
                <a:cubicBezTo>
                  <a:pt x="1301847" y="1187380"/>
                  <a:pt x="1315441" y="1173786"/>
                  <a:pt x="1332211" y="1173786"/>
                </a:cubicBezTo>
                <a:close/>
                <a:moveTo>
                  <a:pt x="1259656" y="1173786"/>
                </a:moveTo>
                <a:cubicBezTo>
                  <a:pt x="1276426" y="1173786"/>
                  <a:pt x="1290020" y="1187380"/>
                  <a:pt x="1290020" y="1204150"/>
                </a:cubicBezTo>
                <a:cubicBezTo>
                  <a:pt x="1290020" y="1220919"/>
                  <a:pt x="1276426" y="1234513"/>
                  <a:pt x="1259656" y="1234513"/>
                </a:cubicBezTo>
                <a:cubicBezTo>
                  <a:pt x="1242887" y="1234513"/>
                  <a:pt x="1229293" y="1220919"/>
                  <a:pt x="1229293" y="1204150"/>
                </a:cubicBezTo>
                <a:cubicBezTo>
                  <a:pt x="1229293" y="1187380"/>
                  <a:pt x="1242887" y="1173786"/>
                  <a:pt x="1259656" y="1173786"/>
                </a:cubicBezTo>
                <a:close/>
                <a:moveTo>
                  <a:pt x="1187102" y="1173786"/>
                </a:moveTo>
                <a:cubicBezTo>
                  <a:pt x="1203871" y="1173786"/>
                  <a:pt x="1217465" y="1187380"/>
                  <a:pt x="1217465" y="1204150"/>
                </a:cubicBezTo>
                <a:cubicBezTo>
                  <a:pt x="1217465" y="1220919"/>
                  <a:pt x="1203871" y="1234513"/>
                  <a:pt x="1187102" y="1234513"/>
                </a:cubicBezTo>
                <a:cubicBezTo>
                  <a:pt x="1170332" y="1234513"/>
                  <a:pt x="1156738" y="1220919"/>
                  <a:pt x="1156738" y="1204150"/>
                </a:cubicBezTo>
                <a:cubicBezTo>
                  <a:pt x="1156738" y="1187380"/>
                  <a:pt x="1170332" y="1173786"/>
                  <a:pt x="1187102" y="1173786"/>
                </a:cubicBezTo>
                <a:close/>
                <a:moveTo>
                  <a:pt x="1114547" y="1173786"/>
                </a:moveTo>
                <a:cubicBezTo>
                  <a:pt x="1131317" y="1173786"/>
                  <a:pt x="1144911" y="1187380"/>
                  <a:pt x="1144911" y="1204150"/>
                </a:cubicBezTo>
                <a:cubicBezTo>
                  <a:pt x="1144911" y="1220919"/>
                  <a:pt x="1131317" y="1234513"/>
                  <a:pt x="1114547" y="1234513"/>
                </a:cubicBezTo>
                <a:cubicBezTo>
                  <a:pt x="1097778" y="1234513"/>
                  <a:pt x="1084184" y="1220919"/>
                  <a:pt x="1084184" y="1204150"/>
                </a:cubicBezTo>
                <a:cubicBezTo>
                  <a:pt x="1084184" y="1187380"/>
                  <a:pt x="1097778" y="1173786"/>
                  <a:pt x="1114547" y="1173786"/>
                </a:cubicBezTo>
                <a:close/>
                <a:moveTo>
                  <a:pt x="1041993" y="1173786"/>
                </a:moveTo>
                <a:cubicBezTo>
                  <a:pt x="1058762" y="1173786"/>
                  <a:pt x="1072356" y="1187380"/>
                  <a:pt x="1072356" y="1204150"/>
                </a:cubicBezTo>
                <a:cubicBezTo>
                  <a:pt x="1072356" y="1220919"/>
                  <a:pt x="1058762" y="1234513"/>
                  <a:pt x="1041993" y="1234513"/>
                </a:cubicBezTo>
                <a:cubicBezTo>
                  <a:pt x="1025223" y="1234513"/>
                  <a:pt x="1011629" y="1220919"/>
                  <a:pt x="1011629" y="1204150"/>
                </a:cubicBezTo>
                <a:cubicBezTo>
                  <a:pt x="1011629" y="1187380"/>
                  <a:pt x="1025223" y="1173786"/>
                  <a:pt x="1041993" y="1173786"/>
                </a:cubicBezTo>
                <a:close/>
                <a:moveTo>
                  <a:pt x="969438" y="1173786"/>
                </a:moveTo>
                <a:cubicBezTo>
                  <a:pt x="986208" y="1173786"/>
                  <a:pt x="999801" y="1187380"/>
                  <a:pt x="999801" y="1204150"/>
                </a:cubicBezTo>
                <a:cubicBezTo>
                  <a:pt x="999801" y="1220919"/>
                  <a:pt x="986208" y="1234513"/>
                  <a:pt x="969438" y="1234513"/>
                </a:cubicBezTo>
                <a:cubicBezTo>
                  <a:pt x="952669" y="1234513"/>
                  <a:pt x="939075" y="1220919"/>
                  <a:pt x="939075" y="1204150"/>
                </a:cubicBezTo>
                <a:cubicBezTo>
                  <a:pt x="939075" y="1187380"/>
                  <a:pt x="952669" y="1173786"/>
                  <a:pt x="969438" y="1173786"/>
                </a:cubicBezTo>
                <a:close/>
                <a:moveTo>
                  <a:pt x="896883" y="1173786"/>
                </a:moveTo>
                <a:cubicBezTo>
                  <a:pt x="913653" y="1173786"/>
                  <a:pt x="927247" y="1187380"/>
                  <a:pt x="927247" y="1204150"/>
                </a:cubicBezTo>
                <a:cubicBezTo>
                  <a:pt x="927247" y="1220919"/>
                  <a:pt x="913653" y="1234513"/>
                  <a:pt x="896883" y="1234513"/>
                </a:cubicBezTo>
                <a:cubicBezTo>
                  <a:pt x="880114" y="1234513"/>
                  <a:pt x="866520" y="1220919"/>
                  <a:pt x="866520" y="1204150"/>
                </a:cubicBezTo>
                <a:cubicBezTo>
                  <a:pt x="866520" y="1187380"/>
                  <a:pt x="880114" y="1173786"/>
                  <a:pt x="896883" y="1173786"/>
                </a:cubicBezTo>
                <a:close/>
                <a:moveTo>
                  <a:pt x="824329" y="1173786"/>
                </a:moveTo>
                <a:cubicBezTo>
                  <a:pt x="841098" y="1173786"/>
                  <a:pt x="854692" y="1187380"/>
                  <a:pt x="854692" y="1204150"/>
                </a:cubicBezTo>
                <a:cubicBezTo>
                  <a:pt x="854692" y="1220919"/>
                  <a:pt x="841098" y="1234513"/>
                  <a:pt x="824329" y="1234513"/>
                </a:cubicBezTo>
                <a:cubicBezTo>
                  <a:pt x="807559" y="1234513"/>
                  <a:pt x="793965" y="1220919"/>
                  <a:pt x="793965" y="1204150"/>
                </a:cubicBezTo>
                <a:cubicBezTo>
                  <a:pt x="793965" y="1187380"/>
                  <a:pt x="807559" y="1173786"/>
                  <a:pt x="824329" y="1173786"/>
                </a:cubicBezTo>
                <a:close/>
                <a:moveTo>
                  <a:pt x="751774" y="1173786"/>
                </a:moveTo>
                <a:cubicBezTo>
                  <a:pt x="768544" y="1173786"/>
                  <a:pt x="782138" y="1187380"/>
                  <a:pt x="782138" y="1204150"/>
                </a:cubicBezTo>
                <a:cubicBezTo>
                  <a:pt x="782138" y="1220919"/>
                  <a:pt x="768544" y="1234513"/>
                  <a:pt x="751774" y="1234513"/>
                </a:cubicBezTo>
                <a:cubicBezTo>
                  <a:pt x="735005" y="1234513"/>
                  <a:pt x="721411" y="1220919"/>
                  <a:pt x="721411" y="1204150"/>
                </a:cubicBezTo>
                <a:cubicBezTo>
                  <a:pt x="721411" y="1187380"/>
                  <a:pt x="735005" y="1173786"/>
                  <a:pt x="751774" y="1173786"/>
                </a:cubicBezTo>
                <a:close/>
                <a:moveTo>
                  <a:pt x="679220" y="1173786"/>
                </a:moveTo>
                <a:cubicBezTo>
                  <a:pt x="695989" y="1173786"/>
                  <a:pt x="709583" y="1187380"/>
                  <a:pt x="709583" y="1204150"/>
                </a:cubicBezTo>
                <a:cubicBezTo>
                  <a:pt x="709583" y="1220919"/>
                  <a:pt x="695989" y="1234513"/>
                  <a:pt x="679220" y="1234513"/>
                </a:cubicBezTo>
                <a:cubicBezTo>
                  <a:pt x="662450" y="1234513"/>
                  <a:pt x="648856" y="1220919"/>
                  <a:pt x="648856" y="1204150"/>
                </a:cubicBezTo>
                <a:cubicBezTo>
                  <a:pt x="648856" y="1187380"/>
                  <a:pt x="662450" y="1173786"/>
                  <a:pt x="679220" y="1173786"/>
                </a:cubicBezTo>
                <a:close/>
                <a:moveTo>
                  <a:pt x="606665" y="1173786"/>
                </a:moveTo>
                <a:cubicBezTo>
                  <a:pt x="623435" y="1173786"/>
                  <a:pt x="637029" y="1187380"/>
                  <a:pt x="637029" y="1204150"/>
                </a:cubicBezTo>
                <a:cubicBezTo>
                  <a:pt x="637029" y="1220919"/>
                  <a:pt x="623435" y="1234513"/>
                  <a:pt x="606665" y="1234513"/>
                </a:cubicBezTo>
                <a:cubicBezTo>
                  <a:pt x="589896" y="1234513"/>
                  <a:pt x="576302" y="1220919"/>
                  <a:pt x="576302" y="1204150"/>
                </a:cubicBezTo>
                <a:cubicBezTo>
                  <a:pt x="576302" y="1187380"/>
                  <a:pt x="589896" y="1173786"/>
                  <a:pt x="606665" y="1173786"/>
                </a:cubicBezTo>
                <a:close/>
                <a:moveTo>
                  <a:pt x="534111" y="1173786"/>
                </a:moveTo>
                <a:cubicBezTo>
                  <a:pt x="550880" y="1173786"/>
                  <a:pt x="564474" y="1187380"/>
                  <a:pt x="564474" y="1204150"/>
                </a:cubicBezTo>
                <a:cubicBezTo>
                  <a:pt x="564474" y="1220919"/>
                  <a:pt x="550880" y="1234513"/>
                  <a:pt x="534111" y="1234513"/>
                </a:cubicBezTo>
                <a:cubicBezTo>
                  <a:pt x="517341" y="1234513"/>
                  <a:pt x="503747" y="1220919"/>
                  <a:pt x="503747" y="1204150"/>
                </a:cubicBezTo>
                <a:cubicBezTo>
                  <a:pt x="503747" y="1187380"/>
                  <a:pt x="517341" y="1173786"/>
                  <a:pt x="534111" y="1173786"/>
                </a:cubicBezTo>
                <a:close/>
                <a:moveTo>
                  <a:pt x="461556" y="1173786"/>
                </a:moveTo>
                <a:cubicBezTo>
                  <a:pt x="478326" y="1173786"/>
                  <a:pt x="491920" y="1187380"/>
                  <a:pt x="491920" y="1204150"/>
                </a:cubicBezTo>
                <a:cubicBezTo>
                  <a:pt x="491920" y="1220919"/>
                  <a:pt x="478326" y="1234513"/>
                  <a:pt x="461556" y="1234513"/>
                </a:cubicBezTo>
                <a:cubicBezTo>
                  <a:pt x="444787" y="1234513"/>
                  <a:pt x="431192" y="1220919"/>
                  <a:pt x="431192" y="1204150"/>
                </a:cubicBezTo>
                <a:cubicBezTo>
                  <a:pt x="431192" y="1187380"/>
                  <a:pt x="444787" y="1173786"/>
                  <a:pt x="461556" y="1173786"/>
                </a:cubicBezTo>
                <a:close/>
                <a:moveTo>
                  <a:pt x="389002" y="1173786"/>
                </a:moveTo>
                <a:cubicBezTo>
                  <a:pt x="405771" y="1173786"/>
                  <a:pt x="419365" y="1187380"/>
                  <a:pt x="419365" y="1204150"/>
                </a:cubicBezTo>
                <a:cubicBezTo>
                  <a:pt x="419365" y="1220919"/>
                  <a:pt x="405771" y="1234513"/>
                  <a:pt x="389002" y="1234513"/>
                </a:cubicBezTo>
                <a:cubicBezTo>
                  <a:pt x="372232" y="1234513"/>
                  <a:pt x="358638" y="1220919"/>
                  <a:pt x="358638" y="1204150"/>
                </a:cubicBezTo>
                <a:cubicBezTo>
                  <a:pt x="358638" y="1187380"/>
                  <a:pt x="372232" y="1173786"/>
                  <a:pt x="389002" y="1173786"/>
                </a:cubicBezTo>
                <a:close/>
                <a:moveTo>
                  <a:pt x="316447" y="1173786"/>
                </a:moveTo>
                <a:cubicBezTo>
                  <a:pt x="333216" y="1173786"/>
                  <a:pt x="346810" y="1187380"/>
                  <a:pt x="346810" y="1204150"/>
                </a:cubicBezTo>
                <a:cubicBezTo>
                  <a:pt x="346810" y="1220919"/>
                  <a:pt x="333216" y="1234513"/>
                  <a:pt x="316447" y="1234513"/>
                </a:cubicBezTo>
                <a:cubicBezTo>
                  <a:pt x="299677" y="1234513"/>
                  <a:pt x="286084" y="1220919"/>
                  <a:pt x="286084" y="1204150"/>
                </a:cubicBezTo>
                <a:cubicBezTo>
                  <a:pt x="286084" y="1187380"/>
                  <a:pt x="299677" y="1173786"/>
                  <a:pt x="316447" y="1173786"/>
                </a:cubicBezTo>
                <a:close/>
                <a:moveTo>
                  <a:pt x="243892" y="1173786"/>
                </a:moveTo>
                <a:cubicBezTo>
                  <a:pt x="260662" y="1173786"/>
                  <a:pt x="274256" y="1187380"/>
                  <a:pt x="274256" y="1204150"/>
                </a:cubicBezTo>
                <a:cubicBezTo>
                  <a:pt x="274256" y="1220919"/>
                  <a:pt x="260662" y="1234513"/>
                  <a:pt x="243892" y="1234513"/>
                </a:cubicBezTo>
                <a:cubicBezTo>
                  <a:pt x="227123" y="1234513"/>
                  <a:pt x="213529" y="1220919"/>
                  <a:pt x="213529" y="1204150"/>
                </a:cubicBezTo>
                <a:cubicBezTo>
                  <a:pt x="213529" y="1187380"/>
                  <a:pt x="227123" y="1173786"/>
                  <a:pt x="243892" y="1173786"/>
                </a:cubicBezTo>
                <a:close/>
                <a:moveTo>
                  <a:pt x="171339" y="1173786"/>
                </a:moveTo>
                <a:cubicBezTo>
                  <a:pt x="188107" y="1173786"/>
                  <a:pt x="201701" y="1187380"/>
                  <a:pt x="201701" y="1204150"/>
                </a:cubicBezTo>
                <a:cubicBezTo>
                  <a:pt x="201701" y="1220919"/>
                  <a:pt x="188107" y="1234513"/>
                  <a:pt x="171339" y="1234513"/>
                </a:cubicBezTo>
                <a:cubicBezTo>
                  <a:pt x="154627" y="1234513"/>
                  <a:pt x="141034" y="1220919"/>
                  <a:pt x="141034" y="1204150"/>
                </a:cubicBezTo>
                <a:cubicBezTo>
                  <a:pt x="141034" y="1187380"/>
                  <a:pt x="154627" y="1173786"/>
                  <a:pt x="171339" y="1173786"/>
                </a:cubicBezTo>
                <a:close/>
                <a:moveTo>
                  <a:pt x="98852" y="1173786"/>
                </a:moveTo>
                <a:cubicBezTo>
                  <a:pt x="115616" y="1173786"/>
                  <a:pt x="129210" y="1187380"/>
                  <a:pt x="129210" y="1204150"/>
                </a:cubicBezTo>
                <a:cubicBezTo>
                  <a:pt x="129210" y="1220919"/>
                  <a:pt x="115616" y="1234513"/>
                  <a:pt x="98852" y="1234513"/>
                </a:cubicBezTo>
                <a:cubicBezTo>
                  <a:pt x="82080" y="1234513"/>
                  <a:pt x="68486" y="1220919"/>
                  <a:pt x="68486" y="1204150"/>
                </a:cubicBezTo>
                <a:cubicBezTo>
                  <a:pt x="68486" y="1187380"/>
                  <a:pt x="82080" y="1173786"/>
                  <a:pt x="98852" y="1173786"/>
                </a:cubicBezTo>
                <a:close/>
                <a:moveTo>
                  <a:pt x="26297" y="1173786"/>
                </a:moveTo>
                <a:cubicBezTo>
                  <a:pt x="43063" y="1173786"/>
                  <a:pt x="56658" y="1187380"/>
                  <a:pt x="56658" y="1204150"/>
                </a:cubicBezTo>
                <a:cubicBezTo>
                  <a:pt x="56658" y="1220919"/>
                  <a:pt x="43063" y="1234513"/>
                  <a:pt x="26297" y="1234513"/>
                </a:cubicBezTo>
                <a:cubicBezTo>
                  <a:pt x="17912" y="1234513"/>
                  <a:pt x="10321" y="1231115"/>
                  <a:pt x="4826" y="1225620"/>
                </a:cubicBezTo>
                <a:lnTo>
                  <a:pt x="0" y="1213970"/>
                </a:lnTo>
                <a:lnTo>
                  <a:pt x="0" y="1194329"/>
                </a:lnTo>
                <a:lnTo>
                  <a:pt x="4826" y="1182679"/>
                </a:lnTo>
                <a:cubicBezTo>
                  <a:pt x="10321" y="1177185"/>
                  <a:pt x="17912" y="1173786"/>
                  <a:pt x="26297" y="1173786"/>
                </a:cubicBezTo>
                <a:close/>
                <a:moveTo>
                  <a:pt x="1477320" y="1093335"/>
                </a:moveTo>
                <a:cubicBezTo>
                  <a:pt x="1485705" y="1093335"/>
                  <a:pt x="1493295" y="1096733"/>
                  <a:pt x="1498790" y="1102228"/>
                </a:cubicBezTo>
                <a:lnTo>
                  <a:pt x="1505389" y="1118160"/>
                </a:lnTo>
                <a:lnTo>
                  <a:pt x="1493855" y="1142105"/>
                </a:lnTo>
                <a:lnTo>
                  <a:pt x="1487887" y="1151929"/>
                </a:lnTo>
                <a:lnTo>
                  <a:pt x="1477320" y="1154062"/>
                </a:lnTo>
                <a:cubicBezTo>
                  <a:pt x="1460550" y="1154062"/>
                  <a:pt x="1446956" y="1140468"/>
                  <a:pt x="1446956" y="1123698"/>
                </a:cubicBezTo>
                <a:cubicBezTo>
                  <a:pt x="1446956" y="1106929"/>
                  <a:pt x="1460550" y="1093335"/>
                  <a:pt x="1477320" y="1093335"/>
                </a:cubicBezTo>
                <a:close/>
                <a:moveTo>
                  <a:pt x="1404765" y="1093335"/>
                </a:moveTo>
                <a:cubicBezTo>
                  <a:pt x="1421535" y="1093335"/>
                  <a:pt x="1435129" y="1106929"/>
                  <a:pt x="1435129" y="1123698"/>
                </a:cubicBezTo>
                <a:cubicBezTo>
                  <a:pt x="1435129" y="1140468"/>
                  <a:pt x="1421535" y="1154062"/>
                  <a:pt x="1404765" y="1154062"/>
                </a:cubicBezTo>
                <a:cubicBezTo>
                  <a:pt x="1387996" y="1154062"/>
                  <a:pt x="1374402" y="1140468"/>
                  <a:pt x="1374402" y="1123698"/>
                </a:cubicBezTo>
                <a:cubicBezTo>
                  <a:pt x="1374402" y="1106929"/>
                  <a:pt x="1387996" y="1093335"/>
                  <a:pt x="1404765" y="1093335"/>
                </a:cubicBezTo>
                <a:close/>
                <a:moveTo>
                  <a:pt x="1332211" y="1093335"/>
                </a:moveTo>
                <a:cubicBezTo>
                  <a:pt x="1348980" y="1093335"/>
                  <a:pt x="1362574" y="1106929"/>
                  <a:pt x="1362574" y="1123698"/>
                </a:cubicBezTo>
                <a:cubicBezTo>
                  <a:pt x="1362574" y="1140468"/>
                  <a:pt x="1348980" y="1154062"/>
                  <a:pt x="1332211" y="1154062"/>
                </a:cubicBezTo>
                <a:cubicBezTo>
                  <a:pt x="1315441" y="1154062"/>
                  <a:pt x="1301847" y="1140468"/>
                  <a:pt x="1301847" y="1123698"/>
                </a:cubicBezTo>
                <a:cubicBezTo>
                  <a:pt x="1301847" y="1106929"/>
                  <a:pt x="1315441" y="1093335"/>
                  <a:pt x="1332211" y="1093335"/>
                </a:cubicBezTo>
                <a:close/>
                <a:moveTo>
                  <a:pt x="1259656" y="1093335"/>
                </a:moveTo>
                <a:cubicBezTo>
                  <a:pt x="1276426" y="1093335"/>
                  <a:pt x="1290020" y="1106929"/>
                  <a:pt x="1290020" y="1123698"/>
                </a:cubicBezTo>
                <a:cubicBezTo>
                  <a:pt x="1290020" y="1140468"/>
                  <a:pt x="1276426" y="1154062"/>
                  <a:pt x="1259656" y="1154062"/>
                </a:cubicBezTo>
                <a:cubicBezTo>
                  <a:pt x="1242887" y="1154062"/>
                  <a:pt x="1229293" y="1140468"/>
                  <a:pt x="1229293" y="1123698"/>
                </a:cubicBezTo>
                <a:cubicBezTo>
                  <a:pt x="1229293" y="1106929"/>
                  <a:pt x="1242887" y="1093335"/>
                  <a:pt x="1259656" y="1093335"/>
                </a:cubicBezTo>
                <a:close/>
                <a:moveTo>
                  <a:pt x="1187102" y="1093335"/>
                </a:moveTo>
                <a:cubicBezTo>
                  <a:pt x="1203871" y="1093335"/>
                  <a:pt x="1217465" y="1106929"/>
                  <a:pt x="1217465" y="1123698"/>
                </a:cubicBezTo>
                <a:cubicBezTo>
                  <a:pt x="1217465" y="1140468"/>
                  <a:pt x="1203871" y="1154062"/>
                  <a:pt x="1187102" y="1154062"/>
                </a:cubicBezTo>
                <a:cubicBezTo>
                  <a:pt x="1170332" y="1154062"/>
                  <a:pt x="1156738" y="1140468"/>
                  <a:pt x="1156738" y="1123698"/>
                </a:cubicBezTo>
                <a:cubicBezTo>
                  <a:pt x="1156738" y="1106929"/>
                  <a:pt x="1170332" y="1093335"/>
                  <a:pt x="1187102" y="1093335"/>
                </a:cubicBezTo>
                <a:close/>
                <a:moveTo>
                  <a:pt x="1114547" y="1093335"/>
                </a:moveTo>
                <a:cubicBezTo>
                  <a:pt x="1131317" y="1093335"/>
                  <a:pt x="1144911" y="1106929"/>
                  <a:pt x="1144911" y="1123698"/>
                </a:cubicBezTo>
                <a:cubicBezTo>
                  <a:pt x="1144911" y="1140468"/>
                  <a:pt x="1131317" y="1154062"/>
                  <a:pt x="1114547" y="1154062"/>
                </a:cubicBezTo>
                <a:cubicBezTo>
                  <a:pt x="1097778" y="1154062"/>
                  <a:pt x="1084184" y="1140468"/>
                  <a:pt x="1084184" y="1123698"/>
                </a:cubicBezTo>
                <a:cubicBezTo>
                  <a:pt x="1084184" y="1106929"/>
                  <a:pt x="1097778" y="1093335"/>
                  <a:pt x="1114547" y="1093335"/>
                </a:cubicBezTo>
                <a:close/>
                <a:moveTo>
                  <a:pt x="1041993" y="1093335"/>
                </a:moveTo>
                <a:cubicBezTo>
                  <a:pt x="1058762" y="1093335"/>
                  <a:pt x="1072356" y="1106929"/>
                  <a:pt x="1072356" y="1123698"/>
                </a:cubicBezTo>
                <a:cubicBezTo>
                  <a:pt x="1072356" y="1140468"/>
                  <a:pt x="1058762" y="1154062"/>
                  <a:pt x="1041993" y="1154062"/>
                </a:cubicBezTo>
                <a:cubicBezTo>
                  <a:pt x="1025223" y="1154062"/>
                  <a:pt x="1011629" y="1140468"/>
                  <a:pt x="1011629" y="1123698"/>
                </a:cubicBezTo>
                <a:cubicBezTo>
                  <a:pt x="1011629" y="1106929"/>
                  <a:pt x="1025223" y="1093335"/>
                  <a:pt x="1041993" y="1093335"/>
                </a:cubicBezTo>
                <a:close/>
                <a:moveTo>
                  <a:pt x="969438" y="1093335"/>
                </a:moveTo>
                <a:cubicBezTo>
                  <a:pt x="986208" y="1093335"/>
                  <a:pt x="999801" y="1106929"/>
                  <a:pt x="999801" y="1123698"/>
                </a:cubicBezTo>
                <a:cubicBezTo>
                  <a:pt x="999801" y="1140468"/>
                  <a:pt x="986208" y="1154062"/>
                  <a:pt x="969438" y="1154062"/>
                </a:cubicBezTo>
                <a:cubicBezTo>
                  <a:pt x="952669" y="1154062"/>
                  <a:pt x="939075" y="1140468"/>
                  <a:pt x="939075" y="1123698"/>
                </a:cubicBezTo>
                <a:cubicBezTo>
                  <a:pt x="939075" y="1106929"/>
                  <a:pt x="952669" y="1093335"/>
                  <a:pt x="969438" y="1093335"/>
                </a:cubicBezTo>
                <a:close/>
                <a:moveTo>
                  <a:pt x="896883" y="1093335"/>
                </a:moveTo>
                <a:cubicBezTo>
                  <a:pt x="913653" y="1093335"/>
                  <a:pt x="927247" y="1106929"/>
                  <a:pt x="927247" y="1123698"/>
                </a:cubicBezTo>
                <a:cubicBezTo>
                  <a:pt x="927247" y="1140468"/>
                  <a:pt x="913653" y="1154062"/>
                  <a:pt x="896883" y="1154062"/>
                </a:cubicBezTo>
                <a:cubicBezTo>
                  <a:pt x="880114" y="1154062"/>
                  <a:pt x="866520" y="1140468"/>
                  <a:pt x="866520" y="1123698"/>
                </a:cubicBezTo>
                <a:cubicBezTo>
                  <a:pt x="866520" y="1106929"/>
                  <a:pt x="880114" y="1093335"/>
                  <a:pt x="896883" y="1093335"/>
                </a:cubicBezTo>
                <a:close/>
                <a:moveTo>
                  <a:pt x="824329" y="1093335"/>
                </a:moveTo>
                <a:cubicBezTo>
                  <a:pt x="841098" y="1093335"/>
                  <a:pt x="854692" y="1106929"/>
                  <a:pt x="854692" y="1123698"/>
                </a:cubicBezTo>
                <a:cubicBezTo>
                  <a:pt x="854692" y="1140468"/>
                  <a:pt x="841098" y="1154062"/>
                  <a:pt x="824329" y="1154062"/>
                </a:cubicBezTo>
                <a:cubicBezTo>
                  <a:pt x="807559" y="1154062"/>
                  <a:pt x="793965" y="1140468"/>
                  <a:pt x="793965" y="1123698"/>
                </a:cubicBezTo>
                <a:cubicBezTo>
                  <a:pt x="793965" y="1106929"/>
                  <a:pt x="807559" y="1093335"/>
                  <a:pt x="824329" y="1093335"/>
                </a:cubicBezTo>
                <a:close/>
                <a:moveTo>
                  <a:pt x="751774" y="1093335"/>
                </a:moveTo>
                <a:cubicBezTo>
                  <a:pt x="768544" y="1093335"/>
                  <a:pt x="782138" y="1106929"/>
                  <a:pt x="782138" y="1123698"/>
                </a:cubicBezTo>
                <a:cubicBezTo>
                  <a:pt x="782138" y="1140468"/>
                  <a:pt x="768544" y="1154062"/>
                  <a:pt x="751774" y="1154062"/>
                </a:cubicBezTo>
                <a:cubicBezTo>
                  <a:pt x="735005" y="1154062"/>
                  <a:pt x="721411" y="1140468"/>
                  <a:pt x="721411" y="1123698"/>
                </a:cubicBezTo>
                <a:cubicBezTo>
                  <a:pt x="721411" y="1106929"/>
                  <a:pt x="735005" y="1093335"/>
                  <a:pt x="751774" y="1093335"/>
                </a:cubicBezTo>
                <a:close/>
                <a:moveTo>
                  <a:pt x="679220" y="1093335"/>
                </a:moveTo>
                <a:cubicBezTo>
                  <a:pt x="695989" y="1093335"/>
                  <a:pt x="709583" y="1106929"/>
                  <a:pt x="709583" y="1123698"/>
                </a:cubicBezTo>
                <a:cubicBezTo>
                  <a:pt x="709583" y="1140468"/>
                  <a:pt x="695989" y="1154062"/>
                  <a:pt x="679220" y="1154062"/>
                </a:cubicBezTo>
                <a:cubicBezTo>
                  <a:pt x="662450" y="1154062"/>
                  <a:pt x="648856" y="1140468"/>
                  <a:pt x="648856" y="1123698"/>
                </a:cubicBezTo>
                <a:cubicBezTo>
                  <a:pt x="648856" y="1106929"/>
                  <a:pt x="662450" y="1093335"/>
                  <a:pt x="679220" y="1093335"/>
                </a:cubicBezTo>
                <a:close/>
                <a:moveTo>
                  <a:pt x="606665" y="1093335"/>
                </a:moveTo>
                <a:cubicBezTo>
                  <a:pt x="623435" y="1093335"/>
                  <a:pt x="637029" y="1106929"/>
                  <a:pt x="637029" y="1123698"/>
                </a:cubicBezTo>
                <a:cubicBezTo>
                  <a:pt x="637029" y="1140468"/>
                  <a:pt x="623435" y="1154062"/>
                  <a:pt x="606665" y="1154062"/>
                </a:cubicBezTo>
                <a:cubicBezTo>
                  <a:pt x="589896" y="1154062"/>
                  <a:pt x="576302" y="1140468"/>
                  <a:pt x="576302" y="1123698"/>
                </a:cubicBezTo>
                <a:cubicBezTo>
                  <a:pt x="576302" y="1106929"/>
                  <a:pt x="589896" y="1093335"/>
                  <a:pt x="606665" y="1093335"/>
                </a:cubicBezTo>
                <a:close/>
                <a:moveTo>
                  <a:pt x="534111" y="1093335"/>
                </a:moveTo>
                <a:cubicBezTo>
                  <a:pt x="550880" y="1093335"/>
                  <a:pt x="564474" y="1106929"/>
                  <a:pt x="564474" y="1123698"/>
                </a:cubicBezTo>
                <a:cubicBezTo>
                  <a:pt x="564474" y="1140468"/>
                  <a:pt x="550880" y="1154062"/>
                  <a:pt x="534111" y="1154062"/>
                </a:cubicBezTo>
                <a:cubicBezTo>
                  <a:pt x="517341" y="1154062"/>
                  <a:pt x="503747" y="1140468"/>
                  <a:pt x="503747" y="1123698"/>
                </a:cubicBezTo>
                <a:cubicBezTo>
                  <a:pt x="503747" y="1106929"/>
                  <a:pt x="517341" y="1093335"/>
                  <a:pt x="534111" y="1093335"/>
                </a:cubicBezTo>
                <a:close/>
                <a:moveTo>
                  <a:pt x="461556" y="1093335"/>
                </a:moveTo>
                <a:cubicBezTo>
                  <a:pt x="478326" y="1093335"/>
                  <a:pt x="491920" y="1106929"/>
                  <a:pt x="491920" y="1123698"/>
                </a:cubicBezTo>
                <a:cubicBezTo>
                  <a:pt x="491920" y="1140468"/>
                  <a:pt x="478326" y="1154062"/>
                  <a:pt x="461556" y="1154062"/>
                </a:cubicBezTo>
                <a:cubicBezTo>
                  <a:pt x="444787" y="1154062"/>
                  <a:pt x="431192" y="1140468"/>
                  <a:pt x="431192" y="1123698"/>
                </a:cubicBezTo>
                <a:cubicBezTo>
                  <a:pt x="431192" y="1106929"/>
                  <a:pt x="444787" y="1093335"/>
                  <a:pt x="461556" y="1093335"/>
                </a:cubicBezTo>
                <a:close/>
                <a:moveTo>
                  <a:pt x="389002" y="1093335"/>
                </a:moveTo>
                <a:cubicBezTo>
                  <a:pt x="405771" y="1093335"/>
                  <a:pt x="419365" y="1106929"/>
                  <a:pt x="419365" y="1123698"/>
                </a:cubicBezTo>
                <a:cubicBezTo>
                  <a:pt x="419365" y="1140468"/>
                  <a:pt x="405771" y="1154062"/>
                  <a:pt x="389002" y="1154062"/>
                </a:cubicBezTo>
                <a:cubicBezTo>
                  <a:pt x="372232" y="1154062"/>
                  <a:pt x="358638" y="1140468"/>
                  <a:pt x="358638" y="1123698"/>
                </a:cubicBezTo>
                <a:cubicBezTo>
                  <a:pt x="358638" y="1106929"/>
                  <a:pt x="372232" y="1093335"/>
                  <a:pt x="389002" y="1093335"/>
                </a:cubicBezTo>
                <a:close/>
                <a:moveTo>
                  <a:pt x="316447" y="1093335"/>
                </a:moveTo>
                <a:cubicBezTo>
                  <a:pt x="333216" y="1093335"/>
                  <a:pt x="346810" y="1106929"/>
                  <a:pt x="346810" y="1123698"/>
                </a:cubicBezTo>
                <a:cubicBezTo>
                  <a:pt x="346810" y="1140468"/>
                  <a:pt x="333216" y="1154062"/>
                  <a:pt x="316447" y="1154062"/>
                </a:cubicBezTo>
                <a:cubicBezTo>
                  <a:pt x="299677" y="1154062"/>
                  <a:pt x="286084" y="1140468"/>
                  <a:pt x="286084" y="1123698"/>
                </a:cubicBezTo>
                <a:cubicBezTo>
                  <a:pt x="286084" y="1106929"/>
                  <a:pt x="299677" y="1093335"/>
                  <a:pt x="316447" y="1093335"/>
                </a:cubicBezTo>
                <a:close/>
                <a:moveTo>
                  <a:pt x="243892" y="1093335"/>
                </a:moveTo>
                <a:cubicBezTo>
                  <a:pt x="260662" y="1093335"/>
                  <a:pt x="274256" y="1106929"/>
                  <a:pt x="274256" y="1123698"/>
                </a:cubicBezTo>
                <a:cubicBezTo>
                  <a:pt x="274256" y="1140468"/>
                  <a:pt x="260662" y="1154062"/>
                  <a:pt x="243892" y="1154062"/>
                </a:cubicBezTo>
                <a:cubicBezTo>
                  <a:pt x="227123" y="1154062"/>
                  <a:pt x="213529" y="1140468"/>
                  <a:pt x="213529" y="1123698"/>
                </a:cubicBezTo>
                <a:cubicBezTo>
                  <a:pt x="213529" y="1106929"/>
                  <a:pt x="227123" y="1093335"/>
                  <a:pt x="243892" y="1093335"/>
                </a:cubicBezTo>
                <a:close/>
                <a:moveTo>
                  <a:pt x="171339" y="1093335"/>
                </a:moveTo>
                <a:cubicBezTo>
                  <a:pt x="188107" y="1093335"/>
                  <a:pt x="201701" y="1106929"/>
                  <a:pt x="201701" y="1123698"/>
                </a:cubicBezTo>
                <a:cubicBezTo>
                  <a:pt x="201701" y="1140468"/>
                  <a:pt x="188107" y="1154062"/>
                  <a:pt x="171339" y="1154062"/>
                </a:cubicBezTo>
                <a:cubicBezTo>
                  <a:pt x="154633" y="1154062"/>
                  <a:pt x="141040" y="1140468"/>
                  <a:pt x="141040" y="1123698"/>
                </a:cubicBezTo>
                <a:cubicBezTo>
                  <a:pt x="141040" y="1106929"/>
                  <a:pt x="154633" y="1093335"/>
                  <a:pt x="171339" y="1093335"/>
                </a:cubicBezTo>
                <a:close/>
                <a:moveTo>
                  <a:pt x="98858" y="1093335"/>
                </a:moveTo>
                <a:cubicBezTo>
                  <a:pt x="115622" y="1093335"/>
                  <a:pt x="129216" y="1106929"/>
                  <a:pt x="129216" y="1123698"/>
                </a:cubicBezTo>
                <a:cubicBezTo>
                  <a:pt x="129216" y="1140468"/>
                  <a:pt x="115622" y="1154062"/>
                  <a:pt x="98858" y="1154062"/>
                </a:cubicBezTo>
                <a:cubicBezTo>
                  <a:pt x="82086" y="1154062"/>
                  <a:pt x="68492" y="1140468"/>
                  <a:pt x="68492" y="1123698"/>
                </a:cubicBezTo>
                <a:cubicBezTo>
                  <a:pt x="68492" y="1106929"/>
                  <a:pt x="82086" y="1093335"/>
                  <a:pt x="98858" y="1093335"/>
                </a:cubicBezTo>
                <a:close/>
                <a:moveTo>
                  <a:pt x="26303" y="1093335"/>
                </a:moveTo>
                <a:cubicBezTo>
                  <a:pt x="43069" y="1093335"/>
                  <a:pt x="56664" y="1106929"/>
                  <a:pt x="56664" y="1123698"/>
                </a:cubicBezTo>
                <a:cubicBezTo>
                  <a:pt x="56664" y="1140468"/>
                  <a:pt x="43069" y="1154062"/>
                  <a:pt x="26303" y="1154062"/>
                </a:cubicBezTo>
                <a:cubicBezTo>
                  <a:pt x="17918" y="1154062"/>
                  <a:pt x="10327" y="1150664"/>
                  <a:pt x="4832" y="1145169"/>
                </a:cubicBezTo>
                <a:lnTo>
                  <a:pt x="0" y="1133503"/>
                </a:lnTo>
                <a:lnTo>
                  <a:pt x="0" y="1113894"/>
                </a:lnTo>
                <a:lnTo>
                  <a:pt x="4832" y="1102228"/>
                </a:lnTo>
                <a:cubicBezTo>
                  <a:pt x="10327" y="1096734"/>
                  <a:pt x="17918" y="1093335"/>
                  <a:pt x="26303" y="1093335"/>
                </a:cubicBezTo>
                <a:close/>
                <a:moveTo>
                  <a:pt x="1549874" y="1012883"/>
                </a:moveTo>
                <a:lnTo>
                  <a:pt x="1555552" y="1014029"/>
                </a:lnTo>
                <a:lnTo>
                  <a:pt x="1530465" y="1066106"/>
                </a:lnTo>
                <a:lnTo>
                  <a:pt x="1528404" y="1064717"/>
                </a:lnTo>
                <a:cubicBezTo>
                  <a:pt x="1522910" y="1059222"/>
                  <a:pt x="1519511" y="1051631"/>
                  <a:pt x="1519511" y="1043246"/>
                </a:cubicBezTo>
                <a:cubicBezTo>
                  <a:pt x="1519511" y="1026477"/>
                  <a:pt x="1533105" y="1012883"/>
                  <a:pt x="1549874" y="1012883"/>
                </a:cubicBezTo>
                <a:close/>
                <a:moveTo>
                  <a:pt x="1477320" y="1012883"/>
                </a:moveTo>
                <a:cubicBezTo>
                  <a:pt x="1494089" y="1012883"/>
                  <a:pt x="1507683" y="1026477"/>
                  <a:pt x="1507683" y="1043246"/>
                </a:cubicBezTo>
                <a:cubicBezTo>
                  <a:pt x="1507683" y="1060016"/>
                  <a:pt x="1494089" y="1073610"/>
                  <a:pt x="1477320" y="1073610"/>
                </a:cubicBezTo>
                <a:cubicBezTo>
                  <a:pt x="1460550" y="1073610"/>
                  <a:pt x="1446956" y="1060016"/>
                  <a:pt x="1446956" y="1043246"/>
                </a:cubicBezTo>
                <a:cubicBezTo>
                  <a:pt x="1446956" y="1026477"/>
                  <a:pt x="1460550" y="1012883"/>
                  <a:pt x="1477320" y="1012883"/>
                </a:cubicBezTo>
                <a:close/>
                <a:moveTo>
                  <a:pt x="1404765" y="1012883"/>
                </a:moveTo>
                <a:cubicBezTo>
                  <a:pt x="1421535" y="1012883"/>
                  <a:pt x="1435129" y="1026477"/>
                  <a:pt x="1435129" y="1043246"/>
                </a:cubicBezTo>
                <a:cubicBezTo>
                  <a:pt x="1435129" y="1060016"/>
                  <a:pt x="1421535" y="1073610"/>
                  <a:pt x="1404765" y="1073610"/>
                </a:cubicBezTo>
                <a:cubicBezTo>
                  <a:pt x="1387996" y="1073610"/>
                  <a:pt x="1374402" y="1060016"/>
                  <a:pt x="1374402" y="1043246"/>
                </a:cubicBezTo>
                <a:cubicBezTo>
                  <a:pt x="1374402" y="1026477"/>
                  <a:pt x="1387996" y="1012883"/>
                  <a:pt x="1404765" y="1012883"/>
                </a:cubicBezTo>
                <a:close/>
                <a:moveTo>
                  <a:pt x="1332211" y="1012883"/>
                </a:moveTo>
                <a:cubicBezTo>
                  <a:pt x="1348980" y="1012883"/>
                  <a:pt x="1362574" y="1026477"/>
                  <a:pt x="1362574" y="1043246"/>
                </a:cubicBezTo>
                <a:cubicBezTo>
                  <a:pt x="1362574" y="1060016"/>
                  <a:pt x="1348980" y="1073610"/>
                  <a:pt x="1332211" y="1073610"/>
                </a:cubicBezTo>
                <a:cubicBezTo>
                  <a:pt x="1315441" y="1073610"/>
                  <a:pt x="1301847" y="1060016"/>
                  <a:pt x="1301847" y="1043246"/>
                </a:cubicBezTo>
                <a:cubicBezTo>
                  <a:pt x="1301847" y="1026477"/>
                  <a:pt x="1315441" y="1012883"/>
                  <a:pt x="1332211" y="1012883"/>
                </a:cubicBezTo>
                <a:close/>
                <a:moveTo>
                  <a:pt x="1259656" y="1012883"/>
                </a:moveTo>
                <a:cubicBezTo>
                  <a:pt x="1276426" y="1012883"/>
                  <a:pt x="1290020" y="1026477"/>
                  <a:pt x="1290020" y="1043246"/>
                </a:cubicBezTo>
                <a:cubicBezTo>
                  <a:pt x="1290020" y="1060016"/>
                  <a:pt x="1276426" y="1073610"/>
                  <a:pt x="1259656" y="1073610"/>
                </a:cubicBezTo>
                <a:cubicBezTo>
                  <a:pt x="1242887" y="1073610"/>
                  <a:pt x="1229293" y="1060016"/>
                  <a:pt x="1229293" y="1043246"/>
                </a:cubicBezTo>
                <a:cubicBezTo>
                  <a:pt x="1229293" y="1026477"/>
                  <a:pt x="1242887" y="1012883"/>
                  <a:pt x="1259656" y="1012883"/>
                </a:cubicBezTo>
                <a:close/>
                <a:moveTo>
                  <a:pt x="1187102" y="1012883"/>
                </a:moveTo>
                <a:cubicBezTo>
                  <a:pt x="1203871" y="1012883"/>
                  <a:pt x="1217465" y="1026477"/>
                  <a:pt x="1217465" y="1043246"/>
                </a:cubicBezTo>
                <a:cubicBezTo>
                  <a:pt x="1217465" y="1060016"/>
                  <a:pt x="1203871" y="1073610"/>
                  <a:pt x="1187102" y="1073610"/>
                </a:cubicBezTo>
                <a:cubicBezTo>
                  <a:pt x="1170332" y="1073610"/>
                  <a:pt x="1156738" y="1060016"/>
                  <a:pt x="1156738" y="1043246"/>
                </a:cubicBezTo>
                <a:cubicBezTo>
                  <a:pt x="1156738" y="1026477"/>
                  <a:pt x="1170332" y="1012883"/>
                  <a:pt x="1187102" y="1012883"/>
                </a:cubicBezTo>
                <a:close/>
                <a:moveTo>
                  <a:pt x="1114547" y="1012883"/>
                </a:moveTo>
                <a:cubicBezTo>
                  <a:pt x="1131317" y="1012883"/>
                  <a:pt x="1144911" y="1026477"/>
                  <a:pt x="1144911" y="1043246"/>
                </a:cubicBezTo>
                <a:cubicBezTo>
                  <a:pt x="1144911" y="1060016"/>
                  <a:pt x="1131317" y="1073610"/>
                  <a:pt x="1114547" y="1073610"/>
                </a:cubicBezTo>
                <a:cubicBezTo>
                  <a:pt x="1097778" y="1073610"/>
                  <a:pt x="1084184" y="1060016"/>
                  <a:pt x="1084184" y="1043246"/>
                </a:cubicBezTo>
                <a:cubicBezTo>
                  <a:pt x="1084184" y="1026477"/>
                  <a:pt x="1097778" y="1012883"/>
                  <a:pt x="1114547" y="1012883"/>
                </a:cubicBezTo>
                <a:close/>
                <a:moveTo>
                  <a:pt x="1041993" y="1012883"/>
                </a:moveTo>
                <a:cubicBezTo>
                  <a:pt x="1058762" y="1012883"/>
                  <a:pt x="1072356" y="1026477"/>
                  <a:pt x="1072356" y="1043246"/>
                </a:cubicBezTo>
                <a:cubicBezTo>
                  <a:pt x="1072356" y="1060016"/>
                  <a:pt x="1058762" y="1073610"/>
                  <a:pt x="1041993" y="1073610"/>
                </a:cubicBezTo>
                <a:cubicBezTo>
                  <a:pt x="1025223" y="1073610"/>
                  <a:pt x="1011629" y="1060016"/>
                  <a:pt x="1011629" y="1043246"/>
                </a:cubicBezTo>
                <a:cubicBezTo>
                  <a:pt x="1011629" y="1026477"/>
                  <a:pt x="1025223" y="1012883"/>
                  <a:pt x="1041993" y="1012883"/>
                </a:cubicBezTo>
                <a:close/>
                <a:moveTo>
                  <a:pt x="969438" y="1012883"/>
                </a:moveTo>
                <a:cubicBezTo>
                  <a:pt x="986208" y="1012883"/>
                  <a:pt x="999801" y="1026477"/>
                  <a:pt x="999801" y="1043246"/>
                </a:cubicBezTo>
                <a:cubicBezTo>
                  <a:pt x="999801" y="1060016"/>
                  <a:pt x="986208" y="1073610"/>
                  <a:pt x="969438" y="1073610"/>
                </a:cubicBezTo>
                <a:cubicBezTo>
                  <a:pt x="952669" y="1073610"/>
                  <a:pt x="939075" y="1060016"/>
                  <a:pt x="939075" y="1043246"/>
                </a:cubicBezTo>
                <a:cubicBezTo>
                  <a:pt x="939075" y="1026477"/>
                  <a:pt x="952669" y="1012883"/>
                  <a:pt x="969438" y="1012883"/>
                </a:cubicBezTo>
                <a:close/>
                <a:moveTo>
                  <a:pt x="896883" y="1012883"/>
                </a:moveTo>
                <a:cubicBezTo>
                  <a:pt x="913653" y="1012883"/>
                  <a:pt x="927247" y="1026477"/>
                  <a:pt x="927247" y="1043246"/>
                </a:cubicBezTo>
                <a:cubicBezTo>
                  <a:pt x="927247" y="1060016"/>
                  <a:pt x="913653" y="1073610"/>
                  <a:pt x="896883" y="1073610"/>
                </a:cubicBezTo>
                <a:cubicBezTo>
                  <a:pt x="880114" y="1073610"/>
                  <a:pt x="866520" y="1060016"/>
                  <a:pt x="866520" y="1043246"/>
                </a:cubicBezTo>
                <a:cubicBezTo>
                  <a:pt x="866520" y="1026477"/>
                  <a:pt x="880114" y="1012883"/>
                  <a:pt x="896883" y="1012883"/>
                </a:cubicBezTo>
                <a:close/>
                <a:moveTo>
                  <a:pt x="824329" y="1012883"/>
                </a:moveTo>
                <a:cubicBezTo>
                  <a:pt x="841098" y="1012883"/>
                  <a:pt x="854692" y="1026477"/>
                  <a:pt x="854692" y="1043246"/>
                </a:cubicBezTo>
                <a:cubicBezTo>
                  <a:pt x="854692" y="1060016"/>
                  <a:pt x="841098" y="1073610"/>
                  <a:pt x="824329" y="1073610"/>
                </a:cubicBezTo>
                <a:cubicBezTo>
                  <a:pt x="807559" y="1073610"/>
                  <a:pt x="793965" y="1060016"/>
                  <a:pt x="793965" y="1043246"/>
                </a:cubicBezTo>
                <a:cubicBezTo>
                  <a:pt x="793965" y="1026477"/>
                  <a:pt x="807559" y="1012883"/>
                  <a:pt x="824329" y="1012883"/>
                </a:cubicBezTo>
                <a:close/>
                <a:moveTo>
                  <a:pt x="751774" y="1012883"/>
                </a:moveTo>
                <a:cubicBezTo>
                  <a:pt x="768544" y="1012883"/>
                  <a:pt x="782138" y="1026477"/>
                  <a:pt x="782138" y="1043246"/>
                </a:cubicBezTo>
                <a:cubicBezTo>
                  <a:pt x="782138" y="1060016"/>
                  <a:pt x="768544" y="1073610"/>
                  <a:pt x="751774" y="1073610"/>
                </a:cubicBezTo>
                <a:cubicBezTo>
                  <a:pt x="735005" y="1073610"/>
                  <a:pt x="721411" y="1060016"/>
                  <a:pt x="721411" y="1043246"/>
                </a:cubicBezTo>
                <a:cubicBezTo>
                  <a:pt x="721411" y="1026477"/>
                  <a:pt x="735005" y="1012883"/>
                  <a:pt x="751774" y="1012883"/>
                </a:cubicBezTo>
                <a:close/>
                <a:moveTo>
                  <a:pt x="679220" y="1012883"/>
                </a:moveTo>
                <a:cubicBezTo>
                  <a:pt x="695989" y="1012883"/>
                  <a:pt x="709583" y="1026477"/>
                  <a:pt x="709583" y="1043246"/>
                </a:cubicBezTo>
                <a:cubicBezTo>
                  <a:pt x="709583" y="1060016"/>
                  <a:pt x="695989" y="1073610"/>
                  <a:pt x="679220" y="1073610"/>
                </a:cubicBezTo>
                <a:cubicBezTo>
                  <a:pt x="662450" y="1073610"/>
                  <a:pt x="648856" y="1060016"/>
                  <a:pt x="648856" y="1043246"/>
                </a:cubicBezTo>
                <a:cubicBezTo>
                  <a:pt x="648856" y="1026477"/>
                  <a:pt x="662450" y="1012883"/>
                  <a:pt x="679220" y="1012883"/>
                </a:cubicBezTo>
                <a:close/>
                <a:moveTo>
                  <a:pt x="606665" y="1012883"/>
                </a:moveTo>
                <a:cubicBezTo>
                  <a:pt x="623435" y="1012883"/>
                  <a:pt x="637029" y="1026477"/>
                  <a:pt x="637029" y="1043246"/>
                </a:cubicBezTo>
                <a:cubicBezTo>
                  <a:pt x="637029" y="1060016"/>
                  <a:pt x="623435" y="1073610"/>
                  <a:pt x="606665" y="1073610"/>
                </a:cubicBezTo>
                <a:cubicBezTo>
                  <a:pt x="589896" y="1073610"/>
                  <a:pt x="576302" y="1060016"/>
                  <a:pt x="576302" y="1043246"/>
                </a:cubicBezTo>
                <a:cubicBezTo>
                  <a:pt x="576302" y="1026477"/>
                  <a:pt x="589896" y="1012883"/>
                  <a:pt x="606665" y="1012883"/>
                </a:cubicBezTo>
                <a:close/>
                <a:moveTo>
                  <a:pt x="534111" y="1012883"/>
                </a:moveTo>
                <a:cubicBezTo>
                  <a:pt x="550880" y="1012883"/>
                  <a:pt x="564474" y="1026477"/>
                  <a:pt x="564474" y="1043246"/>
                </a:cubicBezTo>
                <a:cubicBezTo>
                  <a:pt x="564474" y="1060016"/>
                  <a:pt x="550880" y="1073610"/>
                  <a:pt x="534111" y="1073610"/>
                </a:cubicBezTo>
                <a:cubicBezTo>
                  <a:pt x="517341" y="1073610"/>
                  <a:pt x="503747" y="1060016"/>
                  <a:pt x="503747" y="1043246"/>
                </a:cubicBezTo>
                <a:cubicBezTo>
                  <a:pt x="503747" y="1026477"/>
                  <a:pt x="517341" y="1012883"/>
                  <a:pt x="534111" y="1012883"/>
                </a:cubicBezTo>
                <a:close/>
                <a:moveTo>
                  <a:pt x="461556" y="1012883"/>
                </a:moveTo>
                <a:cubicBezTo>
                  <a:pt x="478326" y="1012883"/>
                  <a:pt x="491920" y="1026477"/>
                  <a:pt x="491920" y="1043246"/>
                </a:cubicBezTo>
                <a:cubicBezTo>
                  <a:pt x="491920" y="1060016"/>
                  <a:pt x="478326" y="1073610"/>
                  <a:pt x="461556" y="1073610"/>
                </a:cubicBezTo>
                <a:cubicBezTo>
                  <a:pt x="444787" y="1073610"/>
                  <a:pt x="431192" y="1060016"/>
                  <a:pt x="431192" y="1043246"/>
                </a:cubicBezTo>
                <a:cubicBezTo>
                  <a:pt x="431192" y="1026477"/>
                  <a:pt x="444787" y="1012883"/>
                  <a:pt x="461556" y="1012883"/>
                </a:cubicBezTo>
                <a:close/>
                <a:moveTo>
                  <a:pt x="389002" y="1012883"/>
                </a:moveTo>
                <a:cubicBezTo>
                  <a:pt x="405771" y="1012883"/>
                  <a:pt x="419365" y="1026477"/>
                  <a:pt x="419365" y="1043246"/>
                </a:cubicBezTo>
                <a:cubicBezTo>
                  <a:pt x="419365" y="1060016"/>
                  <a:pt x="405771" y="1073610"/>
                  <a:pt x="389002" y="1073610"/>
                </a:cubicBezTo>
                <a:cubicBezTo>
                  <a:pt x="372232" y="1073610"/>
                  <a:pt x="358638" y="1060016"/>
                  <a:pt x="358638" y="1043246"/>
                </a:cubicBezTo>
                <a:cubicBezTo>
                  <a:pt x="358638" y="1026477"/>
                  <a:pt x="372232" y="1012883"/>
                  <a:pt x="389002" y="1012883"/>
                </a:cubicBezTo>
                <a:close/>
                <a:moveTo>
                  <a:pt x="316447" y="1012883"/>
                </a:moveTo>
                <a:cubicBezTo>
                  <a:pt x="333216" y="1012883"/>
                  <a:pt x="346810" y="1026477"/>
                  <a:pt x="346810" y="1043246"/>
                </a:cubicBezTo>
                <a:cubicBezTo>
                  <a:pt x="346810" y="1060016"/>
                  <a:pt x="333216" y="1073610"/>
                  <a:pt x="316447" y="1073610"/>
                </a:cubicBezTo>
                <a:cubicBezTo>
                  <a:pt x="299677" y="1073610"/>
                  <a:pt x="286084" y="1060016"/>
                  <a:pt x="286084" y="1043246"/>
                </a:cubicBezTo>
                <a:cubicBezTo>
                  <a:pt x="286084" y="1026477"/>
                  <a:pt x="299677" y="1012883"/>
                  <a:pt x="316447" y="1012883"/>
                </a:cubicBezTo>
                <a:close/>
                <a:moveTo>
                  <a:pt x="243892" y="1012883"/>
                </a:moveTo>
                <a:cubicBezTo>
                  <a:pt x="260662" y="1012883"/>
                  <a:pt x="274256" y="1026477"/>
                  <a:pt x="274256" y="1043246"/>
                </a:cubicBezTo>
                <a:cubicBezTo>
                  <a:pt x="274256" y="1060016"/>
                  <a:pt x="260662" y="1073610"/>
                  <a:pt x="243892" y="1073610"/>
                </a:cubicBezTo>
                <a:cubicBezTo>
                  <a:pt x="227123" y="1073610"/>
                  <a:pt x="213529" y="1060016"/>
                  <a:pt x="213529" y="1043246"/>
                </a:cubicBezTo>
                <a:cubicBezTo>
                  <a:pt x="213529" y="1026477"/>
                  <a:pt x="227123" y="1012883"/>
                  <a:pt x="243892" y="1012883"/>
                </a:cubicBezTo>
                <a:close/>
                <a:moveTo>
                  <a:pt x="171339" y="1012883"/>
                </a:moveTo>
                <a:cubicBezTo>
                  <a:pt x="188107" y="1012883"/>
                  <a:pt x="201701" y="1026477"/>
                  <a:pt x="201701" y="1043246"/>
                </a:cubicBezTo>
                <a:cubicBezTo>
                  <a:pt x="201701" y="1060016"/>
                  <a:pt x="188107" y="1073610"/>
                  <a:pt x="171339" y="1073610"/>
                </a:cubicBezTo>
                <a:cubicBezTo>
                  <a:pt x="154639" y="1073610"/>
                  <a:pt x="141045" y="1060016"/>
                  <a:pt x="141045" y="1043246"/>
                </a:cubicBezTo>
                <a:cubicBezTo>
                  <a:pt x="141045" y="1026477"/>
                  <a:pt x="154639" y="1012883"/>
                  <a:pt x="171339" y="1012883"/>
                </a:cubicBezTo>
                <a:close/>
                <a:moveTo>
                  <a:pt x="98865" y="1012883"/>
                </a:moveTo>
                <a:cubicBezTo>
                  <a:pt x="115628" y="1012883"/>
                  <a:pt x="129222" y="1026477"/>
                  <a:pt x="129222" y="1043246"/>
                </a:cubicBezTo>
                <a:cubicBezTo>
                  <a:pt x="129222" y="1060016"/>
                  <a:pt x="115628" y="1073610"/>
                  <a:pt x="98865" y="1073610"/>
                </a:cubicBezTo>
                <a:cubicBezTo>
                  <a:pt x="82093" y="1073610"/>
                  <a:pt x="68498" y="1060016"/>
                  <a:pt x="68498" y="1043246"/>
                </a:cubicBezTo>
                <a:cubicBezTo>
                  <a:pt x="68498" y="1026477"/>
                  <a:pt x="82093" y="1012883"/>
                  <a:pt x="98865" y="1012883"/>
                </a:cubicBezTo>
                <a:close/>
                <a:moveTo>
                  <a:pt x="26309" y="1012883"/>
                </a:moveTo>
                <a:cubicBezTo>
                  <a:pt x="43075" y="1012883"/>
                  <a:pt x="56670" y="1026477"/>
                  <a:pt x="56670" y="1043246"/>
                </a:cubicBezTo>
                <a:cubicBezTo>
                  <a:pt x="56670" y="1060016"/>
                  <a:pt x="43075" y="1073610"/>
                  <a:pt x="26309" y="1073610"/>
                </a:cubicBezTo>
                <a:cubicBezTo>
                  <a:pt x="17924" y="1073610"/>
                  <a:pt x="10333" y="1070212"/>
                  <a:pt x="4838" y="1064717"/>
                </a:cubicBezTo>
                <a:lnTo>
                  <a:pt x="0" y="1053036"/>
                </a:lnTo>
                <a:lnTo>
                  <a:pt x="0" y="1033457"/>
                </a:lnTo>
                <a:lnTo>
                  <a:pt x="4838" y="1021776"/>
                </a:lnTo>
                <a:cubicBezTo>
                  <a:pt x="10333" y="1016282"/>
                  <a:pt x="17924" y="1012883"/>
                  <a:pt x="26309" y="1012883"/>
                </a:cubicBezTo>
                <a:close/>
                <a:moveTo>
                  <a:pt x="1549874" y="932431"/>
                </a:moveTo>
                <a:cubicBezTo>
                  <a:pt x="1558259" y="932431"/>
                  <a:pt x="1565850" y="935830"/>
                  <a:pt x="1571345" y="941324"/>
                </a:cubicBezTo>
                <a:lnTo>
                  <a:pt x="1577296" y="955693"/>
                </a:lnTo>
                <a:lnTo>
                  <a:pt x="1565363" y="988298"/>
                </a:lnTo>
                <a:lnTo>
                  <a:pt x="1561694" y="990772"/>
                </a:lnTo>
                <a:cubicBezTo>
                  <a:pt x="1558061" y="992309"/>
                  <a:pt x="1554067" y="993158"/>
                  <a:pt x="1549874" y="993158"/>
                </a:cubicBezTo>
                <a:cubicBezTo>
                  <a:pt x="1533105" y="993158"/>
                  <a:pt x="1519511" y="979564"/>
                  <a:pt x="1519511" y="962795"/>
                </a:cubicBezTo>
                <a:cubicBezTo>
                  <a:pt x="1519511" y="946025"/>
                  <a:pt x="1533105" y="932431"/>
                  <a:pt x="1549874" y="932431"/>
                </a:cubicBezTo>
                <a:close/>
                <a:moveTo>
                  <a:pt x="1477320" y="932431"/>
                </a:moveTo>
                <a:cubicBezTo>
                  <a:pt x="1494089" y="932431"/>
                  <a:pt x="1507683" y="946025"/>
                  <a:pt x="1507683" y="962795"/>
                </a:cubicBezTo>
                <a:cubicBezTo>
                  <a:pt x="1507683" y="979564"/>
                  <a:pt x="1494089" y="993158"/>
                  <a:pt x="1477320" y="993158"/>
                </a:cubicBezTo>
                <a:cubicBezTo>
                  <a:pt x="1460550" y="993158"/>
                  <a:pt x="1446956" y="979564"/>
                  <a:pt x="1446956" y="962795"/>
                </a:cubicBezTo>
                <a:cubicBezTo>
                  <a:pt x="1446956" y="946025"/>
                  <a:pt x="1460550" y="932431"/>
                  <a:pt x="1477320" y="932431"/>
                </a:cubicBezTo>
                <a:close/>
                <a:moveTo>
                  <a:pt x="1404765" y="932431"/>
                </a:moveTo>
                <a:cubicBezTo>
                  <a:pt x="1421535" y="932431"/>
                  <a:pt x="1435129" y="946025"/>
                  <a:pt x="1435129" y="962795"/>
                </a:cubicBezTo>
                <a:cubicBezTo>
                  <a:pt x="1435129" y="979564"/>
                  <a:pt x="1421535" y="993158"/>
                  <a:pt x="1404765" y="993158"/>
                </a:cubicBezTo>
                <a:cubicBezTo>
                  <a:pt x="1387996" y="993158"/>
                  <a:pt x="1374402" y="979564"/>
                  <a:pt x="1374402" y="962795"/>
                </a:cubicBezTo>
                <a:cubicBezTo>
                  <a:pt x="1374402" y="946025"/>
                  <a:pt x="1387996" y="932431"/>
                  <a:pt x="1404765" y="932431"/>
                </a:cubicBezTo>
                <a:close/>
                <a:moveTo>
                  <a:pt x="1332211" y="932431"/>
                </a:moveTo>
                <a:cubicBezTo>
                  <a:pt x="1348980" y="932431"/>
                  <a:pt x="1362574" y="946025"/>
                  <a:pt x="1362574" y="962795"/>
                </a:cubicBezTo>
                <a:cubicBezTo>
                  <a:pt x="1362574" y="979564"/>
                  <a:pt x="1348980" y="993158"/>
                  <a:pt x="1332211" y="993158"/>
                </a:cubicBezTo>
                <a:cubicBezTo>
                  <a:pt x="1315441" y="993158"/>
                  <a:pt x="1301847" y="979564"/>
                  <a:pt x="1301847" y="962795"/>
                </a:cubicBezTo>
                <a:cubicBezTo>
                  <a:pt x="1301847" y="946025"/>
                  <a:pt x="1315441" y="932431"/>
                  <a:pt x="1332211" y="932431"/>
                </a:cubicBezTo>
                <a:close/>
                <a:moveTo>
                  <a:pt x="1259656" y="932431"/>
                </a:moveTo>
                <a:cubicBezTo>
                  <a:pt x="1276426" y="932431"/>
                  <a:pt x="1290020" y="946025"/>
                  <a:pt x="1290020" y="962795"/>
                </a:cubicBezTo>
                <a:cubicBezTo>
                  <a:pt x="1290020" y="979564"/>
                  <a:pt x="1276426" y="993158"/>
                  <a:pt x="1259656" y="993158"/>
                </a:cubicBezTo>
                <a:cubicBezTo>
                  <a:pt x="1242887" y="993158"/>
                  <a:pt x="1229293" y="979564"/>
                  <a:pt x="1229293" y="962795"/>
                </a:cubicBezTo>
                <a:cubicBezTo>
                  <a:pt x="1229293" y="946025"/>
                  <a:pt x="1242887" y="932431"/>
                  <a:pt x="1259656" y="932431"/>
                </a:cubicBezTo>
                <a:close/>
                <a:moveTo>
                  <a:pt x="1187102" y="932431"/>
                </a:moveTo>
                <a:cubicBezTo>
                  <a:pt x="1203871" y="932431"/>
                  <a:pt x="1217465" y="946025"/>
                  <a:pt x="1217465" y="962795"/>
                </a:cubicBezTo>
                <a:cubicBezTo>
                  <a:pt x="1217465" y="979564"/>
                  <a:pt x="1203871" y="993158"/>
                  <a:pt x="1187102" y="993158"/>
                </a:cubicBezTo>
                <a:cubicBezTo>
                  <a:pt x="1170332" y="993158"/>
                  <a:pt x="1156738" y="979564"/>
                  <a:pt x="1156738" y="962795"/>
                </a:cubicBezTo>
                <a:cubicBezTo>
                  <a:pt x="1156738" y="946025"/>
                  <a:pt x="1170332" y="932431"/>
                  <a:pt x="1187102" y="932431"/>
                </a:cubicBezTo>
                <a:close/>
                <a:moveTo>
                  <a:pt x="1114547" y="932431"/>
                </a:moveTo>
                <a:cubicBezTo>
                  <a:pt x="1131317" y="932431"/>
                  <a:pt x="1144911" y="946025"/>
                  <a:pt x="1144911" y="962795"/>
                </a:cubicBezTo>
                <a:cubicBezTo>
                  <a:pt x="1144911" y="979564"/>
                  <a:pt x="1131317" y="993158"/>
                  <a:pt x="1114547" y="993158"/>
                </a:cubicBezTo>
                <a:cubicBezTo>
                  <a:pt x="1097778" y="993158"/>
                  <a:pt x="1084184" y="979564"/>
                  <a:pt x="1084184" y="962795"/>
                </a:cubicBezTo>
                <a:cubicBezTo>
                  <a:pt x="1084184" y="946025"/>
                  <a:pt x="1097778" y="932431"/>
                  <a:pt x="1114547" y="932431"/>
                </a:cubicBezTo>
                <a:close/>
                <a:moveTo>
                  <a:pt x="1041993" y="932431"/>
                </a:moveTo>
                <a:cubicBezTo>
                  <a:pt x="1058762" y="932431"/>
                  <a:pt x="1072356" y="946025"/>
                  <a:pt x="1072356" y="962795"/>
                </a:cubicBezTo>
                <a:cubicBezTo>
                  <a:pt x="1072356" y="979564"/>
                  <a:pt x="1058762" y="993158"/>
                  <a:pt x="1041993" y="993158"/>
                </a:cubicBezTo>
                <a:cubicBezTo>
                  <a:pt x="1025223" y="993158"/>
                  <a:pt x="1011629" y="979564"/>
                  <a:pt x="1011629" y="962795"/>
                </a:cubicBezTo>
                <a:cubicBezTo>
                  <a:pt x="1011629" y="946025"/>
                  <a:pt x="1025223" y="932431"/>
                  <a:pt x="1041993" y="932431"/>
                </a:cubicBezTo>
                <a:close/>
                <a:moveTo>
                  <a:pt x="969438" y="932431"/>
                </a:moveTo>
                <a:cubicBezTo>
                  <a:pt x="986208" y="932431"/>
                  <a:pt x="999801" y="946025"/>
                  <a:pt x="999801" y="962795"/>
                </a:cubicBezTo>
                <a:cubicBezTo>
                  <a:pt x="999801" y="979564"/>
                  <a:pt x="986208" y="993158"/>
                  <a:pt x="969438" y="993158"/>
                </a:cubicBezTo>
                <a:cubicBezTo>
                  <a:pt x="952669" y="993158"/>
                  <a:pt x="939075" y="979564"/>
                  <a:pt x="939075" y="962795"/>
                </a:cubicBezTo>
                <a:cubicBezTo>
                  <a:pt x="939075" y="946025"/>
                  <a:pt x="952669" y="932431"/>
                  <a:pt x="969438" y="932431"/>
                </a:cubicBezTo>
                <a:close/>
                <a:moveTo>
                  <a:pt x="896883" y="932431"/>
                </a:moveTo>
                <a:cubicBezTo>
                  <a:pt x="913653" y="932431"/>
                  <a:pt x="927247" y="946025"/>
                  <a:pt x="927247" y="962795"/>
                </a:cubicBezTo>
                <a:cubicBezTo>
                  <a:pt x="927247" y="979564"/>
                  <a:pt x="913653" y="993158"/>
                  <a:pt x="896883" y="993158"/>
                </a:cubicBezTo>
                <a:cubicBezTo>
                  <a:pt x="880114" y="993158"/>
                  <a:pt x="866520" y="979564"/>
                  <a:pt x="866520" y="962795"/>
                </a:cubicBezTo>
                <a:cubicBezTo>
                  <a:pt x="866520" y="946025"/>
                  <a:pt x="880114" y="932431"/>
                  <a:pt x="896883" y="932431"/>
                </a:cubicBezTo>
                <a:close/>
                <a:moveTo>
                  <a:pt x="824329" y="932431"/>
                </a:moveTo>
                <a:cubicBezTo>
                  <a:pt x="841098" y="932431"/>
                  <a:pt x="854692" y="946025"/>
                  <a:pt x="854692" y="962795"/>
                </a:cubicBezTo>
                <a:cubicBezTo>
                  <a:pt x="854692" y="979564"/>
                  <a:pt x="841098" y="993158"/>
                  <a:pt x="824329" y="993158"/>
                </a:cubicBezTo>
                <a:cubicBezTo>
                  <a:pt x="807559" y="993158"/>
                  <a:pt x="793965" y="979564"/>
                  <a:pt x="793965" y="962795"/>
                </a:cubicBezTo>
                <a:cubicBezTo>
                  <a:pt x="793965" y="946025"/>
                  <a:pt x="807559" y="932431"/>
                  <a:pt x="824329" y="932431"/>
                </a:cubicBezTo>
                <a:close/>
                <a:moveTo>
                  <a:pt x="751774" y="932431"/>
                </a:moveTo>
                <a:cubicBezTo>
                  <a:pt x="768544" y="932431"/>
                  <a:pt x="782138" y="946025"/>
                  <a:pt x="782138" y="962795"/>
                </a:cubicBezTo>
                <a:cubicBezTo>
                  <a:pt x="782138" y="979564"/>
                  <a:pt x="768544" y="993158"/>
                  <a:pt x="751774" y="993158"/>
                </a:cubicBezTo>
                <a:cubicBezTo>
                  <a:pt x="735005" y="993158"/>
                  <a:pt x="721411" y="979564"/>
                  <a:pt x="721411" y="962795"/>
                </a:cubicBezTo>
                <a:cubicBezTo>
                  <a:pt x="721411" y="946025"/>
                  <a:pt x="735005" y="932431"/>
                  <a:pt x="751774" y="932431"/>
                </a:cubicBezTo>
                <a:close/>
                <a:moveTo>
                  <a:pt x="679220" y="932431"/>
                </a:moveTo>
                <a:cubicBezTo>
                  <a:pt x="695989" y="932431"/>
                  <a:pt x="709583" y="946025"/>
                  <a:pt x="709583" y="962795"/>
                </a:cubicBezTo>
                <a:cubicBezTo>
                  <a:pt x="709583" y="979564"/>
                  <a:pt x="695989" y="993158"/>
                  <a:pt x="679220" y="993158"/>
                </a:cubicBezTo>
                <a:cubicBezTo>
                  <a:pt x="662450" y="993158"/>
                  <a:pt x="648856" y="979564"/>
                  <a:pt x="648856" y="962795"/>
                </a:cubicBezTo>
                <a:cubicBezTo>
                  <a:pt x="648856" y="946025"/>
                  <a:pt x="662450" y="932431"/>
                  <a:pt x="679220" y="932431"/>
                </a:cubicBezTo>
                <a:close/>
                <a:moveTo>
                  <a:pt x="606665" y="932431"/>
                </a:moveTo>
                <a:cubicBezTo>
                  <a:pt x="623435" y="932431"/>
                  <a:pt x="637029" y="946025"/>
                  <a:pt x="637029" y="962795"/>
                </a:cubicBezTo>
                <a:cubicBezTo>
                  <a:pt x="637029" y="979564"/>
                  <a:pt x="623435" y="993158"/>
                  <a:pt x="606665" y="993158"/>
                </a:cubicBezTo>
                <a:cubicBezTo>
                  <a:pt x="589896" y="993158"/>
                  <a:pt x="576302" y="979564"/>
                  <a:pt x="576302" y="962795"/>
                </a:cubicBezTo>
                <a:cubicBezTo>
                  <a:pt x="576302" y="946025"/>
                  <a:pt x="589896" y="932431"/>
                  <a:pt x="606665" y="932431"/>
                </a:cubicBezTo>
                <a:close/>
                <a:moveTo>
                  <a:pt x="534111" y="932431"/>
                </a:moveTo>
                <a:cubicBezTo>
                  <a:pt x="550880" y="932431"/>
                  <a:pt x="564474" y="946025"/>
                  <a:pt x="564474" y="962795"/>
                </a:cubicBezTo>
                <a:cubicBezTo>
                  <a:pt x="564474" y="979564"/>
                  <a:pt x="550880" y="993158"/>
                  <a:pt x="534111" y="993158"/>
                </a:cubicBezTo>
                <a:cubicBezTo>
                  <a:pt x="517341" y="993158"/>
                  <a:pt x="503747" y="979564"/>
                  <a:pt x="503747" y="962795"/>
                </a:cubicBezTo>
                <a:cubicBezTo>
                  <a:pt x="503747" y="946025"/>
                  <a:pt x="517341" y="932431"/>
                  <a:pt x="534111" y="932431"/>
                </a:cubicBezTo>
                <a:close/>
                <a:moveTo>
                  <a:pt x="461556" y="932431"/>
                </a:moveTo>
                <a:cubicBezTo>
                  <a:pt x="478326" y="932431"/>
                  <a:pt x="491920" y="946025"/>
                  <a:pt x="491920" y="962795"/>
                </a:cubicBezTo>
                <a:cubicBezTo>
                  <a:pt x="491920" y="979564"/>
                  <a:pt x="478326" y="993158"/>
                  <a:pt x="461556" y="993158"/>
                </a:cubicBezTo>
                <a:cubicBezTo>
                  <a:pt x="444787" y="993158"/>
                  <a:pt x="431192" y="979564"/>
                  <a:pt x="431192" y="962795"/>
                </a:cubicBezTo>
                <a:cubicBezTo>
                  <a:pt x="431192" y="946025"/>
                  <a:pt x="444787" y="932431"/>
                  <a:pt x="461556" y="932431"/>
                </a:cubicBezTo>
                <a:close/>
                <a:moveTo>
                  <a:pt x="389002" y="932431"/>
                </a:moveTo>
                <a:cubicBezTo>
                  <a:pt x="405771" y="932431"/>
                  <a:pt x="419365" y="946025"/>
                  <a:pt x="419365" y="962795"/>
                </a:cubicBezTo>
                <a:cubicBezTo>
                  <a:pt x="419365" y="979564"/>
                  <a:pt x="405771" y="993158"/>
                  <a:pt x="389002" y="993158"/>
                </a:cubicBezTo>
                <a:cubicBezTo>
                  <a:pt x="372232" y="993158"/>
                  <a:pt x="358638" y="979564"/>
                  <a:pt x="358638" y="962795"/>
                </a:cubicBezTo>
                <a:cubicBezTo>
                  <a:pt x="358638" y="946025"/>
                  <a:pt x="372232" y="932431"/>
                  <a:pt x="389002" y="932431"/>
                </a:cubicBezTo>
                <a:close/>
                <a:moveTo>
                  <a:pt x="316447" y="932431"/>
                </a:moveTo>
                <a:cubicBezTo>
                  <a:pt x="333216" y="932431"/>
                  <a:pt x="346810" y="946025"/>
                  <a:pt x="346810" y="962795"/>
                </a:cubicBezTo>
                <a:cubicBezTo>
                  <a:pt x="346810" y="979564"/>
                  <a:pt x="333216" y="993158"/>
                  <a:pt x="316447" y="993158"/>
                </a:cubicBezTo>
                <a:cubicBezTo>
                  <a:pt x="299677" y="993158"/>
                  <a:pt x="286084" y="979564"/>
                  <a:pt x="286084" y="962795"/>
                </a:cubicBezTo>
                <a:cubicBezTo>
                  <a:pt x="286084" y="946025"/>
                  <a:pt x="299677" y="932431"/>
                  <a:pt x="316447" y="932431"/>
                </a:cubicBezTo>
                <a:close/>
                <a:moveTo>
                  <a:pt x="243892" y="932431"/>
                </a:moveTo>
                <a:cubicBezTo>
                  <a:pt x="260662" y="932431"/>
                  <a:pt x="274256" y="946025"/>
                  <a:pt x="274256" y="962795"/>
                </a:cubicBezTo>
                <a:cubicBezTo>
                  <a:pt x="274256" y="979564"/>
                  <a:pt x="260662" y="993158"/>
                  <a:pt x="243892" y="993158"/>
                </a:cubicBezTo>
                <a:cubicBezTo>
                  <a:pt x="227123" y="993158"/>
                  <a:pt x="213529" y="979564"/>
                  <a:pt x="213529" y="962795"/>
                </a:cubicBezTo>
                <a:cubicBezTo>
                  <a:pt x="213529" y="946025"/>
                  <a:pt x="227123" y="932431"/>
                  <a:pt x="243892" y="932431"/>
                </a:cubicBezTo>
                <a:close/>
                <a:moveTo>
                  <a:pt x="171339" y="932431"/>
                </a:moveTo>
                <a:cubicBezTo>
                  <a:pt x="188107" y="932431"/>
                  <a:pt x="201701" y="946025"/>
                  <a:pt x="201701" y="962795"/>
                </a:cubicBezTo>
                <a:cubicBezTo>
                  <a:pt x="201701" y="979564"/>
                  <a:pt x="188107" y="993158"/>
                  <a:pt x="171339" y="993158"/>
                </a:cubicBezTo>
                <a:cubicBezTo>
                  <a:pt x="154645" y="993158"/>
                  <a:pt x="141051" y="979564"/>
                  <a:pt x="141051" y="962795"/>
                </a:cubicBezTo>
                <a:cubicBezTo>
                  <a:pt x="141051" y="946025"/>
                  <a:pt x="154645" y="932431"/>
                  <a:pt x="171339" y="932431"/>
                </a:cubicBezTo>
                <a:close/>
                <a:moveTo>
                  <a:pt x="98870" y="932431"/>
                </a:moveTo>
                <a:cubicBezTo>
                  <a:pt x="115634" y="932431"/>
                  <a:pt x="129228" y="946025"/>
                  <a:pt x="129228" y="962795"/>
                </a:cubicBezTo>
                <a:cubicBezTo>
                  <a:pt x="129228" y="979564"/>
                  <a:pt x="115634" y="993158"/>
                  <a:pt x="98870" y="993158"/>
                </a:cubicBezTo>
                <a:cubicBezTo>
                  <a:pt x="82099" y="993158"/>
                  <a:pt x="68505" y="979564"/>
                  <a:pt x="68505" y="962795"/>
                </a:cubicBezTo>
                <a:cubicBezTo>
                  <a:pt x="68505" y="946025"/>
                  <a:pt x="82099" y="932431"/>
                  <a:pt x="98870" y="932431"/>
                </a:cubicBezTo>
                <a:close/>
                <a:moveTo>
                  <a:pt x="26316" y="932431"/>
                </a:moveTo>
                <a:cubicBezTo>
                  <a:pt x="43081" y="932431"/>
                  <a:pt x="56676" y="946025"/>
                  <a:pt x="56676" y="962795"/>
                </a:cubicBezTo>
                <a:cubicBezTo>
                  <a:pt x="56676" y="979564"/>
                  <a:pt x="43081" y="993158"/>
                  <a:pt x="26316" y="993158"/>
                </a:cubicBezTo>
                <a:cubicBezTo>
                  <a:pt x="17931" y="993158"/>
                  <a:pt x="10340" y="989760"/>
                  <a:pt x="4845" y="984265"/>
                </a:cubicBezTo>
                <a:lnTo>
                  <a:pt x="0" y="972570"/>
                </a:lnTo>
                <a:lnTo>
                  <a:pt x="0" y="953020"/>
                </a:lnTo>
                <a:lnTo>
                  <a:pt x="4845" y="941324"/>
                </a:lnTo>
                <a:cubicBezTo>
                  <a:pt x="10340" y="935830"/>
                  <a:pt x="17931" y="932431"/>
                  <a:pt x="26316" y="932431"/>
                </a:cubicBezTo>
                <a:close/>
                <a:moveTo>
                  <a:pt x="1612513" y="853981"/>
                </a:moveTo>
                <a:lnTo>
                  <a:pt x="1607766" y="872445"/>
                </a:lnTo>
                <a:lnTo>
                  <a:pt x="1598477" y="897823"/>
                </a:lnTo>
                <a:lnTo>
                  <a:pt x="1592066" y="882343"/>
                </a:lnTo>
                <a:cubicBezTo>
                  <a:pt x="1592066" y="869766"/>
                  <a:pt x="1599712" y="858975"/>
                  <a:pt x="1610610" y="854366"/>
                </a:cubicBezTo>
                <a:close/>
                <a:moveTo>
                  <a:pt x="1549874" y="851979"/>
                </a:moveTo>
                <a:cubicBezTo>
                  <a:pt x="1566644" y="851979"/>
                  <a:pt x="1580238" y="865573"/>
                  <a:pt x="1580238" y="882343"/>
                </a:cubicBezTo>
                <a:cubicBezTo>
                  <a:pt x="1580238" y="899112"/>
                  <a:pt x="1566644" y="912706"/>
                  <a:pt x="1549874" y="912706"/>
                </a:cubicBezTo>
                <a:cubicBezTo>
                  <a:pt x="1533105" y="912706"/>
                  <a:pt x="1519511" y="899112"/>
                  <a:pt x="1519511" y="882343"/>
                </a:cubicBezTo>
                <a:cubicBezTo>
                  <a:pt x="1519511" y="865573"/>
                  <a:pt x="1533105" y="851979"/>
                  <a:pt x="1549874" y="851979"/>
                </a:cubicBezTo>
                <a:close/>
                <a:moveTo>
                  <a:pt x="1477320" y="851979"/>
                </a:moveTo>
                <a:cubicBezTo>
                  <a:pt x="1494089" y="851979"/>
                  <a:pt x="1507683" y="865573"/>
                  <a:pt x="1507683" y="882343"/>
                </a:cubicBezTo>
                <a:cubicBezTo>
                  <a:pt x="1507683" y="899112"/>
                  <a:pt x="1494089" y="912706"/>
                  <a:pt x="1477320" y="912706"/>
                </a:cubicBezTo>
                <a:cubicBezTo>
                  <a:pt x="1460550" y="912706"/>
                  <a:pt x="1446956" y="899112"/>
                  <a:pt x="1446956" y="882343"/>
                </a:cubicBezTo>
                <a:cubicBezTo>
                  <a:pt x="1446956" y="865573"/>
                  <a:pt x="1460550" y="851979"/>
                  <a:pt x="1477320" y="851979"/>
                </a:cubicBezTo>
                <a:close/>
                <a:moveTo>
                  <a:pt x="1404765" y="851979"/>
                </a:moveTo>
                <a:cubicBezTo>
                  <a:pt x="1421535" y="851979"/>
                  <a:pt x="1435129" y="865573"/>
                  <a:pt x="1435129" y="882343"/>
                </a:cubicBezTo>
                <a:cubicBezTo>
                  <a:pt x="1435129" y="899112"/>
                  <a:pt x="1421535" y="912706"/>
                  <a:pt x="1404765" y="912706"/>
                </a:cubicBezTo>
                <a:cubicBezTo>
                  <a:pt x="1387996" y="912706"/>
                  <a:pt x="1374402" y="899112"/>
                  <a:pt x="1374402" y="882343"/>
                </a:cubicBezTo>
                <a:cubicBezTo>
                  <a:pt x="1374402" y="865573"/>
                  <a:pt x="1387996" y="851979"/>
                  <a:pt x="1404765" y="851979"/>
                </a:cubicBezTo>
                <a:close/>
                <a:moveTo>
                  <a:pt x="1332211" y="851979"/>
                </a:moveTo>
                <a:cubicBezTo>
                  <a:pt x="1348980" y="851979"/>
                  <a:pt x="1362574" y="865573"/>
                  <a:pt x="1362574" y="882343"/>
                </a:cubicBezTo>
                <a:cubicBezTo>
                  <a:pt x="1362574" y="899112"/>
                  <a:pt x="1348980" y="912706"/>
                  <a:pt x="1332211" y="912706"/>
                </a:cubicBezTo>
                <a:cubicBezTo>
                  <a:pt x="1315441" y="912706"/>
                  <a:pt x="1301847" y="899112"/>
                  <a:pt x="1301847" y="882343"/>
                </a:cubicBezTo>
                <a:cubicBezTo>
                  <a:pt x="1301847" y="865573"/>
                  <a:pt x="1315441" y="851979"/>
                  <a:pt x="1332211" y="851979"/>
                </a:cubicBezTo>
                <a:close/>
                <a:moveTo>
                  <a:pt x="1259656" y="851979"/>
                </a:moveTo>
                <a:cubicBezTo>
                  <a:pt x="1276426" y="851979"/>
                  <a:pt x="1290020" y="865573"/>
                  <a:pt x="1290020" y="882343"/>
                </a:cubicBezTo>
                <a:cubicBezTo>
                  <a:pt x="1290020" y="899112"/>
                  <a:pt x="1276426" y="912706"/>
                  <a:pt x="1259656" y="912706"/>
                </a:cubicBezTo>
                <a:cubicBezTo>
                  <a:pt x="1242887" y="912706"/>
                  <a:pt x="1229293" y="899112"/>
                  <a:pt x="1229293" y="882343"/>
                </a:cubicBezTo>
                <a:cubicBezTo>
                  <a:pt x="1229293" y="865573"/>
                  <a:pt x="1242887" y="851979"/>
                  <a:pt x="1259656" y="851979"/>
                </a:cubicBezTo>
                <a:close/>
                <a:moveTo>
                  <a:pt x="1187102" y="851979"/>
                </a:moveTo>
                <a:cubicBezTo>
                  <a:pt x="1203871" y="851979"/>
                  <a:pt x="1217465" y="865573"/>
                  <a:pt x="1217465" y="882343"/>
                </a:cubicBezTo>
                <a:cubicBezTo>
                  <a:pt x="1217465" y="899112"/>
                  <a:pt x="1203871" y="912706"/>
                  <a:pt x="1187102" y="912706"/>
                </a:cubicBezTo>
                <a:cubicBezTo>
                  <a:pt x="1170332" y="912706"/>
                  <a:pt x="1156738" y="899112"/>
                  <a:pt x="1156738" y="882343"/>
                </a:cubicBezTo>
                <a:cubicBezTo>
                  <a:pt x="1156738" y="865573"/>
                  <a:pt x="1170332" y="851979"/>
                  <a:pt x="1187102" y="851979"/>
                </a:cubicBezTo>
                <a:close/>
                <a:moveTo>
                  <a:pt x="1114547" y="851979"/>
                </a:moveTo>
                <a:cubicBezTo>
                  <a:pt x="1131317" y="851979"/>
                  <a:pt x="1144911" y="865573"/>
                  <a:pt x="1144911" y="882343"/>
                </a:cubicBezTo>
                <a:cubicBezTo>
                  <a:pt x="1144911" y="899112"/>
                  <a:pt x="1131317" y="912706"/>
                  <a:pt x="1114547" y="912706"/>
                </a:cubicBezTo>
                <a:cubicBezTo>
                  <a:pt x="1097778" y="912706"/>
                  <a:pt x="1084184" y="899112"/>
                  <a:pt x="1084184" y="882343"/>
                </a:cubicBezTo>
                <a:cubicBezTo>
                  <a:pt x="1084184" y="865573"/>
                  <a:pt x="1097778" y="851979"/>
                  <a:pt x="1114547" y="851979"/>
                </a:cubicBezTo>
                <a:close/>
                <a:moveTo>
                  <a:pt x="1041993" y="851979"/>
                </a:moveTo>
                <a:cubicBezTo>
                  <a:pt x="1058762" y="851979"/>
                  <a:pt x="1072356" y="865573"/>
                  <a:pt x="1072356" y="882343"/>
                </a:cubicBezTo>
                <a:cubicBezTo>
                  <a:pt x="1072356" y="899112"/>
                  <a:pt x="1058762" y="912706"/>
                  <a:pt x="1041993" y="912706"/>
                </a:cubicBezTo>
                <a:cubicBezTo>
                  <a:pt x="1025223" y="912706"/>
                  <a:pt x="1011629" y="899112"/>
                  <a:pt x="1011629" y="882343"/>
                </a:cubicBezTo>
                <a:cubicBezTo>
                  <a:pt x="1011629" y="865573"/>
                  <a:pt x="1025223" y="851979"/>
                  <a:pt x="1041993" y="851979"/>
                </a:cubicBezTo>
                <a:close/>
                <a:moveTo>
                  <a:pt x="969438" y="851979"/>
                </a:moveTo>
                <a:cubicBezTo>
                  <a:pt x="986208" y="851979"/>
                  <a:pt x="999801" y="865573"/>
                  <a:pt x="999801" y="882343"/>
                </a:cubicBezTo>
                <a:cubicBezTo>
                  <a:pt x="999801" y="899112"/>
                  <a:pt x="986208" y="912706"/>
                  <a:pt x="969438" y="912706"/>
                </a:cubicBezTo>
                <a:cubicBezTo>
                  <a:pt x="952669" y="912706"/>
                  <a:pt x="939075" y="899112"/>
                  <a:pt x="939075" y="882343"/>
                </a:cubicBezTo>
                <a:cubicBezTo>
                  <a:pt x="939075" y="865573"/>
                  <a:pt x="952669" y="851979"/>
                  <a:pt x="969438" y="851979"/>
                </a:cubicBezTo>
                <a:close/>
                <a:moveTo>
                  <a:pt x="896883" y="851979"/>
                </a:moveTo>
                <a:cubicBezTo>
                  <a:pt x="913653" y="851979"/>
                  <a:pt x="927247" y="865573"/>
                  <a:pt x="927247" y="882343"/>
                </a:cubicBezTo>
                <a:cubicBezTo>
                  <a:pt x="927247" y="899112"/>
                  <a:pt x="913653" y="912706"/>
                  <a:pt x="896883" y="912706"/>
                </a:cubicBezTo>
                <a:cubicBezTo>
                  <a:pt x="880114" y="912706"/>
                  <a:pt x="866520" y="899112"/>
                  <a:pt x="866520" y="882343"/>
                </a:cubicBezTo>
                <a:cubicBezTo>
                  <a:pt x="866520" y="865573"/>
                  <a:pt x="880114" y="851979"/>
                  <a:pt x="896883" y="851979"/>
                </a:cubicBezTo>
                <a:close/>
                <a:moveTo>
                  <a:pt x="824329" y="851979"/>
                </a:moveTo>
                <a:cubicBezTo>
                  <a:pt x="841098" y="851979"/>
                  <a:pt x="854692" y="865573"/>
                  <a:pt x="854692" y="882343"/>
                </a:cubicBezTo>
                <a:cubicBezTo>
                  <a:pt x="854692" y="899112"/>
                  <a:pt x="841098" y="912706"/>
                  <a:pt x="824329" y="912706"/>
                </a:cubicBezTo>
                <a:cubicBezTo>
                  <a:pt x="807559" y="912706"/>
                  <a:pt x="793965" y="899112"/>
                  <a:pt x="793965" y="882343"/>
                </a:cubicBezTo>
                <a:cubicBezTo>
                  <a:pt x="793965" y="865573"/>
                  <a:pt x="807559" y="851979"/>
                  <a:pt x="824329" y="851979"/>
                </a:cubicBezTo>
                <a:close/>
                <a:moveTo>
                  <a:pt x="751774" y="851979"/>
                </a:moveTo>
                <a:cubicBezTo>
                  <a:pt x="768544" y="851979"/>
                  <a:pt x="782138" y="865573"/>
                  <a:pt x="782138" y="882343"/>
                </a:cubicBezTo>
                <a:cubicBezTo>
                  <a:pt x="782138" y="899112"/>
                  <a:pt x="768544" y="912706"/>
                  <a:pt x="751774" y="912706"/>
                </a:cubicBezTo>
                <a:cubicBezTo>
                  <a:pt x="735005" y="912706"/>
                  <a:pt x="721411" y="899112"/>
                  <a:pt x="721411" y="882343"/>
                </a:cubicBezTo>
                <a:cubicBezTo>
                  <a:pt x="721411" y="865573"/>
                  <a:pt x="735005" y="851979"/>
                  <a:pt x="751774" y="851979"/>
                </a:cubicBezTo>
                <a:close/>
                <a:moveTo>
                  <a:pt x="679220" y="851979"/>
                </a:moveTo>
                <a:cubicBezTo>
                  <a:pt x="695989" y="851979"/>
                  <a:pt x="709583" y="865573"/>
                  <a:pt x="709583" y="882343"/>
                </a:cubicBezTo>
                <a:cubicBezTo>
                  <a:pt x="709583" y="899112"/>
                  <a:pt x="695989" y="912706"/>
                  <a:pt x="679220" y="912706"/>
                </a:cubicBezTo>
                <a:cubicBezTo>
                  <a:pt x="662450" y="912706"/>
                  <a:pt x="648856" y="899112"/>
                  <a:pt x="648856" y="882343"/>
                </a:cubicBezTo>
                <a:cubicBezTo>
                  <a:pt x="648856" y="865573"/>
                  <a:pt x="662450" y="851979"/>
                  <a:pt x="679220" y="851979"/>
                </a:cubicBezTo>
                <a:close/>
                <a:moveTo>
                  <a:pt x="606665" y="851979"/>
                </a:moveTo>
                <a:cubicBezTo>
                  <a:pt x="623435" y="851979"/>
                  <a:pt x="637029" y="865573"/>
                  <a:pt x="637029" y="882343"/>
                </a:cubicBezTo>
                <a:cubicBezTo>
                  <a:pt x="637029" y="899112"/>
                  <a:pt x="623435" y="912706"/>
                  <a:pt x="606665" y="912706"/>
                </a:cubicBezTo>
                <a:cubicBezTo>
                  <a:pt x="589896" y="912706"/>
                  <a:pt x="576302" y="899112"/>
                  <a:pt x="576302" y="882343"/>
                </a:cubicBezTo>
                <a:cubicBezTo>
                  <a:pt x="576302" y="865573"/>
                  <a:pt x="589896" y="851979"/>
                  <a:pt x="606665" y="851979"/>
                </a:cubicBezTo>
                <a:close/>
                <a:moveTo>
                  <a:pt x="534111" y="851979"/>
                </a:moveTo>
                <a:cubicBezTo>
                  <a:pt x="550880" y="851979"/>
                  <a:pt x="564474" y="865573"/>
                  <a:pt x="564474" y="882343"/>
                </a:cubicBezTo>
                <a:cubicBezTo>
                  <a:pt x="564474" y="899112"/>
                  <a:pt x="550880" y="912706"/>
                  <a:pt x="534111" y="912706"/>
                </a:cubicBezTo>
                <a:cubicBezTo>
                  <a:pt x="517341" y="912706"/>
                  <a:pt x="503747" y="899112"/>
                  <a:pt x="503747" y="882343"/>
                </a:cubicBezTo>
                <a:cubicBezTo>
                  <a:pt x="503747" y="865573"/>
                  <a:pt x="517341" y="851979"/>
                  <a:pt x="534111" y="851979"/>
                </a:cubicBezTo>
                <a:close/>
                <a:moveTo>
                  <a:pt x="461556" y="851979"/>
                </a:moveTo>
                <a:cubicBezTo>
                  <a:pt x="478326" y="851979"/>
                  <a:pt x="491920" y="865573"/>
                  <a:pt x="491920" y="882343"/>
                </a:cubicBezTo>
                <a:cubicBezTo>
                  <a:pt x="491920" y="899112"/>
                  <a:pt x="478326" y="912706"/>
                  <a:pt x="461556" y="912706"/>
                </a:cubicBezTo>
                <a:cubicBezTo>
                  <a:pt x="444787" y="912706"/>
                  <a:pt x="431192" y="899112"/>
                  <a:pt x="431192" y="882343"/>
                </a:cubicBezTo>
                <a:cubicBezTo>
                  <a:pt x="431192" y="865573"/>
                  <a:pt x="444787" y="851979"/>
                  <a:pt x="461556" y="851979"/>
                </a:cubicBezTo>
                <a:close/>
                <a:moveTo>
                  <a:pt x="389002" y="851979"/>
                </a:moveTo>
                <a:cubicBezTo>
                  <a:pt x="405771" y="851979"/>
                  <a:pt x="419365" y="865573"/>
                  <a:pt x="419365" y="882343"/>
                </a:cubicBezTo>
                <a:cubicBezTo>
                  <a:pt x="419365" y="899112"/>
                  <a:pt x="405771" y="912706"/>
                  <a:pt x="389002" y="912706"/>
                </a:cubicBezTo>
                <a:cubicBezTo>
                  <a:pt x="372232" y="912706"/>
                  <a:pt x="358638" y="899112"/>
                  <a:pt x="358638" y="882343"/>
                </a:cubicBezTo>
                <a:cubicBezTo>
                  <a:pt x="358638" y="865573"/>
                  <a:pt x="372232" y="851979"/>
                  <a:pt x="389002" y="851979"/>
                </a:cubicBezTo>
                <a:close/>
                <a:moveTo>
                  <a:pt x="316447" y="851979"/>
                </a:moveTo>
                <a:cubicBezTo>
                  <a:pt x="333216" y="851979"/>
                  <a:pt x="346810" y="865573"/>
                  <a:pt x="346810" y="882343"/>
                </a:cubicBezTo>
                <a:cubicBezTo>
                  <a:pt x="346810" y="899112"/>
                  <a:pt x="333216" y="912706"/>
                  <a:pt x="316447" y="912706"/>
                </a:cubicBezTo>
                <a:cubicBezTo>
                  <a:pt x="299677" y="912706"/>
                  <a:pt x="286084" y="899112"/>
                  <a:pt x="286084" y="882343"/>
                </a:cubicBezTo>
                <a:cubicBezTo>
                  <a:pt x="286084" y="865573"/>
                  <a:pt x="299677" y="851979"/>
                  <a:pt x="316447" y="851979"/>
                </a:cubicBezTo>
                <a:close/>
                <a:moveTo>
                  <a:pt x="243892" y="851979"/>
                </a:moveTo>
                <a:cubicBezTo>
                  <a:pt x="260662" y="851979"/>
                  <a:pt x="274256" y="865573"/>
                  <a:pt x="274256" y="882343"/>
                </a:cubicBezTo>
                <a:cubicBezTo>
                  <a:pt x="274256" y="899112"/>
                  <a:pt x="260662" y="912706"/>
                  <a:pt x="243892" y="912706"/>
                </a:cubicBezTo>
                <a:cubicBezTo>
                  <a:pt x="227123" y="912706"/>
                  <a:pt x="213529" y="899112"/>
                  <a:pt x="213529" y="882343"/>
                </a:cubicBezTo>
                <a:cubicBezTo>
                  <a:pt x="213529" y="865573"/>
                  <a:pt x="227123" y="851979"/>
                  <a:pt x="243892" y="851979"/>
                </a:cubicBezTo>
                <a:close/>
                <a:moveTo>
                  <a:pt x="171339" y="851979"/>
                </a:moveTo>
                <a:cubicBezTo>
                  <a:pt x="188107" y="851979"/>
                  <a:pt x="201701" y="865573"/>
                  <a:pt x="201701" y="882343"/>
                </a:cubicBezTo>
                <a:cubicBezTo>
                  <a:pt x="201701" y="899112"/>
                  <a:pt x="188107" y="912706"/>
                  <a:pt x="171339" y="912706"/>
                </a:cubicBezTo>
                <a:cubicBezTo>
                  <a:pt x="154651" y="912706"/>
                  <a:pt x="141056" y="899112"/>
                  <a:pt x="141056" y="882343"/>
                </a:cubicBezTo>
                <a:cubicBezTo>
                  <a:pt x="141056" y="865573"/>
                  <a:pt x="154651" y="851979"/>
                  <a:pt x="171339" y="851979"/>
                </a:cubicBezTo>
                <a:close/>
                <a:moveTo>
                  <a:pt x="98877" y="851979"/>
                </a:moveTo>
                <a:cubicBezTo>
                  <a:pt x="115640" y="851979"/>
                  <a:pt x="129234" y="865573"/>
                  <a:pt x="129234" y="882343"/>
                </a:cubicBezTo>
                <a:cubicBezTo>
                  <a:pt x="129234" y="899112"/>
                  <a:pt x="115640" y="912706"/>
                  <a:pt x="98877" y="912706"/>
                </a:cubicBezTo>
                <a:cubicBezTo>
                  <a:pt x="82106" y="912706"/>
                  <a:pt x="68511" y="899112"/>
                  <a:pt x="68511" y="882343"/>
                </a:cubicBezTo>
                <a:cubicBezTo>
                  <a:pt x="68511" y="865573"/>
                  <a:pt x="82106" y="851979"/>
                  <a:pt x="98877" y="851979"/>
                </a:cubicBezTo>
                <a:close/>
                <a:moveTo>
                  <a:pt x="26322" y="851979"/>
                </a:moveTo>
                <a:cubicBezTo>
                  <a:pt x="43087" y="851979"/>
                  <a:pt x="56682" y="865573"/>
                  <a:pt x="56682" y="882343"/>
                </a:cubicBezTo>
                <a:cubicBezTo>
                  <a:pt x="56682" y="899112"/>
                  <a:pt x="43087" y="912706"/>
                  <a:pt x="26322" y="912706"/>
                </a:cubicBezTo>
                <a:cubicBezTo>
                  <a:pt x="17937" y="912706"/>
                  <a:pt x="10346" y="909308"/>
                  <a:pt x="4851" y="903813"/>
                </a:cubicBezTo>
                <a:lnTo>
                  <a:pt x="0" y="892101"/>
                </a:lnTo>
                <a:lnTo>
                  <a:pt x="0" y="872585"/>
                </a:lnTo>
                <a:lnTo>
                  <a:pt x="4851" y="860872"/>
                </a:lnTo>
                <a:cubicBezTo>
                  <a:pt x="10346" y="855378"/>
                  <a:pt x="17937" y="851979"/>
                  <a:pt x="26322" y="851979"/>
                </a:cubicBezTo>
                <a:close/>
                <a:moveTo>
                  <a:pt x="1622429" y="771528"/>
                </a:moveTo>
                <a:lnTo>
                  <a:pt x="1633158" y="773694"/>
                </a:lnTo>
                <a:lnTo>
                  <a:pt x="1618313" y="831424"/>
                </a:lnTo>
                <a:lnTo>
                  <a:pt x="1610610" y="829868"/>
                </a:lnTo>
                <a:cubicBezTo>
                  <a:pt x="1599712" y="825259"/>
                  <a:pt x="1592066" y="814469"/>
                  <a:pt x="1592066" y="801891"/>
                </a:cubicBezTo>
                <a:cubicBezTo>
                  <a:pt x="1592066" y="785122"/>
                  <a:pt x="1605659" y="771528"/>
                  <a:pt x="1622429" y="771528"/>
                </a:cubicBezTo>
                <a:close/>
                <a:moveTo>
                  <a:pt x="1549874" y="771528"/>
                </a:moveTo>
                <a:cubicBezTo>
                  <a:pt x="1566644" y="771528"/>
                  <a:pt x="1580238" y="785122"/>
                  <a:pt x="1580238" y="801891"/>
                </a:cubicBezTo>
                <a:cubicBezTo>
                  <a:pt x="1580238" y="818661"/>
                  <a:pt x="1566644" y="832255"/>
                  <a:pt x="1549874" y="832255"/>
                </a:cubicBezTo>
                <a:cubicBezTo>
                  <a:pt x="1533105" y="832255"/>
                  <a:pt x="1519511" y="818661"/>
                  <a:pt x="1519511" y="801891"/>
                </a:cubicBezTo>
                <a:cubicBezTo>
                  <a:pt x="1519511" y="785122"/>
                  <a:pt x="1533105" y="771528"/>
                  <a:pt x="1549874" y="771528"/>
                </a:cubicBezTo>
                <a:close/>
                <a:moveTo>
                  <a:pt x="1477320" y="771528"/>
                </a:moveTo>
                <a:cubicBezTo>
                  <a:pt x="1494089" y="771528"/>
                  <a:pt x="1507683" y="785122"/>
                  <a:pt x="1507683" y="801891"/>
                </a:cubicBezTo>
                <a:cubicBezTo>
                  <a:pt x="1507683" y="818661"/>
                  <a:pt x="1494089" y="832255"/>
                  <a:pt x="1477320" y="832255"/>
                </a:cubicBezTo>
                <a:cubicBezTo>
                  <a:pt x="1460550" y="832255"/>
                  <a:pt x="1446956" y="818661"/>
                  <a:pt x="1446956" y="801891"/>
                </a:cubicBezTo>
                <a:cubicBezTo>
                  <a:pt x="1446956" y="785122"/>
                  <a:pt x="1460550" y="771528"/>
                  <a:pt x="1477320" y="771528"/>
                </a:cubicBezTo>
                <a:close/>
                <a:moveTo>
                  <a:pt x="1404765" y="771528"/>
                </a:moveTo>
                <a:cubicBezTo>
                  <a:pt x="1421535" y="771528"/>
                  <a:pt x="1435129" y="785122"/>
                  <a:pt x="1435129" y="801891"/>
                </a:cubicBezTo>
                <a:cubicBezTo>
                  <a:pt x="1435129" y="818661"/>
                  <a:pt x="1421535" y="832255"/>
                  <a:pt x="1404765" y="832255"/>
                </a:cubicBezTo>
                <a:cubicBezTo>
                  <a:pt x="1387996" y="832255"/>
                  <a:pt x="1374402" y="818661"/>
                  <a:pt x="1374402" y="801891"/>
                </a:cubicBezTo>
                <a:cubicBezTo>
                  <a:pt x="1374402" y="785122"/>
                  <a:pt x="1387996" y="771528"/>
                  <a:pt x="1404765" y="771528"/>
                </a:cubicBezTo>
                <a:close/>
                <a:moveTo>
                  <a:pt x="1332211" y="771528"/>
                </a:moveTo>
                <a:cubicBezTo>
                  <a:pt x="1348980" y="771528"/>
                  <a:pt x="1362574" y="785122"/>
                  <a:pt x="1362574" y="801891"/>
                </a:cubicBezTo>
                <a:cubicBezTo>
                  <a:pt x="1362574" y="818661"/>
                  <a:pt x="1348980" y="832255"/>
                  <a:pt x="1332211" y="832255"/>
                </a:cubicBezTo>
                <a:cubicBezTo>
                  <a:pt x="1315441" y="832255"/>
                  <a:pt x="1301847" y="818661"/>
                  <a:pt x="1301847" y="801891"/>
                </a:cubicBezTo>
                <a:cubicBezTo>
                  <a:pt x="1301847" y="785122"/>
                  <a:pt x="1315441" y="771528"/>
                  <a:pt x="1332211" y="771528"/>
                </a:cubicBezTo>
                <a:close/>
                <a:moveTo>
                  <a:pt x="1259656" y="771528"/>
                </a:moveTo>
                <a:cubicBezTo>
                  <a:pt x="1276426" y="771528"/>
                  <a:pt x="1290020" y="785122"/>
                  <a:pt x="1290020" y="801891"/>
                </a:cubicBezTo>
                <a:cubicBezTo>
                  <a:pt x="1290020" y="818661"/>
                  <a:pt x="1276426" y="832255"/>
                  <a:pt x="1259656" y="832255"/>
                </a:cubicBezTo>
                <a:cubicBezTo>
                  <a:pt x="1242887" y="832255"/>
                  <a:pt x="1229293" y="818661"/>
                  <a:pt x="1229293" y="801891"/>
                </a:cubicBezTo>
                <a:cubicBezTo>
                  <a:pt x="1229293" y="785122"/>
                  <a:pt x="1242887" y="771528"/>
                  <a:pt x="1259656" y="771528"/>
                </a:cubicBezTo>
                <a:close/>
                <a:moveTo>
                  <a:pt x="1187102" y="771528"/>
                </a:moveTo>
                <a:cubicBezTo>
                  <a:pt x="1203871" y="771528"/>
                  <a:pt x="1217465" y="785122"/>
                  <a:pt x="1217465" y="801891"/>
                </a:cubicBezTo>
                <a:cubicBezTo>
                  <a:pt x="1217465" y="818661"/>
                  <a:pt x="1203871" y="832255"/>
                  <a:pt x="1187102" y="832255"/>
                </a:cubicBezTo>
                <a:cubicBezTo>
                  <a:pt x="1170332" y="832255"/>
                  <a:pt x="1156738" y="818661"/>
                  <a:pt x="1156738" y="801891"/>
                </a:cubicBezTo>
                <a:cubicBezTo>
                  <a:pt x="1156738" y="785122"/>
                  <a:pt x="1170332" y="771528"/>
                  <a:pt x="1187102" y="771528"/>
                </a:cubicBezTo>
                <a:close/>
                <a:moveTo>
                  <a:pt x="1114547" y="771528"/>
                </a:moveTo>
                <a:cubicBezTo>
                  <a:pt x="1131317" y="771528"/>
                  <a:pt x="1144911" y="785122"/>
                  <a:pt x="1144911" y="801891"/>
                </a:cubicBezTo>
                <a:cubicBezTo>
                  <a:pt x="1144911" y="818661"/>
                  <a:pt x="1131317" y="832255"/>
                  <a:pt x="1114547" y="832255"/>
                </a:cubicBezTo>
                <a:cubicBezTo>
                  <a:pt x="1097778" y="832255"/>
                  <a:pt x="1084184" y="818661"/>
                  <a:pt x="1084184" y="801891"/>
                </a:cubicBezTo>
                <a:cubicBezTo>
                  <a:pt x="1084184" y="785122"/>
                  <a:pt x="1097778" y="771528"/>
                  <a:pt x="1114547" y="771528"/>
                </a:cubicBezTo>
                <a:close/>
                <a:moveTo>
                  <a:pt x="1041993" y="771528"/>
                </a:moveTo>
                <a:cubicBezTo>
                  <a:pt x="1058762" y="771528"/>
                  <a:pt x="1072356" y="785122"/>
                  <a:pt x="1072356" y="801891"/>
                </a:cubicBezTo>
                <a:cubicBezTo>
                  <a:pt x="1072356" y="818661"/>
                  <a:pt x="1058762" y="832255"/>
                  <a:pt x="1041993" y="832255"/>
                </a:cubicBezTo>
                <a:cubicBezTo>
                  <a:pt x="1025223" y="832255"/>
                  <a:pt x="1011629" y="818661"/>
                  <a:pt x="1011629" y="801891"/>
                </a:cubicBezTo>
                <a:cubicBezTo>
                  <a:pt x="1011629" y="785122"/>
                  <a:pt x="1025223" y="771528"/>
                  <a:pt x="1041993" y="771528"/>
                </a:cubicBezTo>
                <a:close/>
                <a:moveTo>
                  <a:pt x="969438" y="771528"/>
                </a:moveTo>
                <a:cubicBezTo>
                  <a:pt x="986208" y="771528"/>
                  <a:pt x="999801" y="785122"/>
                  <a:pt x="999801" y="801891"/>
                </a:cubicBezTo>
                <a:cubicBezTo>
                  <a:pt x="999801" y="818661"/>
                  <a:pt x="986208" y="832255"/>
                  <a:pt x="969438" y="832255"/>
                </a:cubicBezTo>
                <a:cubicBezTo>
                  <a:pt x="952669" y="832255"/>
                  <a:pt x="939075" y="818661"/>
                  <a:pt x="939075" y="801891"/>
                </a:cubicBezTo>
                <a:cubicBezTo>
                  <a:pt x="939075" y="785122"/>
                  <a:pt x="952669" y="771528"/>
                  <a:pt x="969438" y="771528"/>
                </a:cubicBezTo>
                <a:close/>
                <a:moveTo>
                  <a:pt x="896883" y="771528"/>
                </a:moveTo>
                <a:cubicBezTo>
                  <a:pt x="913653" y="771528"/>
                  <a:pt x="927247" y="785122"/>
                  <a:pt x="927247" y="801891"/>
                </a:cubicBezTo>
                <a:cubicBezTo>
                  <a:pt x="927247" y="818661"/>
                  <a:pt x="913653" y="832255"/>
                  <a:pt x="896883" y="832255"/>
                </a:cubicBezTo>
                <a:cubicBezTo>
                  <a:pt x="880114" y="832255"/>
                  <a:pt x="866520" y="818661"/>
                  <a:pt x="866520" y="801891"/>
                </a:cubicBezTo>
                <a:cubicBezTo>
                  <a:pt x="866520" y="785122"/>
                  <a:pt x="880114" y="771528"/>
                  <a:pt x="896883" y="771528"/>
                </a:cubicBezTo>
                <a:close/>
                <a:moveTo>
                  <a:pt x="824329" y="771528"/>
                </a:moveTo>
                <a:cubicBezTo>
                  <a:pt x="841098" y="771528"/>
                  <a:pt x="854692" y="785122"/>
                  <a:pt x="854692" y="801891"/>
                </a:cubicBezTo>
                <a:cubicBezTo>
                  <a:pt x="854692" y="818661"/>
                  <a:pt x="841098" y="832255"/>
                  <a:pt x="824329" y="832255"/>
                </a:cubicBezTo>
                <a:cubicBezTo>
                  <a:pt x="807559" y="832255"/>
                  <a:pt x="793965" y="818661"/>
                  <a:pt x="793965" y="801891"/>
                </a:cubicBezTo>
                <a:cubicBezTo>
                  <a:pt x="793965" y="785122"/>
                  <a:pt x="807559" y="771528"/>
                  <a:pt x="824329" y="771528"/>
                </a:cubicBezTo>
                <a:close/>
                <a:moveTo>
                  <a:pt x="751774" y="771528"/>
                </a:moveTo>
                <a:cubicBezTo>
                  <a:pt x="768544" y="771528"/>
                  <a:pt x="782138" y="785122"/>
                  <a:pt x="782138" y="801891"/>
                </a:cubicBezTo>
                <a:cubicBezTo>
                  <a:pt x="782138" y="818661"/>
                  <a:pt x="768544" y="832255"/>
                  <a:pt x="751774" y="832255"/>
                </a:cubicBezTo>
                <a:cubicBezTo>
                  <a:pt x="735005" y="832255"/>
                  <a:pt x="721411" y="818661"/>
                  <a:pt x="721411" y="801891"/>
                </a:cubicBezTo>
                <a:cubicBezTo>
                  <a:pt x="721411" y="785122"/>
                  <a:pt x="735005" y="771528"/>
                  <a:pt x="751774" y="771528"/>
                </a:cubicBezTo>
                <a:close/>
                <a:moveTo>
                  <a:pt x="679220" y="771528"/>
                </a:moveTo>
                <a:cubicBezTo>
                  <a:pt x="695989" y="771528"/>
                  <a:pt x="709583" y="785122"/>
                  <a:pt x="709583" y="801891"/>
                </a:cubicBezTo>
                <a:cubicBezTo>
                  <a:pt x="709583" y="818661"/>
                  <a:pt x="695989" y="832255"/>
                  <a:pt x="679220" y="832255"/>
                </a:cubicBezTo>
                <a:cubicBezTo>
                  <a:pt x="662450" y="832255"/>
                  <a:pt x="648856" y="818661"/>
                  <a:pt x="648856" y="801891"/>
                </a:cubicBezTo>
                <a:cubicBezTo>
                  <a:pt x="648856" y="785122"/>
                  <a:pt x="662450" y="771528"/>
                  <a:pt x="679220" y="771528"/>
                </a:cubicBezTo>
                <a:close/>
                <a:moveTo>
                  <a:pt x="606665" y="771528"/>
                </a:moveTo>
                <a:cubicBezTo>
                  <a:pt x="623435" y="771528"/>
                  <a:pt x="637029" y="785122"/>
                  <a:pt x="637029" y="801891"/>
                </a:cubicBezTo>
                <a:cubicBezTo>
                  <a:pt x="637029" y="818661"/>
                  <a:pt x="623435" y="832255"/>
                  <a:pt x="606665" y="832255"/>
                </a:cubicBezTo>
                <a:cubicBezTo>
                  <a:pt x="589896" y="832255"/>
                  <a:pt x="576302" y="818661"/>
                  <a:pt x="576302" y="801891"/>
                </a:cubicBezTo>
                <a:cubicBezTo>
                  <a:pt x="576302" y="785122"/>
                  <a:pt x="589896" y="771528"/>
                  <a:pt x="606665" y="771528"/>
                </a:cubicBezTo>
                <a:close/>
                <a:moveTo>
                  <a:pt x="534111" y="771528"/>
                </a:moveTo>
                <a:cubicBezTo>
                  <a:pt x="550880" y="771528"/>
                  <a:pt x="564474" y="785122"/>
                  <a:pt x="564474" y="801891"/>
                </a:cubicBezTo>
                <a:cubicBezTo>
                  <a:pt x="564474" y="818661"/>
                  <a:pt x="550880" y="832255"/>
                  <a:pt x="534111" y="832255"/>
                </a:cubicBezTo>
                <a:cubicBezTo>
                  <a:pt x="517341" y="832255"/>
                  <a:pt x="503747" y="818661"/>
                  <a:pt x="503747" y="801891"/>
                </a:cubicBezTo>
                <a:cubicBezTo>
                  <a:pt x="503747" y="785122"/>
                  <a:pt x="517341" y="771528"/>
                  <a:pt x="534111" y="771528"/>
                </a:cubicBezTo>
                <a:close/>
                <a:moveTo>
                  <a:pt x="461556" y="771528"/>
                </a:moveTo>
                <a:cubicBezTo>
                  <a:pt x="478326" y="771528"/>
                  <a:pt x="491920" y="785122"/>
                  <a:pt x="491920" y="801891"/>
                </a:cubicBezTo>
                <a:cubicBezTo>
                  <a:pt x="491920" y="818661"/>
                  <a:pt x="478326" y="832255"/>
                  <a:pt x="461556" y="832255"/>
                </a:cubicBezTo>
                <a:cubicBezTo>
                  <a:pt x="444787" y="832255"/>
                  <a:pt x="431192" y="818661"/>
                  <a:pt x="431192" y="801891"/>
                </a:cubicBezTo>
                <a:cubicBezTo>
                  <a:pt x="431192" y="785122"/>
                  <a:pt x="444787" y="771528"/>
                  <a:pt x="461556" y="771528"/>
                </a:cubicBezTo>
                <a:close/>
                <a:moveTo>
                  <a:pt x="389002" y="771528"/>
                </a:moveTo>
                <a:cubicBezTo>
                  <a:pt x="405771" y="771528"/>
                  <a:pt x="419365" y="785122"/>
                  <a:pt x="419365" y="801891"/>
                </a:cubicBezTo>
                <a:cubicBezTo>
                  <a:pt x="419365" y="818661"/>
                  <a:pt x="405771" y="832255"/>
                  <a:pt x="389002" y="832255"/>
                </a:cubicBezTo>
                <a:cubicBezTo>
                  <a:pt x="372232" y="832255"/>
                  <a:pt x="358638" y="818661"/>
                  <a:pt x="358638" y="801891"/>
                </a:cubicBezTo>
                <a:cubicBezTo>
                  <a:pt x="358638" y="785122"/>
                  <a:pt x="372232" y="771528"/>
                  <a:pt x="389002" y="771528"/>
                </a:cubicBezTo>
                <a:close/>
                <a:moveTo>
                  <a:pt x="316447" y="771528"/>
                </a:moveTo>
                <a:cubicBezTo>
                  <a:pt x="333216" y="771528"/>
                  <a:pt x="346810" y="785122"/>
                  <a:pt x="346810" y="801891"/>
                </a:cubicBezTo>
                <a:cubicBezTo>
                  <a:pt x="346810" y="818661"/>
                  <a:pt x="333216" y="832255"/>
                  <a:pt x="316447" y="832255"/>
                </a:cubicBezTo>
                <a:cubicBezTo>
                  <a:pt x="299677" y="832255"/>
                  <a:pt x="286084" y="818661"/>
                  <a:pt x="286084" y="801891"/>
                </a:cubicBezTo>
                <a:cubicBezTo>
                  <a:pt x="286084" y="785122"/>
                  <a:pt x="299677" y="771528"/>
                  <a:pt x="316447" y="771528"/>
                </a:cubicBezTo>
                <a:close/>
                <a:moveTo>
                  <a:pt x="243892" y="771528"/>
                </a:moveTo>
                <a:cubicBezTo>
                  <a:pt x="260662" y="771528"/>
                  <a:pt x="274256" y="785122"/>
                  <a:pt x="274256" y="801891"/>
                </a:cubicBezTo>
                <a:cubicBezTo>
                  <a:pt x="274256" y="818661"/>
                  <a:pt x="260662" y="832255"/>
                  <a:pt x="243892" y="832255"/>
                </a:cubicBezTo>
                <a:cubicBezTo>
                  <a:pt x="227123" y="832255"/>
                  <a:pt x="213529" y="818661"/>
                  <a:pt x="213529" y="801891"/>
                </a:cubicBezTo>
                <a:cubicBezTo>
                  <a:pt x="213529" y="785122"/>
                  <a:pt x="227123" y="771528"/>
                  <a:pt x="243892" y="771528"/>
                </a:cubicBezTo>
                <a:close/>
                <a:moveTo>
                  <a:pt x="171339" y="771528"/>
                </a:moveTo>
                <a:cubicBezTo>
                  <a:pt x="188107" y="771528"/>
                  <a:pt x="201701" y="785122"/>
                  <a:pt x="201701" y="801891"/>
                </a:cubicBezTo>
                <a:cubicBezTo>
                  <a:pt x="201701" y="818661"/>
                  <a:pt x="188107" y="832255"/>
                  <a:pt x="171339" y="832255"/>
                </a:cubicBezTo>
                <a:cubicBezTo>
                  <a:pt x="154656" y="832255"/>
                  <a:pt x="141062" y="818661"/>
                  <a:pt x="141062" y="801891"/>
                </a:cubicBezTo>
                <a:cubicBezTo>
                  <a:pt x="141062" y="785122"/>
                  <a:pt x="154656" y="771528"/>
                  <a:pt x="171339" y="771528"/>
                </a:cubicBezTo>
                <a:close/>
                <a:moveTo>
                  <a:pt x="98884" y="771528"/>
                </a:moveTo>
                <a:cubicBezTo>
                  <a:pt x="115646" y="771528"/>
                  <a:pt x="129240" y="785122"/>
                  <a:pt x="129240" y="801891"/>
                </a:cubicBezTo>
                <a:cubicBezTo>
                  <a:pt x="129240" y="818661"/>
                  <a:pt x="115646" y="832255"/>
                  <a:pt x="98884" y="832255"/>
                </a:cubicBezTo>
                <a:cubicBezTo>
                  <a:pt x="82112" y="832255"/>
                  <a:pt x="68517" y="818661"/>
                  <a:pt x="68517" y="801891"/>
                </a:cubicBezTo>
                <a:cubicBezTo>
                  <a:pt x="68517" y="785122"/>
                  <a:pt x="82112" y="771528"/>
                  <a:pt x="98884" y="771528"/>
                </a:cubicBezTo>
                <a:close/>
                <a:moveTo>
                  <a:pt x="26329" y="771528"/>
                </a:moveTo>
                <a:cubicBezTo>
                  <a:pt x="43093" y="771528"/>
                  <a:pt x="56688" y="785122"/>
                  <a:pt x="56688" y="801891"/>
                </a:cubicBezTo>
                <a:cubicBezTo>
                  <a:pt x="56688" y="818661"/>
                  <a:pt x="43093" y="832255"/>
                  <a:pt x="26329" y="832255"/>
                </a:cubicBezTo>
                <a:cubicBezTo>
                  <a:pt x="17944" y="832255"/>
                  <a:pt x="10353" y="828857"/>
                  <a:pt x="4858" y="823362"/>
                </a:cubicBezTo>
                <a:lnTo>
                  <a:pt x="0" y="811633"/>
                </a:lnTo>
                <a:lnTo>
                  <a:pt x="0" y="792150"/>
                </a:lnTo>
                <a:lnTo>
                  <a:pt x="4858" y="780421"/>
                </a:lnTo>
                <a:cubicBezTo>
                  <a:pt x="10353" y="774927"/>
                  <a:pt x="17944" y="771528"/>
                  <a:pt x="26329" y="771528"/>
                </a:cubicBezTo>
                <a:close/>
                <a:moveTo>
                  <a:pt x="1622429" y="691076"/>
                </a:moveTo>
                <a:cubicBezTo>
                  <a:pt x="1630814" y="691076"/>
                  <a:pt x="1638404" y="694475"/>
                  <a:pt x="1643899" y="699969"/>
                </a:cubicBezTo>
                <a:lnTo>
                  <a:pt x="1647739" y="709237"/>
                </a:lnTo>
                <a:lnTo>
                  <a:pt x="1644828" y="728305"/>
                </a:lnTo>
                <a:lnTo>
                  <a:pt x="1640480" y="745215"/>
                </a:lnTo>
                <a:lnTo>
                  <a:pt x="1634248" y="749417"/>
                </a:lnTo>
                <a:cubicBezTo>
                  <a:pt x="1630615" y="750953"/>
                  <a:pt x="1626621" y="751803"/>
                  <a:pt x="1622429" y="751803"/>
                </a:cubicBezTo>
                <a:cubicBezTo>
                  <a:pt x="1605659" y="751803"/>
                  <a:pt x="1592066" y="738209"/>
                  <a:pt x="1592066" y="721440"/>
                </a:cubicBezTo>
                <a:cubicBezTo>
                  <a:pt x="1592066" y="704670"/>
                  <a:pt x="1605659" y="691076"/>
                  <a:pt x="1622429" y="691076"/>
                </a:cubicBezTo>
                <a:close/>
                <a:moveTo>
                  <a:pt x="1549874" y="691076"/>
                </a:moveTo>
                <a:cubicBezTo>
                  <a:pt x="1566644" y="691076"/>
                  <a:pt x="1580238" y="704670"/>
                  <a:pt x="1580238" y="721440"/>
                </a:cubicBezTo>
                <a:cubicBezTo>
                  <a:pt x="1580238" y="738209"/>
                  <a:pt x="1566644" y="751803"/>
                  <a:pt x="1549874" y="751803"/>
                </a:cubicBezTo>
                <a:cubicBezTo>
                  <a:pt x="1533105" y="751803"/>
                  <a:pt x="1519511" y="738209"/>
                  <a:pt x="1519511" y="721440"/>
                </a:cubicBezTo>
                <a:cubicBezTo>
                  <a:pt x="1519511" y="704670"/>
                  <a:pt x="1533105" y="691076"/>
                  <a:pt x="1549874" y="691076"/>
                </a:cubicBezTo>
                <a:close/>
                <a:moveTo>
                  <a:pt x="1477320" y="691076"/>
                </a:moveTo>
                <a:cubicBezTo>
                  <a:pt x="1494089" y="691076"/>
                  <a:pt x="1507683" y="704670"/>
                  <a:pt x="1507683" y="721440"/>
                </a:cubicBezTo>
                <a:cubicBezTo>
                  <a:pt x="1507683" y="738209"/>
                  <a:pt x="1494089" y="751803"/>
                  <a:pt x="1477320" y="751803"/>
                </a:cubicBezTo>
                <a:cubicBezTo>
                  <a:pt x="1460550" y="751803"/>
                  <a:pt x="1446956" y="738209"/>
                  <a:pt x="1446956" y="721440"/>
                </a:cubicBezTo>
                <a:cubicBezTo>
                  <a:pt x="1446956" y="704670"/>
                  <a:pt x="1460550" y="691076"/>
                  <a:pt x="1477320" y="691076"/>
                </a:cubicBezTo>
                <a:close/>
                <a:moveTo>
                  <a:pt x="1404765" y="691076"/>
                </a:moveTo>
                <a:cubicBezTo>
                  <a:pt x="1421535" y="691076"/>
                  <a:pt x="1435129" y="704670"/>
                  <a:pt x="1435129" y="721440"/>
                </a:cubicBezTo>
                <a:cubicBezTo>
                  <a:pt x="1435129" y="738209"/>
                  <a:pt x="1421535" y="751803"/>
                  <a:pt x="1404765" y="751803"/>
                </a:cubicBezTo>
                <a:cubicBezTo>
                  <a:pt x="1387996" y="751803"/>
                  <a:pt x="1374402" y="738209"/>
                  <a:pt x="1374402" y="721440"/>
                </a:cubicBezTo>
                <a:cubicBezTo>
                  <a:pt x="1374402" y="704670"/>
                  <a:pt x="1387996" y="691076"/>
                  <a:pt x="1404765" y="691076"/>
                </a:cubicBezTo>
                <a:close/>
                <a:moveTo>
                  <a:pt x="1332211" y="691076"/>
                </a:moveTo>
                <a:cubicBezTo>
                  <a:pt x="1348980" y="691076"/>
                  <a:pt x="1362574" y="704670"/>
                  <a:pt x="1362574" y="721440"/>
                </a:cubicBezTo>
                <a:cubicBezTo>
                  <a:pt x="1362574" y="738209"/>
                  <a:pt x="1348980" y="751803"/>
                  <a:pt x="1332211" y="751803"/>
                </a:cubicBezTo>
                <a:cubicBezTo>
                  <a:pt x="1315441" y="751803"/>
                  <a:pt x="1301847" y="738209"/>
                  <a:pt x="1301847" y="721440"/>
                </a:cubicBezTo>
                <a:cubicBezTo>
                  <a:pt x="1301847" y="704670"/>
                  <a:pt x="1315441" y="691076"/>
                  <a:pt x="1332211" y="691076"/>
                </a:cubicBezTo>
                <a:close/>
                <a:moveTo>
                  <a:pt x="1259656" y="691076"/>
                </a:moveTo>
                <a:cubicBezTo>
                  <a:pt x="1276426" y="691076"/>
                  <a:pt x="1290020" y="704670"/>
                  <a:pt x="1290020" y="721440"/>
                </a:cubicBezTo>
                <a:cubicBezTo>
                  <a:pt x="1290020" y="738209"/>
                  <a:pt x="1276426" y="751803"/>
                  <a:pt x="1259656" y="751803"/>
                </a:cubicBezTo>
                <a:cubicBezTo>
                  <a:pt x="1242887" y="751803"/>
                  <a:pt x="1229293" y="738209"/>
                  <a:pt x="1229293" y="721440"/>
                </a:cubicBezTo>
                <a:cubicBezTo>
                  <a:pt x="1229293" y="704670"/>
                  <a:pt x="1242887" y="691076"/>
                  <a:pt x="1259656" y="691076"/>
                </a:cubicBezTo>
                <a:close/>
                <a:moveTo>
                  <a:pt x="1187102" y="691076"/>
                </a:moveTo>
                <a:cubicBezTo>
                  <a:pt x="1203871" y="691076"/>
                  <a:pt x="1217465" y="704670"/>
                  <a:pt x="1217465" y="721440"/>
                </a:cubicBezTo>
                <a:cubicBezTo>
                  <a:pt x="1217465" y="738209"/>
                  <a:pt x="1203871" y="751803"/>
                  <a:pt x="1187102" y="751803"/>
                </a:cubicBezTo>
                <a:cubicBezTo>
                  <a:pt x="1170332" y="751803"/>
                  <a:pt x="1156738" y="738209"/>
                  <a:pt x="1156738" y="721440"/>
                </a:cubicBezTo>
                <a:cubicBezTo>
                  <a:pt x="1156738" y="704670"/>
                  <a:pt x="1170332" y="691076"/>
                  <a:pt x="1187102" y="691076"/>
                </a:cubicBezTo>
                <a:close/>
                <a:moveTo>
                  <a:pt x="1114547" y="691076"/>
                </a:moveTo>
                <a:cubicBezTo>
                  <a:pt x="1131317" y="691076"/>
                  <a:pt x="1144911" y="704670"/>
                  <a:pt x="1144911" y="721440"/>
                </a:cubicBezTo>
                <a:cubicBezTo>
                  <a:pt x="1144911" y="738209"/>
                  <a:pt x="1131317" y="751803"/>
                  <a:pt x="1114547" y="751803"/>
                </a:cubicBezTo>
                <a:cubicBezTo>
                  <a:pt x="1097778" y="751803"/>
                  <a:pt x="1084184" y="738209"/>
                  <a:pt x="1084184" y="721440"/>
                </a:cubicBezTo>
                <a:cubicBezTo>
                  <a:pt x="1084184" y="704670"/>
                  <a:pt x="1097778" y="691076"/>
                  <a:pt x="1114547" y="691076"/>
                </a:cubicBezTo>
                <a:close/>
                <a:moveTo>
                  <a:pt x="1041993" y="691076"/>
                </a:moveTo>
                <a:cubicBezTo>
                  <a:pt x="1058762" y="691076"/>
                  <a:pt x="1072356" y="704670"/>
                  <a:pt x="1072356" y="721440"/>
                </a:cubicBezTo>
                <a:cubicBezTo>
                  <a:pt x="1072356" y="738209"/>
                  <a:pt x="1058762" y="751803"/>
                  <a:pt x="1041993" y="751803"/>
                </a:cubicBezTo>
                <a:cubicBezTo>
                  <a:pt x="1025223" y="751803"/>
                  <a:pt x="1011629" y="738209"/>
                  <a:pt x="1011629" y="721440"/>
                </a:cubicBezTo>
                <a:cubicBezTo>
                  <a:pt x="1011629" y="704670"/>
                  <a:pt x="1025223" y="691076"/>
                  <a:pt x="1041993" y="691076"/>
                </a:cubicBezTo>
                <a:close/>
                <a:moveTo>
                  <a:pt x="969438" y="691076"/>
                </a:moveTo>
                <a:cubicBezTo>
                  <a:pt x="986208" y="691076"/>
                  <a:pt x="999801" y="704670"/>
                  <a:pt x="999801" y="721440"/>
                </a:cubicBezTo>
                <a:cubicBezTo>
                  <a:pt x="999801" y="738209"/>
                  <a:pt x="986208" y="751803"/>
                  <a:pt x="969438" y="751803"/>
                </a:cubicBezTo>
                <a:cubicBezTo>
                  <a:pt x="952669" y="751803"/>
                  <a:pt x="939075" y="738209"/>
                  <a:pt x="939075" y="721440"/>
                </a:cubicBezTo>
                <a:cubicBezTo>
                  <a:pt x="939075" y="704670"/>
                  <a:pt x="952669" y="691076"/>
                  <a:pt x="969438" y="691076"/>
                </a:cubicBezTo>
                <a:close/>
                <a:moveTo>
                  <a:pt x="896883" y="691076"/>
                </a:moveTo>
                <a:cubicBezTo>
                  <a:pt x="913653" y="691076"/>
                  <a:pt x="927247" y="704670"/>
                  <a:pt x="927247" y="721440"/>
                </a:cubicBezTo>
                <a:cubicBezTo>
                  <a:pt x="927247" y="738209"/>
                  <a:pt x="913653" y="751803"/>
                  <a:pt x="896883" y="751803"/>
                </a:cubicBezTo>
                <a:cubicBezTo>
                  <a:pt x="880114" y="751803"/>
                  <a:pt x="866520" y="738209"/>
                  <a:pt x="866520" y="721440"/>
                </a:cubicBezTo>
                <a:cubicBezTo>
                  <a:pt x="866520" y="704670"/>
                  <a:pt x="880114" y="691076"/>
                  <a:pt x="896883" y="691076"/>
                </a:cubicBezTo>
                <a:close/>
                <a:moveTo>
                  <a:pt x="824329" y="691076"/>
                </a:moveTo>
                <a:cubicBezTo>
                  <a:pt x="841098" y="691076"/>
                  <a:pt x="854692" y="704670"/>
                  <a:pt x="854692" y="721440"/>
                </a:cubicBezTo>
                <a:cubicBezTo>
                  <a:pt x="854692" y="738209"/>
                  <a:pt x="841098" y="751803"/>
                  <a:pt x="824329" y="751803"/>
                </a:cubicBezTo>
                <a:cubicBezTo>
                  <a:pt x="807559" y="751803"/>
                  <a:pt x="793965" y="738209"/>
                  <a:pt x="793965" y="721440"/>
                </a:cubicBezTo>
                <a:cubicBezTo>
                  <a:pt x="793965" y="704670"/>
                  <a:pt x="807559" y="691076"/>
                  <a:pt x="824329" y="691076"/>
                </a:cubicBezTo>
                <a:close/>
                <a:moveTo>
                  <a:pt x="751774" y="691076"/>
                </a:moveTo>
                <a:cubicBezTo>
                  <a:pt x="768544" y="691076"/>
                  <a:pt x="782138" y="704670"/>
                  <a:pt x="782138" y="721440"/>
                </a:cubicBezTo>
                <a:cubicBezTo>
                  <a:pt x="782138" y="738209"/>
                  <a:pt x="768544" y="751803"/>
                  <a:pt x="751774" y="751803"/>
                </a:cubicBezTo>
                <a:cubicBezTo>
                  <a:pt x="735005" y="751803"/>
                  <a:pt x="721411" y="738209"/>
                  <a:pt x="721411" y="721440"/>
                </a:cubicBezTo>
                <a:cubicBezTo>
                  <a:pt x="721411" y="704670"/>
                  <a:pt x="735005" y="691076"/>
                  <a:pt x="751774" y="691076"/>
                </a:cubicBezTo>
                <a:close/>
                <a:moveTo>
                  <a:pt x="679220" y="691076"/>
                </a:moveTo>
                <a:cubicBezTo>
                  <a:pt x="695989" y="691076"/>
                  <a:pt x="709583" y="704670"/>
                  <a:pt x="709583" y="721440"/>
                </a:cubicBezTo>
                <a:cubicBezTo>
                  <a:pt x="709583" y="738209"/>
                  <a:pt x="695989" y="751803"/>
                  <a:pt x="679220" y="751803"/>
                </a:cubicBezTo>
                <a:cubicBezTo>
                  <a:pt x="662450" y="751803"/>
                  <a:pt x="648856" y="738209"/>
                  <a:pt x="648856" y="721440"/>
                </a:cubicBezTo>
                <a:cubicBezTo>
                  <a:pt x="648856" y="704670"/>
                  <a:pt x="662450" y="691076"/>
                  <a:pt x="679220" y="691076"/>
                </a:cubicBezTo>
                <a:close/>
                <a:moveTo>
                  <a:pt x="606665" y="691076"/>
                </a:moveTo>
                <a:cubicBezTo>
                  <a:pt x="623435" y="691076"/>
                  <a:pt x="637029" y="704670"/>
                  <a:pt x="637029" y="721440"/>
                </a:cubicBezTo>
                <a:cubicBezTo>
                  <a:pt x="637029" y="738209"/>
                  <a:pt x="623435" y="751803"/>
                  <a:pt x="606665" y="751803"/>
                </a:cubicBezTo>
                <a:cubicBezTo>
                  <a:pt x="589896" y="751803"/>
                  <a:pt x="576302" y="738209"/>
                  <a:pt x="576302" y="721440"/>
                </a:cubicBezTo>
                <a:cubicBezTo>
                  <a:pt x="576302" y="704670"/>
                  <a:pt x="589896" y="691076"/>
                  <a:pt x="606665" y="691076"/>
                </a:cubicBezTo>
                <a:close/>
                <a:moveTo>
                  <a:pt x="534111" y="691076"/>
                </a:moveTo>
                <a:cubicBezTo>
                  <a:pt x="550880" y="691076"/>
                  <a:pt x="564474" y="704670"/>
                  <a:pt x="564474" y="721440"/>
                </a:cubicBezTo>
                <a:cubicBezTo>
                  <a:pt x="564474" y="738209"/>
                  <a:pt x="550880" y="751803"/>
                  <a:pt x="534111" y="751803"/>
                </a:cubicBezTo>
                <a:cubicBezTo>
                  <a:pt x="517341" y="751803"/>
                  <a:pt x="503747" y="738209"/>
                  <a:pt x="503747" y="721440"/>
                </a:cubicBezTo>
                <a:cubicBezTo>
                  <a:pt x="503747" y="704670"/>
                  <a:pt x="517341" y="691076"/>
                  <a:pt x="534111" y="691076"/>
                </a:cubicBezTo>
                <a:close/>
                <a:moveTo>
                  <a:pt x="461556" y="691076"/>
                </a:moveTo>
                <a:cubicBezTo>
                  <a:pt x="478326" y="691076"/>
                  <a:pt x="491920" y="704670"/>
                  <a:pt x="491920" y="721440"/>
                </a:cubicBezTo>
                <a:cubicBezTo>
                  <a:pt x="491920" y="738209"/>
                  <a:pt x="478326" y="751803"/>
                  <a:pt x="461556" y="751803"/>
                </a:cubicBezTo>
                <a:cubicBezTo>
                  <a:pt x="444787" y="751803"/>
                  <a:pt x="431192" y="738209"/>
                  <a:pt x="431192" y="721440"/>
                </a:cubicBezTo>
                <a:cubicBezTo>
                  <a:pt x="431192" y="704670"/>
                  <a:pt x="444787" y="691076"/>
                  <a:pt x="461556" y="691076"/>
                </a:cubicBezTo>
                <a:close/>
                <a:moveTo>
                  <a:pt x="389002" y="691076"/>
                </a:moveTo>
                <a:cubicBezTo>
                  <a:pt x="405771" y="691076"/>
                  <a:pt x="419365" y="704670"/>
                  <a:pt x="419365" y="721440"/>
                </a:cubicBezTo>
                <a:cubicBezTo>
                  <a:pt x="419365" y="738209"/>
                  <a:pt x="405771" y="751803"/>
                  <a:pt x="389002" y="751803"/>
                </a:cubicBezTo>
                <a:cubicBezTo>
                  <a:pt x="372232" y="751803"/>
                  <a:pt x="358638" y="738209"/>
                  <a:pt x="358638" y="721440"/>
                </a:cubicBezTo>
                <a:cubicBezTo>
                  <a:pt x="358638" y="704670"/>
                  <a:pt x="372232" y="691076"/>
                  <a:pt x="389002" y="691076"/>
                </a:cubicBezTo>
                <a:close/>
                <a:moveTo>
                  <a:pt x="316447" y="691076"/>
                </a:moveTo>
                <a:cubicBezTo>
                  <a:pt x="333216" y="691076"/>
                  <a:pt x="346810" y="704670"/>
                  <a:pt x="346810" y="721440"/>
                </a:cubicBezTo>
                <a:cubicBezTo>
                  <a:pt x="346810" y="738209"/>
                  <a:pt x="333216" y="751803"/>
                  <a:pt x="316447" y="751803"/>
                </a:cubicBezTo>
                <a:cubicBezTo>
                  <a:pt x="299677" y="751803"/>
                  <a:pt x="286084" y="738209"/>
                  <a:pt x="286084" y="721440"/>
                </a:cubicBezTo>
                <a:cubicBezTo>
                  <a:pt x="286084" y="704670"/>
                  <a:pt x="299677" y="691076"/>
                  <a:pt x="316447" y="691076"/>
                </a:cubicBezTo>
                <a:close/>
                <a:moveTo>
                  <a:pt x="243892" y="691076"/>
                </a:moveTo>
                <a:cubicBezTo>
                  <a:pt x="260662" y="691076"/>
                  <a:pt x="274256" y="704670"/>
                  <a:pt x="274256" y="721440"/>
                </a:cubicBezTo>
                <a:cubicBezTo>
                  <a:pt x="274256" y="738209"/>
                  <a:pt x="260662" y="751803"/>
                  <a:pt x="243892" y="751803"/>
                </a:cubicBezTo>
                <a:cubicBezTo>
                  <a:pt x="227123" y="751803"/>
                  <a:pt x="213529" y="738209"/>
                  <a:pt x="213529" y="721440"/>
                </a:cubicBezTo>
                <a:cubicBezTo>
                  <a:pt x="213529" y="704670"/>
                  <a:pt x="227123" y="691076"/>
                  <a:pt x="243892" y="691076"/>
                </a:cubicBezTo>
                <a:close/>
                <a:moveTo>
                  <a:pt x="171339" y="691076"/>
                </a:moveTo>
                <a:cubicBezTo>
                  <a:pt x="188107" y="691076"/>
                  <a:pt x="201701" y="704670"/>
                  <a:pt x="201701" y="721440"/>
                </a:cubicBezTo>
                <a:cubicBezTo>
                  <a:pt x="201701" y="738209"/>
                  <a:pt x="188107" y="751803"/>
                  <a:pt x="171339" y="751803"/>
                </a:cubicBezTo>
                <a:cubicBezTo>
                  <a:pt x="154662" y="751803"/>
                  <a:pt x="141067" y="738209"/>
                  <a:pt x="141067" y="721440"/>
                </a:cubicBezTo>
                <a:cubicBezTo>
                  <a:pt x="141067" y="704670"/>
                  <a:pt x="154662" y="691076"/>
                  <a:pt x="171339" y="691076"/>
                </a:cubicBezTo>
                <a:close/>
                <a:moveTo>
                  <a:pt x="98890" y="691076"/>
                </a:moveTo>
                <a:cubicBezTo>
                  <a:pt x="115653" y="691076"/>
                  <a:pt x="129246" y="704670"/>
                  <a:pt x="129246" y="721440"/>
                </a:cubicBezTo>
                <a:cubicBezTo>
                  <a:pt x="129246" y="738209"/>
                  <a:pt x="115653" y="751803"/>
                  <a:pt x="98890" y="751803"/>
                </a:cubicBezTo>
                <a:cubicBezTo>
                  <a:pt x="82117" y="751803"/>
                  <a:pt x="68523" y="738209"/>
                  <a:pt x="68523" y="721440"/>
                </a:cubicBezTo>
                <a:cubicBezTo>
                  <a:pt x="68523" y="704670"/>
                  <a:pt x="82117" y="691076"/>
                  <a:pt x="98890" y="691076"/>
                </a:cubicBezTo>
                <a:close/>
                <a:moveTo>
                  <a:pt x="26336" y="691076"/>
                </a:moveTo>
                <a:cubicBezTo>
                  <a:pt x="43099" y="691076"/>
                  <a:pt x="56694" y="704670"/>
                  <a:pt x="56694" y="721440"/>
                </a:cubicBezTo>
                <a:cubicBezTo>
                  <a:pt x="56694" y="738209"/>
                  <a:pt x="43099" y="751803"/>
                  <a:pt x="26336" y="751803"/>
                </a:cubicBezTo>
                <a:cubicBezTo>
                  <a:pt x="17950" y="751803"/>
                  <a:pt x="10359" y="748405"/>
                  <a:pt x="4864" y="742910"/>
                </a:cubicBezTo>
                <a:lnTo>
                  <a:pt x="0" y="731167"/>
                </a:lnTo>
                <a:lnTo>
                  <a:pt x="0" y="711713"/>
                </a:lnTo>
                <a:lnTo>
                  <a:pt x="4864" y="699969"/>
                </a:lnTo>
                <a:cubicBezTo>
                  <a:pt x="10359" y="694475"/>
                  <a:pt x="17950" y="691076"/>
                  <a:pt x="26336" y="691076"/>
                </a:cubicBezTo>
                <a:close/>
                <a:moveTo>
                  <a:pt x="1622429" y="610624"/>
                </a:moveTo>
                <a:cubicBezTo>
                  <a:pt x="1639199" y="610624"/>
                  <a:pt x="1652792" y="624218"/>
                  <a:pt x="1652792" y="640988"/>
                </a:cubicBezTo>
                <a:cubicBezTo>
                  <a:pt x="1652792" y="657757"/>
                  <a:pt x="1639199" y="671351"/>
                  <a:pt x="1622429" y="671351"/>
                </a:cubicBezTo>
                <a:cubicBezTo>
                  <a:pt x="1605659" y="671351"/>
                  <a:pt x="1592066" y="657757"/>
                  <a:pt x="1592066" y="640988"/>
                </a:cubicBezTo>
                <a:cubicBezTo>
                  <a:pt x="1592066" y="624218"/>
                  <a:pt x="1605659" y="610624"/>
                  <a:pt x="1622429" y="610624"/>
                </a:cubicBezTo>
                <a:close/>
                <a:moveTo>
                  <a:pt x="1549874" y="610624"/>
                </a:moveTo>
                <a:cubicBezTo>
                  <a:pt x="1566644" y="610624"/>
                  <a:pt x="1580238" y="624218"/>
                  <a:pt x="1580238" y="640988"/>
                </a:cubicBezTo>
                <a:cubicBezTo>
                  <a:pt x="1580238" y="657757"/>
                  <a:pt x="1566644" y="671351"/>
                  <a:pt x="1549874" y="671351"/>
                </a:cubicBezTo>
                <a:cubicBezTo>
                  <a:pt x="1533105" y="671351"/>
                  <a:pt x="1519511" y="657757"/>
                  <a:pt x="1519511" y="640988"/>
                </a:cubicBezTo>
                <a:cubicBezTo>
                  <a:pt x="1519511" y="624218"/>
                  <a:pt x="1533105" y="610624"/>
                  <a:pt x="1549874" y="610624"/>
                </a:cubicBezTo>
                <a:close/>
                <a:moveTo>
                  <a:pt x="1477320" y="610624"/>
                </a:moveTo>
                <a:cubicBezTo>
                  <a:pt x="1494089" y="610624"/>
                  <a:pt x="1507683" y="624218"/>
                  <a:pt x="1507683" y="640988"/>
                </a:cubicBezTo>
                <a:cubicBezTo>
                  <a:pt x="1507683" y="657757"/>
                  <a:pt x="1494089" y="671351"/>
                  <a:pt x="1477320" y="671351"/>
                </a:cubicBezTo>
                <a:cubicBezTo>
                  <a:pt x="1460550" y="671351"/>
                  <a:pt x="1446956" y="657757"/>
                  <a:pt x="1446956" y="640988"/>
                </a:cubicBezTo>
                <a:cubicBezTo>
                  <a:pt x="1446956" y="624218"/>
                  <a:pt x="1460550" y="610624"/>
                  <a:pt x="1477320" y="610624"/>
                </a:cubicBezTo>
                <a:close/>
                <a:moveTo>
                  <a:pt x="1404765" y="610624"/>
                </a:moveTo>
                <a:cubicBezTo>
                  <a:pt x="1421535" y="610624"/>
                  <a:pt x="1435129" y="624218"/>
                  <a:pt x="1435129" y="640988"/>
                </a:cubicBezTo>
                <a:cubicBezTo>
                  <a:pt x="1435129" y="657757"/>
                  <a:pt x="1421535" y="671351"/>
                  <a:pt x="1404765" y="671351"/>
                </a:cubicBezTo>
                <a:cubicBezTo>
                  <a:pt x="1387996" y="671351"/>
                  <a:pt x="1374402" y="657757"/>
                  <a:pt x="1374402" y="640988"/>
                </a:cubicBezTo>
                <a:cubicBezTo>
                  <a:pt x="1374402" y="624218"/>
                  <a:pt x="1387996" y="610624"/>
                  <a:pt x="1404765" y="610624"/>
                </a:cubicBezTo>
                <a:close/>
                <a:moveTo>
                  <a:pt x="1332211" y="610624"/>
                </a:moveTo>
                <a:cubicBezTo>
                  <a:pt x="1348980" y="610624"/>
                  <a:pt x="1362574" y="624218"/>
                  <a:pt x="1362574" y="640988"/>
                </a:cubicBezTo>
                <a:cubicBezTo>
                  <a:pt x="1362574" y="657757"/>
                  <a:pt x="1348980" y="671351"/>
                  <a:pt x="1332211" y="671351"/>
                </a:cubicBezTo>
                <a:cubicBezTo>
                  <a:pt x="1315441" y="671351"/>
                  <a:pt x="1301847" y="657757"/>
                  <a:pt x="1301847" y="640988"/>
                </a:cubicBezTo>
                <a:cubicBezTo>
                  <a:pt x="1301847" y="624218"/>
                  <a:pt x="1315441" y="610624"/>
                  <a:pt x="1332211" y="610624"/>
                </a:cubicBezTo>
                <a:close/>
                <a:moveTo>
                  <a:pt x="1259656" y="610624"/>
                </a:moveTo>
                <a:cubicBezTo>
                  <a:pt x="1276426" y="610624"/>
                  <a:pt x="1290020" y="624218"/>
                  <a:pt x="1290020" y="640988"/>
                </a:cubicBezTo>
                <a:cubicBezTo>
                  <a:pt x="1290020" y="657757"/>
                  <a:pt x="1276426" y="671351"/>
                  <a:pt x="1259656" y="671351"/>
                </a:cubicBezTo>
                <a:cubicBezTo>
                  <a:pt x="1242887" y="671351"/>
                  <a:pt x="1229293" y="657757"/>
                  <a:pt x="1229293" y="640988"/>
                </a:cubicBezTo>
                <a:cubicBezTo>
                  <a:pt x="1229293" y="624218"/>
                  <a:pt x="1242887" y="610624"/>
                  <a:pt x="1259656" y="610624"/>
                </a:cubicBezTo>
                <a:close/>
                <a:moveTo>
                  <a:pt x="1187102" y="610624"/>
                </a:moveTo>
                <a:cubicBezTo>
                  <a:pt x="1203871" y="610624"/>
                  <a:pt x="1217465" y="624218"/>
                  <a:pt x="1217465" y="640988"/>
                </a:cubicBezTo>
                <a:cubicBezTo>
                  <a:pt x="1217465" y="657757"/>
                  <a:pt x="1203871" y="671351"/>
                  <a:pt x="1187102" y="671351"/>
                </a:cubicBezTo>
                <a:cubicBezTo>
                  <a:pt x="1170332" y="671351"/>
                  <a:pt x="1156738" y="657757"/>
                  <a:pt x="1156738" y="640988"/>
                </a:cubicBezTo>
                <a:cubicBezTo>
                  <a:pt x="1156738" y="624218"/>
                  <a:pt x="1170332" y="610624"/>
                  <a:pt x="1187102" y="610624"/>
                </a:cubicBezTo>
                <a:close/>
                <a:moveTo>
                  <a:pt x="1114547" y="610624"/>
                </a:moveTo>
                <a:cubicBezTo>
                  <a:pt x="1131317" y="610624"/>
                  <a:pt x="1144911" y="624218"/>
                  <a:pt x="1144911" y="640988"/>
                </a:cubicBezTo>
                <a:cubicBezTo>
                  <a:pt x="1144911" y="657757"/>
                  <a:pt x="1131317" y="671351"/>
                  <a:pt x="1114547" y="671351"/>
                </a:cubicBezTo>
                <a:cubicBezTo>
                  <a:pt x="1097778" y="671351"/>
                  <a:pt x="1084184" y="657757"/>
                  <a:pt x="1084184" y="640988"/>
                </a:cubicBezTo>
                <a:cubicBezTo>
                  <a:pt x="1084184" y="624218"/>
                  <a:pt x="1097778" y="610624"/>
                  <a:pt x="1114547" y="610624"/>
                </a:cubicBezTo>
                <a:close/>
                <a:moveTo>
                  <a:pt x="1041993" y="610624"/>
                </a:moveTo>
                <a:cubicBezTo>
                  <a:pt x="1058762" y="610624"/>
                  <a:pt x="1072356" y="624218"/>
                  <a:pt x="1072356" y="640988"/>
                </a:cubicBezTo>
                <a:cubicBezTo>
                  <a:pt x="1072356" y="657757"/>
                  <a:pt x="1058762" y="671351"/>
                  <a:pt x="1041993" y="671351"/>
                </a:cubicBezTo>
                <a:cubicBezTo>
                  <a:pt x="1025223" y="671351"/>
                  <a:pt x="1011629" y="657757"/>
                  <a:pt x="1011629" y="640988"/>
                </a:cubicBezTo>
                <a:cubicBezTo>
                  <a:pt x="1011629" y="624218"/>
                  <a:pt x="1025223" y="610624"/>
                  <a:pt x="1041993" y="610624"/>
                </a:cubicBezTo>
                <a:close/>
                <a:moveTo>
                  <a:pt x="969438" y="610624"/>
                </a:moveTo>
                <a:cubicBezTo>
                  <a:pt x="986208" y="610624"/>
                  <a:pt x="999801" y="624218"/>
                  <a:pt x="999801" y="640988"/>
                </a:cubicBezTo>
                <a:cubicBezTo>
                  <a:pt x="999801" y="657757"/>
                  <a:pt x="986208" y="671351"/>
                  <a:pt x="969438" y="671351"/>
                </a:cubicBezTo>
                <a:cubicBezTo>
                  <a:pt x="952669" y="671351"/>
                  <a:pt x="939075" y="657757"/>
                  <a:pt x="939075" y="640988"/>
                </a:cubicBezTo>
                <a:cubicBezTo>
                  <a:pt x="939075" y="624218"/>
                  <a:pt x="952669" y="610624"/>
                  <a:pt x="969438" y="610624"/>
                </a:cubicBezTo>
                <a:close/>
                <a:moveTo>
                  <a:pt x="896883" y="610624"/>
                </a:moveTo>
                <a:cubicBezTo>
                  <a:pt x="913653" y="610624"/>
                  <a:pt x="927247" y="624218"/>
                  <a:pt x="927247" y="640988"/>
                </a:cubicBezTo>
                <a:cubicBezTo>
                  <a:pt x="927247" y="657757"/>
                  <a:pt x="913653" y="671351"/>
                  <a:pt x="896883" y="671351"/>
                </a:cubicBezTo>
                <a:cubicBezTo>
                  <a:pt x="880114" y="671351"/>
                  <a:pt x="866520" y="657757"/>
                  <a:pt x="866520" y="640988"/>
                </a:cubicBezTo>
                <a:cubicBezTo>
                  <a:pt x="866520" y="624218"/>
                  <a:pt x="880114" y="610624"/>
                  <a:pt x="896883" y="610624"/>
                </a:cubicBezTo>
                <a:close/>
                <a:moveTo>
                  <a:pt x="824329" y="610624"/>
                </a:moveTo>
                <a:cubicBezTo>
                  <a:pt x="841098" y="610624"/>
                  <a:pt x="854692" y="624218"/>
                  <a:pt x="854692" y="640988"/>
                </a:cubicBezTo>
                <a:cubicBezTo>
                  <a:pt x="854692" y="657757"/>
                  <a:pt x="841098" y="671351"/>
                  <a:pt x="824329" y="671351"/>
                </a:cubicBezTo>
                <a:cubicBezTo>
                  <a:pt x="807559" y="671351"/>
                  <a:pt x="793965" y="657757"/>
                  <a:pt x="793965" y="640988"/>
                </a:cubicBezTo>
                <a:cubicBezTo>
                  <a:pt x="793965" y="624218"/>
                  <a:pt x="807559" y="610624"/>
                  <a:pt x="824329" y="610624"/>
                </a:cubicBezTo>
                <a:close/>
                <a:moveTo>
                  <a:pt x="751774" y="610624"/>
                </a:moveTo>
                <a:cubicBezTo>
                  <a:pt x="768544" y="610624"/>
                  <a:pt x="782138" y="624218"/>
                  <a:pt x="782138" y="640988"/>
                </a:cubicBezTo>
                <a:cubicBezTo>
                  <a:pt x="782138" y="657757"/>
                  <a:pt x="768544" y="671351"/>
                  <a:pt x="751774" y="671351"/>
                </a:cubicBezTo>
                <a:cubicBezTo>
                  <a:pt x="735005" y="671351"/>
                  <a:pt x="721411" y="657757"/>
                  <a:pt x="721411" y="640988"/>
                </a:cubicBezTo>
                <a:cubicBezTo>
                  <a:pt x="721411" y="624218"/>
                  <a:pt x="735005" y="610624"/>
                  <a:pt x="751774" y="610624"/>
                </a:cubicBezTo>
                <a:close/>
                <a:moveTo>
                  <a:pt x="679220" y="610624"/>
                </a:moveTo>
                <a:cubicBezTo>
                  <a:pt x="695989" y="610624"/>
                  <a:pt x="709583" y="624218"/>
                  <a:pt x="709583" y="640988"/>
                </a:cubicBezTo>
                <a:cubicBezTo>
                  <a:pt x="709583" y="657757"/>
                  <a:pt x="695989" y="671351"/>
                  <a:pt x="679220" y="671351"/>
                </a:cubicBezTo>
                <a:cubicBezTo>
                  <a:pt x="662450" y="671351"/>
                  <a:pt x="648856" y="657757"/>
                  <a:pt x="648856" y="640988"/>
                </a:cubicBezTo>
                <a:cubicBezTo>
                  <a:pt x="648856" y="624218"/>
                  <a:pt x="662450" y="610624"/>
                  <a:pt x="679220" y="610624"/>
                </a:cubicBezTo>
                <a:close/>
                <a:moveTo>
                  <a:pt x="606665" y="610624"/>
                </a:moveTo>
                <a:cubicBezTo>
                  <a:pt x="623435" y="610624"/>
                  <a:pt x="637029" y="624218"/>
                  <a:pt x="637029" y="640988"/>
                </a:cubicBezTo>
                <a:cubicBezTo>
                  <a:pt x="637029" y="657757"/>
                  <a:pt x="623435" y="671351"/>
                  <a:pt x="606665" y="671351"/>
                </a:cubicBezTo>
                <a:cubicBezTo>
                  <a:pt x="589896" y="671351"/>
                  <a:pt x="576302" y="657757"/>
                  <a:pt x="576302" y="640988"/>
                </a:cubicBezTo>
                <a:cubicBezTo>
                  <a:pt x="576302" y="624218"/>
                  <a:pt x="589896" y="610624"/>
                  <a:pt x="606665" y="610624"/>
                </a:cubicBezTo>
                <a:close/>
                <a:moveTo>
                  <a:pt x="534111" y="610624"/>
                </a:moveTo>
                <a:cubicBezTo>
                  <a:pt x="550880" y="610624"/>
                  <a:pt x="564474" y="624218"/>
                  <a:pt x="564474" y="640988"/>
                </a:cubicBezTo>
                <a:cubicBezTo>
                  <a:pt x="564474" y="657757"/>
                  <a:pt x="550880" y="671351"/>
                  <a:pt x="534111" y="671351"/>
                </a:cubicBezTo>
                <a:cubicBezTo>
                  <a:pt x="517341" y="671351"/>
                  <a:pt x="503747" y="657757"/>
                  <a:pt x="503747" y="640988"/>
                </a:cubicBezTo>
                <a:cubicBezTo>
                  <a:pt x="503747" y="624218"/>
                  <a:pt x="517341" y="610624"/>
                  <a:pt x="534111" y="610624"/>
                </a:cubicBezTo>
                <a:close/>
                <a:moveTo>
                  <a:pt x="461556" y="610624"/>
                </a:moveTo>
                <a:cubicBezTo>
                  <a:pt x="478326" y="610624"/>
                  <a:pt x="491920" y="624218"/>
                  <a:pt x="491920" y="640988"/>
                </a:cubicBezTo>
                <a:cubicBezTo>
                  <a:pt x="491920" y="657757"/>
                  <a:pt x="478326" y="671351"/>
                  <a:pt x="461556" y="671351"/>
                </a:cubicBezTo>
                <a:cubicBezTo>
                  <a:pt x="444787" y="671351"/>
                  <a:pt x="431192" y="657757"/>
                  <a:pt x="431192" y="640988"/>
                </a:cubicBezTo>
                <a:cubicBezTo>
                  <a:pt x="431192" y="624218"/>
                  <a:pt x="444787" y="610624"/>
                  <a:pt x="461556" y="610624"/>
                </a:cubicBezTo>
                <a:close/>
                <a:moveTo>
                  <a:pt x="389002" y="610624"/>
                </a:moveTo>
                <a:cubicBezTo>
                  <a:pt x="405771" y="610624"/>
                  <a:pt x="419365" y="624218"/>
                  <a:pt x="419365" y="640988"/>
                </a:cubicBezTo>
                <a:cubicBezTo>
                  <a:pt x="419365" y="657757"/>
                  <a:pt x="405771" y="671351"/>
                  <a:pt x="389002" y="671351"/>
                </a:cubicBezTo>
                <a:cubicBezTo>
                  <a:pt x="372232" y="671351"/>
                  <a:pt x="358638" y="657757"/>
                  <a:pt x="358638" y="640988"/>
                </a:cubicBezTo>
                <a:cubicBezTo>
                  <a:pt x="358638" y="624218"/>
                  <a:pt x="372232" y="610624"/>
                  <a:pt x="389002" y="610624"/>
                </a:cubicBezTo>
                <a:close/>
                <a:moveTo>
                  <a:pt x="316447" y="610624"/>
                </a:moveTo>
                <a:cubicBezTo>
                  <a:pt x="333216" y="610624"/>
                  <a:pt x="346810" y="624218"/>
                  <a:pt x="346810" y="640988"/>
                </a:cubicBezTo>
                <a:cubicBezTo>
                  <a:pt x="346810" y="657757"/>
                  <a:pt x="333216" y="671351"/>
                  <a:pt x="316447" y="671351"/>
                </a:cubicBezTo>
                <a:cubicBezTo>
                  <a:pt x="299677" y="671351"/>
                  <a:pt x="286084" y="657757"/>
                  <a:pt x="286084" y="640988"/>
                </a:cubicBezTo>
                <a:cubicBezTo>
                  <a:pt x="286084" y="624218"/>
                  <a:pt x="299677" y="610624"/>
                  <a:pt x="316447" y="610624"/>
                </a:cubicBezTo>
                <a:close/>
                <a:moveTo>
                  <a:pt x="243892" y="610624"/>
                </a:moveTo>
                <a:cubicBezTo>
                  <a:pt x="260662" y="610624"/>
                  <a:pt x="274256" y="624218"/>
                  <a:pt x="274256" y="640988"/>
                </a:cubicBezTo>
                <a:cubicBezTo>
                  <a:pt x="274256" y="657757"/>
                  <a:pt x="260662" y="671351"/>
                  <a:pt x="243892" y="671351"/>
                </a:cubicBezTo>
                <a:cubicBezTo>
                  <a:pt x="227123" y="671351"/>
                  <a:pt x="213529" y="657757"/>
                  <a:pt x="213529" y="640988"/>
                </a:cubicBezTo>
                <a:cubicBezTo>
                  <a:pt x="213529" y="624218"/>
                  <a:pt x="227123" y="610624"/>
                  <a:pt x="243892" y="610624"/>
                </a:cubicBezTo>
                <a:close/>
                <a:moveTo>
                  <a:pt x="171339" y="610624"/>
                </a:moveTo>
                <a:cubicBezTo>
                  <a:pt x="188107" y="610624"/>
                  <a:pt x="201701" y="624218"/>
                  <a:pt x="201701" y="640988"/>
                </a:cubicBezTo>
                <a:cubicBezTo>
                  <a:pt x="201701" y="657757"/>
                  <a:pt x="188107" y="671351"/>
                  <a:pt x="171339" y="671351"/>
                </a:cubicBezTo>
                <a:cubicBezTo>
                  <a:pt x="154667" y="671351"/>
                  <a:pt x="141073" y="657757"/>
                  <a:pt x="141073" y="640988"/>
                </a:cubicBezTo>
                <a:cubicBezTo>
                  <a:pt x="141073" y="624218"/>
                  <a:pt x="154667" y="610624"/>
                  <a:pt x="171339" y="610624"/>
                </a:cubicBezTo>
                <a:close/>
                <a:moveTo>
                  <a:pt x="98897" y="610624"/>
                </a:moveTo>
                <a:cubicBezTo>
                  <a:pt x="115658" y="610624"/>
                  <a:pt x="129252" y="624218"/>
                  <a:pt x="129252" y="640988"/>
                </a:cubicBezTo>
                <a:cubicBezTo>
                  <a:pt x="129252" y="657757"/>
                  <a:pt x="115658" y="671351"/>
                  <a:pt x="98897" y="671351"/>
                </a:cubicBezTo>
                <a:cubicBezTo>
                  <a:pt x="82124" y="671351"/>
                  <a:pt x="68530" y="657757"/>
                  <a:pt x="68530" y="640988"/>
                </a:cubicBezTo>
                <a:cubicBezTo>
                  <a:pt x="68530" y="624218"/>
                  <a:pt x="82124" y="610624"/>
                  <a:pt x="98897" y="610624"/>
                </a:cubicBezTo>
                <a:close/>
                <a:moveTo>
                  <a:pt x="26342" y="610624"/>
                </a:moveTo>
                <a:cubicBezTo>
                  <a:pt x="43106" y="610624"/>
                  <a:pt x="56701" y="624218"/>
                  <a:pt x="56701" y="640988"/>
                </a:cubicBezTo>
                <a:cubicBezTo>
                  <a:pt x="56701" y="657757"/>
                  <a:pt x="43106" y="671351"/>
                  <a:pt x="26342" y="671351"/>
                </a:cubicBezTo>
                <a:cubicBezTo>
                  <a:pt x="17956" y="671351"/>
                  <a:pt x="10365" y="667953"/>
                  <a:pt x="4871" y="662458"/>
                </a:cubicBezTo>
                <a:lnTo>
                  <a:pt x="0" y="650698"/>
                </a:lnTo>
                <a:lnTo>
                  <a:pt x="0" y="631277"/>
                </a:lnTo>
                <a:lnTo>
                  <a:pt x="4871" y="619517"/>
                </a:lnTo>
                <a:cubicBezTo>
                  <a:pt x="10365" y="614023"/>
                  <a:pt x="17956" y="610624"/>
                  <a:pt x="26342" y="610624"/>
                </a:cubicBezTo>
                <a:close/>
                <a:moveTo>
                  <a:pt x="1669096" y="549730"/>
                </a:moveTo>
                <a:lnTo>
                  <a:pt x="1668124" y="568994"/>
                </a:lnTo>
                <a:lnTo>
                  <a:pt x="1664620" y="560536"/>
                </a:lnTo>
                <a:close/>
                <a:moveTo>
                  <a:pt x="1622429" y="530173"/>
                </a:moveTo>
                <a:cubicBezTo>
                  <a:pt x="1639199" y="530173"/>
                  <a:pt x="1652792" y="543767"/>
                  <a:pt x="1652792" y="560536"/>
                </a:cubicBezTo>
                <a:cubicBezTo>
                  <a:pt x="1652792" y="577306"/>
                  <a:pt x="1639199" y="590900"/>
                  <a:pt x="1622429" y="590900"/>
                </a:cubicBezTo>
                <a:cubicBezTo>
                  <a:pt x="1605659" y="590900"/>
                  <a:pt x="1592066" y="577306"/>
                  <a:pt x="1592066" y="560536"/>
                </a:cubicBezTo>
                <a:cubicBezTo>
                  <a:pt x="1592066" y="543767"/>
                  <a:pt x="1605659" y="530173"/>
                  <a:pt x="1622429" y="530173"/>
                </a:cubicBezTo>
                <a:close/>
                <a:moveTo>
                  <a:pt x="1549874" y="530173"/>
                </a:moveTo>
                <a:cubicBezTo>
                  <a:pt x="1566644" y="530173"/>
                  <a:pt x="1580238" y="543767"/>
                  <a:pt x="1580238" y="560536"/>
                </a:cubicBezTo>
                <a:cubicBezTo>
                  <a:pt x="1580238" y="577306"/>
                  <a:pt x="1566644" y="590900"/>
                  <a:pt x="1549874" y="590900"/>
                </a:cubicBezTo>
                <a:cubicBezTo>
                  <a:pt x="1533105" y="590900"/>
                  <a:pt x="1519511" y="577306"/>
                  <a:pt x="1519511" y="560536"/>
                </a:cubicBezTo>
                <a:cubicBezTo>
                  <a:pt x="1519511" y="543767"/>
                  <a:pt x="1533105" y="530173"/>
                  <a:pt x="1549874" y="530173"/>
                </a:cubicBezTo>
                <a:close/>
                <a:moveTo>
                  <a:pt x="1477320" y="530173"/>
                </a:moveTo>
                <a:cubicBezTo>
                  <a:pt x="1494089" y="530173"/>
                  <a:pt x="1507683" y="543767"/>
                  <a:pt x="1507683" y="560536"/>
                </a:cubicBezTo>
                <a:cubicBezTo>
                  <a:pt x="1507683" y="577306"/>
                  <a:pt x="1494089" y="590900"/>
                  <a:pt x="1477320" y="590900"/>
                </a:cubicBezTo>
                <a:cubicBezTo>
                  <a:pt x="1460550" y="590900"/>
                  <a:pt x="1446956" y="577306"/>
                  <a:pt x="1446956" y="560536"/>
                </a:cubicBezTo>
                <a:cubicBezTo>
                  <a:pt x="1446956" y="543767"/>
                  <a:pt x="1460550" y="530173"/>
                  <a:pt x="1477320" y="530173"/>
                </a:cubicBezTo>
                <a:close/>
                <a:moveTo>
                  <a:pt x="1404765" y="530173"/>
                </a:moveTo>
                <a:cubicBezTo>
                  <a:pt x="1421535" y="530173"/>
                  <a:pt x="1435129" y="543767"/>
                  <a:pt x="1435129" y="560536"/>
                </a:cubicBezTo>
                <a:cubicBezTo>
                  <a:pt x="1435129" y="577306"/>
                  <a:pt x="1421535" y="590900"/>
                  <a:pt x="1404765" y="590900"/>
                </a:cubicBezTo>
                <a:cubicBezTo>
                  <a:pt x="1387996" y="590900"/>
                  <a:pt x="1374402" y="577306"/>
                  <a:pt x="1374402" y="560536"/>
                </a:cubicBezTo>
                <a:cubicBezTo>
                  <a:pt x="1374402" y="543767"/>
                  <a:pt x="1387996" y="530173"/>
                  <a:pt x="1404765" y="530173"/>
                </a:cubicBezTo>
                <a:close/>
                <a:moveTo>
                  <a:pt x="1332211" y="530173"/>
                </a:moveTo>
                <a:cubicBezTo>
                  <a:pt x="1348980" y="530173"/>
                  <a:pt x="1362574" y="543767"/>
                  <a:pt x="1362574" y="560536"/>
                </a:cubicBezTo>
                <a:cubicBezTo>
                  <a:pt x="1362574" y="577306"/>
                  <a:pt x="1348980" y="590900"/>
                  <a:pt x="1332211" y="590900"/>
                </a:cubicBezTo>
                <a:cubicBezTo>
                  <a:pt x="1315441" y="590900"/>
                  <a:pt x="1301847" y="577306"/>
                  <a:pt x="1301847" y="560536"/>
                </a:cubicBezTo>
                <a:cubicBezTo>
                  <a:pt x="1301847" y="543767"/>
                  <a:pt x="1315441" y="530173"/>
                  <a:pt x="1332211" y="530173"/>
                </a:cubicBezTo>
                <a:close/>
                <a:moveTo>
                  <a:pt x="1259656" y="530173"/>
                </a:moveTo>
                <a:cubicBezTo>
                  <a:pt x="1276426" y="530173"/>
                  <a:pt x="1290020" y="543767"/>
                  <a:pt x="1290020" y="560536"/>
                </a:cubicBezTo>
                <a:cubicBezTo>
                  <a:pt x="1290020" y="577306"/>
                  <a:pt x="1276426" y="590900"/>
                  <a:pt x="1259656" y="590900"/>
                </a:cubicBezTo>
                <a:cubicBezTo>
                  <a:pt x="1242887" y="590900"/>
                  <a:pt x="1229293" y="577306"/>
                  <a:pt x="1229293" y="560536"/>
                </a:cubicBezTo>
                <a:cubicBezTo>
                  <a:pt x="1229293" y="543767"/>
                  <a:pt x="1242887" y="530173"/>
                  <a:pt x="1259656" y="530173"/>
                </a:cubicBezTo>
                <a:close/>
                <a:moveTo>
                  <a:pt x="1187102" y="530173"/>
                </a:moveTo>
                <a:cubicBezTo>
                  <a:pt x="1203871" y="530173"/>
                  <a:pt x="1217465" y="543767"/>
                  <a:pt x="1217465" y="560536"/>
                </a:cubicBezTo>
                <a:cubicBezTo>
                  <a:pt x="1217465" y="577306"/>
                  <a:pt x="1203871" y="590900"/>
                  <a:pt x="1187102" y="590900"/>
                </a:cubicBezTo>
                <a:cubicBezTo>
                  <a:pt x="1170332" y="590900"/>
                  <a:pt x="1156738" y="577306"/>
                  <a:pt x="1156738" y="560536"/>
                </a:cubicBezTo>
                <a:cubicBezTo>
                  <a:pt x="1156738" y="543767"/>
                  <a:pt x="1170332" y="530173"/>
                  <a:pt x="1187102" y="530173"/>
                </a:cubicBezTo>
                <a:close/>
                <a:moveTo>
                  <a:pt x="1114547" y="530173"/>
                </a:moveTo>
                <a:cubicBezTo>
                  <a:pt x="1131317" y="530173"/>
                  <a:pt x="1144911" y="543767"/>
                  <a:pt x="1144911" y="560536"/>
                </a:cubicBezTo>
                <a:cubicBezTo>
                  <a:pt x="1144911" y="577306"/>
                  <a:pt x="1131317" y="590900"/>
                  <a:pt x="1114547" y="590900"/>
                </a:cubicBezTo>
                <a:cubicBezTo>
                  <a:pt x="1097778" y="590900"/>
                  <a:pt x="1084184" y="577306"/>
                  <a:pt x="1084184" y="560536"/>
                </a:cubicBezTo>
                <a:cubicBezTo>
                  <a:pt x="1084184" y="543767"/>
                  <a:pt x="1097778" y="530173"/>
                  <a:pt x="1114547" y="530173"/>
                </a:cubicBezTo>
                <a:close/>
                <a:moveTo>
                  <a:pt x="1041993" y="530173"/>
                </a:moveTo>
                <a:cubicBezTo>
                  <a:pt x="1058762" y="530173"/>
                  <a:pt x="1072356" y="543767"/>
                  <a:pt x="1072356" y="560536"/>
                </a:cubicBezTo>
                <a:cubicBezTo>
                  <a:pt x="1072356" y="577306"/>
                  <a:pt x="1058762" y="590900"/>
                  <a:pt x="1041993" y="590900"/>
                </a:cubicBezTo>
                <a:cubicBezTo>
                  <a:pt x="1025223" y="590900"/>
                  <a:pt x="1011629" y="577306"/>
                  <a:pt x="1011629" y="560536"/>
                </a:cubicBezTo>
                <a:cubicBezTo>
                  <a:pt x="1011629" y="543767"/>
                  <a:pt x="1025223" y="530173"/>
                  <a:pt x="1041993" y="530173"/>
                </a:cubicBezTo>
                <a:close/>
                <a:moveTo>
                  <a:pt x="969438" y="530173"/>
                </a:moveTo>
                <a:cubicBezTo>
                  <a:pt x="986208" y="530173"/>
                  <a:pt x="999801" y="543767"/>
                  <a:pt x="999801" y="560536"/>
                </a:cubicBezTo>
                <a:cubicBezTo>
                  <a:pt x="999801" y="577306"/>
                  <a:pt x="986208" y="590900"/>
                  <a:pt x="969438" y="590900"/>
                </a:cubicBezTo>
                <a:cubicBezTo>
                  <a:pt x="952669" y="590900"/>
                  <a:pt x="939075" y="577306"/>
                  <a:pt x="939075" y="560536"/>
                </a:cubicBezTo>
                <a:cubicBezTo>
                  <a:pt x="939075" y="543767"/>
                  <a:pt x="952669" y="530173"/>
                  <a:pt x="969438" y="530173"/>
                </a:cubicBezTo>
                <a:close/>
                <a:moveTo>
                  <a:pt x="896883" y="530173"/>
                </a:moveTo>
                <a:cubicBezTo>
                  <a:pt x="913653" y="530173"/>
                  <a:pt x="927247" y="543767"/>
                  <a:pt x="927247" y="560536"/>
                </a:cubicBezTo>
                <a:cubicBezTo>
                  <a:pt x="927247" y="577306"/>
                  <a:pt x="913653" y="590900"/>
                  <a:pt x="896883" y="590900"/>
                </a:cubicBezTo>
                <a:cubicBezTo>
                  <a:pt x="880114" y="590900"/>
                  <a:pt x="866520" y="577306"/>
                  <a:pt x="866520" y="560536"/>
                </a:cubicBezTo>
                <a:cubicBezTo>
                  <a:pt x="866520" y="543767"/>
                  <a:pt x="880114" y="530173"/>
                  <a:pt x="896883" y="530173"/>
                </a:cubicBezTo>
                <a:close/>
                <a:moveTo>
                  <a:pt x="824329" y="530173"/>
                </a:moveTo>
                <a:cubicBezTo>
                  <a:pt x="841098" y="530173"/>
                  <a:pt x="854692" y="543767"/>
                  <a:pt x="854692" y="560536"/>
                </a:cubicBezTo>
                <a:cubicBezTo>
                  <a:pt x="854692" y="577306"/>
                  <a:pt x="841098" y="590900"/>
                  <a:pt x="824329" y="590900"/>
                </a:cubicBezTo>
                <a:cubicBezTo>
                  <a:pt x="807559" y="590900"/>
                  <a:pt x="793965" y="577306"/>
                  <a:pt x="793965" y="560536"/>
                </a:cubicBezTo>
                <a:cubicBezTo>
                  <a:pt x="793965" y="543767"/>
                  <a:pt x="807559" y="530173"/>
                  <a:pt x="824329" y="530173"/>
                </a:cubicBezTo>
                <a:close/>
                <a:moveTo>
                  <a:pt x="751774" y="530173"/>
                </a:moveTo>
                <a:cubicBezTo>
                  <a:pt x="768544" y="530173"/>
                  <a:pt x="782138" y="543767"/>
                  <a:pt x="782138" y="560536"/>
                </a:cubicBezTo>
                <a:cubicBezTo>
                  <a:pt x="782138" y="577306"/>
                  <a:pt x="768544" y="590900"/>
                  <a:pt x="751774" y="590900"/>
                </a:cubicBezTo>
                <a:cubicBezTo>
                  <a:pt x="735005" y="590900"/>
                  <a:pt x="721411" y="577306"/>
                  <a:pt x="721411" y="560536"/>
                </a:cubicBezTo>
                <a:cubicBezTo>
                  <a:pt x="721411" y="543767"/>
                  <a:pt x="735005" y="530173"/>
                  <a:pt x="751774" y="530173"/>
                </a:cubicBezTo>
                <a:close/>
                <a:moveTo>
                  <a:pt x="679220" y="530173"/>
                </a:moveTo>
                <a:cubicBezTo>
                  <a:pt x="695989" y="530173"/>
                  <a:pt x="709583" y="543767"/>
                  <a:pt x="709583" y="560536"/>
                </a:cubicBezTo>
                <a:cubicBezTo>
                  <a:pt x="709583" y="577306"/>
                  <a:pt x="695989" y="590900"/>
                  <a:pt x="679220" y="590900"/>
                </a:cubicBezTo>
                <a:cubicBezTo>
                  <a:pt x="662450" y="590900"/>
                  <a:pt x="648856" y="577306"/>
                  <a:pt x="648856" y="560536"/>
                </a:cubicBezTo>
                <a:cubicBezTo>
                  <a:pt x="648856" y="543767"/>
                  <a:pt x="662450" y="530173"/>
                  <a:pt x="679220" y="530173"/>
                </a:cubicBezTo>
                <a:close/>
                <a:moveTo>
                  <a:pt x="606665" y="530173"/>
                </a:moveTo>
                <a:cubicBezTo>
                  <a:pt x="623435" y="530173"/>
                  <a:pt x="637029" y="543767"/>
                  <a:pt x="637029" y="560536"/>
                </a:cubicBezTo>
                <a:cubicBezTo>
                  <a:pt x="637029" y="577306"/>
                  <a:pt x="623435" y="590900"/>
                  <a:pt x="606665" y="590900"/>
                </a:cubicBezTo>
                <a:cubicBezTo>
                  <a:pt x="589896" y="590900"/>
                  <a:pt x="576302" y="577306"/>
                  <a:pt x="576302" y="560536"/>
                </a:cubicBezTo>
                <a:cubicBezTo>
                  <a:pt x="576302" y="543767"/>
                  <a:pt x="589896" y="530173"/>
                  <a:pt x="606665" y="530173"/>
                </a:cubicBezTo>
                <a:close/>
                <a:moveTo>
                  <a:pt x="534111" y="530173"/>
                </a:moveTo>
                <a:cubicBezTo>
                  <a:pt x="550880" y="530173"/>
                  <a:pt x="564474" y="543767"/>
                  <a:pt x="564474" y="560536"/>
                </a:cubicBezTo>
                <a:cubicBezTo>
                  <a:pt x="564474" y="577306"/>
                  <a:pt x="550880" y="590900"/>
                  <a:pt x="534111" y="590900"/>
                </a:cubicBezTo>
                <a:cubicBezTo>
                  <a:pt x="517341" y="590900"/>
                  <a:pt x="503747" y="577306"/>
                  <a:pt x="503747" y="560536"/>
                </a:cubicBezTo>
                <a:cubicBezTo>
                  <a:pt x="503747" y="543767"/>
                  <a:pt x="517341" y="530173"/>
                  <a:pt x="534111" y="530173"/>
                </a:cubicBezTo>
                <a:close/>
                <a:moveTo>
                  <a:pt x="461556" y="530173"/>
                </a:moveTo>
                <a:cubicBezTo>
                  <a:pt x="478326" y="530173"/>
                  <a:pt x="491920" y="543767"/>
                  <a:pt x="491920" y="560536"/>
                </a:cubicBezTo>
                <a:cubicBezTo>
                  <a:pt x="491920" y="577306"/>
                  <a:pt x="478326" y="590900"/>
                  <a:pt x="461556" y="590900"/>
                </a:cubicBezTo>
                <a:cubicBezTo>
                  <a:pt x="444787" y="590900"/>
                  <a:pt x="431192" y="577306"/>
                  <a:pt x="431192" y="560536"/>
                </a:cubicBezTo>
                <a:cubicBezTo>
                  <a:pt x="431192" y="543767"/>
                  <a:pt x="444787" y="530173"/>
                  <a:pt x="461556" y="530173"/>
                </a:cubicBezTo>
                <a:close/>
                <a:moveTo>
                  <a:pt x="389002" y="530173"/>
                </a:moveTo>
                <a:cubicBezTo>
                  <a:pt x="405771" y="530173"/>
                  <a:pt x="419365" y="543767"/>
                  <a:pt x="419365" y="560536"/>
                </a:cubicBezTo>
                <a:cubicBezTo>
                  <a:pt x="419365" y="577306"/>
                  <a:pt x="405771" y="590900"/>
                  <a:pt x="389002" y="590900"/>
                </a:cubicBezTo>
                <a:cubicBezTo>
                  <a:pt x="372232" y="590900"/>
                  <a:pt x="358638" y="577306"/>
                  <a:pt x="358638" y="560536"/>
                </a:cubicBezTo>
                <a:cubicBezTo>
                  <a:pt x="358638" y="543767"/>
                  <a:pt x="372232" y="530173"/>
                  <a:pt x="389002" y="530173"/>
                </a:cubicBezTo>
                <a:close/>
                <a:moveTo>
                  <a:pt x="316447" y="530173"/>
                </a:moveTo>
                <a:cubicBezTo>
                  <a:pt x="333216" y="530173"/>
                  <a:pt x="346810" y="543767"/>
                  <a:pt x="346810" y="560536"/>
                </a:cubicBezTo>
                <a:cubicBezTo>
                  <a:pt x="346810" y="577306"/>
                  <a:pt x="333216" y="590900"/>
                  <a:pt x="316447" y="590900"/>
                </a:cubicBezTo>
                <a:cubicBezTo>
                  <a:pt x="299677" y="590900"/>
                  <a:pt x="286084" y="577306"/>
                  <a:pt x="286084" y="560536"/>
                </a:cubicBezTo>
                <a:cubicBezTo>
                  <a:pt x="286084" y="543767"/>
                  <a:pt x="299677" y="530173"/>
                  <a:pt x="316447" y="530173"/>
                </a:cubicBezTo>
                <a:close/>
                <a:moveTo>
                  <a:pt x="243892" y="530173"/>
                </a:moveTo>
                <a:cubicBezTo>
                  <a:pt x="260662" y="530173"/>
                  <a:pt x="274256" y="543767"/>
                  <a:pt x="274256" y="560536"/>
                </a:cubicBezTo>
                <a:cubicBezTo>
                  <a:pt x="274256" y="577306"/>
                  <a:pt x="260662" y="590900"/>
                  <a:pt x="243892" y="590900"/>
                </a:cubicBezTo>
                <a:cubicBezTo>
                  <a:pt x="227123" y="590900"/>
                  <a:pt x="213529" y="577306"/>
                  <a:pt x="213529" y="560536"/>
                </a:cubicBezTo>
                <a:cubicBezTo>
                  <a:pt x="213529" y="543767"/>
                  <a:pt x="227123" y="530173"/>
                  <a:pt x="243892" y="530173"/>
                </a:cubicBezTo>
                <a:close/>
                <a:moveTo>
                  <a:pt x="171339" y="530173"/>
                </a:moveTo>
                <a:cubicBezTo>
                  <a:pt x="188107" y="530173"/>
                  <a:pt x="201701" y="543767"/>
                  <a:pt x="201701" y="560536"/>
                </a:cubicBezTo>
                <a:cubicBezTo>
                  <a:pt x="201701" y="577306"/>
                  <a:pt x="188107" y="590900"/>
                  <a:pt x="171339" y="590900"/>
                </a:cubicBezTo>
                <a:cubicBezTo>
                  <a:pt x="154673" y="590900"/>
                  <a:pt x="141079" y="577306"/>
                  <a:pt x="141079" y="560536"/>
                </a:cubicBezTo>
                <a:cubicBezTo>
                  <a:pt x="141079" y="543767"/>
                  <a:pt x="154673" y="530173"/>
                  <a:pt x="171339" y="530173"/>
                </a:cubicBezTo>
                <a:close/>
                <a:moveTo>
                  <a:pt x="98904" y="530173"/>
                </a:moveTo>
                <a:cubicBezTo>
                  <a:pt x="115664" y="530173"/>
                  <a:pt x="129258" y="543767"/>
                  <a:pt x="129258" y="560536"/>
                </a:cubicBezTo>
                <a:cubicBezTo>
                  <a:pt x="129258" y="577306"/>
                  <a:pt x="115664" y="590900"/>
                  <a:pt x="98904" y="590900"/>
                </a:cubicBezTo>
                <a:cubicBezTo>
                  <a:pt x="82130" y="590900"/>
                  <a:pt x="68536" y="577306"/>
                  <a:pt x="68536" y="560536"/>
                </a:cubicBezTo>
                <a:cubicBezTo>
                  <a:pt x="68536" y="543767"/>
                  <a:pt x="82130" y="530173"/>
                  <a:pt x="98904" y="530173"/>
                </a:cubicBezTo>
                <a:close/>
                <a:moveTo>
                  <a:pt x="26349" y="530173"/>
                </a:moveTo>
                <a:cubicBezTo>
                  <a:pt x="43112" y="530173"/>
                  <a:pt x="56707" y="543767"/>
                  <a:pt x="56707" y="560536"/>
                </a:cubicBezTo>
                <a:cubicBezTo>
                  <a:pt x="56707" y="577306"/>
                  <a:pt x="43112" y="590900"/>
                  <a:pt x="26349" y="590900"/>
                </a:cubicBezTo>
                <a:cubicBezTo>
                  <a:pt x="17963" y="590900"/>
                  <a:pt x="10372" y="587502"/>
                  <a:pt x="4877" y="582007"/>
                </a:cubicBezTo>
                <a:lnTo>
                  <a:pt x="0" y="570232"/>
                </a:lnTo>
                <a:lnTo>
                  <a:pt x="0" y="550840"/>
                </a:lnTo>
                <a:lnTo>
                  <a:pt x="4877" y="539066"/>
                </a:lnTo>
                <a:cubicBezTo>
                  <a:pt x="10372" y="533572"/>
                  <a:pt x="17963" y="530173"/>
                  <a:pt x="26349" y="530173"/>
                </a:cubicBezTo>
                <a:close/>
                <a:moveTo>
                  <a:pt x="1673704" y="458486"/>
                </a:moveTo>
                <a:lnTo>
                  <a:pt x="1671744" y="497284"/>
                </a:lnTo>
                <a:lnTo>
                  <a:pt x="1664620" y="480084"/>
                </a:lnTo>
                <a:cubicBezTo>
                  <a:pt x="1664620" y="471700"/>
                  <a:pt x="1668019" y="464109"/>
                  <a:pt x="1673514" y="458614"/>
                </a:cubicBezTo>
                <a:close/>
                <a:moveTo>
                  <a:pt x="1622429" y="449721"/>
                </a:moveTo>
                <a:cubicBezTo>
                  <a:pt x="1639199" y="449721"/>
                  <a:pt x="1652792" y="463315"/>
                  <a:pt x="1652792" y="480084"/>
                </a:cubicBezTo>
                <a:cubicBezTo>
                  <a:pt x="1652792" y="496854"/>
                  <a:pt x="1639199" y="510448"/>
                  <a:pt x="1622429" y="510448"/>
                </a:cubicBezTo>
                <a:cubicBezTo>
                  <a:pt x="1605659" y="510448"/>
                  <a:pt x="1592066" y="496854"/>
                  <a:pt x="1592066" y="480084"/>
                </a:cubicBezTo>
                <a:cubicBezTo>
                  <a:pt x="1592066" y="463315"/>
                  <a:pt x="1605659" y="449721"/>
                  <a:pt x="1622429" y="449721"/>
                </a:cubicBezTo>
                <a:close/>
                <a:moveTo>
                  <a:pt x="1549874" y="449721"/>
                </a:moveTo>
                <a:cubicBezTo>
                  <a:pt x="1566644" y="449721"/>
                  <a:pt x="1580238" y="463315"/>
                  <a:pt x="1580238" y="480084"/>
                </a:cubicBezTo>
                <a:cubicBezTo>
                  <a:pt x="1580238" y="496854"/>
                  <a:pt x="1566644" y="510448"/>
                  <a:pt x="1549874" y="510448"/>
                </a:cubicBezTo>
                <a:cubicBezTo>
                  <a:pt x="1533105" y="510448"/>
                  <a:pt x="1519511" y="496854"/>
                  <a:pt x="1519511" y="480084"/>
                </a:cubicBezTo>
                <a:cubicBezTo>
                  <a:pt x="1519511" y="463315"/>
                  <a:pt x="1533105" y="449721"/>
                  <a:pt x="1549874" y="449721"/>
                </a:cubicBezTo>
                <a:close/>
                <a:moveTo>
                  <a:pt x="1477320" y="449721"/>
                </a:moveTo>
                <a:cubicBezTo>
                  <a:pt x="1494089" y="449721"/>
                  <a:pt x="1507683" y="463315"/>
                  <a:pt x="1507683" y="480084"/>
                </a:cubicBezTo>
                <a:cubicBezTo>
                  <a:pt x="1507683" y="496854"/>
                  <a:pt x="1494089" y="510448"/>
                  <a:pt x="1477320" y="510448"/>
                </a:cubicBezTo>
                <a:cubicBezTo>
                  <a:pt x="1460550" y="510448"/>
                  <a:pt x="1446956" y="496854"/>
                  <a:pt x="1446956" y="480084"/>
                </a:cubicBezTo>
                <a:cubicBezTo>
                  <a:pt x="1446956" y="463315"/>
                  <a:pt x="1460550" y="449721"/>
                  <a:pt x="1477320" y="449721"/>
                </a:cubicBezTo>
                <a:close/>
                <a:moveTo>
                  <a:pt x="1404765" y="449721"/>
                </a:moveTo>
                <a:cubicBezTo>
                  <a:pt x="1421535" y="449721"/>
                  <a:pt x="1435129" y="463315"/>
                  <a:pt x="1435129" y="480084"/>
                </a:cubicBezTo>
                <a:cubicBezTo>
                  <a:pt x="1435129" y="496854"/>
                  <a:pt x="1421535" y="510448"/>
                  <a:pt x="1404765" y="510448"/>
                </a:cubicBezTo>
                <a:cubicBezTo>
                  <a:pt x="1387996" y="510448"/>
                  <a:pt x="1374402" y="496854"/>
                  <a:pt x="1374402" y="480084"/>
                </a:cubicBezTo>
                <a:cubicBezTo>
                  <a:pt x="1374402" y="463315"/>
                  <a:pt x="1387996" y="449721"/>
                  <a:pt x="1404765" y="449721"/>
                </a:cubicBezTo>
                <a:close/>
                <a:moveTo>
                  <a:pt x="1332211" y="449721"/>
                </a:moveTo>
                <a:cubicBezTo>
                  <a:pt x="1348980" y="449721"/>
                  <a:pt x="1362574" y="463315"/>
                  <a:pt x="1362574" y="480084"/>
                </a:cubicBezTo>
                <a:cubicBezTo>
                  <a:pt x="1362574" y="496854"/>
                  <a:pt x="1348980" y="510448"/>
                  <a:pt x="1332211" y="510448"/>
                </a:cubicBezTo>
                <a:cubicBezTo>
                  <a:pt x="1315441" y="510448"/>
                  <a:pt x="1301847" y="496854"/>
                  <a:pt x="1301847" y="480084"/>
                </a:cubicBezTo>
                <a:cubicBezTo>
                  <a:pt x="1301847" y="463315"/>
                  <a:pt x="1315441" y="449721"/>
                  <a:pt x="1332211" y="449721"/>
                </a:cubicBezTo>
                <a:close/>
                <a:moveTo>
                  <a:pt x="1259656" y="449721"/>
                </a:moveTo>
                <a:cubicBezTo>
                  <a:pt x="1276426" y="449721"/>
                  <a:pt x="1290020" y="463315"/>
                  <a:pt x="1290020" y="480084"/>
                </a:cubicBezTo>
                <a:cubicBezTo>
                  <a:pt x="1290020" y="496854"/>
                  <a:pt x="1276426" y="510448"/>
                  <a:pt x="1259656" y="510448"/>
                </a:cubicBezTo>
                <a:cubicBezTo>
                  <a:pt x="1242887" y="510448"/>
                  <a:pt x="1229293" y="496854"/>
                  <a:pt x="1229293" y="480084"/>
                </a:cubicBezTo>
                <a:cubicBezTo>
                  <a:pt x="1229293" y="463315"/>
                  <a:pt x="1242887" y="449721"/>
                  <a:pt x="1259656" y="449721"/>
                </a:cubicBezTo>
                <a:close/>
                <a:moveTo>
                  <a:pt x="1187102" y="449721"/>
                </a:moveTo>
                <a:cubicBezTo>
                  <a:pt x="1203871" y="449721"/>
                  <a:pt x="1217465" y="463315"/>
                  <a:pt x="1217465" y="480084"/>
                </a:cubicBezTo>
                <a:cubicBezTo>
                  <a:pt x="1217465" y="496854"/>
                  <a:pt x="1203871" y="510448"/>
                  <a:pt x="1187102" y="510448"/>
                </a:cubicBezTo>
                <a:cubicBezTo>
                  <a:pt x="1170332" y="510448"/>
                  <a:pt x="1156738" y="496854"/>
                  <a:pt x="1156738" y="480084"/>
                </a:cubicBezTo>
                <a:cubicBezTo>
                  <a:pt x="1156738" y="463315"/>
                  <a:pt x="1170332" y="449721"/>
                  <a:pt x="1187102" y="449721"/>
                </a:cubicBezTo>
                <a:close/>
                <a:moveTo>
                  <a:pt x="1114547" y="449721"/>
                </a:moveTo>
                <a:cubicBezTo>
                  <a:pt x="1131317" y="449721"/>
                  <a:pt x="1144911" y="463315"/>
                  <a:pt x="1144911" y="480084"/>
                </a:cubicBezTo>
                <a:cubicBezTo>
                  <a:pt x="1144911" y="496854"/>
                  <a:pt x="1131317" y="510448"/>
                  <a:pt x="1114547" y="510448"/>
                </a:cubicBezTo>
                <a:cubicBezTo>
                  <a:pt x="1097778" y="510448"/>
                  <a:pt x="1084184" y="496854"/>
                  <a:pt x="1084184" y="480084"/>
                </a:cubicBezTo>
                <a:cubicBezTo>
                  <a:pt x="1084184" y="463315"/>
                  <a:pt x="1097778" y="449721"/>
                  <a:pt x="1114547" y="449721"/>
                </a:cubicBezTo>
                <a:close/>
                <a:moveTo>
                  <a:pt x="1041993" y="449721"/>
                </a:moveTo>
                <a:cubicBezTo>
                  <a:pt x="1058762" y="449721"/>
                  <a:pt x="1072356" y="463315"/>
                  <a:pt x="1072356" y="480084"/>
                </a:cubicBezTo>
                <a:cubicBezTo>
                  <a:pt x="1072356" y="496854"/>
                  <a:pt x="1058762" y="510448"/>
                  <a:pt x="1041993" y="510448"/>
                </a:cubicBezTo>
                <a:cubicBezTo>
                  <a:pt x="1025223" y="510448"/>
                  <a:pt x="1011629" y="496854"/>
                  <a:pt x="1011629" y="480084"/>
                </a:cubicBezTo>
                <a:cubicBezTo>
                  <a:pt x="1011629" y="463315"/>
                  <a:pt x="1025223" y="449721"/>
                  <a:pt x="1041993" y="449721"/>
                </a:cubicBezTo>
                <a:close/>
                <a:moveTo>
                  <a:pt x="969438" y="449721"/>
                </a:moveTo>
                <a:cubicBezTo>
                  <a:pt x="986208" y="449721"/>
                  <a:pt x="999801" y="463315"/>
                  <a:pt x="999801" y="480084"/>
                </a:cubicBezTo>
                <a:cubicBezTo>
                  <a:pt x="999801" y="496854"/>
                  <a:pt x="986208" y="510448"/>
                  <a:pt x="969438" y="510448"/>
                </a:cubicBezTo>
                <a:cubicBezTo>
                  <a:pt x="952669" y="510448"/>
                  <a:pt x="939075" y="496854"/>
                  <a:pt x="939075" y="480084"/>
                </a:cubicBezTo>
                <a:cubicBezTo>
                  <a:pt x="939075" y="463315"/>
                  <a:pt x="952669" y="449721"/>
                  <a:pt x="969438" y="449721"/>
                </a:cubicBezTo>
                <a:close/>
                <a:moveTo>
                  <a:pt x="896883" y="449721"/>
                </a:moveTo>
                <a:cubicBezTo>
                  <a:pt x="913653" y="449721"/>
                  <a:pt x="927247" y="463315"/>
                  <a:pt x="927247" y="480084"/>
                </a:cubicBezTo>
                <a:cubicBezTo>
                  <a:pt x="927247" y="496854"/>
                  <a:pt x="913653" y="510448"/>
                  <a:pt x="896883" y="510448"/>
                </a:cubicBezTo>
                <a:cubicBezTo>
                  <a:pt x="880114" y="510448"/>
                  <a:pt x="866520" y="496854"/>
                  <a:pt x="866520" y="480084"/>
                </a:cubicBezTo>
                <a:cubicBezTo>
                  <a:pt x="866520" y="463315"/>
                  <a:pt x="880114" y="449721"/>
                  <a:pt x="896883" y="449721"/>
                </a:cubicBezTo>
                <a:close/>
                <a:moveTo>
                  <a:pt x="824329" y="449721"/>
                </a:moveTo>
                <a:cubicBezTo>
                  <a:pt x="841098" y="449721"/>
                  <a:pt x="854692" y="463315"/>
                  <a:pt x="854692" y="480084"/>
                </a:cubicBezTo>
                <a:cubicBezTo>
                  <a:pt x="854692" y="496854"/>
                  <a:pt x="841098" y="510448"/>
                  <a:pt x="824329" y="510448"/>
                </a:cubicBezTo>
                <a:cubicBezTo>
                  <a:pt x="807559" y="510448"/>
                  <a:pt x="793965" y="496854"/>
                  <a:pt x="793965" y="480084"/>
                </a:cubicBezTo>
                <a:cubicBezTo>
                  <a:pt x="793965" y="463315"/>
                  <a:pt x="807559" y="449721"/>
                  <a:pt x="824329" y="449721"/>
                </a:cubicBezTo>
                <a:close/>
                <a:moveTo>
                  <a:pt x="751774" y="449721"/>
                </a:moveTo>
                <a:cubicBezTo>
                  <a:pt x="768544" y="449721"/>
                  <a:pt x="782138" y="463315"/>
                  <a:pt x="782138" y="480084"/>
                </a:cubicBezTo>
                <a:cubicBezTo>
                  <a:pt x="782138" y="496854"/>
                  <a:pt x="768544" y="510448"/>
                  <a:pt x="751774" y="510448"/>
                </a:cubicBezTo>
                <a:cubicBezTo>
                  <a:pt x="735005" y="510448"/>
                  <a:pt x="721411" y="496854"/>
                  <a:pt x="721411" y="480084"/>
                </a:cubicBezTo>
                <a:cubicBezTo>
                  <a:pt x="721411" y="463315"/>
                  <a:pt x="735005" y="449721"/>
                  <a:pt x="751774" y="449721"/>
                </a:cubicBezTo>
                <a:close/>
                <a:moveTo>
                  <a:pt x="679220" y="449721"/>
                </a:moveTo>
                <a:cubicBezTo>
                  <a:pt x="695989" y="449721"/>
                  <a:pt x="709583" y="463315"/>
                  <a:pt x="709583" y="480084"/>
                </a:cubicBezTo>
                <a:cubicBezTo>
                  <a:pt x="709583" y="496854"/>
                  <a:pt x="695989" y="510448"/>
                  <a:pt x="679220" y="510448"/>
                </a:cubicBezTo>
                <a:cubicBezTo>
                  <a:pt x="662450" y="510448"/>
                  <a:pt x="648856" y="496854"/>
                  <a:pt x="648856" y="480084"/>
                </a:cubicBezTo>
                <a:cubicBezTo>
                  <a:pt x="648856" y="463315"/>
                  <a:pt x="662450" y="449721"/>
                  <a:pt x="679220" y="449721"/>
                </a:cubicBezTo>
                <a:close/>
                <a:moveTo>
                  <a:pt x="606665" y="449721"/>
                </a:moveTo>
                <a:cubicBezTo>
                  <a:pt x="623435" y="449721"/>
                  <a:pt x="637029" y="463315"/>
                  <a:pt x="637029" y="480084"/>
                </a:cubicBezTo>
                <a:cubicBezTo>
                  <a:pt x="637029" y="496854"/>
                  <a:pt x="623435" y="510448"/>
                  <a:pt x="606665" y="510448"/>
                </a:cubicBezTo>
                <a:cubicBezTo>
                  <a:pt x="589896" y="510448"/>
                  <a:pt x="576302" y="496854"/>
                  <a:pt x="576302" y="480084"/>
                </a:cubicBezTo>
                <a:cubicBezTo>
                  <a:pt x="576302" y="463315"/>
                  <a:pt x="589896" y="449721"/>
                  <a:pt x="606665" y="449721"/>
                </a:cubicBezTo>
                <a:close/>
                <a:moveTo>
                  <a:pt x="534111" y="449721"/>
                </a:moveTo>
                <a:cubicBezTo>
                  <a:pt x="550880" y="449721"/>
                  <a:pt x="564474" y="463315"/>
                  <a:pt x="564474" y="480084"/>
                </a:cubicBezTo>
                <a:cubicBezTo>
                  <a:pt x="564474" y="496854"/>
                  <a:pt x="550880" y="510448"/>
                  <a:pt x="534111" y="510448"/>
                </a:cubicBezTo>
                <a:cubicBezTo>
                  <a:pt x="517341" y="510448"/>
                  <a:pt x="503747" y="496854"/>
                  <a:pt x="503747" y="480084"/>
                </a:cubicBezTo>
                <a:cubicBezTo>
                  <a:pt x="503747" y="463315"/>
                  <a:pt x="517341" y="449721"/>
                  <a:pt x="534111" y="449721"/>
                </a:cubicBezTo>
                <a:close/>
                <a:moveTo>
                  <a:pt x="461556" y="449721"/>
                </a:moveTo>
                <a:cubicBezTo>
                  <a:pt x="478326" y="449721"/>
                  <a:pt x="491920" y="463315"/>
                  <a:pt x="491920" y="480084"/>
                </a:cubicBezTo>
                <a:cubicBezTo>
                  <a:pt x="491920" y="496854"/>
                  <a:pt x="478326" y="510448"/>
                  <a:pt x="461556" y="510448"/>
                </a:cubicBezTo>
                <a:cubicBezTo>
                  <a:pt x="444787" y="510448"/>
                  <a:pt x="431192" y="496854"/>
                  <a:pt x="431192" y="480084"/>
                </a:cubicBezTo>
                <a:cubicBezTo>
                  <a:pt x="431192" y="463315"/>
                  <a:pt x="444787" y="449721"/>
                  <a:pt x="461556" y="449721"/>
                </a:cubicBezTo>
                <a:close/>
                <a:moveTo>
                  <a:pt x="389002" y="449721"/>
                </a:moveTo>
                <a:cubicBezTo>
                  <a:pt x="405771" y="449721"/>
                  <a:pt x="419365" y="463315"/>
                  <a:pt x="419365" y="480084"/>
                </a:cubicBezTo>
                <a:cubicBezTo>
                  <a:pt x="419365" y="496854"/>
                  <a:pt x="405771" y="510448"/>
                  <a:pt x="389002" y="510448"/>
                </a:cubicBezTo>
                <a:cubicBezTo>
                  <a:pt x="372232" y="510448"/>
                  <a:pt x="358638" y="496854"/>
                  <a:pt x="358638" y="480084"/>
                </a:cubicBezTo>
                <a:cubicBezTo>
                  <a:pt x="358638" y="463315"/>
                  <a:pt x="372232" y="449721"/>
                  <a:pt x="389002" y="449721"/>
                </a:cubicBezTo>
                <a:close/>
                <a:moveTo>
                  <a:pt x="316447" y="449721"/>
                </a:moveTo>
                <a:cubicBezTo>
                  <a:pt x="333216" y="449721"/>
                  <a:pt x="346810" y="463315"/>
                  <a:pt x="346810" y="480084"/>
                </a:cubicBezTo>
                <a:cubicBezTo>
                  <a:pt x="346810" y="496854"/>
                  <a:pt x="333216" y="510448"/>
                  <a:pt x="316447" y="510448"/>
                </a:cubicBezTo>
                <a:cubicBezTo>
                  <a:pt x="299677" y="510448"/>
                  <a:pt x="286084" y="496854"/>
                  <a:pt x="286084" y="480084"/>
                </a:cubicBezTo>
                <a:cubicBezTo>
                  <a:pt x="286084" y="463315"/>
                  <a:pt x="299677" y="449721"/>
                  <a:pt x="316447" y="449721"/>
                </a:cubicBezTo>
                <a:close/>
                <a:moveTo>
                  <a:pt x="243892" y="449721"/>
                </a:moveTo>
                <a:cubicBezTo>
                  <a:pt x="260662" y="449721"/>
                  <a:pt x="274256" y="463315"/>
                  <a:pt x="274256" y="480084"/>
                </a:cubicBezTo>
                <a:cubicBezTo>
                  <a:pt x="274256" y="496854"/>
                  <a:pt x="260662" y="510448"/>
                  <a:pt x="243892" y="510448"/>
                </a:cubicBezTo>
                <a:cubicBezTo>
                  <a:pt x="227123" y="510448"/>
                  <a:pt x="213529" y="496854"/>
                  <a:pt x="213529" y="480084"/>
                </a:cubicBezTo>
                <a:cubicBezTo>
                  <a:pt x="213529" y="463315"/>
                  <a:pt x="227123" y="449721"/>
                  <a:pt x="243892" y="449721"/>
                </a:cubicBezTo>
                <a:close/>
                <a:moveTo>
                  <a:pt x="171339" y="449721"/>
                </a:moveTo>
                <a:cubicBezTo>
                  <a:pt x="188107" y="449721"/>
                  <a:pt x="201701" y="463315"/>
                  <a:pt x="201701" y="480084"/>
                </a:cubicBezTo>
                <a:cubicBezTo>
                  <a:pt x="201701" y="496854"/>
                  <a:pt x="188107" y="510448"/>
                  <a:pt x="171339" y="510448"/>
                </a:cubicBezTo>
                <a:cubicBezTo>
                  <a:pt x="154679" y="510448"/>
                  <a:pt x="141085" y="496854"/>
                  <a:pt x="141085" y="480084"/>
                </a:cubicBezTo>
                <a:cubicBezTo>
                  <a:pt x="141085" y="463315"/>
                  <a:pt x="154679" y="449721"/>
                  <a:pt x="171339" y="449721"/>
                </a:cubicBezTo>
                <a:close/>
                <a:moveTo>
                  <a:pt x="98910" y="449721"/>
                </a:moveTo>
                <a:cubicBezTo>
                  <a:pt x="115670" y="449721"/>
                  <a:pt x="129264" y="463315"/>
                  <a:pt x="129264" y="480084"/>
                </a:cubicBezTo>
                <a:cubicBezTo>
                  <a:pt x="129264" y="496854"/>
                  <a:pt x="115670" y="510448"/>
                  <a:pt x="98910" y="510448"/>
                </a:cubicBezTo>
                <a:cubicBezTo>
                  <a:pt x="82136" y="510448"/>
                  <a:pt x="68542" y="496854"/>
                  <a:pt x="68542" y="480084"/>
                </a:cubicBezTo>
                <a:cubicBezTo>
                  <a:pt x="68542" y="463315"/>
                  <a:pt x="82136" y="449721"/>
                  <a:pt x="98910" y="449721"/>
                </a:cubicBezTo>
                <a:close/>
                <a:moveTo>
                  <a:pt x="26355" y="449721"/>
                </a:moveTo>
                <a:cubicBezTo>
                  <a:pt x="43118" y="449721"/>
                  <a:pt x="56713" y="463315"/>
                  <a:pt x="56713" y="480084"/>
                </a:cubicBezTo>
                <a:cubicBezTo>
                  <a:pt x="56713" y="496854"/>
                  <a:pt x="43118" y="510448"/>
                  <a:pt x="26355" y="510448"/>
                </a:cubicBezTo>
                <a:cubicBezTo>
                  <a:pt x="17970" y="510448"/>
                  <a:pt x="10379" y="507050"/>
                  <a:pt x="4884" y="501555"/>
                </a:cubicBezTo>
                <a:lnTo>
                  <a:pt x="0" y="489763"/>
                </a:lnTo>
                <a:lnTo>
                  <a:pt x="0" y="470405"/>
                </a:lnTo>
                <a:lnTo>
                  <a:pt x="4884" y="458614"/>
                </a:lnTo>
                <a:cubicBezTo>
                  <a:pt x="10379" y="453120"/>
                  <a:pt x="17970" y="449721"/>
                  <a:pt x="26355" y="449721"/>
                </a:cubicBezTo>
                <a:close/>
                <a:moveTo>
                  <a:pt x="1673066" y="379245"/>
                </a:moveTo>
                <a:lnTo>
                  <a:pt x="1675237" y="422266"/>
                </a:lnTo>
                <a:lnTo>
                  <a:pt x="1673514" y="421103"/>
                </a:lnTo>
                <a:cubicBezTo>
                  <a:pt x="1668019" y="415609"/>
                  <a:pt x="1664620" y="408017"/>
                  <a:pt x="1664620" y="399633"/>
                </a:cubicBezTo>
                <a:close/>
                <a:moveTo>
                  <a:pt x="1622429" y="369269"/>
                </a:moveTo>
                <a:cubicBezTo>
                  <a:pt x="1639199" y="369269"/>
                  <a:pt x="1652792" y="382864"/>
                  <a:pt x="1652792" y="399633"/>
                </a:cubicBezTo>
                <a:cubicBezTo>
                  <a:pt x="1652792" y="416402"/>
                  <a:pt x="1639199" y="429997"/>
                  <a:pt x="1622429" y="429997"/>
                </a:cubicBezTo>
                <a:cubicBezTo>
                  <a:pt x="1605659" y="429997"/>
                  <a:pt x="1592066" y="416402"/>
                  <a:pt x="1592066" y="399633"/>
                </a:cubicBezTo>
                <a:cubicBezTo>
                  <a:pt x="1592066" y="382864"/>
                  <a:pt x="1605659" y="369269"/>
                  <a:pt x="1622429" y="369269"/>
                </a:cubicBezTo>
                <a:close/>
                <a:moveTo>
                  <a:pt x="1549874" y="369269"/>
                </a:moveTo>
                <a:cubicBezTo>
                  <a:pt x="1566644" y="369269"/>
                  <a:pt x="1580238" y="382864"/>
                  <a:pt x="1580238" y="399633"/>
                </a:cubicBezTo>
                <a:cubicBezTo>
                  <a:pt x="1580238" y="416402"/>
                  <a:pt x="1566644" y="429997"/>
                  <a:pt x="1549874" y="429997"/>
                </a:cubicBezTo>
                <a:cubicBezTo>
                  <a:pt x="1533105" y="429997"/>
                  <a:pt x="1519511" y="416402"/>
                  <a:pt x="1519511" y="399633"/>
                </a:cubicBezTo>
                <a:cubicBezTo>
                  <a:pt x="1519511" y="382864"/>
                  <a:pt x="1533105" y="369269"/>
                  <a:pt x="1549874" y="369269"/>
                </a:cubicBezTo>
                <a:close/>
                <a:moveTo>
                  <a:pt x="1477320" y="369269"/>
                </a:moveTo>
                <a:cubicBezTo>
                  <a:pt x="1494089" y="369269"/>
                  <a:pt x="1507683" y="382864"/>
                  <a:pt x="1507683" y="399633"/>
                </a:cubicBezTo>
                <a:cubicBezTo>
                  <a:pt x="1507683" y="416402"/>
                  <a:pt x="1494089" y="429997"/>
                  <a:pt x="1477320" y="429997"/>
                </a:cubicBezTo>
                <a:cubicBezTo>
                  <a:pt x="1460550" y="429997"/>
                  <a:pt x="1446956" y="416402"/>
                  <a:pt x="1446956" y="399633"/>
                </a:cubicBezTo>
                <a:cubicBezTo>
                  <a:pt x="1446956" y="382864"/>
                  <a:pt x="1460550" y="369269"/>
                  <a:pt x="1477320" y="369269"/>
                </a:cubicBezTo>
                <a:close/>
                <a:moveTo>
                  <a:pt x="1404765" y="369269"/>
                </a:moveTo>
                <a:cubicBezTo>
                  <a:pt x="1421535" y="369269"/>
                  <a:pt x="1435129" y="382864"/>
                  <a:pt x="1435129" y="399633"/>
                </a:cubicBezTo>
                <a:cubicBezTo>
                  <a:pt x="1435129" y="416402"/>
                  <a:pt x="1421535" y="429997"/>
                  <a:pt x="1404765" y="429997"/>
                </a:cubicBezTo>
                <a:cubicBezTo>
                  <a:pt x="1387996" y="429997"/>
                  <a:pt x="1374402" y="416402"/>
                  <a:pt x="1374402" y="399633"/>
                </a:cubicBezTo>
                <a:cubicBezTo>
                  <a:pt x="1374402" y="382864"/>
                  <a:pt x="1387996" y="369269"/>
                  <a:pt x="1404765" y="369269"/>
                </a:cubicBezTo>
                <a:close/>
                <a:moveTo>
                  <a:pt x="1332211" y="369269"/>
                </a:moveTo>
                <a:cubicBezTo>
                  <a:pt x="1348980" y="369269"/>
                  <a:pt x="1362574" y="382864"/>
                  <a:pt x="1362574" y="399633"/>
                </a:cubicBezTo>
                <a:cubicBezTo>
                  <a:pt x="1362574" y="416402"/>
                  <a:pt x="1348980" y="429997"/>
                  <a:pt x="1332211" y="429997"/>
                </a:cubicBezTo>
                <a:cubicBezTo>
                  <a:pt x="1315441" y="429997"/>
                  <a:pt x="1301847" y="416402"/>
                  <a:pt x="1301847" y="399633"/>
                </a:cubicBezTo>
                <a:cubicBezTo>
                  <a:pt x="1301847" y="382864"/>
                  <a:pt x="1315441" y="369269"/>
                  <a:pt x="1332211" y="369269"/>
                </a:cubicBezTo>
                <a:close/>
                <a:moveTo>
                  <a:pt x="1259656" y="369269"/>
                </a:moveTo>
                <a:cubicBezTo>
                  <a:pt x="1276426" y="369269"/>
                  <a:pt x="1290020" y="382864"/>
                  <a:pt x="1290020" y="399633"/>
                </a:cubicBezTo>
                <a:cubicBezTo>
                  <a:pt x="1290020" y="416402"/>
                  <a:pt x="1276426" y="429997"/>
                  <a:pt x="1259656" y="429997"/>
                </a:cubicBezTo>
                <a:cubicBezTo>
                  <a:pt x="1242887" y="429997"/>
                  <a:pt x="1229293" y="416402"/>
                  <a:pt x="1229293" y="399633"/>
                </a:cubicBezTo>
                <a:cubicBezTo>
                  <a:pt x="1229293" y="382864"/>
                  <a:pt x="1242887" y="369269"/>
                  <a:pt x="1259656" y="369269"/>
                </a:cubicBezTo>
                <a:close/>
                <a:moveTo>
                  <a:pt x="1187102" y="369269"/>
                </a:moveTo>
                <a:cubicBezTo>
                  <a:pt x="1203871" y="369269"/>
                  <a:pt x="1217465" y="382864"/>
                  <a:pt x="1217465" y="399633"/>
                </a:cubicBezTo>
                <a:cubicBezTo>
                  <a:pt x="1217465" y="416402"/>
                  <a:pt x="1203871" y="429997"/>
                  <a:pt x="1187102" y="429997"/>
                </a:cubicBezTo>
                <a:cubicBezTo>
                  <a:pt x="1170332" y="429997"/>
                  <a:pt x="1156738" y="416402"/>
                  <a:pt x="1156738" y="399633"/>
                </a:cubicBezTo>
                <a:cubicBezTo>
                  <a:pt x="1156738" y="382864"/>
                  <a:pt x="1170332" y="369269"/>
                  <a:pt x="1187102" y="369269"/>
                </a:cubicBezTo>
                <a:close/>
                <a:moveTo>
                  <a:pt x="1114547" y="369269"/>
                </a:moveTo>
                <a:cubicBezTo>
                  <a:pt x="1131317" y="369269"/>
                  <a:pt x="1144911" y="382864"/>
                  <a:pt x="1144911" y="399633"/>
                </a:cubicBezTo>
                <a:cubicBezTo>
                  <a:pt x="1144911" y="416402"/>
                  <a:pt x="1131317" y="429997"/>
                  <a:pt x="1114547" y="429997"/>
                </a:cubicBezTo>
                <a:cubicBezTo>
                  <a:pt x="1097778" y="429997"/>
                  <a:pt x="1084184" y="416402"/>
                  <a:pt x="1084184" y="399633"/>
                </a:cubicBezTo>
                <a:cubicBezTo>
                  <a:pt x="1084184" y="382864"/>
                  <a:pt x="1097778" y="369269"/>
                  <a:pt x="1114547" y="369269"/>
                </a:cubicBezTo>
                <a:close/>
                <a:moveTo>
                  <a:pt x="1041993" y="369269"/>
                </a:moveTo>
                <a:cubicBezTo>
                  <a:pt x="1058762" y="369269"/>
                  <a:pt x="1072356" y="382864"/>
                  <a:pt x="1072356" y="399633"/>
                </a:cubicBezTo>
                <a:cubicBezTo>
                  <a:pt x="1072356" y="416402"/>
                  <a:pt x="1058762" y="429997"/>
                  <a:pt x="1041993" y="429997"/>
                </a:cubicBezTo>
                <a:cubicBezTo>
                  <a:pt x="1025223" y="429997"/>
                  <a:pt x="1011629" y="416402"/>
                  <a:pt x="1011629" y="399633"/>
                </a:cubicBezTo>
                <a:cubicBezTo>
                  <a:pt x="1011629" y="382864"/>
                  <a:pt x="1025223" y="369269"/>
                  <a:pt x="1041993" y="369269"/>
                </a:cubicBezTo>
                <a:close/>
                <a:moveTo>
                  <a:pt x="969438" y="369269"/>
                </a:moveTo>
                <a:cubicBezTo>
                  <a:pt x="986208" y="369269"/>
                  <a:pt x="999801" y="382864"/>
                  <a:pt x="999801" y="399633"/>
                </a:cubicBezTo>
                <a:cubicBezTo>
                  <a:pt x="999801" y="416402"/>
                  <a:pt x="986208" y="429997"/>
                  <a:pt x="969438" y="429997"/>
                </a:cubicBezTo>
                <a:cubicBezTo>
                  <a:pt x="952669" y="429997"/>
                  <a:pt x="939075" y="416402"/>
                  <a:pt x="939075" y="399633"/>
                </a:cubicBezTo>
                <a:cubicBezTo>
                  <a:pt x="939075" y="382864"/>
                  <a:pt x="952669" y="369269"/>
                  <a:pt x="969438" y="369269"/>
                </a:cubicBezTo>
                <a:close/>
                <a:moveTo>
                  <a:pt x="896883" y="369269"/>
                </a:moveTo>
                <a:cubicBezTo>
                  <a:pt x="913653" y="369269"/>
                  <a:pt x="927247" y="382864"/>
                  <a:pt x="927247" y="399633"/>
                </a:cubicBezTo>
                <a:cubicBezTo>
                  <a:pt x="927247" y="416402"/>
                  <a:pt x="913653" y="429997"/>
                  <a:pt x="896883" y="429997"/>
                </a:cubicBezTo>
                <a:cubicBezTo>
                  <a:pt x="880114" y="429997"/>
                  <a:pt x="866520" y="416402"/>
                  <a:pt x="866520" y="399633"/>
                </a:cubicBezTo>
                <a:cubicBezTo>
                  <a:pt x="866520" y="382864"/>
                  <a:pt x="880114" y="369269"/>
                  <a:pt x="896883" y="369269"/>
                </a:cubicBezTo>
                <a:close/>
                <a:moveTo>
                  <a:pt x="824329" y="369269"/>
                </a:moveTo>
                <a:cubicBezTo>
                  <a:pt x="841098" y="369269"/>
                  <a:pt x="854692" y="382864"/>
                  <a:pt x="854692" y="399633"/>
                </a:cubicBezTo>
                <a:cubicBezTo>
                  <a:pt x="854692" y="416402"/>
                  <a:pt x="841098" y="429997"/>
                  <a:pt x="824329" y="429997"/>
                </a:cubicBezTo>
                <a:cubicBezTo>
                  <a:pt x="807559" y="429997"/>
                  <a:pt x="793965" y="416402"/>
                  <a:pt x="793965" y="399633"/>
                </a:cubicBezTo>
                <a:cubicBezTo>
                  <a:pt x="793965" y="382864"/>
                  <a:pt x="807559" y="369269"/>
                  <a:pt x="824329" y="369269"/>
                </a:cubicBezTo>
                <a:close/>
                <a:moveTo>
                  <a:pt x="751774" y="369269"/>
                </a:moveTo>
                <a:cubicBezTo>
                  <a:pt x="768544" y="369269"/>
                  <a:pt x="782138" y="382864"/>
                  <a:pt x="782138" y="399633"/>
                </a:cubicBezTo>
                <a:cubicBezTo>
                  <a:pt x="782138" y="416402"/>
                  <a:pt x="768544" y="429997"/>
                  <a:pt x="751774" y="429997"/>
                </a:cubicBezTo>
                <a:cubicBezTo>
                  <a:pt x="735005" y="429997"/>
                  <a:pt x="721411" y="416402"/>
                  <a:pt x="721411" y="399633"/>
                </a:cubicBezTo>
                <a:cubicBezTo>
                  <a:pt x="721411" y="382864"/>
                  <a:pt x="735005" y="369269"/>
                  <a:pt x="751774" y="369269"/>
                </a:cubicBezTo>
                <a:close/>
                <a:moveTo>
                  <a:pt x="679220" y="369269"/>
                </a:moveTo>
                <a:cubicBezTo>
                  <a:pt x="695989" y="369269"/>
                  <a:pt x="709583" y="382864"/>
                  <a:pt x="709583" y="399633"/>
                </a:cubicBezTo>
                <a:cubicBezTo>
                  <a:pt x="709583" y="416402"/>
                  <a:pt x="695989" y="429997"/>
                  <a:pt x="679220" y="429997"/>
                </a:cubicBezTo>
                <a:cubicBezTo>
                  <a:pt x="662450" y="429997"/>
                  <a:pt x="648856" y="416402"/>
                  <a:pt x="648856" y="399633"/>
                </a:cubicBezTo>
                <a:cubicBezTo>
                  <a:pt x="648856" y="382864"/>
                  <a:pt x="662450" y="369269"/>
                  <a:pt x="679220" y="369269"/>
                </a:cubicBezTo>
                <a:close/>
                <a:moveTo>
                  <a:pt x="606665" y="369269"/>
                </a:moveTo>
                <a:cubicBezTo>
                  <a:pt x="623435" y="369269"/>
                  <a:pt x="637029" y="382864"/>
                  <a:pt x="637029" y="399633"/>
                </a:cubicBezTo>
                <a:cubicBezTo>
                  <a:pt x="637029" y="416402"/>
                  <a:pt x="623435" y="429997"/>
                  <a:pt x="606665" y="429997"/>
                </a:cubicBezTo>
                <a:cubicBezTo>
                  <a:pt x="589896" y="429997"/>
                  <a:pt x="576302" y="416402"/>
                  <a:pt x="576302" y="399633"/>
                </a:cubicBezTo>
                <a:cubicBezTo>
                  <a:pt x="576302" y="382864"/>
                  <a:pt x="589896" y="369269"/>
                  <a:pt x="606665" y="369269"/>
                </a:cubicBezTo>
                <a:close/>
                <a:moveTo>
                  <a:pt x="534111" y="369269"/>
                </a:moveTo>
                <a:cubicBezTo>
                  <a:pt x="550880" y="369269"/>
                  <a:pt x="564474" y="382864"/>
                  <a:pt x="564474" y="399633"/>
                </a:cubicBezTo>
                <a:cubicBezTo>
                  <a:pt x="564474" y="416402"/>
                  <a:pt x="550880" y="429997"/>
                  <a:pt x="534111" y="429997"/>
                </a:cubicBezTo>
                <a:cubicBezTo>
                  <a:pt x="517341" y="429997"/>
                  <a:pt x="503747" y="416402"/>
                  <a:pt x="503747" y="399633"/>
                </a:cubicBezTo>
                <a:cubicBezTo>
                  <a:pt x="503747" y="382864"/>
                  <a:pt x="517341" y="369269"/>
                  <a:pt x="534111" y="369269"/>
                </a:cubicBezTo>
                <a:close/>
                <a:moveTo>
                  <a:pt x="461556" y="369269"/>
                </a:moveTo>
                <a:cubicBezTo>
                  <a:pt x="478326" y="369269"/>
                  <a:pt x="491920" y="382864"/>
                  <a:pt x="491920" y="399633"/>
                </a:cubicBezTo>
                <a:cubicBezTo>
                  <a:pt x="491920" y="416402"/>
                  <a:pt x="478326" y="429997"/>
                  <a:pt x="461556" y="429997"/>
                </a:cubicBezTo>
                <a:cubicBezTo>
                  <a:pt x="444787" y="429997"/>
                  <a:pt x="431192" y="416402"/>
                  <a:pt x="431192" y="399633"/>
                </a:cubicBezTo>
                <a:cubicBezTo>
                  <a:pt x="431192" y="382864"/>
                  <a:pt x="444787" y="369269"/>
                  <a:pt x="461556" y="369269"/>
                </a:cubicBezTo>
                <a:close/>
                <a:moveTo>
                  <a:pt x="389002" y="369269"/>
                </a:moveTo>
                <a:cubicBezTo>
                  <a:pt x="405771" y="369269"/>
                  <a:pt x="419365" y="382864"/>
                  <a:pt x="419365" y="399633"/>
                </a:cubicBezTo>
                <a:cubicBezTo>
                  <a:pt x="419365" y="416402"/>
                  <a:pt x="405771" y="429997"/>
                  <a:pt x="389002" y="429997"/>
                </a:cubicBezTo>
                <a:cubicBezTo>
                  <a:pt x="372232" y="429997"/>
                  <a:pt x="358638" y="416402"/>
                  <a:pt x="358638" y="399633"/>
                </a:cubicBezTo>
                <a:cubicBezTo>
                  <a:pt x="358638" y="382864"/>
                  <a:pt x="372232" y="369269"/>
                  <a:pt x="389002" y="369269"/>
                </a:cubicBezTo>
                <a:close/>
                <a:moveTo>
                  <a:pt x="316447" y="369269"/>
                </a:moveTo>
                <a:cubicBezTo>
                  <a:pt x="333216" y="369269"/>
                  <a:pt x="346810" y="382864"/>
                  <a:pt x="346810" y="399633"/>
                </a:cubicBezTo>
                <a:cubicBezTo>
                  <a:pt x="346810" y="416402"/>
                  <a:pt x="333216" y="429997"/>
                  <a:pt x="316447" y="429997"/>
                </a:cubicBezTo>
                <a:cubicBezTo>
                  <a:pt x="299677" y="429997"/>
                  <a:pt x="286084" y="416402"/>
                  <a:pt x="286084" y="399633"/>
                </a:cubicBezTo>
                <a:cubicBezTo>
                  <a:pt x="286084" y="382864"/>
                  <a:pt x="299677" y="369269"/>
                  <a:pt x="316447" y="369269"/>
                </a:cubicBezTo>
                <a:close/>
                <a:moveTo>
                  <a:pt x="243892" y="369269"/>
                </a:moveTo>
                <a:cubicBezTo>
                  <a:pt x="260662" y="369269"/>
                  <a:pt x="274256" y="382864"/>
                  <a:pt x="274256" y="399633"/>
                </a:cubicBezTo>
                <a:cubicBezTo>
                  <a:pt x="274256" y="416402"/>
                  <a:pt x="260662" y="429997"/>
                  <a:pt x="243892" y="429997"/>
                </a:cubicBezTo>
                <a:cubicBezTo>
                  <a:pt x="227123" y="429997"/>
                  <a:pt x="213529" y="416402"/>
                  <a:pt x="213529" y="399633"/>
                </a:cubicBezTo>
                <a:cubicBezTo>
                  <a:pt x="213529" y="382864"/>
                  <a:pt x="227123" y="369269"/>
                  <a:pt x="243892" y="369269"/>
                </a:cubicBezTo>
                <a:close/>
                <a:moveTo>
                  <a:pt x="171339" y="369269"/>
                </a:moveTo>
                <a:cubicBezTo>
                  <a:pt x="188107" y="369269"/>
                  <a:pt x="201701" y="382864"/>
                  <a:pt x="201701" y="399633"/>
                </a:cubicBezTo>
                <a:cubicBezTo>
                  <a:pt x="201701" y="416402"/>
                  <a:pt x="188107" y="429997"/>
                  <a:pt x="171339" y="429997"/>
                </a:cubicBezTo>
                <a:cubicBezTo>
                  <a:pt x="154685" y="429997"/>
                  <a:pt x="141090" y="416402"/>
                  <a:pt x="141090" y="399633"/>
                </a:cubicBezTo>
                <a:cubicBezTo>
                  <a:pt x="141090" y="382864"/>
                  <a:pt x="154685" y="369269"/>
                  <a:pt x="171339" y="369269"/>
                </a:cubicBezTo>
                <a:close/>
                <a:moveTo>
                  <a:pt x="98917" y="369269"/>
                </a:moveTo>
                <a:cubicBezTo>
                  <a:pt x="115677" y="369269"/>
                  <a:pt x="129270" y="382864"/>
                  <a:pt x="129270" y="399633"/>
                </a:cubicBezTo>
                <a:cubicBezTo>
                  <a:pt x="129270" y="416402"/>
                  <a:pt x="115677" y="429997"/>
                  <a:pt x="98917" y="429997"/>
                </a:cubicBezTo>
                <a:cubicBezTo>
                  <a:pt x="82143" y="429997"/>
                  <a:pt x="68549" y="416402"/>
                  <a:pt x="68549" y="399633"/>
                </a:cubicBezTo>
                <a:cubicBezTo>
                  <a:pt x="68549" y="382864"/>
                  <a:pt x="82143" y="369269"/>
                  <a:pt x="98917" y="369269"/>
                </a:cubicBezTo>
                <a:close/>
                <a:moveTo>
                  <a:pt x="26362" y="369269"/>
                </a:moveTo>
                <a:cubicBezTo>
                  <a:pt x="43124" y="369269"/>
                  <a:pt x="56719" y="382864"/>
                  <a:pt x="56719" y="399633"/>
                </a:cubicBezTo>
                <a:cubicBezTo>
                  <a:pt x="56719" y="416402"/>
                  <a:pt x="43124" y="429997"/>
                  <a:pt x="26362" y="429997"/>
                </a:cubicBezTo>
                <a:cubicBezTo>
                  <a:pt x="17976" y="429997"/>
                  <a:pt x="10385" y="426598"/>
                  <a:pt x="4890" y="421103"/>
                </a:cubicBezTo>
                <a:lnTo>
                  <a:pt x="0" y="409299"/>
                </a:lnTo>
                <a:lnTo>
                  <a:pt x="0" y="389967"/>
                </a:lnTo>
                <a:lnTo>
                  <a:pt x="4890" y="378163"/>
                </a:lnTo>
                <a:cubicBezTo>
                  <a:pt x="10385" y="372668"/>
                  <a:pt x="17976" y="369269"/>
                  <a:pt x="26362" y="369269"/>
                </a:cubicBezTo>
                <a:close/>
                <a:moveTo>
                  <a:pt x="1669444" y="307535"/>
                </a:moveTo>
                <a:lnTo>
                  <a:pt x="1670784" y="334061"/>
                </a:lnTo>
                <a:lnTo>
                  <a:pt x="1664620" y="319181"/>
                </a:lnTo>
                <a:close/>
                <a:moveTo>
                  <a:pt x="1622429" y="288818"/>
                </a:moveTo>
                <a:cubicBezTo>
                  <a:pt x="1639199" y="288818"/>
                  <a:pt x="1652792" y="302412"/>
                  <a:pt x="1652792" y="319181"/>
                </a:cubicBezTo>
                <a:cubicBezTo>
                  <a:pt x="1652792" y="335950"/>
                  <a:pt x="1639199" y="349545"/>
                  <a:pt x="1622429" y="349545"/>
                </a:cubicBezTo>
                <a:cubicBezTo>
                  <a:pt x="1605659" y="349545"/>
                  <a:pt x="1592066" y="335950"/>
                  <a:pt x="1592066" y="319181"/>
                </a:cubicBezTo>
                <a:cubicBezTo>
                  <a:pt x="1592066" y="302412"/>
                  <a:pt x="1605659" y="288818"/>
                  <a:pt x="1622429" y="288818"/>
                </a:cubicBezTo>
                <a:close/>
                <a:moveTo>
                  <a:pt x="1549874" y="288818"/>
                </a:moveTo>
                <a:cubicBezTo>
                  <a:pt x="1566644" y="288818"/>
                  <a:pt x="1580238" y="302412"/>
                  <a:pt x="1580238" y="319181"/>
                </a:cubicBezTo>
                <a:cubicBezTo>
                  <a:pt x="1580238" y="335950"/>
                  <a:pt x="1566644" y="349545"/>
                  <a:pt x="1549874" y="349545"/>
                </a:cubicBezTo>
                <a:cubicBezTo>
                  <a:pt x="1533105" y="349545"/>
                  <a:pt x="1519511" y="335950"/>
                  <a:pt x="1519511" y="319181"/>
                </a:cubicBezTo>
                <a:cubicBezTo>
                  <a:pt x="1519511" y="302412"/>
                  <a:pt x="1533105" y="288818"/>
                  <a:pt x="1549874" y="288818"/>
                </a:cubicBezTo>
                <a:close/>
                <a:moveTo>
                  <a:pt x="1477320" y="288818"/>
                </a:moveTo>
                <a:cubicBezTo>
                  <a:pt x="1494089" y="288818"/>
                  <a:pt x="1507683" y="302412"/>
                  <a:pt x="1507683" y="319181"/>
                </a:cubicBezTo>
                <a:cubicBezTo>
                  <a:pt x="1507683" y="335950"/>
                  <a:pt x="1494089" y="349545"/>
                  <a:pt x="1477320" y="349545"/>
                </a:cubicBezTo>
                <a:cubicBezTo>
                  <a:pt x="1460550" y="349545"/>
                  <a:pt x="1446956" y="335950"/>
                  <a:pt x="1446956" y="319181"/>
                </a:cubicBezTo>
                <a:cubicBezTo>
                  <a:pt x="1446956" y="302412"/>
                  <a:pt x="1460550" y="288818"/>
                  <a:pt x="1477320" y="288818"/>
                </a:cubicBezTo>
                <a:close/>
                <a:moveTo>
                  <a:pt x="1404765" y="288818"/>
                </a:moveTo>
                <a:cubicBezTo>
                  <a:pt x="1421535" y="288818"/>
                  <a:pt x="1435129" y="302412"/>
                  <a:pt x="1435129" y="319181"/>
                </a:cubicBezTo>
                <a:cubicBezTo>
                  <a:pt x="1435129" y="335950"/>
                  <a:pt x="1421535" y="349545"/>
                  <a:pt x="1404765" y="349545"/>
                </a:cubicBezTo>
                <a:cubicBezTo>
                  <a:pt x="1387996" y="349545"/>
                  <a:pt x="1374402" y="335950"/>
                  <a:pt x="1374402" y="319181"/>
                </a:cubicBezTo>
                <a:cubicBezTo>
                  <a:pt x="1374402" y="302412"/>
                  <a:pt x="1387996" y="288818"/>
                  <a:pt x="1404765" y="288818"/>
                </a:cubicBezTo>
                <a:close/>
                <a:moveTo>
                  <a:pt x="1332211" y="288818"/>
                </a:moveTo>
                <a:cubicBezTo>
                  <a:pt x="1348980" y="288818"/>
                  <a:pt x="1362574" y="302412"/>
                  <a:pt x="1362574" y="319181"/>
                </a:cubicBezTo>
                <a:cubicBezTo>
                  <a:pt x="1362574" y="335950"/>
                  <a:pt x="1348980" y="349545"/>
                  <a:pt x="1332211" y="349545"/>
                </a:cubicBezTo>
                <a:cubicBezTo>
                  <a:pt x="1315441" y="349545"/>
                  <a:pt x="1301847" y="335950"/>
                  <a:pt x="1301847" y="319181"/>
                </a:cubicBezTo>
                <a:cubicBezTo>
                  <a:pt x="1301847" y="302412"/>
                  <a:pt x="1315441" y="288818"/>
                  <a:pt x="1332211" y="288818"/>
                </a:cubicBezTo>
                <a:close/>
                <a:moveTo>
                  <a:pt x="1259656" y="288818"/>
                </a:moveTo>
                <a:cubicBezTo>
                  <a:pt x="1276426" y="288818"/>
                  <a:pt x="1290020" y="302412"/>
                  <a:pt x="1290020" y="319181"/>
                </a:cubicBezTo>
                <a:cubicBezTo>
                  <a:pt x="1290020" y="335950"/>
                  <a:pt x="1276426" y="349545"/>
                  <a:pt x="1259656" y="349545"/>
                </a:cubicBezTo>
                <a:cubicBezTo>
                  <a:pt x="1242887" y="349545"/>
                  <a:pt x="1229293" y="335950"/>
                  <a:pt x="1229293" y="319181"/>
                </a:cubicBezTo>
                <a:cubicBezTo>
                  <a:pt x="1229293" y="302412"/>
                  <a:pt x="1242887" y="288818"/>
                  <a:pt x="1259656" y="288818"/>
                </a:cubicBezTo>
                <a:close/>
                <a:moveTo>
                  <a:pt x="1187102" y="288818"/>
                </a:moveTo>
                <a:cubicBezTo>
                  <a:pt x="1203871" y="288818"/>
                  <a:pt x="1217465" y="302412"/>
                  <a:pt x="1217465" y="319181"/>
                </a:cubicBezTo>
                <a:cubicBezTo>
                  <a:pt x="1217465" y="335950"/>
                  <a:pt x="1203871" y="349545"/>
                  <a:pt x="1187102" y="349545"/>
                </a:cubicBezTo>
                <a:cubicBezTo>
                  <a:pt x="1170332" y="349545"/>
                  <a:pt x="1156738" y="335950"/>
                  <a:pt x="1156738" y="319181"/>
                </a:cubicBezTo>
                <a:cubicBezTo>
                  <a:pt x="1156738" y="302412"/>
                  <a:pt x="1170332" y="288818"/>
                  <a:pt x="1187102" y="288818"/>
                </a:cubicBezTo>
                <a:close/>
                <a:moveTo>
                  <a:pt x="1114547" y="288818"/>
                </a:moveTo>
                <a:cubicBezTo>
                  <a:pt x="1131317" y="288818"/>
                  <a:pt x="1144911" y="302412"/>
                  <a:pt x="1144911" y="319181"/>
                </a:cubicBezTo>
                <a:cubicBezTo>
                  <a:pt x="1144911" y="335950"/>
                  <a:pt x="1131317" y="349545"/>
                  <a:pt x="1114547" y="349545"/>
                </a:cubicBezTo>
                <a:cubicBezTo>
                  <a:pt x="1097778" y="349545"/>
                  <a:pt x="1084184" y="335950"/>
                  <a:pt x="1084184" y="319181"/>
                </a:cubicBezTo>
                <a:cubicBezTo>
                  <a:pt x="1084184" y="302412"/>
                  <a:pt x="1097778" y="288818"/>
                  <a:pt x="1114547" y="288818"/>
                </a:cubicBezTo>
                <a:close/>
                <a:moveTo>
                  <a:pt x="1041993" y="288818"/>
                </a:moveTo>
                <a:cubicBezTo>
                  <a:pt x="1058762" y="288818"/>
                  <a:pt x="1072356" y="302412"/>
                  <a:pt x="1072356" y="319181"/>
                </a:cubicBezTo>
                <a:cubicBezTo>
                  <a:pt x="1072356" y="335950"/>
                  <a:pt x="1058762" y="349545"/>
                  <a:pt x="1041993" y="349545"/>
                </a:cubicBezTo>
                <a:cubicBezTo>
                  <a:pt x="1025223" y="349545"/>
                  <a:pt x="1011629" y="335950"/>
                  <a:pt x="1011629" y="319181"/>
                </a:cubicBezTo>
                <a:cubicBezTo>
                  <a:pt x="1011629" y="302412"/>
                  <a:pt x="1025223" y="288818"/>
                  <a:pt x="1041993" y="288818"/>
                </a:cubicBezTo>
                <a:close/>
                <a:moveTo>
                  <a:pt x="969438" y="288818"/>
                </a:moveTo>
                <a:cubicBezTo>
                  <a:pt x="986208" y="288818"/>
                  <a:pt x="999801" y="302412"/>
                  <a:pt x="999801" y="319181"/>
                </a:cubicBezTo>
                <a:cubicBezTo>
                  <a:pt x="999801" y="335950"/>
                  <a:pt x="986208" y="349545"/>
                  <a:pt x="969438" y="349545"/>
                </a:cubicBezTo>
                <a:cubicBezTo>
                  <a:pt x="952669" y="349545"/>
                  <a:pt x="939075" y="335950"/>
                  <a:pt x="939075" y="319181"/>
                </a:cubicBezTo>
                <a:cubicBezTo>
                  <a:pt x="939075" y="302412"/>
                  <a:pt x="952669" y="288818"/>
                  <a:pt x="969438" y="288818"/>
                </a:cubicBezTo>
                <a:close/>
                <a:moveTo>
                  <a:pt x="896883" y="288818"/>
                </a:moveTo>
                <a:cubicBezTo>
                  <a:pt x="913653" y="288818"/>
                  <a:pt x="927247" y="302412"/>
                  <a:pt x="927247" y="319181"/>
                </a:cubicBezTo>
                <a:cubicBezTo>
                  <a:pt x="927247" y="335950"/>
                  <a:pt x="913653" y="349545"/>
                  <a:pt x="896883" y="349545"/>
                </a:cubicBezTo>
                <a:cubicBezTo>
                  <a:pt x="880114" y="349545"/>
                  <a:pt x="866520" y="335950"/>
                  <a:pt x="866520" y="319181"/>
                </a:cubicBezTo>
                <a:cubicBezTo>
                  <a:pt x="866520" y="302412"/>
                  <a:pt x="880114" y="288818"/>
                  <a:pt x="896883" y="288818"/>
                </a:cubicBezTo>
                <a:close/>
                <a:moveTo>
                  <a:pt x="824329" y="288818"/>
                </a:moveTo>
                <a:cubicBezTo>
                  <a:pt x="841098" y="288818"/>
                  <a:pt x="854692" y="302412"/>
                  <a:pt x="854692" y="319181"/>
                </a:cubicBezTo>
                <a:cubicBezTo>
                  <a:pt x="854692" y="335950"/>
                  <a:pt x="841098" y="349545"/>
                  <a:pt x="824329" y="349545"/>
                </a:cubicBezTo>
                <a:cubicBezTo>
                  <a:pt x="807559" y="349545"/>
                  <a:pt x="793965" y="335950"/>
                  <a:pt x="793965" y="319181"/>
                </a:cubicBezTo>
                <a:cubicBezTo>
                  <a:pt x="793965" y="302412"/>
                  <a:pt x="807559" y="288818"/>
                  <a:pt x="824329" y="288818"/>
                </a:cubicBezTo>
                <a:close/>
                <a:moveTo>
                  <a:pt x="751774" y="288818"/>
                </a:moveTo>
                <a:cubicBezTo>
                  <a:pt x="768544" y="288818"/>
                  <a:pt x="782138" y="302412"/>
                  <a:pt x="782138" y="319181"/>
                </a:cubicBezTo>
                <a:cubicBezTo>
                  <a:pt x="782138" y="335950"/>
                  <a:pt x="768544" y="349545"/>
                  <a:pt x="751774" y="349545"/>
                </a:cubicBezTo>
                <a:cubicBezTo>
                  <a:pt x="735005" y="349545"/>
                  <a:pt x="721411" y="335950"/>
                  <a:pt x="721411" y="319181"/>
                </a:cubicBezTo>
                <a:cubicBezTo>
                  <a:pt x="721411" y="302412"/>
                  <a:pt x="735005" y="288818"/>
                  <a:pt x="751774" y="288818"/>
                </a:cubicBezTo>
                <a:close/>
                <a:moveTo>
                  <a:pt x="679220" y="288818"/>
                </a:moveTo>
                <a:cubicBezTo>
                  <a:pt x="695989" y="288818"/>
                  <a:pt x="709583" y="302412"/>
                  <a:pt x="709583" y="319181"/>
                </a:cubicBezTo>
                <a:cubicBezTo>
                  <a:pt x="709583" y="335950"/>
                  <a:pt x="695989" y="349545"/>
                  <a:pt x="679220" y="349545"/>
                </a:cubicBezTo>
                <a:cubicBezTo>
                  <a:pt x="662450" y="349545"/>
                  <a:pt x="648856" y="335950"/>
                  <a:pt x="648856" y="319181"/>
                </a:cubicBezTo>
                <a:cubicBezTo>
                  <a:pt x="648856" y="302412"/>
                  <a:pt x="662450" y="288818"/>
                  <a:pt x="679220" y="288818"/>
                </a:cubicBezTo>
                <a:close/>
                <a:moveTo>
                  <a:pt x="606665" y="288818"/>
                </a:moveTo>
                <a:cubicBezTo>
                  <a:pt x="623435" y="288818"/>
                  <a:pt x="637029" y="302412"/>
                  <a:pt x="637029" y="319181"/>
                </a:cubicBezTo>
                <a:cubicBezTo>
                  <a:pt x="637029" y="335950"/>
                  <a:pt x="623435" y="349545"/>
                  <a:pt x="606665" y="349545"/>
                </a:cubicBezTo>
                <a:cubicBezTo>
                  <a:pt x="589896" y="349545"/>
                  <a:pt x="576302" y="335950"/>
                  <a:pt x="576302" y="319181"/>
                </a:cubicBezTo>
                <a:cubicBezTo>
                  <a:pt x="576302" y="302412"/>
                  <a:pt x="589896" y="288818"/>
                  <a:pt x="606665" y="288818"/>
                </a:cubicBezTo>
                <a:close/>
                <a:moveTo>
                  <a:pt x="534111" y="288818"/>
                </a:moveTo>
                <a:cubicBezTo>
                  <a:pt x="550880" y="288818"/>
                  <a:pt x="564474" y="302412"/>
                  <a:pt x="564474" y="319181"/>
                </a:cubicBezTo>
                <a:cubicBezTo>
                  <a:pt x="564474" y="335950"/>
                  <a:pt x="550880" y="349545"/>
                  <a:pt x="534111" y="349545"/>
                </a:cubicBezTo>
                <a:cubicBezTo>
                  <a:pt x="517341" y="349545"/>
                  <a:pt x="503747" y="335950"/>
                  <a:pt x="503747" y="319181"/>
                </a:cubicBezTo>
                <a:cubicBezTo>
                  <a:pt x="503747" y="302412"/>
                  <a:pt x="517341" y="288818"/>
                  <a:pt x="534111" y="288818"/>
                </a:cubicBezTo>
                <a:close/>
                <a:moveTo>
                  <a:pt x="461556" y="288818"/>
                </a:moveTo>
                <a:cubicBezTo>
                  <a:pt x="478326" y="288818"/>
                  <a:pt x="491920" y="302412"/>
                  <a:pt x="491920" y="319181"/>
                </a:cubicBezTo>
                <a:cubicBezTo>
                  <a:pt x="491920" y="335950"/>
                  <a:pt x="478326" y="349545"/>
                  <a:pt x="461556" y="349545"/>
                </a:cubicBezTo>
                <a:cubicBezTo>
                  <a:pt x="444787" y="349545"/>
                  <a:pt x="431192" y="335950"/>
                  <a:pt x="431192" y="319181"/>
                </a:cubicBezTo>
                <a:cubicBezTo>
                  <a:pt x="431192" y="302412"/>
                  <a:pt x="444787" y="288818"/>
                  <a:pt x="461556" y="288818"/>
                </a:cubicBezTo>
                <a:close/>
                <a:moveTo>
                  <a:pt x="389002" y="288818"/>
                </a:moveTo>
                <a:cubicBezTo>
                  <a:pt x="405771" y="288818"/>
                  <a:pt x="419365" y="302412"/>
                  <a:pt x="419365" y="319181"/>
                </a:cubicBezTo>
                <a:cubicBezTo>
                  <a:pt x="419365" y="335950"/>
                  <a:pt x="405771" y="349545"/>
                  <a:pt x="389002" y="349545"/>
                </a:cubicBezTo>
                <a:cubicBezTo>
                  <a:pt x="372232" y="349545"/>
                  <a:pt x="358638" y="335950"/>
                  <a:pt x="358638" y="319181"/>
                </a:cubicBezTo>
                <a:cubicBezTo>
                  <a:pt x="358638" y="302412"/>
                  <a:pt x="372232" y="288818"/>
                  <a:pt x="389002" y="288818"/>
                </a:cubicBezTo>
                <a:close/>
                <a:moveTo>
                  <a:pt x="316447" y="288818"/>
                </a:moveTo>
                <a:cubicBezTo>
                  <a:pt x="333216" y="288818"/>
                  <a:pt x="346810" y="302412"/>
                  <a:pt x="346810" y="319181"/>
                </a:cubicBezTo>
                <a:cubicBezTo>
                  <a:pt x="346810" y="335950"/>
                  <a:pt x="333216" y="349545"/>
                  <a:pt x="316447" y="349545"/>
                </a:cubicBezTo>
                <a:cubicBezTo>
                  <a:pt x="299677" y="349545"/>
                  <a:pt x="286084" y="335950"/>
                  <a:pt x="286084" y="319181"/>
                </a:cubicBezTo>
                <a:cubicBezTo>
                  <a:pt x="286084" y="302412"/>
                  <a:pt x="299677" y="288818"/>
                  <a:pt x="316447" y="288818"/>
                </a:cubicBezTo>
                <a:close/>
                <a:moveTo>
                  <a:pt x="243892" y="288818"/>
                </a:moveTo>
                <a:cubicBezTo>
                  <a:pt x="260662" y="288818"/>
                  <a:pt x="274256" y="302412"/>
                  <a:pt x="274256" y="319181"/>
                </a:cubicBezTo>
                <a:cubicBezTo>
                  <a:pt x="274256" y="335950"/>
                  <a:pt x="260662" y="349545"/>
                  <a:pt x="243892" y="349545"/>
                </a:cubicBezTo>
                <a:cubicBezTo>
                  <a:pt x="227123" y="349545"/>
                  <a:pt x="213529" y="335950"/>
                  <a:pt x="213529" y="319181"/>
                </a:cubicBezTo>
                <a:cubicBezTo>
                  <a:pt x="213529" y="302412"/>
                  <a:pt x="227123" y="288818"/>
                  <a:pt x="243892" y="288818"/>
                </a:cubicBezTo>
                <a:close/>
                <a:moveTo>
                  <a:pt x="171339" y="288818"/>
                </a:moveTo>
                <a:cubicBezTo>
                  <a:pt x="188107" y="288818"/>
                  <a:pt x="201701" y="302412"/>
                  <a:pt x="201701" y="319181"/>
                </a:cubicBezTo>
                <a:cubicBezTo>
                  <a:pt x="201701" y="335950"/>
                  <a:pt x="188107" y="349545"/>
                  <a:pt x="171339" y="349545"/>
                </a:cubicBezTo>
                <a:cubicBezTo>
                  <a:pt x="154691" y="349545"/>
                  <a:pt x="141096" y="335950"/>
                  <a:pt x="141096" y="319181"/>
                </a:cubicBezTo>
                <a:cubicBezTo>
                  <a:pt x="141096" y="302412"/>
                  <a:pt x="154691" y="288818"/>
                  <a:pt x="171339" y="288818"/>
                </a:cubicBezTo>
                <a:close/>
                <a:moveTo>
                  <a:pt x="98923" y="288818"/>
                </a:moveTo>
                <a:cubicBezTo>
                  <a:pt x="115682" y="288818"/>
                  <a:pt x="129276" y="302412"/>
                  <a:pt x="129276" y="319181"/>
                </a:cubicBezTo>
                <a:cubicBezTo>
                  <a:pt x="129276" y="335950"/>
                  <a:pt x="115682" y="349545"/>
                  <a:pt x="98923" y="349545"/>
                </a:cubicBezTo>
                <a:cubicBezTo>
                  <a:pt x="82149" y="349545"/>
                  <a:pt x="68554" y="335950"/>
                  <a:pt x="68554" y="319181"/>
                </a:cubicBezTo>
                <a:cubicBezTo>
                  <a:pt x="68554" y="302412"/>
                  <a:pt x="82149" y="288818"/>
                  <a:pt x="98923" y="288818"/>
                </a:cubicBezTo>
                <a:close/>
                <a:moveTo>
                  <a:pt x="26368" y="288818"/>
                </a:moveTo>
                <a:cubicBezTo>
                  <a:pt x="43131" y="288818"/>
                  <a:pt x="56725" y="302412"/>
                  <a:pt x="56725" y="319181"/>
                </a:cubicBezTo>
                <a:cubicBezTo>
                  <a:pt x="56725" y="335950"/>
                  <a:pt x="43131" y="349545"/>
                  <a:pt x="26368" y="349545"/>
                </a:cubicBezTo>
                <a:cubicBezTo>
                  <a:pt x="17983" y="349545"/>
                  <a:pt x="10391" y="346146"/>
                  <a:pt x="4896" y="340651"/>
                </a:cubicBezTo>
                <a:lnTo>
                  <a:pt x="0" y="328831"/>
                </a:lnTo>
                <a:lnTo>
                  <a:pt x="0" y="309532"/>
                </a:lnTo>
                <a:lnTo>
                  <a:pt x="4896" y="297711"/>
                </a:lnTo>
                <a:cubicBezTo>
                  <a:pt x="10391" y="292217"/>
                  <a:pt x="17983" y="288818"/>
                  <a:pt x="26368" y="288818"/>
                </a:cubicBezTo>
                <a:close/>
                <a:moveTo>
                  <a:pt x="1622429" y="208366"/>
                </a:moveTo>
                <a:cubicBezTo>
                  <a:pt x="1639199" y="208366"/>
                  <a:pt x="1652792" y="221960"/>
                  <a:pt x="1652792" y="238729"/>
                </a:cubicBezTo>
                <a:cubicBezTo>
                  <a:pt x="1652792" y="255499"/>
                  <a:pt x="1639199" y="269093"/>
                  <a:pt x="1622429" y="269093"/>
                </a:cubicBezTo>
                <a:cubicBezTo>
                  <a:pt x="1605659" y="269093"/>
                  <a:pt x="1592066" y="255499"/>
                  <a:pt x="1592066" y="238729"/>
                </a:cubicBezTo>
                <a:cubicBezTo>
                  <a:pt x="1592066" y="221960"/>
                  <a:pt x="1605659" y="208366"/>
                  <a:pt x="1622429" y="208366"/>
                </a:cubicBezTo>
                <a:close/>
                <a:moveTo>
                  <a:pt x="1549874" y="208366"/>
                </a:moveTo>
                <a:cubicBezTo>
                  <a:pt x="1566644" y="208366"/>
                  <a:pt x="1580238" y="221960"/>
                  <a:pt x="1580238" y="238729"/>
                </a:cubicBezTo>
                <a:cubicBezTo>
                  <a:pt x="1580238" y="255499"/>
                  <a:pt x="1566644" y="269093"/>
                  <a:pt x="1549874" y="269093"/>
                </a:cubicBezTo>
                <a:cubicBezTo>
                  <a:pt x="1533105" y="269093"/>
                  <a:pt x="1519511" y="255499"/>
                  <a:pt x="1519511" y="238729"/>
                </a:cubicBezTo>
                <a:cubicBezTo>
                  <a:pt x="1519511" y="221960"/>
                  <a:pt x="1533105" y="208366"/>
                  <a:pt x="1549874" y="208366"/>
                </a:cubicBezTo>
                <a:close/>
                <a:moveTo>
                  <a:pt x="1477320" y="208366"/>
                </a:moveTo>
                <a:cubicBezTo>
                  <a:pt x="1494089" y="208366"/>
                  <a:pt x="1507683" y="221960"/>
                  <a:pt x="1507683" y="238729"/>
                </a:cubicBezTo>
                <a:cubicBezTo>
                  <a:pt x="1507683" y="255499"/>
                  <a:pt x="1494089" y="269093"/>
                  <a:pt x="1477320" y="269093"/>
                </a:cubicBezTo>
                <a:cubicBezTo>
                  <a:pt x="1460550" y="269093"/>
                  <a:pt x="1446956" y="255499"/>
                  <a:pt x="1446956" y="238729"/>
                </a:cubicBezTo>
                <a:cubicBezTo>
                  <a:pt x="1446956" y="221960"/>
                  <a:pt x="1460550" y="208366"/>
                  <a:pt x="1477320" y="208366"/>
                </a:cubicBezTo>
                <a:close/>
                <a:moveTo>
                  <a:pt x="1404765" y="208366"/>
                </a:moveTo>
                <a:cubicBezTo>
                  <a:pt x="1421535" y="208366"/>
                  <a:pt x="1435129" y="221960"/>
                  <a:pt x="1435129" y="238729"/>
                </a:cubicBezTo>
                <a:cubicBezTo>
                  <a:pt x="1435129" y="255499"/>
                  <a:pt x="1421535" y="269093"/>
                  <a:pt x="1404765" y="269093"/>
                </a:cubicBezTo>
                <a:cubicBezTo>
                  <a:pt x="1387996" y="269093"/>
                  <a:pt x="1374402" y="255499"/>
                  <a:pt x="1374402" y="238729"/>
                </a:cubicBezTo>
                <a:cubicBezTo>
                  <a:pt x="1374402" y="221960"/>
                  <a:pt x="1387996" y="208366"/>
                  <a:pt x="1404765" y="208366"/>
                </a:cubicBezTo>
                <a:close/>
                <a:moveTo>
                  <a:pt x="1332211" y="208366"/>
                </a:moveTo>
                <a:cubicBezTo>
                  <a:pt x="1348980" y="208366"/>
                  <a:pt x="1362574" y="221960"/>
                  <a:pt x="1362574" y="238729"/>
                </a:cubicBezTo>
                <a:cubicBezTo>
                  <a:pt x="1362574" y="255499"/>
                  <a:pt x="1348980" y="269093"/>
                  <a:pt x="1332211" y="269093"/>
                </a:cubicBezTo>
                <a:cubicBezTo>
                  <a:pt x="1315441" y="269093"/>
                  <a:pt x="1301847" y="255499"/>
                  <a:pt x="1301847" y="238729"/>
                </a:cubicBezTo>
                <a:cubicBezTo>
                  <a:pt x="1301847" y="221960"/>
                  <a:pt x="1315441" y="208366"/>
                  <a:pt x="1332211" y="208366"/>
                </a:cubicBezTo>
                <a:close/>
                <a:moveTo>
                  <a:pt x="1259656" y="208366"/>
                </a:moveTo>
                <a:cubicBezTo>
                  <a:pt x="1276426" y="208366"/>
                  <a:pt x="1290020" y="221960"/>
                  <a:pt x="1290020" y="238729"/>
                </a:cubicBezTo>
                <a:cubicBezTo>
                  <a:pt x="1290020" y="255499"/>
                  <a:pt x="1276426" y="269093"/>
                  <a:pt x="1259656" y="269093"/>
                </a:cubicBezTo>
                <a:cubicBezTo>
                  <a:pt x="1242887" y="269093"/>
                  <a:pt x="1229293" y="255499"/>
                  <a:pt x="1229293" y="238729"/>
                </a:cubicBezTo>
                <a:cubicBezTo>
                  <a:pt x="1229293" y="221960"/>
                  <a:pt x="1242887" y="208366"/>
                  <a:pt x="1259656" y="208366"/>
                </a:cubicBezTo>
                <a:close/>
                <a:moveTo>
                  <a:pt x="1187102" y="208366"/>
                </a:moveTo>
                <a:cubicBezTo>
                  <a:pt x="1203871" y="208366"/>
                  <a:pt x="1217465" y="221960"/>
                  <a:pt x="1217465" y="238729"/>
                </a:cubicBezTo>
                <a:cubicBezTo>
                  <a:pt x="1217465" y="255499"/>
                  <a:pt x="1203871" y="269093"/>
                  <a:pt x="1187102" y="269093"/>
                </a:cubicBezTo>
                <a:cubicBezTo>
                  <a:pt x="1170332" y="269093"/>
                  <a:pt x="1156738" y="255499"/>
                  <a:pt x="1156738" y="238729"/>
                </a:cubicBezTo>
                <a:cubicBezTo>
                  <a:pt x="1156738" y="221960"/>
                  <a:pt x="1170332" y="208366"/>
                  <a:pt x="1187102" y="208366"/>
                </a:cubicBezTo>
                <a:close/>
                <a:moveTo>
                  <a:pt x="1114547" y="208366"/>
                </a:moveTo>
                <a:cubicBezTo>
                  <a:pt x="1131317" y="208366"/>
                  <a:pt x="1144911" y="221960"/>
                  <a:pt x="1144911" y="238729"/>
                </a:cubicBezTo>
                <a:cubicBezTo>
                  <a:pt x="1144911" y="255499"/>
                  <a:pt x="1131317" y="269093"/>
                  <a:pt x="1114547" y="269093"/>
                </a:cubicBezTo>
                <a:cubicBezTo>
                  <a:pt x="1097778" y="269093"/>
                  <a:pt x="1084184" y="255499"/>
                  <a:pt x="1084184" y="238729"/>
                </a:cubicBezTo>
                <a:cubicBezTo>
                  <a:pt x="1084184" y="221960"/>
                  <a:pt x="1097778" y="208366"/>
                  <a:pt x="1114547" y="208366"/>
                </a:cubicBezTo>
                <a:close/>
                <a:moveTo>
                  <a:pt x="1041993" y="208366"/>
                </a:moveTo>
                <a:cubicBezTo>
                  <a:pt x="1058762" y="208366"/>
                  <a:pt x="1072356" y="221960"/>
                  <a:pt x="1072356" y="238729"/>
                </a:cubicBezTo>
                <a:cubicBezTo>
                  <a:pt x="1072356" y="255499"/>
                  <a:pt x="1058762" y="269093"/>
                  <a:pt x="1041993" y="269093"/>
                </a:cubicBezTo>
                <a:cubicBezTo>
                  <a:pt x="1025223" y="269093"/>
                  <a:pt x="1011629" y="255499"/>
                  <a:pt x="1011629" y="238729"/>
                </a:cubicBezTo>
                <a:cubicBezTo>
                  <a:pt x="1011629" y="221960"/>
                  <a:pt x="1025223" y="208366"/>
                  <a:pt x="1041993" y="208366"/>
                </a:cubicBezTo>
                <a:close/>
                <a:moveTo>
                  <a:pt x="969438" y="208366"/>
                </a:moveTo>
                <a:cubicBezTo>
                  <a:pt x="986208" y="208366"/>
                  <a:pt x="999801" y="221960"/>
                  <a:pt x="999801" y="238729"/>
                </a:cubicBezTo>
                <a:cubicBezTo>
                  <a:pt x="999801" y="255499"/>
                  <a:pt x="986208" y="269093"/>
                  <a:pt x="969438" y="269093"/>
                </a:cubicBezTo>
                <a:cubicBezTo>
                  <a:pt x="952669" y="269093"/>
                  <a:pt x="939075" y="255499"/>
                  <a:pt x="939075" y="238729"/>
                </a:cubicBezTo>
                <a:cubicBezTo>
                  <a:pt x="939075" y="221960"/>
                  <a:pt x="952669" y="208366"/>
                  <a:pt x="969438" y="208366"/>
                </a:cubicBezTo>
                <a:close/>
                <a:moveTo>
                  <a:pt x="896883" y="208366"/>
                </a:moveTo>
                <a:cubicBezTo>
                  <a:pt x="913653" y="208366"/>
                  <a:pt x="927247" y="221960"/>
                  <a:pt x="927247" y="238729"/>
                </a:cubicBezTo>
                <a:cubicBezTo>
                  <a:pt x="927247" y="255499"/>
                  <a:pt x="913653" y="269093"/>
                  <a:pt x="896883" y="269093"/>
                </a:cubicBezTo>
                <a:cubicBezTo>
                  <a:pt x="880114" y="269093"/>
                  <a:pt x="866520" y="255499"/>
                  <a:pt x="866520" y="238729"/>
                </a:cubicBezTo>
                <a:cubicBezTo>
                  <a:pt x="866520" y="221960"/>
                  <a:pt x="880114" y="208366"/>
                  <a:pt x="896883" y="208366"/>
                </a:cubicBezTo>
                <a:close/>
                <a:moveTo>
                  <a:pt x="824329" y="208366"/>
                </a:moveTo>
                <a:cubicBezTo>
                  <a:pt x="841098" y="208366"/>
                  <a:pt x="854692" y="221960"/>
                  <a:pt x="854692" y="238729"/>
                </a:cubicBezTo>
                <a:cubicBezTo>
                  <a:pt x="854692" y="255499"/>
                  <a:pt x="841098" y="269093"/>
                  <a:pt x="824329" y="269093"/>
                </a:cubicBezTo>
                <a:cubicBezTo>
                  <a:pt x="807559" y="269093"/>
                  <a:pt x="793965" y="255499"/>
                  <a:pt x="793965" y="238729"/>
                </a:cubicBezTo>
                <a:cubicBezTo>
                  <a:pt x="793965" y="221960"/>
                  <a:pt x="807559" y="208366"/>
                  <a:pt x="824329" y="208366"/>
                </a:cubicBezTo>
                <a:close/>
                <a:moveTo>
                  <a:pt x="751774" y="208366"/>
                </a:moveTo>
                <a:cubicBezTo>
                  <a:pt x="768544" y="208366"/>
                  <a:pt x="782138" y="221960"/>
                  <a:pt x="782138" y="238729"/>
                </a:cubicBezTo>
                <a:cubicBezTo>
                  <a:pt x="782138" y="255499"/>
                  <a:pt x="768544" y="269093"/>
                  <a:pt x="751774" y="269093"/>
                </a:cubicBezTo>
                <a:cubicBezTo>
                  <a:pt x="735005" y="269093"/>
                  <a:pt x="721411" y="255499"/>
                  <a:pt x="721411" y="238729"/>
                </a:cubicBezTo>
                <a:cubicBezTo>
                  <a:pt x="721411" y="221960"/>
                  <a:pt x="735005" y="208366"/>
                  <a:pt x="751774" y="208366"/>
                </a:cubicBezTo>
                <a:close/>
                <a:moveTo>
                  <a:pt x="679220" y="208366"/>
                </a:moveTo>
                <a:cubicBezTo>
                  <a:pt x="695989" y="208366"/>
                  <a:pt x="709583" y="221960"/>
                  <a:pt x="709583" y="238729"/>
                </a:cubicBezTo>
                <a:cubicBezTo>
                  <a:pt x="709583" y="255499"/>
                  <a:pt x="695989" y="269093"/>
                  <a:pt x="679220" y="269093"/>
                </a:cubicBezTo>
                <a:cubicBezTo>
                  <a:pt x="662450" y="269093"/>
                  <a:pt x="648856" y="255499"/>
                  <a:pt x="648856" y="238729"/>
                </a:cubicBezTo>
                <a:cubicBezTo>
                  <a:pt x="648856" y="221960"/>
                  <a:pt x="662450" y="208366"/>
                  <a:pt x="679220" y="208366"/>
                </a:cubicBezTo>
                <a:close/>
                <a:moveTo>
                  <a:pt x="606665" y="208366"/>
                </a:moveTo>
                <a:cubicBezTo>
                  <a:pt x="623435" y="208366"/>
                  <a:pt x="637029" y="221960"/>
                  <a:pt x="637029" y="238729"/>
                </a:cubicBezTo>
                <a:cubicBezTo>
                  <a:pt x="637029" y="255499"/>
                  <a:pt x="623435" y="269093"/>
                  <a:pt x="606665" y="269093"/>
                </a:cubicBezTo>
                <a:cubicBezTo>
                  <a:pt x="589896" y="269093"/>
                  <a:pt x="576302" y="255499"/>
                  <a:pt x="576302" y="238729"/>
                </a:cubicBezTo>
                <a:cubicBezTo>
                  <a:pt x="576302" y="221960"/>
                  <a:pt x="589896" y="208366"/>
                  <a:pt x="606665" y="208366"/>
                </a:cubicBezTo>
                <a:close/>
                <a:moveTo>
                  <a:pt x="534111" y="208366"/>
                </a:moveTo>
                <a:cubicBezTo>
                  <a:pt x="550880" y="208366"/>
                  <a:pt x="564474" y="221960"/>
                  <a:pt x="564474" y="238729"/>
                </a:cubicBezTo>
                <a:cubicBezTo>
                  <a:pt x="564474" y="255499"/>
                  <a:pt x="550880" y="269093"/>
                  <a:pt x="534111" y="269093"/>
                </a:cubicBezTo>
                <a:cubicBezTo>
                  <a:pt x="517341" y="269093"/>
                  <a:pt x="503747" y="255499"/>
                  <a:pt x="503747" y="238729"/>
                </a:cubicBezTo>
                <a:cubicBezTo>
                  <a:pt x="503747" y="221960"/>
                  <a:pt x="517341" y="208366"/>
                  <a:pt x="534111" y="208366"/>
                </a:cubicBezTo>
                <a:close/>
                <a:moveTo>
                  <a:pt x="461556" y="208366"/>
                </a:moveTo>
                <a:cubicBezTo>
                  <a:pt x="478326" y="208366"/>
                  <a:pt x="491920" y="221960"/>
                  <a:pt x="491920" y="238729"/>
                </a:cubicBezTo>
                <a:cubicBezTo>
                  <a:pt x="491920" y="255499"/>
                  <a:pt x="478326" y="269093"/>
                  <a:pt x="461556" y="269093"/>
                </a:cubicBezTo>
                <a:cubicBezTo>
                  <a:pt x="444787" y="269093"/>
                  <a:pt x="431192" y="255499"/>
                  <a:pt x="431192" y="238729"/>
                </a:cubicBezTo>
                <a:cubicBezTo>
                  <a:pt x="431192" y="221960"/>
                  <a:pt x="444787" y="208366"/>
                  <a:pt x="461556" y="208366"/>
                </a:cubicBezTo>
                <a:close/>
                <a:moveTo>
                  <a:pt x="389002" y="208366"/>
                </a:moveTo>
                <a:cubicBezTo>
                  <a:pt x="405771" y="208366"/>
                  <a:pt x="419365" y="221960"/>
                  <a:pt x="419365" y="238729"/>
                </a:cubicBezTo>
                <a:cubicBezTo>
                  <a:pt x="419365" y="255499"/>
                  <a:pt x="405771" y="269093"/>
                  <a:pt x="389002" y="269093"/>
                </a:cubicBezTo>
                <a:cubicBezTo>
                  <a:pt x="372232" y="269093"/>
                  <a:pt x="358638" y="255499"/>
                  <a:pt x="358638" y="238729"/>
                </a:cubicBezTo>
                <a:cubicBezTo>
                  <a:pt x="358638" y="221960"/>
                  <a:pt x="372232" y="208366"/>
                  <a:pt x="389002" y="208366"/>
                </a:cubicBezTo>
                <a:close/>
                <a:moveTo>
                  <a:pt x="316447" y="208366"/>
                </a:moveTo>
                <a:cubicBezTo>
                  <a:pt x="333216" y="208366"/>
                  <a:pt x="346810" y="221960"/>
                  <a:pt x="346810" y="238729"/>
                </a:cubicBezTo>
                <a:cubicBezTo>
                  <a:pt x="346810" y="255499"/>
                  <a:pt x="333216" y="269093"/>
                  <a:pt x="316447" y="269093"/>
                </a:cubicBezTo>
                <a:cubicBezTo>
                  <a:pt x="299677" y="269093"/>
                  <a:pt x="286084" y="255499"/>
                  <a:pt x="286084" y="238729"/>
                </a:cubicBezTo>
                <a:cubicBezTo>
                  <a:pt x="286084" y="221960"/>
                  <a:pt x="299677" y="208366"/>
                  <a:pt x="316447" y="208366"/>
                </a:cubicBezTo>
                <a:close/>
                <a:moveTo>
                  <a:pt x="243892" y="208366"/>
                </a:moveTo>
                <a:cubicBezTo>
                  <a:pt x="260662" y="208366"/>
                  <a:pt x="274256" y="221960"/>
                  <a:pt x="274256" y="238729"/>
                </a:cubicBezTo>
                <a:cubicBezTo>
                  <a:pt x="274256" y="255499"/>
                  <a:pt x="260662" y="269093"/>
                  <a:pt x="243892" y="269093"/>
                </a:cubicBezTo>
                <a:cubicBezTo>
                  <a:pt x="227123" y="269093"/>
                  <a:pt x="213529" y="255499"/>
                  <a:pt x="213529" y="238729"/>
                </a:cubicBezTo>
                <a:cubicBezTo>
                  <a:pt x="213529" y="221960"/>
                  <a:pt x="227123" y="208366"/>
                  <a:pt x="243892" y="208366"/>
                </a:cubicBezTo>
                <a:close/>
                <a:moveTo>
                  <a:pt x="171339" y="208366"/>
                </a:moveTo>
                <a:cubicBezTo>
                  <a:pt x="188107" y="208366"/>
                  <a:pt x="201701" y="221960"/>
                  <a:pt x="201701" y="238729"/>
                </a:cubicBezTo>
                <a:cubicBezTo>
                  <a:pt x="201701" y="255499"/>
                  <a:pt x="188107" y="269093"/>
                  <a:pt x="171339" y="269093"/>
                </a:cubicBezTo>
                <a:cubicBezTo>
                  <a:pt x="154697" y="269093"/>
                  <a:pt x="141102" y="255499"/>
                  <a:pt x="141102" y="238729"/>
                </a:cubicBezTo>
                <a:cubicBezTo>
                  <a:pt x="141102" y="221960"/>
                  <a:pt x="154697" y="208366"/>
                  <a:pt x="171339" y="208366"/>
                </a:cubicBezTo>
                <a:close/>
                <a:moveTo>
                  <a:pt x="98929" y="208366"/>
                </a:moveTo>
                <a:cubicBezTo>
                  <a:pt x="115688" y="208366"/>
                  <a:pt x="129282" y="221960"/>
                  <a:pt x="129282" y="238729"/>
                </a:cubicBezTo>
                <a:cubicBezTo>
                  <a:pt x="129282" y="255499"/>
                  <a:pt x="115688" y="269093"/>
                  <a:pt x="98929" y="269093"/>
                </a:cubicBezTo>
                <a:cubicBezTo>
                  <a:pt x="82155" y="269093"/>
                  <a:pt x="68561" y="255499"/>
                  <a:pt x="68561" y="238729"/>
                </a:cubicBezTo>
                <a:cubicBezTo>
                  <a:pt x="68561" y="221960"/>
                  <a:pt x="82155" y="208366"/>
                  <a:pt x="98929" y="208366"/>
                </a:cubicBezTo>
                <a:close/>
                <a:moveTo>
                  <a:pt x="26375" y="208366"/>
                </a:moveTo>
                <a:cubicBezTo>
                  <a:pt x="43137" y="208366"/>
                  <a:pt x="56732" y="221960"/>
                  <a:pt x="56732" y="238729"/>
                </a:cubicBezTo>
                <a:cubicBezTo>
                  <a:pt x="56732" y="255499"/>
                  <a:pt x="43137" y="269093"/>
                  <a:pt x="26375" y="269093"/>
                </a:cubicBezTo>
                <a:cubicBezTo>
                  <a:pt x="17989" y="269093"/>
                  <a:pt x="10398" y="265695"/>
                  <a:pt x="4903" y="260200"/>
                </a:cubicBezTo>
                <a:lnTo>
                  <a:pt x="0" y="248364"/>
                </a:lnTo>
                <a:lnTo>
                  <a:pt x="0" y="229094"/>
                </a:lnTo>
                <a:lnTo>
                  <a:pt x="4903" y="217259"/>
                </a:lnTo>
                <a:cubicBezTo>
                  <a:pt x="10398" y="211765"/>
                  <a:pt x="17989" y="208366"/>
                  <a:pt x="26375" y="208366"/>
                </a:cubicBezTo>
                <a:close/>
                <a:moveTo>
                  <a:pt x="1622429" y="127914"/>
                </a:moveTo>
                <a:cubicBezTo>
                  <a:pt x="1630814" y="127914"/>
                  <a:pt x="1638404" y="131313"/>
                  <a:pt x="1643899" y="136808"/>
                </a:cubicBezTo>
                <a:lnTo>
                  <a:pt x="1648931" y="148957"/>
                </a:lnTo>
                <a:lnTo>
                  <a:pt x="1651011" y="162579"/>
                </a:lnTo>
                <a:lnTo>
                  <a:pt x="1643899" y="179748"/>
                </a:lnTo>
                <a:cubicBezTo>
                  <a:pt x="1638404" y="185243"/>
                  <a:pt x="1630814" y="188641"/>
                  <a:pt x="1622429" y="188641"/>
                </a:cubicBezTo>
                <a:cubicBezTo>
                  <a:pt x="1605659" y="188641"/>
                  <a:pt x="1592066" y="175047"/>
                  <a:pt x="1592066" y="158278"/>
                </a:cubicBezTo>
                <a:cubicBezTo>
                  <a:pt x="1592066" y="141508"/>
                  <a:pt x="1605659" y="127914"/>
                  <a:pt x="1622429" y="127914"/>
                </a:cubicBezTo>
                <a:close/>
                <a:moveTo>
                  <a:pt x="1549874" y="127914"/>
                </a:moveTo>
                <a:cubicBezTo>
                  <a:pt x="1566644" y="127914"/>
                  <a:pt x="1580238" y="141508"/>
                  <a:pt x="1580238" y="158278"/>
                </a:cubicBezTo>
                <a:cubicBezTo>
                  <a:pt x="1580238" y="175047"/>
                  <a:pt x="1566644" y="188641"/>
                  <a:pt x="1549874" y="188641"/>
                </a:cubicBezTo>
                <a:cubicBezTo>
                  <a:pt x="1533105" y="188641"/>
                  <a:pt x="1519511" y="175047"/>
                  <a:pt x="1519511" y="158278"/>
                </a:cubicBezTo>
                <a:cubicBezTo>
                  <a:pt x="1519511" y="141508"/>
                  <a:pt x="1533105" y="127914"/>
                  <a:pt x="1549874" y="127914"/>
                </a:cubicBezTo>
                <a:close/>
                <a:moveTo>
                  <a:pt x="1477320" y="127914"/>
                </a:moveTo>
                <a:cubicBezTo>
                  <a:pt x="1494089" y="127914"/>
                  <a:pt x="1507683" y="141508"/>
                  <a:pt x="1507683" y="158278"/>
                </a:cubicBezTo>
                <a:cubicBezTo>
                  <a:pt x="1507683" y="175047"/>
                  <a:pt x="1494089" y="188641"/>
                  <a:pt x="1477320" y="188641"/>
                </a:cubicBezTo>
                <a:cubicBezTo>
                  <a:pt x="1460550" y="188641"/>
                  <a:pt x="1446956" y="175047"/>
                  <a:pt x="1446956" y="158278"/>
                </a:cubicBezTo>
                <a:cubicBezTo>
                  <a:pt x="1446956" y="141508"/>
                  <a:pt x="1460550" y="127914"/>
                  <a:pt x="1477320" y="127914"/>
                </a:cubicBezTo>
                <a:close/>
                <a:moveTo>
                  <a:pt x="1404765" y="127914"/>
                </a:moveTo>
                <a:cubicBezTo>
                  <a:pt x="1421535" y="127914"/>
                  <a:pt x="1435129" y="141508"/>
                  <a:pt x="1435129" y="158278"/>
                </a:cubicBezTo>
                <a:cubicBezTo>
                  <a:pt x="1435129" y="175047"/>
                  <a:pt x="1421535" y="188641"/>
                  <a:pt x="1404765" y="188641"/>
                </a:cubicBezTo>
                <a:cubicBezTo>
                  <a:pt x="1387996" y="188641"/>
                  <a:pt x="1374402" y="175047"/>
                  <a:pt x="1374402" y="158278"/>
                </a:cubicBezTo>
                <a:cubicBezTo>
                  <a:pt x="1374402" y="141508"/>
                  <a:pt x="1387996" y="127914"/>
                  <a:pt x="1404765" y="127914"/>
                </a:cubicBezTo>
                <a:close/>
                <a:moveTo>
                  <a:pt x="1332211" y="127914"/>
                </a:moveTo>
                <a:cubicBezTo>
                  <a:pt x="1348980" y="127914"/>
                  <a:pt x="1362574" y="141508"/>
                  <a:pt x="1362574" y="158278"/>
                </a:cubicBezTo>
                <a:cubicBezTo>
                  <a:pt x="1362574" y="175047"/>
                  <a:pt x="1348980" y="188641"/>
                  <a:pt x="1332211" y="188641"/>
                </a:cubicBezTo>
                <a:cubicBezTo>
                  <a:pt x="1315441" y="188641"/>
                  <a:pt x="1301847" y="175047"/>
                  <a:pt x="1301847" y="158278"/>
                </a:cubicBezTo>
                <a:cubicBezTo>
                  <a:pt x="1301847" y="141508"/>
                  <a:pt x="1315441" y="127914"/>
                  <a:pt x="1332211" y="127914"/>
                </a:cubicBezTo>
                <a:close/>
                <a:moveTo>
                  <a:pt x="1259656" y="127914"/>
                </a:moveTo>
                <a:cubicBezTo>
                  <a:pt x="1276426" y="127914"/>
                  <a:pt x="1290020" y="141508"/>
                  <a:pt x="1290020" y="158278"/>
                </a:cubicBezTo>
                <a:cubicBezTo>
                  <a:pt x="1290020" y="175047"/>
                  <a:pt x="1276426" y="188641"/>
                  <a:pt x="1259656" y="188641"/>
                </a:cubicBezTo>
                <a:cubicBezTo>
                  <a:pt x="1242887" y="188641"/>
                  <a:pt x="1229293" y="175047"/>
                  <a:pt x="1229293" y="158278"/>
                </a:cubicBezTo>
                <a:cubicBezTo>
                  <a:pt x="1229293" y="141508"/>
                  <a:pt x="1242887" y="127914"/>
                  <a:pt x="1259656" y="127914"/>
                </a:cubicBezTo>
                <a:close/>
                <a:moveTo>
                  <a:pt x="1187102" y="127914"/>
                </a:moveTo>
                <a:cubicBezTo>
                  <a:pt x="1203871" y="127914"/>
                  <a:pt x="1217465" y="141508"/>
                  <a:pt x="1217465" y="158278"/>
                </a:cubicBezTo>
                <a:cubicBezTo>
                  <a:pt x="1217465" y="175047"/>
                  <a:pt x="1203871" y="188641"/>
                  <a:pt x="1187102" y="188641"/>
                </a:cubicBezTo>
                <a:cubicBezTo>
                  <a:pt x="1170332" y="188641"/>
                  <a:pt x="1156738" y="175047"/>
                  <a:pt x="1156738" y="158278"/>
                </a:cubicBezTo>
                <a:cubicBezTo>
                  <a:pt x="1156738" y="141508"/>
                  <a:pt x="1170332" y="127914"/>
                  <a:pt x="1187102" y="127914"/>
                </a:cubicBezTo>
                <a:close/>
                <a:moveTo>
                  <a:pt x="1114547" y="127914"/>
                </a:moveTo>
                <a:cubicBezTo>
                  <a:pt x="1131317" y="127914"/>
                  <a:pt x="1144911" y="141508"/>
                  <a:pt x="1144911" y="158278"/>
                </a:cubicBezTo>
                <a:cubicBezTo>
                  <a:pt x="1144911" y="175047"/>
                  <a:pt x="1131317" y="188641"/>
                  <a:pt x="1114547" y="188641"/>
                </a:cubicBezTo>
                <a:cubicBezTo>
                  <a:pt x="1097778" y="188641"/>
                  <a:pt x="1084184" y="175047"/>
                  <a:pt x="1084184" y="158278"/>
                </a:cubicBezTo>
                <a:cubicBezTo>
                  <a:pt x="1084184" y="141508"/>
                  <a:pt x="1097778" y="127914"/>
                  <a:pt x="1114547" y="127914"/>
                </a:cubicBezTo>
                <a:close/>
                <a:moveTo>
                  <a:pt x="1041993" y="127914"/>
                </a:moveTo>
                <a:cubicBezTo>
                  <a:pt x="1058762" y="127914"/>
                  <a:pt x="1072356" y="141508"/>
                  <a:pt x="1072356" y="158278"/>
                </a:cubicBezTo>
                <a:cubicBezTo>
                  <a:pt x="1072356" y="175047"/>
                  <a:pt x="1058762" y="188641"/>
                  <a:pt x="1041993" y="188641"/>
                </a:cubicBezTo>
                <a:cubicBezTo>
                  <a:pt x="1025223" y="188641"/>
                  <a:pt x="1011629" y="175047"/>
                  <a:pt x="1011629" y="158278"/>
                </a:cubicBezTo>
                <a:cubicBezTo>
                  <a:pt x="1011629" y="141508"/>
                  <a:pt x="1025223" y="127914"/>
                  <a:pt x="1041993" y="127914"/>
                </a:cubicBezTo>
                <a:close/>
                <a:moveTo>
                  <a:pt x="969438" y="127914"/>
                </a:moveTo>
                <a:cubicBezTo>
                  <a:pt x="986208" y="127914"/>
                  <a:pt x="999801" y="141508"/>
                  <a:pt x="999801" y="158278"/>
                </a:cubicBezTo>
                <a:cubicBezTo>
                  <a:pt x="999801" y="175047"/>
                  <a:pt x="986208" y="188641"/>
                  <a:pt x="969438" y="188641"/>
                </a:cubicBezTo>
                <a:cubicBezTo>
                  <a:pt x="952669" y="188641"/>
                  <a:pt x="939075" y="175047"/>
                  <a:pt x="939075" y="158278"/>
                </a:cubicBezTo>
                <a:cubicBezTo>
                  <a:pt x="939075" y="141508"/>
                  <a:pt x="952669" y="127914"/>
                  <a:pt x="969438" y="127914"/>
                </a:cubicBezTo>
                <a:close/>
                <a:moveTo>
                  <a:pt x="896883" y="127914"/>
                </a:moveTo>
                <a:cubicBezTo>
                  <a:pt x="913653" y="127914"/>
                  <a:pt x="927247" y="141508"/>
                  <a:pt x="927247" y="158278"/>
                </a:cubicBezTo>
                <a:cubicBezTo>
                  <a:pt x="927247" y="175047"/>
                  <a:pt x="913653" y="188641"/>
                  <a:pt x="896883" y="188641"/>
                </a:cubicBezTo>
                <a:cubicBezTo>
                  <a:pt x="880114" y="188641"/>
                  <a:pt x="866520" y="175047"/>
                  <a:pt x="866520" y="158278"/>
                </a:cubicBezTo>
                <a:cubicBezTo>
                  <a:pt x="866520" y="141508"/>
                  <a:pt x="880114" y="127914"/>
                  <a:pt x="896883" y="127914"/>
                </a:cubicBezTo>
                <a:close/>
                <a:moveTo>
                  <a:pt x="824329" y="127914"/>
                </a:moveTo>
                <a:cubicBezTo>
                  <a:pt x="841098" y="127914"/>
                  <a:pt x="854692" y="141508"/>
                  <a:pt x="854692" y="158278"/>
                </a:cubicBezTo>
                <a:cubicBezTo>
                  <a:pt x="854692" y="175047"/>
                  <a:pt x="841098" y="188641"/>
                  <a:pt x="824329" y="188641"/>
                </a:cubicBezTo>
                <a:cubicBezTo>
                  <a:pt x="807559" y="188641"/>
                  <a:pt x="793965" y="175047"/>
                  <a:pt x="793965" y="158278"/>
                </a:cubicBezTo>
                <a:cubicBezTo>
                  <a:pt x="793965" y="141508"/>
                  <a:pt x="807559" y="127914"/>
                  <a:pt x="824329" y="127914"/>
                </a:cubicBezTo>
                <a:close/>
                <a:moveTo>
                  <a:pt x="751774" y="127914"/>
                </a:moveTo>
                <a:cubicBezTo>
                  <a:pt x="768544" y="127914"/>
                  <a:pt x="782138" y="141508"/>
                  <a:pt x="782138" y="158278"/>
                </a:cubicBezTo>
                <a:cubicBezTo>
                  <a:pt x="782138" y="175047"/>
                  <a:pt x="768544" y="188641"/>
                  <a:pt x="751774" y="188641"/>
                </a:cubicBezTo>
                <a:cubicBezTo>
                  <a:pt x="735005" y="188641"/>
                  <a:pt x="721411" y="175047"/>
                  <a:pt x="721411" y="158278"/>
                </a:cubicBezTo>
                <a:cubicBezTo>
                  <a:pt x="721411" y="141508"/>
                  <a:pt x="735005" y="127914"/>
                  <a:pt x="751774" y="127914"/>
                </a:cubicBezTo>
                <a:close/>
                <a:moveTo>
                  <a:pt x="679220" y="127914"/>
                </a:moveTo>
                <a:cubicBezTo>
                  <a:pt x="695989" y="127914"/>
                  <a:pt x="709583" y="141508"/>
                  <a:pt x="709583" y="158278"/>
                </a:cubicBezTo>
                <a:cubicBezTo>
                  <a:pt x="709583" y="175047"/>
                  <a:pt x="695989" y="188641"/>
                  <a:pt x="679220" y="188641"/>
                </a:cubicBezTo>
                <a:cubicBezTo>
                  <a:pt x="662450" y="188641"/>
                  <a:pt x="648856" y="175047"/>
                  <a:pt x="648856" y="158278"/>
                </a:cubicBezTo>
                <a:cubicBezTo>
                  <a:pt x="648856" y="141508"/>
                  <a:pt x="662450" y="127914"/>
                  <a:pt x="679220" y="127914"/>
                </a:cubicBezTo>
                <a:close/>
                <a:moveTo>
                  <a:pt x="606665" y="127914"/>
                </a:moveTo>
                <a:cubicBezTo>
                  <a:pt x="623435" y="127914"/>
                  <a:pt x="637029" y="141508"/>
                  <a:pt x="637029" y="158278"/>
                </a:cubicBezTo>
                <a:cubicBezTo>
                  <a:pt x="637029" y="175047"/>
                  <a:pt x="623435" y="188641"/>
                  <a:pt x="606665" y="188641"/>
                </a:cubicBezTo>
                <a:cubicBezTo>
                  <a:pt x="589896" y="188641"/>
                  <a:pt x="576302" y="175047"/>
                  <a:pt x="576302" y="158278"/>
                </a:cubicBezTo>
                <a:cubicBezTo>
                  <a:pt x="576302" y="141508"/>
                  <a:pt x="589896" y="127914"/>
                  <a:pt x="606665" y="127914"/>
                </a:cubicBezTo>
                <a:close/>
                <a:moveTo>
                  <a:pt x="534111" y="127914"/>
                </a:moveTo>
                <a:cubicBezTo>
                  <a:pt x="550880" y="127914"/>
                  <a:pt x="564474" y="141508"/>
                  <a:pt x="564474" y="158278"/>
                </a:cubicBezTo>
                <a:cubicBezTo>
                  <a:pt x="564474" y="175047"/>
                  <a:pt x="550880" y="188641"/>
                  <a:pt x="534111" y="188641"/>
                </a:cubicBezTo>
                <a:cubicBezTo>
                  <a:pt x="517341" y="188641"/>
                  <a:pt x="503747" y="175047"/>
                  <a:pt x="503747" y="158278"/>
                </a:cubicBezTo>
                <a:cubicBezTo>
                  <a:pt x="503747" y="141508"/>
                  <a:pt x="517341" y="127914"/>
                  <a:pt x="534111" y="127914"/>
                </a:cubicBezTo>
                <a:close/>
                <a:moveTo>
                  <a:pt x="461556" y="127914"/>
                </a:moveTo>
                <a:cubicBezTo>
                  <a:pt x="478326" y="127914"/>
                  <a:pt x="491920" y="141508"/>
                  <a:pt x="491920" y="158278"/>
                </a:cubicBezTo>
                <a:cubicBezTo>
                  <a:pt x="491920" y="175047"/>
                  <a:pt x="478326" y="188641"/>
                  <a:pt x="461556" y="188641"/>
                </a:cubicBezTo>
                <a:cubicBezTo>
                  <a:pt x="444787" y="188641"/>
                  <a:pt x="431192" y="175047"/>
                  <a:pt x="431192" y="158278"/>
                </a:cubicBezTo>
                <a:cubicBezTo>
                  <a:pt x="431192" y="141508"/>
                  <a:pt x="444787" y="127914"/>
                  <a:pt x="461556" y="127914"/>
                </a:cubicBezTo>
                <a:close/>
                <a:moveTo>
                  <a:pt x="389002" y="127914"/>
                </a:moveTo>
                <a:cubicBezTo>
                  <a:pt x="405771" y="127914"/>
                  <a:pt x="419365" y="141508"/>
                  <a:pt x="419365" y="158278"/>
                </a:cubicBezTo>
                <a:cubicBezTo>
                  <a:pt x="419365" y="175047"/>
                  <a:pt x="405771" y="188641"/>
                  <a:pt x="389002" y="188641"/>
                </a:cubicBezTo>
                <a:cubicBezTo>
                  <a:pt x="372232" y="188641"/>
                  <a:pt x="358638" y="175047"/>
                  <a:pt x="358638" y="158278"/>
                </a:cubicBezTo>
                <a:cubicBezTo>
                  <a:pt x="358638" y="141508"/>
                  <a:pt x="372232" y="127914"/>
                  <a:pt x="389002" y="127914"/>
                </a:cubicBezTo>
                <a:close/>
                <a:moveTo>
                  <a:pt x="316447" y="127914"/>
                </a:moveTo>
                <a:cubicBezTo>
                  <a:pt x="333216" y="127914"/>
                  <a:pt x="346810" y="141508"/>
                  <a:pt x="346810" y="158278"/>
                </a:cubicBezTo>
                <a:cubicBezTo>
                  <a:pt x="346810" y="175047"/>
                  <a:pt x="333216" y="188641"/>
                  <a:pt x="316447" y="188641"/>
                </a:cubicBezTo>
                <a:cubicBezTo>
                  <a:pt x="299677" y="188641"/>
                  <a:pt x="286084" y="175047"/>
                  <a:pt x="286084" y="158278"/>
                </a:cubicBezTo>
                <a:cubicBezTo>
                  <a:pt x="286084" y="141508"/>
                  <a:pt x="299677" y="127914"/>
                  <a:pt x="316447" y="127914"/>
                </a:cubicBezTo>
                <a:close/>
                <a:moveTo>
                  <a:pt x="243892" y="127914"/>
                </a:moveTo>
                <a:cubicBezTo>
                  <a:pt x="260662" y="127914"/>
                  <a:pt x="274256" y="141508"/>
                  <a:pt x="274256" y="158278"/>
                </a:cubicBezTo>
                <a:cubicBezTo>
                  <a:pt x="274256" y="175047"/>
                  <a:pt x="260662" y="188641"/>
                  <a:pt x="243892" y="188641"/>
                </a:cubicBezTo>
                <a:cubicBezTo>
                  <a:pt x="227123" y="188641"/>
                  <a:pt x="213529" y="175047"/>
                  <a:pt x="213529" y="158278"/>
                </a:cubicBezTo>
                <a:cubicBezTo>
                  <a:pt x="213529" y="141508"/>
                  <a:pt x="227123" y="127914"/>
                  <a:pt x="243892" y="127914"/>
                </a:cubicBezTo>
                <a:close/>
                <a:moveTo>
                  <a:pt x="171339" y="127914"/>
                </a:moveTo>
                <a:cubicBezTo>
                  <a:pt x="188107" y="127914"/>
                  <a:pt x="201701" y="141508"/>
                  <a:pt x="201701" y="158278"/>
                </a:cubicBezTo>
                <a:cubicBezTo>
                  <a:pt x="201701" y="175047"/>
                  <a:pt x="188107" y="188641"/>
                  <a:pt x="171339" y="188641"/>
                </a:cubicBezTo>
                <a:cubicBezTo>
                  <a:pt x="154702" y="188641"/>
                  <a:pt x="141108" y="175047"/>
                  <a:pt x="141108" y="158278"/>
                </a:cubicBezTo>
                <a:cubicBezTo>
                  <a:pt x="141108" y="141508"/>
                  <a:pt x="154702" y="127914"/>
                  <a:pt x="171339" y="127914"/>
                </a:cubicBezTo>
                <a:close/>
                <a:moveTo>
                  <a:pt x="98936" y="127914"/>
                </a:moveTo>
                <a:cubicBezTo>
                  <a:pt x="115695" y="127914"/>
                  <a:pt x="129288" y="141508"/>
                  <a:pt x="129288" y="158278"/>
                </a:cubicBezTo>
                <a:cubicBezTo>
                  <a:pt x="129288" y="175047"/>
                  <a:pt x="115695" y="188641"/>
                  <a:pt x="98936" y="188641"/>
                </a:cubicBezTo>
                <a:cubicBezTo>
                  <a:pt x="82162" y="188641"/>
                  <a:pt x="68567" y="175047"/>
                  <a:pt x="68567" y="158278"/>
                </a:cubicBezTo>
                <a:cubicBezTo>
                  <a:pt x="68567" y="141508"/>
                  <a:pt x="82162" y="127914"/>
                  <a:pt x="98936" y="127914"/>
                </a:cubicBezTo>
                <a:close/>
                <a:moveTo>
                  <a:pt x="26381" y="127914"/>
                </a:moveTo>
                <a:cubicBezTo>
                  <a:pt x="43143" y="127914"/>
                  <a:pt x="56738" y="141508"/>
                  <a:pt x="56738" y="158278"/>
                </a:cubicBezTo>
                <a:cubicBezTo>
                  <a:pt x="56738" y="175047"/>
                  <a:pt x="43143" y="188641"/>
                  <a:pt x="26381" y="188641"/>
                </a:cubicBezTo>
                <a:cubicBezTo>
                  <a:pt x="17995" y="188641"/>
                  <a:pt x="10404" y="185243"/>
                  <a:pt x="4909" y="179748"/>
                </a:cubicBezTo>
                <a:lnTo>
                  <a:pt x="0" y="167898"/>
                </a:lnTo>
                <a:lnTo>
                  <a:pt x="0" y="148658"/>
                </a:lnTo>
                <a:lnTo>
                  <a:pt x="4909" y="136807"/>
                </a:lnTo>
                <a:cubicBezTo>
                  <a:pt x="10404" y="131313"/>
                  <a:pt x="17995" y="127914"/>
                  <a:pt x="26381" y="127914"/>
                </a:cubicBezTo>
                <a:close/>
                <a:moveTo>
                  <a:pt x="1622429" y="47462"/>
                </a:moveTo>
                <a:lnTo>
                  <a:pt x="1625821" y="48147"/>
                </a:lnTo>
                <a:lnTo>
                  <a:pt x="1639701" y="102127"/>
                </a:lnTo>
                <a:lnTo>
                  <a:pt x="1634248" y="105804"/>
                </a:lnTo>
                <a:cubicBezTo>
                  <a:pt x="1630615" y="107340"/>
                  <a:pt x="1626621" y="108189"/>
                  <a:pt x="1622429" y="108189"/>
                </a:cubicBezTo>
                <a:cubicBezTo>
                  <a:pt x="1605659" y="108189"/>
                  <a:pt x="1592066" y="94595"/>
                  <a:pt x="1592066" y="77826"/>
                </a:cubicBezTo>
                <a:cubicBezTo>
                  <a:pt x="1592066" y="61056"/>
                  <a:pt x="1605659" y="47462"/>
                  <a:pt x="1622429" y="47462"/>
                </a:cubicBezTo>
                <a:close/>
                <a:moveTo>
                  <a:pt x="1549874" y="47462"/>
                </a:moveTo>
                <a:cubicBezTo>
                  <a:pt x="1566644" y="47462"/>
                  <a:pt x="1580238" y="61056"/>
                  <a:pt x="1580238" y="77826"/>
                </a:cubicBezTo>
                <a:cubicBezTo>
                  <a:pt x="1580238" y="94595"/>
                  <a:pt x="1566644" y="108189"/>
                  <a:pt x="1549874" y="108189"/>
                </a:cubicBezTo>
                <a:cubicBezTo>
                  <a:pt x="1533105" y="108189"/>
                  <a:pt x="1519511" y="94595"/>
                  <a:pt x="1519511" y="77826"/>
                </a:cubicBezTo>
                <a:cubicBezTo>
                  <a:pt x="1519511" y="61056"/>
                  <a:pt x="1533105" y="47462"/>
                  <a:pt x="1549874" y="47462"/>
                </a:cubicBezTo>
                <a:close/>
                <a:moveTo>
                  <a:pt x="1477320" y="47462"/>
                </a:moveTo>
                <a:cubicBezTo>
                  <a:pt x="1494089" y="47462"/>
                  <a:pt x="1507683" y="61056"/>
                  <a:pt x="1507683" y="77826"/>
                </a:cubicBezTo>
                <a:cubicBezTo>
                  <a:pt x="1507683" y="94595"/>
                  <a:pt x="1494089" y="108189"/>
                  <a:pt x="1477320" y="108189"/>
                </a:cubicBezTo>
                <a:cubicBezTo>
                  <a:pt x="1460550" y="108189"/>
                  <a:pt x="1446956" y="94595"/>
                  <a:pt x="1446956" y="77826"/>
                </a:cubicBezTo>
                <a:cubicBezTo>
                  <a:pt x="1446956" y="61056"/>
                  <a:pt x="1460550" y="47462"/>
                  <a:pt x="1477320" y="47462"/>
                </a:cubicBezTo>
                <a:close/>
                <a:moveTo>
                  <a:pt x="1404765" y="47462"/>
                </a:moveTo>
                <a:cubicBezTo>
                  <a:pt x="1421535" y="47462"/>
                  <a:pt x="1435129" y="61056"/>
                  <a:pt x="1435129" y="77826"/>
                </a:cubicBezTo>
                <a:cubicBezTo>
                  <a:pt x="1435129" y="94595"/>
                  <a:pt x="1421535" y="108189"/>
                  <a:pt x="1404765" y="108189"/>
                </a:cubicBezTo>
                <a:cubicBezTo>
                  <a:pt x="1387996" y="108189"/>
                  <a:pt x="1374402" y="94595"/>
                  <a:pt x="1374402" y="77826"/>
                </a:cubicBezTo>
                <a:cubicBezTo>
                  <a:pt x="1374402" y="61056"/>
                  <a:pt x="1387996" y="47462"/>
                  <a:pt x="1404765" y="47462"/>
                </a:cubicBezTo>
                <a:close/>
                <a:moveTo>
                  <a:pt x="1332211" y="47462"/>
                </a:moveTo>
                <a:cubicBezTo>
                  <a:pt x="1348980" y="47462"/>
                  <a:pt x="1362574" y="61056"/>
                  <a:pt x="1362574" y="77826"/>
                </a:cubicBezTo>
                <a:cubicBezTo>
                  <a:pt x="1362574" y="94595"/>
                  <a:pt x="1348980" y="108189"/>
                  <a:pt x="1332211" y="108189"/>
                </a:cubicBezTo>
                <a:cubicBezTo>
                  <a:pt x="1315441" y="108189"/>
                  <a:pt x="1301847" y="94595"/>
                  <a:pt x="1301847" y="77826"/>
                </a:cubicBezTo>
                <a:cubicBezTo>
                  <a:pt x="1301847" y="61056"/>
                  <a:pt x="1315441" y="47462"/>
                  <a:pt x="1332211" y="47462"/>
                </a:cubicBezTo>
                <a:close/>
                <a:moveTo>
                  <a:pt x="1259656" y="47462"/>
                </a:moveTo>
                <a:cubicBezTo>
                  <a:pt x="1276426" y="47462"/>
                  <a:pt x="1290020" y="61056"/>
                  <a:pt x="1290020" y="77826"/>
                </a:cubicBezTo>
                <a:cubicBezTo>
                  <a:pt x="1290020" y="94595"/>
                  <a:pt x="1276426" y="108189"/>
                  <a:pt x="1259656" y="108189"/>
                </a:cubicBezTo>
                <a:cubicBezTo>
                  <a:pt x="1242887" y="108189"/>
                  <a:pt x="1229293" y="94595"/>
                  <a:pt x="1229293" y="77826"/>
                </a:cubicBezTo>
                <a:cubicBezTo>
                  <a:pt x="1229293" y="61056"/>
                  <a:pt x="1242887" y="47462"/>
                  <a:pt x="1259656" y="47462"/>
                </a:cubicBezTo>
                <a:close/>
                <a:moveTo>
                  <a:pt x="1187102" y="47462"/>
                </a:moveTo>
                <a:cubicBezTo>
                  <a:pt x="1203871" y="47462"/>
                  <a:pt x="1217465" y="61056"/>
                  <a:pt x="1217465" y="77826"/>
                </a:cubicBezTo>
                <a:cubicBezTo>
                  <a:pt x="1217465" y="94595"/>
                  <a:pt x="1203871" y="108189"/>
                  <a:pt x="1187102" y="108189"/>
                </a:cubicBezTo>
                <a:cubicBezTo>
                  <a:pt x="1170332" y="108189"/>
                  <a:pt x="1156738" y="94595"/>
                  <a:pt x="1156738" y="77826"/>
                </a:cubicBezTo>
                <a:cubicBezTo>
                  <a:pt x="1156738" y="61056"/>
                  <a:pt x="1170332" y="47462"/>
                  <a:pt x="1187102" y="47462"/>
                </a:cubicBezTo>
                <a:close/>
                <a:moveTo>
                  <a:pt x="1114547" y="47462"/>
                </a:moveTo>
                <a:cubicBezTo>
                  <a:pt x="1131317" y="47462"/>
                  <a:pt x="1144911" y="61056"/>
                  <a:pt x="1144911" y="77826"/>
                </a:cubicBezTo>
                <a:cubicBezTo>
                  <a:pt x="1144911" y="94595"/>
                  <a:pt x="1131317" y="108189"/>
                  <a:pt x="1114547" y="108189"/>
                </a:cubicBezTo>
                <a:cubicBezTo>
                  <a:pt x="1097778" y="108189"/>
                  <a:pt x="1084184" y="94595"/>
                  <a:pt x="1084184" y="77826"/>
                </a:cubicBezTo>
                <a:cubicBezTo>
                  <a:pt x="1084184" y="61056"/>
                  <a:pt x="1097778" y="47462"/>
                  <a:pt x="1114547" y="47462"/>
                </a:cubicBezTo>
                <a:close/>
                <a:moveTo>
                  <a:pt x="1041993" y="47462"/>
                </a:moveTo>
                <a:cubicBezTo>
                  <a:pt x="1058762" y="47462"/>
                  <a:pt x="1072356" y="61056"/>
                  <a:pt x="1072356" y="77826"/>
                </a:cubicBezTo>
                <a:cubicBezTo>
                  <a:pt x="1072356" y="94595"/>
                  <a:pt x="1058762" y="108189"/>
                  <a:pt x="1041993" y="108189"/>
                </a:cubicBezTo>
                <a:cubicBezTo>
                  <a:pt x="1025223" y="108189"/>
                  <a:pt x="1011629" y="94595"/>
                  <a:pt x="1011629" y="77826"/>
                </a:cubicBezTo>
                <a:cubicBezTo>
                  <a:pt x="1011629" y="61056"/>
                  <a:pt x="1025223" y="47462"/>
                  <a:pt x="1041993" y="47462"/>
                </a:cubicBezTo>
                <a:close/>
                <a:moveTo>
                  <a:pt x="969438" y="47462"/>
                </a:moveTo>
                <a:cubicBezTo>
                  <a:pt x="986208" y="47462"/>
                  <a:pt x="999801" y="61056"/>
                  <a:pt x="999801" y="77826"/>
                </a:cubicBezTo>
                <a:cubicBezTo>
                  <a:pt x="999801" y="94595"/>
                  <a:pt x="986208" y="108189"/>
                  <a:pt x="969438" y="108189"/>
                </a:cubicBezTo>
                <a:cubicBezTo>
                  <a:pt x="952669" y="108189"/>
                  <a:pt x="939075" y="94595"/>
                  <a:pt x="939075" y="77826"/>
                </a:cubicBezTo>
                <a:cubicBezTo>
                  <a:pt x="939075" y="61056"/>
                  <a:pt x="952669" y="47462"/>
                  <a:pt x="969438" y="47462"/>
                </a:cubicBezTo>
                <a:close/>
                <a:moveTo>
                  <a:pt x="896883" y="47462"/>
                </a:moveTo>
                <a:cubicBezTo>
                  <a:pt x="913653" y="47462"/>
                  <a:pt x="927247" y="61056"/>
                  <a:pt x="927247" y="77826"/>
                </a:cubicBezTo>
                <a:cubicBezTo>
                  <a:pt x="927247" y="94595"/>
                  <a:pt x="913653" y="108189"/>
                  <a:pt x="896883" y="108189"/>
                </a:cubicBezTo>
                <a:cubicBezTo>
                  <a:pt x="880114" y="108189"/>
                  <a:pt x="866520" y="94595"/>
                  <a:pt x="866520" y="77826"/>
                </a:cubicBezTo>
                <a:cubicBezTo>
                  <a:pt x="866520" y="61056"/>
                  <a:pt x="880114" y="47462"/>
                  <a:pt x="896883" y="47462"/>
                </a:cubicBezTo>
                <a:close/>
                <a:moveTo>
                  <a:pt x="824329" y="47462"/>
                </a:moveTo>
                <a:cubicBezTo>
                  <a:pt x="841098" y="47462"/>
                  <a:pt x="854692" y="61056"/>
                  <a:pt x="854692" y="77826"/>
                </a:cubicBezTo>
                <a:cubicBezTo>
                  <a:pt x="854692" y="94595"/>
                  <a:pt x="841098" y="108189"/>
                  <a:pt x="824329" y="108189"/>
                </a:cubicBezTo>
                <a:cubicBezTo>
                  <a:pt x="807559" y="108189"/>
                  <a:pt x="793965" y="94595"/>
                  <a:pt x="793965" y="77826"/>
                </a:cubicBezTo>
                <a:cubicBezTo>
                  <a:pt x="793965" y="61056"/>
                  <a:pt x="807559" y="47462"/>
                  <a:pt x="824329" y="47462"/>
                </a:cubicBezTo>
                <a:close/>
                <a:moveTo>
                  <a:pt x="751774" y="47462"/>
                </a:moveTo>
                <a:cubicBezTo>
                  <a:pt x="768544" y="47462"/>
                  <a:pt x="782138" y="61056"/>
                  <a:pt x="782138" y="77826"/>
                </a:cubicBezTo>
                <a:cubicBezTo>
                  <a:pt x="782138" y="94595"/>
                  <a:pt x="768544" y="108189"/>
                  <a:pt x="751774" y="108189"/>
                </a:cubicBezTo>
                <a:cubicBezTo>
                  <a:pt x="735005" y="108189"/>
                  <a:pt x="721411" y="94595"/>
                  <a:pt x="721411" y="77826"/>
                </a:cubicBezTo>
                <a:cubicBezTo>
                  <a:pt x="721411" y="61056"/>
                  <a:pt x="735005" y="47462"/>
                  <a:pt x="751774" y="47462"/>
                </a:cubicBezTo>
                <a:close/>
                <a:moveTo>
                  <a:pt x="679220" y="47462"/>
                </a:moveTo>
                <a:cubicBezTo>
                  <a:pt x="695989" y="47462"/>
                  <a:pt x="709583" y="61056"/>
                  <a:pt x="709583" y="77826"/>
                </a:cubicBezTo>
                <a:cubicBezTo>
                  <a:pt x="709583" y="94595"/>
                  <a:pt x="695989" y="108189"/>
                  <a:pt x="679220" y="108189"/>
                </a:cubicBezTo>
                <a:cubicBezTo>
                  <a:pt x="662450" y="108189"/>
                  <a:pt x="648856" y="94595"/>
                  <a:pt x="648856" y="77826"/>
                </a:cubicBezTo>
                <a:cubicBezTo>
                  <a:pt x="648856" y="61056"/>
                  <a:pt x="662450" y="47462"/>
                  <a:pt x="679220" y="47462"/>
                </a:cubicBezTo>
                <a:close/>
                <a:moveTo>
                  <a:pt x="606665" y="47462"/>
                </a:moveTo>
                <a:cubicBezTo>
                  <a:pt x="623435" y="47462"/>
                  <a:pt x="637029" y="61056"/>
                  <a:pt x="637029" y="77826"/>
                </a:cubicBezTo>
                <a:cubicBezTo>
                  <a:pt x="637029" y="94595"/>
                  <a:pt x="623435" y="108189"/>
                  <a:pt x="606665" y="108189"/>
                </a:cubicBezTo>
                <a:cubicBezTo>
                  <a:pt x="589896" y="108189"/>
                  <a:pt x="576302" y="94595"/>
                  <a:pt x="576302" y="77826"/>
                </a:cubicBezTo>
                <a:cubicBezTo>
                  <a:pt x="576302" y="61056"/>
                  <a:pt x="589896" y="47462"/>
                  <a:pt x="606665" y="47462"/>
                </a:cubicBezTo>
                <a:close/>
                <a:moveTo>
                  <a:pt x="534111" y="47462"/>
                </a:moveTo>
                <a:cubicBezTo>
                  <a:pt x="550880" y="47462"/>
                  <a:pt x="564474" y="61056"/>
                  <a:pt x="564474" y="77826"/>
                </a:cubicBezTo>
                <a:cubicBezTo>
                  <a:pt x="564474" y="94595"/>
                  <a:pt x="550880" y="108189"/>
                  <a:pt x="534111" y="108189"/>
                </a:cubicBezTo>
                <a:cubicBezTo>
                  <a:pt x="517341" y="108189"/>
                  <a:pt x="503747" y="94595"/>
                  <a:pt x="503747" y="77826"/>
                </a:cubicBezTo>
                <a:cubicBezTo>
                  <a:pt x="503747" y="61056"/>
                  <a:pt x="517341" y="47462"/>
                  <a:pt x="534111" y="47462"/>
                </a:cubicBezTo>
                <a:close/>
                <a:moveTo>
                  <a:pt x="461556" y="47462"/>
                </a:moveTo>
                <a:cubicBezTo>
                  <a:pt x="478326" y="47462"/>
                  <a:pt x="491920" y="61056"/>
                  <a:pt x="491920" y="77826"/>
                </a:cubicBezTo>
                <a:cubicBezTo>
                  <a:pt x="491920" y="94595"/>
                  <a:pt x="478326" y="108189"/>
                  <a:pt x="461556" y="108189"/>
                </a:cubicBezTo>
                <a:cubicBezTo>
                  <a:pt x="444787" y="108189"/>
                  <a:pt x="431192" y="94595"/>
                  <a:pt x="431192" y="77826"/>
                </a:cubicBezTo>
                <a:cubicBezTo>
                  <a:pt x="431192" y="61056"/>
                  <a:pt x="444787" y="47462"/>
                  <a:pt x="461556" y="47462"/>
                </a:cubicBezTo>
                <a:close/>
                <a:moveTo>
                  <a:pt x="389002" y="47462"/>
                </a:moveTo>
                <a:cubicBezTo>
                  <a:pt x="405771" y="47462"/>
                  <a:pt x="419365" y="61056"/>
                  <a:pt x="419365" y="77826"/>
                </a:cubicBezTo>
                <a:cubicBezTo>
                  <a:pt x="419365" y="94595"/>
                  <a:pt x="405771" y="108189"/>
                  <a:pt x="389002" y="108189"/>
                </a:cubicBezTo>
                <a:cubicBezTo>
                  <a:pt x="372232" y="108189"/>
                  <a:pt x="358638" y="94595"/>
                  <a:pt x="358638" y="77826"/>
                </a:cubicBezTo>
                <a:cubicBezTo>
                  <a:pt x="358638" y="61056"/>
                  <a:pt x="372232" y="47462"/>
                  <a:pt x="389002" y="47462"/>
                </a:cubicBezTo>
                <a:close/>
                <a:moveTo>
                  <a:pt x="316447" y="47462"/>
                </a:moveTo>
                <a:cubicBezTo>
                  <a:pt x="333216" y="47462"/>
                  <a:pt x="346810" y="61056"/>
                  <a:pt x="346810" y="77826"/>
                </a:cubicBezTo>
                <a:cubicBezTo>
                  <a:pt x="346810" y="94595"/>
                  <a:pt x="333216" y="108189"/>
                  <a:pt x="316447" y="108189"/>
                </a:cubicBezTo>
                <a:cubicBezTo>
                  <a:pt x="299677" y="108189"/>
                  <a:pt x="286084" y="94595"/>
                  <a:pt x="286084" y="77826"/>
                </a:cubicBezTo>
                <a:cubicBezTo>
                  <a:pt x="286084" y="61056"/>
                  <a:pt x="299677" y="47462"/>
                  <a:pt x="316447" y="47462"/>
                </a:cubicBezTo>
                <a:close/>
                <a:moveTo>
                  <a:pt x="243892" y="47462"/>
                </a:moveTo>
                <a:cubicBezTo>
                  <a:pt x="260662" y="47462"/>
                  <a:pt x="274256" y="61056"/>
                  <a:pt x="274256" y="77826"/>
                </a:cubicBezTo>
                <a:cubicBezTo>
                  <a:pt x="274256" y="94595"/>
                  <a:pt x="260662" y="108189"/>
                  <a:pt x="243892" y="108189"/>
                </a:cubicBezTo>
                <a:cubicBezTo>
                  <a:pt x="227123" y="108189"/>
                  <a:pt x="213529" y="94595"/>
                  <a:pt x="213529" y="77826"/>
                </a:cubicBezTo>
                <a:cubicBezTo>
                  <a:pt x="213529" y="61056"/>
                  <a:pt x="227123" y="47462"/>
                  <a:pt x="243892" y="47462"/>
                </a:cubicBezTo>
                <a:close/>
                <a:moveTo>
                  <a:pt x="171339" y="47462"/>
                </a:moveTo>
                <a:cubicBezTo>
                  <a:pt x="188107" y="47462"/>
                  <a:pt x="201701" y="61056"/>
                  <a:pt x="201701" y="77826"/>
                </a:cubicBezTo>
                <a:cubicBezTo>
                  <a:pt x="201701" y="94595"/>
                  <a:pt x="188107" y="108189"/>
                  <a:pt x="171339" y="108189"/>
                </a:cubicBezTo>
                <a:cubicBezTo>
                  <a:pt x="154708" y="108189"/>
                  <a:pt x="141113" y="94595"/>
                  <a:pt x="141113" y="77826"/>
                </a:cubicBezTo>
                <a:cubicBezTo>
                  <a:pt x="141113" y="61056"/>
                  <a:pt x="154708" y="47462"/>
                  <a:pt x="171339" y="47462"/>
                </a:cubicBezTo>
                <a:close/>
                <a:moveTo>
                  <a:pt x="98942" y="47462"/>
                </a:moveTo>
                <a:cubicBezTo>
                  <a:pt x="115700" y="47462"/>
                  <a:pt x="129294" y="61056"/>
                  <a:pt x="129294" y="77826"/>
                </a:cubicBezTo>
                <a:cubicBezTo>
                  <a:pt x="129294" y="94595"/>
                  <a:pt x="115700" y="108189"/>
                  <a:pt x="98942" y="108189"/>
                </a:cubicBezTo>
                <a:cubicBezTo>
                  <a:pt x="82168" y="108189"/>
                  <a:pt x="68573" y="94595"/>
                  <a:pt x="68573" y="77826"/>
                </a:cubicBezTo>
                <a:cubicBezTo>
                  <a:pt x="68573" y="61056"/>
                  <a:pt x="82168" y="47462"/>
                  <a:pt x="98942" y="47462"/>
                </a:cubicBezTo>
                <a:close/>
                <a:moveTo>
                  <a:pt x="26388" y="47462"/>
                </a:moveTo>
                <a:cubicBezTo>
                  <a:pt x="43149" y="47462"/>
                  <a:pt x="56744" y="61056"/>
                  <a:pt x="56744" y="77826"/>
                </a:cubicBezTo>
                <a:cubicBezTo>
                  <a:pt x="56744" y="94595"/>
                  <a:pt x="43149" y="108189"/>
                  <a:pt x="26388" y="108189"/>
                </a:cubicBezTo>
                <a:cubicBezTo>
                  <a:pt x="18002" y="108189"/>
                  <a:pt x="10410" y="104791"/>
                  <a:pt x="4916" y="99296"/>
                </a:cubicBezTo>
                <a:lnTo>
                  <a:pt x="0" y="87429"/>
                </a:lnTo>
                <a:lnTo>
                  <a:pt x="0" y="68222"/>
                </a:lnTo>
                <a:lnTo>
                  <a:pt x="4916" y="56355"/>
                </a:lnTo>
                <a:cubicBezTo>
                  <a:pt x="10410" y="50861"/>
                  <a:pt x="18002" y="47462"/>
                  <a:pt x="26388" y="47462"/>
                </a:cubicBezTo>
                <a:close/>
                <a:moveTo>
                  <a:pt x="1592868" y="0"/>
                </a:moveTo>
                <a:lnTo>
                  <a:pt x="1613441" y="0"/>
                </a:lnTo>
                <a:lnTo>
                  <a:pt x="1620472" y="27343"/>
                </a:lnTo>
                <a:lnTo>
                  <a:pt x="1610610" y="25352"/>
                </a:lnTo>
                <a:cubicBezTo>
                  <a:pt x="1605161" y="23047"/>
                  <a:pt x="1600525" y="19197"/>
                  <a:pt x="1597251" y="14351"/>
                </a:cubicBezTo>
                <a:close/>
                <a:moveTo>
                  <a:pt x="1520598" y="0"/>
                </a:moveTo>
                <a:lnTo>
                  <a:pt x="1579150" y="0"/>
                </a:lnTo>
                <a:lnTo>
                  <a:pt x="1571345" y="18844"/>
                </a:lnTo>
                <a:cubicBezTo>
                  <a:pt x="1565850" y="24339"/>
                  <a:pt x="1558259" y="27738"/>
                  <a:pt x="1549874" y="27738"/>
                </a:cubicBezTo>
                <a:cubicBezTo>
                  <a:pt x="1541490" y="27738"/>
                  <a:pt x="1533899" y="24339"/>
                  <a:pt x="1528404" y="18844"/>
                </a:cubicBezTo>
                <a:close/>
                <a:moveTo>
                  <a:pt x="1448044" y="0"/>
                </a:moveTo>
                <a:lnTo>
                  <a:pt x="1506596" y="0"/>
                </a:lnTo>
                <a:lnTo>
                  <a:pt x="1498790" y="18844"/>
                </a:lnTo>
                <a:cubicBezTo>
                  <a:pt x="1493295" y="24339"/>
                  <a:pt x="1485705" y="27738"/>
                  <a:pt x="1477320" y="27738"/>
                </a:cubicBezTo>
                <a:cubicBezTo>
                  <a:pt x="1468935" y="27738"/>
                  <a:pt x="1461344" y="24339"/>
                  <a:pt x="1455850" y="18844"/>
                </a:cubicBezTo>
                <a:close/>
                <a:moveTo>
                  <a:pt x="1375489" y="0"/>
                </a:moveTo>
                <a:lnTo>
                  <a:pt x="1434041" y="0"/>
                </a:lnTo>
                <a:lnTo>
                  <a:pt x="1426236" y="18844"/>
                </a:lnTo>
                <a:cubicBezTo>
                  <a:pt x="1420741" y="24339"/>
                  <a:pt x="1413150" y="27738"/>
                  <a:pt x="1404765" y="27738"/>
                </a:cubicBezTo>
                <a:cubicBezTo>
                  <a:pt x="1396381" y="27738"/>
                  <a:pt x="1388790" y="24339"/>
                  <a:pt x="1383295" y="18844"/>
                </a:cubicBezTo>
                <a:close/>
                <a:moveTo>
                  <a:pt x="1302935" y="0"/>
                </a:moveTo>
                <a:lnTo>
                  <a:pt x="1361486" y="0"/>
                </a:lnTo>
                <a:lnTo>
                  <a:pt x="1353681" y="18844"/>
                </a:lnTo>
                <a:cubicBezTo>
                  <a:pt x="1348186" y="24339"/>
                  <a:pt x="1340596" y="27738"/>
                  <a:pt x="1332211" y="27738"/>
                </a:cubicBezTo>
                <a:cubicBezTo>
                  <a:pt x="1323826" y="27738"/>
                  <a:pt x="1316235" y="24339"/>
                  <a:pt x="1310740" y="18844"/>
                </a:cubicBezTo>
                <a:close/>
                <a:moveTo>
                  <a:pt x="1230380" y="0"/>
                </a:moveTo>
                <a:lnTo>
                  <a:pt x="1288932" y="0"/>
                </a:lnTo>
                <a:lnTo>
                  <a:pt x="1281126" y="18844"/>
                </a:lnTo>
                <a:cubicBezTo>
                  <a:pt x="1275632" y="24339"/>
                  <a:pt x="1268041" y="27738"/>
                  <a:pt x="1259656" y="27738"/>
                </a:cubicBezTo>
                <a:cubicBezTo>
                  <a:pt x="1251271" y="27738"/>
                  <a:pt x="1243680" y="24339"/>
                  <a:pt x="1238186" y="18844"/>
                </a:cubicBezTo>
                <a:close/>
                <a:moveTo>
                  <a:pt x="1157826" y="0"/>
                </a:moveTo>
                <a:lnTo>
                  <a:pt x="1216377" y="0"/>
                </a:lnTo>
                <a:lnTo>
                  <a:pt x="1208572" y="18844"/>
                </a:lnTo>
                <a:cubicBezTo>
                  <a:pt x="1203077" y="24339"/>
                  <a:pt x="1195486" y="27738"/>
                  <a:pt x="1187102" y="27738"/>
                </a:cubicBezTo>
                <a:cubicBezTo>
                  <a:pt x="1178717" y="27738"/>
                  <a:pt x="1171126" y="24339"/>
                  <a:pt x="1165631" y="18844"/>
                </a:cubicBezTo>
                <a:close/>
                <a:moveTo>
                  <a:pt x="1085271" y="0"/>
                </a:moveTo>
                <a:lnTo>
                  <a:pt x="1143823" y="0"/>
                </a:lnTo>
                <a:lnTo>
                  <a:pt x="1136017" y="18844"/>
                </a:lnTo>
                <a:cubicBezTo>
                  <a:pt x="1130523" y="24339"/>
                  <a:pt x="1122932" y="27738"/>
                  <a:pt x="1114547" y="27738"/>
                </a:cubicBezTo>
                <a:cubicBezTo>
                  <a:pt x="1106162" y="27738"/>
                  <a:pt x="1098571" y="24339"/>
                  <a:pt x="1093077" y="18844"/>
                </a:cubicBezTo>
                <a:close/>
                <a:moveTo>
                  <a:pt x="1012717" y="0"/>
                </a:moveTo>
                <a:lnTo>
                  <a:pt x="1071268" y="0"/>
                </a:lnTo>
                <a:lnTo>
                  <a:pt x="1063463" y="18844"/>
                </a:lnTo>
                <a:cubicBezTo>
                  <a:pt x="1057968" y="24339"/>
                  <a:pt x="1050377" y="27738"/>
                  <a:pt x="1041993" y="27738"/>
                </a:cubicBezTo>
                <a:cubicBezTo>
                  <a:pt x="1033608" y="27738"/>
                  <a:pt x="1026017" y="24339"/>
                  <a:pt x="1020522" y="18844"/>
                </a:cubicBezTo>
                <a:close/>
                <a:moveTo>
                  <a:pt x="940162" y="0"/>
                </a:moveTo>
                <a:lnTo>
                  <a:pt x="998714" y="0"/>
                </a:lnTo>
                <a:lnTo>
                  <a:pt x="990908" y="18844"/>
                </a:lnTo>
                <a:cubicBezTo>
                  <a:pt x="985414" y="24339"/>
                  <a:pt x="977823" y="27738"/>
                  <a:pt x="969438" y="27738"/>
                </a:cubicBezTo>
                <a:cubicBezTo>
                  <a:pt x="961053" y="27738"/>
                  <a:pt x="953462" y="24339"/>
                  <a:pt x="947968" y="18844"/>
                </a:cubicBezTo>
                <a:close/>
                <a:moveTo>
                  <a:pt x="867607" y="0"/>
                </a:moveTo>
                <a:lnTo>
                  <a:pt x="926159" y="0"/>
                </a:lnTo>
                <a:lnTo>
                  <a:pt x="918354" y="18844"/>
                </a:lnTo>
                <a:cubicBezTo>
                  <a:pt x="912859" y="24339"/>
                  <a:pt x="905268" y="27738"/>
                  <a:pt x="896883" y="27738"/>
                </a:cubicBezTo>
                <a:cubicBezTo>
                  <a:pt x="888499" y="27738"/>
                  <a:pt x="880908" y="24339"/>
                  <a:pt x="875413" y="18844"/>
                </a:cubicBezTo>
                <a:close/>
                <a:moveTo>
                  <a:pt x="795053" y="0"/>
                </a:moveTo>
                <a:lnTo>
                  <a:pt x="853605" y="0"/>
                </a:lnTo>
                <a:lnTo>
                  <a:pt x="845799" y="18844"/>
                </a:lnTo>
                <a:cubicBezTo>
                  <a:pt x="840304" y="24339"/>
                  <a:pt x="832714" y="27738"/>
                  <a:pt x="824329" y="27738"/>
                </a:cubicBezTo>
                <a:cubicBezTo>
                  <a:pt x="815944" y="27738"/>
                  <a:pt x="808353" y="24339"/>
                  <a:pt x="802858" y="18844"/>
                </a:cubicBezTo>
                <a:close/>
                <a:moveTo>
                  <a:pt x="722498" y="0"/>
                </a:moveTo>
                <a:lnTo>
                  <a:pt x="781050" y="0"/>
                </a:lnTo>
                <a:lnTo>
                  <a:pt x="773245" y="18844"/>
                </a:lnTo>
                <a:cubicBezTo>
                  <a:pt x="767750" y="24339"/>
                  <a:pt x="760159" y="27738"/>
                  <a:pt x="751774" y="27738"/>
                </a:cubicBezTo>
                <a:cubicBezTo>
                  <a:pt x="743390" y="27738"/>
                  <a:pt x="735799" y="24339"/>
                  <a:pt x="730304" y="18844"/>
                </a:cubicBezTo>
                <a:close/>
                <a:moveTo>
                  <a:pt x="649944" y="0"/>
                </a:moveTo>
                <a:lnTo>
                  <a:pt x="708496" y="0"/>
                </a:lnTo>
                <a:lnTo>
                  <a:pt x="700690" y="18844"/>
                </a:lnTo>
                <a:cubicBezTo>
                  <a:pt x="695195" y="24339"/>
                  <a:pt x="687604" y="27738"/>
                  <a:pt x="679220" y="27738"/>
                </a:cubicBezTo>
                <a:cubicBezTo>
                  <a:pt x="670835" y="27738"/>
                  <a:pt x="663244" y="24339"/>
                  <a:pt x="657749" y="18844"/>
                </a:cubicBezTo>
                <a:close/>
                <a:moveTo>
                  <a:pt x="577389" y="0"/>
                </a:moveTo>
                <a:lnTo>
                  <a:pt x="635941" y="0"/>
                </a:lnTo>
                <a:lnTo>
                  <a:pt x="628135" y="18844"/>
                </a:lnTo>
                <a:cubicBezTo>
                  <a:pt x="622641" y="24339"/>
                  <a:pt x="615050" y="27738"/>
                  <a:pt x="606665" y="27738"/>
                </a:cubicBezTo>
                <a:cubicBezTo>
                  <a:pt x="598280" y="27738"/>
                  <a:pt x="590690" y="24339"/>
                  <a:pt x="585195" y="18844"/>
                </a:cubicBezTo>
                <a:close/>
                <a:moveTo>
                  <a:pt x="504835" y="0"/>
                </a:moveTo>
                <a:lnTo>
                  <a:pt x="563386" y="0"/>
                </a:lnTo>
                <a:lnTo>
                  <a:pt x="555581" y="18844"/>
                </a:lnTo>
                <a:cubicBezTo>
                  <a:pt x="550086" y="24339"/>
                  <a:pt x="542495" y="27738"/>
                  <a:pt x="534111" y="27738"/>
                </a:cubicBezTo>
                <a:cubicBezTo>
                  <a:pt x="525726" y="27738"/>
                  <a:pt x="518135" y="24339"/>
                  <a:pt x="512640" y="18844"/>
                </a:cubicBezTo>
                <a:close/>
                <a:moveTo>
                  <a:pt x="432280" y="0"/>
                </a:moveTo>
                <a:lnTo>
                  <a:pt x="490832" y="0"/>
                </a:lnTo>
                <a:lnTo>
                  <a:pt x="483026" y="18844"/>
                </a:lnTo>
                <a:cubicBezTo>
                  <a:pt x="477532" y="24339"/>
                  <a:pt x="469941" y="27738"/>
                  <a:pt x="461556" y="27738"/>
                </a:cubicBezTo>
                <a:cubicBezTo>
                  <a:pt x="453171" y="27738"/>
                  <a:pt x="445580" y="24339"/>
                  <a:pt x="440086" y="18844"/>
                </a:cubicBezTo>
                <a:close/>
                <a:moveTo>
                  <a:pt x="359726" y="0"/>
                </a:moveTo>
                <a:lnTo>
                  <a:pt x="418277" y="0"/>
                </a:lnTo>
                <a:lnTo>
                  <a:pt x="410472" y="18844"/>
                </a:lnTo>
                <a:cubicBezTo>
                  <a:pt x="404977" y="24339"/>
                  <a:pt x="397386" y="27738"/>
                  <a:pt x="389002" y="27738"/>
                </a:cubicBezTo>
                <a:cubicBezTo>
                  <a:pt x="380617" y="27738"/>
                  <a:pt x="373026" y="24339"/>
                  <a:pt x="367531" y="18844"/>
                </a:cubicBezTo>
                <a:close/>
                <a:moveTo>
                  <a:pt x="287171" y="0"/>
                </a:moveTo>
                <a:lnTo>
                  <a:pt x="345723" y="0"/>
                </a:lnTo>
                <a:lnTo>
                  <a:pt x="337917" y="18844"/>
                </a:lnTo>
                <a:cubicBezTo>
                  <a:pt x="332423" y="24339"/>
                  <a:pt x="324832" y="27738"/>
                  <a:pt x="316447" y="27738"/>
                </a:cubicBezTo>
                <a:cubicBezTo>
                  <a:pt x="308062" y="27738"/>
                  <a:pt x="300471" y="24339"/>
                  <a:pt x="294977" y="18844"/>
                </a:cubicBezTo>
                <a:close/>
                <a:moveTo>
                  <a:pt x="214617" y="0"/>
                </a:moveTo>
                <a:lnTo>
                  <a:pt x="273168" y="0"/>
                </a:lnTo>
                <a:lnTo>
                  <a:pt x="265363" y="18844"/>
                </a:lnTo>
                <a:cubicBezTo>
                  <a:pt x="259868" y="24339"/>
                  <a:pt x="252277" y="27738"/>
                  <a:pt x="243892" y="27738"/>
                </a:cubicBezTo>
                <a:cubicBezTo>
                  <a:pt x="235508" y="27738"/>
                  <a:pt x="227917" y="24339"/>
                  <a:pt x="222422" y="18844"/>
                </a:cubicBezTo>
                <a:close/>
                <a:moveTo>
                  <a:pt x="142204" y="0"/>
                </a:moveTo>
                <a:lnTo>
                  <a:pt x="200614" y="0"/>
                </a:lnTo>
                <a:lnTo>
                  <a:pt x="192808" y="18844"/>
                </a:lnTo>
                <a:cubicBezTo>
                  <a:pt x="187314" y="24339"/>
                  <a:pt x="179723" y="27738"/>
                  <a:pt x="171339" y="27738"/>
                </a:cubicBezTo>
                <a:cubicBezTo>
                  <a:pt x="163026" y="27738"/>
                  <a:pt x="155471" y="24339"/>
                  <a:pt x="149994" y="18844"/>
                </a:cubicBezTo>
                <a:close/>
                <a:moveTo>
                  <a:pt x="69668" y="0"/>
                </a:moveTo>
                <a:lnTo>
                  <a:pt x="128212" y="0"/>
                </a:lnTo>
                <a:lnTo>
                  <a:pt x="120408" y="18844"/>
                </a:lnTo>
                <a:cubicBezTo>
                  <a:pt x="114915" y="24339"/>
                  <a:pt x="107328" y="27738"/>
                  <a:pt x="98949" y="27738"/>
                </a:cubicBezTo>
                <a:cubicBezTo>
                  <a:pt x="90562" y="27738"/>
                  <a:pt x="82969" y="24339"/>
                  <a:pt x="77474" y="18844"/>
                </a:cubicBezTo>
                <a:close/>
                <a:moveTo>
                  <a:pt x="0" y="0"/>
                </a:moveTo>
                <a:lnTo>
                  <a:pt x="55662" y="0"/>
                </a:lnTo>
                <a:lnTo>
                  <a:pt x="47858" y="18844"/>
                </a:lnTo>
                <a:cubicBezTo>
                  <a:pt x="42364" y="24339"/>
                  <a:pt x="34775" y="27738"/>
                  <a:pt x="26394" y="27738"/>
                </a:cubicBezTo>
                <a:cubicBezTo>
                  <a:pt x="18009" y="27738"/>
                  <a:pt x="10417" y="24339"/>
                  <a:pt x="4922" y="18844"/>
                </a:cubicBezTo>
                <a:lnTo>
                  <a:pt x="0" y="6962"/>
                </a:lnTo>
                <a:close/>
              </a:path>
            </a:pathLst>
          </a:custGeom>
          <a:solidFill>
            <a:schemeClr val="accent1">
              <a:alpha val="60000"/>
            </a:schemeClr>
          </a:soli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561" name="Google Shape;561;p44"/>
          <p:cNvSpPr/>
          <p:nvPr/>
        </p:nvSpPr>
        <p:spPr>
          <a:xfrm>
            <a:off x="2" y="2"/>
            <a:ext cx="403373" cy="496797"/>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562" name="Google Shape;562;p44"/>
          <p:cNvSpPr/>
          <p:nvPr/>
        </p:nvSpPr>
        <p:spPr>
          <a:xfrm>
            <a:off x="11792595" y="6494883"/>
            <a:ext cx="304800" cy="306000"/>
          </a:xfrm>
          <a:prstGeom prst="ellipse">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US" sz="933" b="0" i="0" u="none" strike="noStrike" cap="none">
                <a:solidFill>
                  <a:schemeClr val="lt1"/>
                </a:solidFill>
                <a:latin typeface="Calibri"/>
                <a:ea typeface="Calibri"/>
                <a:cs typeface="Calibri"/>
                <a:sym typeface="Calibri"/>
              </a:rPr>
              <a:pPr marL="0" marR="0" lvl="0" indent="0" algn="r" rtl="0">
                <a:lnSpc>
                  <a:spcPct val="100000"/>
                </a:lnSpc>
                <a:spcBef>
                  <a:spcPts val="0"/>
                </a:spcBef>
                <a:spcAft>
                  <a:spcPts val="0"/>
                </a:spcAft>
                <a:buClr>
                  <a:srgbClr val="000000"/>
                </a:buClr>
                <a:buSzPts val="700"/>
                <a:buFont typeface="Arial"/>
                <a:buNone/>
              </a:pPr>
              <a:t>‹#›</a:t>
            </a:fld>
            <a:endParaRPr sz="933" b="0" i="0" u="none" strike="noStrike" cap="none" dirty="0">
              <a:solidFill>
                <a:schemeClr val="lt1"/>
              </a:solidFill>
              <a:latin typeface="Calibri"/>
              <a:ea typeface="Calibri"/>
              <a:cs typeface="Calibri"/>
              <a:sym typeface="Calibri"/>
            </a:endParaRPr>
          </a:p>
        </p:txBody>
      </p:sp>
      <p:sp>
        <p:nvSpPr>
          <p:cNvPr id="563" name="Google Shape;563;p44"/>
          <p:cNvSpPr txBox="1">
            <a:spLocks noGrp="1"/>
          </p:cNvSpPr>
          <p:nvPr>
            <p:ph type="title"/>
          </p:nvPr>
        </p:nvSpPr>
        <p:spPr>
          <a:xfrm>
            <a:off x="554167" y="496800"/>
            <a:ext cx="11083600" cy="6116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1800"/>
              <a:buNone/>
              <a:defRPr sz="2400">
                <a:solidFill>
                  <a:schemeClr val="lt1"/>
                </a:solidFill>
              </a:defRPr>
            </a:lvl1pPr>
            <a:lvl2pPr lvl="1" algn="l">
              <a:lnSpc>
                <a:spcPct val="100000"/>
              </a:lnSpc>
              <a:spcBef>
                <a:spcPts val="0"/>
              </a:spcBef>
              <a:spcAft>
                <a:spcPts val="0"/>
              </a:spcAft>
              <a:buClr>
                <a:schemeClr val="lt1"/>
              </a:buClr>
              <a:buSzPts val="2000"/>
              <a:buNone/>
              <a:defRPr sz="2667">
                <a:solidFill>
                  <a:schemeClr val="lt1"/>
                </a:solidFill>
              </a:defRPr>
            </a:lvl2pPr>
            <a:lvl3pPr lvl="2" algn="l">
              <a:lnSpc>
                <a:spcPct val="100000"/>
              </a:lnSpc>
              <a:spcBef>
                <a:spcPts val="0"/>
              </a:spcBef>
              <a:spcAft>
                <a:spcPts val="0"/>
              </a:spcAft>
              <a:buClr>
                <a:schemeClr val="lt1"/>
              </a:buClr>
              <a:buSzPts val="2000"/>
              <a:buNone/>
              <a:defRPr sz="2667">
                <a:solidFill>
                  <a:schemeClr val="lt1"/>
                </a:solidFill>
              </a:defRPr>
            </a:lvl3pPr>
            <a:lvl4pPr lvl="3" algn="l">
              <a:lnSpc>
                <a:spcPct val="100000"/>
              </a:lnSpc>
              <a:spcBef>
                <a:spcPts val="0"/>
              </a:spcBef>
              <a:spcAft>
                <a:spcPts val="0"/>
              </a:spcAft>
              <a:buClr>
                <a:schemeClr val="lt1"/>
              </a:buClr>
              <a:buSzPts val="2000"/>
              <a:buNone/>
              <a:defRPr sz="2667">
                <a:solidFill>
                  <a:schemeClr val="lt1"/>
                </a:solidFill>
              </a:defRPr>
            </a:lvl4pPr>
            <a:lvl5pPr lvl="4" algn="l">
              <a:lnSpc>
                <a:spcPct val="100000"/>
              </a:lnSpc>
              <a:spcBef>
                <a:spcPts val="0"/>
              </a:spcBef>
              <a:spcAft>
                <a:spcPts val="0"/>
              </a:spcAft>
              <a:buClr>
                <a:schemeClr val="lt1"/>
              </a:buClr>
              <a:buSzPts val="2000"/>
              <a:buNone/>
              <a:defRPr sz="2667">
                <a:solidFill>
                  <a:schemeClr val="lt1"/>
                </a:solidFill>
              </a:defRPr>
            </a:lvl5pPr>
            <a:lvl6pPr lvl="5" algn="l">
              <a:lnSpc>
                <a:spcPct val="100000"/>
              </a:lnSpc>
              <a:spcBef>
                <a:spcPts val="0"/>
              </a:spcBef>
              <a:spcAft>
                <a:spcPts val="0"/>
              </a:spcAft>
              <a:buClr>
                <a:schemeClr val="lt1"/>
              </a:buClr>
              <a:buSzPts val="2000"/>
              <a:buNone/>
              <a:defRPr sz="2667">
                <a:solidFill>
                  <a:schemeClr val="lt1"/>
                </a:solidFill>
              </a:defRPr>
            </a:lvl6pPr>
            <a:lvl7pPr lvl="6" algn="l">
              <a:lnSpc>
                <a:spcPct val="100000"/>
              </a:lnSpc>
              <a:spcBef>
                <a:spcPts val="0"/>
              </a:spcBef>
              <a:spcAft>
                <a:spcPts val="0"/>
              </a:spcAft>
              <a:buClr>
                <a:schemeClr val="lt1"/>
              </a:buClr>
              <a:buSzPts val="2000"/>
              <a:buNone/>
              <a:defRPr sz="2667">
                <a:solidFill>
                  <a:schemeClr val="lt1"/>
                </a:solidFill>
              </a:defRPr>
            </a:lvl7pPr>
            <a:lvl8pPr lvl="7" algn="l">
              <a:lnSpc>
                <a:spcPct val="100000"/>
              </a:lnSpc>
              <a:spcBef>
                <a:spcPts val="0"/>
              </a:spcBef>
              <a:spcAft>
                <a:spcPts val="0"/>
              </a:spcAft>
              <a:buClr>
                <a:schemeClr val="lt1"/>
              </a:buClr>
              <a:buSzPts val="2000"/>
              <a:buNone/>
              <a:defRPr sz="2667">
                <a:solidFill>
                  <a:schemeClr val="lt1"/>
                </a:solidFill>
              </a:defRPr>
            </a:lvl8pPr>
            <a:lvl9pPr lvl="8" algn="l">
              <a:lnSpc>
                <a:spcPct val="100000"/>
              </a:lnSpc>
              <a:spcBef>
                <a:spcPts val="0"/>
              </a:spcBef>
              <a:spcAft>
                <a:spcPts val="0"/>
              </a:spcAft>
              <a:buClr>
                <a:schemeClr val="lt1"/>
              </a:buClr>
              <a:buSzPts val="2000"/>
              <a:buNone/>
              <a:defRPr sz="2667">
                <a:solidFill>
                  <a:schemeClr val="lt1"/>
                </a:solidFill>
              </a:defRPr>
            </a:lvl9pPr>
          </a:lstStyle>
          <a:p>
            <a:endParaRPr/>
          </a:p>
        </p:txBody>
      </p:sp>
      <p:sp>
        <p:nvSpPr>
          <p:cNvPr id="564" name="Google Shape;564;p44"/>
          <p:cNvSpPr>
            <a:spLocks noGrp="1"/>
          </p:cNvSpPr>
          <p:nvPr>
            <p:ph type="pic" idx="2"/>
          </p:nvPr>
        </p:nvSpPr>
        <p:spPr>
          <a:xfrm>
            <a:off x="957133" y="2331959"/>
            <a:ext cx="1341200" cy="1341200"/>
          </a:xfrm>
          <a:prstGeom prst="ellipse">
            <a:avLst/>
          </a:prstGeom>
          <a:noFill/>
          <a:ln w="19050" cap="flat" cmpd="sng">
            <a:solidFill>
              <a:schemeClr val="dk1"/>
            </a:solidFill>
            <a:prstDash val="solid"/>
            <a:round/>
            <a:headEnd type="none" w="sm" len="sm"/>
            <a:tailEnd type="none" w="sm" len="sm"/>
          </a:ln>
        </p:spPr>
        <p:txBody>
          <a:bodyPr/>
          <a:lstStyle/>
          <a:p>
            <a:endParaRPr lang="en-IN"/>
          </a:p>
        </p:txBody>
      </p:sp>
      <p:sp>
        <p:nvSpPr>
          <p:cNvPr id="565" name="Google Shape;565;p44"/>
          <p:cNvSpPr/>
          <p:nvPr/>
        </p:nvSpPr>
        <p:spPr>
          <a:xfrm rot="5400000" flipH="1">
            <a:off x="1192305" y="2553705"/>
            <a:ext cx="870856" cy="1741712"/>
          </a:xfrm>
          <a:custGeom>
            <a:avLst/>
            <a:gdLst/>
            <a:ahLst/>
            <a:cxnLst/>
            <a:rect l="l" t="t" r="r" b="b"/>
            <a:pathLst>
              <a:path w="870856" h="1741712" extrusionOk="0">
                <a:moveTo>
                  <a:pt x="870856" y="0"/>
                </a:moveTo>
                <a:lnTo>
                  <a:pt x="870856" y="96856"/>
                </a:lnTo>
                <a:cubicBezTo>
                  <a:pt x="443388" y="96856"/>
                  <a:pt x="96856" y="443388"/>
                  <a:pt x="96856" y="870856"/>
                </a:cubicBezTo>
                <a:cubicBezTo>
                  <a:pt x="96856" y="1298324"/>
                  <a:pt x="443388" y="1644856"/>
                  <a:pt x="870856" y="1644856"/>
                </a:cubicBezTo>
                <a:lnTo>
                  <a:pt x="870856" y="1741712"/>
                </a:lnTo>
                <a:cubicBezTo>
                  <a:pt x="389896" y="1741712"/>
                  <a:pt x="0" y="1351816"/>
                  <a:pt x="0" y="870856"/>
                </a:cubicBezTo>
                <a:cubicBezTo>
                  <a:pt x="0" y="389896"/>
                  <a:pt x="389896" y="0"/>
                  <a:pt x="870856" y="0"/>
                </a:cubicBezTo>
                <a:close/>
              </a:path>
            </a:pathLst>
          </a:cu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cxnSp>
        <p:nvCxnSpPr>
          <p:cNvPr id="566" name="Google Shape;566;p44"/>
          <p:cNvCxnSpPr/>
          <p:nvPr/>
        </p:nvCxnSpPr>
        <p:spPr>
          <a:xfrm>
            <a:off x="827533" y="4777769"/>
            <a:ext cx="1600400" cy="0"/>
          </a:xfrm>
          <a:prstGeom prst="straightConnector1">
            <a:avLst/>
          </a:prstGeom>
          <a:noFill/>
          <a:ln w="9525" cap="flat" cmpd="sng">
            <a:solidFill>
              <a:schemeClr val="accent3"/>
            </a:solidFill>
            <a:prstDash val="solid"/>
            <a:miter lim="800000"/>
            <a:headEnd type="none" w="sm" len="sm"/>
            <a:tailEnd type="none" w="sm" len="sm"/>
          </a:ln>
        </p:spPr>
      </p:cxnSp>
      <p:sp>
        <p:nvSpPr>
          <p:cNvPr id="567" name="Google Shape;567;p44"/>
          <p:cNvSpPr txBox="1">
            <a:spLocks noGrp="1"/>
          </p:cNvSpPr>
          <p:nvPr>
            <p:ph type="subTitle" idx="1"/>
          </p:nvPr>
        </p:nvSpPr>
        <p:spPr>
          <a:xfrm>
            <a:off x="591333" y="4387560"/>
            <a:ext cx="2072800" cy="244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1100"/>
              <a:buNone/>
              <a:defRPr sz="1467"/>
            </a:lvl1pPr>
            <a:lvl2pPr lvl="1" algn="l">
              <a:lnSpc>
                <a:spcPct val="100000"/>
              </a:lnSpc>
              <a:spcBef>
                <a:spcPts val="267"/>
              </a:spcBef>
              <a:spcAft>
                <a:spcPts val="0"/>
              </a:spcAft>
              <a:buSzPts val="1000"/>
              <a:buNone/>
              <a:defRPr sz="1333"/>
            </a:lvl2pPr>
            <a:lvl3pPr lvl="2" algn="l">
              <a:lnSpc>
                <a:spcPct val="100000"/>
              </a:lnSpc>
              <a:spcBef>
                <a:spcPts val="267"/>
              </a:spcBef>
              <a:spcAft>
                <a:spcPts val="0"/>
              </a:spcAft>
              <a:buSzPts val="1000"/>
              <a:buNone/>
              <a:defRPr sz="1333"/>
            </a:lvl3pPr>
            <a:lvl4pPr lvl="3" algn="l">
              <a:lnSpc>
                <a:spcPct val="100000"/>
              </a:lnSpc>
              <a:spcBef>
                <a:spcPts val="267"/>
              </a:spcBef>
              <a:spcAft>
                <a:spcPts val="0"/>
              </a:spcAft>
              <a:buSzPts val="1000"/>
              <a:buNone/>
              <a:defRPr sz="1333"/>
            </a:lvl4pPr>
            <a:lvl5pPr lvl="4" algn="l">
              <a:lnSpc>
                <a:spcPct val="100000"/>
              </a:lnSpc>
              <a:spcBef>
                <a:spcPts val="267"/>
              </a:spcBef>
              <a:spcAft>
                <a:spcPts val="0"/>
              </a:spcAft>
              <a:buSzPts val="1000"/>
              <a:buNone/>
              <a:defRPr sz="1333"/>
            </a:lvl5pPr>
            <a:lvl6pPr lvl="5" algn="l">
              <a:lnSpc>
                <a:spcPct val="100000"/>
              </a:lnSpc>
              <a:spcBef>
                <a:spcPts val="267"/>
              </a:spcBef>
              <a:spcAft>
                <a:spcPts val="0"/>
              </a:spcAft>
              <a:buSzPts val="1000"/>
              <a:buNone/>
              <a:defRPr sz="1333"/>
            </a:lvl6pPr>
            <a:lvl7pPr lvl="6" algn="l">
              <a:lnSpc>
                <a:spcPct val="100000"/>
              </a:lnSpc>
              <a:spcBef>
                <a:spcPts val="267"/>
              </a:spcBef>
              <a:spcAft>
                <a:spcPts val="0"/>
              </a:spcAft>
              <a:buSzPts val="1000"/>
              <a:buNone/>
              <a:defRPr sz="1333"/>
            </a:lvl7pPr>
            <a:lvl8pPr lvl="7" algn="l">
              <a:lnSpc>
                <a:spcPct val="100000"/>
              </a:lnSpc>
              <a:spcBef>
                <a:spcPts val="267"/>
              </a:spcBef>
              <a:spcAft>
                <a:spcPts val="0"/>
              </a:spcAft>
              <a:buSzPts val="1000"/>
              <a:buNone/>
              <a:defRPr sz="1333"/>
            </a:lvl8pPr>
            <a:lvl9pPr lvl="8" algn="l">
              <a:lnSpc>
                <a:spcPct val="100000"/>
              </a:lnSpc>
              <a:spcBef>
                <a:spcPts val="267"/>
              </a:spcBef>
              <a:spcAft>
                <a:spcPts val="267"/>
              </a:spcAft>
              <a:buSzPts val="1000"/>
              <a:buNone/>
              <a:defRPr sz="1333"/>
            </a:lvl9pPr>
          </a:lstStyle>
          <a:p>
            <a:endParaRPr/>
          </a:p>
        </p:txBody>
      </p:sp>
      <p:sp>
        <p:nvSpPr>
          <p:cNvPr id="568" name="Google Shape;568;p44"/>
          <p:cNvSpPr txBox="1">
            <a:spLocks noGrp="1"/>
          </p:cNvSpPr>
          <p:nvPr>
            <p:ph type="subTitle" idx="3"/>
          </p:nvPr>
        </p:nvSpPr>
        <p:spPr>
          <a:xfrm>
            <a:off x="591333" y="4067237"/>
            <a:ext cx="2072800" cy="244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Clr>
                <a:schemeClr val="accent1"/>
              </a:buClr>
              <a:buSzPts val="1100"/>
              <a:buNone/>
              <a:defRPr sz="1467" b="1">
                <a:solidFill>
                  <a:schemeClr val="accent1"/>
                </a:solidFill>
              </a:defRPr>
            </a:lvl1pPr>
            <a:lvl2pPr lvl="1" algn="ctr">
              <a:lnSpc>
                <a:spcPct val="100000"/>
              </a:lnSpc>
              <a:spcBef>
                <a:spcPts val="267"/>
              </a:spcBef>
              <a:spcAft>
                <a:spcPts val="0"/>
              </a:spcAft>
              <a:buClr>
                <a:schemeClr val="accent1"/>
              </a:buClr>
              <a:buSzPts val="1000"/>
              <a:buNone/>
              <a:defRPr sz="1333" b="1">
                <a:solidFill>
                  <a:schemeClr val="accent1"/>
                </a:solidFill>
              </a:defRPr>
            </a:lvl2pPr>
            <a:lvl3pPr lvl="2" algn="ctr">
              <a:lnSpc>
                <a:spcPct val="100000"/>
              </a:lnSpc>
              <a:spcBef>
                <a:spcPts val="267"/>
              </a:spcBef>
              <a:spcAft>
                <a:spcPts val="0"/>
              </a:spcAft>
              <a:buClr>
                <a:schemeClr val="accent1"/>
              </a:buClr>
              <a:buSzPts val="1000"/>
              <a:buNone/>
              <a:defRPr sz="1333" b="1">
                <a:solidFill>
                  <a:schemeClr val="accent1"/>
                </a:solidFill>
              </a:defRPr>
            </a:lvl3pPr>
            <a:lvl4pPr lvl="3" algn="ctr">
              <a:lnSpc>
                <a:spcPct val="100000"/>
              </a:lnSpc>
              <a:spcBef>
                <a:spcPts val="267"/>
              </a:spcBef>
              <a:spcAft>
                <a:spcPts val="0"/>
              </a:spcAft>
              <a:buClr>
                <a:schemeClr val="accent1"/>
              </a:buClr>
              <a:buSzPts val="1000"/>
              <a:buNone/>
              <a:defRPr sz="1333" b="1">
                <a:solidFill>
                  <a:schemeClr val="accent1"/>
                </a:solidFill>
              </a:defRPr>
            </a:lvl4pPr>
            <a:lvl5pPr lvl="4" algn="ctr">
              <a:lnSpc>
                <a:spcPct val="100000"/>
              </a:lnSpc>
              <a:spcBef>
                <a:spcPts val="267"/>
              </a:spcBef>
              <a:spcAft>
                <a:spcPts val="0"/>
              </a:spcAft>
              <a:buClr>
                <a:schemeClr val="accent1"/>
              </a:buClr>
              <a:buSzPts val="1000"/>
              <a:buNone/>
              <a:defRPr sz="1333" b="1">
                <a:solidFill>
                  <a:schemeClr val="accent1"/>
                </a:solidFill>
              </a:defRPr>
            </a:lvl5pPr>
            <a:lvl6pPr lvl="5" algn="ctr">
              <a:lnSpc>
                <a:spcPct val="100000"/>
              </a:lnSpc>
              <a:spcBef>
                <a:spcPts val="267"/>
              </a:spcBef>
              <a:spcAft>
                <a:spcPts val="0"/>
              </a:spcAft>
              <a:buClr>
                <a:schemeClr val="accent1"/>
              </a:buClr>
              <a:buSzPts val="1000"/>
              <a:buNone/>
              <a:defRPr sz="1333" b="1">
                <a:solidFill>
                  <a:schemeClr val="accent1"/>
                </a:solidFill>
              </a:defRPr>
            </a:lvl6pPr>
            <a:lvl7pPr lvl="6" algn="ctr">
              <a:lnSpc>
                <a:spcPct val="100000"/>
              </a:lnSpc>
              <a:spcBef>
                <a:spcPts val="267"/>
              </a:spcBef>
              <a:spcAft>
                <a:spcPts val="0"/>
              </a:spcAft>
              <a:buClr>
                <a:schemeClr val="accent1"/>
              </a:buClr>
              <a:buSzPts val="1000"/>
              <a:buNone/>
              <a:defRPr sz="1333" b="1">
                <a:solidFill>
                  <a:schemeClr val="accent1"/>
                </a:solidFill>
              </a:defRPr>
            </a:lvl7pPr>
            <a:lvl8pPr lvl="7" algn="ctr">
              <a:lnSpc>
                <a:spcPct val="100000"/>
              </a:lnSpc>
              <a:spcBef>
                <a:spcPts val="267"/>
              </a:spcBef>
              <a:spcAft>
                <a:spcPts val="0"/>
              </a:spcAft>
              <a:buClr>
                <a:schemeClr val="accent1"/>
              </a:buClr>
              <a:buSzPts val="1000"/>
              <a:buNone/>
              <a:defRPr sz="1333" b="1">
                <a:solidFill>
                  <a:schemeClr val="accent1"/>
                </a:solidFill>
              </a:defRPr>
            </a:lvl8pPr>
            <a:lvl9pPr lvl="8" algn="ctr">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569" name="Google Shape;569;p44"/>
          <p:cNvSpPr txBox="1">
            <a:spLocks noGrp="1"/>
          </p:cNvSpPr>
          <p:nvPr>
            <p:ph type="subTitle" idx="4"/>
          </p:nvPr>
        </p:nvSpPr>
        <p:spPr>
          <a:xfrm>
            <a:off x="591333" y="4952533"/>
            <a:ext cx="2072800" cy="244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900"/>
              <a:buNone/>
              <a:defRPr sz="1200"/>
            </a:lvl1pPr>
            <a:lvl2pPr lvl="1" algn="l">
              <a:lnSpc>
                <a:spcPct val="100000"/>
              </a:lnSpc>
              <a:spcBef>
                <a:spcPts val="267"/>
              </a:spcBef>
              <a:spcAft>
                <a:spcPts val="0"/>
              </a:spcAft>
              <a:buSzPts val="1000"/>
              <a:buNone/>
              <a:defRPr sz="1333"/>
            </a:lvl2pPr>
            <a:lvl3pPr lvl="2" algn="l">
              <a:lnSpc>
                <a:spcPct val="100000"/>
              </a:lnSpc>
              <a:spcBef>
                <a:spcPts val="267"/>
              </a:spcBef>
              <a:spcAft>
                <a:spcPts val="0"/>
              </a:spcAft>
              <a:buSzPts val="1000"/>
              <a:buNone/>
              <a:defRPr sz="1333"/>
            </a:lvl3pPr>
            <a:lvl4pPr lvl="3" algn="l">
              <a:lnSpc>
                <a:spcPct val="100000"/>
              </a:lnSpc>
              <a:spcBef>
                <a:spcPts val="267"/>
              </a:spcBef>
              <a:spcAft>
                <a:spcPts val="0"/>
              </a:spcAft>
              <a:buSzPts val="1000"/>
              <a:buNone/>
              <a:defRPr sz="1333"/>
            </a:lvl4pPr>
            <a:lvl5pPr lvl="4" algn="l">
              <a:lnSpc>
                <a:spcPct val="100000"/>
              </a:lnSpc>
              <a:spcBef>
                <a:spcPts val="267"/>
              </a:spcBef>
              <a:spcAft>
                <a:spcPts val="0"/>
              </a:spcAft>
              <a:buSzPts val="1000"/>
              <a:buNone/>
              <a:defRPr sz="1333"/>
            </a:lvl5pPr>
            <a:lvl6pPr lvl="5" algn="l">
              <a:lnSpc>
                <a:spcPct val="100000"/>
              </a:lnSpc>
              <a:spcBef>
                <a:spcPts val="267"/>
              </a:spcBef>
              <a:spcAft>
                <a:spcPts val="0"/>
              </a:spcAft>
              <a:buSzPts val="1000"/>
              <a:buNone/>
              <a:defRPr sz="1333"/>
            </a:lvl6pPr>
            <a:lvl7pPr lvl="6" algn="l">
              <a:lnSpc>
                <a:spcPct val="100000"/>
              </a:lnSpc>
              <a:spcBef>
                <a:spcPts val="267"/>
              </a:spcBef>
              <a:spcAft>
                <a:spcPts val="0"/>
              </a:spcAft>
              <a:buSzPts val="1000"/>
              <a:buNone/>
              <a:defRPr sz="1333"/>
            </a:lvl7pPr>
            <a:lvl8pPr lvl="7" algn="l">
              <a:lnSpc>
                <a:spcPct val="100000"/>
              </a:lnSpc>
              <a:spcBef>
                <a:spcPts val="267"/>
              </a:spcBef>
              <a:spcAft>
                <a:spcPts val="0"/>
              </a:spcAft>
              <a:buSzPts val="1000"/>
              <a:buNone/>
              <a:defRPr sz="1333"/>
            </a:lvl8pPr>
            <a:lvl9pPr lvl="8" algn="l">
              <a:lnSpc>
                <a:spcPct val="100000"/>
              </a:lnSpc>
              <a:spcBef>
                <a:spcPts val="267"/>
              </a:spcBef>
              <a:spcAft>
                <a:spcPts val="267"/>
              </a:spcAft>
              <a:buSzPts val="1000"/>
              <a:buNone/>
              <a:defRPr sz="1333"/>
            </a:lvl9pPr>
          </a:lstStyle>
          <a:p>
            <a:endParaRPr/>
          </a:p>
        </p:txBody>
      </p:sp>
      <p:sp>
        <p:nvSpPr>
          <p:cNvPr id="570" name="Google Shape;570;p44"/>
          <p:cNvSpPr>
            <a:spLocks noGrp="1"/>
          </p:cNvSpPr>
          <p:nvPr>
            <p:ph type="pic" idx="5"/>
          </p:nvPr>
        </p:nvSpPr>
        <p:spPr>
          <a:xfrm>
            <a:off x="3191267" y="2331959"/>
            <a:ext cx="1341200" cy="1341200"/>
          </a:xfrm>
          <a:prstGeom prst="ellipse">
            <a:avLst/>
          </a:prstGeom>
          <a:noFill/>
          <a:ln w="19050" cap="flat" cmpd="sng">
            <a:solidFill>
              <a:schemeClr val="dk1"/>
            </a:solidFill>
            <a:prstDash val="solid"/>
            <a:round/>
            <a:headEnd type="none" w="sm" len="sm"/>
            <a:tailEnd type="none" w="sm" len="sm"/>
          </a:ln>
        </p:spPr>
        <p:txBody>
          <a:bodyPr/>
          <a:lstStyle/>
          <a:p>
            <a:endParaRPr lang="en-IN"/>
          </a:p>
        </p:txBody>
      </p:sp>
      <p:sp>
        <p:nvSpPr>
          <p:cNvPr id="571" name="Google Shape;571;p44"/>
          <p:cNvSpPr/>
          <p:nvPr/>
        </p:nvSpPr>
        <p:spPr>
          <a:xfrm rot="5400000" flipH="1">
            <a:off x="3426439" y="2553705"/>
            <a:ext cx="870856" cy="1741712"/>
          </a:xfrm>
          <a:custGeom>
            <a:avLst/>
            <a:gdLst/>
            <a:ahLst/>
            <a:cxnLst/>
            <a:rect l="l" t="t" r="r" b="b"/>
            <a:pathLst>
              <a:path w="870856" h="1741712" extrusionOk="0">
                <a:moveTo>
                  <a:pt x="870856" y="0"/>
                </a:moveTo>
                <a:lnTo>
                  <a:pt x="870856" y="96856"/>
                </a:lnTo>
                <a:cubicBezTo>
                  <a:pt x="443388" y="96856"/>
                  <a:pt x="96856" y="443388"/>
                  <a:pt x="96856" y="870856"/>
                </a:cubicBezTo>
                <a:cubicBezTo>
                  <a:pt x="96856" y="1298324"/>
                  <a:pt x="443388" y="1644856"/>
                  <a:pt x="870856" y="1644856"/>
                </a:cubicBezTo>
                <a:lnTo>
                  <a:pt x="870856" y="1741712"/>
                </a:lnTo>
                <a:cubicBezTo>
                  <a:pt x="389896" y="1741712"/>
                  <a:pt x="0" y="1351816"/>
                  <a:pt x="0" y="870856"/>
                </a:cubicBezTo>
                <a:cubicBezTo>
                  <a:pt x="0" y="389896"/>
                  <a:pt x="389896" y="0"/>
                  <a:pt x="870856" y="0"/>
                </a:cubicBezTo>
                <a:close/>
              </a:path>
            </a:pathLst>
          </a:cu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cxnSp>
        <p:nvCxnSpPr>
          <p:cNvPr id="572" name="Google Shape;572;p44"/>
          <p:cNvCxnSpPr/>
          <p:nvPr/>
        </p:nvCxnSpPr>
        <p:spPr>
          <a:xfrm>
            <a:off x="3061667" y="4777769"/>
            <a:ext cx="1600400" cy="0"/>
          </a:xfrm>
          <a:prstGeom prst="straightConnector1">
            <a:avLst/>
          </a:prstGeom>
          <a:noFill/>
          <a:ln w="9525" cap="flat" cmpd="sng">
            <a:solidFill>
              <a:schemeClr val="accent3"/>
            </a:solidFill>
            <a:prstDash val="solid"/>
            <a:miter lim="800000"/>
            <a:headEnd type="none" w="sm" len="sm"/>
            <a:tailEnd type="none" w="sm" len="sm"/>
          </a:ln>
        </p:spPr>
      </p:cxnSp>
      <p:sp>
        <p:nvSpPr>
          <p:cNvPr id="573" name="Google Shape;573;p44"/>
          <p:cNvSpPr txBox="1">
            <a:spLocks noGrp="1"/>
          </p:cNvSpPr>
          <p:nvPr>
            <p:ph type="subTitle" idx="6"/>
          </p:nvPr>
        </p:nvSpPr>
        <p:spPr>
          <a:xfrm>
            <a:off x="2825467" y="4387560"/>
            <a:ext cx="2072800" cy="244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1100"/>
              <a:buNone/>
              <a:defRPr sz="1467"/>
            </a:lvl1pPr>
            <a:lvl2pPr lvl="1" algn="l">
              <a:lnSpc>
                <a:spcPct val="100000"/>
              </a:lnSpc>
              <a:spcBef>
                <a:spcPts val="267"/>
              </a:spcBef>
              <a:spcAft>
                <a:spcPts val="0"/>
              </a:spcAft>
              <a:buSzPts val="1000"/>
              <a:buNone/>
              <a:defRPr sz="1333"/>
            </a:lvl2pPr>
            <a:lvl3pPr lvl="2" algn="l">
              <a:lnSpc>
                <a:spcPct val="100000"/>
              </a:lnSpc>
              <a:spcBef>
                <a:spcPts val="267"/>
              </a:spcBef>
              <a:spcAft>
                <a:spcPts val="0"/>
              </a:spcAft>
              <a:buSzPts val="1000"/>
              <a:buNone/>
              <a:defRPr sz="1333"/>
            </a:lvl3pPr>
            <a:lvl4pPr lvl="3" algn="l">
              <a:lnSpc>
                <a:spcPct val="100000"/>
              </a:lnSpc>
              <a:spcBef>
                <a:spcPts val="267"/>
              </a:spcBef>
              <a:spcAft>
                <a:spcPts val="0"/>
              </a:spcAft>
              <a:buSzPts val="1000"/>
              <a:buNone/>
              <a:defRPr sz="1333"/>
            </a:lvl4pPr>
            <a:lvl5pPr lvl="4" algn="l">
              <a:lnSpc>
                <a:spcPct val="100000"/>
              </a:lnSpc>
              <a:spcBef>
                <a:spcPts val="267"/>
              </a:spcBef>
              <a:spcAft>
                <a:spcPts val="0"/>
              </a:spcAft>
              <a:buSzPts val="1000"/>
              <a:buNone/>
              <a:defRPr sz="1333"/>
            </a:lvl5pPr>
            <a:lvl6pPr lvl="5" algn="l">
              <a:lnSpc>
                <a:spcPct val="100000"/>
              </a:lnSpc>
              <a:spcBef>
                <a:spcPts val="267"/>
              </a:spcBef>
              <a:spcAft>
                <a:spcPts val="0"/>
              </a:spcAft>
              <a:buSzPts val="1000"/>
              <a:buNone/>
              <a:defRPr sz="1333"/>
            </a:lvl6pPr>
            <a:lvl7pPr lvl="6" algn="l">
              <a:lnSpc>
                <a:spcPct val="100000"/>
              </a:lnSpc>
              <a:spcBef>
                <a:spcPts val="267"/>
              </a:spcBef>
              <a:spcAft>
                <a:spcPts val="0"/>
              </a:spcAft>
              <a:buSzPts val="1000"/>
              <a:buNone/>
              <a:defRPr sz="1333"/>
            </a:lvl7pPr>
            <a:lvl8pPr lvl="7" algn="l">
              <a:lnSpc>
                <a:spcPct val="100000"/>
              </a:lnSpc>
              <a:spcBef>
                <a:spcPts val="267"/>
              </a:spcBef>
              <a:spcAft>
                <a:spcPts val="0"/>
              </a:spcAft>
              <a:buSzPts val="1000"/>
              <a:buNone/>
              <a:defRPr sz="1333"/>
            </a:lvl8pPr>
            <a:lvl9pPr lvl="8" algn="l">
              <a:lnSpc>
                <a:spcPct val="100000"/>
              </a:lnSpc>
              <a:spcBef>
                <a:spcPts val="267"/>
              </a:spcBef>
              <a:spcAft>
                <a:spcPts val="267"/>
              </a:spcAft>
              <a:buSzPts val="1000"/>
              <a:buNone/>
              <a:defRPr sz="1333"/>
            </a:lvl9pPr>
          </a:lstStyle>
          <a:p>
            <a:endParaRPr/>
          </a:p>
        </p:txBody>
      </p:sp>
      <p:sp>
        <p:nvSpPr>
          <p:cNvPr id="574" name="Google Shape;574;p44"/>
          <p:cNvSpPr txBox="1">
            <a:spLocks noGrp="1"/>
          </p:cNvSpPr>
          <p:nvPr>
            <p:ph type="subTitle" idx="7"/>
          </p:nvPr>
        </p:nvSpPr>
        <p:spPr>
          <a:xfrm>
            <a:off x="2825467" y="4067237"/>
            <a:ext cx="2072800" cy="244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Clr>
                <a:schemeClr val="accent1"/>
              </a:buClr>
              <a:buSzPts val="1100"/>
              <a:buNone/>
              <a:defRPr sz="1467" b="1">
                <a:solidFill>
                  <a:schemeClr val="accent1"/>
                </a:solidFill>
              </a:defRPr>
            </a:lvl1pPr>
            <a:lvl2pPr lvl="1" algn="ctr">
              <a:lnSpc>
                <a:spcPct val="100000"/>
              </a:lnSpc>
              <a:spcBef>
                <a:spcPts val="267"/>
              </a:spcBef>
              <a:spcAft>
                <a:spcPts val="0"/>
              </a:spcAft>
              <a:buClr>
                <a:schemeClr val="accent1"/>
              </a:buClr>
              <a:buSzPts val="1000"/>
              <a:buNone/>
              <a:defRPr sz="1333" b="1">
                <a:solidFill>
                  <a:schemeClr val="accent1"/>
                </a:solidFill>
              </a:defRPr>
            </a:lvl2pPr>
            <a:lvl3pPr lvl="2" algn="ctr">
              <a:lnSpc>
                <a:spcPct val="100000"/>
              </a:lnSpc>
              <a:spcBef>
                <a:spcPts val="267"/>
              </a:spcBef>
              <a:spcAft>
                <a:spcPts val="0"/>
              </a:spcAft>
              <a:buClr>
                <a:schemeClr val="accent1"/>
              </a:buClr>
              <a:buSzPts val="1000"/>
              <a:buNone/>
              <a:defRPr sz="1333" b="1">
                <a:solidFill>
                  <a:schemeClr val="accent1"/>
                </a:solidFill>
              </a:defRPr>
            </a:lvl3pPr>
            <a:lvl4pPr lvl="3" algn="ctr">
              <a:lnSpc>
                <a:spcPct val="100000"/>
              </a:lnSpc>
              <a:spcBef>
                <a:spcPts val="267"/>
              </a:spcBef>
              <a:spcAft>
                <a:spcPts val="0"/>
              </a:spcAft>
              <a:buClr>
                <a:schemeClr val="accent1"/>
              </a:buClr>
              <a:buSzPts val="1000"/>
              <a:buNone/>
              <a:defRPr sz="1333" b="1">
                <a:solidFill>
                  <a:schemeClr val="accent1"/>
                </a:solidFill>
              </a:defRPr>
            </a:lvl4pPr>
            <a:lvl5pPr lvl="4" algn="ctr">
              <a:lnSpc>
                <a:spcPct val="100000"/>
              </a:lnSpc>
              <a:spcBef>
                <a:spcPts val="267"/>
              </a:spcBef>
              <a:spcAft>
                <a:spcPts val="0"/>
              </a:spcAft>
              <a:buClr>
                <a:schemeClr val="accent1"/>
              </a:buClr>
              <a:buSzPts val="1000"/>
              <a:buNone/>
              <a:defRPr sz="1333" b="1">
                <a:solidFill>
                  <a:schemeClr val="accent1"/>
                </a:solidFill>
              </a:defRPr>
            </a:lvl5pPr>
            <a:lvl6pPr lvl="5" algn="ctr">
              <a:lnSpc>
                <a:spcPct val="100000"/>
              </a:lnSpc>
              <a:spcBef>
                <a:spcPts val="267"/>
              </a:spcBef>
              <a:spcAft>
                <a:spcPts val="0"/>
              </a:spcAft>
              <a:buClr>
                <a:schemeClr val="accent1"/>
              </a:buClr>
              <a:buSzPts val="1000"/>
              <a:buNone/>
              <a:defRPr sz="1333" b="1">
                <a:solidFill>
                  <a:schemeClr val="accent1"/>
                </a:solidFill>
              </a:defRPr>
            </a:lvl6pPr>
            <a:lvl7pPr lvl="6" algn="ctr">
              <a:lnSpc>
                <a:spcPct val="100000"/>
              </a:lnSpc>
              <a:spcBef>
                <a:spcPts val="267"/>
              </a:spcBef>
              <a:spcAft>
                <a:spcPts val="0"/>
              </a:spcAft>
              <a:buClr>
                <a:schemeClr val="accent1"/>
              </a:buClr>
              <a:buSzPts val="1000"/>
              <a:buNone/>
              <a:defRPr sz="1333" b="1">
                <a:solidFill>
                  <a:schemeClr val="accent1"/>
                </a:solidFill>
              </a:defRPr>
            </a:lvl7pPr>
            <a:lvl8pPr lvl="7" algn="ctr">
              <a:lnSpc>
                <a:spcPct val="100000"/>
              </a:lnSpc>
              <a:spcBef>
                <a:spcPts val="267"/>
              </a:spcBef>
              <a:spcAft>
                <a:spcPts val="0"/>
              </a:spcAft>
              <a:buClr>
                <a:schemeClr val="accent1"/>
              </a:buClr>
              <a:buSzPts val="1000"/>
              <a:buNone/>
              <a:defRPr sz="1333" b="1">
                <a:solidFill>
                  <a:schemeClr val="accent1"/>
                </a:solidFill>
              </a:defRPr>
            </a:lvl8pPr>
            <a:lvl9pPr lvl="8" algn="ctr">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575" name="Google Shape;575;p44"/>
          <p:cNvSpPr txBox="1">
            <a:spLocks noGrp="1"/>
          </p:cNvSpPr>
          <p:nvPr>
            <p:ph type="subTitle" idx="8"/>
          </p:nvPr>
        </p:nvSpPr>
        <p:spPr>
          <a:xfrm>
            <a:off x="2825467" y="4952533"/>
            <a:ext cx="2072800" cy="244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900"/>
              <a:buNone/>
              <a:defRPr sz="1200"/>
            </a:lvl1pPr>
            <a:lvl2pPr lvl="1" algn="l">
              <a:lnSpc>
                <a:spcPct val="100000"/>
              </a:lnSpc>
              <a:spcBef>
                <a:spcPts val="267"/>
              </a:spcBef>
              <a:spcAft>
                <a:spcPts val="0"/>
              </a:spcAft>
              <a:buSzPts val="1000"/>
              <a:buNone/>
              <a:defRPr sz="1333"/>
            </a:lvl2pPr>
            <a:lvl3pPr lvl="2" algn="l">
              <a:lnSpc>
                <a:spcPct val="100000"/>
              </a:lnSpc>
              <a:spcBef>
                <a:spcPts val="267"/>
              </a:spcBef>
              <a:spcAft>
                <a:spcPts val="0"/>
              </a:spcAft>
              <a:buSzPts val="1000"/>
              <a:buNone/>
              <a:defRPr sz="1333"/>
            </a:lvl3pPr>
            <a:lvl4pPr lvl="3" algn="l">
              <a:lnSpc>
                <a:spcPct val="100000"/>
              </a:lnSpc>
              <a:spcBef>
                <a:spcPts val="267"/>
              </a:spcBef>
              <a:spcAft>
                <a:spcPts val="0"/>
              </a:spcAft>
              <a:buSzPts val="1000"/>
              <a:buNone/>
              <a:defRPr sz="1333"/>
            </a:lvl4pPr>
            <a:lvl5pPr lvl="4" algn="l">
              <a:lnSpc>
                <a:spcPct val="100000"/>
              </a:lnSpc>
              <a:spcBef>
                <a:spcPts val="267"/>
              </a:spcBef>
              <a:spcAft>
                <a:spcPts val="0"/>
              </a:spcAft>
              <a:buSzPts val="1000"/>
              <a:buNone/>
              <a:defRPr sz="1333"/>
            </a:lvl5pPr>
            <a:lvl6pPr lvl="5" algn="l">
              <a:lnSpc>
                <a:spcPct val="100000"/>
              </a:lnSpc>
              <a:spcBef>
                <a:spcPts val="267"/>
              </a:spcBef>
              <a:spcAft>
                <a:spcPts val="0"/>
              </a:spcAft>
              <a:buSzPts val="1000"/>
              <a:buNone/>
              <a:defRPr sz="1333"/>
            </a:lvl6pPr>
            <a:lvl7pPr lvl="6" algn="l">
              <a:lnSpc>
                <a:spcPct val="100000"/>
              </a:lnSpc>
              <a:spcBef>
                <a:spcPts val="267"/>
              </a:spcBef>
              <a:spcAft>
                <a:spcPts val="0"/>
              </a:spcAft>
              <a:buSzPts val="1000"/>
              <a:buNone/>
              <a:defRPr sz="1333"/>
            </a:lvl7pPr>
            <a:lvl8pPr lvl="7" algn="l">
              <a:lnSpc>
                <a:spcPct val="100000"/>
              </a:lnSpc>
              <a:spcBef>
                <a:spcPts val="267"/>
              </a:spcBef>
              <a:spcAft>
                <a:spcPts val="0"/>
              </a:spcAft>
              <a:buSzPts val="1000"/>
              <a:buNone/>
              <a:defRPr sz="1333"/>
            </a:lvl8pPr>
            <a:lvl9pPr lvl="8" algn="l">
              <a:lnSpc>
                <a:spcPct val="100000"/>
              </a:lnSpc>
              <a:spcBef>
                <a:spcPts val="267"/>
              </a:spcBef>
              <a:spcAft>
                <a:spcPts val="267"/>
              </a:spcAft>
              <a:buSzPts val="1000"/>
              <a:buNone/>
              <a:defRPr sz="1333"/>
            </a:lvl9pPr>
          </a:lstStyle>
          <a:p>
            <a:endParaRPr/>
          </a:p>
        </p:txBody>
      </p:sp>
      <p:sp>
        <p:nvSpPr>
          <p:cNvPr id="576" name="Google Shape;576;p44"/>
          <p:cNvSpPr>
            <a:spLocks noGrp="1"/>
          </p:cNvSpPr>
          <p:nvPr>
            <p:ph type="pic" idx="9"/>
          </p:nvPr>
        </p:nvSpPr>
        <p:spPr>
          <a:xfrm>
            <a:off x="5425400" y="2331959"/>
            <a:ext cx="1341200" cy="1341200"/>
          </a:xfrm>
          <a:prstGeom prst="ellipse">
            <a:avLst/>
          </a:prstGeom>
          <a:noFill/>
          <a:ln w="19050" cap="flat" cmpd="sng">
            <a:solidFill>
              <a:schemeClr val="dk1"/>
            </a:solidFill>
            <a:prstDash val="solid"/>
            <a:round/>
            <a:headEnd type="none" w="sm" len="sm"/>
            <a:tailEnd type="none" w="sm" len="sm"/>
          </a:ln>
        </p:spPr>
        <p:txBody>
          <a:bodyPr/>
          <a:lstStyle/>
          <a:p>
            <a:endParaRPr lang="en-IN"/>
          </a:p>
        </p:txBody>
      </p:sp>
      <p:sp>
        <p:nvSpPr>
          <p:cNvPr id="577" name="Google Shape;577;p44"/>
          <p:cNvSpPr/>
          <p:nvPr/>
        </p:nvSpPr>
        <p:spPr>
          <a:xfrm rot="5400000" flipH="1">
            <a:off x="5660572" y="2553705"/>
            <a:ext cx="870856" cy="1741712"/>
          </a:xfrm>
          <a:custGeom>
            <a:avLst/>
            <a:gdLst/>
            <a:ahLst/>
            <a:cxnLst/>
            <a:rect l="l" t="t" r="r" b="b"/>
            <a:pathLst>
              <a:path w="870856" h="1741712" extrusionOk="0">
                <a:moveTo>
                  <a:pt x="870856" y="0"/>
                </a:moveTo>
                <a:lnTo>
                  <a:pt x="870856" y="96856"/>
                </a:lnTo>
                <a:cubicBezTo>
                  <a:pt x="443388" y="96856"/>
                  <a:pt x="96856" y="443388"/>
                  <a:pt x="96856" y="870856"/>
                </a:cubicBezTo>
                <a:cubicBezTo>
                  <a:pt x="96856" y="1298324"/>
                  <a:pt x="443388" y="1644856"/>
                  <a:pt x="870856" y="1644856"/>
                </a:cubicBezTo>
                <a:lnTo>
                  <a:pt x="870856" y="1741712"/>
                </a:lnTo>
                <a:cubicBezTo>
                  <a:pt x="389896" y="1741712"/>
                  <a:pt x="0" y="1351816"/>
                  <a:pt x="0" y="870856"/>
                </a:cubicBezTo>
                <a:cubicBezTo>
                  <a:pt x="0" y="389896"/>
                  <a:pt x="389896" y="0"/>
                  <a:pt x="870856" y="0"/>
                </a:cubicBezTo>
                <a:close/>
              </a:path>
            </a:pathLst>
          </a:cu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cxnSp>
        <p:nvCxnSpPr>
          <p:cNvPr id="578" name="Google Shape;578;p44"/>
          <p:cNvCxnSpPr/>
          <p:nvPr/>
        </p:nvCxnSpPr>
        <p:spPr>
          <a:xfrm>
            <a:off x="5295800" y="4777769"/>
            <a:ext cx="1600400" cy="0"/>
          </a:xfrm>
          <a:prstGeom prst="straightConnector1">
            <a:avLst/>
          </a:prstGeom>
          <a:noFill/>
          <a:ln w="9525" cap="flat" cmpd="sng">
            <a:solidFill>
              <a:schemeClr val="accent3"/>
            </a:solidFill>
            <a:prstDash val="solid"/>
            <a:miter lim="800000"/>
            <a:headEnd type="none" w="sm" len="sm"/>
            <a:tailEnd type="none" w="sm" len="sm"/>
          </a:ln>
        </p:spPr>
      </p:cxnSp>
      <p:sp>
        <p:nvSpPr>
          <p:cNvPr id="579" name="Google Shape;579;p44"/>
          <p:cNvSpPr txBox="1">
            <a:spLocks noGrp="1"/>
          </p:cNvSpPr>
          <p:nvPr>
            <p:ph type="subTitle" idx="13"/>
          </p:nvPr>
        </p:nvSpPr>
        <p:spPr>
          <a:xfrm>
            <a:off x="5059600" y="4387560"/>
            <a:ext cx="2072800" cy="244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1100"/>
              <a:buNone/>
              <a:defRPr sz="1467"/>
            </a:lvl1pPr>
            <a:lvl2pPr lvl="1" algn="l">
              <a:lnSpc>
                <a:spcPct val="100000"/>
              </a:lnSpc>
              <a:spcBef>
                <a:spcPts val="267"/>
              </a:spcBef>
              <a:spcAft>
                <a:spcPts val="0"/>
              </a:spcAft>
              <a:buSzPts val="1000"/>
              <a:buNone/>
              <a:defRPr sz="1333"/>
            </a:lvl2pPr>
            <a:lvl3pPr lvl="2" algn="l">
              <a:lnSpc>
                <a:spcPct val="100000"/>
              </a:lnSpc>
              <a:spcBef>
                <a:spcPts val="267"/>
              </a:spcBef>
              <a:spcAft>
                <a:spcPts val="0"/>
              </a:spcAft>
              <a:buSzPts val="1000"/>
              <a:buNone/>
              <a:defRPr sz="1333"/>
            </a:lvl3pPr>
            <a:lvl4pPr lvl="3" algn="l">
              <a:lnSpc>
                <a:spcPct val="100000"/>
              </a:lnSpc>
              <a:spcBef>
                <a:spcPts val="267"/>
              </a:spcBef>
              <a:spcAft>
                <a:spcPts val="0"/>
              </a:spcAft>
              <a:buSzPts val="1000"/>
              <a:buNone/>
              <a:defRPr sz="1333"/>
            </a:lvl4pPr>
            <a:lvl5pPr lvl="4" algn="l">
              <a:lnSpc>
                <a:spcPct val="100000"/>
              </a:lnSpc>
              <a:spcBef>
                <a:spcPts val="267"/>
              </a:spcBef>
              <a:spcAft>
                <a:spcPts val="0"/>
              </a:spcAft>
              <a:buSzPts val="1000"/>
              <a:buNone/>
              <a:defRPr sz="1333"/>
            </a:lvl5pPr>
            <a:lvl6pPr lvl="5" algn="l">
              <a:lnSpc>
                <a:spcPct val="100000"/>
              </a:lnSpc>
              <a:spcBef>
                <a:spcPts val="267"/>
              </a:spcBef>
              <a:spcAft>
                <a:spcPts val="0"/>
              </a:spcAft>
              <a:buSzPts val="1000"/>
              <a:buNone/>
              <a:defRPr sz="1333"/>
            </a:lvl6pPr>
            <a:lvl7pPr lvl="6" algn="l">
              <a:lnSpc>
                <a:spcPct val="100000"/>
              </a:lnSpc>
              <a:spcBef>
                <a:spcPts val="267"/>
              </a:spcBef>
              <a:spcAft>
                <a:spcPts val="0"/>
              </a:spcAft>
              <a:buSzPts val="1000"/>
              <a:buNone/>
              <a:defRPr sz="1333"/>
            </a:lvl7pPr>
            <a:lvl8pPr lvl="7" algn="l">
              <a:lnSpc>
                <a:spcPct val="100000"/>
              </a:lnSpc>
              <a:spcBef>
                <a:spcPts val="267"/>
              </a:spcBef>
              <a:spcAft>
                <a:spcPts val="0"/>
              </a:spcAft>
              <a:buSzPts val="1000"/>
              <a:buNone/>
              <a:defRPr sz="1333"/>
            </a:lvl8pPr>
            <a:lvl9pPr lvl="8" algn="l">
              <a:lnSpc>
                <a:spcPct val="100000"/>
              </a:lnSpc>
              <a:spcBef>
                <a:spcPts val="267"/>
              </a:spcBef>
              <a:spcAft>
                <a:spcPts val="267"/>
              </a:spcAft>
              <a:buSzPts val="1000"/>
              <a:buNone/>
              <a:defRPr sz="1333"/>
            </a:lvl9pPr>
          </a:lstStyle>
          <a:p>
            <a:endParaRPr/>
          </a:p>
        </p:txBody>
      </p:sp>
      <p:sp>
        <p:nvSpPr>
          <p:cNvPr id="580" name="Google Shape;580;p44"/>
          <p:cNvSpPr txBox="1">
            <a:spLocks noGrp="1"/>
          </p:cNvSpPr>
          <p:nvPr>
            <p:ph type="subTitle" idx="14"/>
          </p:nvPr>
        </p:nvSpPr>
        <p:spPr>
          <a:xfrm>
            <a:off x="5059600" y="4067237"/>
            <a:ext cx="2072800" cy="244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Clr>
                <a:schemeClr val="accent1"/>
              </a:buClr>
              <a:buSzPts val="1100"/>
              <a:buNone/>
              <a:defRPr sz="1467" b="1">
                <a:solidFill>
                  <a:schemeClr val="accent1"/>
                </a:solidFill>
              </a:defRPr>
            </a:lvl1pPr>
            <a:lvl2pPr lvl="1" algn="ctr">
              <a:lnSpc>
                <a:spcPct val="100000"/>
              </a:lnSpc>
              <a:spcBef>
                <a:spcPts val="267"/>
              </a:spcBef>
              <a:spcAft>
                <a:spcPts val="0"/>
              </a:spcAft>
              <a:buClr>
                <a:schemeClr val="accent1"/>
              </a:buClr>
              <a:buSzPts val="1000"/>
              <a:buNone/>
              <a:defRPr sz="1333" b="1">
                <a:solidFill>
                  <a:schemeClr val="accent1"/>
                </a:solidFill>
              </a:defRPr>
            </a:lvl2pPr>
            <a:lvl3pPr lvl="2" algn="ctr">
              <a:lnSpc>
                <a:spcPct val="100000"/>
              </a:lnSpc>
              <a:spcBef>
                <a:spcPts val="267"/>
              </a:spcBef>
              <a:spcAft>
                <a:spcPts val="0"/>
              </a:spcAft>
              <a:buClr>
                <a:schemeClr val="accent1"/>
              </a:buClr>
              <a:buSzPts val="1000"/>
              <a:buNone/>
              <a:defRPr sz="1333" b="1">
                <a:solidFill>
                  <a:schemeClr val="accent1"/>
                </a:solidFill>
              </a:defRPr>
            </a:lvl3pPr>
            <a:lvl4pPr lvl="3" algn="ctr">
              <a:lnSpc>
                <a:spcPct val="100000"/>
              </a:lnSpc>
              <a:spcBef>
                <a:spcPts val="267"/>
              </a:spcBef>
              <a:spcAft>
                <a:spcPts val="0"/>
              </a:spcAft>
              <a:buClr>
                <a:schemeClr val="accent1"/>
              </a:buClr>
              <a:buSzPts val="1000"/>
              <a:buNone/>
              <a:defRPr sz="1333" b="1">
                <a:solidFill>
                  <a:schemeClr val="accent1"/>
                </a:solidFill>
              </a:defRPr>
            </a:lvl4pPr>
            <a:lvl5pPr lvl="4" algn="ctr">
              <a:lnSpc>
                <a:spcPct val="100000"/>
              </a:lnSpc>
              <a:spcBef>
                <a:spcPts val="267"/>
              </a:spcBef>
              <a:spcAft>
                <a:spcPts val="0"/>
              </a:spcAft>
              <a:buClr>
                <a:schemeClr val="accent1"/>
              </a:buClr>
              <a:buSzPts val="1000"/>
              <a:buNone/>
              <a:defRPr sz="1333" b="1">
                <a:solidFill>
                  <a:schemeClr val="accent1"/>
                </a:solidFill>
              </a:defRPr>
            </a:lvl5pPr>
            <a:lvl6pPr lvl="5" algn="ctr">
              <a:lnSpc>
                <a:spcPct val="100000"/>
              </a:lnSpc>
              <a:spcBef>
                <a:spcPts val="267"/>
              </a:spcBef>
              <a:spcAft>
                <a:spcPts val="0"/>
              </a:spcAft>
              <a:buClr>
                <a:schemeClr val="accent1"/>
              </a:buClr>
              <a:buSzPts val="1000"/>
              <a:buNone/>
              <a:defRPr sz="1333" b="1">
                <a:solidFill>
                  <a:schemeClr val="accent1"/>
                </a:solidFill>
              </a:defRPr>
            </a:lvl6pPr>
            <a:lvl7pPr lvl="6" algn="ctr">
              <a:lnSpc>
                <a:spcPct val="100000"/>
              </a:lnSpc>
              <a:spcBef>
                <a:spcPts val="267"/>
              </a:spcBef>
              <a:spcAft>
                <a:spcPts val="0"/>
              </a:spcAft>
              <a:buClr>
                <a:schemeClr val="accent1"/>
              </a:buClr>
              <a:buSzPts val="1000"/>
              <a:buNone/>
              <a:defRPr sz="1333" b="1">
                <a:solidFill>
                  <a:schemeClr val="accent1"/>
                </a:solidFill>
              </a:defRPr>
            </a:lvl7pPr>
            <a:lvl8pPr lvl="7" algn="ctr">
              <a:lnSpc>
                <a:spcPct val="100000"/>
              </a:lnSpc>
              <a:spcBef>
                <a:spcPts val="267"/>
              </a:spcBef>
              <a:spcAft>
                <a:spcPts val="0"/>
              </a:spcAft>
              <a:buClr>
                <a:schemeClr val="accent1"/>
              </a:buClr>
              <a:buSzPts val="1000"/>
              <a:buNone/>
              <a:defRPr sz="1333" b="1">
                <a:solidFill>
                  <a:schemeClr val="accent1"/>
                </a:solidFill>
              </a:defRPr>
            </a:lvl8pPr>
            <a:lvl9pPr lvl="8" algn="ctr">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581" name="Google Shape;581;p44"/>
          <p:cNvSpPr txBox="1">
            <a:spLocks noGrp="1"/>
          </p:cNvSpPr>
          <p:nvPr>
            <p:ph type="subTitle" idx="15"/>
          </p:nvPr>
        </p:nvSpPr>
        <p:spPr>
          <a:xfrm>
            <a:off x="5059600" y="4952533"/>
            <a:ext cx="2072800" cy="244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900"/>
              <a:buNone/>
              <a:defRPr sz="1200"/>
            </a:lvl1pPr>
            <a:lvl2pPr lvl="1" algn="l">
              <a:lnSpc>
                <a:spcPct val="100000"/>
              </a:lnSpc>
              <a:spcBef>
                <a:spcPts val="267"/>
              </a:spcBef>
              <a:spcAft>
                <a:spcPts val="0"/>
              </a:spcAft>
              <a:buSzPts val="1000"/>
              <a:buNone/>
              <a:defRPr sz="1333"/>
            </a:lvl2pPr>
            <a:lvl3pPr lvl="2" algn="l">
              <a:lnSpc>
                <a:spcPct val="100000"/>
              </a:lnSpc>
              <a:spcBef>
                <a:spcPts val="267"/>
              </a:spcBef>
              <a:spcAft>
                <a:spcPts val="0"/>
              </a:spcAft>
              <a:buSzPts val="1000"/>
              <a:buNone/>
              <a:defRPr sz="1333"/>
            </a:lvl3pPr>
            <a:lvl4pPr lvl="3" algn="l">
              <a:lnSpc>
                <a:spcPct val="100000"/>
              </a:lnSpc>
              <a:spcBef>
                <a:spcPts val="267"/>
              </a:spcBef>
              <a:spcAft>
                <a:spcPts val="0"/>
              </a:spcAft>
              <a:buSzPts val="1000"/>
              <a:buNone/>
              <a:defRPr sz="1333"/>
            </a:lvl4pPr>
            <a:lvl5pPr lvl="4" algn="l">
              <a:lnSpc>
                <a:spcPct val="100000"/>
              </a:lnSpc>
              <a:spcBef>
                <a:spcPts val="267"/>
              </a:spcBef>
              <a:spcAft>
                <a:spcPts val="0"/>
              </a:spcAft>
              <a:buSzPts val="1000"/>
              <a:buNone/>
              <a:defRPr sz="1333"/>
            </a:lvl5pPr>
            <a:lvl6pPr lvl="5" algn="l">
              <a:lnSpc>
                <a:spcPct val="100000"/>
              </a:lnSpc>
              <a:spcBef>
                <a:spcPts val="267"/>
              </a:spcBef>
              <a:spcAft>
                <a:spcPts val="0"/>
              </a:spcAft>
              <a:buSzPts val="1000"/>
              <a:buNone/>
              <a:defRPr sz="1333"/>
            </a:lvl6pPr>
            <a:lvl7pPr lvl="6" algn="l">
              <a:lnSpc>
                <a:spcPct val="100000"/>
              </a:lnSpc>
              <a:spcBef>
                <a:spcPts val="267"/>
              </a:spcBef>
              <a:spcAft>
                <a:spcPts val="0"/>
              </a:spcAft>
              <a:buSzPts val="1000"/>
              <a:buNone/>
              <a:defRPr sz="1333"/>
            </a:lvl7pPr>
            <a:lvl8pPr lvl="7" algn="l">
              <a:lnSpc>
                <a:spcPct val="100000"/>
              </a:lnSpc>
              <a:spcBef>
                <a:spcPts val="267"/>
              </a:spcBef>
              <a:spcAft>
                <a:spcPts val="0"/>
              </a:spcAft>
              <a:buSzPts val="1000"/>
              <a:buNone/>
              <a:defRPr sz="1333"/>
            </a:lvl8pPr>
            <a:lvl9pPr lvl="8" algn="l">
              <a:lnSpc>
                <a:spcPct val="100000"/>
              </a:lnSpc>
              <a:spcBef>
                <a:spcPts val="267"/>
              </a:spcBef>
              <a:spcAft>
                <a:spcPts val="267"/>
              </a:spcAft>
              <a:buSzPts val="1000"/>
              <a:buNone/>
              <a:defRPr sz="1333"/>
            </a:lvl9pPr>
          </a:lstStyle>
          <a:p>
            <a:endParaRPr/>
          </a:p>
        </p:txBody>
      </p:sp>
      <p:sp>
        <p:nvSpPr>
          <p:cNvPr id="582" name="Google Shape;582;p44"/>
          <p:cNvSpPr>
            <a:spLocks noGrp="1"/>
          </p:cNvSpPr>
          <p:nvPr>
            <p:ph type="pic" idx="16"/>
          </p:nvPr>
        </p:nvSpPr>
        <p:spPr>
          <a:xfrm>
            <a:off x="7659533" y="2331959"/>
            <a:ext cx="1341200" cy="1341200"/>
          </a:xfrm>
          <a:prstGeom prst="ellipse">
            <a:avLst/>
          </a:prstGeom>
          <a:noFill/>
          <a:ln w="19050" cap="flat" cmpd="sng">
            <a:solidFill>
              <a:schemeClr val="dk1"/>
            </a:solidFill>
            <a:prstDash val="solid"/>
            <a:round/>
            <a:headEnd type="none" w="sm" len="sm"/>
            <a:tailEnd type="none" w="sm" len="sm"/>
          </a:ln>
        </p:spPr>
        <p:txBody>
          <a:bodyPr/>
          <a:lstStyle/>
          <a:p>
            <a:endParaRPr lang="en-IN"/>
          </a:p>
        </p:txBody>
      </p:sp>
      <p:sp>
        <p:nvSpPr>
          <p:cNvPr id="583" name="Google Shape;583;p44"/>
          <p:cNvSpPr/>
          <p:nvPr/>
        </p:nvSpPr>
        <p:spPr>
          <a:xfrm rot="5400000" flipH="1">
            <a:off x="7894705" y="2553705"/>
            <a:ext cx="870856" cy="1741712"/>
          </a:xfrm>
          <a:custGeom>
            <a:avLst/>
            <a:gdLst/>
            <a:ahLst/>
            <a:cxnLst/>
            <a:rect l="l" t="t" r="r" b="b"/>
            <a:pathLst>
              <a:path w="870856" h="1741712" extrusionOk="0">
                <a:moveTo>
                  <a:pt x="870856" y="0"/>
                </a:moveTo>
                <a:lnTo>
                  <a:pt x="870856" y="96856"/>
                </a:lnTo>
                <a:cubicBezTo>
                  <a:pt x="443388" y="96856"/>
                  <a:pt x="96856" y="443388"/>
                  <a:pt x="96856" y="870856"/>
                </a:cubicBezTo>
                <a:cubicBezTo>
                  <a:pt x="96856" y="1298324"/>
                  <a:pt x="443388" y="1644856"/>
                  <a:pt x="870856" y="1644856"/>
                </a:cubicBezTo>
                <a:lnTo>
                  <a:pt x="870856" y="1741712"/>
                </a:lnTo>
                <a:cubicBezTo>
                  <a:pt x="389896" y="1741712"/>
                  <a:pt x="0" y="1351816"/>
                  <a:pt x="0" y="870856"/>
                </a:cubicBezTo>
                <a:cubicBezTo>
                  <a:pt x="0" y="389896"/>
                  <a:pt x="389896" y="0"/>
                  <a:pt x="870856" y="0"/>
                </a:cubicBezTo>
                <a:close/>
              </a:path>
            </a:pathLst>
          </a:cu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cxnSp>
        <p:nvCxnSpPr>
          <p:cNvPr id="584" name="Google Shape;584;p44"/>
          <p:cNvCxnSpPr/>
          <p:nvPr/>
        </p:nvCxnSpPr>
        <p:spPr>
          <a:xfrm>
            <a:off x="7529933" y="4777769"/>
            <a:ext cx="1600400" cy="0"/>
          </a:xfrm>
          <a:prstGeom prst="straightConnector1">
            <a:avLst/>
          </a:prstGeom>
          <a:noFill/>
          <a:ln w="9525" cap="flat" cmpd="sng">
            <a:solidFill>
              <a:schemeClr val="accent3"/>
            </a:solidFill>
            <a:prstDash val="solid"/>
            <a:miter lim="800000"/>
            <a:headEnd type="none" w="sm" len="sm"/>
            <a:tailEnd type="none" w="sm" len="sm"/>
          </a:ln>
        </p:spPr>
      </p:cxnSp>
      <p:sp>
        <p:nvSpPr>
          <p:cNvPr id="585" name="Google Shape;585;p44"/>
          <p:cNvSpPr txBox="1">
            <a:spLocks noGrp="1"/>
          </p:cNvSpPr>
          <p:nvPr>
            <p:ph type="subTitle" idx="17"/>
          </p:nvPr>
        </p:nvSpPr>
        <p:spPr>
          <a:xfrm>
            <a:off x="7293733" y="4387560"/>
            <a:ext cx="2072800" cy="244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1100"/>
              <a:buNone/>
              <a:defRPr sz="1467"/>
            </a:lvl1pPr>
            <a:lvl2pPr lvl="1" algn="l">
              <a:lnSpc>
                <a:spcPct val="100000"/>
              </a:lnSpc>
              <a:spcBef>
                <a:spcPts val="267"/>
              </a:spcBef>
              <a:spcAft>
                <a:spcPts val="0"/>
              </a:spcAft>
              <a:buSzPts val="1000"/>
              <a:buNone/>
              <a:defRPr sz="1333"/>
            </a:lvl2pPr>
            <a:lvl3pPr lvl="2" algn="l">
              <a:lnSpc>
                <a:spcPct val="100000"/>
              </a:lnSpc>
              <a:spcBef>
                <a:spcPts val="267"/>
              </a:spcBef>
              <a:spcAft>
                <a:spcPts val="0"/>
              </a:spcAft>
              <a:buSzPts val="1000"/>
              <a:buNone/>
              <a:defRPr sz="1333"/>
            </a:lvl3pPr>
            <a:lvl4pPr lvl="3" algn="l">
              <a:lnSpc>
                <a:spcPct val="100000"/>
              </a:lnSpc>
              <a:spcBef>
                <a:spcPts val="267"/>
              </a:spcBef>
              <a:spcAft>
                <a:spcPts val="0"/>
              </a:spcAft>
              <a:buSzPts val="1000"/>
              <a:buNone/>
              <a:defRPr sz="1333"/>
            </a:lvl4pPr>
            <a:lvl5pPr lvl="4" algn="l">
              <a:lnSpc>
                <a:spcPct val="100000"/>
              </a:lnSpc>
              <a:spcBef>
                <a:spcPts val="267"/>
              </a:spcBef>
              <a:spcAft>
                <a:spcPts val="0"/>
              </a:spcAft>
              <a:buSzPts val="1000"/>
              <a:buNone/>
              <a:defRPr sz="1333"/>
            </a:lvl5pPr>
            <a:lvl6pPr lvl="5" algn="l">
              <a:lnSpc>
                <a:spcPct val="100000"/>
              </a:lnSpc>
              <a:spcBef>
                <a:spcPts val="267"/>
              </a:spcBef>
              <a:spcAft>
                <a:spcPts val="0"/>
              </a:spcAft>
              <a:buSzPts val="1000"/>
              <a:buNone/>
              <a:defRPr sz="1333"/>
            </a:lvl6pPr>
            <a:lvl7pPr lvl="6" algn="l">
              <a:lnSpc>
                <a:spcPct val="100000"/>
              </a:lnSpc>
              <a:spcBef>
                <a:spcPts val="267"/>
              </a:spcBef>
              <a:spcAft>
                <a:spcPts val="0"/>
              </a:spcAft>
              <a:buSzPts val="1000"/>
              <a:buNone/>
              <a:defRPr sz="1333"/>
            </a:lvl7pPr>
            <a:lvl8pPr lvl="7" algn="l">
              <a:lnSpc>
                <a:spcPct val="100000"/>
              </a:lnSpc>
              <a:spcBef>
                <a:spcPts val="267"/>
              </a:spcBef>
              <a:spcAft>
                <a:spcPts val="0"/>
              </a:spcAft>
              <a:buSzPts val="1000"/>
              <a:buNone/>
              <a:defRPr sz="1333"/>
            </a:lvl8pPr>
            <a:lvl9pPr lvl="8" algn="l">
              <a:lnSpc>
                <a:spcPct val="100000"/>
              </a:lnSpc>
              <a:spcBef>
                <a:spcPts val="267"/>
              </a:spcBef>
              <a:spcAft>
                <a:spcPts val="267"/>
              </a:spcAft>
              <a:buSzPts val="1000"/>
              <a:buNone/>
              <a:defRPr sz="1333"/>
            </a:lvl9pPr>
          </a:lstStyle>
          <a:p>
            <a:endParaRPr/>
          </a:p>
        </p:txBody>
      </p:sp>
      <p:sp>
        <p:nvSpPr>
          <p:cNvPr id="586" name="Google Shape;586;p44"/>
          <p:cNvSpPr txBox="1">
            <a:spLocks noGrp="1"/>
          </p:cNvSpPr>
          <p:nvPr>
            <p:ph type="subTitle" idx="18"/>
          </p:nvPr>
        </p:nvSpPr>
        <p:spPr>
          <a:xfrm>
            <a:off x="7293733" y="4067237"/>
            <a:ext cx="2072800" cy="244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Clr>
                <a:schemeClr val="accent1"/>
              </a:buClr>
              <a:buSzPts val="1100"/>
              <a:buNone/>
              <a:defRPr sz="1467" b="1">
                <a:solidFill>
                  <a:schemeClr val="accent1"/>
                </a:solidFill>
              </a:defRPr>
            </a:lvl1pPr>
            <a:lvl2pPr lvl="1" algn="ctr">
              <a:lnSpc>
                <a:spcPct val="100000"/>
              </a:lnSpc>
              <a:spcBef>
                <a:spcPts val="267"/>
              </a:spcBef>
              <a:spcAft>
                <a:spcPts val="0"/>
              </a:spcAft>
              <a:buClr>
                <a:schemeClr val="accent1"/>
              </a:buClr>
              <a:buSzPts val="1000"/>
              <a:buNone/>
              <a:defRPr sz="1333" b="1">
                <a:solidFill>
                  <a:schemeClr val="accent1"/>
                </a:solidFill>
              </a:defRPr>
            </a:lvl2pPr>
            <a:lvl3pPr lvl="2" algn="ctr">
              <a:lnSpc>
                <a:spcPct val="100000"/>
              </a:lnSpc>
              <a:spcBef>
                <a:spcPts val="267"/>
              </a:spcBef>
              <a:spcAft>
                <a:spcPts val="0"/>
              </a:spcAft>
              <a:buClr>
                <a:schemeClr val="accent1"/>
              </a:buClr>
              <a:buSzPts val="1000"/>
              <a:buNone/>
              <a:defRPr sz="1333" b="1">
                <a:solidFill>
                  <a:schemeClr val="accent1"/>
                </a:solidFill>
              </a:defRPr>
            </a:lvl3pPr>
            <a:lvl4pPr lvl="3" algn="ctr">
              <a:lnSpc>
                <a:spcPct val="100000"/>
              </a:lnSpc>
              <a:spcBef>
                <a:spcPts val="267"/>
              </a:spcBef>
              <a:spcAft>
                <a:spcPts val="0"/>
              </a:spcAft>
              <a:buClr>
                <a:schemeClr val="accent1"/>
              </a:buClr>
              <a:buSzPts val="1000"/>
              <a:buNone/>
              <a:defRPr sz="1333" b="1">
                <a:solidFill>
                  <a:schemeClr val="accent1"/>
                </a:solidFill>
              </a:defRPr>
            </a:lvl4pPr>
            <a:lvl5pPr lvl="4" algn="ctr">
              <a:lnSpc>
                <a:spcPct val="100000"/>
              </a:lnSpc>
              <a:spcBef>
                <a:spcPts val="267"/>
              </a:spcBef>
              <a:spcAft>
                <a:spcPts val="0"/>
              </a:spcAft>
              <a:buClr>
                <a:schemeClr val="accent1"/>
              </a:buClr>
              <a:buSzPts val="1000"/>
              <a:buNone/>
              <a:defRPr sz="1333" b="1">
                <a:solidFill>
                  <a:schemeClr val="accent1"/>
                </a:solidFill>
              </a:defRPr>
            </a:lvl5pPr>
            <a:lvl6pPr lvl="5" algn="ctr">
              <a:lnSpc>
                <a:spcPct val="100000"/>
              </a:lnSpc>
              <a:spcBef>
                <a:spcPts val="267"/>
              </a:spcBef>
              <a:spcAft>
                <a:spcPts val="0"/>
              </a:spcAft>
              <a:buClr>
                <a:schemeClr val="accent1"/>
              </a:buClr>
              <a:buSzPts val="1000"/>
              <a:buNone/>
              <a:defRPr sz="1333" b="1">
                <a:solidFill>
                  <a:schemeClr val="accent1"/>
                </a:solidFill>
              </a:defRPr>
            </a:lvl6pPr>
            <a:lvl7pPr lvl="6" algn="ctr">
              <a:lnSpc>
                <a:spcPct val="100000"/>
              </a:lnSpc>
              <a:spcBef>
                <a:spcPts val="267"/>
              </a:spcBef>
              <a:spcAft>
                <a:spcPts val="0"/>
              </a:spcAft>
              <a:buClr>
                <a:schemeClr val="accent1"/>
              </a:buClr>
              <a:buSzPts val="1000"/>
              <a:buNone/>
              <a:defRPr sz="1333" b="1">
                <a:solidFill>
                  <a:schemeClr val="accent1"/>
                </a:solidFill>
              </a:defRPr>
            </a:lvl7pPr>
            <a:lvl8pPr lvl="7" algn="ctr">
              <a:lnSpc>
                <a:spcPct val="100000"/>
              </a:lnSpc>
              <a:spcBef>
                <a:spcPts val="267"/>
              </a:spcBef>
              <a:spcAft>
                <a:spcPts val="0"/>
              </a:spcAft>
              <a:buClr>
                <a:schemeClr val="accent1"/>
              </a:buClr>
              <a:buSzPts val="1000"/>
              <a:buNone/>
              <a:defRPr sz="1333" b="1">
                <a:solidFill>
                  <a:schemeClr val="accent1"/>
                </a:solidFill>
              </a:defRPr>
            </a:lvl8pPr>
            <a:lvl9pPr lvl="8" algn="ctr">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587" name="Google Shape;587;p44"/>
          <p:cNvSpPr txBox="1">
            <a:spLocks noGrp="1"/>
          </p:cNvSpPr>
          <p:nvPr>
            <p:ph type="subTitle" idx="19"/>
          </p:nvPr>
        </p:nvSpPr>
        <p:spPr>
          <a:xfrm>
            <a:off x="7293733" y="4952533"/>
            <a:ext cx="2072800" cy="244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900"/>
              <a:buNone/>
              <a:defRPr sz="1200"/>
            </a:lvl1pPr>
            <a:lvl2pPr lvl="1" algn="l">
              <a:lnSpc>
                <a:spcPct val="100000"/>
              </a:lnSpc>
              <a:spcBef>
                <a:spcPts val="267"/>
              </a:spcBef>
              <a:spcAft>
                <a:spcPts val="0"/>
              </a:spcAft>
              <a:buSzPts val="1000"/>
              <a:buNone/>
              <a:defRPr sz="1333"/>
            </a:lvl2pPr>
            <a:lvl3pPr lvl="2" algn="l">
              <a:lnSpc>
                <a:spcPct val="100000"/>
              </a:lnSpc>
              <a:spcBef>
                <a:spcPts val="267"/>
              </a:spcBef>
              <a:spcAft>
                <a:spcPts val="0"/>
              </a:spcAft>
              <a:buSzPts val="1000"/>
              <a:buNone/>
              <a:defRPr sz="1333"/>
            </a:lvl3pPr>
            <a:lvl4pPr lvl="3" algn="l">
              <a:lnSpc>
                <a:spcPct val="100000"/>
              </a:lnSpc>
              <a:spcBef>
                <a:spcPts val="267"/>
              </a:spcBef>
              <a:spcAft>
                <a:spcPts val="0"/>
              </a:spcAft>
              <a:buSzPts val="1000"/>
              <a:buNone/>
              <a:defRPr sz="1333"/>
            </a:lvl4pPr>
            <a:lvl5pPr lvl="4" algn="l">
              <a:lnSpc>
                <a:spcPct val="100000"/>
              </a:lnSpc>
              <a:spcBef>
                <a:spcPts val="267"/>
              </a:spcBef>
              <a:spcAft>
                <a:spcPts val="0"/>
              </a:spcAft>
              <a:buSzPts val="1000"/>
              <a:buNone/>
              <a:defRPr sz="1333"/>
            </a:lvl5pPr>
            <a:lvl6pPr lvl="5" algn="l">
              <a:lnSpc>
                <a:spcPct val="100000"/>
              </a:lnSpc>
              <a:spcBef>
                <a:spcPts val="267"/>
              </a:spcBef>
              <a:spcAft>
                <a:spcPts val="0"/>
              </a:spcAft>
              <a:buSzPts val="1000"/>
              <a:buNone/>
              <a:defRPr sz="1333"/>
            </a:lvl6pPr>
            <a:lvl7pPr lvl="6" algn="l">
              <a:lnSpc>
                <a:spcPct val="100000"/>
              </a:lnSpc>
              <a:spcBef>
                <a:spcPts val="267"/>
              </a:spcBef>
              <a:spcAft>
                <a:spcPts val="0"/>
              </a:spcAft>
              <a:buSzPts val="1000"/>
              <a:buNone/>
              <a:defRPr sz="1333"/>
            </a:lvl7pPr>
            <a:lvl8pPr lvl="7" algn="l">
              <a:lnSpc>
                <a:spcPct val="100000"/>
              </a:lnSpc>
              <a:spcBef>
                <a:spcPts val="267"/>
              </a:spcBef>
              <a:spcAft>
                <a:spcPts val="0"/>
              </a:spcAft>
              <a:buSzPts val="1000"/>
              <a:buNone/>
              <a:defRPr sz="1333"/>
            </a:lvl8pPr>
            <a:lvl9pPr lvl="8" algn="l">
              <a:lnSpc>
                <a:spcPct val="100000"/>
              </a:lnSpc>
              <a:spcBef>
                <a:spcPts val="267"/>
              </a:spcBef>
              <a:spcAft>
                <a:spcPts val="267"/>
              </a:spcAft>
              <a:buSzPts val="1000"/>
              <a:buNone/>
              <a:defRPr sz="1333"/>
            </a:lvl9pPr>
          </a:lstStyle>
          <a:p>
            <a:endParaRPr/>
          </a:p>
        </p:txBody>
      </p:sp>
      <p:sp>
        <p:nvSpPr>
          <p:cNvPr id="588" name="Google Shape;588;p44"/>
          <p:cNvSpPr>
            <a:spLocks noGrp="1"/>
          </p:cNvSpPr>
          <p:nvPr>
            <p:ph type="pic" idx="20"/>
          </p:nvPr>
        </p:nvSpPr>
        <p:spPr>
          <a:xfrm>
            <a:off x="9893667" y="2331959"/>
            <a:ext cx="1341200" cy="1341200"/>
          </a:xfrm>
          <a:prstGeom prst="ellipse">
            <a:avLst/>
          </a:prstGeom>
          <a:noFill/>
          <a:ln w="19050" cap="flat" cmpd="sng">
            <a:solidFill>
              <a:schemeClr val="dk1"/>
            </a:solidFill>
            <a:prstDash val="solid"/>
            <a:round/>
            <a:headEnd type="none" w="sm" len="sm"/>
            <a:tailEnd type="none" w="sm" len="sm"/>
          </a:ln>
        </p:spPr>
        <p:txBody>
          <a:bodyPr/>
          <a:lstStyle/>
          <a:p>
            <a:endParaRPr lang="en-IN"/>
          </a:p>
        </p:txBody>
      </p:sp>
      <p:sp>
        <p:nvSpPr>
          <p:cNvPr id="589" name="Google Shape;589;p44"/>
          <p:cNvSpPr/>
          <p:nvPr/>
        </p:nvSpPr>
        <p:spPr>
          <a:xfrm rot="5400000" flipH="1">
            <a:off x="10128839" y="2553705"/>
            <a:ext cx="870856" cy="1741712"/>
          </a:xfrm>
          <a:custGeom>
            <a:avLst/>
            <a:gdLst/>
            <a:ahLst/>
            <a:cxnLst/>
            <a:rect l="l" t="t" r="r" b="b"/>
            <a:pathLst>
              <a:path w="870856" h="1741712" extrusionOk="0">
                <a:moveTo>
                  <a:pt x="870856" y="0"/>
                </a:moveTo>
                <a:lnTo>
                  <a:pt x="870856" y="96856"/>
                </a:lnTo>
                <a:cubicBezTo>
                  <a:pt x="443388" y="96856"/>
                  <a:pt x="96856" y="443388"/>
                  <a:pt x="96856" y="870856"/>
                </a:cubicBezTo>
                <a:cubicBezTo>
                  <a:pt x="96856" y="1298324"/>
                  <a:pt x="443388" y="1644856"/>
                  <a:pt x="870856" y="1644856"/>
                </a:cubicBezTo>
                <a:lnTo>
                  <a:pt x="870856" y="1741712"/>
                </a:lnTo>
                <a:cubicBezTo>
                  <a:pt x="389896" y="1741712"/>
                  <a:pt x="0" y="1351816"/>
                  <a:pt x="0" y="870856"/>
                </a:cubicBezTo>
                <a:cubicBezTo>
                  <a:pt x="0" y="389896"/>
                  <a:pt x="389896" y="0"/>
                  <a:pt x="870856" y="0"/>
                </a:cubicBezTo>
                <a:close/>
              </a:path>
            </a:pathLst>
          </a:cu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cxnSp>
        <p:nvCxnSpPr>
          <p:cNvPr id="590" name="Google Shape;590;p44"/>
          <p:cNvCxnSpPr/>
          <p:nvPr/>
        </p:nvCxnSpPr>
        <p:spPr>
          <a:xfrm>
            <a:off x="9764067" y="4777769"/>
            <a:ext cx="1600400" cy="0"/>
          </a:xfrm>
          <a:prstGeom prst="straightConnector1">
            <a:avLst/>
          </a:prstGeom>
          <a:noFill/>
          <a:ln w="9525" cap="flat" cmpd="sng">
            <a:solidFill>
              <a:schemeClr val="accent3"/>
            </a:solidFill>
            <a:prstDash val="solid"/>
            <a:miter lim="800000"/>
            <a:headEnd type="none" w="sm" len="sm"/>
            <a:tailEnd type="none" w="sm" len="sm"/>
          </a:ln>
        </p:spPr>
      </p:cxnSp>
      <p:sp>
        <p:nvSpPr>
          <p:cNvPr id="591" name="Google Shape;591;p44"/>
          <p:cNvSpPr txBox="1">
            <a:spLocks noGrp="1"/>
          </p:cNvSpPr>
          <p:nvPr>
            <p:ph type="subTitle" idx="21"/>
          </p:nvPr>
        </p:nvSpPr>
        <p:spPr>
          <a:xfrm>
            <a:off x="9527867" y="4387560"/>
            <a:ext cx="2072800" cy="244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1100"/>
              <a:buNone/>
              <a:defRPr sz="1467"/>
            </a:lvl1pPr>
            <a:lvl2pPr lvl="1" algn="l">
              <a:lnSpc>
                <a:spcPct val="100000"/>
              </a:lnSpc>
              <a:spcBef>
                <a:spcPts val="267"/>
              </a:spcBef>
              <a:spcAft>
                <a:spcPts val="0"/>
              </a:spcAft>
              <a:buSzPts val="1000"/>
              <a:buNone/>
              <a:defRPr sz="1333"/>
            </a:lvl2pPr>
            <a:lvl3pPr lvl="2" algn="l">
              <a:lnSpc>
                <a:spcPct val="100000"/>
              </a:lnSpc>
              <a:spcBef>
                <a:spcPts val="267"/>
              </a:spcBef>
              <a:spcAft>
                <a:spcPts val="0"/>
              </a:spcAft>
              <a:buSzPts val="1000"/>
              <a:buNone/>
              <a:defRPr sz="1333"/>
            </a:lvl3pPr>
            <a:lvl4pPr lvl="3" algn="l">
              <a:lnSpc>
                <a:spcPct val="100000"/>
              </a:lnSpc>
              <a:spcBef>
                <a:spcPts val="267"/>
              </a:spcBef>
              <a:spcAft>
                <a:spcPts val="0"/>
              </a:spcAft>
              <a:buSzPts val="1000"/>
              <a:buNone/>
              <a:defRPr sz="1333"/>
            </a:lvl4pPr>
            <a:lvl5pPr lvl="4" algn="l">
              <a:lnSpc>
                <a:spcPct val="100000"/>
              </a:lnSpc>
              <a:spcBef>
                <a:spcPts val="267"/>
              </a:spcBef>
              <a:spcAft>
                <a:spcPts val="0"/>
              </a:spcAft>
              <a:buSzPts val="1000"/>
              <a:buNone/>
              <a:defRPr sz="1333"/>
            </a:lvl5pPr>
            <a:lvl6pPr lvl="5" algn="l">
              <a:lnSpc>
                <a:spcPct val="100000"/>
              </a:lnSpc>
              <a:spcBef>
                <a:spcPts val="267"/>
              </a:spcBef>
              <a:spcAft>
                <a:spcPts val="0"/>
              </a:spcAft>
              <a:buSzPts val="1000"/>
              <a:buNone/>
              <a:defRPr sz="1333"/>
            </a:lvl6pPr>
            <a:lvl7pPr lvl="6" algn="l">
              <a:lnSpc>
                <a:spcPct val="100000"/>
              </a:lnSpc>
              <a:spcBef>
                <a:spcPts val="267"/>
              </a:spcBef>
              <a:spcAft>
                <a:spcPts val="0"/>
              </a:spcAft>
              <a:buSzPts val="1000"/>
              <a:buNone/>
              <a:defRPr sz="1333"/>
            </a:lvl7pPr>
            <a:lvl8pPr lvl="7" algn="l">
              <a:lnSpc>
                <a:spcPct val="100000"/>
              </a:lnSpc>
              <a:spcBef>
                <a:spcPts val="267"/>
              </a:spcBef>
              <a:spcAft>
                <a:spcPts val="0"/>
              </a:spcAft>
              <a:buSzPts val="1000"/>
              <a:buNone/>
              <a:defRPr sz="1333"/>
            </a:lvl8pPr>
            <a:lvl9pPr lvl="8" algn="l">
              <a:lnSpc>
                <a:spcPct val="100000"/>
              </a:lnSpc>
              <a:spcBef>
                <a:spcPts val="267"/>
              </a:spcBef>
              <a:spcAft>
                <a:spcPts val="267"/>
              </a:spcAft>
              <a:buSzPts val="1000"/>
              <a:buNone/>
              <a:defRPr sz="1333"/>
            </a:lvl9pPr>
          </a:lstStyle>
          <a:p>
            <a:endParaRPr/>
          </a:p>
        </p:txBody>
      </p:sp>
      <p:sp>
        <p:nvSpPr>
          <p:cNvPr id="592" name="Google Shape;592;p44"/>
          <p:cNvSpPr txBox="1">
            <a:spLocks noGrp="1"/>
          </p:cNvSpPr>
          <p:nvPr>
            <p:ph type="subTitle" idx="22"/>
          </p:nvPr>
        </p:nvSpPr>
        <p:spPr>
          <a:xfrm>
            <a:off x="9527867" y="4067237"/>
            <a:ext cx="2072800" cy="244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Clr>
                <a:schemeClr val="accent1"/>
              </a:buClr>
              <a:buSzPts val="1100"/>
              <a:buNone/>
              <a:defRPr sz="1467" b="1">
                <a:solidFill>
                  <a:schemeClr val="accent1"/>
                </a:solidFill>
              </a:defRPr>
            </a:lvl1pPr>
            <a:lvl2pPr lvl="1" algn="ctr">
              <a:lnSpc>
                <a:spcPct val="100000"/>
              </a:lnSpc>
              <a:spcBef>
                <a:spcPts val="267"/>
              </a:spcBef>
              <a:spcAft>
                <a:spcPts val="0"/>
              </a:spcAft>
              <a:buClr>
                <a:schemeClr val="accent1"/>
              </a:buClr>
              <a:buSzPts val="1000"/>
              <a:buNone/>
              <a:defRPr sz="1333" b="1">
                <a:solidFill>
                  <a:schemeClr val="accent1"/>
                </a:solidFill>
              </a:defRPr>
            </a:lvl2pPr>
            <a:lvl3pPr lvl="2" algn="ctr">
              <a:lnSpc>
                <a:spcPct val="100000"/>
              </a:lnSpc>
              <a:spcBef>
                <a:spcPts val="267"/>
              </a:spcBef>
              <a:spcAft>
                <a:spcPts val="0"/>
              </a:spcAft>
              <a:buClr>
                <a:schemeClr val="accent1"/>
              </a:buClr>
              <a:buSzPts val="1000"/>
              <a:buNone/>
              <a:defRPr sz="1333" b="1">
                <a:solidFill>
                  <a:schemeClr val="accent1"/>
                </a:solidFill>
              </a:defRPr>
            </a:lvl3pPr>
            <a:lvl4pPr lvl="3" algn="ctr">
              <a:lnSpc>
                <a:spcPct val="100000"/>
              </a:lnSpc>
              <a:spcBef>
                <a:spcPts val="267"/>
              </a:spcBef>
              <a:spcAft>
                <a:spcPts val="0"/>
              </a:spcAft>
              <a:buClr>
                <a:schemeClr val="accent1"/>
              </a:buClr>
              <a:buSzPts val="1000"/>
              <a:buNone/>
              <a:defRPr sz="1333" b="1">
                <a:solidFill>
                  <a:schemeClr val="accent1"/>
                </a:solidFill>
              </a:defRPr>
            </a:lvl4pPr>
            <a:lvl5pPr lvl="4" algn="ctr">
              <a:lnSpc>
                <a:spcPct val="100000"/>
              </a:lnSpc>
              <a:spcBef>
                <a:spcPts val="267"/>
              </a:spcBef>
              <a:spcAft>
                <a:spcPts val="0"/>
              </a:spcAft>
              <a:buClr>
                <a:schemeClr val="accent1"/>
              </a:buClr>
              <a:buSzPts val="1000"/>
              <a:buNone/>
              <a:defRPr sz="1333" b="1">
                <a:solidFill>
                  <a:schemeClr val="accent1"/>
                </a:solidFill>
              </a:defRPr>
            </a:lvl5pPr>
            <a:lvl6pPr lvl="5" algn="ctr">
              <a:lnSpc>
                <a:spcPct val="100000"/>
              </a:lnSpc>
              <a:spcBef>
                <a:spcPts val="267"/>
              </a:spcBef>
              <a:spcAft>
                <a:spcPts val="0"/>
              </a:spcAft>
              <a:buClr>
                <a:schemeClr val="accent1"/>
              </a:buClr>
              <a:buSzPts val="1000"/>
              <a:buNone/>
              <a:defRPr sz="1333" b="1">
                <a:solidFill>
                  <a:schemeClr val="accent1"/>
                </a:solidFill>
              </a:defRPr>
            </a:lvl6pPr>
            <a:lvl7pPr lvl="6" algn="ctr">
              <a:lnSpc>
                <a:spcPct val="100000"/>
              </a:lnSpc>
              <a:spcBef>
                <a:spcPts val="267"/>
              </a:spcBef>
              <a:spcAft>
                <a:spcPts val="0"/>
              </a:spcAft>
              <a:buClr>
                <a:schemeClr val="accent1"/>
              </a:buClr>
              <a:buSzPts val="1000"/>
              <a:buNone/>
              <a:defRPr sz="1333" b="1">
                <a:solidFill>
                  <a:schemeClr val="accent1"/>
                </a:solidFill>
              </a:defRPr>
            </a:lvl7pPr>
            <a:lvl8pPr lvl="7" algn="ctr">
              <a:lnSpc>
                <a:spcPct val="100000"/>
              </a:lnSpc>
              <a:spcBef>
                <a:spcPts val="267"/>
              </a:spcBef>
              <a:spcAft>
                <a:spcPts val="0"/>
              </a:spcAft>
              <a:buClr>
                <a:schemeClr val="accent1"/>
              </a:buClr>
              <a:buSzPts val="1000"/>
              <a:buNone/>
              <a:defRPr sz="1333" b="1">
                <a:solidFill>
                  <a:schemeClr val="accent1"/>
                </a:solidFill>
              </a:defRPr>
            </a:lvl8pPr>
            <a:lvl9pPr lvl="8" algn="ctr">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593" name="Google Shape;593;p44"/>
          <p:cNvSpPr txBox="1">
            <a:spLocks noGrp="1"/>
          </p:cNvSpPr>
          <p:nvPr>
            <p:ph type="subTitle" idx="23"/>
          </p:nvPr>
        </p:nvSpPr>
        <p:spPr>
          <a:xfrm>
            <a:off x="9527867" y="4952533"/>
            <a:ext cx="2072800" cy="244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900"/>
              <a:buNone/>
              <a:defRPr sz="1200"/>
            </a:lvl1pPr>
            <a:lvl2pPr lvl="1" algn="l">
              <a:lnSpc>
                <a:spcPct val="100000"/>
              </a:lnSpc>
              <a:spcBef>
                <a:spcPts val="267"/>
              </a:spcBef>
              <a:spcAft>
                <a:spcPts val="0"/>
              </a:spcAft>
              <a:buSzPts val="1000"/>
              <a:buNone/>
              <a:defRPr sz="1333"/>
            </a:lvl2pPr>
            <a:lvl3pPr lvl="2" algn="l">
              <a:lnSpc>
                <a:spcPct val="100000"/>
              </a:lnSpc>
              <a:spcBef>
                <a:spcPts val="267"/>
              </a:spcBef>
              <a:spcAft>
                <a:spcPts val="0"/>
              </a:spcAft>
              <a:buSzPts val="1000"/>
              <a:buNone/>
              <a:defRPr sz="1333"/>
            </a:lvl3pPr>
            <a:lvl4pPr lvl="3" algn="l">
              <a:lnSpc>
                <a:spcPct val="100000"/>
              </a:lnSpc>
              <a:spcBef>
                <a:spcPts val="267"/>
              </a:spcBef>
              <a:spcAft>
                <a:spcPts val="0"/>
              </a:spcAft>
              <a:buSzPts val="1000"/>
              <a:buNone/>
              <a:defRPr sz="1333"/>
            </a:lvl4pPr>
            <a:lvl5pPr lvl="4" algn="l">
              <a:lnSpc>
                <a:spcPct val="100000"/>
              </a:lnSpc>
              <a:spcBef>
                <a:spcPts val="267"/>
              </a:spcBef>
              <a:spcAft>
                <a:spcPts val="0"/>
              </a:spcAft>
              <a:buSzPts val="1000"/>
              <a:buNone/>
              <a:defRPr sz="1333"/>
            </a:lvl5pPr>
            <a:lvl6pPr lvl="5" algn="l">
              <a:lnSpc>
                <a:spcPct val="100000"/>
              </a:lnSpc>
              <a:spcBef>
                <a:spcPts val="267"/>
              </a:spcBef>
              <a:spcAft>
                <a:spcPts val="0"/>
              </a:spcAft>
              <a:buSzPts val="1000"/>
              <a:buNone/>
              <a:defRPr sz="1333"/>
            </a:lvl6pPr>
            <a:lvl7pPr lvl="6" algn="l">
              <a:lnSpc>
                <a:spcPct val="100000"/>
              </a:lnSpc>
              <a:spcBef>
                <a:spcPts val="267"/>
              </a:spcBef>
              <a:spcAft>
                <a:spcPts val="0"/>
              </a:spcAft>
              <a:buSzPts val="1000"/>
              <a:buNone/>
              <a:defRPr sz="1333"/>
            </a:lvl7pPr>
            <a:lvl8pPr lvl="7" algn="l">
              <a:lnSpc>
                <a:spcPct val="100000"/>
              </a:lnSpc>
              <a:spcBef>
                <a:spcPts val="267"/>
              </a:spcBef>
              <a:spcAft>
                <a:spcPts val="0"/>
              </a:spcAft>
              <a:buSzPts val="1000"/>
              <a:buNone/>
              <a:defRPr sz="1333"/>
            </a:lvl8pPr>
            <a:lvl9pPr lvl="8" algn="l">
              <a:lnSpc>
                <a:spcPct val="100000"/>
              </a:lnSpc>
              <a:spcBef>
                <a:spcPts val="267"/>
              </a:spcBef>
              <a:spcAft>
                <a:spcPts val="267"/>
              </a:spcAft>
              <a:buSzPts val="1000"/>
              <a:buNone/>
              <a:defRPr sz="1333"/>
            </a:lvl9pPr>
          </a:lstStyle>
          <a:p>
            <a:endParaRPr/>
          </a:p>
        </p:txBody>
      </p:sp>
      <p:pic>
        <p:nvPicPr>
          <p:cNvPr id="594" name="Google Shape;594;p44"/>
          <p:cNvPicPr preferRelativeResize="0"/>
          <p:nvPr/>
        </p:nvPicPr>
        <p:blipFill rotWithShape="1">
          <a:blip r:embed="rId2">
            <a:alphaModFix/>
          </a:blip>
          <a:srcRect/>
          <a:stretch/>
        </p:blipFill>
        <p:spPr>
          <a:xfrm>
            <a:off x="0" y="6811001"/>
            <a:ext cx="12192000" cy="50800"/>
          </a:xfrm>
          <a:prstGeom prst="rect">
            <a:avLst/>
          </a:prstGeom>
          <a:noFill/>
          <a:ln>
            <a:noFill/>
          </a:ln>
        </p:spPr>
      </p:pic>
    </p:spTree>
    <p:extLst>
      <p:ext uri="{BB962C8B-B14F-4D97-AF65-F5344CB8AC3E}">
        <p14:creationId xmlns:p14="http://schemas.microsoft.com/office/powerpoint/2010/main" val="3441208386"/>
      </p:ext>
    </p:extLst>
  </p:cSld>
  <p:clrMapOvr>
    <a:masterClrMapping/>
  </p:clrMapOvr>
  <p:extLst>
    <p:ext uri="{DCECCB84-F9BA-43D5-87BE-67443E8EF086}">
      <p15:sldGuideLst xmlns:p15="http://schemas.microsoft.com/office/powerpoint/2012/main">
        <p15:guide id="1" pos="259">
          <p15:clr>
            <a:srgbClr val="FA7B17"/>
          </p15:clr>
        </p15:guide>
        <p15:guide id="2" pos="5501">
          <p15:clr>
            <a:srgbClr val="FA7B17"/>
          </p15:clr>
        </p15:guide>
        <p15:guide id="3" orient="horz" pos="518">
          <p15:clr>
            <a:srgbClr val="FA7B17"/>
          </p15:clr>
        </p15:guide>
        <p15:guide id="4" orient="horz" pos="3068">
          <p15:clr>
            <a:srgbClr val="FA7B17"/>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eam - 5 Photos Style 2">
  <p:cSld name="Team - 5 Photos Style 2">
    <p:spTree>
      <p:nvGrpSpPr>
        <p:cNvPr id="1" name="Shape 595"/>
        <p:cNvGrpSpPr/>
        <p:nvPr/>
      </p:nvGrpSpPr>
      <p:grpSpPr>
        <a:xfrm>
          <a:off x="0" y="0"/>
          <a:ext cx="0" cy="0"/>
          <a:chOff x="0" y="0"/>
          <a:chExt cx="0" cy="0"/>
        </a:xfrm>
      </p:grpSpPr>
      <p:sp>
        <p:nvSpPr>
          <p:cNvPr id="596" name="Google Shape;596;p45"/>
          <p:cNvSpPr/>
          <p:nvPr/>
        </p:nvSpPr>
        <p:spPr>
          <a:xfrm>
            <a:off x="0" y="0"/>
            <a:ext cx="12192000" cy="2989200"/>
          </a:xfrm>
          <a:prstGeom prst="rect">
            <a:avLst/>
          </a:prstGeom>
          <a:gradFill>
            <a:gsLst>
              <a:gs pos="0">
                <a:srgbClr val="FF4E02">
                  <a:alpha val="4313"/>
                </a:srgbClr>
              </a:gs>
              <a:gs pos="48000">
                <a:srgbClr val="F69323">
                  <a:alpha val="4313"/>
                </a:srgbClr>
              </a:gs>
              <a:gs pos="100000">
                <a:srgbClr val="FABC75">
                  <a:alpha val="4313"/>
                </a:srgbClr>
              </a:gs>
            </a:gsLst>
            <a:lin ang="16198662"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597" name="Google Shape;597;p45"/>
          <p:cNvSpPr/>
          <p:nvPr/>
        </p:nvSpPr>
        <p:spPr>
          <a:xfrm>
            <a:off x="11792595" y="6494883"/>
            <a:ext cx="304800" cy="306000"/>
          </a:xfrm>
          <a:prstGeom prst="ellipse">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US" sz="933" b="0" i="0" u="none" strike="noStrike" cap="none">
                <a:solidFill>
                  <a:schemeClr val="lt1"/>
                </a:solidFill>
                <a:latin typeface="Calibri"/>
                <a:ea typeface="Calibri"/>
                <a:cs typeface="Calibri"/>
                <a:sym typeface="Calibri"/>
              </a:rPr>
              <a:pPr marL="0" marR="0" lvl="0" indent="0" algn="r" rtl="0">
                <a:lnSpc>
                  <a:spcPct val="100000"/>
                </a:lnSpc>
                <a:spcBef>
                  <a:spcPts val="0"/>
                </a:spcBef>
                <a:spcAft>
                  <a:spcPts val="0"/>
                </a:spcAft>
                <a:buClr>
                  <a:srgbClr val="000000"/>
                </a:buClr>
                <a:buSzPts val="700"/>
                <a:buFont typeface="Arial"/>
                <a:buNone/>
              </a:pPr>
              <a:t>‹#›</a:t>
            </a:fld>
            <a:endParaRPr sz="933" b="0" i="0" u="none" strike="noStrike" cap="none" dirty="0">
              <a:solidFill>
                <a:schemeClr val="lt1"/>
              </a:solidFill>
              <a:latin typeface="Calibri"/>
              <a:ea typeface="Calibri"/>
              <a:cs typeface="Calibri"/>
              <a:sym typeface="Calibri"/>
            </a:endParaRPr>
          </a:p>
        </p:txBody>
      </p:sp>
      <p:sp>
        <p:nvSpPr>
          <p:cNvPr id="598" name="Google Shape;598;p45"/>
          <p:cNvSpPr txBox="1">
            <a:spLocks noGrp="1"/>
          </p:cNvSpPr>
          <p:nvPr>
            <p:ph type="title"/>
          </p:nvPr>
        </p:nvSpPr>
        <p:spPr>
          <a:xfrm>
            <a:off x="554167" y="496800"/>
            <a:ext cx="11083600" cy="6116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1800"/>
              <a:buNone/>
              <a:defRPr sz="2400">
                <a:solidFill>
                  <a:schemeClr val="lt1"/>
                </a:solidFill>
              </a:defRPr>
            </a:lvl1pPr>
            <a:lvl2pPr lvl="1" algn="l">
              <a:lnSpc>
                <a:spcPct val="100000"/>
              </a:lnSpc>
              <a:spcBef>
                <a:spcPts val="0"/>
              </a:spcBef>
              <a:spcAft>
                <a:spcPts val="0"/>
              </a:spcAft>
              <a:buClr>
                <a:schemeClr val="dk1"/>
              </a:buClr>
              <a:buSzPts val="2000"/>
              <a:buNone/>
              <a:defRPr sz="2667">
                <a:solidFill>
                  <a:schemeClr val="dk1"/>
                </a:solidFill>
              </a:defRPr>
            </a:lvl2pPr>
            <a:lvl3pPr lvl="2" algn="l">
              <a:lnSpc>
                <a:spcPct val="100000"/>
              </a:lnSpc>
              <a:spcBef>
                <a:spcPts val="0"/>
              </a:spcBef>
              <a:spcAft>
                <a:spcPts val="0"/>
              </a:spcAft>
              <a:buClr>
                <a:schemeClr val="dk1"/>
              </a:buClr>
              <a:buSzPts val="2000"/>
              <a:buNone/>
              <a:defRPr sz="2667">
                <a:solidFill>
                  <a:schemeClr val="dk1"/>
                </a:solidFill>
              </a:defRPr>
            </a:lvl3pPr>
            <a:lvl4pPr lvl="3" algn="l">
              <a:lnSpc>
                <a:spcPct val="100000"/>
              </a:lnSpc>
              <a:spcBef>
                <a:spcPts val="0"/>
              </a:spcBef>
              <a:spcAft>
                <a:spcPts val="0"/>
              </a:spcAft>
              <a:buClr>
                <a:schemeClr val="dk1"/>
              </a:buClr>
              <a:buSzPts val="2000"/>
              <a:buNone/>
              <a:defRPr sz="2667">
                <a:solidFill>
                  <a:schemeClr val="dk1"/>
                </a:solidFill>
              </a:defRPr>
            </a:lvl4pPr>
            <a:lvl5pPr lvl="4" algn="l">
              <a:lnSpc>
                <a:spcPct val="100000"/>
              </a:lnSpc>
              <a:spcBef>
                <a:spcPts val="0"/>
              </a:spcBef>
              <a:spcAft>
                <a:spcPts val="0"/>
              </a:spcAft>
              <a:buClr>
                <a:schemeClr val="dk1"/>
              </a:buClr>
              <a:buSzPts val="2000"/>
              <a:buNone/>
              <a:defRPr sz="2667">
                <a:solidFill>
                  <a:schemeClr val="dk1"/>
                </a:solidFill>
              </a:defRPr>
            </a:lvl5pPr>
            <a:lvl6pPr lvl="5" algn="l">
              <a:lnSpc>
                <a:spcPct val="100000"/>
              </a:lnSpc>
              <a:spcBef>
                <a:spcPts val="0"/>
              </a:spcBef>
              <a:spcAft>
                <a:spcPts val="0"/>
              </a:spcAft>
              <a:buClr>
                <a:schemeClr val="dk1"/>
              </a:buClr>
              <a:buSzPts val="2000"/>
              <a:buNone/>
              <a:defRPr sz="2667">
                <a:solidFill>
                  <a:schemeClr val="dk1"/>
                </a:solidFill>
              </a:defRPr>
            </a:lvl6pPr>
            <a:lvl7pPr lvl="6" algn="l">
              <a:lnSpc>
                <a:spcPct val="100000"/>
              </a:lnSpc>
              <a:spcBef>
                <a:spcPts val="0"/>
              </a:spcBef>
              <a:spcAft>
                <a:spcPts val="0"/>
              </a:spcAft>
              <a:buClr>
                <a:schemeClr val="dk1"/>
              </a:buClr>
              <a:buSzPts val="2000"/>
              <a:buNone/>
              <a:defRPr sz="2667">
                <a:solidFill>
                  <a:schemeClr val="dk1"/>
                </a:solidFill>
              </a:defRPr>
            </a:lvl7pPr>
            <a:lvl8pPr lvl="7" algn="l">
              <a:lnSpc>
                <a:spcPct val="100000"/>
              </a:lnSpc>
              <a:spcBef>
                <a:spcPts val="0"/>
              </a:spcBef>
              <a:spcAft>
                <a:spcPts val="0"/>
              </a:spcAft>
              <a:buClr>
                <a:schemeClr val="dk1"/>
              </a:buClr>
              <a:buSzPts val="2000"/>
              <a:buNone/>
              <a:defRPr sz="2667">
                <a:solidFill>
                  <a:schemeClr val="dk1"/>
                </a:solidFill>
              </a:defRPr>
            </a:lvl8pPr>
            <a:lvl9pPr lvl="8" algn="l">
              <a:lnSpc>
                <a:spcPct val="100000"/>
              </a:lnSpc>
              <a:spcBef>
                <a:spcPts val="0"/>
              </a:spcBef>
              <a:spcAft>
                <a:spcPts val="0"/>
              </a:spcAft>
              <a:buClr>
                <a:schemeClr val="dk1"/>
              </a:buClr>
              <a:buSzPts val="2000"/>
              <a:buNone/>
              <a:defRPr sz="2667">
                <a:solidFill>
                  <a:schemeClr val="dk1"/>
                </a:solidFill>
              </a:defRPr>
            </a:lvl9pPr>
          </a:lstStyle>
          <a:p>
            <a:endParaRPr/>
          </a:p>
        </p:txBody>
      </p:sp>
      <p:sp>
        <p:nvSpPr>
          <p:cNvPr id="599" name="Google Shape;599;p45"/>
          <p:cNvSpPr>
            <a:spLocks noGrp="1"/>
          </p:cNvSpPr>
          <p:nvPr>
            <p:ph type="pic" idx="2"/>
          </p:nvPr>
        </p:nvSpPr>
        <p:spPr>
          <a:xfrm>
            <a:off x="957133" y="2331959"/>
            <a:ext cx="1341200" cy="1341200"/>
          </a:xfrm>
          <a:prstGeom prst="ellipse">
            <a:avLst/>
          </a:prstGeom>
          <a:noFill/>
          <a:ln w="19050" cap="flat" cmpd="sng">
            <a:solidFill>
              <a:schemeClr val="dk1"/>
            </a:solidFill>
            <a:prstDash val="solid"/>
            <a:round/>
            <a:headEnd type="none" w="sm" len="sm"/>
            <a:tailEnd type="none" w="sm" len="sm"/>
          </a:ln>
        </p:spPr>
        <p:txBody>
          <a:bodyPr/>
          <a:lstStyle/>
          <a:p>
            <a:endParaRPr lang="en-IN"/>
          </a:p>
        </p:txBody>
      </p:sp>
      <p:sp>
        <p:nvSpPr>
          <p:cNvPr id="600" name="Google Shape;600;p45"/>
          <p:cNvSpPr/>
          <p:nvPr/>
        </p:nvSpPr>
        <p:spPr>
          <a:xfrm rot="5400000" flipH="1">
            <a:off x="1192305" y="2553705"/>
            <a:ext cx="870856" cy="1741712"/>
          </a:xfrm>
          <a:custGeom>
            <a:avLst/>
            <a:gdLst/>
            <a:ahLst/>
            <a:cxnLst/>
            <a:rect l="l" t="t" r="r" b="b"/>
            <a:pathLst>
              <a:path w="870856" h="1741712" extrusionOk="0">
                <a:moveTo>
                  <a:pt x="870856" y="0"/>
                </a:moveTo>
                <a:lnTo>
                  <a:pt x="870856" y="96856"/>
                </a:lnTo>
                <a:cubicBezTo>
                  <a:pt x="443388" y="96856"/>
                  <a:pt x="96856" y="443388"/>
                  <a:pt x="96856" y="870856"/>
                </a:cubicBezTo>
                <a:cubicBezTo>
                  <a:pt x="96856" y="1298324"/>
                  <a:pt x="443388" y="1644856"/>
                  <a:pt x="870856" y="1644856"/>
                </a:cubicBezTo>
                <a:lnTo>
                  <a:pt x="870856" y="1741712"/>
                </a:lnTo>
                <a:cubicBezTo>
                  <a:pt x="389896" y="1741712"/>
                  <a:pt x="0" y="1351816"/>
                  <a:pt x="0" y="870856"/>
                </a:cubicBezTo>
                <a:cubicBezTo>
                  <a:pt x="0" y="389896"/>
                  <a:pt x="389896" y="0"/>
                  <a:pt x="870856" y="0"/>
                </a:cubicBezTo>
                <a:close/>
              </a:path>
            </a:pathLst>
          </a:custGeom>
          <a:solidFill>
            <a:schemeClr val="dk2"/>
          </a:soli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601" name="Google Shape;601;p45"/>
          <p:cNvSpPr>
            <a:spLocks noGrp="1"/>
          </p:cNvSpPr>
          <p:nvPr>
            <p:ph type="pic" idx="3"/>
          </p:nvPr>
        </p:nvSpPr>
        <p:spPr>
          <a:xfrm>
            <a:off x="3191267" y="2331959"/>
            <a:ext cx="1341200" cy="1341200"/>
          </a:xfrm>
          <a:prstGeom prst="ellipse">
            <a:avLst/>
          </a:prstGeom>
          <a:noFill/>
          <a:ln w="19050" cap="flat" cmpd="sng">
            <a:solidFill>
              <a:schemeClr val="dk1"/>
            </a:solidFill>
            <a:prstDash val="solid"/>
            <a:round/>
            <a:headEnd type="none" w="sm" len="sm"/>
            <a:tailEnd type="none" w="sm" len="sm"/>
          </a:ln>
        </p:spPr>
        <p:txBody>
          <a:bodyPr/>
          <a:lstStyle/>
          <a:p>
            <a:endParaRPr lang="en-IN"/>
          </a:p>
        </p:txBody>
      </p:sp>
      <p:sp>
        <p:nvSpPr>
          <p:cNvPr id="602" name="Google Shape;602;p45"/>
          <p:cNvSpPr/>
          <p:nvPr/>
        </p:nvSpPr>
        <p:spPr>
          <a:xfrm rot="5400000" flipH="1">
            <a:off x="3426439" y="2553705"/>
            <a:ext cx="870856" cy="1741712"/>
          </a:xfrm>
          <a:custGeom>
            <a:avLst/>
            <a:gdLst/>
            <a:ahLst/>
            <a:cxnLst/>
            <a:rect l="l" t="t" r="r" b="b"/>
            <a:pathLst>
              <a:path w="870856" h="1741712" extrusionOk="0">
                <a:moveTo>
                  <a:pt x="870856" y="0"/>
                </a:moveTo>
                <a:lnTo>
                  <a:pt x="870856" y="96856"/>
                </a:lnTo>
                <a:cubicBezTo>
                  <a:pt x="443388" y="96856"/>
                  <a:pt x="96856" y="443388"/>
                  <a:pt x="96856" y="870856"/>
                </a:cubicBezTo>
                <a:cubicBezTo>
                  <a:pt x="96856" y="1298324"/>
                  <a:pt x="443388" y="1644856"/>
                  <a:pt x="870856" y="1644856"/>
                </a:cubicBezTo>
                <a:lnTo>
                  <a:pt x="870856" y="1741712"/>
                </a:lnTo>
                <a:cubicBezTo>
                  <a:pt x="389896" y="1741712"/>
                  <a:pt x="0" y="1351816"/>
                  <a:pt x="0" y="870856"/>
                </a:cubicBezTo>
                <a:cubicBezTo>
                  <a:pt x="0" y="389896"/>
                  <a:pt x="389896" y="0"/>
                  <a:pt x="870856" y="0"/>
                </a:cubicBezTo>
                <a:close/>
              </a:path>
            </a:pathLst>
          </a:custGeom>
          <a:solidFill>
            <a:schemeClr val="dk2"/>
          </a:soli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603" name="Google Shape;603;p45"/>
          <p:cNvSpPr>
            <a:spLocks noGrp="1"/>
          </p:cNvSpPr>
          <p:nvPr>
            <p:ph type="pic" idx="4"/>
          </p:nvPr>
        </p:nvSpPr>
        <p:spPr>
          <a:xfrm>
            <a:off x="5425400" y="2331959"/>
            <a:ext cx="1341200" cy="1341200"/>
          </a:xfrm>
          <a:prstGeom prst="ellipse">
            <a:avLst/>
          </a:prstGeom>
          <a:noFill/>
          <a:ln w="19050" cap="flat" cmpd="sng">
            <a:solidFill>
              <a:schemeClr val="dk1"/>
            </a:solidFill>
            <a:prstDash val="solid"/>
            <a:round/>
            <a:headEnd type="none" w="sm" len="sm"/>
            <a:tailEnd type="none" w="sm" len="sm"/>
          </a:ln>
        </p:spPr>
        <p:txBody>
          <a:bodyPr/>
          <a:lstStyle/>
          <a:p>
            <a:endParaRPr lang="en-IN"/>
          </a:p>
        </p:txBody>
      </p:sp>
      <p:sp>
        <p:nvSpPr>
          <p:cNvPr id="604" name="Google Shape;604;p45"/>
          <p:cNvSpPr/>
          <p:nvPr/>
        </p:nvSpPr>
        <p:spPr>
          <a:xfrm rot="5400000" flipH="1">
            <a:off x="5660572" y="2553705"/>
            <a:ext cx="870856" cy="1741712"/>
          </a:xfrm>
          <a:custGeom>
            <a:avLst/>
            <a:gdLst/>
            <a:ahLst/>
            <a:cxnLst/>
            <a:rect l="l" t="t" r="r" b="b"/>
            <a:pathLst>
              <a:path w="870856" h="1741712" extrusionOk="0">
                <a:moveTo>
                  <a:pt x="870856" y="0"/>
                </a:moveTo>
                <a:lnTo>
                  <a:pt x="870856" y="96856"/>
                </a:lnTo>
                <a:cubicBezTo>
                  <a:pt x="443388" y="96856"/>
                  <a:pt x="96856" y="443388"/>
                  <a:pt x="96856" y="870856"/>
                </a:cubicBezTo>
                <a:cubicBezTo>
                  <a:pt x="96856" y="1298324"/>
                  <a:pt x="443388" y="1644856"/>
                  <a:pt x="870856" y="1644856"/>
                </a:cubicBezTo>
                <a:lnTo>
                  <a:pt x="870856" y="1741712"/>
                </a:lnTo>
                <a:cubicBezTo>
                  <a:pt x="389896" y="1741712"/>
                  <a:pt x="0" y="1351816"/>
                  <a:pt x="0" y="870856"/>
                </a:cubicBezTo>
                <a:cubicBezTo>
                  <a:pt x="0" y="389896"/>
                  <a:pt x="389896" y="0"/>
                  <a:pt x="870856" y="0"/>
                </a:cubicBezTo>
                <a:close/>
              </a:path>
            </a:pathLst>
          </a:custGeom>
          <a:solidFill>
            <a:schemeClr val="dk2"/>
          </a:soli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605" name="Google Shape;605;p45"/>
          <p:cNvSpPr>
            <a:spLocks noGrp="1"/>
          </p:cNvSpPr>
          <p:nvPr>
            <p:ph type="pic" idx="5"/>
          </p:nvPr>
        </p:nvSpPr>
        <p:spPr>
          <a:xfrm>
            <a:off x="7659533" y="2331959"/>
            <a:ext cx="1341200" cy="1341200"/>
          </a:xfrm>
          <a:prstGeom prst="ellipse">
            <a:avLst/>
          </a:prstGeom>
          <a:noFill/>
          <a:ln w="19050" cap="flat" cmpd="sng">
            <a:solidFill>
              <a:schemeClr val="dk1"/>
            </a:solidFill>
            <a:prstDash val="solid"/>
            <a:round/>
            <a:headEnd type="none" w="sm" len="sm"/>
            <a:tailEnd type="none" w="sm" len="sm"/>
          </a:ln>
        </p:spPr>
        <p:txBody>
          <a:bodyPr/>
          <a:lstStyle/>
          <a:p>
            <a:endParaRPr lang="en-IN"/>
          </a:p>
        </p:txBody>
      </p:sp>
      <p:sp>
        <p:nvSpPr>
          <p:cNvPr id="606" name="Google Shape;606;p45"/>
          <p:cNvSpPr/>
          <p:nvPr/>
        </p:nvSpPr>
        <p:spPr>
          <a:xfrm rot="5400000" flipH="1">
            <a:off x="7894705" y="2553705"/>
            <a:ext cx="870856" cy="1741712"/>
          </a:xfrm>
          <a:custGeom>
            <a:avLst/>
            <a:gdLst/>
            <a:ahLst/>
            <a:cxnLst/>
            <a:rect l="l" t="t" r="r" b="b"/>
            <a:pathLst>
              <a:path w="870856" h="1741712" extrusionOk="0">
                <a:moveTo>
                  <a:pt x="870856" y="0"/>
                </a:moveTo>
                <a:lnTo>
                  <a:pt x="870856" y="96856"/>
                </a:lnTo>
                <a:cubicBezTo>
                  <a:pt x="443388" y="96856"/>
                  <a:pt x="96856" y="443388"/>
                  <a:pt x="96856" y="870856"/>
                </a:cubicBezTo>
                <a:cubicBezTo>
                  <a:pt x="96856" y="1298324"/>
                  <a:pt x="443388" y="1644856"/>
                  <a:pt x="870856" y="1644856"/>
                </a:cubicBezTo>
                <a:lnTo>
                  <a:pt x="870856" y="1741712"/>
                </a:lnTo>
                <a:cubicBezTo>
                  <a:pt x="389896" y="1741712"/>
                  <a:pt x="0" y="1351816"/>
                  <a:pt x="0" y="870856"/>
                </a:cubicBezTo>
                <a:cubicBezTo>
                  <a:pt x="0" y="389896"/>
                  <a:pt x="389896" y="0"/>
                  <a:pt x="870856" y="0"/>
                </a:cubicBezTo>
                <a:close/>
              </a:path>
            </a:pathLst>
          </a:custGeom>
          <a:solidFill>
            <a:schemeClr val="dk2"/>
          </a:soli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607" name="Google Shape;607;p45"/>
          <p:cNvSpPr>
            <a:spLocks noGrp="1"/>
          </p:cNvSpPr>
          <p:nvPr>
            <p:ph type="pic" idx="6"/>
          </p:nvPr>
        </p:nvSpPr>
        <p:spPr>
          <a:xfrm>
            <a:off x="9893667" y="2331959"/>
            <a:ext cx="1341200" cy="1341200"/>
          </a:xfrm>
          <a:prstGeom prst="ellipse">
            <a:avLst/>
          </a:prstGeom>
          <a:noFill/>
          <a:ln w="19050" cap="flat" cmpd="sng">
            <a:solidFill>
              <a:schemeClr val="dk1"/>
            </a:solidFill>
            <a:prstDash val="solid"/>
            <a:round/>
            <a:headEnd type="none" w="sm" len="sm"/>
            <a:tailEnd type="none" w="sm" len="sm"/>
          </a:ln>
        </p:spPr>
        <p:txBody>
          <a:bodyPr/>
          <a:lstStyle/>
          <a:p>
            <a:endParaRPr lang="en-IN"/>
          </a:p>
        </p:txBody>
      </p:sp>
      <p:sp>
        <p:nvSpPr>
          <p:cNvPr id="608" name="Google Shape;608;p45"/>
          <p:cNvSpPr/>
          <p:nvPr/>
        </p:nvSpPr>
        <p:spPr>
          <a:xfrm rot="5400000" flipH="1">
            <a:off x="10128839" y="2553705"/>
            <a:ext cx="870856" cy="1741712"/>
          </a:xfrm>
          <a:custGeom>
            <a:avLst/>
            <a:gdLst/>
            <a:ahLst/>
            <a:cxnLst/>
            <a:rect l="l" t="t" r="r" b="b"/>
            <a:pathLst>
              <a:path w="870856" h="1741712" extrusionOk="0">
                <a:moveTo>
                  <a:pt x="870856" y="0"/>
                </a:moveTo>
                <a:lnTo>
                  <a:pt x="870856" y="96856"/>
                </a:lnTo>
                <a:cubicBezTo>
                  <a:pt x="443388" y="96856"/>
                  <a:pt x="96856" y="443388"/>
                  <a:pt x="96856" y="870856"/>
                </a:cubicBezTo>
                <a:cubicBezTo>
                  <a:pt x="96856" y="1298324"/>
                  <a:pt x="443388" y="1644856"/>
                  <a:pt x="870856" y="1644856"/>
                </a:cubicBezTo>
                <a:lnTo>
                  <a:pt x="870856" y="1741712"/>
                </a:lnTo>
                <a:cubicBezTo>
                  <a:pt x="389896" y="1741712"/>
                  <a:pt x="0" y="1351816"/>
                  <a:pt x="0" y="870856"/>
                </a:cubicBezTo>
                <a:cubicBezTo>
                  <a:pt x="0" y="389896"/>
                  <a:pt x="389896" y="0"/>
                  <a:pt x="870856" y="0"/>
                </a:cubicBezTo>
                <a:close/>
              </a:path>
            </a:pathLst>
          </a:custGeom>
          <a:solidFill>
            <a:schemeClr val="dk2"/>
          </a:soli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pic>
        <p:nvPicPr>
          <p:cNvPr id="609" name="Google Shape;609;p45"/>
          <p:cNvPicPr preferRelativeResize="0"/>
          <p:nvPr/>
        </p:nvPicPr>
        <p:blipFill rotWithShape="1">
          <a:blip r:embed="rId2">
            <a:alphaModFix/>
          </a:blip>
          <a:srcRect/>
          <a:stretch/>
        </p:blipFill>
        <p:spPr>
          <a:xfrm>
            <a:off x="0" y="6811001"/>
            <a:ext cx="12192000" cy="50800"/>
          </a:xfrm>
          <a:prstGeom prst="rect">
            <a:avLst/>
          </a:prstGeom>
          <a:noFill/>
          <a:ln>
            <a:noFill/>
          </a:ln>
        </p:spPr>
      </p:pic>
      <p:cxnSp>
        <p:nvCxnSpPr>
          <p:cNvPr id="610" name="Google Shape;610;p45"/>
          <p:cNvCxnSpPr/>
          <p:nvPr/>
        </p:nvCxnSpPr>
        <p:spPr>
          <a:xfrm>
            <a:off x="827533" y="4777769"/>
            <a:ext cx="1600400" cy="0"/>
          </a:xfrm>
          <a:prstGeom prst="straightConnector1">
            <a:avLst/>
          </a:prstGeom>
          <a:noFill/>
          <a:ln w="9525" cap="flat" cmpd="sng">
            <a:solidFill>
              <a:schemeClr val="accent3"/>
            </a:solidFill>
            <a:prstDash val="solid"/>
            <a:miter lim="800000"/>
            <a:headEnd type="none" w="sm" len="sm"/>
            <a:tailEnd type="none" w="sm" len="sm"/>
          </a:ln>
        </p:spPr>
      </p:cxnSp>
      <p:sp>
        <p:nvSpPr>
          <p:cNvPr id="611" name="Google Shape;611;p45"/>
          <p:cNvSpPr txBox="1">
            <a:spLocks noGrp="1"/>
          </p:cNvSpPr>
          <p:nvPr>
            <p:ph type="subTitle" idx="1"/>
          </p:nvPr>
        </p:nvSpPr>
        <p:spPr>
          <a:xfrm>
            <a:off x="591333" y="4387560"/>
            <a:ext cx="2072800" cy="244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1100"/>
              <a:buNone/>
              <a:defRPr sz="1467"/>
            </a:lvl1pPr>
            <a:lvl2pPr lvl="1" algn="l">
              <a:lnSpc>
                <a:spcPct val="100000"/>
              </a:lnSpc>
              <a:spcBef>
                <a:spcPts val="267"/>
              </a:spcBef>
              <a:spcAft>
                <a:spcPts val="0"/>
              </a:spcAft>
              <a:buSzPts val="1000"/>
              <a:buNone/>
              <a:defRPr sz="1333"/>
            </a:lvl2pPr>
            <a:lvl3pPr lvl="2" algn="l">
              <a:lnSpc>
                <a:spcPct val="100000"/>
              </a:lnSpc>
              <a:spcBef>
                <a:spcPts val="267"/>
              </a:spcBef>
              <a:spcAft>
                <a:spcPts val="0"/>
              </a:spcAft>
              <a:buSzPts val="1000"/>
              <a:buNone/>
              <a:defRPr sz="1333"/>
            </a:lvl3pPr>
            <a:lvl4pPr lvl="3" algn="l">
              <a:lnSpc>
                <a:spcPct val="100000"/>
              </a:lnSpc>
              <a:spcBef>
                <a:spcPts val="267"/>
              </a:spcBef>
              <a:spcAft>
                <a:spcPts val="0"/>
              </a:spcAft>
              <a:buSzPts val="1000"/>
              <a:buNone/>
              <a:defRPr sz="1333"/>
            </a:lvl4pPr>
            <a:lvl5pPr lvl="4" algn="l">
              <a:lnSpc>
                <a:spcPct val="100000"/>
              </a:lnSpc>
              <a:spcBef>
                <a:spcPts val="267"/>
              </a:spcBef>
              <a:spcAft>
                <a:spcPts val="0"/>
              </a:spcAft>
              <a:buSzPts val="1000"/>
              <a:buNone/>
              <a:defRPr sz="1333"/>
            </a:lvl5pPr>
            <a:lvl6pPr lvl="5" algn="l">
              <a:lnSpc>
                <a:spcPct val="100000"/>
              </a:lnSpc>
              <a:spcBef>
                <a:spcPts val="267"/>
              </a:spcBef>
              <a:spcAft>
                <a:spcPts val="0"/>
              </a:spcAft>
              <a:buSzPts val="1000"/>
              <a:buNone/>
              <a:defRPr sz="1333"/>
            </a:lvl6pPr>
            <a:lvl7pPr lvl="6" algn="l">
              <a:lnSpc>
                <a:spcPct val="100000"/>
              </a:lnSpc>
              <a:spcBef>
                <a:spcPts val="267"/>
              </a:spcBef>
              <a:spcAft>
                <a:spcPts val="0"/>
              </a:spcAft>
              <a:buSzPts val="1000"/>
              <a:buNone/>
              <a:defRPr sz="1333"/>
            </a:lvl7pPr>
            <a:lvl8pPr lvl="7" algn="l">
              <a:lnSpc>
                <a:spcPct val="100000"/>
              </a:lnSpc>
              <a:spcBef>
                <a:spcPts val="267"/>
              </a:spcBef>
              <a:spcAft>
                <a:spcPts val="0"/>
              </a:spcAft>
              <a:buSzPts val="1000"/>
              <a:buNone/>
              <a:defRPr sz="1333"/>
            </a:lvl8pPr>
            <a:lvl9pPr lvl="8" algn="l">
              <a:lnSpc>
                <a:spcPct val="100000"/>
              </a:lnSpc>
              <a:spcBef>
                <a:spcPts val="267"/>
              </a:spcBef>
              <a:spcAft>
                <a:spcPts val="267"/>
              </a:spcAft>
              <a:buSzPts val="1000"/>
              <a:buNone/>
              <a:defRPr sz="1333"/>
            </a:lvl9pPr>
          </a:lstStyle>
          <a:p>
            <a:endParaRPr/>
          </a:p>
        </p:txBody>
      </p:sp>
      <p:sp>
        <p:nvSpPr>
          <p:cNvPr id="612" name="Google Shape;612;p45"/>
          <p:cNvSpPr txBox="1">
            <a:spLocks noGrp="1"/>
          </p:cNvSpPr>
          <p:nvPr>
            <p:ph type="subTitle" idx="7"/>
          </p:nvPr>
        </p:nvSpPr>
        <p:spPr>
          <a:xfrm>
            <a:off x="591333" y="4067237"/>
            <a:ext cx="2072800" cy="244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Clr>
                <a:schemeClr val="accent1"/>
              </a:buClr>
              <a:buSzPts val="1100"/>
              <a:buNone/>
              <a:defRPr sz="1467" b="1">
                <a:solidFill>
                  <a:schemeClr val="accent1"/>
                </a:solidFill>
              </a:defRPr>
            </a:lvl1pPr>
            <a:lvl2pPr lvl="1" algn="ctr">
              <a:lnSpc>
                <a:spcPct val="100000"/>
              </a:lnSpc>
              <a:spcBef>
                <a:spcPts val="267"/>
              </a:spcBef>
              <a:spcAft>
                <a:spcPts val="0"/>
              </a:spcAft>
              <a:buClr>
                <a:schemeClr val="accent1"/>
              </a:buClr>
              <a:buSzPts val="1000"/>
              <a:buNone/>
              <a:defRPr sz="1333" b="1">
                <a:solidFill>
                  <a:schemeClr val="accent1"/>
                </a:solidFill>
              </a:defRPr>
            </a:lvl2pPr>
            <a:lvl3pPr lvl="2" algn="ctr">
              <a:lnSpc>
                <a:spcPct val="100000"/>
              </a:lnSpc>
              <a:spcBef>
                <a:spcPts val="267"/>
              </a:spcBef>
              <a:spcAft>
                <a:spcPts val="0"/>
              </a:spcAft>
              <a:buClr>
                <a:schemeClr val="accent1"/>
              </a:buClr>
              <a:buSzPts val="1000"/>
              <a:buNone/>
              <a:defRPr sz="1333" b="1">
                <a:solidFill>
                  <a:schemeClr val="accent1"/>
                </a:solidFill>
              </a:defRPr>
            </a:lvl3pPr>
            <a:lvl4pPr lvl="3" algn="ctr">
              <a:lnSpc>
                <a:spcPct val="100000"/>
              </a:lnSpc>
              <a:spcBef>
                <a:spcPts val="267"/>
              </a:spcBef>
              <a:spcAft>
                <a:spcPts val="0"/>
              </a:spcAft>
              <a:buClr>
                <a:schemeClr val="accent1"/>
              </a:buClr>
              <a:buSzPts val="1000"/>
              <a:buNone/>
              <a:defRPr sz="1333" b="1">
                <a:solidFill>
                  <a:schemeClr val="accent1"/>
                </a:solidFill>
              </a:defRPr>
            </a:lvl4pPr>
            <a:lvl5pPr lvl="4" algn="ctr">
              <a:lnSpc>
                <a:spcPct val="100000"/>
              </a:lnSpc>
              <a:spcBef>
                <a:spcPts val="267"/>
              </a:spcBef>
              <a:spcAft>
                <a:spcPts val="0"/>
              </a:spcAft>
              <a:buClr>
                <a:schemeClr val="accent1"/>
              </a:buClr>
              <a:buSzPts val="1000"/>
              <a:buNone/>
              <a:defRPr sz="1333" b="1">
                <a:solidFill>
                  <a:schemeClr val="accent1"/>
                </a:solidFill>
              </a:defRPr>
            </a:lvl5pPr>
            <a:lvl6pPr lvl="5" algn="ctr">
              <a:lnSpc>
                <a:spcPct val="100000"/>
              </a:lnSpc>
              <a:spcBef>
                <a:spcPts val="267"/>
              </a:spcBef>
              <a:spcAft>
                <a:spcPts val="0"/>
              </a:spcAft>
              <a:buClr>
                <a:schemeClr val="accent1"/>
              </a:buClr>
              <a:buSzPts val="1000"/>
              <a:buNone/>
              <a:defRPr sz="1333" b="1">
                <a:solidFill>
                  <a:schemeClr val="accent1"/>
                </a:solidFill>
              </a:defRPr>
            </a:lvl6pPr>
            <a:lvl7pPr lvl="6" algn="ctr">
              <a:lnSpc>
                <a:spcPct val="100000"/>
              </a:lnSpc>
              <a:spcBef>
                <a:spcPts val="267"/>
              </a:spcBef>
              <a:spcAft>
                <a:spcPts val="0"/>
              </a:spcAft>
              <a:buClr>
                <a:schemeClr val="accent1"/>
              </a:buClr>
              <a:buSzPts val="1000"/>
              <a:buNone/>
              <a:defRPr sz="1333" b="1">
                <a:solidFill>
                  <a:schemeClr val="accent1"/>
                </a:solidFill>
              </a:defRPr>
            </a:lvl7pPr>
            <a:lvl8pPr lvl="7" algn="ctr">
              <a:lnSpc>
                <a:spcPct val="100000"/>
              </a:lnSpc>
              <a:spcBef>
                <a:spcPts val="267"/>
              </a:spcBef>
              <a:spcAft>
                <a:spcPts val="0"/>
              </a:spcAft>
              <a:buClr>
                <a:schemeClr val="accent1"/>
              </a:buClr>
              <a:buSzPts val="1000"/>
              <a:buNone/>
              <a:defRPr sz="1333" b="1">
                <a:solidFill>
                  <a:schemeClr val="accent1"/>
                </a:solidFill>
              </a:defRPr>
            </a:lvl8pPr>
            <a:lvl9pPr lvl="8" algn="ctr">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613" name="Google Shape;613;p45"/>
          <p:cNvSpPr txBox="1">
            <a:spLocks noGrp="1"/>
          </p:cNvSpPr>
          <p:nvPr>
            <p:ph type="subTitle" idx="8"/>
          </p:nvPr>
        </p:nvSpPr>
        <p:spPr>
          <a:xfrm>
            <a:off x="591333" y="4952533"/>
            <a:ext cx="2072800" cy="244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900"/>
              <a:buNone/>
              <a:defRPr sz="1200"/>
            </a:lvl1pPr>
            <a:lvl2pPr lvl="1" algn="l">
              <a:lnSpc>
                <a:spcPct val="100000"/>
              </a:lnSpc>
              <a:spcBef>
                <a:spcPts val="267"/>
              </a:spcBef>
              <a:spcAft>
                <a:spcPts val="0"/>
              </a:spcAft>
              <a:buSzPts val="1000"/>
              <a:buNone/>
              <a:defRPr sz="1333"/>
            </a:lvl2pPr>
            <a:lvl3pPr lvl="2" algn="l">
              <a:lnSpc>
                <a:spcPct val="100000"/>
              </a:lnSpc>
              <a:spcBef>
                <a:spcPts val="267"/>
              </a:spcBef>
              <a:spcAft>
                <a:spcPts val="0"/>
              </a:spcAft>
              <a:buSzPts val="1000"/>
              <a:buNone/>
              <a:defRPr sz="1333"/>
            </a:lvl3pPr>
            <a:lvl4pPr lvl="3" algn="l">
              <a:lnSpc>
                <a:spcPct val="100000"/>
              </a:lnSpc>
              <a:spcBef>
                <a:spcPts val="267"/>
              </a:spcBef>
              <a:spcAft>
                <a:spcPts val="0"/>
              </a:spcAft>
              <a:buSzPts val="1000"/>
              <a:buNone/>
              <a:defRPr sz="1333"/>
            </a:lvl4pPr>
            <a:lvl5pPr lvl="4" algn="l">
              <a:lnSpc>
                <a:spcPct val="100000"/>
              </a:lnSpc>
              <a:spcBef>
                <a:spcPts val="267"/>
              </a:spcBef>
              <a:spcAft>
                <a:spcPts val="0"/>
              </a:spcAft>
              <a:buSzPts val="1000"/>
              <a:buNone/>
              <a:defRPr sz="1333"/>
            </a:lvl5pPr>
            <a:lvl6pPr lvl="5" algn="l">
              <a:lnSpc>
                <a:spcPct val="100000"/>
              </a:lnSpc>
              <a:spcBef>
                <a:spcPts val="267"/>
              </a:spcBef>
              <a:spcAft>
                <a:spcPts val="0"/>
              </a:spcAft>
              <a:buSzPts val="1000"/>
              <a:buNone/>
              <a:defRPr sz="1333"/>
            </a:lvl6pPr>
            <a:lvl7pPr lvl="6" algn="l">
              <a:lnSpc>
                <a:spcPct val="100000"/>
              </a:lnSpc>
              <a:spcBef>
                <a:spcPts val="267"/>
              </a:spcBef>
              <a:spcAft>
                <a:spcPts val="0"/>
              </a:spcAft>
              <a:buSzPts val="1000"/>
              <a:buNone/>
              <a:defRPr sz="1333"/>
            </a:lvl7pPr>
            <a:lvl8pPr lvl="7" algn="l">
              <a:lnSpc>
                <a:spcPct val="100000"/>
              </a:lnSpc>
              <a:spcBef>
                <a:spcPts val="267"/>
              </a:spcBef>
              <a:spcAft>
                <a:spcPts val="0"/>
              </a:spcAft>
              <a:buSzPts val="1000"/>
              <a:buNone/>
              <a:defRPr sz="1333"/>
            </a:lvl8pPr>
            <a:lvl9pPr lvl="8" algn="l">
              <a:lnSpc>
                <a:spcPct val="100000"/>
              </a:lnSpc>
              <a:spcBef>
                <a:spcPts val="267"/>
              </a:spcBef>
              <a:spcAft>
                <a:spcPts val="267"/>
              </a:spcAft>
              <a:buSzPts val="1000"/>
              <a:buNone/>
              <a:defRPr sz="1333"/>
            </a:lvl9pPr>
          </a:lstStyle>
          <a:p>
            <a:endParaRPr/>
          </a:p>
        </p:txBody>
      </p:sp>
      <p:cxnSp>
        <p:nvCxnSpPr>
          <p:cNvPr id="614" name="Google Shape;614;p45"/>
          <p:cNvCxnSpPr/>
          <p:nvPr/>
        </p:nvCxnSpPr>
        <p:spPr>
          <a:xfrm>
            <a:off x="3061667" y="4777769"/>
            <a:ext cx="1600400" cy="0"/>
          </a:xfrm>
          <a:prstGeom prst="straightConnector1">
            <a:avLst/>
          </a:prstGeom>
          <a:noFill/>
          <a:ln w="9525" cap="flat" cmpd="sng">
            <a:solidFill>
              <a:schemeClr val="accent3"/>
            </a:solidFill>
            <a:prstDash val="solid"/>
            <a:miter lim="800000"/>
            <a:headEnd type="none" w="sm" len="sm"/>
            <a:tailEnd type="none" w="sm" len="sm"/>
          </a:ln>
        </p:spPr>
      </p:cxnSp>
      <p:sp>
        <p:nvSpPr>
          <p:cNvPr id="615" name="Google Shape;615;p45"/>
          <p:cNvSpPr txBox="1">
            <a:spLocks noGrp="1"/>
          </p:cNvSpPr>
          <p:nvPr>
            <p:ph type="subTitle" idx="9"/>
          </p:nvPr>
        </p:nvSpPr>
        <p:spPr>
          <a:xfrm>
            <a:off x="2825467" y="4387560"/>
            <a:ext cx="2072800" cy="244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1100"/>
              <a:buNone/>
              <a:defRPr sz="1467"/>
            </a:lvl1pPr>
            <a:lvl2pPr lvl="1" algn="l">
              <a:lnSpc>
                <a:spcPct val="100000"/>
              </a:lnSpc>
              <a:spcBef>
                <a:spcPts val="267"/>
              </a:spcBef>
              <a:spcAft>
                <a:spcPts val="0"/>
              </a:spcAft>
              <a:buSzPts val="1000"/>
              <a:buNone/>
              <a:defRPr sz="1333"/>
            </a:lvl2pPr>
            <a:lvl3pPr lvl="2" algn="l">
              <a:lnSpc>
                <a:spcPct val="100000"/>
              </a:lnSpc>
              <a:spcBef>
                <a:spcPts val="267"/>
              </a:spcBef>
              <a:spcAft>
                <a:spcPts val="0"/>
              </a:spcAft>
              <a:buSzPts val="1000"/>
              <a:buNone/>
              <a:defRPr sz="1333"/>
            </a:lvl3pPr>
            <a:lvl4pPr lvl="3" algn="l">
              <a:lnSpc>
                <a:spcPct val="100000"/>
              </a:lnSpc>
              <a:spcBef>
                <a:spcPts val="267"/>
              </a:spcBef>
              <a:spcAft>
                <a:spcPts val="0"/>
              </a:spcAft>
              <a:buSzPts val="1000"/>
              <a:buNone/>
              <a:defRPr sz="1333"/>
            </a:lvl4pPr>
            <a:lvl5pPr lvl="4" algn="l">
              <a:lnSpc>
                <a:spcPct val="100000"/>
              </a:lnSpc>
              <a:spcBef>
                <a:spcPts val="267"/>
              </a:spcBef>
              <a:spcAft>
                <a:spcPts val="0"/>
              </a:spcAft>
              <a:buSzPts val="1000"/>
              <a:buNone/>
              <a:defRPr sz="1333"/>
            </a:lvl5pPr>
            <a:lvl6pPr lvl="5" algn="l">
              <a:lnSpc>
                <a:spcPct val="100000"/>
              </a:lnSpc>
              <a:spcBef>
                <a:spcPts val="267"/>
              </a:spcBef>
              <a:spcAft>
                <a:spcPts val="0"/>
              </a:spcAft>
              <a:buSzPts val="1000"/>
              <a:buNone/>
              <a:defRPr sz="1333"/>
            </a:lvl6pPr>
            <a:lvl7pPr lvl="6" algn="l">
              <a:lnSpc>
                <a:spcPct val="100000"/>
              </a:lnSpc>
              <a:spcBef>
                <a:spcPts val="267"/>
              </a:spcBef>
              <a:spcAft>
                <a:spcPts val="0"/>
              </a:spcAft>
              <a:buSzPts val="1000"/>
              <a:buNone/>
              <a:defRPr sz="1333"/>
            </a:lvl7pPr>
            <a:lvl8pPr lvl="7" algn="l">
              <a:lnSpc>
                <a:spcPct val="100000"/>
              </a:lnSpc>
              <a:spcBef>
                <a:spcPts val="267"/>
              </a:spcBef>
              <a:spcAft>
                <a:spcPts val="0"/>
              </a:spcAft>
              <a:buSzPts val="1000"/>
              <a:buNone/>
              <a:defRPr sz="1333"/>
            </a:lvl8pPr>
            <a:lvl9pPr lvl="8" algn="l">
              <a:lnSpc>
                <a:spcPct val="100000"/>
              </a:lnSpc>
              <a:spcBef>
                <a:spcPts val="267"/>
              </a:spcBef>
              <a:spcAft>
                <a:spcPts val="267"/>
              </a:spcAft>
              <a:buSzPts val="1000"/>
              <a:buNone/>
              <a:defRPr sz="1333"/>
            </a:lvl9pPr>
          </a:lstStyle>
          <a:p>
            <a:endParaRPr/>
          </a:p>
        </p:txBody>
      </p:sp>
      <p:sp>
        <p:nvSpPr>
          <p:cNvPr id="616" name="Google Shape;616;p45"/>
          <p:cNvSpPr txBox="1">
            <a:spLocks noGrp="1"/>
          </p:cNvSpPr>
          <p:nvPr>
            <p:ph type="subTitle" idx="13"/>
          </p:nvPr>
        </p:nvSpPr>
        <p:spPr>
          <a:xfrm>
            <a:off x="2825467" y="4067237"/>
            <a:ext cx="2072800" cy="244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Clr>
                <a:schemeClr val="accent1"/>
              </a:buClr>
              <a:buSzPts val="1100"/>
              <a:buNone/>
              <a:defRPr sz="1467" b="1">
                <a:solidFill>
                  <a:schemeClr val="accent1"/>
                </a:solidFill>
              </a:defRPr>
            </a:lvl1pPr>
            <a:lvl2pPr lvl="1" algn="ctr">
              <a:lnSpc>
                <a:spcPct val="100000"/>
              </a:lnSpc>
              <a:spcBef>
                <a:spcPts val="267"/>
              </a:spcBef>
              <a:spcAft>
                <a:spcPts val="0"/>
              </a:spcAft>
              <a:buClr>
                <a:schemeClr val="accent1"/>
              </a:buClr>
              <a:buSzPts val="1000"/>
              <a:buNone/>
              <a:defRPr sz="1333" b="1">
                <a:solidFill>
                  <a:schemeClr val="accent1"/>
                </a:solidFill>
              </a:defRPr>
            </a:lvl2pPr>
            <a:lvl3pPr lvl="2" algn="ctr">
              <a:lnSpc>
                <a:spcPct val="100000"/>
              </a:lnSpc>
              <a:spcBef>
                <a:spcPts val="267"/>
              </a:spcBef>
              <a:spcAft>
                <a:spcPts val="0"/>
              </a:spcAft>
              <a:buClr>
                <a:schemeClr val="accent1"/>
              </a:buClr>
              <a:buSzPts val="1000"/>
              <a:buNone/>
              <a:defRPr sz="1333" b="1">
                <a:solidFill>
                  <a:schemeClr val="accent1"/>
                </a:solidFill>
              </a:defRPr>
            </a:lvl3pPr>
            <a:lvl4pPr lvl="3" algn="ctr">
              <a:lnSpc>
                <a:spcPct val="100000"/>
              </a:lnSpc>
              <a:spcBef>
                <a:spcPts val="267"/>
              </a:spcBef>
              <a:spcAft>
                <a:spcPts val="0"/>
              </a:spcAft>
              <a:buClr>
                <a:schemeClr val="accent1"/>
              </a:buClr>
              <a:buSzPts val="1000"/>
              <a:buNone/>
              <a:defRPr sz="1333" b="1">
                <a:solidFill>
                  <a:schemeClr val="accent1"/>
                </a:solidFill>
              </a:defRPr>
            </a:lvl4pPr>
            <a:lvl5pPr lvl="4" algn="ctr">
              <a:lnSpc>
                <a:spcPct val="100000"/>
              </a:lnSpc>
              <a:spcBef>
                <a:spcPts val="267"/>
              </a:spcBef>
              <a:spcAft>
                <a:spcPts val="0"/>
              </a:spcAft>
              <a:buClr>
                <a:schemeClr val="accent1"/>
              </a:buClr>
              <a:buSzPts val="1000"/>
              <a:buNone/>
              <a:defRPr sz="1333" b="1">
                <a:solidFill>
                  <a:schemeClr val="accent1"/>
                </a:solidFill>
              </a:defRPr>
            </a:lvl5pPr>
            <a:lvl6pPr lvl="5" algn="ctr">
              <a:lnSpc>
                <a:spcPct val="100000"/>
              </a:lnSpc>
              <a:spcBef>
                <a:spcPts val="267"/>
              </a:spcBef>
              <a:spcAft>
                <a:spcPts val="0"/>
              </a:spcAft>
              <a:buClr>
                <a:schemeClr val="accent1"/>
              </a:buClr>
              <a:buSzPts val="1000"/>
              <a:buNone/>
              <a:defRPr sz="1333" b="1">
                <a:solidFill>
                  <a:schemeClr val="accent1"/>
                </a:solidFill>
              </a:defRPr>
            </a:lvl6pPr>
            <a:lvl7pPr lvl="6" algn="ctr">
              <a:lnSpc>
                <a:spcPct val="100000"/>
              </a:lnSpc>
              <a:spcBef>
                <a:spcPts val="267"/>
              </a:spcBef>
              <a:spcAft>
                <a:spcPts val="0"/>
              </a:spcAft>
              <a:buClr>
                <a:schemeClr val="accent1"/>
              </a:buClr>
              <a:buSzPts val="1000"/>
              <a:buNone/>
              <a:defRPr sz="1333" b="1">
                <a:solidFill>
                  <a:schemeClr val="accent1"/>
                </a:solidFill>
              </a:defRPr>
            </a:lvl7pPr>
            <a:lvl8pPr lvl="7" algn="ctr">
              <a:lnSpc>
                <a:spcPct val="100000"/>
              </a:lnSpc>
              <a:spcBef>
                <a:spcPts val="267"/>
              </a:spcBef>
              <a:spcAft>
                <a:spcPts val="0"/>
              </a:spcAft>
              <a:buClr>
                <a:schemeClr val="accent1"/>
              </a:buClr>
              <a:buSzPts val="1000"/>
              <a:buNone/>
              <a:defRPr sz="1333" b="1">
                <a:solidFill>
                  <a:schemeClr val="accent1"/>
                </a:solidFill>
              </a:defRPr>
            </a:lvl8pPr>
            <a:lvl9pPr lvl="8" algn="ctr">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617" name="Google Shape;617;p45"/>
          <p:cNvSpPr txBox="1">
            <a:spLocks noGrp="1"/>
          </p:cNvSpPr>
          <p:nvPr>
            <p:ph type="subTitle" idx="14"/>
          </p:nvPr>
        </p:nvSpPr>
        <p:spPr>
          <a:xfrm>
            <a:off x="2825467" y="4952533"/>
            <a:ext cx="2072800" cy="244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900"/>
              <a:buNone/>
              <a:defRPr sz="1200"/>
            </a:lvl1pPr>
            <a:lvl2pPr lvl="1" algn="l">
              <a:lnSpc>
                <a:spcPct val="100000"/>
              </a:lnSpc>
              <a:spcBef>
                <a:spcPts val="267"/>
              </a:spcBef>
              <a:spcAft>
                <a:spcPts val="0"/>
              </a:spcAft>
              <a:buSzPts val="1000"/>
              <a:buNone/>
              <a:defRPr sz="1333"/>
            </a:lvl2pPr>
            <a:lvl3pPr lvl="2" algn="l">
              <a:lnSpc>
                <a:spcPct val="100000"/>
              </a:lnSpc>
              <a:spcBef>
                <a:spcPts val="267"/>
              </a:spcBef>
              <a:spcAft>
                <a:spcPts val="0"/>
              </a:spcAft>
              <a:buSzPts val="1000"/>
              <a:buNone/>
              <a:defRPr sz="1333"/>
            </a:lvl3pPr>
            <a:lvl4pPr lvl="3" algn="l">
              <a:lnSpc>
                <a:spcPct val="100000"/>
              </a:lnSpc>
              <a:spcBef>
                <a:spcPts val="267"/>
              </a:spcBef>
              <a:spcAft>
                <a:spcPts val="0"/>
              </a:spcAft>
              <a:buSzPts val="1000"/>
              <a:buNone/>
              <a:defRPr sz="1333"/>
            </a:lvl4pPr>
            <a:lvl5pPr lvl="4" algn="l">
              <a:lnSpc>
                <a:spcPct val="100000"/>
              </a:lnSpc>
              <a:spcBef>
                <a:spcPts val="267"/>
              </a:spcBef>
              <a:spcAft>
                <a:spcPts val="0"/>
              </a:spcAft>
              <a:buSzPts val="1000"/>
              <a:buNone/>
              <a:defRPr sz="1333"/>
            </a:lvl5pPr>
            <a:lvl6pPr lvl="5" algn="l">
              <a:lnSpc>
                <a:spcPct val="100000"/>
              </a:lnSpc>
              <a:spcBef>
                <a:spcPts val="267"/>
              </a:spcBef>
              <a:spcAft>
                <a:spcPts val="0"/>
              </a:spcAft>
              <a:buSzPts val="1000"/>
              <a:buNone/>
              <a:defRPr sz="1333"/>
            </a:lvl6pPr>
            <a:lvl7pPr lvl="6" algn="l">
              <a:lnSpc>
                <a:spcPct val="100000"/>
              </a:lnSpc>
              <a:spcBef>
                <a:spcPts val="267"/>
              </a:spcBef>
              <a:spcAft>
                <a:spcPts val="0"/>
              </a:spcAft>
              <a:buSzPts val="1000"/>
              <a:buNone/>
              <a:defRPr sz="1333"/>
            </a:lvl7pPr>
            <a:lvl8pPr lvl="7" algn="l">
              <a:lnSpc>
                <a:spcPct val="100000"/>
              </a:lnSpc>
              <a:spcBef>
                <a:spcPts val="267"/>
              </a:spcBef>
              <a:spcAft>
                <a:spcPts val="0"/>
              </a:spcAft>
              <a:buSzPts val="1000"/>
              <a:buNone/>
              <a:defRPr sz="1333"/>
            </a:lvl8pPr>
            <a:lvl9pPr lvl="8" algn="l">
              <a:lnSpc>
                <a:spcPct val="100000"/>
              </a:lnSpc>
              <a:spcBef>
                <a:spcPts val="267"/>
              </a:spcBef>
              <a:spcAft>
                <a:spcPts val="267"/>
              </a:spcAft>
              <a:buSzPts val="1000"/>
              <a:buNone/>
              <a:defRPr sz="1333"/>
            </a:lvl9pPr>
          </a:lstStyle>
          <a:p>
            <a:endParaRPr/>
          </a:p>
        </p:txBody>
      </p:sp>
      <p:cxnSp>
        <p:nvCxnSpPr>
          <p:cNvPr id="618" name="Google Shape;618;p45"/>
          <p:cNvCxnSpPr/>
          <p:nvPr/>
        </p:nvCxnSpPr>
        <p:spPr>
          <a:xfrm>
            <a:off x="5295800" y="4777769"/>
            <a:ext cx="1600400" cy="0"/>
          </a:xfrm>
          <a:prstGeom prst="straightConnector1">
            <a:avLst/>
          </a:prstGeom>
          <a:noFill/>
          <a:ln w="9525" cap="flat" cmpd="sng">
            <a:solidFill>
              <a:schemeClr val="accent3"/>
            </a:solidFill>
            <a:prstDash val="solid"/>
            <a:miter lim="800000"/>
            <a:headEnd type="none" w="sm" len="sm"/>
            <a:tailEnd type="none" w="sm" len="sm"/>
          </a:ln>
        </p:spPr>
      </p:cxnSp>
      <p:sp>
        <p:nvSpPr>
          <p:cNvPr id="619" name="Google Shape;619;p45"/>
          <p:cNvSpPr txBox="1">
            <a:spLocks noGrp="1"/>
          </p:cNvSpPr>
          <p:nvPr>
            <p:ph type="subTitle" idx="15"/>
          </p:nvPr>
        </p:nvSpPr>
        <p:spPr>
          <a:xfrm>
            <a:off x="5059600" y="4387560"/>
            <a:ext cx="2072800" cy="244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1100"/>
              <a:buNone/>
              <a:defRPr sz="1467"/>
            </a:lvl1pPr>
            <a:lvl2pPr lvl="1" algn="l">
              <a:lnSpc>
                <a:spcPct val="100000"/>
              </a:lnSpc>
              <a:spcBef>
                <a:spcPts val="267"/>
              </a:spcBef>
              <a:spcAft>
                <a:spcPts val="0"/>
              </a:spcAft>
              <a:buSzPts val="1000"/>
              <a:buNone/>
              <a:defRPr sz="1333"/>
            </a:lvl2pPr>
            <a:lvl3pPr lvl="2" algn="l">
              <a:lnSpc>
                <a:spcPct val="100000"/>
              </a:lnSpc>
              <a:spcBef>
                <a:spcPts val="267"/>
              </a:spcBef>
              <a:spcAft>
                <a:spcPts val="0"/>
              </a:spcAft>
              <a:buSzPts val="1000"/>
              <a:buNone/>
              <a:defRPr sz="1333"/>
            </a:lvl3pPr>
            <a:lvl4pPr lvl="3" algn="l">
              <a:lnSpc>
                <a:spcPct val="100000"/>
              </a:lnSpc>
              <a:spcBef>
                <a:spcPts val="267"/>
              </a:spcBef>
              <a:spcAft>
                <a:spcPts val="0"/>
              </a:spcAft>
              <a:buSzPts val="1000"/>
              <a:buNone/>
              <a:defRPr sz="1333"/>
            </a:lvl4pPr>
            <a:lvl5pPr lvl="4" algn="l">
              <a:lnSpc>
                <a:spcPct val="100000"/>
              </a:lnSpc>
              <a:spcBef>
                <a:spcPts val="267"/>
              </a:spcBef>
              <a:spcAft>
                <a:spcPts val="0"/>
              </a:spcAft>
              <a:buSzPts val="1000"/>
              <a:buNone/>
              <a:defRPr sz="1333"/>
            </a:lvl5pPr>
            <a:lvl6pPr lvl="5" algn="l">
              <a:lnSpc>
                <a:spcPct val="100000"/>
              </a:lnSpc>
              <a:spcBef>
                <a:spcPts val="267"/>
              </a:spcBef>
              <a:spcAft>
                <a:spcPts val="0"/>
              </a:spcAft>
              <a:buSzPts val="1000"/>
              <a:buNone/>
              <a:defRPr sz="1333"/>
            </a:lvl6pPr>
            <a:lvl7pPr lvl="6" algn="l">
              <a:lnSpc>
                <a:spcPct val="100000"/>
              </a:lnSpc>
              <a:spcBef>
                <a:spcPts val="267"/>
              </a:spcBef>
              <a:spcAft>
                <a:spcPts val="0"/>
              </a:spcAft>
              <a:buSzPts val="1000"/>
              <a:buNone/>
              <a:defRPr sz="1333"/>
            </a:lvl7pPr>
            <a:lvl8pPr lvl="7" algn="l">
              <a:lnSpc>
                <a:spcPct val="100000"/>
              </a:lnSpc>
              <a:spcBef>
                <a:spcPts val="267"/>
              </a:spcBef>
              <a:spcAft>
                <a:spcPts val="0"/>
              </a:spcAft>
              <a:buSzPts val="1000"/>
              <a:buNone/>
              <a:defRPr sz="1333"/>
            </a:lvl8pPr>
            <a:lvl9pPr lvl="8" algn="l">
              <a:lnSpc>
                <a:spcPct val="100000"/>
              </a:lnSpc>
              <a:spcBef>
                <a:spcPts val="267"/>
              </a:spcBef>
              <a:spcAft>
                <a:spcPts val="267"/>
              </a:spcAft>
              <a:buSzPts val="1000"/>
              <a:buNone/>
              <a:defRPr sz="1333"/>
            </a:lvl9pPr>
          </a:lstStyle>
          <a:p>
            <a:endParaRPr/>
          </a:p>
        </p:txBody>
      </p:sp>
      <p:sp>
        <p:nvSpPr>
          <p:cNvPr id="620" name="Google Shape;620;p45"/>
          <p:cNvSpPr txBox="1">
            <a:spLocks noGrp="1"/>
          </p:cNvSpPr>
          <p:nvPr>
            <p:ph type="subTitle" idx="16"/>
          </p:nvPr>
        </p:nvSpPr>
        <p:spPr>
          <a:xfrm>
            <a:off x="5059600" y="4067237"/>
            <a:ext cx="2072800" cy="244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Clr>
                <a:schemeClr val="accent1"/>
              </a:buClr>
              <a:buSzPts val="1100"/>
              <a:buNone/>
              <a:defRPr sz="1467" b="1">
                <a:solidFill>
                  <a:schemeClr val="accent1"/>
                </a:solidFill>
              </a:defRPr>
            </a:lvl1pPr>
            <a:lvl2pPr lvl="1" algn="ctr">
              <a:lnSpc>
                <a:spcPct val="100000"/>
              </a:lnSpc>
              <a:spcBef>
                <a:spcPts val="267"/>
              </a:spcBef>
              <a:spcAft>
                <a:spcPts val="0"/>
              </a:spcAft>
              <a:buClr>
                <a:schemeClr val="accent1"/>
              </a:buClr>
              <a:buSzPts val="1000"/>
              <a:buNone/>
              <a:defRPr sz="1333" b="1">
                <a:solidFill>
                  <a:schemeClr val="accent1"/>
                </a:solidFill>
              </a:defRPr>
            </a:lvl2pPr>
            <a:lvl3pPr lvl="2" algn="ctr">
              <a:lnSpc>
                <a:spcPct val="100000"/>
              </a:lnSpc>
              <a:spcBef>
                <a:spcPts val="267"/>
              </a:spcBef>
              <a:spcAft>
                <a:spcPts val="0"/>
              </a:spcAft>
              <a:buClr>
                <a:schemeClr val="accent1"/>
              </a:buClr>
              <a:buSzPts val="1000"/>
              <a:buNone/>
              <a:defRPr sz="1333" b="1">
                <a:solidFill>
                  <a:schemeClr val="accent1"/>
                </a:solidFill>
              </a:defRPr>
            </a:lvl3pPr>
            <a:lvl4pPr lvl="3" algn="ctr">
              <a:lnSpc>
                <a:spcPct val="100000"/>
              </a:lnSpc>
              <a:spcBef>
                <a:spcPts val="267"/>
              </a:spcBef>
              <a:spcAft>
                <a:spcPts val="0"/>
              </a:spcAft>
              <a:buClr>
                <a:schemeClr val="accent1"/>
              </a:buClr>
              <a:buSzPts val="1000"/>
              <a:buNone/>
              <a:defRPr sz="1333" b="1">
                <a:solidFill>
                  <a:schemeClr val="accent1"/>
                </a:solidFill>
              </a:defRPr>
            </a:lvl4pPr>
            <a:lvl5pPr lvl="4" algn="ctr">
              <a:lnSpc>
                <a:spcPct val="100000"/>
              </a:lnSpc>
              <a:spcBef>
                <a:spcPts val="267"/>
              </a:spcBef>
              <a:spcAft>
                <a:spcPts val="0"/>
              </a:spcAft>
              <a:buClr>
                <a:schemeClr val="accent1"/>
              </a:buClr>
              <a:buSzPts val="1000"/>
              <a:buNone/>
              <a:defRPr sz="1333" b="1">
                <a:solidFill>
                  <a:schemeClr val="accent1"/>
                </a:solidFill>
              </a:defRPr>
            </a:lvl5pPr>
            <a:lvl6pPr lvl="5" algn="ctr">
              <a:lnSpc>
                <a:spcPct val="100000"/>
              </a:lnSpc>
              <a:spcBef>
                <a:spcPts val="267"/>
              </a:spcBef>
              <a:spcAft>
                <a:spcPts val="0"/>
              </a:spcAft>
              <a:buClr>
                <a:schemeClr val="accent1"/>
              </a:buClr>
              <a:buSzPts val="1000"/>
              <a:buNone/>
              <a:defRPr sz="1333" b="1">
                <a:solidFill>
                  <a:schemeClr val="accent1"/>
                </a:solidFill>
              </a:defRPr>
            </a:lvl6pPr>
            <a:lvl7pPr lvl="6" algn="ctr">
              <a:lnSpc>
                <a:spcPct val="100000"/>
              </a:lnSpc>
              <a:spcBef>
                <a:spcPts val="267"/>
              </a:spcBef>
              <a:spcAft>
                <a:spcPts val="0"/>
              </a:spcAft>
              <a:buClr>
                <a:schemeClr val="accent1"/>
              </a:buClr>
              <a:buSzPts val="1000"/>
              <a:buNone/>
              <a:defRPr sz="1333" b="1">
                <a:solidFill>
                  <a:schemeClr val="accent1"/>
                </a:solidFill>
              </a:defRPr>
            </a:lvl7pPr>
            <a:lvl8pPr lvl="7" algn="ctr">
              <a:lnSpc>
                <a:spcPct val="100000"/>
              </a:lnSpc>
              <a:spcBef>
                <a:spcPts val="267"/>
              </a:spcBef>
              <a:spcAft>
                <a:spcPts val="0"/>
              </a:spcAft>
              <a:buClr>
                <a:schemeClr val="accent1"/>
              </a:buClr>
              <a:buSzPts val="1000"/>
              <a:buNone/>
              <a:defRPr sz="1333" b="1">
                <a:solidFill>
                  <a:schemeClr val="accent1"/>
                </a:solidFill>
              </a:defRPr>
            </a:lvl8pPr>
            <a:lvl9pPr lvl="8" algn="ctr">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621" name="Google Shape;621;p45"/>
          <p:cNvSpPr txBox="1">
            <a:spLocks noGrp="1"/>
          </p:cNvSpPr>
          <p:nvPr>
            <p:ph type="subTitle" idx="17"/>
          </p:nvPr>
        </p:nvSpPr>
        <p:spPr>
          <a:xfrm>
            <a:off x="5059600" y="4952533"/>
            <a:ext cx="2072800" cy="244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900"/>
              <a:buNone/>
              <a:defRPr sz="1200"/>
            </a:lvl1pPr>
            <a:lvl2pPr lvl="1" algn="l">
              <a:lnSpc>
                <a:spcPct val="100000"/>
              </a:lnSpc>
              <a:spcBef>
                <a:spcPts val="267"/>
              </a:spcBef>
              <a:spcAft>
                <a:spcPts val="0"/>
              </a:spcAft>
              <a:buSzPts val="1000"/>
              <a:buNone/>
              <a:defRPr sz="1333"/>
            </a:lvl2pPr>
            <a:lvl3pPr lvl="2" algn="l">
              <a:lnSpc>
                <a:spcPct val="100000"/>
              </a:lnSpc>
              <a:spcBef>
                <a:spcPts val="267"/>
              </a:spcBef>
              <a:spcAft>
                <a:spcPts val="0"/>
              </a:spcAft>
              <a:buSzPts val="1000"/>
              <a:buNone/>
              <a:defRPr sz="1333"/>
            </a:lvl3pPr>
            <a:lvl4pPr lvl="3" algn="l">
              <a:lnSpc>
                <a:spcPct val="100000"/>
              </a:lnSpc>
              <a:spcBef>
                <a:spcPts val="267"/>
              </a:spcBef>
              <a:spcAft>
                <a:spcPts val="0"/>
              </a:spcAft>
              <a:buSzPts val="1000"/>
              <a:buNone/>
              <a:defRPr sz="1333"/>
            </a:lvl4pPr>
            <a:lvl5pPr lvl="4" algn="l">
              <a:lnSpc>
                <a:spcPct val="100000"/>
              </a:lnSpc>
              <a:spcBef>
                <a:spcPts val="267"/>
              </a:spcBef>
              <a:spcAft>
                <a:spcPts val="0"/>
              </a:spcAft>
              <a:buSzPts val="1000"/>
              <a:buNone/>
              <a:defRPr sz="1333"/>
            </a:lvl5pPr>
            <a:lvl6pPr lvl="5" algn="l">
              <a:lnSpc>
                <a:spcPct val="100000"/>
              </a:lnSpc>
              <a:spcBef>
                <a:spcPts val="267"/>
              </a:spcBef>
              <a:spcAft>
                <a:spcPts val="0"/>
              </a:spcAft>
              <a:buSzPts val="1000"/>
              <a:buNone/>
              <a:defRPr sz="1333"/>
            </a:lvl6pPr>
            <a:lvl7pPr lvl="6" algn="l">
              <a:lnSpc>
                <a:spcPct val="100000"/>
              </a:lnSpc>
              <a:spcBef>
                <a:spcPts val="267"/>
              </a:spcBef>
              <a:spcAft>
                <a:spcPts val="0"/>
              </a:spcAft>
              <a:buSzPts val="1000"/>
              <a:buNone/>
              <a:defRPr sz="1333"/>
            </a:lvl7pPr>
            <a:lvl8pPr lvl="7" algn="l">
              <a:lnSpc>
                <a:spcPct val="100000"/>
              </a:lnSpc>
              <a:spcBef>
                <a:spcPts val="267"/>
              </a:spcBef>
              <a:spcAft>
                <a:spcPts val="0"/>
              </a:spcAft>
              <a:buSzPts val="1000"/>
              <a:buNone/>
              <a:defRPr sz="1333"/>
            </a:lvl8pPr>
            <a:lvl9pPr lvl="8" algn="l">
              <a:lnSpc>
                <a:spcPct val="100000"/>
              </a:lnSpc>
              <a:spcBef>
                <a:spcPts val="267"/>
              </a:spcBef>
              <a:spcAft>
                <a:spcPts val="267"/>
              </a:spcAft>
              <a:buSzPts val="1000"/>
              <a:buNone/>
              <a:defRPr sz="1333"/>
            </a:lvl9pPr>
          </a:lstStyle>
          <a:p>
            <a:endParaRPr/>
          </a:p>
        </p:txBody>
      </p:sp>
      <p:cxnSp>
        <p:nvCxnSpPr>
          <p:cNvPr id="622" name="Google Shape;622;p45"/>
          <p:cNvCxnSpPr/>
          <p:nvPr/>
        </p:nvCxnSpPr>
        <p:spPr>
          <a:xfrm>
            <a:off x="7529933" y="4777769"/>
            <a:ext cx="1600400" cy="0"/>
          </a:xfrm>
          <a:prstGeom prst="straightConnector1">
            <a:avLst/>
          </a:prstGeom>
          <a:noFill/>
          <a:ln w="9525" cap="flat" cmpd="sng">
            <a:solidFill>
              <a:schemeClr val="accent3"/>
            </a:solidFill>
            <a:prstDash val="solid"/>
            <a:miter lim="800000"/>
            <a:headEnd type="none" w="sm" len="sm"/>
            <a:tailEnd type="none" w="sm" len="sm"/>
          </a:ln>
        </p:spPr>
      </p:cxnSp>
      <p:sp>
        <p:nvSpPr>
          <p:cNvPr id="623" name="Google Shape;623;p45"/>
          <p:cNvSpPr txBox="1">
            <a:spLocks noGrp="1"/>
          </p:cNvSpPr>
          <p:nvPr>
            <p:ph type="subTitle" idx="18"/>
          </p:nvPr>
        </p:nvSpPr>
        <p:spPr>
          <a:xfrm>
            <a:off x="7293733" y="4387560"/>
            <a:ext cx="2072800" cy="244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1100"/>
              <a:buNone/>
              <a:defRPr sz="1467"/>
            </a:lvl1pPr>
            <a:lvl2pPr lvl="1" algn="l">
              <a:lnSpc>
                <a:spcPct val="100000"/>
              </a:lnSpc>
              <a:spcBef>
                <a:spcPts val="267"/>
              </a:spcBef>
              <a:spcAft>
                <a:spcPts val="0"/>
              </a:spcAft>
              <a:buSzPts val="1000"/>
              <a:buNone/>
              <a:defRPr sz="1333"/>
            </a:lvl2pPr>
            <a:lvl3pPr lvl="2" algn="l">
              <a:lnSpc>
                <a:spcPct val="100000"/>
              </a:lnSpc>
              <a:spcBef>
                <a:spcPts val="267"/>
              </a:spcBef>
              <a:spcAft>
                <a:spcPts val="0"/>
              </a:spcAft>
              <a:buSzPts val="1000"/>
              <a:buNone/>
              <a:defRPr sz="1333"/>
            </a:lvl3pPr>
            <a:lvl4pPr lvl="3" algn="l">
              <a:lnSpc>
                <a:spcPct val="100000"/>
              </a:lnSpc>
              <a:spcBef>
                <a:spcPts val="267"/>
              </a:spcBef>
              <a:spcAft>
                <a:spcPts val="0"/>
              </a:spcAft>
              <a:buSzPts val="1000"/>
              <a:buNone/>
              <a:defRPr sz="1333"/>
            </a:lvl4pPr>
            <a:lvl5pPr lvl="4" algn="l">
              <a:lnSpc>
                <a:spcPct val="100000"/>
              </a:lnSpc>
              <a:spcBef>
                <a:spcPts val="267"/>
              </a:spcBef>
              <a:spcAft>
                <a:spcPts val="0"/>
              </a:spcAft>
              <a:buSzPts val="1000"/>
              <a:buNone/>
              <a:defRPr sz="1333"/>
            </a:lvl5pPr>
            <a:lvl6pPr lvl="5" algn="l">
              <a:lnSpc>
                <a:spcPct val="100000"/>
              </a:lnSpc>
              <a:spcBef>
                <a:spcPts val="267"/>
              </a:spcBef>
              <a:spcAft>
                <a:spcPts val="0"/>
              </a:spcAft>
              <a:buSzPts val="1000"/>
              <a:buNone/>
              <a:defRPr sz="1333"/>
            </a:lvl6pPr>
            <a:lvl7pPr lvl="6" algn="l">
              <a:lnSpc>
                <a:spcPct val="100000"/>
              </a:lnSpc>
              <a:spcBef>
                <a:spcPts val="267"/>
              </a:spcBef>
              <a:spcAft>
                <a:spcPts val="0"/>
              </a:spcAft>
              <a:buSzPts val="1000"/>
              <a:buNone/>
              <a:defRPr sz="1333"/>
            </a:lvl7pPr>
            <a:lvl8pPr lvl="7" algn="l">
              <a:lnSpc>
                <a:spcPct val="100000"/>
              </a:lnSpc>
              <a:spcBef>
                <a:spcPts val="267"/>
              </a:spcBef>
              <a:spcAft>
                <a:spcPts val="0"/>
              </a:spcAft>
              <a:buSzPts val="1000"/>
              <a:buNone/>
              <a:defRPr sz="1333"/>
            </a:lvl8pPr>
            <a:lvl9pPr lvl="8" algn="l">
              <a:lnSpc>
                <a:spcPct val="100000"/>
              </a:lnSpc>
              <a:spcBef>
                <a:spcPts val="267"/>
              </a:spcBef>
              <a:spcAft>
                <a:spcPts val="267"/>
              </a:spcAft>
              <a:buSzPts val="1000"/>
              <a:buNone/>
              <a:defRPr sz="1333"/>
            </a:lvl9pPr>
          </a:lstStyle>
          <a:p>
            <a:endParaRPr/>
          </a:p>
        </p:txBody>
      </p:sp>
      <p:sp>
        <p:nvSpPr>
          <p:cNvPr id="624" name="Google Shape;624;p45"/>
          <p:cNvSpPr txBox="1">
            <a:spLocks noGrp="1"/>
          </p:cNvSpPr>
          <p:nvPr>
            <p:ph type="subTitle" idx="19"/>
          </p:nvPr>
        </p:nvSpPr>
        <p:spPr>
          <a:xfrm>
            <a:off x="7293733" y="4067237"/>
            <a:ext cx="2072800" cy="244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Clr>
                <a:schemeClr val="accent1"/>
              </a:buClr>
              <a:buSzPts val="1100"/>
              <a:buNone/>
              <a:defRPr sz="1467" b="1">
                <a:solidFill>
                  <a:schemeClr val="accent1"/>
                </a:solidFill>
              </a:defRPr>
            </a:lvl1pPr>
            <a:lvl2pPr lvl="1" algn="ctr">
              <a:lnSpc>
                <a:spcPct val="100000"/>
              </a:lnSpc>
              <a:spcBef>
                <a:spcPts val="267"/>
              </a:spcBef>
              <a:spcAft>
                <a:spcPts val="0"/>
              </a:spcAft>
              <a:buClr>
                <a:schemeClr val="accent1"/>
              </a:buClr>
              <a:buSzPts val="1000"/>
              <a:buNone/>
              <a:defRPr sz="1333" b="1">
                <a:solidFill>
                  <a:schemeClr val="accent1"/>
                </a:solidFill>
              </a:defRPr>
            </a:lvl2pPr>
            <a:lvl3pPr lvl="2" algn="ctr">
              <a:lnSpc>
                <a:spcPct val="100000"/>
              </a:lnSpc>
              <a:spcBef>
                <a:spcPts val="267"/>
              </a:spcBef>
              <a:spcAft>
                <a:spcPts val="0"/>
              </a:spcAft>
              <a:buClr>
                <a:schemeClr val="accent1"/>
              </a:buClr>
              <a:buSzPts val="1000"/>
              <a:buNone/>
              <a:defRPr sz="1333" b="1">
                <a:solidFill>
                  <a:schemeClr val="accent1"/>
                </a:solidFill>
              </a:defRPr>
            </a:lvl3pPr>
            <a:lvl4pPr lvl="3" algn="ctr">
              <a:lnSpc>
                <a:spcPct val="100000"/>
              </a:lnSpc>
              <a:spcBef>
                <a:spcPts val="267"/>
              </a:spcBef>
              <a:spcAft>
                <a:spcPts val="0"/>
              </a:spcAft>
              <a:buClr>
                <a:schemeClr val="accent1"/>
              </a:buClr>
              <a:buSzPts val="1000"/>
              <a:buNone/>
              <a:defRPr sz="1333" b="1">
                <a:solidFill>
                  <a:schemeClr val="accent1"/>
                </a:solidFill>
              </a:defRPr>
            </a:lvl4pPr>
            <a:lvl5pPr lvl="4" algn="ctr">
              <a:lnSpc>
                <a:spcPct val="100000"/>
              </a:lnSpc>
              <a:spcBef>
                <a:spcPts val="267"/>
              </a:spcBef>
              <a:spcAft>
                <a:spcPts val="0"/>
              </a:spcAft>
              <a:buClr>
                <a:schemeClr val="accent1"/>
              </a:buClr>
              <a:buSzPts val="1000"/>
              <a:buNone/>
              <a:defRPr sz="1333" b="1">
                <a:solidFill>
                  <a:schemeClr val="accent1"/>
                </a:solidFill>
              </a:defRPr>
            </a:lvl5pPr>
            <a:lvl6pPr lvl="5" algn="ctr">
              <a:lnSpc>
                <a:spcPct val="100000"/>
              </a:lnSpc>
              <a:spcBef>
                <a:spcPts val="267"/>
              </a:spcBef>
              <a:spcAft>
                <a:spcPts val="0"/>
              </a:spcAft>
              <a:buClr>
                <a:schemeClr val="accent1"/>
              </a:buClr>
              <a:buSzPts val="1000"/>
              <a:buNone/>
              <a:defRPr sz="1333" b="1">
                <a:solidFill>
                  <a:schemeClr val="accent1"/>
                </a:solidFill>
              </a:defRPr>
            </a:lvl6pPr>
            <a:lvl7pPr lvl="6" algn="ctr">
              <a:lnSpc>
                <a:spcPct val="100000"/>
              </a:lnSpc>
              <a:spcBef>
                <a:spcPts val="267"/>
              </a:spcBef>
              <a:spcAft>
                <a:spcPts val="0"/>
              </a:spcAft>
              <a:buClr>
                <a:schemeClr val="accent1"/>
              </a:buClr>
              <a:buSzPts val="1000"/>
              <a:buNone/>
              <a:defRPr sz="1333" b="1">
                <a:solidFill>
                  <a:schemeClr val="accent1"/>
                </a:solidFill>
              </a:defRPr>
            </a:lvl7pPr>
            <a:lvl8pPr lvl="7" algn="ctr">
              <a:lnSpc>
                <a:spcPct val="100000"/>
              </a:lnSpc>
              <a:spcBef>
                <a:spcPts val="267"/>
              </a:spcBef>
              <a:spcAft>
                <a:spcPts val="0"/>
              </a:spcAft>
              <a:buClr>
                <a:schemeClr val="accent1"/>
              </a:buClr>
              <a:buSzPts val="1000"/>
              <a:buNone/>
              <a:defRPr sz="1333" b="1">
                <a:solidFill>
                  <a:schemeClr val="accent1"/>
                </a:solidFill>
              </a:defRPr>
            </a:lvl8pPr>
            <a:lvl9pPr lvl="8" algn="ctr">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625" name="Google Shape;625;p45"/>
          <p:cNvSpPr txBox="1">
            <a:spLocks noGrp="1"/>
          </p:cNvSpPr>
          <p:nvPr>
            <p:ph type="subTitle" idx="20"/>
          </p:nvPr>
        </p:nvSpPr>
        <p:spPr>
          <a:xfrm>
            <a:off x="7293733" y="4952533"/>
            <a:ext cx="2072800" cy="244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900"/>
              <a:buNone/>
              <a:defRPr sz="1200"/>
            </a:lvl1pPr>
            <a:lvl2pPr lvl="1" algn="l">
              <a:lnSpc>
                <a:spcPct val="100000"/>
              </a:lnSpc>
              <a:spcBef>
                <a:spcPts val="267"/>
              </a:spcBef>
              <a:spcAft>
                <a:spcPts val="0"/>
              </a:spcAft>
              <a:buSzPts val="1000"/>
              <a:buNone/>
              <a:defRPr sz="1333"/>
            </a:lvl2pPr>
            <a:lvl3pPr lvl="2" algn="l">
              <a:lnSpc>
                <a:spcPct val="100000"/>
              </a:lnSpc>
              <a:spcBef>
                <a:spcPts val="267"/>
              </a:spcBef>
              <a:spcAft>
                <a:spcPts val="0"/>
              </a:spcAft>
              <a:buSzPts val="1000"/>
              <a:buNone/>
              <a:defRPr sz="1333"/>
            </a:lvl3pPr>
            <a:lvl4pPr lvl="3" algn="l">
              <a:lnSpc>
                <a:spcPct val="100000"/>
              </a:lnSpc>
              <a:spcBef>
                <a:spcPts val="267"/>
              </a:spcBef>
              <a:spcAft>
                <a:spcPts val="0"/>
              </a:spcAft>
              <a:buSzPts val="1000"/>
              <a:buNone/>
              <a:defRPr sz="1333"/>
            </a:lvl4pPr>
            <a:lvl5pPr lvl="4" algn="l">
              <a:lnSpc>
                <a:spcPct val="100000"/>
              </a:lnSpc>
              <a:spcBef>
                <a:spcPts val="267"/>
              </a:spcBef>
              <a:spcAft>
                <a:spcPts val="0"/>
              </a:spcAft>
              <a:buSzPts val="1000"/>
              <a:buNone/>
              <a:defRPr sz="1333"/>
            </a:lvl5pPr>
            <a:lvl6pPr lvl="5" algn="l">
              <a:lnSpc>
                <a:spcPct val="100000"/>
              </a:lnSpc>
              <a:spcBef>
                <a:spcPts val="267"/>
              </a:spcBef>
              <a:spcAft>
                <a:spcPts val="0"/>
              </a:spcAft>
              <a:buSzPts val="1000"/>
              <a:buNone/>
              <a:defRPr sz="1333"/>
            </a:lvl6pPr>
            <a:lvl7pPr lvl="6" algn="l">
              <a:lnSpc>
                <a:spcPct val="100000"/>
              </a:lnSpc>
              <a:spcBef>
                <a:spcPts val="267"/>
              </a:spcBef>
              <a:spcAft>
                <a:spcPts val="0"/>
              </a:spcAft>
              <a:buSzPts val="1000"/>
              <a:buNone/>
              <a:defRPr sz="1333"/>
            </a:lvl7pPr>
            <a:lvl8pPr lvl="7" algn="l">
              <a:lnSpc>
                <a:spcPct val="100000"/>
              </a:lnSpc>
              <a:spcBef>
                <a:spcPts val="267"/>
              </a:spcBef>
              <a:spcAft>
                <a:spcPts val="0"/>
              </a:spcAft>
              <a:buSzPts val="1000"/>
              <a:buNone/>
              <a:defRPr sz="1333"/>
            </a:lvl8pPr>
            <a:lvl9pPr lvl="8" algn="l">
              <a:lnSpc>
                <a:spcPct val="100000"/>
              </a:lnSpc>
              <a:spcBef>
                <a:spcPts val="267"/>
              </a:spcBef>
              <a:spcAft>
                <a:spcPts val="267"/>
              </a:spcAft>
              <a:buSzPts val="1000"/>
              <a:buNone/>
              <a:defRPr sz="1333"/>
            </a:lvl9pPr>
          </a:lstStyle>
          <a:p>
            <a:endParaRPr/>
          </a:p>
        </p:txBody>
      </p:sp>
      <p:cxnSp>
        <p:nvCxnSpPr>
          <p:cNvPr id="626" name="Google Shape;626;p45"/>
          <p:cNvCxnSpPr/>
          <p:nvPr/>
        </p:nvCxnSpPr>
        <p:spPr>
          <a:xfrm>
            <a:off x="9764067" y="4777769"/>
            <a:ext cx="1600400" cy="0"/>
          </a:xfrm>
          <a:prstGeom prst="straightConnector1">
            <a:avLst/>
          </a:prstGeom>
          <a:noFill/>
          <a:ln w="9525" cap="flat" cmpd="sng">
            <a:solidFill>
              <a:schemeClr val="accent3"/>
            </a:solidFill>
            <a:prstDash val="solid"/>
            <a:miter lim="800000"/>
            <a:headEnd type="none" w="sm" len="sm"/>
            <a:tailEnd type="none" w="sm" len="sm"/>
          </a:ln>
        </p:spPr>
      </p:cxnSp>
      <p:sp>
        <p:nvSpPr>
          <p:cNvPr id="627" name="Google Shape;627;p45"/>
          <p:cNvSpPr txBox="1">
            <a:spLocks noGrp="1"/>
          </p:cNvSpPr>
          <p:nvPr>
            <p:ph type="subTitle" idx="21"/>
          </p:nvPr>
        </p:nvSpPr>
        <p:spPr>
          <a:xfrm>
            <a:off x="9527867" y="4387560"/>
            <a:ext cx="2072800" cy="244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1100"/>
              <a:buNone/>
              <a:defRPr sz="1467"/>
            </a:lvl1pPr>
            <a:lvl2pPr lvl="1" algn="l">
              <a:lnSpc>
                <a:spcPct val="100000"/>
              </a:lnSpc>
              <a:spcBef>
                <a:spcPts val="267"/>
              </a:spcBef>
              <a:spcAft>
                <a:spcPts val="0"/>
              </a:spcAft>
              <a:buSzPts val="1000"/>
              <a:buNone/>
              <a:defRPr sz="1333"/>
            </a:lvl2pPr>
            <a:lvl3pPr lvl="2" algn="l">
              <a:lnSpc>
                <a:spcPct val="100000"/>
              </a:lnSpc>
              <a:spcBef>
                <a:spcPts val="267"/>
              </a:spcBef>
              <a:spcAft>
                <a:spcPts val="0"/>
              </a:spcAft>
              <a:buSzPts val="1000"/>
              <a:buNone/>
              <a:defRPr sz="1333"/>
            </a:lvl3pPr>
            <a:lvl4pPr lvl="3" algn="l">
              <a:lnSpc>
                <a:spcPct val="100000"/>
              </a:lnSpc>
              <a:spcBef>
                <a:spcPts val="267"/>
              </a:spcBef>
              <a:spcAft>
                <a:spcPts val="0"/>
              </a:spcAft>
              <a:buSzPts val="1000"/>
              <a:buNone/>
              <a:defRPr sz="1333"/>
            </a:lvl4pPr>
            <a:lvl5pPr lvl="4" algn="l">
              <a:lnSpc>
                <a:spcPct val="100000"/>
              </a:lnSpc>
              <a:spcBef>
                <a:spcPts val="267"/>
              </a:spcBef>
              <a:spcAft>
                <a:spcPts val="0"/>
              </a:spcAft>
              <a:buSzPts val="1000"/>
              <a:buNone/>
              <a:defRPr sz="1333"/>
            </a:lvl5pPr>
            <a:lvl6pPr lvl="5" algn="l">
              <a:lnSpc>
                <a:spcPct val="100000"/>
              </a:lnSpc>
              <a:spcBef>
                <a:spcPts val="267"/>
              </a:spcBef>
              <a:spcAft>
                <a:spcPts val="0"/>
              </a:spcAft>
              <a:buSzPts val="1000"/>
              <a:buNone/>
              <a:defRPr sz="1333"/>
            </a:lvl6pPr>
            <a:lvl7pPr lvl="6" algn="l">
              <a:lnSpc>
                <a:spcPct val="100000"/>
              </a:lnSpc>
              <a:spcBef>
                <a:spcPts val="267"/>
              </a:spcBef>
              <a:spcAft>
                <a:spcPts val="0"/>
              </a:spcAft>
              <a:buSzPts val="1000"/>
              <a:buNone/>
              <a:defRPr sz="1333"/>
            </a:lvl7pPr>
            <a:lvl8pPr lvl="7" algn="l">
              <a:lnSpc>
                <a:spcPct val="100000"/>
              </a:lnSpc>
              <a:spcBef>
                <a:spcPts val="267"/>
              </a:spcBef>
              <a:spcAft>
                <a:spcPts val="0"/>
              </a:spcAft>
              <a:buSzPts val="1000"/>
              <a:buNone/>
              <a:defRPr sz="1333"/>
            </a:lvl8pPr>
            <a:lvl9pPr lvl="8" algn="l">
              <a:lnSpc>
                <a:spcPct val="100000"/>
              </a:lnSpc>
              <a:spcBef>
                <a:spcPts val="267"/>
              </a:spcBef>
              <a:spcAft>
                <a:spcPts val="267"/>
              </a:spcAft>
              <a:buSzPts val="1000"/>
              <a:buNone/>
              <a:defRPr sz="1333"/>
            </a:lvl9pPr>
          </a:lstStyle>
          <a:p>
            <a:endParaRPr/>
          </a:p>
        </p:txBody>
      </p:sp>
      <p:sp>
        <p:nvSpPr>
          <p:cNvPr id="628" name="Google Shape;628;p45"/>
          <p:cNvSpPr txBox="1">
            <a:spLocks noGrp="1"/>
          </p:cNvSpPr>
          <p:nvPr>
            <p:ph type="subTitle" idx="22"/>
          </p:nvPr>
        </p:nvSpPr>
        <p:spPr>
          <a:xfrm>
            <a:off x="9527867" y="4067237"/>
            <a:ext cx="2072800" cy="244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Clr>
                <a:schemeClr val="accent1"/>
              </a:buClr>
              <a:buSzPts val="1100"/>
              <a:buNone/>
              <a:defRPr sz="1467" b="1">
                <a:solidFill>
                  <a:schemeClr val="accent1"/>
                </a:solidFill>
              </a:defRPr>
            </a:lvl1pPr>
            <a:lvl2pPr lvl="1" algn="ctr">
              <a:lnSpc>
                <a:spcPct val="100000"/>
              </a:lnSpc>
              <a:spcBef>
                <a:spcPts val="267"/>
              </a:spcBef>
              <a:spcAft>
                <a:spcPts val="0"/>
              </a:spcAft>
              <a:buClr>
                <a:schemeClr val="accent1"/>
              </a:buClr>
              <a:buSzPts val="1000"/>
              <a:buNone/>
              <a:defRPr sz="1333" b="1">
                <a:solidFill>
                  <a:schemeClr val="accent1"/>
                </a:solidFill>
              </a:defRPr>
            </a:lvl2pPr>
            <a:lvl3pPr lvl="2" algn="ctr">
              <a:lnSpc>
                <a:spcPct val="100000"/>
              </a:lnSpc>
              <a:spcBef>
                <a:spcPts val="267"/>
              </a:spcBef>
              <a:spcAft>
                <a:spcPts val="0"/>
              </a:spcAft>
              <a:buClr>
                <a:schemeClr val="accent1"/>
              </a:buClr>
              <a:buSzPts val="1000"/>
              <a:buNone/>
              <a:defRPr sz="1333" b="1">
                <a:solidFill>
                  <a:schemeClr val="accent1"/>
                </a:solidFill>
              </a:defRPr>
            </a:lvl3pPr>
            <a:lvl4pPr lvl="3" algn="ctr">
              <a:lnSpc>
                <a:spcPct val="100000"/>
              </a:lnSpc>
              <a:spcBef>
                <a:spcPts val="267"/>
              </a:spcBef>
              <a:spcAft>
                <a:spcPts val="0"/>
              </a:spcAft>
              <a:buClr>
                <a:schemeClr val="accent1"/>
              </a:buClr>
              <a:buSzPts val="1000"/>
              <a:buNone/>
              <a:defRPr sz="1333" b="1">
                <a:solidFill>
                  <a:schemeClr val="accent1"/>
                </a:solidFill>
              </a:defRPr>
            </a:lvl4pPr>
            <a:lvl5pPr lvl="4" algn="ctr">
              <a:lnSpc>
                <a:spcPct val="100000"/>
              </a:lnSpc>
              <a:spcBef>
                <a:spcPts val="267"/>
              </a:spcBef>
              <a:spcAft>
                <a:spcPts val="0"/>
              </a:spcAft>
              <a:buClr>
                <a:schemeClr val="accent1"/>
              </a:buClr>
              <a:buSzPts val="1000"/>
              <a:buNone/>
              <a:defRPr sz="1333" b="1">
                <a:solidFill>
                  <a:schemeClr val="accent1"/>
                </a:solidFill>
              </a:defRPr>
            </a:lvl5pPr>
            <a:lvl6pPr lvl="5" algn="ctr">
              <a:lnSpc>
                <a:spcPct val="100000"/>
              </a:lnSpc>
              <a:spcBef>
                <a:spcPts val="267"/>
              </a:spcBef>
              <a:spcAft>
                <a:spcPts val="0"/>
              </a:spcAft>
              <a:buClr>
                <a:schemeClr val="accent1"/>
              </a:buClr>
              <a:buSzPts val="1000"/>
              <a:buNone/>
              <a:defRPr sz="1333" b="1">
                <a:solidFill>
                  <a:schemeClr val="accent1"/>
                </a:solidFill>
              </a:defRPr>
            </a:lvl6pPr>
            <a:lvl7pPr lvl="6" algn="ctr">
              <a:lnSpc>
                <a:spcPct val="100000"/>
              </a:lnSpc>
              <a:spcBef>
                <a:spcPts val="267"/>
              </a:spcBef>
              <a:spcAft>
                <a:spcPts val="0"/>
              </a:spcAft>
              <a:buClr>
                <a:schemeClr val="accent1"/>
              </a:buClr>
              <a:buSzPts val="1000"/>
              <a:buNone/>
              <a:defRPr sz="1333" b="1">
                <a:solidFill>
                  <a:schemeClr val="accent1"/>
                </a:solidFill>
              </a:defRPr>
            </a:lvl7pPr>
            <a:lvl8pPr lvl="7" algn="ctr">
              <a:lnSpc>
                <a:spcPct val="100000"/>
              </a:lnSpc>
              <a:spcBef>
                <a:spcPts val="267"/>
              </a:spcBef>
              <a:spcAft>
                <a:spcPts val="0"/>
              </a:spcAft>
              <a:buClr>
                <a:schemeClr val="accent1"/>
              </a:buClr>
              <a:buSzPts val="1000"/>
              <a:buNone/>
              <a:defRPr sz="1333" b="1">
                <a:solidFill>
                  <a:schemeClr val="accent1"/>
                </a:solidFill>
              </a:defRPr>
            </a:lvl8pPr>
            <a:lvl9pPr lvl="8" algn="ctr">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629" name="Google Shape;629;p45"/>
          <p:cNvSpPr txBox="1">
            <a:spLocks noGrp="1"/>
          </p:cNvSpPr>
          <p:nvPr>
            <p:ph type="subTitle" idx="23"/>
          </p:nvPr>
        </p:nvSpPr>
        <p:spPr>
          <a:xfrm>
            <a:off x="9527867" y="4952533"/>
            <a:ext cx="2072800" cy="244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900"/>
              <a:buNone/>
              <a:defRPr sz="1200"/>
            </a:lvl1pPr>
            <a:lvl2pPr lvl="1" algn="l">
              <a:lnSpc>
                <a:spcPct val="100000"/>
              </a:lnSpc>
              <a:spcBef>
                <a:spcPts val="267"/>
              </a:spcBef>
              <a:spcAft>
                <a:spcPts val="0"/>
              </a:spcAft>
              <a:buSzPts val="1000"/>
              <a:buNone/>
              <a:defRPr sz="1333"/>
            </a:lvl2pPr>
            <a:lvl3pPr lvl="2" algn="l">
              <a:lnSpc>
                <a:spcPct val="100000"/>
              </a:lnSpc>
              <a:spcBef>
                <a:spcPts val="267"/>
              </a:spcBef>
              <a:spcAft>
                <a:spcPts val="0"/>
              </a:spcAft>
              <a:buSzPts val="1000"/>
              <a:buNone/>
              <a:defRPr sz="1333"/>
            </a:lvl3pPr>
            <a:lvl4pPr lvl="3" algn="l">
              <a:lnSpc>
                <a:spcPct val="100000"/>
              </a:lnSpc>
              <a:spcBef>
                <a:spcPts val="267"/>
              </a:spcBef>
              <a:spcAft>
                <a:spcPts val="0"/>
              </a:spcAft>
              <a:buSzPts val="1000"/>
              <a:buNone/>
              <a:defRPr sz="1333"/>
            </a:lvl4pPr>
            <a:lvl5pPr lvl="4" algn="l">
              <a:lnSpc>
                <a:spcPct val="100000"/>
              </a:lnSpc>
              <a:spcBef>
                <a:spcPts val="267"/>
              </a:spcBef>
              <a:spcAft>
                <a:spcPts val="0"/>
              </a:spcAft>
              <a:buSzPts val="1000"/>
              <a:buNone/>
              <a:defRPr sz="1333"/>
            </a:lvl5pPr>
            <a:lvl6pPr lvl="5" algn="l">
              <a:lnSpc>
                <a:spcPct val="100000"/>
              </a:lnSpc>
              <a:spcBef>
                <a:spcPts val="267"/>
              </a:spcBef>
              <a:spcAft>
                <a:spcPts val="0"/>
              </a:spcAft>
              <a:buSzPts val="1000"/>
              <a:buNone/>
              <a:defRPr sz="1333"/>
            </a:lvl6pPr>
            <a:lvl7pPr lvl="6" algn="l">
              <a:lnSpc>
                <a:spcPct val="100000"/>
              </a:lnSpc>
              <a:spcBef>
                <a:spcPts val="267"/>
              </a:spcBef>
              <a:spcAft>
                <a:spcPts val="0"/>
              </a:spcAft>
              <a:buSzPts val="1000"/>
              <a:buNone/>
              <a:defRPr sz="1333"/>
            </a:lvl7pPr>
            <a:lvl8pPr lvl="7" algn="l">
              <a:lnSpc>
                <a:spcPct val="100000"/>
              </a:lnSpc>
              <a:spcBef>
                <a:spcPts val="267"/>
              </a:spcBef>
              <a:spcAft>
                <a:spcPts val="0"/>
              </a:spcAft>
              <a:buSzPts val="1000"/>
              <a:buNone/>
              <a:defRPr sz="1333"/>
            </a:lvl8pPr>
            <a:lvl9pPr lvl="8" algn="l">
              <a:lnSpc>
                <a:spcPct val="100000"/>
              </a:lnSpc>
              <a:spcBef>
                <a:spcPts val="267"/>
              </a:spcBef>
              <a:spcAft>
                <a:spcPts val="267"/>
              </a:spcAft>
              <a:buSzPts val="1000"/>
              <a:buNone/>
              <a:defRPr sz="1333"/>
            </a:lvl9pPr>
          </a:lstStyle>
          <a:p>
            <a:endParaRPr/>
          </a:p>
        </p:txBody>
      </p:sp>
    </p:spTree>
    <p:extLst>
      <p:ext uri="{BB962C8B-B14F-4D97-AF65-F5344CB8AC3E}">
        <p14:creationId xmlns:p14="http://schemas.microsoft.com/office/powerpoint/2010/main" val="3104391557"/>
      </p:ext>
    </p:extLst>
  </p:cSld>
  <p:clrMapOvr>
    <a:masterClrMapping/>
  </p:clrMapOvr>
  <p:extLst>
    <p:ext uri="{DCECCB84-F9BA-43D5-87BE-67443E8EF086}">
      <p15:sldGuideLst xmlns:p15="http://schemas.microsoft.com/office/powerpoint/2012/main">
        <p15:guide id="1" pos="259">
          <p15:clr>
            <a:srgbClr val="FA7B17"/>
          </p15:clr>
        </p15:guide>
        <p15:guide id="2" pos="5501">
          <p15:clr>
            <a:srgbClr val="FA7B17"/>
          </p15:clr>
        </p15:guide>
        <p15:guide id="3" orient="horz" pos="518">
          <p15:clr>
            <a:srgbClr val="FA7B17"/>
          </p15:clr>
        </p15:guide>
        <p15:guide id="4" orient="horz" pos="3070">
          <p15:clr>
            <a:srgbClr val="FA7B17"/>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io/Profile - Style 1">
  <p:cSld name="Bio/Profile - Style 1">
    <p:spTree>
      <p:nvGrpSpPr>
        <p:cNvPr id="1" name="Shape 630"/>
        <p:cNvGrpSpPr/>
        <p:nvPr/>
      </p:nvGrpSpPr>
      <p:grpSpPr>
        <a:xfrm>
          <a:off x="0" y="0"/>
          <a:ext cx="0" cy="0"/>
          <a:chOff x="0" y="0"/>
          <a:chExt cx="0" cy="0"/>
        </a:xfrm>
      </p:grpSpPr>
      <p:sp>
        <p:nvSpPr>
          <p:cNvPr id="631" name="Google Shape;631;p46"/>
          <p:cNvSpPr/>
          <p:nvPr/>
        </p:nvSpPr>
        <p:spPr>
          <a:xfrm flipH="1">
            <a:off x="4516" y="1"/>
            <a:ext cx="4815585" cy="6469380"/>
          </a:xfrm>
          <a:custGeom>
            <a:avLst/>
            <a:gdLst/>
            <a:ahLst/>
            <a:cxnLst/>
            <a:rect l="l" t="t" r="r" b="b"/>
            <a:pathLst>
              <a:path w="4815585" h="6858000" extrusionOk="0">
                <a:moveTo>
                  <a:pt x="538284" y="0"/>
                </a:moveTo>
                <a:lnTo>
                  <a:pt x="4815585" y="0"/>
                </a:lnTo>
                <a:lnTo>
                  <a:pt x="4815585" y="6854554"/>
                </a:lnTo>
                <a:lnTo>
                  <a:pt x="4679279" y="6858000"/>
                </a:lnTo>
                <a:cubicBezTo>
                  <a:pt x="2094985" y="6858000"/>
                  <a:pt x="0" y="4763015"/>
                  <a:pt x="0" y="2178721"/>
                </a:cubicBezTo>
                <a:cubicBezTo>
                  <a:pt x="0" y="1451888"/>
                  <a:pt x="165717" y="763761"/>
                  <a:pt x="461428" y="150060"/>
                </a:cubicBezTo>
                <a:close/>
              </a:path>
            </a:pathLst>
          </a:custGeom>
          <a:solidFill>
            <a:srgbClr val="F3F3F3"/>
          </a:soli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632" name="Google Shape;632;p46"/>
          <p:cNvSpPr/>
          <p:nvPr/>
        </p:nvSpPr>
        <p:spPr>
          <a:xfrm>
            <a:off x="11792595" y="6494883"/>
            <a:ext cx="304800" cy="306000"/>
          </a:xfrm>
          <a:prstGeom prst="ellipse">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US" sz="933" b="0" i="0" u="none" strike="noStrike" cap="none">
                <a:solidFill>
                  <a:schemeClr val="lt1"/>
                </a:solidFill>
                <a:latin typeface="Calibri"/>
                <a:ea typeface="Calibri"/>
                <a:cs typeface="Calibri"/>
                <a:sym typeface="Calibri"/>
              </a:rPr>
              <a:pPr marL="0" marR="0" lvl="0" indent="0" algn="r" rtl="0">
                <a:lnSpc>
                  <a:spcPct val="100000"/>
                </a:lnSpc>
                <a:spcBef>
                  <a:spcPts val="0"/>
                </a:spcBef>
                <a:spcAft>
                  <a:spcPts val="0"/>
                </a:spcAft>
                <a:buClr>
                  <a:srgbClr val="000000"/>
                </a:buClr>
                <a:buSzPts val="700"/>
                <a:buFont typeface="Arial"/>
                <a:buNone/>
              </a:pPr>
              <a:t>‹#›</a:t>
            </a:fld>
            <a:endParaRPr sz="933" b="0" i="0" u="none" strike="noStrike" cap="none" dirty="0">
              <a:solidFill>
                <a:schemeClr val="lt1"/>
              </a:solidFill>
              <a:latin typeface="Calibri"/>
              <a:ea typeface="Calibri"/>
              <a:cs typeface="Calibri"/>
              <a:sym typeface="Calibri"/>
            </a:endParaRPr>
          </a:p>
        </p:txBody>
      </p:sp>
      <p:sp>
        <p:nvSpPr>
          <p:cNvPr id="633" name="Google Shape;633;p46"/>
          <p:cNvSpPr/>
          <p:nvPr/>
        </p:nvSpPr>
        <p:spPr>
          <a:xfrm>
            <a:off x="1065607" y="777800"/>
            <a:ext cx="1828800" cy="18288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634" name="Google Shape;634;p46"/>
          <p:cNvSpPr txBox="1">
            <a:spLocks noGrp="1"/>
          </p:cNvSpPr>
          <p:nvPr>
            <p:ph type="subTitle" idx="1"/>
          </p:nvPr>
        </p:nvSpPr>
        <p:spPr>
          <a:xfrm>
            <a:off x="5547367" y="962972"/>
            <a:ext cx="6096000" cy="3472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1400"/>
              <a:buNone/>
              <a:defRPr b="1">
                <a:solidFill>
                  <a:schemeClr val="accent1"/>
                </a:solidFill>
              </a:defRPr>
            </a:lvl1pPr>
            <a:lvl2pPr lvl="1" algn="l">
              <a:lnSpc>
                <a:spcPct val="100000"/>
              </a:lnSpc>
              <a:spcBef>
                <a:spcPts val="267"/>
              </a:spcBef>
              <a:spcAft>
                <a:spcPts val="0"/>
              </a:spcAft>
              <a:buClr>
                <a:schemeClr val="accent1"/>
              </a:buClr>
              <a:buSzPts val="1400"/>
              <a:buNone/>
              <a:defRPr>
                <a:solidFill>
                  <a:schemeClr val="accent1"/>
                </a:solidFill>
              </a:defRPr>
            </a:lvl2pPr>
            <a:lvl3pPr lvl="2" algn="l">
              <a:lnSpc>
                <a:spcPct val="100000"/>
              </a:lnSpc>
              <a:spcBef>
                <a:spcPts val="267"/>
              </a:spcBef>
              <a:spcAft>
                <a:spcPts val="0"/>
              </a:spcAft>
              <a:buClr>
                <a:schemeClr val="accent1"/>
              </a:buClr>
              <a:buSzPts val="1400"/>
              <a:buNone/>
              <a:defRPr>
                <a:solidFill>
                  <a:schemeClr val="accent1"/>
                </a:solidFill>
              </a:defRPr>
            </a:lvl3pPr>
            <a:lvl4pPr lvl="3" algn="l">
              <a:lnSpc>
                <a:spcPct val="100000"/>
              </a:lnSpc>
              <a:spcBef>
                <a:spcPts val="267"/>
              </a:spcBef>
              <a:spcAft>
                <a:spcPts val="0"/>
              </a:spcAft>
              <a:buClr>
                <a:schemeClr val="accent1"/>
              </a:buClr>
              <a:buSzPts val="1400"/>
              <a:buNone/>
              <a:defRPr>
                <a:solidFill>
                  <a:schemeClr val="accent1"/>
                </a:solidFill>
              </a:defRPr>
            </a:lvl4pPr>
            <a:lvl5pPr lvl="4" algn="l">
              <a:lnSpc>
                <a:spcPct val="100000"/>
              </a:lnSpc>
              <a:spcBef>
                <a:spcPts val="267"/>
              </a:spcBef>
              <a:spcAft>
                <a:spcPts val="0"/>
              </a:spcAft>
              <a:buClr>
                <a:schemeClr val="accent1"/>
              </a:buClr>
              <a:buSzPts val="1400"/>
              <a:buNone/>
              <a:defRPr>
                <a:solidFill>
                  <a:schemeClr val="accent1"/>
                </a:solidFill>
              </a:defRPr>
            </a:lvl5pPr>
            <a:lvl6pPr lvl="5" algn="l">
              <a:lnSpc>
                <a:spcPct val="100000"/>
              </a:lnSpc>
              <a:spcBef>
                <a:spcPts val="267"/>
              </a:spcBef>
              <a:spcAft>
                <a:spcPts val="0"/>
              </a:spcAft>
              <a:buClr>
                <a:schemeClr val="accent1"/>
              </a:buClr>
              <a:buSzPts val="1400"/>
              <a:buNone/>
              <a:defRPr>
                <a:solidFill>
                  <a:schemeClr val="accent1"/>
                </a:solidFill>
              </a:defRPr>
            </a:lvl6pPr>
            <a:lvl7pPr lvl="6" algn="l">
              <a:lnSpc>
                <a:spcPct val="100000"/>
              </a:lnSpc>
              <a:spcBef>
                <a:spcPts val="267"/>
              </a:spcBef>
              <a:spcAft>
                <a:spcPts val="0"/>
              </a:spcAft>
              <a:buClr>
                <a:schemeClr val="accent1"/>
              </a:buClr>
              <a:buSzPts val="1400"/>
              <a:buNone/>
              <a:defRPr>
                <a:solidFill>
                  <a:schemeClr val="accent1"/>
                </a:solidFill>
              </a:defRPr>
            </a:lvl7pPr>
            <a:lvl8pPr lvl="7" algn="l">
              <a:lnSpc>
                <a:spcPct val="100000"/>
              </a:lnSpc>
              <a:spcBef>
                <a:spcPts val="267"/>
              </a:spcBef>
              <a:spcAft>
                <a:spcPts val="0"/>
              </a:spcAft>
              <a:buClr>
                <a:schemeClr val="accent1"/>
              </a:buClr>
              <a:buSzPts val="1400"/>
              <a:buNone/>
              <a:defRPr>
                <a:solidFill>
                  <a:schemeClr val="accent1"/>
                </a:solidFill>
              </a:defRPr>
            </a:lvl8pPr>
            <a:lvl9pPr lvl="8" algn="l">
              <a:lnSpc>
                <a:spcPct val="100000"/>
              </a:lnSpc>
              <a:spcBef>
                <a:spcPts val="267"/>
              </a:spcBef>
              <a:spcAft>
                <a:spcPts val="267"/>
              </a:spcAft>
              <a:buClr>
                <a:schemeClr val="accent1"/>
              </a:buClr>
              <a:buSzPts val="1400"/>
              <a:buNone/>
              <a:defRPr>
                <a:solidFill>
                  <a:schemeClr val="accent1"/>
                </a:solidFill>
              </a:defRPr>
            </a:lvl9pPr>
          </a:lstStyle>
          <a:p>
            <a:endParaRPr/>
          </a:p>
        </p:txBody>
      </p:sp>
      <p:sp>
        <p:nvSpPr>
          <p:cNvPr id="635" name="Google Shape;635;p46"/>
          <p:cNvSpPr txBox="1">
            <a:spLocks noGrp="1"/>
          </p:cNvSpPr>
          <p:nvPr>
            <p:ph type="subTitle" idx="2"/>
          </p:nvPr>
        </p:nvSpPr>
        <p:spPr>
          <a:xfrm>
            <a:off x="5547367" y="1617445"/>
            <a:ext cx="60960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100"/>
              <a:buNone/>
              <a:defRPr sz="1467" b="1"/>
            </a:lvl1pPr>
            <a:lvl2pPr lvl="1" algn="l">
              <a:lnSpc>
                <a:spcPct val="100000"/>
              </a:lnSpc>
              <a:spcBef>
                <a:spcPts val="267"/>
              </a:spcBef>
              <a:spcAft>
                <a:spcPts val="0"/>
              </a:spcAft>
              <a:buSzPts val="1000"/>
              <a:buNone/>
              <a:defRPr sz="1333"/>
            </a:lvl2pPr>
            <a:lvl3pPr lvl="2" algn="l">
              <a:lnSpc>
                <a:spcPct val="100000"/>
              </a:lnSpc>
              <a:spcBef>
                <a:spcPts val="267"/>
              </a:spcBef>
              <a:spcAft>
                <a:spcPts val="0"/>
              </a:spcAft>
              <a:buSzPts val="1000"/>
              <a:buNone/>
              <a:defRPr sz="1333"/>
            </a:lvl3pPr>
            <a:lvl4pPr lvl="3" algn="l">
              <a:lnSpc>
                <a:spcPct val="100000"/>
              </a:lnSpc>
              <a:spcBef>
                <a:spcPts val="267"/>
              </a:spcBef>
              <a:spcAft>
                <a:spcPts val="0"/>
              </a:spcAft>
              <a:buSzPts val="1000"/>
              <a:buNone/>
              <a:defRPr sz="1333"/>
            </a:lvl4pPr>
            <a:lvl5pPr lvl="4" algn="l">
              <a:lnSpc>
                <a:spcPct val="100000"/>
              </a:lnSpc>
              <a:spcBef>
                <a:spcPts val="267"/>
              </a:spcBef>
              <a:spcAft>
                <a:spcPts val="0"/>
              </a:spcAft>
              <a:buSzPts val="1000"/>
              <a:buNone/>
              <a:defRPr sz="1333"/>
            </a:lvl5pPr>
            <a:lvl6pPr lvl="5" algn="l">
              <a:lnSpc>
                <a:spcPct val="100000"/>
              </a:lnSpc>
              <a:spcBef>
                <a:spcPts val="267"/>
              </a:spcBef>
              <a:spcAft>
                <a:spcPts val="0"/>
              </a:spcAft>
              <a:buSzPts val="1000"/>
              <a:buNone/>
              <a:defRPr sz="1333"/>
            </a:lvl6pPr>
            <a:lvl7pPr lvl="6" algn="l">
              <a:lnSpc>
                <a:spcPct val="100000"/>
              </a:lnSpc>
              <a:spcBef>
                <a:spcPts val="267"/>
              </a:spcBef>
              <a:spcAft>
                <a:spcPts val="0"/>
              </a:spcAft>
              <a:buSzPts val="1000"/>
              <a:buNone/>
              <a:defRPr sz="1333"/>
            </a:lvl7pPr>
            <a:lvl8pPr lvl="7" algn="l">
              <a:lnSpc>
                <a:spcPct val="100000"/>
              </a:lnSpc>
              <a:spcBef>
                <a:spcPts val="267"/>
              </a:spcBef>
              <a:spcAft>
                <a:spcPts val="0"/>
              </a:spcAft>
              <a:buSzPts val="1000"/>
              <a:buNone/>
              <a:defRPr sz="1333"/>
            </a:lvl8pPr>
            <a:lvl9pPr lvl="8" algn="l">
              <a:lnSpc>
                <a:spcPct val="100000"/>
              </a:lnSpc>
              <a:spcBef>
                <a:spcPts val="267"/>
              </a:spcBef>
              <a:spcAft>
                <a:spcPts val="267"/>
              </a:spcAft>
              <a:buSzPts val="1000"/>
              <a:buNone/>
              <a:defRPr sz="1333"/>
            </a:lvl9pPr>
          </a:lstStyle>
          <a:p>
            <a:endParaRPr/>
          </a:p>
        </p:txBody>
      </p:sp>
      <p:sp>
        <p:nvSpPr>
          <p:cNvPr id="636" name="Google Shape;636;p46"/>
          <p:cNvSpPr txBox="1">
            <a:spLocks noGrp="1"/>
          </p:cNvSpPr>
          <p:nvPr>
            <p:ph type="subTitle" idx="3"/>
          </p:nvPr>
        </p:nvSpPr>
        <p:spPr>
          <a:xfrm>
            <a:off x="5547367" y="2023888"/>
            <a:ext cx="6096000" cy="14828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000"/>
              <a:buNone/>
              <a:defRPr sz="1333"/>
            </a:lvl1pPr>
            <a:lvl2pPr lvl="1" algn="l">
              <a:lnSpc>
                <a:spcPct val="100000"/>
              </a:lnSpc>
              <a:spcBef>
                <a:spcPts val="267"/>
              </a:spcBef>
              <a:spcAft>
                <a:spcPts val="0"/>
              </a:spcAft>
              <a:buSzPts val="1000"/>
              <a:buNone/>
              <a:defRPr sz="1333" b="1"/>
            </a:lvl2pPr>
            <a:lvl3pPr lvl="2" algn="l">
              <a:lnSpc>
                <a:spcPct val="100000"/>
              </a:lnSpc>
              <a:spcBef>
                <a:spcPts val="267"/>
              </a:spcBef>
              <a:spcAft>
                <a:spcPts val="0"/>
              </a:spcAft>
              <a:buSzPts val="1000"/>
              <a:buNone/>
              <a:defRPr sz="1333" b="1"/>
            </a:lvl3pPr>
            <a:lvl4pPr lvl="3" algn="l">
              <a:lnSpc>
                <a:spcPct val="100000"/>
              </a:lnSpc>
              <a:spcBef>
                <a:spcPts val="267"/>
              </a:spcBef>
              <a:spcAft>
                <a:spcPts val="0"/>
              </a:spcAft>
              <a:buSzPts val="1000"/>
              <a:buNone/>
              <a:defRPr sz="1333" b="1"/>
            </a:lvl4pPr>
            <a:lvl5pPr lvl="4" algn="l">
              <a:lnSpc>
                <a:spcPct val="100000"/>
              </a:lnSpc>
              <a:spcBef>
                <a:spcPts val="267"/>
              </a:spcBef>
              <a:spcAft>
                <a:spcPts val="0"/>
              </a:spcAft>
              <a:buSzPts val="1000"/>
              <a:buNone/>
              <a:defRPr sz="1333" b="1"/>
            </a:lvl5pPr>
            <a:lvl6pPr lvl="5" algn="l">
              <a:lnSpc>
                <a:spcPct val="100000"/>
              </a:lnSpc>
              <a:spcBef>
                <a:spcPts val="267"/>
              </a:spcBef>
              <a:spcAft>
                <a:spcPts val="0"/>
              </a:spcAft>
              <a:buSzPts val="1000"/>
              <a:buNone/>
              <a:defRPr sz="1333" b="1"/>
            </a:lvl6pPr>
            <a:lvl7pPr lvl="6" algn="l">
              <a:lnSpc>
                <a:spcPct val="100000"/>
              </a:lnSpc>
              <a:spcBef>
                <a:spcPts val="267"/>
              </a:spcBef>
              <a:spcAft>
                <a:spcPts val="0"/>
              </a:spcAft>
              <a:buSzPts val="1000"/>
              <a:buNone/>
              <a:defRPr sz="1333" b="1"/>
            </a:lvl7pPr>
            <a:lvl8pPr lvl="7" algn="l">
              <a:lnSpc>
                <a:spcPct val="100000"/>
              </a:lnSpc>
              <a:spcBef>
                <a:spcPts val="267"/>
              </a:spcBef>
              <a:spcAft>
                <a:spcPts val="0"/>
              </a:spcAft>
              <a:buSzPts val="1000"/>
              <a:buNone/>
              <a:defRPr sz="1333" b="1"/>
            </a:lvl8pPr>
            <a:lvl9pPr lvl="8" algn="l">
              <a:lnSpc>
                <a:spcPct val="100000"/>
              </a:lnSpc>
              <a:spcBef>
                <a:spcPts val="267"/>
              </a:spcBef>
              <a:spcAft>
                <a:spcPts val="267"/>
              </a:spcAft>
              <a:buSzPts val="1000"/>
              <a:buNone/>
              <a:defRPr sz="1333" b="1"/>
            </a:lvl9pPr>
          </a:lstStyle>
          <a:p>
            <a:endParaRPr/>
          </a:p>
        </p:txBody>
      </p:sp>
      <p:sp>
        <p:nvSpPr>
          <p:cNvPr id="637" name="Google Shape;637;p46"/>
          <p:cNvSpPr txBox="1">
            <a:spLocks noGrp="1"/>
          </p:cNvSpPr>
          <p:nvPr>
            <p:ph type="subTitle" idx="4"/>
          </p:nvPr>
        </p:nvSpPr>
        <p:spPr>
          <a:xfrm>
            <a:off x="5547367" y="3979245"/>
            <a:ext cx="60960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100"/>
              <a:buNone/>
              <a:defRPr sz="1467" b="1"/>
            </a:lvl1pPr>
            <a:lvl2pPr lvl="1" algn="l">
              <a:lnSpc>
                <a:spcPct val="100000"/>
              </a:lnSpc>
              <a:spcBef>
                <a:spcPts val="267"/>
              </a:spcBef>
              <a:spcAft>
                <a:spcPts val="0"/>
              </a:spcAft>
              <a:buSzPts val="1000"/>
              <a:buNone/>
              <a:defRPr sz="1333"/>
            </a:lvl2pPr>
            <a:lvl3pPr lvl="2" algn="l">
              <a:lnSpc>
                <a:spcPct val="100000"/>
              </a:lnSpc>
              <a:spcBef>
                <a:spcPts val="267"/>
              </a:spcBef>
              <a:spcAft>
                <a:spcPts val="0"/>
              </a:spcAft>
              <a:buSzPts val="1000"/>
              <a:buNone/>
              <a:defRPr sz="1333"/>
            </a:lvl3pPr>
            <a:lvl4pPr lvl="3" algn="l">
              <a:lnSpc>
                <a:spcPct val="100000"/>
              </a:lnSpc>
              <a:spcBef>
                <a:spcPts val="267"/>
              </a:spcBef>
              <a:spcAft>
                <a:spcPts val="0"/>
              </a:spcAft>
              <a:buSzPts val="1000"/>
              <a:buNone/>
              <a:defRPr sz="1333"/>
            </a:lvl4pPr>
            <a:lvl5pPr lvl="4" algn="l">
              <a:lnSpc>
                <a:spcPct val="100000"/>
              </a:lnSpc>
              <a:spcBef>
                <a:spcPts val="267"/>
              </a:spcBef>
              <a:spcAft>
                <a:spcPts val="0"/>
              </a:spcAft>
              <a:buSzPts val="1000"/>
              <a:buNone/>
              <a:defRPr sz="1333"/>
            </a:lvl5pPr>
            <a:lvl6pPr lvl="5" algn="l">
              <a:lnSpc>
                <a:spcPct val="100000"/>
              </a:lnSpc>
              <a:spcBef>
                <a:spcPts val="267"/>
              </a:spcBef>
              <a:spcAft>
                <a:spcPts val="0"/>
              </a:spcAft>
              <a:buSzPts val="1000"/>
              <a:buNone/>
              <a:defRPr sz="1333"/>
            </a:lvl6pPr>
            <a:lvl7pPr lvl="6" algn="l">
              <a:lnSpc>
                <a:spcPct val="100000"/>
              </a:lnSpc>
              <a:spcBef>
                <a:spcPts val="267"/>
              </a:spcBef>
              <a:spcAft>
                <a:spcPts val="0"/>
              </a:spcAft>
              <a:buSzPts val="1000"/>
              <a:buNone/>
              <a:defRPr sz="1333"/>
            </a:lvl7pPr>
            <a:lvl8pPr lvl="7" algn="l">
              <a:lnSpc>
                <a:spcPct val="100000"/>
              </a:lnSpc>
              <a:spcBef>
                <a:spcPts val="267"/>
              </a:spcBef>
              <a:spcAft>
                <a:spcPts val="0"/>
              </a:spcAft>
              <a:buSzPts val="1000"/>
              <a:buNone/>
              <a:defRPr sz="1333"/>
            </a:lvl8pPr>
            <a:lvl9pPr lvl="8" algn="l">
              <a:lnSpc>
                <a:spcPct val="100000"/>
              </a:lnSpc>
              <a:spcBef>
                <a:spcPts val="267"/>
              </a:spcBef>
              <a:spcAft>
                <a:spcPts val="267"/>
              </a:spcAft>
              <a:buSzPts val="1000"/>
              <a:buNone/>
              <a:defRPr sz="1333"/>
            </a:lvl9pPr>
          </a:lstStyle>
          <a:p>
            <a:endParaRPr/>
          </a:p>
        </p:txBody>
      </p:sp>
      <p:sp>
        <p:nvSpPr>
          <p:cNvPr id="638" name="Google Shape;638;p46"/>
          <p:cNvSpPr txBox="1">
            <a:spLocks noGrp="1"/>
          </p:cNvSpPr>
          <p:nvPr>
            <p:ph type="subTitle" idx="5"/>
          </p:nvPr>
        </p:nvSpPr>
        <p:spPr>
          <a:xfrm>
            <a:off x="5547367" y="4385688"/>
            <a:ext cx="6096000" cy="14828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000"/>
              <a:buNone/>
              <a:defRPr sz="1333"/>
            </a:lvl1pPr>
            <a:lvl2pPr lvl="1" algn="l">
              <a:lnSpc>
                <a:spcPct val="100000"/>
              </a:lnSpc>
              <a:spcBef>
                <a:spcPts val="267"/>
              </a:spcBef>
              <a:spcAft>
                <a:spcPts val="0"/>
              </a:spcAft>
              <a:buSzPts val="1000"/>
              <a:buNone/>
              <a:defRPr sz="1333" b="1"/>
            </a:lvl2pPr>
            <a:lvl3pPr lvl="2" algn="l">
              <a:lnSpc>
                <a:spcPct val="100000"/>
              </a:lnSpc>
              <a:spcBef>
                <a:spcPts val="267"/>
              </a:spcBef>
              <a:spcAft>
                <a:spcPts val="0"/>
              </a:spcAft>
              <a:buSzPts val="1000"/>
              <a:buNone/>
              <a:defRPr sz="1333" b="1"/>
            </a:lvl3pPr>
            <a:lvl4pPr lvl="3" algn="l">
              <a:lnSpc>
                <a:spcPct val="100000"/>
              </a:lnSpc>
              <a:spcBef>
                <a:spcPts val="267"/>
              </a:spcBef>
              <a:spcAft>
                <a:spcPts val="0"/>
              </a:spcAft>
              <a:buSzPts val="1000"/>
              <a:buNone/>
              <a:defRPr sz="1333" b="1"/>
            </a:lvl4pPr>
            <a:lvl5pPr lvl="4" algn="l">
              <a:lnSpc>
                <a:spcPct val="100000"/>
              </a:lnSpc>
              <a:spcBef>
                <a:spcPts val="267"/>
              </a:spcBef>
              <a:spcAft>
                <a:spcPts val="0"/>
              </a:spcAft>
              <a:buSzPts val="1000"/>
              <a:buNone/>
              <a:defRPr sz="1333" b="1"/>
            </a:lvl5pPr>
            <a:lvl6pPr lvl="5" algn="l">
              <a:lnSpc>
                <a:spcPct val="100000"/>
              </a:lnSpc>
              <a:spcBef>
                <a:spcPts val="267"/>
              </a:spcBef>
              <a:spcAft>
                <a:spcPts val="0"/>
              </a:spcAft>
              <a:buSzPts val="1000"/>
              <a:buNone/>
              <a:defRPr sz="1333" b="1"/>
            </a:lvl6pPr>
            <a:lvl7pPr lvl="6" algn="l">
              <a:lnSpc>
                <a:spcPct val="100000"/>
              </a:lnSpc>
              <a:spcBef>
                <a:spcPts val="267"/>
              </a:spcBef>
              <a:spcAft>
                <a:spcPts val="0"/>
              </a:spcAft>
              <a:buSzPts val="1000"/>
              <a:buNone/>
              <a:defRPr sz="1333" b="1"/>
            </a:lvl7pPr>
            <a:lvl8pPr lvl="7" algn="l">
              <a:lnSpc>
                <a:spcPct val="100000"/>
              </a:lnSpc>
              <a:spcBef>
                <a:spcPts val="267"/>
              </a:spcBef>
              <a:spcAft>
                <a:spcPts val="0"/>
              </a:spcAft>
              <a:buSzPts val="1000"/>
              <a:buNone/>
              <a:defRPr sz="1333" b="1"/>
            </a:lvl8pPr>
            <a:lvl9pPr lvl="8" algn="l">
              <a:lnSpc>
                <a:spcPct val="100000"/>
              </a:lnSpc>
              <a:spcBef>
                <a:spcPts val="267"/>
              </a:spcBef>
              <a:spcAft>
                <a:spcPts val="267"/>
              </a:spcAft>
              <a:buSzPts val="1000"/>
              <a:buNone/>
              <a:defRPr sz="1333" b="1"/>
            </a:lvl9pPr>
          </a:lstStyle>
          <a:p>
            <a:endParaRPr/>
          </a:p>
        </p:txBody>
      </p:sp>
      <p:sp>
        <p:nvSpPr>
          <p:cNvPr id="639" name="Google Shape;639;p46"/>
          <p:cNvSpPr txBox="1">
            <a:spLocks noGrp="1"/>
          </p:cNvSpPr>
          <p:nvPr>
            <p:ph type="subTitle" idx="6"/>
          </p:nvPr>
        </p:nvSpPr>
        <p:spPr>
          <a:xfrm>
            <a:off x="961000" y="3266723"/>
            <a:ext cx="2072800" cy="244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1200"/>
              <a:buNone/>
              <a:defRPr sz="1600"/>
            </a:lvl1pPr>
            <a:lvl2pPr lvl="1" algn="l">
              <a:lnSpc>
                <a:spcPct val="100000"/>
              </a:lnSpc>
              <a:spcBef>
                <a:spcPts val="267"/>
              </a:spcBef>
              <a:spcAft>
                <a:spcPts val="0"/>
              </a:spcAft>
              <a:buSzPts val="1000"/>
              <a:buNone/>
              <a:defRPr sz="1333"/>
            </a:lvl2pPr>
            <a:lvl3pPr lvl="2" algn="l">
              <a:lnSpc>
                <a:spcPct val="100000"/>
              </a:lnSpc>
              <a:spcBef>
                <a:spcPts val="267"/>
              </a:spcBef>
              <a:spcAft>
                <a:spcPts val="0"/>
              </a:spcAft>
              <a:buSzPts val="1000"/>
              <a:buNone/>
              <a:defRPr sz="1333"/>
            </a:lvl3pPr>
            <a:lvl4pPr lvl="3" algn="l">
              <a:lnSpc>
                <a:spcPct val="100000"/>
              </a:lnSpc>
              <a:spcBef>
                <a:spcPts val="267"/>
              </a:spcBef>
              <a:spcAft>
                <a:spcPts val="0"/>
              </a:spcAft>
              <a:buSzPts val="1000"/>
              <a:buNone/>
              <a:defRPr sz="1333"/>
            </a:lvl4pPr>
            <a:lvl5pPr lvl="4" algn="l">
              <a:lnSpc>
                <a:spcPct val="100000"/>
              </a:lnSpc>
              <a:spcBef>
                <a:spcPts val="267"/>
              </a:spcBef>
              <a:spcAft>
                <a:spcPts val="0"/>
              </a:spcAft>
              <a:buSzPts val="1000"/>
              <a:buNone/>
              <a:defRPr sz="1333"/>
            </a:lvl5pPr>
            <a:lvl6pPr lvl="5" algn="l">
              <a:lnSpc>
                <a:spcPct val="100000"/>
              </a:lnSpc>
              <a:spcBef>
                <a:spcPts val="267"/>
              </a:spcBef>
              <a:spcAft>
                <a:spcPts val="0"/>
              </a:spcAft>
              <a:buSzPts val="1000"/>
              <a:buNone/>
              <a:defRPr sz="1333"/>
            </a:lvl6pPr>
            <a:lvl7pPr lvl="6" algn="l">
              <a:lnSpc>
                <a:spcPct val="100000"/>
              </a:lnSpc>
              <a:spcBef>
                <a:spcPts val="267"/>
              </a:spcBef>
              <a:spcAft>
                <a:spcPts val="0"/>
              </a:spcAft>
              <a:buSzPts val="1000"/>
              <a:buNone/>
              <a:defRPr sz="1333"/>
            </a:lvl7pPr>
            <a:lvl8pPr lvl="7" algn="l">
              <a:lnSpc>
                <a:spcPct val="100000"/>
              </a:lnSpc>
              <a:spcBef>
                <a:spcPts val="267"/>
              </a:spcBef>
              <a:spcAft>
                <a:spcPts val="0"/>
              </a:spcAft>
              <a:buSzPts val="1000"/>
              <a:buNone/>
              <a:defRPr sz="1333"/>
            </a:lvl8pPr>
            <a:lvl9pPr lvl="8" algn="l">
              <a:lnSpc>
                <a:spcPct val="100000"/>
              </a:lnSpc>
              <a:spcBef>
                <a:spcPts val="267"/>
              </a:spcBef>
              <a:spcAft>
                <a:spcPts val="267"/>
              </a:spcAft>
              <a:buSzPts val="1000"/>
              <a:buNone/>
              <a:defRPr sz="1333"/>
            </a:lvl9pPr>
          </a:lstStyle>
          <a:p>
            <a:endParaRPr/>
          </a:p>
        </p:txBody>
      </p:sp>
      <p:sp>
        <p:nvSpPr>
          <p:cNvPr id="640" name="Google Shape;640;p46"/>
          <p:cNvSpPr txBox="1">
            <a:spLocks noGrp="1"/>
          </p:cNvSpPr>
          <p:nvPr>
            <p:ph type="subTitle" idx="7"/>
          </p:nvPr>
        </p:nvSpPr>
        <p:spPr>
          <a:xfrm>
            <a:off x="961000" y="2895600"/>
            <a:ext cx="2072800" cy="244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Clr>
                <a:schemeClr val="accent1"/>
              </a:buClr>
              <a:buSzPts val="1400"/>
              <a:buNone/>
              <a:defRPr b="1">
                <a:solidFill>
                  <a:schemeClr val="accent1"/>
                </a:solidFill>
              </a:defRPr>
            </a:lvl1pPr>
            <a:lvl2pPr lvl="1" algn="ctr">
              <a:lnSpc>
                <a:spcPct val="100000"/>
              </a:lnSpc>
              <a:spcBef>
                <a:spcPts val="267"/>
              </a:spcBef>
              <a:spcAft>
                <a:spcPts val="0"/>
              </a:spcAft>
              <a:buClr>
                <a:schemeClr val="accent1"/>
              </a:buClr>
              <a:buSzPts val="1000"/>
              <a:buNone/>
              <a:defRPr sz="1333" b="1">
                <a:solidFill>
                  <a:schemeClr val="accent1"/>
                </a:solidFill>
              </a:defRPr>
            </a:lvl2pPr>
            <a:lvl3pPr lvl="2" algn="ctr">
              <a:lnSpc>
                <a:spcPct val="100000"/>
              </a:lnSpc>
              <a:spcBef>
                <a:spcPts val="267"/>
              </a:spcBef>
              <a:spcAft>
                <a:spcPts val="0"/>
              </a:spcAft>
              <a:buClr>
                <a:schemeClr val="accent1"/>
              </a:buClr>
              <a:buSzPts val="1000"/>
              <a:buNone/>
              <a:defRPr sz="1333" b="1">
                <a:solidFill>
                  <a:schemeClr val="accent1"/>
                </a:solidFill>
              </a:defRPr>
            </a:lvl3pPr>
            <a:lvl4pPr lvl="3" algn="ctr">
              <a:lnSpc>
                <a:spcPct val="100000"/>
              </a:lnSpc>
              <a:spcBef>
                <a:spcPts val="267"/>
              </a:spcBef>
              <a:spcAft>
                <a:spcPts val="0"/>
              </a:spcAft>
              <a:buClr>
                <a:schemeClr val="accent1"/>
              </a:buClr>
              <a:buSzPts val="1000"/>
              <a:buNone/>
              <a:defRPr sz="1333" b="1">
                <a:solidFill>
                  <a:schemeClr val="accent1"/>
                </a:solidFill>
              </a:defRPr>
            </a:lvl4pPr>
            <a:lvl5pPr lvl="4" algn="ctr">
              <a:lnSpc>
                <a:spcPct val="100000"/>
              </a:lnSpc>
              <a:spcBef>
                <a:spcPts val="267"/>
              </a:spcBef>
              <a:spcAft>
                <a:spcPts val="0"/>
              </a:spcAft>
              <a:buClr>
                <a:schemeClr val="accent1"/>
              </a:buClr>
              <a:buSzPts val="1000"/>
              <a:buNone/>
              <a:defRPr sz="1333" b="1">
                <a:solidFill>
                  <a:schemeClr val="accent1"/>
                </a:solidFill>
              </a:defRPr>
            </a:lvl5pPr>
            <a:lvl6pPr lvl="5" algn="ctr">
              <a:lnSpc>
                <a:spcPct val="100000"/>
              </a:lnSpc>
              <a:spcBef>
                <a:spcPts val="267"/>
              </a:spcBef>
              <a:spcAft>
                <a:spcPts val="0"/>
              </a:spcAft>
              <a:buClr>
                <a:schemeClr val="accent1"/>
              </a:buClr>
              <a:buSzPts val="1000"/>
              <a:buNone/>
              <a:defRPr sz="1333" b="1">
                <a:solidFill>
                  <a:schemeClr val="accent1"/>
                </a:solidFill>
              </a:defRPr>
            </a:lvl6pPr>
            <a:lvl7pPr lvl="6" algn="ctr">
              <a:lnSpc>
                <a:spcPct val="100000"/>
              </a:lnSpc>
              <a:spcBef>
                <a:spcPts val="267"/>
              </a:spcBef>
              <a:spcAft>
                <a:spcPts val="0"/>
              </a:spcAft>
              <a:buClr>
                <a:schemeClr val="accent1"/>
              </a:buClr>
              <a:buSzPts val="1000"/>
              <a:buNone/>
              <a:defRPr sz="1333" b="1">
                <a:solidFill>
                  <a:schemeClr val="accent1"/>
                </a:solidFill>
              </a:defRPr>
            </a:lvl7pPr>
            <a:lvl8pPr lvl="7" algn="ctr">
              <a:lnSpc>
                <a:spcPct val="100000"/>
              </a:lnSpc>
              <a:spcBef>
                <a:spcPts val="267"/>
              </a:spcBef>
              <a:spcAft>
                <a:spcPts val="0"/>
              </a:spcAft>
              <a:buClr>
                <a:schemeClr val="accent1"/>
              </a:buClr>
              <a:buSzPts val="1000"/>
              <a:buNone/>
              <a:defRPr sz="1333" b="1">
                <a:solidFill>
                  <a:schemeClr val="accent1"/>
                </a:solidFill>
              </a:defRPr>
            </a:lvl8pPr>
            <a:lvl9pPr lvl="8" algn="ctr">
              <a:lnSpc>
                <a:spcPct val="100000"/>
              </a:lnSpc>
              <a:spcBef>
                <a:spcPts val="267"/>
              </a:spcBef>
              <a:spcAft>
                <a:spcPts val="267"/>
              </a:spcAft>
              <a:buClr>
                <a:schemeClr val="accent1"/>
              </a:buClr>
              <a:buSzPts val="1000"/>
              <a:buNone/>
              <a:defRPr sz="1333" b="1">
                <a:solidFill>
                  <a:schemeClr val="accent1"/>
                </a:solidFill>
              </a:defRPr>
            </a:lvl9pPr>
          </a:lstStyle>
          <a:p>
            <a:endParaRPr/>
          </a:p>
        </p:txBody>
      </p:sp>
      <p:sp>
        <p:nvSpPr>
          <p:cNvPr id="641" name="Google Shape;641;p46"/>
          <p:cNvSpPr>
            <a:spLocks noGrp="1"/>
          </p:cNvSpPr>
          <p:nvPr>
            <p:ph type="pic" idx="8"/>
          </p:nvPr>
        </p:nvSpPr>
        <p:spPr>
          <a:xfrm>
            <a:off x="1187607" y="899800"/>
            <a:ext cx="1584800" cy="1584800"/>
          </a:xfrm>
          <a:prstGeom prst="ellipse">
            <a:avLst/>
          </a:prstGeom>
          <a:noFill/>
          <a:ln w="19050" cap="flat" cmpd="sng">
            <a:solidFill>
              <a:schemeClr val="dk1"/>
            </a:solidFill>
            <a:prstDash val="solid"/>
            <a:round/>
            <a:headEnd type="none" w="sm" len="sm"/>
            <a:tailEnd type="none" w="sm" len="sm"/>
          </a:ln>
        </p:spPr>
        <p:txBody>
          <a:bodyPr/>
          <a:lstStyle/>
          <a:p>
            <a:endParaRPr lang="en-IN"/>
          </a:p>
        </p:txBody>
      </p:sp>
      <p:pic>
        <p:nvPicPr>
          <p:cNvPr id="642" name="Google Shape;642;p46"/>
          <p:cNvPicPr preferRelativeResize="0"/>
          <p:nvPr/>
        </p:nvPicPr>
        <p:blipFill rotWithShape="1">
          <a:blip r:embed="rId2">
            <a:alphaModFix/>
          </a:blip>
          <a:srcRect/>
          <a:stretch/>
        </p:blipFill>
        <p:spPr>
          <a:xfrm>
            <a:off x="0" y="6811001"/>
            <a:ext cx="12192000" cy="50800"/>
          </a:xfrm>
          <a:prstGeom prst="rect">
            <a:avLst/>
          </a:prstGeom>
          <a:noFill/>
          <a:ln>
            <a:noFill/>
          </a:ln>
        </p:spPr>
      </p:pic>
    </p:spTree>
    <p:extLst>
      <p:ext uri="{BB962C8B-B14F-4D97-AF65-F5344CB8AC3E}">
        <p14:creationId xmlns:p14="http://schemas.microsoft.com/office/powerpoint/2010/main" val="1282590694"/>
      </p:ext>
    </p:extLst>
  </p:cSld>
  <p:clrMapOvr>
    <a:masterClrMapping/>
  </p:clrMapOvr>
  <p:extLst>
    <p:ext uri="{DCECCB84-F9BA-43D5-87BE-67443E8EF086}">
      <p15:sldGuideLst xmlns:p15="http://schemas.microsoft.com/office/powerpoint/2012/main">
        <p15:guide id="1" pos="259">
          <p15:clr>
            <a:srgbClr val="FA7B17"/>
          </p15:clr>
        </p15:guide>
        <p15:guide id="2" pos="5501">
          <p15:clr>
            <a:srgbClr val="FA7B17"/>
          </p15:clr>
        </p15:guide>
        <p15:guide id="3" orient="horz" pos="3068">
          <p15:clr>
            <a:srgbClr val="FA7B17"/>
          </p15:clr>
        </p15:guide>
        <p15:guide id="4" orient="horz" pos="170">
          <p15:clr>
            <a:srgbClr val="FA7B17"/>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io/Profile - Style 2">
  <p:cSld name="Bio/Profile - Style 2">
    <p:spTree>
      <p:nvGrpSpPr>
        <p:cNvPr id="1" name="Shape 643"/>
        <p:cNvGrpSpPr/>
        <p:nvPr/>
      </p:nvGrpSpPr>
      <p:grpSpPr>
        <a:xfrm>
          <a:off x="0" y="0"/>
          <a:ext cx="0" cy="0"/>
          <a:chOff x="0" y="0"/>
          <a:chExt cx="0" cy="0"/>
        </a:xfrm>
      </p:grpSpPr>
      <p:sp>
        <p:nvSpPr>
          <p:cNvPr id="644" name="Google Shape;644;p47"/>
          <p:cNvSpPr/>
          <p:nvPr/>
        </p:nvSpPr>
        <p:spPr>
          <a:xfrm flipH="1">
            <a:off x="4516" y="1"/>
            <a:ext cx="4815585" cy="6469380"/>
          </a:xfrm>
          <a:custGeom>
            <a:avLst/>
            <a:gdLst/>
            <a:ahLst/>
            <a:cxnLst/>
            <a:rect l="l" t="t" r="r" b="b"/>
            <a:pathLst>
              <a:path w="4815585" h="6858000" extrusionOk="0">
                <a:moveTo>
                  <a:pt x="538284" y="0"/>
                </a:moveTo>
                <a:lnTo>
                  <a:pt x="4815585" y="0"/>
                </a:lnTo>
                <a:lnTo>
                  <a:pt x="4815585" y="6854554"/>
                </a:lnTo>
                <a:lnTo>
                  <a:pt x="4679279" y="6858000"/>
                </a:lnTo>
                <a:cubicBezTo>
                  <a:pt x="2094985" y="6858000"/>
                  <a:pt x="0" y="4763015"/>
                  <a:pt x="0" y="2178721"/>
                </a:cubicBezTo>
                <a:cubicBezTo>
                  <a:pt x="0" y="1451888"/>
                  <a:pt x="165717" y="763761"/>
                  <a:pt x="461428" y="150060"/>
                </a:cubicBezTo>
                <a:close/>
              </a:path>
            </a:pathLst>
          </a:custGeom>
          <a:gradFill>
            <a:gsLst>
              <a:gs pos="0">
                <a:srgbClr val="FF4E02"/>
              </a:gs>
              <a:gs pos="48000">
                <a:srgbClr val="F69323"/>
              </a:gs>
              <a:gs pos="100000">
                <a:srgbClr val="FABC75"/>
              </a:gs>
            </a:gsLst>
            <a:lin ang="16198662"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645" name="Google Shape;645;p47"/>
          <p:cNvSpPr/>
          <p:nvPr/>
        </p:nvSpPr>
        <p:spPr>
          <a:xfrm>
            <a:off x="11792595" y="6494883"/>
            <a:ext cx="304800" cy="306000"/>
          </a:xfrm>
          <a:prstGeom prst="ellipse">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US" sz="933" b="0" i="0" u="none" strike="noStrike" cap="none">
                <a:solidFill>
                  <a:schemeClr val="lt1"/>
                </a:solidFill>
                <a:latin typeface="Calibri"/>
                <a:ea typeface="Calibri"/>
                <a:cs typeface="Calibri"/>
                <a:sym typeface="Calibri"/>
              </a:rPr>
              <a:pPr marL="0" marR="0" lvl="0" indent="0" algn="r" rtl="0">
                <a:lnSpc>
                  <a:spcPct val="100000"/>
                </a:lnSpc>
                <a:spcBef>
                  <a:spcPts val="0"/>
                </a:spcBef>
                <a:spcAft>
                  <a:spcPts val="0"/>
                </a:spcAft>
                <a:buClr>
                  <a:srgbClr val="000000"/>
                </a:buClr>
                <a:buSzPts val="700"/>
                <a:buFont typeface="Arial"/>
                <a:buNone/>
              </a:pPr>
              <a:t>‹#›</a:t>
            </a:fld>
            <a:endParaRPr sz="933" b="0" i="0" u="none" strike="noStrike" cap="none" dirty="0">
              <a:solidFill>
                <a:schemeClr val="lt1"/>
              </a:solidFill>
              <a:latin typeface="Calibri"/>
              <a:ea typeface="Calibri"/>
              <a:cs typeface="Calibri"/>
              <a:sym typeface="Calibri"/>
            </a:endParaRPr>
          </a:p>
        </p:txBody>
      </p:sp>
      <p:sp>
        <p:nvSpPr>
          <p:cNvPr id="646" name="Google Shape;646;p47"/>
          <p:cNvSpPr txBox="1">
            <a:spLocks noGrp="1"/>
          </p:cNvSpPr>
          <p:nvPr>
            <p:ph type="subTitle" idx="1"/>
          </p:nvPr>
        </p:nvSpPr>
        <p:spPr>
          <a:xfrm>
            <a:off x="5547367" y="1300533"/>
            <a:ext cx="6096000" cy="3472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1400"/>
              <a:buNone/>
              <a:defRPr b="1">
                <a:solidFill>
                  <a:schemeClr val="accent1"/>
                </a:solidFill>
              </a:defRPr>
            </a:lvl1pPr>
            <a:lvl2pPr lvl="1" algn="l">
              <a:lnSpc>
                <a:spcPct val="100000"/>
              </a:lnSpc>
              <a:spcBef>
                <a:spcPts val="267"/>
              </a:spcBef>
              <a:spcAft>
                <a:spcPts val="0"/>
              </a:spcAft>
              <a:buClr>
                <a:schemeClr val="accent1"/>
              </a:buClr>
              <a:buSzPts val="1400"/>
              <a:buNone/>
              <a:defRPr>
                <a:solidFill>
                  <a:schemeClr val="accent1"/>
                </a:solidFill>
              </a:defRPr>
            </a:lvl2pPr>
            <a:lvl3pPr lvl="2" algn="l">
              <a:lnSpc>
                <a:spcPct val="100000"/>
              </a:lnSpc>
              <a:spcBef>
                <a:spcPts val="267"/>
              </a:spcBef>
              <a:spcAft>
                <a:spcPts val="0"/>
              </a:spcAft>
              <a:buClr>
                <a:schemeClr val="accent1"/>
              </a:buClr>
              <a:buSzPts val="1400"/>
              <a:buNone/>
              <a:defRPr>
                <a:solidFill>
                  <a:schemeClr val="accent1"/>
                </a:solidFill>
              </a:defRPr>
            </a:lvl3pPr>
            <a:lvl4pPr lvl="3" algn="l">
              <a:lnSpc>
                <a:spcPct val="100000"/>
              </a:lnSpc>
              <a:spcBef>
                <a:spcPts val="267"/>
              </a:spcBef>
              <a:spcAft>
                <a:spcPts val="0"/>
              </a:spcAft>
              <a:buClr>
                <a:schemeClr val="accent1"/>
              </a:buClr>
              <a:buSzPts val="1400"/>
              <a:buNone/>
              <a:defRPr>
                <a:solidFill>
                  <a:schemeClr val="accent1"/>
                </a:solidFill>
              </a:defRPr>
            </a:lvl4pPr>
            <a:lvl5pPr lvl="4" algn="l">
              <a:lnSpc>
                <a:spcPct val="100000"/>
              </a:lnSpc>
              <a:spcBef>
                <a:spcPts val="267"/>
              </a:spcBef>
              <a:spcAft>
                <a:spcPts val="0"/>
              </a:spcAft>
              <a:buClr>
                <a:schemeClr val="accent1"/>
              </a:buClr>
              <a:buSzPts val="1400"/>
              <a:buNone/>
              <a:defRPr>
                <a:solidFill>
                  <a:schemeClr val="accent1"/>
                </a:solidFill>
              </a:defRPr>
            </a:lvl5pPr>
            <a:lvl6pPr lvl="5" algn="l">
              <a:lnSpc>
                <a:spcPct val="100000"/>
              </a:lnSpc>
              <a:spcBef>
                <a:spcPts val="267"/>
              </a:spcBef>
              <a:spcAft>
                <a:spcPts val="0"/>
              </a:spcAft>
              <a:buClr>
                <a:schemeClr val="accent1"/>
              </a:buClr>
              <a:buSzPts val="1400"/>
              <a:buNone/>
              <a:defRPr>
                <a:solidFill>
                  <a:schemeClr val="accent1"/>
                </a:solidFill>
              </a:defRPr>
            </a:lvl6pPr>
            <a:lvl7pPr lvl="6" algn="l">
              <a:lnSpc>
                <a:spcPct val="100000"/>
              </a:lnSpc>
              <a:spcBef>
                <a:spcPts val="267"/>
              </a:spcBef>
              <a:spcAft>
                <a:spcPts val="0"/>
              </a:spcAft>
              <a:buClr>
                <a:schemeClr val="accent1"/>
              </a:buClr>
              <a:buSzPts val="1400"/>
              <a:buNone/>
              <a:defRPr>
                <a:solidFill>
                  <a:schemeClr val="accent1"/>
                </a:solidFill>
              </a:defRPr>
            </a:lvl7pPr>
            <a:lvl8pPr lvl="7" algn="l">
              <a:lnSpc>
                <a:spcPct val="100000"/>
              </a:lnSpc>
              <a:spcBef>
                <a:spcPts val="267"/>
              </a:spcBef>
              <a:spcAft>
                <a:spcPts val="0"/>
              </a:spcAft>
              <a:buClr>
                <a:schemeClr val="accent1"/>
              </a:buClr>
              <a:buSzPts val="1400"/>
              <a:buNone/>
              <a:defRPr>
                <a:solidFill>
                  <a:schemeClr val="accent1"/>
                </a:solidFill>
              </a:defRPr>
            </a:lvl8pPr>
            <a:lvl9pPr lvl="8" algn="l">
              <a:lnSpc>
                <a:spcPct val="100000"/>
              </a:lnSpc>
              <a:spcBef>
                <a:spcPts val="267"/>
              </a:spcBef>
              <a:spcAft>
                <a:spcPts val="267"/>
              </a:spcAft>
              <a:buClr>
                <a:schemeClr val="accent1"/>
              </a:buClr>
              <a:buSzPts val="1400"/>
              <a:buNone/>
              <a:defRPr>
                <a:solidFill>
                  <a:schemeClr val="accent1"/>
                </a:solidFill>
              </a:defRPr>
            </a:lvl9pPr>
          </a:lstStyle>
          <a:p>
            <a:endParaRPr/>
          </a:p>
        </p:txBody>
      </p:sp>
      <p:sp>
        <p:nvSpPr>
          <p:cNvPr id="647" name="Google Shape;647;p47"/>
          <p:cNvSpPr txBox="1">
            <a:spLocks noGrp="1"/>
          </p:cNvSpPr>
          <p:nvPr>
            <p:ph type="subTitle" idx="2"/>
          </p:nvPr>
        </p:nvSpPr>
        <p:spPr>
          <a:xfrm>
            <a:off x="5547367" y="1955007"/>
            <a:ext cx="60960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100"/>
              <a:buNone/>
              <a:defRPr sz="1467" b="1"/>
            </a:lvl1pPr>
            <a:lvl2pPr lvl="1" algn="l">
              <a:lnSpc>
                <a:spcPct val="100000"/>
              </a:lnSpc>
              <a:spcBef>
                <a:spcPts val="267"/>
              </a:spcBef>
              <a:spcAft>
                <a:spcPts val="0"/>
              </a:spcAft>
              <a:buSzPts val="1000"/>
              <a:buNone/>
              <a:defRPr sz="1333"/>
            </a:lvl2pPr>
            <a:lvl3pPr lvl="2" algn="l">
              <a:lnSpc>
                <a:spcPct val="100000"/>
              </a:lnSpc>
              <a:spcBef>
                <a:spcPts val="267"/>
              </a:spcBef>
              <a:spcAft>
                <a:spcPts val="0"/>
              </a:spcAft>
              <a:buSzPts val="1000"/>
              <a:buNone/>
              <a:defRPr sz="1333"/>
            </a:lvl3pPr>
            <a:lvl4pPr lvl="3" algn="l">
              <a:lnSpc>
                <a:spcPct val="100000"/>
              </a:lnSpc>
              <a:spcBef>
                <a:spcPts val="267"/>
              </a:spcBef>
              <a:spcAft>
                <a:spcPts val="0"/>
              </a:spcAft>
              <a:buSzPts val="1000"/>
              <a:buNone/>
              <a:defRPr sz="1333"/>
            </a:lvl4pPr>
            <a:lvl5pPr lvl="4" algn="l">
              <a:lnSpc>
                <a:spcPct val="100000"/>
              </a:lnSpc>
              <a:spcBef>
                <a:spcPts val="267"/>
              </a:spcBef>
              <a:spcAft>
                <a:spcPts val="0"/>
              </a:spcAft>
              <a:buSzPts val="1000"/>
              <a:buNone/>
              <a:defRPr sz="1333"/>
            </a:lvl5pPr>
            <a:lvl6pPr lvl="5" algn="l">
              <a:lnSpc>
                <a:spcPct val="100000"/>
              </a:lnSpc>
              <a:spcBef>
                <a:spcPts val="267"/>
              </a:spcBef>
              <a:spcAft>
                <a:spcPts val="0"/>
              </a:spcAft>
              <a:buSzPts val="1000"/>
              <a:buNone/>
              <a:defRPr sz="1333"/>
            </a:lvl6pPr>
            <a:lvl7pPr lvl="6" algn="l">
              <a:lnSpc>
                <a:spcPct val="100000"/>
              </a:lnSpc>
              <a:spcBef>
                <a:spcPts val="267"/>
              </a:spcBef>
              <a:spcAft>
                <a:spcPts val="0"/>
              </a:spcAft>
              <a:buSzPts val="1000"/>
              <a:buNone/>
              <a:defRPr sz="1333"/>
            </a:lvl7pPr>
            <a:lvl8pPr lvl="7" algn="l">
              <a:lnSpc>
                <a:spcPct val="100000"/>
              </a:lnSpc>
              <a:spcBef>
                <a:spcPts val="267"/>
              </a:spcBef>
              <a:spcAft>
                <a:spcPts val="0"/>
              </a:spcAft>
              <a:buSzPts val="1000"/>
              <a:buNone/>
              <a:defRPr sz="1333"/>
            </a:lvl8pPr>
            <a:lvl9pPr lvl="8" algn="l">
              <a:lnSpc>
                <a:spcPct val="100000"/>
              </a:lnSpc>
              <a:spcBef>
                <a:spcPts val="267"/>
              </a:spcBef>
              <a:spcAft>
                <a:spcPts val="267"/>
              </a:spcAft>
              <a:buSzPts val="1000"/>
              <a:buNone/>
              <a:defRPr sz="1333"/>
            </a:lvl9pPr>
          </a:lstStyle>
          <a:p>
            <a:endParaRPr/>
          </a:p>
        </p:txBody>
      </p:sp>
      <p:sp>
        <p:nvSpPr>
          <p:cNvPr id="648" name="Google Shape;648;p47"/>
          <p:cNvSpPr txBox="1">
            <a:spLocks noGrp="1"/>
          </p:cNvSpPr>
          <p:nvPr>
            <p:ph type="subTitle" idx="3"/>
          </p:nvPr>
        </p:nvSpPr>
        <p:spPr>
          <a:xfrm>
            <a:off x="5547367" y="2361449"/>
            <a:ext cx="6096000" cy="14828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000"/>
              <a:buNone/>
              <a:defRPr sz="1333"/>
            </a:lvl1pPr>
            <a:lvl2pPr lvl="1" algn="l">
              <a:lnSpc>
                <a:spcPct val="100000"/>
              </a:lnSpc>
              <a:spcBef>
                <a:spcPts val="267"/>
              </a:spcBef>
              <a:spcAft>
                <a:spcPts val="0"/>
              </a:spcAft>
              <a:buSzPts val="1000"/>
              <a:buNone/>
              <a:defRPr sz="1333" b="1"/>
            </a:lvl2pPr>
            <a:lvl3pPr lvl="2" algn="l">
              <a:lnSpc>
                <a:spcPct val="100000"/>
              </a:lnSpc>
              <a:spcBef>
                <a:spcPts val="267"/>
              </a:spcBef>
              <a:spcAft>
                <a:spcPts val="0"/>
              </a:spcAft>
              <a:buSzPts val="1000"/>
              <a:buNone/>
              <a:defRPr sz="1333" b="1"/>
            </a:lvl3pPr>
            <a:lvl4pPr lvl="3" algn="l">
              <a:lnSpc>
                <a:spcPct val="100000"/>
              </a:lnSpc>
              <a:spcBef>
                <a:spcPts val="267"/>
              </a:spcBef>
              <a:spcAft>
                <a:spcPts val="0"/>
              </a:spcAft>
              <a:buSzPts val="1000"/>
              <a:buNone/>
              <a:defRPr sz="1333" b="1"/>
            </a:lvl4pPr>
            <a:lvl5pPr lvl="4" algn="l">
              <a:lnSpc>
                <a:spcPct val="100000"/>
              </a:lnSpc>
              <a:spcBef>
                <a:spcPts val="267"/>
              </a:spcBef>
              <a:spcAft>
                <a:spcPts val="0"/>
              </a:spcAft>
              <a:buSzPts val="1000"/>
              <a:buNone/>
              <a:defRPr sz="1333" b="1"/>
            </a:lvl5pPr>
            <a:lvl6pPr lvl="5" algn="l">
              <a:lnSpc>
                <a:spcPct val="100000"/>
              </a:lnSpc>
              <a:spcBef>
                <a:spcPts val="267"/>
              </a:spcBef>
              <a:spcAft>
                <a:spcPts val="0"/>
              </a:spcAft>
              <a:buSzPts val="1000"/>
              <a:buNone/>
              <a:defRPr sz="1333" b="1"/>
            </a:lvl6pPr>
            <a:lvl7pPr lvl="6" algn="l">
              <a:lnSpc>
                <a:spcPct val="100000"/>
              </a:lnSpc>
              <a:spcBef>
                <a:spcPts val="267"/>
              </a:spcBef>
              <a:spcAft>
                <a:spcPts val="0"/>
              </a:spcAft>
              <a:buSzPts val="1000"/>
              <a:buNone/>
              <a:defRPr sz="1333" b="1"/>
            </a:lvl7pPr>
            <a:lvl8pPr lvl="7" algn="l">
              <a:lnSpc>
                <a:spcPct val="100000"/>
              </a:lnSpc>
              <a:spcBef>
                <a:spcPts val="267"/>
              </a:spcBef>
              <a:spcAft>
                <a:spcPts val="0"/>
              </a:spcAft>
              <a:buSzPts val="1000"/>
              <a:buNone/>
              <a:defRPr sz="1333" b="1"/>
            </a:lvl8pPr>
            <a:lvl9pPr lvl="8" algn="l">
              <a:lnSpc>
                <a:spcPct val="100000"/>
              </a:lnSpc>
              <a:spcBef>
                <a:spcPts val="267"/>
              </a:spcBef>
              <a:spcAft>
                <a:spcPts val="267"/>
              </a:spcAft>
              <a:buSzPts val="1000"/>
              <a:buNone/>
              <a:defRPr sz="1333" b="1"/>
            </a:lvl9pPr>
          </a:lstStyle>
          <a:p>
            <a:endParaRPr/>
          </a:p>
        </p:txBody>
      </p:sp>
      <p:sp>
        <p:nvSpPr>
          <p:cNvPr id="649" name="Google Shape;649;p47"/>
          <p:cNvSpPr txBox="1">
            <a:spLocks noGrp="1"/>
          </p:cNvSpPr>
          <p:nvPr>
            <p:ph type="subTitle" idx="4"/>
          </p:nvPr>
        </p:nvSpPr>
        <p:spPr>
          <a:xfrm>
            <a:off x="5547367" y="4316807"/>
            <a:ext cx="6096000" cy="244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100"/>
              <a:buNone/>
              <a:defRPr sz="1467" b="1"/>
            </a:lvl1pPr>
            <a:lvl2pPr lvl="1" algn="l">
              <a:lnSpc>
                <a:spcPct val="100000"/>
              </a:lnSpc>
              <a:spcBef>
                <a:spcPts val="267"/>
              </a:spcBef>
              <a:spcAft>
                <a:spcPts val="0"/>
              </a:spcAft>
              <a:buSzPts val="1000"/>
              <a:buNone/>
              <a:defRPr sz="1333"/>
            </a:lvl2pPr>
            <a:lvl3pPr lvl="2" algn="l">
              <a:lnSpc>
                <a:spcPct val="100000"/>
              </a:lnSpc>
              <a:spcBef>
                <a:spcPts val="267"/>
              </a:spcBef>
              <a:spcAft>
                <a:spcPts val="0"/>
              </a:spcAft>
              <a:buSzPts val="1000"/>
              <a:buNone/>
              <a:defRPr sz="1333"/>
            </a:lvl3pPr>
            <a:lvl4pPr lvl="3" algn="l">
              <a:lnSpc>
                <a:spcPct val="100000"/>
              </a:lnSpc>
              <a:spcBef>
                <a:spcPts val="267"/>
              </a:spcBef>
              <a:spcAft>
                <a:spcPts val="0"/>
              </a:spcAft>
              <a:buSzPts val="1000"/>
              <a:buNone/>
              <a:defRPr sz="1333"/>
            </a:lvl4pPr>
            <a:lvl5pPr lvl="4" algn="l">
              <a:lnSpc>
                <a:spcPct val="100000"/>
              </a:lnSpc>
              <a:spcBef>
                <a:spcPts val="267"/>
              </a:spcBef>
              <a:spcAft>
                <a:spcPts val="0"/>
              </a:spcAft>
              <a:buSzPts val="1000"/>
              <a:buNone/>
              <a:defRPr sz="1333"/>
            </a:lvl5pPr>
            <a:lvl6pPr lvl="5" algn="l">
              <a:lnSpc>
                <a:spcPct val="100000"/>
              </a:lnSpc>
              <a:spcBef>
                <a:spcPts val="267"/>
              </a:spcBef>
              <a:spcAft>
                <a:spcPts val="0"/>
              </a:spcAft>
              <a:buSzPts val="1000"/>
              <a:buNone/>
              <a:defRPr sz="1333"/>
            </a:lvl6pPr>
            <a:lvl7pPr lvl="6" algn="l">
              <a:lnSpc>
                <a:spcPct val="100000"/>
              </a:lnSpc>
              <a:spcBef>
                <a:spcPts val="267"/>
              </a:spcBef>
              <a:spcAft>
                <a:spcPts val="0"/>
              </a:spcAft>
              <a:buSzPts val="1000"/>
              <a:buNone/>
              <a:defRPr sz="1333"/>
            </a:lvl7pPr>
            <a:lvl8pPr lvl="7" algn="l">
              <a:lnSpc>
                <a:spcPct val="100000"/>
              </a:lnSpc>
              <a:spcBef>
                <a:spcPts val="267"/>
              </a:spcBef>
              <a:spcAft>
                <a:spcPts val="0"/>
              </a:spcAft>
              <a:buSzPts val="1000"/>
              <a:buNone/>
              <a:defRPr sz="1333"/>
            </a:lvl8pPr>
            <a:lvl9pPr lvl="8" algn="l">
              <a:lnSpc>
                <a:spcPct val="100000"/>
              </a:lnSpc>
              <a:spcBef>
                <a:spcPts val="267"/>
              </a:spcBef>
              <a:spcAft>
                <a:spcPts val="267"/>
              </a:spcAft>
              <a:buSzPts val="1000"/>
              <a:buNone/>
              <a:defRPr sz="1333"/>
            </a:lvl9pPr>
          </a:lstStyle>
          <a:p>
            <a:endParaRPr/>
          </a:p>
        </p:txBody>
      </p:sp>
      <p:sp>
        <p:nvSpPr>
          <p:cNvPr id="650" name="Google Shape;650;p47"/>
          <p:cNvSpPr txBox="1">
            <a:spLocks noGrp="1"/>
          </p:cNvSpPr>
          <p:nvPr>
            <p:ph type="subTitle" idx="5"/>
          </p:nvPr>
        </p:nvSpPr>
        <p:spPr>
          <a:xfrm>
            <a:off x="5547367" y="4723249"/>
            <a:ext cx="6096000" cy="14828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000"/>
              <a:buNone/>
              <a:defRPr sz="1333"/>
            </a:lvl1pPr>
            <a:lvl2pPr lvl="1" algn="l">
              <a:lnSpc>
                <a:spcPct val="100000"/>
              </a:lnSpc>
              <a:spcBef>
                <a:spcPts val="267"/>
              </a:spcBef>
              <a:spcAft>
                <a:spcPts val="0"/>
              </a:spcAft>
              <a:buSzPts val="1000"/>
              <a:buNone/>
              <a:defRPr sz="1333" b="1"/>
            </a:lvl2pPr>
            <a:lvl3pPr lvl="2" algn="l">
              <a:lnSpc>
                <a:spcPct val="100000"/>
              </a:lnSpc>
              <a:spcBef>
                <a:spcPts val="267"/>
              </a:spcBef>
              <a:spcAft>
                <a:spcPts val="0"/>
              </a:spcAft>
              <a:buSzPts val="1000"/>
              <a:buNone/>
              <a:defRPr sz="1333" b="1"/>
            </a:lvl3pPr>
            <a:lvl4pPr lvl="3" algn="l">
              <a:lnSpc>
                <a:spcPct val="100000"/>
              </a:lnSpc>
              <a:spcBef>
                <a:spcPts val="267"/>
              </a:spcBef>
              <a:spcAft>
                <a:spcPts val="0"/>
              </a:spcAft>
              <a:buSzPts val="1000"/>
              <a:buNone/>
              <a:defRPr sz="1333" b="1"/>
            </a:lvl4pPr>
            <a:lvl5pPr lvl="4" algn="l">
              <a:lnSpc>
                <a:spcPct val="100000"/>
              </a:lnSpc>
              <a:spcBef>
                <a:spcPts val="267"/>
              </a:spcBef>
              <a:spcAft>
                <a:spcPts val="0"/>
              </a:spcAft>
              <a:buSzPts val="1000"/>
              <a:buNone/>
              <a:defRPr sz="1333" b="1"/>
            </a:lvl5pPr>
            <a:lvl6pPr lvl="5" algn="l">
              <a:lnSpc>
                <a:spcPct val="100000"/>
              </a:lnSpc>
              <a:spcBef>
                <a:spcPts val="267"/>
              </a:spcBef>
              <a:spcAft>
                <a:spcPts val="0"/>
              </a:spcAft>
              <a:buSzPts val="1000"/>
              <a:buNone/>
              <a:defRPr sz="1333" b="1"/>
            </a:lvl6pPr>
            <a:lvl7pPr lvl="6" algn="l">
              <a:lnSpc>
                <a:spcPct val="100000"/>
              </a:lnSpc>
              <a:spcBef>
                <a:spcPts val="267"/>
              </a:spcBef>
              <a:spcAft>
                <a:spcPts val="0"/>
              </a:spcAft>
              <a:buSzPts val="1000"/>
              <a:buNone/>
              <a:defRPr sz="1333" b="1"/>
            </a:lvl7pPr>
            <a:lvl8pPr lvl="7" algn="l">
              <a:lnSpc>
                <a:spcPct val="100000"/>
              </a:lnSpc>
              <a:spcBef>
                <a:spcPts val="267"/>
              </a:spcBef>
              <a:spcAft>
                <a:spcPts val="0"/>
              </a:spcAft>
              <a:buSzPts val="1000"/>
              <a:buNone/>
              <a:defRPr sz="1333" b="1"/>
            </a:lvl8pPr>
            <a:lvl9pPr lvl="8" algn="l">
              <a:lnSpc>
                <a:spcPct val="100000"/>
              </a:lnSpc>
              <a:spcBef>
                <a:spcPts val="267"/>
              </a:spcBef>
              <a:spcAft>
                <a:spcPts val="267"/>
              </a:spcAft>
              <a:buSzPts val="1000"/>
              <a:buNone/>
              <a:defRPr sz="1333" b="1"/>
            </a:lvl9pPr>
          </a:lstStyle>
          <a:p>
            <a:endParaRPr/>
          </a:p>
        </p:txBody>
      </p:sp>
      <p:sp>
        <p:nvSpPr>
          <p:cNvPr id="651" name="Google Shape;651;p47"/>
          <p:cNvSpPr txBox="1">
            <a:spLocks noGrp="1"/>
          </p:cNvSpPr>
          <p:nvPr>
            <p:ph type="subTitle" idx="6"/>
          </p:nvPr>
        </p:nvSpPr>
        <p:spPr>
          <a:xfrm>
            <a:off x="961000" y="3266723"/>
            <a:ext cx="2072800" cy="244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Clr>
                <a:schemeClr val="dk1"/>
              </a:buClr>
              <a:buSzPts val="1200"/>
              <a:buNone/>
              <a:defRPr sz="1600">
                <a:solidFill>
                  <a:schemeClr val="dk1"/>
                </a:solidFill>
              </a:defRPr>
            </a:lvl1pPr>
            <a:lvl2pPr lvl="1" algn="l">
              <a:lnSpc>
                <a:spcPct val="100000"/>
              </a:lnSpc>
              <a:spcBef>
                <a:spcPts val="267"/>
              </a:spcBef>
              <a:spcAft>
                <a:spcPts val="0"/>
              </a:spcAft>
              <a:buClr>
                <a:schemeClr val="dk1"/>
              </a:buClr>
              <a:buSzPts val="1000"/>
              <a:buNone/>
              <a:defRPr sz="1333">
                <a:solidFill>
                  <a:schemeClr val="dk1"/>
                </a:solidFill>
              </a:defRPr>
            </a:lvl2pPr>
            <a:lvl3pPr lvl="2" algn="l">
              <a:lnSpc>
                <a:spcPct val="100000"/>
              </a:lnSpc>
              <a:spcBef>
                <a:spcPts val="267"/>
              </a:spcBef>
              <a:spcAft>
                <a:spcPts val="0"/>
              </a:spcAft>
              <a:buClr>
                <a:schemeClr val="dk1"/>
              </a:buClr>
              <a:buSzPts val="1000"/>
              <a:buNone/>
              <a:defRPr sz="1333">
                <a:solidFill>
                  <a:schemeClr val="dk1"/>
                </a:solidFill>
              </a:defRPr>
            </a:lvl3pPr>
            <a:lvl4pPr lvl="3" algn="l">
              <a:lnSpc>
                <a:spcPct val="100000"/>
              </a:lnSpc>
              <a:spcBef>
                <a:spcPts val="267"/>
              </a:spcBef>
              <a:spcAft>
                <a:spcPts val="0"/>
              </a:spcAft>
              <a:buClr>
                <a:schemeClr val="dk1"/>
              </a:buClr>
              <a:buSzPts val="1000"/>
              <a:buNone/>
              <a:defRPr sz="1333">
                <a:solidFill>
                  <a:schemeClr val="dk1"/>
                </a:solidFill>
              </a:defRPr>
            </a:lvl4pPr>
            <a:lvl5pPr lvl="4" algn="l">
              <a:lnSpc>
                <a:spcPct val="100000"/>
              </a:lnSpc>
              <a:spcBef>
                <a:spcPts val="267"/>
              </a:spcBef>
              <a:spcAft>
                <a:spcPts val="0"/>
              </a:spcAft>
              <a:buClr>
                <a:schemeClr val="dk1"/>
              </a:buClr>
              <a:buSzPts val="1000"/>
              <a:buNone/>
              <a:defRPr sz="1333">
                <a:solidFill>
                  <a:schemeClr val="dk1"/>
                </a:solidFill>
              </a:defRPr>
            </a:lvl5pPr>
            <a:lvl6pPr lvl="5" algn="l">
              <a:lnSpc>
                <a:spcPct val="100000"/>
              </a:lnSpc>
              <a:spcBef>
                <a:spcPts val="267"/>
              </a:spcBef>
              <a:spcAft>
                <a:spcPts val="0"/>
              </a:spcAft>
              <a:buClr>
                <a:schemeClr val="dk1"/>
              </a:buClr>
              <a:buSzPts val="1000"/>
              <a:buNone/>
              <a:defRPr sz="1333">
                <a:solidFill>
                  <a:schemeClr val="dk1"/>
                </a:solidFill>
              </a:defRPr>
            </a:lvl6pPr>
            <a:lvl7pPr lvl="6" algn="l">
              <a:lnSpc>
                <a:spcPct val="100000"/>
              </a:lnSpc>
              <a:spcBef>
                <a:spcPts val="267"/>
              </a:spcBef>
              <a:spcAft>
                <a:spcPts val="0"/>
              </a:spcAft>
              <a:buClr>
                <a:schemeClr val="dk1"/>
              </a:buClr>
              <a:buSzPts val="1000"/>
              <a:buNone/>
              <a:defRPr sz="1333">
                <a:solidFill>
                  <a:schemeClr val="dk1"/>
                </a:solidFill>
              </a:defRPr>
            </a:lvl7pPr>
            <a:lvl8pPr lvl="7" algn="l">
              <a:lnSpc>
                <a:spcPct val="100000"/>
              </a:lnSpc>
              <a:spcBef>
                <a:spcPts val="267"/>
              </a:spcBef>
              <a:spcAft>
                <a:spcPts val="0"/>
              </a:spcAft>
              <a:buClr>
                <a:schemeClr val="dk1"/>
              </a:buClr>
              <a:buSzPts val="1000"/>
              <a:buNone/>
              <a:defRPr sz="1333">
                <a:solidFill>
                  <a:schemeClr val="dk1"/>
                </a:solidFill>
              </a:defRPr>
            </a:lvl8pPr>
            <a:lvl9pPr lvl="8" algn="l">
              <a:lnSpc>
                <a:spcPct val="100000"/>
              </a:lnSpc>
              <a:spcBef>
                <a:spcPts val="267"/>
              </a:spcBef>
              <a:spcAft>
                <a:spcPts val="267"/>
              </a:spcAft>
              <a:buClr>
                <a:schemeClr val="dk1"/>
              </a:buClr>
              <a:buSzPts val="1000"/>
              <a:buNone/>
              <a:defRPr sz="1333">
                <a:solidFill>
                  <a:schemeClr val="dk1"/>
                </a:solidFill>
              </a:defRPr>
            </a:lvl9pPr>
          </a:lstStyle>
          <a:p>
            <a:endParaRPr/>
          </a:p>
        </p:txBody>
      </p:sp>
      <p:sp>
        <p:nvSpPr>
          <p:cNvPr id="652" name="Google Shape;652;p47"/>
          <p:cNvSpPr txBox="1">
            <a:spLocks noGrp="1"/>
          </p:cNvSpPr>
          <p:nvPr>
            <p:ph type="subTitle" idx="7"/>
          </p:nvPr>
        </p:nvSpPr>
        <p:spPr>
          <a:xfrm>
            <a:off x="961000" y="2895600"/>
            <a:ext cx="2072800" cy="244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Clr>
                <a:schemeClr val="dk1"/>
              </a:buClr>
              <a:buSzPts val="1400"/>
              <a:buNone/>
              <a:defRPr b="1">
                <a:solidFill>
                  <a:schemeClr val="dk1"/>
                </a:solidFill>
              </a:defRPr>
            </a:lvl1pPr>
            <a:lvl2pPr lvl="1" algn="ctr">
              <a:lnSpc>
                <a:spcPct val="100000"/>
              </a:lnSpc>
              <a:spcBef>
                <a:spcPts val="267"/>
              </a:spcBef>
              <a:spcAft>
                <a:spcPts val="0"/>
              </a:spcAft>
              <a:buClr>
                <a:schemeClr val="dk1"/>
              </a:buClr>
              <a:buSzPts val="1000"/>
              <a:buNone/>
              <a:defRPr sz="1333" b="1">
                <a:solidFill>
                  <a:schemeClr val="dk1"/>
                </a:solidFill>
              </a:defRPr>
            </a:lvl2pPr>
            <a:lvl3pPr lvl="2" algn="ctr">
              <a:lnSpc>
                <a:spcPct val="100000"/>
              </a:lnSpc>
              <a:spcBef>
                <a:spcPts val="267"/>
              </a:spcBef>
              <a:spcAft>
                <a:spcPts val="0"/>
              </a:spcAft>
              <a:buClr>
                <a:schemeClr val="dk1"/>
              </a:buClr>
              <a:buSzPts val="1000"/>
              <a:buNone/>
              <a:defRPr sz="1333" b="1">
                <a:solidFill>
                  <a:schemeClr val="dk1"/>
                </a:solidFill>
              </a:defRPr>
            </a:lvl3pPr>
            <a:lvl4pPr lvl="3" algn="ctr">
              <a:lnSpc>
                <a:spcPct val="100000"/>
              </a:lnSpc>
              <a:spcBef>
                <a:spcPts val="267"/>
              </a:spcBef>
              <a:spcAft>
                <a:spcPts val="0"/>
              </a:spcAft>
              <a:buClr>
                <a:schemeClr val="dk1"/>
              </a:buClr>
              <a:buSzPts val="1000"/>
              <a:buNone/>
              <a:defRPr sz="1333" b="1">
                <a:solidFill>
                  <a:schemeClr val="dk1"/>
                </a:solidFill>
              </a:defRPr>
            </a:lvl4pPr>
            <a:lvl5pPr lvl="4" algn="ctr">
              <a:lnSpc>
                <a:spcPct val="100000"/>
              </a:lnSpc>
              <a:spcBef>
                <a:spcPts val="267"/>
              </a:spcBef>
              <a:spcAft>
                <a:spcPts val="0"/>
              </a:spcAft>
              <a:buClr>
                <a:schemeClr val="dk1"/>
              </a:buClr>
              <a:buSzPts val="1000"/>
              <a:buNone/>
              <a:defRPr sz="1333" b="1">
                <a:solidFill>
                  <a:schemeClr val="dk1"/>
                </a:solidFill>
              </a:defRPr>
            </a:lvl5pPr>
            <a:lvl6pPr lvl="5" algn="ctr">
              <a:lnSpc>
                <a:spcPct val="100000"/>
              </a:lnSpc>
              <a:spcBef>
                <a:spcPts val="267"/>
              </a:spcBef>
              <a:spcAft>
                <a:spcPts val="0"/>
              </a:spcAft>
              <a:buClr>
                <a:schemeClr val="dk1"/>
              </a:buClr>
              <a:buSzPts val="1000"/>
              <a:buNone/>
              <a:defRPr sz="1333" b="1">
                <a:solidFill>
                  <a:schemeClr val="dk1"/>
                </a:solidFill>
              </a:defRPr>
            </a:lvl6pPr>
            <a:lvl7pPr lvl="6" algn="ctr">
              <a:lnSpc>
                <a:spcPct val="100000"/>
              </a:lnSpc>
              <a:spcBef>
                <a:spcPts val="267"/>
              </a:spcBef>
              <a:spcAft>
                <a:spcPts val="0"/>
              </a:spcAft>
              <a:buClr>
                <a:schemeClr val="dk1"/>
              </a:buClr>
              <a:buSzPts val="1000"/>
              <a:buNone/>
              <a:defRPr sz="1333" b="1">
                <a:solidFill>
                  <a:schemeClr val="dk1"/>
                </a:solidFill>
              </a:defRPr>
            </a:lvl7pPr>
            <a:lvl8pPr lvl="7" algn="ctr">
              <a:lnSpc>
                <a:spcPct val="100000"/>
              </a:lnSpc>
              <a:spcBef>
                <a:spcPts val="267"/>
              </a:spcBef>
              <a:spcAft>
                <a:spcPts val="0"/>
              </a:spcAft>
              <a:buClr>
                <a:schemeClr val="dk1"/>
              </a:buClr>
              <a:buSzPts val="1000"/>
              <a:buNone/>
              <a:defRPr sz="1333" b="1">
                <a:solidFill>
                  <a:schemeClr val="dk1"/>
                </a:solidFill>
              </a:defRPr>
            </a:lvl8pPr>
            <a:lvl9pPr lvl="8" algn="ctr">
              <a:lnSpc>
                <a:spcPct val="100000"/>
              </a:lnSpc>
              <a:spcBef>
                <a:spcPts val="267"/>
              </a:spcBef>
              <a:spcAft>
                <a:spcPts val="267"/>
              </a:spcAft>
              <a:buClr>
                <a:schemeClr val="dk1"/>
              </a:buClr>
              <a:buSzPts val="1000"/>
              <a:buNone/>
              <a:defRPr sz="1333" b="1">
                <a:solidFill>
                  <a:schemeClr val="dk1"/>
                </a:solidFill>
              </a:defRPr>
            </a:lvl9pPr>
          </a:lstStyle>
          <a:p>
            <a:endParaRPr/>
          </a:p>
        </p:txBody>
      </p:sp>
      <p:sp>
        <p:nvSpPr>
          <p:cNvPr id="653" name="Google Shape;653;p47"/>
          <p:cNvSpPr>
            <a:spLocks noGrp="1"/>
          </p:cNvSpPr>
          <p:nvPr>
            <p:ph type="pic" idx="8"/>
          </p:nvPr>
        </p:nvSpPr>
        <p:spPr>
          <a:xfrm>
            <a:off x="1187607" y="899800"/>
            <a:ext cx="1584800" cy="1584800"/>
          </a:xfrm>
          <a:prstGeom prst="ellipse">
            <a:avLst/>
          </a:prstGeom>
          <a:noFill/>
          <a:ln w="19050" cap="flat" cmpd="sng">
            <a:solidFill>
              <a:schemeClr val="dk1"/>
            </a:solidFill>
            <a:prstDash val="solid"/>
            <a:round/>
            <a:headEnd type="none" w="sm" len="sm"/>
            <a:tailEnd type="none" w="sm" len="sm"/>
          </a:ln>
        </p:spPr>
        <p:txBody>
          <a:bodyPr/>
          <a:lstStyle/>
          <a:p>
            <a:endParaRPr lang="en-IN"/>
          </a:p>
        </p:txBody>
      </p:sp>
      <p:pic>
        <p:nvPicPr>
          <p:cNvPr id="654" name="Google Shape;654;p47"/>
          <p:cNvPicPr preferRelativeResize="0"/>
          <p:nvPr/>
        </p:nvPicPr>
        <p:blipFill rotWithShape="1">
          <a:blip r:embed="rId2">
            <a:alphaModFix/>
          </a:blip>
          <a:srcRect/>
          <a:stretch/>
        </p:blipFill>
        <p:spPr>
          <a:xfrm>
            <a:off x="0" y="6811001"/>
            <a:ext cx="12192000" cy="50800"/>
          </a:xfrm>
          <a:prstGeom prst="rect">
            <a:avLst/>
          </a:prstGeom>
          <a:noFill/>
          <a:ln>
            <a:noFill/>
          </a:ln>
        </p:spPr>
      </p:pic>
    </p:spTree>
    <p:extLst>
      <p:ext uri="{BB962C8B-B14F-4D97-AF65-F5344CB8AC3E}">
        <p14:creationId xmlns:p14="http://schemas.microsoft.com/office/powerpoint/2010/main" val="775464226"/>
      </p:ext>
    </p:extLst>
  </p:cSld>
  <p:clrMapOvr>
    <a:masterClrMapping/>
  </p:clrMapOvr>
  <p:extLst>
    <p:ext uri="{DCECCB84-F9BA-43D5-87BE-67443E8EF086}">
      <p15:sldGuideLst xmlns:p15="http://schemas.microsoft.com/office/powerpoint/2012/main">
        <p15:guide id="1" pos="259">
          <p15:clr>
            <a:srgbClr val="FA7B17"/>
          </p15:clr>
        </p15:guide>
        <p15:guide id="2" pos="5501">
          <p15:clr>
            <a:srgbClr val="FA7B17"/>
          </p15:clr>
        </p15:guide>
        <p15:guide id="3" orient="horz" pos="3068">
          <p15:clr>
            <a:srgbClr val="FA7B17"/>
          </p15:clr>
        </p15:guide>
        <p15:guide id="4" orient="horz" pos="170">
          <p15:clr>
            <a:srgbClr val="FA7B17"/>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655"/>
        <p:cNvGrpSpPr/>
        <p:nvPr/>
      </p:nvGrpSpPr>
      <p:grpSpPr>
        <a:xfrm>
          <a:off x="0" y="0"/>
          <a:ext cx="0" cy="0"/>
          <a:chOff x="0" y="0"/>
          <a:chExt cx="0" cy="0"/>
        </a:xfrm>
      </p:grpSpPr>
      <p:sp>
        <p:nvSpPr>
          <p:cNvPr id="656" name="Google Shape;656;p48"/>
          <p:cNvSpPr/>
          <p:nvPr/>
        </p:nvSpPr>
        <p:spPr>
          <a:xfrm flipH="1">
            <a:off x="392" y="3006656"/>
            <a:ext cx="3851608" cy="3851345"/>
          </a:xfrm>
          <a:custGeom>
            <a:avLst/>
            <a:gdLst/>
            <a:ahLst/>
            <a:cxnLst/>
            <a:rect l="l" t="t" r="r" b="b"/>
            <a:pathLst>
              <a:path w="3826101" h="3851345" extrusionOk="0">
                <a:moveTo>
                  <a:pt x="3826101" y="0"/>
                </a:moveTo>
                <a:lnTo>
                  <a:pt x="3826101" y="584257"/>
                </a:lnTo>
                <a:lnTo>
                  <a:pt x="3672624" y="588138"/>
                </a:lnTo>
                <a:cubicBezTo>
                  <a:pt x="1952295" y="675341"/>
                  <a:pt x="584255" y="2097818"/>
                  <a:pt x="584255" y="3839818"/>
                </a:cubicBezTo>
                <a:lnTo>
                  <a:pt x="584819" y="3851345"/>
                </a:lnTo>
                <a:lnTo>
                  <a:pt x="564" y="3851345"/>
                </a:lnTo>
                <a:lnTo>
                  <a:pt x="0" y="3839817"/>
                </a:lnTo>
                <a:cubicBezTo>
                  <a:pt x="0" y="1785226"/>
                  <a:pt x="1613526" y="107493"/>
                  <a:pt x="3642558" y="4641"/>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657" name="Google Shape;657;p48"/>
          <p:cNvSpPr/>
          <p:nvPr/>
        </p:nvSpPr>
        <p:spPr>
          <a:xfrm>
            <a:off x="11792595" y="6494883"/>
            <a:ext cx="304800" cy="306000"/>
          </a:xfrm>
          <a:prstGeom prst="ellipse">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US" sz="933" b="0" i="0" u="none" strike="noStrike" cap="none">
                <a:solidFill>
                  <a:schemeClr val="lt1"/>
                </a:solidFill>
                <a:latin typeface="Calibri"/>
                <a:ea typeface="Calibri"/>
                <a:cs typeface="Calibri"/>
                <a:sym typeface="Calibri"/>
              </a:rPr>
              <a:pPr marL="0" marR="0" lvl="0" indent="0" algn="r" rtl="0">
                <a:lnSpc>
                  <a:spcPct val="100000"/>
                </a:lnSpc>
                <a:spcBef>
                  <a:spcPts val="0"/>
                </a:spcBef>
                <a:spcAft>
                  <a:spcPts val="0"/>
                </a:spcAft>
                <a:buClr>
                  <a:srgbClr val="000000"/>
                </a:buClr>
                <a:buSzPts val="700"/>
                <a:buFont typeface="Arial"/>
                <a:buNone/>
              </a:pPr>
              <a:t>‹#›</a:t>
            </a:fld>
            <a:endParaRPr sz="933" b="0" i="0" u="none" strike="noStrike" cap="none" dirty="0">
              <a:solidFill>
                <a:schemeClr val="lt1"/>
              </a:solidFill>
              <a:latin typeface="Calibri"/>
              <a:ea typeface="Calibri"/>
              <a:cs typeface="Calibri"/>
              <a:sym typeface="Calibri"/>
            </a:endParaRPr>
          </a:p>
        </p:txBody>
      </p:sp>
      <p:sp>
        <p:nvSpPr>
          <p:cNvPr id="658" name="Google Shape;658;p48"/>
          <p:cNvSpPr txBox="1"/>
          <p:nvPr/>
        </p:nvSpPr>
        <p:spPr>
          <a:xfrm>
            <a:off x="3543679" y="1174083"/>
            <a:ext cx="646000" cy="147732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7200"/>
              <a:buFont typeface="Arial"/>
              <a:buNone/>
            </a:pPr>
            <a:r>
              <a:rPr lang="en-US" sz="9600" b="0" i="0" u="none" strike="noStrike" cap="none" dirty="0">
                <a:solidFill>
                  <a:schemeClr val="lt1"/>
                </a:solidFill>
                <a:latin typeface="Calibri"/>
                <a:ea typeface="Calibri"/>
                <a:cs typeface="Calibri"/>
                <a:sym typeface="Calibri"/>
              </a:rPr>
              <a:t>“</a:t>
            </a:r>
            <a:endParaRPr sz="9600" b="0" i="0" u="none" strike="noStrike" cap="none" dirty="0">
              <a:solidFill>
                <a:schemeClr val="lt1"/>
              </a:solidFill>
              <a:latin typeface="Calibri"/>
              <a:ea typeface="Calibri"/>
              <a:cs typeface="Calibri"/>
              <a:sym typeface="Calibri"/>
            </a:endParaRPr>
          </a:p>
        </p:txBody>
      </p:sp>
      <p:sp>
        <p:nvSpPr>
          <p:cNvPr id="659" name="Google Shape;659;p48"/>
          <p:cNvSpPr txBox="1">
            <a:spLocks noGrp="1"/>
          </p:cNvSpPr>
          <p:nvPr>
            <p:ph type="subTitle" idx="1"/>
          </p:nvPr>
        </p:nvSpPr>
        <p:spPr>
          <a:xfrm>
            <a:off x="7681172" y="3819233"/>
            <a:ext cx="3132800" cy="347200"/>
          </a:xfrm>
          <a:prstGeom prst="rect">
            <a:avLst/>
          </a:prstGeom>
          <a:noFill/>
          <a:ln>
            <a:noFill/>
          </a:ln>
        </p:spPr>
        <p:txBody>
          <a:bodyPr spcFirstLastPara="1" wrap="square" lIns="0" tIns="0" rIns="0" bIns="0" anchor="t" anchorCtr="0">
            <a:noAutofit/>
          </a:bodyPr>
          <a:lstStyle>
            <a:lvl1pPr lvl="0" algn="r">
              <a:lnSpc>
                <a:spcPct val="100000"/>
              </a:lnSpc>
              <a:spcBef>
                <a:spcPts val="0"/>
              </a:spcBef>
              <a:spcAft>
                <a:spcPts val="0"/>
              </a:spcAft>
              <a:buClr>
                <a:schemeClr val="accent1"/>
              </a:buClr>
              <a:buSzPts val="1200"/>
              <a:buNone/>
              <a:defRPr sz="1600" b="1">
                <a:solidFill>
                  <a:schemeClr val="accent1"/>
                </a:solidFill>
              </a:defRPr>
            </a:lvl1pPr>
            <a:lvl2pPr lvl="1" algn="l">
              <a:lnSpc>
                <a:spcPct val="100000"/>
              </a:lnSpc>
              <a:spcBef>
                <a:spcPts val="267"/>
              </a:spcBef>
              <a:spcAft>
                <a:spcPts val="0"/>
              </a:spcAft>
              <a:buClr>
                <a:schemeClr val="accent1"/>
              </a:buClr>
              <a:buSzPts val="1400"/>
              <a:buNone/>
              <a:defRPr>
                <a:solidFill>
                  <a:schemeClr val="accent1"/>
                </a:solidFill>
              </a:defRPr>
            </a:lvl2pPr>
            <a:lvl3pPr lvl="2" algn="l">
              <a:lnSpc>
                <a:spcPct val="100000"/>
              </a:lnSpc>
              <a:spcBef>
                <a:spcPts val="267"/>
              </a:spcBef>
              <a:spcAft>
                <a:spcPts val="0"/>
              </a:spcAft>
              <a:buClr>
                <a:schemeClr val="accent1"/>
              </a:buClr>
              <a:buSzPts val="1400"/>
              <a:buNone/>
              <a:defRPr>
                <a:solidFill>
                  <a:schemeClr val="accent1"/>
                </a:solidFill>
              </a:defRPr>
            </a:lvl3pPr>
            <a:lvl4pPr lvl="3" algn="l">
              <a:lnSpc>
                <a:spcPct val="100000"/>
              </a:lnSpc>
              <a:spcBef>
                <a:spcPts val="267"/>
              </a:spcBef>
              <a:spcAft>
                <a:spcPts val="0"/>
              </a:spcAft>
              <a:buClr>
                <a:schemeClr val="accent1"/>
              </a:buClr>
              <a:buSzPts val="1400"/>
              <a:buNone/>
              <a:defRPr>
                <a:solidFill>
                  <a:schemeClr val="accent1"/>
                </a:solidFill>
              </a:defRPr>
            </a:lvl4pPr>
            <a:lvl5pPr lvl="4" algn="l">
              <a:lnSpc>
                <a:spcPct val="100000"/>
              </a:lnSpc>
              <a:spcBef>
                <a:spcPts val="267"/>
              </a:spcBef>
              <a:spcAft>
                <a:spcPts val="0"/>
              </a:spcAft>
              <a:buClr>
                <a:schemeClr val="accent1"/>
              </a:buClr>
              <a:buSzPts val="1400"/>
              <a:buNone/>
              <a:defRPr>
                <a:solidFill>
                  <a:schemeClr val="accent1"/>
                </a:solidFill>
              </a:defRPr>
            </a:lvl5pPr>
            <a:lvl6pPr lvl="5" algn="l">
              <a:lnSpc>
                <a:spcPct val="100000"/>
              </a:lnSpc>
              <a:spcBef>
                <a:spcPts val="267"/>
              </a:spcBef>
              <a:spcAft>
                <a:spcPts val="0"/>
              </a:spcAft>
              <a:buClr>
                <a:schemeClr val="accent1"/>
              </a:buClr>
              <a:buSzPts val="1400"/>
              <a:buNone/>
              <a:defRPr>
                <a:solidFill>
                  <a:schemeClr val="accent1"/>
                </a:solidFill>
              </a:defRPr>
            </a:lvl6pPr>
            <a:lvl7pPr lvl="6" algn="l">
              <a:lnSpc>
                <a:spcPct val="100000"/>
              </a:lnSpc>
              <a:spcBef>
                <a:spcPts val="267"/>
              </a:spcBef>
              <a:spcAft>
                <a:spcPts val="0"/>
              </a:spcAft>
              <a:buClr>
                <a:schemeClr val="accent1"/>
              </a:buClr>
              <a:buSzPts val="1400"/>
              <a:buNone/>
              <a:defRPr>
                <a:solidFill>
                  <a:schemeClr val="accent1"/>
                </a:solidFill>
              </a:defRPr>
            </a:lvl7pPr>
            <a:lvl8pPr lvl="7" algn="l">
              <a:lnSpc>
                <a:spcPct val="100000"/>
              </a:lnSpc>
              <a:spcBef>
                <a:spcPts val="267"/>
              </a:spcBef>
              <a:spcAft>
                <a:spcPts val="0"/>
              </a:spcAft>
              <a:buClr>
                <a:schemeClr val="accent1"/>
              </a:buClr>
              <a:buSzPts val="1400"/>
              <a:buNone/>
              <a:defRPr>
                <a:solidFill>
                  <a:schemeClr val="accent1"/>
                </a:solidFill>
              </a:defRPr>
            </a:lvl8pPr>
            <a:lvl9pPr lvl="8" algn="l">
              <a:lnSpc>
                <a:spcPct val="100000"/>
              </a:lnSpc>
              <a:spcBef>
                <a:spcPts val="267"/>
              </a:spcBef>
              <a:spcAft>
                <a:spcPts val="267"/>
              </a:spcAft>
              <a:buClr>
                <a:schemeClr val="accent1"/>
              </a:buClr>
              <a:buSzPts val="1400"/>
              <a:buNone/>
              <a:defRPr>
                <a:solidFill>
                  <a:schemeClr val="accent1"/>
                </a:solidFill>
              </a:defRPr>
            </a:lvl9pPr>
          </a:lstStyle>
          <a:p>
            <a:endParaRPr/>
          </a:p>
        </p:txBody>
      </p:sp>
      <p:sp>
        <p:nvSpPr>
          <p:cNvPr id="660" name="Google Shape;660;p48"/>
          <p:cNvSpPr txBox="1">
            <a:spLocks noGrp="1"/>
          </p:cNvSpPr>
          <p:nvPr>
            <p:ph type="subTitle" idx="2"/>
          </p:nvPr>
        </p:nvSpPr>
        <p:spPr>
          <a:xfrm>
            <a:off x="4266267" y="1715267"/>
            <a:ext cx="6705600" cy="1482800"/>
          </a:xfrm>
          <a:prstGeom prst="rect">
            <a:avLst/>
          </a:prstGeom>
          <a:noFill/>
          <a:ln>
            <a:noFill/>
          </a:ln>
        </p:spPr>
        <p:txBody>
          <a:bodyPr spcFirstLastPara="1" wrap="square" lIns="0" tIns="0" rIns="0" bIns="0" anchor="t" anchorCtr="0">
            <a:noAutofit/>
          </a:bodyPr>
          <a:lstStyle>
            <a:lvl1pPr lvl="0" algn="l">
              <a:lnSpc>
                <a:spcPct val="115000"/>
              </a:lnSpc>
              <a:spcBef>
                <a:spcPts val="0"/>
              </a:spcBef>
              <a:spcAft>
                <a:spcPts val="0"/>
              </a:spcAft>
              <a:buSzPts val="1200"/>
              <a:buNone/>
              <a:defRPr sz="1600"/>
            </a:lvl1pPr>
            <a:lvl2pPr lvl="1" algn="l">
              <a:lnSpc>
                <a:spcPct val="115000"/>
              </a:lnSpc>
              <a:spcBef>
                <a:spcPts val="267"/>
              </a:spcBef>
              <a:spcAft>
                <a:spcPts val="0"/>
              </a:spcAft>
              <a:buSzPts val="1000"/>
              <a:buNone/>
              <a:defRPr sz="1333" b="1"/>
            </a:lvl2pPr>
            <a:lvl3pPr lvl="2" algn="l">
              <a:lnSpc>
                <a:spcPct val="115000"/>
              </a:lnSpc>
              <a:spcBef>
                <a:spcPts val="267"/>
              </a:spcBef>
              <a:spcAft>
                <a:spcPts val="0"/>
              </a:spcAft>
              <a:buSzPts val="1000"/>
              <a:buNone/>
              <a:defRPr sz="1333" b="1"/>
            </a:lvl3pPr>
            <a:lvl4pPr lvl="3" algn="l">
              <a:lnSpc>
                <a:spcPct val="115000"/>
              </a:lnSpc>
              <a:spcBef>
                <a:spcPts val="267"/>
              </a:spcBef>
              <a:spcAft>
                <a:spcPts val="0"/>
              </a:spcAft>
              <a:buSzPts val="1000"/>
              <a:buNone/>
              <a:defRPr sz="1333" b="1"/>
            </a:lvl4pPr>
            <a:lvl5pPr lvl="4" algn="l">
              <a:lnSpc>
                <a:spcPct val="115000"/>
              </a:lnSpc>
              <a:spcBef>
                <a:spcPts val="267"/>
              </a:spcBef>
              <a:spcAft>
                <a:spcPts val="0"/>
              </a:spcAft>
              <a:buSzPts val="1000"/>
              <a:buNone/>
              <a:defRPr sz="1333" b="1"/>
            </a:lvl5pPr>
            <a:lvl6pPr lvl="5" algn="l">
              <a:lnSpc>
                <a:spcPct val="115000"/>
              </a:lnSpc>
              <a:spcBef>
                <a:spcPts val="267"/>
              </a:spcBef>
              <a:spcAft>
                <a:spcPts val="0"/>
              </a:spcAft>
              <a:buSzPts val="1000"/>
              <a:buNone/>
              <a:defRPr sz="1333" b="1"/>
            </a:lvl6pPr>
            <a:lvl7pPr lvl="6" algn="l">
              <a:lnSpc>
                <a:spcPct val="115000"/>
              </a:lnSpc>
              <a:spcBef>
                <a:spcPts val="267"/>
              </a:spcBef>
              <a:spcAft>
                <a:spcPts val="0"/>
              </a:spcAft>
              <a:buSzPts val="1000"/>
              <a:buNone/>
              <a:defRPr sz="1333" b="1"/>
            </a:lvl7pPr>
            <a:lvl8pPr lvl="7" algn="l">
              <a:lnSpc>
                <a:spcPct val="115000"/>
              </a:lnSpc>
              <a:spcBef>
                <a:spcPts val="267"/>
              </a:spcBef>
              <a:spcAft>
                <a:spcPts val="0"/>
              </a:spcAft>
              <a:buSzPts val="1000"/>
              <a:buNone/>
              <a:defRPr sz="1333" b="1"/>
            </a:lvl8pPr>
            <a:lvl9pPr lvl="8" algn="l">
              <a:lnSpc>
                <a:spcPct val="115000"/>
              </a:lnSpc>
              <a:spcBef>
                <a:spcPts val="267"/>
              </a:spcBef>
              <a:spcAft>
                <a:spcPts val="267"/>
              </a:spcAft>
              <a:buSzPts val="1000"/>
              <a:buNone/>
              <a:defRPr sz="1333" b="1"/>
            </a:lvl9pPr>
          </a:lstStyle>
          <a:p>
            <a:endParaRPr/>
          </a:p>
        </p:txBody>
      </p:sp>
      <p:pic>
        <p:nvPicPr>
          <p:cNvPr id="661" name="Google Shape;661;p48"/>
          <p:cNvPicPr preferRelativeResize="0"/>
          <p:nvPr/>
        </p:nvPicPr>
        <p:blipFill rotWithShape="1">
          <a:blip r:embed="rId2">
            <a:alphaModFix/>
          </a:blip>
          <a:srcRect/>
          <a:stretch/>
        </p:blipFill>
        <p:spPr>
          <a:xfrm>
            <a:off x="0" y="6811001"/>
            <a:ext cx="12192000" cy="50800"/>
          </a:xfrm>
          <a:prstGeom prst="rect">
            <a:avLst/>
          </a:prstGeom>
          <a:noFill/>
          <a:ln>
            <a:noFill/>
          </a:ln>
        </p:spPr>
      </p:pic>
    </p:spTree>
    <p:extLst>
      <p:ext uri="{BB962C8B-B14F-4D97-AF65-F5344CB8AC3E}">
        <p14:creationId xmlns:p14="http://schemas.microsoft.com/office/powerpoint/2010/main" val="1195094005"/>
      </p:ext>
    </p:extLst>
  </p:cSld>
  <p:clrMapOvr>
    <a:masterClrMapping/>
  </p:clrMapOvr>
  <p:extLst>
    <p:ext uri="{DCECCB84-F9BA-43D5-87BE-67443E8EF086}">
      <p15:sldGuideLst xmlns:p15="http://schemas.microsoft.com/office/powerpoint/2012/main">
        <p15:guide id="1" orient="horz" pos="3070">
          <p15:clr>
            <a:srgbClr val="FA7B17"/>
          </p15:clr>
        </p15:guide>
        <p15:guide id="2" orient="horz" pos="235">
          <p15:clr>
            <a:srgbClr val="FA7B17"/>
          </p15:clr>
        </p15:guide>
        <p15:guide id="3" pos="259">
          <p15:clr>
            <a:srgbClr val="FA7B17"/>
          </p15:clr>
        </p15:guide>
        <p15:guide id="4" pos="5501">
          <p15:clr>
            <a:srgbClr val="FA7B17"/>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Section Header and Description">
  <p:cSld name="Section Header and Description">
    <p:spTree>
      <p:nvGrpSpPr>
        <p:cNvPr id="1" name="Shape 662"/>
        <p:cNvGrpSpPr/>
        <p:nvPr/>
      </p:nvGrpSpPr>
      <p:grpSpPr>
        <a:xfrm>
          <a:off x="0" y="0"/>
          <a:ext cx="0" cy="0"/>
          <a:chOff x="0" y="0"/>
          <a:chExt cx="0" cy="0"/>
        </a:xfrm>
      </p:grpSpPr>
      <p:sp>
        <p:nvSpPr>
          <p:cNvPr id="663" name="Google Shape;663;p49"/>
          <p:cNvSpPr/>
          <p:nvPr/>
        </p:nvSpPr>
        <p:spPr>
          <a:xfrm>
            <a:off x="0" y="0"/>
            <a:ext cx="6058800" cy="6858000"/>
          </a:xfrm>
          <a:prstGeom prst="rect">
            <a:avLst/>
          </a:prstGeom>
          <a:solidFill>
            <a:srgbClr val="F3F3F3"/>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dirty="0">
              <a:solidFill>
                <a:srgbClr val="000000"/>
              </a:solidFill>
              <a:latin typeface="Calibri"/>
              <a:ea typeface="Calibri"/>
              <a:cs typeface="Calibri"/>
              <a:sym typeface="Calibri"/>
            </a:endParaRPr>
          </a:p>
        </p:txBody>
      </p:sp>
      <p:sp>
        <p:nvSpPr>
          <p:cNvPr id="664" name="Google Shape;664;p49"/>
          <p:cNvSpPr/>
          <p:nvPr/>
        </p:nvSpPr>
        <p:spPr>
          <a:xfrm>
            <a:off x="11792595" y="6494883"/>
            <a:ext cx="304800" cy="306000"/>
          </a:xfrm>
          <a:prstGeom prst="ellipse">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US" sz="933" b="0" i="0" u="none" strike="noStrike" cap="none">
                <a:solidFill>
                  <a:schemeClr val="lt1"/>
                </a:solidFill>
                <a:latin typeface="Calibri"/>
                <a:ea typeface="Calibri"/>
                <a:cs typeface="Calibri"/>
                <a:sym typeface="Calibri"/>
              </a:rPr>
              <a:pPr marL="0" marR="0" lvl="0" indent="0" algn="r" rtl="0">
                <a:lnSpc>
                  <a:spcPct val="100000"/>
                </a:lnSpc>
                <a:spcBef>
                  <a:spcPts val="0"/>
                </a:spcBef>
                <a:spcAft>
                  <a:spcPts val="0"/>
                </a:spcAft>
                <a:buClr>
                  <a:srgbClr val="000000"/>
                </a:buClr>
                <a:buSzPts val="700"/>
                <a:buFont typeface="Arial"/>
                <a:buNone/>
              </a:pPr>
              <a:t>‹#›</a:t>
            </a:fld>
            <a:endParaRPr sz="933" b="0" i="0" u="none" strike="noStrike" cap="none" dirty="0">
              <a:solidFill>
                <a:schemeClr val="lt1"/>
              </a:solidFill>
              <a:latin typeface="Calibri"/>
              <a:ea typeface="Calibri"/>
              <a:cs typeface="Calibri"/>
              <a:sym typeface="Calibri"/>
            </a:endParaRPr>
          </a:p>
        </p:txBody>
      </p:sp>
      <p:sp>
        <p:nvSpPr>
          <p:cNvPr id="665" name="Google Shape;665;p49"/>
          <p:cNvSpPr/>
          <p:nvPr/>
        </p:nvSpPr>
        <p:spPr>
          <a:xfrm>
            <a:off x="3" y="1"/>
            <a:ext cx="301543" cy="347263"/>
          </a:xfrm>
          <a:custGeom>
            <a:avLst/>
            <a:gdLst/>
            <a:ahLst/>
            <a:cxnLst/>
            <a:rect l="l" t="t" r="r" b="b"/>
            <a:pathLst>
              <a:path w="1675237" h="1929234" extrusionOk="0">
                <a:moveTo>
                  <a:pt x="461556" y="1897854"/>
                </a:moveTo>
                <a:lnTo>
                  <a:pt x="469774" y="1899513"/>
                </a:lnTo>
                <a:lnTo>
                  <a:pt x="443985" y="1904118"/>
                </a:lnTo>
                <a:lnTo>
                  <a:pt x="449737" y="1900240"/>
                </a:lnTo>
                <a:cubicBezTo>
                  <a:pt x="453370" y="1898704"/>
                  <a:pt x="457364" y="1897854"/>
                  <a:pt x="461556" y="1897854"/>
                </a:cubicBezTo>
                <a:close/>
                <a:moveTo>
                  <a:pt x="389002" y="1897854"/>
                </a:moveTo>
                <a:cubicBezTo>
                  <a:pt x="397386" y="1897854"/>
                  <a:pt x="404977" y="1901253"/>
                  <a:pt x="410472" y="1906747"/>
                </a:cubicBezTo>
                <a:lnTo>
                  <a:pt x="411766" y="1909872"/>
                </a:lnTo>
                <a:lnTo>
                  <a:pt x="400388" y="1911904"/>
                </a:lnTo>
                <a:lnTo>
                  <a:pt x="363451" y="1916598"/>
                </a:lnTo>
                <a:lnTo>
                  <a:pt x="367531" y="1906747"/>
                </a:lnTo>
                <a:cubicBezTo>
                  <a:pt x="373026" y="1901253"/>
                  <a:pt x="380617" y="1897854"/>
                  <a:pt x="389002" y="1897854"/>
                </a:cubicBezTo>
                <a:close/>
                <a:moveTo>
                  <a:pt x="316447" y="1897854"/>
                </a:moveTo>
                <a:cubicBezTo>
                  <a:pt x="324832" y="1897854"/>
                  <a:pt x="332422" y="1901253"/>
                  <a:pt x="337917" y="1906747"/>
                </a:cubicBezTo>
                <a:lnTo>
                  <a:pt x="343070" y="1919187"/>
                </a:lnTo>
                <a:lnTo>
                  <a:pt x="325117" y="1921469"/>
                </a:lnTo>
                <a:lnTo>
                  <a:pt x="287700" y="1924314"/>
                </a:lnTo>
                <a:lnTo>
                  <a:pt x="294977" y="1906747"/>
                </a:lnTo>
                <a:cubicBezTo>
                  <a:pt x="300471" y="1901253"/>
                  <a:pt x="308062" y="1897854"/>
                  <a:pt x="316447" y="1897854"/>
                </a:cubicBezTo>
                <a:close/>
                <a:moveTo>
                  <a:pt x="243892" y="1897854"/>
                </a:moveTo>
                <a:cubicBezTo>
                  <a:pt x="252277" y="1897854"/>
                  <a:pt x="259868" y="1901253"/>
                  <a:pt x="265363" y="1906747"/>
                </a:cubicBezTo>
                <a:lnTo>
                  <a:pt x="273099" y="1925425"/>
                </a:lnTo>
                <a:lnTo>
                  <a:pt x="248735" y="1927277"/>
                </a:lnTo>
                <a:lnTo>
                  <a:pt x="213550" y="1928167"/>
                </a:lnTo>
                <a:lnTo>
                  <a:pt x="222422" y="1906747"/>
                </a:lnTo>
                <a:cubicBezTo>
                  <a:pt x="227917" y="1901253"/>
                  <a:pt x="235508" y="1897854"/>
                  <a:pt x="243892" y="1897854"/>
                </a:cubicBezTo>
                <a:close/>
                <a:moveTo>
                  <a:pt x="171339" y="1897854"/>
                </a:moveTo>
                <a:cubicBezTo>
                  <a:pt x="188107" y="1897854"/>
                  <a:pt x="201701" y="1911448"/>
                  <a:pt x="201701" y="1928218"/>
                </a:cubicBezTo>
                <a:lnTo>
                  <a:pt x="201597" y="1928469"/>
                </a:lnTo>
                <a:lnTo>
                  <a:pt x="171336" y="1929234"/>
                </a:lnTo>
                <a:lnTo>
                  <a:pt x="141087" y="1928469"/>
                </a:lnTo>
                <a:lnTo>
                  <a:pt x="140982" y="1928218"/>
                </a:lnTo>
                <a:cubicBezTo>
                  <a:pt x="140982" y="1911448"/>
                  <a:pt x="154577" y="1897854"/>
                  <a:pt x="171339" y="1897854"/>
                </a:cubicBezTo>
                <a:close/>
                <a:moveTo>
                  <a:pt x="98792" y="1897854"/>
                </a:moveTo>
                <a:cubicBezTo>
                  <a:pt x="107177" y="1897854"/>
                  <a:pt x="114768" y="1901253"/>
                  <a:pt x="120263" y="1906747"/>
                </a:cubicBezTo>
                <a:lnTo>
                  <a:pt x="129135" y="1928167"/>
                </a:lnTo>
                <a:lnTo>
                  <a:pt x="93938" y="1927277"/>
                </a:lnTo>
                <a:lnTo>
                  <a:pt x="69586" y="1925425"/>
                </a:lnTo>
                <a:lnTo>
                  <a:pt x="77322" y="1906747"/>
                </a:lnTo>
                <a:cubicBezTo>
                  <a:pt x="82817" y="1901253"/>
                  <a:pt x="90408" y="1897854"/>
                  <a:pt x="98792" y="1897854"/>
                </a:cubicBezTo>
                <a:close/>
                <a:moveTo>
                  <a:pt x="26239" y="1897854"/>
                </a:moveTo>
                <a:cubicBezTo>
                  <a:pt x="34623" y="1897854"/>
                  <a:pt x="42214" y="1901253"/>
                  <a:pt x="47709" y="1906747"/>
                </a:cubicBezTo>
                <a:lnTo>
                  <a:pt x="54985" y="1924315"/>
                </a:lnTo>
                <a:lnTo>
                  <a:pt x="17556" y="1921469"/>
                </a:lnTo>
                <a:lnTo>
                  <a:pt x="0" y="1919238"/>
                </a:lnTo>
                <a:lnTo>
                  <a:pt x="0" y="1918259"/>
                </a:lnTo>
                <a:lnTo>
                  <a:pt x="4768" y="1906747"/>
                </a:lnTo>
                <a:cubicBezTo>
                  <a:pt x="10263" y="1901253"/>
                  <a:pt x="17854" y="1897854"/>
                  <a:pt x="26239" y="1897854"/>
                </a:cubicBezTo>
                <a:close/>
                <a:moveTo>
                  <a:pt x="679220" y="1817400"/>
                </a:moveTo>
                <a:cubicBezTo>
                  <a:pt x="687604" y="1817400"/>
                  <a:pt x="695195" y="1820799"/>
                  <a:pt x="700690" y="1826293"/>
                </a:cubicBezTo>
                <a:lnTo>
                  <a:pt x="702587" y="1830873"/>
                </a:lnTo>
                <a:lnTo>
                  <a:pt x="649855" y="1850174"/>
                </a:lnTo>
                <a:lnTo>
                  <a:pt x="648856" y="1847763"/>
                </a:lnTo>
                <a:cubicBezTo>
                  <a:pt x="648856" y="1830994"/>
                  <a:pt x="662450" y="1817400"/>
                  <a:pt x="679220" y="1817400"/>
                </a:cubicBezTo>
                <a:close/>
                <a:moveTo>
                  <a:pt x="606665" y="1817400"/>
                </a:moveTo>
                <a:cubicBezTo>
                  <a:pt x="623435" y="1817400"/>
                  <a:pt x="637029" y="1830994"/>
                  <a:pt x="637029" y="1847763"/>
                </a:cubicBezTo>
                <a:lnTo>
                  <a:pt x="633560" y="1856138"/>
                </a:lnTo>
                <a:lnTo>
                  <a:pt x="618594" y="1861615"/>
                </a:lnTo>
                <a:lnTo>
                  <a:pt x="587142" y="1870547"/>
                </a:lnTo>
                <a:lnTo>
                  <a:pt x="585195" y="1869234"/>
                </a:lnTo>
                <a:cubicBezTo>
                  <a:pt x="579700" y="1863739"/>
                  <a:pt x="576302" y="1856148"/>
                  <a:pt x="576302" y="1847763"/>
                </a:cubicBezTo>
                <a:cubicBezTo>
                  <a:pt x="576302" y="1830994"/>
                  <a:pt x="589896" y="1817400"/>
                  <a:pt x="606665" y="1817400"/>
                </a:cubicBezTo>
                <a:close/>
                <a:moveTo>
                  <a:pt x="534111" y="1817400"/>
                </a:moveTo>
                <a:cubicBezTo>
                  <a:pt x="550880" y="1817400"/>
                  <a:pt x="564474" y="1830994"/>
                  <a:pt x="564474" y="1847763"/>
                </a:cubicBezTo>
                <a:cubicBezTo>
                  <a:pt x="564474" y="1864533"/>
                  <a:pt x="550880" y="1878127"/>
                  <a:pt x="534111" y="1878127"/>
                </a:cubicBezTo>
                <a:cubicBezTo>
                  <a:pt x="517341" y="1878127"/>
                  <a:pt x="503747" y="1864533"/>
                  <a:pt x="503747" y="1847763"/>
                </a:cubicBezTo>
                <a:cubicBezTo>
                  <a:pt x="503747" y="1830994"/>
                  <a:pt x="517341" y="1817400"/>
                  <a:pt x="534111" y="1817400"/>
                </a:cubicBezTo>
                <a:close/>
                <a:moveTo>
                  <a:pt x="461556" y="1817400"/>
                </a:moveTo>
                <a:cubicBezTo>
                  <a:pt x="478326" y="1817400"/>
                  <a:pt x="491920" y="1830994"/>
                  <a:pt x="491920" y="1847763"/>
                </a:cubicBezTo>
                <a:cubicBezTo>
                  <a:pt x="491920" y="1864533"/>
                  <a:pt x="478326" y="1878127"/>
                  <a:pt x="461556" y="1878127"/>
                </a:cubicBezTo>
                <a:cubicBezTo>
                  <a:pt x="444787" y="1878127"/>
                  <a:pt x="431192" y="1864533"/>
                  <a:pt x="431192" y="1847763"/>
                </a:cubicBezTo>
                <a:cubicBezTo>
                  <a:pt x="431192" y="1830994"/>
                  <a:pt x="444787" y="1817400"/>
                  <a:pt x="461556" y="1817400"/>
                </a:cubicBezTo>
                <a:close/>
                <a:moveTo>
                  <a:pt x="389002" y="1817400"/>
                </a:moveTo>
                <a:cubicBezTo>
                  <a:pt x="405771" y="1817400"/>
                  <a:pt x="419365" y="1830994"/>
                  <a:pt x="419365" y="1847763"/>
                </a:cubicBezTo>
                <a:cubicBezTo>
                  <a:pt x="419365" y="1864533"/>
                  <a:pt x="405771" y="1878127"/>
                  <a:pt x="389002" y="1878127"/>
                </a:cubicBezTo>
                <a:cubicBezTo>
                  <a:pt x="372232" y="1878127"/>
                  <a:pt x="358638" y="1864533"/>
                  <a:pt x="358638" y="1847763"/>
                </a:cubicBezTo>
                <a:cubicBezTo>
                  <a:pt x="358638" y="1830994"/>
                  <a:pt x="372232" y="1817400"/>
                  <a:pt x="389002" y="1817400"/>
                </a:cubicBezTo>
                <a:close/>
                <a:moveTo>
                  <a:pt x="316447" y="1817400"/>
                </a:moveTo>
                <a:cubicBezTo>
                  <a:pt x="333216" y="1817400"/>
                  <a:pt x="346810" y="1830994"/>
                  <a:pt x="346810" y="1847763"/>
                </a:cubicBezTo>
                <a:cubicBezTo>
                  <a:pt x="346810" y="1864533"/>
                  <a:pt x="333216" y="1878127"/>
                  <a:pt x="316447" y="1878127"/>
                </a:cubicBezTo>
                <a:cubicBezTo>
                  <a:pt x="299677" y="1878127"/>
                  <a:pt x="286084" y="1864533"/>
                  <a:pt x="286084" y="1847763"/>
                </a:cubicBezTo>
                <a:cubicBezTo>
                  <a:pt x="286084" y="1830994"/>
                  <a:pt x="299677" y="1817400"/>
                  <a:pt x="316447" y="1817400"/>
                </a:cubicBezTo>
                <a:close/>
                <a:moveTo>
                  <a:pt x="243892" y="1817400"/>
                </a:moveTo>
                <a:cubicBezTo>
                  <a:pt x="260662" y="1817400"/>
                  <a:pt x="274256" y="1830994"/>
                  <a:pt x="274256" y="1847763"/>
                </a:cubicBezTo>
                <a:cubicBezTo>
                  <a:pt x="274256" y="1864533"/>
                  <a:pt x="260662" y="1878127"/>
                  <a:pt x="243892" y="1878127"/>
                </a:cubicBezTo>
                <a:cubicBezTo>
                  <a:pt x="227123" y="1878127"/>
                  <a:pt x="213529" y="1864533"/>
                  <a:pt x="213529" y="1847763"/>
                </a:cubicBezTo>
                <a:cubicBezTo>
                  <a:pt x="213529" y="1830994"/>
                  <a:pt x="227123" y="1817400"/>
                  <a:pt x="243892" y="1817400"/>
                </a:cubicBezTo>
                <a:close/>
                <a:moveTo>
                  <a:pt x="171339" y="1817400"/>
                </a:moveTo>
                <a:cubicBezTo>
                  <a:pt x="188107" y="1817400"/>
                  <a:pt x="201701" y="1830994"/>
                  <a:pt x="201701" y="1847763"/>
                </a:cubicBezTo>
                <a:cubicBezTo>
                  <a:pt x="201701" y="1864533"/>
                  <a:pt x="188107" y="1878127"/>
                  <a:pt x="171339" y="1878127"/>
                </a:cubicBezTo>
                <a:cubicBezTo>
                  <a:pt x="154583" y="1878127"/>
                  <a:pt x="140989" y="1864533"/>
                  <a:pt x="140989" y="1847763"/>
                </a:cubicBezTo>
                <a:cubicBezTo>
                  <a:pt x="140989" y="1830994"/>
                  <a:pt x="154583" y="1817400"/>
                  <a:pt x="171339" y="1817400"/>
                </a:cubicBezTo>
                <a:close/>
                <a:moveTo>
                  <a:pt x="98799" y="1817400"/>
                </a:moveTo>
                <a:cubicBezTo>
                  <a:pt x="115568" y="1817400"/>
                  <a:pt x="129162" y="1830994"/>
                  <a:pt x="129162" y="1847763"/>
                </a:cubicBezTo>
                <a:cubicBezTo>
                  <a:pt x="129162" y="1864533"/>
                  <a:pt x="115568" y="1878127"/>
                  <a:pt x="98799" y="1878127"/>
                </a:cubicBezTo>
                <a:cubicBezTo>
                  <a:pt x="82029" y="1878127"/>
                  <a:pt x="68435" y="1864533"/>
                  <a:pt x="68435" y="1847763"/>
                </a:cubicBezTo>
                <a:cubicBezTo>
                  <a:pt x="68435" y="1830994"/>
                  <a:pt x="82029" y="1817400"/>
                  <a:pt x="98799" y="1817400"/>
                </a:cubicBezTo>
                <a:close/>
                <a:moveTo>
                  <a:pt x="26245" y="1817400"/>
                </a:moveTo>
                <a:cubicBezTo>
                  <a:pt x="43014" y="1817400"/>
                  <a:pt x="56608" y="1830994"/>
                  <a:pt x="56608" y="1847763"/>
                </a:cubicBezTo>
                <a:cubicBezTo>
                  <a:pt x="56608" y="1864533"/>
                  <a:pt x="43014" y="1878127"/>
                  <a:pt x="26245" y="1878127"/>
                </a:cubicBezTo>
                <a:cubicBezTo>
                  <a:pt x="17860" y="1878127"/>
                  <a:pt x="10269" y="1874729"/>
                  <a:pt x="4775" y="1869234"/>
                </a:cubicBezTo>
                <a:lnTo>
                  <a:pt x="0" y="1857707"/>
                </a:lnTo>
                <a:lnTo>
                  <a:pt x="0" y="1837819"/>
                </a:lnTo>
                <a:lnTo>
                  <a:pt x="4775" y="1826293"/>
                </a:lnTo>
                <a:cubicBezTo>
                  <a:pt x="10269" y="1820799"/>
                  <a:pt x="17860" y="1817400"/>
                  <a:pt x="26245" y="1817400"/>
                </a:cubicBezTo>
                <a:close/>
                <a:moveTo>
                  <a:pt x="896883" y="1736948"/>
                </a:moveTo>
                <a:lnTo>
                  <a:pt x="903696" y="1738324"/>
                </a:lnTo>
                <a:lnTo>
                  <a:pt x="888255" y="1747704"/>
                </a:lnTo>
                <a:lnTo>
                  <a:pt x="871248" y="1755896"/>
                </a:lnTo>
                <a:lnTo>
                  <a:pt x="875413" y="1745841"/>
                </a:lnTo>
                <a:cubicBezTo>
                  <a:pt x="880908" y="1740347"/>
                  <a:pt x="888499" y="1736948"/>
                  <a:pt x="896883" y="1736948"/>
                </a:cubicBezTo>
                <a:close/>
                <a:moveTo>
                  <a:pt x="824329" y="1736948"/>
                </a:moveTo>
                <a:cubicBezTo>
                  <a:pt x="832714" y="1736948"/>
                  <a:pt x="840304" y="1740347"/>
                  <a:pt x="845799" y="1745841"/>
                </a:cubicBezTo>
                <a:lnTo>
                  <a:pt x="853504" y="1764444"/>
                </a:lnTo>
                <a:lnTo>
                  <a:pt x="802910" y="1788817"/>
                </a:lnTo>
                <a:lnTo>
                  <a:pt x="802858" y="1788782"/>
                </a:lnTo>
                <a:cubicBezTo>
                  <a:pt x="797364" y="1783287"/>
                  <a:pt x="793965" y="1775696"/>
                  <a:pt x="793965" y="1767312"/>
                </a:cubicBezTo>
                <a:cubicBezTo>
                  <a:pt x="793965" y="1750542"/>
                  <a:pt x="807559" y="1736948"/>
                  <a:pt x="824329" y="1736948"/>
                </a:cubicBezTo>
                <a:close/>
                <a:moveTo>
                  <a:pt x="751774" y="1736948"/>
                </a:moveTo>
                <a:cubicBezTo>
                  <a:pt x="768544" y="1736948"/>
                  <a:pt x="782138" y="1750542"/>
                  <a:pt x="782138" y="1767312"/>
                </a:cubicBezTo>
                <a:cubicBezTo>
                  <a:pt x="782138" y="1784081"/>
                  <a:pt x="768544" y="1797675"/>
                  <a:pt x="751774" y="1797675"/>
                </a:cubicBezTo>
                <a:cubicBezTo>
                  <a:pt x="735005" y="1797675"/>
                  <a:pt x="721411" y="1784081"/>
                  <a:pt x="721411" y="1767312"/>
                </a:cubicBezTo>
                <a:cubicBezTo>
                  <a:pt x="721411" y="1750542"/>
                  <a:pt x="735005" y="1736948"/>
                  <a:pt x="751774" y="1736948"/>
                </a:cubicBezTo>
                <a:close/>
                <a:moveTo>
                  <a:pt x="679220" y="1736948"/>
                </a:moveTo>
                <a:cubicBezTo>
                  <a:pt x="695989" y="1736948"/>
                  <a:pt x="709583" y="1750542"/>
                  <a:pt x="709583" y="1767312"/>
                </a:cubicBezTo>
                <a:cubicBezTo>
                  <a:pt x="709583" y="1784081"/>
                  <a:pt x="695989" y="1797675"/>
                  <a:pt x="679220" y="1797675"/>
                </a:cubicBezTo>
                <a:cubicBezTo>
                  <a:pt x="662450" y="1797675"/>
                  <a:pt x="648856" y="1784081"/>
                  <a:pt x="648856" y="1767312"/>
                </a:cubicBezTo>
                <a:cubicBezTo>
                  <a:pt x="648856" y="1750542"/>
                  <a:pt x="662450" y="1736948"/>
                  <a:pt x="679220" y="1736948"/>
                </a:cubicBezTo>
                <a:close/>
                <a:moveTo>
                  <a:pt x="606665" y="1736948"/>
                </a:moveTo>
                <a:cubicBezTo>
                  <a:pt x="623435" y="1736948"/>
                  <a:pt x="637029" y="1750542"/>
                  <a:pt x="637029" y="1767312"/>
                </a:cubicBezTo>
                <a:cubicBezTo>
                  <a:pt x="637029" y="1784081"/>
                  <a:pt x="623435" y="1797675"/>
                  <a:pt x="606665" y="1797675"/>
                </a:cubicBezTo>
                <a:cubicBezTo>
                  <a:pt x="589896" y="1797675"/>
                  <a:pt x="576302" y="1784081"/>
                  <a:pt x="576302" y="1767312"/>
                </a:cubicBezTo>
                <a:cubicBezTo>
                  <a:pt x="576302" y="1750542"/>
                  <a:pt x="589896" y="1736948"/>
                  <a:pt x="606665" y="1736948"/>
                </a:cubicBezTo>
                <a:close/>
                <a:moveTo>
                  <a:pt x="534111" y="1736948"/>
                </a:moveTo>
                <a:cubicBezTo>
                  <a:pt x="550880" y="1736948"/>
                  <a:pt x="564474" y="1750542"/>
                  <a:pt x="564474" y="1767312"/>
                </a:cubicBezTo>
                <a:cubicBezTo>
                  <a:pt x="564474" y="1784081"/>
                  <a:pt x="550880" y="1797675"/>
                  <a:pt x="534111" y="1797675"/>
                </a:cubicBezTo>
                <a:cubicBezTo>
                  <a:pt x="517341" y="1797675"/>
                  <a:pt x="503747" y="1784081"/>
                  <a:pt x="503747" y="1767312"/>
                </a:cubicBezTo>
                <a:cubicBezTo>
                  <a:pt x="503747" y="1750542"/>
                  <a:pt x="517341" y="1736948"/>
                  <a:pt x="534111" y="1736948"/>
                </a:cubicBezTo>
                <a:close/>
                <a:moveTo>
                  <a:pt x="461556" y="1736948"/>
                </a:moveTo>
                <a:cubicBezTo>
                  <a:pt x="478326" y="1736948"/>
                  <a:pt x="491920" y="1750542"/>
                  <a:pt x="491920" y="1767312"/>
                </a:cubicBezTo>
                <a:cubicBezTo>
                  <a:pt x="491920" y="1784081"/>
                  <a:pt x="478326" y="1797675"/>
                  <a:pt x="461556" y="1797675"/>
                </a:cubicBezTo>
                <a:cubicBezTo>
                  <a:pt x="444787" y="1797675"/>
                  <a:pt x="431192" y="1784081"/>
                  <a:pt x="431192" y="1767312"/>
                </a:cubicBezTo>
                <a:cubicBezTo>
                  <a:pt x="431192" y="1750542"/>
                  <a:pt x="444787" y="1736948"/>
                  <a:pt x="461556" y="1736948"/>
                </a:cubicBezTo>
                <a:close/>
                <a:moveTo>
                  <a:pt x="389002" y="1736948"/>
                </a:moveTo>
                <a:cubicBezTo>
                  <a:pt x="405771" y="1736948"/>
                  <a:pt x="419365" y="1750542"/>
                  <a:pt x="419365" y="1767312"/>
                </a:cubicBezTo>
                <a:cubicBezTo>
                  <a:pt x="419365" y="1784081"/>
                  <a:pt x="405771" y="1797675"/>
                  <a:pt x="389002" y="1797675"/>
                </a:cubicBezTo>
                <a:cubicBezTo>
                  <a:pt x="372232" y="1797675"/>
                  <a:pt x="358638" y="1784081"/>
                  <a:pt x="358638" y="1767312"/>
                </a:cubicBezTo>
                <a:cubicBezTo>
                  <a:pt x="358638" y="1750542"/>
                  <a:pt x="372232" y="1736948"/>
                  <a:pt x="389002" y="1736948"/>
                </a:cubicBezTo>
                <a:close/>
                <a:moveTo>
                  <a:pt x="316447" y="1736948"/>
                </a:moveTo>
                <a:cubicBezTo>
                  <a:pt x="333216" y="1736948"/>
                  <a:pt x="346810" y="1750542"/>
                  <a:pt x="346810" y="1767312"/>
                </a:cubicBezTo>
                <a:cubicBezTo>
                  <a:pt x="346810" y="1784081"/>
                  <a:pt x="333216" y="1797675"/>
                  <a:pt x="316447" y="1797675"/>
                </a:cubicBezTo>
                <a:cubicBezTo>
                  <a:pt x="299677" y="1797675"/>
                  <a:pt x="286084" y="1784081"/>
                  <a:pt x="286084" y="1767312"/>
                </a:cubicBezTo>
                <a:cubicBezTo>
                  <a:pt x="286084" y="1750542"/>
                  <a:pt x="299677" y="1736948"/>
                  <a:pt x="316447" y="1736948"/>
                </a:cubicBezTo>
                <a:close/>
                <a:moveTo>
                  <a:pt x="243892" y="1736948"/>
                </a:moveTo>
                <a:cubicBezTo>
                  <a:pt x="260662" y="1736948"/>
                  <a:pt x="274256" y="1750542"/>
                  <a:pt x="274256" y="1767312"/>
                </a:cubicBezTo>
                <a:cubicBezTo>
                  <a:pt x="274256" y="1784081"/>
                  <a:pt x="260662" y="1797675"/>
                  <a:pt x="243892" y="1797675"/>
                </a:cubicBezTo>
                <a:cubicBezTo>
                  <a:pt x="227123" y="1797675"/>
                  <a:pt x="213529" y="1784081"/>
                  <a:pt x="213529" y="1767312"/>
                </a:cubicBezTo>
                <a:cubicBezTo>
                  <a:pt x="213529" y="1750542"/>
                  <a:pt x="227123" y="1736948"/>
                  <a:pt x="243892" y="1736948"/>
                </a:cubicBezTo>
                <a:close/>
                <a:moveTo>
                  <a:pt x="171339" y="1736948"/>
                </a:moveTo>
                <a:cubicBezTo>
                  <a:pt x="188107" y="1736948"/>
                  <a:pt x="201701" y="1750542"/>
                  <a:pt x="201701" y="1767312"/>
                </a:cubicBezTo>
                <a:cubicBezTo>
                  <a:pt x="201701" y="1784081"/>
                  <a:pt x="188107" y="1797675"/>
                  <a:pt x="171339" y="1797675"/>
                </a:cubicBezTo>
                <a:cubicBezTo>
                  <a:pt x="154588" y="1797675"/>
                  <a:pt x="140995" y="1784081"/>
                  <a:pt x="140995" y="1767312"/>
                </a:cubicBezTo>
                <a:cubicBezTo>
                  <a:pt x="140995" y="1750542"/>
                  <a:pt x="154588" y="1736948"/>
                  <a:pt x="171339" y="1736948"/>
                </a:cubicBezTo>
                <a:close/>
                <a:moveTo>
                  <a:pt x="98806" y="1736948"/>
                </a:moveTo>
                <a:cubicBezTo>
                  <a:pt x="115574" y="1736948"/>
                  <a:pt x="129168" y="1750542"/>
                  <a:pt x="129168" y="1767312"/>
                </a:cubicBezTo>
                <a:cubicBezTo>
                  <a:pt x="129168" y="1784081"/>
                  <a:pt x="115574" y="1797675"/>
                  <a:pt x="98806" y="1797675"/>
                </a:cubicBezTo>
                <a:cubicBezTo>
                  <a:pt x="82035" y="1797675"/>
                  <a:pt x="68442" y="1784081"/>
                  <a:pt x="68442" y="1767312"/>
                </a:cubicBezTo>
                <a:cubicBezTo>
                  <a:pt x="68442" y="1750542"/>
                  <a:pt x="82035" y="1736948"/>
                  <a:pt x="98806" y="1736948"/>
                </a:cubicBezTo>
                <a:close/>
                <a:moveTo>
                  <a:pt x="26251" y="1736948"/>
                </a:moveTo>
                <a:cubicBezTo>
                  <a:pt x="43020" y="1736948"/>
                  <a:pt x="56614" y="1750542"/>
                  <a:pt x="56614" y="1767312"/>
                </a:cubicBezTo>
                <a:cubicBezTo>
                  <a:pt x="56614" y="1784081"/>
                  <a:pt x="43020" y="1797675"/>
                  <a:pt x="26251" y="1797675"/>
                </a:cubicBezTo>
                <a:cubicBezTo>
                  <a:pt x="17866" y="1797675"/>
                  <a:pt x="10276" y="1794277"/>
                  <a:pt x="4781" y="1788782"/>
                </a:cubicBezTo>
                <a:lnTo>
                  <a:pt x="0" y="1777239"/>
                </a:lnTo>
                <a:lnTo>
                  <a:pt x="0" y="1757384"/>
                </a:lnTo>
                <a:lnTo>
                  <a:pt x="4781" y="1745841"/>
                </a:lnTo>
                <a:cubicBezTo>
                  <a:pt x="10276" y="1740347"/>
                  <a:pt x="17866" y="1736948"/>
                  <a:pt x="26251" y="1736948"/>
                </a:cubicBezTo>
                <a:close/>
                <a:moveTo>
                  <a:pt x="1030341" y="1658849"/>
                </a:moveTo>
                <a:lnTo>
                  <a:pt x="1020041" y="1666551"/>
                </a:lnTo>
                <a:lnTo>
                  <a:pt x="1020522" y="1665390"/>
                </a:lnTo>
                <a:cubicBezTo>
                  <a:pt x="1023269" y="1662642"/>
                  <a:pt x="1026541" y="1660419"/>
                  <a:pt x="1030173" y="1658883"/>
                </a:cubicBezTo>
                <a:close/>
                <a:moveTo>
                  <a:pt x="969438" y="1656497"/>
                </a:moveTo>
                <a:cubicBezTo>
                  <a:pt x="977823" y="1656497"/>
                  <a:pt x="985413" y="1659895"/>
                  <a:pt x="990908" y="1665390"/>
                </a:cubicBezTo>
                <a:lnTo>
                  <a:pt x="997511" y="1681329"/>
                </a:lnTo>
                <a:lnTo>
                  <a:pt x="950384" y="1709959"/>
                </a:lnTo>
                <a:lnTo>
                  <a:pt x="947968" y="1708330"/>
                </a:lnTo>
                <a:cubicBezTo>
                  <a:pt x="942473" y="1702836"/>
                  <a:pt x="939075" y="1695245"/>
                  <a:pt x="939075" y="1686860"/>
                </a:cubicBezTo>
                <a:cubicBezTo>
                  <a:pt x="939075" y="1670091"/>
                  <a:pt x="952669" y="1656497"/>
                  <a:pt x="969438" y="1656497"/>
                </a:cubicBezTo>
                <a:close/>
                <a:moveTo>
                  <a:pt x="896883" y="1656497"/>
                </a:moveTo>
                <a:cubicBezTo>
                  <a:pt x="913653" y="1656497"/>
                  <a:pt x="927247" y="1670091"/>
                  <a:pt x="927247" y="1686860"/>
                </a:cubicBezTo>
                <a:cubicBezTo>
                  <a:pt x="927247" y="1703630"/>
                  <a:pt x="913653" y="1717224"/>
                  <a:pt x="896883" y="1717224"/>
                </a:cubicBezTo>
                <a:cubicBezTo>
                  <a:pt x="880114" y="1717224"/>
                  <a:pt x="866520" y="1703630"/>
                  <a:pt x="866520" y="1686860"/>
                </a:cubicBezTo>
                <a:cubicBezTo>
                  <a:pt x="866520" y="1670091"/>
                  <a:pt x="880114" y="1656497"/>
                  <a:pt x="896883" y="1656497"/>
                </a:cubicBezTo>
                <a:close/>
                <a:moveTo>
                  <a:pt x="824329" y="1656497"/>
                </a:moveTo>
                <a:cubicBezTo>
                  <a:pt x="841098" y="1656497"/>
                  <a:pt x="854692" y="1670091"/>
                  <a:pt x="854692" y="1686860"/>
                </a:cubicBezTo>
                <a:cubicBezTo>
                  <a:pt x="854692" y="1703630"/>
                  <a:pt x="841098" y="1717224"/>
                  <a:pt x="824329" y="1717224"/>
                </a:cubicBezTo>
                <a:cubicBezTo>
                  <a:pt x="807559" y="1717224"/>
                  <a:pt x="793965" y="1703630"/>
                  <a:pt x="793965" y="1686860"/>
                </a:cubicBezTo>
                <a:cubicBezTo>
                  <a:pt x="793965" y="1670091"/>
                  <a:pt x="807559" y="1656497"/>
                  <a:pt x="824329" y="1656497"/>
                </a:cubicBezTo>
                <a:close/>
                <a:moveTo>
                  <a:pt x="751774" y="1656497"/>
                </a:moveTo>
                <a:cubicBezTo>
                  <a:pt x="768544" y="1656497"/>
                  <a:pt x="782138" y="1670091"/>
                  <a:pt x="782138" y="1686860"/>
                </a:cubicBezTo>
                <a:cubicBezTo>
                  <a:pt x="782138" y="1703630"/>
                  <a:pt x="768544" y="1717224"/>
                  <a:pt x="751774" y="1717224"/>
                </a:cubicBezTo>
                <a:cubicBezTo>
                  <a:pt x="735005" y="1717224"/>
                  <a:pt x="721411" y="1703630"/>
                  <a:pt x="721411" y="1686860"/>
                </a:cubicBezTo>
                <a:cubicBezTo>
                  <a:pt x="721411" y="1670091"/>
                  <a:pt x="735005" y="1656497"/>
                  <a:pt x="751774" y="1656497"/>
                </a:cubicBezTo>
                <a:close/>
                <a:moveTo>
                  <a:pt x="679220" y="1656497"/>
                </a:moveTo>
                <a:cubicBezTo>
                  <a:pt x="695989" y="1656497"/>
                  <a:pt x="709583" y="1670091"/>
                  <a:pt x="709583" y="1686860"/>
                </a:cubicBezTo>
                <a:cubicBezTo>
                  <a:pt x="709583" y="1703630"/>
                  <a:pt x="695989" y="1717224"/>
                  <a:pt x="679220" y="1717224"/>
                </a:cubicBezTo>
                <a:cubicBezTo>
                  <a:pt x="662450" y="1717224"/>
                  <a:pt x="648856" y="1703630"/>
                  <a:pt x="648856" y="1686860"/>
                </a:cubicBezTo>
                <a:cubicBezTo>
                  <a:pt x="648856" y="1670091"/>
                  <a:pt x="662450" y="1656497"/>
                  <a:pt x="679220" y="1656497"/>
                </a:cubicBezTo>
                <a:close/>
                <a:moveTo>
                  <a:pt x="606665" y="1656497"/>
                </a:moveTo>
                <a:cubicBezTo>
                  <a:pt x="623435" y="1656497"/>
                  <a:pt x="637029" y="1670091"/>
                  <a:pt x="637029" y="1686860"/>
                </a:cubicBezTo>
                <a:cubicBezTo>
                  <a:pt x="637029" y="1703630"/>
                  <a:pt x="623435" y="1717224"/>
                  <a:pt x="606665" y="1717224"/>
                </a:cubicBezTo>
                <a:cubicBezTo>
                  <a:pt x="589896" y="1717224"/>
                  <a:pt x="576302" y="1703630"/>
                  <a:pt x="576302" y="1686860"/>
                </a:cubicBezTo>
                <a:cubicBezTo>
                  <a:pt x="576302" y="1670091"/>
                  <a:pt x="589896" y="1656497"/>
                  <a:pt x="606665" y="1656497"/>
                </a:cubicBezTo>
                <a:close/>
                <a:moveTo>
                  <a:pt x="534111" y="1656497"/>
                </a:moveTo>
                <a:cubicBezTo>
                  <a:pt x="550880" y="1656497"/>
                  <a:pt x="564474" y="1670091"/>
                  <a:pt x="564474" y="1686860"/>
                </a:cubicBezTo>
                <a:cubicBezTo>
                  <a:pt x="564474" y="1703630"/>
                  <a:pt x="550880" y="1717224"/>
                  <a:pt x="534111" y="1717224"/>
                </a:cubicBezTo>
                <a:cubicBezTo>
                  <a:pt x="517341" y="1717224"/>
                  <a:pt x="503747" y="1703630"/>
                  <a:pt x="503747" y="1686860"/>
                </a:cubicBezTo>
                <a:cubicBezTo>
                  <a:pt x="503747" y="1670091"/>
                  <a:pt x="517341" y="1656497"/>
                  <a:pt x="534111" y="1656497"/>
                </a:cubicBezTo>
                <a:close/>
                <a:moveTo>
                  <a:pt x="461556" y="1656497"/>
                </a:moveTo>
                <a:cubicBezTo>
                  <a:pt x="478326" y="1656497"/>
                  <a:pt x="491920" y="1670091"/>
                  <a:pt x="491920" y="1686860"/>
                </a:cubicBezTo>
                <a:cubicBezTo>
                  <a:pt x="491920" y="1703630"/>
                  <a:pt x="478326" y="1717224"/>
                  <a:pt x="461556" y="1717224"/>
                </a:cubicBezTo>
                <a:cubicBezTo>
                  <a:pt x="444787" y="1717224"/>
                  <a:pt x="431192" y="1703630"/>
                  <a:pt x="431192" y="1686860"/>
                </a:cubicBezTo>
                <a:cubicBezTo>
                  <a:pt x="431192" y="1670091"/>
                  <a:pt x="444787" y="1656497"/>
                  <a:pt x="461556" y="1656497"/>
                </a:cubicBezTo>
                <a:close/>
                <a:moveTo>
                  <a:pt x="389002" y="1656497"/>
                </a:moveTo>
                <a:cubicBezTo>
                  <a:pt x="405771" y="1656497"/>
                  <a:pt x="419365" y="1670091"/>
                  <a:pt x="419365" y="1686860"/>
                </a:cubicBezTo>
                <a:cubicBezTo>
                  <a:pt x="419365" y="1703630"/>
                  <a:pt x="405771" y="1717224"/>
                  <a:pt x="389002" y="1717224"/>
                </a:cubicBezTo>
                <a:cubicBezTo>
                  <a:pt x="372232" y="1717224"/>
                  <a:pt x="358638" y="1703630"/>
                  <a:pt x="358638" y="1686860"/>
                </a:cubicBezTo>
                <a:cubicBezTo>
                  <a:pt x="358638" y="1670091"/>
                  <a:pt x="372232" y="1656497"/>
                  <a:pt x="389002" y="1656497"/>
                </a:cubicBezTo>
                <a:close/>
                <a:moveTo>
                  <a:pt x="316447" y="1656497"/>
                </a:moveTo>
                <a:cubicBezTo>
                  <a:pt x="333216" y="1656497"/>
                  <a:pt x="346810" y="1670091"/>
                  <a:pt x="346810" y="1686860"/>
                </a:cubicBezTo>
                <a:cubicBezTo>
                  <a:pt x="346810" y="1703630"/>
                  <a:pt x="333216" y="1717224"/>
                  <a:pt x="316447" y="1717224"/>
                </a:cubicBezTo>
                <a:cubicBezTo>
                  <a:pt x="299677" y="1717224"/>
                  <a:pt x="286084" y="1703630"/>
                  <a:pt x="286084" y="1686860"/>
                </a:cubicBezTo>
                <a:cubicBezTo>
                  <a:pt x="286084" y="1670091"/>
                  <a:pt x="299677" y="1656497"/>
                  <a:pt x="316447" y="1656497"/>
                </a:cubicBezTo>
                <a:close/>
                <a:moveTo>
                  <a:pt x="243892" y="1656497"/>
                </a:moveTo>
                <a:cubicBezTo>
                  <a:pt x="260662" y="1656497"/>
                  <a:pt x="274256" y="1670091"/>
                  <a:pt x="274256" y="1686860"/>
                </a:cubicBezTo>
                <a:cubicBezTo>
                  <a:pt x="274256" y="1703630"/>
                  <a:pt x="260662" y="1717224"/>
                  <a:pt x="243892" y="1717224"/>
                </a:cubicBezTo>
                <a:cubicBezTo>
                  <a:pt x="227123" y="1717224"/>
                  <a:pt x="213529" y="1703630"/>
                  <a:pt x="213529" y="1686860"/>
                </a:cubicBezTo>
                <a:cubicBezTo>
                  <a:pt x="213529" y="1670091"/>
                  <a:pt x="227123" y="1656497"/>
                  <a:pt x="243892" y="1656497"/>
                </a:cubicBezTo>
                <a:close/>
                <a:moveTo>
                  <a:pt x="171339" y="1656497"/>
                </a:moveTo>
                <a:cubicBezTo>
                  <a:pt x="188107" y="1656497"/>
                  <a:pt x="201701" y="1670091"/>
                  <a:pt x="201701" y="1686860"/>
                </a:cubicBezTo>
                <a:cubicBezTo>
                  <a:pt x="201701" y="1703630"/>
                  <a:pt x="188107" y="1717224"/>
                  <a:pt x="171339" y="1717224"/>
                </a:cubicBezTo>
                <a:cubicBezTo>
                  <a:pt x="154594" y="1717224"/>
                  <a:pt x="141001" y="1703630"/>
                  <a:pt x="141001" y="1686860"/>
                </a:cubicBezTo>
                <a:cubicBezTo>
                  <a:pt x="141001" y="1670091"/>
                  <a:pt x="154594" y="1656497"/>
                  <a:pt x="171339" y="1656497"/>
                </a:cubicBezTo>
                <a:close/>
                <a:moveTo>
                  <a:pt x="98812" y="1656497"/>
                </a:moveTo>
                <a:cubicBezTo>
                  <a:pt x="115580" y="1656497"/>
                  <a:pt x="129174" y="1670091"/>
                  <a:pt x="129174" y="1686860"/>
                </a:cubicBezTo>
                <a:cubicBezTo>
                  <a:pt x="129174" y="1703630"/>
                  <a:pt x="115580" y="1717224"/>
                  <a:pt x="98812" y="1717224"/>
                </a:cubicBezTo>
                <a:cubicBezTo>
                  <a:pt x="82042" y="1717224"/>
                  <a:pt x="68448" y="1703630"/>
                  <a:pt x="68448" y="1686860"/>
                </a:cubicBezTo>
                <a:cubicBezTo>
                  <a:pt x="68448" y="1670091"/>
                  <a:pt x="82042" y="1656497"/>
                  <a:pt x="98812" y="1656497"/>
                </a:cubicBezTo>
                <a:close/>
                <a:moveTo>
                  <a:pt x="26257" y="1656497"/>
                </a:moveTo>
                <a:cubicBezTo>
                  <a:pt x="43026" y="1656497"/>
                  <a:pt x="56620" y="1670091"/>
                  <a:pt x="56620" y="1686860"/>
                </a:cubicBezTo>
                <a:cubicBezTo>
                  <a:pt x="56620" y="1703630"/>
                  <a:pt x="43026" y="1717224"/>
                  <a:pt x="26257" y="1717224"/>
                </a:cubicBezTo>
                <a:cubicBezTo>
                  <a:pt x="17873" y="1717224"/>
                  <a:pt x="10282" y="1713826"/>
                  <a:pt x="4787" y="1708331"/>
                </a:cubicBezTo>
                <a:lnTo>
                  <a:pt x="0" y="1696773"/>
                </a:lnTo>
                <a:lnTo>
                  <a:pt x="0" y="1676947"/>
                </a:lnTo>
                <a:lnTo>
                  <a:pt x="4787" y="1665390"/>
                </a:lnTo>
                <a:cubicBezTo>
                  <a:pt x="10282" y="1659896"/>
                  <a:pt x="17873" y="1656497"/>
                  <a:pt x="26257" y="1656497"/>
                </a:cubicBezTo>
                <a:close/>
                <a:moveTo>
                  <a:pt x="1114547" y="1576045"/>
                </a:moveTo>
                <a:cubicBezTo>
                  <a:pt x="1118739" y="1576045"/>
                  <a:pt x="1122733" y="1576894"/>
                  <a:pt x="1126366" y="1578431"/>
                </a:cubicBezTo>
                <a:lnTo>
                  <a:pt x="1131977" y="1582214"/>
                </a:lnTo>
                <a:lnTo>
                  <a:pt x="1128051" y="1585783"/>
                </a:lnTo>
                <a:lnTo>
                  <a:pt x="1088035" y="1615706"/>
                </a:lnTo>
                <a:lnTo>
                  <a:pt x="1084184" y="1606408"/>
                </a:lnTo>
                <a:cubicBezTo>
                  <a:pt x="1084184" y="1589639"/>
                  <a:pt x="1097778" y="1576045"/>
                  <a:pt x="1114547" y="1576045"/>
                </a:cubicBezTo>
                <a:close/>
                <a:moveTo>
                  <a:pt x="1041993" y="1576045"/>
                </a:moveTo>
                <a:cubicBezTo>
                  <a:pt x="1058762" y="1576045"/>
                  <a:pt x="1072356" y="1589639"/>
                  <a:pt x="1072356" y="1606408"/>
                </a:cubicBezTo>
                <a:cubicBezTo>
                  <a:pt x="1072356" y="1623178"/>
                  <a:pt x="1058762" y="1636772"/>
                  <a:pt x="1041993" y="1636772"/>
                </a:cubicBezTo>
                <a:cubicBezTo>
                  <a:pt x="1025223" y="1636772"/>
                  <a:pt x="1011629" y="1623178"/>
                  <a:pt x="1011629" y="1606408"/>
                </a:cubicBezTo>
                <a:cubicBezTo>
                  <a:pt x="1011629" y="1589639"/>
                  <a:pt x="1025223" y="1576045"/>
                  <a:pt x="1041993" y="1576045"/>
                </a:cubicBezTo>
                <a:close/>
                <a:moveTo>
                  <a:pt x="969438" y="1576045"/>
                </a:moveTo>
                <a:cubicBezTo>
                  <a:pt x="986208" y="1576045"/>
                  <a:pt x="999801" y="1589639"/>
                  <a:pt x="999801" y="1606408"/>
                </a:cubicBezTo>
                <a:cubicBezTo>
                  <a:pt x="999801" y="1623178"/>
                  <a:pt x="986208" y="1636772"/>
                  <a:pt x="969438" y="1636772"/>
                </a:cubicBezTo>
                <a:cubicBezTo>
                  <a:pt x="952669" y="1636772"/>
                  <a:pt x="939075" y="1623178"/>
                  <a:pt x="939075" y="1606408"/>
                </a:cubicBezTo>
                <a:cubicBezTo>
                  <a:pt x="939075" y="1589639"/>
                  <a:pt x="952669" y="1576045"/>
                  <a:pt x="969438" y="1576045"/>
                </a:cubicBezTo>
                <a:close/>
                <a:moveTo>
                  <a:pt x="896883" y="1576045"/>
                </a:moveTo>
                <a:cubicBezTo>
                  <a:pt x="913653" y="1576045"/>
                  <a:pt x="927247" y="1589639"/>
                  <a:pt x="927247" y="1606408"/>
                </a:cubicBezTo>
                <a:cubicBezTo>
                  <a:pt x="927247" y="1623178"/>
                  <a:pt x="913653" y="1636772"/>
                  <a:pt x="896883" y="1636772"/>
                </a:cubicBezTo>
                <a:cubicBezTo>
                  <a:pt x="880114" y="1636772"/>
                  <a:pt x="866520" y="1623178"/>
                  <a:pt x="866520" y="1606408"/>
                </a:cubicBezTo>
                <a:cubicBezTo>
                  <a:pt x="866520" y="1589639"/>
                  <a:pt x="880114" y="1576045"/>
                  <a:pt x="896883" y="1576045"/>
                </a:cubicBezTo>
                <a:close/>
                <a:moveTo>
                  <a:pt x="824329" y="1576045"/>
                </a:moveTo>
                <a:cubicBezTo>
                  <a:pt x="841098" y="1576045"/>
                  <a:pt x="854692" y="1589639"/>
                  <a:pt x="854692" y="1606408"/>
                </a:cubicBezTo>
                <a:cubicBezTo>
                  <a:pt x="854692" y="1623178"/>
                  <a:pt x="841098" y="1636772"/>
                  <a:pt x="824329" y="1636772"/>
                </a:cubicBezTo>
                <a:cubicBezTo>
                  <a:pt x="807559" y="1636772"/>
                  <a:pt x="793965" y="1623178"/>
                  <a:pt x="793965" y="1606408"/>
                </a:cubicBezTo>
                <a:cubicBezTo>
                  <a:pt x="793965" y="1589639"/>
                  <a:pt x="807559" y="1576045"/>
                  <a:pt x="824329" y="1576045"/>
                </a:cubicBezTo>
                <a:close/>
                <a:moveTo>
                  <a:pt x="751774" y="1576045"/>
                </a:moveTo>
                <a:cubicBezTo>
                  <a:pt x="768544" y="1576045"/>
                  <a:pt x="782138" y="1589639"/>
                  <a:pt x="782138" y="1606408"/>
                </a:cubicBezTo>
                <a:cubicBezTo>
                  <a:pt x="782138" y="1623178"/>
                  <a:pt x="768544" y="1636772"/>
                  <a:pt x="751774" y="1636772"/>
                </a:cubicBezTo>
                <a:cubicBezTo>
                  <a:pt x="735005" y="1636772"/>
                  <a:pt x="721411" y="1623178"/>
                  <a:pt x="721411" y="1606408"/>
                </a:cubicBezTo>
                <a:cubicBezTo>
                  <a:pt x="721411" y="1589639"/>
                  <a:pt x="735005" y="1576045"/>
                  <a:pt x="751774" y="1576045"/>
                </a:cubicBezTo>
                <a:close/>
                <a:moveTo>
                  <a:pt x="679220" y="1576045"/>
                </a:moveTo>
                <a:cubicBezTo>
                  <a:pt x="695989" y="1576045"/>
                  <a:pt x="709583" y="1589639"/>
                  <a:pt x="709583" y="1606408"/>
                </a:cubicBezTo>
                <a:cubicBezTo>
                  <a:pt x="709583" y="1623178"/>
                  <a:pt x="695989" y="1636772"/>
                  <a:pt x="679220" y="1636772"/>
                </a:cubicBezTo>
                <a:cubicBezTo>
                  <a:pt x="662450" y="1636772"/>
                  <a:pt x="648856" y="1623178"/>
                  <a:pt x="648856" y="1606408"/>
                </a:cubicBezTo>
                <a:cubicBezTo>
                  <a:pt x="648856" y="1589639"/>
                  <a:pt x="662450" y="1576045"/>
                  <a:pt x="679220" y="1576045"/>
                </a:cubicBezTo>
                <a:close/>
                <a:moveTo>
                  <a:pt x="606665" y="1576045"/>
                </a:moveTo>
                <a:cubicBezTo>
                  <a:pt x="623435" y="1576045"/>
                  <a:pt x="637029" y="1589639"/>
                  <a:pt x="637029" y="1606408"/>
                </a:cubicBezTo>
                <a:cubicBezTo>
                  <a:pt x="637029" y="1623178"/>
                  <a:pt x="623435" y="1636772"/>
                  <a:pt x="606665" y="1636772"/>
                </a:cubicBezTo>
                <a:cubicBezTo>
                  <a:pt x="589896" y="1636772"/>
                  <a:pt x="576302" y="1623178"/>
                  <a:pt x="576302" y="1606408"/>
                </a:cubicBezTo>
                <a:cubicBezTo>
                  <a:pt x="576302" y="1589639"/>
                  <a:pt x="589896" y="1576045"/>
                  <a:pt x="606665" y="1576045"/>
                </a:cubicBezTo>
                <a:close/>
                <a:moveTo>
                  <a:pt x="534111" y="1576045"/>
                </a:moveTo>
                <a:cubicBezTo>
                  <a:pt x="550880" y="1576045"/>
                  <a:pt x="564474" y="1589639"/>
                  <a:pt x="564474" y="1606408"/>
                </a:cubicBezTo>
                <a:cubicBezTo>
                  <a:pt x="564474" y="1623178"/>
                  <a:pt x="550880" y="1636772"/>
                  <a:pt x="534111" y="1636772"/>
                </a:cubicBezTo>
                <a:cubicBezTo>
                  <a:pt x="517341" y="1636772"/>
                  <a:pt x="503747" y="1623178"/>
                  <a:pt x="503747" y="1606408"/>
                </a:cubicBezTo>
                <a:cubicBezTo>
                  <a:pt x="503747" y="1589639"/>
                  <a:pt x="517341" y="1576045"/>
                  <a:pt x="534111" y="1576045"/>
                </a:cubicBezTo>
                <a:close/>
                <a:moveTo>
                  <a:pt x="461556" y="1576045"/>
                </a:moveTo>
                <a:cubicBezTo>
                  <a:pt x="478326" y="1576045"/>
                  <a:pt x="491920" y="1589639"/>
                  <a:pt x="491920" y="1606408"/>
                </a:cubicBezTo>
                <a:cubicBezTo>
                  <a:pt x="491920" y="1623178"/>
                  <a:pt x="478326" y="1636772"/>
                  <a:pt x="461556" y="1636772"/>
                </a:cubicBezTo>
                <a:cubicBezTo>
                  <a:pt x="444787" y="1636772"/>
                  <a:pt x="431192" y="1623178"/>
                  <a:pt x="431192" y="1606408"/>
                </a:cubicBezTo>
                <a:cubicBezTo>
                  <a:pt x="431192" y="1589639"/>
                  <a:pt x="444787" y="1576045"/>
                  <a:pt x="461556" y="1576045"/>
                </a:cubicBezTo>
                <a:close/>
                <a:moveTo>
                  <a:pt x="389002" y="1576045"/>
                </a:moveTo>
                <a:cubicBezTo>
                  <a:pt x="405771" y="1576045"/>
                  <a:pt x="419365" y="1589639"/>
                  <a:pt x="419365" y="1606408"/>
                </a:cubicBezTo>
                <a:cubicBezTo>
                  <a:pt x="419365" y="1623178"/>
                  <a:pt x="405771" y="1636772"/>
                  <a:pt x="389002" y="1636772"/>
                </a:cubicBezTo>
                <a:cubicBezTo>
                  <a:pt x="372232" y="1636772"/>
                  <a:pt x="358638" y="1623178"/>
                  <a:pt x="358638" y="1606408"/>
                </a:cubicBezTo>
                <a:cubicBezTo>
                  <a:pt x="358638" y="1589639"/>
                  <a:pt x="372232" y="1576045"/>
                  <a:pt x="389002" y="1576045"/>
                </a:cubicBezTo>
                <a:close/>
                <a:moveTo>
                  <a:pt x="316447" y="1576045"/>
                </a:moveTo>
                <a:cubicBezTo>
                  <a:pt x="333216" y="1576045"/>
                  <a:pt x="346810" y="1589639"/>
                  <a:pt x="346810" y="1606408"/>
                </a:cubicBezTo>
                <a:cubicBezTo>
                  <a:pt x="346810" y="1623178"/>
                  <a:pt x="333216" y="1636772"/>
                  <a:pt x="316447" y="1636772"/>
                </a:cubicBezTo>
                <a:cubicBezTo>
                  <a:pt x="299677" y="1636772"/>
                  <a:pt x="286084" y="1623178"/>
                  <a:pt x="286084" y="1606408"/>
                </a:cubicBezTo>
                <a:cubicBezTo>
                  <a:pt x="286084" y="1589639"/>
                  <a:pt x="299677" y="1576045"/>
                  <a:pt x="316447" y="1576045"/>
                </a:cubicBezTo>
                <a:close/>
                <a:moveTo>
                  <a:pt x="243892" y="1576045"/>
                </a:moveTo>
                <a:cubicBezTo>
                  <a:pt x="260662" y="1576045"/>
                  <a:pt x="274256" y="1589639"/>
                  <a:pt x="274256" y="1606408"/>
                </a:cubicBezTo>
                <a:cubicBezTo>
                  <a:pt x="274256" y="1623178"/>
                  <a:pt x="260662" y="1636772"/>
                  <a:pt x="243892" y="1636772"/>
                </a:cubicBezTo>
                <a:cubicBezTo>
                  <a:pt x="227123" y="1636772"/>
                  <a:pt x="213529" y="1623178"/>
                  <a:pt x="213529" y="1606408"/>
                </a:cubicBezTo>
                <a:cubicBezTo>
                  <a:pt x="213529" y="1589639"/>
                  <a:pt x="227123" y="1576045"/>
                  <a:pt x="243892" y="1576045"/>
                </a:cubicBezTo>
                <a:close/>
                <a:moveTo>
                  <a:pt x="171339" y="1576045"/>
                </a:moveTo>
                <a:cubicBezTo>
                  <a:pt x="188107" y="1576045"/>
                  <a:pt x="201701" y="1589639"/>
                  <a:pt x="201701" y="1606408"/>
                </a:cubicBezTo>
                <a:cubicBezTo>
                  <a:pt x="201701" y="1623178"/>
                  <a:pt x="188107" y="1636772"/>
                  <a:pt x="171339" y="1636772"/>
                </a:cubicBezTo>
                <a:cubicBezTo>
                  <a:pt x="154599" y="1636772"/>
                  <a:pt x="141006" y="1623178"/>
                  <a:pt x="141006" y="1606408"/>
                </a:cubicBezTo>
                <a:cubicBezTo>
                  <a:pt x="141006" y="1589639"/>
                  <a:pt x="154599" y="1576045"/>
                  <a:pt x="171339" y="1576045"/>
                </a:cubicBezTo>
                <a:close/>
                <a:moveTo>
                  <a:pt x="98818" y="1576045"/>
                </a:moveTo>
                <a:cubicBezTo>
                  <a:pt x="115586" y="1576045"/>
                  <a:pt x="129180" y="1589639"/>
                  <a:pt x="129180" y="1606408"/>
                </a:cubicBezTo>
                <a:cubicBezTo>
                  <a:pt x="129180" y="1623178"/>
                  <a:pt x="115586" y="1636772"/>
                  <a:pt x="98818" y="1636772"/>
                </a:cubicBezTo>
                <a:cubicBezTo>
                  <a:pt x="82048" y="1636772"/>
                  <a:pt x="68454" y="1623178"/>
                  <a:pt x="68454" y="1606408"/>
                </a:cubicBezTo>
                <a:cubicBezTo>
                  <a:pt x="68454" y="1589639"/>
                  <a:pt x="82048" y="1576045"/>
                  <a:pt x="98818" y="1576045"/>
                </a:cubicBezTo>
                <a:close/>
                <a:moveTo>
                  <a:pt x="26264" y="1576045"/>
                </a:moveTo>
                <a:cubicBezTo>
                  <a:pt x="43032" y="1576045"/>
                  <a:pt x="56626" y="1589639"/>
                  <a:pt x="56626" y="1606408"/>
                </a:cubicBezTo>
                <a:cubicBezTo>
                  <a:pt x="56626" y="1623178"/>
                  <a:pt x="43032" y="1636772"/>
                  <a:pt x="26264" y="1636772"/>
                </a:cubicBezTo>
                <a:cubicBezTo>
                  <a:pt x="17880" y="1636772"/>
                  <a:pt x="10289" y="1633374"/>
                  <a:pt x="4794" y="1627879"/>
                </a:cubicBezTo>
                <a:lnTo>
                  <a:pt x="0" y="1616304"/>
                </a:lnTo>
                <a:lnTo>
                  <a:pt x="0" y="1596512"/>
                </a:lnTo>
                <a:lnTo>
                  <a:pt x="4794" y="1584938"/>
                </a:lnTo>
                <a:cubicBezTo>
                  <a:pt x="10289" y="1579444"/>
                  <a:pt x="17880" y="1576045"/>
                  <a:pt x="26264" y="1576045"/>
                </a:cubicBezTo>
                <a:close/>
                <a:moveTo>
                  <a:pt x="1187102" y="1495593"/>
                </a:moveTo>
                <a:cubicBezTo>
                  <a:pt x="1195486" y="1495593"/>
                  <a:pt x="1203077" y="1498992"/>
                  <a:pt x="1208572" y="1504486"/>
                </a:cubicBezTo>
                <a:lnTo>
                  <a:pt x="1211014" y="1510381"/>
                </a:lnTo>
                <a:lnTo>
                  <a:pt x="1168285" y="1549216"/>
                </a:lnTo>
                <a:lnTo>
                  <a:pt x="1165631" y="1547427"/>
                </a:lnTo>
                <a:cubicBezTo>
                  <a:pt x="1160137" y="1541932"/>
                  <a:pt x="1156738" y="1534341"/>
                  <a:pt x="1156738" y="1525957"/>
                </a:cubicBezTo>
                <a:cubicBezTo>
                  <a:pt x="1156738" y="1509187"/>
                  <a:pt x="1170332" y="1495593"/>
                  <a:pt x="1187102" y="1495593"/>
                </a:cubicBezTo>
                <a:close/>
                <a:moveTo>
                  <a:pt x="1114547" y="1495593"/>
                </a:moveTo>
                <a:cubicBezTo>
                  <a:pt x="1131317" y="1495593"/>
                  <a:pt x="1144911" y="1509187"/>
                  <a:pt x="1144911" y="1525957"/>
                </a:cubicBezTo>
                <a:cubicBezTo>
                  <a:pt x="1144911" y="1542726"/>
                  <a:pt x="1131317" y="1556320"/>
                  <a:pt x="1114547" y="1556320"/>
                </a:cubicBezTo>
                <a:cubicBezTo>
                  <a:pt x="1097778" y="1556320"/>
                  <a:pt x="1084184" y="1542726"/>
                  <a:pt x="1084184" y="1525957"/>
                </a:cubicBezTo>
                <a:cubicBezTo>
                  <a:pt x="1084184" y="1509187"/>
                  <a:pt x="1097778" y="1495593"/>
                  <a:pt x="1114547" y="1495593"/>
                </a:cubicBezTo>
                <a:close/>
                <a:moveTo>
                  <a:pt x="1041993" y="1495593"/>
                </a:moveTo>
                <a:cubicBezTo>
                  <a:pt x="1058762" y="1495593"/>
                  <a:pt x="1072356" y="1509187"/>
                  <a:pt x="1072356" y="1525957"/>
                </a:cubicBezTo>
                <a:cubicBezTo>
                  <a:pt x="1072356" y="1542726"/>
                  <a:pt x="1058762" y="1556320"/>
                  <a:pt x="1041993" y="1556320"/>
                </a:cubicBezTo>
                <a:cubicBezTo>
                  <a:pt x="1025223" y="1556320"/>
                  <a:pt x="1011629" y="1542726"/>
                  <a:pt x="1011629" y="1525957"/>
                </a:cubicBezTo>
                <a:cubicBezTo>
                  <a:pt x="1011629" y="1509187"/>
                  <a:pt x="1025223" y="1495593"/>
                  <a:pt x="1041993" y="1495593"/>
                </a:cubicBezTo>
                <a:close/>
                <a:moveTo>
                  <a:pt x="969438" y="1495593"/>
                </a:moveTo>
                <a:cubicBezTo>
                  <a:pt x="986208" y="1495593"/>
                  <a:pt x="999801" y="1509187"/>
                  <a:pt x="999801" y="1525957"/>
                </a:cubicBezTo>
                <a:cubicBezTo>
                  <a:pt x="999801" y="1542726"/>
                  <a:pt x="986208" y="1556320"/>
                  <a:pt x="969438" y="1556320"/>
                </a:cubicBezTo>
                <a:cubicBezTo>
                  <a:pt x="952669" y="1556320"/>
                  <a:pt x="939075" y="1542726"/>
                  <a:pt x="939075" y="1525957"/>
                </a:cubicBezTo>
                <a:cubicBezTo>
                  <a:pt x="939075" y="1509187"/>
                  <a:pt x="952669" y="1495593"/>
                  <a:pt x="969438" y="1495593"/>
                </a:cubicBezTo>
                <a:close/>
                <a:moveTo>
                  <a:pt x="896883" y="1495593"/>
                </a:moveTo>
                <a:cubicBezTo>
                  <a:pt x="913653" y="1495593"/>
                  <a:pt x="927247" y="1509187"/>
                  <a:pt x="927247" y="1525957"/>
                </a:cubicBezTo>
                <a:cubicBezTo>
                  <a:pt x="927247" y="1542726"/>
                  <a:pt x="913653" y="1556320"/>
                  <a:pt x="896883" y="1556320"/>
                </a:cubicBezTo>
                <a:cubicBezTo>
                  <a:pt x="880114" y="1556320"/>
                  <a:pt x="866520" y="1542726"/>
                  <a:pt x="866520" y="1525957"/>
                </a:cubicBezTo>
                <a:cubicBezTo>
                  <a:pt x="866520" y="1509187"/>
                  <a:pt x="880114" y="1495593"/>
                  <a:pt x="896883" y="1495593"/>
                </a:cubicBezTo>
                <a:close/>
                <a:moveTo>
                  <a:pt x="824329" y="1495593"/>
                </a:moveTo>
                <a:cubicBezTo>
                  <a:pt x="841098" y="1495593"/>
                  <a:pt x="854692" y="1509187"/>
                  <a:pt x="854692" y="1525957"/>
                </a:cubicBezTo>
                <a:cubicBezTo>
                  <a:pt x="854692" y="1542726"/>
                  <a:pt x="841098" y="1556320"/>
                  <a:pt x="824329" y="1556320"/>
                </a:cubicBezTo>
                <a:cubicBezTo>
                  <a:pt x="807559" y="1556320"/>
                  <a:pt x="793965" y="1542726"/>
                  <a:pt x="793965" y="1525957"/>
                </a:cubicBezTo>
                <a:cubicBezTo>
                  <a:pt x="793965" y="1509187"/>
                  <a:pt x="807559" y="1495593"/>
                  <a:pt x="824329" y="1495593"/>
                </a:cubicBezTo>
                <a:close/>
                <a:moveTo>
                  <a:pt x="751774" y="1495593"/>
                </a:moveTo>
                <a:cubicBezTo>
                  <a:pt x="768544" y="1495593"/>
                  <a:pt x="782138" y="1509187"/>
                  <a:pt x="782138" y="1525957"/>
                </a:cubicBezTo>
                <a:cubicBezTo>
                  <a:pt x="782138" y="1542726"/>
                  <a:pt x="768544" y="1556320"/>
                  <a:pt x="751774" y="1556320"/>
                </a:cubicBezTo>
                <a:cubicBezTo>
                  <a:pt x="735005" y="1556320"/>
                  <a:pt x="721411" y="1542726"/>
                  <a:pt x="721411" y="1525957"/>
                </a:cubicBezTo>
                <a:cubicBezTo>
                  <a:pt x="721411" y="1509187"/>
                  <a:pt x="735005" y="1495593"/>
                  <a:pt x="751774" y="1495593"/>
                </a:cubicBezTo>
                <a:close/>
                <a:moveTo>
                  <a:pt x="679220" y="1495593"/>
                </a:moveTo>
                <a:cubicBezTo>
                  <a:pt x="695989" y="1495593"/>
                  <a:pt x="709583" y="1509187"/>
                  <a:pt x="709583" y="1525957"/>
                </a:cubicBezTo>
                <a:cubicBezTo>
                  <a:pt x="709583" y="1542726"/>
                  <a:pt x="695989" y="1556320"/>
                  <a:pt x="679220" y="1556320"/>
                </a:cubicBezTo>
                <a:cubicBezTo>
                  <a:pt x="662450" y="1556320"/>
                  <a:pt x="648856" y="1542726"/>
                  <a:pt x="648856" y="1525957"/>
                </a:cubicBezTo>
                <a:cubicBezTo>
                  <a:pt x="648856" y="1509187"/>
                  <a:pt x="662450" y="1495593"/>
                  <a:pt x="679220" y="1495593"/>
                </a:cubicBezTo>
                <a:close/>
                <a:moveTo>
                  <a:pt x="606665" y="1495593"/>
                </a:moveTo>
                <a:cubicBezTo>
                  <a:pt x="623435" y="1495593"/>
                  <a:pt x="637029" y="1509187"/>
                  <a:pt x="637029" y="1525957"/>
                </a:cubicBezTo>
                <a:cubicBezTo>
                  <a:pt x="637029" y="1542726"/>
                  <a:pt x="623435" y="1556320"/>
                  <a:pt x="606665" y="1556320"/>
                </a:cubicBezTo>
                <a:cubicBezTo>
                  <a:pt x="589896" y="1556320"/>
                  <a:pt x="576302" y="1542726"/>
                  <a:pt x="576302" y="1525957"/>
                </a:cubicBezTo>
                <a:cubicBezTo>
                  <a:pt x="576302" y="1509187"/>
                  <a:pt x="589896" y="1495593"/>
                  <a:pt x="606665" y="1495593"/>
                </a:cubicBezTo>
                <a:close/>
                <a:moveTo>
                  <a:pt x="534111" y="1495593"/>
                </a:moveTo>
                <a:cubicBezTo>
                  <a:pt x="550880" y="1495593"/>
                  <a:pt x="564474" y="1509187"/>
                  <a:pt x="564474" y="1525957"/>
                </a:cubicBezTo>
                <a:cubicBezTo>
                  <a:pt x="564474" y="1542726"/>
                  <a:pt x="550880" y="1556320"/>
                  <a:pt x="534111" y="1556320"/>
                </a:cubicBezTo>
                <a:cubicBezTo>
                  <a:pt x="517341" y="1556320"/>
                  <a:pt x="503747" y="1542726"/>
                  <a:pt x="503747" y="1525957"/>
                </a:cubicBezTo>
                <a:cubicBezTo>
                  <a:pt x="503747" y="1509187"/>
                  <a:pt x="517341" y="1495593"/>
                  <a:pt x="534111" y="1495593"/>
                </a:cubicBezTo>
                <a:close/>
                <a:moveTo>
                  <a:pt x="461556" y="1495593"/>
                </a:moveTo>
                <a:cubicBezTo>
                  <a:pt x="478326" y="1495593"/>
                  <a:pt x="491920" y="1509187"/>
                  <a:pt x="491920" y="1525957"/>
                </a:cubicBezTo>
                <a:cubicBezTo>
                  <a:pt x="491920" y="1542726"/>
                  <a:pt x="478326" y="1556320"/>
                  <a:pt x="461556" y="1556320"/>
                </a:cubicBezTo>
                <a:cubicBezTo>
                  <a:pt x="444787" y="1556320"/>
                  <a:pt x="431192" y="1542726"/>
                  <a:pt x="431192" y="1525957"/>
                </a:cubicBezTo>
                <a:cubicBezTo>
                  <a:pt x="431192" y="1509187"/>
                  <a:pt x="444787" y="1495593"/>
                  <a:pt x="461556" y="1495593"/>
                </a:cubicBezTo>
                <a:close/>
                <a:moveTo>
                  <a:pt x="389002" y="1495593"/>
                </a:moveTo>
                <a:cubicBezTo>
                  <a:pt x="405771" y="1495593"/>
                  <a:pt x="419365" y="1509187"/>
                  <a:pt x="419365" y="1525957"/>
                </a:cubicBezTo>
                <a:cubicBezTo>
                  <a:pt x="419365" y="1542726"/>
                  <a:pt x="405771" y="1556320"/>
                  <a:pt x="389002" y="1556320"/>
                </a:cubicBezTo>
                <a:cubicBezTo>
                  <a:pt x="372232" y="1556320"/>
                  <a:pt x="358638" y="1542726"/>
                  <a:pt x="358638" y="1525957"/>
                </a:cubicBezTo>
                <a:cubicBezTo>
                  <a:pt x="358638" y="1509187"/>
                  <a:pt x="372232" y="1495593"/>
                  <a:pt x="389002" y="1495593"/>
                </a:cubicBezTo>
                <a:close/>
                <a:moveTo>
                  <a:pt x="316447" y="1495593"/>
                </a:moveTo>
                <a:cubicBezTo>
                  <a:pt x="333216" y="1495593"/>
                  <a:pt x="346810" y="1509187"/>
                  <a:pt x="346810" y="1525957"/>
                </a:cubicBezTo>
                <a:cubicBezTo>
                  <a:pt x="346810" y="1542726"/>
                  <a:pt x="333216" y="1556320"/>
                  <a:pt x="316447" y="1556320"/>
                </a:cubicBezTo>
                <a:cubicBezTo>
                  <a:pt x="299677" y="1556320"/>
                  <a:pt x="286084" y="1542726"/>
                  <a:pt x="286084" y="1525957"/>
                </a:cubicBezTo>
                <a:cubicBezTo>
                  <a:pt x="286084" y="1509187"/>
                  <a:pt x="299677" y="1495593"/>
                  <a:pt x="316447" y="1495593"/>
                </a:cubicBezTo>
                <a:close/>
                <a:moveTo>
                  <a:pt x="243892" y="1495593"/>
                </a:moveTo>
                <a:cubicBezTo>
                  <a:pt x="260662" y="1495593"/>
                  <a:pt x="274256" y="1509187"/>
                  <a:pt x="274256" y="1525957"/>
                </a:cubicBezTo>
                <a:cubicBezTo>
                  <a:pt x="274256" y="1542726"/>
                  <a:pt x="260662" y="1556320"/>
                  <a:pt x="243892" y="1556320"/>
                </a:cubicBezTo>
                <a:cubicBezTo>
                  <a:pt x="227123" y="1556320"/>
                  <a:pt x="213529" y="1542726"/>
                  <a:pt x="213529" y="1525957"/>
                </a:cubicBezTo>
                <a:cubicBezTo>
                  <a:pt x="213529" y="1509187"/>
                  <a:pt x="227123" y="1495593"/>
                  <a:pt x="243892" y="1495593"/>
                </a:cubicBezTo>
                <a:close/>
                <a:moveTo>
                  <a:pt x="171339" y="1495593"/>
                </a:moveTo>
                <a:cubicBezTo>
                  <a:pt x="188107" y="1495593"/>
                  <a:pt x="201701" y="1509187"/>
                  <a:pt x="201701" y="1525957"/>
                </a:cubicBezTo>
                <a:cubicBezTo>
                  <a:pt x="201701" y="1542726"/>
                  <a:pt x="188107" y="1556320"/>
                  <a:pt x="171339" y="1556320"/>
                </a:cubicBezTo>
                <a:cubicBezTo>
                  <a:pt x="154606" y="1556320"/>
                  <a:pt x="141012" y="1542726"/>
                  <a:pt x="141012" y="1525957"/>
                </a:cubicBezTo>
                <a:cubicBezTo>
                  <a:pt x="141012" y="1509187"/>
                  <a:pt x="154606" y="1495593"/>
                  <a:pt x="171339" y="1495593"/>
                </a:cubicBezTo>
                <a:close/>
                <a:moveTo>
                  <a:pt x="98825" y="1495593"/>
                </a:moveTo>
                <a:cubicBezTo>
                  <a:pt x="115592" y="1495593"/>
                  <a:pt x="129186" y="1509187"/>
                  <a:pt x="129186" y="1525957"/>
                </a:cubicBezTo>
                <a:cubicBezTo>
                  <a:pt x="129186" y="1542726"/>
                  <a:pt x="115592" y="1556320"/>
                  <a:pt x="98825" y="1556320"/>
                </a:cubicBezTo>
                <a:cubicBezTo>
                  <a:pt x="82054" y="1556320"/>
                  <a:pt x="68461" y="1542726"/>
                  <a:pt x="68461" y="1525957"/>
                </a:cubicBezTo>
                <a:cubicBezTo>
                  <a:pt x="68461" y="1509187"/>
                  <a:pt x="82054" y="1495593"/>
                  <a:pt x="98825" y="1495593"/>
                </a:cubicBezTo>
                <a:close/>
                <a:moveTo>
                  <a:pt x="26270" y="1495593"/>
                </a:moveTo>
                <a:cubicBezTo>
                  <a:pt x="43038" y="1495593"/>
                  <a:pt x="56632" y="1509187"/>
                  <a:pt x="56632" y="1525957"/>
                </a:cubicBezTo>
                <a:cubicBezTo>
                  <a:pt x="56632" y="1542726"/>
                  <a:pt x="43038" y="1556320"/>
                  <a:pt x="26270" y="1556320"/>
                </a:cubicBezTo>
                <a:cubicBezTo>
                  <a:pt x="17886" y="1556320"/>
                  <a:pt x="10295" y="1552922"/>
                  <a:pt x="4801" y="1547427"/>
                </a:cubicBezTo>
                <a:lnTo>
                  <a:pt x="0" y="1535836"/>
                </a:lnTo>
                <a:lnTo>
                  <a:pt x="0" y="1516078"/>
                </a:lnTo>
                <a:lnTo>
                  <a:pt x="4801" y="1504486"/>
                </a:lnTo>
                <a:cubicBezTo>
                  <a:pt x="10295" y="1498992"/>
                  <a:pt x="17886" y="1495593"/>
                  <a:pt x="26270" y="1495593"/>
                </a:cubicBezTo>
                <a:close/>
                <a:moveTo>
                  <a:pt x="1259656" y="1415141"/>
                </a:moveTo>
                <a:cubicBezTo>
                  <a:pt x="1268041" y="1415141"/>
                  <a:pt x="1275632" y="1418540"/>
                  <a:pt x="1281127" y="1424035"/>
                </a:cubicBezTo>
                <a:lnTo>
                  <a:pt x="1285044" y="1433492"/>
                </a:lnTo>
                <a:lnTo>
                  <a:pt x="1248565" y="1473629"/>
                </a:lnTo>
                <a:lnTo>
                  <a:pt x="1247837" y="1473482"/>
                </a:lnTo>
                <a:cubicBezTo>
                  <a:pt x="1236940" y="1468873"/>
                  <a:pt x="1229293" y="1458082"/>
                  <a:pt x="1229293" y="1445505"/>
                </a:cubicBezTo>
                <a:cubicBezTo>
                  <a:pt x="1229293" y="1428735"/>
                  <a:pt x="1242887" y="1415141"/>
                  <a:pt x="1259656" y="1415141"/>
                </a:cubicBezTo>
                <a:close/>
                <a:moveTo>
                  <a:pt x="1187102" y="1415141"/>
                </a:moveTo>
                <a:cubicBezTo>
                  <a:pt x="1203871" y="1415141"/>
                  <a:pt x="1217465" y="1428735"/>
                  <a:pt x="1217465" y="1445505"/>
                </a:cubicBezTo>
                <a:cubicBezTo>
                  <a:pt x="1217465" y="1462274"/>
                  <a:pt x="1203871" y="1475868"/>
                  <a:pt x="1187102" y="1475868"/>
                </a:cubicBezTo>
                <a:cubicBezTo>
                  <a:pt x="1170332" y="1475868"/>
                  <a:pt x="1156738" y="1462274"/>
                  <a:pt x="1156738" y="1445505"/>
                </a:cubicBezTo>
                <a:cubicBezTo>
                  <a:pt x="1156738" y="1428735"/>
                  <a:pt x="1170332" y="1415141"/>
                  <a:pt x="1187102" y="1415141"/>
                </a:cubicBezTo>
                <a:close/>
                <a:moveTo>
                  <a:pt x="1114547" y="1415141"/>
                </a:moveTo>
                <a:cubicBezTo>
                  <a:pt x="1131317" y="1415141"/>
                  <a:pt x="1144911" y="1428735"/>
                  <a:pt x="1144911" y="1445505"/>
                </a:cubicBezTo>
                <a:cubicBezTo>
                  <a:pt x="1144911" y="1462274"/>
                  <a:pt x="1131317" y="1475868"/>
                  <a:pt x="1114547" y="1475868"/>
                </a:cubicBezTo>
                <a:cubicBezTo>
                  <a:pt x="1097778" y="1475868"/>
                  <a:pt x="1084184" y="1462274"/>
                  <a:pt x="1084184" y="1445505"/>
                </a:cubicBezTo>
                <a:cubicBezTo>
                  <a:pt x="1084184" y="1428735"/>
                  <a:pt x="1097778" y="1415141"/>
                  <a:pt x="1114547" y="1415141"/>
                </a:cubicBezTo>
                <a:close/>
                <a:moveTo>
                  <a:pt x="1041993" y="1415141"/>
                </a:moveTo>
                <a:cubicBezTo>
                  <a:pt x="1058762" y="1415141"/>
                  <a:pt x="1072356" y="1428735"/>
                  <a:pt x="1072356" y="1445505"/>
                </a:cubicBezTo>
                <a:cubicBezTo>
                  <a:pt x="1072356" y="1462274"/>
                  <a:pt x="1058762" y="1475868"/>
                  <a:pt x="1041993" y="1475868"/>
                </a:cubicBezTo>
                <a:cubicBezTo>
                  <a:pt x="1025223" y="1475868"/>
                  <a:pt x="1011629" y="1462274"/>
                  <a:pt x="1011629" y="1445505"/>
                </a:cubicBezTo>
                <a:cubicBezTo>
                  <a:pt x="1011629" y="1428735"/>
                  <a:pt x="1025223" y="1415141"/>
                  <a:pt x="1041993" y="1415141"/>
                </a:cubicBezTo>
                <a:close/>
                <a:moveTo>
                  <a:pt x="969438" y="1415141"/>
                </a:moveTo>
                <a:cubicBezTo>
                  <a:pt x="986208" y="1415141"/>
                  <a:pt x="999801" y="1428735"/>
                  <a:pt x="999801" y="1445505"/>
                </a:cubicBezTo>
                <a:cubicBezTo>
                  <a:pt x="999801" y="1462274"/>
                  <a:pt x="986208" y="1475868"/>
                  <a:pt x="969438" y="1475868"/>
                </a:cubicBezTo>
                <a:cubicBezTo>
                  <a:pt x="952669" y="1475868"/>
                  <a:pt x="939075" y="1462274"/>
                  <a:pt x="939075" y="1445505"/>
                </a:cubicBezTo>
                <a:cubicBezTo>
                  <a:pt x="939075" y="1428735"/>
                  <a:pt x="952669" y="1415141"/>
                  <a:pt x="969438" y="1415141"/>
                </a:cubicBezTo>
                <a:close/>
                <a:moveTo>
                  <a:pt x="896883" y="1415141"/>
                </a:moveTo>
                <a:cubicBezTo>
                  <a:pt x="913653" y="1415141"/>
                  <a:pt x="927247" y="1428735"/>
                  <a:pt x="927247" y="1445505"/>
                </a:cubicBezTo>
                <a:cubicBezTo>
                  <a:pt x="927247" y="1462274"/>
                  <a:pt x="913653" y="1475868"/>
                  <a:pt x="896883" y="1475868"/>
                </a:cubicBezTo>
                <a:cubicBezTo>
                  <a:pt x="880114" y="1475868"/>
                  <a:pt x="866520" y="1462274"/>
                  <a:pt x="866520" y="1445505"/>
                </a:cubicBezTo>
                <a:cubicBezTo>
                  <a:pt x="866520" y="1428735"/>
                  <a:pt x="880114" y="1415141"/>
                  <a:pt x="896883" y="1415141"/>
                </a:cubicBezTo>
                <a:close/>
                <a:moveTo>
                  <a:pt x="824329" y="1415141"/>
                </a:moveTo>
                <a:cubicBezTo>
                  <a:pt x="841098" y="1415141"/>
                  <a:pt x="854692" y="1428735"/>
                  <a:pt x="854692" y="1445505"/>
                </a:cubicBezTo>
                <a:cubicBezTo>
                  <a:pt x="854692" y="1462274"/>
                  <a:pt x="841098" y="1475868"/>
                  <a:pt x="824329" y="1475868"/>
                </a:cubicBezTo>
                <a:cubicBezTo>
                  <a:pt x="807559" y="1475868"/>
                  <a:pt x="793965" y="1462274"/>
                  <a:pt x="793965" y="1445505"/>
                </a:cubicBezTo>
                <a:cubicBezTo>
                  <a:pt x="793965" y="1428735"/>
                  <a:pt x="807559" y="1415141"/>
                  <a:pt x="824329" y="1415141"/>
                </a:cubicBezTo>
                <a:close/>
                <a:moveTo>
                  <a:pt x="751774" y="1415141"/>
                </a:moveTo>
                <a:cubicBezTo>
                  <a:pt x="768544" y="1415141"/>
                  <a:pt x="782138" y="1428735"/>
                  <a:pt x="782138" y="1445505"/>
                </a:cubicBezTo>
                <a:cubicBezTo>
                  <a:pt x="782138" y="1462274"/>
                  <a:pt x="768544" y="1475868"/>
                  <a:pt x="751774" y="1475868"/>
                </a:cubicBezTo>
                <a:cubicBezTo>
                  <a:pt x="735005" y="1475868"/>
                  <a:pt x="721411" y="1462274"/>
                  <a:pt x="721411" y="1445505"/>
                </a:cubicBezTo>
                <a:cubicBezTo>
                  <a:pt x="721411" y="1428735"/>
                  <a:pt x="735005" y="1415141"/>
                  <a:pt x="751774" y="1415141"/>
                </a:cubicBezTo>
                <a:close/>
                <a:moveTo>
                  <a:pt x="679220" y="1415141"/>
                </a:moveTo>
                <a:cubicBezTo>
                  <a:pt x="695989" y="1415141"/>
                  <a:pt x="709583" y="1428735"/>
                  <a:pt x="709583" y="1445505"/>
                </a:cubicBezTo>
                <a:cubicBezTo>
                  <a:pt x="709583" y="1462274"/>
                  <a:pt x="695989" y="1475868"/>
                  <a:pt x="679220" y="1475868"/>
                </a:cubicBezTo>
                <a:cubicBezTo>
                  <a:pt x="662450" y="1475868"/>
                  <a:pt x="648856" y="1462274"/>
                  <a:pt x="648856" y="1445505"/>
                </a:cubicBezTo>
                <a:cubicBezTo>
                  <a:pt x="648856" y="1428735"/>
                  <a:pt x="662450" y="1415141"/>
                  <a:pt x="679220" y="1415141"/>
                </a:cubicBezTo>
                <a:close/>
                <a:moveTo>
                  <a:pt x="606665" y="1415141"/>
                </a:moveTo>
                <a:cubicBezTo>
                  <a:pt x="623435" y="1415141"/>
                  <a:pt x="637029" y="1428735"/>
                  <a:pt x="637029" y="1445505"/>
                </a:cubicBezTo>
                <a:cubicBezTo>
                  <a:pt x="637029" y="1462274"/>
                  <a:pt x="623435" y="1475868"/>
                  <a:pt x="606665" y="1475868"/>
                </a:cubicBezTo>
                <a:cubicBezTo>
                  <a:pt x="589896" y="1475868"/>
                  <a:pt x="576302" y="1462274"/>
                  <a:pt x="576302" y="1445505"/>
                </a:cubicBezTo>
                <a:cubicBezTo>
                  <a:pt x="576302" y="1428735"/>
                  <a:pt x="589896" y="1415141"/>
                  <a:pt x="606665" y="1415141"/>
                </a:cubicBezTo>
                <a:close/>
                <a:moveTo>
                  <a:pt x="534111" y="1415141"/>
                </a:moveTo>
                <a:cubicBezTo>
                  <a:pt x="550880" y="1415141"/>
                  <a:pt x="564474" y="1428735"/>
                  <a:pt x="564474" y="1445505"/>
                </a:cubicBezTo>
                <a:cubicBezTo>
                  <a:pt x="564474" y="1462274"/>
                  <a:pt x="550880" y="1475868"/>
                  <a:pt x="534111" y="1475868"/>
                </a:cubicBezTo>
                <a:cubicBezTo>
                  <a:pt x="517341" y="1475868"/>
                  <a:pt x="503747" y="1462274"/>
                  <a:pt x="503747" y="1445505"/>
                </a:cubicBezTo>
                <a:cubicBezTo>
                  <a:pt x="503747" y="1428735"/>
                  <a:pt x="517341" y="1415141"/>
                  <a:pt x="534111" y="1415141"/>
                </a:cubicBezTo>
                <a:close/>
                <a:moveTo>
                  <a:pt x="461556" y="1415141"/>
                </a:moveTo>
                <a:cubicBezTo>
                  <a:pt x="478326" y="1415141"/>
                  <a:pt x="491920" y="1428735"/>
                  <a:pt x="491920" y="1445505"/>
                </a:cubicBezTo>
                <a:cubicBezTo>
                  <a:pt x="491920" y="1462274"/>
                  <a:pt x="478326" y="1475868"/>
                  <a:pt x="461556" y="1475868"/>
                </a:cubicBezTo>
                <a:cubicBezTo>
                  <a:pt x="444787" y="1475868"/>
                  <a:pt x="431192" y="1462274"/>
                  <a:pt x="431192" y="1445505"/>
                </a:cubicBezTo>
                <a:cubicBezTo>
                  <a:pt x="431192" y="1428735"/>
                  <a:pt x="444787" y="1415141"/>
                  <a:pt x="461556" y="1415141"/>
                </a:cubicBezTo>
                <a:close/>
                <a:moveTo>
                  <a:pt x="389002" y="1415141"/>
                </a:moveTo>
                <a:cubicBezTo>
                  <a:pt x="405771" y="1415141"/>
                  <a:pt x="419365" y="1428735"/>
                  <a:pt x="419365" y="1445505"/>
                </a:cubicBezTo>
                <a:cubicBezTo>
                  <a:pt x="419365" y="1462274"/>
                  <a:pt x="405771" y="1475868"/>
                  <a:pt x="389002" y="1475868"/>
                </a:cubicBezTo>
                <a:cubicBezTo>
                  <a:pt x="372232" y="1475868"/>
                  <a:pt x="358638" y="1462274"/>
                  <a:pt x="358638" y="1445505"/>
                </a:cubicBezTo>
                <a:cubicBezTo>
                  <a:pt x="358638" y="1428735"/>
                  <a:pt x="372232" y="1415141"/>
                  <a:pt x="389002" y="1415141"/>
                </a:cubicBezTo>
                <a:close/>
                <a:moveTo>
                  <a:pt x="316447" y="1415141"/>
                </a:moveTo>
                <a:cubicBezTo>
                  <a:pt x="333216" y="1415141"/>
                  <a:pt x="346810" y="1428735"/>
                  <a:pt x="346810" y="1445505"/>
                </a:cubicBezTo>
                <a:cubicBezTo>
                  <a:pt x="346810" y="1462274"/>
                  <a:pt x="333216" y="1475868"/>
                  <a:pt x="316447" y="1475868"/>
                </a:cubicBezTo>
                <a:cubicBezTo>
                  <a:pt x="299677" y="1475868"/>
                  <a:pt x="286084" y="1462274"/>
                  <a:pt x="286084" y="1445505"/>
                </a:cubicBezTo>
                <a:cubicBezTo>
                  <a:pt x="286084" y="1428735"/>
                  <a:pt x="299677" y="1415141"/>
                  <a:pt x="316447" y="1415141"/>
                </a:cubicBezTo>
                <a:close/>
                <a:moveTo>
                  <a:pt x="243892" y="1415141"/>
                </a:moveTo>
                <a:cubicBezTo>
                  <a:pt x="260662" y="1415141"/>
                  <a:pt x="274256" y="1428735"/>
                  <a:pt x="274256" y="1445505"/>
                </a:cubicBezTo>
                <a:cubicBezTo>
                  <a:pt x="274256" y="1462274"/>
                  <a:pt x="260662" y="1475868"/>
                  <a:pt x="243892" y="1475868"/>
                </a:cubicBezTo>
                <a:cubicBezTo>
                  <a:pt x="227123" y="1475868"/>
                  <a:pt x="213529" y="1462274"/>
                  <a:pt x="213529" y="1445505"/>
                </a:cubicBezTo>
                <a:cubicBezTo>
                  <a:pt x="213529" y="1428735"/>
                  <a:pt x="227123" y="1415141"/>
                  <a:pt x="243892" y="1415141"/>
                </a:cubicBezTo>
                <a:close/>
                <a:moveTo>
                  <a:pt x="171339" y="1415141"/>
                </a:moveTo>
                <a:cubicBezTo>
                  <a:pt x="188107" y="1415141"/>
                  <a:pt x="201701" y="1428735"/>
                  <a:pt x="201701" y="1445505"/>
                </a:cubicBezTo>
                <a:cubicBezTo>
                  <a:pt x="201701" y="1462274"/>
                  <a:pt x="188107" y="1475868"/>
                  <a:pt x="171339" y="1475868"/>
                </a:cubicBezTo>
                <a:cubicBezTo>
                  <a:pt x="154611" y="1475868"/>
                  <a:pt x="141018" y="1462274"/>
                  <a:pt x="141018" y="1445505"/>
                </a:cubicBezTo>
                <a:cubicBezTo>
                  <a:pt x="141018" y="1428735"/>
                  <a:pt x="154611" y="1415141"/>
                  <a:pt x="171339" y="1415141"/>
                </a:cubicBezTo>
                <a:close/>
                <a:moveTo>
                  <a:pt x="98831" y="1415141"/>
                </a:moveTo>
                <a:cubicBezTo>
                  <a:pt x="115598" y="1415141"/>
                  <a:pt x="129192" y="1428735"/>
                  <a:pt x="129192" y="1445505"/>
                </a:cubicBezTo>
                <a:cubicBezTo>
                  <a:pt x="129192" y="1462274"/>
                  <a:pt x="115598" y="1475868"/>
                  <a:pt x="98831" y="1475868"/>
                </a:cubicBezTo>
                <a:cubicBezTo>
                  <a:pt x="82060" y="1475868"/>
                  <a:pt x="68467" y="1462274"/>
                  <a:pt x="68467" y="1445505"/>
                </a:cubicBezTo>
                <a:cubicBezTo>
                  <a:pt x="68467" y="1428735"/>
                  <a:pt x="82060" y="1415141"/>
                  <a:pt x="98831" y="1415141"/>
                </a:cubicBezTo>
                <a:close/>
                <a:moveTo>
                  <a:pt x="26277" y="1415141"/>
                </a:moveTo>
                <a:cubicBezTo>
                  <a:pt x="43044" y="1415141"/>
                  <a:pt x="56638" y="1428735"/>
                  <a:pt x="56638" y="1445505"/>
                </a:cubicBezTo>
                <a:cubicBezTo>
                  <a:pt x="56638" y="1462274"/>
                  <a:pt x="43044" y="1475868"/>
                  <a:pt x="26277" y="1475868"/>
                </a:cubicBezTo>
                <a:cubicBezTo>
                  <a:pt x="17892" y="1475868"/>
                  <a:pt x="10301" y="1472470"/>
                  <a:pt x="4807" y="1466975"/>
                </a:cubicBezTo>
                <a:lnTo>
                  <a:pt x="0" y="1455370"/>
                </a:lnTo>
                <a:lnTo>
                  <a:pt x="0" y="1435640"/>
                </a:lnTo>
                <a:lnTo>
                  <a:pt x="4807" y="1424034"/>
                </a:lnTo>
                <a:cubicBezTo>
                  <a:pt x="10301" y="1418540"/>
                  <a:pt x="17892" y="1415141"/>
                  <a:pt x="26277" y="1415141"/>
                </a:cubicBezTo>
                <a:close/>
                <a:moveTo>
                  <a:pt x="1332211" y="1334690"/>
                </a:moveTo>
                <a:cubicBezTo>
                  <a:pt x="1340596" y="1334690"/>
                  <a:pt x="1348186" y="1338088"/>
                  <a:pt x="1353681" y="1343583"/>
                </a:cubicBezTo>
                <a:lnTo>
                  <a:pt x="1356143" y="1349526"/>
                </a:lnTo>
                <a:lnTo>
                  <a:pt x="1331934" y="1381900"/>
                </a:lnTo>
                <a:lnTo>
                  <a:pt x="1321597" y="1393274"/>
                </a:lnTo>
                <a:lnTo>
                  <a:pt x="1320392" y="1393030"/>
                </a:lnTo>
                <a:cubicBezTo>
                  <a:pt x="1309494" y="1388421"/>
                  <a:pt x="1301847" y="1377631"/>
                  <a:pt x="1301847" y="1365053"/>
                </a:cubicBezTo>
                <a:cubicBezTo>
                  <a:pt x="1301847" y="1348284"/>
                  <a:pt x="1315441" y="1334690"/>
                  <a:pt x="1332211" y="1334690"/>
                </a:cubicBezTo>
                <a:close/>
                <a:moveTo>
                  <a:pt x="1259656" y="1334690"/>
                </a:moveTo>
                <a:cubicBezTo>
                  <a:pt x="1276426" y="1334690"/>
                  <a:pt x="1290020" y="1348284"/>
                  <a:pt x="1290020" y="1365053"/>
                </a:cubicBezTo>
                <a:cubicBezTo>
                  <a:pt x="1290020" y="1381823"/>
                  <a:pt x="1276426" y="1395417"/>
                  <a:pt x="1259656" y="1395417"/>
                </a:cubicBezTo>
                <a:cubicBezTo>
                  <a:pt x="1242887" y="1395417"/>
                  <a:pt x="1229293" y="1381823"/>
                  <a:pt x="1229293" y="1365053"/>
                </a:cubicBezTo>
                <a:cubicBezTo>
                  <a:pt x="1229293" y="1348284"/>
                  <a:pt x="1242887" y="1334690"/>
                  <a:pt x="1259656" y="1334690"/>
                </a:cubicBezTo>
                <a:close/>
                <a:moveTo>
                  <a:pt x="1187102" y="1334690"/>
                </a:moveTo>
                <a:cubicBezTo>
                  <a:pt x="1203871" y="1334690"/>
                  <a:pt x="1217465" y="1348284"/>
                  <a:pt x="1217465" y="1365053"/>
                </a:cubicBezTo>
                <a:cubicBezTo>
                  <a:pt x="1217465" y="1381823"/>
                  <a:pt x="1203871" y="1395417"/>
                  <a:pt x="1187102" y="1395417"/>
                </a:cubicBezTo>
                <a:cubicBezTo>
                  <a:pt x="1170332" y="1395417"/>
                  <a:pt x="1156738" y="1381823"/>
                  <a:pt x="1156738" y="1365053"/>
                </a:cubicBezTo>
                <a:cubicBezTo>
                  <a:pt x="1156738" y="1348284"/>
                  <a:pt x="1170332" y="1334690"/>
                  <a:pt x="1187102" y="1334690"/>
                </a:cubicBezTo>
                <a:close/>
                <a:moveTo>
                  <a:pt x="1114547" y="1334690"/>
                </a:moveTo>
                <a:cubicBezTo>
                  <a:pt x="1131317" y="1334690"/>
                  <a:pt x="1144911" y="1348284"/>
                  <a:pt x="1144911" y="1365053"/>
                </a:cubicBezTo>
                <a:cubicBezTo>
                  <a:pt x="1144911" y="1381823"/>
                  <a:pt x="1131317" y="1395417"/>
                  <a:pt x="1114547" y="1395417"/>
                </a:cubicBezTo>
                <a:cubicBezTo>
                  <a:pt x="1097778" y="1395417"/>
                  <a:pt x="1084184" y="1381823"/>
                  <a:pt x="1084184" y="1365053"/>
                </a:cubicBezTo>
                <a:cubicBezTo>
                  <a:pt x="1084184" y="1348284"/>
                  <a:pt x="1097778" y="1334690"/>
                  <a:pt x="1114547" y="1334690"/>
                </a:cubicBezTo>
                <a:close/>
                <a:moveTo>
                  <a:pt x="1041993" y="1334690"/>
                </a:moveTo>
                <a:cubicBezTo>
                  <a:pt x="1058762" y="1334690"/>
                  <a:pt x="1072356" y="1348284"/>
                  <a:pt x="1072356" y="1365053"/>
                </a:cubicBezTo>
                <a:cubicBezTo>
                  <a:pt x="1072356" y="1381823"/>
                  <a:pt x="1058762" y="1395417"/>
                  <a:pt x="1041993" y="1395417"/>
                </a:cubicBezTo>
                <a:cubicBezTo>
                  <a:pt x="1025223" y="1395417"/>
                  <a:pt x="1011629" y="1381823"/>
                  <a:pt x="1011629" y="1365053"/>
                </a:cubicBezTo>
                <a:cubicBezTo>
                  <a:pt x="1011629" y="1348284"/>
                  <a:pt x="1025223" y="1334690"/>
                  <a:pt x="1041993" y="1334690"/>
                </a:cubicBezTo>
                <a:close/>
                <a:moveTo>
                  <a:pt x="969438" y="1334690"/>
                </a:moveTo>
                <a:cubicBezTo>
                  <a:pt x="986208" y="1334690"/>
                  <a:pt x="999801" y="1348284"/>
                  <a:pt x="999801" y="1365053"/>
                </a:cubicBezTo>
                <a:cubicBezTo>
                  <a:pt x="999801" y="1381823"/>
                  <a:pt x="986208" y="1395417"/>
                  <a:pt x="969438" y="1395417"/>
                </a:cubicBezTo>
                <a:cubicBezTo>
                  <a:pt x="952669" y="1395417"/>
                  <a:pt x="939075" y="1381823"/>
                  <a:pt x="939075" y="1365053"/>
                </a:cubicBezTo>
                <a:cubicBezTo>
                  <a:pt x="939075" y="1348284"/>
                  <a:pt x="952669" y="1334690"/>
                  <a:pt x="969438" y="1334690"/>
                </a:cubicBezTo>
                <a:close/>
                <a:moveTo>
                  <a:pt x="896883" y="1334690"/>
                </a:moveTo>
                <a:cubicBezTo>
                  <a:pt x="913653" y="1334690"/>
                  <a:pt x="927247" y="1348284"/>
                  <a:pt x="927247" y="1365053"/>
                </a:cubicBezTo>
                <a:cubicBezTo>
                  <a:pt x="927247" y="1381823"/>
                  <a:pt x="913653" y="1395417"/>
                  <a:pt x="896883" y="1395417"/>
                </a:cubicBezTo>
                <a:cubicBezTo>
                  <a:pt x="880114" y="1395417"/>
                  <a:pt x="866520" y="1381823"/>
                  <a:pt x="866520" y="1365053"/>
                </a:cubicBezTo>
                <a:cubicBezTo>
                  <a:pt x="866520" y="1348284"/>
                  <a:pt x="880114" y="1334690"/>
                  <a:pt x="896883" y="1334690"/>
                </a:cubicBezTo>
                <a:close/>
                <a:moveTo>
                  <a:pt x="824329" y="1334690"/>
                </a:moveTo>
                <a:cubicBezTo>
                  <a:pt x="841098" y="1334690"/>
                  <a:pt x="854692" y="1348284"/>
                  <a:pt x="854692" y="1365053"/>
                </a:cubicBezTo>
                <a:cubicBezTo>
                  <a:pt x="854692" y="1381823"/>
                  <a:pt x="841098" y="1395417"/>
                  <a:pt x="824329" y="1395417"/>
                </a:cubicBezTo>
                <a:cubicBezTo>
                  <a:pt x="807559" y="1395417"/>
                  <a:pt x="793965" y="1381823"/>
                  <a:pt x="793965" y="1365053"/>
                </a:cubicBezTo>
                <a:cubicBezTo>
                  <a:pt x="793965" y="1348284"/>
                  <a:pt x="807559" y="1334690"/>
                  <a:pt x="824329" y="1334690"/>
                </a:cubicBezTo>
                <a:close/>
                <a:moveTo>
                  <a:pt x="751774" y="1334690"/>
                </a:moveTo>
                <a:cubicBezTo>
                  <a:pt x="768544" y="1334690"/>
                  <a:pt x="782138" y="1348284"/>
                  <a:pt x="782138" y="1365053"/>
                </a:cubicBezTo>
                <a:cubicBezTo>
                  <a:pt x="782138" y="1381823"/>
                  <a:pt x="768544" y="1395417"/>
                  <a:pt x="751774" y="1395417"/>
                </a:cubicBezTo>
                <a:cubicBezTo>
                  <a:pt x="735005" y="1395417"/>
                  <a:pt x="721411" y="1381823"/>
                  <a:pt x="721411" y="1365053"/>
                </a:cubicBezTo>
                <a:cubicBezTo>
                  <a:pt x="721411" y="1348284"/>
                  <a:pt x="735005" y="1334690"/>
                  <a:pt x="751774" y="1334690"/>
                </a:cubicBezTo>
                <a:close/>
                <a:moveTo>
                  <a:pt x="679220" y="1334690"/>
                </a:moveTo>
                <a:cubicBezTo>
                  <a:pt x="695989" y="1334690"/>
                  <a:pt x="709583" y="1348284"/>
                  <a:pt x="709583" y="1365053"/>
                </a:cubicBezTo>
                <a:cubicBezTo>
                  <a:pt x="709583" y="1381823"/>
                  <a:pt x="695989" y="1395417"/>
                  <a:pt x="679220" y="1395417"/>
                </a:cubicBezTo>
                <a:cubicBezTo>
                  <a:pt x="662450" y="1395417"/>
                  <a:pt x="648856" y="1381823"/>
                  <a:pt x="648856" y="1365053"/>
                </a:cubicBezTo>
                <a:cubicBezTo>
                  <a:pt x="648856" y="1348284"/>
                  <a:pt x="662450" y="1334690"/>
                  <a:pt x="679220" y="1334690"/>
                </a:cubicBezTo>
                <a:close/>
                <a:moveTo>
                  <a:pt x="606665" y="1334690"/>
                </a:moveTo>
                <a:cubicBezTo>
                  <a:pt x="623435" y="1334690"/>
                  <a:pt x="637029" y="1348284"/>
                  <a:pt x="637029" y="1365053"/>
                </a:cubicBezTo>
                <a:cubicBezTo>
                  <a:pt x="637029" y="1381823"/>
                  <a:pt x="623435" y="1395417"/>
                  <a:pt x="606665" y="1395417"/>
                </a:cubicBezTo>
                <a:cubicBezTo>
                  <a:pt x="589896" y="1395417"/>
                  <a:pt x="576302" y="1381823"/>
                  <a:pt x="576302" y="1365053"/>
                </a:cubicBezTo>
                <a:cubicBezTo>
                  <a:pt x="576302" y="1348284"/>
                  <a:pt x="589896" y="1334690"/>
                  <a:pt x="606665" y="1334690"/>
                </a:cubicBezTo>
                <a:close/>
                <a:moveTo>
                  <a:pt x="534111" y="1334690"/>
                </a:moveTo>
                <a:cubicBezTo>
                  <a:pt x="550880" y="1334690"/>
                  <a:pt x="564474" y="1348284"/>
                  <a:pt x="564474" y="1365053"/>
                </a:cubicBezTo>
                <a:cubicBezTo>
                  <a:pt x="564474" y="1381823"/>
                  <a:pt x="550880" y="1395417"/>
                  <a:pt x="534111" y="1395417"/>
                </a:cubicBezTo>
                <a:cubicBezTo>
                  <a:pt x="517341" y="1395417"/>
                  <a:pt x="503747" y="1381823"/>
                  <a:pt x="503747" y="1365053"/>
                </a:cubicBezTo>
                <a:cubicBezTo>
                  <a:pt x="503747" y="1348284"/>
                  <a:pt x="517341" y="1334690"/>
                  <a:pt x="534111" y="1334690"/>
                </a:cubicBezTo>
                <a:close/>
                <a:moveTo>
                  <a:pt x="461556" y="1334690"/>
                </a:moveTo>
                <a:cubicBezTo>
                  <a:pt x="478326" y="1334690"/>
                  <a:pt x="491920" y="1348284"/>
                  <a:pt x="491920" y="1365053"/>
                </a:cubicBezTo>
                <a:cubicBezTo>
                  <a:pt x="491920" y="1381823"/>
                  <a:pt x="478326" y="1395417"/>
                  <a:pt x="461556" y="1395417"/>
                </a:cubicBezTo>
                <a:cubicBezTo>
                  <a:pt x="444787" y="1395417"/>
                  <a:pt x="431192" y="1381823"/>
                  <a:pt x="431192" y="1365053"/>
                </a:cubicBezTo>
                <a:cubicBezTo>
                  <a:pt x="431192" y="1348284"/>
                  <a:pt x="444787" y="1334690"/>
                  <a:pt x="461556" y="1334690"/>
                </a:cubicBezTo>
                <a:close/>
                <a:moveTo>
                  <a:pt x="389002" y="1334690"/>
                </a:moveTo>
                <a:cubicBezTo>
                  <a:pt x="405771" y="1334690"/>
                  <a:pt x="419365" y="1348284"/>
                  <a:pt x="419365" y="1365053"/>
                </a:cubicBezTo>
                <a:cubicBezTo>
                  <a:pt x="419365" y="1381823"/>
                  <a:pt x="405771" y="1395417"/>
                  <a:pt x="389002" y="1395417"/>
                </a:cubicBezTo>
                <a:cubicBezTo>
                  <a:pt x="372232" y="1395417"/>
                  <a:pt x="358638" y="1381823"/>
                  <a:pt x="358638" y="1365053"/>
                </a:cubicBezTo>
                <a:cubicBezTo>
                  <a:pt x="358638" y="1348284"/>
                  <a:pt x="372232" y="1334690"/>
                  <a:pt x="389002" y="1334690"/>
                </a:cubicBezTo>
                <a:close/>
                <a:moveTo>
                  <a:pt x="316447" y="1334690"/>
                </a:moveTo>
                <a:cubicBezTo>
                  <a:pt x="333216" y="1334690"/>
                  <a:pt x="346810" y="1348284"/>
                  <a:pt x="346810" y="1365053"/>
                </a:cubicBezTo>
                <a:cubicBezTo>
                  <a:pt x="346810" y="1381823"/>
                  <a:pt x="333216" y="1395417"/>
                  <a:pt x="316447" y="1395417"/>
                </a:cubicBezTo>
                <a:cubicBezTo>
                  <a:pt x="299677" y="1395417"/>
                  <a:pt x="286084" y="1381823"/>
                  <a:pt x="286084" y="1365053"/>
                </a:cubicBezTo>
                <a:cubicBezTo>
                  <a:pt x="286084" y="1348284"/>
                  <a:pt x="299677" y="1334690"/>
                  <a:pt x="316447" y="1334690"/>
                </a:cubicBezTo>
                <a:close/>
                <a:moveTo>
                  <a:pt x="243892" y="1334690"/>
                </a:moveTo>
                <a:cubicBezTo>
                  <a:pt x="260662" y="1334690"/>
                  <a:pt x="274256" y="1348284"/>
                  <a:pt x="274256" y="1365053"/>
                </a:cubicBezTo>
                <a:cubicBezTo>
                  <a:pt x="274256" y="1381823"/>
                  <a:pt x="260662" y="1395417"/>
                  <a:pt x="243892" y="1395417"/>
                </a:cubicBezTo>
                <a:cubicBezTo>
                  <a:pt x="227123" y="1395417"/>
                  <a:pt x="213529" y="1381823"/>
                  <a:pt x="213529" y="1365053"/>
                </a:cubicBezTo>
                <a:cubicBezTo>
                  <a:pt x="213529" y="1348284"/>
                  <a:pt x="227123" y="1334690"/>
                  <a:pt x="243892" y="1334690"/>
                </a:cubicBezTo>
                <a:close/>
                <a:moveTo>
                  <a:pt x="171339" y="1334690"/>
                </a:moveTo>
                <a:cubicBezTo>
                  <a:pt x="188107" y="1334690"/>
                  <a:pt x="201701" y="1348284"/>
                  <a:pt x="201701" y="1365053"/>
                </a:cubicBezTo>
                <a:cubicBezTo>
                  <a:pt x="201701" y="1381823"/>
                  <a:pt x="188107" y="1395417"/>
                  <a:pt x="171339" y="1395417"/>
                </a:cubicBezTo>
                <a:cubicBezTo>
                  <a:pt x="154616" y="1395417"/>
                  <a:pt x="141023" y="1381823"/>
                  <a:pt x="141023" y="1365053"/>
                </a:cubicBezTo>
                <a:cubicBezTo>
                  <a:pt x="141023" y="1348284"/>
                  <a:pt x="154616" y="1334690"/>
                  <a:pt x="171339" y="1334690"/>
                </a:cubicBezTo>
                <a:close/>
                <a:moveTo>
                  <a:pt x="98838" y="1334690"/>
                </a:moveTo>
                <a:cubicBezTo>
                  <a:pt x="115605" y="1334690"/>
                  <a:pt x="129198" y="1348284"/>
                  <a:pt x="129198" y="1365053"/>
                </a:cubicBezTo>
                <a:cubicBezTo>
                  <a:pt x="129198" y="1381823"/>
                  <a:pt x="115605" y="1395417"/>
                  <a:pt x="98838" y="1395417"/>
                </a:cubicBezTo>
                <a:cubicBezTo>
                  <a:pt x="82067" y="1395417"/>
                  <a:pt x="68474" y="1381823"/>
                  <a:pt x="68474" y="1365053"/>
                </a:cubicBezTo>
                <a:cubicBezTo>
                  <a:pt x="68474" y="1348284"/>
                  <a:pt x="82067" y="1334690"/>
                  <a:pt x="98838" y="1334690"/>
                </a:cubicBezTo>
                <a:close/>
                <a:moveTo>
                  <a:pt x="26283" y="1334690"/>
                </a:moveTo>
                <a:cubicBezTo>
                  <a:pt x="43051" y="1334690"/>
                  <a:pt x="56645" y="1348284"/>
                  <a:pt x="56645" y="1365053"/>
                </a:cubicBezTo>
                <a:cubicBezTo>
                  <a:pt x="56645" y="1381823"/>
                  <a:pt x="43051" y="1395417"/>
                  <a:pt x="26283" y="1395417"/>
                </a:cubicBezTo>
                <a:cubicBezTo>
                  <a:pt x="17898" y="1395417"/>
                  <a:pt x="10308" y="1392019"/>
                  <a:pt x="4813" y="1386524"/>
                </a:cubicBezTo>
                <a:lnTo>
                  <a:pt x="0" y="1374903"/>
                </a:lnTo>
                <a:lnTo>
                  <a:pt x="0" y="1355203"/>
                </a:lnTo>
                <a:lnTo>
                  <a:pt x="4813" y="1343583"/>
                </a:lnTo>
                <a:cubicBezTo>
                  <a:pt x="10308" y="1338089"/>
                  <a:pt x="17898" y="1334690"/>
                  <a:pt x="26283" y="1334690"/>
                </a:cubicBezTo>
                <a:close/>
                <a:moveTo>
                  <a:pt x="1404765" y="1254238"/>
                </a:moveTo>
                <a:cubicBezTo>
                  <a:pt x="1408957" y="1254238"/>
                  <a:pt x="1412951" y="1255088"/>
                  <a:pt x="1416584" y="1256624"/>
                </a:cubicBezTo>
                <a:lnTo>
                  <a:pt x="1422045" y="1260306"/>
                </a:lnTo>
                <a:lnTo>
                  <a:pt x="1418517" y="1266114"/>
                </a:lnTo>
                <a:lnTo>
                  <a:pt x="1386846" y="1308466"/>
                </a:lnTo>
                <a:lnTo>
                  <a:pt x="1383295" y="1306072"/>
                </a:lnTo>
                <a:cubicBezTo>
                  <a:pt x="1377800" y="1300577"/>
                  <a:pt x="1374402" y="1292986"/>
                  <a:pt x="1374402" y="1284602"/>
                </a:cubicBezTo>
                <a:cubicBezTo>
                  <a:pt x="1374402" y="1267832"/>
                  <a:pt x="1387996" y="1254238"/>
                  <a:pt x="1404765" y="1254238"/>
                </a:cubicBezTo>
                <a:close/>
                <a:moveTo>
                  <a:pt x="1332211" y="1254238"/>
                </a:moveTo>
                <a:cubicBezTo>
                  <a:pt x="1348980" y="1254238"/>
                  <a:pt x="1362574" y="1267832"/>
                  <a:pt x="1362574" y="1284602"/>
                </a:cubicBezTo>
                <a:cubicBezTo>
                  <a:pt x="1362574" y="1301371"/>
                  <a:pt x="1348980" y="1314965"/>
                  <a:pt x="1332211" y="1314965"/>
                </a:cubicBezTo>
                <a:cubicBezTo>
                  <a:pt x="1315441" y="1314965"/>
                  <a:pt x="1301847" y="1301371"/>
                  <a:pt x="1301847" y="1284602"/>
                </a:cubicBezTo>
                <a:cubicBezTo>
                  <a:pt x="1301847" y="1267832"/>
                  <a:pt x="1315441" y="1254238"/>
                  <a:pt x="1332211" y="1254238"/>
                </a:cubicBezTo>
                <a:close/>
                <a:moveTo>
                  <a:pt x="1259656" y="1254238"/>
                </a:moveTo>
                <a:cubicBezTo>
                  <a:pt x="1276426" y="1254238"/>
                  <a:pt x="1290020" y="1267832"/>
                  <a:pt x="1290020" y="1284602"/>
                </a:cubicBezTo>
                <a:cubicBezTo>
                  <a:pt x="1290020" y="1301371"/>
                  <a:pt x="1276426" y="1314965"/>
                  <a:pt x="1259656" y="1314965"/>
                </a:cubicBezTo>
                <a:cubicBezTo>
                  <a:pt x="1242887" y="1314965"/>
                  <a:pt x="1229293" y="1301371"/>
                  <a:pt x="1229293" y="1284602"/>
                </a:cubicBezTo>
                <a:cubicBezTo>
                  <a:pt x="1229293" y="1267832"/>
                  <a:pt x="1242887" y="1254238"/>
                  <a:pt x="1259656" y="1254238"/>
                </a:cubicBezTo>
                <a:close/>
                <a:moveTo>
                  <a:pt x="1187102" y="1254238"/>
                </a:moveTo>
                <a:cubicBezTo>
                  <a:pt x="1203871" y="1254238"/>
                  <a:pt x="1217465" y="1267832"/>
                  <a:pt x="1217465" y="1284602"/>
                </a:cubicBezTo>
                <a:cubicBezTo>
                  <a:pt x="1217465" y="1301371"/>
                  <a:pt x="1203871" y="1314965"/>
                  <a:pt x="1187102" y="1314965"/>
                </a:cubicBezTo>
                <a:cubicBezTo>
                  <a:pt x="1170332" y="1314965"/>
                  <a:pt x="1156738" y="1301371"/>
                  <a:pt x="1156738" y="1284602"/>
                </a:cubicBezTo>
                <a:cubicBezTo>
                  <a:pt x="1156738" y="1267832"/>
                  <a:pt x="1170332" y="1254238"/>
                  <a:pt x="1187102" y="1254238"/>
                </a:cubicBezTo>
                <a:close/>
                <a:moveTo>
                  <a:pt x="1114547" y="1254238"/>
                </a:moveTo>
                <a:cubicBezTo>
                  <a:pt x="1131317" y="1254238"/>
                  <a:pt x="1144911" y="1267832"/>
                  <a:pt x="1144911" y="1284602"/>
                </a:cubicBezTo>
                <a:cubicBezTo>
                  <a:pt x="1144911" y="1301371"/>
                  <a:pt x="1131317" y="1314965"/>
                  <a:pt x="1114547" y="1314965"/>
                </a:cubicBezTo>
                <a:cubicBezTo>
                  <a:pt x="1097778" y="1314965"/>
                  <a:pt x="1084184" y="1301371"/>
                  <a:pt x="1084184" y="1284602"/>
                </a:cubicBezTo>
                <a:cubicBezTo>
                  <a:pt x="1084184" y="1267832"/>
                  <a:pt x="1097778" y="1254238"/>
                  <a:pt x="1114547" y="1254238"/>
                </a:cubicBezTo>
                <a:close/>
                <a:moveTo>
                  <a:pt x="1041993" y="1254238"/>
                </a:moveTo>
                <a:cubicBezTo>
                  <a:pt x="1058762" y="1254238"/>
                  <a:pt x="1072356" y="1267832"/>
                  <a:pt x="1072356" y="1284602"/>
                </a:cubicBezTo>
                <a:cubicBezTo>
                  <a:pt x="1072356" y="1301371"/>
                  <a:pt x="1058762" y="1314965"/>
                  <a:pt x="1041993" y="1314965"/>
                </a:cubicBezTo>
                <a:cubicBezTo>
                  <a:pt x="1025223" y="1314965"/>
                  <a:pt x="1011629" y="1301371"/>
                  <a:pt x="1011629" y="1284602"/>
                </a:cubicBezTo>
                <a:cubicBezTo>
                  <a:pt x="1011629" y="1267832"/>
                  <a:pt x="1025223" y="1254238"/>
                  <a:pt x="1041993" y="1254238"/>
                </a:cubicBezTo>
                <a:close/>
                <a:moveTo>
                  <a:pt x="969438" y="1254238"/>
                </a:moveTo>
                <a:cubicBezTo>
                  <a:pt x="986208" y="1254238"/>
                  <a:pt x="999801" y="1267832"/>
                  <a:pt x="999801" y="1284602"/>
                </a:cubicBezTo>
                <a:cubicBezTo>
                  <a:pt x="999801" y="1301371"/>
                  <a:pt x="986208" y="1314965"/>
                  <a:pt x="969438" y="1314965"/>
                </a:cubicBezTo>
                <a:cubicBezTo>
                  <a:pt x="952669" y="1314965"/>
                  <a:pt x="939075" y="1301371"/>
                  <a:pt x="939075" y="1284602"/>
                </a:cubicBezTo>
                <a:cubicBezTo>
                  <a:pt x="939075" y="1267832"/>
                  <a:pt x="952669" y="1254238"/>
                  <a:pt x="969438" y="1254238"/>
                </a:cubicBezTo>
                <a:close/>
                <a:moveTo>
                  <a:pt x="896883" y="1254238"/>
                </a:moveTo>
                <a:cubicBezTo>
                  <a:pt x="913653" y="1254238"/>
                  <a:pt x="927247" y="1267832"/>
                  <a:pt x="927247" y="1284602"/>
                </a:cubicBezTo>
                <a:cubicBezTo>
                  <a:pt x="927247" y="1301371"/>
                  <a:pt x="913653" y="1314965"/>
                  <a:pt x="896883" y="1314965"/>
                </a:cubicBezTo>
                <a:cubicBezTo>
                  <a:pt x="880114" y="1314965"/>
                  <a:pt x="866520" y="1301371"/>
                  <a:pt x="866520" y="1284602"/>
                </a:cubicBezTo>
                <a:cubicBezTo>
                  <a:pt x="866520" y="1267832"/>
                  <a:pt x="880114" y="1254238"/>
                  <a:pt x="896883" y="1254238"/>
                </a:cubicBezTo>
                <a:close/>
                <a:moveTo>
                  <a:pt x="824329" y="1254238"/>
                </a:moveTo>
                <a:cubicBezTo>
                  <a:pt x="841098" y="1254238"/>
                  <a:pt x="854692" y="1267832"/>
                  <a:pt x="854692" y="1284602"/>
                </a:cubicBezTo>
                <a:cubicBezTo>
                  <a:pt x="854692" y="1301371"/>
                  <a:pt x="841098" y="1314965"/>
                  <a:pt x="824329" y="1314965"/>
                </a:cubicBezTo>
                <a:cubicBezTo>
                  <a:pt x="807559" y="1314965"/>
                  <a:pt x="793965" y="1301371"/>
                  <a:pt x="793965" y="1284602"/>
                </a:cubicBezTo>
                <a:cubicBezTo>
                  <a:pt x="793965" y="1267832"/>
                  <a:pt x="807559" y="1254238"/>
                  <a:pt x="824329" y="1254238"/>
                </a:cubicBezTo>
                <a:close/>
                <a:moveTo>
                  <a:pt x="751774" y="1254238"/>
                </a:moveTo>
                <a:cubicBezTo>
                  <a:pt x="768544" y="1254238"/>
                  <a:pt x="782138" y="1267832"/>
                  <a:pt x="782138" y="1284602"/>
                </a:cubicBezTo>
                <a:cubicBezTo>
                  <a:pt x="782138" y="1301371"/>
                  <a:pt x="768544" y="1314965"/>
                  <a:pt x="751774" y="1314965"/>
                </a:cubicBezTo>
                <a:cubicBezTo>
                  <a:pt x="735005" y="1314965"/>
                  <a:pt x="721411" y="1301371"/>
                  <a:pt x="721411" y="1284602"/>
                </a:cubicBezTo>
                <a:cubicBezTo>
                  <a:pt x="721411" y="1267832"/>
                  <a:pt x="735005" y="1254238"/>
                  <a:pt x="751774" y="1254238"/>
                </a:cubicBezTo>
                <a:close/>
                <a:moveTo>
                  <a:pt x="679220" y="1254238"/>
                </a:moveTo>
                <a:cubicBezTo>
                  <a:pt x="695989" y="1254238"/>
                  <a:pt x="709583" y="1267832"/>
                  <a:pt x="709583" y="1284602"/>
                </a:cubicBezTo>
                <a:cubicBezTo>
                  <a:pt x="709583" y="1301371"/>
                  <a:pt x="695989" y="1314965"/>
                  <a:pt x="679220" y="1314965"/>
                </a:cubicBezTo>
                <a:cubicBezTo>
                  <a:pt x="662450" y="1314965"/>
                  <a:pt x="648856" y="1301371"/>
                  <a:pt x="648856" y="1284602"/>
                </a:cubicBezTo>
                <a:cubicBezTo>
                  <a:pt x="648856" y="1267832"/>
                  <a:pt x="662450" y="1254238"/>
                  <a:pt x="679220" y="1254238"/>
                </a:cubicBezTo>
                <a:close/>
                <a:moveTo>
                  <a:pt x="606665" y="1254238"/>
                </a:moveTo>
                <a:cubicBezTo>
                  <a:pt x="623435" y="1254238"/>
                  <a:pt x="637029" y="1267832"/>
                  <a:pt x="637029" y="1284602"/>
                </a:cubicBezTo>
                <a:cubicBezTo>
                  <a:pt x="637029" y="1301371"/>
                  <a:pt x="623435" y="1314965"/>
                  <a:pt x="606665" y="1314965"/>
                </a:cubicBezTo>
                <a:cubicBezTo>
                  <a:pt x="589896" y="1314965"/>
                  <a:pt x="576302" y="1301371"/>
                  <a:pt x="576302" y="1284602"/>
                </a:cubicBezTo>
                <a:cubicBezTo>
                  <a:pt x="576302" y="1267832"/>
                  <a:pt x="589896" y="1254238"/>
                  <a:pt x="606665" y="1254238"/>
                </a:cubicBezTo>
                <a:close/>
                <a:moveTo>
                  <a:pt x="534111" y="1254238"/>
                </a:moveTo>
                <a:cubicBezTo>
                  <a:pt x="550880" y="1254238"/>
                  <a:pt x="564474" y="1267832"/>
                  <a:pt x="564474" y="1284602"/>
                </a:cubicBezTo>
                <a:cubicBezTo>
                  <a:pt x="564474" y="1301371"/>
                  <a:pt x="550880" y="1314965"/>
                  <a:pt x="534111" y="1314965"/>
                </a:cubicBezTo>
                <a:cubicBezTo>
                  <a:pt x="517341" y="1314965"/>
                  <a:pt x="503747" y="1301371"/>
                  <a:pt x="503747" y="1284602"/>
                </a:cubicBezTo>
                <a:cubicBezTo>
                  <a:pt x="503747" y="1267832"/>
                  <a:pt x="517341" y="1254238"/>
                  <a:pt x="534111" y="1254238"/>
                </a:cubicBezTo>
                <a:close/>
                <a:moveTo>
                  <a:pt x="461556" y="1254238"/>
                </a:moveTo>
                <a:cubicBezTo>
                  <a:pt x="478326" y="1254238"/>
                  <a:pt x="491920" y="1267832"/>
                  <a:pt x="491920" y="1284602"/>
                </a:cubicBezTo>
                <a:cubicBezTo>
                  <a:pt x="491920" y="1301371"/>
                  <a:pt x="478326" y="1314965"/>
                  <a:pt x="461556" y="1314965"/>
                </a:cubicBezTo>
                <a:cubicBezTo>
                  <a:pt x="444787" y="1314965"/>
                  <a:pt x="431192" y="1301371"/>
                  <a:pt x="431192" y="1284602"/>
                </a:cubicBezTo>
                <a:cubicBezTo>
                  <a:pt x="431192" y="1267832"/>
                  <a:pt x="444787" y="1254238"/>
                  <a:pt x="461556" y="1254238"/>
                </a:cubicBezTo>
                <a:close/>
                <a:moveTo>
                  <a:pt x="389002" y="1254238"/>
                </a:moveTo>
                <a:cubicBezTo>
                  <a:pt x="405771" y="1254238"/>
                  <a:pt x="419365" y="1267832"/>
                  <a:pt x="419365" y="1284602"/>
                </a:cubicBezTo>
                <a:cubicBezTo>
                  <a:pt x="419365" y="1301371"/>
                  <a:pt x="405771" y="1314965"/>
                  <a:pt x="389002" y="1314965"/>
                </a:cubicBezTo>
                <a:cubicBezTo>
                  <a:pt x="372232" y="1314965"/>
                  <a:pt x="358638" y="1301371"/>
                  <a:pt x="358638" y="1284602"/>
                </a:cubicBezTo>
                <a:cubicBezTo>
                  <a:pt x="358638" y="1267832"/>
                  <a:pt x="372232" y="1254238"/>
                  <a:pt x="389002" y="1254238"/>
                </a:cubicBezTo>
                <a:close/>
                <a:moveTo>
                  <a:pt x="316447" y="1254238"/>
                </a:moveTo>
                <a:cubicBezTo>
                  <a:pt x="333216" y="1254238"/>
                  <a:pt x="346810" y="1267832"/>
                  <a:pt x="346810" y="1284602"/>
                </a:cubicBezTo>
                <a:cubicBezTo>
                  <a:pt x="346810" y="1301371"/>
                  <a:pt x="333216" y="1314965"/>
                  <a:pt x="316447" y="1314965"/>
                </a:cubicBezTo>
                <a:cubicBezTo>
                  <a:pt x="299677" y="1314965"/>
                  <a:pt x="286084" y="1301371"/>
                  <a:pt x="286084" y="1284602"/>
                </a:cubicBezTo>
                <a:cubicBezTo>
                  <a:pt x="286084" y="1267832"/>
                  <a:pt x="299677" y="1254238"/>
                  <a:pt x="316447" y="1254238"/>
                </a:cubicBezTo>
                <a:close/>
                <a:moveTo>
                  <a:pt x="243892" y="1254238"/>
                </a:moveTo>
                <a:cubicBezTo>
                  <a:pt x="260662" y="1254238"/>
                  <a:pt x="274256" y="1267832"/>
                  <a:pt x="274256" y="1284602"/>
                </a:cubicBezTo>
                <a:cubicBezTo>
                  <a:pt x="274256" y="1301371"/>
                  <a:pt x="260662" y="1314965"/>
                  <a:pt x="243892" y="1314965"/>
                </a:cubicBezTo>
                <a:cubicBezTo>
                  <a:pt x="227123" y="1314965"/>
                  <a:pt x="213529" y="1301371"/>
                  <a:pt x="213529" y="1284602"/>
                </a:cubicBezTo>
                <a:cubicBezTo>
                  <a:pt x="213529" y="1267832"/>
                  <a:pt x="227123" y="1254238"/>
                  <a:pt x="243892" y="1254238"/>
                </a:cubicBezTo>
                <a:close/>
                <a:moveTo>
                  <a:pt x="171339" y="1254238"/>
                </a:moveTo>
                <a:cubicBezTo>
                  <a:pt x="188107" y="1254238"/>
                  <a:pt x="201701" y="1267832"/>
                  <a:pt x="201701" y="1284602"/>
                </a:cubicBezTo>
                <a:cubicBezTo>
                  <a:pt x="201701" y="1301371"/>
                  <a:pt x="188107" y="1314965"/>
                  <a:pt x="171339" y="1314965"/>
                </a:cubicBezTo>
                <a:cubicBezTo>
                  <a:pt x="154622" y="1314965"/>
                  <a:pt x="141029" y="1301371"/>
                  <a:pt x="141029" y="1284602"/>
                </a:cubicBezTo>
                <a:cubicBezTo>
                  <a:pt x="141029" y="1267832"/>
                  <a:pt x="154622" y="1254238"/>
                  <a:pt x="171339" y="1254238"/>
                </a:cubicBezTo>
                <a:close/>
                <a:moveTo>
                  <a:pt x="98845" y="1254238"/>
                </a:moveTo>
                <a:cubicBezTo>
                  <a:pt x="115610" y="1254238"/>
                  <a:pt x="129204" y="1267832"/>
                  <a:pt x="129204" y="1284602"/>
                </a:cubicBezTo>
                <a:cubicBezTo>
                  <a:pt x="129204" y="1301371"/>
                  <a:pt x="115610" y="1314965"/>
                  <a:pt x="98845" y="1314965"/>
                </a:cubicBezTo>
                <a:cubicBezTo>
                  <a:pt x="82074" y="1314965"/>
                  <a:pt x="68480" y="1301371"/>
                  <a:pt x="68480" y="1284602"/>
                </a:cubicBezTo>
                <a:cubicBezTo>
                  <a:pt x="68480" y="1267832"/>
                  <a:pt x="82074" y="1254238"/>
                  <a:pt x="98845" y="1254238"/>
                </a:cubicBezTo>
                <a:close/>
                <a:moveTo>
                  <a:pt x="26290" y="1254238"/>
                </a:moveTo>
                <a:cubicBezTo>
                  <a:pt x="43057" y="1254238"/>
                  <a:pt x="56651" y="1267832"/>
                  <a:pt x="56651" y="1284602"/>
                </a:cubicBezTo>
                <a:cubicBezTo>
                  <a:pt x="56651" y="1301371"/>
                  <a:pt x="43057" y="1314965"/>
                  <a:pt x="26290" y="1314965"/>
                </a:cubicBezTo>
                <a:cubicBezTo>
                  <a:pt x="17905" y="1314965"/>
                  <a:pt x="10314" y="1311567"/>
                  <a:pt x="4819" y="1306072"/>
                </a:cubicBezTo>
                <a:lnTo>
                  <a:pt x="0" y="1294437"/>
                </a:lnTo>
                <a:lnTo>
                  <a:pt x="0" y="1274766"/>
                </a:lnTo>
                <a:lnTo>
                  <a:pt x="4819" y="1263131"/>
                </a:lnTo>
                <a:cubicBezTo>
                  <a:pt x="10314" y="1257637"/>
                  <a:pt x="17905" y="1254238"/>
                  <a:pt x="26290" y="1254238"/>
                </a:cubicBezTo>
                <a:close/>
                <a:moveTo>
                  <a:pt x="1474228" y="1174410"/>
                </a:moveTo>
                <a:lnTo>
                  <a:pt x="1450688" y="1213159"/>
                </a:lnTo>
                <a:lnTo>
                  <a:pt x="1446956" y="1204150"/>
                </a:lnTo>
                <a:cubicBezTo>
                  <a:pt x="1446956" y="1191573"/>
                  <a:pt x="1454603" y="1180782"/>
                  <a:pt x="1465501" y="1176173"/>
                </a:cubicBezTo>
                <a:close/>
                <a:moveTo>
                  <a:pt x="1404765" y="1173786"/>
                </a:moveTo>
                <a:cubicBezTo>
                  <a:pt x="1421535" y="1173786"/>
                  <a:pt x="1435129" y="1187380"/>
                  <a:pt x="1435129" y="1204150"/>
                </a:cubicBezTo>
                <a:cubicBezTo>
                  <a:pt x="1435129" y="1220919"/>
                  <a:pt x="1421535" y="1234513"/>
                  <a:pt x="1404765" y="1234513"/>
                </a:cubicBezTo>
                <a:cubicBezTo>
                  <a:pt x="1387996" y="1234513"/>
                  <a:pt x="1374402" y="1220919"/>
                  <a:pt x="1374402" y="1204150"/>
                </a:cubicBezTo>
                <a:cubicBezTo>
                  <a:pt x="1374402" y="1187380"/>
                  <a:pt x="1387996" y="1173786"/>
                  <a:pt x="1404765" y="1173786"/>
                </a:cubicBezTo>
                <a:close/>
                <a:moveTo>
                  <a:pt x="1332211" y="1173786"/>
                </a:moveTo>
                <a:cubicBezTo>
                  <a:pt x="1348980" y="1173786"/>
                  <a:pt x="1362574" y="1187380"/>
                  <a:pt x="1362574" y="1204150"/>
                </a:cubicBezTo>
                <a:cubicBezTo>
                  <a:pt x="1362574" y="1220919"/>
                  <a:pt x="1348980" y="1234513"/>
                  <a:pt x="1332211" y="1234513"/>
                </a:cubicBezTo>
                <a:cubicBezTo>
                  <a:pt x="1315441" y="1234513"/>
                  <a:pt x="1301847" y="1220919"/>
                  <a:pt x="1301847" y="1204150"/>
                </a:cubicBezTo>
                <a:cubicBezTo>
                  <a:pt x="1301847" y="1187380"/>
                  <a:pt x="1315441" y="1173786"/>
                  <a:pt x="1332211" y="1173786"/>
                </a:cubicBezTo>
                <a:close/>
                <a:moveTo>
                  <a:pt x="1259656" y="1173786"/>
                </a:moveTo>
                <a:cubicBezTo>
                  <a:pt x="1276426" y="1173786"/>
                  <a:pt x="1290020" y="1187380"/>
                  <a:pt x="1290020" y="1204150"/>
                </a:cubicBezTo>
                <a:cubicBezTo>
                  <a:pt x="1290020" y="1220919"/>
                  <a:pt x="1276426" y="1234513"/>
                  <a:pt x="1259656" y="1234513"/>
                </a:cubicBezTo>
                <a:cubicBezTo>
                  <a:pt x="1242887" y="1234513"/>
                  <a:pt x="1229293" y="1220919"/>
                  <a:pt x="1229293" y="1204150"/>
                </a:cubicBezTo>
                <a:cubicBezTo>
                  <a:pt x="1229293" y="1187380"/>
                  <a:pt x="1242887" y="1173786"/>
                  <a:pt x="1259656" y="1173786"/>
                </a:cubicBezTo>
                <a:close/>
                <a:moveTo>
                  <a:pt x="1187102" y="1173786"/>
                </a:moveTo>
                <a:cubicBezTo>
                  <a:pt x="1203871" y="1173786"/>
                  <a:pt x="1217465" y="1187380"/>
                  <a:pt x="1217465" y="1204150"/>
                </a:cubicBezTo>
                <a:cubicBezTo>
                  <a:pt x="1217465" y="1220919"/>
                  <a:pt x="1203871" y="1234513"/>
                  <a:pt x="1187102" y="1234513"/>
                </a:cubicBezTo>
                <a:cubicBezTo>
                  <a:pt x="1170332" y="1234513"/>
                  <a:pt x="1156738" y="1220919"/>
                  <a:pt x="1156738" y="1204150"/>
                </a:cubicBezTo>
                <a:cubicBezTo>
                  <a:pt x="1156738" y="1187380"/>
                  <a:pt x="1170332" y="1173786"/>
                  <a:pt x="1187102" y="1173786"/>
                </a:cubicBezTo>
                <a:close/>
                <a:moveTo>
                  <a:pt x="1114547" y="1173786"/>
                </a:moveTo>
                <a:cubicBezTo>
                  <a:pt x="1131317" y="1173786"/>
                  <a:pt x="1144911" y="1187380"/>
                  <a:pt x="1144911" y="1204150"/>
                </a:cubicBezTo>
                <a:cubicBezTo>
                  <a:pt x="1144911" y="1220919"/>
                  <a:pt x="1131317" y="1234513"/>
                  <a:pt x="1114547" y="1234513"/>
                </a:cubicBezTo>
                <a:cubicBezTo>
                  <a:pt x="1097778" y="1234513"/>
                  <a:pt x="1084184" y="1220919"/>
                  <a:pt x="1084184" y="1204150"/>
                </a:cubicBezTo>
                <a:cubicBezTo>
                  <a:pt x="1084184" y="1187380"/>
                  <a:pt x="1097778" y="1173786"/>
                  <a:pt x="1114547" y="1173786"/>
                </a:cubicBezTo>
                <a:close/>
                <a:moveTo>
                  <a:pt x="1041993" y="1173786"/>
                </a:moveTo>
                <a:cubicBezTo>
                  <a:pt x="1058762" y="1173786"/>
                  <a:pt x="1072356" y="1187380"/>
                  <a:pt x="1072356" y="1204150"/>
                </a:cubicBezTo>
                <a:cubicBezTo>
                  <a:pt x="1072356" y="1220919"/>
                  <a:pt x="1058762" y="1234513"/>
                  <a:pt x="1041993" y="1234513"/>
                </a:cubicBezTo>
                <a:cubicBezTo>
                  <a:pt x="1025223" y="1234513"/>
                  <a:pt x="1011629" y="1220919"/>
                  <a:pt x="1011629" y="1204150"/>
                </a:cubicBezTo>
                <a:cubicBezTo>
                  <a:pt x="1011629" y="1187380"/>
                  <a:pt x="1025223" y="1173786"/>
                  <a:pt x="1041993" y="1173786"/>
                </a:cubicBezTo>
                <a:close/>
                <a:moveTo>
                  <a:pt x="969438" y="1173786"/>
                </a:moveTo>
                <a:cubicBezTo>
                  <a:pt x="986208" y="1173786"/>
                  <a:pt x="999801" y="1187380"/>
                  <a:pt x="999801" y="1204150"/>
                </a:cubicBezTo>
                <a:cubicBezTo>
                  <a:pt x="999801" y="1220919"/>
                  <a:pt x="986208" y="1234513"/>
                  <a:pt x="969438" y="1234513"/>
                </a:cubicBezTo>
                <a:cubicBezTo>
                  <a:pt x="952669" y="1234513"/>
                  <a:pt x="939075" y="1220919"/>
                  <a:pt x="939075" y="1204150"/>
                </a:cubicBezTo>
                <a:cubicBezTo>
                  <a:pt x="939075" y="1187380"/>
                  <a:pt x="952669" y="1173786"/>
                  <a:pt x="969438" y="1173786"/>
                </a:cubicBezTo>
                <a:close/>
                <a:moveTo>
                  <a:pt x="896883" y="1173786"/>
                </a:moveTo>
                <a:cubicBezTo>
                  <a:pt x="913653" y="1173786"/>
                  <a:pt x="927247" y="1187380"/>
                  <a:pt x="927247" y="1204150"/>
                </a:cubicBezTo>
                <a:cubicBezTo>
                  <a:pt x="927247" y="1220919"/>
                  <a:pt x="913653" y="1234513"/>
                  <a:pt x="896883" y="1234513"/>
                </a:cubicBezTo>
                <a:cubicBezTo>
                  <a:pt x="880114" y="1234513"/>
                  <a:pt x="866520" y="1220919"/>
                  <a:pt x="866520" y="1204150"/>
                </a:cubicBezTo>
                <a:cubicBezTo>
                  <a:pt x="866520" y="1187380"/>
                  <a:pt x="880114" y="1173786"/>
                  <a:pt x="896883" y="1173786"/>
                </a:cubicBezTo>
                <a:close/>
                <a:moveTo>
                  <a:pt x="824329" y="1173786"/>
                </a:moveTo>
                <a:cubicBezTo>
                  <a:pt x="841098" y="1173786"/>
                  <a:pt x="854692" y="1187380"/>
                  <a:pt x="854692" y="1204150"/>
                </a:cubicBezTo>
                <a:cubicBezTo>
                  <a:pt x="854692" y="1220919"/>
                  <a:pt x="841098" y="1234513"/>
                  <a:pt x="824329" y="1234513"/>
                </a:cubicBezTo>
                <a:cubicBezTo>
                  <a:pt x="807559" y="1234513"/>
                  <a:pt x="793965" y="1220919"/>
                  <a:pt x="793965" y="1204150"/>
                </a:cubicBezTo>
                <a:cubicBezTo>
                  <a:pt x="793965" y="1187380"/>
                  <a:pt x="807559" y="1173786"/>
                  <a:pt x="824329" y="1173786"/>
                </a:cubicBezTo>
                <a:close/>
                <a:moveTo>
                  <a:pt x="751774" y="1173786"/>
                </a:moveTo>
                <a:cubicBezTo>
                  <a:pt x="768544" y="1173786"/>
                  <a:pt x="782138" y="1187380"/>
                  <a:pt x="782138" y="1204150"/>
                </a:cubicBezTo>
                <a:cubicBezTo>
                  <a:pt x="782138" y="1220919"/>
                  <a:pt x="768544" y="1234513"/>
                  <a:pt x="751774" y="1234513"/>
                </a:cubicBezTo>
                <a:cubicBezTo>
                  <a:pt x="735005" y="1234513"/>
                  <a:pt x="721411" y="1220919"/>
                  <a:pt x="721411" y="1204150"/>
                </a:cubicBezTo>
                <a:cubicBezTo>
                  <a:pt x="721411" y="1187380"/>
                  <a:pt x="735005" y="1173786"/>
                  <a:pt x="751774" y="1173786"/>
                </a:cubicBezTo>
                <a:close/>
                <a:moveTo>
                  <a:pt x="679220" y="1173786"/>
                </a:moveTo>
                <a:cubicBezTo>
                  <a:pt x="695989" y="1173786"/>
                  <a:pt x="709583" y="1187380"/>
                  <a:pt x="709583" y="1204150"/>
                </a:cubicBezTo>
                <a:cubicBezTo>
                  <a:pt x="709583" y="1220919"/>
                  <a:pt x="695989" y="1234513"/>
                  <a:pt x="679220" y="1234513"/>
                </a:cubicBezTo>
                <a:cubicBezTo>
                  <a:pt x="662450" y="1234513"/>
                  <a:pt x="648856" y="1220919"/>
                  <a:pt x="648856" y="1204150"/>
                </a:cubicBezTo>
                <a:cubicBezTo>
                  <a:pt x="648856" y="1187380"/>
                  <a:pt x="662450" y="1173786"/>
                  <a:pt x="679220" y="1173786"/>
                </a:cubicBezTo>
                <a:close/>
                <a:moveTo>
                  <a:pt x="606665" y="1173786"/>
                </a:moveTo>
                <a:cubicBezTo>
                  <a:pt x="623435" y="1173786"/>
                  <a:pt x="637029" y="1187380"/>
                  <a:pt x="637029" y="1204150"/>
                </a:cubicBezTo>
                <a:cubicBezTo>
                  <a:pt x="637029" y="1220919"/>
                  <a:pt x="623435" y="1234513"/>
                  <a:pt x="606665" y="1234513"/>
                </a:cubicBezTo>
                <a:cubicBezTo>
                  <a:pt x="589896" y="1234513"/>
                  <a:pt x="576302" y="1220919"/>
                  <a:pt x="576302" y="1204150"/>
                </a:cubicBezTo>
                <a:cubicBezTo>
                  <a:pt x="576302" y="1187380"/>
                  <a:pt x="589896" y="1173786"/>
                  <a:pt x="606665" y="1173786"/>
                </a:cubicBezTo>
                <a:close/>
                <a:moveTo>
                  <a:pt x="534111" y="1173786"/>
                </a:moveTo>
                <a:cubicBezTo>
                  <a:pt x="550880" y="1173786"/>
                  <a:pt x="564474" y="1187380"/>
                  <a:pt x="564474" y="1204150"/>
                </a:cubicBezTo>
                <a:cubicBezTo>
                  <a:pt x="564474" y="1220919"/>
                  <a:pt x="550880" y="1234513"/>
                  <a:pt x="534111" y="1234513"/>
                </a:cubicBezTo>
                <a:cubicBezTo>
                  <a:pt x="517341" y="1234513"/>
                  <a:pt x="503747" y="1220919"/>
                  <a:pt x="503747" y="1204150"/>
                </a:cubicBezTo>
                <a:cubicBezTo>
                  <a:pt x="503747" y="1187380"/>
                  <a:pt x="517341" y="1173786"/>
                  <a:pt x="534111" y="1173786"/>
                </a:cubicBezTo>
                <a:close/>
                <a:moveTo>
                  <a:pt x="461556" y="1173786"/>
                </a:moveTo>
                <a:cubicBezTo>
                  <a:pt x="478326" y="1173786"/>
                  <a:pt x="491920" y="1187380"/>
                  <a:pt x="491920" y="1204150"/>
                </a:cubicBezTo>
                <a:cubicBezTo>
                  <a:pt x="491920" y="1220919"/>
                  <a:pt x="478326" y="1234513"/>
                  <a:pt x="461556" y="1234513"/>
                </a:cubicBezTo>
                <a:cubicBezTo>
                  <a:pt x="444787" y="1234513"/>
                  <a:pt x="431192" y="1220919"/>
                  <a:pt x="431192" y="1204150"/>
                </a:cubicBezTo>
                <a:cubicBezTo>
                  <a:pt x="431192" y="1187380"/>
                  <a:pt x="444787" y="1173786"/>
                  <a:pt x="461556" y="1173786"/>
                </a:cubicBezTo>
                <a:close/>
                <a:moveTo>
                  <a:pt x="389002" y="1173786"/>
                </a:moveTo>
                <a:cubicBezTo>
                  <a:pt x="405771" y="1173786"/>
                  <a:pt x="419365" y="1187380"/>
                  <a:pt x="419365" y="1204150"/>
                </a:cubicBezTo>
                <a:cubicBezTo>
                  <a:pt x="419365" y="1220919"/>
                  <a:pt x="405771" y="1234513"/>
                  <a:pt x="389002" y="1234513"/>
                </a:cubicBezTo>
                <a:cubicBezTo>
                  <a:pt x="372232" y="1234513"/>
                  <a:pt x="358638" y="1220919"/>
                  <a:pt x="358638" y="1204150"/>
                </a:cubicBezTo>
                <a:cubicBezTo>
                  <a:pt x="358638" y="1187380"/>
                  <a:pt x="372232" y="1173786"/>
                  <a:pt x="389002" y="1173786"/>
                </a:cubicBezTo>
                <a:close/>
                <a:moveTo>
                  <a:pt x="316447" y="1173786"/>
                </a:moveTo>
                <a:cubicBezTo>
                  <a:pt x="333216" y="1173786"/>
                  <a:pt x="346810" y="1187380"/>
                  <a:pt x="346810" y="1204150"/>
                </a:cubicBezTo>
                <a:cubicBezTo>
                  <a:pt x="346810" y="1220919"/>
                  <a:pt x="333216" y="1234513"/>
                  <a:pt x="316447" y="1234513"/>
                </a:cubicBezTo>
                <a:cubicBezTo>
                  <a:pt x="299677" y="1234513"/>
                  <a:pt x="286084" y="1220919"/>
                  <a:pt x="286084" y="1204150"/>
                </a:cubicBezTo>
                <a:cubicBezTo>
                  <a:pt x="286084" y="1187380"/>
                  <a:pt x="299677" y="1173786"/>
                  <a:pt x="316447" y="1173786"/>
                </a:cubicBezTo>
                <a:close/>
                <a:moveTo>
                  <a:pt x="243892" y="1173786"/>
                </a:moveTo>
                <a:cubicBezTo>
                  <a:pt x="260662" y="1173786"/>
                  <a:pt x="274256" y="1187380"/>
                  <a:pt x="274256" y="1204150"/>
                </a:cubicBezTo>
                <a:cubicBezTo>
                  <a:pt x="274256" y="1220919"/>
                  <a:pt x="260662" y="1234513"/>
                  <a:pt x="243892" y="1234513"/>
                </a:cubicBezTo>
                <a:cubicBezTo>
                  <a:pt x="227123" y="1234513"/>
                  <a:pt x="213529" y="1220919"/>
                  <a:pt x="213529" y="1204150"/>
                </a:cubicBezTo>
                <a:cubicBezTo>
                  <a:pt x="213529" y="1187380"/>
                  <a:pt x="227123" y="1173786"/>
                  <a:pt x="243892" y="1173786"/>
                </a:cubicBezTo>
                <a:close/>
                <a:moveTo>
                  <a:pt x="171339" y="1173786"/>
                </a:moveTo>
                <a:cubicBezTo>
                  <a:pt x="188107" y="1173786"/>
                  <a:pt x="201701" y="1187380"/>
                  <a:pt x="201701" y="1204150"/>
                </a:cubicBezTo>
                <a:cubicBezTo>
                  <a:pt x="201701" y="1220919"/>
                  <a:pt x="188107" y="1234513"/>
                  <a:pt x="171339" y="1234513"/>
                </a:cubicBezTo>
                <a:cubicBezTo>
                  <a:pt x="154627" y="1234513"/>
                  <a:pt x="141034" y="1220919"/>
                  <a:pt x="141034" y="1204150"/>
                </a:cubicBezTo>
                <a:cubicBezTo>
                  <a:pt x="141034" y="1187380"/>
                  <a:pt x="154627" y="1173786"/>
                  <a:pt x="171339" y="1173786"/>
                </a:cubicBezTo>
                <a:close/>
                <a:moveTo>
                  <a:pt x="98852" y="1173786"/>
                </a:moveTo>
                <a:cubicBezTo>
                  <a:pt x="115616" y="1173786"/>
                  <a:pt x="129210" y="1187380"/>
                  <a:pt x="129210" y="1204150"/>
                </a:cubicBezTo>
                <a:cubicBezTo>
                  <a:pt x="129210" y="1220919"/>
                  <a:pt x="115616" y="1234513"/>
                  <a:pt x="98852" y="1234513"/>
                </a:cubicBezTo>
                <a:cubicBezTo>
                  <a:pt x="82080" y="1234513"/>
                  <a:pt x="68486" y="1220919"/>
                  <a:pt x="68486" y="1204150"/>
                </a:cubicBezTo>
                <a:cubicBezTo>
                  <a:pt x="68486" y="1187380"/>
                  <a:pt x="82080" y="1173786"/>
                  <a:pt x="98852" y="1173786"/>
                </a:cubicBezTo>
                <a:close/>
                <a:moveTo>
                  <a:pt x="26297" y="1173786"/>
                </a:moveTo>
                <a:cubicBezTo>
                  <a:pt x="43063" y="1173786"/>
                  <a:pt x="56658" y="1187380"/>
                  <a:pt x="56658" y="1204150"/>
                </a:cubicBezTo>
                <a:cubicBezTo>
                  <a:pt x="56658" y="1220919"/>
                  <a:pt x="43063" y="1234513"/>
                  <a:pt x="26297" y="1234513"/>
                </a:cubicBezTo>
                <a:cubicBezTo>
                  <a:pt x="17912" y="1234513"/>
                  <a:pt x="10321" y="1231115"/>
                  <a:pt x="4826" y="1225620"/>
                </a:cubicBezTo>
                <a:lnTo>
                  <a:pt x="0" y="1213970"/>
                </a:lnTo>
                <a:lnTo>
                  <a:pt x="0" y="1194329"/>
                </a:lnTo>
                <a:lnTo>
                  <a:pt x="4826" y="1182679"/>
                </a:lnTo>
                <a:cubicBezTo>
                  <a:pt x="10321" y="1177185"/>
                  <a:pt x="17912" y="1173786"/>
                  <a:pt x="26297" y="1173786"/>
                </a:cubicBezTo>
                <a:close/>
                <a:moveTo>
                  <a:pt x="1477320" y="1093335"/>
                </a:moveTo>
                <a:cubicBezTo>
                  <a:pt x="1485705" y="1093335"/>
                  <a:pt x="1493295" y="1096733"/>
                  <a:pt x="1498790" y="1102228"/>
                </a:cubicBezTo>
                <a:lnTo>
                  <a:pt x="1505389" y="1118160"/>
                </a:lnTo>
                <a:lnTo>
                  <a:pt x="1493855" y="1142105"/>
                </a:lnTo>
                <a:lnTo>
                  <a:pt x="1487887" y="1151929"/>
                </a:lnTo>
                <a:lnTo>
                  <a:pt x="1477320" y="1154062"/>
                </a:lnTo>
                <a:cubicBezTo>
                  <a:pt x="1460550" y="1154062"/>
                  <a:pt x="1446956" y="1140468"/>
                  <a:pt x="1446956" y="1123698"/>
                </a:cubicBezTo>
                <a:cubicBezTo>
                  <a:pt x="1446956" y="1106929"/>
                  <a:pt x="1460550" y="1093335"/>
                  <a:pt x="1477320" y="1093335"/>
                </a:cubicBezTo>
                <a:close/>
                <a:moveTo>
                  <a:pt x="1404765" y="1093335"/>
                </a:moveTo>
                <a:cubicBezTo>
                  <a:pt x="1421535" y="1093335"/>
                  <a:pt x="1435129" y="1106929"/>
                  <a:pt x="1435129" y="1123698"/>
                </a:cubicBezTo>
                <a:cubicBezTo>
                  <a:pt x="1435129" y="1140468"/>
                  <a:pt x="1421535" y="1154062"/>
                  <a:pt x="1404765" y="1154062"/>
                </a:cubicBezTo>
                <a:cubicBezTo>
                  <a:pt x="1387996" y="1154062"/>
                  <a:pt x="1374402" y="1140468"/>
                  <a:pt x="1374402" y="1123698"/>
                </a:cubicBezTo>
                <a:cubicBezTo>
                  <a:pt x="1374402" y="1106929"/>
                  <a:pt x="1387996" y="1093335"/>
                  <a:pt x="1404765" y="1093335"/>
                </a:cubicBezTo>
                <a:close/>
                <a:moveTo>
                  <a:pt x="1332211" y="1093335"/>
                </a:moveTo>
                <a:cubicBezTo>
                  <a:pt x="1348980" y="1093335"/>
                  <a:pt x="1362574" y="1106929"/>
                  <a:pt x="1362574" y="1123698"/>
                </a:cubicBezTo>
                <a:cubicBezTo>
                  <a:pt x="1362574" y="1140468"/>
                  <a:pt x="1348980" y="1154062"/>
                  <a:pt x="1332211" y="1154062"/>
                </a:cubicBezTo>
                <a:cubicBezTo>
                  <a:pt x="1315441" y="1154062"/>
                  <a:pt x="1301847" y="1140468"/>
                  <a:pt x="1301847" y="1123698"/>
                </a:cubicBezTo>
                <a:cubicBezTo>
                  <a:pt x="1301847" y="1106929"/>
                  <a:pt x="1315441" y="1093335"/>
                  <a:pt x="1332211" y="1093335"/>
                </a:cubicBezTo>
                <a:close/>
                <a:moveTo>
                  <a:pt x="1259656" y="1093335"/>
                </a:moveTo>
                <a:cubicBezTo>
                  <a:pt x="1276426" y="1093335"/>
                  <a:pt x="1290020" y="1106929"/>
                  <a:pt x="1290020" y="1123698"/>
                </a:cubicBezTo>
                <a:cubicBezTo>
                  <a:pt x="1290020" y="1140468"/>
                  <a:pt x="1276426" y="1154062"/>
                  <a:pt x="1259656" y="1154062"/>
                </a:cubicBezTo>
                <a:cubicBezTo>
                  <a:pt x="1242887" y="1154062"/>
                  <a:pt x="1229293" y="1140468"/>
                  <a:pt x="1229293" y="1123698"/>
                </a:cubicBezTo>
                <a:cubicBezTo>
                  <a:pt x="1229293" y="1106929"/>
                  <a:pt x="1242887" y="1093335"/>
                  <a:pt x="1259656" y="1093335"/>
                </a:cubicBezTo>
                <a:close/>
                <a:moveTo>
                  <a:pt x="1187102" y="1093335"/>
                </a:moveTo>
                <a:cubicBezTo>
                  <a:pt x="1203871" y="1093335"/>
                  <a:pt x="1217465" y="1106929"/>
                  <a:pt x="1217465" y="1123698"/>
                </a:cubicBezTo>
                <a:cubicBezTo>
                  <a:pt x="1217465" y="1140468"/>
                  <a:pt x="1203871" y="1154062"/>
                  <a:pt x="1187102" y="1154062"/>
                </a:cubicBezTo>
                <a:cubicBezTo>
                  <a:pt x="1170332" y="1154062"/>
                  <a:pt x="1156738" y="1140468"/>
                  <a:pt x="1156738" y="1123698"/>
                </a:cubicBezTo>
                <a:cubicBezTo>
                  <a:pt x="1156738" y="1106929"/>
                  <a:pt x="1170332" y="1093335"/>
                  <a:pt x="1187102" y="1093335"/>
                </a:cubicBezTo>
                <a:close/>
                <a:moveTo>
                  <a:pt x="1114547" y="1093335"/>
                </a:moveTo>
                <a:cubicBezTo>
                  <a:pt x="1131317" y="1093335"/>
                  <a:pt x="1144911" y="1106929"/>
                  <a:pt x="1144911" y="1123698"/>
                </a:cubicBezTo>
                <a:cubicBezTo>
                  <a:pt x="1144911" y="1140468"/>
                  <a:pt x="1131317" y="1154062"/>
                  <a:pt x="1114547" y="1154062"/>
                </a:cubicBezTo>
                <a:cubicBezTo>
                  <a:pt x="1097778" y="1154062"/>
                  <a:pt x="1084184" y="1140468"/>
                  <a:pt x="1084184" y="1123698"/>
                </a:cubicBezTo>
                <a:cubicBezTo>
                  <a:pt x="1084184" y="1106929"/>
                  <a:pt x="1097778" y="1093335"/>
                  <a:pt x="1114547" y="1093335"/>
                </a:cubicBezTo>
                <a:close/>
                <a:moveTo>
                  <a:pt x="1041993" y="1093335"/>
                </a:moveTo>
                <a:cubicBezTo>
                  <a:pt x="1058762" y="1093335"/>
                  <a:pt x="1072356" y="1106929"/>
                  <a:pt x="1072356" y="1123698"/>
                </a:cubicBezTo>
                <a:cubicBezTo>
                  <a:pt x="1072356" y="1140468"/>
                  <a:pt x="1058762" y="1154062"/>
                  <a:pt x="1041993" y="1154062"/>
                </a:cubicBezTo>
                <a:cubicBezTo>
                  <a:pt x="1025223" y="1154062"/>
                  <a:pt x="1011629" y="1140468"/>
                  <a:pt x="1011629" y="1123698"/>
                </a:cubicBezTo>
                <a:cubicBezTo>
                  <a:pt x="1011629" y="1106929"/>
                  <a:pt x="1025223" y="1093335"/>
                  <a:pt x="1041993" y="1093335"/>
                </a:cubicBezTo>
                <a:close/>
                <a:moveTo>
                  <a:pt x="969438" y="1093335"/>
                </a:moveTo>
                <a:cubicBezTo>
                  <a:pt x="986208" y="1093335"/>
                  <a:pt x="999801" y="1106929"/>
                  <a:pt x="999801" y="1123698"/>
                </a:cubicBezTo>
                <a:cubicBezTo>
                  <a:pt x="999801" y="1140468"/>
                  <a:pt x="986208" y="1154062"/>
                  <a:pt x="969438" y="1154062"/>
                </a:cubicBezTo>
                <a:cubicBezTo>
                  <a:pt x="952669" y="1154062"/>
                  <a:pt x="939075" y="1140468"/>
                  <a:pt x="939075" y="1123698"/>
                </a:cubicBezTo>
                <a:cubicBezTo>
                  <a:pt x="939075" y="1106929"/>
                  <a:pt x="952669" y="1093335"/>
                  <a:pt x="969438" y="1093335"/>
                </a:cubicBezTo>
                <a:close/>
                <a:moveTo>
                  <a:pt x="896883" y="1093335"/>
                </a:moveTo>
                <a:cubicBezTo>
                  <a:pt x="913653" y="1093335"/>
                  <a:pt x="927247" y="1106929"/>
                  <a:pt x="927247" y="1123698"/>
                </a:cubicBezTo>
                <a:cubicBezTo>
                  <a:pt x="927247" y="1140468"/>
                  <a:pt x="913653" y="1154062"/>
                  <a:pt x="896883" y="1154062"/>
                </a:cubicBezTo>
                <a:cubicBezTo>
                  <a:pt x="880114" y="1154062"/>
                  <a:pt x="866520" y="1140468"/>
                  <a:pt x="866520" y="1123698"/>
                </a:cubicBezTo>
                <a:cubicBezTo>
                  <a:pt x="866520" y="1106929"/>
                  <a:pt x="880114" y="1093335"/>
                  <a:pt x="896883" y="1093335"/>
                </a:cubicBezTo>
                <a:close/>
                <a:moveTo>
                  <a:pt x="824329" y="1093335"/>
                </a:moveTo>
                <a:cubicBezTo>
                  <a:pt x="841098" y="1093335"/>
                  <a:pt x="854692" y="1106929"/>
                  <a:pt x="854692" y="1123698"/>
                </a:cubicBezTo>
                <a:cubicBezTo>
                  <a:pt x="854692" y="1140468"/>
                  <a:pt x="841098" y="1154062"/>
                  <a:pt x="824329" y="1154062"/>
                </a:cubicBezTo>
                <a:cubicBezTo>
                  <a:pt x="807559" y="1154062"/>
                  <a:pt x="793965" y="1140468"/>
                  <a:pt x="793965" y="1123698"/>
                </a:cubicBezTo>
                <a:cubicBezTo>
                  <a:pt x="793965" y="1106929"/>
                  <a:pt x="807559" y="1093335"/>
                  <a:pt x="824329" y="1093335"/>
                </a:cubicBezTo>
                <a:close/>
                <a:moveTo>
                  <a:pt x="751774" y="1093335"/>
                </a:moveTo>
                <a:cubicBezTo>
                  <a:pt x="768544" y="1093335"/>
                  <a:pt x="782138" y="1106929"/>
                  <a:pt x="782138" y="1123698"/>
                </a:cubicBezTo>
                <a:cubicBezTo>
                  <a:pt x="782138" y="1140468"/>
                  <a:pt x="768544" y="1154062"/>
                  <a:pt x="751774" y="1154062"/>
                </a:cubicBezTo>
                <a:cubicBezTo>
                  <a:pt x="735005" y="1154062"/>
                  <a:pt x="721411" y="1140468"/>
                  <a:pt x="721411" y="1123698"/>
                </a:cubicBezTo>
                <a:cubicBezTo>
                  <a:pt x="721411" y="1106929"/>
                  <a:pt x="735005" y="1093335"/>
                  <a:pt x="751774" y="1093335"/>
                </a:cubicBezTo>
                <a:close/>
                <a:moveTo>
                  <a:pt x="679220" y="1093335"/>
                </a:moveTo>
                <a:cubicBezTo>
                  <a:pt x="695989" y="1093335"/>
                  <a:pt x="709583" y="1106929"/>
                  <a:pt x="709583" y="1123698"/>
                </a:cubicBezTo>
                <a:cubicBezTo>
                  <a:pt x="709583" y="1140468"/>
                  <a:pt x="695989" y="1154062"/>
                  <a:pt x="679220" y="1154062"/>
                </a:cubicBezTo>
                <a:cubicBezTo>
                  <a:pt x="662450" y="1154062"/>
                  <a:pt x="648856" y="1140468"/>
                  <a:pt x="648856" y="1123698"/>
                </a:cubicBezTo>
                <a:cubicBezTo>
                  <a:pt x="648856" y="1106929"/>
                  <a:pt x="662450" y="1093335"/>
                  <a:pt x="679220" y="1093335"/>
                </a:cubicBezTo>
                <a:close/>
                <a:moveTo>
                  <a:pt x="606665" y="1093335"/>
                </a:moveTo>
                <a:cubicBezTo>
                  <a:pt x="623435" y="1093335"/>
                  <a:pt x="637029" y="1106929"/>
                  <a:pt x="637029" y="1123698"/>
                </a:cubicBezTo>
                <a:cubicBezTo>
                  <a:pt x="637029" y="1140468"/>
                  <a:pt x="623435" y="1154062"/>
                  <a:pt x="606665" y="1154062"/>
                </a:cubicBezTo>
                <a:cubicBezTo>
                  <a:pt x="589896" y="1154062"/>
                  <a:pt x="576302" y="1140468"/>
                  <a:pt x="576302" y="1123698"/>
                </a:cubicBezTo>
                <a:cubicBezTo>
                  <a:pt x="576302" y="1106929"/>
                  <a:pt x="589896" y="1093335"/>
                  <a:pt x="606665" y="1093335"/>
                </a:cubicBezTo>
                <a:close/>
                <a:moveTo>
                  <a:pt x="534111" y="1093335"/>
                </a:moveTo>
                <a:cubicBezTo>
                  <a:pt x="550880" y="1093335"/>
                  <a:pt x="564474" y="1106929"/>
                  <a:pt x="564474" y="1123698"/>
                </a:cubicBezTo>
                <a:cubicBezTo>
                  <a:pt x="564474" y="1140468"/>
                  <a:pt x="550880" y="1154062"/>
                  <a:pt x="534111" y="1154062"/>
                </a:cubicBezTo>
                <a:cubicBezTo>
                  <a:pt x="517341" y="1154062"/>
                  <a:pt x="503747" y="1140468"/>
                  <a:pt x="503747" y="1123698"/>
                </a:cubicBezTo>
                <a:cubicBezTo>
                  <a:pt x="503747" y="1106929"/>
                  <a:pt x="517341" y="1093335"/>
                  <a:pt x="534111" y="1093335"/>
                </a:cubicBezTo>
                <a:close/>
                <a:moveTo>
                  <a:pt x="461556" y="1093335"/>
                </a:moveTo>
                <a:cubicBezTo>
                  <a:pt x="478326" y="1093335"/>
                  <a:pt x="491920" y="1106929"/>
                  <a:pt x="491920" y="1123698"/>
                </a:cubicBezTo>
                <a:cubicBezTo>
                  <a:pt x="491920" y="1140468"/>
                  <a:pt x="478326" y="1154062"/>
                  <a:pt x="461556" y="1154062"/>
                </a:cubicBezTo>
                <a:cubicBezTo>
                  <a:pt x="444787" y="1154062"/>
                  <a:pt x="431192" y="1140468"/>
                  <a:pt x="431192" y="1123698"/>
                </a:cubicBezTo>
                <a:cubicBezTo>
                  <a:pt x="431192" y="1106929"/>
                  <a:pt x="444787" y="1093335"/>
                  <a:pt x="461556" y="1093335"/>
                </a:cubicBezTo>
                <a:close/>
                <a:moveTo>
                  <a:pt x="389002" y="1093335"/>
                </a:moveTo>
                <a:cubicBezTo>
                  <a:pt x="405771" y="1093335"/>
                  <a:pt x="419365" y="1106929"/>
                  <a:pt x="419365" y="1123698"/>
                </a:cubicBezTo>
                <a:cubicBezTo>
                  <a:pt x="419365" y="1140468"/>
                  <a:pt x="405771" y="1154062"/>
                  <a:pt x="389002" y="1154062"/>
                </a:cubicBezTo>
                <a:cubicBezTo>
                  <a:pt x="372232" y="1154062"/>
                  <a:pt x="358638" y="1140468"/>
                  <a:pt x="358638" y="1123698"/>
                </a:cubicBezTo>
                <a:cubicBezTo>
                  <a:pt x="358638" y="1106929"/>
                  <a:pt x="372232" y="1093335"/>
                  <a:pt x="389002" y="1093335"/>
                </a:cubicBezTo>
                <a:close/>
                <a:moveTo>
                  <a:pt x="316447" y="1093335"/>
                </a:moveTo>
                <a:cubicBezTo>
                  <a:pt x="333216" y="1093335"/>
                  <a:pt x="346810" y="1106929"/>
                  <a:pt x="346810" y="1123698"/>
                </a:cubicBezTo>
                <a:cubicBezTo>
                  <a:pt x="346810" y="1140468"/>
                  <a:pt x="333216" y="1154062"/>
                  <a:pt x="316447" y="1154062"/>
                </a:cubicBezTo>
                <a:cubicBezTo>
                  <a:pt x="299677" y="1154062"/>
                  <a:pt x="286084" y="1140468"/>
                  <a:pt x="286084" y="1123698"/>
                </a:cubicBezTo>
                <a:cubicBezTo>
                  <a:pt x="286084" y="1106929"/>
                  <a:pt x="299677" y="1093335"/>
                  <a:pt x="316447" y="1093335"/>
                </a:cubicBezTo>
                <a:close/>
                <a:moveTo>
                  <a:pt x="243892" y="1093335"/>
                </a:moveTo>
                <a:cubicBezTo>
                  <a:pt x="260662" y="1093335"/>
                  <a:pt x="274256" y="1106929"/>
                  <a:pt x="274256" y="1123698"/>
                </a:cubicBezTo>
                <a:cubicBezTo>
                  <a:pt x="274256" y="1140468"/>
                  <a:pt x="260662" y="1154062"/>
                  <a:pt x="243892" y="1154062"/>
                </a:cubicBezTo>
                <a:cubicBezTo>
                  <a:pt x="227123" y="1154062"/>
                  <a:pt x="213529" y="1140468"/>
                  <a:pt x="213529" y="1123698"/>
                </a:cubicBezTo>
                <a:cubicBezTo>
                  <a:pt x="213529" y="1106929"/>
                  <a:pt x="227123" y="1093335"/>
                  <a:pt x="243892" y="1093335"/>
                </a:cubicBezTo>
                <a:close/>
                <a:moveTo>
                  <a:pt x="171339" y="1093335"/>
                </a:moveTo>
                <a:cubicBezTo>
                  <a:pt x="188107" y="1093335"/>
                  <a:pt x="201701" y="1106929"/>
                  <a:pt x="201701" y="1123698"/>
                </a:cubicBezTo>
                <a:cubicBezTo>
                  <a:pt x="201701" y="1140468"/>
                  <a:pt x="188107" y="1154062"/>
                  <a:pt x="171339" y="1154062"/>
                </a:cubicBezTo>
                <a:cubicBezTo>
                  <a:pt x="154633" y="1154062"/>
                  <a:pt x="141040" y="1140468"/>
                  <a:pt x="141040" y="1123698"/>
                </a:cubicBezTo>
                <a:cubicBezTo>
                  <a:pt x="141040" y="1106929"/>
                  <a:pt x="154633" y="1093335"/>
                  <a:pt x="171339" y="1093335"/>
                </a:cubicBezTo>
                <a:close/>
                <a:moveTo>
                  <a:pt x="98858" y="1093335"/>
                </a:moveTo>
                <a:cubicBezTo>
                  <a:pt x="115622" y="1093335"/>
                  <a:pt x="129216" y="1106929"/>
                  <a:pt x="129216" y="1123698"/>
                </a:cubicBezTo>
                <a:cubicBezTo>
                  <a:pt x="129216" y="1140468"/>
                  <a:pt x="115622" y="1154062"/>
                  <a:pt x="98858" y="1154062"/>
                </a:cubicBezTo>
                <a:cubicBezTo>
                  <a:pt x="82086" y="1154062"/>
                  <a:pt x="68492" y="1140468"/>
                  <a:pt x="68492" y="1123698"/>
                </a:cubicBezTo>
                <a:cubicBezTo>
                  <a:pt x="68492" y="1106929"/>
                  <a:pt x="82086" y="1093335"/>
                  <a:pt x="98858" y="1093335"/>
                </a:cubicBezTo>
                <a:close/>
                <a:moveTo>
                  <a:pt x="26303" y="1093335"/>
                </a:moveTo>
                <a:cubicBezTo>
                  <a:pt x="43069" y="1093335"/>
                  <a:pt x="56664" y="1106929"/>
                  <a:pt x="56664" y="1123698"/>
                </a:cubicBezTo>
                <a:cubicBezTo>
                  <a:pt x="56664" y="1140468"/>
                  <a:pt x="43069" y="1154062"/>
                  <a:pt x="26303" y="1154062"/>
                </a:cubicBezTo>
                <a:cubicBezTo>
                  <a:pt x="17918" y="1154062"/>
                  <a:pt x="10327" y="1150664"/>
                  <a:pt x="4832" y="1145169"/>
                </a:cubicBezTo>
                <a:lnTo>
                  <a:pt x="0" y="1133503"/>
                </a:lnTo>
                <a:lnTo>
                  <a:pt x="0" y="1113894"/>
                </a:lnTo>
                <a:lnTo>
                  <a:pt x="4832" y="1102228"/>
                </a:lnTo>
                <a:cubicBezTo>
                  <a:pt x="10327" y="1096734"/>
                  <a:pt x="17918" y="1093335"/>
                  <a:pt x="26303" y="1093335"/>
                </a:cubicBezTo>
                <a:close/>
                <a:moveTo>
                  <a:pt x="1549874" y="1012883"/>
                </a:moveTo>
                <a:lnTo>
                  <a:pt x="1555552" y="1014029"/>
                </a:lnTo>
                <a:lnTo>
                  <a:pt x="1530465" y="1066106"/>
                </a:lnTo>
                <a:lnTo>
                  <a:pt x="1528404" y="1064717"/>
                </a:lnTo>
                <a:cubicBezTo>
                  <a:pt x="1522910" y="1059222"/>
                  <a:pt x="1519511" y="1051631"/>
                  <a:pt x="1519511" y="1043246"/>
                </a:cubicBezTo>
                <a:cubicBezTo>
                  <a:pt x="1519511" y="1026477"/>
                  <a:pt x="1533105" y="1012883"/>
                  <a:pt x="1549874" y="1012883"/>
                </a:cubicBezTo>
                <a:close/>
                <a:moveTo>
                  <a:pt x="1477320" y="1012883"/>
                </a:moveTo>
                <a:cubicBezTo>
                  <a:pt x="1494089" y="1012883"/>
                  <a:pt x="1507683" y="1026477"/>
                  <a:pt x="1507683" y="1043246"/>
                </a:cubicBezTo>
                <a:cubicBezTo>
                  <a:pt x="1507683" y="1060016"/>
                  <a:pt x="1494089" y="1073610"/>
                  <a:pt x="1477320" y="1073610"/>
                </a:cubicBezTo>
                <a:cubicBezTo>
                  <a:pt x="1460550" y="1073610"/>
                  <a:pt x="1446956" y="1060016"/>
                  <a:pt x="1446956" y="1043246"/>
                </a:cubicBezTo>
                <a:cubicBezTo>
                  <a:pt x="1446956" y="1026477"/>
                  <a:pt x="1460550" y="1012883"/>
                  <a:pt x="1477320" y="1012883"/>
                </a:cubicBezTo>
                <a:close/>
                <a:moveTo>
                  <a:pt x="1404765" y="1012883"/>
                </a:moveTo>
                <a:cubicBezTo>
                  <a:pt x="1421535" y="1012883"/>
                  <a:pt x="1435129" y="1026477"/>
                  <a:pt x="1435129" y="1043246"/>
                </a:cubicBezTo>
                <a:cubicBezTo>
                  <a:pt x="1435129" y="1060016"/>
                  <a:pt x="1421535" y="1073610"/>
                  <a:pt x="1404765" y="1073610"/>
                </a:cubicBezTo>
                <a:cubicBezTo>
                  <a:pt x="1387996" y="1073610"/>
                  <a:pt x="1374402" y="1060016"/>
                  <a:pt x="1374402" y="1043246"/>
                </a:cubicBezTo>
                <a:cubicBezTo>
                  <a:pt x="1374402" y="1026477"/>
                  <a:pt x="1387996" y="1012883"/>
                  <a:pt x="1404765" y="1012883"/>
                </a:cubicBezTo>
                <a:close/>
                <a:moveTo>
                  <a:pt x="1332211" y="1012883"/>
                </a:moveTo>
                <a:cubicBezTo>
                  <a:pt x="1348980" y="1012883"/>
                  <a:pt x="1362574" y="1026477"/>
                  <a:pt x="1362574" y="1043246"/>
                </a:cubicBezTo>
                <a:cubicBezTo>
                  <a:pt x="1362574" y="1060016"/>
                  <a:pt x="1348980" y="1073610"/>
                  <a:pt x="1332211" y="1073610"/>
                </a:cubicBezTo>
                <a:cubicBezTo>
                  <a:pt x="1315441" y="1073610"/>
                  <a:pt x="1301847" y="1060016"/>
                  <a:pt x="1301847" y="1043246"/>
                </a:cubicBezTo>
                <a:cubicBezTo>
                  <a:pt x="1301847" y="1026477"/>
                  <a:pt x="1315441" y="1012883"/>
                  <a:pt x="1332211" y="1012883"/>
                </a:cubicBezTo>
                <a:close/>
                <a:moveTo>
                  <a:pt x="1259656" y="1012883"/>
                </a:moveTo>
                <a:cubicBezTo>
                  <a:pt x="1276426" y="1012883"/>
                  <a:pt x="1290020" y="1026477"/>
                  <a:pt x="1290020" y="1043246"/>
                </a:cubicBezTo>
                <a:cubicBezTo>
                  <a:pt x="1290020" y="1060016"/>
                  <a:pt x="1276426" y="1073610"/>
                  <a:pt x="1259656" y="1073610"/>
                </a:cubicBezTo>
                <a:cubicBezTo>
                  <a:pt x="1242887" y="1073610"/>
                  <a:pt x="1229293" y="1060016"/>
                  <a:pt x="1229293" y="1043246"/>
                </a:cubicBezTo>
                <a:cubicBezTo>
                  <a:pt x="1229293" y="1026477"/>
                  <a:pt x="1242887" y="1012883"/>
                  <a:pt x="1259656" y="1012883"/>
                </a:cubicBezTo>
                <a:close/>
                <a:moveTo>
                  <a:pt x="1187102" y="1012883"/>
                </a:moveTo>
                <a:cubicBezTo>
                  <a:pt x="1203871" y="1012883"/>
                  <a:pt x="1217465" y="1026477"/>
                  <a:pt x="1217465" y="1043246"/>
                </a:cubicBezTo>
                <a:cubicBezTo>
                  <a:pt x="1217465" y="1060016"/>
                  <a:pt x="1203871" y="1073610"/>
                  <a:pt x="1187102" y="1073610"/>
                </a:cubicBezTo>
                <a:cubicBezTo>
                  <a:pt x="1170332" y="1073610"/>
                  <a:pt x="1156738" y="1060016"/>
                  <a:pt x="1156738" y="1043246"/>
                </a:cubicBezTo>
                <a:cubicBezTo>
                  <a:pt x="1156738" y="1026477"/>
                  <a:pt x="1170332" y="1012883"/>
                  <a:pt x="1187102" y="1012883"/>
                </a:cubicBezTo>
                <a:close/>
                <a:moveTo>
                  <a:pt x="1114547" y="1012883"/>
                </a:moveTo>
                <a:cubicBezTo>
                  <a:pt x="1131317" y="1012883"/>
                  <a:pt x="1144911" y="1026477"/>
                  <a:pt x="1144911" y="1043246"/>
                </a:cubicBezTo>
                <a:cubicBezTo>
                  <a:pt x="1144911" y="1060016"/>
                  <a:pt x="1131317" y="1073610"/>
                  <a:pt x="1114547" y="1073610"/>
                </a:cubicBezTo>
                <a:cubicBezTo>
                  <a:pt x="1097778" y="1073610"/>
                  <a:pt x="1084184" y="1060016"/>
                  <a:pt x="1084184" y="1043246"/>
                </a:cubicBezTo>
                <a:cubicBezTo>
                  <a:pt x="1084184" y="1026477"/>
                  <a:pt x="1097778" y="1012883"/>
                  <a:pt x="1114547" y="1012883"/>
                </a:cubicBezTo>
                <a:close/>
                <a:moveTo>
                  <a:pt x="1041993" y="1012883"/>
                </a:moveTo>
                <a:cubicBezTo>
                  <a:pt x="1058762" y="1012883"/>
                  <a:pt x="1072356" y="1026477"/>
                  <a:pt x="1072356" y="1043246"/>
                </a:cubicBezTo>
                <a:cubicBezTo>
                  <a:pt x="1072356" y="1060016"/>
                  <a:pt x="1058762" y="1073610"/>
                  <a:pt x="1041993" y="1073610"/>
                </a:cubicBezTo>
                <a:cubicBezTo>
                  <a:pt x="1025223" y="1073610"/>
                  <a:pt x="1011629" y="1060016"/>
                  <a:pt x="1011629" y="1043246"/>
                </a:cubicBezTo>
                <a:cubicBezTo>
                  <a:pt x="1011629" y="1026477"/>
                  <a:pt x="1025223" y="1012883"/>
                  <a:pt x="1041993" y="1012883"/>
                </a:cubicBezTo>
                <a:close/>
                <a:moveTo>
                  <a:pt x="969438" y="1012883"/>
                </a:moveTo>
                <a:cubicBezTo>
                  <a:pt x="986208" y="1012883"/>
                  <a:pt x="999801" y="1026477"/>
                  <a:pt x="999801" y="1043246"/>
                </a:cubicBezTo>
                <a:cubicBezTo>
                  <a:pt x="999801" y="1060016"/>
                  <a:pt x="986208" y="1073610"/>
                  <a:pt x="969438" y="1073610"/>
                </a:cubicBezTo>
                <a:cubicBezTo>
                  <a:pt x="952669" y="1073610"/>
                  <a:pt x="939075" y="1060016"/>
                  <a:pt x="939075" y="1043246"/>
                </a:cubicBezTo>
                <a:cubicBezTo>
                  <a:pt x="939075" y="1026477"/>
                  <a:pt x="952669" y="1012883"/>
                  <a:pt x="969438" y="1012883"/>
                </a:cubicBezTo>
                <a:close/>
                <a:moveTo>
                  <a:pt x="896883" y="1012883"/>
                </a:moveTo>
                <a:cubicBezTo>
                  <a:pt x="913653" y="1012883"/>
                  <a:pt x="927247" y="1026477"/>
                  <a:pt x="927247" y="1043246"/>
                </a:cubicBezTo>
                <a:cubicBezTo>
                  <a:pt x="927247" y="1060016"/>
                  <a:pt x="913653" y="1073610"/>
                  <a:pt x="896883" y="1073610"/>
                </a:cubicBezTo>
                <a:cubicBezTo>
                  <a:pt x="880114" y="1073610"/>
                  <a:pt x="866520" y="1060016"/>
                  <a:pt x="866520" y="1043246"/>
                </a:cubicBezTo>
                <a:cubicBezTo>
                  <a:pt x="866520" y="1026477"/>
                  <a:pt x="880114" y="1012883"/>
                  <a:pt x="896883" y="1012883"/>
                </a:cubicBezTo>
                <a:close/>
                <a:moveTo>
                  <a:pt x="824329" y="1012883"/>
                </a:moveTo>
                <a:cubicBezTo>
                  <a:pt x="841098" y="1012883"/>
                  <a:pt x="854692" y="1026477"/>
                  <a:pt x="854692" y="1043246"/>
                </a:cubicBezTo>
                <a:cubicBezTo>
                  <a:pt x="854692" y="1060016"/>
                  <a:pt x="841098" y="1073610"/>
                  <a:pt x="824329" y="1073610"/>
                </a:cubicBezTo>
                <a:cubicBezTo>
                  <a:pt x="807559" y="1073610"/>
                  <a:pt x="793965" y="1060016"/>
                  <a:pt x="793965" y="1043246"/>
                </a:cubicBezTo>
                <a:cubicBezTo>
                  <a:pt x="793965" y="1026477"/>
                  <a:pt x="807559" y="1012883"/>
                  <a:pt x="824329" y="1012883"/>
                </a:cubicBezTo>
                <a:close/>
                <a:moveTo>
                  <a:pt x="751774" y="1012883"/>
                </a:moveTo>
                <a:cubicBezTo>
                  <a:pt x="768544" y="1012883"/>
                  <a:pt x="782138" y="1026477"/>
                  <a:pt x="782138" y="1043246"/>
                </a:cubicBezTo>
                <a:cubicBezTo>
                  <a:pt x="782138" y="1060016"/>
                  <a:pt x="768544" y="1073610"/>
                  <a:pt x="751774" y="1073610"/>
                </a:cubicBezTo>
                <a:cubicBezTo>
                  <a:pt x="735005" y="1073610"/>
                  <a:pt x="721411" y="1060016"/>
                  <a:pt x="721411" y="1043246"/>
                </a:cubicBezTo>
                <a:cubicBezTo>
                  <a:pt x="721411" y="1026477"/>
                  <a:pt x="735005" y="1012883"/>
                  <a:pt x="751774" y="1012883"/>
                </a:cubicBezTo>
                <a:close/>
                <a:moveTo>
                  <a:pt x="679220" y="1012883"/>
                </a:moveTo>
                <a:cubicBezTo>
                  <a:pt x="695989" y="1012883"/>
                  <a:pt x="709583" y="1026477"/>
                  <a:pt x="709583" y="1043246"/>
                </a:cubicBezTo>
                <a:cubicBezTo>
                  <a:pt x="709583" y="1060016"/>
                  <a:pt x="695989" y="1073610"/>
                  <a:pt x="679220" y="1073610"/>
                </a:cubicBezTo>
                <a:cubicBezTo>
                  <a:pt x="662450" y="1073610"/>
                  <a:pt x="648856" y="1060016"/>
                  <a:pt x="648856" y="1043246"/>
                </a:cubicBezTo>
                <a:cubicBezTo>
                  <a:pt x="648856" y="1026477"/>
                  <a:pt x="662450" y="1012883"/>
                  <a:pt x="679220" y="1012883"/>
                </a:cubicBezTo>
                <a:close/>
                <a:moveTo>
                  <a:pt x="606665" y="1012883"/>
                </a:moveTo>
                <a:cubicBezTo>
                  <a:pt x="623435" y="1012883"/>
                  <a:pt x="637029" y="1026477"/>
                  <a:pt x="637029" y="1043246"/>
                </a:cubicBezTo>
                <a:cubicBezTo>
                  <a:pt x="637029" y="1060016"/>
                  <a:pt x="623435" y="1073610"/>
                  <a:pt x="606665" y="1073610"/>
                </a:cubicBezTo>
                <a:cubicBezTo>
                  <a:pt x="589896" y="1073610"/>
                  <a:pt x="576302" y="1060016"/>
                  <a:pt x="576302" y="1043246"/>
                </a:cubicBezTo>
                <a:cubicBezTo>
                  <a:pt x="576302" y="1026477"/>
                  <a:pt x="589896" y="1012883"/>
                  <a:pt x="606665" y="1012883"/>
                </a:cubicBezTo>
                <a:close/>
                <a:moveTo>
                  <a:pt x="534111" y="1012883"/>
                </a:moveTo>
                <a:cubicBezTo>
                  <a:pt x="550880" y="1012883"/>
                  <a:pt x="564474" y="1026477"/>
                  <a:pt x="564474" y="1043246"/>
                </a:cubicBezTo>
                <a:cubicBezTo>
                  <a:pt x="564474" y="1060016"/>
                  <a:pt x="550880" y="1073610"/>
                  <a:pt x="534111" y="1073610"/>
                </a:cubicBezTo>
                <a:cubicBezTo>
                  <a:pt x="517341" y="1073610"/>
                  <a:pt x="503747" y="1060016"/>
                  <a:pt x="503747" y="1043246"/>
                </a:cubicBezTo>
                <a:cubicBezTo>
                  <a:pt x="503747" y="1026477"/>
                  <a:pt x="517341" y="1012883"/>
                  <a:pt x="534111" y="1012883"/>
                </a:cubicBezTo>
                <a:close/>
                <a:moveTo>
                  <a:pt x="461556" y="1012883"/>
                </a:moveTo>
                <a:cubicBezTo>
                  <a:pt x="478326" y="1012883"/>
                  <a:pt x="491920" y="1026477"/>
                  <a:pt x="491920" y="1043246"/>
                </a:cubicBezTo>
                <a:cubicBezTo>
                  <a:pt x="491920" y="1060016"/>
                  <a:pt x="478326" y="1073610"/>
                  <a:pt x="461556" y="1073610"/>
                </a:cubicBezTo>
                <a:cubicBezTo>
                  <a:pt x="444787" y="1073610"/>
                  <a:pt x="431192" y="1060016"/>
                  <a:pt x="431192" y="1043246"/>
                </a:cubicBezTo>
                <a:cubicBezTo>
                  <a:pt x="431192" y="1026477"/>
                  <a:pt x="444787" y="1012883"/>
                  <a:pt x="461556" y="1012883"/>
                </a:cubicBezTo>
                <a:close/>
                <a:moveTo>
                  <a:pt x="389002" y="1012883"/>
                </a:moveTo>
                <a:cubicBezTo>
                  <a:pt x="405771" y="1012883"/>
                  <a:pt x="419365" y="1026477"/>
                  <a:pt x="419365" y="1043246"/>
                </a:cubicBezTo>
                <a:cubicBezTo>
                  <a:pt x="419365" y="1060016"/>
                  <a:pt x="405771" y="1073610"/>
                  <a:pt x="389002" y="1073610"/>
                </a:cubicBezTo>
                <a:cubicBezTo>
                  <a:pt x="372232" y="1073610"/>
                  <a:pt x="358638" y="1060016"/>
                  <a:pt x="358638" y="1043246"/>
                </a:cubicBezTo>
                <a:cubicBezTo>
                  <a:pt x="358638" y="1026477"/>
                  <a:pt x="372232" y="1012883"/>
                  <a:pt x="389002" y="1012883"/>
                </a:cubicBezTo>
                <a:close/>
                <a:moveTo>
                  <a:pt x="316447" y="1012883"/>
                </a:moveTo>
                <a:cubicBezTo>
                  <a:pt x="333216" y="1012883"/>
                  <a:pt x="346810" y="1026477"/>
                  <a:pt x="346810" y="1043246"/>
                </a:cubicBezTo>
                <a:cubicBezTo>
                  <a:pt x="346810" y="1060016"/>
                  <a:pt x="333216" y="1073610"/>
                  <a:pt x="316447" y="1073610"/>
                </a:cubicBezTo>
                <a:cubicBezTo>
                  <a:pt x="299677" y="1073610"/>
                  <a:pt x="286084" y="1060016"/>
                  <a:pt x="286084" y="1043246"/>
                </a:cubicBezTo>
                <a:cubicBezTo>
                  <a:pt x="286084" y="1026477"/>
                  <a:pt x="299677" y="1012883"/>
                  <a:pt x="316447" y="1012883"/>
                </a:cubicBezTo>
                <a:close/>
                <a:moveTo>
                  <a:pt x="243892" y="1012883"/>
                </a:moveTo>
                <a:cubicBezTo>
                  <a:pt x="260662" y="1012883"/>
                  <a:pt x="274256" y="1026477"/>
                  <a:pt x="274256" y="1043246"/>
                </a:cubicBezTo>
                <a:cubicBezTo>
                  <a:pt x="274256" y="1060016"/>
                  <a:pt x="260662" y="1073610"/>
                  <a:pt x="243892" y="1073610"/>
                </a:cubicBezTo>
                <a:cubicBezTo>
                  <a:pt x="227123" y="1073610"/>
                  <a:pt x="213529" y="1060016"/>
                  <a:pt x="213529" y="1043246"/>
                </a:cubicBezTo>
                <a:cubicBezTo>
                  <a:pt x="213529" y="1026477"/>
                  <a:pt x="227123" y="1012883"/>
                  <a:pt x="243892" y="1012883"/>
                </a:cubicBezTo>
                <a:close/>
                <a:moveTo>
                  <a:pt x="171339" y="1012883"/>
                </a:moveTo>
                <a:cubicBezTo>
                  <a:pt x="188107" y="1012883"/>
                  <a:pt x="201701" y="1026477"/>
                  <a:pt x="201701" y="1043246"/>
                </a:cubicBezTo>
                <a:cubicBezTo>
                  <a:pt x="201701" y="1060016"/>
                  <a:pt x="188107" y="1073610"/>
                  <a:pt x="171339" y="1073610"/>
                </a:cubicBezTo>
                <a:cubicBezTo>
                  <a:pt x="154639" y="1073610"/>
                  <a:pt x="141045" y="1060016"/>
                  <a:pt x="141045" y="1043246"/>
                </a:cubicBezTo>
                <a:cubicBezTo>
                  <a:pt x="141045" y="1026477"/>
                  <a:pt x="154639" y="1012883"/>
                  <a:pt x="171339" y="1012883"/>
                </a:cubicBezTo>
                <a:close/>
                <a:moveTo>
                  <a:pt x="98865" y="1012883"/>
                </a:moveTo>
                <a:cubicBezTo>
                  <a:pt x="115628" y="1012883"/>
                  <a:pt x="129222" y="1026477"/>
                  <a:pt x="129222" y="1043246"/>
                </a:cubicBezTo>
                <a:cubicBezTo>
                  <a:pt x="129222" y="1060016"/>
                  <a:pt x="115628" y="1073610"/>
                  <a:pt x="98865" y="1073610"/>
                </a:cubicBezTo>
                <a:cubicBezTo>
                  <a:pt x="82093" y="1073610"/>
                  <a:pt x="68498" y="1060016"/>
                  <a:pt x="68498" y="1043246"/>
                </a:cubicBezTo>
                <a:cubicBezTo>
                  <a:pt x="68498" y="1026477"/>
                  <a:pt x="82093" y="1012883"/>
                  <a:pt x="98865" y="1012883"/>
                </a:cubicBezTo>
                <a:close/>
                <a:moveTo>
                  <a:pt x="26309" y="1012883"/>
                </a:moveTo>
                <a:cubicBezTo>
                  <a:pt x="43075" y="1012883"/>
                  <a:pt x="56670" y="1026477"/>
                  <a:pt x="56670" y="1043246"/>
                </a:cubicBezTo>
                <a:cubicBezTo>
                  <a:pt x="56670" y="1060016"/>
                  <a:pt x="43075" y="1073610"/>
                  <a:pt x="26309" y="1073610"/>
                </a:cubicBezTo>
                <a:cubicBezTo>
                  <a:pt x="17924" y="1073610"/>
                  <a:pt x="10333" y="1070212"/>
                  <a:pt x="4838" y="1064717"/>
                </a:cubicBezTo>
                <a:lnTo>
                  <a:pt x="0" y="1053036"/>
                </a:lnTo>
                <a:lnTo>
                  <a:pt x="0" y="1033457"/>
                </a:lnTo>
                <a:lnTo>
                  <a:pt x="4838" y="1021776"/>
                </a:lnTo>
                <a:cubicBezTo>
                  <a:pt x="10333" y="1016282"/>
                  <a:pt x="17924" y="1012883"/>
                  <a:pt x="26309" y="1012883"/>
                </a:cubicBezTo>
                <a:close/>
                <a:moveTo>
                  <a:pt x="1549874" y="932431"/>
                </a:moveTo>
                <a:cubicBezTo>
                  <a:pt x="1558259" y="932431"/>
                  <a:pt x="1565850" y="935830"/>
                  <a:pt x="1571345" y="941324"/>
                </a:cubicBezTo>
                <a:lnTo>
                  <a:pt x="1577296" y="955693"/>
                </a:lnTo>
                <a:lnTo>
                  <a:pt x="1565363" y="988298"/>
                </a:lnTo>
                <a:lnTo>
                  <a:pt x="1561694" y="990772"/>
                </a:lnTo>
                <a:cubicBezTo>
                  <a:pt x="1558061" y="992309"/>
                  <a:pt x="1554067" y="993158"/>
                  <a:pt x="1549874" y="993158"/>
                </a:cubicBezTo>
                <a:cubicBezTo>
                  <a:pt x="1533105" y="993158"/>
                  <a:pt x="1519511" y="979564"/>
                  <a:pt x="1519511" y="962795"/>
                </a:cubicBezTo>
                <a:cubicBezTo>
                  <a:pt x="1519511" y="946025"/>
                  <a:pt x="1533105" y="932431"/>
                  <a:pt x="1549874" y="932431"/>
                </a:cubicBezTo>
                <a:close/>
                <a:moveTo>
                  <a:pt x="1477320" y="932431"/>
                </a:moveTo>
                <a:cubicBezTo>
                  <a:pt x="1494089" y="932431"/>
                  <a:pt x="1507683" y="946025"/>
                  <a:pt x="1507683" y="962795"/>
                </a:cubicBezTo>
                <a:cubicBezTo>
                  <a:pt x="1507683" y="979564"/>
                  <a:pt x="1494089" y="993158"/>
                  <a:pt x="1477320" y="993158"/>
                </a:cubicBezTo>
                <a:cubicBezTo>
                  <a:pt x="1460550" y="993158"/>
                  <a:pt x="1446956" y="979564"/>
                  <a:pt x="1446956" y="962795"/>
                </a:cubicBezTo>
                <a:cubicBezTo>
                  <a:pt x="1446956" y="946025"/>
                  <a:pt x="1460550" y="932431"/>
                  <a:pt x="1477320" y="932431"/>
                </a:cubicBezTo>
                <a:close/>
                <a:moveTo>
                  <a:pt x="1404765" y="932431"/>
                </a:moveTo>
                <a:cubicBezTo>
                  <a:pt x="1421535" y="932431"/>
                  <a:pt x="1435129" y="946025"/>
                  <a:pt x="1435129" y="962795"/>
                </a:cubicBezTo>
                <a:cubicBezTo>
                  <a:pt x="1435129" y="979564"/>
                  <a:pt x="1421535" y="993158"/>
                  <a:pt x="1404765" y="993158"/>
                </a:cubicBezTo>
                <a:cubicBezTo>
                  <a:pt x="1387996" y="993158"/>
                  <a:pt x="1374402" y="979564"/>
                  <a:pt x="1374402" y="962795"/>
                </a:cubicBezTo>
                <a:cubicBezTo>
                  <a:pt x="1374402" y="946025"/>
                  <a:pt x="1387996" y="932431"/>
                  <a:pt x="1404765" y="932431"/>
                </a:cubicBezTo>
                <a:close/>
                <a:moveTo>
                  <a:pt x="1332211" y="932431"/>
                </a:moveTo>
                <a:cubicBezTo>
                  <a:pt x="1348980" y="932431"/>
                  <a:pt x="1362574" y="946025"/>
                  <a:pt x="1362574" y="962795"/>
                </a:cubicBezTo>
                <a:cubicBezTo>
                  <a:pt x="1362574" y="979564"/>
                  <a:pt x="1348980" y="993158"/>
                  <a:pt x="1332211" y="993158"/>
                </a:cubicBezTo>
                <a:cubicBezTo>
                  <a:pt x="1315441" y="993158"/>
                  <a:pt x="1301847" y="979564"/>
                  <a:pt x="1301847" y="962795"/>
                </a:cubicBezTo>
                <a:cubicBezTo>
                  <a:pt x="1301847" y="946025"/>
                  <a:pt x="1315441" y="932431"/>
                  <a:pt x="1332211" y="932431"/>
                </a:cubicBezTo>
                <a:close/>
                <a:moveTo>
                  <a:pt x="1259656" y="932431"/>
                </a:moveTo>
                <a:cubicBezTo>
                  <a:pt x="1276426" y="932431"/>
                  <a:pt x="1290020" y="946025"/>
                  <a:pt x="1290020" y="962795"/>
                </a:cubicBezTo>
                <a:cubicBezTo>
                  <a:pt x="1290020" y="979564"/>
                  <a:pt x="1276426" y="993158"/>
                  <a:pt x="1259656" y="993158"/>
                </a:cubicBezTo>
                <a:cubicBezTo>
                  <a:pt x="1242887" y="993158"/>
                  <a:pt x="1229293" y="979564"/>
                  <a:pt x="1229293" y="962795"/>
                </a:cubicBezTo>
                <a:cubicBezTo>
                  <a:pt x="1229293" y="946025"/>
                  <a:pt x="1242887" y="932431"/>
                  <a:pt x="1259656" y="932431"/>
                </a:cubicBezTo>
                <a:close/>
                <a:moveTo>
                  <a:pt x="1187102" y="932431"/>
                </a:moveTo>
                <a:cubicBezTo>
                  <a:pt x="1203871" y="932431"/>
                  <a:pt x="1217465" y="946025"/>
                  <a:pt x="1217465" y="962795"/>
                </a:cubicBezTo>
                <a:cubicBezTo>
                  <a:pt x="1217465" y="979564"/>
                  <a:pt x="1203871" y="993158"/>
                  <a:pt x="1187102" y="993158"/>
                </a:cubicBezTo>
                <a:cubicBezTo>
                  <a:pt x="1170332" y="993158"/>
                  <a:pt x="1156738" y="979564"/>
                  <a:pt x="1156738" y="962795"/>
                </a:cubicBezTo>
                <a:cubicBezTo>
                  <a:pt x="1156738" y="946025"/>
                  <a:pt x="1170332" y="932431"/>
                  <a:pt x="1187102" y="932431"/>
                </a:cubicBezTo>
                <a:close/>
                <a:moveTo>
                  <a:pt x="1114547" y="932431"/>
                </a:moveTo>
                <a:cubicBezTo>
                  <a:pt x="1131317" y="932431"/>
                  <a:pt x="1144911" y="946025"/>
                  <a:pt x="1144911" y="962795"/>
                </a:cubicBezTo>
                <a:cubicBezTo>
                  <a:pt x="1144911" y="979564"/>
                  <a:pt x="1131317" y="993158"/>
                  <a:pt x="1114547" y="993158"/>
                </a:cubicBezTo>
                <a:cubicBezTo>
                  <a:pt x="1097778" y="993158"/>
                  <a:pt x="1084184" y="979564"/>
                  <a:pt x="1084184" y="962795"/>
                </a:cubicBezTo>
                <a:cubicBezTo>
                  <a:pt x="1084184" y="946025"/>
                  <a:pt x="1097778" y="932431"/>
                  <a:pt x="1114547" y="932431"/>
                </a:cubicBezTo>
                <a:close/>
                <a:moveTo>
                  <a:pt x="1041993" y="932431"/>
                </a:moveTo>
                <a:cubicBezTo>
                  <a:pt x="1058762" y="932431"/>
                  <a:pt x="1072356" y="946025"/>
                  <a:pt x="1072356" y="962795"/>
                </a:cubicBezTo>
                <a:cubicBezTo>
                  <a:pt x="1072356" y="979564"/>
                  <a:pt x="1058762" y="993158"/>
                  <a:pt x="1041993" y="993158"/>
                </a:cubicBezTo>
                <a:cubicBezTo>
                  <a:pt x="1025223" y="993158"/>
                  <a:pt x="1011629" y="979564"/>
                  <a:pt x="1011629" y="962795"/>
                </a:cubicBezTo>
                <a:cubicBezTo>
                  <a:pt x="1011629" y="946025"/>
                  <a:pt x="1025223" y="932431"/>
                  <a:pt x="1041993" y="932431"/>
                </a:cubicBezTo>
                <a:close/>
                <a:moveTo>
                  <a:pt x="969438" y="932431"/>
                </a:moveTo>
                <a:cubicBezTo>
                  <a:pt x="986208" y="932431"/>
                  <a:pt x="999801" y="946025"/>
                  <a:pt x="999801" y="962795"/>
                </a:cubicBezTo>
                <a:cubicBezTo>
                  <a:pt x="999801" y="979564"/>
                  <a:pt x="986208" y="993158"/>
                  <a:pt x="969438" y="993158"/>
                </a:cubicBezTo>
                <a:cubicBezTo>
                  <a:pt x="952669" y="993158"/>
                  <a:pt x="939075" y="979564"/>
                  <a:pt x="939075" y="962795"/>
                </a:cubicBezTo>
                <a:cubicBezTo>
                  <a:pt x="939075" y="946025"/>
                  <a:pt x="952669" y="932431"/>
                  <a:pt x="969438" y="932431"/>
                </a:cubicBezTo>
                <a:close/>
                <a:moveTo>
                  <a:pt x="896883" y="932431"/>
                </a:moveTo>
                <a:cubicBezTo>
                  <a:pt x="913653" y="932431"/>
                  <a:pt x="927247" y="946025"/>
                  <a:pt x="927247" y="962795"/>
                </a:cubicBezTo>
                <a:cubicBezTo>
                  <a:pt x="927247" y="979564"/>
                  <a:pt x="913653" y="993158"/>
                  <a:pt x="896883" y="993158"/>
                </a:cubicBezTo>
                <a:cubicBezTo>
                  <a:pt x="880114" y="993158"/>
                  <a:pt x="866520" y="979564"/>
                  <a:pt x="866520" y="962795"/>
                </a:cubicBezTo>
                <a:cubicBezTo>
                  <a:pt x="866520" y="946025"/>
                  <a:pt x="880114" y="932431"/>
                  <a:pt x="896883" y="932431"/>
                </a:cubicBezTo>
                <a:close/>
                <a:moveTo>
                  <a:pt x="824329" y="932431"/>
                </a:moveTo>
                <a:cubicBezTo>
                  <a:pt x="841098" y="932431"/>
                  <a:pt x="854692" y="946025"/>
                  <a:pt x="854692" y="962795"/>
                </a:cubicBezTo>
                <a:cubicBezTo>
                  <a:pt x="854692" y="979564"/>
                  <a:pt x="841098" y="993158"/>
                  <a:pt x="824329" y="993158"/>
                </a:cubicBezTo>
                <a:cubicBezTo>
                  <a:pt x="807559" y="993158"/>
                  <a:pt x="793965" y="979564"/>
                  <a:pt x="793965" y="962795"/>
                </a:cubicBezTo>
                <a:cubicBezTo>
                  <a:pt x="793965" y="946025"/>
                  <a:pt x="807559" y="932431"/>
                  <a:pt x="824329" y="932431"/>
                </a:cubicBezTo>
                <a:close/>
                <a:moveTo>
                  <a:pt x="751774" y="932431"/>
                </a:moveTo>
                <a:cubicBezTo>
                  <a:pt x="768544" y="932431"/>
                  <a:pt x="782138" y="946025"/>
                  <a:pt x="782138" y="962795"/>
                </a:cubicBezTo>
                <a:cubicBezTo>
                  <a:pt x="782138" y="979564"/>
                  <a:pt x="768544" y="993158"/>
                  <a:pt x="751774" y="993158"/>
                </a:cubicBezTo>
                <a:cubicBezTo>
                  <a:pt x="735005" y="993158"/>
                  <a:pt x="721411" y="979564"/>
                  <a:pt x="721411" y="962795"/>
                </a:cubicBezTo>
                <a:cubicBezTo>
                  <a:pt x="721411" y="946025"/>
                  <a:pt x="735005" y="932431"/>
                  <a:pt x="751774" y="932431"/>
                </a:cubicBezTo>
                <a:close/>
                <a:moveTo>
                  <a:pt x="679220" y="932431"/>
                </a:moveTo>
                <a:cubicBezTo>
                  <a:pt x="695989" y="932431"/>
                  <a:pt x="709583" y="946025"/>
                  <a:pt x="709583" y="962795"/>
                </a:cubicBezTo>
                <a:cubicBezTo>
                  <a:pt x="709583" y="979564"/>
                  <a:pt x="695989" y="993158"/>
                  <a:pt x="679220" y="993158"/>
                </a:cubicBezTo>
                <a:cubicBezTo>
                  <a:pt x="662450" y="993158"/>
                  <a:pt x="648856" y="979564"/>
                  <a:pt x="648856" y="962795"/>
                </a:cubicBezTo>
                <a:cubicBezTo>
                  <a:pt x="648856" y="946025"/>
                  <a:pt x="662450" y="932431"/>
                  <a:pt x="679220" y="932431"/>
                </a:cubicBezTo>
                <a:close/>
                <a:moveTo>
                  <a:pt x="606665" y="932431"/>
                </a:moveTo>
                <a:cubicBezTo>
                  <a:pt x="623435" y="932431"/>
                  <a:pt x="637029" y="946025"/>
                  <a:pt x="637029" y="962795"/>
                </a:cubicBezTo>
                <a:cubicBezTo>
                  <a:pt x="637029" y="979564"/>
                  <a:pt x="623435" y="993158"/>
                  <a:pt x="606665" y="993158"/>
                </a:cubicBezTo>
                <a:cubicBezTo>
                  <a:pt x="589896" y="993158"/>
                  <a:pt x="576302" y="979564"/>
                  <a:pt x="576302" y="962795"/>
                </a:cubicBezTo>
                <a:cubicBezTo>
                  <a:pt x="576302" y="946025"/>
                  <a:pt x="589896" y="932431"/>
                  <a:pt x="606665" y="932431"/>
                </a:cubicBezTo>
                <a:close/>
                <a:moveTo>
                  <a:pt x="534111" y="932431"/>
                </a:moveTo>
                <a:cubicBezTo>
                  <a:pt x="550880" y="932431"/>
                  <a:pt x="564474" y="946025"/>
                  <a:pt x="564474" y="962795"/>
                </a:cubicBezTo>
                <a:cubicBezTo>
                  <a:pt x="564474" y="979564"/>
                  <a:pt x="550880" y="993158"/>
                  <a:pt x="534111" y="993158"/>
                </a:cubicBezTo>
                <a:cubicBezTo>
                  <a:pt x="517341" y="993158"/>
                  <a:pt x="503747" y="979564"/>
                  <a:pt x="503747" y="962795"/>
                </a:cubicBezTo>
                <a:cubicBezTo>
                  <a:pt x="503747" y="946025"/>
                  <a:pt x="517341" y="932431"/>
                  <a:pt x="534111" y="932431"/>
                </a:cubicBezTo>
                <a:close/>
                <a:moveTo>
                  <a:pt x="461556" y="932431"/>
                </a:moveTo>
                <a:cubicBezTo>
                  <a:pt x="478326" y="932431"/>
                  <a:pt x="491920" y="946025"/>
                  <a:pt x="491920" y="962795"/>
                </a:cubicBezTo>
                <a:cubicBezTo>
                  <a:pt x="491920" y="979564"/>
                  <a:pt x="478326" y="993158"/>
                  <a:pt x="461556" y="993158"/>
                </a:cubicBezTo>
                <a:cubicBezTo>
                  <a:pt x="444787" y="993158"/>
                  <a:pt x="431192" y="979564"/>
                  <a:pt x="431192" y="962795"/>
                </a:cubicBezTo>
                <a:cubicBezTo>
                  <a:pt x="431192" y="946025"/>
                  <a:pt x="444787" y="932431"/>
                  <a:pt x="461556" y="932431"/>
                </a:cubicBezTo>
                <a:close/>
                <a:moveTo>
                  <a:pt x="389002" y="932431"/>
                </a:moveTo>
                <a:cubicBezTo>
                  <a:pt x="405771" y="932431"/>
                  <a:pt x="419365" y="946025"/>
                  <a:pt x="419365" y="962795"/>
                </a:cubicBezTo>
                <a:cubicBezTo>
                  <a:pt x="419365" y="979564"/>
                  <a:pt x="405771" y="993158"/>
                  <a:pt x="389002" y="993158"/>
                </a:cubicBezTo>
                <a:cubicBezTo>
                  <a:pt x="372232" y="993158"/>
                  <a:pt x="358638" y="979564"/>
                  <a:pt x="358638" y="962795"/>
                </a:cubicBezTo>
                <a:cubicBezTo>
                  <a:pt x="358638" y="946025"/>
                  <a:pt x="372232" y="932431"/>
                  <a:pt x="389002" y="932431"/>
                </a:cubicBezTo>
                <a:close/>
                <a:moveTo>
                  <a:pt x="316447" y="932431"/>
                </a:moveTo>
                <a:cubicBezTo>
                  <a:pt x="333216" y="932431"/>
                  <a:pt x="346810" y="946025"/>
                  <a:pt x="346810" y="962795"/>
                </a:cubicBezTo>
                <a:cubicBezTo>
                  <a:pt x="346810" y="979564"/>
                  <a:pt x="333216" y="993158"/>
                  <a:pt x="316447" y="993158"/>
                </a:cubicBezTo>
                <a:cubicBezTo>
                  <a:pt x="299677" y="993158"/>
                  <a:pt x="286084" y="979564"/>
                  <a:pt x="286084" y="962795"/>
                </a:cubicBezTo>
                <a:cubicBezTo>
                  <a:pt x="286084" y="946025"/>
                  <a:pt x="299677" y="932431"/>
                  <a:pt x="316447" y="932431"/>
                </a:cubicBezTo>
                <a:close/>
                <a:moveTo>
                  <a:pt x="243892" y="932431"/>
                </a:moveTo>
                <a:cubicBezTo>
                  <a:pt x="260662" y="932431"/>
                  <a:pt x="274256" y="946025"/>
                  <a:pt x="274256" y="962795"/>
                </a:cubicBezTo>
                <a:cubicBezTo>
                  <a:pt x="274256" y="979564"/>
                  <a:pt x="260662" y="993158"/>
                  <a:pt x="243892" y="993158"/>
                </a:cubicBezTo>
                <a:cubicBezTo>
                  <a:pt x="227123" y="993158"/>
                  <a:pt x="213529" y="979564"/>
                  <a:pt x="213529" y="962795"/>
                </a:cubicBezTo>
                <a:cubicBezTo>
                  <a:pt x="213529" y="946025"/>
                  <a:pt x="227123" y="932431"/>
                  <a:pt x="243892" y="932431"/>
                </a:cubicBezTo>
                <a:close/>
                <a:moveTo>
                  <a:pt x="171339" y="932431"/>
                </a:moveTo>
                <a:cubicBezTo>
                  <a:pt x="188107" y="932431"/>
                  <a:pt x="201701" y="946025"/>
                  <a:pt x="201701" y="962795"/>
                </a:cubicBezTo>
                <a:cubicBezTo>
                  <a:pt x="201701" y="979564"/>
                  <a:pt x="188107" y="993158"/>
                  <a:pt x="171339" y="993158"/>
                </a:cubicBezTo>
                <a:cubicBezTo>
                  <a:pt x="154645" y="993158"/>
                  <a:pt x="141051" y="979564"/>
                  <a:pt x="141051" y="962795"/>
                </a:cubicBezTo>
                <a:cubicBezTo>
                  <a:pt x="141051" y="946025"/>
                  <a:pt x="154645" y="932431"/>
                  <a:pt x="171339" y="932431"/>
                </a:cubicBezTo>
                <a:close/>
                <a:moveTo>
                  <a:pt x="98870" y="932431"/>
                </a:moveTo>
                <a:cubicBezTo>
                  <a:pt x="115634" y="932431"/>
                  <a:pt x="129228" y="946025"/>
                  <a:pt x="129228" y="962795"/>
                </a:cubicBezTo>
                <a:cubicBezTo>
                  <a:pt x="129228" y="979564"/>
                  <a:pt x="115634" y="993158"/>
                  <a:pt x="98870" y="993158"/>
                </a:cubicBezTo>
                <a:cubicBezTo>
                  <a:pt x="82099" y="993158"/>
                  <a:pt x="68505" y="979564"/>
                  <a:pt x="68505" y="962795"/>
                </a:cubicBezTo>
                <a:cubicBezTo>
                  <a:pt x="68505" y="946025"/>
                  <a:pt x="82099" y="932431"/>
                  <a:pt x="98870" y="932431"/>
                </a:cubicBezTo>
                <a:close/>
                <a:moveTo>
                  <a:pt x="26316" y="932431"/>
                </a:moveTo>
                <a:cubicBezTo>
                  <a:pt x="43081" y="932431"/>
                  <a:pt x="56676" y="946025"/>
                  <a:pt x="56676" y="962795"/>
                </a:cubicBezTo>
                <a:cubicBezTo>
                  <a:pt x="56676" y="979564"/>
                  <a:pt x="43081" y="993158"/>
                  <a:pt x="26316" y="993158"/>
                </a:cubicBezTo>
                <a:cubicBezTo>
                  <a:pt x="17931" y="993158"/>
                  <a:pt x="10340" y="989760"/>
                  <a:pt x="4845" y="984265"/>
                </a:cubicBezTo>
                <a:lnTo>
                  <a:pt x="0" y="972570"/>
                </a:lnTo>
                <a:lnTo>
                  <a:pt x="0" y="953020"/>
                </a:lnTo>
                <a:lnTo>
                  <a:pt x="4845" y="941324"/>
                </a:lnTo>
                <a:cubicBezTo>
                  <a:pt x="10340" y="935830"/>
                  <a:pt x="17931" y="932431"/>
                  <a:pt x="26316" y="932431"/>
                </a:cubicBezTo>
                <a:close/>
                <a:moveTo>
                  <a:pt x="1612513" y="853981"/>
                </a:moveTo>
                <a:lnTo>
                  <a:pt x="1607766" y="872445"/>
                </a:lnTo>
                <a:lnTo>
                  <a:pt x="1598477" y="897823"/>
                </a:lnTo>
                <a:lnTo>
                  <a:pt x="1592066" y="882343"/>
                </a:lnTo>
                <a:cubicBezTo>
                  <a:pt x="1592066" y="869766"/>
                  <a:pt x="1599712" y="858975"/>
                  <a:pt x="1610610" y="854366"/>
                </a:cubicBezTo>
                <a:close/>
                <a:moveTo>
                  <a:pt x="1549874" y="851979"/>
                </a:moveTo>
                <a:cubicBezTo>
                  <a:pt x="1566644" y="851979"/>
                  <a:pt x="1580238" y="865573"/>
                  <a:pt x="1580238" y="882343"/>
                </a:cubicBezTo>
                <a:cubicBezTo>
                  <a:pt x="1580238" y="899112"/>
                  <a:pt x="1566644" y="912706"/>
                  <a:pt x="1549874" y="912706"/>
                </a:cubicBezTo>
                <a:cubicBezTo>
                  <a:pt x="1533105" y="912706"/>
                  <a:pt x="1519511" y="899112"/>
                  <a:pt x="1519511" y="882343"/>
                </a:cubicBezTo>
                <a:cubicBezTo>
                  <a:pt x="1519511" y="865573"/>
                  <a:pt x="1533105" y="851979"/>
                  <a:pt x="1549874" y="851979"/>
                </a:cubicBezTo>
                <a:close/>
                <a:moveTo>
                  <a:pt x="1477320" y="851979"/>
                </a:moveTo>
                <a:cubicBezTo>
                  <a:pt x="1494089" y="851979"/>
                  <a:pt x="1507683" y="865573"/>
                  <a:pt x="1507683" y="882343"/>
                </a:cubicBezTo>
                <a:cubicBezTo>
                  <a:pt x="1507683" y="899112"/>
                  <a:pt x="1494089" y="912706"/>
                  <a:pt x="1477320" y="912706"/>
                </a:cubicBezTo>
                <a:cubicBezTo>
                  <a:pt x="1460550" y="912706"/>
                  <a:pt x="1446956" y="899112"/>
                  <a:pt x="1446956" y="882343"/>
                </a:cubicBezTo>
                <a:cubicBezTo>
                  <a:pt x="1446956" y="865573"/>
                  <a:pt x="1460550" y="851979"/>
                  <a:pt x="1477320" y="851979"/>
                </a:cubicBezTo>
                <a:close/>
                <a:moveTo>
                  <a:pt x="1404765" y="851979"/>
                </a:moveTo>
                <a:cubicBezTo>
                  <a:pt x="1421535" y="851979"/>
                  <a:pt x="1435129" y="865573"/>
                  <a:pt x="1435129" y="882343"/>
                </a:cubicBezTo>
                <a:cubicBezTo>
                  <a:pt x="1435129" y="899112"/>
                  <a:pt x="1421535" y="912706"/>
                  <a:pt x="1404765" y="912706"/>
                </a:cubicBezTo>
                <a:cubicBezTo>
                  <a:pt x="1387996" y="912706"/>
                  <a:pt x="1374402" y="899112"/>
                  <a:pt x="1374402" y="882343"/>
                </a:cubicBezTo>
                <a:cubicBezTo>
                  <a:pt x="1374402" y="865573"/>
                  <a:pt x="1387996" y="851979"/>
                  <a:pt x="1404765" y="851979"/>
                </a:cubicBezTo>
                <a:close/>
                <a:moveTo>
                  <a:pt x="1332211" y="851979"/>
                </a:moveTo>
                <a:cubicBezTo>
                  <a:pt x="1348980" y="851979"/>
                  <a:pt x="1362574" y="865573"/>
                  <a:pt x="1362574" y="882343"/>
                </a:cubicBezTo>
                <a:cubicBezTo>
                  <a:pt x="1362574" y="899112"/>
                  <a:pt x="1348980" y="912706"/>
                  <a:pt x="1332211" y="912706"/>
                </a:cubicBezTo>
                <a:cubicBezTo>
                  <a:pt x="1315441" y="912706"/>
                  <a:pt x="1301847" y="899112"/>
                  <a:pt x="1301847" y="882343"/>
                </a:cubicBezTo>
                <a:cubicBezTo>
                  <a:pt x="1301847" y="865573"/>
                  <a:pt x="1315441" y="851979"/>
                  <a:pt x="1332211" y="851979"/>
                </a:cubicBezTo>
                <a:close/>
                <a:moveTo>
                  <a:pt x="1259656" y="851979"/>
                </a:moveTo>
                <a:cubicBezTo>
                  <a:pt x="1276426" y="851979"/>
                  <a:pt x="1290020" y="865573"/>
                  <a:pt x="1290020" y="882343"/>
                </a:cubicBezTo>
                <a:cubicBezTo>
                  <a:pt x="1290020" y="899112"/>
                  <a:pt x="1276426" y="912706"/>
                  <a:pt x="1259656" y="912706"/>
                </a:cubicBezTo>
                <a:cubicBezTo>
                  <a:pt x="1242887" y="912706"/>
                  <a:pt x="1229293" y="899112"/>
                  <a:pt x="1229293" y="882343"/>
                </a:cubicBezTo>
                <a:cubicBezTo>
                  <a:pt x="1229293" y="865573"/>
                  <a:pt x="1242887" y="851979"/>
                  <a:pt x="1259656" y="851979"/>
                </a:cubicBezTo>
                <a:close/>
                <a:moveTo>
                  <a:pt x="1187102" y="851979"/>
                </a:moveTo>
                <a:cubicBezTo>
                  <a:pt x="1203871" y="851979"/>
                  <a:pt x="1217465" y="865573"/>
                  <a:pt x="1217465" y="882343"/>
                </a:cubicBezTo>
                <a:cubicBezTo>
                  <a:pt x="1217465" y="899112"/>
                  <a:pt x="1203871" y="912706"/>
                  <a:pt x="1187102" y="912706"/>
                </a:cubicBezTo>
                <a:cubicBezTo>
                  <a:pt x="1170332" y="912706"/>
                  <a:pt x="1156738" y="899112"/>
                  <a:pt x="1156738" y="882343"/>
                </a:cubicBezTo>
                <a:cubicBezTo>
                  <a:pt x="1156738" y="865573"/>
                  <a:pt x="1170332" y="851979"/>
                  <a:pt x="1187102" y="851979"/>
                </a:cubicBezTo>
                <a:close/>
                <a:moveTo>
                  <a:pt x="1114547" y="851979"/>
                </a:moveTo>
                <a:cubicBezTo>
                  <a:pt x="1131317" y="851979"/>
                  <a:pt x="1144911" y="865573"/>
                  <a:pt x="1144911" y="882343"/>
                </a:cubicBezTo>
                <a:cubicBezTo>
                  <a:pt x="1144911" y="899112"/>
                  <a:pt x="1131317" y="912706"/>
                  <a:pt x="1114547" y="912706"/>
                </a:cubicBezTo>
                <a:cubicBezTo>
                  <a:pt x="1097778" y="912706"/>
                  <a:pt x="1084184" y="899112"/>
                  <a:pt x="1084184" y="882343"/>
                </a:cubicBezTo>
                <a:cubicBezTo>
                  <a:pt x="1084184" y="865573"/>
                  <a:pt x="1097778" y="851979"/>
                  <a:pt x="1114547" y="851979"/>
                </a:cubicBezTo>
                <a:close/>
                <a:moveTo>
                  <a:pt x="1041993" y="851979"/>
                </a:moveTo>
                <a:cubicBezTo>
                  <a:pt x="1058762" y="851979"/>
                  <a:pt x="1072356" y="865573"/>
                  <a:pt x="1072356" y="882343"/>
                </a:cubicBezTo>
                <a:cubicBezTo>
                  <a:pt x="1072356" y="899112"/>
                  <a:pt x="1058762" y="912706"/>
                  <a:pt x="1041993" y="912706"/>
                </a:cubicBezTo>
                <a:cubicBezTo>
                  <a:pt x="1025223" y="912706"/>
                  <a:pt x="1011629" y="899112"/>
                  <a:pt x="1011629" y="882343"/>
                </a:cubicBezTo>
                <a:cubicBezTo>
                  <a:pt x="1011629" y="865573"/>
                  <a:pt x="1025223" y="851979"/>
                  <a:pt x="1041993" y="851979"/>
                </a:cubicBezTo>
                <a:close/>
                <a:moveTo>
                  <a:pt x="969438" y="851979"/>
                </a:moveTo>
                <a:cubicBezTo>
                  <a:pt x="986208" y="851979"/>
                  <a:pt x="999801" y="865573"/>
                  <a:pt x="999801" y="882343"/>
                </a:cubicBezTo>
                <a:cubicBezTo>
                  <a:pt x="999801" y="899112"/>
                  <a:pt x="986208" y="912706"/>
                  <a:pt x="969438" y="912706"/>
                </a:cubicBezTo>
                <a:cubicBezTo>
                  <a:pt x="952669" y="912706"/>
                  <a:pt x="939075" y="899112"/>
                  <a:pt x="939075" y="882343"/>
                </a:cubicBezTo>
                <a:cubicBezTo>
                  <a:pt x="939075" y="865573"/>
                  <a:pt x="952669" y="851979"/>
                  <a:pt x="969438" y="851979"/>
                </a:cubicBezTo>
                <a:close/>
                <a:moveTo>
                  <a:pt x="896883" y="851979"/>
                </a:moveTo>
                <a:cubicBezTo>
                  <a:pt x="913653" y="851979"/>
                  <a:pt x="927247" y="865573"/>
                  <a:pt x="927247" y="882343"/>
                </a:cubicBezTo>
                <a:cubicBezTo>
                  <a:pt x="927247" y="899112"/>
                  <a:pt x="913653" y="912706"/>
                  <a:pt x="896883" y="912706"/>
                </a:cubicBezTo>
                <a:cubicBezTo>
                  <a:pt x="880114" y="912706"/>
                  <a:pt x="866520" y="899112"/>
                  <a:pt x="866520" y="882343"/>
                </a:cubicBezTo>
                <a:cubicBezTo>
                  <a:pt x="866520" y="865573"/>
                  <a:pt x="880114" y="851979"/>
                  <a:pt x="896883" y="851979"/>
                </a:cubicBezTo>
                <a:close/>
                <a:moveTo>
                  <a:pt x="824329" y="851979"/>
                </a:moveTo>
                <a:cubicBezTo>
                  <a:pt x="841098" y="851979"/>
                  <a:pt x="854692" y="865573"/>
                  <a:pt x="854692" y="882343"/>
                </a:cubicBezTo>
                <a:cubicBezTo>
                  <a:pt x="854692" y="899112"/>
                  <a:pt x="841098" y="912706"/>
                  <a:pt x="824329" y="912706"/>
                </a:cubicBezTo>
                <a:cubicBezTo>
                  <a:pt x="807559" y="912706"/>
                  <a:pt x="793965" y="899112"/>
                  <a:pt x="793965" y="882343"/>
                </a:cubicBezTo>
                <a:cubicBezTo>
                  <a:pt x="793965" y="865573"/>
                  <a:pt x="807559" y="851979"/>
                  <a:pt x="824329" y="851979"/>
                </a:cubicBezTo>
                <a:close/>
                <a:moveTo>
                  <a:pt x="751774" y="851979"/>
                </a:moveTo>
                <a:cubicBezTo>
                  <a:pt x="768544" y="851979"/>
                  <a:pt x="782138" y="865573"/>
                  <a:pt x="782138" y="882343"/>
                </a:cubicBezTo>
                <a:cubicBezTo>
                  <a:pt x="782138" y="899112"/>
                  <a:pt x="768544" y="912706"/>
                  <a:pt x="751774" y="912706"/>
                </a:cubicBezTo>
                <a:cubicBezTo>
                  <a:pt x="735005" y="912706"/>
                  <a:pt x="721411" y="899112"/>
                  <a:pt x="721411" y="882343"/>
                </a:cubicBezTo>
                <a:cubicBezTo>
                  <a:pt x="721411" y="865573"/>
                  <a:pt x="735005" y="851979"/>
                  <a:pt x="751774" y="851979"/>
                </a:cubicBezTo>
                <a:close/>
                <a:moveTo>
                  <a:pt x="679220" y="851979"/>
                </a:moveTo>
                <a:cubicBezTo>
                  <a:pt x="695989" y="851979"/>
                  <a:pt x="709583" y="865573"/>
                  <a:pt x="709583" y="882343"/>
                </a:cubicBezTo>
                <a:cubicBezTo>
                  <a:pt x="709583" y="899112"/>
                  <a:pt x="695989" y="912706"/>
                  <a:pt x="679220" y="912706"/>
                </a:cubicBezTo>
                <a:cubicBezTo>
                  <a:pt x="662450" y="912706"/>
                  <a:pt x="648856" y="899112"/>
                  <a:pt x="648856" y="882343"/>
                </a:cubicBezTo>
                <a:cubicBezTo>
                  <a:pt x="648856" y="865573"/>
                  <a:pt x="662450" y="851979"/>
                  <a:pt x="679220" y="851979"/>
                </a:cubicBezTo>
                <a:close/>
                <a:moveTo>
                  <a:pt x="606665" y="851979"/>
                </a:moveTo>
                <a:cubicBezTo>
                  <a:pt x="623435" y="851979"/>
                  <a:pt x="637029" y="865573"/>
                  <a:pt x="637029" y="882343"/>
                </a:cubicBezTo>
                <a:cubicBezTo>
                  <a:pt x="637029" y="899112"/>
                  <a:pt x="623435" y="912706"/>
                  <a:pt x="606665" y="912706"/>
                </a:cubicBezTo>
                <a:cubicBezTo>
                  <a:pt x="589896" y="912706"/>
                  <a:pt x="576302" y="899112"/>
                  <a:pt x="576302" y="882343"/>
                </a:cubicBezTo>
                <a:cubicBezTo>
                  <a:pt x="576302" y="865573"/>
                  <a:pt x="589896" y="851979"/>
                  <a:pt x="606665" y="851979"/>
                </a:cubicBezTo>
                <a:close/>
                <a:moveTo>
                  <a:pt x="534111" y="851979"/>
                </a:moveTo>
                <a:cubicBezTo>
                  <a:pt x="550880" y="851979"/>
                  <a:pt x="564474" y="865573"/>
                  <a:pt x="564474" y="882343"/>
                </a:cubicBezTo>
                <a:cubicBezTo>
                  <a:pt x="564474" y="899112"/>
                  <a:pt x="550880" y="912706"/>
                  <a:pt x="534111" y="912706"/>
                </a:cubicBezTo>
                <a:cubicBezTo>
                  <a:pt x="517341" y="912706"/>
                  <a:pt x="503747" y="899112"/>
                  <a:pt x="503747" y="882343"/>
                </a:cubicBezTo>
                <a:cubicBezTo>
                  <a:pt x="503747" y="865573"/>
                  <a:pt x="517341" y="851979"/>
                  <a:pt x="534111" y="851979"/>
                </a:cubicBezTo>
                <a:close/>
                <a:moveTo>
                  <a:pt x="461556" y="851979"/>
                </a:moveTo>
                <a:cubicBezTo>
                  <a:pt x="478326" y="851979"/>
                  <a:pt x="491920" y="865573"/>
                  <a:pt x="491920" y="882343"/>
                </a:cubicBezTo>
                <a:cubicBezTo>
                  <a:pt x="491920" y="899112"/>
                  <a:pt x="478326" y="912706"/>
                  <a:pt x="461556" y="912706"/>
                </a:cubicBezTo>
                <a:cubicBezTo>
                  <a:pt x="444787" y="912706"/>
                  <a:pt x="431192" y="899112"/>
                  <a:pt x="431192" y="882343"/>
                </a:cubicBezTo>
                <a:cubicBezTo>
                  <a:pt x="431192" y="865573"/>
                  <a:pt x="444787" y="851979"/>
                  <a:pt x="461556" y="851979"/>
                </a:cubicBezTo>
                <a:close/>
                <a:moveTo>
                  <a:pt x="389002" y="851979"/>
                </a:moveTo>
                <a:cubicBezTo>
                  <a:pt x="405771" y="851979"/>
                  <a:pt x="419365" y="865573"/>
                  <a:pt x="419365" y="882343"/>
                </a:cubicBezTo>
                <a:cubicBezTo>
                  <a:pt x="419365" y="899112"/>
                  <a:pt x="405771" y="912706"/>
                  <a:pt x="389002" y="912706"/>
                </a:cubicBezTo>
                <a:cubicBezTo>
                  <a:pt x="372232" y="912706"/>
                  <a:pt x="358638" y="899112"/>
                  <a:pt x="358638" y="882343"/>
                </a:cubicBezTo>
                <a:cubicBezTo>
                  <a:pt x="358638" y="865573"/>
                  <a:pt x="372232" y="851979"/>
                  <a:pt x="389002" y="851979"/>
                </a:cubicBezTo>
                <a:close/>
                <a:moveTo>
                  <a:pt x="316447" y="851979"/>
                </a:moveTo>
                <a:cubicBezTo>
                  <a:pt x="333216" y="851979"/>
                  <a:pt x="346810" y="865573"/>
                  <a:pt x="346810" y="882343"/>
                </a:cubicBezTo>
                <a:cubicBezTo>
                  <a:pt x="346810" y="899112"/>
                  <a:pt x="333216" y="912706"/>
                  <a:pt x="316447" y="912706"/>
                </a:cubicBezTo>
                <a:cubicBezTo>
                  <a:pt x="299677" y="912706"/>
                  <a:pt x="286084" y="899112"/>
                  <a:pt x="286084" y="882343"/>
                </a:cubicBezTo>
                <a:cubicBezTo>
                  <a:pt x="286084" y="865573"/>
                  <a:pt x="299677" y="851979"/>
                  <a:pt x="316447" y="851979"/>
                </a:cubicBezTo>
                <a:close/>
                <a:moveTo>
                  <a:pt x="243892" y="851979"/>
                </a:moveTo>
                <a:cubicBezTo>
                  <a:pt x="260662" y="851979"/>
                  <a:pt x="274256" y="865573"/>
                  <a:pt x="274256" y="882343"/>
                </a:cubicBezTo>
                <a:cubicBezTo>
                  <a:pt x="274256" y="899112"/>
                  <a:pt x="260662" y="912706"/>
                  <a:pt x="243892" y="912706"/>
                </a:cubicBezTo>
                <a:cubicBezTo>
                  <a:pt x="227123" y="912706"/>
                  <a:pt x="213529" y="899112"/>
                  <a:pt x="213529" y="882343"/>
                </a:cubicBezTo>
                <a:cubicBezTo>
                  <a:pt x="213529" y="865573"/>
                  <a:pt x="227123" y="851979"/>
                  <a:pt x="243892" y="851979"/>
                </a:cubicBezTo>
                <a:close/>
                <a:moveTo>
                  <a:pt x="171339" y="851979"/>
                </a:moveTo>
                <a:cubicBezTo>
                  <a:pt x="188107" y="851979"/>
                  <a:pt x="201701" y="865573"/>
                  <a:pt x="201701" y="882343"/>
                </a:cubicBezTo>
                <a:cubicBezTo>
                  <a:pt x="201701" y="899112"/>
                  <a:pt x="188107" y="912706"/>
                  <a:pt x="171339" y="912706"/>
                </a:cubicBezTo>
                <a:cubicBezTo>
                  <a:pt x="154651" y="912706"/>
                  <a:pt x="141056" y="899112"/>
                  <a:pt x="141056" y="882343"/>
                </a:cubicBezTo>
                <a:cubicBezTo>
                  <a:pt x="141056" y="865573"/>
                  <a:pt x="154651" y="851979"/>
                  <a:pt x="171339" y="851979"/>
                </a:cubicBezTo>
                <a:close/>
                <a:moveTo>
                  <a:pt x="98877" y="851979"/>
                </a:moveTo>
                <a:cubicBezTo>
                  <a:pt x="115640" y="851979"/>
                  <a:pt x="129234" y="865573"/>
                  <a:pt x="129234" y="882343"/>
                </a:cubicBezTo>
                <a:cubicBezTo>
                  <a:pt x="129234" y="899112"/>
                  <a:pt x="115640" y="912706"/>
                  <a:pt x="98877" y="912706"/>
                </a:cubicBezTo>
                <a:cubicBezTo>
                  <a:pt x="82106" y="912706"/>
                  <a:pt x="68511" y="899112"/>
                  <a:pt x="68511" y="882343"/>
                </a:cubicBezTo>
                <a:cubicBezTo>
                  <a:pt x="68511" y="865573"/>
                  <a:pt x="82106" y="851979"/>
                  <a:pt x="98877" y="851979"/>
                </a:cubicBezTo>
                <a:close/>
                <a:moveTo>
                  <a:pt x="26322" y="851979"/>
                </a:moveTo>
                <a:cubicBezTo>
                  <a:pt x="43087" y="851979"/>
                  <a:pt x="56682" y="865573"/>
                  <a:pt x="56682" y="882343"/>
                </a:cubicBezTo>
                <a:cubicBezTo>
                  <a:pt x="56682" y="899112"/>
                  <a:pt x="43087" y="912706"/>
                  <a:pt x="26322" y="912706"/>
                </a:cubicBezTo>
                <a:cubicBezTo>
                  <a:pt x="17937" y="912706"/>
                  <a:pt x="10346" y="909308"/>
                  <a:pt x="4851" y="903813"/>
                </a:cubicBezTo>
                <a:lnTo>
                  <a:pt x="0" y="892101"/>
                </a:lnTo>
                <a:lnTo>
                  <a:pt x="0" y="872585"/>
                </a:lnTo>
                <a:lnTo>
                  <a:pt x="4851" y="860872"/>
                </a:lnTo>
                <a:cubicBezTo>
                  <a:pt x="10346" y="855378"/>
                  <a:pt x="17937" y="851979"/>
                  <a:pt x="26322" y="851979"/>
                </a:cubicBezTo>
                <a:close/>
                <a:moveTo>
                  <a:pt x="1622429" y="771528"/>
                </a:moveTo>
                <a:lnTo>
                  <a:pt x="1633158" y="773694"/>
                </a:lnTo>
                <a:lnTo>
                  <a:pt x="1618313" y="831424"/>
                </a:lnTo>
                <a:lnTo>
                  <a:pt x="1610610" y="829868"/>
                </a:lnTo>
                <a:cubicBezTo>
                  <a:pt x="1599712" y="825259"/>
                  <a:pt x="1592066" y="814469"/>
                  <a:pt x="1592066" y="801891"/>
                </a:cubicBezTo>
                <a:cubicBezTo>
                  <a:pt x="1592066" y="785122"/>
                  <a:pt x="1605659" y="771528"/>
                  <a:pt x="1622429" y="771528"/>
                </a:cubicBezTo>
                <a:close/>
                <a:moveTo>
                  <a:pt x="1549874" y="771528"/>
                </a:moveTo>
                <a:cubicBezTo>
                  <a:pt x="1566644" y="771528"/>
                  <a:pt x="1580238" y="785122"/>
                  <a:pt x="1580238" y="801891"/>
                </a:cubicBezTo>
                <a:cubicBezTo>
                  <a:pt x="1580238" y="818661"/>
                  <a:pt x="1566644" y="832255"/>
                  <a:pt x="1549874" y="832255"/>
                </a:cubicBezTo>
                <a:cubicBezTo>
                  <a:pt x="1533105" y="832255"/>
                  <a:pt x="1519511" y="818661"/>
                  <a:pt x="1519511" y="801891"/>
                </a:cubicBezTo>
                <a:cubicBezTo>
                  <a:pt x="1519511" y="785122"/>
                  <a:pt x="1533105" y="771528"/>
                  <a:pt x="1549874" y="771528"/>
                </a:cubicBezTo>
                <a:close/>
                <a:moveTo>
                  <a:pt x="1477320" y="771528"/>
                </a:moveTo>
                <a:cubicBezTo>
                  <a:pt x="1494089" y="771528"/>
                  <a:pt x="1507683" y="785122"/>
                  <a:pt x="1507683" y="801891"/>
                </a:cubicBezTo>
                <a:cubicBezTo>
                  <a:pt x="1507683" y="818661"/>
                  <a:pt x="1494089" y="832255"/>
                  <a:pt x="1477320" y="832255"/>
                </a:cubicBezTo>
                <a:cubicBezTo>
                  <a:pt x="1460550" y="832255"/>
                  <a:pt x="1446956" y="818661"/>
                  <a:pt x="1446956" y="801891"/>
                </a:cubicBezTo>
                <a:cubicBezTo>
                  <a:pt x="1446956" y="785122"/>
                  <a:pt x="1460550" y="771528"/>
                  <a:pt x="1477320" y="771528"/>
                </a:cubicBezTo>
                <a:close/>
                <a:moveTo>
                  <a:pt x="1404765" y="771528"/>
                </a:moveTo>
                <a:cubicBezTo>
                  <a:pt x="1421535" y="771528"/>
                  <a:pt x="1435129" y="785122"/>
                  <a:pt x="1435129" y="801891"/>
                </a:cubicBezTo>
                <a:cubicBezTo>
                  <a:pt x="1435129" y="818661"/>
                  <a:pt x="1421535" y="832255"/>
                  <a:pt x="1404765" y="832255"/>
                </a:cubicBezTo>
                <a:cubicBezTo>
                  <a:pt x="1387996" y="832255"/>
                  <a:pt x="1374402" y="818661"/>
                  <a:pt x="1374402" y="801891"/>
                </a:cubicBezTo>
                <a:cubicBezTo>
                  <a:pt x="1374402" y="785122"/>
                  <a:pt x="1387996" y="771528"/>
                  <a:pt x="1404765" y="771528"/>
                </a:cubicBezTo>
                <a:close/>
                <a:moveTo>
                  <a:pt x="1332211" y="771528"/>
                </a:moveTo>
                <a:cubicBezTo>
                  <a:pt x="1348980" y="771528"/>
                  <a:pt x="1362574" y="785122"/>
                  <a:pt x="1362574" y="801891"/>
                </a:cubicBezTo>
                <a:cubicBezTo>
                  <a:pt x="1362574" y="818661"/>
                  <a:pt x="1348980" y="832255"/>
                  <a:pt x="1332211" y="832255"/>
                </a:cubicBezTo>
                <a:cubicBezTo>
                  <a:pt x="1315441" y="832255"/>
                  <a:pt x="1301847" y="818661"/>
                  <a:pt x="1301847" y="801891"/>
                </a:cubicBezTo>
                <a:cubicBezTo>
                  <a:pt x="1301847" y="785122"/>
                  <a:pt x="1315441" y="771528"/>
                  <a:pt x="1332211" y="771528"/>
                </a:cubicBezTo>
                <a:close/>
                <a:moveTo>
                  <a:pt x="1259656" y="771528"/>
                </a:moveTo>
                <a:cubicBezTo>
                  <a:pt x="1276426" y="771528"/>
                  <a:pt x="1290020" y="785122"/>
                  <a:pt x="1290020" y="801891"/>
                </a:cubicBezTo>
                <a:cubicBezTo>
                  <a:pt x="1290020" y="818661"/>
                  <a:pt x="1276426" y="832255"/>
                  <a:pt x="1259656" y="832255"/>
                </a:cubicBezTo>
                <a:cubicBezTo>
                  <a:pt x="1242887" y="832255"/>
                  <a:pt x="1229293" y="818661"/>
                  <a:pt x="1229293" y="801891"/>
                </a:cubicBezTo>
                <a:cubicBezTo>
                  <a:pt x="1229293" y="785122"/>
                  <a:pt x="1242887" y="771528"/>
                  <a:pt x="1259656" y="771528"/>
                </a:cubicBezTo>
                <a:close/>
                <a:moveTo>
                  <a:pt x="1187102" y="771528"/>
                </a:moveTo>
                <a:cubicBezTo>
                  <a:pt x="1203871" y="771528"/>
                  <a:pt x="1217465" y="785122"/>
                  <a:pt x="1217465" y="801891"/>
                </a:cubicBezTo>
                <a:cubicBezTo>
                  <a:pt x="1217465" y="818661"/>
                  <a:pt x="1203871" y="832255"/>
                  <a:pt x="1187102" y="832255"/>
                </a:cubicBezTo>
                <a:cubicBezTo>
                  <a:pt x="1170332" y="832255"/>
                  <a:pt x="1156738" y="818661"/>
                  <a:pt x="1156738" y="801891"/>
                </a:cubicBezTo>
                <a:cubicBezTo>
                  <a:pt x="1156738" y="785122"/>
                  <a:pt x="1170332" y="771528"/>
                  <a:pt x="1187102" y="771528"/>
                </a:cubicBezTo>
                <a:close/>
                <a:moveTo>
                  <a:pt x="1114547" y="771528"/>
                </a:moveTo>
                <a:cubicBezTo>
                  <a:pt x="1131317" y="771528"/>
                  <a:pt x="1144911" y="785122"/>
                  <a:pt x="1144911" y="801891"/>
                </a:cubicBezTo>
                <a:cubicBezTo>
                  <a:pt x="1144911" y="818661"/>
                  <a:pt x="1131317" y="832255"/>
                  <a:pt x="1114547" y="832255"/>
                </a:cubicBezTo>
                <a:cubicBezTo>
                  <a:pt x="1097778" y="832255"/>
                  <a:pt x="1084184" y="818661"/>
                  <a:pt x="1084184" y="801891"/>
                </a:cubicBezTo>
                <a:cubicBezTo>
                  <a:pt x="1084184" y="785122"/>
                  <a:pt x="1097778" y="771528"/>
                  <a:pt x="1114547" y="771528"/>
                </a:cubicBezTo>
                <a:close/>
                <a:moveTo>
                  <a:pt x="1041993" y="771528"/>
                </a:moveTo>
                <a:cubicBezTo>
                  <a:pt x="1058762" y="771528"/>
                  <a:pt x="1072356" y="785122"/>
                  <a:pt x="1072356" y="801891"/>
                </a:cubicBezTo>
                <a:cubicBezTo>
                  <a:pt x="1072356" y="818661"/>
                  <a:pt x="1058762" y="832255"/>
                  <a:pt x="1041993" y="832255"/>
                </a:cubicBezTo>
                <a:cubicBezTo>
                  <a:pt x="1025223" y="832255"/>
                  <a:pt x="1011629" y="818661"/>
                  <a:pt x="1011629" y="801891"/>
                </a:cubicBezTo>
                <a:cubicBezTo>
                  <a:pt x="1011629" y="785122"/>
                  <a:pt x="1025223" y="771528"/>
                  <a:pt x="1041993" y="771528"/>
                </a:cubicBezTo>
                <a:close/>
                <a:moveTo>
                  <a:pt x="969438" y="771528"/>
                </a:moveTo>
                <a:cubicBezTo>
                  <a:pt x="986208" y="771528"/>
                  <a:pt x="999801" y="785122"/>
                  <a:pt x="999801" y="801891"/>
                </a:cubicBezTo>
                <a:cubicBezTo>
                  <a:pt x="999801" y="818661"/>
                  <a:pt x="986208" y="832255"/>
                  <a:pt x="969438" y="832255"/>
                </a:cubicBezTo>
                <a:cubicBezTo>
                  <a:pt x="952669" y="832255"/>
                  <a:pt x="939075" y="818661"/>
                  <a:pt x="939075" y="801891"/>
                </a:cubicBezTo>
                <a:cubicBezTo>
                  <a:pt x="939075" y="785122"/>
                  <a:pt x="952669" y="771528"/>
                  <a:pt x="969438" y="771528"/>
                </a:cubicBezTo>
                <a:close/>
                <a:moveTo>
                  <a:pt x="896883" y="771528"/>
                </a:moveTo>
                <a:cubicBezTo>
                  <a:pt x="913653" y="771528"/>
                  <a:pt x="927247" y="785122"/>
                  <a:pt x="927247" y="801891"/>
                </a:cubicBezTo>
                <a:cubicBezTo>
                  <a:pt x="927247" y="818661"/>
                  <a:pt x="913653" y="832255"/>
                  <a:pt x="896883" y="832255"/>
                </a:cubicBezTo>
                <a:cubicBezTo>
                  <a:pt x="880114" y="832255"/>
                  <a:pt x="866520" y="818661"/>
                  <a:pt x="866520" y="801891"/>
                </a:cubicBezTo>
                <a:cubicBezTo>
                  <a:pt x="866520" y="785122"/>
                  <a:pt x="880114" y="771528"/>
                  <a:pt x="896883" y="771528"/>
                </a:cubicBezTo>
                <a:close/>
                <a:moveTo>
                  <a:pt x="824329" y="771528"/>
                </a:moveTo>
                <a:cubicBezTo>
                  <a:pt x="841098" y="771528"/>
                  <a:pt x="854692" y="785122"/>
                  <a:pt x="854692" y="801891"/>
                </a:cubicBezTo>
                <a:cubicBezTo>
                  <a:pt x="854692" y="818661"/>
                  <a:pt x="841098" y="832255"/>
                  <a:pt x="824329" y="832255"/>
                </a:cubicBezTo>
                <a:cubicBezTo>
                  <a:pt x="807559" y="832255"/>
                  <a:pt x="793965" y="818661"/>
                  <a:pt x="793965" y="801891"/>
                </a:cubicBezTo>
                <a:cubicBezTo>
                  <a:pt x="793965" y="785122"/>
                  <a:pt x="807559" y="771528"/>
                  <a:pt x="824329" y="771528"/>
                </a:cubicBezTo>
                <a:close/>
                <a:moveTo>
                  <a:pt x="751774" y="771528"/>
                </a:moveTo>
                <a:cubicBezTo>
                  <a:pt x="768544" y="771528"/>
                  <a:pt x="782138" y="785122"/>
                  <a:pt x="782138" y="801891"/>
                </a:cubicBezTo>
                <a:cubicBezTo>
                  <a:pt x="782138" y="818661"/>
                  <a:pt x="768544" y="832255"/>
                  <a:pt x="751774" y="832255"/>
                </a:cubicBezTo>
                <a:cubicBezTo>
                  <a:pt x="735005" y="832255"/>
                  <a:pt x="721411" y="818661"/>
                  <a:pt x="721411" y="801891"/>
                </a:cubicBezTo>
                <a:cubicBezTo>
                  <a:pt x="721411" y="785122"/>
                  <a:pt x="735005" y="771528"/>
                  <a:pt x="751774" y="771528"/>
                </a:cubicBezTo>
                <a:close/>
                <a:moveTo>
                  <a:pt x="679220" y="771528"/>
                </a:moveTo>
                <a:cubicBezTo>
                  <a:pt x="695989" y="771528"/>
                  <a:pt x="709583" y="785122"/>
                  <a:pt x="709583" y="801891"/>
                </a:cubicBezTo>
                <a:cubicBezTo>
                  <a:pt x="709583" y="818661"/>
                  <a:pt x="695989" y="832255"/>
                  <a:pt x="679220" y="832255"/>
                </a:cubicBezTo>
                <a:cubicBezTo>
                  <a:pt x="662450" y="832255"/>
                  <a:pt x="648856" y="818661"/>
                  <a:pt x="648856" y="801891"/>
                </a:cubicBezTo>
                <a:cubicBezTo>
                  <a:pt x="648856" y="785122"/>
                  <a:pt x="662450" y="771528"/>
                  <a:pt x="679220" y="771528"/>
                </a:cubicBezTo>
                <a:close/>
                <a:moveTo>
                  <a:pt x="606665" y="771528"/>
                </a:moveTo>
                <a:cubicBezTo>
                  <a:pt x="623435" y="771528"/>
                  <a:pt x="637029" y="785122"/>
                  <a:pt x="637029" y="801891"/>
                </a:cubicBezTo>
                <a:cubicBezTo>
                  <a:pt x="637029" y="818661"/>
                  <a:pt x="623435" y="832255"/>
                  <a:pt x="606665" y="832255"/>
                </a:cubicBezTo>
                <a:cubicBezTo>
                  <a:pt x="589896" y="832255"/>
                  <a:pt x="576302" y="818661"/>
                  <a:pt x="576302" y="801891"/>
                </a:cubicBezTo>
                <a:cubicBezTo>
                  <a:pt x="576302" y="785122"/>
                  <a:pt x="589896" y="771528"/>
                  <a:pt x="606665" y="771528"/>
                </a:cubicBezTo>
                <a:close/>
                <a:moveTo>
                  <a:pt x="534111" y="771528"/>
                </a:moveTo>
                <a:cubicBezTo>
                  <a:pt x="550880" y="771528"/>
                  <a:pt x="564474" y="785122"/>
                  <a:pt x="564474" y="801891"/>
                </a:cubicBezTo>
                <a:cubicBezTo>
                  <a:pt x="564474" y="818661"/>
                  <a:pt x="550880" y="832255"/>
                  <a:pt x="534111" y="832255"/>
                </a:cubicBezTo>
                <a:cubicBezTo>
                  <a:pt x="517341" y="832255"/>
                  <a:pt x="503747" y="818661"/>
                  <a:pt x="503747" y="801891"/>
                </a:cubicBezTo>
                <a:cubicBezTo>
                  <a:pt x="503747" y="785122"/>
                  <a:pt x="517341" y="771528"/>
                  <a:pt x="534111" y="771528"/>
                </a:cubicBezTo>
                <a:close/>
                <a:moveTo>
                  <a:pt x="461556" y="771528"/>
                </a:moveTo>
                <a:cubicBezTo>
                  <a:pt x="478326" y="771528"/>
                  <a:pt x="491920" y="785122"/>
                  <a:pt x="491920" y="801891"/>
                </a:cubicBezTo>
                <a:cubicBezTo>
                  <a:pt x="491920" y="818661"/>
                  <a:pt x="478326" y="832255"/>
                  <a:pt x="461556" y="832255"/>
                </a:cubicBezTo>
                <a:cubicBezTo>
                  <a:pt x="444787" y="832255"/>
                  <a:pt x="431192" y="818661"/>
                  <a:pt x="431192" y="801891"/>
                </a:cubicBezTo>
                <a:cubicBezTo>
                  <a:pt x="431192" y="785122"/>
                  <a:pt x="444787" y="771528"/>
                  <a:pt x="461556" y="771528"/>
                </a:cubicBezTo>
                <a:close/>
                <a:moveTo>
                  <a:pt x="389002" y="771528"/>
                </a:moveTo>
                <a:cubicBezTo>
                  <a:pt x="405771" y="771528"/>
                  <a:pt x="419365" y="785122"/>
                  <a:pt x="419365" y="801891"/>
                </a:cubicBezTo>
                <a:cubicBezTo>
                  <a:pt x="419365" y="818661"/>
                  <a:pt x="405771" y="832255"/>
                  <a:pt x="389002" y="832255"/>
                </a:cubicBezTo>
                <a:cubicBezTo>
                  <a:pt x="372232" y="832255"/>
                  <a:pt x="358638" y="818661"/>
                  <a:pt x="358638" y="801891"/>
                </a:cubicBezTo>
                <a:cubicBezTo>
                  <a:pt x="358638" y="785122"/>
                  <a:pt x="372232" y="771528"/>
                  <a:pt x="389002" y="771528"/>
                </a:cubicBezTo>
                <a:close/>
                <a:moveTo>
                  <a:pt x="316447" y="771528"/>
                </a:moveTo>
                <a:cubicBezTo>
                  <a:pt x="333216" y="771528"/>
                  <a:pt x="346810" y="785122"/>
                  <a:pt x="346810" y="801891"/>
                </a:cubicBezTo>
                <a:cubicBezTo>
                  <a:pt x="346810" y="818661"/>
                  <a:pt x="333216" y="832255"/>
                  <a:pt x="316447" y="832255"/>
                </a:cubicBezTo>
                <a:cubicBezTo>
                  <a:pt x="299677" y="832255"/>
                  <a:pt x="286084" y="818661"/>
                  <a:pt x="286084" y="801891"/>
                </a:cubicBezTo>
                <a:cubicBezTo>
                  <a:pt x="286084" y="785122"/>
                  <a:pt x="299677" y="771528"/>
                  <a:pt x="316447" y="771528"/>
                </a:cubicBezTo>
                <a:close/>
                <a:moveTo>
                  <a:pt x="243892" y="771528"/>
                </a:moveTo>
                <a:cubicBezTo>
                  <a:pt x="260662" y="771528"/>
                  <a:pt x="274256" y="785122"/>
                  <a:pt x="274256" y="801891"/>
                </a:cubicBezTo>
                <a:cubicBezTo>
                  <a:pt x="274256" y="818661"/>
                  <a:pt x="260662" y="832255"/>
                  <a:pt x="243892" y="832255"/>
                </a:cubicBezTo>
                <a:cubicBezTo>
                  <a:pt x="227123" y="832255"/>
                  <a:pt x="213529" y="818661"/>
                  <a:pt x="213529" y="801891"/>
                </a:cubicBezTo>
                <a:cubicBezTo>
                  <a:pt x="213529" y="785122"/>
                  <a:pt x="227123" y="771528"/>
                  <a:pt x="243892" y="771528"/>
                </a:cubicBezTo>
                <a:close/>
                <a:moveTo>
                  <a:pt x="171339" y="771528"/>
                </a:moveTo>
                <a:cubicBezTo>
                  <a:pt x="188107" y="771528"/>
                  <a:pt x="201701" y="785122"/>
                  <a:pt x="201701" y="801891"/>
                </a:cubicBezTo>
                <a:cubicBezTo>
                  <a:pt x="201701" y="818661"/>
                  <a:pt x="188107" y="832255"/>
                  <a:pt x="171339" y="832255"/>
                </a:cubicBezTo>
                <a:cubicBezTo>
                  <a:pt x="154656" y="832255"/>
                  <a:pt x="141062" y="818661"/>
                  <a:pt x="141062" y="801891"/>
                </a:cubicBezTo>
                <a:cubicBezTo>
                  <a:pt x="141062" y="785122"/>
                  <a:pt x="154656" y="771528"/>
                  <a:pt x="171339" y="771528"/>
                </a:cubicBezTo>
                <a:close/>
                <a:moveTo>
                  <a:pt x="98884" y="771528"/>
                </a:moveTo>
                <a:cubicBezTo>
                  <a:pt x="115646" y="771528"/>
                  <a:pt x="129240" y="785122"/>
                  <a:pt x="129240" y="801891"/>
                </a:cubicBezTo>
                <a:cubicBezTo>
                  <a:pt x="129240" y="818661"/>
                  <a:pt x="115646" y="832255"/>
                  <a:pt x="98884" y="832255"/>
                </a:cubicBezTo>
                <a:cubicBezTo>
                  <a:pt x="82112" y="832255"/>
                  <a:pt x="68517" y="818661"/>
                  <a:pt x="68517" y="801891"/>
                </a:cubicBezTo>
                <a:cubicBezTo>
                  <a:pt x="68517" y="785122"/>
                  <a:pt x="82112" y="771528"/>
                  <a:pt x="98884" y="771528"/>
                </a:cubicBezTo>
                <a:close/>
                <a:moveTo>
                  <a:pt x="26329" y="771528"/>
                </a:moveTo>
                <a:cubicBezTo>
                  <a:pt x="43093" y="771528"/>
                  <a:pt x="56688" y="785122"/>
                  <a:pt x="56688" y="801891"/>
                </a:cubicBezTo>
                <a:cubicBezTo>
                  <a:pt x="56688" y="818661"/>
                  <a:pt x="43093" y="832255"/>
                  <a:pt x="26329" y="832255"/>
                </a:cubicBezTo>
                <a:cubicBezTo>
                  <a:pt x="17944" y="832255"/>
                  <a:pt x="10353" y="828857"/>
                  <a:pt x="4858" y="823362"/>
                </a:cubicBezTo>
                <a:lnTo>
                  <a:pt x="0" y="811633"/>
                </a:lnTo>
                <a:lnTo>
                  <a:pt x="0" y="792150"/>
                </a:lnTo>
                <a:lnTo>
                  <a:pt x="4858" y="780421"/>
                </a:lnTo>
                <a:cubicBezTo>
                  <a:pt x="10353" y="774927"/>
                  <a:pt x="17944" y="771528"/>
                  <a:pt x="26329" y="771528"/>
                </a:cubicBezTo>
                <a:close/>
                <a:moveTo>
                  <a:pt x="1622429" y="691076"/>
                </a:moveTo>
                <a:cubicBezTo>
                  <a:pt x="1630814" y="691076"/>
                  <a:pt x="1638404" y="694475"/>
                  <a:pt x="1643899" y="699969"/>
                </a:cubicBezTo>
                <a:lnTo>
                  <a:pt x="1647739" y="709237"/>
                </a:lnTo>
                <a:lnTo>
                  <a:pt x="1644828" y="728305"/>
                </a:lnTo>
                <a:lnTo>
                  <a:pt x="1640480" y="745215"/>
                </a:lnTo>
                <a:lnTo>
                  <a:pt x="1634248" y="749417"/>
                </a:lnTo>
                <a:cubicBezTo>
                  <a:pt x="1630615" y="750953"/>
                  <a:pt x="1626621" y="751803"/>
                  <a:pt x="1622429" y="751803"/>
                </a:cubicBezTo>
                <a:cubicBezTo>
                  <a:pt x="1605659" y="751803"/>
                  <a:pt x="1592066" y="738209"/>
                  <a:pt x="1592066" y="721440"/>
                </a:cubicBezTo>
                <a:cubicBezTo>
                  <a:pt x="1592066" y="704670"/>
                  <a:pt x="1605659" y="691076"/>
                  <a:pt x="1622429" y="691076"/>
                </a:cubicBezTo>
                <a:close/>
                <a:moveTo>
                  <a:pt x="1549874" y="691076"/>
                </a:moveTo>
                <a:cubicBezTo>
                  <a:pt x="1566644" y="691076"/>
                  <a:pt x="1580238" y="704670"/>
                  <a:pt x="1580238" y="721440"/>
                </a:cubicBezTo>
                <a:cubicBezTo>
                  <a:pt x="1580238" y="738209"/>
                  <a:pt x="1566644" y="751803"/>
                  <a:pt x="1549874" y="751803"/>
                </a:cubicBezTo>
                <a:cubicBezTo>
                  <a:pt x="1533105" y="751803"/>
                  <a:pt x="1519511" y="738209"/>
                  <a:pt x="1519511" y="721440"/>
                </a:cubicBezTo>
                <a:cubicBezTo>
                  <a:pt x="1519511" y="704670"/>
                  <a:pt x="1533105" y="691076"/>
                  <a:pt x="1549874" y="691076"/>
                </a:cubicBezTo>
                <a:close/>
                <a:moveTo>
                  <a:pt x="1477320" y="691076"/>
                </a:moveTo>
                <a:cubicBezTo>
                  <a:pt x="1494089" y="691076"/>
                  <a:pt x="1507683" y="704670"/>
                  <a:pt x="1507683" y="721440"/>
                </a:cubicBezTo>
                <a:cubicBezTo>
                  <a:pt x="1507683" y="738209"/>
                  <a:pt x="1494089" y="751803"/>
                  <a:pt x="1477320" y="751803"/>
                </a:cubicBezTo>
                <a:cubicBezTo>
                  <a:pt x="1460550" y="751803"/>
                  <a:pt x="1446956" y="738209"/>
                  <a:pt x="1446956" y="721440"/>
                </a:cubicBezTo>
                <a:cubicBezTo>
                  <a:pt x="1446956" y="704670"/>
                  <a:pt x="1460550" y="691076"/>
                  <a:pt x="1477320" y="691076"/>
                </a:cubicBezTo>
                <a:close/>
                <a:moveTo>
                  <a:pt x="1404765" y="691076"/>
                </a:moveTo>
                <a:cubicBezTo>
                  <a:pt x="1421535" y="691076"/>
                  <a:pt x="1435129" y="704670"/>
                  <a:pt x="1435129" y="721440"/>
                </a:cubicBezTo>
                <a:cubicBezTo>
                  <a:pt x="1435129" y="738209"/>
                  <a:pt x="1421535" y="751803"/>
                  <a:pt x="1404765" y="751803"/>
                </a:cubicBezTo>
                <a:cubicBezTo>
                  <a:pt x="1387996" y="751803"/>
                  <a:pt x="1374402" y="738209"/>
                  <a:pt x="1374402" y="721440"/>
                </a:cubicBezTo>
                <a:cubicBezTo>
                  <a:pt x="1374402" y="704670"/>
                  <a:pt x="1387996" y="691076"/>
                  <a:pt x="1404765" y="691076"/>
                </a:cubicBezTo>
                <a:close/>
                <a:moveTo>
                  <a:pt x="1332211" y="691076"/>
                </a:moveTo>
                <a:cubicBezTo>
                  <a:pt x="1348980" y="691076"/>
                  <a:pt x="1362574" y="704670"/>
                  <a:pt x="1362574" y="721440"/>
                </a:cubicBezTo>
                <a:cubicBezTo>
                  <a:pt x="1362574" y="738209"/>
                  <a:pt x="1348980" y="751803"/>
                  <a:pt x="1332211" y="751803"/>
                </a:cubicBezTo>
                <a:cubicBezTo>
                  <a:pt x="1315441" y="751803"/>
                  <a:pt x="1301847" y="738209"/>
                  <a:pt x="1301847" y="721440"/>
                </a:cubicBezTo>
                <a:cubicBezTo>
                  <a:pt x="1301847" y="704670"/>
                  <a:pt x="1315441" y="691076"/>
                  <a:pt x="1332211" y="691076"/>
                </a:cubicBezTo>
                <a:close/>
                <a:moveTo>
                  <a:pt x="1259656" y="691076"/>
                </a:moveTo>
                <a:cubicBezTo>
                  <a:pt x="1276426" y="691076"/>
                  <a:pt x="1290020" y="704670"/>
                  <a:pt x="1290020" y="721440"/>
                </a:cubicBezTo>
                <a:cubicBezTo>
                  <a:pt x="1290020" y="738209"/>
                  <a:pt x="1276426" y="751803"/>
                  <a:pt x="1259656" y="751803"/>
                </a:cubicBezTo>
                <a:cubicBezTo>
                  <a:pt x="1242887" y="751803"/>
                  <a:pt x="1229293" y="738209"/>
                  <a:pt x="1229293" y="721440"/>
                </a:cubicBezTo>
                <a:cubicBezTo>
                  <a:pt x="1229293" y="704670"/>
                  <a:pt x="1242887" y="691076"/>
                  <a:pt x="1259656" y="691076"/>
                </a:cubicBezTo>
                <a:close/>
                <a:moveTo>
                  <a:pt x="1187102" y="691076"/>
                </a:moveTo>
                <a:cubicBezTo>
                  <a:pt x="1203871" y="691076"/>
                  <a:pt x="1217465" y="704670"/>
                  <a:pt x="1217465" y="721440"/>
                </a:cubicBezTo>
                <a:cubicBezTo>
                  <a:pt x="1217465" y="738209"/>
                  <a:pt x="1203871" y="751803"/>
                  <a:pt x="1187102" y="751803"/>
                </a:cubicBezTo>
                <a:cubicBezTo>
                  <a:pt x="1170332" y="751803"/>
                  <a:pt x="1156738" y="738209"/>
                  <a:pt x="1156738" y="721440"/>
                </a:cubicBezTo>
                <a:cubicBezTo>
                  <a:pt x="1156738" y="704670"/>
                  <a:pt x="1170332" y="691076"/>
                  <a:pt x="1187102" y="691076"/>
                </a:cubicBezTo>
                <a:close/>
                <a:moveTo>
                  <a:pt x="1114547" y="691076"/>
                </a:moveTo>
                <a:cubicBezTo>
                  <a:pt x="1131317" y="691076"/>
                  <a:pt x="1144911" y="704670"/>
                  <a:pt x="1144911" y="721440"/>
                </a:cubicBezTo>
                <a:cubicBezTo>
                  <a:pt x="1144911" y="738209"/>
                  <a:pt x="1131317" y="751803"/>
                  <a:pt x="1114547" y="751803"/>
                </a:cubicBezTo>
                <a:cubicBezTo>
                  <a:pt x="1097778" y="751803"/>
                  <a:pt x="1084184" y="738209"/>
                  <a:pt x="1084184" y="721440"/>
                </a:cubicBezTo>
                <a:cubicBezTo>
                  <a:pt x="1084184" y="704670"/>
                  <a:pt x="1097778" y="691076"/>
                  <a:pt x="1114547" y="691076"/>
                </a:cubicBezTo>
                <a:close/>
                <a:moveTo>
                  <a:pt x="1041993" y="691076"/>
                </a:moveTo>
                <a:cubicBezTo>
                  <a:pt x="1058762" y="691076"/>
                  <a:pt x="1072356" y="704670"/>
                  <a:pt x="1072356" y="721440"/>
                </a:cubicBezTo>
                <a:cubicBezTo>
                  <a:pt x="1072356" y="738209"/>
                  <a:pt x="1058762" y="751803"/>
                  <a:pt x="1041993" y="751803"/>
                </a:cubicBezTo>
                <a:cubicBezTo>
                  <a:pt x="1025223" y="751803"/>
                  <a:pt x="1011629" y="738209"/>
                  <a:pt x="1011629" y="721440"/>
                </a:cubicBezTo>
                <a:cubicBezTo>
                  <a:pt x="1011629" y="704670"/>
                  <a:pt x="1025223" y="691076"/>
                  <a:pt x="1041993" y="691076"/>
                </a:cubicBezTo>
                <a:close/>
                <a:moveTo>
                  <a:pt x="969438" y="691076"/>
                </a:moveTo>
                <a:cubicBezTo>
                  <a:pt x="986208" y="691076"/>
                  <a:pt x="999801" y="704670"/>
                  <a:pt x="999801" y="721440"/>
                </a:cubicBezTo>
                <a:cubicBezTo>
                  <a:pt x="999801" y="738209"/>
                  <a:pt x="986208" y="751803"/>
                  <a:pt x="969438" y="751803"/>
                </a:cubicBezTo>
                <a:cubicBezTo>
                  <a:pt x="952669" y="751803"/>
                  <a:pt x="939075" y="738209"/>
                  <a:pt x="939075" y="721440"/>
                </a:cubicBezTo>
                <a:cubicBezTo>
                  <a:pt x="939075" y="704670"/>
                  <a:pt x="952669" y="691076"/>
                  <a:pt x="969438" y="691076"/>
                </a:cubicBezTo>
                <a:close/>
                <a:moveTo>
                  <a:pt x="896883" y="691076"/>
                </a:moveTo>
                <a:cubicBezTo>
                  <a:pt x="913653" y="691076"/>
                  <a:pt x="927247" y="704670"/>
                  <a:pt x="927247" y="721440"/>
                </a:cubicBezTo>
                <a:cubicBezTo>
                  <a:pt x="927247" y="738209"/>
                  <a:pt x="913653" y="751803"/>
                  <a:pt x="896883" y="751803"/>
                </a:cubicBezTo>
                <a:cubicBezTo>
                  <a:pt x="880114" y="751803"/>
                  <a:pt x="866520" y="738209"/>
                  <a:pt x="866520" y="721440"/>
                </a:cubicBezTo>
                <a:cubicBezTo>
                  <a:pt x="866520" y="704670"/>
                  <a:pt x="880114" y="691076"/>
                  <a:pt x="896883" y="691076"/>
                </a:cubicBezTo>
                <a:close/>
                <a:moveTo>
                  <a:pt x="824329" y="691076"/>
                </a:moveTo>
                <a:cubicBezTo>
                  <a:pt x="841098" y="691076"/>
                  <a:pt x="854692" y="704670"/>
                  <a:pt x="854692" y="721440"/>
                </a:cubicBezTo>
                <a:cubicBezTo>
                  <a:pt x="854692" y="738209"/>
                  <a:pt x="841098" y="751803"/>
                  <a:pt x="824329" y="751803"/>
                </a:cubicBezTo>
                <a:cubicBezTo>
                  <a:pt x="807559" y="751803"/>
                  <a:pt x="793965" y="738209"/>
                  <a:pt x="793965" y="721440"/>
                </a:cubicBezTo>
                <a:cubicBezTo>
                  <a:pt x="793965" y="704670"/>
                  <a:pt x="807559" y="691076"/>
                  <a:pt x="824329" y="691076"/>
                </a:cubicBezTo>
                <a:close/>
                <a:moveTo>
                  <a:pt x="751774" y="691076"/>
                </a:moveTo>
                <a:cubicBezTo>
                  <a:pt x="768544" y="691076"/>
                  <a:pt x="782138" y="704670"/>
                  <a:pt x="782138" y="721440"/>
                </a:cubicBezTo>
                <a:cubicBezTo>
                  <a:pt x="782138" y="738209"/>
                  <a:pt x="768544" y="751803"/>
                  <a:pt x="751774" y="751803"/>
                </a:cubicBezTo>
                <a:cubicBezTo>
                  <a:pt x="735005" y="751803"/>
                  <a:pt x="721411" y="738209"/>
                  <a:pt x="721411" y="721440"/>
                </a:cubicBezTo>
                <a:cubicBezTo>
                  <a:pt x="721411" y="704670"/>
                  <a:pt x="735005" y="691076"/>
                  <a:pt x="751774" y="691076"/>
                </a:cubicBezTo>
                <a:close/>
                <a:moveTo>
                  <a:pt x="679220" y="691076"/>
                </a:moveTo>
                <a:cubicBezTo>
                  <a:pt x="695989" y="691076"/>
                  <a:pt x="709583" y="704670"/>
                  <a:pt x="709583" y="721440"/>
                </a:cubicBezTo>
                <a:cubicBezTo>
                  <a:pt x="709583" y="738209"/>
                  <a:pt x="695989" y="751803"/>
                  <a:pt x="679220" y="751803"/>
                </a:cubicBezTo>
                <a:cubicBezTo>
                  <a:pt x="662450" y="751803"/>
                  <a:pt x="648856" y="738209"/>
                  <a:pt x="648856" y="721440"/>
                </a:cubicBezTo>
                <a:cubicBezTo>
                  <a:pt x="648856" y="704670"/>
                  <a:pt x="662450" y="691076"/>
                  <a:pt x="679220" y="691076"/>
                </a:cubicBezTo>
                <a:close/>
                <a:moveTo>
                  <a:pt x="606665" y="691076"/>
                </a:moveTo>
                <a:cubicBezTo>
                  <a:pt x="623435" y="691076"/>
                  <a:pt x="637029" y="704670"/>
                  <a:pt x="637029" y="721440"/>
                </a:cubicBezTo>
                <a:cubicBezTo>
                  <a:pt x="637029" y="738209"/>
                  <a:pt x="623435" y="751803"/>
                  <a:pt x="606665" y="751803"/>
                </a:cubicBezTo>
                <a:cubicBezTo>
                  <a:pt x="589896" y="751803"/>
                  <a:pt x="576302" y="738209"/>
                  <a:pt x="576302" y="721440"/>
                </a:cubicBezTo>
                <a:cubicBezTo>
                  <a:pt x="576302" y="704670"/>
                  <a:pt x="589896" y="691076"/>
                  <a:pt x="606665" y="691076"/>
                </a:cubicBezTo>
                <a:close/>
                <a:moveTo>
                  <a:pt x="534111" y="691076"/>
                </a:moveTo>
                <a:cubicBezTo>
                  <a:pt x="550880" y="691076"/>
                  <a:pt x="564474" y="704670"/>
                  <a:pt x="564474" y="721440"/>
                </a:cubicBezTo>
                <a:cubicBezTo>
                  <a:pt x="564474" y="738209"/>
                  <a:pt x="550880" y="751803"/>
                  <a:pt x="534111" y="751803"/>
                </a:cubicBezTo>
                <a:cubicBezTo>
                  <a:pt x="517341" y="751803"/>
                  <a:pt x="503747" y="738209"/>
                  <a:pt x="503747" y="721440"/>
                </a:cubicBezTo>
                <a:cubicBezTo>
                  <a:pt x="503747" y="704670"/>
                  <a:pt x="517341" y="691076"/>
                  <a:pt x="534111" y="691076"/>
                </a:cubicBezTo>
                <a:close/>
                <a:moveTo>
                  <a:pt x="461556" y="691076"/>
                </a:moveTo>
                <a:cubicBezTo>
                  <a:pt x="478326" y="691076"/>
                  <a:pt x="491920" y="704670"/>
                  <a:pt x="491920" y="721440"/>
                </a:cubicBezTo>
                <a:cubicBezTo>
                  <a:pt x="491920" y="738209"/>
                  <a:pt x="478326" y="751803"/>
                  <a:pt x="461556" y="751803"/>
                </a:cubicBezTo>
                <a:cubicBezTo>
                  <a:pt x="444787" y="751803"/>
                  <a:pt x="431192" y="738209"/>
                  <a:pt x="431192" y="721440"/>
                </a:cubicBezTo>
                <a:cubicBezTo>
                  <a:pt x="431192" y="704670"/>
                  <a:pt x="444787" y="691076"/>
                  <a:pt x="461556" y="691076"/>
                </a:cubicBezTo>
                <a:close/>
                <a:moveTo>
                  <a:pt x="389002" y="691076"/>
                </a:moveTo>
                <a:cubicBezTo>
                  <a:pt x="405771" y="691076"/>
                  <a:pt x="419365" y="704670"/>
                  <a:pt x="419365" y="721440"/>
                </a:cubicBezTo>
                <a:cubicBezTo>
                  <a:pt x="419365" y="738209"/>
                  <a:pt x="405771" y="751803"/>
                  <a:pt x="389002" y="751803"/>
                </a:cubicBezTo>
                <a:cubicBezTo>
                  <a:pt x="372232" y="751803"/>
                  <a:pt x="358638" y="738209"/>
                  <a:pt x="358638" y="721440"/>
                </a:cubicBezTo>
                <a:cubicBezTo>
                  <a:pt x="358638" y="704670"/>
                  <a:pt x="372232" y="691076"/>
                  <a:pt x="389002" y="691076"/>
                </a:cubicBezTo>
                <a:close/>
                <a:moveTo>
                  <a:pt x="316447" y="691076"/>
                </a:moveTo>
                <a:cubicBezTo>
                  <a:pt x="333216" y="691076"/>
                  <a:pt x="346810" y="704670"/>
                  <a:pt x="346810" y="721440"/>
                </a:cubicBezTo>
                <a:cubicBezTo>
                  <a:pt x="346810" y="738209"/>
                  <a:pt x="333216" y="751803"/>
                  <a:pt x="316447" y="751803"/>
                </a:cubicBezTo>
                <a:cubicBezTo>
                  <a:pt x="299677" y="751803"/>
                  <a:pt x="286084" y="738209"/>
                  <a:pt x="286084" y="721440"/>
                </a:cubicBezTo>
                <a:cubicBezTo>
                  <a:pt x="286084" y="704670"/>
                  <a:pt x="299677" y="691076"/>
                  <a:pt x="316447" y="691076"/>
                </a:cubicBezTo>
                <a:close/>
                <a:moveTo>
                  <a:pt x="243892" y="691076"/>
                </a:moveTo>
                <a:cubicBezTo>
                  <a:pt x="260662" y="691076"/>
                  <a:pt x="274256" y="704670"/>
                  <a:pt x="274256" y="721440"/>
                </a:cubicBezTo>
                <a:cubicBezTo>
                  <a:pt x="274256" y="738209"/>
                  <a:pt x="260662" y="751803"/>
                  <a:pt x="243892" y="751803"/>
                </a:cubicBezTo>
                <a:cubicBezTo>
                  <a:pt x="227123" y="751803"/>
                  <a:pt x="213529" y="738209"/>
                  <a:pt x="213529" y="721440"/>
                </a:cubicBezTo>
                <a:cubicBezTo>
                  <a:pt x="213529" y="704670"/>
                  <a:pt x="227123" y="691076"/>
                  <a:pt x="243892" y="691076"/>
                </a:cubicBezTo>
                <a:close/>
                <a:moveTo>
                  <a:pt x="171339" y="691076"/>
                </a:moveTo>
                <a:cubicBezTo>
                  <a:pt x="188107" y="691076"/>
                  <a:pt x="201701" y="704670"/>
                  <a:pt x="201701" y="721440"/>
                </a:cubicBezTo>
                <a:cubicBezTo>
                  <a:pt x="201701" y="738209"/>
                  <a:pt x="188107" y="751803"/>
                  <a:pt x="171339" y="751803"/>
                </a:cubicBezTo>
                <a:cubicBezTo>
                  <a:pt x="154662" y="751803"/>
                  <a:pt x="141067" y="738209"/>
                  <a:pt x="141067" y="721440"/>
                </a:cubicBezTo>
                <a:cubicBezTo>
                  <a:pt x="141067" y="704670"/>
                  <a:pt x="154662" y="691076"/>
                  <a:pt x="171339" y="691076"/>
                </a:cubicBezTo>
                <a:close/>
                <a:moveTo>
                  <a:pt x="98890" y="691076"/>
                </a:moveTo>
                <a:cubicBezTo>
                  <a:pt x="115653" y="691076"/>
                  <a:pt x="129246" y="704670"/>
                  <a:pt x="129246" y="721440"/>
                </a:cubicBezTo>
                <a:cubicBezTo>
                  <a:pt x="129246" y="738209"/>
                  <a:pt x="115653" y="751803"/>
                  <a:pt x="98890" y="751803"/>
                </a:cubicBezTo>
                <a:cubicBezTo>
                  <a:pt x="82117" y="751803"/>
                  <a:pt x="68523" y="738209"/>
                  <a:pt x="68523" y="721440"/>
                </a:cubicBezTo>
                <a:cubicBezTo>
                  <a:pt x="68523" y="704670"/>
                  <a:pt x="82117" y="691076"/>
                  <a:pt x="98890" y="691076"/>
                </a:cubicBezTo>
                <a:close/>
                <a:moveTo>
                  <a:pt x="26336" y="691076"/>
                </a:moveTo>
                <a:cubicBezTo>
                  <a:pt x="43099" y="691076"/>
                  <a:pt x="56694" y="704670"/>
                  <a:pt x="56694" y="721440"/>
                </a:cubicBezTo>
                <a:cubicBezTo>
                  <a:pt x="56694" y="738209"/>
                  <a:pt x="43099" y="751803"/>
                  <a:pt x="26336" y="751803"/>
                </a:cubicBezTo>
                <a:cubicBezTo>
                  <a:pt x="17950" y="751803"/>
                  <a:pt x="10359" y="748405"/>
                  <a:pt x="4864" y="742910"/>
                </a:cubicBezTo>
                <a:lnTo>
                  <a:pt x="0" y="731167"/>
                </a:lnTo>
                <a:lnTo>
                  <a:pt x="0" y="711713"/>
                </a:lnTo>
                <a:lnTo>
                  <a:pt x="4864" y="699969"/>
                </a:lnTo>
                <a:cubicBezTo>
                  <a:pt x="10359" y="694475"/>
                  <a:pt x="17950" y="691076"/>
                  <a:pt x="26336" y="691076"/>
                </a:cubicBezTo>
                <a:close/>
                <a:moveTo>
                  <a:pt x="1622429" y="610624"/>
                </a:moveTo>
                <a:cubicBezTo>
                  <a:pt x="1639199" y="610624"/>
                  <a:pt x="1652792" y="624218"/>
                  <a:pt x="1652792" y="640988"/>
                </a:cubicBezTo>
                <a:cubicBezTo>
                  <a:pt x="1652792" y="657757"/>
                  <a:pt x="1639199" y="671351"/>
                  <a:pt x="1622429" y="671351"/>
                </a:cubicBezTo>
                <a:cubicBezTo>
                  <a:pt x="1605659" y="671351"/>
                  <a:pt x="1592066" y="657757"/>
                  <a:pt x="1592066" y="640988"/>
                </a:cubicBezTo>
                <a:cubicBezTo>
                  <a:pt x="1592066" y="624218"/>
                  <a:pt x="1605659" y="610624"/>
                  <a:pt x="1622429" y="610624"/>
                </a:cubicBezTo>
                <a:close/>
                <a:moveTo>
                  <a:pt x="1549874" y="610624"/>
                </a:moveTo>
                <a:cubicBezTo>
                  <a:pt x="1566644" y="610624"/>
                  <a:pt x="1580238" y="624218"/>
                  <a:pt x="1580238" y="640988"/>
                </a:cubicBezTo>
                <a:cubicBezTo>
                  <a:pt x="1580238" y="657757"/>
                  <a:pt x="1566644" y="671351"/>
                  <a:pt x="1549874" y="671351"/>
                </a:cubicBezTo>
                <a:cubicBezTo>
                  <a:pt x="1533105" y="671351"/>
                  <a:pt x="1519511" y="657757"/>
                  <a:pt x="1519511" y="640988"/>
                </a:cubicBezTo>
                <a:cubicBezTo>
                  <a:pt x="1519511" y="624218"/>
                  <a:pt x="1533105" y="610624"/>
                  <a:pt x="1549874" y="610624"/>
                </a:cubicBezTo>
                <a:close/>
                <a:moveTo>
                  <a:pt x="1477320" y="610624"/>
                </a:moveTo>
                <a:cubicBezTo>
                  <a:pt x="1494089" y="610624"/>
                  <a:pt x="1507683" y="624218"/>
                  <a:pt x="1507683" y="640988"/>
                </a:cubicBezTo>
                <a:cubicBezTo>
                  <a:pt x="1507683" y="657757"/>
                  <a:pt x="1494089" y="671351"/>
                  <a:pt x="1477320" y="671351"/>
                </a:cubicBezTo>
                <a:cubicBezTo>
                  <a:pt x="1460550" y="671351"/>
                  <a:pt x="1446956" y="657757"/>
                  <a:pt x="1446956" y="640988"/>
                </a:cubicBezTo>
                <a:cubicBezTo>
                  <a:pt x="1446956" y="624218"/>
                  <a:pt x="1460550" y="610624"/>
                  <a:pt x="1477320" y="610624"/>
                </a:cubicBezTo>
                <a:close/>
                <a:moveTo>
                  <a:pt x="1404765" y="610624"/>
                </a:moveTo>
                <a:cubicBezTo>
                  <a:pt x="1421535" y="610624"/>
                  <a:pt x="1435129" y="624218"/>
                  <a:pt x="1435129" y="640988"/>
                </a:cubicBezTo>
                <a:cubicBezTo>
                  <a:pt x="1435129" y="657757"/>
                  <a:pt x="1421535" y="671351"/>
                  <a:pt x="1404765" y="671351"/>
                </a:cubicBezTo>
                <a:cubicBezTo>
                  <a:pt x="1387996" y="671351"/>
                  <a:pt x="1374402" y="657757"/>
                  <a:pt x="1374402" y="640988"/>
                </a:cubicBezTo>
                <a:cubicBezTo>
                  <a:pt x="1374402" y="624218"/>
                  <a:pt x="1387996" y="610624"/>
                  <a:pt x="1404765" y="610624"/>
                </a:cubicBezTo>
                <a:close/>
                <a:moveTo>
                  <a:pt x="1332211" y="610624"/>
                </a:moveTo>
                <a:cubicBezTo>
                  <a:pt x="1348980" y="610624"/>
                  <a:pt x="1362574" y="624218"/>
                  <a:pt x="1362574" y="640988"/>
                </a:cubicBezTo>
                <a:cubicBezTo>
                  <a:pt x="1362574" y="657757"/>
                  <a:pt x="1348980" y="671351"/>
                  <a:pt x="1332211" y="671351"/>
                </a:cubicBezTo>
                <a:cubicBezTo>
                  <a:pt x="1315441" y="671351"/>
                  <a:pt x="1301847" y="657757"/>
                  <a:pt x="1301847" y="640988"/>
                </a:cubicBezTo>
                <a:cubicBezTo>
                  <a:pt x="1301847" y="624218"/>
                  <a:pt x="1315441" y="610624"/>
                  <a:pt x="1332211" y="610624"/>
                </a:cubicBezTo>
                <a:close/>
                <a:moveTo>
                  <a:pt x="1259656" y="610624"/>
                </a:moveTo>
                <a:cubicBezTo>
                  <a:pt x="1276426" y="610624"/>
                  <a:pt x="1290020" y="624218"/>
                  <a:pt x="1290020" y="640988"/>
                </a:cubicBezTo>
                <a:cubicBezTo>
                  <a:pt x="1290020" y="657757"/>
                  <a:pt x="1276426" y="671351"/>
                  <a:pt x="1259656" y="671351"/>
                </a:cubicBezTo>
                <a:cubicBezTo>
                  <a:pt x="1242887" y="671351"/>
                  <a:pt x="1229293" y="657757"/>
                  <a:pt x="1229293" y="640988"/>
                </a:cubicBezTo>
                <a:cubicBezTo>
                  <a:pt x="1229293" y="624218"/>
                  <a:pt x="1242887" y="610624"/>
                  <a:pt x="1259656" y="610624"/>
                </a:cubicBezTo>
                <a:close/>
                <a:moveTo>
                  <a:pt x="1187102" y="610624"/>
                </a:moveTo>
                <a:cubicBezTo>
                  <a:pt x="1203871" y="610624"/>
                  <a:pt x="1217465" y="624218"/>
                  <a:pt x="1217465" y="640988"/>
                </a:cubicBezTo>
                <a:cubicBezTo>
                  <a:pt x="1217465" y="657757"/>
                  <a:pt x="1203871" y="671351"/>
                  <a:pt x="1187102" y="671351"/>
                </a:cubicBezTo>
                <a:cubicBezTo>
                  <a:pt x="1170332" y="671351"/>
                  <a:pt x="1156738" y="657757"/>
                  <a:pt x="1156738" y="640988"/>
                </a:cubicBezTo>
                <a:cubicBezTo>
                  <a:pt x="1156738" y="624218"/>
                  <a:pt x="1170332" y="610624"/>
                  <a:pt x="1187102" y="610624"/>
                </a:cubicBezTo>
                <a:close/>
                <a:moveTo>
                  <a:pt x="1114547" y="610624"/>
                </a:moveTo>
                <a:cubicBezTo>
                  <a:pt x="1131317" y="610624"/>
                  <a:pt x="1144911" y="624218"/>
                  <a:pt x="1144911" y="640988"/>
                </a:cubicBezTo>
                <a:cubicBezTo>
                  <a:pt x="1144911" y="657757"/>
                  <a:pt x="1131317" y="671351"/>
                  <a:pt x="1114547" y="671351"/>
                </a:cubicBezTo>
                <a:cubicBezTo>
                  <a:pt x="1097778" y="671351"/>
                  <a:pt x="1084184" y="657757"/>
                  <a:pt x="1084184" y="640988"/>
                </a:cubicBezTo>
                <a:cubicBezTo>
                  <a:pt x="1084184" y="624218"/>
                  <a:pt x="1097778" y="610624"/>
                  <a:pt x="1114547" y="610624"/>
                </a:cubicBezTo>
                <a:close/>
                <a:moveTo>
                  <a:pt x="1041993" y="610624"/>
                </a:moveTo>
                <a:cubicBezTo>
                  <a:pt x="1058762" y="610624"/>
                  <a:pt x="1072356" y="624218"/>
                  <a:pt x="1072356" y="640988"/>
                </a:cubicBezTo>
                <a:cubicBezTo>
                  <a:pt x="1072356" y="657757"/>
                  <a:pt x="1058762" y="671351"/>
                  <a:pt x="1041993" y="671351"/>
                </a:cubicBezTo>
                <a:cubicBezTo>
                  <a:pt x="1025223" y="671351"/>
                  <a:pt x="1011629" y="657757"/>
                  <a:pt x="1011629" y="640988"/>
                </a:cubicBezTo>
                <a:cubicBezTo>
                  <a:pt x="1011629" y="624218"/>
                  <a:pt x="1025223" y="610624"/>
                  <a:pt x="1041993" y="610624"/>
                </a:cubicBezTo>
                <a:close/>
                <a:moveTo>
                  <a:pt x="969438" y="610624"/>
                </a:moveTo>
                <a:cubicBezTo>
                  <a:pt x="986208" y="610624"/>
                  <a:pt x="999801" y="624218"/>
                  <a:pt x="999801" y="640988"/>
                </a:cubicBezTo>
                <a:cubicBezTo>
                  <a:pt x="999801" y="657757"/>
                  <a:pt x="986208" y="671351"/>
                  <a:pt x="969438" y="671351"/>
                </a:cubicBezTo>
                <a:cubicBezTo>
                  <a:pt x="952669" y="671351"/>
                  <a:pt x="939075" y="657757"/>
                  <a:pt x="939075" y="640988"/>
                </a:cubicBezTo>
                <a:cubicBezTo>
                  <a:pt x="939075" y="624218"/>
                  <a:pt x="952669" y="610624"/>
                  <a:pt x="969438" y="610624"/>
                </a:cubicBezTo>
                <a:close/>
                <a:moveTo>
                  <a:pt x="896883" y="610624"/>
                </a:moveTo>
                <a:cubicBezTo>
                  <a:pt x="913653" y="610624"/>
                  <a:pt x="927247" y="624218"/>
                  <a:pt x="927247" y="640988"/>
                </a:cubicBezTo>
                <a:cubicBezTo>
                  <a:pt x="927247" y="657757"/>
                  <a:pt x="913653" y="671351"/>
                  <a:pt x="896883" y="671351"/>
                </a:cubicBezTo>
                <a:cubicBezTo>
                  <a:pt x="880114" y="671351"/>
                  <a:pt x="866520" y="657757"/>
                  <a:pt x="866520" y="640988"/>
                </a:cubicBezTo>
                <a:cubicBezTo>
                  <a:pt x="866520" y="624218"/>
                  <a:pt x="880114" y="610624"/>
                  <a:pt x="896883" y="610624"/>
                </a:cubicBezTo>
                <a:close/>
                <a:moveTo>
                  <a:pt x="824329" y="610624"/>
                </a:moveTo>
                <a:cubicBezTo>
                  <a:pt x="841098" y="610624"/>
                  <a:pt x="854692" y="624218"/>
                  <a:pt x="854692" y="640988"/>
                </a:cubicBezTo>
                <a:cubicBezTo>
                  <a:pt x="854692" y="657757"/>
                  <a:pt x="841098" y="671351"/>
                  <a:pt x="824329" y="671351"/>
                </a:cubicBezTo>
                <a:cubicBezTo>
                  <a:pt x="807559" y="671351"/>
                  <a:pt x="793965" y="657757"/>
                  <a:pt x="793965" y="640988"/>
                </a:cubicBezTo>
                <a:cubicBezTo>
                  <a:pt x="793965" y="624218"/>
                  <a:pt x="807559" y="610624"/>
                  <a:pt x="824329" y="610624"/>
                </a:cubicBezTo>
                <a:close/>
                <a:moveTo>
                  <a:pt x="751774" y="610624"/>
                </a:moveTo>
                <a:cubicBezTo>
                  <a:pt x="768544" y="610624"/>
                  <a:pt x="782138" y="624218"/>
                  <a:pt x="782138" y="640988"/>
                </a:cubicBezTo>
                <a:cubicBezTo>
                  <a:pt x="782138" y="657757"/>
                  <a:pt x="768544" y="671351"/>
                  <a:pt x="751774" y="671351"/>
                </a:cubicBezTo>
                <a:cubicBezTo>
                  <a:pt x="735005" y="671351"/>
                  <a:pt x="721411" y="657757"/>
                  <a:pt x="721411" y="640988"/>
                </a:cubicBezTo>
                <a:cubicBezTo>
                  <a:pt x="721411" y="624218"/>
                  <a:pt x="735005" y="610624"/>
                  <a:pt x="751774" y="610624"/>
                </a:cubicBezTo>
                <a:close/>
                <a:moveTo>
                  <a:pt x="679220" y="610624"/>
                </a:moveTo>
                <a:cubicBezTo>
                  <a:pt x="695989" y="610624"/>
                  <a:pt x="709583" y="624218"/>
                  <a:pt x="709583" y="640988"/>
                </a:cubicBezTo>
                <a:cubicBezTo>
                  <a:pt x="709583" y="657757"/>
                  <a:pt x="695989" y="671351"/>
                  <a:pt x="679220" y="671351"/>
                </a:cubicBezTo>
                <a:cubicBezTo>
                  <a:pt x="662450" y="671351"/>
                  <a:pt x="648856" y="657757"/>
                  <a:pt x="648856" y="640988"/>
                </a:cubicBezTo>
                <a:cubicBezTo>
                  <a:pt x="648856" y="624218"/>
                  <a:pt x="662450" y="610624"/>
                  <a:pt x="679220" y="610624"/>
                </a:cubicBezTo>
                <a:close/>
                <a:moveTo>
                  <a:pt x="606665" y="610624"/>
                </a:moveTo>
                <a:cubicBezTo>
                  <a:pt x="623435" y="610624"/>
                  <a:pt x="637029" y="624218"/>
                  <a:pt x="637029" y="640988"/>
                </a:cubicBezTo>
                <a:cubicBezTo>
                  <a:pt x="637029" y="657757"/>
                  <a:pt x="623435" y="671351"/>
                  <a:pt x="606665" y="671351"/>
                </a:cubicBezTo>
                <a:cubicBezTo>
                  <a:pt x="589896" y="671351"/>
                  <a:pt x="576302" y="657757"/>
                  <a:pt x="576302" y="640988"/>
                </a:cubicBezTo>
                <a:cubicBezTo>
                  <a:pt x="576302" y="624218"/>
                  <a:pt x="589896" y="610624"/>
                  <a:pt x="606665" y="610624"/>
                </a:cubicBezTo>
                <a:close/>
                <a:moveTo>
                  <a:pt x="534111" y="610624"/>
                </a:moveTo>
                <a:cubicBezTo>
                  <a:pt x="550880" y="610624"/>
                  <a:pt x="564474" y="624218"/>
                  <a:pt x="564474" y="640988"/>
                </a:cubicBezTo>
                <a:cubicBezTo>
                  <a:pt x="564474" y="657757"/>
                  <a:pt x="550880" y="671351"/>
                  <a:pt x="534111" y="671351"/>
                </a:cubicBezTo>
                <a:cubicBezTo>
                  <a:pt x="517341" y="671351"/>
                  <a:pt x="503747" y="657757"/>
                  <a:pt x="503747" y="640988"/>
                </a:cubicBezTo>
                <a:cubicBezTo>
                  <a:pt x="503747" y="624218"/>
                  <a:pt x="517341" y="610624"/>
                  <a:pt x="534111" y="610624"/>
                </a:cubicBezTo>
                <a:close/>
                <a:moveTo>
                  <a:pt x="461556" y="610624"/>
                </a:moveTo>
                <a:cubicBezTo>
                  <a:pt x="478326" y="610624"/>
                  <a:pt x="491920" y="624218"/>
                  <a:pt x="491920" y="640988"/>
                </a:cubicBezTo>
                <a:cubicBezTo>
                  <a:pt x="491920" y="657757"/>
                  <a:pt x="478326" y="671351"/>
                  <a:pt x="461556" y="671351"/>
                </a:cubicBezTo>
                <a:cubicBezTo>
                  <a:pt x="444787" y="671351"/>
                  <a:pt x="431192" y="657757"/>
                  <a:pt x="431192" y="640988"/>
                </a:cubicBezTo>
                <a:cubicBezTo>
                  <a:pt x="431192" y="624218"/>
                  <a:pt x="444787" y="610624"/>
                  <a:pt x="461556" y="610624"/>
                </a:cubicBezTo>
                <a:close/>
                <a:moveTo>
                  <a:pt x="389002" y="610624"/>
                </a:moveTo>
                <a:cubicBezTo>
                  <a:pt x="405771" y="610624"/>
                  <a:pt x="419365" y="624218"/>
                  <a:pt x="419365" y="640988"/>
                </a:cubicBezTo>
                <a:cubicBezTo>
                  <a:pt x="419365" y="657757"/>
                  <a:pt x="405771" y="671351"/>
                  <a:pt x="389002" y="671351"/>
                </a:cubicBezTo>
                <a:cubicBezTo>
                  <a:pt x="372232" y="671351"/>
                  <a:pt x="358638" y="657757"/>
                  <a:pt x="358638" y="640988"/>
                </a:cubicBezTo>
                <a:cubicBezTo>
                  <a:pt x="358638" y="624218"/>
                  <a:pt x="372232" y="610624"/>
                  <a:pt x="389002" y="610624"/>
                </a:cubicBezTo>
                <a:close/>
                <a:moveTo>
                  <a:pt x="316447" y="610624"/>
                </a:moveTo>
                <a:cubicBezTo>
                  <a:pt x="333216" y="610624"/>
                  <a:pt x="346810" y="624218"/>
                  <a:pt x="346810" y="640988"/>
                </a:cubicBezTo>
                <a:cubicBezTo>
                  <a:pt x="346810" y="657757"/>
                  <a:pt x="333216" y="671351"/>
                  <a:pt x="316447" y="671351"/>
                </a:cubicBezTo>
                <a:cubicBezTo>
                  <a:pt x="299677" y="671351"/>
                  <a:pt x="286084" y="657757"/>
                  <a:pt x="286084" y="640988"/>
                </a:cubicBezTo>
                <a:cubicBezTo>
                  <a:pt x="286084" y="624218"/>
                  <a:pt x="299677" y="610624"/>
                  <a:pt x="316447" y="610624"/>
                </a:cubicBezTo>
                <a:close/>
                <a:moveTo>
                  <a:pt x="243892" y="610624"/>
                </a:moveTo>
                <a:cubicBezTo>
                  <a:pt x="260662" y="610624"/>
                  <a:pt x="274256" y="624218"/>
                  <a:pt x="274256" y="640988"/>
                </a:cubicBezTo>
                <a:cubicBezTo>
                  <a:pt x="274256" y="657757"/>
                  <a:pt x="260662" y="671351"/>
                  <a:pt x="243892" y="671351"/>
                </a:cubicBezTo>
                <a:cubicBezTo>
                  <a:pt x="227123" y="671351"/>
                  <a:pt x="213529" y="657757"/>
                  <a:pt x="213529" y="640988"/>
                </a:cubicBezTo>
                <a:cubicBezTo>
                  <a:pt x="213529" y="624218"/>
                  <a:pt x="227123" y="610624"/>
                  <a:pt x="243892" y="610624"/>
                </a:cubicBezTo>
                <a:close/>
                <a:moveTo>
                  <a:pt x="171339" y="610624"/>
                </a:moveTo>
                <a:cubicBezTo>
                  <a:pt x="188107" y="610624"/>
                  <a:pt x="201701" y="624218"/>
                  <a:pt x="201701" y="640988"/>
                </a:cubicBezTo>
                <a:cubicBezTo>
                  <a:pt x="201701" y="657757"/>
                  <a:pt x="188107" y="671351"/>
                  <a:pt x="171339" y="671351"/>
                </a:cubicBezTo>
                <a:cubicBezTo>
                  <a:pt x="154667" y="671351"/>
                  <a:pt x="141073" y="657757"/>
                  <a:pt x="141073" y="640988"/>
                </a:cubicBezTo>
                <a:cubicBezTo>
                  <a:pt x="141073" y="624218"/>
                  <a:pt x="154667" y="610624"/>
                  <a:pt x="171339" y="610624"/>
                </a:cubicBezTo>
                <a:close/>
                <a:moveTo>
                  <a:pt x="98897" y="610624"/>
                </a:moveTo>
                <a:cubicBezTo>
                  <a:pt x="115658" y="610624"/>
                  <a:pt x="129252" y="624218"/>
                  <a:pt x="129252" y="640988"/>
                </a:cubicBezTo>
                <a:cubicBezTo>
                  <a:pt x="129252" y="657757"/>
                  <a:pt x="115658" y="671351"/>
                  <a:pt x="98897" y="671351"/>
                </a:cubicBezTo>
                <a:cubicBezTo>
                  <a:pt x="82124" y="671351"/>
                  <a:pt x="68530" y="657757"/>
                  <a:pt x="68530" y="640988"/>
                </a:cubicBezTo>
                <a:cubicBezTo>
                  <a:pt x="68530" y="624218"/>
                  <a:pt x="82124" y="610624"/>
                  <a:pt x="98897" y="610624"/>
                </a:cubicBezTo>
                <a:close/>
                <a:moveTo>
                  <a:pt x="26342" y="610624"/>
                </a:moveTo>
                <a:cubicBezTo>
                  <a:pt x="43106" y="610624"/>
                  <a:pt x="56701" y="624218"/>
                  <a:pt x="56701" y="640988"/>
                </a:cubicBezTo>
                <a:cubicBezTo>
                  <a:pt x="56701" y="657757"/>
                  <a:pt x="43106" y="671351"/>
                  <a:pt x="26342" y="671351"/>
                </a:cubicBezTo>
                <a:cubicBezTo>
                  <a:pt x="17956" y="671351"/>
                  <a:pt x="10365" y="667953"/>
                  <a:pt x="4871" y="662458"/>
                </a:cubicBezTo>
                <a:lnTo>
                  <a:pt x="0" y="650698"/>
                </a:lnTo>
                <a:lnTo>
                  <a:pt x="0" y="631277"/>
                </a:lnTo>
                <a:lnTo>
                  <a:pt x="4871" y="619517"/>
                </a:lnTo>
                <a:cubicBezTo>
                  <a:pt x="10365" y="614023"/>
                  <a:pt x="17956" y="610624"/>
                  <a:pt x="26342" y="610624"/>
                </a:cubicBezTo>
                <a:close/>
                <a:moveTo>
                  <a:pt x="1669096" y="549730"/>
                </a:moveTo>
                <a:lnTo>
                  <a:pt x="1668124" y="568994"/>
                </a:lnTo>
                <a:lnTo>
                  <a:pt x="1664620" y="560536"/>
                </a:lnTo>
                <a:close/>
                <a:moveTo>
                  <a:pt x="1622429" y="530173"/>
                </a:moveTo>
                <a:cubicBezTo>
                  <a:pt x="1639199" y="530173"/>
                  <a:pt x="1652792" y="543767"/>
                  <a:pt x="1652792" y="560536"/>
                </a:cubicBezTo>
                <a:cubicBezTo>
                  <a:pt x="1652792" y="577306"/>
                  <a:pt x="1639199" y="590900"/>
                  <a:pt x="1622429" y="590900"/>
                </a:cubicBezTo>
                <a:cubicBezTo>
                  <a:pt x="1605659" y="590900"/>
                  <a:pt x="1592066" y="577306"/>
                  <a:pt x="1592066" y="560536"/>
                </a:cubicBezTo>
                <a:cubicBezTo>
                  <a:pt x="1592066" y="543767"/>
                  <a:pt x="1605659" y="530173"/>
                  <a:pt x="1622429" y="530173"/>
                </a:cubicBezTo>
                <a:close/>
                <a:moveTo>
                  <a:pt x="1549874" y="530173"/>
                </a:moveTo>
                <a:cubicBezTo>
                  <a:pt x="1566644" y="530173"/>
                  <a:pt x="1580238" y="543767"/>
                  <a:pt x="1580238" y="560536"/>
                </a:cubicBezTo>
                <a:cubicBezTo>
                  <a:pt x="1580238" y="577306"/>
                  <a:pt x="1566644" y="590900"/>
                  <a:pt x="1549874" y="590900"/>
                </a:cubicBezTo>
                <a:cubicBezTo>
                  <a:pt x="1533105" y="590900"/>
                  <a:pt x="1519511" y="577306"/>
                  <a:pt x="1519511" y="560536"/>
                </a:cubicBezTo>
                <a:cubicBezTo>
                  <a:pt x="1519511" y="543767"/>
                  <a:pt x="1533105" y="530173"/>
                  <a:pt x="1549874" y="530173"/>
                </a:cubicBezTo>
                <a:close/>
                <a:moveTo>
                  <a:pt x="1477320" y="530173"/>
                </a:moveTo>
                <a:cubicBezTo>
                  <a:pt x="1494089" y="530173"/>
                  <a:pt x="1507683" y="543767"/>
                  <a:pt x="1507683" y="560536"/>
                </a:cubicBezTo>
                <a:cubicBezTo>
                  <a:pt x="1507683" y="577306"/>
                  <a:pt x="1494089" y="590900"/>
                  <a:pt x="1477320" y="590900"/>
                </a:cubicBezTo>
                <a:cubicBezTo>
                  <a:pt x="1460550" y="590900"/>
                  <a:pt x="1446956" y="577306"/>
                  <a:pt x="1446956" y="560536"/>
                </a:cubicBezTo>
                <a:cubicBezTo>
                  <a:pt x="1446956" y="543767"/>
                  <a:pt x="1460550" y="530173"/>
                  <a:pt x="1477320" y="530173"/>
                </a:cubicBezTo>
                <a:close/>
                <a:moveTo>
                  <a:pt x="1404765" y="530173"/>
                </a:moveTo>
                <a:cubicBezTo>
                  <a:pt x="1421535" y="530173"/>
                  <a:pt x="1435129" y="543767"/>
                  <a:pt x="1435129" y="560536"/>
                </a:cubicBezTo>
                <a:cubicBezTo>
                  <a:pt x="1435129" y="577306"/>
                  <a:pt x="1421535" y="590900"/>
                  <a:pt x="1404765" y="590900"/>
                </a:cubicBezTo>
                <a:cubicBezTo>
                  <a:pt x="1387996" y="590900"/>
                  <a:pt x="1374402" y="577306"/>
                  <a:pt x="1374402" y="560536"/>
                </a:cubicBezTo>
                <a:cubicBezTo>
                  <a:pt x="1374402" y="543767"/>
                  <a:pt x="1387996" y="530173"/>
                  <a:pt x="1404765" y="530173"/>
                </a:cubicBezTo>
                <a:close/>
                <a:moveTo>
                  <a:pt x="1332211" y="530173"/>
                </a:moveTo>
                <a:cubicBezTo>
                  <a:pt x="1348980" y="530173"/>
                  <a:pt x="1362574" y="543767"/>
                  <a:pt x="1362574" y="560536"/>
                </a:cubicBezTo>
                <a:cubicBezTo>
                  <a:pt x="1362574" y="577306"/>
                  <a:pt x="1348980" y="590900"/>
                  <a:pt x="1332211" y="590900"/>
                </a:cubicBezTo>
                <a:cubicBezTo>
                  <a:pt x="1315441" y="590900"/>
                  <a:pt x="1301847" y="577306"/>
                  <a:pt x="1301847" y="560536"/>
                </a:cubicBezTo>
                <a:cubicBezTo>
                  <a:pt x="1301847" y="543767"/>
                  <a:pt x="1315441" y="530173"/>
                  <a:pt x="1332211" y="530173"/>
                </a:cubicBezTo>
                <a:close/>
                <a:moveTo>
                  <a:pt x="1259656" y="530173"/>
                </a:moveTo>
                <a:cubicBezTo>
                  <a:pt x="1276426" y="530173"/>
                  <a:pt x="1290020" y="543767"/>
                  <a:pt x="1290020" y="560536"/>
                </a:cubicBezTo>
                <a:cubicBezTo>
                  <a:pt x="1290020" y="577306"/>
                  <a:pt x="1276426" y="590900"/>
                  <a:pt x="1259656" y="590900"/>
                </a:cubicBezTo>
                <a:cubicBezTo>
                  <a:pt x="1242887" y="590900"/>
                  <a:pt x="1229293" y="577306"/>
                  <a:pt x="1229293" y="560536"/>
                </a:cubicBezTo>
                <a:cubicBezTo>
                  <a:pt x="1229293" y="543767"/>
                  <a:pt x="1242887" y="530173"/>
                  <a:pt x="1259656" y="530173"/>
                </a:cubicBezTo>
                <a:close/>
                <a:moveTo>
                  <a:pt x="1187102" y="530173"/>
                </a:moveTo>
                <a:cubicBezTo>
                  <a:pt x="1203871" y="530173"/>
                  <a:pt x="1217465" y="543767"/>
                  <a:pt x="1217465" y="560536"/>
                </a:cubicBezTo>
                <a:cubicBezTo>
                  <a:pt x="1217465" y="577306"/>
                  <a:pt x="1203871" y="590900"/>
                  <a:pt x="1187102" y="590900"/>
                </a:cubicBezTo>
                <a:cubicBezTo>
                  <a:pt x="1170332" y="590900"/>
                  <a:pt x="1156738" y="577306"/>
                  <a:pt x="1156738" y="560536"/>
                </a:cubicBezTo>
                <a:cubicBezTo>
                  <a:pt x="1156738" y="543767"/>
                  <a:pt x="1170332" y="530173"/>
                  <a:pt x="1187102" y="530173"/>
                </a:cubicBezTo>
                <a:close/>
                <a:moveTo>
                  <a:pt x="1114547" y="530173"/>
                </a:moveTo>
                <a:cubicBezTo>
                  <a:pt x="1131317" y="530173"/>
                  <a:pt x="1144911" y="543767"/>
                  <a:pt x="1144911" y="560536"/>
                </a:cubicBezTo>
                <a:cubicBezTo>
                  <a:pt x="1144911" y="577306"/>
                  <a:pt x="1131317" y="590900"/>
                  <a:pt x="1114547" y="590900"/>
                </a:cubicBezTo>
                <a:cubicBezTo>
                  <a:pt x="1097778" y="590900"/>
                  <a:pt x="1084184" y="577306"/>
                  <a:pt x="1084184" y="560536"/>
                </a:cubicBezTo>
                <a:cubicBezTo>
                  <a:pt x="1084184" y="543767"/>
                  <a:pt x="1097778" y="530173"/>
                  <a:pt x="1114547" y="530173"/>
                </a:cubicBezTo>
                <a:close/>
                <a:moveTo>
                  <a:pt x="1041993" y="530173"/>
                </a:moveTo>
                <a:cubicBezTo>
                  <a:pt x="1058762" y="530173"/>
                  <a:pt x="1072356" y="543767"/>
                  <a:pt x="1072356" y="560536"/>
                </a:cubicBezTo>
                <a:cubicBezTo>
                  <a:pt x="1072356" y="577306"/>
                  <a:pt x="1058762" y="590900"/>
                  <a:pt x="1041993" y="590900"/>
                </a:cubicBezTo>
                <a:cubicBezTo>
                  <a:pt x="1025223" y="590900"/>
                  <a:pt x="1011629" y="577306"/>
                  <a:pt x="1011629" y="560536"/>
                </a:cubicBezTo>
                <a:cubicBezTo>
                  <a:pt x="1011629" y="543767"/>
                  <a:pt x="1025223" y="530173"/>
                  <a:pt x="1041993" y="530173"/>
                </a:cubicBezTo>
                <a:close/>
                <a:moveTo>
                  <a:pt x="969438" y="530173"/>
                </a:moveTo>
                <a:cubicBezTo>
                  <a:pt x="986208" y="530173"/>
                  <a:pt x="999801" y="543767"/>
                  <a:pt x="999801" y="560536"/>
                </a:cubicBezTo>
                <a:cubicBezTo>
                  <a:pt x="999801" y="577306"/>
                  <a:pt x="986208" y="590900"/>
                  <a:pt x="969438" y="590900"/>
                </a:cubicBezTo>
                <a:cubicBezTo>
                  <a:pt x="952669" y="590900"/>
                  <a:pt x="939075" y="577306"/>
                  <a:pt x="939075" y="560536"/>
                </a:cubicBezTo>
                <a:cubicBezTo>
                  <a:pt x="939075" y="543767"/>
                  <a:pt x="952669" y="530173"/>
                  <a:pt x="969438" y="530173"/>
                </a:cubicBezTo>
                <a:close/>
                <a:moveTo>
                  <a:pt x="896883" y="530173"/>
                </a:moveTo>
                <a:cubicBezTo>
                  <a:pt x="913653" y="530173"/>
                  <a:pt x="927247" y="543767"/>
                  <a:pt x="927247" y="560536"/>
                </a:cubicBezTo>
                <a:cubicBezTo>
                  <a:pt x="927247" y="577306"/>
                  <a:pt x="913653" y="590900"/>
                  <a:pt x="896883" y="590900"/>
                </a:cubicBezTo>
                <a:cubicBezTo>
                  <a:pt x="880114" y="590900"/>
                  <a:pt x="866520" y="577306"/>
                  <a:pt x="866520" y="560536"/>
                </a:cubicBezTo>
                <a:cubicBezTo>
                  <a:pt x="866520" y="543767"/>
                  <a:pt x="880114" y="530173"/>
                  <a:pt x="896883" y="530173"/>
                </a:cubicBezTo>
                <a:close/>
                <a:moveTo>
                  <a:pt x="824329" y="530173"/>
                </a:moveTo>
                <a:cubicBezTo>
                  <a:pt x="841098" y="530173"/>
                  <a:pt x="854692" y="543767"/>
                  <a:pt x="854692" y="560536"/>
                </a:cubicBezTo>
                <a:cubicBezTo>
                  <a:pt x="854692" y="577306"/>
                  <a:pt x="841098" y="590900"/>
                  <a:pt x="824329" y="590900"/>
                </a:cubicBezTo>
                <a:cubicBezTo>
                  <a:pt x="807559" y="590900"/>
                  <a:pt x="793965" y="577306"/>
                  <a:pt x="793965" y="560536"/>
                </a:cubicBezTo>
                <a:cubicBezTo>
                  <a:pt x="793965" y="543767"/>
                  <a:pt x="807559" y="530173"/>
                  <a:pt x="824329" y="530173"/>
                </a:cubicBezTo>
                <a:close/>
                <a:moveTo>
                  <a:pt x="751774" y="530173"/>
                </a:moveTo>
                <a:cubicBezTo>
                  <a:pt x="768544" y="530173"/>
                  <a:pt x="782138" y="543767"/>
                  <a:pt x="782138" y="560536"/>
                </a:cubicBezTo>
                <a:cubicBezTo>
                  <a:pt x="782138" y="577306"/>
                  <a:pt x="768544" y="590900"/>
                  <a:pt x="751774" y="590900"/>
                </a:cubicBezTo>
                <a:cubicBezTo>
                  <a:pt x="735005" y="590900"/>
                  <a:pt x="721411" y="577306"/>
                  <a:pt x="721411" y="560536"/>
                </a:cubicBezTo>
                <a:cubicBezTo>
                  <a:pt x="721411" y="543767"/>
                  <a:pt x="735005" y="530173"/>
                  <a:pt x="751774" y="530173"/>
                </a:cubicBezTo>
                <a:close/>
                <a:moveTo>
                  <a:pt x="679220" y="530173"/>
                </a:moveTo>
                <a:cubicBezTo>
                  <a:pt x="695989" y="530173"/>
                  <a:pt x="709583" y="543767"/>
                  <a:pt x="709583" y="560536"/>
                </a:cubicBezTo>
                <a:cubicBezTo>
                  <a:pt x="709583" y="577306"/>
                  <a:pt x="695989" y="590900"/>
                  <a:pt x="679220" y="590900"/>
                </a:cubicBezTo>
                <a:cubicBezTo>
                  <a:pt x="662450" y="590900"/>
                  <a:pt x="648856" y="577306"/>
                  <a:pt x="648856" y="560536"/>
                </a:cubicBezTo>
                <a:cubicBezTo>
                  <a:pt x="648856" y="543767"/>
                  <a:pt x="662450" y="530173"/>
                  <a:pt x="679220" y="530173"/>
                </a:cubicBezTo>
                <a:close/>
                <a:moveTo>
                  <a:pt x="606665" y="530173"/>
                </a:moveTo>
                <a:cubicBezTo>
                  <a:pt x="623435" y="530173"/>
                  <a:pt x="637029" y="543767"/>
                  <a:pt x="637029" y="560536"/>
                </a:cubicBezTo>
                <a:cubicBezTo>
                  <a:pt x="637029" y="577306"/>
                  <a:pt x="623435" y="590900"/>
                  <a:pt x="606665" y="590900"/>
                </a:cubicBezTo>
                <a:cubicBezTo>
                  <a:pt x="589896" y="590900"/>
                  <a:pt x="576302" y="577306"/>
                  <a:pt x="576302" y="560536"/>
                </a:cubicBezTo>
                <a:cubicBezTo>
                  <a:pt x="576302" y="543767"/>
                  <a:pt x="589896" y="530173"/>
                  <a:pt x="606665" y="530173"/>
                </a:cubicBezTo>
                <a:close/>
                <a:moveTo>
                  <a:pt x="534111" y="530173"/>
                </a:moveTo>
                <a:cubicBezTo>
                  <a:pt x="550880" y="530173"/>
                  <a:pt x="564474" y="543767"/>
                  <a:pt x="564474" y="560536"/>
                </a:cubicBezTo>
                <a:cubicBezTo>
                  <a:pt x="564474" y="577306"/>
                  <a:pt x="550880" y="590900"/>
                  <a:pt x="534111" y="590900"/>
                </a:cubicBezTo>
                <a:cubicBezTo>
                  <a:pt x="517341" y="590900"/>
                  <a:pt x="503747" y="577306"/>
                  <a:pt x="503747" y="560536"/>
                </a:cubicBezTo>
                <a:cubicBezTo>
                  <a:pt x="503747" y="543767"/>
                  <a:pt x="517341" y="530173"/>
                  <a:pt x="534111" y="530173"/>
                </a:cubicBezTo>
                <a:close/>
                <a:moveTo>
                  <a:pt x="461556" y="530173"/>
                </a:moveTo>
                <a:cubicBezTo>
                  <a:pt x="478326" y="530173"/>
                  <a:pt x="491920" y="543767"/>
                  <a:pt x="491920" y="560536"/>
                </a:cubicBezTo>
                <a:cubicBezTo>
                  <a:pt x="491920" y="577306"/>
                  <a:pt x="478326" y="590900"/>
                  <a:pt x="461556" y="590900"/>
                </a:cubicBezTo>
                <a:cubicBezTo>
                  <a:pt x="444787" y="590900"/>
                  <a:pt x="431192" y="577306"/>
                  <a:pt x="431192" y="560536"/>
                </a:cubicBezTo>
                <a:cubicBezTo>
                  <a:pt x="431192" y="543767"/>
                  <a:pt x="444787" y="530173"/>
                  <a:pt x="461556" y="530173"/>
                </a:cubicBezTo>
                <a:close/>
                <a:moveTo>
                  <a:pt x="389002" y="530173"/>
                </a:moveTo>
                <a:cubicBezTo>
                  <a:pt x="405771" y="530173"/>
                  <a:pt x="419365" y="543767"/>
                  <a:pt x="419365" y="560536"/>
                </a:cubicBezTo>
                <a:cubicBezTo>
                  <a:pt x="419365" y="577306"/>
                  <a:pt x="405771" y="590900"/>
                  <a:pt x="389002" y="590900"/>
                </a:cubicBezTo>
                <a:cubicBezTo>
                  <a:pt x="372232" y="590900"/>
                  <a:pt x="358638" y="577306"/>
                  <a:pt x="358638" y="560536"/>
                </a:cubicBezTo>
                <a:cubicBezTo>
                  <a:pt x="358638" y="543767"/>
                  <a:pt x="372232" y="530173"/>
                  <a:pt x="389002" y="530173"/>
                </a:cubicBezTo>
                <a:close/>
                <a:moveTo>
                  <a:pt x="316447" y="530173"/>
                </a:moveTo>
                <a:cubicBezTo>
                  <a:pt x="333216" y="530173"/>
                  <a:pt x="346810" y="543767"/>
                  <a:pt x="346810" y="560536"/>
                </a:cubicBezTo>
                <a:cubicBezTo>
                  <a:pt x="346810" y="577306"/>
                  <a:pt x="333216" y="590900"/>
                  <a:pt x="316447" y="590900"/>
                </a:cubicBezTo>
                <a:cubicBezTo>
                  <a:pt x="299677" y="590900"/>
                  <a:pt x="286084" y="577306"/>
                  <a:pt x="286084" y="560536"/>
                </a:cubicBezTo>
                <a:cubicBezTo>
                  <a:pt x="286084" y="543767"/>
                  <a:pt x="299677" y="530173"/>
                  <a:pt x="316447" y="530173"/>
                </a:cubicBezTo>
                <a:close/>
                <a:moveTo>
                  <a:pt x="243892" y="530173"/>
                </a:moveTo>
                <a:cubicBezTo>
                  <a:pt x="260662" y="530173"/>
                  <a:pt x="274256" y="543767"/>
                  <a:pt x="274256" y="560536"/>
                </a:cubicBezTo>
                <a:cubicBezTo>
                  <a:pt x="274256" y="577306"/>
                  <a:pt x="260662" y="590900"/>
                  <a:pt x="243892" y="590900"/>
                </a:cubicBezTo>
                <a:cubicBezTo>
                  <a:pt x="227123" y="590900"/>
                  <a:pt x="213529" y="577306"/>
                  <a:pt x="213529" y="560536"/>
                </a:cubicBezTo>
                <a:cubicBezTo>
                  <a:pt x="213529" y="543767"/>
                  <a:pt x="227123" y="530173"/>
                  <a:pt x="243892" y="530173"/>
                </a:cubicBezTo>
                <a:close/>
                <a:moveTo>
                  <a:pt x="171339" y="530173"/>
                </a:moveTo>
                <a:cubicBezTo>
                  <a:pt x="188107" y="530173"/>
                  <a:pt x="201701" y="543767"/>
                  <a:pt x="201701" y="560536"/>
                </a:cubicBezTo>
                <a:cubicBezTo>
                  <a:pt x="201701" y="577306"/>
                  <a:pt x="188107" y="590900"/>
                  <a:pt x="171339" y="590900"/>
                </a:cubicBezTo>
                <a:cubicBezTo>
                  <a:pt x="154673" y="590900"/>
                  <a:pt x="141079" y="577306"/>
                  <a:pt x="141079" y="560536"/>
                </a:cubicBezTo>
                <a:cubicBezTo>
                  <a:pt x="141079" y="543767"/>
                  <a:pt x="154673" y="530173"/>
                  <a:pt x="171339" y="530173"/>
                </a:cubicBezTo>
                <a:close/>
                <a:moveTo>
                  <a:pt x="98904" y="530173"/>
                </a:moveTo>
                <a:cubicBezTo>
                  <a:pt x="115664" y="530173"/>
                  <a:pt x="129258" y="543767"/>
                  <a:pt x="129258" y="560536"/>
                </a:cubicBezTo>
                <a:cubicBezTo>
                  <a:pt x="129258" y="577306"/>
                  <a:pt x="115664" y="590900"/>
                  <a:pt x="98904" y="590900"/>
                </a:cubicBezTo>
                <a:cubicBezTo>
                  <a:pt x="82130" y="590900"/>
                  <a:pt x="68536" y="577306"/>
                  <a:pt x="68536" y="560536"/>
                </a:cubicBezTo>
                <a:cubicBezTo>
                  <a:pt x="68536" y="543767"/>
                  <a:pt x="82130" y="530173"/>
                  <a:pt x="98904" y="530173"/>
                </a:cubicBezTo>
                <a:close/>
                <a:moveTo>
                  <a:pt x="26349" y="530173"/>
                </a:moveTo>
                <a:cubicBezTo>
                  <a:pt x="43112" y="530173"/>
                  <a:pt x="56707" y="543767"/>
                  <a:pt x="56707" y="560536"/>
                </a:cubicBezTo>
                <a:cubicBezTo>
                  <a:pt x="56707" y="577306"/>
                  <a:pt x="43112" y="590900"/>
                  <a:pt x="26349" y="590900"/>
                </a:cubicBezTo>
                <a:cubicBezTo>
                  <a:pt x="17963" y="590900"/>
                  <a:pt x="10372" y="587502"/>
                  <a:pt x="4877" y="582007"/>
                </a:cubicBezTo>
                <a:lnTo>
                  <a:pt x="0" y="570232"/>
                </a:lnTo>
                <a:lnTo>
                  <a:pt x="0" y="550840"/>
                </a:lnTo>
                <a:lnTo>
                  <a:pt x="4877" y="539066"/>
                </a:lnTo>
                <a:cubicBezTo>
                  <a:pt x="10372" y="533572"/>
                  <a:pt x="17963" y="530173"/>
                  <a:pt x="26349" y="530173"/>
                </a:cubicBezTo>
                <a:close/>
                <a:moveTo>
                  <a:pt x="1673704" y="458486"/>
                </a:moveTo>
                <a:lnTo>
                  <a:pt x="1671744" y="497284"/>
                </a:lnTo>
                <a:lnTo>
                  <a:pt x="1664620" y="480084"/>
                </a:lnTo>
                <a:cubicBezTo>
                  <a:pt x="1664620" y="471700"/>
                  <a:pt x="1668019" y="464109"/>
                  <a:pt x="1673514" y="458614"/>
                </a:cubicBezTo>
                <a:close/>
                <a:moveTo>
                  <a:pt x="1622429" y="449721"/>
                </a:moveTo>
                <a:cubicBezTo>
                  <a:pt x="1639199" y="449721"/>
                  <a:pt x="1652792" y="463315"/>
                  <a:pt x="1652792" y="480084"/>
                </a:cubicBezTo>
                <a:cubicBezTo>
                  <a:pt x="1652792" y="496854"/>
                  <a:pt x="1639199" y="510448"/>
                  <a:pt x="1622429" y="510448"/>
                </a:cubicBezTo>
                <a:cubicBezTo>
                  <a:pt x="1605659" y="510448"/>
                  <a:pt x="1592066" y="496854"/>
                  <a:pt x="1592066" y="480084"/>
                </a:cubicBezTo>
                <a:cubicBezTo>
                  <a:pt x="1592066" y="463315"/>
                  <a:pt x="1605659" y="449721"/>
                  <a:pt x="1622429" y="449721"/>
                </a:cubicBezTo>
                <a:close/>
                <a:moveTo>
                  <a:pt x="1549874" y="449721"/>
                </a:moveTo>
                <a:cubicBezTo>
                  <a:pt x="1566644" y="449721"/>
                  <a:pt x="1580238" y="463315"/>
                  <a:pt x="1580238" y="480084"/>
                </a:cubicBezTo>
                <a:cubicBezTo>
                  <a:pt x="1580238" y="496854"/>
                  <a:pt x="1566644" y="510448"/>
                  <a:pt x="1549874" y="510448"/>
                </a:cubicBezTo>
                <a:cubicBezTo>
                  <a:pt x="1533105" y="510448"/>
                  <a:pt x="1519511" y="496854"/>
                  <a:pt x="1519511" y="480084"/>
                </a:cubicBezTo>
                <a:cubicBezTo>
                  <a:pt x="1519511" y="463315"/>
                  <a:pt x="1533105" y="449721"/>
                  <a:pt x="1549874" y="449721"/>
                </a:cubicBezTo>
                <a:close/>
                <a:moveTo>
                  <a:pt x="1477320" y="449721"/>
                </a:moveTo>
                <a:cubicBezTo>
                  <a:pt x="1494089" y="449721"/>
                  <a:pt x="1507683" y="463315"/>
                  <a:pt x="1507683" y="480084"/>
                </a:cubicBezTo>
                <a:cubicBezTo>
                  <a:pt x="1507683" y="496854"/>
                  <a:pt x="1494089" y="510448"/>
                  <a:pt x="1477320" y="510448"/>
                </a:cubicBezTo>
                <a:cubicBezTo>
                  <a:pt x="1460550" y="510448"/>
                  <a:pt x="1446956" y="496854"/>
                  <a:pt x="1446956" y="480084"/>
                </a:cubicBezTo>
                <a:cubicBezTo>
                  <a:pt x="1446956" y="463315"/>
                  <a:pt x="1460550" y="449721"/>
                  <a:pt x="1477320" y="449721"/>
                </a:cubicBezTo>
                <a:close/>
                <a:moveTo>
                  <a:pt x="1404765" y="449721"/>
                </a:moveTo>
                <a:cubicBezTo>
                  <a:pt x="1421535" y="449721"/>
                  <a:pt x="1435129" y="463315"/>
                  <a:pt x="1435129" y="480084"/>
                </a:cubicBezTo>
                <a:cubicBezTo>
                  <a:pt x="1435129" y="496854"/>
                  <a:pt x="1421535" y="510448"/>
                  <a:pt x="1404765" y="510448"/>
                </a:cubicBezTo>
                <a:cubicBezTo>
                  <a:pt x="1387996" y="510448"/>
                  <a:pt x="1374402" y="496854"/>
                  <a:pt x="1374402" y="480084"/>
                </a:cubicBezTo>
                <a:cubicBezTo>
                  <a:pt x="1374402" y="463315"/>
                  <a:pt x="1387996" y="449721"/>
                  <a:pt x="1404765" y="449721"/>
                </a:cubicBezTo>
                <a:close/>
                <a:moveTo>
                  <a:pt x="1332211" y="449721"/>
                </a:moveTo>
                <a:cubicBezTo>
                  <a:pt x="1348980" y="449721"/>
                  <a:pt x="1362574" y="463315"/>
                  <a:pt x="1362574" y="480084"/>
                </a:cubicBezTo>
                <a:cubicBezTo>
                  <a:pt x="1362574" y="496854"/>
                  <a:pt x="1348980" y="510448"/>
                  <a:pt x="1332211" y="510448"/>
                </a:cubicBezTo>
                <a:cubicBezTo>
                  <a:pt x="1315441" y="510448"/>
                  <a:pt x="1301847" y="496854"/>
                  <a:pt x="1301847" y="480084"/>
                </a:cubicBezTo>
                <a:cubicBezTo>
                  <a:pt x="1301847" y="463315"/>
                  <a:pt x="1315441" y="449721"/>
                  <a:pt x="1332211" y="449721"/>
                </a:cubicBezTo>
                <a:close/>
                <a:moveTo>
                  <a:pt x="1259656" y="449721"/>
                </a:moveTo>
                <a:cubicBezTo>
                  <a:pt x="1276426" y="449721"/>
                  <a:pt x="1290020" y="463315"/>
                  <a:pt x="1290020" y="480084"/>
                </a:cubicBezTo>
                <a:cubicBezTo>
                  <a:pt x="1290020" y="496854"/>
                  <a:pt x="1276426" y="510448"/>
                  <a:pt x="1259656" y="510448"/>
                </a:cubicBezTo>
                <a:cubicBezTo>
                  <a:pt x="1242887" y="510448"/>
                  <a:pt x="1229293" y="496854"/>
                  <a:pt x="1229293" y="480084"/>
                </a:cubicBezTo>
                <a:cubicBezTo>
                  <a:pt x="1229293" y="463315"/>
                  <a:pt x="1242887" y="449721"/>
                  <a:pt x="1259656" y="449721"/>
                </a:cubicBezTo>
                <a:close/>
                <a:moveTo>
                  <a:pt x="1187102" y="449721"/>
                </a:moveTo>
                <a:cubicBezTo>
                  <a:pt x="1203871" y="449721"/>
                  <a:pt x="1217465" y="463315"/>
                  <a:pt x="1217465" y="480084"/>
                </a:cubicBezTo>
                <a:cubicBezTo>
                  <a:pt x="1217465" y="496854"/>
                  <a:pt x="1203871" y="510448"/>
                  <a:pt x="1187102" y="510448"/>
                </a:cubicBezTo>
                <a:cubicBezTo>
                  <a:pt x="1170332" y="510448"/>
                  <a:pt x="1156738" y="496854"/>
                  <a:pt x="1156738" y="480084"/>
                </a:cubicBezTo>
                <a:cubicBezTo>
                  <a:pt x="1156738" y="463315"/>
                  <a:pt x="1170332" y="449721"/>
                  <a:pt x="1187102" y="449721"/>
                </a:cubicBezTo>
                <a:close/>
                <a:moveTo>
                  <a:pt x="1114547" y="449721"/>
                </a:moveTo>
                <a:cubicBezTo>
                  <a:pt x="1131317" y="449721"/>
                  <a:pt x="1144911" y="463315"/>
                  <a:pt x="1144911" y="480084"/>
                </a:cubicBezTo>
                <a:cubicBezTo>
                  <a:pt x="1144911" y="496854"/>
                  <a:pt x="1131317" y="510448"/>
                  <a:pt x="1114547" y="510448"/>
                </a:cubicBezTo>
                <a:cubicBezTo>
                  <a:pt x="1097778" y="510448"/>
                  <a:pt x="1084184" y="496854"/>
                  <a:pt x="1084184" y="480084"/>
                </a:cubicBezTo>
                <a:cubicBezTo>
                  <a:pt x="1084184" y="463315"/>
                  <a:pt x="1097778" y="449721"/>
                  <a:pt x="1114547" y="449721"/>
                </a:cubicBezTo>
                <a:close/>
                <a:moveTo>
                  <a:pt x="1041993" y="449721"/>
                </a:moveTo>
                <a:cubicBezTo>
                  <a:pt x="1058762" y="449721"/>
                  <a:pt x="1072356" y="463315"/>
                  <a:pt x="1072356" y="480084"/>
                </a:cubicBezTo>
                <a:cubicBezTo>
                  <a:pt x="1072356" y="496854"/>
                  <a:pt x="1058762" y="510448"/>
                  <a:pt x="1041993" y="510448"/>
                </a:cubicBezTo>
                <a:cubicBezTo>
                  <a:pt x="1025223" y="510448"/>
                  <a:pt x="1011629" y="496854"/>
                  <a:pt x="1011629" y="480084"/>
                </a:cubicBezTo>
                <a:cubicBezTo>
                  <a:pt x="1011629" y="463315"/>
                  <a:pt x="1025223" y="449721"/>
                  <a:pt x="1041993" y="449721"/>
                </a:cubicBezTo>
                <a:close/>
                <a:moveTo>
                  <a:pt x="969438" y="449721"/>
                </a:moveTo>
                <a:cubicBezTo>
                  <a:pt x="986208" y="449721"/>
                  <a:pt x="999801" y="463315"/>
                  <a:pt x="999801" y="480084"/>
                </a:cubicBezTo>
                <a:cubicBezTo>
                  <a:pt x="999801" y="496854"/>
                  <a:pt x="986208" y="510448"/>
                  <a:pt x="969438" y="510448"/>
                </a:cubicBezTo>
                <a:cubicBezTo>
                  <a:pt x="952669" y="510448"/>
                  <a:pt x="939075" y="496854"/>
                  <a:pt x="939075" y="480084"/>
                </a:cubicBezTo>
                <a:cubicBezTo>
                  <a:pt x="939075" y="463315"/>
                  <a:pt x="952669" y="449721"/>
                  <a:pt x="969438" y="449721"/>
                </a:cubicBezTo>
                <a:close/>
                <a:moveTo>
                  <a:pt x="896883" y="449721"/>
                </a:moveTo>
                <a:cubicBezTo>
                  <a:pt x="913653" y="449721"/>
                  <a:pt x="927247" y="463315"/>
                  <a:pt x="927247" y="480084"/>
                </a:cubicBezTo>
                <a:cubicBezTo>
                  <a:pt x="927247" y="496854"/>
                  <a:pt x="913653" y="510448"/>
                  <a:pt x="896883" y="510448"/>
                </a:cubicBezTo>
                <a:cubicBezTo>
                  <a:pt x="880114" y="510448"/>
                  <a:pt x="866520" y="496854"/>
                  <a:pt x="866520" y="480084"/>
                </a:cubicBezTo>
                <a:cubicBezTo>
                  <a:pt x="866520" y="463315"/>
                  <a:pt x="880114" y="449721"/>
                  <a:pt x="896883" y="449721"/>
                </a:cubicBezTo>
                <a:close/>
                <a:moveTo>
                  <a:pt x="824329" y="449721"/>
                </a:moveTo>
                <a:cubicBezTo>
                  <a:pt x="841098" y="449721"/>
                  <a:pt x="854692" y="463315"/>
                  <a:pt x="854692" y="480084"/>
                </a:cubicBezTo>
                <a:cubicBezTo>
                  <a:pt x="854692" y="496854"/>
                  <a:pt x="841098" y="510448"/>
                  <a:pt x="824329" y="510448"/>
                </a:cubicBezTo>
                <a:cubicBezTo>
                  <a:pt x="807559" y="510448"/>
                  <a:pt x="793965" y="496854"/>
                  <a:pt x="793965" y="480084"/>
                </a:cubicBezTo>
                <a:cubicBezTo>
                  <a:pt x="793965" y="463315"/>
                  <a:pt x="807559" y="449721"/>
                  <a:pt x="824329" y="449721"/>
                </a:cubicBezTo>
                <a:close/>
                <a:moveTo>
                  <a:pt x="751774" y="449721"/>
                </a:moveTo>
                <a:cubicBezTo>
                  <a:pt x="768544" y="449721"/>
                  <a:pt x="782138" y="463315"/>
                  <a:pt x="782138" y="480084"/>
                </a:cubicBezTo>
                <a:cubicBezTo>
                  <a:pt x="782138" y="496854"/>
                  <a:pt x="768544" y="510448"/>
                  <a:pt x="751774" y="510448"/>
                </a:cubicBezTo>
                <a:cubicBezTo>
                  <a:pt x="735005" y="510448"/>
                  <a:pt x="721411" y="496854"/>
                  <a:pt x="721411" y="480084"/>
                </a:cubicBezTo>
                <a:cubicBezTo>
                  <a:pt x="721411" y="463315"/>
                  <a:pt x="735005" y="449721"/>
                  <a:pt x="751774" y="449721"/>
                </a:cubicBezTo>
                <a:close/>
                <a:moveTo>
                  <a:pt x="679220" y="449721"/>
                </a:moveTo>
                <a:cubicBezTo>
                  <a:pt x="695989" y="449721"/>
                  <a:pt x="709583" y="463315"/>
                  <a:pt x="709583" y="480084"/>
                </a:cubicBezTo>
                <a:cubicBezTo>
                  <a:pt x="709583" y="496854"/>
                  <a:pt x="695989" y="510448"/>
                  <a:pt x="679220" y="510448"/>
                </a:cubicBezTo>
                <a:cubicBezTo>
                  <a:pt x="662450" y="510448"/>
                  <a:pt x="648856" y="496854"/>
                  <a:pt x="648856" y="480084"/>
                </a:cubicBezTo>
                <a:cubicBezTo>
                  <a:pt x="648856" y="463315"/>
                  <a:pt x="662450" y="449721"/>
                  <a:pt x="679220" y="449721"/>
                </a:cubicBezTo>
                <a:close/>
                <a:moveTo>
                  <a:pt x="606665" y="449721"/>
                </a:moveTo>
                <a:cubicBezTo>
                  <a:pt x="623435" y="449721"/>
                  <a:pt x="637029" y="463315"/>
                  <a:pt x="637029" y="480084"/>
                </a:cubicBezTo>
                <a:cubicBezTo>
                  <a:pt x="637029" y="496854"/>
                  <a:pt x="623435" y="510448"/>
                  <a:pt x="606665" y="510448"/>
                </a:cubicBezTo>
                <a:cubicBezTo>
                  <a:pt x="589896" y="510448"/>
                  <a:pt x="576302" y="496854"/>
                  <a:pt x="576302" y="480084"/>
                </a:cubicBezTo>
                <a:cubicBezTo>
                  <a:pt x="576302" y="463315"/>
                  <a:pt x="589896" y="449721"/>
                  <a:pt x="606665" y="449721"/>
                </a:cubicBezTo>
                <a:close/>
                <a:moveTo>
                  <a:pt x="534111" y="449721"/>
                </a:moveTo>
                <a:cubicBezTo>
                  <a:pt x="550880" y="449721"/>
                  <a:pt x="564474" y="463315"/>
                  <a:pt x="564474" y="480084"/>
                </a:cubicBezTo>
                <a:cubicBezTo>
                  <a:pt x="564474" y="496854"/>
                  <a:pt x="550880" y="510448"/>
                  <a:pt x="534111" y="510448"/>
                </a:cubicBezTo>
                <a:cubicBezTo>
                  <a:pt x="517341" y="510448"/>
                  <a:pt x="503747" y="496854"/>
                  <a:pt x="503747" y="480084"/>
                </a:cubicBezTo>
                <a:cubicBezTo>
                  <a:pt x="503747" y="463315"/>
                  <a:pt x="517341" y="449721"/>
                  <a:pt x="534111" y="449721"/>
                </a:cubicBezTo>
                <a:close/>
                <a:moveTo>
                  <a:pt x="461556" y="449721"/>
                </a:moveTo>
                <a:cubicBezTo>
                  <a:pt x="478326" y="449721"/>
                  <a:pt x="491920" y="463315"/>
                  <a:pt x="491920" y="480084"/>
                </a:cubicBezTo>
                <a:cubicBezTo>
                  <a:pt x="491920" y="496854"/>
                  <a:pt x="478326" y="510448"/>
                  <a:pt x="461556" y="510448"/>
                </a:cubicBezTo>
                <a:cubicBezTo>
                  <a:pt x="444787" y="510448"/>
                  <a:pt x="431192" y="496854"/>
                  <a:pt x="431192" y="480084"/>
                </a:cubicBezTo>
                <a:cubicBezTo>
                  <a:pt x="431192" y="463315"/>
                  <a:pt x="444787" y="449721"/>
                  <a:pt x="461556" y="449721"/>
                </a:cubicBezTo>
                <a:close/>
                <a:moveTo>
                  <a:pt x="389002" y="449721"/>
                </a:moveTo>
                <a:cubicBezTo>
                  <a:pt x="405771" y="449721"/>
                  <a:pt x="419365" y="463315"/>
                  <a:pt x="419365" y="480084"/>
                </a:cubicBezTo>
                <a:cubicBezTo>
                  <a:pt x="419365" y="496854"/>
                  <a:pt x="405771" y="510448"/>
                  <a:pt x="389002" y="510448"/>
                </a:cubicBezTo>
                <a:cubicBezTo>
                  <a:pt x="372232" y="510448"/>
                  <a:pt x="358638" y="496854"/>
                  <a:pt x="358638" y="480084"/>
                </a:cubicBezTo>
                <a:cubicBezTo>
                  <a:pt x="358638" y="463315"/>
                  <a:pt x="372232" y="449721"/>
                  <a:pt x="389002" y="449721"/>
                </a:cubicBezTo>
                <a:close/>
                <a:moveTo>
                  <a:pt x="316447" y="449721"/>
                </a:moveTo>
                <a:cubicBezTo>
                  <a:pt x="333216" y="449721"/>
                  <a:pt x="346810" y="463315"/>
                  <a:pt x="346810" y="480084"/>
                </a:cubicBezTo>
                <a:cubicBezTo>
                  <a:pt x="346810" y="496854"/>
                  <a:pt x="333216" y="510448"/>
                  <a:pt x="316447" y="510448"/>
                </a:cubicBezTo>
                <a:cubicBezTo>
                  <a:pt x="299677" y="510448"/>
                  <a:pt x="286084" y="496854"/>
                  <a:pt x="286084" y="480084"/>
                </a:cubicBezTo>
                <a:cubicBezTo>
                  <a:pt x="286084" y="463315"/>
                  <a:pt x="299677" y="449721"/>
                  <a:pt x="316447" y="449721"/>
                </a:cubicBezTo>
                <a:close/>
                <a:moveTo>
                  <a:pt x="243892" y="449721"/>
                </a:moveTo>
                <a:cubicBezTo>
                  <a:pt x="260662" y="449721"/>
                  <a:pt x="274256" y="463315"/>
                  <a:pt x="274256" y="480084"/>
                </a:cubicBezTo>
                <a:cubicBezTo>
                  <a:pt x="274256" y="496854"/>
                  <a:pt x="260662" y="510448"/>
                  <a:pt x="243892" y="510448"/>
                </a:cubicBezTo>
                <a:cubicBezTo>
                  <a:pt x="227123" y="510448"/>
                  <a:pt x="213529" y="496854"/>
                  <a:pt x="213529" y="480084"/>
                </a:cubicBezTo>
                <a:cubicBezTo>
                  <a:pt x="213529" y="463315"/>
                  <a:pt x="227123" y="449721"/>
                  <a:pt x="243892" y="449721"/>
                </a:cubicBezTo>
                <a:close/>
                <a:moveTo>
                  <a:pt x="171339" y="449721"/>
                </a:moveTo>
                <a:cubicBezTo>
                  <a:pt x="188107" y="449721"/>
                  <a:pt x="201701" y="463315"/>
                  <a:pt x="201701" y="480084"/>
                </a:cubicBezTo>
                <a:cubicBezTo>
                  <a:pt x="201701" y="496854"/>
                  <a:pt x="188107" y="510448"/>
                  <a:pt x="171339" y="510448"/>
                </a:cubicBezTo>
                <a:cubicBezTo>
                  <a:pt x="154679" y="510448"/>
                  <a:pt x="141085" y="496854"/>
                  <a:pt x="141085" y="480084"/>
                </a:cubicBezTo>
                <a:cubicBezTo>
                  <a:pt x="141085" y="463315"/>
                  <a:pt x="154679" y="449721"/>
                  <a:pt x="171339" y="449721"/>
                </a:cubicBezTo>
                <a:close/>
                <a:moveTo>
                  <a:pt x="98910" y="449721"/>
                </a:moveTo>
                <a:cubicBezTo>
                  <a:pt x="115670" y="449721"/>
                  <a:pt x="129264" y="463315"/>
                  <a:pt x="129264" y="480084"/>
                </a:cubicBezTo>
                <a:cubicBezTo>
                  <a:pt x="129264" y="496854"/>
                  <a:pt x="115670" y="510448"/>
                  <a:pt x="98910" y="510448"/>
                </a:cubicBezTo>
                <a:cubicBezTo>
                  <a:pt x="82136" y="510448"/>
                  <a:pt x="68542" y="496854"/>
                  <a:pt x="68542" y="480084"/>
                </a:cubicBezTo>
                <a:cubicBezTo>
                  <a:pt x="68542" y="463315"/>
                  <a:pt x="82136" y="449721"/>
                  <a:pt x="98910" y="449721"/>
                </a:cubicBezTo>
                <a:close/>
                <a:moveTo>
                  <a:pt x="26355" y="449721"/>
                </a:moveTo>
                <a:cubicBezTo>
                  <a:pt x="43118" y="449721"/>
                  <a:pt x="56713" y="463315"/>
                  <a:pt x="56713" y="480084"/>
                </a:cubicBezTo>
                <a:cubicBezTo>
                  <a:pt x="56713" y="496854"/>
                  <a:pt x="43118" y="510448"/>
                  <a:pt x="26355" y="510448"/>
                </a:cubicBezTo>
                <a:cubicBezTo>
                  <a:pt x="17970" y="510448"/>
                  <a:pt x="10379" y="507050"/>
                  <a:pt x="4884" y="501555"/>
                </a:cubicBezTo>
                <a:lnTo>
                  <a:pt x="0" y="489763"/>
                </a:lnTo>
                <a:lnTo>
                  <a:pt x="0" y="470405"/>
                </a:lnTo>
                <a:lnTo>
                  <a:pt x="4884" y="458614"/>
                </a:lnTo>
                <a:cubicBezTo>
                  <a:pt x="10379" y="453120"/>
                  <a:pt x="17970" y="449721"/>
                  <a:pt x="26355" y="449721"/>
                </a:cubicBezTo>
                <a:close/>
                <a:moveTo>
                  <a:pt x="1673066" y="379245"/>
                </a:moveTo>
                <a:lnTo>
                  <a:pt x="1675237" y="422266"/>
                </a:lnTo>
                <a:lnTo>
                  <a:pt x="1673514" y="421103"/>
                </a:lnTo>
                <a:cubicBezTo>
                  <a:pt x="1668019" y="415609"/>
                  <a:pt x="1664620" y="408017"/>
                  <a:pt x="1664620" y="399633"/>
                </a:cubicBezTo>
                <a:close/>
                <a:moveTo>
                  <a:pt x="1622429" y="369269"/>
                </a:moveTo>
                <a:cubicBezTo>
                  <a:pt x="1639199" y="369269"/>
                  <a:pt x="1652792" y="382864"/>
                  <a:pt x="1652792" y="399633"/>
                </a:cubicBezTo>
                <a:cubicBezTo>
                  <a:pt x="1652792" y="416402"/>
                  <a:pt x="1639199" y="429997"/>
                  <a:pt x="1622429" y="429997"/>
                </a:cubicBezTo>
                <a:cubicBezTo>
                  <a:pt x="1605659" y="429997"/>
                  <a:pt x="1592066" y="416402"/>
                  <a:pt x="1592066" y="399633"/>
                </a:cubicBezTo>
                <a:cubicBezTo>
                  <a:pt x="1592066" y="382864"/>
                  <a:pt x="1605659" y="369269"/>
                  <a:pt x="1622429" y="369269"/>
                </a:cubicBezTo>
                <a:close/>
                <a:moveTo>
                  <a:pt x="1549874" y="369269"/>
                </a:moveTo>
                <a:cubicBezTo>
                  <a:pt x="1566644" y="369269"/>
                  <a:pt x="1580238" y="382864"/>
                  <a:pt x="1580238" y="399633"/>
                </a:cubicBezTo>
                <a:cubicBezTo>
                  <a:pt x="1580238" y="416402"/>
                  <a:pt x="1566644" y="429997"/>
                  <a:pt x="1549874" y="429997"/>
                </a:cubicBezTo>
                <a:cubicBezTo>
                  <a:pt x="1533105" y="429997"/>
                  <a:pt x="1519511" y="416402"/>
                  <a:pt x="1519511" y="399633"/>
                </a:cubicBezTo>
                <a:cubicBezTo>
                  <a:pt x="1519511" y="382864"/>
                  <a:pt x="1533105" y="369269"/>
                  <a:pt x="1549874" y="369269"/>
                </a:cubicBezTo>
                <a:close/>
                <a:moveTo>
                  <a:pt x="1477320" y="369269"/>
                </a:moveTo>
                <a:cubicBezTo>
                  <a:pt x="1494089" y="369269"/>
                  <a:pt x="1507683" y="382864"/>
                  <a:pt x="1507683" y="399633"/>
                </a:cubicBezTo>
                <a:cubicBezTo>
                  <a:pt x="1507683" y="416402"/>
                  <a:pt x="1494089" y="429997"/>
                  <a:pt x="1477320" y="429997"/>
                </a:cubicBezTo>
                <a:cubicBezTo>
                  <a:pt x="1460550" y="429997"/>
                  <a:pt x="1446956" y="416402"/>
                  <a:pt x="1446956" y="399633"/>
                </a:cubicBezTo>
                <a:cubicBezTo>
                  <a:pt x="1446956" y="382864"/>
                  <a:pt x="1460550" y="369269"/>
                  <a:pt x="1477320" y="369269"/>
                </a:cubicBezTo>
                <a:close/>
                <a:moveTo>
                  <a:pt x="1404765" y="369269"/>
                </a:moveTo>
                <a:cubicBezTo>
                  <a:pt x="1421535" y="369269"/>
                  <a:pt x="1435129" y="382864"/>
                  <a:pt x="1435129" y="399633"/>
                </a:cubicBezTo>
                <a:cubicBezTo>
                  <a:pt x="1435129" y="416402"/>
                  <a:pt x="1421535" y="429997"/>
                  <a:pt x="1404765" y="429997"/>
                </a:cubicBezTo>
                <a:cubicBezTo>
                  <a:pt x="1387996" y="429997"/>
                  <a:pt x="1374402" y="416402"/>
                  <a:pt x="1374402" y="399633"/>
                </a:cubicBezTo>
                <a:cubicBezTo>
                  <a:pt x="1374402" y="382864"/>
                  <a:pt x="1387996" y="369269"/>
                  <a:pt x="1404765" y="369269"/>
                </a:cubicBezTo>
                <a:close/>
                <a:moveTo>
                  <a:pt x="1332211" y="369269"/>
                </a:moveTo>
                <a:cubicBezTo>
                  <a:pt x="1348980" y="369269"/>
                  <a:pt x="1362574" y="382864"/>
                  <a:pt x="1362574" y="399633"/>
                </a:cubicBezTo>
                <a:cubicBezTo>
                  <a:pt x="1362574" y="416402"/>
                  <a:pt x="1348980" y="429997"/>
                  <a:pt x="1332211" y="429997"/>
                </a:cubicBezTo>
                <a:cubicBezTo>
                  <a:pt x="1315441" y="429997"/>
                  <a:pt x="1301847" y="416402"/>
                  <a:pt x="1301847" y="399633"/>
                </a:cubicBezTo>
                <a:cubicBezTo>
                  <a:pt x="1301847" y="382864"/>
                  <a:pt x="1315441" y="369269"/>
                  <a:pt x="1332211" y="369269"/>
                </a:cubicBezTo>
                <a:close/>
                <a:moveTo>
                  <a:pt x="1259656" y="369269"/>
                </a:moveTo>
                <a:cubicBezTo>
                  <a:pt x="1276426" y="369269"/>
                  <a:pt x="1290020" y="382864"/>
                  <a:pt x="1290020" y="399633"/>
                </a:cubicBezTo>
                <a:cubicBezTo>
                  <a:pt x="1290020" y="416402"/>
                  <a:pt x="1276426" y="429997"/>
                  <a:pt x="1259656" y="429997"/>
                </a:cubicBezTo>
                <a:cubicBezTo>
                  <a:pt x="1242887" y="429997"/>
                  <a:pt x="1229293" y="416402"/>
                  <a:pt x="1229293" y="399633"/>
                </a:cubicBezTo>
                <a:cubicBezTo>
                  <a:pt x="1229293" y="382864"/>
                  <a:pt x="1242887" y="369269"/>
                  <a:pt x="1259656" y="369269"/>
                </a:cubicBezTo>
                <a:close/>
                <a:moveTo>
                  <a:pt x="1187102" y="369269"/>
                </a:moveTo>
                <a:cubicBezTo>
                  <a:pt x="1203871" y="369269"/>
                  <a:pt x="1217465" y="382864"/>
                  <a:pt x="1217465" y="399633"/>
                </a:cubicBezTo>
                <a:cubicBezTo>
                  <a:pt x="1217465" y="416402"/>
                  <a:pt x="1203871" y="429997"/>
                  <a:pt x="1187102" y="429997"/>
                </a:cubicBezTo>
                <a:cubicBezTo>
                  <a:pt x="1170332" y="429997"/>
                  <a:pt x="1156738" y="416402"/>
                  <a:pt x="1156738" y="399633"/>
                </a:cubicBezTo>
                <a:cubicBezTo>
                  <a:pt x="1156738" y="382864"/>
                  <a:pt x="1170332" y="369269"/>
                  <a:pt x="1187102" y="369269"/>
                </a:cubicBezTo>
                <a:close/>
                <a:moveTo>
                  <a:pt x="1114547" y="369269"/>
                </a:moveTo>
                <a:cubicBezTo>
                  <a:pt x="1131317" y="369269"/>
                  <a:pt x="1144911" y="382864"/>
                  <a:pt x="1144911" y="399633"/>
                </a:cubicBezTo>
                <a:cubicBezTo>
                  <a:pt x="1144911" y="416402"/>
                  <a:pt x="1131317" y="429997"/>
                  <a:pt x="1114547" y="429997"/>
                </a:cubicBezTo>
                <a:cubicBezTo>
                  <a:pt x="1097778" y="429997"/>
                  <a:pt x="1084184" y="416402"/>
                  <a:pt x="1084184" y="399633"/>
                </a:cubicBezTo>
                <a:cubicBezTo>
                  <a:pt x="1084184" y="382864"/>
                  <a:pt x="1097778" y="369269"/>
                  <a:pt x="1114547" y="369269"/>
                </a:cubicBezTo>
                <a:close/>
                <a:moveTo>
                  <a:pt x="1041993" y="369269"/>
                </a:moveTo>
                <a:cubicBezTo>
                  <a:pt x="1058762" y="369269"/>
                  <a:pt x="1072356" y="382864"/>
                  <a:pt x="1072356" y="399633"/>
                </a:cubicBezTo>
                <a:cubicBezTo>
                  <a:pt x="1072356" y="416402"/>
                  <a:pt x="1058762" y="429997"/>
                  <a:pt x="1041993" y="429997"/>
                </a:cubicBezTo>
                <a:cubicBezTo>
                  <a:pt x="1025223" y="429997"/>
                  <a:pt x="1011629" y="416402"/>
                  <a:pt x="1011629" y="399633"/>
                </a:cubicBezTo>
                <a:cubicBezTo>
                  <a:pt x="1011629" y="382864"/>
                  <a:pt x="1025223" y="369269"/>
                  <a:pt x="1041993" y="369269"/>
                </a:cubicBezTo>
                <a:close/>
                <a:moveTo>
                  <a:pt x="969438" y="369269"/>
                </a:moveTo>
                <a:cubicBezTo>
                  <a:pt x="986208" y="369269"/>
                  <a:pt x="999801" y="382864"/>
                  <a:pt x="999801" y="399633"/>
                </a:cubicBezTo>
                <a:cubicBezTo>
                  <a:pt x="999801" y="416402"/>
                  <a:pt x="986208" y="429997"/>
                  <a:pt x="969438" y="429997"/>
                </a:cubicBezTo>
                <a:cubicBezTo>
                  <a:pt x="952669" y="429997"/>
                  <a:pt x="939075" y="416402"/>
                  <a:pt x="939075" y="399633"/>
                </a:cubicBezTo>
                <a:cubicBezTo>
                  <a:pt x="939075" y="382864"/>
                  <a:pt x="952669" y="369269"/>
                  <a:pt x="969438" y="369269"/>
                </a:cubicBezTo>
                <a:close/>
                <a:moveTo>
                  <a:pt x="896883" y="369269"/>
                </a:moveTo>
                <a:cubicBezTo>
                  <a:pt x="913653" y="369269"/>
                  <a:pt x="927247" y="382864"/>
                  <a:pt x="927247" y="399633"/>
                </a:cubicBezTo>
                <a:cubicBezTo>
                  <a:pt x="927247" y="416402"/>
                  <a:pt x="913653" y="429997"/>
                  <a:pt x="896883" y="429997"/>
                </a:cubicBezTo>
                <a:cubicBezTo>
                  <a:pt x="880114" y="429997"/>
                  <a:pt x="866520" y="416402"/>
                  <a:pt x="866520" y="399633"/>
                </a:cubicBezTo>
                <a:cubicBezTo>
                  <a:pt x="866520" y="382864"/>
                  <a:pt x="880114" y="369269"/>
                  <a:pt x="896883" y="369269"/>
                </a:cubicBezTo>
                <a:close/>
                <a:moveTo>
                  <a:pt x="824329" y="369269"/>
                </a:moveTo>
                <a:cubicBezTo>
                  <a:pt x="841098" y="369269"/>
                  <a:pt x="854692" y="382864"/>
                  <a:pt x="854692" y="399633"/>
                </a:cubicBezTo>
                <a:cubicBezTo>
                  <a:pt x="854692" y="416402"/>
                  <a:pt x="841098" y="429997"/>
                  <a:pt x="824329" y="429997"/>
                </a:cubicBezTo>
                <a:cubicBezTo>
                  <a:pt x="807559" y="429997"/>
                  <a:pt x="793965" y="416402"/>
                  <a:pt x="793965" y="399633"/>
                </a:cubicBezTo>
                <a:cubicBezTo>
                  <a:pt x="793965" y="382864"/>
                  <a:pt x="807559" y="369269"/>
                  <a:pt x="824329" y="369269"/>
                </a:cubicBezTo>
                <a:close/>
                <a:moveTo>
                  <a:pt x="751774" y="369269"/>
                </a:moveTo>
                <a:cubicBezTo>
                  <a:pt x="768544" y="369269"/>
                  <a:pt x="782138" y="382864"/>
                  <a:pt x="782138" y="399633"/>
                </a:cubicBezTo>
                <a:cubicBezTo>
                  <a:pt x="782138" y="416402"/>
                  <a:pt x="768544" y="429997"/>
                  <a:pt x="751774" y="429997"/>
                </a:cubicBezTo>
                <a:cubicBezTo>
                  <a:pt x="735005" y="429997"/>
                  <a:pt x="721411" y="416402"/>
                  <a:pt x="721411" y="399633"/>
                </a:cubicBezTo>
                <a:cubicBezTo>
                  <a:pt x="721411" y="382864"/>
                  <a:pt x="735005" y="369269"/>
                  <a:pt x="751774" y="369269"/>
                </a:cubicBezTo>
                <a:close/>
                <a:moveTo>
                  <a:pt x="679220" y="369269"/>
                </a:moveTo>
                <a:cubicBezTo>
                  <a:pt x="695989" y="369269"/>
                  <a:pt x="709583" y="382864"/>
                  <a:pt x="709583" y="399633"/>
                </a:cubicBezTo>
                <a:cubicBezTo>
                  <a:pt x="709583" y="416402"/>
                  <a:pt x="695989" y="429997"/>
                  <a:pt x="679220" y="429997"/>
                </a:cubicBezTo>
                <a:cubicBezTo>
                  <a:pt x="662450" y="429997"/>
                  <a:pt x="648856" y="416402"/>
                  <a:pt x="648856" y="399633"/>
                </a:cubicBezTo>
                <a:cubicBezTo>
                  <a:pt x="648856" y="382864"/>
                  <a:pt x="662450" y="369269"/>
                  <a:pt x="679220" y="369269"/>
                </a:cubicBezTo>
                <a:close/>
                <a:moveTo>
                  <a:pt x="606665" y="369269"/>
                </a:moveTo>
                <a:cubicBezTo>
                  <a:pt x="623435" y="369269"/>
                  <a:pt x="637029" y="382864"/>
                  <a:pt x="637029" y="399633"/>
                </a:cubicBezTo>
                <a:cubicBezTo>
                  <a:pt x="637029" y="416402"/>
                  <a:pt x="623435" y="429997"/>
                  <a:pt x="606665" y="429997"/>
                </a:cubicBezTo>
                <a:cubicBezTo>
                  <a:pt x="589896" y="429997"/>
                  <a:pt x="576302" y="416402"/>
                  <a:pt x="576302" y="399633"/>
                </a:cubicBezTo>
                <a:cubicBezTo>
                  <a:pt x="576302" y="382864"/>
                  <a:pt x="589896" y="369269"/>
                  <a:pt x="606665" y="369269"/>
                </a:cubicBezTo>
                <a:close/>
                <a:moveTo>
                  <a:pt x="534111" y="369269"/>
                </a:moveTo>
                <a:cubicBezTo>
                  <a:pt x="550880" y="369269"/>
                  <a:pt x="564474" y="382864"/>
                  <a:pt x="564474" y="399633"/>
                </a:cubicBezTo>
                <a:cubicBezTo>
                  <a:pt x="564474" y="416402"/>
                  <a:pt x="550880" y="429997"/>
                  <a:pt x="534111" y="429997"/>
                </a:cubicBezTo>
                <a:cubicBezTo>
                  <a:pt x="517341" y="429997"/>
                  <a:pt x="503747" y="416402"/>
                  <a:pt x="503747" y="399633"/>
                </a:cubicBezTo>
                <a:cubicBezTo>
                  <a:pt x="503747" y="382864"/>
                  <a:pt x="517341" y="369269"/>
                  <a:pt x="534111" y="369269"/>
                </a:cubicBezTo>
                <a:close/>
                <a:moveTo>
                  <a:pt x="461556" y="369269"/>
                </a:moveTo>
                <a:cubicBezTo>
                  <a:pt x="478326" y="369269"/>
                  <a:pt x="491920" y="382864"/>
                  <a:pt x="491920" y="399633"/>
                </a:cubicBezTo>
                <a:cubicBezTo>
                  <a:pt x="491920" y="416402"/>
                  <a:pt x="478326" y="429997"/>
                  <a:pt x="461556" y="429997"/>
                </a:cubicBezTo>
                <a:cubicBezTo>
                  <a:pt x="444787" y="429997"/>
                  <a:pt x="431192" y="416402"/>
                  <a:pt x="431192" y="399633"/>
                </a:cubicBezTo>
                <a:cubicBezTo>
                  <a:pt x="431192" y="382864"/>
                  <a:pt x="444787" y="369269"/>
                  <a:pt x="461556" y="369269"/>
                </a:cubicBezTo>
                <a:close/>
                <a:moveTo>
                  <a:pt x="389002" y="369269"/>
                </a:moveTo>
                <a:cubicBezTo>
                  <a:pt x="405771" y="369269"/>
                  <a:pt x="419365" y="382864"/>
                  <a:pt x="419365" y="399633"/>
                </a:cubicBezTo>
                <a:cubicBezTo>
                  <a:pt x="419365" y="416402"/>
                  <a:pt x="405771" y="429997"/>
                  <a:pt x="389002" y="429997"/>
                </a:cubicBezTo>
                <a:cubicBezTo>
                  <a:pt x="372232" y="429997"/>
                  <a:pt x="358638" y="416402"/>
                  <a:pt x="358638" y="399633"/>
                </a:cubicBezTo>
                <a:cubicBezTo>
                  <a:pt x="358638" y="382864"/>
                  <a:pt x="372232" y="369269"/>
                  <a:pt x="389002" y="369269"/>
                </a:cubicBezTo>
                <a:close/>
                <a:moveTo>
                  <a:pt x="316447" y="369269"/>
                </a:moveTo>
                <a:cubicBezTo>
                  <a:pt x="333216" y="369269"/>
                  <a:pt x="346810" y="382864"/>
                  <a:pt x="346810" y="399633"/>
                </a:cubicBezTo>
                <a:cubicBezTo>
                  <a:pt x="346810" y="416402"/>
                  <a:pt x="333216" y="429997"/>
                  <a:pt x="316447" y="429997"/>
                </a:cubicBezTo>
                <a:cubicBezTo>
                  <a:pt x="299677" y="429997"/>
                  <a:pt x="286084" y="416402"/>
                  <a:pt x="286084" y="399633"/>
                </a:cubicBezTo>
                <a:cubicBezTo>
                  <a:pt x="286084" y="382864"/>
                  <a:pt x="299677" y="369269"/>
                  <a:pt x="316447" y="369269"/>
                </a:cubicBezTo>
                <a:close/>
                <a:moveTo>
                  <a:pt x="243892" y="369269"/>
                </a:moveTo>
                <a:cubicBezTo>
                  <a:pt x="260662" y="369269"/>
                  <a:pt x="274256" y="382864"/>
                  <a:pt x="274256" y="399633"/>
                </a:cubicBezTo>
                <a:cubicBezTo>
                  <a:pt x="274256" y="416402"/>
                  <a:pt x="260662" y="429997"/>
                  <a:pt x="243892" y="429997"/>
                </a:cubicBezTo>
                <a:cubicBezTo>
                  <a:pt x="227123" y="429997"/>
                  <a:pt x="213529" y="416402"/>
                  <a:pt x="213529" y="399633"/>
                </a:cubicBezTo>
                <a:cubicBezTo>
                  <a:pt x="213529" y="382864"/>
                  <a:pt x="227123" y="369269"/>
                  <a:pt x="243892" y="369269"/>
                </a:cubicBezTo>
                <a:close/>
                <a:moveTo>
                  <a:pt x="171339" y="369269"/>
                </a:moveTo>
                <a:cubicBezTo>
                  <a:pt x="188107" y="369269"/>
                  <a:pt x="201701" y="382864"/>
                  <a:pt x="201701" y="399633"/>
                </a:cubicBezTo>
                <a:cubicBezTo>
                  <a:pt x="201701" y="416402"/>
                  <a:pt x="188107" y="429997"/>
                  <a:pt x="171339" y="429997"/>
                </a:cubicBezTo>
                <a:cubicBezTo>
                  <a:pt x="154685" y="429997"/>
                  <a:pt x="141090" y="416402"/>
                  <a:pt x="141090" y="399633"/>
                </a:cubicBezTo>
                <a:cubicBezTo>
                  <a:pt x="141090" y="382864"/>
                  <a:pt x="154685" y="369269"/>
                  <a:pt x="171339" y="369269"/>
                </a:cubicBezTo>
                <a:close/>
                <a:moveTo>
                  <a:pt x="98917" y="369269"/>
                </a:moveTo>
                <a:cubicBezTo>
                  <a:pt x="115677" y="369269"/>
                  <a:pt x="129270" y="382864"/>
                  <a:pt x="129270" y="399633"/>
                </a:cubicBezTo>
                <a:cubicBezTo>
                  <a:pt x="129270" y="416402"/>
                  <a:pt x="115677" y="429997"/>
                  <a:pt x="98917" y="429997"/>
                </a:cubicBezTo>
                <a:cubicBezTo>
                  <a:pt x="82143" y="429997"/>
                  <a:pt x="68549" y="416402"/>
                  <a:pt x="68549" y="399633"/>
                </a:cubicBezTo>
                <a:cubicBezTo>
                  <a:pt x="68549" y="382864"/>
                  <a:pt x="82143" y="369269"/>
                  <a:pt x="98917" y="369269"/>
                </a:cubicBezTo>
                <a:close/>
                <a:moveTo>
                  <a:pt x="26362" y="369269"/>
                </a:moveTo>
                <a:cubicBezTo>
                  <a:pt x="43124" y="369269"/>
                  <a:pt x="56719" y="382864"/>
                  <a:pt x="56719" y="399633"/>
                </a:cubicBezTo>
                <a:cubicBezTo>
                  <a:pt x="56719" y="416402"/>
                  <a:pt x="43124" y="429997"/>
                  <a:pt x="26362" y="429997"/>
                </a:cubicBezTo>
                <a:cubicBezTo>
                  <a:pt x="17976" y="429997"/>
                  <a:pt x="10385" y="426598"/>
                  <a:pt x="4890" y="421103"/>
                </a:cubicBezTo>
                <a:lnTo>
                  <a:pt x="0" y="409299"/>
                </a:lnTo>
                <a:lnTo>
                  <a:pt x="0" y="389967"/>
                </a:lnTo>
                <a:lnTo>
                  <a:pt x="4890" y="378163"/>
                </a:lnTo>
                <a:cubicBezTo>
                  <a:pt x="10385" y="372668"/>
                  <a:pt x="17976" y="369269"/>
                  <a:pt x="26362" y="369269"/>
                </a:cubicBezTo>
                <a:close/>
                <a:moveTo>
                  <a:pt x="1669444" y="307535"/>
                </a:moveTo>
                <a:lnTo>
                  <a:pt x="1670784" y="334061"/>
                </a:lnTo>
                <a:lnTo>
                  <a:pt x="1664620" y="319181"/>
                </a:lnTo>
                <a:close/>
                <a:moveTo>
                  <a:pt x="1622429" y="288818"/>
                </a:moveTo>
                <a:cubicBezTo>
                  <a:pt x="1639199" y="288818"/>
                  <a:pt x="1652792" y="302412"/>
                  <a:pt x="1652792" y="319181"/>
                </a:cubicBezTo>
                <a:cubicBezTo>
                  <a:pt x="1652792" y="335950"/>
                  <a:pt x="1639199" y="349545"/>
                  <a:pt x="1622429" y="349545"/>
                </a:cubicBezTo>
                <a:cubicBezTo>
                  <a:pt x="1605659" y="349545"/>
                  <a:pt x="1592066" y="335950"/>
                  <a:pt x="1592066" y="319181"/>
                </a:cubicBezTo>
                <a:cubicBezTo>
                  <a:pt x="1592066" y="302412"/>
                  <a:pt x="1605659" y="288818"/>
                  <a:pt x="1622429" y="288818"/>
                </a:cubicBezTo>
                <a:close/>
                <a:moveTo>
                  <a:pt x="1549874" y="288818"/>
                </a:moveTo>
                <a:cubicBezTo>
                  <a:pt x="1566644" y="288818"/>
                  <a:pt x="1580238" y="302412"/>
                  <a:pt x="1580238" y="319181"/>
                </a:cubicBezTo>
                <a:cubicBezTo>
                  <a:pt x="1580238" y="335950"/>
                  <a:pt x="1566644" y="349545"/>
                  <a:pt x="1549874" y="349545"/>
                </a:cubicBezTo>
                <a:cubicBezTo>
                  <a:pt x="1533105" y="349545"/>
                  <a:pt x="1519511" y="335950"/>
                  <a:pt x="1519511" y="319181"/>
                </a:cubicBezTo>
                <a:cubicBezTo>
                  <a:pt x="1519511" y="302412"/>
                  <a:pt x="1533105" y="288818"/>
                  <a:pt x="1549874" y="288818"/>
                </a:cubicBezTo>
                <a:close/>
                <a:moveTo>
                  <a:pt x="1477320" y="288818"/>
                </a:moveTo>
                <a:cubicBezTo>
                  <a:pt x="1494089" y="288818"/>
                  <a:pt x="1507683" y="302412"/>
                  <a:pt x="1507683" y="319181"/>
                </a:cubicBezTo>
                <a:cubicBezTo>
                  <a:pt x="1507683" y="335950"/>
                  <a:pt x="1494089" y="349545"/>
                  <a:pt x="1477320" y="349545"/>
                </a:cubicBezTo>
                <a:cubicBezTo>
                  <a:pt x="1460550" y="349545"/>
                  <a:pt x="1446956" y="335950"/>
                  <a:pt x="1446956" y="319181"/>
                </a:cubicBezTo>
                <a:cubicBezTo>
                  <a:pt x="1446956" y="302412"/>
                  <a:pt x="1460550" y="288818"/>
                  <a:pt x="1477320" y="288818"/>
                </a:cubicBezTo>
                <a:close/>
                <a:moveTo>
                  <a:pt x="1404765" y="288818"/>
                </a:moveTo>
                <a:cubicBezTo>
                  <a:pt x="1421535" y="288818"/>
                  <a:pt x="1435129" y="302412"/>
                  <a:pt x="1435129" y="319181"/>
                </a:cubicBezTo>
                <a:cubicBezTo>
                  <a:pt x="1435129" y="335950"/>
                  <a:pt x="1421535" y="349545"/>
                  <a:pt x="1404765" y="349545"/>
                </a:cubicBezTo>
                <a:cubicBezTo>
                  <a:pt x="1387996" y="349545"/>
                  <a:pt x="1374402" y="335950"/>
                  <a:pt x="1374402" y="319181"/>
                </a:cubicBezTo>
                <a:cubicBezTo>
                  <a:pt x="1374402" y="302412"/>
                  <a:pt x="1387996" y="288818"/>
                  <a:pt x="1404765" y="288818"/>
                </a:cubicBezTo>
                <a:close/>
                <a:moveTo>
                  <a:pt x="1332211" y="288818"/>
                </a:moveTo>
                <a:cubicBezTo>
                  <a:pt x="1348980" y="288818"/>
                  <a:pt x="1362574" y="302412"/>
                  <a:pt x="1362574" y="319181"/>
                </a:cubicBezTo>
                <a:cubicBezTo>
                  <a:pt x="1362574" y="335950"/>
                  <a:pt x="1348980" y="349545"/>
                  <a:pt x="1332211" y="349545"/>
                </a:cubicBezTo>
                <a:cubicBezTo>
                  <a:pt x="1315441" y="349545"/>
                  <a:pt x="1301847" y="335950"/>
                  <a:pt x="1301847" y="319181"/>
                </a:cubicBezTo>
                <a:cubicBezTo>
                  <a:pt x="1301847" y="302412"/>
                  <a:pt x="1315441" y="288818"/>
                  <a:pt x="1332211" y="288818"/>
                </a:cubicBezTo>
                <a:close/>
                <a:moveTo>
                  <a:pt x="1259656" y="288818"/>
                </a:moveTo>
                <a:cubicBezTo>
                  <a:pt x="1276426" y="288818"/>
                  <a:pt x="1290020" y="302412"/>
                  <a:pt x="1290020" y="319181"/>
                </a:cubicBezTo>
                <a:cubicBezTo>
                  <a:pt x="1290020" y="335950"/>
                  <a:pt x="1276426" y="349545"/>
                  <a:pt x="1259656" y="349545"/>
                </a:cubicBezTo>
                <a:cubicBezTo>
                  <a:pt x="1242887" y="349545"/>
                  <a:pt x="1229293" y="335950"/>
                  <a:pt x="1229293" y="319181"/>
                </a:cubicBezTo>
                <a:cubicBezTo>
                  <a:pt x="1229293" y="302412"/>
                  <a:pt x="1242887" y="288818"/>
                  <a:pt x="1259656" y="288818"/>
                </a:cubicBezTo>
                <a:close/>
                <a:moveTo>
                  <a:pt x="1187102" y="288818"/>
                </a:moveTo>
                <a:cubicBezTo>
                  <a:pt x="1203871" y="288818"/>
                  <a:pt x="1217465" y="302412"/>
                  <a:pt x="1217465" y="319181"/>
                </a:cubicBezTo>
                <a:cubicBezTo>
                  <a:pt x="1217465" y="335950"/>
                  <a:pt x="1203871" y="349545"/>
                  <a:pt x="1187102" y="349545"/>
                </a:cubicBezTo>
                <a:cubicBezTo>
                  <a:pt x="1170332" y="349545"/>
                  <a:pt x="1156738" y="335950"/>
                  <a:pt x="1156738" y="319181"/>
                </a:cubicBezTo>
                <a:cubicBezTo>
                  <a:pt x="1156738" y="302412"/>
                  <a:pt x="1170332" y="288818"/>
                  <a:pt x="1187102" y="288818"/>
                </a:cubicBezTo>
                <a:close/>
                <a:moveTo>
                  <a:pt x="1114547" y="288818"/>
                </a:moveTo>
                <a:cubicBezTo>
                  <a:pt x="1131317" y="288818"/>
                  <a:pt x="1144911" y="302412"/>
                  <a:pt x="1144911" y="319181"/>
                </a:cubicBezTo>
                <a:cubicBezTo>
                  <a:pt x="1144911" y="335950"/>
                  <a:pt x="1131317" y="349545"/>
                  <a:pt x="1114547" y="349545"/>
                </a:cubicBezTo>
                <a:cubicBezTo>
                  <a:pt x="1097778" y="349545"/>
                  <a:pt x="1084184" y="335950"/>
                  <a:pt x="1084184" y="319181"/>
                </a:cubicBezTo>
                <a:cubicBezTo>
                  <a:pt x="1084184" y="302412"/>
                  <a:pt x="1097778" y="288818"/>
                  <a:pt x="1114547" y="288818"/>
                </a:cubicBezTo>
                <a:close/>
                <a:moveTo>
                  <a:pt x="1041993" y="288818"/>
                </a:moveTo>
                <a:cubicBezTo>
                  <a:pt x="1058762" y="288818"/>
                  <a:pt x="1072356" y="302412"/>
                  <a:pt x="1072356" y="319181"/>
                </a:cubicBezTo>
                <a:cubicBezTo>
                  <a:pt x="1072356" y="335950"/>
                  <a:pt x="1058762" y="349545"/>
                  <a:pt x="1041993" y="349545"/>
                </a:cubicBezTo>
                <a:cubicBezTo>
                  <a:pt x="1025223" y="349545"/>
                  <a:pt x="1011629" y="335950"/>
                  <a:pt x="1011629" y="319181"/>
                </a:cubicBezTo>
                <a:cubicBezTo>
                  <a:pt x="1011629" y="302412"/>
                  <a:pt x="1025223" y="288818"/>
                  <a:pt x="1041993" y="288818"/>
                </a:cubicBezTo>
                <a:close/>
                <a:moveTo>
                  <a:pt x="969438" y="288818"/>
                </a:moveTo>
                <a:cubicBezTo>
                  <a:pt x="986208" y="288818"/>
                  <a:pt x="999801" y="302412"/>
                  <a:pt x="999801" y="319181"/>
                </a:cubicBezTo>
                <a:cubicBezTo>
                  <a:pt x="999801" y="335950"/>
                  <a:pt x="986208" y="349545"/>
                  <a:pt x="969438" y="349545"/>
                </a:cubicBezTo>
                <a:cubicBezTo>
                  <a:pt x="952669" y="349545"/>
                  <a:pt x="939075" y="335950"/>
                  <a:pt x="939075" y="319181"/>
                </a:cubicBezTo>
                <a:cubicBezTo>
                  <a:pt x="939075" y="302412"/>
                  <a:pt x="952669" y="288818"/>
                  <a:pt x="969438" y="288818"/>
                </a:cubicBezTo>
                <a:close/>
                <a:moveTo>
                  <a:pt x="896883" y="288818"/>
                </a:moveTo>
                <a:cubicBezTo>
                  <a:pt x="913653" y="288818"/>
                  <a:pt x="927247" y="302412"/>
                  <a:pt x="927247" y="319181"/>
                </a:cubicBezTo>
                <a:cubicBezTo>
                  <a:pt x="927247" y="335950"/>
                  <a:pt x="913653" y="349545"/>
                  <a:pt x="896883" y="349545"/>
                </a:cubicBezTo>
                <a:cubicBezTo>
                  <a:pt x="880114" y="349545"/>
                  <a:pt x="866520" y="335950"/>
                  <a:pt x="866520" y="319181"/>
                </a:cubicBezTo>
                <a:cubicBezTo>
                  <a:pt x="866520" y="302412"/>
                  <a:pt x="880114" y="288818"/>
                  <a:pt x="896883" y="288818"/>
                </a:cubicBezTo>
                <a:close/>
                <a:moveTo>
                  <a:pt x="824329" y="288818"/>
                </a:moveTo>
                <a:cubicBezTo>
                  <a:pt x="841098" y="288818"/>
                  <a:pt x="854692" y="302412"/>
                  <a:pt x="854692" y="319181"/>
                </a:cubicBezTo>
                <a:cubicBezTo>
                  <a:pt x="854692" y="335950"/>
                  <a:pt x="841098" y="349545"/>
                  <a:pt x="824329" y="349545"/>
                </a:cubicBezTo>
                <a:cubicBezTo>
                  <a:pt x="807559" y="349545"/>
                  <a:pt x="793965" y="335950"/>
                  <a:pt x="793965" y="319181"/>
                </a:cubicBezTo>
                <a:cubicBezTo>
                  <a:pt x="793965" y="302412"/>
                  <a:pt x="807559" y="288818"/>
                  <a:pt x="824329" y="288818"/>
                </a:cubicBezTo>
                <a:close/>
                <a:moveTo>
                  <a:pt x="751774" y="288818"/>
                </a:moveTo>
                <a:cubicBezTo>
                  <a:pt x="768544" y="288818"/>
                  <a:pt x="782138" y="302412"/>
                  <a:pt x="782138" y="319181"/>
                </a:cubicBezTo>
                <a:cubicBezTo>
                  <a:pt x="782138" y="335950"/>
                  <a:pt x="768544" y="349545"/>
                  <a:pt x="751774" y="349545"/>
                </a:cubicBezTo>
                <a:cubicBezTo>
                  <a:pt x="735005" y="349545"/>
                  <a:pt x="721411" y="335950"/>
                  <a:pt x="721411" y="319181"/>
                </a:cubicBezTo>
                <a:cubicBezTo>
                  <a:pt x="721411" y="302412"/>
                  <a:pt x="735005" y="288818"/>
                  <a:pt x="751774" y="288818"/>
                </a:cubicBezTo>
                <a:close/>
                <a:moveTo>
                  <a:pt x="679220" y="288818"/>
                </a:moveTo>
                <a:cubicBezTo>
                  <a:pt x="695989" y="288818"/>
                  <a:pt x="709583" y="302412"/>
                  <a:pt x="709583" y="319181"/>
                </a:cubicBezTo>
                <a:cubicBezTo>
                  <a:pt x="709583" y="335950"/>
                  <a:pt x="695989" y="349545"/>
                  <a:pt x="679220" y="349545"/>
                </a:cubicBezTo>
                <a:cubicBezTo>
                  <a:pt x="662450" y="349545"/>
                  <a:pt x="648856" y="335950"/>
                  <a:pt x="648856" y="319181"/>
                </a:cubicBezTo>
                <a:cubicBezTo>
                  <a:pt x="648856" y="302412"/>
                  <a:pt x="662450" y="288818"/>
                  <a:pt x="679220" y="288818"/>
                </a:cubicBezTo>
                <a:close/>
                <a:moveTo>
                  <a:pt x="606665" y="288818"/>
                </a:moveTo>
                <a:cubicBezTo>
                  <a:pt x="623435" y="288818"/>
                  <a:pt x="637029" y="302412"/>
                  <a:pt x="637029" y="319181"/>
                </a:cubicBezTo>
                <a:cubicBezTo>
                  <a:pt x="637029" y="335950"/>
                  <a:pt x="623435" y="349545"/>
                  <a:pt x="606665" y="349545"/>
                </a:cubicBezTo>
                <a:cubicBezTo>
                  <a:pt x="589896" y="349545"/>
                  <a:pt x="576302" y="335950"/>
                  <a:pt x="576302" y="319181"/>
                </a:cubicBezTo>
                <a:cubicBezTo>
                  <a:pt x="576302" y="302412"/>
                  <a:pt x="589896" y="288818"/>
                  <a:pt x="606665" y="288818"/>
                </a:cubicBezTo>
                <a:close/>
                <a:moveTo>
                  <a:pt x="534111" y="288818"/>
                </a:moveTo>
                <a:cubicBezTo>
                  <a:pt x="550880" y="288818"/>
                  <a:pt x="564474" y="302412"/>
                  <a:pt x="564474" y="319181"/>
                </a:cubicBezTo>
                <a:cubicBezTo>
                  <a:pt x="564474" y="335950"/>
                  <a:pt x="550880" y="349545"/>
                  <a:pt x="534111" y="349545"/>
                </a:cubicBezTo>
                <a:cubicBezTo>
                  <a:pt x="517341" y="349545"/>
                  <a:pt x="503747" y="335950"/>
                  <a:pt x="503747" y="319181"/>
                </a:cubicBezTo>
                <a:cubicBezTo>
                  <a:pt x="503747" y="302412"/>
                  <a:pt x="517341" y="288818"/>
                  <a:pt x="534111" y="288818"/>
                </a:cubicBezTo>
                <a:close/>
                <a:moveTo>
                  <a:pt x="461556" y="288818"/>
                </a:moveTo>
                <a:cubicBezTo>
                  <a:pt x="478326" y="288818"/>
                  <a:pt x="491920" y="302412"/>
                  <a:pt x="491920" y="319181"/>
                </a:cubicBezTo>
                <a:cubicBezTo>
                  <a:pt x="491920" y="335950"/>
                  <a:pt x="478326" y="349545"/>
                  <a:pt x="461556" y="349545"/>
                </a:cubicBezTo>
                <a:cubicBezTo>
                  <a:pt x="444787" y="349545"/>
                  <a:pt x="431192" y="335950"/>
                  <a:pt x="431192" y="319181"/>
                </a:cubicBezTo>
                <a:cubicBezTo>
                  <a:pt x="431192" y="302412"/>
                  <a:pt x="444787" y="288818"/>
                  <a:pt x="461556" y="288818"/>
                </a:cubicBezTo>
                <a:close/>
                <a:moveTo>
                  <a:pt x="389002" y="288818"/>
                </a:moveTo>
                <a:cubicBezTo>
                  <a:pt x="405771" y="288818"/>
                  <a:pt x="419365" y="302412"/>
                  <a:pt x="419365" y="319181"/>
                </a:cubicBezTo>
                <a:cubicBezTo>
                  <a:pt x="419365" y="335950"/>
                  <a:pt x="405771" y="349545"/>
                  <a:pt x="389002" y="349545"/>
                </a:cubicBezTo>
                <a:cubicBezTo>
                  <a:pt x="372232" y="349545"/>
                  <a:pt x="358638" y="335950"/>
                  <a:pt x="358638" y="319181"/>
                </a:cubicBezTo>
                <a:cubicBezTo>
                  <a:pt x="358638" y="302412"/>
                  <a:pt x="372232" y="288818"/>
                  <a:pt x="389002" y="288818"/>
                </a:cubicBezTo>
                <a:close/>
                <a:moveTo>
                  <a:pt x="316447" y="288818"/>
                </a:moveTo>
                <a:cubicBezTo>
                  <a:pt x="333216" y="288818"/>
                  <a:pt x="346810" y="302412"/>
                  <a:pt x="346810" y="319181"/>
                </a:cubicBezTo>
                <a:cubicBezTo>
                  <a:pt x="346810" y="335950"/>
                  <a:pt x="333216" y="349545"/>
                  <a:pt x="316447" y="349545"/>
                </a:cubicBezTo>
                <a:cubicBezTo>
                  <a:pt x="299677" y="349545"/>
                  <a:pt x="286084" y="335950"/>
                  <a:pt x="286084" y="319181"/>
                </a:cubicBezTo>
                <a:cubicBezTo>
                  <a:pt x="286084" y="302412"/>
                  <a:pt x="299677" y="288818"/>
                  <a:pt x="316447" y="288818"/>
                </a:cubicBezTo>
                <a:close/>
                <a:moveTo>
                  <a:pt x="243892" y="288818"/>
                </a:moveTo>
                <a:cubicBezTo>
                  <a:pt x="260662" y="288818"/>
                  <a:pt x="274256" y="302412"/>
                  <a:pt x="274256" y="319181"/>
                </a:cubicBezTo>
                <a:cubicBezTo>
                  <a:pt x="274256" y="335950"/>
                  <a:pt x="260662" y="349545"/>
                  <a:pt x="243892" y="349545"/>
                </a:cubicBezTo>
                <a:cubicBezTo>
                  <a:pt x="227123" y="349545"/>
                  <a:pt x="213529" y="335950"/>
                  <a:pt x="213529" y="319181"/>
                </a:cubicBezTo>
                <a:cubicBezTo>
                  <a:pt x="213529" y="302412"/>
                  <a:pt x="227123" y="288818"/>
                  <a:pt x="243892" y="288818"/>
                </a:cubicBezTo>
                <a:close/>
                <a:moveTo>
                  <a:pt x="171339" y="288818"/>
                </a:moveTo>
                <a:cubicBezTo>
                  <a:pt x="188107" y="288818"/>
                  <a:pt x="201701" y="302412"/>
                  <a:pt x="201701" y="319181"/>
                </a:cubicBezTo>
                <a:cubicBezTo>
                  <a:pt x="201701" y="335950"/>
                  <a:pt x="188107" y="349545"/>
                  <a:pt x="171339" y="349545"/>
                </a:cubicBezTo>
                <a:cubicBezTo>
                  <a:pt x="154691" y="349545"/>
                  <a:pt x="141096" y="335950"/>
                  <a:pt x="141096" y="319181"/>
                </a:cubicBezTo>
                <a:cubicBezTo>
                  <a:pt x="141096" y="302412"/>
                  <a:pt x="154691" y="288818"/>
                  <a:pt x="171339" y="288818"/>
                </a:cubicBezTo>
                <a:close/>
                <a:moveTo>
                  <a:pt x="98923" y="288818"/>
                </a:moveTo>
                <a:cubicBezTo>
                  <a:pt x="115682" y="288818"/>
                  <a:pt x="129276" y="302412"/>
                  <a:pt x="129276" y="319181"/>
                </a:cubicBezTo>
                <a:cubicBezTo>
                  <a:pt x="129276" y="335950"/>
                  <a:pt x="115682" y="349545"/>
                  <a:pt x="98923" y="349545"/>
                </a:cubicBezTo>
                <a:cubicBezTo>
                  <a:pt x="82149" y="349545"/>
                  <a:pt x="68554" y="335950"/>
                  <a:pt x="68554" y="319181"/>
                </a:cubicBezTo>
                <a:cubicBezTo>
                  <a:pt x="68554" y="302412"/>
                  <a:pt x="82149" y="288818"/>
                  <a:pt x="98923" y="288818"/>
                </a:cubicBezTo>
                <a:close/>
                <a:moveTo>
                  <a:pt x="26368" y="288818"/>
                </a:moveTo>
                <a:cubicBezTo>
                  <a:pt x="43131" y="288818"/>
                  <a:pt x="56725" y="302412"/>
                  <a:pt x="56725" y="319181"/>
                </a:cubicBezTo>
                <a:cubicBezTo>
                  <a:pt x="56725" y="335950"/>
                  <a:pt x="43131" y="349545"/>
                  <a:pt x="26368" y="349545"/>
                </a:cubicBezTo>
                <a:cubicBezTo>
                  <a:pt x="17983" y="349545"/>
                  <a:pt x="10391" y="346146"/>
                  <a:pt x="4896" y="340651"/>
                </a:cubicBezTo>
                <a:lnTo>
                  <a:pt x="0" y="328831"/>
                </a:lnTo>
                <a:lnTo>
                  <a:pt x="0" y="309532"/>
                </a:lnTo>
                <a:lnTo>
                  <a:pt x="4896" y="297711"/>
                </a:lnTo>
                <a:cubicBezTo>
                  <a:pt x="10391" y="292217"/>
                  <a:pt x="17983" y="288818"/>
                  <a:pt x="26368" y="288818"/>
                </a:cubicBezTo>
                <a:close/>
                <a:moveTo>
                  <a:pt x="1622429" y="208366"/>
                </a:moveTo>
                <a:cubicBezTo>
                  <a:pt x="1639199" y="208366"/>
                  <a:pt x="1652792" y="221960"/>
                  <a:pt x="1652792" y="238729"/>
                </a:cubicBezTo>
                <a:cubicBezTo>
                  <a:pt x="1652792" y="255499"/>
                  <a:pt x="1639199" y="269093"/>
                  <a:pt x="1622429" y="269093"/>
                </a:cubicBezTo>
                <a:cubicBezTo>
                  <a:pt x="1605659" y="269093"/>
                  <a:pt x="1592066" y="255499"/>
                  <a:pt x="1592066" y="238729"/>
                </a:cubicBezTo>
                <a:cubicBezTo>
                  <a:pt x="1592066" y="221960"/>
                  <a:pt x="1605659" y="208366"/>
                  <a:pt x="1622429" y="208366"/>
                </a:cubicBezTo>
                <a:close/>
                <a:moveTo>
                  <a:pt x="1549874" y="208366"/>
                </a:moveTo>
                <a:cubicBezTo>
                  <a:pt x="1566644" y="208366"/>
                  <a:pt x="1580238" y="221960"/>
                  <a:pt x="1580238" y="238729"/>
                </a:cubicBezTo>
                <a:cubicBezTo>
                  <a:pt x="1580238" y="255499"/>
                  <a:pt x="1566644" y="269093"/>
                  <a:pt x="1549874" y="269093"/>
                </a:cubicBezTo>
                <a:cubicBezTo>
                  <a:pt x="1533105" y="269093"/>
                  <a:pt x="1519511" y="255499"/>
                  <a:pt x="1519511" y="238729"/>
                </a:cubicBezTo>
                <a:cubicBezTo>
                  <a:pt x="1519511" y="221960"/>
                  <a:pt x="1533105" y="208366"/>
                  <a:pt x="1549874" y="208366"/>
                </a:cubicBezTo>
                <a:close/>
                <a:moveTo>
                  <a:pt x="1477320" y="208366"/>
                </a:moveTo>
                <a:cubicBezTo>
                  <a:pt x="1494089" y="208366"/>
                  <a:pt x="1507683" y="221960"/>
                  <a:pt x="1507683" y="238729"/>
                </a:cubicBezTo>
                <a:cubicBezTo>
                  <a:pt x="1507683" y="255499"/>
                  <a:pt x="1494089" y="269093"/>
                  <a:pt x="1477320" y="269093"/>
                </a:cubicBezTo>
                <a:cubicBezTo>
                  <a:pt x="1460550" y="269093"/>
                  <a:pt x="1446956" y="255499"/>
                  <a:pt x="1446956" y="238729"/>
                </a:cubicBezTo>
                <a:cubicBezTo>
                  <a:pt x="1446956" y="221960"/>
                  <a:pt x="1460550" y="208366"/>
                  <a:pt x="1477320" y="208366"/>
                </a:cubicBezTo>
                <a:close/>
                <a:moveTo>
                  <a:pt x="1404765" y="208366"/>
                </a:moveTo>
                <a:cubicBezTo>
                  <a:pt x="1421535" y="208366"/>
                  <a:pt x="1435129" y="221960"/>
                  <a:pt x="1435129" y="238729"/>
                </a:cubicBezTo>
                <a:cubicBezTo>
                  <a:pt x="1435129" y="255499"/>
                  <a:pt x="1421535" y="269093"/>
                  <a:pt x="1404765" y="269093"/>
                </a:cubicBezTo>
                <a:cubicBezTo>
                  <a:pt x="1387996" y="269093"/>
                  <a:pt x="1374402" y="255499"/>
                  <a:pt x="1374402" y="238729"/>
                </a:cubicBezTo>
                <a:cubicBezTo>
                  <a:pt x="1374402" y="221960"/>
                  <a:pt x="1387996" y="208366"/>
                  <a:pt x="1404765" y="208366"/>
                </a:cubicBezTo>
                <a:close/>
                <a:moveTo>
                  <a:pt x="1332211" y="208366"/>
                </a:moveTo>
                <a:cubicBezTo>
                  <a:pt x="1348980" y="208366"/>
                  <a:pt x="1362574" y="221960"/>
                  <a:pt x="1362574" y="238729"/>
                </a:cubicBezTo>
                <a:cubicBezTo>
                  <a:pt x="1362574" y="255499"/>
                  <a:pt x="1348980" y="269093"/>
                  <a:pt x="1332211" y="269093"/>
                </a:cubicBezTo>
                <a:cubicBezTo>
                  <a:pt x="1315441" y="269093"/>
                  <a:pt x="1301847" y="255499"/>
                  <a:pt x="1301847" y="238729"/>
                </a:cubicBezTo>
                <a:cubicBezTo>
                  <a:pt x="1301847" y="221960"/>
                  <a:pt x="1315441" y="208366"/>
                  <a:pt x="1332211" y="208366"/>
                </a:cubicBezTo>
                <a:close/>
                <a:moveTo>
                  <a:pt x="1259656" y="208366"/>
                </a:moveTo>
                <a:cubicBezTo>
                  <a:pt x="1276426" y="208366"/>
                  <a:pt x="1290020" y="221960"/>
                  <a:pt x="1290020" y="238729"/>
                </a:cubicBezTo>
                <a:cubicBezTo>
                  <a:pt x="1290020" y="255499"/>
                  <a:pt x="1276426" y="269093"/>
                  <a:pt x="1259656" y="269093"/>
                </a:cubicBezTo>
                <a:cubicBezTo>
                  <a:pt x="1242887" y="269093"/>
                  <a:pt x="1229293" y="255499"/>
                  <a:pt x="1229293" y="238729"/>
                </a:cubicBezTo>
                <a:cubicBezTo>
                  <a:pt x="1229293" y="221960"/>
                  <a:pt x="1242887" y="208366"/>
                  <a:pt x="1259656" y="208366"/>
                </a:cubicBezTo>
                <a:close/>
                <a:moveTo>
                  <a:pt x="1187102" y="208366"/>
                </a:moveTo>
                <a:cubicBezTo>
                  <a:pt x="1203871" y="208366"/>
                  <a:pt x="1217465" y="221960"/>
                  <a:pt x="1217465" y="238729"/>
                </a:cubicBezTo>
                <a:cubicBezTo>
                  <a:pt x="1217465" y="255499"/>
                  <a:pt x="1203871" y="269093"/>
                  <a:pt x="1187102" y="269093"/>
                </a:cubicBezTo>
                <a:cubicBezTo>
                  <a:pt x="1170332" y="269093"/>
                  <a:pt x="1156738" y="255499"/>
                  <a:pt x="1156738" y="238729"/>
                </a:cubicBezTo>
                <a:cubicBezTo>
                  <a:pt x="1156738" y="221960"/>
                  <a:pt x="1170332" y="208366"/>
                  <a:pt x="1187102" y="208366"/>
                </a:cubicBezTo>
                <a:close/>
                <a:moveTo>
                  <a:pt x="1114547" y="208366"/>
                </a:moveTo>
                <a:cubicBezTo>
                  <a:pt x="1131317" y="208366"/>
                  <a:pt x="1144911" y="221960"/>
                  <a:pt x="1144911" y="238729"/>
                </a:cubicBezTo>
                <a:cubicBezTo>
                  <a:pt x="1144911" y="255499"/>
                  <a:pt x="1131317" y="269093"/>
                  <a:pt x="1114547" y="269093"/>
                </a:cubicBezTo>
                <a:cubicBezTo>
                  <a:pt x="1097778" y="269093"/>
                  <a:pt x="1084184" y="255499"/>
                  <a:pt x="1084184" y="238729"/>
                </a:cubicBezTo>
                <a:cubicBezTo>
                  <a:pt x="1084184" y="221960"/>
                  <a:pt x="1097778" y="208366"/>
                  <a:pt x="1114547" y="208366"/>
                </a:cubicBezTo>
                <a:close/>
                <a:moveTo>
                  <a:pt x="1041993" y="208366"/>
                </a:moveTo>
                <a:cubicBezTo>
                  <a:pt x="1058762" y="208366"/>
                  <a:pt x="1072356" y="221960"/>
                  <a:pt x="1072356" y="238729"/>
                </a:cubicBezTo>
                <a:cubicBezTo>
                  <a:pt x="1072356" y="255499"/>
                  <a:pt x="1058762" y="269093"/>
                  <a:pt x="1041993" y="269093"/>
                </a:cubicBezTo>
                <a:cubicBezTo>
                  <a:pt x="1025223" y="269093"/>
                  <a:pt x="1011629" y="255499"/>
                  <a:pt x="1011629" y="238729"/>
                </a:cubicBezTo>
                <a:cubicBezTo>
                  <a:pt x="1011629" y="221960"/>
                  <a:pt x="1025223" y="208366"/>
                  <a:pt x="1041993" y="208366"/>
                </a:cubicBezTo>
                <a:close/>
                <a:moveTo>
                  <a:pt x="969438" y="208366"/>
                </a:moveTo>
                <a:cubicBezTo>
                  <a:pt x="986208" y="208366"/>
                  <a:pt x="999801" y="221960"/>
                  <a:pt x="999801" y="238729"/>
                </a:cubicBezTo>
                <a:cubicBezTo>
                  <a:pt x="999801" y="255499"/>
                  <a:pt x="986208" y="269093"/>
                  <a:pt x="969438" y="269093"/>
                </a:cubicBezTo>
                <a:cubicBezTo>
                  <a:pt x="952669" y="269093"/>
                  <a:pt x="939075" y="255499"/>
                  <a:pt x="939075" y="238729"/>
                </a:cubicBezTo>
                <a:cubicBezTo>
                  <a:pt x="939075" y="221960"/>
                  <a:pt x="952669" y="208366"/>
                  <a:pt x="969438" y="208366"/>
                </a:cubicBezTo>
                <a:close/>
                <a:moveTo>
                  <a:pt x="896883" y="208366"/>
                </a:moveTo>
                <a:cubicBezTo>
                  <a:pt x="913653" y="208366"/>
                  <a:pt x="927247" y="221960"/>
                  <a:pt x="927247" y="238729"/>
                </a:cubicBezTo>
                <a:cubicBezTo>
                  <a:pt x="927247" y="255499"/>
                  <a:pt x="913653" y="269093"/>
                  <a:pt x="896883" y="269093"/>
                </a:cubicBezTo>
                <a:cubicBezTo>
                  <a:pt x="880114" y="269093"/>
                  <a:pt x="866520" y="255499"/>
                  <a:pt x="866520" y="238729"/>
                </a:cubicBezTo>
                <a:cubicBezTo>
                  <a:pt x="866520" y="221960"/>
                  <a:pt x="880114" y="208366"/>
                  <a:pt x="896883" y="208366"/>
                </a:cubicBezTo>
                <a:close/>
                <a:moveTo>
                  <a:pt x="824329" y="208366"/>
                </a:moveTo>
                <a:cubicBezTo>
                  <a:pt x="841098" y="208366"/>
                  <a:pt x="854692" y="221960"/>
                  <a:pt x="854692" y="238729"/>
                </a:cubicBezTo>
                <a:cubicBezTo>
                  <a:pt x="854692" y="255499"/>
                  <a:pt x="841098" y="269093"/>
                  <a:pt x="824329" y="269093"/>
                </a:cubicBezTo>
                <a:cubicBezTo>
                  <a:pt x="807559" y="269093"/>
                  <a:pt x="793965" y="255499"/>
                  <a:pt x="793965" y="238729"/>
                </a:cubicBezTo>
                <a:cubicBezTo>
                  <a:pt x="793965" y="221960"/>
                  <a:pt x="807559" y="208366"/>
                  <a:pt x="824329" y="208366"/>
                </a:cubicBezTo>
                <a:close/>
                <a:moveTo>
                  <a:pt x="751774" y="208366"/>
                </a:moveTo>
                <a:cubicBezTo>
                  <a:pt x="768544" y="208366"/>
                  <a:pt x="782138" y="221960"/>
                  <a:pt x="782138" y="238729"/>
                </a:cubicBezTo>
                <a:cubicBezTo>
                  <a:pt x="782138" y="255499"/>
                  <a:pt x="768544" y="269093"/>
                  <a:pt x="751774" y="269093"/>
                </a:cubicBezTo>
                <a:cubicBezTo>
                  <a:pt x="735005" y="269093"/>
                  <a:pt x="721411" y="255499"/>
                  <a:pt x="721411" y="238729"/>
                </a:cubicBezTo>
                <a:cubicBezTo>
                  <a:pt x="721411" y="221960"/>
                  <a:pt x="735005" y="208366"/>
                  <a:pt x="751774" y="208366"/>
                </a:cubicBezTo>
                <a:close/>
                <a:moveTo>
                  <a:pt x="679220" y="208366"/>
                </a:moveTo>
                <a:cubicBezTo>
                  <a:pt x="695989" y="208366"/>
                  <a:pt x="709583" y="221960"/>
                  <a:pt x="709583" y="238729"/>
                </a:cubicBezTo>
                <a:cubicBezTo>
                  <a:pt x="709583" y="255499"/>
                  <a:pt x="695989" y="269093"/>
                  <a:pt x="679220" y="269093"/>
                </a:cubicBezTo>
                <a:cubicBezTo>
                  <a:pt x="662450" y="269093"/>
                  <a:pt x="648856" y="255499"/>
                  <a:pt x="648856" y="238729"/>
                </a:cubicBezTo>
                <a:cubicBezTo>
                  <a:pt x="648856" y="221960"/>
                  <a:pt x="662450" y="208366"/>
                  <a:pt x="679220" y="208366"/>
                </a:cubicBezTo>
                <a:close/>
                <a:moveTo>
                  <a:pt x="606665" y="208366"/>
                </a:moveTo>
                <a:cubicBezTo>
                  <a:pt x="623435" y="208366"/>
                  <a:pt x="637029" y="221960"/>
                  <a:pt x="637029" y="238729"/>
                </a:cubicBezTo>
                <a:cubicBezTo>
                  <a:pt x="637029" y="255499"/>
                  <a:pt x="623435" y="269093"/>
                  <a:pt x="606665" y="269093"/>
                </a:cubicBezTo>
                <a:cubicBezTo>
                  <a:pt x="589896" y="269093"/>
                  <a:pt x="576302" y="255499"/>
                  <a:pt x="576302" y="238729"/>
                </a:cubicBezTo>
                <a:cubicBezTo>
                  <a:pt x="576302" y="221960"/>
                  <a:pt x="589896" y="208366"/>
                  <a:pt x="606665" y="208366"/>
                </a:cubicBezTo>
                <a:close/>
                <a:moveTo>
                  <a:pt x="534111" y="208366"/>
                </a:moveTo>
                <a:cubicBezTo>
                  <a:pt x="550880" y="208366"/>
                  <a:pt x="564474" y="221960"/>
                  <a:pt x="564474" y="238729"/>
                </a:cubicBezTo>
                <a:cubicBezTo>
                  <a:pt x="564474" y="255499"/>
                  <a:pt x="550880" y="269093"/>
                  <a:pt x="534111" y="269093"/>
                </a:cubicBezTo>
                <a:cubicBezTo>
                  <a:pt x="517341" y="269093"/>
                  <a:pt x="503747" y="255499"/>
                  <a:pt x="503747" y="238729"/>
                </a:cubicBezTo>
                <a:cubicBezTo>
                  <a:pt x="503747" y="221960"/>
                  <a:pt x="517341" y="208366"/>
                  <a:pt x="534111" y="208366"/>
                </a:cubicBezTo>
                <a:close/>
                <a:moveTo>
                  <a:pt x="461556" y="208366"/>
                </a:moveTo>
                <a:cubicBezTo>
                  <a:pt x="478326" y="208366"/>
                  <a:pt x="491920" y="221960"/>
                  <a:pt x="491920" y="238729"/>
                </a:cubicBezTo>
                <a:cubicBezTo>
                  <a:pt x="491920" y="255499"/>
                  <a:pt x="478326" y="269093"/>
                  <a:pt x="461556" y="269093"/>
                </a:cubicBezTo>
                <a:cubicBezTo>
                  <a:pt x="444787" y="269093"/>
                  <a:pt x="431192" y="255499"/>
                  <a:pt x="431192" y="238729"/>
                </a:cubicBezTo>
                <a:cubicBezTo>
                  <a:pt x="431192" y="221960"/>
                  <a:pt x="444787" y="208366"/>
                  <a:pt x="461556" y="208366"/>
                </a:cubicBezTo>
                <a:close/>
                <a:moveTo>
                  <a:pt x="389002" y="208366"/>
                </a:moveTo>
                <a:cubicBezTo>
                  <a:pt x="405771" y="208366"/>
                  <a:pt x="419365" y="221960"/>
                  <a:pt x="419365" y="238729"/>
                </a:cubicBezTo>
                <a:cubicBezTo>
                  <a:pt x="419365" y="255499"/>
                  <a:pt x="405771" y="269093"/>
                  <a:pt x="389002" y="269093"/>
                </a:cubicBezTo>
                <a:cubicBezTo>
                  <a:pt x="372232" y="269093"/>
                  <a:pt x="358638" y="255499"/>
                  <a:pt x="358638" y="238729"/>
                </a:cubicBezTo>
                <a:cubicBezTo>
                  <a:pt x="358638" y="221960"/>
                  <a:pt x="372232" y="208366"/>
                  <a:pt x="389002" y="208366"/>
                </a:cubicBezTo>
                <a:close/>
                <a:moveTo>
                  <a:pt x="316447" y="208366"/>
                </a:moveTo>
                <a:cubicBezTo>
                  <a:pt x="333216" y="208366"/>
                  <a:pt x="346810" y="221960"/>
                  <a:pt x="346810" y="238729"/>
                </a:cubicBezTo>
                <a:cubicBezTo>
                  <a:pt x="346810" y="255499"/>
                  <a:pt x="333216" y="269093"/>
                  <a:pt x="316447" y="269093"/>
                </a:cubicBezTo>
                <a:cubicBezTo>
                  <a:pt x="299677" y="269093"/>
                  <a:pt x="286084" y="255499"/>
                  <a:pt x="286084" y="238729"/>
                </a:cubicBezTo>
                <a:cubicBezTo>
                  <a:pt x="286084" y="221960"/>
                  <a:pt x="299677" y="208366"/>
                  <a:pt x="316447" y="208366"/>
                </a:cubicBezTo>
                <a:close/>
                <a:moveTo>
                  <a:pt x="243892" y="208366"/>
                </a:moveTo>
                <a:cubicBezTo>
                  <a:pt x="260662" y="208366"/>
                  <a:pt x="274256" y="221960"/>
                  <a:pt x="274256" y="238729"/>
                </a:cubicBezTo>
                <a:cubicBezTo>
                  <a:pt x="274256" y="255499"/>
                  <a:pt x="260662" y="269093"/>
                  <a:pt x="243892" y="269093"/>
                </a:cubicBezTo>
                <a:cubicBezTo>
                  <a:pt x="227123" y="269093"/>
                  <a:pt x="213529" y="255499"/>
                  <a:pt x="213529" y="238729"/>
                </a:cubicBezTo>
                <a:cubicBezTo>
                  <a:pt x="213529" y="221960"/>
                  <a:pt x="227123" y="208366"/>
                  <a:pt x="243892" y="208366"/>
                </a:cubicBezTo>
                <a:close/>
                <a:moveTo>
                  <a:pt x="171339" y="208366"/>
                </a:moveTo>
                <a:cubicBezTo>
                  <a:pt x="188107" y="208366"/>
                  <a:pt x="201701" y="221960"/>
                  <a:pt x="201701" y="238729"/>
                </a:cubicBezTo>
                <a:cubicBezTo>
                  <a:pt x="201701" y="255499"/>
                  <a:pt x="188107" y="269093"/>
                  <a:pt x="171339" y="269093"/>
                </a:cubicBezTo>
                <a:cubicBezTo>
                  <a:pt x="154697" y="269093"/>
                  <a:pt x="141102" y="255499"/>
                  <a:pt x="141102" y="238729"/>
                </a:cubicBezTo>
                <a:cubicBezTo>
                  <a:pt x="141102" y="221960"/>
                  <a:pt x="154697" y="208366"/>
                  <a:pt x="171339" y="208366"/>
                </a:cubicBezTo>
                <a:close/>
                <a:moveTo>
                  <a:pt x="98929" y="208366"/>
                </a:moveTo>
                <a:cubicBezTo>
                  <a:pt x="115688" y="208366"/>
                  <a:pt x="129282" y="221960"/>
                  <a:pt x="129282" y="238729"/>
                </a:cubicBezTo>
                <a:cubicBezTo>
                  <a:pt x="129282" y="255499"/>
                  <a:pt x="115688" y="269093"/>
                  <a:pt x="98929" y="269093"/>
                </a:cubicBezTo>
                <a:cubicBezTo>
                  <a:pt x="82155" y="269093"/>
                  <a:pt x="68561" y="255499"/>
                  <a:pt x="68561" y="238729"/>
                </a:cubicBezTo>
                <a:cubicBezTo>
                  <a:pt x="68561" y="221960"/>
                  <a:pt x="82155" y="208366"/>
                  <a:pt x="98929" y="208366"/>
                </a:cubicBezTo>
                <a:close/>
                <a:moveTo>
                  <a:pt x="26375" y="208366"/>
                </a:moveTo>
                <a:cubicBezTo>
                  <a:pt x="43137" y="208366"/>
                  <a:pt x="56732" y="221960"/>
                  <a:pt x="56732" y="238729"/>
                </a:cubicBezTo>
                <a:cubicBezTo>
                  <a:pt x="56732" y="255499"/>
                  <a:pt x="43137" y="269093"/>
                  <a:pt x="26375" y="269093"/>
                </a:cubicBezTo>
                <a:cubicBezTo>
                  <a:pt x="17989" y="269093"/>
                  <a:pt x="10398" y="265695"/>
                  <a:pt x="4903" y="260200"/>
                </a:cubicBezTo>
                <a:lnTo>
                  <a:pt x="0" y="248364"/>
                </a:lnTo>
                <a:lnTo>
                  <a:pt x="0" y="229094"/>
                </a:lnTo>
                <a:lnTo>
                  <a:pt x="4903" y="217259"/>
                </a:lnTo>
                <a:cubicBezTo>
                  <a:pt x="10398" y="211765"/>
                  <a:pt x="17989" y="208366"/>
                  <a:pt x="26375" y="208366"/>
                </a:cubicBezTo>
                <a:close/>
                <a:moveTo>
                  <a:pt x="1622429" y="127914"/>
                </a:moveTo>
                <a:cubicBezTo>
                  <a:pt x="1630814" y="127914"/>
                  <a:pt x="1638404" y="131313"/>
                  <a:pt x="1643899" y="136808"/>
                </a:cubicBezTo>
                <a:lnTo>
                  <a:pt x="1648931" y="148957"/>
                </a:lnTo>
                <a:lnTo>
                  <a:pt x="1651011" y="162579"/>
                </a:lnTo>
                <a:lnTo>
                  <a:pt x="1643899" y="179748"/>
                </a:lnTo>
                <a:cubicBezTo>
                  <a:pt x="1638404" y="185243"/>
                  <a:pt x="1630814" y="188641"/>
                  <a:pt x="1622429" y="188641"/>
                </a:cubicBezTo>
                <a:cubicBezTo>
                  <a:pt x="1605659" y="188641"/>
                  <a:pt x="1592066" y="175047"/>
                  <a:pt x="1592066" y="158278"/>
                </a:cubicBezTo>
                <a:cubicBezTo>
                  <a:pt x="1592066" y="141508"/>
                  <a:pt x="1605659" y="127914"/>
                  <a:pt x="1622429" y="127914"/>
                </a:cubicBezTo>
                <a:close/>
                <a:moveTo>
                  <a:pt x="1549874" y="127914"/>
                </a:moveTo>
                <a:cubicBezTo>
                  <a:pt x="1566644" y="127914"/>
                  <a:pt x="1580238" y="141508"/>
                  <a:pt x="1580238" y="158278"/>
                </a:cubicBezTo>
                <a:cubicBezTo>
                  <a:pt x="1580238" y="175047"/>
                  <a:pt x="1566644" y="188641"/>
                  <a:pt x="1549874" y="188641"/>
                </a:cubicBezTo>
                <a:cubicBezTo>
                  <a:pt x="1533105" y="188641"/>
                  <a:pt x="1519511" y="175047"/>
                  <a:pt x="1519511" y="158278"/>
                </a:cubicBezTo>
                <a:cubicBezTo>
                  <a:pt x="1519511" y="141508"/>
                  <a:pt x="1533105" y="127914"/>
                  <a:pt x="1549874" y="127914"/>
                </a:cubicBezTo>
                <a:close/>
                <a:moveTo>
                  <a:pt x="1477320" y="127914"/>
                </a:moveTo>
                <a:cubicBezTo>
                  <a:pt x="1494089" y="127914"/>
                  <a:pt x="1507683" y="141508"/>
                  <a:pt x="1507683" y="158278"/>
                </a:cubicBezTo>
                <a:cubicBezTo>
                  <a:pt x="1507683" y="175047"/>
                  <a:pt x="1494089" y="188641"/>
                  <a:pt x="1477320" y="188641"/>
                </a:cubicBezTo>
                <a:cubicBezTo>
                  <a:pt x="1460550" y="188641"/>
                  <a:pt x="1446956" y="175047"/>
                  <a:pt x="1446956" y="158278"/>
                </a:cubicBezTo>
                <a:cubicBezTo>
                  <a:pt x="1446956" y="141508"/>
                  <a:pt x="1460550" y="127914"/>
                  <a:pt x="1477320" y="127914"/>
                </a:cubicBezTo>
                <a:close/>
                <a:moveTo>
                  <a:pt x="1404765" y="127914"/>
                </a:moveTo>
                <a:cubicBezTo>
                  <a:pt x="1421535" y="127914"/>
                  <a:pt x="1435129" y="141508"/>
                  <a:pt x="1435129" y="158278"/>
                </a:cubicBezTo>
                <a:cubicBezTo>
                  <a:pt x="1435129" y="175047"/>
                  <a:pt x="1421535" y="188641"/>
                  <a:pt x="1404765" y="188641"/>
                </a:cubicBezTo>
                <a:cubicBezTo>
                  <a:pt x="1387996" y="188641"/>
                  <a:pt x="1374402" y="175047"/>
                  <a:pt x="1374402" y="158278"/>
                </a:cubicBezTo>
                <a:cubicBezTo>
                  <a:pt x="1374402" y="141508"/>
                  <a:pt x="1387996" y="127914"/>
                  <a:pt x="1404765" y="127914"/>
                </a:cubicBezTo>
                <a:close/>
                <a:moveTo>
                  <a:pt x="1332211" y="127914"/>
                </a:moveTo>
                <a:cubicBezTo>
                  <a:pt x="1348980" y="127914"/>
                  <a:pt x="1362574" y="141508"/>
                  <a:pt x="1362574" y="158278"/>
                </a:cubicBezTo>
                <a:cubicBezTo>
                  <a:pt x="1362574" y="175047"/>
                  <a:pt x="1348980" y="188641"/>
                  <a:pt x="1332211" y="188641"/>
                </a:cubicBezTo>
                <a:cubicBezTo>
                  <a:pt x="1315441" y="188641"/>
                  <a:pt x="1301847" y="175047"/>
                  <a:pt x="1301847" y="158278"/>
                </a:cubicBezTo>
                <a:cubicBezTo>
                  <a:pt x="1301847" y="141508"/>
                  <a:pt x="1315441" y="127914"/>
                  <a:pt x="1332211" y="127914"/>
                </a:cubicBezTo>
                <a:close/>
                <a:moveTo>
                  <a:pt x="1259656" y="127914"/>
                </a:moveTo>
                <a:cubicBezTo>
                  <a:pt x="1276426" y="127914"/>
                  <a:pt x="1290020" y="141508"/>
                  <a:pt x="1290020" y="158278"/>
                </a:cubicBezTo>
                <a:cubicBezTo>
                  <a:pt x="1290020" y="175047"/>
                  <a:pt x="1276426" y="188641"/>
                  <a:pt x="1259656" y="188641"/>
                </a:cubicBezTo>
                <a:cubicBezTo>
                  <a:pt x="1242887" y="188641"/>
                  <a:pt x="1229293" y="175047"/>
                  <a:pt x="1229293" y="158278"/>
                </a:cubicBezTo>
                <a:cubicBezTo>
                  <a:pt x="1229293" y="141508"/>
                  <a:pt x="1242887" y="127914"/>
                  <a:pt x="1259656" y="127914"/>
                </a:cubicBezTo>
                <a:close/>
                <a:moveTo>
                  <a:pt x="1187102" y="127914"/>
                </a:moveTo>
                <a:cubicBezTo>
                  <a:pt x="1203871" y="127914"/>
                  <a:pt x="1217465" y="141508"/>
                  <a:pt x="1217465" y="158278"/>
                </a:cubicBezTo>
                <a:cubicBezTo>
                  <a:pt x="1217465" y="175047"/>
                  <a:pt x="1203871" y="188641"/>
                  <a:pt x="1187102" y="188641"/>
                </a:cubicBezTo>
                <a:cubicBezTo>
                  <a:pt x="1170332" y="188641"/>
                  <a:pt x="1156738" y="175047"/>
                  <a:pt x="1156738" y="158278"/>
                </a:cubicBezTo>
                <a:cubicBezTo>
                  <a:pt x="1156738" y="141508"/>
                  <a:pt x="1170332" y="127914"/>
                  <a:pt x="1187102" y="127914"/>
                </a:cubicBezTo>
                <a:close/>
                <a:moveTo>
                  <a:pt x="1114547" y="127914"/>
                </a:moveTo>
                <a:cubicBezTo>
                  <a:pt x="1131317" y="127914"/>
                  <a:pt x="1144911" y="141508"/>
                  <a:pt x="1144911" y="158278"/>
                </a:cubicBezTo>
                <a:cubicBezTo>
                  <a:pt x="1144911" y="175047"/>
                  <a:pt x="1131317" y="188641"/>
                  <a:pt x="1114547" y="188641"/>
                </a:cubicBezTo>
                <a:cubicBezTo>
                  <a:pt x="1097778" y="188641"/>
                  <a:pt x="1084184" y="175047"/>
                  <a:pt x="1084184" y="158278"/>
                </a:cubicBezTo>
                <a:cubicBezTo>
                  <a:pt x="1084184" y="141508"/>
                  <a:pt x="1097778" y="127914"/>
                  <a:pt x="1114547" y="127914"/>
                </a:cubicBezTo>
                <a:close/>
                <a:moveTo>
                  <a:pt x="1041993" y="127914"/>
                </a:moveTo>
                <a:cubicBezTo>
                  <a:pt x="1058762" y="127914"/>
                  <a:pt x="1072356" y="141508"/>
                  <a:pt x="1072356" y="158278"/>
                </a:cubicBezTo>
                <a:cubicBezTo>
                  <a:pt x="1072356" y="175047"/>
                  <a:pt x="1058762" y="188641"/>
                  <a:pt x="1041993" y="188641"/>
                </a:cubicBezTo>
                <a:cubicBezTo>
                  <a:pt x="1025223" y="188641"/>
                  <a:pt x="1011629" y="175047"/>
                  <a:pt x="1011629" y="158278"/>
                </a:cubicBezTo>
                <a:cubicBezTo>
                  <a:pt x="1011629" y="141508"/>
                  <a:pt x="1025223" y="127914"/>
                  <a:pt x="1041993" y="127914"/>
                </a:cubicBezTo>
                <a:close/>
                <a:moveTo>
                  <a:pt x="969438" y="127914"/>
                </a:moveTo>
                <a:cubicBezTo>
                  <a:pt x="986208" y="127914"/>
                  <a:pt x="999801" y="141508"/>
                  <a:pt x="999801" y="158278"/>
                </a:cubicBezTo>
                <a:cubicBezTo>
                  <a:pt x="999801" y="175047"/>
                  <a:pt x="986208" y="188641"/>
                  <a:pt x="969438" y="188641"/>
                </a:cubicBezTo>
                <a:cubicBezTo>
                  <a:pt x="952669" y="188641"/>
                  <a:pt x="939075" y="175047"/>
                  <a:pt x="939075" y="158278"/>
                </a:cubicBezTo>
                <a:cubicBezTo>
                  <a:pt x="939075" y="141508"/>
                  <a:pt x="952669" y="127914"/>
                  <a:pt x="969438" y="127914"/>
                </a:cubicBezTo>
                <a:close/>
                <a:moveTo>
                  <a:pt x="896883" y="127914"/>
                </a:moveTo>
                <a:cubicBezTo>
                  <a:pt x="913653" y="127914"/>
                  <a:pt x="927247" y="141508"/>
                  <a:pt x="927247" y="158278"/>
                </a:cubicBezTo>
                <a:cubicBezTo>
                  <a:pt x="927247" y="175047"/>
                  <a:pt x="913653" y="188641"/>
                  <a:pt x="896883" y="188641"/>
                </a:cubicBezTo>
                <a:cubicBezTo>
                  <a:pt x="880114" y="188641"/>
                  <a:pt x="866520" y="175047"/>
                  <a:pt x="866520" y="158278"/>
                </a:cubicBezTo>
                <a:cubicBezTo>
                  <a:pt x="866520" y="141508"/>
                  <a:pt x="880114" y="127914"/>
                  <a:pt x="896883" y="127914"/>
                </a:cubicBezTo>
                <a:close/>
                <a:moveTo>
                  <a:pt x="824329" y="127914"/>
                </a:moveTo>
                <a:cubicBezTo>
                  <a:pt x="841098" y="127914"/>
                  <a:pt x="854692" y="141508"/>
                  <a:pt x="854692" y="158278"/>
                </a:cubicBezTo>
                <a:cubicBezTo>
                  <a:pt x="854692" y="175047"/>
                  <a:pt x="841098" y="188641"/>
                  <a:pt x="824329" y="188641"/>
                </a:cubicBezTo>
                <a:cubicBezTo>
                  <a:pt x="807559" y="188641"/>
                  <a:pt x="793965" y="175047"/>
                  <a:pt x="793965" y="158278"/>
                </a:cubicBezTo>
                <a:cubicBezTo>
                  <a:pt x="793965" y="141508"/>
                  <a:pt x="807559" y="127914"/>
                  <a:pt x="824329" y="127914"/>
                </a:cubicBezTo>
                <a:close/>
                <a:moveTo>
                  <a:pt x="751774" y="127914"/>
                </a:moveTo>
                <a:cubicBezTo>
                  <a:pt x="768544" y="127914"/>
                  <a:pt x="782138" y="141508"/>
                  <a:pt x="782138" y="158278"/>
                </a:cubicBezTo>
                <a:cubicBezTo>
                  <a:pt x="782138" y="175047"/>
                  <a:pt x="768544" y="188641"/>
                  <a:pt x="751774" y="188641"/>
                </a:cubicBezTo>
                <a:cubicBezTo>
                  <a:pt x="735005" y="188641"/>
                  <a:pt x="721411" y="175047"/>
                  <a:pt x="721411" y="158278"/>
                </a:cubicBezTo>
                <a:cubicBezTo>
                  <a:pt x="721411" y="141508"/>
                  <a:pt x="735005" y="127914"/>
                  <a:pt x="751774" y="127914"/>
                </a:cubicBezTo>
                <a:close/>
                <a:moveTo>
                  <a:pt x="679220" y="127914"/>
                </a:moveTo>
                <a:cubicBezTo>
                  <a:pt x="695989" y="127914"/>
                  <a:pt x="709583" y="141508"/>
                  <a:pt x="709583" y="158278"/>
                </a:cubicBezTo>
                <a:cubicBezTo>
                  <a:pt x="709583" y="175047"/>
                  <a:pt x="695989" y="188641"/>
                  <a:pt x="679220" y="188641"/>
                </a:cubicBezTo>
                <a:cubicBezTo>
                  <a:pt x="662450" y="188641"/>
                  <a:pt x="648856" y="175047"/>
                  <a:pt x="648856" y="158278"/>
                </a:cubicBezTo>
                <a:cubicBezTo>
                  <a:pt x="648856" y="141508"/>
                  <a:pt x="662450" y="127914"/>
                  <a:pt x="679220" y="127914"/>
                </a:cubicBezTo>
                <a:close/>
                <a:moveTo>
                  <a:pt x="606665" y="127914"/>
                </a:moveTo>
                <a:cubicBezTo>
                  <a:pt x="623435" y="127914"/>
                  <a:pt x="637029" y="141508"/>
                  <a:pt x="637029" y="158278"/>
                </a:cubicBezTo>
                <a:cubicBezTo>
                  <a:pt x="637029" y="175047"/>
                  <a:pt x="623435" y="188641"/>
                  <a:pt x="606665" y="188641"/>
                </a:cubicBezTo>
                <a:cubicBezTo>
                  <a:pt x="589896" y="188641"/>
                  <a:pt x="576302" y="175047"/>
                  <a:pt x="576302" y="158278"/>
                </a:cubicBezTo>
                <a:cubicBezTo>
                  <a:pt x="576302" y="141508"/>
                  <a:pt x="589896" y="127914"/>
                  <a:pt x="606665" y="127914"/>
                </a:cubicBezTo>
                <a:close/>
                <a:moveTo>
                  <a:pt x="534111" y="127914"/>
                </a:moveTo>
                <a:cubicBezTo>
                  <a:pt x="550880" y="127914"/>
                  <a:pt x="564474" y="141508"/>
                  <a:pt x="564474" y="158278"/>
                </a:cubicBezTo>
                <a:cubicBezTo>
                  <a:pt x="564474" y="175047"/>
                  <a:pt x="550880" y="188641"/>
                  <a:pt x="534111" y="188641"/>
                </a:cubicBezTo>
                <a:cubicBezTo>
                  <a:pt x="517341" y="188641"/>
                  <a:pt x="503747" y="175047"/>
                  <a:pt x="503747" y="158278"/>
                </a:cubicBezTo>
                <a:cubicBezTo>
                  <a:pt x="503747" y="141508"/>
                  <a:pt x="517341" y="127914"/>
                  <a:pt x="534111" y="127914"/>
                </a:cubicBezTo>
                <a:close/>
                <a:moveTo>
                  <a:pt x="461556" y="127914"/>
                </a:moveTo>
                <a:cubicBezTo>
                  <a:pt x="478326" y="127914"/>
                  <a:pt x="491920" y="141508"/>
                  <a:pt x="491920" y="158278"/>
                </a:cubicBezTo>
                <a:cubicBezTo>
                  <a:pt x="491920" y="175047"/>
                  <a:pt x="478326" y="188641"/>
                  <a:pt x="461556" y="188641"/>
                </a:cubicBezTo>
                <a:cubicBezTo>
                  <a:pt x="444787" y="188641"/>
                  <a:pt x="431192" y="175047"/>
                  <a:pt x="431192" y="158278"/>
                </a:cubicBezTo>
                <a:cubicBezTo>
                  <a:pt x="431192" y="141508"/>
                  <a:pt x="444787" y="127914"/>
                  <a:pt x="461556" y="127914"/>
                </a:cubicBezTo>
                <a:close/>
                <a:moveTo>
                  <a:pt x="389002" y="127914"/>
                </a:moveTo>
                <a:cubicBezTo>
                  <a:pt x="405771" y="127914"/>
                  <a:pt x="419365" y="141508"/>
                  <a:pt x="419365" y="158278"/>
                </a:cubicBezTo>
                <a:cubicBezTo>
                  <a:pt x="419365" y="175047"/>
                  <a:pt x="405771" y="188641"/>
                  <a:pt x="389002" y="188641"/>
                </a:cubicBezTo>
                <a:cubicBezTo>
                  <a:pt x="372232" y="188641"/>
                  <a:pt x="358638" y="175047"/>
                  <a:pt x="358638" y="158278"/>
                </a:cubicBezTo>
                <a:cubicBezTo>
                  <a:pt x="358638" y="141508"/>
                  <a:pt x="372232" y="127914"/>
                  <a:pt x="389002" y="127914"/>
                </a:cubicBezTo>
                <a:close/>
                <a:moveTo>
                  <a:pt x="316447" y="127914"/>
                </a:moveTo>
                <a:cubicBezTo>
                  <a:pt x="333216" y="127914"/>
                  <a:pt x="346810" y="141508"/>
                  <a:pt x="346810" y="158278"/>
                </a:cubicBezTo>
                <a:cubicBezTo>
                  <a:pt x="346810" y="175047"/>
                  <a:pt x="333216" y="188641"/>
                  <a:pt x="316447" y="188641"/>
                </a:cubicBezTo>
                <a:cubicBezTo>
                  <a:pt x="299677" y="188641"/>
                  <a:pt x="286084" y="175047"/>
                  <a:pt x="286084" y="158278"/>
                </a:cubicBezTo>
                <a:cubicBezTo>
                  <a:pt x="286084" y="141508"/>
                  <a:pt x="299677" y="127914"/>
                  <a:pt x="316447" y="127914"/>
                </a:cubicBezTo>
                <a:close/>
                <a:moveTo>
                  <a:pt x="243892" y="127914"/>
                </a:moveTo>
                <a:cubicBezTo>
                  <a:pt x="260662" y="127914"/>
                  <a:pt x="274256" y="141508"/>
                  <a:pt x="274256" y="158278"/>
                </a:cubicBezTo>
                <a:cubicBezTo>
                  <a:pt x="274256" y="175047"/>
                  <a:pt x="260662" y="188641"/>
                  <a:pt x="243892" y="188641"/>
                </a:cubicBezTo>
                <a:cubicBezTo>
                  <a:pt x="227123" y="188641"/>
                  <a:pt x="213529" y="175047"/>
                  <a:pt x="213529" y="158278"/>
                </a:cubicBezTo>
                <a:cubicBezTo>
                  <a:pt x="213529" y="141508"/>
                  <a:pt x="227123" y="127914"/>
                  <a:pt x="243892" y="127914"/>
                </a:cubicBezTo>
                <a:close/>
                <a:moveTo>
                  <a:pt x="171339" y="127914"/>
                </a:moveTo>
                <a:cubicBezTo>
                  <a:pt x="188107" y="127914"/>
                  <a:pt x="201701" y="141508"/>
                  <a:pt x="201701" y="158278"/>
                </a:cubicBezTo>
                <a:cubicBezTo>
                  <a:pt x="201701" y="175047"/>
                  <a:pt x="188107" y="188641"/>
                  <a:pt x="171339" y="188641"/>
                </a:cubicBezTo>
                <a:cubicBezTo>
                  <a:pt x="154702" y="188641"/>
                  <a:pt x="141108" y="175047"/>
                  <a:pt x="141108" y="158278"/>
                </a:cubicBezTo>
                <a:cubicBezTo>
                  <a:pt x="141108" y="141508"/>
                  <a:pt x="154702" y="127914"/>
                  <a:pt x="171339" y="127914"/>
                </a:cubicBezTo>
                <a:close/>
                <a:moveTo>
                  <a:pt x="98936" y="127914"/>
                </a:moveTo>
                <a:cubicBezTo>
                  <a:pt x="115695" y="127914"/>
                  <a:pt x="129288" y="141508"/>
                  <a:pt x="129288" y="158278"/>
                </a:cubicBezTo>
                <a:cubicBezTo>
                  <a:pt x="129288" y="175047"/>
                  <a:pt x="115695" y="188641"/>
                  <a:pt x="98936" y="188641"/>
                </a:cubicBezTo>
                <a:cubicBezTo>
                  <a:pt x="82162" y="188641"/>
                  <a:pt x="68567" y="175047"/>
                  <a:pt x="68567" y="158278"/>
                </a:cubicBezTo>
                <a:cubicBezTo>
                  <a:pt x="68567" y="141508"/>
                  <a:pt x="82162" y="127914"/>
                  <a:pt x="98936" y="127914"/>
                </a:cubicBezTo>
                <a:close/>
                <a:moveTo>
                  <a:pt x="26381" y="127914"/>
                </a:moveTo>
                <a:cubicBezTo>
                  <a:pt x="43143" y="127914"/>
                  <a:pt x="56738" y="141508"/>
                  <a:pt x="56738" y="158278"/>
                </a:cubicBezTo>
                <a:cubicBezTo>
                  <a:pt x="56738" y="175047"/>
                  <a:pt x="43143" y="188641"/>
                  <a:pt x="26381" y="188641"/>
                </a:cubicBezTo>
                <a:cubicBezTo>
                  <a:pt x="17995" y="188641"/>
                  <a:pt x="10404" y="185243"/>
                  <a:pt x="4909" y="179748"/>
                </a:cubicBezTo>
                <a:lnTo>
                  <a:pt x="0" y="167898"/>
                </a:lnTo>
                <a:lnTo>
                  <a:pt x="0" y="148658"/>
                </a:lnTo>
                <a:lnTo>
                  <a:pt x="4909" y="136807"/>
                </a:lnTo>
                <a:cubicBezTo>
                  <a:pt x="10404" y="131313"/>
                  <a:pt x="17995" y="127914"/>
                  <a:pt x="26381" y="127914"/>
                </a:cubicBezTo>
                <a:close/>
                <a:moveTo>
                  <a:pt x="1622429" y="47462"/>
                </a:moveTo>
                <a:lnTo>
                  <a:pt x="1625821" y="48147"/>
                </a:lnTo>
                <a:lnTo>
                  <a:pt x="1639701" y="102127"/>
                </a:lnTo>
                <a:lnTo>
                  <a:pt x="1634248" y="105804"/>
                </a:lnTo>
                <a:cubicBezTo>
                  <a:pt x="1630615" y="107340"/>
                  <a:pt x="1626621" y="108189"/>
                  <a:pt x="1622429" y="108189"/>
                </a:cubicBezTo>
                <a:cubicBezTo>
                  <a:pt x="1605659" y="108189"/>
                  <a:pt x="1592066" y="94595"/>
                  <a:pt x="1592066" y="77826"/>
                </a:cubicBezTo>
                <a:cubicBezTo>
                  <a:pt x="1592066" y="61056"/>
                  <a:pt x="1605659" y="47462"/>
                  <a:pt x="1622429" y="47462"/>
                </a:cubicBezTo>
                <a:close/>
                <a:moveTo>
                  <a:pt x="1549874" y="47462"/>
                </a:moveTo>
                <a:cubicBezTo>
                  <a:pt x="1566644" y="47462"/>
                  <a:pt x="1580238" y="61056"/>
                  <a:pt x="1580238" y="77826"/>
                </a:cubicBezTo>
                <a:cubicBezTo>
                  <a:pt x="1580238" y="94595"/>
                  <a:pt x="1566644" y="108189"/>
                  <a:pt x="1549874" y="108189"/>
                </a:cubicBezTo>
                <a:cubicBezTo>
                  <a:pt x="1533105" y="108189"/>
                  <a:pt x="1519511" y="94595"/>
                  <a:pt x="1519511" y="77826"/>
                </a:cubicBezTo>
                <a:cubicBezTo>
                  <a:pt x="1519511" y="61056"/>
                  <a:pt x="1533105" y="47462"/>
                  <a:pt x="1549874" y="47462"/>
                </a:cubicBezTo>
                <a:close/>
                <a:moveTo>
                  <a:pt x="1477320" y="47462"/>
                </a:moveTo>
                <a:cubicBezTo>
                  <a:pt x="1494089" y="47462"/>
                  <a:pt x="1507683" y="61056"/>
                  <a:pt x="1507683" y="77826"/>
                </a:cubicBezTo>
                <a:cubicBezTo>
                  <a:pt x="1507683" y="94595"/>
                  <a:pt x="1494089" y="108189"/>
                  <a:pt x="1477320" y="108189"/>
                </a:cubicBezTo>
                <a:cubicBezTo>
                  <a:pt x="1460550" y="108189"/>
                  <a:pt x="1446956" y="94595"/>
                  <a:pt x="1446956" y="77826"/>
                </a:cubicBezTo>
                <a:cubicBezTo>
                  <a:pt x="1446956" y="61056"/>
                  <a:pt x="1460550" y="47462"/>
                  <a:pt x="1477320" y="47462"/>
                </a:cubicBezTo>
                <a:close/>
                <a:moveTo>
                  <a:pt x="1404765" y="47462"/>
                </a:moveTo>
                <a:cubicBezTo>
                  <a:pt x="1421535" y="47462"/>
                  <a:pt x="1435129" y="61056"/>
                  <a:pt x="1435129" y="77826"/>
                </a:cubicBezTo>
                <a:cubicBezTo>
                  <a:pt x="1435129" y="94595"/>
                  <a:pt x="1421535" y="108189"/>
                  <a:pt x="1404765" y="108189"/>
                </a:cubicBezTo>
                <a:cubicBezTo>
                  <a:pt x="1387996" y="108189"/>
                  <a:pt x="1374402" y="94595"/>
                  <a:pt x="1374402" y="77826"/>
                </a:cubicBezTo>
                <a:cubicBezTo>
                  <a:pt x="1374402" y="61056"/>
                  <a:pt x="1387996" y="47462"/>
                  <a:pt x="1404765" y="47462"/>
                </a:cubicBezTo>
                <a:close/>
                <a:moveTo>
                  <a:pt x="1332211" y="47462"/>
                </a:moveTo>
                <a:cubicBezTo>
                  <a:pt x="1348980" y="47462"/>
                  <a:pt x="1362574" y="61056"/>
                  <a:pt x="1362574" y="77826"/>
                </a:cubicBezTo>
                <a:cubicBezTo>
                  <a:pt x="1362574" y="94595"/>
                  <a:pt x="1348980" y="108189"/>
                  <a:pt x="1332211" y="108189"/>
                </a:cubicBezTo>
                <a:cubicBezTo>
                  <a:pt x="1315441" y="108189"/>
                  <a:pt x="1301847" y="94595"/>
                  <a:pt x="1301847" y="77826"/>
                </a:cubicBezTo>
                <a:cubicBezTo>
                  <a:pt x="1301847" y="61056"/>
                  <a:pt x="1315441" y="47462"/>
                  <a:pt x="1332211" y="47462"/>
                </a:cubicBezTo>
                <a:close/>
                <a:moveTo>
                  <a:pt x="1259656" y="47462"/>
                </a:moveTo>
                <a:cubicBezTo>
                  <a:pt x="1276426" y="47462"/>
                  <a:pt x="1290020" y="61056"/>
                  <a:pt x="1290020" y="77826"/>
                </a:cubicBezTo>
                <a:cubicBezTo>
                  <a:pt x="1290020" y="94595"/>
                  <a:pt x="1276426" y="108189"/>
                  <a:pt x="1259656" y="108189"/>
                </a:cubicBezTo>
                <a:cubicBezTo>
                  <a:pt x="1242887" y="108189"/>
                  <a:pt x="1229293" y="94595"/>
                  <a:pt x="1229293" y="77826"/>
                </a:cubicBezTo>
                <a:cubicBezTo>
                  <a:pt x="1229293" y="61056"/>
                  <a:pt x="1242887" y="47462"/>
                  <a:pt x="1259656" y="47462"/>
                </a:cubicBezTo>
                <a:close/>
                <a:moveTo>
                  <a:pt x="1187102" y="47462"/>
                </a:moveTo>
                <a:cubicBezTo>
                  <a:pt x="1203871" y="47462"/>
                  <a:pt x="1217465" y="61056"/>
                  <a:pt x="1217465" y="77826"/>
                </a:cubicBezTo>
                <a:cubicBezTo>
                  <a:pt x="1217465" y="94595"/>
                  <a:pt x="1203871" y="108189"/>
                  <a:pt x="1187102" y="108189"/>
                </a:cubicBezTo>
                <a:cubicBezTo>
                  <a:pt x="1170332" y="108189"/>
                  <a:pt x="1156738" y="94595"/>
                  <a:pt x="1156738" y="77826"/>
                </a:cubicBezTo>
                <a:cubicBezTo>
                  <a:pt x="1156738" y="61056"/>
                  <a:pt x="1170332" y="47462"/>
                  <a:pt x="1187102" y="47462"/>
                </a:cubicBezTo>
                <a:close/>
                <a:moveTo>
                  <a:pt x="1114547" y="47462"/>
                </a:moveTo>
                <a:cubicBezTo>
                  <a:pt x="1131317" y="47462"/>
                  <a:pt x="1144911" y="61056"/>
                  <a:pt x="1144911" y="77826"/>
                </a:cubicBezTo>
                <a:cubicBezTo>
                  <a:pt x="1144911" y="94595"/>
                  <a:pt x="1131317" y="108189"/>
                  <a:pt x="1114547" y="108189"/>
                </a:cubicBezTo>
                <a:cubicBezTo>
                  <a:pt x="1097778" y="108189"/>
                  <a:pt x="1084184" y="94595"/>
                  <a:pt x="1084184" y="77826"/>
                </a:cubicBezTo>
                <a:cubicBezTo>
                  <a:pt x="1084184" y="61056"/>
                  <a:pt x="1097778" y="47462"/>
                  <a:pt x="1114547" y="47462"/>
                </a:cubicBezTo>
                <a:close/>
                <a:moveTo>
                  <a:pt x="1041993" y="47462"/>
                </a:moveTo>
                <a:cubicBezTo>
                  <a:pt x="1058762" y="47462"/>
                  <a:pt x="1072356" y="61056"/>
                  <a:pt x="1072356" y="77826"/>
                </a:cubicBezTo>
                <a:cubicBezTo>
                  <a:pt x="1072356" y="94595"/>
                  <a:pt x="1058762" y="108189"/>
                  <a:pt x="1041993" y="108189"/>
                </a:cubicBezTo>
                <a:cubicBezTo>
                  <a:pt x="1025223" y="108189"/>
                  <a:pt x="1011629" y="94595"/>
                  <a:pt x="1011629" y="77826"/>
                </a:cubicBezTo>
                <a:cubicBezTo>
                  <a:pt x="1011629" y="61056"/>
                  <a:pt x="1025223" y="47462"/>
                  <a:pt x="1041993" y="47462"/>
                </a:cubicBezTo>
                <a:close/>
                <a:moveTo>
                  <a:pt x="969438" y="47462"/>
                </a:moveTo>
                <a:cubicBezTo>
                  <a:pt x="986208" y="47462"/>
                  <a:pt x="999801" y="61056"/>
                  <a:pt x="999801" y="77826"/>
                </a:cubicBezTo>
                <a:cubicBezTo>
                  <a:pt x="999801" y="94595"/>
                  <a:pt x="986208" y="108189"/>
                  <a:pt x="969438" y="108189"/>
                </a:cubicBezTo>
                <a:cubicBezTo>
                  <a:pt x="952669" y="108189"/>
                  <a:pt x="939075" y="94595"/>
                  <a:pt x="939075" y="77826"/>
                </a:cubicBezTo>
                <a:cubicBezTo>
                  <a:pt x="939075" y="61056"/>
                  <a:pt x="952669" y="47462"/>
                  <a:pt x="969438" y="47462"/>
                </a:cubicBezTo>
                <a:close/>
                <a:moveTo>
                  <a:pt x="896883" y="47462"/>
                </a:moveTo>
                <a:cubicBezTo>
                  <a:pt x="913653" y="47462"/>
                  <a:pt x="927247" y="61056"/>
                  <a:pt x="927247" y="77826"/>
                </a:cubicBezTo>
                <a:cubicBezTo>
                  <a:pt x="927247" y="94595"/>
                  <a:pt x="913653" y="108189"/>
                  <a:pt x="896883" y="108189"/>
                </a:cubicBezTo>
                <a:cubicBezTo>
                  <a:pt x="880114" y="108189"/>
                  <a:pt x="866520" y="94595"/>
                  <a:pt x="866520" y="77826"/>
                </a:cubicBezTo>
                <a:cubicBezTo>
                  <a:pt x="866520" y="61056"/>
                  <a:pt x="880114" y="47462"/>
                  <a:pt x="896883" y="47462"/>
                </a:cubicBezTo>
                <a:close/>
                <a:moveTo>
                  <a:pt x="824329" y="47462"/>
                </a:moveTo>
                <a:cubicBezTo>
                  <a:pt x="841098" y="47462"/>
                  <a:pt x="854692" y="61056"/>
                  <a:pt x="854692" y="77826"/>
                </a:cubicBezTo>
                <a:cubicBezTo>
                  <a:pt x="854692" y="94595"/>
                  <a:pt x="841098" y="108189"/>
                  <a:pt x="824329" y="108189"/>
                </a:cubicBezTo>
                <a:cubicBezTo>
                  <a:pt x="807559" y="108189"/>
                  <a:pt x="793965" y="94595"/>
                  <a:pt x="793965" y="77826"/>
                </a:cubicBezTo>
                <a:cubicBezTo>
                  <a:pt x="793965" y="61056"/>
                  <a:pt x="807559" y="47462"/>
                  <a:pt x="824329" y="47462"/>
                </a:cubicBezTo>
                <a:close/>
                <a:moveTo>
                  <a:pt x="751774" y="47462"/>
                </a:moveTo>
                <a:cubicBezTo>
                  <a:pt x="768544" y="47462"/>
                  <a:pt x="782138" y="61056"/>
                  <a:pt x="782138" y="77826"/>
                </a:cubicBezTo>
                <a:cubicBezTo>
                  <a:pt x="782138" y="94595"/>
                  <a:pt x="768544" y="108189"/>
                  <a:pt x="751774" y="108189"/>
                </a:cubicBezTo>
                <a:cubicBezTo>
                  <a:pt x="735005" y="108189"/>
                  <a:pt x="721411" y="94595"/>
                  <a:pt x="721411" y="77826"/>
                </a:cubicBezTo>
                <a:cubicBezTo>
                  <a:pt x="721411" y="61056"/>
                  <a:pt x="735005" y="47462"/>
                  <a:pt x="751774" y="47462"/>
                </a:cubicBezTo>
                <a:close/>
                <a:moveTo>
                  <a:pt x="679220" y="47462"/>
                </a:moveTo>
                <a:cubicBezTo>
                  <a:pt x="695989" y="47462"/>
                  <a:pt x="709583" y="61056"/>
                  <a:pt x="709583" y="77826"/>
                </a:cubicBezTo>
                <a:cubicBezTo>
                  <a:pt x="709583" y="94595"/>
                  <a:pt x="695989" y="108189"/>
                  <a:pt x="679220" y="108189"/>
                </a:cubicBezTo>
                <a:cubicBezTo>
                  <a:pt x="662450" y="108189"/>
                  <a:pt x="648856" y="94595"/>
                  <a:pt x="648856" y="77826"/>
                </a:cubicBezTo>
                <a:cubicBezTo>
                  <a:pt x="648856" y="61056"/>
                  <a:pt x="662450" y="47462"/>
                  <a:pt x="679220" y="47462"/>
                </a:cubicBezTo>
                <a:close/>
                <a:moveTo>
                  <a:pt x="606665" y="47462"/>
                </a:moveTo>
                <a:cubicBezTo>
                  <a:pt x="623435" y="47462"/>
                  <a:pt x="637029" y="61056"/>
                  <a:pt x="637029" y="77826"/>
                </a:cubicBezTo>
                <a:cubicBezTo>
                  <a:pt x="637029" y="94595"/>
                  <a:pt x="623435" y="108189"/>
                  <a:pt x="606665" y="108189"/>
                </a:cubicBezTo>
                <a:cubicBezTo>
                  <a:pt x="589896" y="108189"/>
                  <a:pt x="576302" y="94595"/>
                  <a:pt x="576302" y="77826"/>
                </a:cubicBezTo>
                <a:cubicBezTo>
                  <a:pt x="576302" y="61056"/>
                  <a:pt x="589896" y="47462"/>
                  <a:pt x="606665" y="47462"/>
                </a:cubicBezTo>
                <a:close/>
                <a:moveTo>
                  <a:pt x="534111" y="47462"/>
                </a:moveTo>
                <a:cubicBezTo>
                  <a:pt x="550880" y="47462"/>
                  <a:pt x="564474" y="61056"/>
                  <a:pt x="564474" y="77826"/>
                </a:cubicBezTo>
                <a:cubicBezTo>
                  <a:pt x="564474" y="94595"/>
                  <a:pt x="550880" y="108189"/>
                  <a:pt x="534111" y="108189"/>
                </a:cubicBezTo>
                <a:cubicBezTo>
                  <a:pt x="517341" y="108189"/>
                  <a:pt x="503747" y="94595"/>
                  <a:pt x="503747" y="77826"/>
                </a:cubicBezTo>
                <a:cubicBezTo>
                  <a:pt x="503747" y="61056"/>
                  <a:pt x="517341" y="47462"/>
                  <a:pt x="534111" y="47462"/>
                </a:cubicBezTo>
                <a:close/>
                <a:moveTo>
                  <a:pt x="461556" y="47462"/>
                </a:moveTo>
                <a:cubicBezTo>
                  <a:pt x="478326" y="47462"/>
                  <a:pt x="491920" y="61056"/>
                  <a:pt x="491920" y="77826"/>
                </a:cubicBezTo>
                <a:cubicBezTo>
                  <a:pt x="491920" y="94595"/>
                  <a:pt x="478326" y="108189"/>
                  <a:pt x="461556" y="108189"/>
                </a:cubicBezTo>
                <a:cubicBezTo>
                  <a:pt x="444787" y="108189"/>
                  <a:pt x="431192" y="94595"/>
                  <a:pt x="431192" y="77826"/>
                </a:cubicBezTo>
                <a:cubicBezTo>
                  <a:pt x="431192" y="61056"/>
                  <a:pt x="444787" y="47462"/>
                  <a:pt x="461556" y="47462"/>
                </a:cubicBezTo>
                <a:close/>
                <a:moveTo>
                  <a:pt x="389002" y="47462"/>
                </a:moveTo>
                <a:cubicBezTo>
                  <a:pt x="405771" y="47462"/>
                  <a:pt x="419365" y="61056"/>
                  <a:pt x="419365" y="77826"/>
                </a:cubicBezTo>
                <a:cubicBezTo>
                  <a:pt x="419365" y="94595"/>
                  <a:pt x="405771" y="108189"/>
                  <a:pt x="389002" y="108189"/>
                </a:cubicBezTo>
                <a:cubicBezTo>
                  <a:pt x="372232" y="108189"/>
                  <a:pt x="358638" y="94595"/>
                  <a:pt x="358638" y="77826"/>
                </a:cubicBezTo>
                <a:cubicBezTo>
                  <a:pt x="358638" y="61056"/>
                  <a:pt x="372232" y="47462"/>
                  <a:pt x="389002" y="47462"/>
                </a:cubicBezTo>
                <a:close/>
                <a:moveTo>
                  <a:pt x="316447" y="47462"/>
                </a:moveTo>
                <a:cubicBezTo>
                  <a:pt x="333216" y="47462"/>
                  <a:pt x="346810" y="61056"/>
                  <a:pt x="346810" y="77826"/>
                </a:cubicBezTo>
                <a:cubicBezTo>
                  <a:pt x="346810" y="94595"/>
                  <a:pt x="333216" y="108189"/>
                  <a:pt x="316447" y="108189"/>
                </a:cubicBezTo>
                <a:cubicBezTo>
                  <a:pt x="299677" y="108189"/>
                  <a:pt x="286084" y="94595"/>
                  <a:pt x="286084" y="77826"/>
                </a:cubicBezTo>
                <a:cubicBezTo>
                  <a:pt x="286084" y="61056"/>
                  <a:pt x="299677" y="47462"/>
                  <a:pt x="316447" y="47462"/>
                </a:cubicBezTo>
                <a:close/>
                <a:moveTo>
                  <a:pt x="243892" y="47462"/>
                </a:moveTo>
                <a:cubicBezTo>
                  <a:pt x="260662" y="47462"/>
                  <a:pt x="274256" y="61056"/>
                  <a:pt x="274256" y="77826"/>
                </a:cubicBezTo>
                <a:cubicBezTo>
                  <a:pt x="274256" y="94595"/>
                  <a:pt x="260662" y="108189"/>
                  <a:pt x="243892" y="108189"/>
                </a:cubicBezTo>
                <a:cubicBezTo>
                  <a:pt x="227123" y="108189"/>
                  <a:pt x="213529" y="94595"/>
                  <a:pt x="213529" y="77826"/>
                </a:cubicBezTo>
                <a:cubicBezTo>
                  <a:pt x="213529" y="61056"/>
                  <a:pt x="227123" y="47462"/>
                  <a:pt x="243892" y="47462"/>
                </a:cubicBezTo>
                <a:close/>
                <a:moveTo>
                  <a:pt x="171339" y="47462"/>
                </a:moveTo>
                <a:cubicBezTo>
                  <a:pt x="188107" y="47462"/>
                  <a:pt x="201701" y="61056"/>
                  <a:pt x="201701" y="77826"/>
                </a:cubicBezTo>
                <a:cubicBezTo>
                  <a:pt x="201701" y="94595"/>
                  <a:pt x="188107" y="108189"/>
                  <a:pt x="171339" y="108189"/>
                </a:cubicBezTo>
                <a:cubicBezTo>
                  <a:pt x="154708" y="108189"/>
                  <a:pt x="141113" y="94595"/>
                  <a:pt x="141113" y="77826"/>
                </a:cubicBezTo>
                <a:cubicBezTo>
                  <a:pt x="141113" y="61056"/>
                  <a:pt x="154708" y="47462"/>
                  <a:pt x="171339" y="47462"/>
                </a:cubicBezTo>
                <a:close/>
                <a:moveTo>
                  <a:pt x="98942" y="47462"/>
                </a:moveTo>
                <a:cubicBezTo>
                  <a:pt x="115700" y="47462"/>
                  <a:pt x="129294" y="61056"/>
                  <a:pt x="129294" y="77826"/>
                </a:cubicBezTo>
                <a:cubicBezTo>
                  <a:pt x="129294" y="94595"/>
                  <a:pt x="115700" y="108189"/>
                  <a:pt x="98942" y="108189"/>
                </a:cubicBezTo>
                <a:cubicBezTo>
                  <a:pt x="82168" y="108189"/>
                  <a:pt x="68573" y="94595"/>
                  <a:pt x="68573" y="77826"/>
                </a:cubicBezTo>
                <a:cubicBezTo>
                  <a:pt x="68573" y="61056"/>
                  <a:pt x="82168" y="47462"/>
                  <a:pt x="98942" y="47462"/>
                </a:cubicBezTo>
                <a:close/>
                <a:moveTo>
                  <a:pt x="26388" y="47462"/>
                </a:moveTo>
                <a:cubicBezTo>
                  <a:pt x="43149" y="47462"/>
                  <a:pt x="56744" y="61056"/>
                  <a:pt x="56744" y="77826"/>
                </a:cubicBezTo>
                <a:cubicBezTo>
                  <a:pt x="56744" y="94595"/>
                  <a:pt x="43149" y="108189"/>
                  <a:pt x="26388" y="108189"/>
                </a:cubicBezTo>
                <a:cubicBezTo>
                  <a:pt x="18002" y="108189"/>
                  <a:pt x="10410" y="104791"/>
                  <a:pt x="4916" y="99296"/>
                </a:cubicBezTo>
                <a:lnTo>
                  <a:pt x="0" y="87429"/>
                </a:lnTo>
                <a:lnTo>
                  <a:pt x="0" y="68222"/>
                </a:lnTo>
                <a:lnTo>
                  <a:pt x="4916" y="56355"/>
                </a:lnTo>
                <a:cubicBezTo>
                  <a:pt x="10410" y="50861"/>
                  <a:pt x="18002" y="47462"/>
                  <a:pt x="26388" y="47462"/>
                </a:cubicBezTo>
                <a:close/>
                <a:moveTo>
                  <a:pt x="1592868" y="0"/>
                </a:moveTo>
                <a:lnTo>
                  <a:pt x="1613441" y="0"/>
                </a:lnTo>
                <a:lnTo>
                  <a:pt x="1620472" y="27343"/>
                </a:lnTo>
                <a:lnTo>
                  <a:pt x="1610610" y="25352"/>
                </a:lnTo>
                <a:cubicBezTo>
                  <a:pt x="1605161" y="23047"/>
                  <a:pt x="1600525" y="19197"/>
                  <a:pt x="1597251" y="14351"/>
                </a:cubicBezTo>
                <a:close/>
                <a:moveTo>
                  <a:pt x="1520598" y="0"/>
                </a:moveTo>
                <a:lnTo>
                  <a:pt x="1579150" y="0"/>
                </a:lnTo>
                <a:lnTo>
                  <a:pt x="1571345" y="18844"/>
                </a:lnTo>
                <a:cubicBezTo>
                  <a:pt x="1565850" y="24339"/>
                  <a:pt x="1558259" y="27738"/>
                  <a:pt x="1549874" y="27738"/>
                </a:cubicBezTo>
                <a:cubicBezTo>
                  <a:pt x="1541490" y="27738"/>
                  <a:pt x="1533899" y="24339"/>
                  <a:pt x="1528404" y="18844"/>
                </a:cubicBezTo>
                <a:close/>
                <a:moveTo>
                  <a:pt x="1448044" y="0"/>
                </a:moveTo>
                <a:lnTo>
                  <a:pt x="1506596" y="0"/>
                </a:lnTo>
                <a:lnTo>
                  <a:pt x="1498790" y="18844"/>
                </a:lnTo>
                <a:cubicBezTo>
                  <a:pt x="1493295" y="24339"/>
                  <a:pt x="1485705" y="27738"/>
                  <a:pt x="1477320" y="27738"/>
                </a:cubicBezTo>
                <a:cubicBezTo>
                  <a:pt x="1468935" y="27738"/>
                  <a:pt x="1461344" y="24339"/>
                  <a:pt x="1455850" y="18844"/>
                </a:cubicBezTo>
                <a:close/>
                <a:moveTo>
                  <a:pt x="1375489" y="0"/>
                </a:moveTo>
                <a:lnTo>
                  <a:pt x="1434041" y="0"/>
                </a:lnTo>
                <a:lnTo>
                  <a:pt x="1426236" y="18844"/>
                </a:lnTo>
                <a:cubicBezTo>
                  <a:pt x="1420741" y="24339"/>
                  <a:pt x="1413150" y="27738"/>
                  <a:pt x="1404765" y="27738"/>
                </a:cubicBezTo>
                <a:cubicBezTo>
                  <a:pt x="1396381" y="27738"/>
                  <a:pt x="1388790" y="24339"/>
                  <a:pt x="1383295" y="18844"/>
                </a:cubicBezTo>
                <a:close/>
                <a:moveTo>
                  <a:pt x="1302935" y="0"/>
                </a:moveTo>
                <a:lnTo>
                  <a:pt x="1361486" y="0"/>
                </a:lnTo>
                <a:lnTo>
                  <a:pt x="1353681" y="18844"/>
                </a:lnTo>
                <a:cubicBezTo>
                  <a:pt x="1348186" y="24339"/>
                  <a:pt x="1340596" y="27738"/>
                  <a:pt x="1332211" y="27738"/>
                </a:cubicBezTo>
                <a:cubicBezTo>
                  <a:pt x="1323826" y="27738"/>
                  <a:pt x="1316235" y="24339"/>
                  <a:pt x="1310740" y="18844"/>
                </a:cubicBezTo>
                <a:close/>
                <a:moveTo>
                  <a:pt x="1230380" y="0"/>
                </a:moveTo>
                <a:lnTo>
                  <a:pt x="1288932" y="0"/>
                </a:lnTo>
                <a:lnTo>
                  <a:pt x="1281126" y="18844"/>
                </a:lnTo>
                <a:cubicBezTo>
                  <a:pt x="1275632" y="24339"/>
                  <a:pt x="1268041" y="27738"/>
                  <a:pt x="1259656" y="27738"/>
                </a:cubicBezTo>
                <a:cubicBezTo>
                  <a:pt x="1251271" y="27738"/>
                  <a:pt x="1243680" y="24339"/>
                  <a:pt x="1238186" y="18844"/>
                </a:cubicBezTo>
                <a:close/>
                <a:moveTo>
                  <a:pt x="1157826" y="0"/>
                </a:moveTo>
                <a:lnTo>
                  <a:pt x="1216377" y="0"/>
                </a:lnTo>
                <a:lnTo>
                  <a:pt x="1208572" y="18844"/>
                </a:lnTo>
                <a:cubicBezTo>
                  <a:pt x="1203077" y="24339"/>
                  <a:pt x="1195486" y="27738"/>
                  <a:pt x="1187102" y="27738"/>
                </a:cubicBezTo>
                <a:cubicBezTo>
                  <a:pt x="1178717" y="27738"/>
                  <a:pt x="1171126" y="24339"/>
                  <a:pt x="1165631" y="18844"/>
                </a:cubicBezTo>
                <a:close/>
                <a:moveTo>
                  <a:pt x="1085271" y="0"/>
                </a:moveTo>
                <a:lnTo>
                  <a:pt x="1143823" y="0"/>
                </a:lnTo>
                <a:lnTo>
                  <a:pt x="1136017" y="18844"/>
                </a:lnTo>
                <a:cubicBezTo>
                  <a:pt x="1130523" y="24339"/>
                  <a:pt x="1122932" y="27738"/>
                  <a:pt x="1114547" y="27738"/>
                </a:cubicBezTo>
                <a:cubicBezTo>
                  <a:pt x="1106162" y="27738"/>
                  <a:pt x="1098571" y="24339"/>
                  <a:pt x="1093077" y="18844"/>
                </a:cubicBezTo>
                <a:close/>
                <a:moveTo>
                  <a:pt x="1012717" y="0"/>
                </a:moveTo>
                <a:lnTo>
                  <a:pt x="1071268" y="0"/>
                </a:lnTo>
                <a:lnTo>
                  <a:pt x="1063463" y="18844"/>
                </a:lnTo>
                <a:cubicBezTo>
                  <a:pt x="1057968" y="24339"/>
                  <a:pt x="1050377" y="27738"/>
                  <a:pt x="1041993" y="27738"/>
                </a:cubicBezTo>
                <a:cubicBezTo>
                  <a:pt x="1033608" y="27738"/>
                  <a:pt x="1026017" y="24339"/>
                  <a:pt x="1020522" y="18844"/>
                </a:cubicBezTo>
                <a:close/>
                <a:moveTo>
                  <a:pt x="940162" y="0"/>
                </a:moveTo>
                <a:lnTo>
                  <a:pt x="998714" y="0"/>
                </a:lnTo>
                <a:lnTo>
                  <a:pt x="990908" y="18844"/>
                </a:lnTo>
                <a:cubicBezTo>
                  <a:pt x="985414" y="24339"/>
                  <a:pt x="977823" y="27738"/>
                  <a:pt x="969438" y="27738"/>
                </a:cubicBezTo>
                <a:cubicBezTo>
                  <a:pt x="961053" y="27738"/>
                  <a:pt x="953462" y="24339"/>
                  <a:pt x="947968" y="18844"/>
                </a:cubicBezTo>
                <a:close/>
                <a:moveTo>
                  <a:pt x="867607" y="0"/>
                </a:moveTo>
                <a:lnTo>
                  <a:pt x="926159" y="0"/>
                </a:lnTo>
                <a:lnTo>
                  <a:pt x="918354" y="18844"/>
                </a:lnTo>
                <a:cubicBezTo>
                  <a:pt x="912859" y="24339"/>
                  <a:pt x="905268" y="27738"/>
                  <a:pt x="896883" y="27738"/>
                </a:cubicBezTo>
                <a:cubicBezTo>
                  <a:pt x="888499" y="27738"/>
                  <a:pt x="880908" y="24339"/>
                  <a:pt x="875413" y="18844"/>
                </a:cubicBezTo>
                <a:close/>
                <a:moveTo>
                  <a:pt x="795053" y="0"/>
                </a:moveTo>
                <a:lnTo>
                  <a:pt x="853605" y="0"/>
                </a:lnTo>
                <a:lnTo>
                  <a:pt x="845799" y="18844"/>
                </a:lnTo>
                <a:cubicBezTo>
                  <a:pt x="840304" y="24339"/>
                  <a:pt x="832714" y="27738"/>
                  <a:pt x="824329" y="27738"/>
                </a:cubicBezTo>
                <a:cubicBezTo>
                  <a:pt x="815944" y="27738"/>
                  <a:pt x="808353" y="24339"/>
                  <a:pt x="802858" y="18844"/>
                </a:cubicBezTo>
                <a:close/>
                <a:moveTo>
                  <a:pt x="722498" y="0"/>
                </a:moveTo>
                <a:lnTo>
                  <a:pt x="781050" y="0"/>
                </a:lnTo>
                <a:lnTo>
                  <a:pt x="773245" y="18844"/>
                </a:lnTo>
                <a:cubicBezTo>
                  <a:pt x="767750" y="24339"/>
                  <a:pt x="760159" y="27738"/>
                  <a:pt x="751774" y="27738"/>
                </a:cubicBezTo>
                <a:cubicBezTo>
                  <a:pt x="743390" y="27738"/>
                  <a:pt x="735799" y="24339"/>
                  <a:pt x="730304" y="18844"/>
                </a:cubicBezTo>
                <a:close/>
                <a:moveTo>
                  <a:pt x="649944" y="0"/>
                </a:moveTo>
                <a:lnTo>
                  <a:pt x="708496" y="0"/>
                </a:lnTo>
                <a:lnTo>
                  <a:pt x="700690" y="18844"/>
                </a:lnTo>
                <a:cubicBezTo>
                  <a:pt x="695195" y="24339"/>
                  <a:pt x="687604" y="27738"/>
                  <a:pt x="679220" y="27738"/>
                </a:cubicBezTo>
                <a:cubicBezTo>
                  <a:pt x="670835" y="27738"/>
                  <a:pt x="663244" y="24339"/>
                  <a:pt x="657749" y="18844"/>
                </a:cubicBezTo>
                <a:close/>
                <a:moveTo>
                  <a:pt x="577389" y="0"/>
                </a:moveTo>
                <a:lnTo>
                  <a:pt x="635941" y="0"/>
                </a:lnTo>
                <a:lnTo>
                  <a:pt x="628135" y="18844"/>
                </a:lnTo>
                <a:cubicBezTo>
                  <a:pt x="622641" y="24339"/>
                  <a:pt x="615050" y="27738"/>
                  <a:pt x="606665" y="27738"/>
                </a:cubicBezTo>
                <a:cubicBezTo>
                  <a:pt x="598280" y="27738"/>
                  <a:pt x="590690" y="24339"/>
                  <a:pt x="585195" y="18844"/>
                </a:cubicBezTo>
                <a:close/>
                <a:moveTo>
                  <a:pt x="504835" y="0"/>
                </a:moveTo>
                <a:lnTo>
                  <a:pt x="563386" y="0"/>
                </a:lnTo>
                <a:lnTo>
                  <a:pt x="555581" y="18844"/>
                </a:lnTo>
                <a:cubicBezTo>
                  <a:pt x="550086" y="24339"/>
                  <a:pt x="542495" y="27738"/>
                  <a:pt x="534111" y="27738"/>
                </a:cubicBezTo>
                <a:cubicBezTo>
                  <a:pt x="525726" y="27738"/>
                  <a:pt x="518135" y="24339"/>
                  <a:pt x="512640" y="18844"/>
                </a:cubicBezTo>
                <a:close/>
                <a:moveTo>
                  <a:pt x="432280" y="0"/>
                </a:moveTo>
                <a:lnTo>
                  <a:pt x="490832" y="0"/>
                </a:lnTo>
                <a:lnTo>
                  <a:pt x="483026" y="18844"/>
                </a:lnTo>
                <a:cubicBezTo>
                  <a:pt x="477532" y="24339"/>
                  <a:pt x="469941" y="27738"/>
                  <a:pt x="461556" y="27738"/>
                </a:cubicBezTo>
                <a:cubicBezTo>
                  <a:pt x="453171" y="27738"/>
                  <a:pt x="445580" y="24339"/>
                  <a:pt x="440086" y="18844"/>
                </a:cubicBezTo>
                <a:close/>
                <a:moveTo>
                  <a:pt x="359726" y="0"/>
                </a:moveTo>
                <a:lnTo>
                  <a:pt x="418277" y="0"/>
                </a:lnTo>
                <a:lnTo>
                  <a:pt x="410472" y="18844"/>
                </a:lnTo>
                <a:cubicBezTo>
                  <a:pt x="404977" y="24339"/>
                  <a:pt x="397386" y="27738"/>
                  <a:pt x="389002" y="27738"/>
                </a:cubicBezTo>
                <a:cubicBezTo>
                  <a:pt x="380617" y="27738"/>
                  <a:pt x="373026" y="24339"/>
                  <a:pt x="367531" y="18844"/>
                </a:cubicBezTo>
                <a:close/>
                <a:moveTo>
                  <a:pt x="287171" y="0"/>
                </a:moveTo>
                <a:lnTo>
                  <a:pt x="345723" y="0"/>
                </a:lnTo>
                <a:lnTo>
                  <a:pt x="337917" y="18844"/>
                </a:lnTo>
                <a:cubicBezTo>
                  <a:pt x="332423" y="24339"/>
                  <a:pt x="324832" y="27738"/>
                  <a:pt x="316447" y="27738"/>
                </a:cubicBezTo>
                <a:cubicBezTo>
                  <a:pt x="308062" y="27738"/>
                  <a:pt x="300471" y="24339"/>
                  <a:pt x="294977" y="18844"/>
                </a:cubicBezTo>
                <a:close/>
                <a:moveTo>
                  <a:pt x="214617" y="0"/>
                </a:moveTo>
                <a:lnTo>
                  <a:pt x="273168" y="0"/>
                </a:lnTo>
                <a:lnTo>
                  <a:pt x="265363" y="18844"/>
                </a:lnTo>
                <a:cubicBezTo>
                  <a:pt x="259868" y="24339"/>
                  <a:pt x="252277" y="27738"/>
                  <a:pt x="243892" y="27738"/>
                </a:cubicBezTo>
                <a:cubicBezTo>
                  <a:pt x="235508" y="27738"/>
                  <a:pt x="227917" y="24339"/>
                  <a:pt x="222422" y="18844"/>
                </a:cubicBezTo>
                <a:close/>
                <a:moveTo>
                  <a:pt x="142204" y="0"/>
                </a:moveTo>
                <a:lnTo>
                  <a:pt x="200614" y="0"/>
                </a:lnTo>
                <a:lnTo>
                  <a:pt x="192808" y="18844"/>
                </a:lnTo>
                <a:cubicBezTo>
                  <a:pt x="187314" y="24339"/>
                  <a:pt x="179723" y="27738"/>
                  <a:pt x="171339" y="27738"/>
                </a:cubicBezTo>
                <a:cubicBezTo>
                  <a:pt x="163026" y="27738"/>
                  <a:pt x="155471" y="24339"/>
                  <a:pt x="149994" y="18844"/>
                </a:cubicBezTo>
                <a:close/>
                <a:moveTo>
                  <a:pt x="69668" y="0"/>
                </a:moveTo>
                <a:lnTo>
                  <a:pt x="128212" y="0"/>
                </a:lnTo>
                <a:lnTo>
                  <a:pt x="120408" y="18844"/>
                </a:lnTo>
                <a:cubicBezTo>
                  <a:pt x="114915" y="24339"/>
                  <a:pt x="107328" y="27738"/>
                  <a:pt x="98949" y="27738"/>
                </a:cubicBezTo>
                <a:cubicBezTo>
                  <a:pt x="90562" y="27738"/>
                  <a:pt x="82969" y="24339"/>
                  <a:pt x="77474" y="18844"/>
                </a:cubicBezTo>
                <a:close/>
                <a:moveTo>
                  <a:pt x="0" y="0"/>
                </a:moveTo>
                <a:lnTo>
                  <a:pt x="55662" y="0"/>
                </a:lnTo>
                <a:lnTo>
                  <a:pt x="47858" y="18844"/>
                </a:lnTo>
                <a:cubicBezTo>
                  <a:pt x="42364" y="24339"/>
                  <a:pt x="34775" y="27738"/>
                  <a:pt x="26394" y="27738"/>
                </a:cubicBezTo>
                <a:cubicBezTo>
                  <a:pt x="18009" y="27738"/>
                  <a:pt x="10417" y="24339"/>
                  <a:pt x="4922" y="18844"/>
                </a:cubicBezTo>
                <a:lnTo>
                  <a:pt x="0" y="6962"/>
                </a:lnTo>
                <a:close/>
              </a:path>
            </a:pathLst>
          </a:custGeom>
          <a:solidFill>
            <a:schemeClr val="accent1">
              <a:alpha val="60000"/>
            </a:schemeClr>
          </a:soli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666" name="Google Shape;666;p49"/>
          <p:cNvSpPr/>
          <p:nvPr/>
        </p:nvSpPr>
        <p:spPr>
          <a:xfrm>
            <a:off x="2" y="2"/>
            <a:ext cx="403373" cy="496797"/>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Calibri"/>
              <a:ea typeface="Calibri"/>
              <a:cs typeface="Calibri"/>
              <a:sym typeface="Calibri"/>
            </a:endParaRPr>
          </a:p>
        </p:txBody>
      </p:sp>
      <p:sp>
        <p:nvSpPr>
          <p:cNvPr id="667" name="Google Shape;667;p49"/>
          <p:cNvSpPr txBox="1">
            <a:spLocks noGrp="1"/>
          </p:cNvSpPr>
          <p:nvPr>
            <p:ph type="title"/>
          </p:nvPr>
        </p:nvSpPr>
        <p:spPr>
          <a:xfrm>
            <a:off x="554167" y="2277000"/>
            <a:ext cx="4884400" cy="23040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accent1"/>
              </a:buClr>
              <a:buSzPts val="2400"/>
              <a:buNone/>
              <a:defRPr sz="3200">
                <a:solidFill>
                  <a:schemeClr val="accent1"/>
                </a:solidFill>
              </a:defRPr>
            </a:lvl1pPr>
            <a:lvl2pPr lvl="1" algn="l">
              <a:lnSpc>
                <a:spcPct val="100000"/>
              </a:lnSpc>
              <a:spcBef>
                <a:spcPts val="0"/>
              </a:spcBef>
              <a:spcAft>
                <a:spcPts val="0"/>
              </a:spcAft>
              <a:buClr>
                <a:schemeClr val="accent1"/>
              </a:buClr>
              <a:buSzPts val="2400"/>
              <a:buNone/>
              <a:defRPr sz="3200">
                <a:solidFill>
                  <a:schemeClr val="accent1"/>
                </a:solidFill>
              </a:defRPr>
            </a:lvl2pPr>
            <a:lvl3pPr lvl="2" algn="l">
              <a:lnSpc>
                <a:spcPct val="100000"/>
              </a:lnSpc>
              <a:spcBef>
                <a:spcPts val="0"/>
              </a:spcBef>
              <a:spcAft>
                <a:spcPts val="0"/>
              </a:spcAft>
              <a:buClr>
                <a:schemeClr val="accent1"/>
              </a:buClr>
              <a:buSzPts val="2400"/>
              <a:buNone/>
              <a:defRPr sz="3200">
                <a:solidFill>
                  <a:schemeClr val="accent1"/>
                </a:solidFill>
              </a:defRPr>
            </a:lvl3pPr>
            <a:lvl4pPr lvl="3" algn="l">
              <a:lnSpc>
                <a:spcPct val="100000"/>
              </a:lnSpc>
              <a:spcBef>
                <a:spcPts val="0"/>
              </a:spcBef>
              <a:spcAft>
                <a:spcPts val="0"/>
              </a:spcAft>
              <a:buClr>
                <a:schemeClr val="accent1"/>
              </a:buClr>
              <a:buSzPts val="2400"/>
              <a:buNone/>
              <a:defRPr sz="3200">
                <a:solidFill>
                  <a:schemeClr val="accent1"/>
                </a:solidFill>
              </a:defRPr>
            </a:lvl4pPr>
            <a:lvl5pPr lvl="4" algn="l">
              <a:lnSpc>
                <a:spcPct val="100000"/>
              </a:lnSpc>
              <a:spcBef>
                <a:spcPts val="0"/>
              </a:spcBef>
              <a:spcAft>
                <a:spcPts val="0"/>
              </a:spcAft>
              <a:buClr>
                <a:schemeClr val="accent1"/>
              </a:buClr>
              <a:buSzPts val="2400"/>
              <a:buNone/>
              <a:defRPr sz="3200">
                <a:solidFill>
                  <a:schemeClr val="accent1"/>
                </a:solidFill>
              </a:defRPr>
            </a:lvl5pPr>
            <a:lvl6pPr lvl="5" algn="l">
              <a:lnSpc>
                <a:spcPct val="100000"/>
              </a:lnSpc>
              <a:spcBef>
                <a:spcPts val="0"/>
              </a:spcBef>
              <a:spcAft>
                <a:spcPts val="0"/>
              </a:spcAft>
              <a:buClr>
                <a:schemeClr val="accent1"/>
              </a:buClr>
              <a:buSzPts val="2400"/>
              <a:buNone/>
              <a:defRPr sz="3200">
                <a:solidFill>
                  <a:schemeClr val="accent1"/>
                </a:solidFill>
              </a:defRPr>
            </a:lvl6pPr>
            <a:lvl7pPr lvl="6" algn="l">
              <a:lnSpc>
                <a:spcPct val="100000"/>
              </a:lnSpc>
              <a:spcBef>
                <a:spcPts val="0"/>
              </a:spcBef>
              <a:spcAft>
                <a:spcPts val="0"/>
              </a:spcAft>
              <a:buClr>
                <a:schemeClr val="accent1"/>
              </a:buClr>
              <a:buSzPts val="2400"/>
              <a:buNone/>
              <a:defRPr sz="3200">
                <a:solidFill>
                  <a:schemeClr val="accent1"/>
                </a:solidFill>
              </a:defRPr>
            </a:lvl7pPr>
            <a:lvl8pPr lvl="7" algn="l">
              <a:lnSpc>
                <a:spcPct val="100000"/>
              </a:lnSpc>
              <a:spcBef>
                <a:spcPts val="0"/>
              </a:spcBef>
              <a:spcAft>
                <a:spcPts val="0"/>
              </a:spcAft>
              <a:buClr>
                <a:schemeClr val="accent1"/>
              </a:buClr>
              <a:buSzPts val="2400"/>
              <a:buNone/>
              <a:defRPr sz="3200">
                <a:solidFill>
                  <a:schemeClr val="accent1"/>
                </a:solidFill>
              </a:defRPr>
            </a:lvl8pPr>
            <a:lvl9pPr lvl="8" algn="l">
              <a:lnSpc>
                <a:spcPct val="100000"/>
              </a:lnSpc>
              <a:spcBef>
                <a:spcPts val="0"/>
              </a:spcBef>
              <a:spcAft>
                <a:spcPts val="0"/>
              </a:spcAft>
              <a:buClr>
                <a:schemeClr val="accent1"/>
              </a:buClr>
              <a:buSzPts val="2400"/>
              <a:buNone/>
              <a:defRPr sz="3200">
                <a:solidFill>
                  <a:schemeClr val="accent1"/>
                </a:solidFill>
              </a:defRPr>
            </a:lvl9pPr>
          </a:lstStyle>
          <a:p>
            <a:endParaRPr/>
          </a:p>
        </p:txBody>
      </p:sp>
      <p:sp>
        <p:nvSpPr>
          <p:cNvPr id="668" name="Google Shape;668;p49"/>
          <p:cNvSpPr txBox="1">
            <a:spLocks noGrp="1"/>
          </p:cNvSpPr>
          <p:nvPr>
            <p:ph type="subTitle" idx="1"/>
          </p:nvPr>
        </p:nvSpPr>
        <p:spPr>
          <a:xfrm>
            <a:off x="6650500" y="2277000"/>
            <a:ext cx="4992800" cy="23040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267"/>
              </a:spcBef>
              <a:spcAft>
                <a:spcPts val="0"/>
              </a:spcAft>
              <a:buSzPts val="1400"/>
              <a:buNone/>
              <a:defRPr/>
            </a:lvl2pPr>
            <a:lvl3pPr lvl="2" algn="l">
              <a:lnSpc>
                <a:spcPct val="100000"/>
              </a:lnSpc>
              <a:spcBef>
                <a:spcPts val="267"/>
              </a:spcBef>
              <a:spcAft>
                <a:spcPts val="0"/>
              </a:spcAft>
              <a:buSzPts val="1400"/>
              <a:buNone/>
              <a:defRPr/>
            </a:lvl3pPr>
            <a:lvl4pPr lvl="3" algn="l">
              <a:lnSpc>
                <a:spcPct val="100000"/>
              </a:lnSpc>
              <a:spcBef>
                <a:spcPts val="267"/>
              </a:spcBef>
              <a:spcAft>
                <a:spcPts val="0"/>
              </a:spcAft>
              <a:buSzPts val="1400"/>
              <a:buNone/>
              <a:defRPr/>
            </a:lvl4pPr>
            <a:lvl5pPr lvl="4" algn="l">
              <a:lnSpc>
                <a:spcPct val="100000"/>
              </a:lnSpc>
              <a:spcBef>
                <a:spcPts val="267"/>
              </a:spcBef>
              <a:spcAft>
                <a:spcPts val="0"/>
              </a:spcAft>
              <a:buSzPts val="1400"/>
              <a:buNone/>
              <a:defRPr/>
            </a:lvl5pPr>
            <a:lvl6pPr lvl="5" algn="l">
              <a:lnSpc>
                <a:spcPct val="100000"/>
              </a:lnSpc>
              <a:spcBef>
                <a:spcPts val="267"/>
              </a:spcBef>
              <a:spcAft>
                <a:spcPts val="0"/>
              </a:spcAft>
              <a:buSzPts val="1400"/>
              <a:buNone/>
              <a:defRPr/>
            </a:lvl6pPr>
            <a:lvl7pPr lvl="6" algn="l">
              <a:lnSpc>
                <a:spcPct val="100000"/>
              </a:lnSpc>
              <a:spcBef>
                <a:spcPts val="267"/>
              </a:spcBef>
              <a:spcAft>
                <a:spcPts val="0"/>
              </a:spcAft>
              <a:buSzPts val="1400"/>
              <a:buNone/>
              <a:defRPr/>
            </a:lvl7pPr>
            <a:lvl8pPr lvl="7" algn="l">
              <a:lnSpc>
                <a:spcPct val="100000"/>
              </a:lnSpc>
              <a:spcBef>
                <a:spcPts val="267"/>
              </a:spcBef>
              <a:spcAft>
                <a:spcPts val="0"/>
              </a:spcAft>
              <a:buSzPts val="1400"/>
              <a:buNone/>
              <a:defRPr/>
            </a:lvl8pPr>
            <a:lvl9pPr lvl="8" algn="l">
              <a:lnSpc>
                <a:spcPct val="100000"/>
              </a:lnSpc>
              <a:spcBef>
                <a:spcPts val="267"/>
              </a:spcBef>
              <a:spcAft>
                <a:spcPts val="267"/>
              </a:spcAft>
              <a:buSzPts val="1400"/>
              <a:buNone/>
              <a:defRPr/>
            </a:lvl9pPr>
          </a:lstStyle>
          <a:p>
            <a:endParaRPr/>
          </a:p>
        </p:txBody>
      </p:sp>
      <p:pic>
        <p:nvPicPr>
          <p:cNvPr id="669" name="Google Shape;669;p49"/>
          <p:cNvPicPr preferRelativeResize="0"/>
          <p:nvPr/>
        </p:nvPicPr>
        <p:blipFill rotWithShape="1">
          <a:blip r:embed="rId2">
            <a:alphaModFix/>
          </a:blip>
          <a:srcRect/>
          <a:stretch/>
        </p:blipFill>
        <p:spPr>
          <a:xfrm>
            <a:off x="0" y="6811001"/>
            <a:ext cx="12192000" cy="50800"/>
          </a:xfrm>
          <a:prstGeom prst="rect">
            <a:avLst/>
          </a:prstGeom>
          <a:noFill/>
          <a:ln>
            <a:noFill/>
          </a:ln>
        </p:spPr>
      </p:pic>
    </p:spTree>
    <p:extLst>
      <p:ext uri="{BB962C8B-B14F-4D97-AF65-F5344CB8AC3E}">
        <p14:creationId xmlns:p14="http://schemas.microsoft.com/office/powerpoint/2010/main" val="545446067"/>
      </p:ext>
    </p:extLst>
  </p:cSld>
  <p:clrMapOvr>
    <a:masterClrMapping/>
  </p:clrMapOvr>
  <p:extLst>
    <p:ext uri="{DCECCB84-F9BA-43D5-87BE-67443E8EF086}">
      <p15:sldGuideLst xmlns:p15="http://schemas.microsoft.com/office/powerpoint/2012/main">
        <p15:guide id="1" pos="259">
          <p15:clr>
            <a:srgbClr val="FA7B17"/>
          </p15:clr>
        </p15:guide>
        <p15:guide id="2" pos="5501">
          <p15:clr>
            <a:srgbClr val="FA7B17"/>
          </p15:clr>
        </p15:guide>
        <p15:guide id="3" orient="horz" pos="3068">
          <p15:clr>
            <a:srgbClr val="FA7B17"/>
          </p15:clr>
        </p15:guide>
        <p15:guide id="4" orient="horz" pos="235">
          <p15:clr>
            <a:srgbClr val="FA7B17"/>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1_Section Header and Description">
    <p:spTree>
      <p:nvGrpSpPr>
        <p:cNvPr id="1" name=""/>
        <p:cNvGrpSpPr/>
        <p:nvPr/>
      </p:nvGrpSpPr>
      <p:grpSpPr>
        <a:xfrm>
          <a:off x="0" y="0"/>
          <a:ext cx="0" cy="0"/>
          <a:chOff x="0" y="0"/>
          <a:chExt cx="0" cy="0"/>
        </a:xfrm>
      </p:grpSpPr>
      <p:sp>
        <p:nvSpPr>
          <p:cNvPr id="2" name="Google Shape;760;p30">
            <a:extLst>
              <a:ext uri="{FF2B5EF4-FFF2-40B4-BE49-F238E27FC236}">
                <a16:creationId xmlns:a16="http://schemas.microsoft.com/office/drawing/2014/main" id="{791B9CFC-82DC-BF4B-B6F1-CD0C7938526B}"/>
              </a:ext>
            </a:extLst>
          </p:cNvPr>
          <p:cNvSpPr/>
          <p:nvPr/>
        </p:nvSpPr>
        <p:spPr>
          <a:xfrm>
            <a:off x="0" y="0"/>
            <a:ext cx="6058800" cy="6858000"/>
          </a:xfrm>
          <a:prstGeom prst="rect">
            <a:avLst/>
          </a:prstGeom>
          <a:solidFill>
            <a:srgbClr val="000000">
              <a:alpha val="4470"/>
            </a:srgb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b="0" i="0" dirty="0">
              <a:latin typeface="Calibri" panose="020F0502020204030204" pitchFamily="34" charset="0"/>
              <a:cs typeface="Calibri" panose="020F0502020204030204" pitchFamily="34" charset="0"/>
            </a:endParaRPr>
          </a:p>
        </p:txBody>
      </p:sp>
      <p:sp>
        <p:nvSpPr>
          <p:cNvPr id="3" name="Google Shape;761;p30">
            <a:extLst>
              <a:ext uri="{FF2B5EF4-FFF2-40B4-BE49-F238E27FC236}">
                <a16:creationId xmlns:a16="http://schemas.microsoft.com/office/drawing/2014/main" id="{81035735-FECE-7A47-8D44-5F15AEEAF544}"/>
              </a:ext>
            </a:extLst>
          </p:cNvPr>
          <p:cNvSpPr/>
          <p:nvPr/>
        </p:nvSpPr>
        <p:spPr>
          <a:xfrm>
            <a:off x="11792595" y="6494883"/>
            <a:ext cx="304800" cy="306000"/>
          </a:xfrm>
          <a:prstGeom prst="ellipse">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fld id="{00000000-1234-1234-1234-123412341234}" type="slidenum">
              <a:rPr lang="en" sz="933">
                <a:solidFill>
                  <a:schemeClr val="dk1"/>
                </a:solidFill>
                <a:latin typeface="Calibri"/>
                <a:ea typeface="Calibri"/>
                <a:cs typeface="Calibri"/>
                <a:sym typeface="Calibri"/>
              </a:rPr>
              <a:pPr marL="0" marR="0" lvl="0" indent="0" algn="r" rtl="0">
                <a:spcBef>
                  <a:spcPts val="0"/>
                </a:spcBef>
                <a:spcAft>
                  <a:spcPts val="0"/>
                </a:spcAft>
                <a:buNone/>
              </a:pPr>
              <a:t>‹#›</a:t>
            </a:fld>
            <a:endParaRPr sz="933" dirty="0">
              <a:solidFill>
                <a:schemeClr val="dk1"/>
              </a:solidFill>
              <a:latin typeface="Calibri"/>
              <a:ea typeface="Calibri"/>
              <a:cs typeface="Calibri"/>
              <a:sym typeface="Calibri"/>
            </a:endParaRPr>
          </a:p>
        </p:txBody>
      </p:sp>
      <p:sp>
        <p:nvSpPr>
          <p:cNvPr id="4" name="Google Shape;762;p30">
            <a:extLst>
              <a:ext uri="{FF2B5EF4-FFF2-40B4-BE49-F238E27FC236}">
                <a16:creationId xmlns:a16="http://schemas.microsoft.com/office/drawing/2014/main" id="{3412235B-92D3-1E40-B522-D8F4B55EA323}"/>
              </a:ext>
            </a:extLst>
          </p:cNvPr>
          <p:cNvSpPr/>
          <p:nvPr/>
        </p:nvSpPr>
        <p:spPr>
          <a:xfrm>
            <a:off x="3" y="1"/>
            <a:ext cx="301543" cy="347263"/>
          </a:xfrm>
          <a:custGeom>
            <a:avLst/>
            <a:gdLst/>
            <a:ahLst/>
            <a:cxnLst/>
            <a:rect l="l" t="t" r="r" b="b"/>
            <a:pathLst>
              <a:path w="1675237" h="1929234" extrusionOk="0">
                <a:moveTo>
                  <a:pt x="461556" y="1897854"/>
                </a:moveTo>
                <a:lnTo>
                  <a:pt x="469774" y="1899513"/>
                </a:lnTo>
                <a:lnTo>
                  <a:pt x="443985" y="1904118"/>
                </a:lnTo>
                <a:lnTo>
                  <a:pt x="449737" y="1900240"/>
                </a:lnTo>
                <a:cubicBezTo>
                  <a:pt x="453370" y="1898704"/>
                  <a:pt x="457364" y="1897854"/>
                  <a:pt x="461556" y="1897854"/>
                </a:cubicBezTo>
                <a:close/>
                <a:moveTo>
                  <a:pt x="389002" y="1897854"/>
                </a:moveTo>
                <a:cubicBezTo>
                  <a:pt x="397386" y="1897854"/>
                  <a:pt x="404977" y="1901253"/>
                  <a:pt x="410472" y="1906747"/>
                </a:cubicBezTo>
                <a:lnTo>
                  <a:pt x="411766" y="1909872"/>
                </a:lnTo>
                <a:lnTo>
                  <a:pt x="400388" y="1911904"/>
                </a:lnTo>
                <a:lnTo>
                  <a:pt x="363451" y="1916598"/>
                </a:lnTo>
                <a:lnTo>
                  <a:pt x="367531" y="1906747"/>
                </a:lnTo>
                <a:cubicBezTo>
                  <a:pt x="373026" y="1901253"/>
                  <a:pt x="380617" y="1897854"/>
                  <a:pt x="389002" y="1897854"/>
                </a:cubicBezTo>
                <a:close/>
                <a:moveTo>
                  <a:pt x="316447" y="1897854"/>
                </a:moveTo>
                <a:cubicBezTo>
                  <a:pt x="324832" y="1897854"/>
                  <a:pt x="332422" y="1901253"/>
                  <a:pt x="337917" y="1906747"/>
                </a:cubicBezTo>
                <a:lnTo>
                  <a:pt x="343070" y="1919187"/>
                </a:lnTo>
                <a:lnTo>
                  <a:pt x="325117" y="1921469"/>
                </a:lnTo>
                <a:lnTo>
                  <a:pt x="287700" y="1924314"/>
                </a:lnTo>
                <a:lnTo>
                  <a:pt x="294977" y="1906747"/>
                </a:lnTo>
                <a:cubicBezTo>
                  <a:pt x="300471" y="1901253"/>
                  <a:pt x="308062" y="1897854"/>
                  <a:pt x="316447" y="1897854"/>
                </a:cubicBezTo>
                <a:close/>
                <a:moveTo>
                  <a:pt x="243892" y="1897854"/>
                </a:moveTo>
                <a:cubicBezTo>
                  <a:pt x="252277" y="1897854"/>
                  <a:pt x="259868" y="1901253"/>
                  <a:pt x="265363" y="1906747"/>
                </a:cubicBezTo>
                <a:lnTo>
                  <a:pt x="273099" y="1925425"/>
                </a:lnTo>
                <a:lnTo>
                  <a:pt x="248735" y="1927277"/>
                </a:lnTo>
                <a:lnTo>
                  <a:pt x="213550" y="1928167"/>
                </a:lnTo>
                <a:lnTo>
                  <a:pt x="222422" y="1906747"/>
                </a:lnTo>
                <a:cubicBezTo>
                  <a:pt x="227917" y="1901253"/>
                  <a:pt x="235508" y="1897854"/>
                  <a:pt x="243892" y="1897854"/>
                </a:cubicBezTo>
                <a:close/>
                <a:moveTo>
                  <a:pt x="171339" y="1897854"/>
                </a:moveTo>
                <a:cubicBezTo>
                  <a:pt x="188107" y="1897854"/>
                  <a:pt x="201701" y="1911448"/>
                  <a:pt x="201701" y="1928218"/>
                </a:cubicBezTo>
                <a:lnTo>
                  <a:pt x="201597" y="1928469"/>
                </a:lnTo>
                <a:lnTo>
                  <a:pt x="171336" y="1929234"/>
                </a:lnTo>
                <a:lnTo>
                  <a:pt x="141087" y="1928469"/>
                </a:lnTo>
                <a:lnTo>
                  <a:pt x="140982" y="1928218"/>
                </a:lnTo>
                <a:cubicBezTo>
                  <a:pt x="140982" y="1911448"/>
                  <a:pt x="154577" y="1897854"/>
                  <a:pt x="171339" y="1897854"/>
                </a:cubicBezTo>
                <a:close/>
                <a:moveTo>
                  <a:pt x="98792" y="1897854"/>
                </a:moveTo>
                <a:cubicBezTo>
                  <a:pt x="107177" y="1897854"/>
                  <a:pt x="114768" y="1901253"/>
                  <a:pt x="120263" y="1906747"/>
                </a:cubicBezTo>
                <a:lnTo>
                  <a:pt x="129135" y="1928167"/>
                </a:lnTo>
                <a:lnTo>
                  <a:pt x="93938" y="1927277"/>
                </a:lnTo>
                <a:lnTo>
                  <a:pt x="69586" y="1925425"/>
                </a:lnTo>
                <a:lnTo>
                  <a:pt x="77322" y="1906747"/>
                </a:lnTo>
                <a:cubicBezTo>
                  <a:pt x="82817" y="1901253"/>
                  <a:pt x="90408" y="1897854"/>
                  <a:pt x="98792" y="1897854"/>
                </a:cubicBezTo>
                <a:close/>
                <a:moveTo>
                  <a:pt x="26239" y="1897854"/>
                </a:moveTo>
                <a:cubicBezTo>
                  <a:pt x="34623" y="1897854"/>
                  <a:pt x="42214" y="1901253"/>
                  <a:pt x="47709" y="1906747"/>
                </a:cubicBezTo>
                <a:lnTo>
                  <a:pt x="54985" y="1924315"/>
                </a:lnTo>
                <a:lnTo>
                  <a:pt x="17556" y="1921469"/>
                </a:lnTo>
                <a:lnTo>
                  <a:pt x="0" y="1919238"/>
                </a:lnTo>
                <a:lnTo>
                  <a:pt x="0" y="1918259"/>
                </a:lnTo>
                <a:lnTo>
                  <a:pt x="4768" y="1906747"/>
                </a:lnTo>
                <a:cubicBezTo>
                  <a:pt x="10263" y="1901253"/>
                  <a:pt x="17854" y="1897854"/>
                  <a:pt x="26239" y="1897854"/>
                </a:cubicBezTo>
                <a:close/>
                <a:moveTo>
                  <a:pt x="679220" y="1817400"/>
                </a:moveTo>
                <a:cubicBezTo>
                  <a:pt x="687604" y="1817400"/>
                  <a:pt x="695195" y="1820799"/>
                  <a:pt x="700690" y="1826293"/>
                </a:cubicBezTo>
                <a:lnTo>
                  <a:pt x="702587" y="1830873"/>
                </a:lnTo>
                <a:lnTo>
                  <a:pt x="649855" y="1850174"/>
                </a:lnTo>
                <a:lnTo>
                  <a:pt x="648856" y="1847763"/>
                </a:lnTo>
                <a:cubicBezTo>
                  <a:pt x="648856" y="1830994"/>
                  <a:pt x="662450" y="1817400"/>
                  <a:pt x="679220" y="1817400"/>
                </a:cubicBezTo>
                <a:close/>
                <a:moveTo>
                  <a:pt x="606665" y="1817400"/>
                </a:moveTo>
                <a:cubicBezTo>
                  <a:pt x="623435" y="1817400"/>
                  <a:pt x="637029" y="1830994"/>
                  <a:pt x="637029" y="1847763"/>
                </a:cubicBezTo>
                <a:lnTo>
                  <a:pt x="633560" y="1856138"/>
                </a:lnTo>
                <a:lnTo>
                  <a:pt x="618594" y="1861615"/>
                </a:lnTo>
                <a:lnTo>
                  <a:pt x="587142" y="1870547"/>
                </a:lnTo>
                <a:lnTo>
                  <a:pt x="585195" y="1869234"/>
                </a:lnTo>
                <a:cubicBezTo>
                  <a:pt x="579700" y="1863739"/>
                  <a:pt x="576302" y="1856148"/>
                  <a:pt x="576302" y="1847763"/>
                </a:cubicBezTo>
                <a:cubicBezTo>
                  <a:pt x="576302" y="1830994"/>
                  <a:pt x="589896" y="1817400"/>
                  <a:pt x="606665" y="1817400"/>
                </a:cubicBezTo>
                <a:close/>
                <a:moveTo>
                  <a:pt x="534111" y="1817400"/>
                </a:moveTo>
                <a:cubicBezTo>
                  <a:pt x="550880" y="1817400"/>
                  <a:pt x="564474" y="1830994"/>
                  <a:pt x="564474" y="1847763"/>
                </a:cubicBezTo>
                <a:cubicBezTo>
                  <a:pt x="564474" y="1864533"/>
                  <a:pt x="550880" y="1878127"/>
                  <a:pt x="534111" y="1878127"/>
                </a:cubicBezTo>
                <a:cubicBezTo>
                  <a:pt x="517341" y="1878127"/>
                  <a:pt x="503747" y="1864533"/>
                  <a:pt x="503747" y="1847763"/>
                </a:cubicBezTo>
                <a:cubicBezTo>
                  <a:pt x="503747" y="1830994"/>
                  <a:pt x="517341" y="1817400"/>
                  <a:pt x="534111" y="1817400"/>
                </a:cubicBezTo>
                <a:close/>
                <a:moveTo>
                  <a:pt x="461556" y="1817400"/>
                </a:moveTo>
                <a:cubicBezTo>
                  <a:pt x="478326" y="1817400"/>
                  <a:pt x="491920" y="1830994"/>
                  <a:pt x="491920" y="1847763"/>
                </a:cubicBezTo>
                <a:cubicBezTo>
                  <a:pt x="491920" y="1864533"/>
                  <a:pt x="478326" y="1878127"/>
                  <a:pt x="461556" y="1878127"/>
                </a:cubicBezTo>
                <a:cubicBezTo>
                  <a:pt x="444787" y="1878127"/>
                  <a:pt x="431192" y="1864533"/>
                  <a:pt x="431192" y="1847763"/>
                </a:cubicBezTo>
                <a:cubicBezTo>
                  <a:pt x="431192" y="1830994"/>
                  <a:pt x="444787" y="1817400"/>
                  <a:pt x="461556" y="1817400"/>
                </a:cubicBezTo>
                <a:close/>
                <a:moveTo>
                  <a:pt x="389002" y="1817400"/>
                </a:moveTo>
                <a:cubicBezTo>
                  <a:pt x="405771" y="1817400"/>
                  <a:pt x="419365" y="1830994"/>
                  <a:pt x="419365" y="1847763"/>
                </a:cubicBezTo>
                <a:cubicBezTo>
                  <a:pt x="419365" y="1864533"/>
                  <a:pt x="405771" y="1878127"/>
                  <a:pt x="389002" y="1878127"/>
                </a:cubicBezTo>
                <a:cubicBezTo>
                  <a:pt x="372232" y="1878127"/>
                  <a:pt x="358638" y="1864533"/>
                  <a:pt x="358638" y="1847763"/>
                </a:cubicBezTo>
                <a:cubicBezTo>
                  <a:pt x="358638" y="1830994"/>
                  <a:pt x="372232" y="1817400"/>
                  <a:pt x="389002" y="1817400"/>
                </a:cubicBezTo>
                <a:close/>
                <a:moveTo>
                  <a:pt x="316447" y="1817400"/>
                </a:moveTo>
                <a:cubicBezTo>
                  <a:pt x="333216" y="1817400"/>
                  <a:pt x="346810" y="1830994"/>
                  <a:pt x="346810" y="1847763"/>
                </a:cubicBezTo>
                <a:cubicBezTo>
                  <a:pt x="346810" y="1864533"/>
                  <a:pt x="333216" y="1878127"/>
                  <a:pt x="316447" y="1878127"/>
                </a:cubicBezTo>
                <a:cubicBezTo>
                  <a:pt x="299677" y="1878127"/>
                  <a:pt x="286084" y="1864533"/>
                  <a:pt x="286084" y="1847763"/>
                </a:cubicBezTo>
                <a:cubicBezTo>
                  <a:pt x="286084" y="1830994"/>
                  <a:pt x="299677" y="1817400"/>
                  <a:pt x="316447" y="1817400"/>
                </a:cubicBezTo>
                <a:close/>
                <a:moveTo>
                  <a:pt x="243892" y="1817400"/>
                </a:moveTo>
                <a:cubicBezTo>
                  <a:pt x="260662" y="1817400"/>
                  <a:pt x="274256" y="1830994"/>
                  <a:pt x="274256" y="1847763"/>
                </a:cubicBezTo>
                <a:cubicBezTo>
                  <a:pt x="274256" y="1864533"/>
                  <a:pt x="260662" y="1878127"/>
                  <a:pt x="243892" y="1878127"/>
                </a:cubicBezTo>
                <a:cubicBezTo>
                  <a:pt x="227123" y="1878127"/>
                  <a:pt x="213529" y="1864533"/>
                  <a:pt x="213529" y="1847763"/>
                </a:cubicBezTo>
                <a:cubicBezTo>
                  <a:pt x="213529" y="1830994"/>
                  <a:pt x="227123" y="1817400"/>
                  <a:pt x="243892" y="1817400"/>
                </a:cubicBezTo>
                <a:close/>
                <a:moveTo>
                  <a:pt x="171339" y="1817400"/>
                </a:moveTo>
                <a:cubicBezTo>
                  <a:pt x="188107" y="1817400"/>
                  <a:pt x="201701" y="1830994"/>
                  <a:pt x="201701" y="1847763"/>
                </a:cubicBezTo>
                <a:cubicBezTo>
                  <a:pt x="201701" y="1864533"/>
                  <a:pt x="188107" y="1878127"/>
                  <a:pt x="171339" y="1878127"/>
                </a:cubicBezTo>
                <a:cubicBezTo>
                  <a:pt x="154583" y="1878127"/>
                  <a:pt x="140989" y="1864533"/>
                  <a:pt x="140989" y="1847763"/>
                </a:cubicBezTo>
                <a:cubicBezTo>
                  <a:pt x="140989" y="1830994"/>
                  <a:pt x="154583" y="1817400"/>
                  <a:pt x="171339" y="1817400"/>
                </a:cubicBezTo>
                <a:close/>
                <a:moveTo>
                  <a:pt x="98799" y="1817400"/>
                </a:moveTo>
                <a:cubicBezTo>
                  <a:pt x="115568" y="1817400"/>
                  <a:pt x="129162" y="1830994"/>
                  <a:pt x="129162" y="1847763"/>
                </a:cubicBezTo>
                <a:cubicBezTo>
                  <a:pt x="129162" y="1864533"/>
                  <a:pt x="115568" y="1878127"/>
                  <a:pt x="98799" y="1878127"/>
                </a:cubicBezTo>
                <a:cubicBezTo>
                  <a:pt x="82029" y="1878127"/>
                  <a:pt x="68435" y="1864533"/>
                  <a:pt x="68435" y="1847763"/>
                </a:cubicBezTo>
                <a:cubicBezTo>
                  <a:pt x="68435" y="1830994"/>
                  <a:pt x="82029" y="1817400"/>
                  <a:pt x="98799" y="1817400"/>
                </a:cubicBezTo>
                <a:close/>
                <a:moveTo>
                  <a:pt x="26245" y="1817400"/>
                </a:moveTo>
                <a:cubicBezTo>
                  <a:pt x="43014" y="1817400"/>
                  <a:pt x="56608" y="1830994"/>
                  <a:pt x="56608" y="1847763"/>
                </a:cubicBezTo>
                <a:cubicBezTo>
                  <a:pt x="56608" y="1864533"/>
                  <a:pt x="43014" y="1878127"/>
                  <a:pt x="26245" y="1878127"/>
                </a:cubicBezTo>
                <a:cubicBezTo>
                  <a:pt x="17860" y="1878127"/>
                  <a:pt x="10269" y="1874729"/>
                  <a:pt x="4775" y="1869234"/>
                </a:cubicBezTo>
                <a:lnTo>
                  <a:pt x="0" y="1857707"/>
                </a:lnTo>
                <a:lnTo>
                  <a:pt x="0" y="1837819"/>
                </a:lnTo>
                <a:lnTo>
                  <a:pt x="4775" y="1826293"/>
                </a:lnTo>
                <a:cubicBezTo>
                  <a:pt x="10269" y="1820799"/>
                  <a:pt x="17860" y="1817400"/>
                  <a:pt x="26245" y="1817400"/>
                </a:cubicBezTo>
                <a:close/>
                <a:moveTo>
                  <a:pt x="896883" y="1736948"/>
                </a:moveTo>
                <a:lnTo>
                  <a:pt x="903696" y="1738324"/>
                </a:lnTo>
                <a:lnTo>
                  <a:pt x="888255" y="1747704"/>
                </a:lnTo>
                <a:lnTo>
                  <a:pt x="871248" y="1755896"/>
                </a:lnTo>
                <a:lnTo>
                  <a:pt x="875413" y="1745841"/>
                </a:lnTo>
                <a:cubicBezTo>
                  <a:pt x="880908" y="1740347"/>
                  <a:pt x="888499" y="1736948"/>
                  <a:pt x="896883" y="1736948"/>
                </a:cubicBezTo>
                <a:close/>
                <a:moveTo>
                  <a:pt x="824329" y="1736948"/>
                </a:moveTo>
                <a:cubicBezTo>
                  <a:pt x="832714" y="1736948"/>
                  <a:pt x="840304" y="1740347"/>
                  <a:pt x="845799" y="1745841"/>
                </a:cubicBezTo>
                <a:lnTo>
                  <a:pt x="853504" y="1764444"/>
                </a:lnTo>
                <a:lnTo>
                  <a:pt x="802910" y="1788817"/>
                </a:lnTo>
                <a:lnTo>
                  <a:pt x="802858" y="1788782"/>
                </a:lnTo>
                <a:cubicBezTo>
                  <a:pt x="797364" y="1783287"/>
                  <a:pt x="793965" y="1775696"/>
                  <a:pt x="793965" y="1767312"/>
                </a:cubicBezTo>
                <a:cubicBezTo>
                  <a:pt x="793965" y="1750542"/>
                  <a:pt x="807559" y="1736948"/>
                  <a:pt x="824329" y="1736948"/>
                </a:cubicBezTo>
                <a:close/>
                <a:moveTo>
                  <a:pt x="751774" y="1736948"/>
                </a:moveTo>
                <a:cubicBezTo>
                  <a:pt x="768544" y="1736948"/>
                  <a:pt x="782138" y="1750542"/>
                  <a:pt x="782138" y="1767312"/>
                </a:cubicBezTo>
                <a:cubicBezTo>
                  <a:pt x="782138" y="1784081"/>
                  <a:pt x="768544" y="1797675"/>
                  <a:pt x="751774" y="1797675"/>
                </a:cubicBezTo>
                <a:cubicBezTo>
                  <a:pt x="735005" y="1797675"/>
                  <a:pt x="721411" y="1784081"/>
                  <a:pt x="721411" y="1767312"/>
                </a:cubicBezTo>
                <a:cubicBezTo>
                  <a:pt x="721411" y="1750542"/>
                  <a:pt x="735005" y="1736948"/>
                  <a:pt x="751774" y="1736948"/>
                </a:cubicBezTo>
                <a:close/>
                <a:moveTo>
                  <a:pt x="679220" y="1736948"/>
                </a:moveTo>
                <a:cubicBezTo>
                  <a:pt x="695989" y="1736948"/>
                  <a:pt x="709583" y="1750542"/>
                  <a:pt x="709583" y="1767312"/>
                </a:cubicBezTo>
                <a:cubicBezTo>
                  <a:pt x="709583" y="1784081"/>
                  <a:pt x="695989" y="1797675"/>
                  <a:pt x="679220" y="1797675"/>
                </a:cubicBezTo>
                <a:cubicBezTo>
                  <a:pt x="662450" y="1797675"/>
                  <a:pt x="648856" y="1784081"/>
                  <a:pt x="648856" y="1767312"/>
                </a:cubicBezTo>
                <a:cubicBezTo>
                  <a:pt x="648856" y="1750542"/>
                  <a:pt x="662450" y="1736948"/>
                  <a:pt x="679220" y="1736948"/>
                </a:cubicBezTo>
                <a:close/>
                <a:moveTo>
                  <a:pt x="606665" y="1736948"/>
                </a:moveTo>
                <a:cubicBezTo>
                  <a:pt x="623435" y="1736948"/>
                  <a:pt x="637029" y="1750542"/>
                  <a:pt x="637029" y="1767312"/>
                </a:cubicBezTo>
                <a:cubicBezTo>
                  <a:pt x="637029" y="1784081"/>
                  <a:pt x="623435" y="1797675"/>
                  <a:pt x="606665" y="1797675"/>
                </a:cubicBezTo>
                <a:cubicBezTo>
                  <a:pt x="589896" y="1797675"/>
                  <a:pt x="576302" y="1784081"/>
                  <a:pt x="576302" y="1767312"/>
                </a:cubicBezTo>
                <a:cubicBezTo>
                  <a:pt x="576302" y="1750542"/>
                  <a:pt x="589896" y="1736948"/>
                  <a:pt x="606665" y="1736948"/>
                </a:cubicBezTo>
                <a:close/>
                <a:moveTo>
                  <a:pt x="534111" y="1736948"/>
                </a:moveTo>
                <a:cubicBezTo>
                  <a:pt x="550880" y="1736948"/>
                  <a:pt x="564474" y="1750542"/>
                  <a:pt x="564474" y="1767312"/>
                </a:cubicBezTo>
                <a:cubicBezTo>
                  <a:pt x="564474" y="1784081"/>
                  <a:pt x="550880" y="1797675"/>
                  <a:pt x="534111" y="1797675"/>
                </a:cubicBezTo>
                <a:cubicBezTo>
                  <a:pt x="517341" y="1797675"/>
                  <a:pt x="503747" y="1784081"/>
                  <a:pt x="503747" y="1767312"/>
                </a:cubicBezTo>
                <a:cubicBezTo>
                  <a:pt x="503747" y="1750542"/>
                  <a:pt x="517341" y="1736948"/>
                  <a:pt x="534111" y="1736948"/>
                </a:cubicBezTo>
                <a:close/>
                <a:moveTo>
                  <a:pt x="461556" y="1736948"/>
                </a:moveTo>
                <a:cubicBezTo>
                  <a:pt x="478326" y="1736948"/>
                  <a:pt x="491920" y="1750542"/>
                  <a:pt x="491920" y="1767312"/>
                </a:cubicBezTo>
                <a:cubicBezTo>
                  <a:pt x="491920" y="1784081"/>
                  <a:pt x="478326" y="1797675"/>
                  <a:pt x="461556" y="1797675"/>
                </a:cubicBezTo>
                <a:cubicBezTo>
                  <a:pt x="444787" y="1797675"/>
                  <a:pt x="431192" y="1784081"/>
                  <a:pt x="431192" y="1767312"/>
                </a:cubicBezTo>
                <a:cubicBezTo>
                  <a:pt x="431192" y="1750542"/>
                  <a:pt x="444787" y="1736948"/>
                  <a:pt x="461556" y="1736948"/>
                </a:cubicBezTo>
                <a:close/>
                <a:moveTo>
                  <a:pt x="389002" y="1736948"/>
                </a:moveTo>
                <a:cubicBezTo>
                  <a:pt x="405771" y="1736948"/>
                  <a:pt x="419365" y="1750542"/>
                  <a:pt x="419365" y="1767312"/>
                </a:cubicBezTo>
                <a:cubicBezTo>
                  <a:pt x="419365" y="1784081"/>
                  <a:pt x="405771" y="1797675"/>
                  <a:pt x="389002" y="1797675"/>
                </a:cubicBezTo>
                <a:cubicBezTo>
                  <a:pt x="372232" y="1797675"/>
                  <a:pt x="358638" y="1784081"/>
                  <a:pt x="358638" y="1767312"/>
                </a:cubicBezTo>
                <a:cubicBezTo>
                  <a:pt x="358638" y="1750542"/>
                  <a:pt x="372232" y="1736948"/>
                  <a:pt x="389002" y="1736948"/>
                </a:cubicBezTo>
                <a:close/>
                <a:moveTo>
                  <a:pt x="316447" y="1736948"/>
                </a:moveTo>
                <a:cubicBezTo>
                  <a:pt x="333216" y="1736948"/>
                  <a:pt x="346810" y="1750542"/>
                  <a:pt x="346810" y="1767312"/>
                </a:cubicBezTo>
                <a:cubicBezTo>
                  <a:pt x="346810" y="1784081"/>
                  <a:pt x="333216" y="1797675"/>
                  <a:pt x="316447" y="1797675"/>
                </a:cubicBezTo>
                <a:cubicBezTo>
                  <a:pt x="299677" y="1797675"/>
                  <a:pt x="286084" y="1784081"/>
                  <a:pt x="286084" y="1767312"/>
                </a:cubicBezTo>
                <a:cubicBezTo>
                  <a:pt x="286084" y="1750542"/>
                  <a:pt x="299677" y="1736948"/>
                  <a:pt x="316447" y="1736948"/>
                </a:cubicBezTo>
                <a:close/>
                <a:moveTo>
                  <a:pt x="243892" y="1736948"/>
                </a:moveTo>
                <a:cubicBezTo>
                  <a:pt x="260662" y="1736948"/>
                  <a:pt x="274256" y="1750542"/>
                  <a:pt x="274256" y="1767312"/>
                </a:cubicBezTo>
                <a:cubicBezTo>
                  <a:pt x="274256" y="1784081"/>
                  <a:pt x="260662" y="1797675"/>
                  <a:pt x="243892" y="1797675"/>
                </a:cubicBezTo>
                <a:cubicBezTo>
                  <a:pt x="227123" y="1797675"/>
                  <a:pt x="213529" y="1784081"/>
                  <a:pt x="213529" y="1767312"/>
                </a:cubicBezTo>
                <a:cubicBezTo>
                  <a:pt x="213529" y="1750542"/>
                  <a:pt x="227123" y="1736948"/>
                  <a:pt x="243892" y="1736948"/>
                </a:cubicBezTo>
                <a:close/>
                <a:moveTo>
                  <a:pt x="171339" y="1736948"/>
                </a:moveTo>
                <a:cubicBezTo>
                  <a:pt x="188107" y="1736948"/>
                  <a:pt x="201701" y="1750542"/>
                  <a:pt x="201701" y="1767312"/>
                </a:cubicBezTo>
                <a:cubicBezTo>
                  <a:pt x="201701" y="1784081"/>
                  <a:pt x="188107" y="1797675"/>
                  <a:pt x="171339" y="1797675"/>
                </a:cubicBezTo>
                <a:cubicBezTo>
                  <a:pt x="154588" y="1797675"/>
                  <a:pt x="140995" y="1784081"/>
                  <a:pt x="140995" y="1767312"/>
                </a:cubicBezTo>
                <a:cubicBezTo>
                  <a:pt x="140995" y="1750542"/>
                  <a:pt x="154588" y="1736948"/>
                  <a:pt x="171339" y="1736948"/>
                </a:cubicBezTo>
                <a:close/>
                <a:moveTo>
                  <a:pt x="98806" y="1736948"/>
                </a:moveTo>
                <a:cubicBezTo>
                  <a:pt x="115574" y="1736948"/>
                  <a:pt x="129168" y="1750542"/>
                  <a:pt x="129168" y="1767312"/>
                </a:cubicBezTo>
                <a:cubicBezTo>
                  <a:pt x="129168" y="1784081"/>
                  <a:pt x="115574" y="1797675"/>
                  <a:pt x="98806" y="1797675"/>
                </a:cubicBezTo>
                <a:cubicBezTo>
                  <a:pt x="82035" y="1797675"/>
                  <a:pt x="68442" y="1784081"/>
                  <a:pt x="68442" y="1767312"/>
                </a:cubicBezTo>
                <a:cubicBezTo>
                  <a:pt x="68442" y="1750542"/>
                  <a:pt x="82035" y="1736948"/>
                  <a:pt x="98806" y="1736948"/>
                </a:cubicBezTo>
                <a:close/>
                <a:moveTo>
                  <a:pt x="26251" y="1736948"/>
                </a:moveTo>
                <a:cubicBezTo>
                  <a:pt x="43020" y="1736948"/>
                  <a:pt x="56614" y="1750542"/>
                  <a:pt x="56614" y="1767312"/>
                </a:cubicBezTo>
                <a:cubicBezTo>
                  <a:pt x="56614" y="1784081"/>
                  <a:pt x="43020" y="1797675"/>
                  <a:pt x="26251" y="1797675"/>
                </a:cubicBezTo>
                <a:cubicBezTo>
                  <a:pt x="17866" y="1797675"/>
                  <a:pt x="10276" y="1794277"/>
                  <a:pt x="4781" y="1788782"/>
                </a:cubicBezTo>
                <a:lnTo>
                  <a:pt x="0" y="1777239"/>
                </a:lnTo>
                <a:lnTo>
                  <a:pt x="0" y="1757384"/>
                </a:lnTo>
                <a:lnTo>
                  <a:pt x="4781" y="1745841"/>
                </a:lnTo>
                <a:cubicBezTo>
                  <a:pt x="10276" y="1740347"/>
                  <a:pt x="17866" y="1736948"/>
                  <a:pt x="26251" y="1736948"/>
                </a:cubicBezTo>
                <a:close/>
                <a:moveTo>
                  <a:pt x="1030341" y="1658849"/>
                </a:moveTo>
                <a:lnTo>
                  <a:pt x="1020041" y="1666551"/>
                </a:lnTo>
                <a:lnTo>
                  <a:pt x="1020522" y="1665390"/>
                </a:lnTo>
                <a:cubicBezTo>
                  <a:pt x="1023269" y="1662642"/>
                  <a:pt x="1026541" y="1660419"/>
                  <a:pt x="1030173" y="1658883"/>
                </a:cubicBezTo>
                <a:close/>
                <a:moveTo>
                  <a:pt x="969438" y="1656497"/>
                </a:moveTo>
                <a:cubicBezTo>
                  <a:pt x="977823" y="1656497"/>
                  <a:pt x="985413" y="1659895"/>
                  <a:pt x="990908" y="1665390"/>
                </a:cubicBezTo>
                <a:lnTo>
                  <a:pt x="997511" y="1681329"/>
                </a:lnTo>
                <a:lnTo>
                  <a:pt x="950384" y="1709959"/>
                </a:lnTo>
                <a:lnTo>
                  <a:pt x="947968" y="1708330"/>
                </a:lnTo>
                <a:cubicBezTo>
                  <a:pt x="942473" y="1702836"/>
                  <a:pt x="939075" y="1695245"/>
                  <a:pt x="939075" y="1686860"/>
                </a:cubicBezTo>
                <a:cubicBezTo>
                  <a:pt x="939075" y="1670091"/>
                  <a:pt x="952669" y="1656497"/>
                  <a:pt x="969438" y="1656497"/>
                </a:cubicBezTo>
                <a:close/>
                <a:moveTo>
                  <a:pt x="896883" y="1656497"/>
                </a:moveTo>
                <a:cubicBezTo>
                  <a:pt x="913653" y="1656497"/>
                  <a:pt x="927247" y="1670091"/>
                  <a:pt x="927247" y="1686860"/>
                </a:cubicBezTo>
                <a:cubicBezTo>
                  <a:pt x="927247" y="1703630"/>
                  <a:pt x="913653" y="1717224"/>
                  <a:pt x="896883" y="1717224"/>
                </a:cubicBezTo>
                <a:cubicBezTo>
                  <a:pt x="880114" y="1717224"/>
                  <a:pt x="866520" y="1703630"/>
                  <a:pt x="866520" y="1686860"/>
                </a:cubicBezTo>
                <a:cubicBezTo>
                  <a:pt x="866520" y="1670091"/>
                  <a:pt x="880114" y="1656497"/>
                  <a:pt x="896883" y="1656497"/>
                </a:cubicBezTo>
                <a:close/>
                <a:moveTo>
                  <a:pt x="824329" y="1656497"/>
                </a:moveTo>
                <a:cubicBezTo>
                  <a:pt x="841098" y="1656497"/>
                  <a:pt x="854692" y="1670091"/>
                  <a:pt x="854692" y="1686860"/>
                </a:cubicBezTo>
                <a:cubicBezTo>
                  <a:pt x="854692" y="1703630"/>
                  <a:pt x="841098" y="1717224"/>
                  <a:pt x="824329" y="1717224"/>
                </a:cubicBezTo>
                <a:cubicBezTo>
                  <a:pt x="807559" y="1717224"/>
                  <a:pt x="793965" y="1703630"/>
                  <a:pt x="793965" y="1686860"/>
                </a:cubicBezTo>
                <a:cubicBezTo>
                  <a:pt x="793965" y="1670091"/>
                  <a:pt x="807559" y="1656497"/>
                  <a:pt x="824329" y="1656497"/>
                </a:cubicBezTo>
                <a:close/>
                <a:moveTo>
                  <a:pt x="751774" y="1656497"/>
                </a:moveTo>
                <a:cubicBezTo>
                  <a:pt x="768544" y="1656497"/>
                  <a:pt x="782138" y="1670091"/>
                  <a:pt x="782138" y="1686860"/>
                </a:cubicBezTo>
                <a:cubicBezTo>
                  <a:pt x="782138" y="1703630"/>
                  <a:pt x="768544" y="1717224"/>
                  <a:pt x="751774" y="1717224"/>
                </a:cubicBezTo>
                <a:cubicBezTo>
                  <a:pt x="735005" y="1717224"/>
                  <a:pt x="721411" y="1703630"/>
                  <a:pt x="721411" y="1686860"/>
                </a:cubicBezTo>
                <a:cubicBezTo>
                  <a:pt x="721411" y="1670091"/>
                  <a:pt x="735005" y="1656497"/>
                  <a:pt x="751774" y="1656497"/>
                </a:cubicBezTo>
                <a:close/>
                <a:moveTo>
                  <a:pt x="679220" y="1656497"/>
                </a:moveTo>
                <a:cubicBezTo>
                  <a:pt x="695989" y="1656497"/>
                  <a:pt x="709583" y="1670091"/>
                  <a:pt x="709583" y="1686860"/>
                </a:cubicBezTo>
                <a:cubicBezTo>
                  <a:pt x="709583" y="1703630"/>
                  <a:pt x="695989" y="1717224"/>
                  <a:pt x="679220" y="1717224"/>
                </a:cubicBezTo>
                <a:cubicBezTo>
                  <a:pt x="662450" y="1717224"/>
                  <a:pt x="648856" y="1703630"/>
                  <a:pt x="648856" y="1686860"/>
                </a:cubicBezTo>
                <a:cubicBezTo>
                  <a:pt x="648856" y="1670091"/>
                  <a:pt x="662450" y="1656497"/>
                  <a:pt x="679220" y="1656497"/>
                </a:cubicBezTo>
                <a:close/>
                <a:moveTo>
                  <a:pt x="606665" y="1656497"/>
                </a:moveTo>
                <a:cubicBezTo>
                  <a:pt x="623435" y="1656497"/>
                  <a:pt x="637029" y="1670091"/>
                  <a:pt x="637029" y="1686860"/>
                </a:cubicBezTo>
                <a:cubicBezTo>
                  <a:pt x="637029" y="1703630"/>
                  <a:pt x="623435" y="1717224"/>
                  <a:pt x="606665" y="1717224"/>
                </a:cubicBezTo>
                <a:cubicBezTo>
                  <a:pt x="589896" y="1717224"/>
                  <a:pt x="576302" y="1703630"/>
                  <a:pt x="576302" y="1686860"/>
                </a:cubicBezTo>
                <a:cubicBezTo>
                  <a:pt x="576302" y="1670091"/>
                  <a:pt x="589896" y="1656497"/>
                  <a:pt x="606665" y="1656497"/>
                </a:cubicBezTo>
                <a:close/>
                <a:moveTo>
                  <a:pt x="534111" y="1656497"/>
                </a:moveTo>
                <a:cubicBezTo>
                  <a:pt x="550880" y="1656497"/>
                  <a:pt x="564474" y="1670091"/>
                  <a:pt x="564474" y="1686860"/>
                </a:cubicBezTo>
                <a:cubicBezTo>
                  <a:pt x="564474" y="1703630"/>
                  <a:pt x="550880" y="1717224"/>
                  <a:pt x="534111" y="1717224"/>
                </a:cubicBezTo>
                <a:cubicBezTo>
                  <a:pt x="517341" y="1717224"/>
                  <a:pt x="503747" y="1703630"/>
                  <a:pt x="503747" y="1686860"/>
                </a:cubicBezTo>
                <a:cubicBezTo>
                  <a:pt x="503747" y="1670091"/>
                  <a:pt x="517341" y="1656497"/>
                  <a:pt x="534111" y="1656497"/>
                </a:cubicBezTo>
                <a:close/>
                <a:moveTo>
                  <a:pt x="461556" y="1656497"/>
                </a:moveTo>
                <a:cubicBezTo>
                  <a:pt x="478326" y="1656497"/>
                  <a:pt x="491920" y="1670091"/>
                  <a:pt x="491920" y="1686860"/>
                </a:cubicBezTo>
                <a:cubicBezTo>
                  <a:pt x="491920" y="1703630"/>
                  <a:pt x="478326" y="1717224"/>
                  <a:pt x="461556" y="1717224"/>
                </a:cubicBezTo>
                <a:cubicBezTo>
                  <a:pt x="444787" y="1717224"/>
                  <a:pt x="431192" y="1703630"/>
                  <a:pt x="431192" y="1686860"/>
                </a:cubicBezTo>
                <a:cubicBezTo>
                  <a:pt x="431192" y="1670091"/>
                  <a:pt x="444787" y="1656497"/>
                  <a:pt x="461556" y="1656497"/>
                </a:cubicBezTo>
                <a:close/>
                <a:moveTo>
                  <a:pt x="389002" y="1656497"/>
                </a:moveTo>
                <a:cubicBezTo>
                  <a:pt x="405771" y="1656497"/>
                  <a:pt x="419365" y="1670091"/>
                  <a:pt x="419365" y="1686860"/>
                </a:cubicBezTo>
                <a:cubicBezTo>
                  <a:pt x="419365" y="1703630"/>
                  <a:pt x="405771" y="1717224"/>
                  <a:pt x="389002" y="1717224"/>
                </a:cubicBezTo>
                <a:cubicBezTo>
                  <a:pt x="372232" y="1717224"/>
                  <a:pt x="358638" y="1703630"/>
                  <a:pt x="358638" y="1686860"/>
                </a:cubicBezTo>
                <a:cubicBezTo>
                  <a:pt x="358638" y="1670091"/>
                  <a:pt x="372232" y="1656497"/>
                  <a:pt x="389002" y="1656497"/>
                </a:cubicBezTo>
                <a:close/>
                <a:moveTo>
                  <a:pt x="316447" y="1656497"/>
                </a:moveTo>
                <a:cubicBezTo>
                  <a:pt x="333216" y="1656497"/>
                  <a:pt x="346810" y="1670091"/>
                  <a:pt x="346810" y="1686860"/>
                </a:cubicBezTo>
                <a:cubicBezTo>
                  <a:pt x="346810" y="1703630"/>
                  <a:pt x="333216" y="1717224"/>
                  <a:pt x="316447" y="1717224"/>
                </a:cubicBezTo>
                <a:cubicBezTo>
                  <a:pt x="299677" y="1717224"/>
                  <a:pt x="286084" y="1703630"/>
                  <a:pt x="286084" y="1686860"/>
                </a:cubicBezTo>
                <a:cubicBezTo>
                  <a:pt x="286084" y="1670091"/>
                  <a:pt x="299677" y="1656497"/>
                  <a:pt x="316447" y="1656497"/>
                </a:cubicBezTo>
                <a:close/>
                <a:moveTo>
                  <a:pt x="243892" y="1656497"/>
                </a:moveTo>
                <a:cubicBezTo>
                  <a:pt x="260662" y="1656497"/>
                  <a:pt x="274256" y="1670091"/>
                  <a:pt x="274256" y="1686860"/>
                </a:cubicBezTo>
                <a:cubicBezTo>
                  <a:pt x="274256" y="1703630"/>
                  <a:pt x="260662" y="1717224"/>
                  <a:pt x="243892" y="1717224"/>
                </a:cubicBezTo>
                <a:cubicBezTo>
                  <a:pt x="227123" y="1717224"/>
                  <a:pt x="213529" y="1703630"/>
                  <a:pt x="213529" y="1686860"/>
                </a:cubicBezTo>
                <a:cubicBezTo>
                  <a:pt x="213529" y="1670091"/>
                  <a:pt x="227123" y="1656497"/>
                  <a:pt x="243892" y="1656497"/>
                </a:cubicBezTo>
                <a:close/>
                <a:moveTo>
                  <a:pt x="171339" y="1656497"/>
                </a:moveTo>
                <a:cubicBezTo>
                  <a:pt x="188107" y="1656497"/>
                  <a:pt x="201701" y="1670091"/>
                  <a:pt x="201701" y="1686860"/>
                </a:cubicBezTo>
                <a:cubicBezTo>
                  <a:pt x="201701" y="1703630"/>
                  <a:pt x="188107" y="1717224"/>
                  <a:pt x="171339" y="1717224"/>
                </a:cubicBezTo>
                <a:cubicBezTo>
                  <a:pt x="154594" y="1717224"/>
                  <a:pt x="141001" y="1703630"/>
                  <a:pt x="141001" y="1686860"/>
                </a:cubicBezTo>
                <a:cubicBezTo>
                  <a:pt x="141001" y="1670091"/>
                  <a:pt x="154594" y="1656497"/>
                  <a:pt x="171339" y="1656497"/>
                </a:cubicBezTo>
                <a:close/>
                <a:moveTo>
                  <a:pt x="98812" y="1656497"/>
                </a:moveTo>
                <a:cubicBezTo>
                  <a:pt x="115580" y="1656497"/>
                  <a:pt x="129174" y="1670091"/>
                  <a:pt x="129174" y="1686860"/>
                </a:cubicBezTo>
                <a:cubicBezTo>
                  <a:pt x="129174" y="1703630"/>
                  <a:pt x="115580" y="1717224"/>
                  <a:pt x="98812" y="1717224"/>
                </a:cubicBezTo>
                <a:cubicBezTo>
                  <a:pt x="82042" y="1717224"/>
                  <a:pt x="68448" y="1703630"/>
                  <a:pt x="68448" y="1686860"/>
                </a:cubicBezTo>
                <a:cubicBezTo>
                  <a:pt x="68448" y="1670091"/>
                  <a:pt x="82042" y="1656497"/>
                  <a:pt x="98812" y="1656497"/>
                </a:cubicBezTo>
                <a:close/>
                <a:moveTo>
                  <a:pt x="26257" y="1656497"/>
                </a:moveTo>
                <a:cubicBezTo>
                  <a:pt x="43026" y="1656497"/>
                  <a:pt x="56620" y="1670091"/>
                  <a:pt x="56620" y="1686860"/>
                </a:cubicBezTo>
                <a:cubicBezTo>
                  <a:pt x="56620" y="1703630"/>
                  <a:pt x="43026" y="1717224"/>
                  <a:pt x="26257" y="1717224"/>
                </a:cubicBezTo>
                <a:cubicBezTo>
                  <a:pt x="17873" y="1717224"/>
                  <a:pt x="10282" y="1713826"/>
                  <a:pt x="4787" y="1708331"/>
                </a:cubicBezTo>
                <a:lnTo>
                  <a:pt x="0" y="1696773"/>
                </a:lnTo>
                <a:lnTo>
                  <a:pt x="0" y="1676947"/>
                </a:lnTo>
                <a:lnTo>
                  <a:pt x="4787" y="1665390"/>
                </a:lnTo>
                <a:cubicBezTo>
                  <a:pt x="10282" y="1659896"/>
                  <a:pt x="17873" y="1656497"/>
                  <a:pt x="26257" y="1656497"/>
                </a:cubicBezTo>
                <a:close/>
                <a:moveTo>
                  <a:pt x="1114547" y="1576045"/>
                </a:moveTo>
                <a:cubicBezTo>
                  <a:pt x="1118739" y="1576045"/>
                  <a:pt x="1122733" y="1576894"/>
                  <a:pt x="1126366" y="1578431"/>
                </a:cubicBezTo>
                <a:lnTo>
                  <a:pt x="1131977" y="1582214"/>
                </a:lnTo>
                <a:lnTo>
                  <a:pt x="1128051" y="1585783"/>
                </a:lnTo>
                <a:lnTo>
                  <a:pt x="1088035" y="1615706"/>
                </a:lnTo>
                <a:lnTo>
                  <a:pt x="1084184" y="1606408"/>
                </a:lnTo>
                <a:cubicBezTo>
                  <a:pt x="1084184" y="1589639"/>
                  <a:pt x="1097778" y="1576045"/>
                  <a:pt x="1114547" y="1576045"/>
                </a:cubicBezTo>
                <a:close/>
                <a:moveTo>
                  <a:pt x="1041993" y="1576045"/>
                </a:moveTo>
                <a:cubicBezTo>
                  <a:pt x="1058762" y="1576045"/>
                  <a:pt x="1072356" y="1589639"/>
                  <a:pt x="1072356" y="1606408"/>
                </a:cubicBezTo>
                <a:cubicBezTo>
                  <a:pt x="1072356" y="1623178"/>
                  <a:pt x="1058762" y="1636772"/>
                  <a:pt x="1041993" y="1636772"/>
                </a:cubicBezTo>
                <a:cubicBezTo>
                  <a:pt x="1025223" y="1636772"/>
                  <a:pt x="1011629" y="1623178"/>
                  <a:pt x="1011629" y="1606408"/>
                </a:cubicBezTo>
                <a:cubicBezTo>
                  <a:pt x="1011629" y="1589639"/>
                  <a:pt x="1025223" y="1576045"/>
                  <a:pt x="1041993" y="1576045"/>
                </a:cubicBezTo>
                <a:close/>
                <a:moveTo>
                  <a:pt x="969438" y="1576045"/>
                </a:moveTo>
                <a:cubicBezTo>
                  <a:pt x="986208" y="1576045"/>
                  <a:pt x="999801" y="1589639"/>
                  <a:pt x="999801" y="1606408"/>
                </a:cubicBezTo>
                <a:cubicBezTo>
                  <a:pt x="999801" y="1623178"/>
                  <a:pt x="986208" y="1636772"/>
                  <a:pt x="969438" y="1636772"/>
                </a:cubicBezTo>
                <a:cubicBezTo>
                  <a:pt x="952669" y="1636772"/>
                  <a:pt x="939075" y="1623178"/>
                  <a:pt x="939075" y="1606408"/>
                </a:cubicBezTo>
                <a:cubicBezTo>
                  <a:pt x="939075" y="1589639"/>
                  <a:pt x="952669" y="1576045"/>
                  <a:pt x="969438" y="1576045"/>
                </a:cubicBezTo>
                <a:close/>
                <a:moveTo>
                  <a:pt x="896883" y="1576045"/>
                </a:moveTo>
                <a:cubicBezTo>
                  <a:pt x="913653" y="1576045"/>
                  <a:pt x="927247" y="1589639"/>
                  <a:pt x="927247" y="1606408"/>
                </a:cubicBezTo>
                <a:cubicBezTo>
                  <a:pt x="927247" y="1623178"/>
                  <a:pt x="913653" y="1636772"/>
                  <a:pt x="896883" y="1636772"/>
                </a:cubicBezTo>
                <a:cubicBezTo>
                  <a:pt x="880114" y="1636772"/>
                  <a:pt x="866520" y="1623178"/>
                  <a:pt x="866520" y="1606408"/>
                </a:cubicBezTo>
                <a:cubicBezTo>
                  <a:pt x="866520" y="1589639"/>
                  <a:pt x="880114" y="1576045"/>
                  <a:pt x="896883" y="1576045"/>
                </a:cubicBezTo>
                <a:close/>
                <a:moveTo>
                  <a:pt x="824329" y="1576045"/>
                </a:moveTo>
                <a:cubicBezTo>
                  <a:pt x="841098" y="1576045"/>
                  <a:pt x="854692" y="1589639"/>
                  <a:pt x="854692" y="1606408"/>
                </a:cubicBezTo>
                <a:cubicBezTo>
                  <a:pt x="854692" y="1623178"/>
                  <a:pt x="841098" y="1636772"/>
                  <a:pt x="824329" y="1636772"/>
                </a:cubicBezTo>
                <a:cubicBezTo>
                  <a:pt x="807559" y="1636772"/>
                  <a:pt x="793965" y="1623178"/>
                  <a:pt x="793965" y="1606408"/>
                </a:cubicBezTo>
                <a:cubicBezTo>
                  <a:pt x="793965" y="1589639"/>
                  <a:pt x="807559" y="1576045"/>
                  <a:pt x="824329" y="1576045"/>
                </a:cubicBezTo>
                <a:close/>
                <a:moveTo>
                  <a:pt x="751774" y="1576045"/>
                </a:moveTo>
                <a:cubicBezTo>
                  <a:pt x="768544" y="1576045"/>
                  <a:pt x="782138" y="1589639"/>
                  <a:pt x="782138" y="1606408"/>
                </a:cubicBezTo>
                <a:cubicBezTo>
                  <a:pt x="782138" y="1623178"/>
                  <a:pt x="768544" y="1636772"/>
                  <a:pt x="751774" y="1636772"/>
                </a:cubicBezTo>
                <a:cubicBezTo>
                  <a:pt x="735005" y="1636772"/>
                  <a:pt x="721411" y="1623178"/>
                  <a:pt x="721411" y="1606408"/>
                </a:cubicBezTo>
                <a:cubicBezTo>
                  <a:pt x="721411" y="1589639"/>
                  <a:pt x="735005" y="1576045"/>
                  <a:pt x="751774" y="1576045"/>
                </a:cubicBezTo>
                <a:close/>
                <a:moveTo>
                  <a:pt x="679220" y="1576045"/>
                </a:moveTo>
                <a:cubicBezTo>
                  <a:pt x="695989" y="1576045"/>
                  <a:pt x="709583" y="1589639"/>
                  <a:pt x="709583" y="1606408"/>
                </a:cubicBezTo>
                <a:cubicBezTo>
                  <a:pt x="709583" y="1623178"/>
                  <a:pt x="695989" y="1636772"/>
                  <a:pt x="679220" y="1636772"/>
                </a:cubicBezTo>
                <a:cubicBezTo>
                  <a:pt x="662450" y="1636772"/>
                  <a:pt x="648856" y="1623178"/>
                  <a:pt x="648856" y="1606408"/>
                </a:cubicBezTo>
                <a:cubicBezTo>
                  <a:pt x="648856" y="1589639"/>
                  <a:pt x="662450" y="1576045"/>
                  <a:pt x="679220" y="1576045"/>
                </a:cubicBezTo>
                <a:close/>
                <a:moveTo>
                  <a:pt x="606665" y="1576045"/>
                </a:moveTo>
                <a:cubicBezTo>
                  <a:pt x="623435" y="1576045"/>
                  <a:pt x="637029" y="1589639"/>
                  <a:pt x="637029" y="1606408"/>
                </a:cubicBezTo>
                <a:cubicBezTo>
                  <a:pt x="637029" y="1623178"/>
                  <a:pt x="623435" y="1636772"/>
                  <a:pt x="606665" y="1636772"/>
                </a:cubicBezTo>
                <a:cubicBezTo>
                  <a:pt x="589896" y="1636772"/>
                  <a:pt x="576302" y="1623178"/>
                  <a:pt x="576302" y="1606408"/>
                </a:cubicBezTo>
                <a:cubicBezTo>
                  <a:pt x="576302" y="1589639"/>
                  <a:pt x="589896" y="1576045"/>
                  <a:pt x="606665" y="1576045"/>
                </a:cubicBezTo>
                <a:close/>
                <a:moveTo>
                  <a:pt x="534111" y="1576045"/>
                </a:moveTo>
                <a:cubicBezTo>
                  <a:pt x="550880" y="1576045"/>
                  <a:pt x="564474" y="1589639"/>
                  <a:pt x="564474" y="1606408"/>
                </a:cubicBezTo>
                <a:cubicBezTo>
                  <a:pt x="564474" y="1623178"/>
                  <a:pt x="550880" y="1636772"/>
                  <a:pt x="534111" y="1636772"/>
                </a:cubicBezTo>
                <a:cubicBezTo>
                  <a:pt x="517341" y="1636772"/>
                  <a:pt x="503747" y="1623178"/>
                  <a:pt x="503747" y="1606408"/>
                </a:cubicBezTo>
                <a:cubicBezTo>
                  <a:pt x="503747" y="1589639"/>
                  <a:pt x="517341" y="1576045"/>
                  <a:pt x="534111" y="1576045"/>
                </a:cubicBezTo>
                <a:close/>
                <a:moveTo>
                  <a:pt x="461556" y="1576045"/>
                </a:moveTo>
                <a:cubicBezTo>
                  <a:pt x="478326" y="1576045"/>
                  <a:pt x="491920" y="1589639"/>
                  <a:pt x="491920" y="1606408"/>
                </a:cubicBezTo>
                <a:cubicBezTo>
                  <a:pt x="491920" y="1623178"/>
                  <a:pt x="478326" y="1636772"/>
                  <a:pt x="461556" y="1636772"/>
                </a:cubicBezTo>
                <a:cubicBezTo>
                  <a:pt x="444787" y="1636772"/>
                  <a:pt x="431192" y="1623178"/>
                  <a:pt x="431192" y="1606408"/>
                </a:cubicBezTo>
                <a:cubicBezTo>
                  <a:pt x="431192" y="1589639"/>
                  <a:pt x="444787" y="1576045"/>
                  <a:pt x="461556" y="1576045"/>
                </a:cubicBezTo>
                <a:close/>
                <a:moveTo>
                  <a:pt x="389002" y="1576045"/>
                </a:moveTo>
                <a:cubicBezTo>
                  <a:pt x="405771" y="1576045"/>
                  <a:pt x="419365" y="1589639"/>
                  <a:pt x="419365" y="1606408"/>
                </a:cubicBezTo>
                <a:cubicBezTo>
                  <a:pt x="419365" y="1623178"/>
                  <a:pt x="405771" y="1636772"/>
                  <a:pt x="389002" y="1636772"/>
                </a:cubicBezTo>
                <a:cubicBezTo>
                  <a:pt x="372232" y="1636772"/>
                  <a:pt x="358638" y="1623178"/>
                  <a:pt x="358638" y="1606408"/>
                </a:cubicBezTo>
                <a:cubicBezTo>
                  <a:pt x="358638" y="1589639"/>
                  <a:pt x="372232" y="1576045"/>
                  <a:pt x="389002" y="1576045"/>
                </a:cubicBezTo>
                <a:close/>
                <a:moveTo>
                  <a:pt x="316447" y="1576045"/>
                </a:moveTo>
                <a:cubicBezTo>
                  <a:pt x="333216" y="1576045"/>
                  <a:pt x="346810" y="1589639"/>
                  <a:pt x="346810" y="1606408"/>
                </a:cubicBezTo>
                <a:cubicBezTo>
                  <a:pt x="346810" y="1623178"/>
                  <a:pt x="333216" y="1636772"/>
                  <a:pt x="316447" y="1636772"/>
                </a:cubicBezTo>
                <a:cubicBezTo>
                  <a:pt x="299677" y="1636772"/>
                  <a:pt x="286084" y="1623178"/>
                  <a:pt x="286084" y="1606408"/>
                </a:cubicBezTo>
                <a:cubicBezTo>
                  <a:pt x="286084" y="1589639"/>
                  <a:pt x="299677" y="1576045"/>
                  <a:pt x="316447" y="1576045"/>
                </a:cubicBezTo>
                <a:close/>
                <a:moveTo>
                  <a:pt x="243892" y="1576045"/>
                </a:moveTo>
                <a:cubicBezTo>
                  <a:pt x="260662" y="1576045"/>
                  <a:pt x="274256" y="1589639"/>
                  <a:pt x="274256" y="1606408"/>
                </a:cubicBezTo>
                <a:cubicBezTo>
                  <a:pt x="274256" y="1623178"/>
                  <a:pt x="260662" y="1636772"/>
                  <a:pt x="243892" y="1636772"/>
                </a:cubicBezTo>
                <a:cubicBezTo>
                  <a:pt x="227123" y="1636772"/>
                  <a:pt x="213529" y="1623178"/>
                  <a:pt x="213529" y="1606408"/>
                </a:cubicBezTo>
                <a:cubicBezTo>
                  <a:pt x="213529" y="1589639"/>
                  <a:pt x="227123" y="1576045"/>
                  <a:pt x="243892" y="1576045"/>
                </a:cubicBezTo>
                <a:close/>
                <a:moveTo>
                  <a:pt x="171339" y="1576045"/>
                </a:moveTo>
                <a:cubicBezTo>
                  <a:pt x="188107" y="1576045"/>
                  <a:pt x="201701" y="1589639"/>
                  <a:pt x="201701" y="1606408"/>
                </a:cubicBezTo>
                <a:cubicBezTo>
                  <a:pt x="201701" y="1623178"/>
                  <a:pt x="188107" y="1636772"/>
                  <a:pt x="171339" y="1636772"/>
                </a:cubicBezTo>
                <a:cubicBezTo>
                  <a:pt x="154599" y="1636772"/>
                  <a:pt x="141006" y="1623178"/>
                  <a:pt x="141006" y="1606408"/>
                </a:cubicBezTo>
                <a:cubicBezTo>
                  <a:pt x="141006" y="1589639"/>
                  <a:pt x="154599" y="1576045"/>
                  <a:pt x="171339" y="1576045"/>
                </a:cubicBezTo>
                <a:close/>
                <a:moveTo>
                  <a:pt x="98818" y="1576045"/>
                </a:moveTo>
                <a:cubicBezTo>
                  <a:pt x="115586" y="1576045"/>
                  <a:pt x="129180" y="1589639"/>
                  <a:pt x="129180" y="1606408"/>
                </a:cubicBezTo>
                <a:cubicBezTo>
                  <a:pt x="129180" y="1623178"/>
                  <a:pt x="115586" y="1636772"/>
                  <a:pt x="98818" y="1636772"/>
                </a:cubicBezTo>
                <a:cubicBezTo>
                  <a:pt x="82048" y="1636772"/>
                  <a:pt x="68454" y="1623178"/>
                  <a:pt x="68454" y="1606408"/>
                </a:cubicBezTo>
                <a:cubicBezTo>
                  <a:pt x="68454" y="1589639"/>
                  <a:pt x="82048" y="1576045"/>
                  <a:pt x="98818" y="1576045"/>
                </a:cubicBezTo>
                <a:close/>
                <a:moveTo>
                  <a:pt x="26264" y="1576045"/>
                </a:moveTo>
                <a:cubicBezTo>
                  <a:pt x="43032" y="1576045"/>
                  <a:pt x="56626" y="1589639"/>
                  <a:pt x="56626" y="1606408"/>
                </a:cubicBezTo>
                <a:cubicBezTo>
                  <a:pt x="56626" y="1623178"/>
                  <a:pt x="43032" y="1636772"/>
                  <a:pt x="26264" y="1636772"/>
                </a:cubicBezTo>
                <a:cubicBezTo>
                  <a:pt x="17880" y="1636772"/>
                  <a:pt x="10289" y="1633374"/>
                  <a:pt x="4794" y="1627879"/>
                </a:cubicBezTo>
                <a:lnTo>
                  <a:pt x="0" y="1616304"/>
                </a:lnTo>
                <a:lnTo>
                  <a:pt x="0" y="1596512"/>
                </a:lnTo>
                <a:lnTo>
                  <a:pt x="4794" y="1584938"/>
                </a:lnTo>
                <a:cubicBezTo>
                  <a:pt x="10289" y="1579444"/>
                  <a:pt x="17880" y="1576045"/>
                  <a:pt x="26264" y="1576045"/>
                </a:cubicBezTo>
                <a:close/>
                <a:moveTo>
                  <a:pt x="1187102" y="1495593"/>
                </a:moveTo>
                <a:cubicBezTo>
                  <a:pt x="1195486" y="1495593"/>
                  <a:pt x="1203077" y="1498992"/>
                  <a:pt x="1208572" y="1504486"/>
                </a:cubicBezTo>
                <a:lnTo>
                  <a:pt x="1211014" y="1510381"/>
                </a:lnTo>
                <a:lnTo>
                  <a:pt x="1168285" y="1549216"/>
                </a:lnTo>
                <a:lnTo>
                  <a:pt x="1165631" y="1547427"/>
                </a:lnTo>
                <a:cubicBezTo>
                  <a:pt x="1160137" y="1541932"/>
                  <a:pt x="1156738" y="1534341"/>
                  <a:pt x="1156738" y="1525957"/>
                </a:cubicBezTo>
                <a:cubicBezTo>
                  <a:pt x="1156738" y="1509187"/>
                  <a:pt x="1170332" y="1495593"/>
                  <a:pt x="1187102" y="1495593"/>
                </a:cubicBezTo>
                <a:close/>
                <a:moveTo>
                  <a:pt x="1114547" y="1495593"/>
                </a:moveTo>
                <a:cubicBezTo>
                  <a:pt x="1131317" y="1495593"/>
                  <a:pt x="1144911" y="1509187"/>
                  <a:pt x="1144911" y="1525957"/>
                </a:cubicBezTo>
                <a:cubicBezTo>
                  <a:pt x="1144911" y="1542726"/>
                  <a:pt x="1131317" y="1556320"/>
                  <a:pt x="1114547" y="1556320"/>
                </a:cubicBezTo>
                <a:cubicBezTo>
                  <a:pt x="1097778" y="1556320"/>
                  <a:pt x="1084184" y="1542726"/>
                  <a:pt x="1084184" y="1525957"/>
                </a:cubicBezTo>
                <a:cubicBezTo>
                  <a:pt x="1084184" y="1509187"/>
                  <a:pt x="1097778" y="1495593"/>
                  <a:pt x="1114547" y="1495593"/>
                </a:cubicBezTo>
                <a:close/>
                <a:moveTo>
                  <a:pt x="1041993" y="1495593"/>
                </a:moveTo>
                <a:cubicBezTo>
                  <a:pt x="1058762" y="1495593"/>
                  <a:pt x="1072356" y="1509187"/>
                  <a:pt x="1072356" y="1525957"/>
                </a:cubicBezTo>
                <a:cubicBezTo>
                  <a:pt x="1072356" y="1542726"/>
                  <a:pt x="1058762" y="1556320"/>
                  <a:pt x="1041993" y="1556320"/>
                </a:cubicBezTo>
                <a:cubicBezTo>
                  <a:pt x="1025223" y="1556320"/>
                  <a:pt x="1011629" y="1542726"/>
                  <a:pt x="1011629" y="1525957"/>
                </a:cubicBezTo>
                <a:cubicBezTo>
                  <a:pt x="1011629" y="1509187"/>
                  <a:pt x="1025223" y="1495593"/>
                  <a:pt x="1041993" y="1495593"/>
                </a:cubicBezTo>
                <a:close/>
                <a:moveTo>
                  <a:pt x="969438" y="1495593"/>
                </a:moveTo>
                <a:cubicBezTo>
                  <a:pt x="986208" y="1495593"/>
                  <a:pt x="999801" y="1509187"/>
                  <a:pt x="999801" y="1525957"/>
                </a:cubicBezTo>
                <a:cubicBezTo>
                  <a:pt x="999801" y="1542726"/>
                  <a:pt x="986208" y="1556320"/>
                  <a:pt x="969438" y="1556320"/>
                </a:cubicBezTo>
                <a:cubicBezTo>
                  <a:pt x="952669" y="1556320"/>
                  <a:pt x="939075" y="1542726"/>
                  <a:pt x="939075" y="1525957"/>
                </a:cubicBezTo>
                <a:cubicBezTo>
                  <a:pt x="939075" y="1509187"/>
                  <a:pt x="952669" y="1495593"/>
                  <a:pt x="969438" y="1495593"/>
                </a:cubicBezTo>
                <a:close/>
                <a:moveTo>
                  <a:pt x="896883" y="1495593"/>
                </a:moveTo>
                <a:cubicBezTo>
                  <a:pt x="913653" y="1495593"/>
                  <a:pt x="927247" y="1509187"/>
                  <a:pt x="927247" y="1525957"/>
                </a:cubicBezTo>
                <a:cubicBezTo>
                  <a:pt x="927247" y="1542726"/>
                  <a:pt x="913653" y="1556320"/>
                  <a:pt x="896883" y="1556320"/>
                </a:cubicBezTo>
                <a:cubicBezTo>
                  <a:pt x="880114" y="1556320"/>
                  <a:pt x="866520" y="1542726"/>
                  <a:pt x="866520" y="1525957"/>
                </a:cubicBezTo>
                <a:cubicBezTo>
                  <a:pt x="866520" y="1509187"/>
                  <a:pt x="880114" y="1495593"/>
                  <a:pt x="896883" y="1495593"/>
                </a:cubicBezTo>
                <a:close/>
                <a:moveTo>
                  <a:pt x="824329" y="1495593"/>
                </a:moveTo>
                <a:cubicBezTo>
                  <a:pt x="841098" y="1495593"/>
                  <a:pt x="854692" y="1509187"/>
                  <a:pt x="854692" y="1525957"/>
                </a:cubicBezTo>
                <a:cubicBezTo>
                  <a:pt x="854692" y="1542726"/>
                  <a:pt x="841098" y="1556320"/>
                  <a:pt x="824329" y="1556320"/>
                </a:cubicBezTo>
                <a:cubicBezTo>
                  <a:pt x="807559" y="1556320"/>
                  <a:pt x="793965" y="1542726"/>
                  <a:pt x="793965" y="1525957"/>
                </a:cubicBezTo>
                <a:cubicBezTo>
                  <a:pt x="793965" y="1509187"/>
                  <a:pt x="807559" y="1495593"/>
                  <a:pt x="824329" y="1495593"/>
                </a:cubicBezTo>
                <a:close/>
                <a:moveTo>
                  <a:pt x="751774" y="1495593"/>
                </a:moveTo>
                <a:cubicBezTo>
                  <a:pt x="768544" y="1495593"/>
                  <a:pt x="782138" y="1509187"/>
                  <a:pt x="782138" y="1525957"/>
                </a:cubicBezTo>
                <a:cubicBezTo>
                  <a:pt x="782138" y="1542726"/>
                  <a:pt x="768544" y="1556320"/>
                  <a:pt x="751774" y="1556320"/>
                </a:cubicBezTo>
                <a:cubicBezTo>
                  <a:pt x="735005" y="1556320"/>
                  <a:pt x="721411" y="1542726"/>
                  <a:pt x="721411" y="1525957"/>
                </a:cubicBezTo>
                <a:cubicBezTo>
                  <a:pt x="721411" y="1509187"/>
                  <a:pt x="735005" y="1495593"/>
                  <a:pt x="751774" y="1495593"/>
                </a:cubicBezTo>
                <a:close/>
                <a:moveTo>
                  <a:pt x="679220" y="1495593"/>
                </a:moveTo>
                <a:cubicBezTo>
                  <a:pt x="695989" y="1495593"/>
                  <a:pt x="709583" y="1509187"/>
                  <a:pt x="709583" y="1525957"/>
                </a:cubicBezTo>
                <a:cubicBezTo>
                  <a:pt x="709583" y="1542726"/>
                  <a:pt x="695989" y="1556320"/>
                  <a:pt x="679220" y="1556320"/>
                </a:cubicBezTo>
                <a:cubicBezTo>
                  <a:pt x="662450" y="1556320"/>
                  <a:pt x="648856" y="1542726"/>
                  <a:pt x="648856" y="1525957"/>
                </a:cubicBezTo>
                <a:cubicBezTo>
                  <a:pt x="648856" y="1509187"/>
                  <a:pt x="662450" y="1495593"/>
                  <a:pt x="679220" y="1495593"/>
                </a:cubicBezTo>
                <a:close/>
                <a:moveTo>
                  <a:pt x="606665" y="1495593"/>
                </a:moveTo>
                <a:cubicBezTo>
                  <a:pt x="623435" y="1495593"/>
                  <a:pt x="637029" y="1509187"/>
                  <a:pt x="637029" y="1525957"/>
                </a:cubicBezTo>
                <a:cubicBezTo>
                  <a:pt x="637029" y="1542726"/>
                  <a:pt x="623435" y="1556320"/>
                  <a:pt x="606665" y="1556320"/>
                </a:cubicBezTo>
                <a:cubicBezTo>
                  <a:pt x="589896" y="1556320"/>
                  <a:pt x="576302" y="1542726"/>
                  <a:pt x="576302" y="1525957"/>
                </a:cubicBezTo>
                <a:cubicBezTo>
                  <a:pt x="576302" y="1509187"/>
                  <a:pt x="589896" y="1495593"/>
                  <a:pt x="606665" y="1495593"/>
                </a:cubicBezTo>
                <a:close/>
                <a:moveTo>
                  <a:pt x="534111" y="1495593"/>
                </a:moveTo>
                <a:cubicBezTo>
                  <a:pt x="550880" y="1495593"/>
                  <a:pt x="564474" y="1509187"/>
                  <a:pt x="564474" y="1525957"/>
                </a:cubicBezTo>
                <a:cubicBezTo>
                  <a:pt x="564474" y="1542726"/>
                  <a:pt x="550880" y="1556320"/>
                  <a:pt x="534111" y="1556320"/>
                </a:cubicBezTo>
                <a:cubicBezTo>
                  <a:pt x="517341" y="1556320"/>
                  <a:pt x="503747" y="1542726"/>
                  <a:pt x="503747" y="1525957"/>
                </a:cubicBezTo>
                <a:cubicBezTo>
                  <a:pt x="503747" y="1509187"/>
                  <a:pt x="517341" y="1495593"/>
                  <a:pt x="534111" y="1495593"/>
                </a:cubicBezTo>
                <a:close/>
                <a:moveTo>
                  <a:pt x="461556" y="1495593"/>
                </a:moveTo>
                <a:cubicBezTo>
                  <a:pt x="478326" y="1495593"/>
                  <a:pt x="491920" y="1509187"/>
                  <a:pt x="491920" y="1525957"/>
                </a:cubicBezTo>
                <a:cubicBezTo>
                  <a:pt x="491920" y="1542726"/>
                  <a:pt x="478326" y="1556320"/>
                  <a:pt x="461556" y="1556320"/>
                </a:cubicBezTo>
                <a:cubicBezTo>
                  <a:pt x="444787" y="1556320"/>
                  <a:pt x="431192" y="1542726"/>
                  <a:pt x="431192" y="1525957"/>
                </a:cubicBezTo>
                <a:cubicBezTo>
                  <a:pt x="431192" y="1509187"/>
                  <a:pt x="444787" y="1495593"/>
                  <a:pt x="461556" y="1495593"/>
                </a:cubicBezTo>
                <a:close/>
                <a:moveTo>
                  <a:pt x="389002" y="1495593"/>
                </a:moveTo>
                <a:cubicBezTo>
                  <a:pt x="405771" y="1495593"/>
                  <a:pt x="419365" y="1509187"/>
                  <a:pt x="419365" y="1525957"/>
                </a:cubicBezTo>
                <a:cubicBezTo>
                  <a:pt x="419365" y="1542726"/>
                  <a:pt x="405771" y="1556320"/>
                  <a:pt x="389002" y="1556320"/>
                </a:cubicBezTo>
                <a:cubicBezTo>
                  <a:pt x="372232" y="1556320"/>
                  <a:pt x="358638" y="1542726"/>
                  <a:pt x="358638" y="1525957"/>
                </a:cubicBezTo>
                <a:cubicBezTo>
                  <a:pt x="358638" y="1509187"/>
                  <a:pt x="372232" y="1495593"/>
                  <a:pt x="389002" y="1495593"/>
                </a:cubicBezTo>
                <a:close/>
                <a:moveTo>
                  <a:pt x="316447" y="1495593"/>
                </a:moveTo>
                <a:cubicBezTo>
                  <a:pt x="333216" y="1495593"/>
                  <a:pt x="346810" y="1509187"/>
                  <a:pt x="346810" y="1525957"/>
                </a:cubicBezTo>
                <a:cubicBezTo>
                  <a:pt x="346810" y="1542726"/>
                  <a:pt x="333216" y="1556320"/>
                  <a:pt x="316447" y="1556320"/>
                </a:cubicBezTo>
                <a:cubicBezTo>
                  <a:pt x="299677" y="1556320"/>
                  <a:pt x="286084" y="1542726"/>
                  <a:pt x="286084" y="1525957"/>
                </a:cubicBezTo>
                <a:cubicBezTo>
                  <a:pt x="286084" y="1509187"/>
                  <a:pt x="299677" y="1495593"/>
                  <a:pt x="316447" y="1495593"/>
                </a:cubicBezTo>
                <a:close/>
                <a:moveTo>
                  <a:pt x="243892" y="1495593"/>
                </a:moveTo>
                <a:cubicBezTo>
                  <a:pt x="260662" y="1495593"/>
                  <a:pt x="274256" y="1509187"/>
                  <a:pt x="274256" y="1525957"/>
                </a:cubicBezTo>
                <a:cubicBezTo>
                  <a:pt x="274256" y="1542726"/>
                  <a:pt x="260662" y="1556320"/>
                  <a:pt x="243892" y="1556320"/>
                </a:cubicBezTo>
                <a:cubicBezTo>
                  <a:pt x="227123" y="1556320"/>
                  <a:pt x="213529" y="1542726"/>
                  <a:pt x="213529" y="1525957"/>
                </a:cubicBezTo>
                <a:cubicBezTo>
                  <a:pt x="213529" y="1509187"/>
                  <a:pt x="227123" y="1495593"/>
                  <a:pt x="243892" y="1495593"/>
                </a:cubicBezTo>
                <a:close/>
                <a:moveTo>
                  <a:pt x="171339" y="1495593"/>
                </a:moveTo>
                <a:cubicBezTo>
                  <a:pt x="188107" y="1495593"/>
                  <a:pt x="201701" y="1509187"/>
                  <a:pt x="201701" y="1525957"/>
                </a:cubicBezTo>
                <a:cubicBezTo>
                  <a:pt x="201701" y="1542726"/>
                  <a:pt x="188107" y="1556320"/>
                  <a:pt x="171339" y="1556320"/>
                </a:cubicBezTo>
                <a:cubicBezTo>
                  <a:pt x="154606" y="1556320"/>
                  <a:pt x="141012" y="1542726"/>
                  <a:pt x="141012" y="1525957"/>
                </a:cubicBezTo>
                <a:cubicBezTo>
                  <a:pt x="141012" y="1509187"/>
                  <a:pt x="154606" y="1495593"/>
                  <a:pt x="171339" y="1495593"/>
                </a:cubicBezTo>
                <a:close/>
                <a:moveTo>
                  <a:pt x="98825" y="1495593"/>
                </a:moveTo>
                <a:cubicBezTo>
                  <a:pt x="115592" y="1495593"/>
                  <a:pt x="129186" y="1509187"/>
                  <a:pt x="129186" y="1525957"/>
                </a:cubicBezTo>
                <a:cubicBezTo>
                  <a:pt x="129186" y="1542726"/>
                  <a:pt x="115592" y="1556320"/>
                  <a:pt x="98825" y="1556320"/>
                </a:cubicBezTo>
                <a:cubicBezTo>
                  <a:pt x="82054" y="1556320"/>
                  <a:pt x="68461" y="1542726"/>
                  <a:pt x="68461" y="1525957"/>
                </a:cubicBezTo>
                <a:cubicBezTo>
                  <a:pt x="68461" y="1509187"/>
                  <a:pt x="82054" y="1495593"/>
                  <a:pt x="98825" y="1495593"/>
                </a:cubicBezTo>
                <a:close/>
                <a:moveTo>
                  <a:pt x="26270" y="1495593"/>
                </a:moveTo>
                <a:cubicBezTo>
                  <a:pt x="43038" y="1495593"/>
                  <a:pt x="56632" y="1509187"/>
                  <a:pt x="56632" y="1525957"/>
                </a:cubicBezTo>
                <a:cubicBezTo>
                  <a:pt x="56632" y="1542726"/>
                  <a:pt x="43038" y="1556320"/>
                  <a:pt x="26270" y="1556320"/>
                </a:cubicBezTo>
                <a:cubicBezTo>
                  <a:pt x="17886" y="1556320"/>
                  <a:pt x="10295" y="1552922"/>
                  <a:pt x="4801" y="1547427"/>
                </a:cubicBezTo>
                <a:lnTo>
                  <a:pt x="0" y="1535836"/>
                </a:lnTo>
                <a:lnTo>
                  <a:pt x="0" y="1516078"/>
                </a:lnTo>
                <a:lnTo>
                  <a:pt x="4801" y="1504486"/>
                </a:lnTo>
                <a:cubicBezTo>
                  <a:pt x="10295" y="1498992"/>
                  <a:pt x="17886" y="1495593"/>
                  <a:pt x="26270" y="1495593"/>
                </a:cubicBezTo>
                <a:close/>
                <a:moveTo>
                  <a:pt x="1259656" y="1415141"/>
                </a:moveTo>
                <a:cubicBezTo>
                  <a:pt x="1268041" y="1415141"/>
                  <a:pt x="1275632" y="1418540"/>
                  <a:pt x="1281127" y="1424035"/>
                </a:cubicBezTo>
                <a:lnTo>
                  <a:pt x="1285044" y="1433492"/>
                </a:lnTo>
                <a:lnTo>
                  <a:pt x="1248565" y="1473629"/>
                </a:lnTo>
                <a:lnTo>
                  <a:pt x="1247837" y="1473482"/>
                </a:lnTo>
                <a:cubicBezTo>
                  <a:pt x="1236940" y="1468873"/>
                  <a:pt x="1229293" y="1458082"/>
                  <a:pt x="1229293" y="1445505"/>
                </a:cubicBezTo>
                <a:cubicBezTo>
                  <a:pt x="1229293" y="1428735"/>
                  <a:pt x="1242887" y="1415141"/>
                  <a:pt x="1259656" y="1415141"/>
                </a:cubicBezTo>
                <a:close/>
                <a:moveTo>
                  <a:pt x="1187102" y="1415141"/>
                </a:moveTo>
                <a:cubicBezTo>
                  <a:pt x="1203871" y="1415141"/>
                  <a:pt x="1217465" y="1428735"/>
                  <a:pt x="1217465" y="1445505"/>
                </a:cubicBezTo>
                <a:cubicBezTo>
                  <a:pt x="1217465" y="1462274"/>
                  <a:pt x="1203871" y="1475868"/>
                  <a:pt x="1187102" y="1475868"/>
                </a:cubicBezTo>
                <a:cubicBezTo>
                  <a:pt x="1170332" y="1475868"/>
                  <a:pt x="1156738" y="1462274"/>
                  <a:pt x="1156738" y="1445505"/>
                </a:cubicBezTo>
                <a:cubicBezTo>
                  <a:pt x="1156738" y="1428735"/>
                  <a:pt x="1170332" y="1415141"/>
                  <a:pt x="1187102" y="1415141"/>
                </a:cubicBezTo>
                <a:close/>
                <a:moveTo>
                  <a:pt x="1114547" y="1415141"/>
                </a:moveTo>
                <a:cubicBezTo>
                  <a:pt x="1131317" y="1415141"/>
                  <a:pt x="1144911" y="1428735"/>
                  <a:pt x="1144911" y="1445505"/>
                </a:cubicBezTo>
                <a:cubicBezTo>
                  <a:pt x="1144911" y="1462274"/>
                  <a:pt x="1131317" y="1475868"/>
                  <a:pt x="1114547" y="1475868"/>
                </a:cubicBezTo>
                <a:cubicBezTo>
                  <a:pt x="1097778" y="1475868"/>
                  <a:pt x="1084184" y="1462274"/>
                  <a:pt x="1084184" y="1445505"/>
                </a:cubicBezTo>
                <a:cubicBezTo>
                  <a:pt x="1084184" y="1428735"/>
                  <a:pt x="1097778" y="1415141"/>
                  <a:pt x="1114547" y="1415141"/>
                </a:cubicBezTo>
                <a:close/>
                <a:moveTo>
                  <a:pt x="1041993" y="1415141"/>
                </a:moveTo>
                <a:cubicBezTo>
                  <a:pt x="1058762" y="1415141"/>
                  <a:pt x="1072356" y="1428735"/>
                  <a:pt x="1072356" y="1445505"/>
                </a:cubicBezTo>
                <a:cubicBezTo>
                  <a:pt x="1072356" y="1462274"/>
                  <a:pt x="1058762" y="1475868"/>
                  <a:pt x="1041993" y="1475868"/>
                </a:cubicBezTo>
                <a:cubicBezTo>
                  <a:pt x="1025223" y="1475868"/>
                  <a:pt x="1011629" y="1462274"/>
                  <a:pt x="1011629" y="1445505"/>
                </a:cubicBezTo>
                <a:cubicBezTo>
                  <a:pt x="1011629" y="1428735"/>
                  <a:pt x="1025223" y="1415141"/>
                  <a:pt x="1041993" y="1415141"/>
                </a:cubicBezTo>
                <a:close/>
                <a:moveTo>
                  <a:pt x="969438" y="1415141"/>
                </a:moveTo>
                <a:cubicBezTo>
                  <a:pt x="986208" y="1415141"/>
                  <a:pt x="999801" y="1428735"/>
                  <a:pt x="999801" y="1445505"/>
                </a:cubicBezTo>
                <a:cubicBezTo>
                  <a:pt x="999801" y="1462274"/>
                  <a:pt x="986208" y="1475868"/>
                  <a:pt x="969438" y="1475868"/>
                </a:cubicBezTo>
                <a:cubicBezTo>
                  <a:pt x="952669" y="1475868"/>
                  <a:pt x="939075" y="1462274"/>
                  <a:pt x="939075" y="1445505"/>
                </a:cubicBezTo>
                <a:cubicBezTo>
                  <a:pt x="939075" y="1428735"/>
                  <a:pt x="952669" y="1415141"/>
                  <a:pt x="969438" y="1415141"/>
                </a:cubicBezTo>
                <a:close/>
                <a:moveTo>
                  <a:pt x="896883" y="1415141"/>
                </a:moveTo>
                <a:cubicBezTo>
                  <a:pt x="913653" y="1415141"/>
                  <a:pt x="927247" y="1428735"/>
                  <a:pt x="927247" y="1445505"/>
                </a:cubicBezTo>
                <a:cubicBezTo>
                  <a:pt x="927247" y="1462274"/>
                  <a:pt x="913653" y="1475868"/>
                  <a:pt x="896883" y="1475868"/>
                </a:cubicBezTo>
                <a:cubicBezTo>
                  <a:pt x="880114" y="1475868"/>
                  <a:pt x="866520" y="1462274"/>
                  <a:pt x="866520" y="1445505"/>
                </a:cubicBezTo>
                <a:cubicBezTo>
                  <a:pt x="866520" y="1428735"/>
                  <a:pt x="880114" y="1415141"/>
                  <a:pt x="896883" y="1415141"/>
                </a:cubicBezTo>
                <a:close/>
                <a:moveTo>
                  <a:pt x="824329" y="1415141"/>
                </a:moveTo>
                <a:cubicBezTo>
                  <a:pt x="841098" y="1415141"/>
                  <a:pt x="854692" y="1428735"/>
                  <a:pt x="854692" y="1445505"/>
                </a:cubicBezTo>
                <a:cubicBezTo>
                  <a:pt x="854692" y="1462274"/>
                  <a:pt x="841098" y="1475868"/>
                  <a:pt x="824329" y="1475868"/>
                </a:cubicBezTo>
                <a:cubicBezTo>
                  <a:pt x="807559" y="1475868"/>
                  <a:pt x="793965" y="1462274"/>
                  <a:pt x="793965" y="1445505"/>
                </a:cubicBezTo>
                <a:cubicBezTo>
                  <a:pt x="793965" y="1428735"/>
                  <a:pt x="807559" y="1415141"/>
                  <a:pt x="824329" y="1415141"/>
                </a:cubicBezTo>
                <a:close/>
                <a:moveTo>
                  <a:pt x="751774" y="1415141"/>
                </a:moveTo>
                <a:cubicBezTo>
                  <a:pt x="768544" y="1415141"/>
                  <a:pt x="782138" y="1428735"/>
                  <a:pt x="782138" y="1445505"/>
                </a:cubicBezTo>
                <a:cubicBezTo>
                  <a:pt x="782138" y="1462274"/>
                  <a:pt x="768544" y="1475868"/>
                  <a:pt x="751774" y="1475868"/>
                </a:cubicBezTo>
                <a:cubicBezTo>
                  <a:pt x="735005" y="1475868"/>
                  <a:pt x="721411" y="1462274"/>
                  <a:pt x="721411" y="1445505"/>
                </a:cubicBezTo>
                <a:cubicBezTo>
                  <a:pt x="721411" y="1428735"/>
                  <a:pt x="735005" y="1415141"/>
                  <a:pt x="751774" y="1415141"/>
                </a:cubicBezTo>
                <a:close/>
                <a:moveTo>
                  <a:pt x="679220" y="1415141"/>
                </a:moveTo>
                <a:cubicBezTo>
                  <a:pt x="695989" y="1415141"/>
                  <a:pt x="709583" y="1428735"/>
                  <a:pt x="709583" y="1445505"/>
                </a:cubicBezTo>
                <a:cubicBezTo>
                  <a:pt x="709583" y="1462274"/>
                  <a:pt x="695989" y="1475868"/>
                  <a:pt x="679220" y="1475868"/>
                </a:cubicBezTo>
                <a:cubicBezTo>
                  <a:pt x="662450" y="1475868"/>
                  <a:pt x="648856" y="1462274"/>
                  <a:pt x="648856" y="1445505"/>
                </a:cubicBezTo>
                <a:cubicBezTo>
                  <a:pt x="648856" y="1428735"/>
                  <a:pt x="662450" y="1415141"/>
                  <a:pt x="679220" y="1415141"/>
                </a:cubicBezTo>
                <a:close/>
                <a:moveTo>
                  <a:pt x="606665" y="1415141"/>
                </a:moveTo>
                <a:cubicBezTo>
                  <a:pt x="623435" y="1415141"/>
                  <a:pt x="637029" y="1428735"/>
                  <a:pt x="637029" y="1445505"/>
                </a:cubicBezTo>
                <a:cubicBezTo>
                  <a:pt x="637029" y="1462274"/>
                  <a:pt x="623435" y="1475868"/>
                  <a:pt x="606665" y="1475868"/>
                </a:cubicBezTo>
                <a:cubicBezTo>
                  <a:pt x="589896" y="1475868"/>
                  <a:pt x="576302" y="1462274"/>
                  <a:pt x="576302" y="1445505"/>
                </a:cubicBezTo>
                <a:cubicBezTo>
                  <a:pt x="576302" y="1428735"/>
                  <a:pt x="589896" y="1415141"/>
                  <a:pt x="606665" y="1415141"/>
                </a:cubicBezTo>
                <a:close/>
                <a:moveTo>
                  <a:pt x="534111" y="1415141"/>
                </a:moveTo>
                <a:cubicBezTo>
                  <a:pt x="550880" y="1415141"/>
                  <a:pt x="564474" y="1428735"/>
                  <a:pt x="564474" y="1445505"/>
                </a:cubicBezTo>
                <a:cubicBezTo>
                  <a:pt x="564474" y="1462274"/>
                  <a:pt x="550880" y="1475868"/>
                  <a:pt x="534111" y="1475868"/>
                </a:cubicBezTo>
                <a:cubicBezTo>
                  <a:pt x="517341" y="1475868"/>
                  <a:pt x="503747" y="1462274"/>
                  <a:pt x="503747" y="1445505"/>
                </a:cubicBezTo>
                <a:cubicBezTo>
                  <a:pt x="503747" y="1428735"/>
                  <a:pt x="517341" y="1415141"/>
                  <a:pt x="534111" y="1415141"/>
                </a:cubicBezTo>
                <a:close/>
                <a:moveTo>
                  <a:pt x="461556" y="1415141"/>
                </a:moveTo>
                <a:cubicBezTo>
                  <a:pt x="478326" y="1415141"/>
                  <a:pt x="491920" y="1428735"/>
                  <a:pt x="491920" y="1445505"/>
                </a:cubicBezTo>
                <a:cubicBezTo>
                  <a:pt x="491920" y="1462274"/>
                  <a:pt x="478326" y="1475868"/>
                  <a:pt x="461556" y="1475868"/>
                </a:cubicBezTo>
                <a:cubicBezTo>
                  <a:pt x="444787" y="1475868"/>
                  <a:pt x="431192" y="1462274"/>
                  <a:pt x="431192" y="1445505"/>
                </a:cubicBezTo>
                <a:cubicBezTo>
                  <a:pt x="431192" y="1428735"/>
                  <a:pt x="444787" y="1415141"/>
                  <a:pt x="461556" y="1415141"/>
                </a:cubicBezTo>
                <a:close/>
                <a:moveTo>
                  <a:pt x="389002" y="1415141"/>
                </a:moveTo>
                <a:cubicBezTo>
                  <a:pt x="405771" y="1415141"/>
                  <a:pt x="419365" y="1428735"/>
                  <a:pt x="419365" y="1445505"/>
                </a:cubicBezTo>
                <a:cubicBezTo>
                  <a:pt x="419365" y="1462274"/>
                  <a:pt x="405771" y="1475868"/>
                  <a:pt x="389002" y="1475868"/>
                </a:cubicBezTo>
                <a:cubicBezTo>
                  <a:pt x="372232" y="1475868"/>
                  <a:pt x="358638" y="1462274"/>
                  <a:pt x="358638" y="1445505"/>
                </a:cubicBezTo>
                <a:cubicBezTo>
                  <a:pt x="358638" y="1428735"/>
                  <a:pt x="372232" y="1415141"/>
                  <a:pt x="389002" y="1415141"/>
                </a:cubicBezTo>
                <a:close/>
                <a:moveTo>
                  <a:pt x="316447" y="1415141"/>
                </a:moveTo>
                <a:cubicBezTo>
                  <a:pt x="333216" y="1415141"/>
                  <a:pt x="346810" y="1428735"/>
                  <a:pt x="346810" y="1445505"/>
                </a:cubicBezTo>
                <a:cubicBezTo>
                  <a:pt x="346810" y="1462274"/>
                  <a:pt x="333216" y="1475868"/>
                  <a:pt x="316447" y="1475868"/>
                </a:cubicBezTo>
                <a:cubicBezTo>
                  <a:pt x="299677" y="1475868"/>
                  <a:pt x="286084" y="1462274"/>
                  <a:pt x="286084" y="1445505"/>
                </a:cubicBezTo>
                <a:cubicBezTo>
                  <a:pt x="286084" y="1428735"/>
                  <a:pt x="299677" y="1415141"/>
                  <a:pt x="316447" y="1415141"/>
                </a:cubicBezTo>
                <a:close/>
                <a:moveTo>
                  <a:pt x="243892" y="1415141"/>
                </a:moveTo>
                <a:cubicBezTo>
                  <a:pt x="260662" y="1415141"/>
                  <a:pt x="274256" y="1428735"/>
                  <a:pt x="274256" y="1445505"/>
                </a:cubicBezTo>
                <a:cubicBezTo>
                  <a:pt x="274256" y="1462274"/>
                  <a:pt x="260662" y="1475868"/>
                  <a:pt x="243892" y="1475868"/>
                </a:cubicBezTo>
                <a:cubicBezTo>
                  <a:pt x="227123" y="1475868"/>
                  <a:pt x="213529" y="1462274"/>
                  <a:pt x="213529" y="1445505"/>
                </a:cubicBezTo>
                <a:cubicBezTo>
                  <a:pt x="213529" y="1428735"/>
                  <a:pt x="227123" y="1415141"/>
                  <a:pt x="243892" y="1415141"/>
                </a:cubicBezTo>
                <a:close/>
                <a:moveTo>
                  <a:pt x="171339" y="1415141"/>
                </a:moveTo>
                <a:cubicBezTo>
                  <a:pt x="188107" y="1415141"/>
                  <a:pt x="201701" y="1428735"/>
                  <a:pt x="201701" y="1445505"/>
                </a:cubicBezTo>
                <a:cubicBezTo>
                  <a:pt x="201701" y="1462274"/>
                  <a:pt x="188107" y="1475868"/>
                  <a:pt x="171339" y="1475868"/>
                </a:cubicBezTo>
                <a:cubicBezTo>
                  <a:pt x="154611" y="1475868"/>
                  <a:pt x="141018" y="1462274"/>
                  <a:pt x="141018" y="1445505"/>
                </a:cubicBezTo>
                <a:cubicBezTo>
                  <a:pt x="141018" y="1428735"/>
                  <a:pt x="154611" y="1415141"/>
                  <a:pt x="171339" y="1415141"/>
                </a:cubicBezTo>
                <a:close/>
                <a:moveTo>
                  <a:pt x="98831" y="1415141"/>
                </a:moveTo>
                <a:cubicBezTo>
                  <a:pt x="115598" y="1415141"/>
                  <a:pt x="129192" y="1428735"/>
                  <a:pt x="129192" y="1445505"/>
                </a:cubicBezTo>
                <a:cubicBezTo>
                  <a:pt x="129192" y="1462274"/>
                  <a:pt x="115598" y="1475868"/>
                  <a:pt x="98831" y="1475868"/>
                </a:cubicBezTo>
                <a:cubicBezTo>
                  <a:pt x="82060" y="1475868"/>
                  <a:pt x="68467" y="1462274"/>
                  <a:pt x="68467" y="1445505"/>
                </a:cubicBezTo>
                <a:cubicBezTo>
                  <a:pt x="68467" y="1428735"/>
                  <a:pt x="82060" y="1415141"/>
                  <a:pt x="98831" y="1415141"/>
                </a:cubicBezTo>
                <a:close/>
                <a:moveTo>
                  <a:pt x="26277" y="1415141"/>
                </a:moveTo>
                <a:cubicBezTo>
                  <a:pt x="43044" y="1415141"/>
                  <a:pt x="56638" y="1428735"/>
                  <a:pt x="56638" y="1445505"/>
                </a:cubicBezTo>
                <a:cubicBezTo>
                  <a:pt x="56638" y="1462274"/>
                  <a:pt x="43044" y="1475868"/>
                  <a:pt x="26277" y="1475868"/>
                </a:cubicBezTo>
                <a:cubicBezTo>
                  <a:pt x="17892" y="1475868"/>
                  <a:pt x="10301" y="1472470"/>
                  <a:pt x="4807" y="1466975"/>
                </a:cubicBezTo>
                <a:lnTo>
                  <a:pt x="0" y="1455370"/>
                </a:lnTo>
                <a:lnTo>
                  <a:pt x="0" y="1435640"/>
                </a:lnTo>
                <a:lnTo>
                  <a:pt x="4807" y="1424034"/>
                </a:lnTo>
                <a:cubicBezTo>
                  <a:pt x="10301" y="1418540"/>
                  <a:pt x="17892" y="1415141"/>
                  <a:pt x="26277" y="1415141"/>
                </a:cubicBezTo>
                <a:close/>
                <a:moveTo>
                  <a:pt x="1332211" y="1334690"/>
                </a:moveTo>
                <a:cubicBezTo>
                  <a:pt x="1340596" y="1334690"/>
                  <a:pt x="1348186" y="1338088"/>
                  <a:pt x="1353681" y="1343583"/>
                </a:cubicBezTo>
                <a:lnTo>
                  <a:pt x="1356143" y="1349526"/>
                </a:lnTo>
                <a:lnTo>
                  <a:pt x="1331934" y="1381900"/>
                </a:lnTo>
                <a:lnTo>
                  <a:pt x="1321597" y="1393274"/>
                </a:lnTo>
                <a:lnTo>
                  <a:pt x="1320392" y="1393030"/>
                </a:lnTo>
                <a:cubicBezTo>
                  <a:pt x="1309494" y="1388421"/>
                  <a:pt x="1301847" y="1377631"/>
                  <a:pt x="1301847" y="1365053"/>
                </a:cubicBezTo>
                <a:cubicBezTo>
                  <a:pt x="1301847" y="1348284"/>
                  <a:pt x="1315441" y="1334690"/>
                  <a:pt x="1332211" y="1334690"/>
                </a:cubicBezTo>
                <a:close/>
                <a:moveTo>
                  <a:pt x="1259656" y="1334690"/>
                </a:moveTo>
                <a:cubicBezTo>
                  <a:pt x="1276426" y="1334690"/>
                  <a:pt x="1290020" y="1348284"/>
                  <a:pt x="1290020" y="1365053"/>
                </a:cubicBezTo>
                <a:cubicBezTo>
                  <a:pt x="1290020" y="1381823"/>
                  <a:pt x="1276426" y="1395417"/>
                  <a:pt x="1259656" y="1395417"/>
                </a:cubicBezTo>
                <a:cubicBezTo>
                  <a:pt x="1242887" y="1395417"/>
                  <a:pt x="1229293" y="1381823"/>
                  <a:pt x="1229293" y="1365053"/>
                </a:cubicBezTo>
                <a:cubicBezTo>
                  <a:pt x="1229293" y="1348284"/>
                  <a:pt x="1242887" y="1334690"/>
                  <a:pt x="1259656" y="1334690"/>
                </a:cubicBezTo>
                <a:close/>
                <a:moveTo>
                  <a:pt x="1187102" y="1334690"/>
                </a:moveTo>
                <a:cubicBezTo>
                  <a:pt x="1203871" y="1334690"/>
                  <a:pt x="1217465" y="1348284"/>
                  <a:pt x="1217465" y="1365053"/>
                </a:cubicBezTo>
                <a:cubicBezTo>
                  <a:pt x="1217465" y="1381823"/>
                  <a:pt x="1203871" y="1395417"/>
                  <a:pt x="1187102" y="1395417"/>
                </a:cubicBezTo>
                <a:cubicBezTo>
                  <a:pt x="1170332" y="1395417"/>
                  <a:pt x="1156738" y="1381823"/>
                  <a:pt x="1156738" y="1365053"/>
                </a:cubicBezTo>
                <a:cubicBezTo>
                  <a:pt x="1156738" y="1348284"/>
                  <a:pt x="1170332" y="1334690"/>
                  <a:pt x="1187102" y="1334690"/>
                </a:cubicBezTo>
                <a:close/>
                <a:moveTo>
                  <a:pt x="1114547" y="1334690"/>
                </a:moveTo>
                <a:cubicBezTo>
                  <a:pt x="1131317" y="1334690"/>
                  <a:pt x="1144911" y="1348284"/>
                  <a:pt x="1144911" y="1365053"/>
                </a:cubicBezTo>
                <a:cubicBezTo>
                  <a:pt x="1144911" y="1381823"/>
                  <a:pt x="1131317" y="1395417"/>
                  <a:pt x="1114547" y="1395417"/>
                </a:cubicBezTo>
                <a:cubicBezTo>
                  <a:pt x="1097778" y="1395417"/>
                  <a:pt x="1084184" y="1381823"/>
                  <a:pt x="1084184" y="1365053"/>
                </a:cubicBezTo>
                <a:cubicBezTo>
                  <a:pt x="1084184" y="1348284"/>
                  <a:pt x="1097778" y="1334690"/>
                  <a:pt x="1114547" y="1334690"/>
                </a:cubicBezTo>
                <a:close/>
                <a:moveTo>
                  <a:pt x="1041993" y="1334690"/>
                </a:moveTo>
                <a:cubicBezTo>
                  <a:pt x="1058762" y="1334690"/>
                  <a:pt x="1072356" y="1348284"/>
                  <a:pt x="1072356" y="1365053"/>
                </a:cubicBezTo>
                <a:cubicBezTo>
                  <a:pt x="1072356" y="1381823"/>
                  <a:pt x="1058762" y="1395417"/>
                  <a:pt x="1041993" y="1395417"/>
                </a:cubicBezTo>
                <a:cubicBezTo>
                  <a:pt x="1025223" y="1395417"/>
                  <a:pt x="1011629" y="1381823"/>
                  <a:pt x="1011629" y="1365053"/>
                </a:cubicBezTo>
                <a:cubicBezTo>
                  <a:pt x="1011629" y="1348284"/>
                  <a:pt x="1025223" y="1334690"/>
                  <a:pt x="1041993" y="1334690"/>
                </a:cubicBezTo>
                <a:close/>
                <a:moveTo>
                  <a:pt x="969438" y="1334690"/>
                </a:moveTo>
                <a:cubicBezTo>
                  <a:pt x="986208" y="1334690"/>
                  <a:pt x="999801" y="1348284"/>
                  <a:pt x="999801" y="1365053"/>
                </a:cubicBezTo>
                <a:cubicBezTo>
                  <a:pt x="999801" y="1381823"/>
                  <a:pt x="986208" y="1395417"/>
                  <a:pt x="969438" y="1395417"/>
                </a:cubicBezTo>
                <a:cubicBezTo>
                  <a:pt x="952669" y="1395417"/>
                  <a:pt x="939075" y="1381823"/>
                  <a:pt x="939075" y="1365053"/>
                </a:cubicBezTo>
                <a:cubicBezTo>
                  <a:pt x="939075" y="1348284"/>
                  <a:pt x="952669" y="1334690"/>
                  <a:pt x="969438" y="1334690"/>
                </a:cubicBezTo>
                <a:close/>
                <a:moveTo>
                  <a:pt x="896883" y="1334690"/>
                </a:moveTo>
                <a:cubicBezTo>
                  <a:pt x="913653" y="1334690"/>
                  <a:pt x="927247" y="1348284"/>
                  <a:pt x="927247" y="1365053"/>
                </a:cubicBezTo>
                <a:cubicBezTo>
                  <a:pt x="927247" y="1381823"/>
                  <a:pt x="913653" y="1395417"/>
                  <a:pt x="896883" y="1395417"/>
                </a:cubicBezTo>
                <a:cubicBezTo>
                  <a:pt x="880114" y="1395417"/>
                  <a:pt x="866520" y="1381823"/>
                  <a:pt x="866520" y="1365053"/>
                </a:cubicBezTo>
                <a:cubicBezTo>
                  <a:pt x="866520" y="1348284"/>
                  <a:pt x="880114" y="1334690"/>
                  <a:pt x="896883" y="1334690"/>
                </a:cubicBezTo>
                <a:close/>
                <a:moveTo>
                  <a:pt x="824329" y="1334690"/>
                </a:moveTo>
                <a:cubicBezTo>
                  <a:pt x="841098" y="1334690"/>
                  <a:pt x="854692" y="1348284"/>
                  <a:pt x="854692" y="1365053"/>
                </a:cubicBezTo>
                <a:cubicBezTo>
                  <a:pt x="854692" y="1381823"/>
                  <a:pt x="841098" y="1395417"/>
                  <a:pt x="824329" y="1395417"/>
                </a:cubicBezTo>
                <a:cubicBezTo>
                  <a:pt x="807559" y="1395417"/>
                  <a:pt x="793965" y="1381823"/>
                  <a:pt x="793965" y="1365053"/>
                </a:cubicBezTo>
                <a:cubicBezTo>
                  <a:pt x="793965" y="1348284"/>
                  <a:pt x="807559" y="1334690"/>
                  <a:pt x="824329" y="1334690"/>
                </a:cubicBezTo>
                <a:close/>
                <a:moveTo>
                  <a:pt x="751774" y="1334690"/>
                </a:moveTo>
                <a:cubicBezTo>
                  <a:pt x="768544" y="1334690"/>
                  <a:pt x="782138" y="1348284"/>
                  <a:pt x="782138" y="1365053"/>
                </a:cubicBezTo>
                <a:cubicBezTo>
                  <a:pt x="782138" y="1381823"/>
                  <a:pt x="768544" y="1395417"/>
                  <a:pt x="751774" y="1395417"/>
                </a:cubicBezTo>
                <a:cubicBezTo>
                  <a:pt x="735005" y="1395417"/>
                  <a:pt x="721411" y="1381823"/>
                  <a:pt x="721411" y="1365053"/>
                </a:cubicBezTo>
                <a:cubicBezTo>
                  <a:pt x="721411" y="1348284"/>
                  <a:pt x="735005" y="1334690"/>
                  <a:pt x="751774" y="1334690"/>
                </a:cubicBezTo>
                <a:close/>
                <a:moveTo>
                  <a:pt x="679220" y="1334690"/>
                </a:moveTo>
                <a:cubicBezTo>
                  <a:pt x="695989" y="1334690"/>
                  <a:pt x="709583" y="1348284"/>
                  <a:pt x="709583" y="1365053"/>
                </a:cubicBezTo>
                <a:cubicBezTo>
                  <a:pt x="709583" y="1381823"/>
                  <a:pt x="695989" y="1395417"/>
                  <a:pt x="679220" y="1395417"/>
                </a:cubicBezTo>
                <a:cubicBezTo>
                  <a:pt x="662450" y="1395417"/>
                  <a:pt x="648856" y="1381823"/>
                  <a:pt x="648856" y="1365053"/>
                </a:cubicBezTo>
                <a:cubicBezTo>
                  <a:pt x="648856" y="1348284"/>
                  <a:pt x="662450" y="1334690"/>
                  <a:pt x="679220" y="1334690"/>
                </a:cubicBezTo>
                <a:close/>
                <a:moveTo>
                  <a:pt x="606665" y="1334690"/>
                </a:moveTo>
                <a:cubicBezTo>
                  <a:pt x="623435" y="1334690"/>
                  <a:pt x="637029" y="1348284"/>
                  <a:pt x="637029" y="1365053"/>
                </a:cubicBezTo>
                <a:cubicBezTo>
                  <a:pt x="637029" y="1381823"/>
                  <a:pt x="623435" y="1395417"/>
                  <a:pt x="606665" y="1395417"/>
                </a:cubicBezTo>
                <a:cubicBezTo>
                  <a:pt x="589896" y="1395417"/>
                  <a:pt x="576302" y="1381823"/>
                  <a:pt x="576302" y="1365053"/>
                </a:cubicBezTo>
                <a:cubicBezTo>
                  <a:pt x="576302" y="1348284"/>
                  <a:pt x="589896" y="1334690"/>
                  <a:pt x="606665" y="1334690"/>
                </a:cubicBezTo>
                <a:close/>
                <a:moveTo>
                  <a:pt x="534111" y="1334690"/>
                </a:moveTo>
                <a:cubicBezTo>
                  <a:pt x="550880" y="1334690"/>
                  <a:pt x="564474" y="1348284"/>
                  <a:pt x="564474" y="1365053"/>
                </a:cubicBezTo>
                <a:cubicBezTo>
                  <a:pt x="564474" y="1381823"/>
                  <a:pt x="550880" y="1395417"/>
                  <a:pt x="534111" y="1395417"/>
                </a:cubicBezTo>
                <a:cubicBezTo>
                  <a:pt x="517341" y="1395417"/>
                  <a:pt x="503747" y="1381823"/>
                  <a:pt x="503747" y="1365053"/>
                </a:cubicBezTo>
                <a:cubicBezTo>
                  <a:pt x="503747" y="1348284"/>
                  <a:pt x="517341" y="1334690"/>
                  <a:pt x="534111" y="1334690"/>
                </a:cubicBezTo>
                <a:close/>
                <a:moveTo>
                  <a:pt x="461556" y="1334690"/>
                </a:moveTo>
                <a:cubicBezTo>
                  <a:pt x="478326" y="1334690"/>
                  <a:pt x="491920" y="1348284"/>
                  <a:pt x="491920" y="1365053"/>
                </a:cubicBezTo>
                <a:cubicBezTo>
                  <a:pt x="491920" y="1381823"/>
                  <a:pt x="478326" y="1395417"/>
                  <a:pt x="461556" y="1395417"/>
                </a:cubicBezTo>
                <a:cubicBezTo>
                  <a:pt x="444787" y="1395417"/>
                  <a:pt x="431192" y="1381823"/>
                  <a:pt x="431192" y="1365053"/>
                </a:cubicBezTo>
                <a:cubicBezTo>
                  <a:pt x="431192" y="1348284"/>
                  <a:pt x="444787" y="1334690"/>
                  <a:pt x="461556" y="1334690"/>
                </a:cubicBezTo>
                <a:close/>
                <a:moveTo>
                  <a:pt x="389002" y="1334690"/>
                </a:moveTo>
                <a:cubicBezTo>
                  <a:pt x="405771" y="1334690"/>
                  <a:pt x="419365" y="1348284"/>
                  <a:pt x="419365" y="1365053"/>
                </a:cubicBezTo>
                <a:cubicBezTo>
                  <a:pt x="419365" y="1381823"/>
                  <a:pt x="405771" y="1395417"/>
                  <a:pt x="389002" y="1395417"/>
                </a:cubicBezTo>
                <a:cubicBezTo>
                  <a:pt x="372232" y="1395417"/>
                  <a:pt x="358638" y="1381823"/>
                  <a:pt x="358638" y="1365053"/>
                </a:cubicBezTo>
                <a:cubicBezTo>
                  <a:pt x="358638" y="1348284"/>
                  <a:pt x="372232" y="1334690"/>
                  <a:pt x="389002" y="1334690"/>
                </a:cubicBezTo>
                <a:close/>
                <a:moveTo>
                  <a:pt x="316447" y="1334690"/>
                </a:moveTo>
                <a:cubicBezTo>
                  <a:pt x="333216" y="1334690"/>
                  <a:pt x="346810" y="1348284"/>
                  <a:pt x="346810" y="1365053"/>
                </a:cubicBezTo>
                <a:cubicBezTo>
                  <a:pt x="346810" y="1381823"/>
                  <a:pt x="333216" y="1395417"/>
                  <a:pt x="316447" y="1395417"/>
                </a:cubicBezTo>
                <a:cubicBezTo>
                  <a:pt x="299677" y="1395417"/>
                  <a:pt x="286084" y="1381823"/>
                  <a:pt x="286084" y="1365053"/>
                </a:cubicBezTo>
                <a:cubicBezTo>
                  <a:pt x="286084" y="1348284"/>
                  <a:pt x="299677" y="1334690"/>
                  <a:pt x="316447" y="1334690"/>
                </a:cubicBezTo>
                <a:close/>
                <a:moveTo>
                  <a:pt x="243892" y="1334690"/>
                </a:moveTo>
                <a:cubicBezTo>
                  <a:pt x="260662" y="1334690"/>
                  <a:pt x="274256" y="1348284"/>
                  <a:pt x="274256" y="1365053"/>
                </a:cubicBezTo>
                <a:cubicBezTo>
                  <a:pt x="274256" y="1381823"/>
                  <a:pt x="260662" y="1395417"/>
                  <a:pt x="243892" y="1395417"/>
                </a:cubicBezTo>
                <a:cubicBezTo>
                  <a:pt x="227123" y="1395417"/>
                  <a:pt x="213529" y="1381823"/>
                  <a:pt x="213529" y="1365053"/>
                </a:cubicBezTo>
                <a:cubicBezTo>
                  <a:pt x="213529" y="1348284"/>
                  <a:pt x="227123" y="1334690"/>
                  <a:pt x="243892" y="1334690"/>
                </a:cubicBezTo>
                <a:close/>
                <a:moveTo>
                  <a:pt x="171339" y="1334690"/>
                </a:moveTo>
                <a:cubicBezTo>
                  <a:pt x="188107" y="1334690"/>
                  <a:pt x="201701" y="1348284"/>
                  <a:pt x="201701" y="1365053"/>
                </a:cubicBezTo>
                <a:cubicBezTo>
                  <a:pt x="201701" y="1381823"/>
                  <a:pt x="188107" y="1395417"/>
                  <a:pt x="171339" y="1395417"/>
                </a:cubicBezTo>
                <a:cubicBezTo>
                  <a:pt x="154616" y="1395417"/>
                  <a:pt x="141023" y="1381823"/>
                  <a:pt x="141023" y="1365053"/>
                </a:cubicBezTo>
                <a:cubicBezTo>
                  <a:pt x="141023" y="1348284"/>
                  <a:pt x="154616" y="1334690"/>
                  <a:pt x="171339" y="1334690"/>
                </a:cubicBezTo>
                <a:close/>
                <a:moveTo>
                  <a:pt x="98838" y="1334690"/>
                </a:moveTo>
                <a:cubicBezTo>
                  <a:pt x="115605" y="1334690"/>
                  <a:pt x="129198" y="1348284"/>
                  <a:pt x="129198" y="1365053"/>
                </a:cubicBezTo>
                <a:cubicBezTo>
                  <a:pt x="129198" y="1381823"/>
                  <a:pt x="115605" y="1395417"/>
                  <a:pt x="98838" y="1395417"/>
                </a:cubicBezTo>
                <a:cubicBezTo>
                  <a:pt x="82067" y="1395417"/>
                  <a:pt x="68474" y="1381823"/>
                  <a:pt x="68474" y="1365053"/>
                </a:cubicBezTo>
                <a:cubicBezTo>
                  <a:pt x="68474" y="1348284"/>
                  <a:pt x="82067" y="1334690"/>
                  <a:pt x="98838" y="1334690"/>
                </a:cubicBezTo>
                <a:close/>
                <a:moveTo>
                  <a:pt x="26283" y="1334690"/>
                </a:moveTo>
                <a:cubicBezTo>
                  <a:pt x="43051" y="1334690"/>
                  <a:pt x="56645" y="1348284"/>
                  <a:pt x="56645" y="1365053"/>
                </a:cubicBezTo>
                <a:cubicBezTo>
                  <a:pt x="56645" y="1381823"/>
                  <a:pt x="43051" y="1395417"/>
                  <a:pt x="26283" y="1395417"/>
                </a:cubicBezTo>
                <a:cubicBezTo>
                  <a:pt x="17898" y="1395417"/>
                  <a:pt x="10308" y="1392019"/>
                  <a:pt x="4813" y="1386524"/>
                </a:cubicBezTo>
                <a:lnTo>
                  <a:pt x="0" y="1374903"/>
                </a:lnTo>
                <a:lnTo>
                  <a:pt x="0" y="1355203"/>
                </a:lnTo>
                <a:lnTo>
                  <a:pt x="4813" y="1343583"/>
                </a:lnTo>
                <a:cubicBezTo>
                  <a:pt x="10308" y="1338089"/>
                  <a:pt x="17898" y="1334690"/>
                  <a:pt x="26283" y="1334690"/>
                </a:cubicBezTo>
                <a:close/>
                <a:moveTo>
                  <a:pt x="1404765" y="1254238"/>
                </a:moveTo>
                <a:cubicBezTo>
                  <a:pt x="1408957" y="1254238"/>
                  <a:pt x="1412951" y="1255088"/>
                  <a:pt x="1416584" y="1256624"/>
                </a:cubicBezTo>
                <a:lnTo>
                  <a:pt x="1422045" y="1260306"/>
                </a:lnTo>
                <a:lnTo>
                  <a:pt x="1418517" y="1266114"/>
                </a:lnTo>
                <a:lnTo>
                  <a:pt x="1386846" y="1308466"/>
                </a:lnTo>
                <a:lnTo>
                  <a:pt x="1383295" y="1306072"/>
                </a:lnTo>
                <a:cubicBezTo>
                  <a:pt x="1377800" y="1300577"/>
                  <a:pt x="1374402" y="1292986"/>
                  <a:pt x="1374402" y="1284602"/>
                </a:cubicBezTo>
                <a:cubicBezTo>
                  <a:pt x="1374402" y="1267832"/>
                  <a:pt x="1387996" y="1254238"/>
                  <a:pt x="1404765" y="1254238"/>
                </a:cubicBezTo>
                <a:close/>
                <a:moveTo>
                  <a:pt x="1332211" y="1254238"/>
                </a:moveTo>
                <a:cubicBezTo>
                  <a:pt x="1348980" y="1254238"/>
                  <a:pt x="1362574" y="1267832"/>
                  <a:pt x="1362574" y="1284602"/>
                </a:cubicBezTo>
                <a:cubicBezTo>
                  <a:pt x="1362574" y="1301371"/>
                  <a:pt x="1348980" y="1314965"/>
                  <a:pt x="1332211" y="1314965"/>
                </a:cubicBezTo>
                <a:cubicBezTo>
                  <a:pt x="1315441" y="1314965"/>
                  <a:pt x="1301847" y="1301371"/>
                  <a:pt x="1301847" y="1284602"/>
                </a:cubicBezTo>
                <a:cubicBezTo>
                  <a:pt x="1301847" y="1267832"/>
                  <a:pt x="1315441" y="1254238"/>
                  <a:pt x="1332211" y="1254238"/>
                </a:cubicBezTo>
                <a:close/>
                <a:moveTo>
                  <a:pt x="1259656" y="1254238"/>
                </a:moveTo>
                <a:cubicBezTo>
                  <a:pt x="1276426" y="1254238"/>
                  <a:pt x="1290020" y="1267832"/>
                  <a:pt x="1290020" y="1284602"/>
                </a:cubicBezTo>
                <a:cubicBezTo>
                  <a:pt x="1290020" y="1301371"/>
                  <a:pt x="1276426" y="1314965"/>
                  <a:pt x="1259656" y="1314965"/>
                </a:cubicBezTo>
                <a:cubicBezTo>
                  <a:pt x="1242887" y="1314965"/>
                  <a:pt x="1229293" y="1301371"/>
                  <a:pt x="1229293" y="1284602"/>
                </a:cubicBezTo>
                <a:cubicBezTo>
                  <a:pt x="1229293" y="1267832"/>
                  <a:pt x="1242887" y="1254238"/>
                  <a:pt x="1259656" y="1254238"/>
                </a:cubicBezTo>
                <a:close/>
                <a:moveTo>
                  <a:pt x="1187102" y="1254238"/>
                </a:moveTo>
                <a:cubicBezTo>
                  <a:pt x="1203871" y="1254238"/>
                  <a:pt x="1217465" y="1267832"/>
                  <a:pt x="1217465" y="1284602"/>
                </a:cubicBezTo>
                <a:cubicBezTo>
                  <a:pt x="1217465" y="1301371"/>
                  <a:pt x="1203871" y="1314965"/>
                  <a:pt x="1187102" y="1314965"/>
                </a:cubicBezTo>
                <a:cubicBezTo>
                  <a:pt x="1170332" y="1314965"/>
                  <a:pt x="1156738" y="1301371"/>
                  <a:pt x="1156738" y="1284602"/>
                </a:cubicBezTo>
                <a:cubicBezTo>
                  <a:pt x="1156738" y="1267832"/>
                  <a:pt x="1170332" y="1254238"/>
                  <a:pt x="1187102" y="1254238"/>
                </a:cubicBezTo>
                <a:close/>
                <a:moveTo>
                  <a:pt x="1114547" y="1254238"/>
                </a:moveTo>
                <a:cubicBezTo>
                  <a:pt x="1131317" y="1254238"/>
                  <a:pt x="1144911" y="1267832"/>
                  <a:pt x="1144911" y="1284602"/>
                </a:cubicBezTo>
                <a:cubicBezTo>
                  <a:pt x="1144911" y="1301371"/>
                  <a:pt x="1131317" y="1314965"/>
                  <a:pt x="1114547" y="1314965"/>
                </a:cubicBezTo>
                <a:cubicBezTo>
                  <a:pt x="1097778" y="1314965"/>
                  <a:pt x="1084184" y="1301371"/>
                  <a:pt x="1084184" y="1284602"/>
                </a:cubicBezTo>
                <a:cubicBezTo>
                  <a:pt x="1084184" y="1267832"/>
                  <a:pt x="1097778" y="1254238"/>
                  <a:pt x="1114547" y="1254238"/>
                </a:cubicBezTo>
                <a:close/>
                <a:moveTo>
                  <a:pt x="1041993" y="1254238"/>
                </a:moveTo>
                <a:cubicBezTo>
                  <a:pt x="1058762" y="1254238"/>
                  <a:pt x="1072356" y="1267832"/>
                  <a:pt x="1072356" y="1284602"/>
                </a:cubicBezTo>
                <a:cubicBezTo>
                  <a:pt x="1072356" y="1301371"/>
                  <a:pt x="1058762" y="1314965"/>
                  <a:pt x="1041993" y="1314965"/>
                </a:cubicBezTo>
                <a:cubicBezTo>
                  <a:pt x="1025223" y="1314965"/>
                  <a:pt x="1011629" y="1301371"/>
                  <a:pt x="1011629" y="1284602"/>
                </a:cubicBezTo>
                <a:cubicBezTo>
                  <a:pt x="1011629" y="1267832"/>
                  <a:pt x="1025223" y="1254238"/>
                  <a:pt x="1041993" y="1254238"/>
                </a:cubicBezTo>
                <a:close/>
                <a:moveTo>
                  <a:pt x="969438" y="1254238"/>
                </a:moveTo>
                <a:cubicBezTo>
                  <a:pt x="986208" y="1254238"/>
                  <a:pt x="999801" y="1267832"/>
                  <a:pt x="999801" y="1284602"/>
                </a:cubicBezTo>
                <a:cubicBezTo>
                  <a:pt x="999801" y="1301371"/>
                  <a:pt x="986208" y="1314965"/>
                  <a:pt x="969438" y="1314965"/>
                </a:cubicBezTo>
                <a:cubicBezTo>
                  <a:pt x="952669" y="1314965"/>
                  <a:pt x="939075" y="1301371"/>
                  <a:pt x="939075" y="1284602"/>
                </a:cubicBezTo>
                <a:cubicBezTo>
                  <a:pt x="939075" y="1267832"/>
                  <a:pt x="952669" y="1254238"/>
                  <a:pt x="969438" y="1254238"/>
                </a:cubicBezTo>
                <a:close/>
                <a:moveTo>
                  <a:pt x="896883" y="1254238"/>
                </a:moveTo>
                <a:cubicBezTo>
                  <a:pt x="913653" y="1254238"/>
                  <a:pt x="927247" y="1267832"/>
                  <a:pt x="927247" y="1284602"/>
                </a:cubicBezTo>
                <a:cubicBezTo>
                  <a:pt x="927247" y="1301371"/>
                  <a:pt x="913653" y="1314965"/>
                  <a:pt x="896883" y="1314965"/>
                </a:cubicBezTo>
                <a:cubicBezTo>
                  <a:pt x="880114" y="1314965"/>
                  <a:pt x="866520" y="1301371"/>
                  <a:pt x="866520" y="1284602"/>
                </a:cubicBezTo>
                <a:cubicBezTo>
                  <a:pt x="866520" y="1267832"/>
                  <a:pt x="880114" y="1254238"/>
                  <a:pt x="896883" y="1254238"/>
                </a:cubicBezTo>
                <a:close/>
                <a:moveTo>
                  <a:pt x="824329" y="1254238"/>
                </a:moveTo>
                <a:cubicBezTo>
                  <a:pt x="841098" y="1254238"/>
                  <a:pt x="854692" y="1267832"/>
                  <a:pt x="854692" y="1284602"/>
                </a:cubicBezTo>
                <a:cubicBezTo>
                  <a:pt x="854692" y="1301371"/>
                  <a:pt x="841098" y="1314965"/>
                  <a:pt x="824329" y="1314965"/>
                </a:cubicBezTo>
                <a:cubicBezTo>
                  <a:pt x="807559" y="1314965"/>
                  <a:pt x="793965" y="1301371"/>
                  <a:pt x="793965" y="1284602"/>
                </a:cubicBezTo>
                <a:cubicBezTo>
                  <a:pt x="793965" y="1267832"/>
                  <a:pt x="807559" y="1254238"/>
                  <a:pt x="824329" y="1254238"/>
                </a:cubicBezTo>
                <a:close/>
                <a:moveTo>
                  <a:pt x="751774" y="1254238"/>
                </a:moveTo>
                <a:cubicBezTo>
                  <a:pt x="768544" y="1254238"/>
                  <a:pt x="782138" y="1267832"/>
                  <a:pt x="782138" y="1284602"/>
                </a:cubicBezTo>
                <a:cubicBezTo>
                  <a:pt x="782138" y="1301371"/>
                  <a:pt x="768544" y="1314965"/>
                  <a:pt x="751774" y="1314965"/>
                </a:cubicBezTo>
                <a:cubicBezTo>
                  <a:pt x="735005" y="1314965"/>
                  <a:pt x="721411" y="1301371"/>
                  <a:pt x="721411" y="1284602"/>
                </a:cubicBezTo>
                <a:cubicBezTo>
                  <a:pt x="721411" y="1267832"/>
                  <a:pt x="735005" y="1254238"/>
                  <a:pt x="751774" y="1254238"/>
                </a:cubicBezTo>
                <a:close/>
                <a:moveTo>
                  <a:pt x="679220" y="1254238"/>
                </a:moveTo>
                <a:cubicBezTo>
                  <a:pt x="695989" y="1254238"/>
                  <a:pt x="709583" y="1267832"/>
                  <a:pt x="709583" y="1284602"/>
                </a:cubicBezTo>
                <a:cubicBezTo>
                  <a:pt x="709583" y="1301371"/>
                  <a:pt x="695989" y="1314965"/>
                  <a:pt x="679220" y="1314965"/>
                </a:cubicBezTo>
                <a:cubicBezTo>
                  <a:pt x="662450" y="1314965"/>
                  <a:pt x="648856" y="1301371"/>
                  <a:pt x="648856" y="1284602"/>
                </a:cubicBezTo>
                <a:cubicBezTo>
                  <a:pt x="648856" y="1267832"/>
                  <a:pt x="662450" y="1254238"/>
                  <a:pt x="679220" y="1254238"/>
                </a:cubicBezTo>
                <a:close/>
                <a:moveTo>
                  <a:pt x="606665" y="1254238"/>
                </a:moveTo>
                <a:cubicBezTo>
                  <a:pt x="623435" y="1254238"/>
                  <a:pt x="637029" y="1267832"/>
                  <a:pt x="637029" y="1284602"/>
                </a:cubicBezTo>
                <a:cubicBezTo>
                  <a:pt x="637029" y="1301371"/>
                  <a:pt x="623435" y="1314965"/>
                  <a:pt x="606665" y="1314965"/>
                </a:cubicBezTo>
                <a:cubicBezTo>
                  <a:pt x="589896" y="1314965"/>
                  <a:pt x="576302" y="1301371"/>
                  <a:pt x="576302" y="1284602"/>
                </a:cubicBezTo>
                <a:cubicBezTo>
                  <a:pt x="576302" y="1267832"/>
                  <a:pt x="589896" y="1254238"/>
                  <a:pt x="606665" y="1254238"/>
                </a:cubicBezTo>
                <a:close/>
                <a:moveTo>
                  <a:pt x="534111" y="1254238"/>
                </a:moveTo>
                <a:cubicBezTo>
                  <a:pt x="550880" y="1254238"/>
                  <a:pt x="564474" y="1267832"/>
                  <a:pt x="564474" y="1284602"/>
                </a:cubicBezTo>
                <a:cubicBezTo>
                  <a:pt x="564474" y="1301371"/>
                  <a:pt x="550880" y="1314965"/>
                  <a:pt x="534111" y="1314965"/>
                </a:cubicBezTo>
                <a:cubicBezTo>
                  <a:pt x="517341" y="1314965"/>
                  <a:pt x="503747" y="1301371"/>
                  <a:pt x="503747" y="1284602"/>
                </a:cubicBezTo>
                <a:cubicBezTo>
                  <a:pt x="503747" y="1267832"/>
                  <a:pt x="517341" y="1254238"/>
                  <a:pt x="534111" y="1254238"/>
                </a:cubicBezTo>
                <a:close/>
                <a:moveTo>
                  <a:pt x="461556" y="1254238"/>
                </a:moveTo>
                <a:cubicBezTo>
                  <a:pt x="478326" y="1254238"/>
                  <a:pt x="491920" y="1267832"/>
                  <a:pt x="491920" y="1284602"/>
                </a:cubicBezTo>
                <a:cubicBezTo>
                  <a:pt x="491920" y="1301371"/>
                  <a:pt x="478326" y="1314965"/>
                  <a:pt x="461556" y="1314965"/>
                </a:cubicBezTo>
                <a:cubicBezTo>
                  <a:pt x="444787" y="1314965"/>
                  <a:pt x="431192" y="1301371"/>
                  <a:pt x="431192" y="1284602"/>
                </a:cubicBezTo>
                <a:cubicBezTo>
                  <a:pt x="431192" y="1267832"/>
                  <a:pt x="444787" y="1254238"/>
                  <a:pt x="461556" y="1254238"/>
                </a:cubicBezTo>
                <a:close/>
                <a:moveTo>
                  <a:pt x="389002" y="1254238"/>
                </a:moveTo>
                <a:cubicBezTo>
                  <a:pt x="405771" y="1254238"/>
                  <a:pt x="419365" y="1267832"/>
                  <a:pt x="419365" y="1284602"/>
                </a:cubicBezTo>
                <a:cubicBezTo>
                  <a:pt x="419365" y="1301371"/>
                  <a:pt x="405771" y="1314965"/>
                  <a:pt x="389002" y="1314965"/>
                </a:cubicBezTo>
                <a:cubicBezTo>
                  <a:pt x="372232" y="1314965"/>
                  <a:pt x="358638" y="1301371"/>
                  <a:pt x="358638" y="1284602"/>
                </a:cubicBezTo>
                <a:cubicBezTo>
                  <a:pt x="358638" y="1267832"/>
                  <a:pt x="372232" y="1254238"/>
                  <a:pt x="389002" y="1254238"/>
                </a:cubicBezTo>
                <a:close/>
                <a:moveTo>
                  <a:pt x="316447" y="1254238"/>
                </a:moveTo>
                <a:cubicBezTo>
                  <a:pt x="333216" y="1254238"/>
                  <a:pt x="346810" y="1267832"/>
                  <a:pt x="346810" y="1284602"/>
                </a:cubicBezTo>
                <a:cubicBezTo>
                  <a:pt x="346810" y="1301371"/>
                  <a:pt x="333216" y="1314965"/>
                  <a:pt x="316447" y="1314965"/>
                </a:cubicBezTo>
                <a:cubicBezTo>
                  <a:pt x="299677" y="1314965"/>
                  <a:pt x="286084" y="1301371"/>
                  <a:pt x="286084" y="1284602"/>
                </a:cubicBezTo>
                <a:cubicBezTo>
                  <a:pt x="286084" y="1267832"/>
                  <a:pt x="299677" y="1254238"/>
                  <a:pt x="316447" y="1254238"/>
                </a:cubicBezTo>
                <a:close/>
                <a:moveTo>
                  <a:pt x="243892" y="1254238"/>
                </a:moveTo>
                <a:cubicBezTo>
                  <a:pt x="260662" y="1254238"/>
                  <a:pt x="274256" y="1267832"/>
                  <a:pt x="274256" y="1284602"/>
                </a:cubicBezTo>
                <a:cubicBezTo>
                  <a:pt x="274256" y="1301371"/>
                  <a:pt x="260662" y="1314965"/>
                  <a:pt x="243892" y="1314965"/>
                </a:cubicBezTo>
                <a:cubicBezTo>
                  <a:pt x="227123" y="1314965"/>
                  <a:pt x="213529" y="1301371"/>
                  <a:pt x="213529" y="1284602"/>
                </a:cubicBezTo>
                <a:cubicBezTo>
                  <a:pt x="213529" y="1267832"/>
                  <a:pt x="227123" y="1254238"/>
                  <a:pt x="243892" y="1254238"/>
                </a:cubicBezTo>
                <a:close/>
                <a:moveTo>
                  <a:pt x="171339" y="1254238"/>
                </a:moveTo>
                <a:cubicBezTo>
                  <a:pt x="188107" y="1254238"/>
                  <a:pt x="201701" y="1267832"/>
                  <a:pt x="201701" y="1284602"/>
                </a:cubicBezTo>
                <a:cubicBezTo>
                  <a:pt x="201701" y="1301371"/>
                  <a:pt x="188107" y="1314965"/>
                  <a:pt x="171339" y="1314965"/>
                </a:cubicBezTo>
                <a:cubicBezTo>
                  <a:pt x="154622" y="1314965"/>
                  <a:pt x="141029" y="1301371"/>
                  <a:pt x="141029" y="1284602"/>
                </a:cubicBezTo>
                <a:cubicBezTo>
                  <a:pt x="141029" y="1267832"/>
                  <a:pt x="154622" y="1254238"/>
                  <a:pt x="171339" y="1254238"/>
                </a:cubicBezTo>
                <a:close/>
                <a:moveTo>
                  <a:pt x="98845" y="1254238"/>
                </a:moveTo>
                <a:cubicBezTo>
                  <a:pt x="115610" y="1254238"/>
                  <a:pt x="129204" y="1267832"/>
                  <a:pt x="129204" y="1284602"/>
                </a:cubicBezTo>
                <a:cubicBezTo>
                  <a:pt x="129204" y="1301371"/>
                  <a:pt x="115610" y="1314965"/>
                  <a:pt x="98845" y="1314965"/>
                </a:cubicBezTo>
                <a:cubicBezTo>
                  <a:pt x="82074" y="1314965"/>
                  <a:pt x="68480" y="1301371"/>
                  <a:pt x="68480" y="1284602"/>
                </a:cubicBezTo>
                <a:cubicBezTo>
                  <a:pt x="68480" y="1267832"/>
                  <a:pt x="82074" y="1254238"/>
                  <a:pt x="98845" y="1254238"/>
                </a:cubicBezTo>
                <a:close/>
                <a:moveTo>
                  <a:pt x="26290" y="1254238"/>
                </a:moveTo>
                <a:cubicBezTo>
                  <a:pt x="43057" y="1254238"/>
                  <a:pt x="56651" y="1267832"/>
                  <a:pt x="56651" y="1284602"/>
                </a:cubicBezTo>
                <a:cubicBezTo>
                  <a:pt x="56651" y="1301371"/>
                  <a:pt x="43057" y="1314965"/>
                  <a:pt x="26290" y="1314965"/>
                </a:cubicBezTo>
                <a:cubicBezTo>
                  <a:pt x="17905" y="1314965"/>
                  <a:pt x="10314" y="1311567"/>
                  <a:pt x="4819" y="1306072"/>
                </a:cubicBezTo>
                <a:lnTo>
                  <a:pt x="0" y="1294437"/>
                </a:lnTo>
                <a:lnTo>
                  <a:pt x="0" y="1274766"/>
                </a:lnTo>
                <a:lnTo>
                  <a:pt x="4819" y="1263131"/>
                </a:lnTo>
                <a:cubicBezTo>
                  <a:pt x="10314" y="1257637"/>
                  <a:pt x="17905" y="1254238"/>
                  <a:pt x="26290" y="1254238"/>
                </a:cubicBezTo>
                <a:close/>
                <a:moveTo>
                  <a:pt x="1474228" y="1174410"/>
                </a:moveTo>
                <a:lnTo>
                  <a:pt x="1450688" y="1213159"/>
                </a:lnTo>
                <a:lnTo>
                  <a:pt x="1446956" y="1204150"/>
                </a:lnTo>
                <a:cubicBezTo>
                  <a:pt x="1446956" y="1191573"/>
                  <a:pt x="1454603" y="1180782"/>
                  <a:pt x="1465501" y="1176173"/>
                </a:cubicBezTo>
                <a:close/>
                <a:moveTo>
                  <a:pt x="1404765" y="1173786"/>
                </a:moveTo>
                <a:cubicBezTo>
                  <a:pt x="1421535" y="1173786"/>
                  <a:pt x="1435129" y="1187380"/>
                  <a:pt x="1435129" y="1204150"/>
                </a:cubicBezTo>
                <a:cubicBezTo>
                  <a:pt x="1435129" y="1220919"/>
                  <a:pt x="1421535" y="1234513"/>
                  <a:pt x="1404765" y="1234513"/>
                </a:cubicBezTo>
                <a:cubicBezTo>
                  <a:pt x="1387996" y="1234513"/>
                  <a:pt x="1374402" y="1220919"/>
                  <a:pt x="1374402" y="1204150"/>
                </a:cubicBezTo>
                <a:cubicBezTo>
                  <a:pt x="1374402" y="1187380"/>
                  <a:pt x="1387996" y="1173786"/>
                  <a:pt x="1404765" y="1173786"/>
                </a:cubicBezTo>
                <a:close/>
                <a:moveTo>
                  <a:pt x="1332211" y="1173786"/>
                </a:moveTo>
                <a:cubicBezTo>
                  <a:pt x="1348980" y="1173786"/>
                  <a:pt x="1362574" y="1187380"/>
                  <a:pt x="1362574" y="1204150"/>
                </a:cubicBezTo>
                <a:cubicBezTo>
                  <a:pt x="1362574" y="1220919"/>
                  <a:pt x="1348980" y="1234513"/>
                  <a:pt x="1332211" y="1234513"/>
                </a:cubicBezTo>
                <a:cubicBezTo>
                  <a:pt x="1315441" y="1234513"/>
                  <a:pt x="1301847" y="1220919"/>
                  <a:pt x="1301847" y="1204150"/>
                </a:cubicBezTo>
                <a:cubicBezTo>
                  <a:pt x="1301847" y="1187380"/>
                  <a:pt x="1315441" y="1173786"/>
                  <a:pt x="1332211" y="1173786"/>
                </a:cubicBezTo>
                <a:close/>
                <a:moveTo>
                  <a:pt x="1259656" y="1173786"/>
                </a:moveTo>
                <a:cubicBezTo>
                  <a:pt x="1276426" y="1173786"/>
                  <a:pt x="1290020" y="1187380"/>
                  <a:pt x="1290020" y="1204150"/>
                </a:cubicBezTo>
                <a:cubicBezTo>
                  <a:pt x="1290020" y="1220919"/>
                  <a:pt x="1276426" y="1234513"/>
                  <a:pt x="1259656" y="1234513"/>
                </a:cubicBezTo>
                <a:cubicBezTo>
                  <a:pt x="1242887" y="1234513"/>
                  <a:pt x="1229293" y="1220919"/>
                  <a:pt x="1229293" y="1204150"/>
                </a:cubicBezTo>
                <a:cubicBezTo>
                  <a:pt x="1229293" y="1187380"/>
                  <a:pt x="1242887" y="1173786"/>
                  <a:pt x="1259656" y="1173786"/>
                </a:cubicBezTo>
                <a:close/>
                <a:moveTo>
                  <a:pt x="1187102" y="1173786"/>
                </a:moveTo>
                <a:cubicBezTo>
                  <a:pt x="1203871" y="1173786"/>
                  <a:pt x="1217465" y="1187380"/>
                  <a:pt x="1217465" y="1204150"/>
                </a:cubicBezTo>
                <a:cubicBezTo>
                  <a:pt x="1217465" y="1220919"/>
                  <a:pt x="1203871" y="1234513"/>
                  <a:pt x="1187102" y="1234513"/>
                </a:cubicBezTo>
                <a:cubicBezTo>
                  <a:pt x="1170332" y="1234513"/>
                  <a:pt x="1156738" y="1220919"/>
                  <a:pt x="1156738" y="1204150"/>
                </a:cubicBezTo>
                <a:cubicBezTo>
                  <a:pt x="1156738" y="1187380"/>
                  <a:pt x="1170332" y="1173786"/>
                  <a:pt x="1187102" y="1173786"/>
                </a:cubicBezTo>
                <a:close/>
                <a:moveTo>
                  <a:pt x="1114547" y="1173786"/>
                </a:moveTo>
                <a:cubicBezTo>
                  <a:pt x="1131317" y="1173786"/>
                  <a:pt x="1144911" y="1187380"/>
                  <a:pt x="1144911" y="1204150"/>
                </a:cubicBezTo>
                <a:cubicBezTo>
                  <a:pt x="1144911" y="1220919"/>
                  <a:pt x="1131317" y="1234513"/>
                  <a:pt x="1114547" y="1234513"/>
                </a:cubicBezTo>
                <a:cubicBezTo>
                  <a:pt x="1097778" y="1234513"/>
                  <a:pt x="1084184" y="1220919"/>
                  <a:pt x="1084184" y="1204150"/>
                </a:cubicBezTo>
                <a:cubicBezTo>
                  <a:pt x="1084184" y="1187380"/>
                  <a:pt x="1097778" y="1173786"/>
                  <a:pt x="1114547" y="1173786"/>
                </a:cubicBezTo>
                <a:close/>
                <a:moveTo>
                  <a:pt x="1041993" y="1173786"/>
                </a:moveTo>
                <a:cubicBezTo>
                  <a:pt x="1058762" y="1173786"/>
                  <a:pt x="1072356" y="1187380"/>
                  <a:pt x="1072356" y="1204150"/>
                </a:cubicBezTo>
                <a:cubicBezTo>
                  <a:pt x="1072356" y="1220919"/>
                  <a:pt x="1058762" y="1234513"/>
                  <a:pt x="1041993" y="1234513"/>
                </a:cubicBezTo>
                <a:cubicBezTo>
                  <a:pt x="1025223" y="1234513"/>
                  <a:pt x="1011629" y="1220919"/>
                  <a:pt x="1011629" y="1204150"/>
                </a:cubicBezTo>
                <a:cubicBezTo>
                  <a:pt x="1011629" y="1187380"/>
                  <a:pt x="1025223" y="1173786"/>
                  <a:pt x="1041993" y="1173786"/>
                </a:cubicBezTo>
                <a:close/>
                <a:moveTo>
                  <a:pt x="969438" y="1173786"/>
                </a:moveTo>
                <a:cubicBezTo>
                  <a:pt x="986208" y="1173786"/>
                  <a:pt x="999801" y="1187380"/>
                  <a:pt x="999801" y="1204150"/>
                </a:cubicBezTo>
                <a:cubicBezTo>
                  <a:pt x="999801" y="1220919"/>
                  <a:pt x="986208" y="1234513"/>
                  <a:pt x="969438" y="1234513"/>
                </a:cubicBezTo>
                <a:cubicBezTo>
                  <a:pt x="952669" y="1234513"/>
                  <a:pt x="939075" y="1220919"/>
                  <a:pt x="939075" y="1204150"/>
                </a:cubicBezTo>
                <a:cubicBezTo>
                  <a:pt x="939075" y="1187380"/>
                  <a:pt x="952669" y="1173786"/>
                  <a:pt x="969438" y="1173786"/>
                </a:cubicBezTo>
                <a:close/>
                <a:moveTo>
                  <a:pt x="896883" y="1173786"/>
                </a:moveTo>
                <a:cubicBezTo>
                  <a:pt x="913653" y="1173786"/>
                  <a:pt x="927247" y="1187380"/>
                  <a:pt x="927247" y="1204150"/>
                </a:cubicBezTo>
                <a:cubicBezTo>
                  <a:pt x="927247" y="1220919"/>
                  <a:pt x="913653" y="1234513"/>
                  <a:pt x="896883" y="1234513"/>
                </a:cubicBezTo>
                <a:cubicBezTo>
                  <a:pt x="880114" y="1234513"/>
                  <a:pt x="866520" y="1220919"/>
                  <a:pt x="866520" y="1204150"/>
                </a:cubicBezTo>
                <a:cubicBezTo>
                  <a:pt x="866520" y="1187380"/>
                  <a:pt x="880114" y="1173786"/>
                  <a:pt x="896883" y="1173786"/>
                </a:cubicBezTo>
                <a:close/>
                <a:moveTo>
                  <a:pt x="824329" y="1173786"/>
                </a:moveTo>
                <a:cubicBezTo>
                  <a:pt x="841098" y="1173786"/>
                  <a:pt x="854692" y="1187380"/>
                  <a:pt x="854692" y="1204150"/>
                </a:cubicBezTo>
                <a:cubicBezTo>
                  <a:pt x="854692" y="1220919"/>
                  <a:pt x="841098" y="1234513"/>
                  <a:pt x="824329" y="1234513"/>
                </a:cubicBezTo>
                <a:cubicBezTo>
                  <a:pt x="807559" y="1234513"/>
                  <a:pt x="793965" y="1220919"/>
                  <a:pt x="793965" y="1204150"/>
                </a:cubicBezTo>
                <a:cubicBezTo>
                  <a:pt x="793965" y="1187380"/>
                  <a:pt x="807559" y="1173786"/>
                  <a:pt x="824329" y="1173786"/>
                </a:cubicBezTo>
                <a:close/>
                <a:moveTo>
                  <a:pt x="751774" y="1173786"/>
                </a:moveTo>
                <a:cubicBezTo>
                  <a:pt x="768544" y="1173786"/>
                  <a:pt x="782138" y="1187380"/>
                  <a:pt x="782138" y="1204150"/>
                </a:cubicBezTo>
                <a:cubicBezTo>
                  <a:pt x="782138" y="1220919"/>
                  <a:pt x="768544" y="1234513"/>
                  <a:pt x="751774" y="1234513"/>
                </a:cubicBezTo>
                <a:cubicBezTo>
                  <a:pt x="735005" y="1234513"/>
                  <a:pt x="721411" y="1220919"/>
                  <a:pt x="721411" y="1204150"/>
                </a:cubicBezTo>
                <a:cubicBezTo>
                  <a:pt x="721411" y="1187380"/>
                  <a:pt x="735005" y="1173786"/>
                  <a:pt x="751774" y="1173786"/>
                </a:cubicBezTo>
                <a:close/>
                <a:moveTo>
                  <a:pt x="679220" y="1173786"/>
                </a:moveTo>
                <a:cubicBezTo>
                  <a:pt x="695989" y="1173786"/>
                  <a:pt x="709583" y="1187380"/>
                  <a:pt x="709583" y="1204150"/>
                </a:cubicBezTo>
                <a:cubicBezTo>
                  <a:pt x="709583" y="1220919"/>
                  <a:pt x="695989" y="1234513"/>
                  <a:pt x="679220" y="1234513"/>
                </a:cubicBezTo>
                <a:cubicBezTo>
                  <a:pt x="662450" y="1234513"/>
                  <a:pt x="648856" y="1220919"/>
                  <a:pt x="648856" y="1204150"/>
                </a:cubicBezTo>
                <a:cubicBezTo>
                  <a:pt x="648856" y="1187380"/>
                  <a:pt x="662450" y="1173786"/>
                  <a:pt x="679220" y="1173786"/>
                </a:cubicBezTo>
                <a:close/>
                <a:moveTo>
                  <a:pt x="606665" y="1173786"/>
                </a:moveTo>
                <a:cubicBezTo>
                  <a:pt x="623435" y="1173786"/>
                  <a:pt x="637029" y="1187380"/>
                  <a:pt x="637029" y="1204150"/>
                </a:cubicBezTo>
                <a:cubicBezTo>
                  <a:pt x="637029" y="1220919"/>
                  <a:pt x="623435" y="1234513"/>
                  <a:pt x="606665" y="1234513"/>
                </a:cubicBezTo>
                <a:cubicBezTo>
                  <a:pt x="589896" y="1234513"/>
                  <a:pt x="576302" y="1220919"/>
                  <a:pt x="576302" y="1204150"/>
                </a:cubicBezTo>
                <a:cubicBezTo>
                  <a:pt x="576302" y="1187380"/>
                  <a:pt x="589896" y="1173786"/>
                  <a:pt x="606665" y="1173786"/>
                </a:cubicBezTo>
                <a:close/>
                <a:moveTo>
                  <a:pt x="534111" y="1173786"/>
                </a:moveTo>
                <a:cubicBezTo>
                  <a:pt x="550880" y="1173786"/>
                  <a:pt x="564474" y="1187380"/>
                  <a:pt x="564474" y="1204150"/>
                </a:cubicBezTo>
                <a:cubicBezTo>
                  <a:pt x="564474" y="1220919"/>
                  <a:pt x="550880" y="1234513"/>
                  <a:pt x="534111" y="1234513"/>
                </a:cubicBezTo>
                <a:cubicBezTo>
                  <a:pt x="517341" y="1234513"/>
                  <a:pt x="503747" y="1220919"/>
                  <a:pt x="503747" y="1204150"/>
                </a:cubicBezTo>
                <a:cubicBezTo>
                  <a:pt x="503747" y="1187380"/>
                  <a:pt x="517341" y="1173786"/>
                  <a:pt x="534111" y="1173786"/>
                </a:cubicBezTo>
                <a:close/>
                <a:moveTo>
                  <a:pt x="461556" y="1173786"/>
                </a:moveTo>
                <a:cubicBezTo>
                  <a:pt x="478326" y="1173786"/>
                  <a:pt x="491920" y="1187380"/>
                  <a:pt x="491920" y="1204150"/>
                </a:cubicBezTo>
                <a:cubicBezTo>
                  <a:pt x="491920" y="1220919"/>
                  <a:pt x="478326" y="1234513"/>
                  <a:pt x="461556" y="1234513"/>
                </a:cubicBezTo>
                <a:cubicBezTo>
                  <a:pt x="444787" y="1234513"/>
                  <a:pt x="431192" y="1220919"/>
                  <a:pt x="431192" y="1204150"/>
                </a:cubicBezTo>
                <a:cubicBezTo>
                  <a:pt x="431192" y="1187380"/>
                  <a:pt x="444787" y="1173786"/>
                  <a:pt x="461556" y="1173786"/>
                </a:cubicBezTo>
                <a:close/>
                <a:moveTo>
                  <a:pt x="389002" y="1173786"/>
                </a:moveTo>
                <a:cubicBezTo>
                  <a:pt x="405771" y="1173786"/>
                  <a:pt x="419365" y="1187380"/>
                  <a:pt x="419365" y="1204150"/>
                </a:cubicBezTo>
                <a:cubicBezTo>
                  <a:pt x="419365" y="1220919"/>
                  <a:pt x="405771" y="1234513"/>
                  <a:pt x="389002" y="1234513"/>
                </a:cubicBezTo>
                <a:cubicBezTo>
                  <a:pt x="372232" y="1234513"/>
                  <a:pt x="358638" y="1220919"/>
                  <a:pt x="358638" y="1204150"/>
                </a:cubicBezTo>
                <a:cubicBezTo>
                  <a:pt x="358638" y="1187380"/>
                  <a:pt x="372232" y="1173786"/>
                  <a:pt x="389002" y="1173786"/>
                </a:cubicBezTo>
                <a:close/>
                <a:moveTo>
                  <a:pt x="316447" y="1173786"/>
                </a:moveTo>
                <a:cubicBezTo>
                  <a:pt x="333216" y="1173786"/>
                  <a:pt x="346810" y="1187380"/>
                  <a:pt x="346810" y="1204150"/>
                </a:cubicBezTo>
                <a:cubicBezTo>
                  <a:pt x="346810" y="1220919"/>
                  <a:pt x="333216" y="1234513"/>
                  <a:pt x="316447" y="1234513"/>
                </a:cubicBezTo>
                <a:cubicBezTo>
                  <a:pt x="299677" y="1234513"/>
                  <a:pt x="286084" y="1220919"/>
                  <a:pt x="286084" y="1204150"/>
                </a:cubicBezTo>
                <a:cubicBezTo>
                  <a:pt x="286084" y="1187380"/>
                  <a:pt x="299677" y="1173786"/>
                  <a:pt x="316447" y="1173786"/>
                </a:cubicBezTo>
                <a:close/>
                <a:moveTo>
                  <a:pt x="243892" y="1173786"/>
                </a:moveTo>
                <a:cubicBezTo>
                  <a:pt x="260662" y="1173786"/>
                  <a:pt x="274256" y="1187380"/>
                  <a:pt x="274256" y="1204150"/>
                </a:cubicBezTo>
                <a:cubicBezTo>
                  <a:pt x="274256" y="1220919"/>
                  <a:pt x="260662" y="1234513"/>
                  <a:pt x="243892" y="1234513"/>
                </a:cubicBezTo>
                <a:cubicBezTo>
                  <a:pt x="227123" y="1234513"/>
                  <a:pt x="213529" y="1220919"/>
                  <a:pt x="213529" y="1204150"/>
                </a:cubicBezTo>
                <a:cubicBezTo>
                  <a:pt x="213529" y="1187380"/>
                  <a:pt x="227123" y="1173786"/>
                  <a:pt x="243892" y="1173786"/>
                </a:cubicBezTo>
                <a:close/>
                <a:moveTo>
                  <a:pt x="171339" y="1173786"/>
                </a:moveTo>
                <a:cubicBezTo>
                  <a:pt x="188107" y="1173786"/>
                  <a:pt x="201701" y="1187380"/>
                  <a:pt x="201701" y="1204150"/>
                </a:cubicBezTo>
                <a:cubicBezTo>
                  <a:pt x="201701" y="1220919"/>
                  <a:pt x="188107" y="1234513"/>
                  <a:pt x="171339" y="1234513"/>
                </a:cubicBezTo>
                <a:cubicBezTo>
                  <a:pt x="154627" y="1234513"/>
                  <a:pt x="141034" y="1220919"/>
                  <a:pt x="141034" y="1204150"/>
                </a:cubicBezTo>
                <a:cubicBezTo>
                  <a:pt x="141034" y="1187380"/>
                  <a:pt x="154627" y="1173786"/>
                  <a:pt x="171339" y="1173786"/>
                </a:cubicBezTo>
                <a:close/>
                <a:moveTo>
                  <a:pt x="98852" y="1173786"/>
                </a:moveTo>
                <a:cubicBezTo>
                  <a:pt x="115616" y="1173786"/>
                  <a:pt x="129210" y="1187380"/>
                  <a:pt x="129210" y="1204150"/>
                </a:cubicBezTo>
                <a:cubicBezTo>
                  <a:pt x="129210" y="1220919"/>
                  <a:pt x="115616" y="1234513"/>
                  <a:pt x="98852" y="1234513"/>
                </a:cubicBezTo>
                <a:cubicBezTo>
                  <a:pt x="82080" y="1234513"/>
                  <a:pt x="68486" y="1220919"/>
                  <a:pt x="68486" y="1204150"/>
                </a:cubicBezTo>
                <a:cubicBezTo>
                  <a:pt x="68486" y="1187380"/>
                  <a:pt x="82080" y="1173786"/>
                  <a:pt x="98852" y="1173786"/>
                </a:cubicBezTo>
                <a:close/>
                <a:moveTo>
                  <a:pt x="26297" y="1173786"/>
                </a:moveTo>
                <a:cubicBezTo>
                  <a:pt x="43063" y="1173786"/>
                  <a:pt x="56658" y="1187380"/>
                  <a:pt x="56658" y="1204150"/>
                </a:cubicBezTo>
                <a:cubicBezTo>
                  <a:pt x="56658" y="1220919"/>
                  <a:pt x="43063" y="1234513"/>
                  <a:pt x="26297" y="1234513"/>
                </a:cubicBezTo>
                <a:cubicBezTo>
                  <a:pt x="17912" y="1234513"/>
                  <a:pt x="10321" y="1231115"/>
                  <a:pt x="4826" y="1225620"/>
                </a:cubicBezTo>
                <a:lnTo>
                  <a:pt x="0" y="1213970"/>
                </a:lnTo>
                <a:lnTo>
                  <a:pt x="0" y="1194329"/>
                </a:lnTo>
                <a:lnTo>
                  <a:pt x="4826" y="1182679"/>
                </a:lnTo>
                <a:cubicBezTo>
                  <a:pt x="10321" y="1177185"/>
                  <a:pt x="17912" y="1173786"/>
                  <a:pt x="26297" y="1173786"/>
                </a:cubicBezTo>
                <a:close/>
                <a:moveTo>
                  <a:pt x="1477320" y="1093335"/>
                </a:moveTo>
                <a:cubicBezTo>
                  <a:pt x="1485705" y="1093335"/>
                  <a:pt x="1493295" y="1096733"/>
                  <a:pt x="1498790" y="1102228"/>
                </a:cubicBezTo>
                <a:lnTo>
                  <a:pt x="1505389" y="1118160"/>
                </a:lnTo>
                <a:lnTo>
                  <a:pt x="1493855" y="1142105"/>
                </a:lnTo>
                <a:lnTo>
                  <a:pt x="1487887" y="1151929"/>
                </a:lnTo>
                <a:lnTo>
                  <a:pt x="1477320" y="1154062"/>
                </a:lnTo>
                <a:cubicBezTo>
                  <a:pt x="1460550" y="1154062"/>
                  <a:pt x="1446956" y="1140468"/>
                  <a:pt x="1446956" y="1123698"/>
                </a:cubicBezTo>
                <a:cubicBezTo>
                  <a:pt x="1446956" y="1106929"/>
                  <a:pt x="1460550" y="1093335"/>
                  <a:pt x="1477320" y="1093335"/>
                </a:cubicBezTo>
                <a:close/>
                <a:moveTo>
                  <a:pt x="1404765" y="1093335"/>
                </a:moveTo>
                <a:cubicBezTo>
                  <a:pt x="1421535" y="1093335"/>
                  <a:pt x="1435129" y="1106929"/>
                  <a:pt x="1435129" y="1123698"/>
                </a:cubicBezTo>
                <a:cubicBezTo>
                  <a:pt x="1435129" y="1140468"/>
                  <a:pt x="1421535" y="1154062"/>
                  <a:pt x="1404765" y="1154062"/>
                </a:cubicBezTo>
                <a:cubicBezTo>
                  <a:pt x="1387996" y="1154062"/>
                  <a:pt x="1374402" y="1140468"/>
                  <a:pt x="1374402" y="1123698"/>
                </a:cubicBezTo>
                <a:cubicBezTo>
                  <a:pt x="1374402" y="1106929"/>
                  <a:pt x="1387996" y="1093335"/>
                  <a:pt x="1404765" y="1093335"/>
                </a:cubicBezTo>
                <a:close/>
                <a:moveTo>
                  <a:pt x="1332211" y="1093335"/>
                </a:moveTo>
                <a:cubicBezTo>
                  <a:pt x="1348980" y="1093335"/>
                  <a:pt x="1362574" y="1106929"/>
                  <a:pt x="1362574" y="1123698"/>
                </a:cubicBezTo>
                <a:cubicBezTo>
                  <a:pt x="1362574" y="1140468"/>
                  <a:pt x="1348980" y="1154062"/>
                  <a:pt x="1332211" y="1154062"/>
                </a:cubicBezTo>
                <a:cubicBezTo>
                  <a:pt x="1315441" y="1154062"/>
                  <a:pt x="1301847" y="1140468"/>
                  <a:pt x="1301847" y="1123698"/>
                </a:cubicBezTo>
                <a:cubicBezTo>
                  <a:pt x="1301847" y="1106929"/>
                  <a:pt x="1315441" y="1093335"/>
                  <a:pt x="1332211" y="1093335"/>
                </a:cubicBezTo>
                <a:close/>
                <a:moveTo>
                  <a:pt x="1259656" y="1093335"/>
                </a:moveTo>
                <a:cubicBezTo>
                  <a:pt x="1276426" y="1093335"/>
                  <a:pt x="1290020" y="1106929"/>
                  <a:pt x="1290020" y="1123698"/>
                </a:cubicBezTo>
                <a:cubicBezTo>
                  <a:pt x="1290020" y="1140468"/>
                  <a:pt x="1276426" y="1154062"/>
                  <a:pt x="1259656" y="1154062"/>
                </a:cubicBezTo>
                <a:cubicBezTo>
                  <a:pt x="1242887" y="1154062"/>
                  <a:pt x="1229293" y="1140468"/>
                  <a:pt x="1229293" y="1123698"/>
                </a:cubicBezTo>
                <a:cubicBezTo>
                  <a:pt x="1229293" y="1106929"/>
                  <a:pt x="1242887" y="1093335"/>
                  <a:pt x="1259656" y="1093335"/>
                </a:cubicBezTo>
                <a:close/>
                <a:moveTo>
                  <a:pt x="1187102" y="1093335"/>
                </a:moveTo>
                <a:cubicBezTo>
                  <a:pt x="1203871" y="1093335"/>
                  <a:pt x="1217465" y="1106929"/>
                  <a:pt x="1217465" y="1123698"/>
                </a:cubicBezTo>
                <a:cubicBezTo>
                  <a:pt x="1217465" y="1140468"/>
                  <a:pt x="1203871" y="1154062"/>
                  <a:pt x="1187102" y="1154062"/>
                </a:cubicBezTo>
                <a:cubicBezTo>
                  <a:pt x="1170332" y="1154062"/>
                  <a:pt x="1156738" y="1140468"/>
                  <a:pt x="1156738" y="1123698"/>
                </a:cubicBezTo>
                <a:cubicBezTo>
                  <a:pt x="1156738" y="1106929"/>
                  <a:pt x="1170332" y="1093335"/>
                  <a:pt x="1187102" y="1093335"/>
                </a:cubicBezTo>
                <a:close/>
                <a:moveTo>
                  <a:pt x="1114547" y="1093335"/>
                </a:moveTo>
                <a:cubicBezTo>
                  <a:pt x="1131317" y="1093335"/>
                  <a:pt x="1144911" y="1106929"/>
                  <a:pt x="1144911" y="1123698"/>
                </a:cubicBezTo>
                <a:cubicBezTo>
                  <a:pt x="1144911" y="1140468"/>
                  <a:pt x="1131317" y="1154062"/>
                  <a:pt x="1114547" y="1154062"/>
                </a:cubicBezTo>
                <a:cubicBezTo>
                  <a:pt x="1097778" y="1154062"/>
                  <a:pt x="1084184" y="1140468"/>
                  <a:pt x="1084184" y="1123698"/>
                </a:cubicBezTo>
                <a:cubicBezTo>
                  <a:pt x="1084184" y="1106929"/>
                  <a:pt x="1097778" y="1093335"/>
                  <a:pt x="1114547" y="1093335"/>
                </a:cubicBezTo>
                <a:close/>
                <a:moveTo>
                  <a:pt x="1041993" y="1093335"/>
                </a:moveTo>
                <a:cubicBezTo>
                  <a:pt x="1058762" y="1093335"/>
                  <a:pt x="1072356" y="1106929"/>
                  <a:pt x="1072356" y="1123698"/>
                </a:cubicBezTo>
                <a:cubicBezTo>
                  <a:pt x="1072356" y="1140468"/>
                  <a:pt x="1058762" y="1154062"/>
                  <a:pt x="1041993" y="1154062"/>
                </a:cubicBezTo>
                <a:cubicBezTo>
                  <a:pt x="1025223" y="1154062"/>
                  <a:pt x="1011629" y="1140468"/>
                  <a:pt x="1011629" y="1123698"/>
                </a:cubicBezTo>
                <a:cubicBezTo>
                  <a:pt x="1011629" y="1106929"/>
                  <a:pt x="1025223" y="1093335"/>
                  <a:pt x="1041993" y="1093335"/>
                </a:cubicBezTo>
                <a:close/>
                <a:moveTo>
                  <a:pt x="969438" y="1093335"/>
                </a:moveTo>
                <a:cubicBezTo>
                  <a:pt x="986208" y="1093335"/>
                  <a:pt x="999801" y="1106929"/>
                  <a:pt x="999801" y="1123698"/>
                </a:cubicBezTo>
                <a:cubicBezTo>
                  <a:pt x="999801" y="1140468"/>
                  <a:pt x="986208" y="1154062"/>
                  <a:pt x="969438" y="1154062"/>
                </a:cubicBezTo>
                <a:cubicBezTo>
                  <a:pt x="952669" y="1154062"/>
                  <a:pt x="939075" y="1140468"/>
                  <a:pt x="939075" y="1123698"/>
                </a:cubicBezTo>
                <a:cubicBezTo>
                  <a:pt x="939075" y="1106929"/>
                  <a:pt x="952669" y="1093335"/>
                  <a:pt x="969438" y="1093335"/>
                </a:cubicBezTo>
                <a:close/>
                <a:moveTo>
                  <a:pt x="896883" y="1093335"/>
                </a:moveTo>
                <a:cubicBezTo>
                  <a:pt x="913653" y="1093335"/>
                  <a:pt x="927247" y="1106929"/>
                  <a:pt x="927247" y="1123698"/>
                </a:cubicBezTo>
                <a:cubicBezTo>
                  <a:pt x="927247" y="1140468"/>
                  <a:pt x="913653" y="1154062"/>
                  <a:pt x="896883" y="1154062"/>
                </a:cubicBezTo>
                <a:cubicBezTo>
                  <a:pt x="880114" y="1154062"/>
                  <a:pt x="866520" y="1140468"/>
                  <a:pt x="866520" y="1123698"/>
                </a:cubicBezTo>
                <a:cubicBezTo>
                  <a:pt x="866520" y="1106929"/>
                  <a:pt x="880114" y="1093335"/>
                  <a:pt x="896883" y="1093335"/>
                </a:cubicBezTo>
                <a:close/>
                <a:moveTo>
                  <a:pt x="824329" y="1093335"/>
                </a:moveTo>
                <a:cubicBezTo>
                  <a:pt x="841098" y="1093335"/>
                  <a:pt x="854692" y="1106929"/>
                  <a:pt x="854692" y="1123698"/>
                </a:cubicBezTo>
                <a:cubicBezTo>
                  <a:pt x="854692" y="1140468"/>
                  <a:pt x="841098" y="1154062"/>
                  <a:pt x="824329" y="1154062"/>
                </a:cubicBezTo>
                <a:cubicBezTo>
                  <a:pt x="807559" y="1154062"/>
                  <a:pt x="793965" y="1140468"/>
                  <a:pt x="793965" y="1123698"/>
                </a:cubicBezTo>
                <a:cubicBezTo>
                  <a:pt x="793965" y="1106929"/>
                  <a:pt x="807559" y="1093335"/>
                  <a:pt x="824329" y="1093335"/>
                </a:cubicBezTo>
                <a:close/>
                <a:moveTo>
                  <a:pt x="751774" y="1093335"/>
                </a:moveTo>
                <a:cubicBezTo>
                  <a:pt x="768544" y="1093335"/>
                  <a:pt x="782138" y="1106929"/>
                  <a:pt x="782138" y="1123698"/>
                </a:cubicBezTo>
                <a:cubicBezTo>
                  <a:pt x="782138" y="1140468"/>
                  <a:pt x="768544" y="1154062"/>
                  <a:pt x="751774" y="1154062"/>
                </a:cubicBezTo>
                <a:cubicBezTo>
                  <a:pt x="735005" y="1154062"/>
                  <a:pt x="721411" y="1140468"/>
                  <a:pt x="721411" y="1123698"/>
                </a:cubicBezTo>
                <a:cubicBezTo>
                  <a:pt x="721411" y="1106929"/>
                  <a:pt x="735005" y="1093335"/>
                  <a:pt x="751774" y="1093335"/>
                </a:cubicBezTo>
                <a:close/>
                <a:moveTo>
                  <a:pt x="679220" y="1093335"/>
                </a:moveTo>
                <a:cubicBezTo>
                  <a:pt x="695989" y="1093335"/>
                  <a:pt x="709583" y="1106929"/>
                  <a:pt x="709583" y="1123698"/>
                </a:cubicBezTo>
                <a:cubicBezTo>
                  <a:pt x="709583" y="1140468"/>
                  <a:pt x="695989" y="1154062"/>
                  <a:pt x="679220" y="1154062"/>
                </a:cubicBezTo>
                <a:cubicBezTo>
                  <a:pt x="662450" y="1154062"/>
                  <a:pt x="648856" y="1140468"/>
                  <a:pt x="648856" y="1123698"/>
                </a:cubicBezTo>
                <a:cubicBezTo>
                  <a:pt x="648856" y="1106929"/>
                  <a:pt x="662450" y="1093335"/>
                  <a:pt x="679220" y="1093335"/>
                </a:cubicBezTo>
                <a:close/>
                <a:moveTo>
                  <a:pt x="606665" y="1093335"/>
                </a:moveTo>
                <a:cubicBezTo>
                  <a:pt x="623435" y="1093335"/>
                  <a:pt x="637029" y="1106929"/>
                  <a:pt x="637029" y="1123698"/>
                </a:cubicBezTo>
                <a:cubicBezTo>
                  <a:pt x="637029" y="1140468"/>
                  <a:pt x="623435" y="1154062"/>
                  <a:pt x="606665" y="1154062"/>
                </a:cubicBezTo>
                <a:cubicBezTo>
                  <a:pt x="589896" y="1154062"/>
                  <a:pt x="576302" y="1140468"/>
                  <a:pt x="576302" y="1123698"/>
                </a:cubicBezTo>
                <a:cubicBezTo>
                  <a:pt x="576302" y="1106929"/>
                  <a:pt x="589896" y="1093335"/>
                  <a:pt x="606665" y="1093335"/>
                </a:cubicBezTo>
                <a:close/>
                <a:moveTo>
                  <a:pt x="534111" y="1093335"/>
                </a:moveTo>
                <a:cubicBezTo>
                  <a:pt x="550880" y="1093335"/>
                  <a:pt x="564474" y="1106929"/>
                  <a:pt x="564474" y="1123698"/>
                </a:cubicBezTo>
                <a:cubicBezTo>
                  <a:pt x="564474" y="1140468"/>
                  <a:pt x="550880" y="1154062"/>
                  <a:pt x="534111" y="1154062"/>
                </a:cubicBezTo>
                <a:cubicBezTo>
                  <a:pt x="517341" y="1154062"/>
                  <a:pt x="503747" y="1140468"/>
                  <a:pt x="503747" y="1123698"/>
                </a:cubicBezTo>
                <a:cubicBezTo>
                  <a:pt x="503747" y="1106929"/>
                  <a:pt x="517341" y="1093335"/>
                  <a:pt x="534111" y="1093335"/>
                </a:cubicBezTo>
                <a:close/>
                <a:moveTo>
                  <a:pt x="461556" y="1093335"/>
                </a:moveTo>
                <a:cubicBezTo>
                  <a:pt x="478326" y="1093335"/>
                  <a:pt x="491920" y="1106929"/>
                  <a:pt x="491920" y="1123698"/>
                </a:cubicBezTo>
                <a:cubicBezTo>
                  <a:pt x="491920" y="1140468"/>
                  <a:pt x="478326" y="1154062"/>
                  <a:pt x="461556" y="1154062"/>
                </a:cubicBezTo>
                <a:cubicBezTo>
                  <a:pt x="444787" y="1154062"/>
                  <a:pt x="431192" y="1140468"/>
                  <a:pt x="431192" y="1123698"/>
                </a:cubicBezTo>
                <a:cubicBezTo>
                  <a:pt x="431192" y="1106929"/>
                  <a:pt x="444787" y="1093335"/>
                  <a:pt x="461556" y="1093335"/>
                </a:cubicBezTo>
                <a:close/>
                <a:moveTo>
                  <a:pt x="389002" y="1093335"/>
                </a:moveTo>
                <a:cubicBezTo>
                  <a:pt x="405771" y="1093335"/>
                  <a:pt x="419365" y="1106929"/>
                  <a:pt x="419365" y="1123698"/>
                </a:cubicBezTo>
                <a:cubicBezTo>
                  <a:pt x="419365" y="1140468"/>
                  <a:pt x="405771" y="1154062"/>
                  <a:pt x="389002" y="1154062"/>
                </a:cubicBezTo>
                <a:cubicBezTo>
                  <a:pt x="372232" y="1154062"/>
                  <a:pt x="358638" y="1140468"/>
                  <a:pt x="358638" y="1123698"/>
                </a:cubicBezTo>
                <a:cubicBezTo>
                  <a:pt x="358638" y="1106929"/>
                  <a:pt x="372232" y="1093335"/>
                  <a:pt x="389002" y="1093335"/>
                </a:cubicBezTo>
                <a:close/>
                <a:moveTo>
                  <a:pt x="316447" y="1093335"/>
                </a:moveTo>
                <a:cubicBezTo>
                  <a:pt x="333216" y="1093335"/>
                  <a:pt x="346810" y="1106929"/>
                  <a:pt x="346810" y="1123698"/>
                </a:cubicBezTo>
                <a:cubicBezTo>
                  <a:pt x="346810" y="1140468"/>
                  <a:pt x="333216" y="1154062"/>
                  <a:pt x="316447" y="1154062"/>
                </a:cubicBezTo>
                <a:cubicBezTo>
                  <a:pt x="299677" y="1154062"/>
                  <a:pt x="286084" y="1140468"/>
                  <a:pt x="286084" y="1123698"/>
                </a:cubicBezTo>
                <a:cubicBezTo>
                  <a:pt x="286084" y="1106929"/>
                  <a:pt x="299677" y="1093335"/>
                  <a:pt x="316447" y="1093335"/>
                </a:cubicBezTo>
                <a:close/>
                <a:moveTo>
                  <a:pt x="243892" y="1093335"/>
                </a:moveTo>
                <a:cubicBezTo>
                  <a:pt x="260662" y="1093335"/>
                  <a:pt x="274256" y="1106929"/>
                  <a:pt x="274256" y="1123698"/>
                </a:cubicBezTo>
                <a:cubicBezTo>
                  <a:pt x="274256" y="1140468"/>
                  <a:pt x="260662" y="1154062"/>
                  <a:pt x="243892" y="1154062"/>
                </a:cubicBezTo>
                <a:cubicBezTo>
                  <a:pt x="227123" y="1154062"/>
                  <a:pt x="213529" y="1140468"/>
                  <a:pt x="213529" y="1123698"/>
                </a:cubicBezTo>
                <a:cubicBezTo>
                  <a:pt x="213529" y="1106929"/>
                  <a:pt x="227123" y="1093335"/>
                  <a:pt x="243892" y="1093335"/>
                </a:cubicBezTo>
                <a:close/>
                <a:moveTo>
                  <a:pt x="171339" y="1093335"/>
                </a:moveTo>
                <a:cubicBezTo>
                  <a:pt x="188107" y="1093335"/>
                  <a:pt x="201701" y="1106929"/>
                  <a:pt x="201701" y="1123698"/>
                </a:cubicBezTo>
                <a:cubicBezTo>
                  <a:pt x="201701" y="1140468"/>
                  <a:pt x="188107" y="1154062"/>
                  <a:pt x="171339" y="1154062"/>
                </a:cubicBezTo>
                <a:cubicBezTo>
                  <a:pt x="154633" y="1154062"/>
                  <a:pt x="141040" y="1140468"/>
                  <a:pt x="141040" y="1123698"/>
                </a:cubicBezTo>
                <a:cubicBezTo>
                  <a:pt x="141040" y="1106929"/>
                  <a:pt x="154633" y="1093335"/>
                  <a:pt x="171339" y="1093335"/>
                </a:cubicBezTo>
                <a:close/>
                <a:moveTo>
                  <a:pt x="98858" y="1093335"/>
                </a:moveTo>
                <a:cubicBezTo>
                  <a:pt x="115622" y="1093335"/>
                  <a:pt x="129216" y="1106929"/>
                  <a:pt x="129216" y="1123698"/>
                </a:cubicBezTo>
                <a:cubicBezTo>
                  <a:pt x="129216" y="1140468"/>
                  <a:pt x="115622" y="1154062"/>
                  <a:pt x="98858" y="1154062"/>
                </a:cubicBezTo>
                <a:cubicBezTo>
                  <a:pt x="82086" y="1154062"/>
                  <a:pt x="68492" y="1140468"/>
                  <a:pt x="68492" y="1123698"/>
                </a:cubicBezTo>
                <a:cubicBezTo>
                  <a:pt x="68492" y="1106929"/>
                  <a:pt x="82086" y="1093335"/>
                  <a:pt x="98858" y="1093335"/>
                </a:cubicBezTo>
                <a:close/>
                <a:moveTo>
                  <a:pt x="26303" y="1093335"/>
                </a:moveTo>
                <a:cubicBezTo>
                  <a:pt x="43069" y="1093335"/>
                  <a:pt x="56664" y="1106929"/>
                  <a:pt x="56664" y="1123698"/>
                </a:cubicBezTo>
                <a:cubicBezTo>
                  <a:pt x="56664" y="1140468"/>
                  <a:pt x="43069" y="1154062"/>
                  <a:pt x="26303" y="1154062"/>
                </a:cubicBezTo>
                <a:cubicBezTo>
                  <a:pt x="17918" y="1154062"/>
                  <a:pt x="10327" y="1150664"/>
                  <a:pt x="4832" y="1145169"/>
                </a:cubicBezTo>
                <a:lnTo>
                  <a:pt x="0" y="1133503"/>
                </a:lnTo>
                <a:lnTo>
                  <a:pt x="0" y="1113894"/>
                </a:lnTo>
                <a:lnTo>
                  <a:pt x="4832" y="1102228"/>
                </a:lnTo>
                <a:cubicBezTo>
                  <a:pt x="10327" y="1096734"/>
                  <a:pt x="17918" y="1093335"/>
                  <a:pt x="26303" y="1093335"/>
                </a:cubicBezTo>
                <a:close/>
                <a:moveTo>
                  <a:pt x="1549874" y="1012883"/>
                </a:moveTo>
                <a:lnTo>
                  <a:pt x="1555552" y="1014029"/>
                </a:lnTo>
                <a:lnTo>
                  <a:pt x="1530465" y="1066106"/>
                </a:lnTo>
                <a:lnTo>
                  <a:pt x="1528404" y="1064717"/>
                </a:lnTo>
                <a:cubicBezTo>
                  <a:pt x="1522910" y="1059222"/>
                  <a:pt x="1519511" y="1051631"/>
                  <a:pt x="1519511" y="1043246"/>
                </a:cubicBezTo>
                <a:cubicBezTo>
                  <a:pt x="1519511" y="1026477"/>
                  <a:pt x="1533105" y="1012883"/>
                  <a:pt x="1549874" y="1012883"/>
                </a:cubicBezTo>
                <a:close/>
                <a:moveTo>
                  <a:pt x="1477320" y="1012883"/>
                </a:moveTo>
                <a:cubicBezTo>
                  <a:pt x="1494089" y="1012883"/>
                  <a:pt x="1507683" y="1026477"/>
                  <a:pt x="1507683" y="1043246"/>
                </a:cubicBezTo>
                <a:cubicBezTo>
                  <a:pt x="1507683" y="1060016"/>
                  <a:pt x="1494089" y="1073610"/>
                  <a:pt x="1477320" y="1073610"/>
                </a:cubicBezTo>
                <a:cubicBezTo>
                  <a:pt x="1460550" y="1073610"/>
                  <a:pt x="1446956" y="1060016"/>
                  <a:pt x="1446956" y="1043246"/>
                </a:cubicBezTo>
                <a:cubicBezTo>
                  <a:pt x="1446956" y="1026477"/>
                  <a:pt x="1460550" y="1012883"/>
                  <a:pt x="1477320" y="1012883"/>
                </a:cubicBezTo>
                <a:close/>
                <a:moveTo>
                  <a:pt x="1404765" y="1012883"/>
                </a:moveTo>
                <a:cubicBezTo>
                  <a:pt x="1421535" y="1012883"/>
                  <a:pt x="1435129" y="1026477"/>
                  <a:pt x="1435129" y="1043246"/>
                </a:cubicBezTo>
                <a:cubicBezTo>
                  <a:pt x="1435129" y="1060016"/>
                  <a:pt x="1421535" y="1073610"/>
                  <a:pt x="1404765" y="1073610"/>
                </a:cubicBezTo>
                <a:cubicBezTo>
                  <a:pt x="1387996" y="1073610"/>
                  <a:pt x="1374402" y="1060016"/>
                  <a:pt x="1374402" y="1043246"/>
                </a:cubicBezTo>
                <a:cubicBezTo>
                  <a:pt x="1374402" y="1026477"/>
                  <a:pt x="1387996" y="1012883"/>
                  <a:pt x="1404765" y="1012883"/>
                </a:cubicBezTo>
                <a:close/>
                <a:moveTo>
                  <a:pt x="1332211" y="1012883"/>
                </a:moveTo>
                <a:cubicBezTo>
                  <a:pt x="1348980" y="1012883"/>
                  <a:pt x="1362574" y="1026477"/>
                  <a:pt x="1362574" y="1043246"/>
                </a:cubicBezTo>
                <a:cubicBezTo>
                  <a:pt x="1362574" y="1060016"/>
                  <a:pt x="1348980" y="1073610"/>
                  <a:pt x="1332211" y="1073610"/>
                </a:cubicBezTo>
                <a:cubicBezTo>
                  <a:pt x="1315441" y="1073610"/>
                  <a:pt x="1301847" y="1060016"/>
                  <a:pt x="1301847" y="1043246"/>
                </a:cubicBezTo>
                <a:cubicBezTo>
                  <a:pt x="1301847" y="1026477"/>
                  <a:pt x="1315441" y="1012883"/>
                  <a:pt x="1332211" y="1012883"/>
                </a:cubicBezTo>
                <a:close/>
                <a:moveTo>
                  <a:pt x="1259656" y="1012883"/>
                </a:moveTo>
                <a:cubicBezTo>
                  <a:pt x="1276426" y="1012883"/>
                  <a:pt x="1290020" y="1026477"/>
                  <a:pt x="1290020" y="1043246"/>
                </a:cubicBezTo>
                <a:cubicBezTo>
                  <a:pt x="1290020" y="1060016"/>
                  <a:pt x="1276426" y="1073610"/>
                  <a:pt x="1259656" y="1073610"/>
                </a:cubicBezTo>
                <a:cubicBezTo>
                  <a:pt x="1242887" y="1073610"/>
                  <a:pt x="1229293" y="1060016"/>
                  <a:pt x="1229293" y="1043246"/>
                </a:cubicBezTo>
                <a:cubicBezTo>
                  <a:pt x="1229293" y="1026477"/>
                  <a:pt x="1242887" y="1012883"/>
                  <a:pt x="1259656" y="1012883"/>
                </a:cubicBezTo>
                <a:close/>
                <a:moveTo>
                  <a:pt x="1187102" y="1012883"/>
                </a:moveTo>
                <a:cubicBezTo>
                  <a:pt x="1203871" y="1012883"/>
                  <a:pt x="1217465" y="1026477"/>
                  <a:pt x="1217465" y="1043246"/>
                </a:cubicBezTo>
                <a:cubicBezTo>
                  <a:pt x="1217465" y="1060016"/>
                  <a:pt x="1203871" y="1073610"/>
                  <a:pt x="1187102" y="1073610"/>
                </a:cubicBezTo>
                <a:cubicBezTo>
                  <a:pt x="1170332" y="1073610"/>
                  <a:pt x="1156738" y="1060016"/>
                  <a:pt x="1156738" y="1043246"/>
                </a:cubicBezTo>
                <a:cubicBezTo>
                  <a:pt x="1156738" y="1026477"/>
                  <a:pt x="1170332" y="1012883"/>
                  <a:pt x="1187102" y="1012883"/>
                </a:cubicBezTo>
                <a:close/>
                <a:moveTo>
                  <a:pt x="1114547" y="1012883"/>
                </a:moveTo>
                <a:cubicBezTo>
                  <a:pt x="1131317" y="1012883"/>
                  <a:pt x="1144911" y="1026477"/>
                  <a:pt x="1144911" y="1043246"/>
                </a:cubicBezTo>
                <a:cubicBezTo>
                  <a:pt x="1144911" y="1060016"/>
                  <a:pt x="1131317" y="1073610"/>
                  <a:pt x="1114547" y="1073610"/>
                </a:cubicBezTo>
                <a:cubicBezTo>
                  <a:pt x="1097778" y="1073610"/>
                  <a:pt x="1084184" y="1060016"/>
                  <a:pt x="1084184" y="1043246"/>
                </a:cubicBezTo>
                <a:cubicBezTo>
                  <a:pt x="1084184" y="1026477"/>
                  <a:pt x="1097778" y="1012883"/>
                  <a:pt x="1114547" y="1012883"/>
                </a:cubicBezTo>
                <a:close/>
                <a:moveTo>
                  <a:pt x="1041993" y="1012883"/>
                </a:moveTo>
                <a:cubicBezTo>
                  <a:pt x="1058762" y="1012883"/>
                  <a:pt x="1072356" y="1026477"/>
                  <a:pt x="1072356" y="1043246"/>
                </a:cubicBezTo>
                <a:cubicBezTo>
                  <a:pt x="1072356" y="1060016"/>
                  <a:pt x="1058762" y="1073610"/>
                  <a:pt x="1041993" y="1073610"/>
                </a:cubicBezTo>
                <a:cubicBezTo>
                  <a:pt x="1025223" y="1073610"/>
                  <a:pt x="1011629" y="1060016"/>
                  <a:pt x="1011629" y="1043246"/>
                </a:cubicBezTo>
                <a:cubicBezTo>
                  <a:pt x="1011629" y="1026477"/>
                  <a:pt x="1025223" y="1012883"/>
                  <a:pt x="1041993" y="1012883"/>
                </a:cubicBezTo>
                <a:close/>
                <a:moveTo>
                  <a:pt x="969438" y="1012883"/>
                </a:moveTo>
                <a:cubicBezTo>
                  <a:pt x="986208" y="1012883"/>
                  <a:pt x="999801" y="1026477"/>
                  <a:pt x="999801" y="1043246"/>
                </a:cubicBezTo>
                <a:cubicBezTo>
                  <a:pt x="999801" y="1060016"/>
                  <a:pt x="986208" y="1073610"/>
                  <a:pt x="969438" y="1073610"/>
                </a:cubicBezTo>
                <a:cubicBezTo>
                  <a:pt x="952669" y="1073610"/>
                  <a:pt x="939075" y="1060016"/>
                  <a:pt x="939075" y="1043246"/>
                </a:cubicBezTo>
                <a:cubicBezTo>
                  <a:pt x="939075" y="1026477"/>
                  <a:pt x="952669" y="1012883"/>
                  <a:pt x="969438" y="1012883"/>
                </a:cubicBezTo>
                <a:close/>
                <a:moveTo>
                  <a:pt x="896883" y="1012883"/>
                </a:moveTo>
                <a:cubicBezTo>
                  <a:pt x="913653" y="1012883"/>
                  <a:pt x="927247" y="1026477"/>
                  <a:pt x="927247" y="1043246"/>
                </a:cubicBezTo>
                <a:cubicBezTo>
                  <a:pt x="927247" y="1060016"/>
                  <a:pt x="913653" y="1073610"/>
                  <a:pt x="896883" y="1073610"/>
                </a:cubicBezTo>
                <a:cubicBezTo>
                  <a:pt x="880114" y="1073610"/>
                  <a:pt x="866520" y="1060016"/>
                  <a:pt x="866520" y="1043246"/>
                </a:cubicBezTo>
                <a:cubicBezTo>
                  <a:pt x="866520" y="1026477"/>
                  <a:pt x="880114" y="1012883"/>
                  <a:pt x="896883" y="1012883"/>
                </a:cubicBezTo>
                <a:close/>
                <a:moveTo>
                  <a:pt x="824329" y="1012883"/>
                </a:moveTo>
                <a:cubicBezTo>
                  <a:pt x="841098" y="1012883"/>
                  <a:pt x="854692" y="1026477"/>
                  <a:pt x="854692" y="1043246"/>
                </a:cubicBezTo>
                <a:cubicBezTo>
                  <a:pt x="854692" y="1060016"/>
                  <a:pt x="841098" y="1073610"/>
                  <a:pt x="824329" y="1073610"/>
                </a:cubicBezTo>
                <a:cubicBezTo>
                  <a:pt x="807559" y="1073610"/>
                  <a:pt x="793965" y="1060016"/>
                  <a:pt x="793965" y="1043246"/>
                </a:cubicBezTo>
                <a:cubicBezTo>
                  <a:pt x="793965" y="1026477"/>
                  <a:pt x="807559" y="1012883"/>
                  <a:pt x="824329" y="1012883"/>
                </a:cubicBezTo>
                <a:close/>
                <a:moveTo>
                  <a:pt x="751774" y="1012883"/>
                </a:moveTo>
                <a:cubicBezTo>
                  <a:pt x="768544" y="1012883"/>
                  <a:pt x="782138" y="1026477"/>
                  <a:pt x="782138" y="1043246"/>
                </a:cubicBezTo>
                <a:cubicBezTo>
                  <a:pt x="782138" y="1060016"/>
                  <a:pt x="768544" y="1073610"/>
                  <a:pt x="751774" y="1073610"/>
                </a:cubicBezTo>
                <a:cubicBezTo>
                  <a:pt x="735005" y="1073610"/>
                  <a:pt x="721411" y="1060016"/>
                  <a:pt x="721411" y="1043246"/>
                </a:cubicBezTo>
                <a:cubicBezTo>
                  <a:pt x="721411" y="1026477"/>
                  <a:pt x="735005" y="1012883"/>
                  <a:pt x="751774" y="1012883"/>
                </a:cubicBezTo>
                <a:close/>
                <a:moveTo>
                  <a:pt x="679220" y="1012883"/>
                </a:moveTo>
                <a:cubicBezTo>
                  <a:pt x="695989" y="1012883"/>
                  <a:pt x="709583" y="1026477"/>
                  <a:pt x="709583" y="1043246"/>
                </a:cubicBezTo>
                <a:cubicBezTo>
                  <a:pt x="709583" y="1060016"/>
                  <a:pt x="695989" y="1073610"/>
                  <a:pt x="679220" y="1073610"/>
                </a:cubicBezTo>
                <a:cubicBezTo>
                  <a:pt x="662450" y="1073610"/>
                  <a:pt x="648856" y="1060016"/>
                  <a:pt x="648856" y="1043246"/>
                </a:cubicBezTo>
                <a:cubicBezTo>
                  <a:pt x="648856" y="1026477"/>
                  <a:pt x="662450" y="1012883"/>
                  <a:pt x="679220" y="1012883"/>
                </a:cubicBezTo>
                <a:close/>
                <a:moveTo>
                  <a:pt x="606665" y="1012883"/>
                </a:moveTo>
                <a:cubicBezTo>
                  <a:pt x="623435" y="1012883"/>
                  <a:pt x="637029" y="1026477"/>
                  <a:pt x="637029" y="1043246"/>
                </a:cubicBezTo>
                <a:cubicBezTo>
                  <a:pt x="637029" y="1060016"/>
                  <a:pt x="623435" y="1073610"/>
                  <a:pt x="606665" y="1073610"/>
                </a:cubicBezTo>
                <a:cubicBezTo>
                  <a:pt x="589896" y="1073610"/>
                  <a:pt x="576302" y="1060016"/>
                  <a:pt x="576302" y="1043246"/>
                </a:cubicBezTo>
                <a:cubicBezTo>
                  <a:pt x="576302" y="1026477"/>
                  <a:pt x="589896" y="1012883"/>
                  <a:pt x="606665" y="1012883"/>
                </a:cubicBezTo>
                <a:close/>
                <a:moveTo>
                  <a:pt x="534111" y="1012883"/>
                </a:moveTo>
                <a:cubicBezTo>
                  <a:pt x="550880" y="1012883"/>
                  <a:pt x="564474" y="1026477"/>
                  <a:pt x="564474" y="1043246"/>
                </a:cubicBezTo>
                <a:cubicBezTo>
                  <a:pt x="564474" y="1060016"/>
                  <a:pt x="550880" y="1073610"/>
                  <a:pt x="534111" y="1073610"/>
                </a:cubicBezTo>
                <a:cubicBezTo>
                  <a:pt x="517341" y="1073610"/>
                  <a:pt x="503747" y="1060016"/>
                  <a:pt x="503747" y="1043246"/>
                </a:cubicBezTo>
                <a:cubicBezTo>
                  <a:pt x="503747" y="1026477"/>
                  <a:pt x="517341" y="1012883"/>
                  <a:pt x="534111" y="1012883"/>
                </a:cubicBezTo>
                <a:close/>
                <a:moveTo>
                  <a:pt x="461556" y="1012883"/>
                </a:moveTo>
                <a:cubicBezTo>
                  <a:pt x="478326" y="1012883"/>
                  <a:pt x="491920" y="1026477"/>
                  <a:pt x="491920" y="1043246"/>
                </a:cubicBezTo>
                <a:cubicBezTo>
                  <a:pt x="491920" y="1060016"/>
                  <a:pt x="478326" y="1073610"/>
                  <a:pt x="461556" y="1073610"/>
                </a:cubicBezTo>
                <a:cubicBezTo>
                  <a:pt x="444787" y="1073610"/>
                  <a:pt x="431192" y="1060016"/>
                  <a:pt x="431192" y="1043246"/>
                </a:cubicBezTo>
                <a:cubicBezTo>
                  <a:pt x="431192" y="1026477"/>
                  <a:pt x="444787" y="1012883"/>
                  <a:pt x="461556" y="1012883"/>
                </a:cubicBezTo>
                <a:close/>
                <a:moveTo>
                  <a:pt x="389002" y="1012883"/>
                </a:moveTo>
                <a:cubicBezTo>
                  <a:pt x="405771" y="1012883"/>
                  <a:pt x="419365" y="1026477"/>
                  <a:pt x="419365" y="1043246"/>
                </a:cubicBezTo>
                <a:cubicBezTo>
                  <a:pt x="419365" y="1060016"/>
                  <a:pt x="405771" y="1073610"/>
                  <a:pt x="389002" y="1073610"/>
                </a:cubicBezTo>
                <a:cubicBezTo>
                  <a:pt x="372232" y="1073610"/>
                  <a:pt x="358638" y="1060016"/>
                  <a:pt x="358638" y="1043246"/>
                </a:cubicBezTo>
                <a:cubicBezTo>
                  <a:pt x="358638" y="1026477"/>
                  <a:pt x="372232" y="1012883"/>
                  <a:pt x="389002" y="1012883"/>
                </a:cubicBezTo>
                <a:close/>
                <a:moveTo>
                  <a:pt x="316447" y="1012883"/>
                </a:moveTo>
                <a:cubicBezTo>
                  <a:pt x="333216" y="1012883"/>
                  <a:pt x="346810" y="1026477"/>
                  <a:pt x="346810" y="1043246"/>
                </a:cubicBezTo>
                <a:cubicBezTo>
                  <a:pt x="346810" y="1060016"/>
                  <a:pt x="333216" y="1073610"/>
                  <a:pt x="316447" y="1073610"/>
                </a:cubicBezTo>
                <a:cubicBezTo>
                  <a:pt x="299677" y="1073610"/>
                  <a:pt x="286084" y="1060016"/>
                  <a:pt x="286084" y="1043246"/>
                </a:cubicBezTo>
                <a:cubicBezTo>
                  <a:pt x="286084" y="1026477"/>
                  <a:pt x="299677" y="1012883"/>
                  <a:pt x="316447" y="1012883"/>
                </a:cubicBezTo>
                <a:close/>
                <a:moveTo>
                  <a:pt x="243892" y="1012883"/>
                </a:moveTo>
                <a:cubicBezTo>
                  <a:pt x="260662" y="1012883"/>
                  <a:pt x="274256" y="1026477"/>
                  <a:pt x="274256" y="1043246"/>
                </a:cubicBezTo>
                <a:cubicBezTo>
                  <a:pt x="274256" y="1060016"/>
                  <a:pt x="260662" y="1073610"/>
                  <a:pt x="243892" y="1073610"/>
                </a:cubicBezTo>
                <a:cubicBezTo>
                  <a:pt x="227123" y="1073610"/>
                  <a:pt x="213529" y="1060016"/>
                  <a:pt x="213529" y="1043246"/>
                </a:cubicBezTo>
                <a:cubicBezTo>
                  <a:pt x="213529" y="1026477"/>
                  <a:pt x="227123" y="1012883"/>
                  <a:pt x="243892" y="1012883"/>
                </a:cubicBezTo>
                <a:close/>
                <a:moveTo>
                  <a:pt x="171339" y="1012883"/>
                </a:moveTo>
                <a:cubicBezTo>
                  <a:pt x="188107" y="1012883"/>
                  <a:pt x="201701" y="1026477"/>
                  <a:pt x="201701" y="1043246"/>
                </a:cubicBezTo>
                <a:cubicBezTo>
                  <a:pt x="201701" y="1060016"/>
                  <a:pt x="188107" y="1073610"/>
                  <a:pt x="171339" y="1073610"/>
                </a:cubicBezTo>
                <a:cubicBezTo>
                  <a:pt x="154639" y="1073610"/>
                  <a:pt x="141045" y="1060016"/>
                  <a:pt x="141045" y="1043246"/>
                </a:cubicBezTo>
                <a:cubicBezTo>
                  <a:pt x="141045" y="1026477"/>
                  <a:pt x="154639" y="1012883"/>
                  <a:pt x="171339" y="1012883"/>
                </a:cubicBezTo>
                <a:close/>
                <a:moveTo>
                  <a:pt x="98865" y="1012883"/>
                </a:moveTo>
                <a:cubicBezTo>
                  <a:pt x="115628" y="1012883"/>
                  <a:pt x="129222" y="1026477"/>
                  <a:pt x="129222" y="1043246"/>
                </a:cubicBezTo>
                <a:cubicBezTo>
                  <a:pt x="129222" y="1060016"/>
                  <a:pt x="115628" y="1073610"/>
                  <a:pt x="98865" y="1073610"/>
                </a:cubicBezTo>
                <a:cubicBezTo>
                  <a:pt x="82093" y="1073610"/>
                  <a:pt x="68498" y="1060016"/>
                  <a:pt x="68498" y="1043246"/>
                </a:cubicBezTo>
                <a:cubicBezTo>
                  <a:pt x="68498" y="1026477"/>
                  <a:pt x="82093" y="1012883"/>
                  <a:pt x="98865" y="1012883"/>
                </a:cubicBezTo>
                <a:close/>
                <a:moveTo>
                  <a:pt x="26309" y="1012883"/>
                </a:moveTo>
                <a:cubicBezTo>
                  <a:pt x="43075" y="1012883"/>
                  <a:pt x="56670" y="1026477"/>
                  <a:pt x="56670" y="1043246"/>
                </a:cubicBezTo>
                <a:cubicBezTo>
                  <a:pt x="56670" y="1060016"/>
                  <a:pt x="43075" y="1073610"/>
                  <a:pt x="26309" y="1073610"/>
                </a:cubicBezTo>
                <a:cubicBezTo>
                  <a:pt x="17924" y="1073610"/>
                  <a:pt x="10333" y="1070212"/>
                  <a:pt x="4838" y="1064717"/>
                </a:cubicBezTo>
                <a:lnTo>
                  <a:pt x="0" y="1053036"/>
                </a:lnTo>
                <a:lnTo>
                  <a:pt x="0" y="1033457"/>
                </a:lnTo>
                <a:lnTo>
                  <a:pt x="4838" y="1021776"/>
                </a:lnTo>
                <a:cubicBezTo>
                  <a:pt x="10333" y="1016282"/>
                  <a:pt x="17924" y="1012883"/>
                  <a:pt x="26309" y="1012883"/>
                </a:cubicBezTo>
                <a:close/>
                <a:moveTo>
                  <a:pt x="1549874" y="932431"/>
                </a:moveTo>
                <a:cubicBezTo>
                  <a:pt x="1558259" y="932431"/>
                  <a:pt x="1565850" y="935830"/>
                  <a:pt x="1571345" y="941324"/>
                </a:cubicBezTo>
                <a:lnTo>
                  <a:pt x="1577296" y="955693"/>
                </a:lnTo>
                <a:lnTo>
                  <a:pt x="1565363" y="988298"/>
                </a:lnTo>
                <a:lnTo>
                  <a:pt x="1561694" y="990772"/>
                </a:lnTo>
                <a:cubicBezTo>
                  <a:pt x="1558061" y="992309"/>
                  <a:pt x="1554067" y="993158"/>
                  <a:pt x="1549874" y="993158"/>
                </a:cubicBezTo>
                <a:cubicBezTo>
                  <a:pt x="1533105" y="993158"/>
                  <a:pt x="1519511" y="979564"/>
                  <a:pt x="1519511" y="962795"/>
                </a:cubicBezTo>
                <a:cubicBezTo>
                  <a:pt x="1519511" y="946025"/>
                  <a:pt x="1533105" y="932431"/>
                  <a:pt x="1549874" y="932431"/>
                </a:cubicBezTo>
                <a:close/>
                <a:moveTo>
                  <a:pt x="1477320" y="932431"/>
                </a:moveTo>
                <a:cubicBezTo>
                  <a:pt x="1494089" y="932431"/>
                  <a:pt x="1507683" y="946025"/>
                  <a:pt x="1507683" y="962795"/>
                </a:cubicBezTo>
                <a:cubicBezTo>
                  <a:pt x="1507683" y="979564"/>
                  <a:pt x="1494089" y="993158"/>
                  <a:pt x="1477320" y="993158"/>
                </a:cubicBezTo>
                <a:cubicBezTo>
                  <a:pt x="1460550" y="993158"/>
                  <a:pt x="1446956" y="979564"/>
                  <a:pt x="1446956" y="962795"/>
                </a:cubicBezTo>
                <a:cubicBezTo>
                  <a:pt x="1446956" y="946025"/>
                  <a:pt x="1460550" y="932431"/>
                  <a:pt x="1477320" y="932431"/>
                </a:cubicBezTo>
                <a:close/>
                <a:moveTo>
                  <a:pt x="1404765" y="932431"/>
                </a:moveTo>
                <a:cubicBezTo>
                  <a:pt x="1421535" y="932431"/>
                  <a:pt x="1435129" y="946025"/>
                  <a:pt x="1435129" y="962795"/>
                </a:cubicBezTo>
                <a:cubicBezTo>
                  <a:pt x="1435129" y="979564"/>
                  <a:pt x="1421535" y="993158"/>
                  <a:pt x="1404765" y="993158"/>
                </a:cubicBezTo>
                <a:cubicBezTo>
                  <a:pt x="1387996" y="993158"/>
                  <a:pt x="1374402" y="979564"/>
                  <a:pt x="1374402" y="962795"/>
                </a:cubicBezTo>
                <a:cubicBezTo>
                  <a:pt x="1374402" y="946025"/>
                  <a:pt x="1387996" y="932431"/>
                  <a:pt x="1404765" y="932431"/>
                </a:cubicBezTo>
                <a:close/>
                <a:moveTo>
                  <a:pt x="1332211" y="932431"/>
                </a:moveTo>
                <a:cubicBezTo>
                  <a:pt x="1348980" y="932431"/>
                  <a:pt x="1362574" y="946025"/>
                  <a:pt x="1362574" y="962795"/>
                </a:cubicBezTo>
                <a:cubicBezTo>
                  <a:pt x="1362574" y="979564"/>
                  <a:pt x="1348980" y="993158"/>
                  <a:pt x="1332211" y="993158"/>
                </a:cubicBezTo>
                <a:cubicBezTo>
                  <a:pt x="1315441" y="993158"/>
                  <a:pt x="1301847" y="979564"/>
                  <a:pt x="1301847" y="962795"/>
                </a:cubicBezTo>
                <a:cubicBezTo>
                  <a:pt x="1301847" y="946025"/>
                  <a:pt x="1315441" y="932431"/>
                  <a:pt x="1332211" y="932431"/>
                </a:cubicBezTo>
                <a:close/>
                <a:moveTo>
                  <a:pt x="1259656" y="932431"/>
                </a:moveTo>
                <a:cubicBezTo>
                  <a:pt x="1276426" y="932431"/>
                  <a:pt x="1290020" y="946025"/>
                  <a:pt x="1290020" y="962795"/>
                </a:cubicBezTo>
                <a:cubicBezTo>
                  <a:pt x="1290020" y="979564"/>
                  <a:pt x="1276426" y="993158"/>
                  <a:pt x="1259656" y="993158"/>
                </a:cubicBezTo>
                <a:cubicBezTo>
                  <a:pt x="1242887" y="993158"/>
                  <a:pt x="1229293" y="979564"/>
                  <a:pt x="1229293" y="962795"/>
                </a:cubicBezTo>
                <a:cubicBezTo>
                  <a:pt x="1229293" y="946025"/>
                  <a:pt x="1242887" y="932431"/>
                  <a:pt x="1259656" y="932431"/>
                </a:cubicBezTo>
                <a:close/>
                <a:moveTo>
                  <a:pt x="1187102" y="932431"/>
                </a:moveTo>
                <a:cubicBezTo>
                  <a:pt x="1203871" y="932431"/>
                  <a:pt x="1217465" y="946025"/>
                  <a:pt x="1217465" y="962795"/>
                </a:cubicBezTo>
                <a:cubicBezTo>
                  <a:pt x="1217465" y="979564"/>
                  <a:pt x="1203871" y="993158"/>
                  <a:pt x="1187102" y="993158"/>
                </a:cubicBezTo>
                <a:cubicBezTo>
                  <a:pt x="1170332" y="993158"/>
                  <a:pt x="1156738" y="979564"/>
                  <a:pt x="1156738" y="962795"/>
                </a:cubicBezTo>
                <a:cubicBezTo>
                  <a:pt x="1156738" y="946025"/>
                  <a:pt x="1170332" y="932431"/>
                  <a:pt x="1187102" y="932431"/>
                </a:cubicBezTo>
                <a:close/>
                <a:moveTo>
                  <a:pt x="1114547" y="932431"/>
                </a:moveTo>
                <a:cubicBezTo>
                  <a:pt x="1131317" y="932431"/>
                  <a:pt x="1144911" y="946025"/>
                  <a:pt x="1144911" y="962795"/>
                </a:cubicBezTo>
                <a:cubicBezTo>
                  <a:pt x="1144911" y="979564"/>
                  <a:pt x="1131317" y="993158"/>
                  <a:pt x="1114547" y="993158"/>
                </a:cubicBezTo>
                <a:cubicBezTo>
                  <a:pt x="1097778" y="993158"/>
                  <a:pt x="1084184" y="979564"/>
                  <a:pt x="1084184" y="962795"/>
                </a:cubicBezTo>
                <a:cubicBezTo>
                  <a:pt x="1084184" y="946025"/>
                  <a:pt x="1097778" y="932431"/>
                  <a:pt x="1114547" y="932431"/>
                </a:cubicBezTo>
                <a:close/>
                <a:moveTo>
                  <a:pt x="1041993" y="932431"/>
                </a:moveTo>
                <a:cubicBezTo>
                  <a:pt x="1058762" y="932431"/>
                  <a:pt x="1072356" y="946025"/>
                  <a:pt x="1072356" y="962795"/>
                </a:cubicBezTo>
                <a:cubicBezTo>
                  <a:pt x="1072356" y="979564"/>
                  <a:pt x="1058762" y="993158"/>
                  <a:pt x="1041993" y="993158"/>
                </a:cubicBezTo>
                <a:cubicBezTo>
                  <a:pt x="1025223" y="993158"/>
                  <a:pt x="1011629" y="979564"/>
                  <a:pt x="1011629" y="962795"/>
                </a:cubicBezTo>
                <a:cubicBezTo>
                  <a:pt x="1011629" y="946025"/>
                  <a:pt x="1025223" y="932431"/>
                  <a:pt x="1041993" y="932431"/>
                </a:cubicBezTo>
                <a:close/>
                <a:moveTo>
                  <a:pt x="969438" y="932431"/>
                </a:moveTo>
                <a:cubicBezTo>
                  <a:pt x="986208" y="932431"/>
                  <a:pt x="999801" y="946025"/>
                  <a:pt x="999801" y="962795"/>
                </a:cubicBezTo>
                <a:cubicBezTo>
                  <a:pt x="999801" y="979564"/>
                  <a:pt x="986208" y="993158"/>
                  <a:pt x="969438" y="993158"/>
                </a:cubicBezTo>
                <a:cubicBezTo>
                  <a:pt x="952669" y="993158"/>
                  <a:pt x="939075" y="979564"/>
                  <a:pt x="939075" y="962795"/>
                </a:cubicBezTo>
                <a:cubicBezTo>
                  <a:pt x="939075" y="946025"/>
                  <a:pt x="952669" y="932431"/>
                  <a:pt x="969438" y="932431"/>
                </a:cubicBezTo>
                <a:close/>
                <a:moveTo>
                  <a:pt x="896883" y="932431"/>
                </a:moveTo>
                <a:cubicBezTo>
                  <a:pt x="913653" y="932431"/>
                  <a:pt x="927247" y="946025"/>
                  <a:pt x="927247" y="962795"/>
                </a:cubicBezTo>
                <a:cubicBezTo>
                  <a:pt x="927247" y="979564"/>
                  <a:pt x="913653" y="993158"/>
                  <a:pt x="896883" y="993158"/>
                </a:cubicBezTo>
                <a:cubicBezTo>
                  <a:pt x="880114" y="993158"/>
                  <a:pt x="866520" y="979564"/>
                  <a:pt x="866520" y="962795"/>
                </a:cubicBezTo>
                <a:cubicBezTo>
                  <a:pt x="866520" y="946025"/>
                  <a:pt x="880114" y="932431"/>
                  <a:pt x="896883" y="932431"/>
                </a:cubicBezTo>
                <a:close/>
                <a:moveTo>
                  <a:pt x="824329" y="932431"/>
                </a:moveTo>
                <a:cubicBezTo>
                  <a:pt x="841098" y="932431"/>
                  <a:pt x="854692" y="946025"/>
                  <a:pt x="854692" y="962795"/>
                </a:cubicBezTo>
                <a:cubicBezTo>
                  <a:pt x="854692" y="979564"/>
                  <a:pt x="841098" y="993158"/>
                  <a:pt x="824329" y="993158"/>
                </a:cubicBezTo>
                <a:cubicBezTo>
                  <a:pt x="807559" y="993158"/>
                  <a:pt x="793965" y="979564"/>
                  <a:pt x="793965" y="962795"/>
                </a:cubicBezTo>
                <a:cubicBezTo>
                  <a:pt x="793965" y="946025"/>
                  <a:pt x="807559" y="932431"/>
                  <a:pt x="824329" y="932431"/>
                </a:cubicBezTo>
                <a:close/>
                <a:moveTo>
                  <a:pt x="751774" y="932431"/>
                </a:moveTo>
                <a:cubicBezTo>
                  <a:pt x="768544" y="932431"/>
                  <a:pt x="782138" y="946025"/>
                  <a:pt x="782138" y="962795"/>
                </a:cubicBezTo>
                <a:cubicBezTo>
                  <a:pt x="782138" y="979564"/>
                  <a:pt x="768544" y="993158"/>
                  <a:pt x="751774" y="993158"/>
                </a:cubicBezTo>
                <a:cubicBezTo>
                  <a:pt x="735005" y="993158"/>
                  <a:pt x="721411" y="979564"/>
                  <a:pt x="721411" y="962795"/>
                </a:cubicBezTo>
                <a:cubicBezTo>
                  <a:pt x="721411" y="946025"/>
                  <a:pt x="735005" y="932431"/>
                  <a:pt x="751774" y="932431"/>
                </a:cubicBezTo>
                <a:close/>
                <a:moveTo>
                  <a:pt x="679220" y="932431"/>
                </a:moveTo>
                <a:cubicBezTo>
                  <a:pt x="695989" y="932431"/>
                  <a:pt x="709583" y="946025"/>
                  <a:pt x="709583" y="962795"/>
                </a:cubicBezTo>
                <a:cubicBezTo>
                  <a:pt x="709583" y="979564"/>
                  <a:pt x="695989" y="993158"/>
                  <a:pt x="679220" y="993158"/>
                </a:cubicBezTo>
                <a:cubicBezTo>
                  <a:pt x="662450" y="993158"/>
                  <a:pt x="648856" y="979564"/>
                  <a:pt x="648856" y="962795"/>
                </a:cubicBezTo>
                <a:cubicBezTo>
                  <a:pt x="648856" y="946025"/>
                  <a:pt x="662450" y="932431"/>
                  <a:pt x="679220" y="932431"/>
                </a:cubicBezTo>
                <a:close/>
                <a:moveTo>
                  <a:pt x="606665" y="932431"/>
                </a:moveTo>
                <a:cubicBezTo>
                  <a:pt x="623435" y="932431"/>
                  <a:pt x="637029" y="946025"/>
                  <a:pt x="637029" y="962795"/>
                </a:cubicBezTo>
                <a:cubicBezTo>
                  <a:pt x="637029" y="979564"/>
                  <a:pt x="623435" y="993158"/>
                  <a:pt x="606665" y="993158"/>
                </a:cubicBezTo>
                <a:cubicBezTo>
                  <a:pt x="589896" y="993158"/>
                  <a:pt x="576302" y="979564"/>
                  <a:pt x="576302" y="962795"/>
                </a:cubicBezTo>
                <a:cubicBezTo>
                  <a:pt x="576302" y="946025"/>
                  <a:pt x="589896" y="932431"/>
                  <a:pt x="606665" y="932431"/>
                </a:cubicBezTo>
                <a:close/>
                <a:moveTo>
                  <a:pt x="534111" y="932431"/>
                </a:moveTo>
                <a:cubicBezTo>
                  <a:pt x="550880" y="932431"/>
                  <a:pt x="564474" y="946025"/>
                  <a:pt x="564474" y="962795"/>
                </a:cubicBezTo>
                <a:cubicBezTo>
                  <a:pt x="564474" y="979564"/>
                  <a:pt x="550880" y="993158"/>
                  <a:pt x="534111" y="993158"/>
                </a:cubicBezTo>
                <a:cubicBezTo>
                  <a:pt x="517341" y="993158"/>
                  <a:pt x="503747" y="979564"/>
                  <a:pt x="503747" y="962795"/>
                </a:cubicBezTo>
                <a:cubicBezTo>
                  <a:pt x="503747" y="946025"/>
                  <a:pt x="517341" y="932431"/>
                  <a:pt x="534111" y="932431"/>
                </a:cubicBezTo>
                <a:close/>
                <a:moveTo>
                  <a:pt x="461556" y="932431"/>
                </a:moveTo>
                <a:cubicBezTo>
                  <a:pt x="478326" y="932431"/>
                  <a:pt x="491920" y="946025"/>
                  <a:pt x="491920" y="962795"/>
                </a:cubicBezTo>
                <a:cubicBezTo>
                  <a:pt x="491920" y="979564"/>
                  <a:pt x="478326" y="993158"/>
                  <a:pt x="461556" y="993158"/>
                </a:cubicBezTo>
                <a:cubicBezTo>
                  <a:pt x="444787" y="993158"/>
                  <a:pt x="431192" y="979564"/>
                  <a:pt x="431192" y="962795"/>
                </a:cubicBezTo>
                <a:cubicBezTo>
                  <a:pt x="431192" y="946025"/>
                  <a:pt x="444787" y="932431"/>
                  <a:pt x="461556" y="932431"/>
                </a:cubicBezTo>
                <a:close/>
                <a:moveTo>
                  <a:pt x="389002" y="932431"/>
                </a:moveTo>
                <a:cubicBezTo>
                  <a:pt x="405771" y="932431"/>
                  <a:pt x="419365" y="946025"/>
                  <a:pt x="419365" y="962795"/>
                </a:cubicBezTo>
                <a:cubicBezTo>
                  <a:pt x="419365" y="979564"/>
                  <a:pt x="405771" y="993158"/>
                  <a:pt x="389002" y="993158"/>
                </a:cubicBezTo>
                <a:cubicBezTo>
                  <a:pt x="372232" y="993158"/>
                  <a:pt x="358638" y="979564"/>
                  <a:pt x="358638" y="962795"/>
                </a:cubicBezTo>
                <a:cubicBezTo>
                  <a:pt x="358638" y="946025"/>
                  <a:pt x="372232" y="932431"/>
                  <a:pt x="389002" y="932431"/>
                </a:cubicBezTo>
                <a:close/>
                <a:moveTo>
                  <a:pt x="316447" y="932431"/>
                </a:moveTo>
                <a:cubicBezTo>
                  <a:pt x="333216" y="932431"/>
                  <a:pt x="346810" y="946025"/>
                  <a:pt x="346810" y="962795"/>
                </a:cubicBezTo>
                <a:cubicBezTo>
                  <a:pt x="346810" y="979564"/>
                  <a:pt x="333216" y="993158"/>
                  <a:pt x="316447" y="993158"/>
                </a:cubicBezTo>
                <a:cubicBezTo>
                  <a:pt x="299677" y="993158"/>
                  <a:pt x="286084" y="979564"/>
                  <a:pt x="286084" y="962795"/>
                </a:cubicBezTo>
                <a:cubicBezTo>
                  <a:pt x="286084" y="946025"/>
                  <a:pt x="299677" y="932431"/>
                  <a:pt x="316447" y="932431"/>
                </a:cubicBezTo>
                <a:close/>
                <a:moveTo>
                  <a:pt x="243892" y="932431"/>
                </a:moveTo>
                <a:cubicBezTo>
                  <a:pt x="260662" y="932431"/>
                  <a:pt x="274256" y="946025"/>
                  <a:pt x="274256" y="962795"/>
                </a:cubicBezTo>
                <a:cubicBezTo>
                  <a:pt x="274256" y="979564"/>
                  <a:pt x="260662" y="993158"/>
                  <a:pt x="243892" y="993158"/>
                </a:cubicBezTo>
                <a:cubicBezTo>
                  <a:pt x="227123" y="993158"/>
                  <a:pt x="213529" y="979564"/>
                  <a:pt x="213529" y="962795"/>
                </a:cubicBezTo>
                <a:cubicBezTo>
                  <a:pt x="213529" y="946025"/>
                  <a:pt x="227123" y="932431"/>
                  <a:pt x="243892" y="932431"/>
                </a:cubicBezTo>
                <a:close/>
                <a:moveTo>
                  <a:pt x="171339" y="932431"/>
                </a:moveTo>
                <a:cubicBezTo>
                  <a:pt x="188107" y="932431"/>
                  <a:pt x="201701" y="946025"/>
                  <a:pt x="201701" y="962795"/>
                </a:cubicBezTo>
                <a:cubicBezTo>
                  <a:pt x="201701" y="979564"/>
                  <a:pt x="188107" y="993158"/>
                  <a:pt x="171339" y="993158"/>
                </a:cubicBezTo>
                <a:cubicBezTo>
                  <a:pt x="154645" y="993158"/>
                  <a:pt x="141051" y="979564"/>
                  <a:pt x="141051" y="962795"/>
                </a:cubicBezTo>
                <a:cubicBezTo>
                  <a:pt x="141051" y="946025"/>
                  <a:pt x="154645" y="932431"/>
                  <a:pt x="171339" y="932431"/>
                </a:cubicBezTo>
                <a:close/>
                <a:moveTo>
                  <a:pt x="98870" y="932431"/>
                </a:moveTo>
                <a:cubicBezTo>
                  <a:pt x="115634" y="932431"/>
                  <a:pt x="129228" y="946025"/>
                  <a:pt x="129228" y="962795"/>
                </a:cubicBezTo>
                <a:cubicBezTo>
                  <a:pt x="129228" y="979564"/>
                  <a:pt x="115634" y="993158"/>
                  <a:pt x="98870" y="993158"/>
                </a:cubicBezTo>
                <a:cubicBezTo>
                  <a:pt x="82099" y="993158"/>
                  <a:pt x="68505" y="979564"/>
                  <a:pt x="68505" y="962795"/>
                </a:cubicBezTo>
                <a:cubicBezTo>
                  <a:pt x="68505" y="946025"/>
                  <a:pt x="82099" y="932431"/>
                  <a:pt x="98870" y="932431"/>
                </a:cubicBezTo>
                <a:close/>
                <a:moveTo>
                  <a:pt x="26316" y="932431"/>
                </a:moveTo>
                <a:cubicBezTo>
                  <a:pt x="43081" y="932431"/>
                  <a:pt x="56676" y="946025"/>
                  <a:pt x="56676" y="962795"/>
                </a:cubicBezTo>
                <a:cubicBezTo>
                  <a:pt x="56676" y="979564"/>
                  <a:pt x="43081" y="993158"/>
                  <a:pt x="26316" y="993158"/>
                </a:cubicBezTo>
                <a:cubicBezTo>
                  <a:pt x="17931" y="993158"/>
                  <a:pt x="10340" y="989760"/>
                  <a:pt x="4845" y="984265"/>
                </a:cubicBezTo>
                <a:lnTo>
                  <a:pt x="0" y="972570"/>
                </a:lnTo>
                <a:lnTo>
                  <a:pt x="0" y="953020"/>
                </a:lnTo>
                <a:lnTo>
                  <a:pt x="4845" y="941324"/>
                </a:lnTo>
                <a:cubicBezTo>
                  <a:pt x="10340" y="935830"/>
                  <a:pt x="17931" y="932431"/>
                  <a:pt x="26316" y="932431"/>
                </a:cubicBezTo>
                <a:close/>
                <a:moveTo>
                  <a:pt x="1612513" y="853981"/>
                </a:moveTo>
                <a:lnTo>
                  <a:pt x="1607766" y="872445"/>
                </a:lnTo>
                <a:lnTo>
                  <a:pt x="1598477" y="897823"/>
                </a:lnTo>
                <a:lnTo>
                  <a:pt x="1592066" y="882343"/>
                </a:lnTo>
                <a:cubicBezTo>
                  <a:pt x="1592066" y="869766"/>
                  <a:pt x="1599712" y="858975"/>
                  <a:pt x="1610610" y="854366"/>
                </a:cubicBezTo>
                <a:close/>
                <a:moveTo>
                  <a:pt x="1549874" y="851979"/>
                </a:moveTo>
                <a:cubicBezTo>
                  <a:pt x="1566644" y="851979"/>
                  <a:pt x="1580238" y="865573"/>
                  <a:pt x="1580238" y="882343"/>
                </a:cubicBezTo>
                <a:cubicBezTo>
                  <a:pt x="1580238" y="899112"/>
                  <a:pt x="1566644" y="912706"/>
                  <a:pt x="1549874" y="912706"/>
                </a:cubicBezTo>
                <a:cubicBezTo>
                  <a:pt x="1533105" y="912706"/>
                  <a:pt x="1519511" y="899112"/>
                  <a:pt x="1519511" y="882343"/>
                </a:cubicBezTo>
                <a:cubicBezTo>
                  <a:pt x="1519511" y="865573"/>
                  <a:pt x="1533105" y="851979"/>
                  <a:pt x="1549874" y="851979"/>
                </a:cubicBezTo>
                <a:close/>
                <a:moveTo>
                  <a:pt x="1477320" y="851979"/>
                </a:moveTo>
                <a:cubicBezTo>
                  <a:pt x="1494089" y="851979"/>
                  <a:pt x="1507683" y="865573"/>
                  <a:pt x="1507683" y="882343"/>
                </a:cubicBezTo>
                <a:cubicBezTo>
                  <a:pt x="1507683" y="899112"/>
                  <a:pt x="1494089" y="912706"/>
                  <a:pt x="1477320" y="912706"/>
                </a:cubicBezTo>
                <a:cubicBezTo>
                  <a:pt x="1460550" y="912706"/>
                  <a:pt x="1446956" y="899112"/>
                  <a:pt x="1446956" y="882343"/>
                </a:cubicBezTo>
                <a:cubicBezTo>
                  <a:pt x="1446956" y="865573"/>
                  <a:pt x="1460550" y="851979"/>
                  <a:pt x="1477320" y="851979"/>
                </a:cubicBezTo>
                <a:close/>
                <a:moveTo>
                  <a:pt x="1404765" y="851979"/>
                </a:moveTo>
                <a:cubicBezTo>
                  <a:pt x="1421535" y="851979"/>
                  <a:pt x="1435129" y="865573"/>
                  <a:pt x="1435129" y="882343"/>
                </a:cubicBezTo>
                <a:cubicBezTo>
                  <a:pt x="1435129" y="899112"/>
                  <a:pt x="1421535" y="912706"/>
                  <a:pt x="1404765" y="912706"/>
                </a:cubicBezTo>
                <a:cubicBezTo>
                  <a:pt x="1387996" y="912706"/>
                  <a:pt x="1374402" y="899112"/>
                  <a:pt x="1374402" y="882343"/>
                </a:cubicBezTo>
                <a:cubicBezTo>
                  <a:pt x="1374402" y="865573"/>
                  <a:pt x="1387996" y="851979"/>
                  <a:pt x="1404765" y="851979"/>
                </a:cubicBezTo>
                <a:close/>
                <a:moveTo>
                  <a:pt x="1332211" y="851979"/>
                </a:moveTo>
                <a:cubicBezTo>
                  <a:pt x="1348980" y="851979"/>
                  <a:pt x="1362574" y="865573"/>
                  <a:pt x="1362574" y="882343"/>
                </a:cubicBezTo>
                <a:cubicBezTo>
                  <a:pt x="1362574" y="899112"/>
                  <a:pt x="1348980" y="912706"/>
                  <a:pt x="1332211" y="912706"/>
                </a:cubicBezTo>
                <a:cubicBezTo>
                  <a:pt x="1315441" y="912706"/>
                  <a:pt x="1301847" y="899112"/>
                  <a:pt x="1301847" y="882343"/>
                </a:cubicBezTo>
                <a:cubicBezTo>
                  <a:pt x="1301847" y="865573"/>
                  <a:pt x="1315441" y="851979"/>
                  <a:pt x="1332211" y="851979"/>
                </a:cubicBezTo>
                <a:close/>
                <a:moveTo>
                  <a:pt x="1259656" y="851979"/>
                </a:moveTo>
                <a:cubicBezTo>
                  <a:pt x="1276426" y="851979"/>
                  <a:pt x="1290020" y="865573"/>
                  <a:pt x="1290020" y="882343"/>
                </a:cubicBezTo>
                <a:cubicBezTo>
                  <a:pt x="1290020" y="899112"/>
                  <a:pt x="1276426" y="912706"/>
                  <a:pt x="1259656" y="912706"/>
                </a:cubicBezTo>
                <a:cubicBezTo>
                  <a:pt x="1242887" y="912706"/>
                  <a:pt x="1229293" y="899112"/>
                  <a:pt x="1229293" y="882343"/>
                </a:cubicBezTo>
                <a:cubicBezTo>
                  <a:pt x="1229293" y="865573"/>
                  <a:pt x="1242887" y="851979"/>
                  <a:pt x="1259656" y="851979"/>
                </a:cubicBezTo>
                <a:close/>
                <a:moveTo>
                  <a:pt x="1187102" y="851979"/>
                </a:moveTo>
                <a:cubicBezTo>
                  <a:pt x="1203871" y="851979"/>
                  <a:pt x="1217465" y="865573"/>
                  <a:pt x="1217465" y="882343"/>
                </a:cubicBezTo>
                <a:cubicBezTo>
                  <a:pt x="1217465" y="899112"/>
                  <a:pt x="1203871" y="912706"/>
                  <a:pt x="1187102" y="912706"/>
                </a:cubicBezTo>
                <a:cubicBezTo>
                  <a:pt x="1170332" y="912706"/>
                  <a:pt x="1156738" y="899112"/>
                  <a:pt x="1156738" y="882343"/>
                </a:cubicBezTo>
                <a:cubicBezTo>
                  <a:pt x="1156738" y="865573"/>
                  <a:pt x="1170332" y="851979"/>
                  <a:pt x="1187102" y="851979"/>
                </a:cubicBezTo>
                <a:close/>
                <a:moveTo>
                  <a:pt x="1114547" y="851979"/>
                </a:moveTo>
                <a:cubicBezTo>
                  <a:pt x="1131317" y="851979"/>
                  <a:pt x="1144911" y="865573"/>
                  <a:pt x="1144911" y="882343"/>
                </a:cubicBezTo>
                <a:cubicBezTo>
                  <a:pt x="1144911" y="899112"/>
                  <a:pt x="1131317" y="912706"/>
                  <a:pt x="1114547" y="912706"/>
                </a:cubicBezTo>
                <a:cubicBezTo>
                  <a:pt x="1097778" y="912706"/>
                  <a:pt x="1084184" y="899112"/>
                  <a:pt x="1084184" y="882343"/>
                </a:cubicBezTo>
                <a:cubicBezTo>
                  <a:pt x="1084184" y="865573"/>
                  <a:pt x="1097778" y="851979"/>
                  <a:pt x="1114547" y="851979"/>
                </a:cubicBezTo>
                <a:close/>
                <a:moveTo>
                  <a:pt x="1041993" y="851979"/>
                </a:moveTo>
                <a:cubicBezTo>
                  <a:pt x="1058762" y="851979"/>
                  <a:pt x="1072356" y="865573"/>
                  <a:pt x="1072356" y="882343"/>
                </a:cubicBezTo>
                <a:cubicBezTo>
                  <a:pt x="1072356" y="899112"/>
                  <a:pt x="1058762" y="912706"/>
                  <a:pt x="1041993" y="912706"/>
                </a:cubicBezTo>
                <a:cubicBezTo>
                  <a:pt x="1025223" y="912706"/>
                  <a:pt x="1011629" y="899112"/>
                  <a:pt x="1011629" y="882343"/>
                </a:cubicBezTo>
                <a:cubicBezTo>
                  <a:pt x="1011629" y="865573"/>
                  <a:pt x="1025223" y="851979"/>
                  <a:pt x="1041993" y="851979"/>
                </a:cubicBezTo>
                <a:close/>
                <a:moveTo>
                  <a:pt x="969438" y="851979"/>
                </a:moveTo>
                <a:cubicBezTo>
                  <a:pt x="986208" y="851979"/>
                  <a:pt x="999801" y="865573"/>
                  <a:pt x="999801" y="882343"/>
                </a:cubicBezTo>
                <a:cubicBezTo>
                  <a:pt x="999801" y="899112"/>
                  <a:pt x="986208" y="912706"/>
                  <a:pt x="969438" y="912706"/>
                </a:cubicBezTo>
                <a:cubicBezTo>
                  <a:pt x="952669" y="912706"/>
                  <a:pt x="939075" y="899112"/>
                  <a:pt x="939075" y="882343"/>
                </a:cubicBezTo>
                <a:cubicBezTo>
                  <a:pt x="939075" y="865573"/>
                  <a:pt x="952669" y="851979"/>
                  <a:pt x="969438" y="851979"/>
                </a:cubicBezTo>
                <a:close/>
                <a:moveTo>
                  <a:pt x="896883" y="851979"/>
                </a:moveTo>
                <a:cubicBezTo>
                  <a:pt x="913653" y="851979"/>
                  <a:pt x="927247" y="865573"/>
                  <a:pt x="927247" y="882343"/>
                </a:cubicBezTo>
                <a:cubicBezTo>
                  <a:pt x="927247" y="899112"/>
                  <a:pt x="913653" y="912706"/>
                  <a:pt x="896883" y="912706"/>
                </a:cubicBezTo>
                <a:cubicBezTo>
                  <a:pt x="880114" y="912706"/>
                  <a:pt x="866520" y="899112"/>
                  <a:pt x="866520" y="882343"/>
                </a:cubicBezTo>
                <a:cubicBezTo>
                  <a:pt x="866520" y="865573"/>
                  <a:pt x="880114" y="851979"/>
                  <a:pt x="896883" y="851979"/>
                </a:cubicBezTo>
                <a:close/>
                <a:moveTo>
                  <a:pt x="824329" y="851979"/>
                </a:moveTo>
                <a:cubicBezTo>
                  <a:pt x="841098" y="851979"/>
                  <a:pt x="854692" y="865573"/>
                  <a:pt x="854692" y="882343"/>
                </a:cubicBezTo>
                <a:cubicBezTo>
                  <a:pt x="854692" y="899112"/>
                  <a:pt x="841098" y="912706"/>
                  <a:pt x="824329" y="912706"/>
                </a:cubicBezTo>
                <a:cubicBezTo>
                  <a:pt x="807559" y="912706"/>
                  <a:pt x="793965" y="899112"/>
                  <a:pt x="793965" y="882343"/>
                </a:cubicBezTo>
                <a:cubicBezTo>
                  <a:pt x="793965" y="865573"/>
                  <a:pt x="807559" y="851979"/>
                  <a:pt x="824329" y="851979"/>
                </a:cubicBezTo>
                <a:close/>
                <a:moveTo>
                  <a:pt x="751774" y="851979"/>
                </a:moveTo>
                <a:cubicBezTo>
                  <a:pt x="768544" y="851979"/>
                  <a:pt x="782138" y="865573"/>
                  <a:pt x="782138" y="882343"/>
                </a:cubicBezTo>
                <a:cubicBezTo>
                  <a:pt x="782138" y="899112"/>
                  <a:pt x="768544" y="912706"/>
                  <a:pt x="751774" y="912706"/>
                </a:cubicBezTo>
                <a:cubicBezTo>
                  <a:pt x="735005" y="912706"/>
                  <a:pt x="721411" y="899112"/>
                  <a:pt x="721411" y="882343"/>
                </a:cubicBezTo>
                <a:cubicBezTo>
                  <a:pt x="721411" y="865573"/>
                  <a:pt x="735005" y="851979"/>
                  <a:pt x="751774" y="851979"/>
                </a:cubicBezTo>
                <a:close/>
                <a:moveTo>
                  <a:pt x="679220" y="851979"/>
                </a:moveTo>
                <a:cubicBezTo>
                  <a:pt x="695989" y="851979"/>
                  <a:pt x="709583" y="865573"/>
                  <a:pt x="709583" y="882343"/>
                </a:cubicBezTo>
                <a:cubicBezTo>
                  <a:pt x="709583" y="899112"/>
                  <a:pt x="695989" y="912706"/>
                  <a:pt x="679220" y="912706"/>
                </a:cubicBezTo>
                <a:cubicBezTo>
                  <a:pt x="662450" y="912706"/>
                  <a:pt x="648856" y="899112"/>
                  <a:pt x="648856" y="882343"/>
                </a:cubicBezTo>
                <a:cubicBezTo>
                  <a:pt x="648856" y="865573"/>
                  <a:pt x="662450" y="851979"/>
                  <a:pt x="679220" y="851979"/>
                </a:cubicBezTo>
                <a:close/>
                <a:moveTo>
                  <a:pt x="606665" y="851979"/>
                </a:moveTo>
                <a:cubicBezTo>
                  <a:pt x="623435" y="851979"/>
                  <a:pt x="637029" y="865573"/>
                  <a:pt x="637029" y="882343"/>
                </a:cubicBezTo>
                <a:cubicBezTo>
                  <a:pt x="637029" y="899112"/>
                  <a:pt x="623435" y="912706"/>
                  <a:pt x="606665" y="912706"/>
                </a:cubicBezTo>
                <a:cubicBezTo>
                  <a:pt x="589896" y="912706"/>
                  <a:pt x="576302" y="899112"/>
                  <a:pt x="576302" y="882343"/>
                </a:cubicBezTo>
                <a:cubicBezTo>
                  <a:pt x="576302" y="865573"/>
                  <a:pt x="589896" y="851979"/>
                  <a:pt x="606665" y="851979"/>
                </a:cubicBezTo>
                <a:close/>
                <a:moveTo>
                  <a:pt x="534111" y="851979"/>
                </a:moveTo>
                <a:cubicBezTo>
                  <a:pt x="550880" y="851979"/>
                  <a:pt x="564474" y="865573"/>
                  <a:pt x="564474" y="882343"/>
                </a:cubicBezTo>
                <a:cubicBezTo>
                  <a:pt x="564474" y="899112"/>
                  <a:pt x="550880" y="912706"/>
                  <a:pt x="534111" y="912706"/>
                </a:cubicBezTo>
                <a:cubicBezTo>
                  <a:pt x="517341" y="912706"/>
                  <a:pt x="503747" y="899112"/>
                  <a:pt x="503747" y="882343"/>
                </a:cubicBezTo>
                <a:cubicBezTo>
                  <a:pt x="503747" y="865573"/>
                  <a:pt x="517341" y="851979"/>
                  <a:pt x="534111" y="851979"/>
                </a:cubicBezTo>
                <a:close/>
                <a:moveTo>
                  <a:pt x="461556" y="851979"/>
                </a:moveTo>
                <a:cubicBezTo>
                  <a:pt x="478326" y="851979"/>
                  <a:pt x="491920" y="865573"/>
                  <a:pt x="491920" y="882343"/>
                </a:cubicBezTo>
                <a:cubicBezTo>
                  <a:pt x="491920" y="899112"/>
                  <a:pt x="478326" y="912706"/>
                  <a:pt x="461556" y="912706"/>
                </a:cubicBezTo>
                <a:cubicBezTo>
                  <a:pt x="444787" y="912706"/>
                  <a:pt x="431192" y="899112"/>
                  <a:pt x="431192" y="882343"/>
                </a:cubicBezTo>
                <a:cubicBezTo>
                  <a:pt x="431192" y="865573"/>
                  <a:pt x="444787" y="851979"/>
                  <a:pt x="461556" y="851979"/>
                </a:cubicBezTo>
                <a:close/>
                <a:moveTo>
                  <a:pt x="389002" y="851979"/>
                </a:moveTo>
                <a:cubicBezTo>
                  <a:pt x="405771" y="851979"/>
                  <a:pt x="419365" y="865573"/>
                  <a:pt x="419365" y="882343"/>
                </a:cubicBezTo>
                <a:cubicBezTo>
                  <a:pt x="419365" y="899112"/>
                  <a:pt x="405771" y="912706"/>
                  <a:pt x="389002" y="912706"/>
                </a:cubicBezTo>
                <a:cubicBezTo>
                  <a:pt x="372232" y="912706"/>
                  <a:pt x="358638" y="899112"/>
                  <a:pt x="358638" y="882343"/>
                </a:cubicBezTo>
                <a:cubicBezTo>
                  <a:pt x="358638" y="865573"/>
                  <a:pt x="372232" y="851979"/>
                  <a:pt x="389002" y="851979"/>
                </a:cubicBezTo>
                <a:close/>
                <a:moveTo>
                  <a:pt x="316447" y="851979"/>
                </a:moveTo>
                <a:cubicBezTo>
                  <a:pt x="333216" y="851979"/>
                  <a:pt x="346810" y="865573"/>
                  <a:pt x="346810" y="882343"/>
                </a:cubicBezTo>
                <a:cubicBezTo>
                  <a:pt x="346810" y="899112"/>
                  <a:pt x="333216" y="912706"/>
                  <a:pt x="316447" y="912706"/>
                </a:cubicBezTo>
                <a:cubicBezTo>
                  <a:pt x="299677" y="912706"/>
                  <a:pt x="286084" y="899112"/>
                  <a:pt x="286084" y="882343"/>
                </a:cubicBezTo>
                <a:cubicBezTo>
                  <a:pt x="286084" y="865573"/>
                  <a:pt x="299677" y="851979"/>
                  <a:pt x="316447" y="851979"/>
                </a:cubicBezTo>
                <a:close/>
                <a:moveTo>
                  <a:pt x="243892" y="851979"/>
                </a:moveTo>
                <a:cubicBezTo>
                  <a:pt x="260662" y="851979"/>
                  <a:pt x="274256" y="865573"/>
                  <a:pt x="274256" y="882343"/>
                </a:cubicBezTo>
                <a:cubicBezTo>
                  <a:pt x="274256" y="899112"/>
                  <a:pt x="260662" y="912706"/>
                  <a:pt x="243892" y="912706"/>
                </a:cubicBezTo>
                <a:cubicBezTo>
                  <a:pt x="227123" y="912706"/>
                  <a:pt x="213529" y="899112"/>
                  <a:pt x="213529" y="882343"/>
                </a:cubicBezTo>
                <a:cubicBezTo>
                  <a:pt x="213529" y="865573"/>
                  <a:pt x="227123" y="851979"/>
                  <a:pt x="243892" y="851979"/>
                </a:cubicBezTo>
                <a:close/>
                <a:moveTo>
                  <a:pt x="171339" y="851979"/>
                </a:moveTo>
                <a:cubicBezTo>
                  <a:pt x="188107" y="851979"/>
                  <a:pt x="201701" y="865573"/>
                  <a:pt x="201701" y="882343"/>
                </a:cubicBezTo>
                <a:cubicBezTo>
                  <a:pt x="201701" y="899112"/>
                  <a:pt x="188107" y="912706"/>
                  <a:pt x="171339" y="912706"/>
                </a:cubicBezTo>
                <a:cubicBezTo>
                  <a:pt x="154651" y="912706"/>
                  <a:pt x="141056" y="899112"/>
                  <a:pt x="141056" y="882343"/>
                </a:cubicBezTo>
                <a:cubicBezTo>
                  <a:pt x="141056" y="865573"/>
                  <a:pt x="154651" y="851979"/>
                  <a:pt x="171339" y="851979"/>
                </a:cubicBezTo>
                <a:close/>
                <a:moveTo>
                  <a:pt x="98877" y="851979"/>
                </a:moveTo>
                <a:cubicBezTo>
                  <a:pt x="115640" y="851979"/>
                  <a:pt x="129234" y="865573"/>
                  <a:pt x="129234" y="882343"/>
                </a:cubicBezTo>
                <a:cubicBezTo>
                  <a:pt x="129234" y="899112"/>
                  <a:pt x="115640" y="912706"/>
                  <a:pt x="98877" y="912706"/>
                </a:cubicBezTo>
                <a:cubicBezTo>
                  <a:pt x="82106" y="912706"/>
                  <a:pt x="68511" y="899112"/>
                  <a:pt x="68511" y="882343"/>
                </a:cubicBezTo>
                <a:cubicBezTo>
                  <a:pt x="68511" y="865573"/>
                  <a:pt x="82106" y="851979"/>
                  <a:pt x="98877" y="851979"/>
                </a:cubicBezTo>
                <a:close/>
                <a:moveTo>
                  <a:pt x="26322" y="851979"/>
                </a:moveTo>
                <a:cubicBezTo>
                  <a:pt x="43087" y="851979"/>
                  <a:pt x="56682" y="865573"/>
                  <a:pt x="56682" y="882343"/>
                </a:cubicBezTo>
                <a:cubicBezTo>
                  <a:pt x="56682" y="899112"/>
                  <a:pt x="43087" y="912706"/>
                  <a:pt x="26322" y="912706"/>
                </a:cubicBezTo>
                <a:cubicBezTo>
                  <a:pt x="17937" y="912706"/>
                  <a:pt x="10346" y="909308"/>
                  <a:pt x="4851" y="903813"/>
                </a:cubicBezTo>
                <a:lnTo>
                  <a:pt x="0" y="892101"/>
                </a:lnTo>
                <a:lnTo>
                  <a:pt x="0" y="872585"/>
                </a:lnTo>
                <a:lnTo>
                  <a:pt x="4851" y="860872"/>
                </a:lnTo>
                <a:cubicBezTo>
                  <a:pt x="10346" y="855378"/>
                  <a:pt x="17937" y="851979"/>
                  <a:pt x="26322" y="851979"/>
                </a:cubicBezTo>
                <a:close/>
                <a:moveTo>
                  <a:pt x="1622429" y="771528"/>
                </a:moveTo>
                <a:lnTo>
                  <a:pt x="1633158" y="773694"/>
                </a:lnTo>
                <a:lnTo>
                  <a:pt x="1618313" y="831424"/>
                </a:lnTo>
                <a:lnTo>
                  <a:pt x="1610610" y="829868"/>
                </a:lnTo>
                <a:cubicBezTo>
                  <a:pt x="1599712" y="825259"/>
                  <a:pt x="1592066" y="814469"/>
                  <a:pt x="1592066" y="801891"/>
                </a:cubicBezTo>
                <a:cubicBezTo>
                  <a:pt x="1592066" y="785122"/>
                  <a:pt x="1605659" y="771528"/>
                  <a:pt x="1622429" y="771528"/>
                </a:cubicBezTo>
                <a:close/>
                <a:moveTo>
                  <a:pt x="1549874" y="771528"/>
                </a:moveTo>
                <a:cubicBezTo>
                  <a:pt x="1566644" y="771528"/>
                  <a:pt x="1580238" y="785122"/>
                  <a:pt x="1580238" y="801891"/>
                </a:cubicBezTo>
                <a:cubicBezTo>
                  <a:pt x="1580238" y="818661"/>
                  <a:pt x="1566644" y="832255"/>
                  <a:pt x="1549874" y="832255"/>
                </a:cubicBezTo>
                <a:cubicBezTo>
                  <a:pt x="1533105" y="832255"/>
                  <a:pt x="1519511" y="818661"/>
                  <a:pt x="1519511" y="801891"/>
                </a:cubicBezTo>
                <a:cubicBezTo>
                  <a:pt x="1519511" y="785122"/>
                  <a:pt x="1533105" y="771528"/>
                  <a:pt x="1549874" y="771528"/>
                </a:cubicBezTo>
                <a:close/>
                <a:moveTo>
                  <a:pt x="1477320" y="771528"/>
                </a:moveTo>
                <a:cubicBezTo>
                  <a:pt x="1494089" y="771528"/>
                  <a:pt x="1507683" y="785122"/>
                  <a:pt x="1507683" y="801891"/>
                </a:cubicBezTo>
                <a:cubicBezTo>
                  <a:pt x="1507683" y="818661"/>
                  <a:pt x="1494089" y="832255"/>
                  <a:pt x="1477320" y="832255"/>
                </a:cubicBezTo>
                <a:cubicBezTo>
                  <a:pt x="1460550" y="832255"/>
                  <a:pt x="1446956" y="818661"/>
                  <a:pt x="1446956" y="801891"/>
                </a:cubicBezTo>
                <a:cubicBezTo>
                  <a:pt x="1446956" y="785122"/>
                  <a:pt x="1460550" y="771528"/>
                  <a:pt x="1477320" y="771528"/>
                </a:cubicBezTo>
                <a:close/>
                <a:moveTo>
                  <a:pt x="1404765" y="771528"/>
                </a:moveTo>
                <a:cubicBezTo>
                  <a:pt x="1421535" y="771528"/>
                  <a:pt x="1435129" y="785122"/>
                  <a:pt x="1435129" y="801891"/>
                </a:cubicBezTo>
                <a:cubicBezTo>
                  <a:pt x="1435129" y="818661"/>
                  <a:pt x="1421535" y="832255"/>
                  <a:pt x="1404765" y="832255"/>
                </a:cubicBezTo>
                <a:cubicBezTo>
                  <a:pt x="1387996" y="832255"/>
                  <a:pt x="1374402" y="818661"/>
                  <a:pt x="1374402" y="801891"/>
                </a:cubicBezTo>
                <a:cubicBezTo>
                  <a:pt x="1374402" y="785122"/>
                  <a:pt x="1387996" y="771528"/>
                  <a:pt x="1404765" y="771528"/>
                </a:cubicBezTo>
                <a:close/>
                <a:moveTo>
                  <a:pt x="1332211" y="771528"/>
                </a:moveTo>
                <a:cubicBezTo>
                  <a:pt x="1348980" y="771528"/>
                  <a:pt x="1362574" y="785122"/>
                  <a:pt x="1362574" y="801891"/>
                </a:cubicBezTo>
                <a:cubicBezTo>
                  <a:pt x="1362574" y="818661"/>
                  <a:pt x="1348980" y="832255"/>
                  <a:pt x="1332211" y="832255"/>
                </a:cubicBezTo>
                <a:cubicBezTo>
                  <a:pt x="1315441" y="832255"/>
                  <a:pt x="1301847" y="818661"/>
                  <a:pt x="1301847" y="801891"/>
                </a:cubicBezTo>
                <a:cubicBezTo>
                  <a:pt x="1301847" y="785122"/>
                  <a:pt x="1315441" y="771528"/>
                  <a:pt x="1332211" y="771528"/>
                </a:cubicBezTo>
                <a:close/>
                <a:moveTo>
                  <a:pt x="1259656" y="771528"/>
                </a:moveTo>
                <a:cubicBezTo>
                  <a:pt x="1276426" y="771528"/>
                  <a:pt x="1290020" y="785122"/>
                  <a:pt x="1290020" y="801891"/>
                </a:cubicBezTo>
                <a:cubicBezTo>
                  <a:pt x="1290020" y="818661"/>
                  <a:pt x="1276426" y="832255"/>
                  <a:pt x="1259656" y="832255"/>
                </a:cubicBezTo>
                <a:cubicBezTo>
                  <a:pt x="1242887" y="832255"/>
                  <a:pt x="1229293" y="818661"/>
                  <a:pt x="1229293" y="801891"/>
                </a:cubicBezTo>
                <a:cubicBezTo>
                  <a:pt x="1229293" y="785122"/>
                  <a:pt x="1242887" y="771528"/>
                  <a:pt x="1259656" y="771528"/>
                </a:cubicBezTo>
                <a:close/>
                <a:moveTo>
                  <a:pt x="1187102" y="771528"/>
                </a:moveTo>
                <a:cubicBezTo>
                  <a:pt x="1203871" y="771528"/>
                  <a:pt x="1217465" y="785122"/>
                  <a:pt x="1217465" y="801891"/>
                </a:cubicBezTo>
                <a:cubicBezTo>
                  <a:pt x="1217465" y="818661"/>
                  <a:pt x="1203871" y="832255"/>
                  <a:pt x="1187102" y="832255"/>
                </a:cubicBezTo>
                <a:cubicBezTo>
                  <a:pt x="1170332" y="832255"/>
                  <a:pt x="1156738" y="818661"/>
                  <a:pt x="1156738" y="801891"/>
                </a:cubicBezTo>
                <a:cubicBezTo>
                  <a:pt x="1156738" y="785122"/>
                  <a:pt x="1170332" y="771528"/>
                  <a:pt x="1187102" y="771528"/>
                </a:cubicBezTo>
                <a:close/>
                <a:moveTo>
                  <a:pt x="1114547" y="771528"/>
                </a:moveTo>
                <a:cubicBezTo>
                  <a:pt x="1131317" y="771528"/>
                  <a:pt x="1144911" y="785122"/>
                  <a:pt x="1144911" y="801891"/>
                </a:cubicBezTo>
                <a:cubicBezTo>
                  <a:pt x="1144911" y="818661"/>
                  <a:pt x="1131317" y="832255"/>
                  <a:pt x="1114547" y="832255"/>
                </a:cubicBezTo>
                <a:cubicBezTo>
                  <a:pt x="1097778" y="832255"/>
                  <a:pt x="1084184" y="818661"/>
                  <a:pt x="1084184" y="801891"/>
                </a:cubicBezTo>
                <a:cubicBezTo>
                  <a:pt x="1084184" y="785122"/>
                  <a:pt x="1097778" y="771528"/>
                  <a:pt x="1114547" y="771528"/>
                </a:cubicBezTo>
                <a:close/>
                <a:moveTo>
                  <a:pt x="1041993" y="771528"/>
                </a:moveTo>
                <a:cubicBezTo>
                  <a:pt x="1058762" y="771528"/>
                  <a:pt x="1072356" y="785122"/>
                  <a:pt x="1072356" y="801891"/>
                </a:cubicBezTo>
                <a:cubicBezTo>
                  <a:pt x="1072356" y="818661"/>
                  <a:pt x="1058762" y="832255"/>
                  <a:pt x="1041993" y="832255"/>
                </a:cubicBezTo>
                <a:cubicBezTo>
                  <a:pt x="1025223" y="832255"/>
                  <a:pt x="1011629" y="818661"/>
                  <a:pt x="1011629" y="801891"/>
                </a:cubicBezTo>
                <a:cubicBezTo>
                  <a:pt x="1011629" y="785122"/>
                  <a:pt x="1025223" y="771528"/>
                  <a:pt x="1041993" y="771528"/>
                </a:cubicBezTo>
                <a:close/>
                <a:moveTo>
                  <a:pt x="969438" y="771528"/>
                </a:moveTo>
                <a:cubicBezTo>
                  <a:pt x="986208" y="771528"/>
                  <a:pt x="999801" y="785122"/>
                  <a:pt x="999801" y="801891"/>
                </a:cubicBezTo>
                <a:cubicBezTo>
                  <a:pt x="999801" y="818661"/>
                  <a:pt x="986208" y="832255"/>
                  <a:pt x="969438" y="832255"/>
                </a:cubicBezTo>
                <a:cubicBezTo>
                  <a:pt x="952669" y="832255"/>
                  <a:pt x="939075" y="818661"/>
                  <a:pt x="939075" y="801891"/>
                </a:cubicBezTo>
                <a:cubicBezTo>
                  <a:pt x="939075" y="785122"/>
                  <a:pt x="952669" y="771528"/>
                  <a:pt x="969438" y="771528"/>
                </a:cubicBezTo>
                <a:close/>
                <a:moveTo>
                  <a:pt x="896883" y="771528"/>
                </a:moveTo>
                <a:cubicBezTo>
                  <a:pt x="913653" y="771528"/>
                  <a:pt x="927247" y="785122"/>
                  <a:pt x="927247" y="801891"/>
                </a:cubicBezTo>
                <a:cubicBezTo>
                  <a:pt x="927247" y="818661"/>
                  <a:pt x="913653" y="832255"/>
                  <a:pt x="896883" y="832255"/>
                </a:cubicBezTo>
                <a:cubicBezTo>
                  <a:pt x="880114" y="832255"/>
                  <a:pt x="866520" y="818661"/>
                  <a:pt x="866520" y="801891"/>
                </a:cubicBezTo>
                <a:cubicBezTo>
                  <a:pt x="866520" y="785122"/>
                  <a:pt x="880114" y="771528"/>
                  <a:pt x="896883" y="771528"/>
                </a:cubicBezTo>
                <a:close/>
                <a:moveTo>
                  <a:pt x="824329" y="771528"/>
                </a:moveTo>
                <a:cubicBezTo>
                  <a:pt x="841098" y="771528"/>
                  <a:pt x="854692" y="785122"/>
                  <a:pt x="854692" y="801891"/>
                </a:cubicBezTo>
                <a:cubicBezTo>
                  <a:pt x="854692" y="818661"/>
                  <a:pt x="841098" y="832255"/>
                  <a:pt x="824329" y="832255"/>
                </a:cubicBezTo>
                <a:cubicBezTo>
                  <a:pt x="807559" y="832255"/>
                  <a:pt x="793965" y="818661"/>
                  <a:pt x="793965" y="801891"/>
                </a:cubicBezTo>
                <a:cubicBezTo>
                  <a:pt x="793965" y="785122"/>
                  <a:pt x="807559" y="771528"/>
                  <a:pt x="824329" y="771528"/>
                </a:cubicBezTo>
                <a:close/>
                <a:moveTo>
                  <a:pt x="751774" y="771528"/>
                </a:moveTo>
                <a:cubicBezTo>
                  <a:pt x="768544" y="771528"/>
                  <a:pt x="782138" y="785122"/>
                  <a:pt x="782138" y="801891"/>
                </a:cubicBezTo>
                <a:cubicBezTo>
                  <a:pt x="782138" y="818661"/>
                  <a:pt x="768544" y="832255"/>
                  <a:pt x="751774" y="832255"/>
                </a:cubicBezTo>
                <a:cubicBezTo>
                  <a:pt x="735005" y="832255"/>
                  <a:pt x="721411" y="818661"/>
                  <a:pt x="721411" y="801891"/>
                </a:cubicBezTo>
                <a:cubicBezTo>
                  <a:pt x="721411" y="785122"/>
                  <a:pt x="735005" y="771528"/>
                  <a:pt x="751774" y="771528"/>
                </a:cubicBezTo>
                <a:close/>
                <a:moveTo>
                  <a:pt x="679220" y="771528"/>
                </a:moveTo>
                <a:cubicBezTo>
                  <a:pt x="695989" y="771528"/>
                  <a:pt x="709583" y="785122"/>
                  <a:pt x="709583" y="801891"/>
                </a:cubicBezTo>
                <a:cubicBezTo>
                  <a:pt x="709583" y="818661"/>
                  <a:pt x="695989" y="832255"/>
                  <a:pt x="679220" y="832255"/>
                </a:cubicBezTo>
                <a:cubicBezTo>
                  <a:pt x="662450" y="832255"/>
                  <a:pt x="648856" y="818661"/>
                  <a:pt x="648856" y="801891"/>
                </a:cubicBezTo>
                <a:cubicBezTo>
                  <a:pt x="648856" y="785122"/>
                  <a:pt x="662450" y="771528"/>
                  <a:pt x="679220" y="771528"/>
                </a:cubicBezTo>
                <a:close/>
                <a:moveTo>
                  <a:pt x="606665" y="771528"/>
                </a:moveTo>
                <a:cubicBezTo>
                  <a:pt x="623435" y="771528"/>
                  <a:pt x="637029" y="785122"/>
                  <a:pt x="637029" y="801891"/>
                </a:cubicBezTo>
                <a:cubicBezTo>
                  <a:pt x="637029" y="818661"/>
                  <a:pt x="623435" y="832255"/>
                  <a:pt x="606665" y="832255"/>
                </a:cubicBezTo>
                <a:cubicBezTo>
                  <a:pt x="589896" y="832255"/>
                  <a:pt x="576302" y="818661"/>
                  <a:pt x="576302" y="801891"/>
                </a:cubicBezTo>
                <a:cubicBezTo>
                  <a:pt x="576302" y="785122"/>
                  <a:pt x="589896" y="771528"/>
                  <a:pt x="606665" y="771528"/>
                </a:cubicBezTo>
                <a:close/>
                <a:moveTo>
                  <a:pt x="534111" y="771528"/>
                </a:moveTo>
                <a:cubicBezTo>
                  <a:pt x="550880" y="771528"/>
                  <a:pt x="564474" y="785122"/>
                  <a:pt x="564474" y="801891"/>
                </a:cubicBezTo>
                <a:cubicBezTo>
                  <a:pt x="564474" y="818661"/>
                  <a:pt x="550880" y="832255"/>
                  <a:pt x="534111" y="832255"/>
                </a:cubicBezTo>
                <a:cubicBezTo>
                  <a:pt x="517341" y="832255"/>
                  <a:pt x="503747" y="818661"/>
                  <a:pt x="503747" y="801891"/>
                </a:cubicBezTo>
                <a:cubicBezTo>
                  <a:pt x="503747" y="785122"/>
                  <a:pt x="517341" y="771528"/>
                  <a:pt x="534111" y="771528"/>
                </a:cubicBezTo>
                <a:close/>
                <a:moveTo>
                  <a:pt x="461556" y="771528"/>
                </a:moveTo>
                <a:cubicBezTo>
                  <a:pt x="478326" y="771528"/>
                  <a:pt x="491920" y="785122"/>
                  <a:pt x="491920" y="801891"/>
                </a:cubicBezTo>
                <a:cubicBezTo>
                  <a:pt x="491920" y="818661"/>
                  <a:pt x="478326" y="832255"/>
                  <a:pt x="461556" y="832255"/>
                </a:cubicBezTo>
                <a:cubicBezTo>
                  <a:pt x="444787" y="832255"/>
                  <a:pt x="431192" y="818661"/>
                  <a:pt x="431192" y="801891"/>
                </a:cubicBezTo>
                <a:cubicBezTo>
                  <a:pt x="431192" y="785122"/>
                  <a:pt x="444787" y="771528"/>
                  <a:pt x="461556" y="771528"/>
                </a:cubicBezTo>
                <a:close/>
                <a:moveTo>
                  <a:pt x="389002" y="771528"/>
                </a:moveTo>
                <a:cubicBezTo>
                  <a:pt x="405771" y="771528"/>
                  <a:pt x="419365" y="785122"/>
                  <a:pt x="419365" y="801891"/>
                </a:cubicBezTo>
                <a:cubicBezTo>
                  <a:pt x="419365" y="818661"/>
                  <a:pt x="405771" y="832255"/>
                  <a:pt x="389002" y="832255"/>
                </a:cubicBezTo>
                <a:cubicBezTo>
                  <a:pt x="372232" y="832255"/>
                  <a:pt x="358638" y="818661"/>
                  <a:pt x="358638" y="801891"/>
                </a:cubicBezTo>
                <a:cubicBezTo>
                  <a:pt x="358638" y="785122"/>
                  <a:pt x="372232" y="771528"/>
                  <a:pt x="389002" y="771528"/>
                </a:cubicBezTo>
                <a:close/>
                <a:moveTo>
                  <a:pt x="316447" y="771528"/>
                </a:moveTo>
                <a:cubicBezTo>
                  <a:pt x="333216" y="771528"/>
                  <a:pt x="346810" y="785122"/>
                  <a:pt x="346810" y="801891"/>
                </a:cubicBezTo>
                <a:cubicBezTo>
                  <a:pt x="346810" y="818661"/>
                  <a:pt x="333216" y="832255"/>
                  <a:pt x="316447" y="832255"/>
                </a:cubicBezTo>
                <a:cubicBezTo>
                  <a:pt x="299677" y="832255"/>
                  <a:pt x="286084" y="818661"/>
                  <a:pt x="286084" y="801891"/>
                </a:cubicBezTo>
                <a:cubicBezTo>
                  <a:pt x="286084" y="785122"/>
                  <a:pt x="299677" y="771528"/>
                  <a:pt x="316447" y="771528"/>
                </a:cubicBezTo>
                <a:close/>
                <a:moveTo>
                  <a:pt x="243892" y="771528"/>
                </a:moveTo>
                <a:cubicBezTo>
                  <a:pt x="260662" y="771528"/>
                  <a:pt x="274256" y="785122"/>
                  <a:pt x="274256" y="801891"/>
                </a:cubicBezTo>
                <a:cubicBezTo>
                  <a:pt x="274256" y="818661"/>
                  <a:pt x="260662" y="832255"/>
                  <a:pt x="243892" y="832255"/>
                </a:cubicBezTo>
                <a:cubicBezTo>
                  <a:pt x="227123" y="832255"/>
                  <a:pt x="213529" y="818661"/>
                  <a:pt x="213529" y="801891"/>
                </a:cubicBezTo>
                <a:cubicBezTo>
                  <a:pt x="213529" y="785122"/>
                  <a:pt x="227123" y="771528"/>
                  <a:pt x="243892" y="771528"/>
                </a:cubicBezTo>
                <a:close/>
                <a:moveTo>
                  <a:pt x="171339" y="771528"/>
                </a:moveTo>
                <a:cubicBezTo>
                  <a:pt x="188107" y="771528"/>
                  <a:pt x="201701" y="785122"/>
                  <a:pt x="201701" y="801891"/>
                </a:cubicBezTo>
                <a:cubicBezTo>
                  <a:pt x="201701" y="818661"/>
                  <a:pt x="188107" y="832255"/>
                  <a:pt x="171339" y="832255"/>
                </a:cubicBezTo>
                <a:cubicBezTo>
                  <a:pt x="154656" y="832255"/>
                  <a:pt x="141062" y="818661"/>
                  <a:pt x="141062" y="801891"/>
                </a:cubicBezTo>
                <a:cubicBezTo>
                  <a:pt x="141062" y="785122"/>
                  <a:pt x="154656" y="771528"/>
                  <a:pt x="171339" y="771528"/>
                </a:cubicBezTo>
                <a:close/>
                <a:moveTo>
                  <a:pt x="98884" y="771528"/>
                </a:moveTo>
                <a:cubicBezTo>
                  <a:pt x="115646" y="771528"/>
                  <a:pt x="129240" y="785122"/>
                  <a:pt x="129240" y="801891"/>
                </a:cubicBezTo>
                <a:cubicBezTo>
                  <a:pt x="129240" y="818661"/>
                  <a:pt x="115646" y="832255"/>
                  <a:pt x="98884" y="832255"/>
                </a:cubicBezTo>
                <a:cubicBezTo>
                  <a:pt x="82112" y="832255"/>
                  <a:pt x="68517" y="818661"/>
                  <a:pt x="68517" y="801891"/>
                </a:cubicBezTo>
                <a:cubicBezTo>
                  <a:pt x="68517" y="785122"/>
                  <a:pt x="82112" y="771528"/>
                  <a:pt x="98884" y="771528"/>
                </a:cubicBezTo>
                <a:close/>
                <a:moveTo>
                  <a:pt x="26329" y="771528"/>
                </a:moveTo>
                <a:cubicBezTo>
                  <a:pt x="43093" y="771528"/>
                  <a:pt x="56688" y="785122"/>
                  <a:pt x="56688" y="801891"/>
                </a:cubicBezTo>
                <a:cubicBezTo>
                  <a:pt x="56688" y="818661"/>
                  <a:pt x="43093" y="832255"/>
                  <a:pt x="26329" y="832255"/>
                </a:cubicBezTo>
                <a:cubicBezTo>
                  <a:pt x="17944" y="832255"/>
                  <a:pt x="10353" y="828857"/>
                  <a:pt x="4858" y="823362"/>
                </a:cubicBezTo>
                <a:lnTo>
                  <a:pt x="0" y="811633"/>
                </a:lnTo>
                <a:lnTo>
                  <a:pt x="0" y="792150"/>
                </a:lnTo>
                <a:lnTo>
                  <a:pt x="4858" y="780421"/>
                </a:lnTo>
                <a:cubicBezTo>
                  <a:pt x="10353" y="774927"/>
                  <a:pt x="17944" y="771528"/>
                  <a:pt x="26329" y="771528"/>
                </a:cubicBezTo>
                <a:close/>
                <a:moveTo>
                  <a:pt x="1622429" y="691076"/>
                </a:moveTo>
                <a:cubicBezTo>
                  <a:pt x="1630814" y="691076"/>
                  <a:pt x="1638404" y="694475"/>
                  <a:pt x="1643899" y="699969"/>
                </a:cubicBezTo>
                <a:lnTo>
                  <a:pt x="1647739" y="709237"/>
                </a:lnTo>
                <a:lnTo>
                  <a:pt x="1644828" y="728305"/>
                </a:lnTo>
                <a:lnTo>
                  <a:pt x="1640480" y="745215"/>
                </a:lnTo>
                <a:lnTo>
                  <a:pt x="1634248" y="749417"/>
                </a:lnTo>
                <a:cubicBezTo>
                  <a:pt x="1630615" y="750953"/>
                  <a:pt x="1626621" y="751803"/>
                  <a:pt x="1622429" y="751803"/>
                </a:cubicBezTo>
                <a:cubicBezTo>
                  <a:pt x="1605659" y="751803"/>
                  <a:pt x="1592066" y="738209"/>
                  <a:pt x="1592066" y="721440"/>
                </a:cubicBezTo>
                <a:cubicBezTo>
                  <a:pt x="1592066" y="704670"/>
                  <a:pt x="1605659" y="691076"/>
                  <a:pt x="1622429" y="691076"/>
                </a:cubicBezTo>
                <a:close/>
                <a:moveTo>
                  <a:pt x="1549874" y="691076"/>
                </a:moveTo>
                <a:cubicBezTo>
                  <a:pt x="1566644" y="691076"/>
                  <a:pt x="1580238" y="704670"/>
                  <a:pt x="1580238" y="721440"/>
                </a:cubicBezTo>
                <a:cubicBezTo>
                  <a:pt x="1580238" y="738209"/>
                  <a:pt x="1566644" y="751803"/>
                  <a:pt x="1549874" y="751803"/>
                </a:cubicBezTo>
                <a:cubicBezTo>
                  <a:pt x="1533105" y="751803"/>
                  <a:pt x="1519511" y="738209"/>
                  <a:pt x="1519511" y="721440"/>
                </a:cubicBezTo>
                <a:cubicBezTo>
                  <a:pt x="1519511" y="704670"/>
                  <a:pt x="1533105" y="691076"/>
                  <a:pt x="1549874" y="691076"/>
                </a:cubicBezTo>
                <a:close/>
                <a:moveTo>
                  <a:pt x="1477320" y="691076"/>
                </a:moveTo>
                <a:cubicBezTo>
                  <a:pt x="1494089" y="691076"/>
                  <a:pt x="1507683" y="704670"/>
                  <a:pt x="1507683" y="721440"/>
                </a:cubicBezTo>
                <a:cubicBezTo>
                  <a:pt x="1507683" y="738209"/>
                  <a:pt x="1494089" y="751803"/>
                  <a:pt x="1477320" y="751803"/>
                </a:cubicBezTo>
                <a:cubicBezTo>
                  <a:pt x="1460550" y="751803"/>
                  <a:pt x="1446956" y="738209"/>
                  <a:pt x="1446956" y="721440"/>
                </a:cubicBezTo>
                <a:cubicBezTo>
                  <a:pt x="1446956" y="704670"/>
                  <a:pt x="1460550" y="691076"/>
                  <a:pt x="1477320" y="691076"/>
                </a:cubicBezTo>
                <a:close/>
                <a:moveTo>
                  <a:pt x="1404765" y="691076"/>
                </a:moveTo>
                <a:cubicBezTo>
                  <a:pt x="1421535" y="691076"/>
                  <a:pt x="1435129" y="704670"/>
                  <a:pt x="1435129" y="721440"/>
                </a:cubicBezTo>
                <a:cubicBezTo>
                  <a:pt x="1435129" y="738209"/>
                  <a:pt x="1421535" y="751803"/>
                  <a:pt x="1404765" y="751803"/>
                </a:cubicBezTo>
                <a:cubicBezTo>
                  <a:pt x="1387996" y="751803"/>
                  <a:pt x="1374402" y="738209"/>
                  <a:pt x="1374402" y="721440"/>
                </a:cubicBezTo>
                <a:cubicBezTo>
                  <a:pt x="1374402" y="704670"/>
                  <a:pt x="1387996" y="691076"/>
                  <a:pt x="1404765" y="691076"/>
                </a:cubicBezTo>
                <a:close/>
                <a:moveTo>
                  <a:pt x="1332211" y="691076"/>
                </a:moveTo>
                <a:cubicBezTo>
                  <a:pt x="1348980" y="691076"/>
                  <a:pt x="1362574" y="704670"/>
                  <a:pt x="1362574" y="721440"/>
                </a:cubicBezTo>
                <a:cubicBezTo>
                  <a:pt x="1362574" y="738209"/>
                  <a:pt x="1348980" y="751803"/>
                  <a:pt x="1332211" y="751803"/>
                </a:cubicBezTo>
                <a:cubicBezTo>
                  <a:pt x="1315441" y="751803"/>
                  <a:pt x="1301847" y="738209"/>
                  <a:pt x="1301847" y="721440"/>
                </a:cubicBezTo>
                <a:cubicBezTo>
                  <a:pt x="1301847" y="704670"/>
                  <a:pt x="1315441" y="691076"/>
                  <a:pt x="1332211" y="691076"/>
                </a:cubicBezTo>
                <a:close/>
                <a:moveTo>
                  <a:pt x="1259656" y="691076"/>
                </a:moveTo>
                <a:cubicBezTo>
                  <a:pt x="1276426" y="691076"/>
                  <a:pt x="1290020" y="704670"/>
                  <a:pt x="1290020" y="721440"/>
                </a:cubicBezTo>
                <a:cubicBezTo>
                  <a:pt x="1290020" y="738209"/>
                  <a:pt x="1276426" y="751803"/>
                  <a:pt x="1259656" y="751803"/>
                </a:cubicBezTo>
                <a:cubicBezTo>
                  <a:pt x="1242887" y="751803"/>
                  <a:pt x="1229293" y="738209"/>
                  <a:pt x="1229293" y="721440"/>
                </a:cubicBezTo>
                <a:cubicBezTo>
                  <a:pt x="1229293" y="704670"/>
                  <a:pt x="1242887" y="691076"/>
                  <a:pt x="1259656" y="691076"/>
                </a:cubicBezTo>
                <a:close/>
                <a:moveTo>
                  <a:pt x="1187102" y="691076"/>
                </a:moveTo>
                <a:cubicBezTo>
                  <a:pt x="1203871" y="691076"/>
                  <a:pt x="1217465" y="704670"/>
                  <a:pt x="1217465" y="721440"/>
                </a:cubicBezTo>
                <a:cubicBezTo>
                  <a:pt x="1217465" y="738209"/>
                  <a:pt x="1203871" y="751803"/>
                  <a:pt x="1187102" y="751803"/>
                </a:cubicBezTo>
                <a:cubicBezTo>
                  <a:pt x="1170332" y="751803"/>
                  <a:pt x="1156738" y="738209"/>
                  <a:pt x="1156738" y="721440"/>
                </a:cubicBezTo>
                <a:cubicBezTo>
                  <a:pt x="1156738" y="704670"/>
                  <a:pt x="1170332" y="691076"/>
                  <a:pt x="1187102" y="691076"/>
                </a:cubicBezTo>
                <a:close/>
                <a:moveTo>
                  <a:pt x="1114547" y="691076"/>
                </a:moveTo>
                <a:cubicBezTo>
                  <a:pt x="1131317" y="691076"/>
                  <a:pt x="1144911" y="704670"/>
                  <a:pt x="1144911" y="721440"/>
                </a:cubicBezTo>
                <a:cubicBezTo>
                  <a:pt x="1144911" y="738209"/>
                  <a:pt x="1131317" y="751803"/>
                  <a:pt x="1114547" y="751803"/>
                </a:cubicBezTo>
                <a:cubicBezTo>
                  <a:pt x="1097778" y="751803"/>
                  <a:pt x="1084184" y="738209"/>
                  <a:pt x="1084184" y="721440"/>
                </a:cubicBezTo>
                <a:cubicBezTo>
                  <a:pt x="1084184" y="704670"/>
                  <a:pt x="1097778" y="691076"/>
                  <a:pt x="1114547" y="691076"/>
                </a:cubicBezTo>
                <a:close/>
                <a:moveTo>
                  <a:pt x="1041993" y="691076"/>
                </a:moveTo>
                <a:cubicBezTo>
                  <a:pt x="1058762" y="691076"/>
                  <a:pt x="1072356" y="704670"/>
                  <a:pt x="1072356" y="721440"/>
                </a:cubicBezTo>
                <a:cubicBezTo>
                  <a:pt x="1072356" y="738209"/>
                  <a:pt x="1058762" y="751803"/>
                  <a:pt x="1041993" y="751803"/>
                </a:cubicBezTo>
                <a:cubicBezTo>
                  <a:pt x="1025223" y="751803"/>
                  <a:pt x="1011629" y="738209"/>
                  <a:pt x="1011629" y="721440"/>
                </a:cubicBezTo>
                <a:cubicBezTo>
                  <a:pt x="1011629" y="704670"/>
                  <a:pt x="1025223" y="691076"/>
                  <a:pt x="1041993" y="691076"/>
                </a:cubicBezTo>
                <a:close/>
                <a:moveTo>
                  <a:pt x="969438" y="691076"/>
                </a:moveTo>
                <a:cubicBezTo>
                  <a:pt x="986208" y="691076"/>
                  <a:pt x="999801" y="704670"/>
                  <a:pt x="999801" y="721440"/>
                </a:cubicBezTo>
                <a:cubicBezTo>
                  <a:pt x="999801" y="738209"/>
                  <a:pt x="986208" y="751803"/>
                  <a:pt x="969438" y="751803"/>
                </a:cubicBezTo>
                <a:cubicBezTo>
                  <a:pt x="952669" y="751803"/>
                  <a:pt x="939075" y="738209"/>
                  <a:pt x="939075" y="721440"/>
                </a:cubicBezTo>
                <a:cubicBezTo>
                  <a:pt x="939075" y="704670"/>
                  <a:pt x="952669" y="691076"/>
                  <a:pt x="969438" y="691076"/>
                </a:cubicBezTo>
                <a:close/>
                <a:moveTo>
                  <a:pt x="896883" y="691076"/>
                </a:moveTo>
                <a:cubicBezTo>
                  <a:pt x="913653" y="691076"/>
                  <a:pt x="927247" y="704670"/>
                  <a:pt x="927247" y="721440"/>
                </a:cubicBezTo>
                <a:cubicBezTo>
                  <a:pt x="927247" y="738209"/>
                  <a:pt x="913653" y="751803"/>
                  <a:pt x="896883" y="751803"/>
                </a:cubicBezTo>
                <a:cubicBezTo>
                  <a:pt x="880114" y="751803"/>
                  <a:pt x="866520" y="738209"/>
                  <a:pt x="866520" y="721440"/>
                </a:cubicBezTo>
                <a:cubicBezTo>
                  <a:pt x="866520" y="704670"/>
                  <a:pt x="880114" y="691076"/>
                  <a:pt x="896883" y="691076"/>
                </a:cubicBezTo>
                <a:close/>
                <a:moveTo>
                  <a:pt x="824329" y="691076"/>
                </a:moveTo>
                <a:cubicBezTo>
                  <a:pt x="841098" y="691076"/>
                  <a:pt x="854692" y="704670"/>
                  <a:pt x="854692" y="721440"/>
                </a:cubicBezTo>
                <a:cubicBezTo>
                  <a:pt x="854692" y="738209"/>
                  <a:pt x="841098" y="751803"/>
                  <a:pt x="824329" y="751803"/>
                </a:cubicBezTo>
                <a:cubicBezTo>
                  <a:pt x="807559" y="751803"/>
                  <a:pt x="793965" y="738209"/>
                  <a:pt x="793965" y="721440"/>
                </a:cubicBezTo>
                <a:cubicBezTo>
                  <a:pt x="793965" y="704670"/>
                  <a:pt x="807559" y="691076"/>
                  <a:pt x="824329" y="691076"/>
                </a:cubicBezTo>
                <a:close/>
                <a:moveTo>
                  <a:pt x="751774" y="691076"/>
                </a:moveTo>
                <a:cubicBezTo>
                  <a:pt x="768544" y="691076"/>
                  <a:pt x="782138" y="704670"/>
                  <a:pt x="782138" y="721440"/>
                </a:cubicBezTo>
                <a:cubicBezTo>
                  <a:pt x="782138" y="738209"/>
                  <a:pt x="768544" y="751803"/>
                  <a:pt x="751774" y="751803"/>
                </a:cubicBezTo>
                <a:cubicBezTo>
                  <a:pt x="735005" y="751803"/>
                  <a:pt x="721411" y="738209"/>
                  <a:pt x="721411" y="721440"/>
                </a:cubicBezTo>
                <a:cubicBezTo>
                  <a:pt x="721411" y="704670"/>
                  <a:pt x="735005" y="691076"/>
                  <a:pt x="751774" y="691076"/>
                </a:cubicBezTo>
                <a:close/>
                <a:moveTo>
                  <a:pt x="679220" y="691076"/>
                </a:moveTo>
                <a:cubicBezTo>
                  <a:pt x="695989" y="691076"/>
                  <a:pt x="709583" y="704670"/>
                  <a:pt x="709583" y="721440"/>
                </a:cubicBezTo>
                <a:cubicBezTo>
                  <a:pt x="709583" y="738209"/>
                  <a:pt x="695989" y="751803"/>
                  <a:pt x="679220" y="751803"/>
                </a:cubicBezTo>
                <a:cubicBezTo>
                  <a:pt x="662450" y="751803"/>
                  <a:pt x="648856" y="738209"/>
                  <a:pt x="648856" y="721440"/>
                </a:cubicBezTo>
                <a:cubicBezTo>
                  <a:pt x="648856" y="704670"/>
                  <a:pt x="662450" y="691076"/>
                  <a:pt x="679220" y="691076"/>
                </a:cubicBezTo>
                <a:close/>
                <a:moveTo>
                  <a:pt x="606665" y="691076"/>
                </a:moveTo>
                <a:cubicBezTo>
                  <a:pt x="623435" y="691076"/>
                  <a:pt x="637029" y="704670"/>
                  <a:pt x="637029" y="721440"/>
                </a:cubicBezTo>
                <a:cubicBezTo>
                  <a:pt x="637029" y="738209"/>
                  <a:pt x="623435" y="751803"/>
                  <a:pt x="606665" y="751803"/>
                </a:cubicBezTo>
                <a:cubicBezTo>
                  <a:pt x="589896" y="751803"/>
                  <a:pt x="576302" y="738209"/>
                  <a:pt x="576302" y="721440"/>
                </a:cubicBezTo>
                <a:cubicBezTo>
                  <a:pt x="576302" y="704670"/>
                  <a:pt x="589896" y="691076"/>
                  <a:pt x="606665" y="691076"/>
                </a:cubicBezTo>
                <a:close/>
                <a:moveTo>
                  <a:pt x="534111" y="691076"/>
                </a:moveTo>
                <a:cubicBezTo>
                  <a:pt x="550880" y="691076"/>
                  <a:pt x="564474" y="704670"/>
                  <a:pt x="564474" y="721440"/>
                </a:cubicBezTo>
                <a:cubicBezTo>
                  <a:pt x="564474" y="738209"/>
                  <a:pt x="550880" y="751803"/>
                  <a:pt x="534111" y="751803"/>
                </a:cubicBezTo>
                <a:cubicBezTo>
                  <a:pt x="517341" y="751803"/>
                  <a:pt x="503747" y="738209"/>
                  <a:pt x="503747" y="721440"/>
                </a:cubicBezTo>
                <a:cubicBezTo>
                  <a:pt x="503747" y="704670"/>
                  <a:pt x="517341" y="691076"/>
                  <a:pt x="534111" y="691076"/>
                </a:cubicBezTo>
                <a:close/>
                <a:moveTo>
                  <a:pt x="461556" y="691076"/>
                </a:moveTo>
                <a:cubicBezTo>
                  <a:pt x="478326" y="691076"/>
                  <a:pt x="491920" y="704670"/>
                  <a:pt x="491920" y="721440"/>
                </a:cubicBezTo>
                <a:cubicBezTo>
                  <a:pt x="491920" y="738209"/>
                  <a:pt x="478326" y="751803"/>
                  <a:pt x="461556" y="751803"/>
                </a:cubicBezTo>
                <a:cubicBezTo>
                  <a:pt x="444787" y="751803"/>
                  <a:pt x="431192" y="738209"/>
                  <a:pt x="431192" y="721440"/>
                </a:cubicBezTo>
                <a:cubicBezTo>
                  <a:pt x="431192" y="704670"/>
                  <a:pt x="444787" y="691076"/>
                  <a:pt x="461556" y="691076"/>
                </a:cubicBezTo>
                <a:close/>
                <a:moveTo>
                  <a:pt x="389002" y="691076"/>
                </a:moveTo>
                <a:cubicBezTo>
                  <a:pt x="405771" y="691076"/>
                  <a:pt x="419365" y="704670"/>
                  <a:pt x="419365" y="721440"/>
                </a:cubicBezTo>
                <a:cubicBezTo>
                  <a:pt x="419365" y="738209"/>
                  <a:pt x="405771" y="751803"/>
                  <a:pt x="389002" y="751803"/>
                </a:cubicBezTo>
                <a:cubicBezTo>
                  <a:pt x="372232" y="751803"/>
                  <a:pt x="358638" y="738209"/>
                  <a:pt x="358638" y="721440"/>
                </a:cubicBezTo>
                <a:cubicBezTo>
                  <a:pt x="358638" y="704670"/>
                  <a:pt x="372232" y="691076"/>
                  <a:pt x="389002" y="691076"/>
                </a:cubicBezTo>
                <a:close/>
                <a:moveTo>
                  <a:pt x="316447" y="691076"/>
                </a:moveTo>
                <a:cubicBezTo>
                  <a:pt x="333216" y="691076"/>
                  <a:pt x="346810" y="704670"/>
                  <a:pt x="346810" y="721440"/>
                </a:cubicBezTo>
                <a:cubicBezTo>
                  <a:pt x="346810" y="738209"/>
                  <a:pt x="333216" y="751803"/>
                  <a:pt x="316447" y="751803"/>
                </a:cubicBezTo>
                <a:cubicBezTo>
                  <a:pt x="299677" y="751803"/>
                  <a:pt x="286084" y="738209"/>
                  <a:pt x="286084" y="721440"/>
                </a:cubicBezTo>
                <a:cubicBezTo>
                  <a:pt x="286084" y="704670"/>
                  <a:pt x="299677" y="691076"/>
                  <a:pt x="316447" y="691076"/>
                </a:cubicBezTo>
                <a:close/>
                <a:moveTo>
                  <a:pt x="243892" y="691076"/>
                </a:moveTo>
                <a:cubicBezTo>
                  <a:pt x="260662" y="691076"/>
                  <a:pt x="274256" y="704670"/>
                  <a:pt x="274256" y="721440"/>
                </a:cubicBezTo>
                <a:cubicBezTo>
                  <a:pt x="274256" y="738209"/>
                  <a:pt x="260662" y="751803"/>
                  <a:pt x="243892" y="751803"/>
                </a:cubicBezTo>
                <a:cubicBezTo>
                  <a:pt x="227123" y="751803"/>
                  <a:pt x="213529" y="738209"/>
                  <a:pt x="213529" y="721440"/>
                </a:cubicBezTo>
                <a:cubicBezTo>
                  <a:pt x="213529" y="704670"/>
                  <a:pt x="227123" y="691076"/>
                  <a:pt x="243892" y="691076"/>
                </a:cubicBezTo>
                <a:close/>
                <a:moveTo>
                  <a:pt x="171339" y="691076"/>
                </a:moveTo>
                <a:cubicBezTo>
                  <a:pt x="188107" y="691076"/>
                  <a:pt x="201701" y="704670"/>
                  <a:pt x="201701" y="721440"/>
                </a:cubicBezTo>
                <a:cubicBezTo>
                  <a:pt x="201701" y="738209"/>
                  <a:pt x="188107" y="751803"/>
                  <a:pt x="171339" y="751803"/>
                </a:cubicBezTo>
                <a:cubicBezTo>
                  <a:pt x="154662" y="751803"/>
                  <a:pt x="141067" y="738209"/>
                  <a:pt x="141067" y="721440"/>
                </a:cubicBezTo>
                <a:cubicBezTo>
                  <a:pt x="141067" y="704670"/>
                  <a:pt x="154662" y="691076"/>
                  <a:pt x="171339" y="691076"/>
                </a:cubicBezTo>
                <a:close/>
                <a:moveTo>
                  <a:pt x="98890" y="691076"/>
                </a:moveTo>
                <a:cubicBezTo>
                  <a:pt x="115653" y="691076"/>
                  <a:pt x="129246" y="704670"/>
                  <a:pt x="129246" y="721440"/>
                </a:cubicBezTo>
                <a:cubicBezTo>
                  <a:pt x="129246" y="738209"/>
                  <a:pt x="115653" y="751803"/>
                  <a:pt x="98890" y="751803"/>
                </a:cubicBezTo>
                <a:cubicBezTo>
                  <a:pt x="82117" y="751803"/>
                  <a:pt x="68523" y="738209"/>
                  <a:pt x="68523" y="721440"/>
                </a:cubicBezTo>
                <a:cubicBezTo>
                  <a:pt x="68523" y="704670"/>
                  <a:pt x="82117" y="691076"/>
                  <a:pt x="98890" y="691076"/>
                </a:cubicBezTo>
                <a:close/>
                <a:moveTo>
                  <a:pt x="26336" y="691076"/>
                </a:moveTo>
                <a:cubicBezTo>
                  <a:pt x="43099" y="691076"/>
                  <a:pt x="56694" y="704670"/>
                  <a:pt x="56694" y="721440"/>
                </a:cubicBezTo>
                <a:cubicBezTo>
                  <a:pt x="56694" y="738209"/>
                  <a:pt x="43099" y="751803"/>
                  <a:pt x="26336" y="751803"/>
                </a:cubicBezTo>
                <a:cubicBezTo>
                  <a:pt x="17950" y="751803"/>
                  <a:pt x="10359" y="748405"/>
                  <a:pt x="4864" y="742910"/>
                </a:cubicBezTo>
                <a:lnTo>
                  <a:pt x="0" y="731167"/>
                </a:lnTo>
                <a:lnTo>
                  <a:pt x="0" y="711713"/>
                </a:lnTo>
                <a:lnTo>
                  <a:pt x="4864" y="699969"/>
                </a:lnTo>
                <a:cubicBezTo>
                  <a:pt x="10359" y="694475"/>
                  <a:pt x="17950" y="691076"/>
                  <a:pt x="26336" y="691076"/>
                </a:cubicBezTo>
                <a:close/>
                <a:moveTo>
                  <a:pt x="1622429" y="610624"/>
                </a:moveTo>
                <a:cubicBezTo>
                  <a:pt x="1639199" y="610624"/>
                  <a:pt x="1652792" y="624218"/>
                  <a:pt x="1652792" y="640988"/>
                </a:cubicBezTo>
                <a:cubicBezTo>
                  <a:pt x="1652792" y="657757"/>
                  <a:pt x="1639199" y="671351"/>
                  <a:pt x="1622429" y="671351"/>
                </a:cubicBezTo>
                <a:cubicBezTo>
                  <a:pt x="1605659" y="671351"/>
                  <a:pt x="1592066" y="657757"/>
                  <a:pt x="1592066" y="640988"/>
                </a:cubicBezTo>
                <a:cubicBezTo>
                  <a:pt x="1592066" y="624218"/>
                  <a:pt x="1605659" y="610624"/>
                  <a:pt x="1622429" y="610624"/>
                </a:cubicBezTo>
                <a:close/>
                <a:moveTo>
                  <a:pt x="1549874" y="610624"/>
                </a:moveTo>
                <a:cubicBezTo>
                  <a:pt x="1566644" y="610624"/>
                  <a:pt x="1580238" y="624218"/>
                  <a:pt x="1580238" y="640988"/>
                </a:cubicBezTo>
                <a:cubicBezTo>
                  <a:pt x="1580238" y="657757"/>
                  <a:pt x="1566644" y="671351"/>
                  <a:pt x="1549874" y="671351"/>
                </a:cubicBezTo>
                <a:cubicBezTo>
                  <a:pt x="1533105" y="671351"/>
                  <a:pt x="1519511" y="657757"/>
                  <a:pt x="1519511" y="640988"/>
                </a:cubicBezTo>
                <a:cubicBezTo>
                  <a:pt x="1519511" y="624218"/>
                  <a:pt x="1533105" y="610624"/>
                  <a:pt x="1549874" y="610624"/>
                </a:cubicBezTo>
                <a:close/>
                <a:moveTo>
                  <a:pt x="1477320" y="610624"/>
                </a:moveTo>
                <a:cubicBezTo>
                  <a:pt x="1494089" y="610624"/>
                  <a:pt x="1507683" y="624218"/>
                  <a:pt x="1507683" y="640988"/>
                </a:cubicBezTo>
                <a:cubicBezTo>
                  <a:pt x="1507683" y="657757"/>
                  <a:pt x="1494089" y="671351"/>
                  <a:pt x="1477320" y="671351"/>
                </a:cubicBezTo>
                <a:cubicBezTo>
                  <a:pt x="1460550" y="671351"/>
                  <a:pt x="1446956" y="657757"/>
                  <a:pt x="1446956" y="640988"/>
                </a:cubicBezTo>
                <a:cubicBezTo>
                  <a:pt x="1446956" y="624218"/>
                  <a:pt x="1460550" y="610624"/>
                  <a:pt x="1477320" y="610624"/>
                </a:cubicBezTo>
                <a:close/>
                <a:moveTo>
                  <a:pt x="1404765" y="610624"/>
                </a:moveTo>
                <a:cubicBezTo>
                  <a:pt x="1421535" y="610624"/>
                  <a:pt x="1435129" y="624218"/>
                  <a:pt x="1435129" y="640988"/>
                </a:cubicBezTo>
                <a:cubicBezTo>
                  <a:pt x="1435129" y="657757"/>
                  <a:pt x="1421535" y="671351"/>
                  <a:pt x="1404765" y="671351"/>
                </a:cubicBezTo>
                <a:cubicBezTo>
                  <a:pt x="1387996" y="671351"/>
                  <a:pt x="1374402" y="657757"/>
                  <a:pt x="1374402" y="640988"/>
                </a:cubicBezTo>
                <a:cubicBezTo>
                  <a:pt x="1374402" y="624218"/>
                  <a:pt x="1387996" y="610624"/>
                  <a:pt x="1404765" y="610624"/>
                </a:cubicBezTo>
                <a:close/>
                <a:moveTo>
                  <a:pt x="1332211" y="610624"/>
                </a:moveTo>
                <a:cubicBezTo>
                  <a:pt x="1348980" y="610624"/>
                  <a:pt x="1362574" y="624218"/>
                  <a:pt x="1362574" y="640988"/>
                </a:cubicBezTo>
                <a:cubicBezTo>
                  <a:pt x="1362574" y="657757"/>
                  <a:pt x="1348980" y="671351"/>
                  <a:pt x="1332211" y="671351"/>
                </a:cubicBezTo>
                <a:cubicBezTo>
                  <a:pt x="1315441" y="671351"/>
                  <a:pt x="1301847" y="657757"/>
                  <a:pt x="1301847" y="640988"/>
                </a:cubicBezTo>
                <a:cubicBezTo>
                  <a:pt x="1301847" y="624218"/>
                  <a:pt x="1315441" y="610624"/>
                  <a:pt x="1332211" y="610624"/>
                </a:cubicBezTo>
                <a:close/>
                <a:moveTo>
                  <a:pt x="1259656" y="610624"/>
                </a:moveTo>
                <a:cubicBezTo>
                  <a:pt x="1276426" y="610624"/>
                  <a:pt x="1290020" y="624218"/>
                  <a:pt x="1290020" y="640988"/>
                </a:cubicBezTo>
                <a:cubicBezTo>
                  <a:pt x="1290020" y="657757"/>
                  <a:pt x="1276426" y="671351"/>
                  <a:pt x="1259656" y="671351"/>
                </a:cubicBezTo>
                <a:cubicBezTo>
                  <a:pt x="1242887" y="671351"/>
                  <a:pt x="1229293" y="657757"/>
                  <a:pt x="1229293" y="640988"/>
                </a:cubicBezTo>
                <a:cubicBezTo>
                  <a:pt x="1229293" y="624218"/>
                  <a:pt x="1242887" y="610624"/>
                  <a:pt x="1259656" y="610624"/>
                </a:cubicBezTo>
                <a:close/>
                <a:moveTo>
                  <a:pt x="1187102" y="610624"/>
                </a:moveTo>
                <a:cubicBezTo>
                  <a:pt x="1203871" y="610624"/>
                  <a:pt x="1217465" y="624218"/>
                  <a:pt x="1217465" y="640988"/>
                </a:cubicBezTo>
                <a:cubicBezTo>
                  <a:pt x="1217465" y="657757"/>
                  <a:pt x="1203871" y="671351"/>
                  <a:pt x="1187102" y="671351"/>
                </a:cubicBezTo>
                <a:cubicBezTo>
                  <a:pt x="1170332" y="671351"/>
                  <a:pt x="1156738" y="657757"/>
                  <a:pt x="1156738" y="640988"/>
                </a:cubicBezTo>
                <a:cubicBezTo>
                  <a:pt x="1156738" y="624218"/>
                  <a:pt x="1170332" y="610624"/>
                  <a:pt x="1187102" y="610624"/>
                </a:cubicBezTo>
                <a:close/>
                <a:moveTo>
                  <a:pt x="1114547" y="610624"/>
                </a:moveTo>
                <a:cubicBezTo>
                  <a:pt x="1131317" y="610624"/>
                  <a:pt x="1144911" y="624218"/>
                  <a:pt x="1144911" y="640988"/>
                </a:cubicBezTo>
                <a:cubicBezTo>
                  <a:pt x="1144911" y="657757"/>
                  <a:pt x="1131317" y="671351"/>
                  <a:pt x="1114547" y="671351"/>
                </a:cubicBezTo>
                <a:cubicBezTo>
                  <a:pt x="1097778" y="671351"/>
                  <a:pt x="1084184" y="657757"/>
                  <a:pt x="1084184" y="640988"/>
                </a:cubicBezTo>
                <a:cubicBezTo>
                  <a:pt x="1084184" y="624218"/>
                  <a:pt x="1097778" y="610624"/>
                  <a:pt x="1114547" y="610624"/>
                </a:cubicBezTo>
                <a:close/>
                <a:moveTo>
                  <a:pt x="1041993" y="610624"/>
                </a:moveTo>
                <a:cubicBezTo>
                  <a:pt x="1058762" y="610624"/>
                  <a:pt x="1072356" y="624218"/>
                  <a:pt x="1072356" y="640988"/>
                </a:cubicBezTo>
                <a:cubicBezTo>
                  <a:pt x="1072356" y="657757"/>
                  <a:pt x="1058762" y="671351"/>
                  <a:pt x="1041993" y="671351"/>
                </a:cubicBezTo>
                <a:cubicBezTo>
                  <a:pt x="1025223" y="671351"/>
                  <a:pt x="1011629" y="657757"/>
                  <a:pt x="1011629" y="640988"/>
                </a:cubicBezTo>
                <a:cubicBezTo>
                  <a:pt x="1011629" y="624218"/>
                  <a:pt x="1025223" y="610624"/>
                  <a:pt x="1041993" y="610624"/>
                </a:cubicBezTo>
                <a:close/>
                <a:moveTo>
                  <a:pt x="969438" y="610624"/>
                </a:moveTo>
                <a:cubicBezTo>
                  <a:pt x="986208" y="610624"/>
                  <a:pt x="999801" y="624218"/>
                  <a:pt x="999801" y="640988"/>
                </a:cubicBezTo>
                <a:cubicBezTo>
                  <a:pt x="999801" y="657757"/>
                  <a:pt x="986208" y="671351"/>
                  <a:pt x="969438" y="671351"/>
                </a:cubicBezTo>
                <a:cubicBezTo>
                  <a:pt x="952669" y="671351"/>
                  <a:pt x="939075" y="657757"/>
                  <a:pt x="939075" y="640988"/>
                </a:cubicBezTo>
                <a:cubicBezTo>
                  <a:pt x="939075" y="624218"/>
                  <a:pt x="952669" y="610624"/>
                  <a:pt x="969438" y="610624"/>
                </a:cubicBezTo>
                <a:close/>
                <a:moveTo>
                  <a:pt x="896883" y="610624"/>
                </a:moveTo>
                <a:cubicBezTo>
                  <a:pt x="913653" y="610624"/>
                  <a:pt x="927247" y="624218"/>
                  <a:pt x="927247" y="640988"/>
                </a:cubicBezTo>
                <a:cubicBezTo>
                  <a:pt x="927247" y="657757"/>
                  <a:pt x="913653" y="671351"/>
                  <a:pt x="896883" y="671351"/>
                </a:cubicBezTo>
                <a:cubicBezTo>
                  <a:pt x="880114" y="671351"/>
                  <a:pt x="866520" y="657757"/>
                  <a:pt x="866520" y="640988"/>
                </a:cubicBezTo>
                <a:cubicBezTo>
                  <a:pt x="866520" y="624218"/>
                  <a:pt x="880114" y="610624"/>
                  <a:pt x="896883" y="610624"/>
                </a:cubicBezTo>
                <a:close/>
                <a:moveTo>
                  <a:pt x="824329" y="610624"/>
                </a:moveTo>
                <a:cubicBezTo>
                  <a:pt x="841098" y="610624"/>
                  <a:pt x="854692" y="624218"/>
                  <a:pt x="854692" y="640988"/>
                </a:cubicBezTo>
                <a:cubicBezTo>
                  <a:pt x="854692" y="657757"/>
                  <a:pt x="841098" y="671351"/>
                  <a:pt x="824329" y="671351"/>
                </a:cubicBezTo>
                <a:cubicBezTo>
                  <a:pt x="807559" y="671351"/>
                  <a:pt x="793965" y="657757"/>
                  <a:pt x="793965" y="640988"/>
                </a:cubicBezTo>
                <a:cubicBezTo>
                  <a:pt x="793965" y="624218"/>
                  <a:pt x="807559" y="610624"/>
                  <a:pt x="824329" y="610624"/>
                </a:cubicBezTo>
                <a:close/>
                <a:moveTo>
                  <a:pt x="751774" y="610624"/>
                </a:moveTo>
                <a:cubicBezTo>
                  <a:pt x="768544" y="610624"/>
                  <a:pt x="782138" y="624218"/>
                  <a:pt x="782138" y="640988"/>
                </a:cubicBezTo>
                <a:cubicBezTo>
                  <a:pt x="782138" y="657757"/>
                  <a:pt x="768544" y="671351"/>
                  <a:pt x="751774" y="671351"/>
                </a:cubicBezTo>
                <a:cubicBezTo>
                  <a:pt x="735005" y="671351"/>
                  <a:pt x="721411" y="657757"/>
                  <a:pt x="721411" y="640988"/>
                </a:cubicBezTo>
                <a:cubicBezTo>
                  <a:pt x="721411" y="624218"/>
                  <a:pt x="735005" y="610624"/>
                  <a:pt x="751774" y="610624"/>
                </a:cubicBezTo>
                <a:close/>
                <a:moveTo>
                  <a:pt x="679220" y="610624"/>
                </a:moveTo>
                <a:cubicBezTo>
                  <a:pt x="695989" y="610624"/>
                  <a:pt x="709583" y="624218"/>
                  <a:pt x="709583" y="640988"/>
                </a:cubicBezTo>
                <a:cubicBezTo>
                  <a:pt x="709583" y="657757"/>
                  <a:pt x="695989" y="671351"/>
                  <a:pt x="679220" y="671351"/>
                </a:cubicBezTo>
                <a:cubicBezTo>
                  <a:pt x="662450" y="671351"/>
                  <a:pt x="648856" y="657757"/>
                  <a:pt x="648856" y="640988"/>
                </a:cubicBezTo>
                <a:cubicBezTo>
                  <a:pt x="648856" y="624218"/>
                  <a:pt x="662450" y="610624"/>
                  <a:pt x="679220" y="610624"/>
                </a:cubicBezTo>
                <a:close/>
                <a:moveTo>
                  <a:pt x="606665" y="610624"/>
                </a:moveTo>
                <a:cubicBezTo>
                  <a:pt x="623435" y="610624"/>
                  <a:pt x="637029" y="624218"/>
                  <a:pt x="637029" y="640988"/>
                </a:cubicBezTo>
                <a:cubicBezTo>
                  <a:pt x="637029" y="657757"/>
                  <a:pt x="623435" y="671351"/>
                  <a:pt x="606665" y="671351"/>
                </a:cubicBezTo>
                <a:cubicBezTo>
                  <a:pt x="589896" y="671351"/>
                  <a:pt x="576302" y="657757"/>
                  <a:pt x="576302" y="640988"/>
                </a:cubicBezTo>
                <a:cubicBezTo>
                  <a:pt x="576302" y="624218"/>
                  <a:pt x="589896" y="610624"/>
                  <a:pt x="606665" y="610624"/>
                </a:cubicBezTo>
                <a:close/>
                <a:moveTo>
                  <a:pt x="534111" y="610624"/>
                </a:moveTo>
                <a:cubicBezTo>
                  <a:pt x="550880" y="610624"/>
                  <a:pt x="564474" y="624218"/>
                  <a:pt x="564474" y="640988"/>
                </a:cubicBezTo>
                <a:cubicBezTo>
                  <a:pt x="564474" y="657757"/>
                  <a:pt x="550880" y="671351"/>
                  <a:pt x="534111" y="671351"/>
                </a:cubicBezTo>
                <a:cubicBezTo>
                  <a:pt x="517341" y="671351"/>
                  <a:pt x="503747" y="657757"/>
                  <a:pt x="503747" y="640988"/>
                </a:cubicBezTo>
                <a:cubicBezTo>
                  <a:pt x="503747" y="624218"/>
                  <a:pt x="517341" y="610624"/>
                  <a:pt x="534111" y="610624"/>
                </a:cubicBezTo>
                <a:close/>
                <a:moveTo>
                  <a:pt x="461556" y="610624"/>
                </a:moveTo>
                <a:cubicBezTo>
                  <a:pt x="478326" y="610624"/>
                  <a:pt x="491920" y="624218"/>
                  <a:pt x="491920" y="640988"/>
                </a:cubicBezTo>
                <a:cubicBezTo>
                  <a:pt x="491920" y="657757"/>
                  <a:pt x="478326" y="671351"/>
                  <a:pt x="461556" y="671351"/>
                </a:cubicBezTo>
                <a:cubicBezTo>
                  <a:pt x="444787" y="671351"/>
                  <a:pt x="431192" y="657757"/>
                  <a:pt x="431192" y="640988"/>
                </a:cubicBezTo>
                <a:cubicBezTo>
                  <a:pt x="431192" y="624218"/>
                  <a:pt x="444787" y="610624"/>
                  <a:pt x="461556" y="610624"/>
                </a:cubicBezTo>
                <a:close/>
                <a:moveTo>
                  <a:pt x="389002" y="610624"/>
                </a:moveTo>
                <a:cubicBezTo>
                  <a:pt x="405771" y="610624"/>
                  <a:pt x="419365" y="624218"/>
                  <a:pt x="419365" y="640988"/>
                </a:cubicBezTo>
                <a:cubicBezTo>
                  <a:pt x="419365" y="657757"/>
                  <a:pt x="405771" y="671351"/>
                  <a:pt x="389002" y="671351"/>
                </a:cubicBezTo>
                <a:cubicBezTo>
                  <a:pt x="372232" y="671351"/>
                  <a:pt x="358638" y="657757"/>
                  <a:pt x="358638" y="640988"/>
                </a:cubicBezTo>
                <a:cubicBezTo>
                  <a:pt x="358638" y="624218"/>
                  <a:pt x="372232" y="610624"/>
                  <a:pt x="389002" y="610624"/>
                </a:cubicBezTo>
                <a:close/>
                <a:moveTo>
                  <a:pt x="316447" y="610624"/>
                </a:moveTo>
                <a:cubicBezTo>
                  <a:pt x="333216" y="610624"/>
                  <a:pt x="346810" y="624218"/>
                  <a:pt x="346810" y="640988"/>
                </a:cubicBezTo>
                <a:cubicBezTo>
                  <a:pt x="346810" y="657757"/>
                  <a:pt x="333216" y="671351"/>
                  <a:pt x="316447" y="671351"/>
                </a:cubicBezTo>
                <a:cubicBezTo>
                  <a:pt x="299677" y="671351"/>
                  <a:pt x="286084" y="657757"/>
                  <a:pt x="286084" y="640988"/>
                </a:cubicBezTo>
                <a:cubicBezTo>
                  <a:pt x="286084" y="624218"/>
                  <a:pt x="299677" y="610624"/>
                  <a:pt x="316447" y="610624"/>
                </a:cubicBezTo>
                <a:close/>
                <a:moveTo>
                  <a:pt x="243892" y="610624"/>
                </a:moveTo>
                <a:cubicBezTo>
                  <a:pt x="260662" y="610624"/>
                  <a:pt x="274256" y="624218"/>
                  <a:pt x="274256" y="640988"/>
                </a:cubicBezTo>
                <a:cubicBezTo>
                  <a:pt x="274256" y="657757"/>
                  <a:pt x="260662" y="671351"/>
                  <a:pt x="243892" y="671351"/>
                </a:cubicBezTo>
                <a:cubicBezTo>
                  <a:pt x="227123" y="671351"/>
                  <a:pt x="213529" y="657757"/>
                  <a:pt x="213529" y="640988"/>
                </a:cubicBezTo>
                <a:cubicBezTo>
                  <a:pt x="213529" y="624218"/>
                  <a:pt x="227123" y="610624"/>
                  <a:pt x="243892" y="610624"/>
                </a:cubicBezTo>
                <a:close/>
                <a:moveTo>
                  <a:pt x="171339" y="610624"/>
                </a:moveTo>
                <a:cubicBezTo>
                  <a:pt x="188107" y="610624"/>
                  <a:pt x="201701" y="624218"/>
                  <a:pt x="201701" y="640988"/>
                </a:cubicBezTo>
                <a:cubicBezTo>
                  <a:pt x="201701" y="657757"/>
                  <a:pt x="188107" y="671351"/>
                  <a:pt x="171339" y="671351"/>
                </a:cubicBezTo>
                <a:cubicBezTo>
                  <a:pt x="154667" y="671351"/>
                  <a:pt x="141073" y="657757"/>
                  <a:pt x="141073" y="640988"/>
                </a:cubicBezTo>
                <a:cubicBezTo>
                  <a:pt x="141073" y="624218"/>
                  <a:pt x="154667" y="610624"/>
                  <a:pt x="171339" y="610624"/>
                </a:cubicBezTo>
                <a:close/>
                <a:moveTo>
                  <a:pt x="98897" y="610624"/>
                </a:moveTo>
                <a:cubicBezTo>
                  <a:pt x="115658" y="610624"/>
                  <a:pt x="129252" y="624218"/>
                  <a:pt x="129252" y="640988"/>
                </a:cubicBezTo>
                <a:cubicBezTo>
                  <a:pt x="129252" y="657757"/>
                  <a:pt x="115658" y="671351"/>
                  <a:pt x="98897" y="671351"/>
                </a:cubicBezTo>
                <a:cubicBezTo>
                  <a:pt x="82124" y="671351"/>
                  <a:pt x="68530" y="657757"/>
                  <a:pt x="68530" y="640988"/>
                </a:cubicBezTo>
                <a:cubicBezTo>
                  <a:pt x="68530" y="624218"/>
                  <a:pt x="82124" y="610624"/>
                  <a:pt x="98897" y="610624"/>
                </a:cubicBezTo>
                <a:close/>
                <a:moveTo>
                  <a:pt x="26342" y="610624"/>
                </a:moveTo>
                <a:cubicBezTo>
                  <a:pt x="43106" y="610624"/>
                  <a:pt x="56701" y="624218"/>
                  <a:pt x="56701" y="640988"/>
                </a:cubicBezTo>
                <a:cubicBezTo>
                  <a:pt x="56701" y="657757"/>
                  <a:pt x="43106" y="671351"/>
                  <a:pt x="26342" y="671351"/>
                </a:cubicBezTo>
                <a:cubicBezTo>
                  <a:pt x="17956" y="671351"/>
                  <a:pt x="10365" y="667953"/>
                  <a:pt x="4871" y="662458"/>
                </a:cubicBezTo>
                <a:lnTo>
                  <a:pt x="0" y="650698"/>
                </a:lnTo>
                <a:lnTo>
                  <a:pt x="0" y="631277"/>
                </a:lnTo>
                <a:lnTo>
                  <a:pt x="4871" y="619517"/>
                </a:lnTo>
                <a:cubicBezTo>
                  <a:pt x="10365" y="614023"/>
                  <a:pt x="17956" y="610624"/>
                  <a:pt x="26342" y="610624"/>
                </a:cubicBezTo>
                <a:close/>
                <a:moveTo>
                  <a:pt x="1669096" y="549730"/>
                </a:moveTo>
                <a:lnTo>
                  <a:pt x="1668124" y="568994"/>
                </a:lnTo>
                <a:lnTo>
                  <a:pt x="1664620" y="560536"/>
                </a:lnTo>
                <a:close/>
                <a:moveTo>
                  <a:pt x="1622429" y="530173"/>
                </a:moveTo>
                <a:cubicBezTo>
                  <a:pt x="1639199" y="530173"/>
                  <a:pt x="1652792" y="543767"/>
                  <a:pt x="1652792" y="560536"/>
                </a:cubicBezTo>
                <a:cubicBezTo>
                  <a:pt x="1652792" y="577306"/>
                  <a:pt x="1639199" y="590900"/>
                  <a:pt x="1622429" y="590900"/>
                </a:cubicBezTo>
                <a:cubicBezTo>
                  <a:pt x="1605659" y="590900"/>
                  <a:pt x="1592066" y="577306"/>
                  <a:pt x="1592066" y="560536"/>
                </a:cubicBezTo>
                <a:cubicBezTo>
                  <a:pt x="1592066" y="543767"/>
                  <a:pt x="1605659" y="530173"/>
                  <a:pt x="1622429" y="530173"/>
                </a:cubicBezTo>
                <a:close/>
                <a:moveTo>
                  <a:pt x="1549874" y="530173"/>
                </a:moveTo>
                <a:cubicBezTo>
                  <a:pt x="1566644" y="530173"/>
                  <a:pt x="1580238" y="543767"/>
                  <a:pt x="1580238" y="560536"/>
                </a:cubicBezTo>
                <a:cubicBezTo>
                  <a:pt x="1580238" y="577306"/>
                  <a:pt x="1566644" y="590900"/>
                  <a:pt x="1549874" y="590900"/>
                </a:cubicBezTo>
                <a:cubicBezTo>
                  <a:pt x="1533105" y="590900"/>
                  <a:pt x="1519511" y="577306"/>
                  <a:pt x="1519511" y="560536"/>
                </a:cubicBezTo>
                <a:cubicBezTo>
                  <a:pt x="1519511" y="543767"/>
                  <a:pt x="1533105" y="530173"/>
                  <a:pt x="1549874" y="530173"/>
                </a:cubicBezTo>
                <a:close/>
                <a:moveTo>
                  <a:pt x="1477320" y="530173"/>
                </a:moveTo>
                <a:cubicBezTo>
                  <a:pt x="1494089" y="530173"/>
                  <a:pt x="1507683" y="543767"/>
                  <a:pt x="1507683" y="560536"/>
                </a:cubicBezTo>
                <a:cubicBezTo>
                  <a:pt x="1507683" y="577306"/>
                  <a:pt x="1494089" y="590900"/>
                  <a:pt x="1477320" y="590900"/>
                </a:cubicBezTo>
                <a:cubicBezTo>
                  <a:pt x="1460550" y="590900"/>
                  <a:pt x="1446956" y="577306"/>
                  <a:pt x="1446956" y="560536"/>
                </a:cubicBezTo>
                <a:cubicBezTo>
                  <a:pt x="1446956" y="543767"/>
                  <a:pt x="1460550" y="530173"/>
                  <a:pt x="1477320" y="530173"/>
                </a:cubicBezTo>
                <a:close/>
                <a:moveTo>
                  <a:pt x="1404765" y="530173"/>
                </a:moveTo>
                <a:cubicBezTo>
                  <a:pt x="1421535" y="530173"/>
                  <a:pt x="1435129" y="543767"/>
                  <a:pt x="1435129" y="560536"/>
                </a:cubicBezTo>
                <a:cubicBezTo>
                  <a:pt x="1435129" y="577306"/>
                  <a:pt x="1421535" y="590900"/>
                  <a:pt x="1404765" y="590900"/>
                </a:cubicBezTo>
                <a:cubicBezTo>
                  <a:pt x="1387996" y="590900"/>
                  <a:pt x="1374402" y="577306"/>
                  <a:pt x="1374402" y="560536"/>
                </a:cubicBezTo>
                <a:cubicBezTo>
                  <a:pt x="1374402" y="543767"/>
                  <a:pt x="1387996" y="530173"/>
                  <a:pt x="1404765" y="530173"/>
                </a:cubicBezTo>
                <a:close/>
                <a:moveTo>
                  <a:pt x="1332211" y="530173"/>
                </a:moveTo>
                <a:cubicBezTo>
                  <a:pt x="1348980" y="530173"/>
                  <a:pt x="1362574" y="543767"/>
                  <a:pt x="1362574" y="560536"/>
                </a:cubicBezTo>
                <a:cubicBezTo>
                  <a:pt x="1362574" y="577306"/>
                  <a:pt x="1348980" y="590900"/>
                  <a:pt x="1332211" y="590900"/>
                </a:cubicBezTo>
                <a:cubicBezTo>
                  <a:pt x="1315441" y="590900"/>
                  <a:pt x="1301847" y="577306"/>
                  <a:pt x="1301847" y="560536"/>
                </a:cubicBezTo>
                <a:cubicBezTo>
                  <a:pt x="1301847" y="543767"/>
                  <a:pt x="1315441" y="530173"/>
                  <a:pt x="1332211" y="530173"/>
                </a:cubicBezTo>
                <a:close/>
                <a:moveTo>
                  <a:pt x="1259656" y="530173"/>
                </a:moveTo>
                <a:cubicBezTo>
                  <a:pt x="1276426" y="530173"/>
                  <a:pt x="1290020" y="543767"/>
                  <a:pt x="1290020" y="560536"/>
                </a:cubicBezTo>
                <a:cubicBezTo>
                  <a:pt x="1290020" y="577306"/>
                  <a:pt x="1276426" y="590900"/>
                  <a:pt x="1259656" y="590900"/>
                </a:cubicBezTo>
                <a:cubicBezTo>
                  <a:pt x="1242887" y="590900"/>
                  <a:pt x="1229293" y="577306"/>
                  <a:pt x="1229293" y="560536"/>
                </a:cubicBezTo>
                <a:cubicBezTo>
                  <a:pt x="1229293" y="543767"/>
                  <a:pt x="1242887" y="530173"/>
                  <a:pt x="1259656" y="530173"/>
                </a:cubicBezTo>
                <a:close/>
                <a:moveTo>
                  <a:pt x="1187102" y="530173"/>
                </a:moveTo>
                <a:cubicBezTo>
                  <a:pt x="1203871" y="530173"/>
                  <a:pt x="1217465" y="543767"/>
                  <a:pt x="1217465" y="560536"/>
                </a:cubicBezTo>
                <a:cubicBezTo>
                  <a:pt x="1217465" y="577306"/>
                  <a:pt x="1203871" y="590900"/>
                  <a:pt x="1187102" y="590900"/>
                </a:cubicBezTo>
                <a:cubicBezTo>
                  <a:pt x="1170332" y="590900"/>
                  <a:pt x="1156738" y="577306"/>
                  <a:pt x="1156738" y="560536"/>
                </a:cubicBezTo>
                <a:cubicBezTo>
                  <a:pt x="1156738" y="543767"/>
                  <a:pt x="1170332" y="530173"/>
                  <a:pt x="1187102" y="530173"/>
                </a:cubicBezTo>
                <a:close/>
                <a:moveTo>
                  <a:pt x="1114547" y="530173"/>
                </a:moveTo>
                <a:cubicBezTo>
                  <a:pt x="1131317" y="530173"/>
                  <a:pt x="1144911" y="543767"/>
                  <a:pt x="1144911" y="560536"/>
                </a:cubicBezTo>
                <a:cubicBezTo>
                  <a:pt x="1144911" y="577306"/>
                  <a:pt x="1131317" y="590900"/>
                  <a:pt x="1114547" y="590900"/>
                </a:cubicBezTo>
                <a:cubicBezTo>
                  <a:pt x="1097778" y="590900"/>
                  <a:pt x="1084184" y="577306"/>
                  <a:pt x="1084184" y="560536"/>
                </a:cubicBezTo>
                <a:cubicBezTo>
                  <a:pt x="1084184" y="543767"/>
                  <a:pt x="1097778" y="530173"/>
                  <a:pt x="1114547" y="530173"/>
                </a:cubicBezTo>
                <a:close/>
                <a:moveTo>
                  <a:pt x="1041993" y="530173"/>
                </a:moveTo>
                <a:cubicBezTo>
                  <a:pt x="1058762" y="530173"/>
                  <a:pt x="1072356" y="543767"/>
                  <a:pt x="1072356" y="560536"/>
                </a:cubicBezTo>
                <a:cubicBezTo>
                  <a:pt x="1072356" y="577306"/>
                  <a:pt x="1058762" y="590900"/>
                  <a:pt x="1041993" y="590900"/>
                </a:cubicBezTo>
                <a:cubicBezTo>
                  <a:pt x="1025223" y="590900"/>
                  <a:pt x="1011629" y="577306"/>
                  <a:pt x="1011629" y="560536"/>
                </a:cubicBezTo>
                <a:cubicBezTo>
                  <a:pt x="1011629" y="543767"/>
                  <a:pt x="1025223" y="530173"/>
                  <a:pt x="1041993" y="530173"/>
                </a:cubicBezTo>
                <a:close/>
                <a:moveTo>
                  <a:pt x="969438" y="530173"/>
                </a:moveTo>
                <a:cubicBezTo>
                  <a:pt x="986208" y="530173"/>
                  <a:pt x="999801" y="543767"/>
                  <a:pt x="999801" y="560536"/>
                </a:cubicBezTo>
                <a:cubicBezTo>
                  <a:pt x="999801" y="577306"/>
                  <a:pt x="986208" y="590900"/>
                  <a:pt x="969438" y="590900"/>
                </a:cubicBezTo>
                <a:cubicBezTo>
                  <a:pt x="952669" y="590900"/>
                  <a:pt x="939075" y="577306"/>
                  <a:pt x="939075" y="560536"/>
                </a:cubicBezTo>
                <a:cubicBezTo>
                  <a:pt x="939075" y="543767"/>
                  <a:pt x="952669" y="530173"/>
                  <a:pt x="969438" y="530173"/>
                </a:cubicBezTo>
                <a:close/>
                <a:moveTo>
                  <a:pt x="896883" y="530173"/>
                </a:moveTo>
                <a:cubicBezTo>
                  <a:pt x="913653" y="530173"/>
                  <a:pt x="927247" y="543767"/>
                  <a:pt x="927247" y="560536"/>
                </a:cubicBezTo>
                <a:cubicBezTo>
                  <a:pt x="927247" y="577306"/>
                  <a:pt x="913653" y="590900"/>
                  <a:pt x="896883" y="590900"/>
                </a:cubicBezTo>
                <a:cubicBezTo>
                  <a:pt x="880114" y="590900"/>
                  <a:pt x="866520" y="577306"/>
                  <a:pt x="866520" y="560536"/>
                </a:cubicBezTo>
                <a:cubicBezTo>
                  <a:pt x="866520" y="543767"/>
                  <a:pt x="880114" y="530173"/>
                  <a:pt x="896883" y="530173"/>
                </a:cubicBezTo>
                <a:close/>
                <a:moveTo>
                  <a:pt x="824329" y="530173"/>
                </a:moveTo>
                <a:cubicBezTo>
                  <a:pt x="841098" y="530173"/>
                  <a:pt x="854692" y="543767"/>
                  <a:pt x="854692" y="560536"/>
                </a:cubicBezTo>
                <a:cubicBezTo>
                  <a:pt x="854692" y="577306"/>
                  <a:pt x="841098" y="590900"/>
                  <a:pt x="824329" y="590900"/>
                </a:cubicBezTo>
                <a:cubicBezTo>
                  <a:pt x="807559" y="590900"/>
                  <a:pt x="793965" y="577306"/>
                  <a:pt x="793965" y="560536"/>
                </a:cubicBezTo>
                <a:cubicBezTo>
                  <a:pt x="793965" y="543767"/>
                  <a:pt x="807559" y="530173"/>
                  <a:pt x="824329" y="530173"/>
                </a:cubicBezTo>
                <a:close/>
                <a:moveTo>
                  <a:pt x="751774" y="530173"/>
                </a:moveTo>
                <a:cubicBezTo>
                  <a:pt x="768544" y="530173"/>
                  <a:pt x="782138" y="543767"/>
                  <a:pt x="782138" y="560536"/>
                </a:cubicBezTo>
                <a:cubicBezTo>
                  <a:pt x="782138" y="577306"/>
                  <a:pt x="768544" y="590900"/>
                  <a:pt x="751774" y="590900"/>
                </a:cubicBezTo>
                <a:cubicBezTo>
                  <a:pt x="735005" y="590900"/>
                  <a:pt x="721411" y="577306"/>
                  <a:pt x="721411" y="560536"/>
                </a:cubicBezTo>
                <a:cubicBezTo>
                  <a:pt x="721411" y="543767"/>
                  <a:pt x="735005" y="530173"/>
                  <a:pt x="751774" y="530173"/>
                </a:cubicBezTo>
                <a:close/>
                <a:moveTo>
                  <a:pt x="679220" y="530173"/>
                </a:moveTo>
                <a:cubicBezTo>
                  <a:pt x="695989" y="530173"/>
                  <a:pt x="709583" y="543767"/>
                  <a:pt x="709583" y="560536"/>
                </a:cubicBezTo>
                <a:cubicBezTo>
                  <a:pt x="709583" y="577306"/>
                  <a:pt x="695989" y="590900"/>
                  <a:pt x="679220" y="590900"/>
                </a:cubicBezTo>
                <a:cubicBezTo>
                  <a:pt x="662450" y="590900"/>
                  <a:pt x="648856" y="577306"/>
                  <a:pt x="648856" y="560536"/>
                </a:cubicBezTo>
                <a:cubicBezTo>
                  <a:pt x="648856" y="543767"/>
                  <a:pt x="662450" y="530173"/>
                  <a:pt x="679220" y="530173"/>
                </a:cubicBezTo>
                <a:close/>
                <a:moveTo>
                  <a:pt x="606665" y="530173"/>
                </a:moveTo>
                <a:cubicBezTo>
                  <a:pt x="623435" y="530173"/>
                  <a:pt x="637029" y="543767"/>
                  <a:pt x="637029" y="560536"/>
                </a:cubicBezTo>
                <a:cubicBezTo>
                  <a:pt x="637029" y="577306"/>
                  <a:pt x="623435" y="590900"/>
                  <a:pt x="606665" y="590900"/>
                </a:cubicBezTo>
                <a:cubicBezTo>
                  <a:pt x="589896" y="590900"/>
                  <a:pt x="576302" y="577306"/>
                  <a:pt x="576302" y="560536"/>
                </a:cubicBezTo>
                <a:cubicBezTo>
                  <a:pt x="576302" y="543767"/>
                  <a:pt x="589896" y="530173"/>
                  <a:pt x="606665" y="530173"/>
                </a:cubicBezTo>
                <a:close/>
                <a:moveTo>
                  <a:pt x="534111" y="530173"/>
                </a:moveTo>
                <a:cubicBezTo>
                  <a:pt x="550880" y="530173"/>
                  <a:pt x="564474" y="543767"/>
                  <a:pt x="564474" y="560536"/>
                </a:cubicBezTo>
                <a:cubicBezTo>
                  <a:pt x="564474" y="577306"/>
                  <a:pt x="550880" y="590900"/>
                  <a:pt x="534111" y="590900"/>
                </a:cubicBezTo>
                <a:cubicBezTo>
                  <a:pt x="517341" y="590900"/>
                  <a:pt x="503747" y="577306"/>
                  <a:pt x="503747" y="560536"/>
                </a:cubicBezTo>
                <a:cubicBezTo>
                  <a:pt x="503747" y="543767"/>
                  <a:pt x="517341" y="530173"/>
                  <a:pt x="534111" y="530173"/>
                </a:cubicBezTo>
                <a:close/>
                <a:moveTo>
                  <a:pt x="461556" y="530173"/>
                </a:moveTo>
                <a:cubicBezTo>
                  <a:pt x="478326" y="530173"/>
                  <a:pt x="491920" y="543767"/>
                  <a:pt x="491920" y="560536"/>
                </a:cubicBezTo>
                <a:cubicBezTo>
                  <a:pt x="491920" y="577306"/>
                  <a:pt x="478326" y="590900"/>
                  <a:pt x="461556" y="590900"/>
                </a:cubicBezTo>
                <a:cubicBezTo>
                  <a:pt x="444787" y="590900"/>
                  <a:pt x="431192" y="577306"/>
                  <a:pt x="431192" y="560536"/>
                </a:cubicBezTo>
                <a:cubicBezTo>
                  <a:pt x="431192" y="543767"/>
                  <a:pt x="444787" y="530173"/>
                  <a:pt x="461556" y="530173"/>
                </a:cubicBezTo>
                <a:close/>
                <a:moveTo>
                  <a:pt x="389002" y="530173"/>
                </a:moveTo>
                <a:cubicBezTo>
                  <a:pt x="405771" y="530173"/>
                  <a:pt x="419365" y="543767"/>
                  <a:pt x="419365" y="560536"/>
                </a:cubicBezTo>
                <a:cubicBezTo>
                  <a:pt x="419365" y="577306"/>
                  <a:pt x="405771" y="590900"/>
                  <a:pt x="389002" y="590900"/>
                </a:cubicBezTo>
                <a:cubicBezTo>
                  <a:pt x="372232" y="590900"/>
                  <a:pt x="358638" y="577306"/>
                  <a:pt x="358638" y="560536"/>
                </a:cubicBezTo>
                <a:cubicBezTo>
                  <a:pt x="358638" y="543767"/>
                  <a:pt x="372232" y="530173"/>
                  <a:pt x="389002" y="530173"/>
                </a:cubicBezTo>
                <a:close/>
                <a:moveTo>
                  <a:pt x="316447" y="530173"/>
                </a:moveTo>
                <a:cubicBezTo>
                  <a:pt x="333216" y="530173"/>
                  <a:pt x="346810" y="543767"/>
                  <a:pt x="346810" y="560536"/>
                </a:cubicBezTo>
                <a:cubicBezTo>
                  <a:pt x="346810" y="577306"/>
                  <a:pt x="333216" y="590900"/>
                  <a:pt x="316447" y="590900"/>
                </a:cubicBezTo>
                <a:cubicBezTo>
                  <a:pt x="299677" y="590900"/>
                  <a:pt x="286084" y="577306"/>
                  <a:pt x="286084" y="560536"/>
                </a:cubicBezTo>
                <a:cubicBezTo>
                  <a:pt x="286084" y="543767"/>
                  <a:pt x="299677" y="530173"/>
                  <a:pt x="316447" y="530173"/>
                </a:cubicBezTo>
                <a:close/>
                <a:moveTo>
                  <a:pt x="243892" y="530173"/>
                </a:moveTo>
                <a:cubicBezTo>
                  <a:pt x="260662" y="530173"/>
                  <a:pt x="274256" y="543767"/>
                  <a:pt x="274256" y="560536"/>
                </a:cubicBezTo>
                <a:cubicBezTo>
                  <a:pt x="274256" y="577306"/>
                  <a:pt x="260662" y="590900"/>
                  <a:pt x="243892" y="590900"/>
                </a:cubicBezTo>
                <a:cubicBezTo>
                  <a:pt x="227123" y="590900"/>
                  <a:pt x="213529" y="577306"/>
                  <a:pt x="213529" y="560536"/>
                </a:cubicBezTo>
                <a:cubicBezTo>
                  <a:pt x="213529" y="543767"/>
                  <a:pt x="227123" y="530173"/>
                  <a:pt x="243892" y="530173"/>
                </a:cubicBezTo>
                <a:close/>
                <a:moveTo>
                  <a:pt x="171339" y="530173"/>
                </a:moveTo>
                <a:cubicBezTo>
                  <a:pt x="188107" y="530173"/>
                  <a:pt x="201701" y="543767"/>
                  <a:pt x="201701" y="560536"/>
                </a:cubicBezTo>
                <a:cubicBezTo>
                  <a:pt x="201701" y="577306"/>
                  <a:pt x="188107" y="590900"/>
                  <a:pt x="171339" y="590900"/>
                </a:cubicBezTo>
                <a:cubicBezTo>
                  <a:pt x="154673" y="590900"/>
                  <a:pt x="141079" y="577306"/>
                  <a:pt x="141079" y="560536"/>
                </a:cubicBezTo>
                <a:cubicBezTo>
                  <a:pt x="141079" y="543767"/>
                  <a:pt x="154673" y="530173"/>
                  <a:pt x="171339" y="530173"/>
                </a:cubicBezTo>
                <a:close/>
                <a:moveTo>
                  <a:pt x="98904" y="530173"/>
                </a:moveTo>
                <a:cubicBezTo>
                  <a:pt x="115664" y="530173"/>
                  <a:pt x="129258" y="543767"/>
                  <a:pt x="129258" y="560536"/>
                </a:cubicBezTo>
                <a:cubicBezTo>
                  <a:pt x="129258" y="577306"/>
                  <a:pt x="115664" y="590900"/>
                  <a:pt x="98904" y="590900"/>
                </a:cubicBezTo>
                <a:cubicBezTo>
                  <a:pt x="82130" y="590900"/>
                  <a:pt x="68536" y="577306"/>
                  <a:pt x="68536" y="560536"/>
                </a:cubicBezTo>
                <a:cubicBezTo>
                  <a:pt x="68536" y="543767"/>
                  <a:pt x="82130" y="530173"/>
                  <a:pt x="98904" y="530173"/>
                </a:cubicBezTo>
                <a:close/>
                <a:moveTo>
                  <a:pt x="26349" y="530173"/>
                </a:moveTo>
                <a:cubicBezTo>
                  <a:pt x="43112" y="530173"/>
                  <a:pt x="56707" y="543767"/>
                  <a:pt x="56707" y="560536"/>
                </a:cubicBezTo>
                <a:cubicBezTo>
                  <a:pt x="56707" y="577306"/>
                  <a:pt x="43112" y="590900"/>
                  <a:pt x="26349" y="590900"/>
                </a:cubicBezTo>
                <a:cubicBezTo>
                  <a:pt x="17963" y="590900"/>
                  <a:pt x="10372" y="587502"/>
                  <a:pt x="4877" y="582007"/>
                </a:cubicBezTo>
                <a:lnTo>
                  <a:pt x="0" y="570232"/>
                </a:lnTo>
                <a:lnTo>
                  <a:pt x="0" y="550840"/>
                </a:lnTo>
                <a:lnTo>
                  <a:pt x="4877" y="539066"/>
                </a:lnTo>
                <a:cubicBezTo>
                  <a:pt x="10372" y="533572"/>
                  <a:pt x="17963" y="530173"/>
                  <a:pt x="26349" y="530173"/>
                </a:cubicBezTo>
                <a:close/>
                <a:moveTo>
                  <a:pt x="1673704" y="458486"/>
                </a:moveTo>
                <a:lnTo>
                  <a:pt x="1671744" y="497284"/>
                </a:lnTo>
                <a:lnTo>
                  <a:pt x="1664620" y="480084"/>
                </a:lnTo>
                <a:cubicBezTo>
                  <a:pt x="1664620" y="471700"/>
                  <a:pt x="1668019" y="464109"/>
                  <a:pt x="1673514" y="458614"/>
                </a:cubicBezTo>
                <a:close/>
                <a:moveTo>
                  <a:pt x="1622429" y="449721"/>
                </a:moveTo>
                <a:cubicBezTo>
                  <a:pt x="1639199" y="449721"/>
                  <a:pt x="1652792" y="463315"/>
                  <a:pt x="1652792" y="480084"/>
                </a:cubicBezTo>
                <a:cubicBezTo>
                  <a:pt x="1652792" y="496854"/>
                  <a:pt x="1639199" y="510448"/>
                  <a:pt x="1622429" y="510448"/>
                </a:cubicBezTo>
                <a:cubicBezTo>
                  <a:pt x="1605659" y="510448"/>
                  <a:pt x="1592066" y="496854"/>
                  <a:pt x="1592066" y="480084"/>
                </a:cubicBezTo>
                <a:cubicBezTo>
                  <a:pt x="1592066" y="463315"/>
                  <a:pt x="1605659" y="449721"/>
                  <a:pt x="1622429" y="449721"/>
                </a:cubicBezTo>
                <a:close/>
                <a:moveTo>
                  <a:pt x="1549874" y="449721"/>
                </a:moveTo>
                <a:cubicBezTo>
                  <a:pt x="1566644" y="449721"/>
                  <a:pt x="1580238" y="463315"/>
                  <a:pt x="1580238" y="480084"/>
                </a:cubicBezTo>
                <a:cubicBezTo>
                  <a:pt x="1580238" y="496854"/>
                  <a:pt x="1566644" y="510448"/>
                  <a:pt x="1549874" y="510448"/>
                </a:cubicBezTo>
                <a:cubicBezTo>
                  <a:pt x="1533105" y="510448"/>
                  <a:pt x="1519511" y="496854"/>
                  <a:pt x="1519511" y="480084"/>
                </a:cubicBezTo>
                <a:cubicBezTo>
                  <a:pt x="1519511" y="463315"/>
                  <a:pt x="1533105" y="449721"/>
                  <a:pt x="1549874" y="449721"/>
                </a:cubicBezTo>
                <a:close/>
                <a:moveTo>
                  <a:pt x="1477320" y="449721"/>
                </a:moveTo>
                <a:cubicBezTo>
                  <a:pt x="1494089" y="449721"/>
                  <a:pt x="1507683" y="463315"/>
                  <a:pt x="1507683" y="480084"/>
                </a:cubicBezTo>
                <a:cubicBezTo>
                  <a:pt x="1507683" y="496854"/>
                  <a:pt x="1494089" y="510448"/>
                  <a:pt x="1477320" y="510448"/>
                </a:cubicBezTo>
                <a:cubicBezTo>
                  <a:pt x="1460550" y="510448"/>
                  <a:pt x="1446956" y="496854"/>
                  <a:pt x="1446956" y="480084"/>
                </a:cubicBezTo>
                <a:cubicBezTo>
                  <a:pt x="1446956" y="463315"/>
                  <a:pt x="1460550" y="449721"/>
                  <a:pt x="1477320" y="449721"/>
                </a:cubicBezTo>
                <a:close/>
                <a:moveTo>
                  <a:pt x="1404765" y="449721"/>
                </a:moveTo>
                <a:cubicBezTo>
                  <a:pt x="1421535" y="449721"/>
                  <a:pt x="1435129" y="463315"/>
                  <a:pt x="1435129" y="480084"/>
                </a:cubicBezTo>
                <a:cubicBezTo>
                  <a:pt x="1435129" y="496854"/>
                  <a:pt x="1421535" y="510448"/>
                  <a:pt x="1404765" y="510448"/>
                </a:cubicBezTo>
                <a:cubicBezTo>
                  <a:pt x="1387996" y="510448"/>
                  <a:pt x="1374402" y="496854"/>
                  <a:pt x="1374402" y="480084"/>
                </a:cubicBezTo>
                <a:cubicBezTo>
                  <a:pt x="1374402" y="463315"/>
                  <a:pt x="1387996" y="449721"/>
                  <a:pt x="1404765" y="449721"/>
                </a:cubicBezTo>
                <a:close/>
                <a:moveTo>
                  <a:pt x="1332211" y="449721"/>
                </a:moveTo>
                <a:cubicBezTo>
                  <a:pt x="1348980" y="449721"/>
                  <a:pt x="1362574" y="463315"/>
                  <a:pt x="1362574" y="480084"/>
                </a:cubicBezTo>
                <a:cubicBezTo>
                  <a:pt x="1362574" y="496854"/>
                  <a:pt x="1348980" y="510448"/>
                  <a:pt x="1332211" y="510448"/>
                </a:cubicBezTo>
                <a:cubicBezTo>
                  <a:pt x="1315441" y="510448"/>
                  <a:pt x="1301847" y="496854"/>
                  <a:pt x="1301847" y="480084"/>
                </a:cubicBezTo>
                <a:cubicBezTo>
                  <a:pt x="1301847" y="463315"/>
                  <a:pt x="1315441" y="449721"/>
                  <a:pt x="1332211" y="449721"/>
                </a:cubicBezTo>
                <a:close/>
                <a:moveTo>
                  <a:pt x="1259656" y="449721"/>
                </a:moveTo>
                <a:cubicBezTo>
                  <a:pt x="1276426" y="449721"/>
                  <a:pt x="1290020" y="463315"/>
                  <a:pt x="1290020" y="480084"/>
                </a:cubicBezTo>
                <a:cubicBezTo>
                  <a:pt x="1290020" y="496854"/>
                  <a:pt x="1276426" y="510448"/>
                  <a:pt x="1259656" y="510448"/>
                </a:cubicBezTo>
                <a:cubicBezTo>
                  <a:pt x="1242887" y="510448"/>
                  <a:pt x="1229293" y="496854"/>
                  <a:pt x="1229293" y="480084"/>
                </a:cubicBezTo>
                <a:cubicBezTo>
                  <a:pt x="1229293" y="463315"/>
                  <a:pt x="1242887" y="449721"/>
                  <a:pt x="1259656" y="449721"/>
                </a:cubicBezTo>
                <a:close/>
                <a:moveTo>
                  <a:pt x="1187102" y="449721"/>
                </a:moveTo>
                <a:cubicBezTo>
                  <a:pt x="1203871" y="449721"/>
                  <a:pt x="1217465" y="463315"/>
                  <a:pt x="1217465" y="480084"/>
                </a:cubicBezTo>
                <a:cubicBezTo>
                  <a:pt x="1217465" y="496854"/>
                  <a:pt x="1203871" y="510448"/>
                  <a:pt x="1187102" y="510448"/>
                </a:cubicBezTo>
                <a:cubicBezTo>
                  <a:pt x="1170332" y="510448"/>
                  <a:pt x="1156738" y="496854"/>
                  <a:pt x="1156738" y="480084"/>
                </a:cubicBezTo>
                <a:cubicBezTo>
                  <a:pt x="1156738" y="463315"/>
                  <a:pt x="1170332" y="449721"/>
                  <a:pt x="1187102" y="449721"/>
                </a:cubicBezTo>
                <a:close/>
                <a:moveTo>
                  <a:pt x="1114547" y="449721"/>
                </a:moveTo>
                <a:cubicBezTo>
                  <a:pt x="1131317" y="449721"/>
                  <a:pt x="1144911" y="463315"/>
                  <a:pt x="1144911" y="480084"/>
                </a:cubicBezTo>
                <a:cubicBezTo>
                  <a:pt x="1144911" y="496854"/>
                  <a:pt x="1131317" y="510448"/>
                  <a:pt x="1114547" y="510448"/>
                </a:cubicBezTo>
                <a:cubicBezTo>
                  <a:pt x="1097778" y="510448"/>
                  <a:pt x="1084184" y="496854"/>
                  <a:pt x="1084184" y="480084"/>
                </a:cubicBezTo>
                <a:cubicBezTo>
                  <a:pt x="1084184" y="463315"/>
                  <a:pt x="1097778" y="449721"/>
                  <a:pt x="1114547" y="449721"/>
                </a:cubicBezTo>
                <a:close/>
                <a:moveTo>
                  <a:pt x="1041993" y="449721"/>
                </a:moveTo>
                <a:cubicBezTo>
                  <a:pt x="1058762" y="449721"/>
                  <a:pt x="1072356" y="463315"/>
                  <a:pt x="1072356" y="480084"/>
                </a:cubicBezTo>
                <a:cubicBezTo>
                  <a:pt x="1072356" y="496854"/>
                  <a:pt x="1058762" y="510448"/>
                  <a:pt x="1041993" y="510448"/>
                </a:cubicBezTo>
                <a:cubicBezTo>
                  <a:pt x="1025223" y="510448"/>
                  <a:pt x="1011629" y="496854"/>
                  <a:pt x="1011629" y="480084"/>
                </a:cubicBezTo>
                <a:cubicBezTo>
                  <a:pt x="1011629" y="463315"/>
                  <a:pt x="1025223" y="449721"/>
                  <a:pt x="1041993" y="449721"/>
                </a:cubicBezTo>
                <a:close/>
                <a:moveTo>
                  <a:pt x="969438" y="449721"/>
                </a:moveTo>
                <a:cubicBezTo>
                  <a:pt x="986208" y="449721"/>
                  <a:pt x="999801" y="463315"/>
                  <a:pt x="999801" y="480084"/>
                </a:cubicBezTo>
                <a:cubicBezTo>
                  <a:pt x="999801" y="496854"/>
                  <a:pt x="986208" y="510448"/>
                  <a:pt x="969438" y="510448"/>
                </a:cubicBezTo>
                <a:cubicBezTo>
                  <a:pt x="952669" y="510448"/>
                  <a:pt x="939075" y="496854"/>
                  <a:pt x="939075" y="480084"/>
                </a:cubicBezTo>
                <a:cubicBezTo>
                  <a:pt x="939075" y="463315"/>
                  <a:pt x="952669" y="449721"/>
                  <a:pt x="969438" y="449721"/>
                </a:cubicBezTo>
                <a:close/>
                <a:moveTo>
                  <a:pt x="896883" y="449721"/>
                </a:moveTo>
                <a:cubicBezTo>
                  <a:pt x="913653" y="449721"/>
                  <a:pt x="927247" y="463315"/>
                  <a:pt x="927247" y="480084"/>
                </a:cubicBezTo>
                <a:cubicBezTo>
                  <a:pt x="927247" y="496854"/>
                  <a:pt x="913653" y="510448"/>
                  <a:pt x="896883" y="510448"/>
                </a:cubicBezTo>
                <a:cubicBezTo>
                  <a:pt x="880114" y="510448"/>
                  <a:pt x="866520" y="496854"/>
                  <a:pt x="866520" y="480084"/>
                </a:cubicBezTo>
                <a:cubicBezTo>
                  <a:pt x="866520" y="463315"/>
                  <a:pt x="880114" y="449721"/>
                  <a:pt x="896883" y="449721"/>
                </a:cubicBezTo>
                <a:close/>
                <a:moveTo>
                  <a:pt x="824329" y="449721"/>
                </a:moveTo>
                <a:cubicBezTo>
                  <a:pt x="841098" y="449721"/>
                  <a:pt x="854692" y="463315"/>
                  <a:pt x="854692" y="480084"/>
                </a:cubicBezTo>
                <a:cubicBezTo>
                  <a:pt x="854692" y="496854"/>
                  <a:pt x="841098" y="510448"/>
                  <a:pt x="824329" y="510448"/>
                </a:cubicBezTo>
                <a:cubicBezTo>
                  <a:pt x="807559" y="510448"/>
                  <a:pt x="793965" y="496854"/>
                  <a:pt x="793965" y="480084"/>
                </a:cubicBezTo>
                <a:cubicBezTo>
                  <a:pt x="793965" y="463315"/>
                  <a:pt x="807559" y="449721"/>
                  <a:pt x="824329" y="449721"/>
                </a:cubicBezTo>
                <a:close/>
                <a:moveTo>
                  <a:pt x="751774" y="449721"/>
                </a:moveTo>
                <a:cubicBezTo>
                  <a:pt x="768544" y="449721"/>
                  <a:pt x="782138" y="463315"/>
                  <a:pt x="782138" y="480084"/>
                </a:cubicBezTo>
                <a:cubicBezTo>
                  <a:pt x="782138" y="496854"/>
                  <a:pt x="768544" y="510448"/>
                  <a:pt x="751774" y="510448"/>
                </a:cubicBezTo>
                <a:cubicBezTo>
                  <a:pt x="735005" y="510448"/>
                  <a:pt x="721411" y="496854"/>
                  <a:pt x="721411" y="480084"/>
                </a:cubicBezTo>
                <a:cubicBezTo>
                  <a:pt x="721411" y="463315"/>
                  <a:pt x="735005" y="449721"/>
                  <a:pt x="751774" y="449721"/>
                </a:cubicBezTo>
                <a:close/>
                <a:moveTo>
                  <a:pt x="679220" y="449721"/>
                </a:moveTo>
                <a:cubicBezTo>
                  <a:pt x="695989" y="449721"/>
                  <a:pt x="709583" y="463315"/>
                  <a:pt x="709583" y="480084"/>
                </a:cubicBezTo>
                <a:cubicBezTo>
                  <a:pt x="709583" y="496854"/>
                  <a:pt x="695989" y="510448"/>
                  <a:pt x="679220" y="510448"/>
                </a:cubicBezTo>
                <a:cubicBezTo>
                  <a:pt x="662450" y="510448"/>
                  <a:pt x="648856" y="496854"/>
                  <a:pt x="648856" y="480084"/>
                </a:cubicBezTo>
                <a:cubicBezTo>
                  <a:pt x="648856" y="463315"/>
                  <a:pt x="662450" y="449721"/>
                  <a:pt x="679220" y="449721"/>
                </a:cubicBezTo>
                <a:close/>
                <a:moveTo>
                  <a:pt x="606665" y="449721"/>
                </a:moveTo>
                <a:cubicBezTo>
                  <a:pt x="623435" y="449721"/>
                  <a:pt x="637029" y="463315"/>
                  <a:pt x="637029" y="480084"/>
                </a:cubicBezTo>
                <a:cubicBezTo>
                  <a:pt x="637029" y="496854"/>
                  <a:pt x="623435" y="510448"/>
                  <a:pt x="606665" y="510448"/>
                </a:cubicBezTo>
                <a:cubicBezTo>
                  <a:pt x="589896" y="510448"/>
                  <a:pt x="576302" y="496854"/>
                  <a:pt x="576302" y="480084"/>
                </a:cubicBezTo>
                <a:cubicBezTo>
                  <a:pt x="576302" y="463315"/>
                  <a:pt x="589896" y="449721"/>
                  <a:pt x="606665" y="449721"/>
                </a:cubicBezTo>
                <a:close/>
                <a:moveTo>
                  <a:pt x="534111" y="449721"/>
                </a:moveTo>
                <a:cubicBezTo>
                  <a:pt x="550880" y="449721"/>
                  <a:pt x="564474" y="463315"/>
                  <a:pt x="564474" y="480084"/>
                </a:cubicBezTo>
                <a:cubicBezTo>
                  <a:pt x="564474" y="496854"/>
                  <a:pt x="550880" y="510448"/>
                  <a:pt x="534111" y="510448"/>
                </a:cubicBezTo>
                <a:cubicBezTo>
                  <a:pt x="517341" y="510448"/>
                  <a:pt x="503747" y="496854"/>
                  <a:pt x="503747" y="480084"/>
                </a:cubicBezTo>
                <a:cubicBezTo>
                  <a:pt x="503747" y="463315"/>
                  <a:pt x="517341" y="449721"/>
                  <a:pt x="534111" y="449721"/>
                </a:cubicBezTo>
                <a:close/>
                <a:moveTo>
                  <a:pt x="461556" y="449721"/>
                </a:moveTo>
                <a:cubicBezTo>
                  <a:pt x="478326" y="449721"/>
                  <a:pt x="491920" y="463315"/>
                  <a:pt x="491920" y="480084"/>
                </a:cubicBezTo>
                <a:cubicBezTo>
                  <a:pt x="491920" y="496854"/>
                  <a:pt x="478326" y="510448"/>
                  <a:pt x="461556" y="510448"/>
                </a:cubicBezTo>
                <a:cubicBezTo>
                  <a:pt x="444787" y="510448"/>
                  <a:pt x="431192" y="496854"/>
                  <a:pt x="431192" y="480084"/>
                </a:cubicBezTo>
                <a:cubicBezTo>
                  <a:pt x="431192" y="463315"/>
                  <a:pt x="444787" y="449721"/>
                  <a:pt x="461556" y="449721"/>
                </a:cubicBezTo>
                <a:close/>
                <a:moveTo>
                  <a:pt x="389002" y="449721"/>
                </a:moveTo>
                <a:cubicBezTo>
                  <a:pt x="405771" y="449721"/>
                  <a:pt x="419365" y="463315"/>
                  <a:pt x="419365" y="480084"/>
                </a:cubicBezTo>
                <a:cubicBezTo>
                  <a:pt x="419365" y="496854"/>
                  <a:pt x="405771" y="510448"/>
                  <a:pt x="389002" y="510448"/>
                </a:cubicBezTo>
                <a:cubicBezTo>
                  <a:pt x="372232" y="510448"/>
                  <a:pt x="358638" y="496854"/>
                  <a:pt x="358638" y="480084"/>
                </a:cubicBezTo>
                <a:cubicBezTo>
                  <a:pt x="358638" y="463315"/>
                  <a:pt x="372232" y="449721"/>
                  <a:pt x="389002" y="449721"/>
                </a:cubicBezTo>
                <a:close/>
                <a:moveTo>
                  <a:pt x="316447" y="449721"/>
                </a:moveTo>
                <a:cubicBezTo>
                  <a:pt x="333216" y="449721"/>
                  <a:pt x="346810" y="463315"/>
                  <a:pt x="346810" y="480084"/>
                </a:cubicBezTo>
                <a:cubicBezTo>
                  <a:pt x="346810" y="496854"/>
                  <a:pt x="333216" y="510448"/>
                  <a:pt x="316447" y="510448"/>
                </a:cubicBezTo>
                <a:cubicBezTo>
                  <a:pt x="299677" y="510448"/>
                  <a:pt x="286084" y="496854"/>
                  <a:pt x="286084" y="480084"/>
                </a:cubicBezTo>
                <a:cubicBezTo>
                  <a:pt x="286084" y="463315"/>
                  <a:pt x="299677" y="449721"/>
                  <a:pt x="316447" y="449721"/>
                </a:cubicBezTo>
                <a:close/>
                <a:moveTo>
                  <a:pt x="243892" y="449721"/>
                </a:moveTo>
                <a:cubicBezTo>
                  <a:pt x="260662" y="449721"/>
                  <a:pt x="274256" y="463315"/>
                  <a:pt x="274256" y="480084"/>
                </a:cubicBezTo>
                <a:cubicBezTo>
                  <a:pt x="274256" y="496854"/>
                  <a:pt x="260662" y="510448"/>
                  <a:pt x="243892" y="510448"/>
                </a:cubicBezTo>
                <a:cubicBezTo>
                  <a:pt x="227123" y="510448"/>
                  <a:pt x="213529" y="496854"/>
                  <a:pt x="213529" y="480084"/>
                </a:cubicBezTo>
                <a:cubicBezTo>
                  <a:pt x="213529" y="463315"/>
                  <a:pt x="227123" y="449721"/>
                  <a:pt x="243892" y="449721"/>
                </a:cubicBezTo>
                <a:close/>
                <a:moveTo>
                  <a:pt x="171339" y="449721"/>
                </a:moveTo>
                <a:cubicBezTo>
                  <a:pt x="188107" y="449721"/>
                  <a:pt x="201701" y="463315"/>
                  <a:pt x="201701" y="480084"/>
                </a:cubicBezTo>
                <a:cubicBezTo>
                  <a:pt x="201701" y="496854"/>
                  <a:pt x="188107" y="510448"/>
                  <a:pt x="171339" y="510448"/>
                </a:cubicBezTo>
                <a:cubicBezTo>
                  <a:pt x="154679" y="510448"/>
                  <a:pt x="141085" y="496854"/>
                  <a:pt x="141085" y="480084"/>
                </a:cubicBezTo>
                <a:cubicBezTo>
                  <a:pt x="141085" y="463315"/>
                  <a:pt x="154679" y="449721"/>
                  <a:pt x="171339" y="449721"/>
                </a:cubicBezTo>
                <a:close/>
                <a:moveTo>
                  <a:pt x="98910" y="449721"/>
                </a:moveTo>
                <a:cubicBezTo>
                  <a:pt x="115670" y="449721"/>
                  <a:pt x="129264" y="463315"/>
                  <a:pt x="129264" y="480084"/>
                </a:cubicBezTo>
                <a:cubicBezTo>
                  <a:pt x="129264" y="496854"/>
                  <a:pt x="115670" y="510448"/>
                  <a:pt x="98910" y="510448"/>
                </a:cubicBezTo>
                <a:cubicBezTo>
                  <a:pt x="82136" y="510448"/>
                  <a:pt x="68542" y="496854"/>
                  <a:pt x="68542" y="480084"/>
                </a:cubicBezTo>
                <a:cubicBezTo>
                  <a:pt x="68542" y="463315"/>
                  <a:pt x="82136" y="449721"/>
                  <a:pt x="98910" y="449721"/>
                </a:cubicBezTo>
                <a:close/>
                <a:moveTo>
                  <a:pt x="26355" y="449721"/>
                </a:moveTo>
                <a:cubicBezTo>
                  <a:pt x="43118" y="449721"/>
                  <a:pt x="56713" y="463315"/>
                  <a:pt x="56713" y="480084"/>
                </a:cubicBezTo>
                <a:cubicBezTo>
                  <a:pt x="56713" y="496854"/>
                  <a:pt x="43118" y="510448"/>
                  <a:pt x="26355" y="510448"/>
                </a:cubicBezTo>
                <a:cubicBezTo>
                  <a:pt x="17970" y="510448"/>
                  <a:pt x="10379" y="507050"/>
                  <a:pt x="4884" y="501555"/>
                </a:cubicBezTo>
                <a:lnTo>
                  <a:pt x="0" y="489763"/>
                </a:lnTo>
                <a:lnTo>
                  <a:pt x="0" y="470405"/>
                </a:lnTo>
                <a:lnTo>
                  <a:pt x="4884" y="458614"/>
                </a:lnTo>
                <a:cubicBezTo>
                  <a:pt x="10379" y="453120"/>
                  <a:pt x="17970" y="449721"/>
                  <a:pt x="26355" y="449721"/>
                </a:cubicBezTo>
                <a:close/>
                <a:moveTo>
                  <a:pt x="1673066" y="379245"/>
                </a:moveTo>
                <a:lnTo>
                  <a:pt x="1675237" y="422266"/>
                </a:lnTo>
                <a:lnTo>
                  <a:pt x="1673514" y="421103"/>
                </a:lnTo>
                <a:cubicBezTo>
                  <a:pt x="1668019" y="415609"/>
                  <a:pt x="1664620" y="408017"/>
                  <a:pt x="1664620" y="399633"/>
                </a:cubicBezTo>
                <a:close/>
                <a:moveTo>
                  <a:pt x="1622429" y="369269"/>
                </a:moveTo>
                <a:cubicBezTo>
                  <a:pt x="1639199" y="369269"/>
                  <a:pt x="1652792" y="382864"/>
                  <a:pt x="1652792" y="399633"/>
                </a:cubicBezTo>
                <a:cubicBezTo>
                  <a:pt x="1652792" y="416402"/>
                  <a:pt x="1639199" y="429997"/>
                  <a:pt x="1622429" y="429997"/>
                </a:cubicBezTo>
                <a:cubicBezTo>
                  <a:pt x="1605659" y="429997"/>
                  <a:pt x="1592066" y="416402"/>
                  <a:pt x="1592066" y="399633"/>
                </a:cubicBezTo>
                <a:cubicBezTo>
                  <a:pt x="1592066" y="382864"/>
                  <a:pt x="1605659" y="369269"/>
                  <a:pt x="1622429" y="369269"/>
                </a:cubicBezTo>
                <a:close/>
                <a:moveTo>
                  <a:pt x="1549874" y="369269"/>
                </a:moveTo>
                <a:cubicBezTo>
                  <a:pt x="1566644" y="369269"/>
                  <a:pt x="1580238" y="382864"/>
                  <a:pt x="1580238" y="399633"/>
                </a:cubicBezTo>
                <a:cubicBezTo>
                  <a:pt x="1580238" y="416402"/>
                  <a:pt x="1566644" y="429997"/>
                  <a:pt x="1549874" y="429997"/>
                </a:cubicBezTo>
                <a:cubicBezTo>
                  <a:pt x="1533105" y="429997"/>
                  <a:pt x="1519511" y="416402"/>
                  <a:pt x="1519511" y="399633"/>
                </a:cubicBezTo>
                <a:cubicBezTo>
                  <a:pt x="1519511" y="382864"/>
                  <a:pt x="1533105" y="369269"/>
                  <a:pt x="1549874" y="369269"/>
                </a:cubicBezTo>
                <a:close/>
                <a:moveTo>
                  <a:pt x="1477320" y="369269"/>
                </a:moveTo>
                <a:cubicBezTo>
                  <a:pt x="1494089" y="369269"/>
                  <a:pt x="1507683" y="382864"/>
                  <a:pt x="1507683" y="399633"/>
                </a:cubicBezTo>
                <a:cubicBezTo>
                  <a:pt x="1507683" y="416402"/>
                  <a:pt x="1494089" y="429997"/>
                  <a:pt x="1477320" y="429997"/>
                </a:cubicBezTo>
                <a:cubicBezTo>
                  <a:pt x="1460550" y="429997"/>
                  <a:pt x="1446956" y="416402"/>
                  <a:pt x="1446956" y="399633"/>
                </a:cubicBezTo>
                <a:cubicBezTo>
                  <a:pt x="1446956" y="382864"/>
                  <a:pt x="1460550" y="369269"/>
                  <a:pt x="1477320" y="369269"/>
                </a:cubicBezTo>
                <a:close/>
                <a:moveTo>
                  <a:pt x="1404765" y="369269"/>
                </a:moveTo>
                <a:cubicBezTo>
                  <a:pt x="1421535" y="369269"/>
                  <a:pt x="1435129" y="382864"/>
                  <a:pt x="1435129" y="399633"/>
                </a:cubicBezTo>
                <a:cubicBezTo>
                  <a:pt x="1435129" y="416402"/>
                  <a:pt x="1421535" y="429997"/>
                  <a:pt x="1404765" y="429997"/>
                </a:cubicBezTo>
                <a:cubicBezTo>
                  <a:pt x="1387996" y="429997"/>
                  <a:pt x="1374402" y="416402"/>
                  <a:pt x="1374402" y="399633"/>
                </a:cubicBezTo>
                <a:cubicBezTo>
                  <a:pt x="1374402" y="382864"/>
                  <a:pt x="1387996" y="369269"/>
                  <a:pt x="1404765" y="369269"/>
                </a:cubicBezTo>
                <a:close/>
                <a:moveTo>
                  <a:pt x="1332211" y="369269"/>
                </a:moveTo>
                <a:cubicBezTo>
                  <a:pt x="1348980" y="369269"/>
                  <a:pt x="1362574" y="382864"/>
                  <a:pt x="1362574" y="399633"/>
                </a:cubicBezTo>
                <a:cubicBezTo>
                  <a:pt x="1362574" y="416402"/>
                  <a:pt x="1348980" y="429997"/>
                  <a:pt x="1332211" y="429997"/>
                </a:cubicBezTo>
                <a:cubicBezTo>
                  <a:pt x="1315441" y="429997"/>
                  <a:pt x="1301847" y="416402"/>
                  <a:pt x="1301847" y="399633"/>
                </a:cubicBezTo>
                <a:cubicBezTo>
                  <a:pt x="1301847" y="382864"/>
                  <a:pt x="1315441" y="369269"/>
                  <a:pt x="1332211" y="369269"/>
                </a:cubicBezTo>
                <a:close/>
                <a:moveTo>
                  <a:pt x="1259656" y="369269"/>
                </a:moveTo>
                <a:cubicBezTo>
                  <a:pt x="1276426" y="369269"/>
                  <a:pt x="1290020" y="382864"/>
                  <a:pt x="1290020" y="399633"/>
                </a:cubicBezTo>
                <a:cubicBezTo>
                  <a:pt x="1290020" y="416402"/>
                  <a:pt x="1276426" y="429997"/>
                  <a:pt x="1259656" y="429997"/>
                </a:cubicBezTo>
                <a:cubicBezTo>
                  <a:pt x="1242887" y="429997"/>
                  <a:pt x="1229293" y="416402"/>
                  <a:pt x="1229293" y="399633"/>
                </a:cubicBezTo>
                <a:cubicBezTo>
                  <a:pt x="1229293" y="382864"/>
                  <a:pt x="1242887" y="369269"/>
                  <a:pt x="1259656" y="369269"/>
                </a:cubicBezTo>
                <a:close/>
                <a:moveTo>
                  <a:pt x="1187102" y="369269"/>
                </a:moveTo>
                <a:cubicBezTo>
                  <a:pt x="1203871" y="369269"/>
                  <a:pt x="1217465" y="382864"/>
                  <a:pt x="1217465" y="399633"/>
                </a:cubicBezTo>
                <a:cubicBezTo>
                  <a:pt x="1217465" y="416402"/>
                  <a:pt x="1203871" y="429997"/>
                  <a:pt x="1187102" y="429997"/>
                </a:cubicBezTo>
                <a:cubicBezTo>
                  <a:pt x="1170332" y="429997"/>
                  <a:pt x="1156738" y="416402"/>
                  <a:pt x="1156738" y="399633"/>
                </a:cubicBezTo>
                <a:cubicBezTo>
                  <a:pt x="1156738" y="382864"/>
                  <a:pt x="1170332" y="369269"/>
                  <a:pt x="1187102" y="369269"/>
                </a:cubicBezTo>
                <a:close/>
                <a:moveTo>
                  <a:pt x="1114547" y="369269"/>
                </a:moveTo>
                <a:cubicBezTo>
                  <a:pt x="1131317" y="369269"/>
                  <a:pt x="1144911" y="382864"/>
                  <a:pt x="1144911" y="399633"/>
                </a:cubicBezTo>
                <a:cubicBezTo>
                  <a:pt x="1144911" y="416402"/>
                  <a:pt x="1131317" y="429997"/>
                  <a:pt x="1114547" y="429997"/>
                </a:cubicBezTo>
                <a:cubicBezTo>
                  <a:pt x="1097778" y="429997"/>
                  <a:pt x="1084184" y="416402"/>
                  <a:pt x="1084184" y="399633"/>
                </a:cubicBezTo>
                <a:cubicBezTo>
                  <a:pt x="1084184" y="382864"/>
                  <a:pt x="1097778" y="369269"/>
                  <a:pt x="1114547" y="369269"/>
                </a:cubicBezTo>
                <a:close/>
                <a:moveTo>
                  <a:pt x="1041993" y="369269"/>
                </a:moveTo>
                <a:cubicBezTo>
                  <a:pt x="1058762" y="369269"/>
                  <a:pt x="1072356" y="382864"/>
                  <a:pt x="1072356" y="399633"/>
                </a:cubicBezTo>
                <a:cubicBezTo>
                  <a:pt x="1072356" y="416402"/>
                  <a:pt x="1058762" y="429997"/>
                  <a:pt x="1041993" y="429997"/>
                </a:cubicBezTo>
                <a:cubicBezTo>
                  <a:pt x="1025223" y="429997"/>
                  <a:pt x="1011629" y="416402"/>
                  <a:pt x="1011629" y="399633"/>
                </a:cubicBezTo>
                <a:cubicBezTo>
                  <a:pt x="1011629" y="382864"/>
                  <a:pt x="1025223" y="369269"/>
                  <a:pt x="1041993" y="369269"/>
                </a:cubicBezTo>
                <a:close/>
                <a:moveTo>
                  <a:pt x="969438" y="369269"/>
                </a:moveTo>
                <a:cubicBezTo>
                  <a:pt x="986208" y="369269"/>
                  <a:pt x="999801" y="382864"/>
                  <a:pt x="999801" y="399633"/>
                </a:cubicBezTo>
                <a:cubicBezTo>
                  <a:pt x="999801" y="416402"/>
                  <a:pt x="986208" y="429997"/>
                  <a:pt x="969438" y="429997"/>
                </a:cubicBezTo>
                <a:cubicBezTo>
                  <a:pt x="952669" y="429997"/>
                  <a:pt x="939075" y="416402"/>
                  <a:pt x="939075" y="399633"/>
                </a:cubicBezTo>
                <a:cubicBezTo>
                  <a:pt x="939075" y="382864"/>
                  <a:pt x="952669" y="369269"/>
                  <a:pt x="969438" y="369269"/>
                </a:cubicBezTo>
                <a:close/>
                <a:moveTo>
                  <a:pt x="896883" y="369269"/>
                </a:moveTo>
                <a:cubicBezTo>
                  <a:pt x="913653" y="369269"/>
                  <a:pt x="927247" y="382864"/>
                  <a:pt x="927247" y="399633"/>
                </a:cubicBezTo>
                <a:cubicBezTo>
                  <a:pt x="927247" y="416402"/>
                  <a:pt x="913653" y="429997"/>
                  <a:pt x="896883" y="429997"/>
                </a:cubicBezTo>
                <a:cubicBezTo>
                  <a:pt x="880114" y="429997"/>
                  <a:pt x="866520" y="416402"/>
                  <a:pt x="866520" y="399633"/>
                </a:cubicBezTo>
                <a:cubicBezTo>
                  <a:pt x="866520" y="382864"/>
                  <a:pt x="880114" y="369269"/>
                  <a:pt x="896883" y="369269"/>
                </a:cubicBezTo>
                <a:close/>
                <a:moveTo>
                  <a:pt x="824329" y="369269"/>
                </a:moveTo>
                <a:cubicBezTo>
                  <a:pt x="841098" y="369269"/>
                  <a:pt x="854692" y="382864"/>
                  <a:pt x="854692" y="399633"/>
                </a:cubicBezTo>
                <a:cubicBezTo>
                  <a:pt x="854692" y="416402"/>
                  <a:pt x="841098" y="429997"/>
                  <a:pt x="824329" y="429997"/>
                </a:cubicBezTo>
                <a:cubicBezTo>
                  <a:pt x="807559" y="429997"/>
                  <a:pt x="793965" y="416402"/>
                  <a:pt x="793965" y="399633"/>
                </a:cubicBezTo>
                <a:cubicBezTo>
                  <a:pt x="793965" y="382864"/>
                  <a:pt x="807559" y="369269"/>
                  <a:pt x="824329" y="369269"/>
                </a:cubicBezTo>
                <a:close/>
                <a:moveTo>
                  <a:pt x="751774" y="369269"/>
                </a:moveTo>
                <a:cubicBezTo>
                  <a:pt x="768544" y="369269"/>
                  <a:pt x="782138" y="382864"/>
                  <a:pt x="782138" y="399633"/>
                </a:cubicBezTo>
                <a:cubicBezTo>
                  <a:pt x="782138" y="416402"/>
                  <a:pt x="768544" y="429997"/>
                  <a:pt x="751774" y="429997"/>
                </a:cubicBezTo>
                <a:cubicBezTo>
                  <a:pt x="735005" y="429997"/>
                  <a:pt x="721411" y="416402"/>
                  <a:pt x="721411" y="399633"/>
                </a:cubicBezTo>
                <a:cubicBezTo>
                  <a:pt x="721411" y="382864"/>
                  <a:pt x="735005" y="369269"/>
                  <a:pt x="751774" y="369269"/>
                </a:cubicBezTo>
                <a:close/>
                <a:moveTo>
                  <a:pt x="679220" y="369269"/>
                </a:moveTo>
                <a:cubicBezTo>
                  <a:pt x="695989" y="369269"/>
                  <a:pt x="709583" y="382864"/>
                  <a:pt x="709583" y="399633"/>
                </a:cubicBezTo>
                <a:cubicBezTo>
                  <a:pt x="709583" y="416402"/>
                  <a:pt x="695989" y="429997"/>
                  <a:pt x="679220" y="429997"/>
                </a:cubicBezTo>
                <a:cubicBezTo>
                  <a:pt x="662450" y="429997"/>
                  <a:pt x="648856" y="416402"/>
                  <a:pt x="648856" y="399633"/>
                </a:cubicBezTo>
                <a:cubicBezTo>
                  <a:pt x="648856" y="382864"/>
                  <a:pt x="662450" y="369269"/>
                  <a:pt x="679220" y="369269"/>
                </a:cubicBezTo>
                <a:close/>
                <a:moveTo>
                  <a:pt x="606665" y="369269"/>
                </a:moveTo>
                <a:cubicBezTo>
                  <a:pt x="623435" y="369269"/>
                  <a:pt x="637029" y="382864"/>
                  <a:pt x="637029" y="399633"/>
                </a:cubicBezTo>
                <a:cubicBezTo>
                  <a:pt x="637029" y="416402"/>
                  <a:pt x="623435" y="429997"/>
                  <a:pt x="606665" y="429997"/>
                </a:cubicBezTo>
                <a:cubicBezTo>
                  <a:pt x="589896" y="429997"/>
                  <a:pt x="576302" y="416402"/>
                  <a:pt x="576302" y="399633"/>
                </a:cubicBezTo>
                <a:cubicBezTo>
                  <a:pt x="576302" y="382864"/>
                  <a:pt x="589896" y="369269"/>
                  <a:pt x="606665" y="369269"/>
                </a:cubicBezTo>
                <a:close/>
                <a:moveTo>
                  <a:pt x="534111" y="369269"/>
                </a:moveTo>
                <a:cubicBezTo>
                  <a:pt x="550880" y="369269"/>
                  <a:pt x="564474" y="382864"/>
                  <a:pt x="564474" y="399633"/>
                </a:cubicBezTo>
                <a:cubicBezTo>
                  <a:pt x="564474" y="416402"/>
                  <a:pt x="550880" y="429997"/>
                  <a:pt x="534111" y="429997"/>
                </a:cubicBezTo>
                <a:cubicBezTo>
                  <a:pt x="517341" y="429997"/>
                  <a:pt x="503747" y="416402"/>
                  <a:pt x="503747" y="399633"/>
                </a:cubicBezTo>
                <a:cubicBezTo>
                  <a:pt x="503747" y="382864"/>
                  <a:pt x="517341" y="369269"/>
                  <a:pt x="534111" y="369269"/>
                </a:cubicBezTo>
                <a:close/>
                <a:moveTo>
                  <a:pt x="461556" y="369269"/>
                </a:moveTo>
                <a:cubicBezTo>
                  <a:pt x="478326" y="369269"/>
                  <a:pt x="491920" y="382864"/>
                  <a:pt x="491920" y="399633"/>
                </a:cubicBezTo>
                <a:cubicBezTo>
                  <a:pt x="491920" y="416402"/>
                  <a:pt x="478326" y="429997"/>
                  <a:pt x="461556" y="429997"/>
                </a:cubicBezTo>
                <a:cubicBezTo>
                  <a:pt x="444787" y="429997"/>
                  <a:pt x="431192" y="416402"/>
                  <a:pt x="431192" y="399633"/>
                </a:cubicBezTo>
                <a:cubicBezTo>
                  <a:pt x="431192" y="382864"/>
                  <a:pt x="444787" y="369269"/>
                  <a:pt x="461556" y="369269"/>
                </a:cubicBezTo>
                <a:close/>
                <a:moveTo>
                  <a:pt x="389002" y="369269"/>
                </a:moveTo>
                <a:cubicBezTo>
                  <a:pt x="405771" y="369269"/>
                  <a:pt x="419365" y="382864"/>
                  <a:pt x="419365" y="399633"/>
                </a:cubicBezTo>
                <a:cubicBezTo>
                  <a:pt x="419365" y="416402"/>
                  <a:pt x="405771" y="429997"/>
                  <a:pt x="389002" y="429997"/>
                </a:cubicBezTo>
                <a:cubicBezTo>
                  <a:pt x="372232" y="429997"/>
                  <a:pt x="358638" y="416402"/>
                  <a:pt x="358638" y="399633"/>
                </a:cubicBezTo>
                <a:cubicBezTo>
                  <a:pt x="358638" y="382864"/>
                  <a:pt x="372232" y="369269"/>
                  <a:pt x="389002" y="369269"/>
                </a:cubicBezTo>
                <a:close/>
                <a:moveTo>
                  <a:pt x="316447" y="369269"/>
                </a:moveTo>
                <a:cubicBezTo>
                  <a:pt x="333216" y="369269"/>
                  <a:pt x="346810" y="382864"/>
                  <a:pt x="346810" y="399633"/>
                </a:cubicBezTo>
                <a:cubicBezTo>
                  <a:pt x="346810" y="416402"/>
                  <a:pt x="333216" y="429997"/>
                  <a:pt x="316447" y="429997"/>
                </a:cubicBezTo>
                <a:cubicBezTo>
                  <a:pt x="299677" y="429997"/>
                  <a:pt x="286084" y="416402"/>
                  <a:pt x="286084" y="399633"/>
                </a:cubicBezTo>
                <a:cubicBezTo>
                  <a:pt x="286084" y="382864"/>
                  <a:pt x="299677" y="369269"/>
                  <a:pt x="316447" y="369269"/>
                </a:cubicBezTo>
                <a:close/>
                <a:moveTo>
                  <a:pt x="243892" y="369269"/>
                </a:moveTo>
                <a:cubicBezTo>
                  <a:pt x="260662" y="369269"/>
                  <a:pt x="274256" y="382864"/>
                  <a:pt x="274256" y="399633"/>
                </a:cubicBezTo>
                <a:cubicBezTo>
                  <a:pt x="274256" y="416402"/>
                  <a:pt x="260662" y="429997"/>
                  <a:pt x="243892" y="429997"/>
                </a:cubicBezTo>
                <a:cubicBezTo>
                  <a:pt x="227123" y="429997"/>
                  <a:pt x="213529" y="416402"/>
                  <a:pt x="213529" y="399633"/>
                </a:cubicBezTo>
                <a:cubicBezTo>
                  <a:pt x="213529" y="382864"/>
                  <a:pt x="227123" y="369269"/>
                  <a:pt x="243892" y="369269"/>
                </a:cubicBezTo>
                <a:close/>
                <a:moveTo>
                  <a:pt x="171339" y="369269"/>
                </a:moveTo>
                <a:cubicBezTo>
                  <a:pt x="188107" y="369269"/>
                  <a:pt x="201701" y="382864"/>
                  <a:pt x="201701" y="399633"/>
                </a:cubicBezTo>
                <a:cubicBezTo>
                  <a:pt x="201701" y="416402"/>
                  <a:pt x="188107" y="429997"/>
                  <a:pt x="171339" y="429997"/>
                </a:cubicBezTo>
                <a:cubicBezTo>
                  <a:pt x="154685" y="429997"/>
                  <a:pt x="141090" y="416402"/>
                  <a:pt x="141090" y="399633"/>
                </a:cubicBezTo>
                <a:cubicBezTo>
                  <a:pt x="141090" y="382864"/>
                  <a:pt x="154685" y="369269"/>
                  <a:pt x="171339" y="369269"/>
                </a:cubicBezTo>
                <a:close/>
                <a:moveTo>
                  <a:pt x="98917" y="369269"/>
                </a:moveTo>
                <a:cubicBezTo>
                  <a:pt x="115677" y="369269"/>
                  <a:pt x="129270" y="382864"/>
                  <a:pt x="129270" y="399633"/>
                </a:cubicBezTo>
                <a:cubicBezTo>
                  <a:pt x="129270" y="416402"/>
                  <a:pt x="115677" y="429997"/>
                  <a:pt x="98917" y="429997"/>
                </a:cubicBezTo>
                <a:cubicBezTo>
                  <a:pt x="82143" y="429997"/>
                  <a:pt x="68549" y="416402"/>
                  <a:pt x="68549" y="399633"/>
                </a:cubicBezTo>
                <a:cubicBezTo>
                  <a:pt x="68549" y="382864"/>
                  <a:pt x="82143" y="369269"/>
                  <a:pt x="98917" y="369269"/>
                </a:cubicBezTo>
                <a:close/>
                <a:moveTo>
                  <a:pt x="26362" y="369269"/>
                </a:moveTo>
                <a:cubicBezTo>
                  <a:pt x="43124" y="369269"/>
                  <a:pt x="56719" y="382864"/>
                  <a:pt x="56719" y="399633"/>
                </a:cubicBezTo>
                <a:cubicBezTo>
                  <a:pt x="56719" y="416402"/>
                  <a:pt x="43124" y="429997"/>
                  <a:pt x="26362" y="429997"/>
                </a:cubicBezTo>
                <a:cubicBezTo>
                  <a:pt x="17976" y="429997"/>
                  <a:pt x="10385" y="426598"/>
                  <a:pt x="4890" y="421103"/>
                </a:cubicBezTo>
                <a:lnTo>
                  <a:pt x="0" y="409299"/>
                </a:lnTo>
                <a:lnTo>
                  <a:pt x="0" y="389967"/>
                </a:lnTo>
                <a:lnTo>
                  <a:pt x="4890" y="378163"/>
                </a:lnTo>
                <a:cubicBezTo>
                  <a:pt x="10385" y="372668"/>
                  <a:pt x="17976" y="369269"/>
                  <a:pt x="26362" y="369269"/>
                </a:cubicBezTo>
                <a:close/>
                <a:moveTo>
                  <a:pt x="1669444" y="307535"/>
                </a:moveTo>
                <a:lnTo>
                  <a:pt x="1670784" y="334061"/>
                </a:lnTo>
                <a:lnTo>
                  <a:pt x="1664620" y="319181"/>
                </a:lnTo>
                <a:close/>
                <a:moveTo>
                  <a:pt x="1622429" y="288818"/>
                </a:moveTo>
                <a:cubicBezTo>
                  <a:pt x="1639199" y="288818"/>
                  <a:pt x="1652792" y="302412"/>
                  <a:pt x="1652792" y="319181"/>
                </a:cubicBezTo>
                <a:cubicBezTo>
                  <a:pt x="1652792" y="335950"/>
                  <a:pt x="1639199" y="349545"/>
                  <a:pt x="1622429" y="349545"/>
                </a:cubicBezTo>
                <a:cubicBezTo>
                  <a:pt x="1605659" y="349545"/>
                  <a:pt x="1592066" y="335950"/>
                  <a:pt x="1592066" y="319181"/>
                </a:cubicBezTo>
                <a:cubicBezTo>
                  <a:pt x="1592066" y="302412"/>
                  <a:pt x="1605659" y="288818"/>
                  <a:pt x="1622429" y="288818"/>
                </a:cubicBezTo>
                <a:close/>
                <a:moveTo>
                  <a:pt x="1549874" y="288818"/>
                </a:moveTo>
                <a:cubicBezTo>
                  <a:pt x="1566644" y="288818"/>
                  <a:pt x="1580238" y="302412"/>
                  <a:pt x="1580238" y="319181"/>
                </a:cubicBezTo>
                <a:cubicBezTo>
                  <a:pt x="1580238" y="335950"/>
                  <a:pt x="1566644" y="349545"/>
                  <a:pt x="1549874" y="349545"/>
                </a:cubicBezTo>
                <a:cubicBezTo>
                  <a:pt x="1533105" y="349545"/>
                  <a:pt x="1519511" y="335950"/>
                  <a:pt x="1519511" y="319181"/>
                </a:cubicBezTo>
                <a:cubicBezTo>
                  <a:pt x="1519511" y="302412"/>
                  <a:pt x="1533105" y="288818"/>
                  <a:pt x="1549874" y="288818"/>
                </a:cubicBezTo>
                <a:close/>
                <a:moveTo>
                  <a:pt x="1477320" y="288818"/>
                </a:moveTo>
                <a:cubicBezTo>
                  <a:pt x="1494089" y="288818"/>
                  <a:pt x="1507683" y="302412"/>
                  <a:pt x="1507683" y="319181"/>
                </a:cubicBezTo>
                <a:cubicBezTo>
                  <a:pt x="1507683" y="335950"/>
                  <a:pt x="1494089" y="349545"/>
                  <a:pt x="1477320" y="349545"/>
                </a:cubicBezTo>
                <a:cubicBezTo>
                  <a:pt x="1460550" y="349545"/>
                  <a:pt x="1446956" y="335950"/>
                  <a:pt x="1446956" y="319181"/>
                </a:cubicBezTo>
                <a:cubicBezTo>
                  <a:pt x="1446956" y="302412"/>
                  <a:pt x="1460550" y="288818"/>
                  <a:pt x="1477320" y="288818"/>
                </a:cubicBezTo>
                <a:close/>
                <a:moveTo>
                  <a:pt x="1404765" y="288818"/>
                </a:moveTo>
                <a:cubicBezTo>
                  <a:pt x="1421535" y="288818"/>
                  <a:pt x="1435129" y="302412"/>
                  <a:pt x="1435129" y="319181"/>
                </a:cubicBezTo>
                <a:cubicBezTo>
                  <a:pt x="1435129" y="335950"/>
                  <a:pt x="1421535" y="349545"/>
                  <a:pt x="1404765" y="349545"/>
                </a:cubicBezTo>
                <a:cubicBezTo>
                  <a:pt x="1387996" y="349545"/>
                  <a:pt x="1374402" y="335950"/>
                  <a:pt x="1374402" y="319181"/>
                </a:cubicBezTo>
                <a:cubicBezTo>
                  <a:pt x="1374402" y="302412"/>
                  <a:pt x="1387996" y="288818"/>
                  <a:pt x="1404765" y="288818"/>
                </a:cubicBezTo>
                <a:close/>
                <a:moveTo>
                  <a:pt x="1332211" y="288818"/>
                </a:moveTo>
                <a:cubicBezTo>
                  <a:pt x="1348980" y="288818"/>
                  <a:pt x="1362574" y="302412"/>
                  <a:pt x="1362574" y="319181"/>
                </a:cubicBezTo>
                <a:cubicBezTo>
                  <a:pt x="1362574" y="335950"/>
                  <a:pt x="1348980" y="349545"/>
                  <a:pt x="1332211" y="349545"/>
                </a:cubicBezTo>
                <a:cubicBezTo>
                  <a:pt x="1315441" y="349545"/>
                  <a:pt x="1301847" y="335950"/>
                  <a:pt x="1301847" y="319181"/>
                </a:cubicBezTo>
                <a:cubicBezTo>
                  <a:pt x="1301847" y="302412"/>
                  <a:pt x="1315441" y="288818"/>
                  <a:pt x="1332211" y="288818"/>
                </a:cubicBezTo>
                <a:close/>
                <a:moveTo>
                  <a:pt x="1259656" y="288818"/>
                </a:moveTo>
                <a:cubicBezTo>
                  <a:pt x="1276426" y="288818"/>
                  <a:pt x="1290020" y="302412"/>
                  <a:pt x="1290020" y="319181"/>
                </a:cubicBezTo>
                <a:cubicBezTo>
                  <a:pt x="1290020" y="335950"/>
                  <a:pt x="1276426" y="349545"/>
                  <a:pt x="1259656" y="349545"/>
                </a:cubicBezTo>
                <a:cubicBezTo>
                  <a:pt x="1242887" y="349545"/>
                  <a:pt x="1229293" y="335950"/>
                  <a:pt x="1229293" y="319181"/>
                </a:cubicBezTo>
                <a:cubicBezTo>
                  <a:pt x="1229293" y="302412"/>
                  <a:pt x="1242887" y="288818"/>
                  <a:pt x="1259656" y="288818"/>
                </a:cubicBezTo>
                <a:close/>
                <a:moveTo>
                  <a:pt x="1187102" y="288818"/>
                </a:moveTo>
                <a:cubicBezTo>
                  <a:pt x="1203871" y="288818"/>
                  <a:pt x="1217465" y="302412"/>
                  <a:pt x="1217465" y="319181"/>
                </a:cubicBezTo>
                <a:cubicBezTo>
                  <a:pt x="1217465" y="335950"/>
                  <a:pt x="1203871" y="349545"/>
                  <a:pt x="1187102" y="349545"/>
                </a:cubicBezTo>
                <a:cubicBezTo>
                  <a:pt x="1170332" y="349545"/>
                  <a:pt x="1156738" y="335950"/>
                  <a:pt x="1156738" y="319181"/>
                </a:cubicBezTo>
                <a:cubicBezTo>
                  <a:pt x="1156738" y="302412"/>
                  <a:pt x="1170332" y="288818"/>
                  <a:pt x="1187102" y="288818"/>
                </a:cubicBezTo>
                <a:close/>
                <a:moveTo>
                  <a:pt x="1114547" y="288818"/>
                </a:moveTo>
                <a:cubicBezTo>
                  <a:pt x="1131317" y="288818"/>
                  <a:pt x="1144911" y="302412"/>
                  <a:pt x="1144911" y="319181"/>
                </a:cubicBezTo>
                <a:cubicBezTo>
                  <a:pt x="1144911" y="335950"/>
                  <a:pt x="1131317" y="349545"/>
                  <a:pt x="1114547" y="349545"/>
                </a:cubicBezTo>
                <a:cubicBezTo>
                  <a:pt x="1097778" y="349545"/>
                  <a:pt x="1084184" y="335950"/>
                  <a:pt x="1084184" y="319181"/>
                </a:cubicBezTo>
                <a:cubicBezTo>
                  <a:pt x="1084184" y="302412"/>
                  <a:pt x="1097778" y="288818"/>
                  <a:pt x="1114547" y="288818"/>
                </a:cubicBezTo>
                <a:close/>
                <a:moveTo>
                  <a:pt x="1041993" y="288818"/>
                </a:moveTo>
                <a:cubicBezTo>
                  <a:pt x="1058762" y="288818"/>
                  <a:pt x="1072356" y="302412"/>
                  <a:pt x="1072356" y="319181"/>
                </a:cubicBezTo>
                <a:cubicBezTo>
                  <a:pt x="1072356" y="335950"/>
                  <a:pt x="1058762" y="349545"/>
                  <a:pt x="1041993" y="349545"/>
                </a:cubicBezTo>
                <a:cubicBezTo>
                  <a:pt x="1025223" y="349545"/>
                  <a:pt x="1011629" y="335950"/>
                  <a:pt x="1011629" y="319181"/>
                </a:cubicBezTo>
                <a:cubicBezTo>
                  <a:pt x="1011629" y="302412"/>
                  <a:pt x="1025223" y="288818"/>
                  <a:pt x="1041993" y="288818"/>
                </a:cubicBezTo>
                <a:close/>
                <a:moveTo>
                  <a:pt x="969438" y="288818"/>
                </a:moveTo>
                <a:cubicBezTo>
                  <a:pt x="986208" y="288818"/>
                  <a:pt x="999801" y="302412"/>
                  <a:pt x="999801" y="319181"/>
                </a:cubicBezTo>
                <a:cubicBezTo>
                  <a:pt x="999801" y="335950"/>
                  <a:pt x="986208" y="349545"/>
                  <a:pt x="969438" y="349545"/>
                </a:cubicBezTo>
                <a:cubicBezTo>
                  <a:pt x="952669" y="349545"/>
                  <a:pt x="939075" y="335950"/>
                  <a:pt x="939075" y="319181"/>
                </a:cubicBezTo>
                <a:cubicBezTo>
                  <a:pt x="939075" y="302412"/>
                  <a:pt x="952669" y="288818"/>
                  <a:pt x="969438" y="288818"/>
                </a:cubicBezTo>
                <a:close/>
                <a:moveTo>
                  <a:pt x="896883" y="288818"/>
                </a:moveTo>
                <a:cubicBezTo>
                  <a:pt x="913653" y="288818"/>
                  <a:pt x="927247" y="302412"/>
                  <a:pt x="927247" y="319181"/>
                </a:cubicBezTo>
                <a:cubicBezTo>
                  <a:pt x="927247" y="335950"/>
                  <a:pt x="913653" y="349545"/>
                  <a:pt x="896883" y="349545"/>
                </a:cubicBezTo>
                <a:cubicBezTo>
                  <a:pt x="880114" y="349545"/>
                  <a:pt x="866520" y="335950"/>
                  <a:pt x="866520" y="319181"/>
                </a:cubicBezTo>
                <a:cubicBezTo>
                  <a:pt x="866520" y="302412"/>
                  <a:pt x="880114" y="288818"/>
                  <a:pt x="896883" y="288818"/>
                </a:cubicBezTo>
                <a:close/>
                <a:moveTo>
                  <a:pt x="824329" y="288818"/>
                </a:moveTo>
                <a:cubicBezTo>
                  <a:pt x="841098" y="288818"/>
                  <a:pt x="854692" y="302412"/>
                  <a:pt x="854692" y="319181"/>
                </a:cubicBezTo>
                <a:cubicBezTo>
                  <a:pt x="854692" y="335950"/>
                  <a:pt x="841098" y="349545"/>
                  <a:pt x="824329" y="349545"/>
                </a:cubicBezTo>
                <a:cubicBezTo>
                  <a:pt x="807559" y="349545"/>
                  <a:pt x="793965" y="335950"/>
                  <a:pt x="793965" y="319181"/>
                </a:cubicBezTo>
                <a:cubicBezTo>
                  <a:pt x="793965" y="302412"/>
                  <a:pt x="807559" y="288818"/>
                  <a:pt x="824329" y="288818"/>
                </a:cubicBezTo>
                <a:close/>
                <a:moveTo>
                  <a:pt x="751774" y="288818"/>
                </a:moveTo>
                <a:cubicBezTo>
                  <a:pt x="768544" y="288818"/>
                  <a:pt x="782138" y="302412"/>
                  <a:pt x="782138" y="319181"/>
                </a:cubicBezTo>
                <a:cubicBezTo>
                  <a:pt x="782138" y="335950"/>
                  <a:pt x="768544" y="349545"/>
                  <a:pt x="751774" y="349545"/>
                </a:cubicBezTo>
                <a:cubicBezTo>
                  <a:pt x="735005" y="349545"/>
                  <a:pt x="721411" y="335950"/>
                  <a:pt x="721411" y="319181"/>
                </a:cubicBezTo>
                <a:cubicBezTo>
                  <a:pt x="721411" y="302412"/>
                  <a:pt x="735005" y="288818"/>
                  <a:pt x="751774" y="288818"/>
                </a:cubicBezTo>
                <a:close/>
                <a:moveTo>
                  <a:pt x="679220" y="288818"/>
                </a:moveTo>
                <a:cubicBezTo>
                  <a:pt x="695989" y="288818"/>
                  <a:pt x="709583" y="302412"/>
                  <a:pt x="709583" y="319181"/>
                </a:cubicBezTo>
                <a:cubicBezTo>
                  <a:pt x="709583" y="335950"/>
                  <a:pt x="695989" y="349545"/>
                  <a:pt x="679220" y="349545"/>
                </a:cubicBezTo>
                <a:cubicBezTo>
                  <a:pt x="662450" y="349545"/>
                  <a:pt x="648856" y="335950"/>
                  <a:pt x="648856" y="319181"/>
                </a:cubicBezTo>
                <a:cubicBezTo>
                  <a:pt x="648856" y="302412"/>
                  <a:pt x="662450" y="288818"/>
                  <a:pt x="679220" y="288818"/>
                </a:cubicBezTo>
                <a:close/>
                <a:moveTo>
                  <a:pt x="606665" y="288818"/>
                </a:moveTo>
                <a:cubicBezTo>
                  <a:pt x="623435" y="288818"/>
                  <a:pt x="637029" y="302412"/>
                  <a:pt x="637029" y="319181"/>
                </a:cubicBezTo>
                <a:cubicBezTo>
                  <a:pt x="637029" y="335950"/>
                  <a:pt x="623435" y="349545"/>
                  <a:pt x="606665" y="349545"/>
                </a:cubicBezTo>
                <a:cubicBezTo>
                  <a:pt x="589896" y="349545"/>
                  <a:pt x="576302" y="335950"/>
                  <a:pt x="576302" y="319181"/>
                </a:cubicBezTo>
                <a:cubicBezTo>
                  <a:pt x="576302" y="302412"/>
                  <a:pt x="589896" y="288818"/>
                  <a:pt x="606665" y="288818"/>
                </a:cubicBezTo>
                <a:close/>
                <a:moveTo>
                  <a:pt x="534111" y="288818"/>
                </a:moveTo>
                <a:cubicBezTo>
                  <a:pt x="550880" y="288818"/>
                  <a:pt x="564474" y="302412"/>
                  <a:pt x="564474" y="319181"/>
                </a:cubicBezTo>
                <a:cubicBezTo>
                  <a:pt x="564474" y="335950"/>
                  <a:pt x="550880" y="349545"/>
                  <a:pt x="534111" y="349545"/>
                </a:cubicBezTo>
                <a:cubicBezTo>
                  <a:pt x="517341" y="349545"/>
                  <a:pt x="503747" y="335950"/>
                  <a:pt x="503747" y="319181"/>
                </a:cubicBezTo>
                <a:cubicBezTo>
                  <a:pt x="503747" y="302412"/>
                  <a:pt x="517341" y="288818"/>
                  <a:pt x="534111" y="288818"/>
                </a:cubicBezTo>
                <a:close/>
                <a:moveTo>
                  <a:pt x="461556" y="288818"/>
                </a:moveTo>
                <a:cubicBezTo>
                  <a:pt x="478326" y="288818"/>
                  <a:pt x="491920" y="302412"/>
                  <a:pt x="491920" y="319181"/>
                </a:cubicBezTo>
                <a:cubicBezTo>
                  <a:pt x="491920" y="335950"/>
                  <a:pt x="478326" y="349545"/>
                  <a:pt x="461556" y="349545"/>
                </a:cubicBezTo>
                <a:cubicBezTo>
                  <a:pt x="444787" y="349545"/>
                  <a:pt x="431192" y="335950"/>
                  <a:pt x="431192" y="319181"/>
                </a:cubicBezTo>
                <a:cubicBezTo>
                  <a:pt x="431192" y="302412"/>
                  <a:pt x="444787" y="288818"/>
                  <a:pt x="461556" y="288818"/>
                </a:cubicBezTo>
                <a:close/>
                <a:moveTo>
                  <a:pt x="389002" y="288818"/>
                </a:moveTo>
                <a:cubicBezTo>
                  <a:pt x="405771" y="288818"/>
                  <a:pt x="419365" y="302412"/>
                  <a:pt x="419365" y="319181"/>
                </a:cubicBezTo>
                <a:cubicBezTo>
                  <a:pt x="419365" y="335950"/>
                  <a:pt x="405771" y="349545"/>
                  <a:pt x="389002" y="349545"/>
                </a:cubicBezTo>
                <a:cubicBezTo>
                  <a:pt x="372232" y="349545"/>
                  <a:pt x="358638" y="335950"/>
                  <a:pt x="358638" y="319181"/>
                </a:cubicBezTo>
                <a:cubicBezTo>
                  <a:pt x="358638" y="302412"/>
                  <a:pt x="372232" y="288818"/>
                  <a:pt x="389002" y="288818"/>
                </a:cubicBezTo>
                <a:close/>
                <a:moveTo>
                  <a:pt x="316447" y="288818"/>
                </a:moveTo>
                <a:cubicBezTo>
                  <a:pt x="333216" y="288818"/>
                  <a:pt x="346810" y="302412"/>
                  <a:pt x="346810" y="319181"/>
                </a:cubicBezTo>
                <a:cubicBezTo>
                  <a:pt x="346810" y="335950"/>
                  <a:pt x="333216" y="349545"/>
                  <a:pt x="316447" y="349545"/>
                </a:cubicBezTo>
                <a:cubicBezTo>
                  <a:pt x="299677" y="349545"/>
                  <a:pt x="286084" y="335950"/>
                  <a:pt x="286084" y="319181"/>
                </a:cubicBezTo>
                <a:cubicBezTo>
                  <a:pt x="286084" y="302412"/>
                  <a:pt x="299677" y="288818"/>
                  <a:pt x="316447" y="288818"/>
                </a:cubicBezTo>
                <a:close/>
                <a:moveTo>
                  <a:pt x="243892" y="288818"/>
                </a:moveTo>
                <a:cubicBezTo>
                  <a:pt x="260662" y="288818"/>
                  <a:pt x="274256" y="302412"/>
                  <a:pt x="274256" y="319181"/>
                </a:cubicBezTo>
                <a:cubicBezTo>
                  <a:pt x="274256" y="335950"/>
                  <a:pt x="260662" y="349545"/>
                  <a:pt x="243892" y="349545"/>
                </a:cubicBezTo>
                <a:cubicBezTo>
                  <a:pt x="227123" y="349545"/>
                  <a:pt x="213529" y="335950"/>
                  <a:pt x="213529" y="319181"/>
                </a:cubicBezTo>
                <a:cubicBezTo>
                  <a:pt x="213529" y="302412"/>
                  <a:pt x="227123" y="288818"/>
                  <a:pt x="243892" y="288818"/>
                </a:cubicBezTo>
                <a:close/>
                <a:moveTo>
                  <a:pt x="171339" y="288818"/>
                </a:moveTo>
                <a:cubicBezTo>
                  <a:pt x="188107" y="288818"/>
                  <a:pt x="201701" y="302412"/>
                  <a:pt x="201701" y="319181"/>
                </a:cubicBezTo>
                <a:cubicBezTo>
                  <a:pt x="201701" y="335950"/>
                  <a:pt x="188107" y="349545"/>
                  <a:pt x="171339" y="349545"/>
                </a:cubicBezTo>
                <a:cubicBezTo>
                  <a:pt x="154691" y="349545"/>
                  <a:pt x="141096" y="335950"/>
                  <a:pt x="141096" y="319181"/>
                </a:cubicBezTo>
                <a:cubicBezTo>
                  <a:pt x="141096" y="302412"/>
                  <a:pt x="154691" y="288818"/>
                  <a:pt x="171339" y="288818"/>
                </a:cubicBezTo>
                <a:close/>
                <a:moveTo>
                  <a:pt x="98923" y="288818"/>
                </a:moveTo>
                <a:cubicBezTo>
                  <a:pt x="115682" y="288818"/>
                  <a:pt x="129276" y="302412"/>
                  <a:pt x="129276" y="319181"/>
                </a:cubicBezTo>
                <a:cubicBezTo>
                  <a:pt x="129276" y="335950"/>
                  <a:pt x="115682" y="349545"/>
                  <a:pt x="98923" y="349545"/>
                </a:cubicBezTo>
                <a:cubicBezTo>
                  <a:pt x="82149" y="349545"/>
                  <a:pt x="68554" y="335950"/>
                  <a:pt x="68554" y="319181"/>
                </a:cubicBezTo>
                <a:cubicBezTo>
                  <a:pt x="68554" y="302412"/>
                  <a:pt x="82149" y="288818"/>
                  <a:pt x="98923" y="288818"/>
                </a:cubicBezTo>
                <a:close/>
                <a:moveTo>
                  <a:pt x="26368" y="288818"/>
                </a:moveTo>
                <a:cubicBezTo>
                  <a:pt x="43131" y="288818"/>
                  <a:pt x="56725" y="302412"/>
                  <a:pt x="56725" y="319181"/>
                </a:cubicBezTo>
                <a:cubicBezTo>
                  <a:pt x="56725" y="335950"/>
                  <a:pt x="43131" y="349545"/>
                  <a:pt x="26368" y="349545"/>
                </a:cubicBezTo>
                <a:cubicBezTo>
                  <a:pt x="17983" y="349545"/>
                  <a:pt x="10391" y="346146"/>
                  <a:pt x="4896" y="340651"/>
                </a:cubicBezTo>
                <a:lnTo>
                  <a:pt x="0" y="328831"/>
                </a:lnTo>
                <a:lnTo>
                  <a:pt x="0" y="309532"/>
                </a:lnTo>
                <a:lnTo>
                  <a:pt x="4896" y="297711"/>
                </a:lnTo>
                <a:cubicBezTo>
                  <a:pt x="10391" y="292217"/>
                  <a:pt x="17983" y="288818"/>
                  <a:pt x="26368" y="288818"/>
                </a:cubicBezTo>
                <a:close/>
                <a:moveTo>
                  <a:pt x="1622429" y="208366"/>
                </a:moveTo>
                <a:cubicBezTo>
                  <a:pt x="1639199" y="208366"/>
                  <a:pt x="1652792" y="221960"/>
                  <a:pt x="1652792" y="238729"/>
                </a:cubicBezTo>
                <a:cubicBezTo>
                  <a:pt x="1652792" y="255499"/>
                  <a:pt x="1639199" y="269093"/>
                  <a:pt x="1622429" y="269093"/>
                </a:cubicBezTo>
                <a:cubicBezTo>
                  <a:pt x="1605659" y="269093"/>
                  <a:pt x="1592066" y="255499"/>
                  <a:pt x="1592066" y="238729"/>
                </a:cubicBezTo>
                <a:cubicBezTo>
                  <a:pt x="1592066" y="221960"/>
                  <a:pt x="1605659" y="208366"/>
                  <a:pt x="1622429" y="208366"/>
                </a:cubicBezTo>
                <a:close/>
                <a:moveTo>
                  <a:pt x="1549874" y="208366"/>
                </a:moveTo>
                <a:cubicBezTo>
                  <a:pt x="1566644" y="208366"/>
                  <a:pt x="1580238" y="221960"/>
                  <a:pt x="1580238" y="238729"/>
                </a:cubicBezTo>
                <a:cubicBezTo>
                  <a:pt x="1580238" y="255499"/>
                  <a:pt x="1566644" y="269093"/>
                  <a:pt x="1549874" y="269093"/>
                </a:cubicBezTo>
                <a:cubicBezTo>
                  <a:pt x="1533105" y="269093"/>
                  <a:pt x="1519511" y="255499"/>
                  <a:pt x="1519511" y="238729"/>
                </a:cubicBezTo>
                <a:cubicBezTo>
                  <a:pt x="1519511" y="221960"/>
                  <a:pt x="1533105" y="208366"/>
                  <a:pt x="1549874" y="208366"/>
                </a:cubicBezTo>
                <a:close/>
                <a:moveTo>
                  <a:pt x="1477320" y="208366"/>
                </a:moveTo>
                <a:cubicBezTo>
                  <a:pt x="1494089" y="208366"/>
                  <a:pt x="1507683" y="221960"/>
                  <a:pt x="1507683" y="238729"/>
                </a:cubicBezTo>
                <a:cubicBezTo>
                  <a:pt x="1507683" y="255499"/>
                  <a:pt x="1494089" y="269093"/>
                  <a:pt x="1477320" y="269093"/>
                </a:cubicBezTo>
                <a:cubicBezTo>
                  <a:pt x="1460550" y="269093"/>
                  <a:pt x="1446956" y="255499"/>
                  <a:pt x="1446956" y="238729"/>
                </a:cubicBezTo>
                <a:cubicBezTo>
                  <a:pt x="1446956" y="221960"/>
                  <a:pt x="1460550" y="208366"/>
                  <a:pt x="1477320" y="208366"/>
                </a:cubicBezTo>
                <a:close/>
                <a:moveTo>
                  <a:pt x="1404765" y="208366"/>
                </a:moveTo>
                <a:cubicBezTo>
                  <a:pt x="1421535" y="208366"/>
                  <a:pt x="1435129" y="221960"/>
                  <a:pt x="1435129" y="238729"/>
                </a:cubicBezTo>
                <a:cubicBezTo>
                  <a:pt x="1435129" y="255499"/>
                  <a:pt x="1421535" y="269093"/>
                  <a:pt x="1404765" y="269093"/>
                </a:cubicBezTo>
                <a:cubicBezTo>
                  <a:pt x="1387996" y="269093"/>
                  <a:pt x="1374402" y="255499"/>
                  <a:pt x="1374402" y="238729"/>
                </a:cubicBezTo>
                <a:cubicBezTo>
                  <a:pt x="1374402" y="221960"/>
                  <a:pt x="1387996" y="208366"/>
                  <a:pt x="1404765" y="208366"/>
                </a:cubicBezTo>
                <a:close/>
                <a:moveTo>
                  <a:pt x="1332211" y="208366"/>
                </a:moveTo>
                <a:cubicBezTo>
                  <a:pt x="1348980" y="208366"/>
                  <a:pt x="1362574" y="221960"/>
                  <a:pt x="1362574" y="238729"/>
                </a:cubicBezTo>
                <a:cubicBezTo>
                  <a:pt x="1362574" y="255499"/>
                  <a:pt x="1348980" y="269093"/>
                  <a:pt x="1332211" y="269093"/>
                </a:cubicBezTo>
                <a:cubicBezTo>
                  <a:pt x="1315441" y="269093"/>
                  <a:pt x="1301847" y="255499"/>
                  <a:pt x="1301847" y="238729"/>
                </a:cubicBezTo>
                <a:cubicBezTo>
                  <a:pt x="1301847" y="221960"/>
                  <a:pt x="1315441" y="208366"/>
                  <a:pt x="1332211" y="208366"/>
                </a:cubicBezTo>
                <a:close/>
                <a:moveTo>
                  <a:pt x="1259656" y="208366"/>
                </a:moveTo>
                <a:cubicBezTo>
                  <a:pt x="1276426" y="208366"/>
                  <a:pt x="1290020" y="221960"/>
                  <a:pt x="1290020" y="238729"/>
                </a:cubicBezTo>
                <a:cubicBezTo>
                  <a:pt x="1290020" y="255499"/>
                  <a:pt x="1276426" y="269093"/>
                  <a:pt x="1259656" y="269093"/>
                </a:cubicBezTo>
                <a:cubicBezTo>
                  <a:pt x="1242887" y="269093"/>
                  <a:pt x="1229293" y="255499"/>
                  <a:pt x="1229293" y="238729"/>
                </a:cubicBezTo>
                <a:cubicBezTo>
                  <a:pt x="1229293" y="221960"/>
                  <a:pt x="1242887" y="208366"/>
                  <a:pt x="1259656" y="208366"/>
                </a:cubicBezTo>
                <a:close/>
                <a:moveTo>
                  <a:pt x="1187102" y="208366"/>
                </a:moveTo>
                <a:cubicBezTo>
                  <a:pt x="1203871" y="208366"/>
                  <a:pt x="1217465" y="221960"/>
                  <a:pt x="1217465" y="238729"/>
                </a:cubicBezTo>
                <a:cubicBezTo>
                  <a:pt x="1217465" y="255499"/>
                  <a:pt x="1203871" y="269093"/>
                  <a:pt x="1187102" y="269093"/>
                </a:cubicBezTo>
                <a:cubicBezTo>
                  <a:pt x="1170332" y="269093"/>
                  <a:pt x="1156738" y="255499"/>
                  <a:pt x="1156738" y="238729"/>
                </a:cubicBezTo>
                <a:cubicBezTo>
                  <a:pt x="1156738" y="221960"/>
                  <a:pt x="1170332" y="208366"/>
                  <a:pt x="1187102" y="208366"/>
                </a:cubicBezTo>
                <a:close/>
                <a:moveTo>
                  <a:pt x="1114547" y="208366"/>
                </a:moveTo>
                <a:cubicBezTo>
                  <a:pt x="1131317" y="208366"/>
                  <a:pt x="1144911" y="221960"/>
                  <a:pt x="1144911" y="238729"/>
                </a:cubicBezTo>
                <a:cubicBezTo>
                  <a:pt x="1144911" y="255499"/>
                  <a:pt x="1131317" y="269093"/>
                  <a:pt x="1114547" y="269093"/>
                </a:cubicBezTo>
                <a:cubicBezTo>
                  <a:pt x="1097778" y="269093"/>
                  <a:pt x="1084184" y="255499"/>
                  <a:pt x="1084184" y="238729"/>
                </a:cubicBezTo>
                <a:cubicBezTo>
                  <a:pt x="1084184" y="221960"/>
                  <a:pt x="1097778" y="208366"/>
                  <a:pt x="1114547" y="208366"/>
                </a:cubicBezTo>
                <a:close/>
                <a:moveTo>
                  <a:pt x="1041993" y="208366"/>
                </a:moveTo>
                <a:cubicBezTo>
                  <a:pt x="1058762" y="208366"/>
                  <a:pt x="1072356" y="221960"/>
                  <a:pt x="1072356" y="238729"/>
                </a:cubicBezTo>
                <a:cubicBezTo>
                  <a:pt x="1072356" y="255499"/>
                  <a:pt x="1058762" y="269093"/>
                  <a:pt x="1041993" y="269093"/>
                </a:cubicBezTo>
                <a:cubicBezTo>
                  <a:pt x="1025223" y="269093"/>
                  <a:pt x="1011629" y="255499"/>
                  <a:pt x="1011629" y="238729"/>
                </a:cubicBezTo>
                <a:cubicBezTo>
                  <a:pt x="1011629" y="221960"/>
                  <a:pt x="1025223" y="208366"/>
                  <a:pt x="1041993" y="208366"/>
                </a:cubicBezTo>
                <a:close/>
                <a:moveTo>
                  <a:pt x="969438" y="208366"/>
                </a:moveTo>
                <a:cubicBezTo>
                  <a:pt x="986208" y="208366"/>
                  <a:pt x="999801" y="221960"/>
                  <a:pt x="999801" y="238729"/>
                </a:cubicBezTo>
                <a:cubicBezTo>
                  <a:pt x="999801" y="255499"/>
                  <a:pt x="986208" y="269093"/>
                  <a:pt x="969438" y="269093"/>
                </a:cubicBezTo>
                <a:cubicBezTo>
                  <a:pt x="952669" y="269093"/>
                  <a:pt x="939075" y="255499"/>
                  <a:pt x="939075" y="238729"/>
                </a:cubicBezTo>
                <a:cubicBezTo>
                  <a:pt x="939075" y="221960"/>
                  <a:pt x="952669" y="208366"/>
                  <a:pt x="969438" y="208366"/>
                </a:cubicBezTo>
                <a:close/>
                <a:moveTo>
                  <a:pt x="896883" y="208366"/>
                </a:moveTo>
                <a:cubicBezTo>
                  <a:pt x="913653" y="208366"/>
                  <a:pt x="927247" y="221960"/>
                  <a:pt x="927247" y="238729"/>
                </a:cubicBezTo>
                <a:cubicBezTo>
                  <a:pt x="927247" y="255499"/>
                  <a:pt x="913653" y="269093"/>
                  <a:pt x="896883" y="269093"/>
                </a:cubicBezTo>
                <a:cubicBezTo>
                  <a:pt x="880114" y="269093"/>
                  <a:pt x="866520" y="255499"/>
                  <a:pt x="866520" y="238729"/>
                </a:cubicBezTo>
                <a:cubicBezTo>
                  <a:pt x="866520" y="221960"/>
                  <a:pt x="880114" y="208366"/>
                  <a:pt x="896883" y="208366"/>
                </a:cubicBezTo>
                <a:close/>
                <a:moveTo>
                  <a:pt x="824329" y="208366"/>
                </a:moveTo>
                <a:cubicBezTo>
                  <a:pt x="841098" y="208366"/>
                  <a:pt x="854692" y="221960"/>
                  <a:pt x="854692" y="238729"/>
                </a:cubicBezTo>
                <a:cubicBezTo>
                  <a:pt x="854692" y="255499"/>
                  <a:pt x="841098" y="269093"/>
                  <a:pt x="824329" y="269093"/>
                </a:cubicBezTo>
                <a:cubicBezTo>
                  <a:pt x="807559" y="269093"/>
                  <a:pt x="793965" y="255499"/>
                  <a:pt x="793965" y="238729"/>
                </a:cubicBezTo>
                <a:cubicBezTo>
                  <a:pt x="793965" y="221960"/>
                  <a:pt x="807559" y="208366"/>
                  <a:pt x="824329" y="208366"/>
                </a:cubicBezTo>
                <a:close/>
                <a:moveTo>
                  <a:pt x="751774" y="208366"/>
                </a:moveTo>
                <a:cubicBezTo>
                  <a:pt x="768544" y="208366"/>
                  <a:pt x="782138" y="221960"/>
                  <a:pt x="782138" y="238729"/>
                </a:cubicBezTo>
                <a:cubicBezTo>
                  <a:pt x="782138" y="255499"/>
                  <a:pt x="768544" y="269093"/>
                  <a:pt x="751774" y="269093"/>
                </a:cubicBezTo>
                <a:cubicBezTo>
                  <a:pt x="735005" y="269093"/>
                  <a:pt x="721411" y="255499"/>
                  <a:pt x="721411" y="238729"/>
                </a:cubicBezTo>
                <a:cubicBezTo>
                  <a:pt x="721411" y="221960"/>
                  <a:pt x="735005" y="208366"/>
                  <a:pt x="751774" y="208366"/>
                </a:cubicBezTo>
                <a:close/>
                <a:moveTo>
                  <a:pt x="679220" y="208366"/>
                </a:moveTo>
                <a:cubicBezTo>
                  <a:pt x="695989" y="208366"/>
                  <a:pt x="709583" y="221960"/>
                  <a:pt x="709583" y="238729"/>
                </a:cubicBezTo>
                <a:cubicBezTo>
                  <a:pt x="709583" y="255499"/>
                  <a:pt x="695989" y="269093"/>
                  <a:pt x="679220" y="269093"/>
                </a:cubicBezTo>
                <a:cubicBezTo>
                  <a:pt x="662450" y="269093"/>
                  <a:pt x="648856" y="255499"/>
                  <a:pt x="648856" y="238729"/>
                </a:cubicBezTo>
                <a:cubicBezTo>
                  <a:pt x="648856" y="221960"/>
                  <a:pt x="662450" y="208366"/>
                  <a:pt x="679220" y="208366"/>
                </a:cubicBezTo>
                <a:close/>
                <a:moveTo>
                  <a:pt x="606665" y="208366"/>
                </a:moveTo>
                <a:cubicBezTo>
                  <a:pt x="623435" y="208366"/>
                  <a:pt x="637029" y="221960"/>
                  <a:pt x="637029" y="238729"/>
                </a:cubicBezTo>
                <a:cubicBezTo>
                  <a:pt x="637029" y="255499"/>
                  <a:pt x="623435" y="269093"/>
                  <a:pt x="606665" y="269093"/>
                </a:cubicBezTo>
                <a:cubicBezTo>
                  <a:pt x="589896" y="269093"/>
                  <a:pt x="576302" y="255499"/>
                  <a:pt x="576302" y="238729"/>
                </a:cubicBezTo>
                <a:cubicBezTo>
                  <a:pt x="576302" y="221960"/>
                  <a:pt x="589896" y="208366"/>
                  <a:pt x="606665" y="208366"/>
                </a:cubicBezTo>
                <a:close/>
                <a:moveTo>
                  <a:pt x="534111" y="208366"/>
                </a:moveTo>
                <a:cubicBezTo>
                  <a:pt x="550880" y="208366"/>
                  <a:pt x="564474" y="221960"/>
                  <a:pt x="564474" y="238729"/>
                </a:cubicBezTo>
                <a:cubicBezTo>
                  <a:pt x="564474" y="255499"/>
                  <a:pt x="550880" y="269093"/>
                  <a:pt x="534111" y="269093"/>
                </a:cubicBezTo>
                <a:cubicBezTo>
                  <a:pt x="517341" y="269093"/>
                  <a:pt x="503747" y="255499"/>
                  <a:pt x="503747" y="238729"/>
                </a:cubicBezTo>
                <a:cubicBezTo>
                  <a:pt x="503747" y="221960"/>
                  <a:pt x="517341" y="208366"/>
                  <a:pt x="534111" y="208366"/>
                </a:cubicBezTo>
                <a:close/>
                <a:moveTo>
                  <a:pt x="461556" y="208366"/>
                </a:moveTo>
                <a:cubicBezTo>
                  <a:pt x="478326" y="208366"/>
                  <a:pt x="491920" y="221960"/>
                  <a:pt x="491920" y="238729"/>
                </a:cubicBezTo>
                <a:cubicBezTo>
                  <a:pt x="491920" y="255499"/>
                  <a:pt x="478326" y="269093"/>
                  <a:pt x="461556" y="269093"/>
                </a:cubicBezTo>
                <a:cubicBezTo>
                  <a:pt x="444787" y="269093"/>
                  <a:pt x="431192" y="255499"/>
                  <a:pt x="431192" y="238729"/>
                </a:cubicBezTo>
                <a:cubicBezTo>
                  <a:pt x="431192" y="221960"/>
                  <a:pt x="444787" y="208366"/>
                  <a:pt x="461556" y="208366"/>
                </a:cubicBezTo>
                <a:close/>
                <a:moveTo>
                  <a:pt x="389002" y="208366"/>
                </a:moveTo>
                <a:cubicBezTo>
                  <a:pt x="405771" y="208366"/>
                  <a:pt x="419365" y="221960"/>
                  <a:pt x="419365" y="238729"/>
                </a:cubicBezTo>
                <a:cubicBezTo>
                  <a:pt x="419365" y="255499"/>
                  <a:pt x="405771" y="269093"/>
                  <a:pt x="389002" y="269093"/>
                </a:cubicBezTo>
                <a:cubicBezTo>
                  <a:pt x="372232" y="269093"/>
                  <a:pt x="358638" y="255499"/>
                  <a:pt x="358638" y="238729"/>
                </a:cubicBezTo>
                <a:cubicBezTo>
                  <a:pt x="358638" y="221960"/>
                  <a:pt x="372232" y="208366"/>
                  <a:pt x="389002" y="208366"/>
                </a:cubicBezTo>
                <a:close/>
                <a:moveTo>
                  <a:pt x="316447" y="208366"/>
                </a:moveTo>
                <a:cubicBezTo>
                  <a:pt x="333216" y="208366"/>
                  <a:pt x="346810" y="221960"/>
                  <a:pt x="346810" y="238729"/>
                </a:cubicBezTo>
                <a:cubicBezTo>
                  <a:pt x="346810" y="255499"/>
                  <a:pt x="333216" y="269093"/>
                  <a:pt x="316447" y="269093"/>
                </a:cubicBezTo>
                <a:cubicBezTo>
                  <a:pt x="299677" y="269093"/>
                  <a:pt x="286084" y="255499"/>
                  <a:pt x="286084" y="238729"/>
                </a:cubicBezTo>
                <a:cubicBezTo>
                  <a:pt x="286084" y="221960"/>
                  <a:pt x="299677" y="208366"/>
                  <a:pt x="316447" y="208366"/>
                </a:cubicBezTo>
                <a:close/>
                <a:moveTo>
                  <a:pt x="243892" y="208366"/>
                </a:moveTo>
                <a:cubicBezTo>
                  <a:pt x="260662" y="208366"/>
                  <a:pt x="274256" y="221960"/>
                  <a:pt x="274256" y="238729"/>
                </a:cubicBezTo>
                <a:cubicBezTo>
                  <a:pt x="274256" y="255499"/>
                  <a:pt x="260662" y="269093"/>
                  <a:pt x="243892" y="269093"/>
                </a:cubicBezTo>
                <a:cubicBezTo>
                  <a:pt x="227123" y="269093"/>
                  <a:pt x="213529" y="255499"/>
                  <a:pt x="213529" y="238729"/>
                </a:cubicBezTo>
                <a:cubicBezTo>
                  <a:pt x="213529" y="221960"/>
                  <a:pt x="227123" y="208366"/>
                  <a:pt x="243892" y="208366"/>
                </a:cubicBezTo>
                <a:close/>
                <a:moveTo>
                  <a:pt x="171339" y="208366"/>
                </a:moveTo>
                <a:cubicBezTo>
                  <a:pt x="188107" y="208366"/>
                  <a:pt x="201701" y="221960"/>
                  <a:pt x="201701" y="238729"/>
                </a:cubicBezTo>
                <a:cubicBezTo>
                  <a:pt x="201701" y="255499"/>
                  <a:pt x="188107" y="269093"/>
                  <a:pt x="171339" y="269093"/>
                </a:cubicBezTo>
                <a:cubicBezTo>
                  <a:pt x="154697" y="269093"/>
                  <a:pt x="141102" y="255499"/>
                  <a:pt x="141102" y="238729"/>
                </a:cubicBezTo>
                <a:cubicBezTo>
                  <a:pt x="141102" y="221960"/>
                  <a:pt x="154697" y="208366"/>
                  <a:pt x="171339" y="208366"/>
                </a:cubicBezTo>
                <a:close/>
                <a:moveTo>
                  <a:pt x="98929" y="208366"/>
                </a:moveTo>
                <a:cubicBezTo>
                  <a:pt x="115688" y="208366"/>
                  <a:pt x="129282" y="221960"/>
                  <a:pt x="129282" y="238729"/>
                </a:cubicBezTo>
                <a:cubicBezTo>
                  <a:pt x="129282" y="255499"/>
                  <a:pt x="115688" y="269093"/>
                  <a:pt x="98929" y="269093"/>
                </a:cubicBezTo>
                <a:cubicBezTo>
                  <a:pt x="82155" y="269093"/>
                  <a:pt x="68561" y="255499"/>
                  <a:pt x="68561" y="238729"/>
                </a:cubicBezTo>
                <a:cubicBezTo>
                  <a:pt x="68561" y="221960"/>
                  <a:pt x="82155" y="208366"/>
                  <a:pt x="98929" y="208366"/>
                </a:cubicBezTo>
                <a:close/>
                <a:moveTo>
                  <a:pt x="26375" y="208366"/>
                </a:moveTo>
                <a:cubicBezTo>
                  <a:pt x="43137" y="208366"/>
                  <a:pt x="56732" y="221960"/>
                  <a:pt x="56732" y="238729"/>
                </a:cubicBezTo>
                <a:cubicBezTo>
                  <a:pt x="56732" y="255499"/>
                  <a:pt x="43137" y="269093"/>
                  <a:pt x="26375" y="269093"/>
                </a:cubicBezTo>
                <a:cubicBezTo>
                  <a:pt x="17989" y="269093"/>
                  <a:pt x="10398" y="265695"/>
                  <a:pt x="4903" y="260200"/>
                </a:cubicBezTo>
                <a:lnTo>
                  <a:pt x="0" y="248364"/>
                </a:lnTo>
                <a:lnTo>
                  <a:pt x="0" y="229094"/>
                </a:lnTo>
                <a:lnTo>
                  <a:pt x="4903" y="217259"/>
                </a:lnTo>
                <a:cubicBezTo>
                  <a:pt x="10398" y="211765"/>
                  <a:pt x="17989" y="208366"/>
                  <a:pt x="26375" y="208366"/>
                </a:cubicBezTo>
                <a:close/>
                <a:moveTo>
                  <a:pt x="1622429" y="127914"/>
                </a:moveTo>
                <a:cubicBezTo>
                  <a:pt x="1630814" y="127914"/>
                  <a:pt x="1638404" y="131313"/>
                  <a:pt x="1643899" y="136808"/>
                </a:cubicBezTo>
                <a:lnTo>
                  <a:pt x="1648931" y="148957"/>
                </a:lnTo>
                <a:lnTo>
                  <a:pt x="1651011" y="162579"/>
                </a:lnTo>
                <a:lnTo>
                  <a:pt x="1643899" y="179748"/>
                </a:lnTo>
                <a:cubicBezTo>
                  <a:pt x="1638404" y="185243"/>
                  <a:pt x="1630814" y="188641"/>
                  <a:pt x="1622429" y="188641"/>
                </a:cubicBezTo>
                <a:cubicBezTo>
                  <a:pt x="1605659" y="188641"/>
                  <a:pt x="1592066" y="175047"/>
                  <a:pt x="1592066" y="158278"/>
                </a:cubicBezTo>
                <a:cubicBezTo>
                  <a:pt x="1592066" y="141508"/>
                  <a:pt x="1605659" y="127914"/>
                  <a:pt x="1622429" y="127914"/>
                </a:cubicBezTo>
                <a:close/>
                <a:moveTo>
                  <a:pt x="1549874" y="127914"/>
                </a:moveTo>
                <a:cubicBezTo>
                  <a:pt x="1566644" y="127914"/>
                  <a:pt x="1580238" y="141508"/>
                  <a:pt x="1580238" y="158278"/>
                </a:cubicBezTo>
                <a:cubicBezTo>
                  <a:pt x="1580238" y="175047"/>
                  <a:pt x="1566644" y="188641"/>
                  <a:pt x="1549874" y="188641"/>
                </a:cubicBezTo>
                <a:cubicBezTo>
                  <a:pt x="1533105" y="188641"/>
                  <a:pt x="1519511" y="175047"/>
                  <a:pt x="1519511" y="158278"/>
                </a:cubicBezTo>
                <a:cubicBezTo>
                  <a:pt x="1519511" y="141508"/>
                  <a:pt x="1533105" y="127914"/>
                  <a:pt x="1549874" y="127914"/>
                </a:cubicBezTo>
                <a:close/>
                <a:moveTo>
                  <a:pt x="1477320" y="127914"/>
                </a:moveTo>
                <a:cubicBezTo>
                  <a:pt x="1494089" y="127914"/>
                  <a:pt x="1507683" y="141508"/>
                  <a:pt x="1507683" y="158278"/>
                </a:cubicBezTo>
                <a:cubicBezTo>
                  <a:pt x="1507683" y="175047"/>
                  <a:pt x="1494089" y="188641"/>
                  <a:pt x="1477320" y="188641"/>
                </a:cubicBezTo>
                <a:cubicBezTo>
                  <a:pt x="1460550" y="188641"/>
                  <a:pt x="1446956" y="175047"/>
                  <a:pt x="1446956" y="158278"/>
                </a:cubicBezTo>
                <a:cubicBezTo>
                  <a:pt x="1446956" y="141508"/>
                  <a:pt x="1460550" y="127914"/>
                  <a:pt x="1477320" y="127914"/>
                </a:cubicBezTo>
                <a:close/>
                <a:moveTo>
                  <a:pt x="1404765" y="127914"/>
                </a:moveTo>
                <a:cubicBezTo>
                  <a:pt x="1421535" y="127914"/>
                  <a:pt x="1435129" y="141508"/>
                  <a:pt x="1435129" y="158278"/>
                </a:cubicBezTo>
                <a:cubicBezTo>
                  <a:pt x="1435129" y="175047"/>
                  <a:pt x="1421535" y="188641"/>
                  <a:pt x="1404765" y="188641"/>
                </a:cubicBezTo>
                <a:cubicBezTo>
                  <a:pt x="1387996" y="188641"/>
                  <a:pt x="1374402" y="175047"/>
                  <a:pt x="1374402" y="158278"/>
                </a:cubicBezTo>
                <a:cubicBezTo>
                  <a:pt x="1374402" y="141508"/>
                  <a:pt x="1387996" y="127914"/>
                  <a:pt x="1404765" y="127914"/>
                </a:cubicBezTo>
                <a:close/>
                <a:moveTo>
                  <a:pt x="1332211" y="127914"/>
                </a:moveTo>
                <a:cubicBezTo>
                  <a:pt x="1348980" y="127914"/>
                  <a:pt x="1362574" y="141508"/>
                  <a:pt x="1362574" y="158278"/>
                </a:cubicBezTo>
                <a:cubicBezTo>
                  <a:pt x="1362574" y="175047"/>
                  <a:pt x="1348980" y="188641"/>
                  <a:pt x="1332211" y="188641"/>
                </a:cubicBezTo>
                <a:cubicBezTo>
                  <a:pt x="1315441" y="188641"/>
                  <a:pt x="1301847" y="175047"/>
                  <a:pt x="1301847" y="158278"/>
                </a:cubicBezTo>
                <a:cubicBezTo>
                  <a:pt x="1301847" y="141508"/>
                  <a:pt x="1315441" y="127914"/>
                  <a:pt x="1332211" y="127914"/>
                </a:cubicBezTo>
                <a:close/>
                <a:moveTo>
                  <a:pt x="1259656" y="127914"/>
                </a:moveTo>
                <a:cubicBezTo>
                  <a:pt x="1276426" y="127914"/>
                  <a:pt x="1290020" y="141508"/>
                  <a:pt x="1290020" y="158278"/>
                </a:cubicBezTo>
                <a:cubicBezTo>
                  <a:pt x="1290020" y="175047"/>
                  <a:pt x="1276426" y="188641"/>
                  <a:pt x="1259656" y="188641"/>
                </a:cubicBezTo>
                <a:cubicBezTo>
                  <a:pt x="1242887" y="188641"/>
                  <a:pt x="1229293" y="175047"/>
                  <a:pt x="1229293" y="158278"/>
                </a:cubicBezTo>
                <a:cubicBezTo>
                  <a:pt x="1229293" y="141508"/>
                  <a:pt x="1242887" y="127914"/>
                  <a:pt x="1259656" y="127914"/>
                </a:cubicBezTo>
                <a:close/>
                <a:moveTo>
                  <a:pt x="1187102" y="127914"/>
                </a:moveTo>
                <a:cubicBezTo>
                  <a:pt x="1203871" y="127914"/>
                  <a:pt x="1217465" y="141508"/>
                  <a:pt x="1217465" y="158278"/>
                </a:cubicBezTo>
                <a:cubicBezTo>
                  <a:pt x="1217465" y="175047"/>
                  <a:pt x="1203871" y="188641"/>
                  <a:pt x="1187102" y="188641"/>
                </a:cubicBezTo>
                <a:cubicBezTo>
                  <a:pt x="1170332" y="188641"/>
                  <a:pt x="1156738" y="175047"/>
                  <a:pt x="1156738" y="158278"/>
                </a:cubicBezTo>
                <a:cubicBezTo>
                  <a:pt x="1156738" y="141508"/>
                  <a:pt x="1170332" y="127914"/>
                  <a:pt x="1187102" y="127914"/>
                </a:cubicBezTo>
                <a:close/>
                <a:moveTo>
                  <a:pt x="1114547" y="127914"/>
                </a:moveTo>
                <a:cubicBezTo>
                  <a:pt x="1131317" y="127914"/>
                  <a:pt x="1144911" y="141508"/>
                  <a:pt x="1144911" y="158278"/>
                </a:cubicBezTo>
                <a:cubicBezTo>
                  <a:pt x="1144911" y="175047"/>
                  <a:pt x="1131317" y="188641"/>
                  <a:pt x="1114547" y="188641"/>
                </a:cubicBezTo>
                <a:cubicBezTo>
                  <a:pt x="1097778" y="188641"/>
                  <a:pt x="1084184" y="175047"/>
                  <a:pt x="1084184" y="158278"/>
                </a:cubicBezTo>
                <a:cubicBezTo>
                  <a:pt x="1084184" y="141508"/>
                  <a:pt x="1097778" y="127914"/>
                  <a:pt x="1114547" y="127914"/>
                </a:cubicBezTo>
                <a:close/>
                <a:moveTo>
                  <a:pt x="1041993" y="127914"/>
                </a:moveTo>
                <a:cubicBezTo>
                  <a:pt x="1058762" y="127914"/>
                  <a:pt x="1072356" y="141508"/>
                  <a:pt x="1072356" y="158278"/>
                </a:cubicBezTo>
                <a:cubicBezTo>
                  <a:pt x="1072356" y="175047"/>
                  <a:pt x="1058762" y="188641"/>
                  <a:pt x="1041993" y="188641"/>
                </a:cubicBezTo>
                <a:cubicBezTo>
                  <a:pt x="1025223" y="188641"/>
                  <a:pt x="1011629" y="175047"/>
                  <a:pt x="1011629" y="158278"/>
                </a:cubicBezTo>
                <a:cubicBezTo>
                  <a:pt x="1011629" y="141508"/>
                  <a:pt x="1025223" y="127914"/>
                  <a:pt x="1041993" y="127914"/>
                </a:cubicBezTo>
                <a:close/>
                <a:moveTo>
                  <a:pt x="969438" y="127914"/>
                </a:moveTo>
                <a:cubicBezTo>
                  <a:pt x="986208" y="127914"/>
                  <a:pt x="999801" y="141508"/>
                  <a:pt x="999801" y="158278"/>
                </a:cubicBezTo>
                <a:cubicBezTo>
                  <a:pt x="999801" y="175047"/>
                  <a:pt x="986208" y="188641"/>
                  <a:pt x="969438" y="188641"/>
                </a:cubicBezTo>
                <a:cubicBezTo>
                  <a:pt x="952669" y="188641"/>
                  <a:pt x="939075" y="175047"/>
                  <a:pt x="939075" y="158278"/>
                </a:cubicBezTo>
                <a:cubicBezTo>
                  <a:pt x="939075" y="141508"/>
                  <a:pt x="952669" y="127914"/>
                  <a:pt x="969438" y="127914"/>
                </a:cubicBezTo>
                <a:close/>
                <a:moveTo>
                  <a:pt x="896883" y="127914"/>
                </a:moveTo>
                <a:cubicBezTo>
                  <a:pt x="913653" y="127914"/>
                  <a:pt x="927247" y="141508"/>
                  <a:pt x="927247" y="158278"/>
                </a:cubicBezTo>
                <a:cubicBezTo>
                  <a:pt x="927247" y="175047"/>
                  <a:pt x="913653" y="188641"/>
                  <a:pt x="896883" y="188641"/>
                </a:cubicBezTo>
                <a:cubicBezTo>
                  <a:pt x="880114" y="188641"/>
                  <a:pt x="866520" y="175047"/>
                  <a:pt x="866520" y="158278"/>
                </a:cubicBezTo>
                <a:cubicBezTo>
                  <a:pt x="866520" y="141508"/>
                  <a:pt x="880114" y="127914"/>
                  <a:pt x="896883" y="127914"/>
                </a:cubicBezTo>
                <a:close/>
                <a:moveTo>
                  <a:pt x="824329" y="127914"/>
                </a:moveTo>
                <a:cubicBezTo>
                  <a:pt x="841098" y="127914"/>
                  <a:pt x="854692" y="141508"/>
                  <a:pt x="854692" y="158278"/>
                </a:cubicBezTo>
                <a:cubicBezTo>
                  <a:pt x="854692" y="175047"/>
                  <a:pt x="841098" y="188641"/>
                  <a:pt x="824329" y="188641"/>
                </a:cubicBezTo>
                <a:cubicBezTo>
                  <a:pt x="807559" y="188641"/>
                  <a:pt x="793965" y="175047"/>
                  <a:pt x="793965" y="158278"/>
                </a:cubicBezTo>
                <a:cubicBezTo>
                  <a:pt x="793965" y="141508"/>
                  <a:pt x="807559" y="127914"/>
                  <a:pt x="824329" y="127914"/>
                </a:cubicBezTo>
                <a:close/>
                <a:moveTo>
                  <a:pt x="751774" y="127914"/>
                </a:moveTo>
                <a:cubicBezTo>
                  <a:pt x="768544" y="127914"/>
                  <a:pt x="782138" y="141508"/>
                  <a:pt x="782138" y="158278"/>
                </a:cubicBezTo>
                <a:cubicBezTo>
                  <a:pt x="782138" y="175047"/>
                  <a:pt x="768544" y="188641"/>
                  <a:pt x="751774" y="188641"/>
                </a:cubicBezTo>
                <a:cubicBezTo>
                  <a:pt x="735005" y="188641"/>
                  <a:pt x="721411" y="175047"/>
                  <a:pt x="721411" y="158278"/>
                </a:cubicBezTo>
                <a:cubicBezTo>
                  <a:pt x="721411" y="141508"/>
                  <a:pt x="735005" y="127914"/>
                  <a:pt x="751774" y="127914"/>
                </a:cubicBezTo>
                <a:close/>
                <a:moveTo>
                  <a:pt x="679220" y="127914"/>
                </a:moveTo>
                <a:cubicBezTo>
                  <a:pt x="695989" y="127914"/>
                  <a:pt x="709583" y="141508"/>
                  <a:pt x="709583" y="158278"/>
                </a:cubicBezTo>
                <a:cubicBezTo>
                  <a:pt x="709583" y="175047"/>
                  <a:pt x="695989" y="188641"/>
                  <a:pt x="679220" y="188641"/>
                </a:cubicBezTo>
                <a:cubicBezTo>
                  <a:pt x="662450" y="188641"/>
                  <a:pt x="648856" y="175047"/>
                  <a:pt x="648856" y="158278"/>
                </a:cubicBezTo>
                <a:cubicBezTo>
                  <a:pt x="648856" y="141508"/>
                  <a:pt x="662450" y="127914"/>
                  <a:pt x="679220" y="127914"/>
                </a:cubicBezTo>
                <a:close/>
                <a:moveTo>
                  <a:pt x="606665" y="127914"/>
                </a:moveTo>
                <a:cubicBezTo>
                  <a:pt x="623435" y="127914"/>
                  <a:pt x="637029" y="141508"/>
                  <a:pt x="637029" y="158278"/>
                </a:cubicBezTo>
                <a:cubicBezTo>
                  <a:pt x="637029" y="175047"/>
                  <a:pt x="623435" y="188641"/>
                  <a:pt x="606665" y="188641"/>
                </a:cubicBezTo>
                <a:cubicBezTo>
                  <a:pt x="589896" y="188641"/>
                  <a:pt x="576302" y="175047"/>
                  <a:pt x="576302" y="158278"/>
                </a:cubicBezTo>
                <a:cubicBezTo>
                  <a:pt x="576302" y="141508"/>
                  <a:pt x="589896" y="127914"/>
                  <a:pt x="606665" y="127914"/>
                </a:cubicBezTo>
                <a:close/>
                <a:moveTo>
                  <a:pt x="534111" y="127914"/>
                </a:moveTo>
                <a:cubicBezTo>
                  <a:pt x="550880" y="127914"/>
                  <a:pt x="564474" y="141508"/>
                  <a:pt x="564474" y="158278"/>
                </a:cubicBezTo>
                <a:cubicBezTo>
                  <a:pt x="564474" y="175047"/>
                  <a:pt x="550880" y="188641"/>
                  <a:pt x="534111" y="188641"/>
                </a:cubicBezTo>
                <a:cubicBezTo>
                  <a:pt x="517341" y="188641"/>
                  <a:pt x="503747" y="175047"/>
                  <a:pt x="503747" y="158278"/>
                </a:cubicBezTo>
                <a:cubicBezTo>
                  <a:pt x="503747" y="141508"/>
                  <a:pt x="517341" y="127914"/>
                  <a:pt x="534111" y="127914"/>
                </a:cubicBezTo>
                <a:close/>
                <a:moveTo>
                  <a:pt x="461556" y="127914"/>
                </a:moveTo>
                <a:cubicBezTo>
                  <a:pt x="478326" y="127914"/>
                  <a:pt x="491920" y="141508"/>
                  <a:pt x="491920" y="158278"/>
                </a:cubicBezTo>
                <a:cubicBezTo>
                  <a:pt x="491920" y="175047"/>
                  <a:pt x="478326" y="188641"/>
                  <a:pt x="461556" y="188641"/>
                </a:cubicBezTo>
                <a:cubicBezTo>
                  <a:pt x="444787" y="188641"/>
                  <a:pt x="431192" y="175047"/>
                  <a:pt x="431192" y="158278"/>
                </a:cubicBezTo>
                <a:cubicBezTo>
                  <a:pt x="431192" y="141508"/>
                  <a:pt x="444787" y="127914"/>
                  <a:pt x="461556" y="127914"/>
                </a:cubicBezTo>
                <a:close/>
                <a:moveTo>
                  <a:pt x="389002" y="127914"/>
                </a:moveTo>
                <a:cubicBezTo>
                  <a:pt x="405771" y="127914"/>
                  <a:pt x="419365" y="141508"/>
                  <a:pt x="419365" y="158278"/>
                </a:cubicBezTo>
                <a:cubicBezTo>
                  <a:pt x="419365" y="175047"/>
                  <a:pt x="405771" y="188641"/>
                  <a:pt x="389002" y="188641"/>
                </a:cubicBezTo>
                <a:cubicBezTo>
                  <a:pt x="372232" y="188641"/>
                  <a:pt x="358638" y="175047"/>
                  <a:pt x="358638" y="158278"/>
                </a:cubicBezTo>
                <a:cubicBezTo>
                  <a:pt x="358638" y="141508"/>
                  <a:pt x="372232" y="127914"/>
                  <a:pt x="389002" y="127914"/>
                </a:cubicBezTo>
                <a:close/>
                <a:moveTo>
                  <a:pt x="316447" y="127914"/>
                </a:moveTo>
                <a:cubicBezTo>
                  <a:pt x="333216" y="127914"/>
                  <a:pt x="346810" y="141508"/>
                  <a:pt x="346810" y="158278"/>
                </a:cubicBezTo>
                <a:cubicBezTo>
                  <a:pt x="346810" y="175047"/>
                  <a:pt x="333216" y="188641"/>
                  <a:pt x="316447" y="188641"/>
                </a:cubicBezTo>
                <a:cubicBezTo>
                  <a:pt x="299677" y="188641"/>
                  <a:pt x="286084" y="175047"/>
                  <a:pt x="286084" y="158278"/>
                </a:cubicBezTo>
                <a:cubicBezTo>
                  <a:pt x="286084" y="141508"/>
                  <a:pt x="299677" y="127914"/>
                  <a:pt x="316447" y="127914"/>
                </a:cubicBezTo>
                <a:close/>
                <a:moveTo>
                  <a:pt x="243892" y="127914"/>
                </a:moveTo>
                <a:cubicBezTo>
                  <a:pt x="260662" y="127914"/>
                  <a:pt x="274256" y="141508"/>
                  <a:pt x="274256" y="158278"/>
                </a:cubicBezTo>
                <a:cubicBezTo>
                  <a:pt x="274256" y="175047"/>
                  <a:pt x="260662" y="188641"/>
                  <a:pt x="243892" y="188641"/>
                </a:cubicBezTo>
                <a:cubicBezTo>
                  <a:pt x="227123" y="188641"/>
                  <a:pt x="213529" y="175047"/>
                  <a:pt x="213529" y="158278"/>
                </a:cubicBezTo>
                <a:cubicBezTo>
                  <a:pt x="213529" y="141508"/>
                  <a:pt x="227123" y="127914"/>
                  <a:pt x="243892" y="127914"/>
                </a:cubicBezTo>
                <a:close/>
                <a:moveTo>
                  <a:pt x="171339" y="127914"/>
                </a:moveTo>
                <a:cubicBezTo>
                  <a:pt x="188107" y="127914"/>
                  <a:pt x="201701" y="141508"/>
                  <a:pt x="201701" y="158278"/>
                </a:cubicBezTo>
                <a:cubicBezTo>
                  <a:pt x="201701" y="175047"/>
                  <a:pt x="188107" y="188641"/>
                  <a:pt x="171339" y="188641"/>
                </a:cubicBezTo>
                <a:cubicBezTo>
                  <a:pt x="154702" y="188641"/>
                  <a:pt x="141108" y="175047"/>
                  <a:pt x="141108" y="158278"/>
                </a:cubicBezTo>
                <a:cubicBezTo>
                  <a:pt x="141108" y="141508"/>
                  <a:pt x="154702" y="127914"/>
                  <a:pt x="171339" y="127914"/>
                </a:cubicBezTo>
                <a:close/>
                <a:moveTo>
                  <a:pt x="98936" y="127914"/>
                </a:moveTo>
                <a:cubicBezTo>
                  <a:pt x="115695" y="127914"/>
                  <a:pt x="129288" y="141508"/>
                  <a:pt x="129288" y="158278"/>
                </a:cubicBezTo>
                <a:cubicBezTo>
                  <a:pt x="129288" y="175047"/>
                  <a:pt x="115695" y="188641"/>
                  <a:pt x="98936" y="188641"/>
                </a:cubicBezTo>
                <a:cubicBezTo>
                  <a:pt x="82162" y="188641"/>
                  <a:pt x="68567" y="175047"/>
                  <a:pt x="68567" y="158278"/>
                </a:cubicBezTo>
                <a:cubicBezTo>
                  <a:pt x="68567" y="141508"/>
                  <a:pt x="82162" y="127914"/>
                  <a:pt x="98936" y="127914"/>
                </a:cubicBezTo>
                <a:close/>
                <a:moveTo>
                  <a:pt x="26381" y="127914"/>
                </a:moveTo>
                <a:cubicBezTo>
                  <a:pt x="43143" y="127914"/>
                  <a:pt x="56738" y="141508"/>
                  <a:pt x="56738" y="158278"/>
                </a:cubicBezTo>
                <a:cubicBezTo>
                  <a:pt x="56738" y="175047"/>
                  <a:pt x="43143" y="188641"/>
                  <a:pt x="26381" y="188641"/>
                </a:cubicBezTo>
                <a:cubicBezTo>
                  <a:pt x="17995" y="188641"/>
                  <a:pt x="10404" y="185243"/>
                  <a:pt x="4909" y="179748"/>
                </a:cubicBezTo>
                <a:lnTo>
                  <a:pt x="0" y="167898"/>
                </a:lnTo>
                <a:lnTo>
                  <a:pt x="0" y="148658"/>
                </a:lnTo>
                <a:lnTo>
                  <a:pt x="4909" y="136807"/>
                </a:lnTo>
                <a:cubicBezTo>
                  <a:pt x="10404" y="131313"/>
                  <a:pt x="17995" y="127914"/>
                  <a:pt x="26381" y="127914"/>
                </a:cubicBezTo>
                <a:close/>
                <a:moveTo>
                  <a:pt x="1622429" y="47462"/>
                </a:moveTo>
                <a:lnTo>
                  <a:pt x="1625821" y="48147"/>
                </a:lnTo>
                <a:lnTo>
                  <a:pt x="1639701" y="102127"/>
                </a:lnTo>
                <a:lnTo>
                  <a:pt x="1634248" y="105804"/>
                </a:lnTo>
                <a:cubicBezTo>
                  <a:pt x="1630615" y="107340"/>
                  <a:pt x="1626621" y="108189"/>
                  <a:pt x="1622429" y="108189"/>
                </a:cubicBezTo>
                <a:cubicBezTo>
                  <a:pt x="1605659" y="108189"/>
                  <a:pt x="1592066" y="94595"/>
                  <a:pt x="1592066" y="77826"/>
                </a:cubicBezTo>
                <a:cubicBezTo>
                  <a:pt x="1592066" y="61056"/>
                  <a:pt x="1605659" y="47462"/>
                  <a:pt x="1622429" y="47462"/>
                </a:cubicBezTo>
                <a:close/>
                <a:moveTo>
                  <a:pt x="1549874" y="47462"/>
                </a:moveTo>
                <a:cubicBezTo>
                  <a:pt x="1566644" y="47462"/>
                  <a:pt x="1580238" y="61056"/>
                  <a:pt x="1580238" y="77826"/>
                </a:cubicBezTo>
                <a:cubicBezTo>
                  <a:pt x="1580238" y="94595"/>
                  <a:pt x="1566644" y="108189"/>
                  <a:pt x="1549874" y="108189"/>
                </a:cubicBezTo>
                <a:cubicBezTo>
                  <a:pt x="1533105" y="108189"/>
                  <a:pt x="1519511" y="94595"/>
                  <a:pt x="1519511" y="77826"/>
                </a:cubicBezTo>
                <a:cubicBezTo>
                  <a:pt x="1519511" y="61056"/>
                  <a:pt x="1533105" y="47462"/>
                  <a:pt x="1549874" y="47462"/>
                </a:cubicBezTo>
                <a:close/>
                <a:moveTo>
                  <a:pt x="1477320" y="47462"/>
                </a:moveTo>
                <a:cubicBezTo>
                  <a:pt x="1494089" y="47462"/>
                  <a:pt x="1507683" y="61056"/>
                  <a:pt x="1507683" y="77826"/>
                </a:cubicBezTo>
                <a:cubicBezTo>
                  <a:pt x="1507683" y="94595"/>
                  <a:pt x="1494089" y="108189"/>
                  <a:pt x="1477320" y="108189"/>
                </a:cubicBezTo>
                <a:cubicBezTo>
                  <a:pt x="1460550" y="108189"/>
                  <a:pt x="1446956" y="94595"/>
                  <a:pt x="1446956" y="77826"/>
                </a:cubicBezTo>
                <a:cubicBezTo>
                  <a:pt x="1446956" y="61056"/>
                  <a:pt x="1460550" y="47462"/>
                  <a:pt x="1477320" y="47462"/>
                </a:cubicBezTo>
                <a:close/>
                <a:moveTo>
                  <a:pt x="1404765" y="47462"/>
                </a:moveTo>
                <a:cubicBezTo>
                  <a:pt x="1421535" y="47462"/>
                  <a:pt x="1435129" y="61056"/>
                  <a:pt x="1435129" y="77826"/>
                </a:cubicBezTo>
                <a:cubicBezTo>
                  <a:pt x="1435129" y="94595"/>
                  <a:pt x="1421535" y="108189"/>
                  <a:pt x="1404765" y="108189"/>
                </a:cubicBezTo>
                <a:cubicBezTo>
                  <a:pt x="1387996" y="108189"/>
                  <a:pt x="1374402" y="94595"/>
                  <a:pt x="1374402" y="77826"/>
                </a:cubicBezTo>
                <a:cubicBezTo>
                  <a:pt x="1374402" y="61056"/>
                  <a:pt x="1387996" y="47462"/>
                  <a:pt x="1404765" y="47462"/>
                </a:cubicBezTo>
                <a:close/>
                <a:moveTo>
                  <a:pt x="1332211" y="47462"/>
                </a:moveTo>
                <a:cubicBezTo>
                  <a:pt x="1348980" y="47462"/>
                  <a:pt x="1362574" y="61056"/>
                  <a:pt x="1362574" y="77826"/>
                </a:cubicBezTo>
                <a:cubicBezTo>
                  <a:pt x="1362574" y="94595"/>
                  <a:pt x="1348980" y="108189"/>
                  <a:pt x="1332211" y="108189"/>
                </a:cubicBezTo>
                <a:cubicBezTo>
                  <a:pt x="1315441" y="108189"/>
                  <a:pt x="1301847" y="94595"/>
                  <a:pt x="1301847" y="77826"/>
                </a:cubicBezTo>
                <a:cubicBezTo>
                  <a:pt x="1301847" y="61056"/>
                  <a:pt x="1315441" y="47462"/>
                  <a:pt x="1332211" y="47462"/>
                </a:cubicBezTo>
                <a:close/>
                <a:moveTo>
                  <a:pt x="1259656" y="47462"/>
                </a:moveTo>
                <a:cubicBezTo>
                  <a:pt x="1276426" y="47462"/>
                  <a:pt x="1290020" y="61056"/>
                  <a:pt x="1290020" y="77826"/>
                </a:cubicBezTo>
                <a:cubicBezTo>
                  <a:pt x="1290020" y="94595"/>
                  <a:pt x="1276426" y="108189"/>
                  <a:pt x="1259656" y="108189"/>
                </a:cubicBezTo>
                <a:cubicBezTo>
                  <a:pt x="1242887" y="108189"/>
                  <a:pt x="1229293" y="94595"/>
                  <a:pt x="1229293" y="77826"/>
                </a:cubicBezTo>
                <a:cubicBezTo>
                  <a:pt x="1229293" y="61056"/>
                  <a:pt x="1242887" y="47462"/>
                  <a:pt x="1259656" y="47462"/>
                </a:cubicBezTo>
                <a:close/>
                <a:moveTo>
                  <a:pt x="1187102" y="47462"/>
                </a:moveTo>
                <a:cubicBezTo>
                  <a:pt x="1203871" y="47462"/>
                  <a:pt x="1217465" y="61056"/>
                  <a:pt x="1217465" y="77826"/>
                </a:cubicBezTo>
                <a:cubicBezTo>
                  <a:pt x="1217465" y="94595"/>
                  <a:pt x="1203871" y="108189"/>
                  <a:pt x="1187102" y="108189"/>
                </a:cubicBezTo>
                <a:cubicBezTo>
                  <a:pt x="1170332" y="108189"/>
                  <a:pt x="1156738" y="94595"/>
                  <a:pt x="1156738" y="77826"/>
                </a:cubicBezTo>
                <a:cubicBezTo>
                  <a:pt x="1156738" y="61056"/>
                  <a:pt x="1170332" y="47462"/>
                  <a:pt x="1187102" y="47462"/>
                </a:cubicBezTo>
                <a:close/>
                <a:moveTo>
                  <a:pt x="1114547" y="47462"/>
                </a:moveTo>
                <a:cubicBezTo>
                  <a:pt x="1131317" y="47462"/>
                  <a:pt x="1144911" y="61056"/>
                  <a:pt x="1144911" y="77826"/>
                </a:cubicBezTo>
                <a:cubicBezTo>
                  <a:pt x="1144911" y="94595"/>
                  <a:pt x="1131317" y="108189"/>
                  <a:pt x="1114547" y="108189"/>
                </a:cubicBezTo>
                <a:cubicBezTo>
                  <a:pt x="1097778" y="108189"/>
                  <a:pt x="1084184" y="94595"/>
                  <a:pt x="1084184" y="77826"/>
                </a:cubicBezTo>
                <a:cubicBezTo>
                  <a:pt x="1084184" y="61056"/>
                  <a:pt x="1097778" y="47462"/>
                  <a:pt x="1114547" y="47462"/>
                </a:cubicBezTo>
                <a:close/>
                <a:moveTo>
                  <a:pt x="1041993" y="47462"/>
                </a:moveTo>
                <a:cubicBezTo>
                  <a:pt x="1058762" y="47462"/>
                  <a:pt x="1072356" y="61056"/>
                  <a:pt x="1072356" y="77826"/>
                </a:cubicBezTo>
                <a:cubicBezTo>
                  <a:pt x="1072356" y="94595"/>
                  <a:pt x="1058762" y="108189"/>
                  <a:pt x="1041993" y="108189"/>
                </a:cubicBezTo>
                <a:cubicBezTo>
                  <a:pt x="1025223" y="108189"/>
                  <a:pt x="1011629" y="94595"/>
                  <a:pt x="1011629" y="77826"/>
                </a:cubicBezTo>
                <a:cubicBezTo>
                  <a:pt x="1011629" y="61056"/>
                  <a:pt x="1025223" y="47462"/>
                  <a:pt x="1041993" y="47462"/>
                </a:cubicBezTo>
                <a:close/>
                <a:moveTo>
                  <a:pt x="969438" y="47462"/>
                </a:moveTo>
                <a:cubicBezTo>
                  <a:pt x="986208" y="47462"/>
                  <a:pt x="999801" y="61056"/>
                  <a:pt x="999801" y="77826"/>
                </a:cubicBezTo>
                <a:cubicBezTo>
                  <a:pt x="999801" y="94595"/>
                  <a:pt x="986208" y="108189"/>
                  <a:pt x="969438" y="108189"/>
                </a:cubicBezTo>
                <a:cubicBezTo>
                  <a:pt x="952669" y="108189"/>
                  <a:pt x="939075" y="94595"/>
                  <a:pt x="939075" y="77826"/>
                </a:cubicBezTo>
                <a:cubicBezTo>
                  <a:pt x="939075" y="61056"/>
                  <a:pt x="952669" y="47462"/>
                  <a:pt x="969438" y="47462"/>
                </a:cubicBezTo>
                <a:close/>
                <a:moveTo>
                  <a:pt x="896883" y="47462"/>
                </a:moveTo>
                <a:cubicBezTo>
                  <a:pt x="913653" y="47462"/>
                  <a:pt x="927247" y="61056"/>
                  <a:pt x="927247" y="77826"/>
                </a:cubicBezTo>
                <a:cubicBezTo>
                  <a:pt x="927247" y="94595"/>
                  <a:pt x="913653" y="108189"/>
                  <a:pt x="896883" y="108189"/>
                </a:cubicBezTo>
                <a:cubicBezTo>
                  <a:pt x="880114" y="108189"/>
                  <a:pt x="866520" y="94595"/>
                  <a:pt x="866520" y="77826"/>
                </a:cubicBezTo>
                <a:cubicBezTo>
                  <a:pt x="866520" y="61056"/>
                  <a:pt x="880114" y="47462"/>
                  <a:pt x="896883" y="47462"/>
                </a:cubicBezTo>
                <a:close/>
                <a:moveTo>
                  <a:pt x="824329" y="47462"/>
                </a:moveTo>
                <a:cubicBezTo>
                  <a:pt x="841098" y="47462"/>
                  <a:pt x="854692" y="61056"/>
                  <a:pt x="854692" y="77826"/>
                </a:cubicBezTo>
                <a:cubicBezTo>
                  <a:pt x="854692" y="94595"/>
                  <a:pt x="841098" y="108189"/>
                  <a:pt x="824329" y="108189"/>
                </a:cubicBezTo>
                <a:cubicBezTo>
                  <a:pt x="807559" y="108189"/>
                  <a:pt x="793965" y="94595"/>
                  <a:pt x="793965" y="77826"/>
                </a:cubicBezTo>
                <a:cubicBezTo>
                  <a:pt x="793965" y="61056"/>
                  <a:pt x="807559" y="47462"/>
                  <a:pt x="824329" y="47462"/>
                </a:cubicBezTo>
                <a:close/>
                <a:moveTo>
                  <a:pt x="751774" y="47462"/>
                </a:moveTo>
                <a:cubicBezTo>
                  <a:pt x="768544" y="47462"/>
                  <a:pt x="782138" y="61056"/>
                  <a:pt x="782138" y="77826"/>
                </a:cubicBezTo>
                <a:cubicBezTo>
                  <a:pt x="782138" y="94595"/>
                  <a:pt x="768544" y="108189"/>
                  <a:pt x="751774" y="108189"/>
                </a:cubicBezTo>
                <a:cubicBezTo>
                  <a:pt x="735005" y="108189"/>
                  <a:pt x="721411" y="94595"/>
                  <a:pt x="721411" y="77826"/>
                </a:cubicBezTo>
                <a:cubicBezTo>
                  <a:pt x="721411" y="61056"/>
                  <a:pt x="735005" y="47462"/>
                  <a:pt x="751774" y="47462"/>
                </a:cubicBezTo>
                <a:close/>
                <a:moveTo>
                  <a:pt x="679220" y="47462"/>
                </a:moveTo>
                <a:cubicBezTo>
                  <a:pt x="695989" y="47462"/>
                  <a:pt x="709583" y="61056"/>
                  <a:pt x="709583" y="77826"/>
                </a:cubicBezTo>
                <a:cubicBezTo>
                  <a:pt x="709583" y="94595"/>
                  <a:pt x="695989" y="108189"/>
                  <a:pt x="679220" y="108189"/>
                </a:cubicBezTo>
                <a:cubicBezTo>
                  <a:pt x="662450" y="108189"/>
                  <a:pt x="648856" y="94595"/>
                  <a:pt x="648856" y="77826"/>
                </a:cubicBezTo>
                <a:cubicBezTo>
                  <a:pt x="648856" y="61056"/>
                  <a:pt x="662450" y="47462"/>
                  <a:pt x="679220" y="47462"/>
                </a:cubicBezTo>
                <a:close/>
                <a:moveTo>
                  <a:pt x="606665" y="47462"/>
                </a:moveTo>
                <a:cubicBezTo>
                  <a:pt x="623435" y="47462"/>
                  <a:pt x="637029" y="61056"/>
                  <a:pt x="637029" y="77826"/>
                </a:cubicBezTo>
                <a:cubicBezTo>
                  <a:pt x="637029" y="94595"/>
                  <a:pt x="623435" y="108189"/>
                  <a:pt x="606665" y="108189"/>
                </a:cubicBezTo>
                <a:cubicBezTo>
                  <a:pt x="589896" y="108189"/>
                  <a:pt x="576302" y="94595"/>
                  <a:pt x="576302" y="77826"/>
                </a:cubicBezTo>
                <a:cubicBezTo>
                  <a:pt x="576302" y="61056"/>
                  <a:pt x="589896" y="47462"/>
                  <a:pt x="606665" y="47462"/>
                </a:cubicBezTo>
                <a:close/>
                <a:moveTo>
                  <a:pt x="534111" y="47462"/>
                </a:moveTo>
                <a:cubicBezTo>
                  <a:pt x="550880" y="47462"/>
                  <a:pt x="564474" y="61056"/>
                  <a:pt x="564474" y="77826"/>
                </a:cubicBezTo>
                <a:cubicBezTo>
                  <a:pt x="564474" y="94595"/>
                  <a:pt x="550880" y="108189"/>
                  <a:pt x="534111" y="108189"/>
                </a:cubicBezTo>
                <a:cubicBezTo>
                  <a:pt x="517341" y="108189"/>
                  <a:pt x="503747" y="94595"/>
                  <a:pt x="503747" y="77826"/>
                </a:cubicBezTo>
                <a:cubicBezTo>
                  <a:pt x="503747" y="61056"/>
                  <a:pt x="517341" y="47462"/>
                  <a:pt x="534111" y="47462"/>
                </a:cubicBezTo>
                <a:close/>
                <a:moveTo>
                  <a:pt x="461556" y="47462"/>
                </a:moveTo>
                <a:cubicBezTo>
                  <a:pt x="478326" y="47462"/>
                  <a:pt x="491920" y="61056"/>
                  <a:pt x="491920" y="77826"/>
                </a:cubicBezTo>
                <a:cubicBezTo>
                  <a:pt x="491920" y="94595"/>
                  <a:pt x="478326" y="108189"/>
                  <a:pt x="461556" y="108189"/>
                </a:cubicBezTo>
                <a:cubicBezTo>
                  <a:pt x="444787" y="108189"/>
                  <a:pt x="431192" y="94595"/>
                  <a:pt x="431192" y="77826"/>
                </a:cubicBezTo>
                <a:cubicBezTo>
                  <a:pt x="431192" y="61056"/>
                  <a:pt x="444787" y="47462"/>
                  <a:pt x="461556" y="47462"/>
                </a:cubicBezTo>
                <a:close/>
                <a:moveTo>
                  <a:pt x="389002" y="47462"/>
                </a:moveTo>
                <a:cubicBezTo>
                  <a:pt x="405771" y="47462"/>
                  <a:pt x="419365" y="61056"/>
                  <a:pt x="419365" y="77826"/>
                </a:cubicBezTo>
                <a:cubicBezTo>
                  <a:pt x="419365" y="94595"/>
                  <a:pt x="405771" y="108189"/>
                  <a:pt x="389002" y="108189"/>
                </a:cubicBezTo>
                <a:cubicBezTo>
                  <a:pt x="372232" y="108189"/>
                  <a:pt x="358638" y="94595"/>
                  <a:pt x="358638" y="77826"/>
                </a:cubicBezTo>
                <a:cubicBezTo>
                  <a:pt x="358638" y="61056"/>
                  <a:pt x="372232" y="47462"/>
                  <a:pt x="389002" y="47462"/>
                </a:cubicBezTo>
                <a:close/>
                <a:moveTo>
                  <a:pt x="316447" y="47462"/>
                </a:moveTo>
                <a:cubicBezTo>
                  <a:pt x="333216" y="47462"/>
                  <a:pt x="346810" y="61056"/>
                  <a:pt x="346810" y="77826"/>
                </a:cubicBezTo>
                <a:cubicBezTo>
                  <a:pt x="346810" y="94595"/>
                  <a:pt x="333216" y="108189"/>
                  <a:pt x="316447" y="108189"/>
                </a:cubicBezTo>
                <a:cubicBezTo>
                  <a:pt x="299677" y="108189"/>
                  <a:pt x="286084" y="94595"/>
                  <a:pt x="286084" y="77826"/>
                </a:cubicBezTo>
                <a:cubicBezTo>
                  <a:pt x="286084" y="61056"/>
                  <a:pt x="299677" y="47462"/>
                  <a:pt x="316447" y="47462"/>
                </a:cubicBezTo>
                <a:close/>
                <a:moveTo>
                  <a:pt x="243892" y="47462"/>
                </a:moveTo>
                <a:cubicBezTo>
                  <a:pt x="260662" y="47462"/>
                  <a:pt x="274256" y="61056"/>
                  <a:pt x="274256" y="77826"/>
                </a:cubicBezTo>
                <a:cubicBezTo>
                  <a:pt x="274256" y="94595"/>
                  <a:pt x="260662" y="108189"/>
                  <a:pt x="243892" y="108189"/>
                </a:cubicBezTo>
                <a:cubicBezTo>
                  <a:pt x="227123" y="108189"/>
                  <a:pt x="213529" y="94595"/>
                  <a:pt x="213529" y="77826"/>
                </a:cubicBezTo>
                <a:cubicBezTo>
                  <a:pt x="213529" y="61056"/>
                  <a:pt x="227123" y="47462"/>
                  <a:pt x="243892" y="47462"/>
                </a:cubicBezTo>
                <a:close/>
                <a:moveTo>
                  <a:pt x="171339" y="47462"/>
                </a:moveTo>
                <a:cubicBezTo>
                  <a:pt x="188107" y="47462"/>
                  <a:pt x="201701" y="61056"/>
                  <a:pt x="201701" y="77826"/>
                </a:cubicBezTo>
                <a:cubicBezTo>
                  <a:pt x="201701" y="94595"/>
                  <a:pt x="188107" y="108189"/>
                  <a:pt x="171339" y="108189"/>
                </a:cubicBezTo>
                <a:cubicBezTo>
                  <a:pt x="154708" y="108189"/>
                  <a:pt x="141113" y="94595"/>
                  <a:pt x="141113" y="77826"/>
                </a:cubicBezTo>
                <a:cubicBezTo>
                  <a:pt x="141113" y="61056"/>
                  <a:pt x="154708" y="47462"/>
                  <a:pt x="171339" y="47462"/>
                </a:cubicBezTo>
                <a:close/>
                <a:moveTo>
                  <a:pt x="98942" y="47462"/>
                </a:moveTo>
                <a:cubicBezTo>
                  <a:pt x="115700" y="47462"/>
                  <a:pt x="129294" y="61056"/>
                  <a:pt x="129294" y="77826"/>
                </a:cubicBezTo>
                <a:cubicBezTo>
                  <a:pt x="129294" y="94595"/>
                  <a:pt x="115700" y="108189"/>
                  <a:pt x="98942" y="108189"/>
                </a:cubicBezTo>
                <a:cubicBezTo>
                  <a:pt x="82168" y="108189"/>
                  <a:pt x="68573" y="94595"/>
                  <a:pt x="68573" y="77826"/>
                </a:cubicBezTo>
                <a:cubicBezTo>
                  <a:pt x="68573" y="61056"/>
                  <a:pt x="82168" y="47462"/>
                  <a:pt x="98942" y="47462"/>
                </a:cubicBezTo>
                <a:close/>
                <a:moveTo>
                  <a:pt x="26388" y="47462"/>
                </a:moveTo>
                <a:cubicBezTo>
                  <a:pt x="43149" y="47462"/>
                  <a:pt x="56744" y="61056"/>
                  <a:pt x="56744" y="77826"/>
                </a:cubicBezTo>
                <a:cubicBezTo>
                  <a:pt x="56744" y="94595"/>
                  <a:pt x="43149" y="108189"/>
                  <a:pt x="26388" y="108189"/>
                </a:cubicBezTo>
                <a:cubicBezTo>
                  <a:pt x="18002" y="108189"/>
                  <a:pt x="10410" y="104791"/>
                  <a:pt x="4916" y="99296"/>
                </a:cubicBezTo>
                <a:lnTo>
                  <a:pt x="0" y="87429"/>
                </a:lnTo>
                <a:lnTo>
                  <a:pt x="0" y="68222"/>
                </a:lnTo>
                <a:lnTo>
                  <a:pt x="4916" y="56355"/>
                </a:lnTo>
                <a:cubicBezTo>
                  <a:pt x="10410" y="50861"/>
                  <a:pt x="18002" y="47462"/>
                  <a:pt x="26388" y="47462"/>
                </a:cubicBezTo>
                <a:close/>
                <a:moveTo>
                  <a:pt x="1592868" y="0"/>
                </a:moveTo>
                <a:lnTo>
                  <a:pt x="1613441" y="0"/>
                </a:lnTo>
                <a:lnTo>
                  <a:pt x="1620472" y="27343"/>
                </a:lnTo>
                <a:lnTo>
                  <a:pt x="1610610" y="25352"/>
                </a:lnTo>
                <a:cubicBezTo>
                  <a:pt x="1605161" y="23047"/>
                  <a:pt x="1600525" y="19197"/>
                  <a:pt x="1597251" y="14351"/>
                </a:cubicBezTo>
                <a:close/>
                <a:moveTo>
                  <a:pt x="1520598" y="0"/>
                </a:moveTo>
                <a:lnTo>
                  <a:pt x="1579150" y="0"/>
                </a:lnTo>
                <a:lnTo>
                  <a:pt x="1571345" y="18844"/>
                </a:lnTo>
                <a:cubicBezTo>
                  <a:pt x="1565850" y="24339"/>
                  <a:pt x="1558259" y="27738"/>
                  <a:pt x="1549874" y="27738"/>
                </a:cubicBezTo>
                <a:cubicBezTo>
                  <a:pt x="1541490" y="27738"/>
                  <a:pt x="1533899" y="24339"/>
                  <a:pt x="1528404" y="18844"/>
                </a:cubicBezTo>
                <a:close/>
                <a:moveTo>
                  <a:pt x="1448044" y="0"/>
                </a:moveTo>
                <a:lnTo>
                  <a:pt x="1506596" y="0"/>
                </a:lnTo>
                <a:lnTo>
                  <a:pt x="1498790" y="18844"/>
                </a:lnTo>
                <a:cubicBezTo>
                  <a:pt x="1493295" y="24339"/>
                  <a:pt x="1485705" y="27738"/>
                  <a:pt x="1477320" y="27738"/>
                </a:cubicBezTo>
                <a:cubicBezTo>
                  <a:pt x="1468935" y="27738"/>
                  <a:pt x="1461344" y="24339"/>
                  <a:pt x="1455850" y="18844"/>
                </a:cubicBezTo>
                <a:close/>
                <a:moveTo>
                  <a:pt x="1375489" y="0"/>
                </a:moveTo>
                <a:lnTo>
                  <a:pt x="1434041" y="0"/>
                </a:lnTo>
                <a:lnTo>
                  <a:pt x="1426236" y="18844"/>
                </a:lnTo>
                <a:cubicBezTo>
                  <a:pt x="1420741" y="24339"/>
                  <a:pt x="1413150" y="27738"/>
                  <a:pt x="1404765" y="27738"/>
                </a:cubicBezTo>
                <a:cubicBezTo>
                  <a:pt x="1396381" y="27738"/>
                  <a:pt x="1388790" y="24339"/>
                  <a:pt x="1383295" y="18844"/>
                </a:cubicBezTo>
                <a:close/>
                <a:moveTo>
                  <a:pt x="1302935" y="0"/>
                </a:moveTo>
                <a:lnTo>
                  <a:pt x="1361486" y="0"/>
                </a:lnTo>
                <a:lnTo>
                  <a:pt x="1353681" y="18844"/>
                </a:lnTo>
                <a:cubicBezTo>
                  <a:pt x="1348186" y="24339"/>
                  <a:pt x="1340596" y="27738"/>
                  <a:pt x="1332211" y="27738"/>
                </a:cubicBezTo>
                <a:cubicBezTo>
                  <a:pt x="1323826" y="27738"/>
                  <a:pt x="1316235" y="24339"/>
                  <a:pt x="1310740" y="18844"/>
                </a:cubicBezTo>
                <a:close/>
                <a:moveTo>
                  <a:pt x="1230380" y="0"/>
                </a:moveTo>
                <a:lnTo>
                  <a:pt x="1288932" y="0"/>
                </a:lnTo>
                <a:lnTo>
                  <a:pt x="1281126" y="18844"/>
                </a:lnTo>
                <a:cubicBezTo>
                  <a:pt x="1275632" y="24339"/>
                  <a:pt x="1268041" y="27738"/>
                  <a:pt x="1259656" y="27738"/>
                </a:cubicBezTo>
                <a:cubicBezTo>
                  <a:pt x="1251271" y="27738"/>
                  <a:pt x="1243680" y="24339"/>
                  <a:pt x="1238186" y="18844"/>
                </a:cubicBezTo>
                <a:close/>
                <a:moveTo>
                  <a:pt x="1157826" y="0"/>
                </a:moveTo>
                <a:lnTo>
                  <a:pt x="1216377" y="0"/>
                </a:lnTo>
                <a:lnTo>
                  <a:pt x="1208572" y="18844"/>
                </a:lnTo>
                <a:cubicBezTo>
                  <a:pt x="1203077" y="24339"/>
                  <a:pt x="1195486" y="27738"/>
                  <a:pt x="1187102" y="27738"/>
                </a:cubicBezTo>
                <a:cubicBezTo>
                  <a:pt x="1178717" y="27738"/>
                  <a:pt x="1171126" y="24339"/>
                  <a:pt x="1165631" y="18844"/>
                </a:cubicBezTo>
                <a:close/>
                <a:moveTo>
                  <a:pt x="1085271" y="0"/>
                </a:moveTo>
                <a:lnTo>
                  <a:pt x="1143823" y="0"/>
                </a:lnTo>
                <a:lnTo>
                  <a:pt x="1136017" y="18844"/>
                </a:lnTo>
                <a:cubicBezTo>
                  <a:pt x="1130523" y="24339"/>
                  <a:pt x="1122932" y="27738"/>
                  <a:pt x="1114547" y="27738"/>
                </a:cubicBezTo>
                <a:cubicBezTo>
                  <a:pt x="1106162" y="27738"/>
                  <a:pt x="1098571" y="24339"/>
                  <a:pt x="1093077" y="18844"/>
                </a:cubicBezTo>
                <a:close/>
                <a:moveTo>
                  <a:pt x="1012717" y="0"/>
                </a:moveTo>
                <a:lnTo>
                  <a:pt x="1071268" y="0"/>
                </a:lnTo>
                <a:lnTo>
                  <a:pt x="1063463" y="18844"/>
                </a:lnTo>
                <a:cubicBezTo>
                  <a:pt x="1057968" y="24339"/>
                  <a:pt x="1050377" y="27738"/>
                  <a:pt x="1041993" y="27738"/>
                </a:cubicBezTo>
                <a:cubicBezTo>
                  <a:pt x="1033608" y="27738"/>
                  <a:pt x="1026017" y="24339"/>
                  <a:pt x="1020522" y="18844"/>
                </a:cubicBezTo>
                <a:close/>
                <a:moveTo>
                  <a:pt x="940162" y="0"/>
                </a:moveTo>
                <a:lnTo>
                  <a:pt x="998714" y="0"/>
                </a:lnTo>
                <a:lnTo>
                  <a:pt x="990908" y="18844"/>
                </a:lnTo>
                <a:cubicBezTo>
                  <a:pt x="985414" y="24339"/>
                  <a:pt x="977823" y="27738"/>
                  <a:pt x="969438" y="27738"/>
                </a:cubicBezTo>
                <a:cubicBezTo>
                  <a:pt x="961053" y="27738"/>
                  <a:pt x="953462" y="24339"/>
                  <a:pt x="947968" y="18844"/>
                </a:cubicBezTo>
                <a:close/>
                <a:moveTo>
                  <a:pt x="867607" y="0"/>
                </a:moveTo>
                <a:lnTo>
                  <a:pt x="926159" y="0"/>
                </a:lnTo>
                <a:lnTo>
                  <a:pt x="918354" y="18844"/>
                </a:lnTo>
                <a:cubicBezTo>
                  <a:pt x="912859" y="24339"/>
                  <a:pt x="905268" y="27738"/>
                  <a:pt x="896883" y="27738"/>
                </a:cubicBezTo>
                <a:cubicBezTo>
                  <a:pt x="888499" y="27738"/>
                  <a:pt x="880908" y="24339"/>
                  <a:pt x="875413" y="18844"/>
                </a:cubicBezTo>
                <a:close/>
                <a:moveTo>
                  <a:pt x="795053" y="0"/>
                </a:moveTo>
                <a:lnTo>
                  <a:pt x="853605" y="0"/>
                </a:lnTo>
                <a:lnTo>
                  <a:pt x="845799" y="18844"/>
                </a:lnTo>
                <a:cubicBezTo>
                  <a:pt x="840304" y="24339"/>
                  <a:pt x="832714" y="27738"/>
                  <a:pt x="824329" y="27738"/>
                </a:cubicBezTo>
                <a:cubicBezTo>
                  <a:pt x="815944" y="27738"/>
                  <a:pt x="808353" y="24339"/>
                  <a:pt x="802858" y="18844"/>
                </a:cubicBezTo>
                <a:close/>
                <a:moveTo>
                  <a:pt x="722498" y="0"/>
                </a:moveTo>
                <a:lnTo>
                  <a:pt x="781050" y="0"/>
                </a:lnTo>
                <a:lnTo>
                  <a:pt x="773245" y="18844"/>
                </a:lnTo>
                <a:cubicBezTo>
                  <a:pt x="767750" y="24339"/>
                  <a:pt x="760159" y="27738"/>
                  <a:pt x="751774" y="27738"/>
                </a:cubicBezTo>
                <a:cubicBezTo>
                  <a:pt x="743390" y="27738"/>
                  <a:pt x="735799" y="24339"/>
                  <a:pt x="730304" y="18844"/>
                </a:cubicBezTo>
                <a:close/>
                <a:moveTo>
                  <a:pt x="649944" y="0"/>
                </a:moveTo>
                <a:lnTo>
                  <a:pt x="708496" y="0"/>
                </a:lnTo>
                <a:lnTo>
                  <a:pt x="700690" y="18844"/>
                </a:lnTo>
                <a:cubicBezTo>
                  <a:pt x="695195" y="24339"/>
                  <a:pt x="687604" y="27738"/>
                  <a:pt x="679220" y="27738"/>
                </a:cubicBezTo>
                <a:cubicBezTo>
                  <a:pt x="670835" y="27738"/>
                  <a:pt x="663244" y="24339"/>
                  <a:pt x="657749" y="18844"/>
                </a:cubicBezTo>
                <a:close/>
                <a:moveTo>
                  <a:pt x="577389" y="0"/>
                </a:moveTo>
                <a:lnTo>
                  <a:pt x="635941" y="0"/>
                </a:lnTo>
                <a:lnTo>
                  <a:pt x="628135" y="18844"/>
                </a:lnTo>
                <a:cubicBezTo>
                  <a:pt x="622641" y="24339"/>
                  <a:pt x="615050" y="27738"/>
                  <a:pt x="606665" y="27738"/>
                </a:cubicBezTo>
                <a:cubicBezTo>
                  <a:pt x="598280" y="27738"/>
                  <a:pt x="590690" y="24339"/>
                  <a:pt x="585195" y="18844"/>
                </a:cubicBezTo>
                <a:close/>
                <a:moveTo>
                  <a:pt x="504835" y="0"/>
                </a:moveTo>
                <a:lnTo>
                  <a:pt x="563386" y="0"/>
                </a:lnTo>
                <a:lnTo>
                  <a:pt x="555581" y="18844"/>
                </a:lnTo>
                <a:cubicBezTo>
                  <a:pt x="550086" y="24339"/>
                  <a:pt x="542495" y="27738"/>
                  <a:pt x="534111" y="27738"/>
                </a:cubicBezTo>
                <a:cubicBezTo>
                  <a:pt x="525726" y="27738"/>
                  <a:pt x="518135" y="24339"/>
                  <a:pt x="512640" y="18844"/>
                </a:cubicBezTo>
                <a:close/>
                <a:moveTo>
                  <a:pt x="432280" y="0"/>
                </a:moveTo>
                <a:lnTo>
                  <a:pt x="490832" y="0"/>
                </a:lnTo>
                <a:lnTo>
                  <a:pt x="483026" y="18844"/>
                </a:lnTo>
                <a:cubicBezTo>
                  <a:pt x="477532" y="24339"/>
                  <a:pt x="469941" y="27738"/>
                  <a:pt x="461556" y="27738"/>
                </a:cubicBezTo>
                <a:cubicBezTo>
                  <a:pt x="453171" y="27738"/>
                  <a:pt x="445580" y="24339"/>
                  <a:pt x="440086" y="18844"/>
                </a:cubicBezTo>
                <a:close/>
                <a:moveTo>
                  <a:pt x="359726" y="0"/>
                </a:moveTo>
                <a:lnTo>
                  <a:pt x="418277" y="0"/>
                </a:lnTo>
                <a:lnTo>
                  <a:pt x="410472" y="18844"/>
                </a:lnTo>
                <a:cubicBezTo>
                  <a:pt x="404977" y="24339"/>
                  <a:pt x="397386" y="27738"/>
                  <a:pt x="389002" y="27738"/>
                </a:cubicBezTo>
                <a:cubicBezTo>
                  <a:pt x="380617" y="27738"/>
                  <a:pt x="373026" y="24339"/>
                  <a:pt x="367531" y="18844"/>
                </a:cubicBezTo>
                <a:close/>
                <a:moveTo>
                  <a:pt x="287171" y="0"/>
                </a:moveTo>
                <a:lnTo>
                  <a:pt x="345723" y="0"/>
                </a:lnTo>
                <a:lnTo>
                  <a:pt x="337917" y="18844"/>
                </a:lnTo>
                <a:cubicBezTo>
                  <a:pt x="332423" y="24339"/>
                  <a:pt x="324832" y="27738"/>
                  <a:pt x="316447" y="27738"/>
                </a:cubicBezTo>
                <a:cubicBezTo>
                  <a:pt x="308062" y="27738"/>
                  <a:pt x="300471" y="24339"/>
                  <a:pt x="294977" y="18844"/>
                </a:cubicBezTo>
                <a:close/>
                <a:moveTo>
                  <a:pt x="214617" y="0"/>
                </a:moveTo>
                <a:lnTo>
                  <a:pt x="273168" y="0"/>
                </a:lnTo>
                <a:lnTo>
                  <a:pt x="265363" y="18844"/>
                </a:lnTo>
                <a:cubicBezTo>
                  <a:pt x="259868" y="24339"/>
                  <a:pt x="252277" y="27738"/>
                  <a:pt x="243892" y="27738"/>
                </a:cubicBezTo>
                <a:cubicBezTo>
                  <a:pt x="235508" y="27738"/>
                  <a:pt x="227917" y="24339"/>
                  <a:pt x="222422" y="18844"/>
                </a:cubicBezTo>
                <a:close/>
                <a:moveTo>
                  <a:pt x="142204" y="0"/>
                </a:moveTo>
                <a:lnTo>
                  <a:pt x="200614" y="0"/>
                </a:lnTo>
                <a:lnTo>
                  <a:pt x="192808" y="18844"/>
                </a:lnTo>
                <a:cubicBezTo>
                  <a:pt x="187314" y="24339"/>
                  <a:pt x="179723" y="27738"/>
                  <a:pt x="171339" y="27738"/>
                </a:cubicBezTo>
                <a:cubicBezTo>
                  <a:pt x="163026" y="27738"/>
                  <a:pt x="155471" y="24339"/>
                  <a:pt x="149994" y="18844"/>
                </a:cubicBezTo>
                <a:close/>
                <a:moveTo>
                  <a:pt x="69668" y="0"/>
                </a:moveTo>
                <a:lnTo>
                  <a:pt x="128212" y="0"/>
                </a:lnTo>
                <a:lnTo>
                  <a:pt x="120408" y="18844"/>
                </a:lnTo>
                <a:cubicBezTo>
                  <a:pt x="114915" y="24339"/>
                  <a:pt x="107328" y="27738"/>
                  <a:pt x="98949" y="27738"/>
                </a:cubicBezTo>
                <a:cubicBezTo>
                  <a:pt x="90562" y="27738"/>
                  <a:pt x="82969" y="24339"/>
                  <a:pt x="77474" y="18844"/>
                </a:cubicBezTo>
                <a:close/>
                <a:moveTo>
                  <a:pt x="0" y="0"/>
                </a:moveTo>
                <a:lnTo>
                  <a:pt x="55662" y="0"/>
                </a:lnTo>
                <a:lnTo>
                  <a:pt x="47858" y="18844"/>
                </a:lnTo>
                <a:cubicBezTo>
                  <a:pt x="42364" y="24339"/>
                  <a:pt x="34775" y="27738"/>
                  <a:pt x="26394" y="27738"/>
                </a:cubicBezTo>
                <a:cubicBezTo>
                  <a:pt x="18009" y="27738"/>
                  <a:pt x="10417" y="24339"/>
                  <a:pt x="4922" y="18844"/>
                </a:cubicBezTo>
                <a:lnTo>
                  <a:pt x="0" y="6962"/>
                </a:lnTo>
                <a:close/>
              </a:path>
            </a:pathLst>
          </a:custGeom>
          <a:solidFill>
            <a:schemeClr val="accent1">
              <a:alpha val="60000"/>
            </a:schemeClr>
          </a:soli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5" name="Google Shape;763;p30">
            <a:extLst>
              <a:ext uri="{FF2B5EF4-FFF2-40B4-BE49-F238E27FC236}">
                <a16:creationId xmlns:a16="http://schemas.microsoft.com/office/drawing/2014/main" id="{DAD8C701-225C-594E-A72B-DAB42A2D7794}"/>
              </a:ext>
            </a:extLst>
          </p:cNvPr>
          <p:cNvSpPr/>
          <p:nvPr/>
        </p:nvSpPr>
        <p:spPr>
          <a:xfrm>
            <a:off x="2" y="2"/>
            <a:ext cx="403373" cy="496797"/>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grpSp>
        <p:nvGrpSpPr>
          <p:cNvPr id="6" name="Group 5">
            <a:extLst>
              <a:ext uri="{FF2B5EF4-FFF2-40B4-BE49-F238E27FC236}">
                <a16:creationId xmlns:a16="http://schemas.microsoft.com/office/drawing/2014/main" id="{0E6AFF3A-3478-AE49-9A9E-4F3704B436DB}"/>
              </a:ext>
            </a:extLst>
          </p:cNvPr>
          <p:cNvGrpSpPr/>
          <p:nvPr/>
        </p:nvGrpSpPr>
        <p:grpSpPr>
          <a:xfrm>
            <a:off x="1" y="6814800"/>
            <a:ext cx="12179567" cy="43200"/>
            <a:chOff x="0" y="5111100"/>
            <a:chExt cx="9134675" cy="32400"/>
          </a:xfrm>
        </p:grpSpPr>
        <p:sp>
          <p:nvSpPr>
            <p:cNvPr id="7" name="Google Shape;455;p14">
              <a:extLst>
                <a:ext uri="{FF2B5EF4-FFF2-40B4-BE49-F238E27FC236}">
                  <a16:creationId xmlns:a16="http://schemas.microsoft.com/office/drawing/2014/main" id="{8DCBB11C-EB01-6644-A80E-BAC6D2E1B23E}"/>
                </a:ext>
              </a:extLst>
            </p:cNvPr>
            <p:cNvSpPr/>
            <p:nvPr/>
          </p:nvSpPr>
          <p:spPr>
            <a:xfrm>
              <a:off x="8939030"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8" name="Google Shape;456;p14">
              <a:extLst>
                <a:ext uri="{FF2B5EF4-FFF2-40B4-BE49-F238E27FC236}">
                  <a16:creationId xmlns:a16="http://schemas.microsoft.com/office/drawing/2014/main" id="{CC287F7C-CFBA-5F48-A873-27C698BCAE89}"/>
                </a:ext>
              </a:extLst>
            </p:cNvPr>
            <p:cNvSpPr/>
            <p:nvPr/>
          </p:nvSpPr>
          <p:spPr>
            <a:xfrm>
              <a:off x="899344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9" name="Google Shape;457;p14">
              <a:extLst>
                <a:ext uri="{FF2B5EF4-FFF2-40B4-BE49-F238E27FC236}">
                  <a16:creationId xmlns:a16="http://schemas.microsoft.com/office/drawing/2014/main" id="{5965B7E0-4630-1745-A81D-4037F05387CB}"/>
                </a:ext>
              </a:extLst>
            </p:cNvPr>
            <p:cNvSpPr/>
            <p:nvPr/>
          </p:nvSpPr>
          <p:spPr>
            <a:xfrm>
              <a:off x="910227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10" name="Google Shape;458;p14">
              <a:extLst>
                <a:ext uri="{FF2B5EF4-FFF2-40B4-BE49-F238E27FC236}">
                  <a16:creationId xmlns:a16="http://schemas.microsoft.com/office/drawing/2014/main" id="{A642B6C0-842D-1845-B8B2-3F17119DD03C}"/>
                </a:ext>
              </a:extLst>
            </p:cNvPr>
            <p:cNvSpPr/>
            <p:nvPr/>
          </p:nvSpPr>
          <p:spPr>
            <a:xfrm>
              <a:off x="888461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11" name="Google Shape;459;p14">
              <a:extLst>
                <a:ext uri="{FF2B5EF4-FFF2-40B4-BE49-F238E27FC236}">
                  <a16:creationId xmlns:a16="http://schemas.microsoft.com/office/drawing/2014/main" id="{D0114FB7-8601-2B45-8CC5-9A9839BA3A53}"/>
                </a:ext>
              </a:extLst>
            </p:cNvPr>
            <p:cNvSpPr/>
            <p:nvPr/>
          </p:nvSpPr>
          <p:spPr>
            <a:xfrm>
              <a:off x="0" y="5112281"/>
              <a:ext cx="8862600" cy="31200"/>
            </a:xfrm>
            <a:prstGeom prst="roundRect">
              <a:avLst>
                <a:gd name="adj" fmla="val 16667"/>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12" name="Google Shape;457;p14">
              <a:extLst>
                <a:ext uri="{FF2B5EF4-FFF2-40B4-BE49-F238E27FC236}">
                  <a16:creationId xmlns:a16="http://schemas.microsoft.com/office/drawing/2014/main" id="{0D73C608-7E5D-3243-96F3-D5C94C027A54}"/>
                </a:ext>
              </a:extLst>
            </p:cNvPr>
            <p:cNvSpPr/>
            <p:nvPr/>
          </p:nvSpPr>
          <p:spPr>
            <a:xfrm>
              <a:off x="9047860"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grpSp>
      <p:sp>
        <p:nvSpPr>
          <p:cNvPr id="13" name="Text Placeholder 4">
            <a:extLst>
              <a:ext uri="{FF2B5EF4-FFF2-40B4-BE49-F238E27FC236}">
                <a16:creationId xmlns:a16="http://schemas.microsoft.com/office/drawing/2014/main" id="{6245F0D8-558B-2C49-8FF9-E2CFA260002C}"/>
              </a:ext>
            </a:extLst>
          </p:cNvPr>
          <p:cNvSpPr>
            <a:spLocks noGrp="1"/>
          </p:cNvSpPr>
          <p:nvPr>
            <p:ph type="body" sz="quarter" idx="11"/>
          </p:nvPr>
        </p:nvSpPr>
        <p:spPr>
          <a:xfrm>
            <a:off x="527051" y="2141035"/>
            <a:ext cx="4756149" cy="2575931"/>
          </a:xfrm>
          <a:prstGeom prst="rect">
            <a:avLst/>
          </a:prstGeom>
        </p:spPr>
        <p:txBody>
          <a:bodyPr lIns="0" tIns="0" rIns="0" bIns="0" anchor="ctr"/>
          <a:lstStyle>
            <a:lvl1pPr marL="8466" marR="0" indent="0" algn="l" rtl="0">
              <a:lnSpc>
                <a:spcPct val="90000"/>
              </a:lnSpc>
              <a:spcBef>
                <a:spcPts val="0"/>
              </a:spcBef>
              <a:spcAft>
                <a:spcPts val="0"/>
              </a:spcAft>
              <a:buClr>
                <a:schemeClr val="accent1"/>
              </a:buClr>
              <a:buSzPts val="7200"/>
              <a:buFont typeface="Poppins"/>
              <a:buNone/>
              <a:tabLst/>
              <a:defRPr lang="en-US" sz="3200" b="0" i="0" u="none" strike="noStrike" cap="none" dirty="0">
                <a:solidFill>
                  <a:schemeClr val="accent1"/>
                </a:solidFill>
                <a:latin typeface="Poppins"/>
                <a:ea typeface="Poppins"/>
                <a:cs typeface="Poppins"/>
                <a:sym typeface="Poppins"/>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14" name="Text Placeholder 4">
            <a:extLst>
              <a:ext uri="{FF2B5EF4-FFF2-40B4-BE49-F238E27FC236}">
                <a16:creationId xmlns:a16="http://schemas.microsoft.com/office/drawing/2014/main" id="{676913FC-8F42-5A48-B1A1-A1432FEA8D25}"/>
              </a:ext>
            </a:extLst>
          </p:cNvPr>
          <p:cNvSpPr>
            <a:spLocks noGrp="1"/>
          </p:cNvSpPr>
          <p:nvPr>
            <p:ph type="body" sz="quarter" idx="13"/>
          </p:nvPr>
        </p:nvSpPr>
        <p:spPr>
          <a:xfrm>
            <a:off x="6690732" y="2141035"/>
            <a:ext cx="4947035" cy="2575931"/>
          </a:xfrm>
          <a:prstGeom prst="rect">
            <a:avLst/>
          </a:prstGeom>
        </p:spPr>
        <p:txBody>
          <a:bodyPr lIns="0" tIns="0" rIns="0" bIns="0" anchor="ctr"/>
          <a:lstStyle>
            <a:lvl1pPr marL="8466" marR="0" indent="0" algn="l" rtl="0">
              <a:lnSpc>
                <a:spcPct val="100000"/>
              </a:lnSpc>
              <a:spcBef>
                <a:spcPts val="0"/>
              </a:spcBef>
              <a:spcAft>
                <a:spcPts val="0"/>
              </a:spcAft>
              <a:buClr>
                <a:schemeClr val="dk1"/>
              </a:buClr>
              <a:buSzPts val="1000"/>
              <a:buFont typeface="Arial"/>
              <a:buNone/>
              <a:tabLst/>
              <a:defRPr lang="en-US" sz="1867"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Tree>
    <p:extLst>
      <p:ext uri="{BB962C8B-B14F-4D97-AF65-F5344CB8AC3E}">
        <p14:creationId xmlns:p14="http://schemas.microsoft.com/office/powerpoint/2010/main" val="1571113812"/>
      </p:ext>
    </p:extLst>
  </p:cSld>
  <p:clrMapOvr>
    <a:masterClrMapping/>
  </p:clrMapOvr>
  <p:extLst>
    <p:ext uri="{DCECCB84-F9BA-43D5-87BE-67443E8EF086}">
      <p15:sldGuideLst xmlns:p15="http://schemas.microsoft.com/office/powerpoint/2012/main">
        <p15:guide id="1" orient="horz" pos="531">
          <p15:clr>
            <a:srgbClr val="FBAE40"/>
          </p15:clr>
        </p15:guide>
        <p15:guide id="2" pos="249">
          <p15:clr>
            <a:srgbClr val="FBAE40"/>
          </p15:clr>
        </p15:guide>
        <p15:guide id="3" pos="5511">
          <p15:clr>
            <a:srgbClr val="FBAE40"/>
          </p15:clr>
        </p15:guide>
        <p15:guide id="4" orient="horz" pos="3072">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628854"/>
      </p:ext>
    </p:extLst>
  </p:cSld>
  <p:clrMapOvr>
    <a:masterClrMapping/>
  </p:clrMapOvr>
  <p:extLst>
    <p:ext uri="{DCECCB84-F9BA-43D5-87BE-67443E8EF086}">
      <p15:sldGuideLst xmlns:p15="http://schemas.microsoft.com/office/powerpoint/2012/main">
        <p15:guide id="1" orient="horz" pos="169">
          <p15:clr>
            <a:srgbClr val="FBAE40"/>
          </p15:clr>
        </p15:guide>
        <p15:guide id="2" pos="249">
          <p15:clr>
            <a:srgbClr val="FBAE40"/>
          </p15:clr>
        </p15:guide>
        <p15:guide id="3" pos="5511">
          <p15:clr>
            <a:srgbClr val="FBAE40"/>
          </p15:clr>
        </p15:guide>
        <p15:guide id="4" orient="horz" pos="3072">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About Us">
    <p:spTree>
      <p:nvGrpSpPr>
        <p:cNvPr id="1" name=""/>
        <p:cNvGrpSpPr/>
        <p:nvPr/>
      </p:nvGrpSpPr>
      <p:grpSpPr>
        <a:xfrm>
          <a:off x="0" y="0"/>
          <a:ext cx="0" cy="0"/>
          <a:chOff x="0" y="0"/>
          <a:chExt cx="0" cy="0"/>
        </a:xfrm>
      </p:grpSpPr>
      <p:grpSp>
        <p:nvGrpSpPr>
          <p:cNvPr id="23" name="Google Shape;65;p6">
            <a:extLst>
              <a:ext uri="{FF2B5EF4-FFF2-40B4-BE49-F238E27FC236}">
                <a16:creationId xmlns:a16="http://schemas.microsoft.com/office/drawing/2014/main" id="{36863E81-54BB-204B-A709-EC6A7226EED0}"/>
              </a:ext>
            </a:extLst>
          </p:cNvPr>
          <p:cNvGrpSpPr/>
          <p:nvPr/>
        </p:nvGrpSpPr>
        <p:grpSpPr>
          <a:xfrm>
            <a:off x="4528067" y="4611733"/>
            <a:ext cx="2317600" cy="639163"/>
            <a:chOff x="5219700" y="3382600"/>
            <a:chExt cx="1738200" cy="479372"/>
          </a:xfrm>
        </p:grpSpPr>
        <p:sp>
          <p:nvSpPr>
            <p:cNvPr id="24" name="Google Shape;66;p6">
              <a:hlinkClick r:id="rId2"/>
              <a:extLst>
                <a:ext uri="{FF2B5EF4-FFF2-40B4-BE49-F238E27FC236}">
                  <a16:creationId xmlns:a16="http://schemas.microsoft.com/office/drawing/2014/main" id="{19CF5B22-7A4B-F644-9E83-FA3B87545B70}"/>
                </a:ext>
              </a:extLst>
            </p:cNvPr>
            <p:cNvSpPr/>
            <p:nvPr/>
          </p:nvSpPr>
          <p:spPr>
            <a:xfrm>
              <a:off x="5219700" y="3382600"/>
              <a:ext cx="1738200" cy="124500"/>
            </a:xfrm>
            <a:prstGeom prst="rect">
              <a:avLst/>
            </a:prstGeom>
            <a:noFill/>
            <a:ln>
              <a:noFill/>
            </a:ln>
          </p:spPr>
          <p:txBody>
            <a:bodyPr spcFirstLastPara="1" wrap="square" lIns="0" tIns="0" rIns="0" bIns="0" anchor="b" anchorCtr="0">
              <a:noAutofit/>
            </a:bodyPr>
            <a:lstStyle/>
            <a:p>
              <a:pPr marL="0" marR="0" lvl="0" indent="0" defTabSz="1219170" eaLnBrk="1" fontAlgn="auto" latinLnBrk="0" hangingPunct="1">
                <a:lnSpc>
                  <a:spcPct val="150000"/>
                </a:lnSpc>
                <a:spcBef>
                  <a:spcPts val="0"/>
                </a:spcBef>
                <a:spcAft>
                  <a:spcPts val="0"/>
                </a:spcAft>
                <a:buClr>
                  <a:srgbClr val="5B5B5B"/>
                </a:buClr>
                <a:buSzPts val="1200"/>
                <a:buFont typeface="Trebuchet MS"/>
                <a:buNone/>
                <a:tabLst/>
                <a:defRPr/>
              </a:pPr>
              <a:r>
                <a:rPr kumimoji="0" lang="en" sz="1600" b="0" i="0" u="none" strike="noStrike" kern="0" cap="none" spc="0" normalizeH="0" baseline="0" noProof="0" dirty="0">
                  <a:ln>
                    <a:noFill/>
                  </a:ln>
                  <a:solidFill>
                    <a:schemeClr val="tx2"/>
                  </a:solidFill>
                  <a:effectLst/>
                  <a:uLnTx/>
                  <a:uFillTx/>
                  <a:latin typeface="Calibri" panose="020F0502020204030204"/>
                  <a:ea typeface="Trebuchet MS"/>
                  <a:cs typeface="Calibri" panose="020F0502020204030204" pitchFamily="34" charset="0"/>
                  <a:sym typeface="Trebuchet MS"/>
                </a:rPr>
                <a:t>www.tigeranalytics.com</a:t>
              </a:r>
              <a:endParaRPr kumimoji="0" sz="1467" b="0" i="0" u="none" strike="noStrike" kern="0" cap="none" spc="0" normalizeH="0" baseline="0" noProof="0" dirty="0">
                <a:ln>
                  <a:noFill/>
                </a:ln>
                <a:solidFill>
                  <a:schemeClr val="tx2"/>
                </a:solidFill>
                <a:effectLst/>
                <a:uLnTx/>
                <a:uFillTx/>
                <a:latin typeface="Calibri" panose="020F0502020204030204"/>
                <a:cs typeface="Calibri" panose="020F0502020204030204" pitchFamily="34" charset="0"/>
              </a:endParaRPr>
            </a:p>
          </p:txBody>
        </p:sp>
        <p:sp>
          <p:nvSpPr>
            <p:cNvPr id="25" name="Google Shape;67;p6">
              <a:hlinkClick r:id="rId3"/>
              <a:extLst>
                <a:ext uri="{FF2B5EF4-FFF2-40B4-BE49-F238E27FC236}">
                  <a16:creationId xmlns:a16="http://schemas.microsoft.com/office/drawing/2014/main" id="{86D05882-AE67-354F-A7D5-2FDEA2121559}"/>
                </a:ext>
              </a:extLst>
            </p:cNvPr>
            <p:cNvSpPr/>
            <p:nvPr/>
          </p:nvSpPr>
          <p:spPr>
            <a:xfrm>
              <a:off x="5854340" y="3618972"/>
              <a:ext cx="243000" cy="243000"/>
            </a:xfrm>
            <a:prstGeom prst="ellipse">
              <a:avLst/>
            </a:prstGeom>
            <a:solidFill>
              <a:schemeClr val="bg1"/>
            </a:solidFill>
            <a:ln>
              <a:noFill/>
            </a:ln>
          </p:spPr>
          <p:txBody>
            <a:bodyPr spcFirstLastPara="1" wrap="square" lIns="68575" tIns="34275" rIns="68575" bIns="34275" anchor="ctr" anchorCtr="0">
              <a:noAutofit/>
            </a:bodyP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dirty="0">
                <a:ln>
                  <a:noFill/>
                </a:ln>
                <a:solidFill>
                  <a:srgbClr val="646464"/>
                </a:solidFill>
                <a:effectLst/>
                <a:uLnTx/>
                <a:uFillTx/>
                <a:latin typeface="Calibri"/>
                <a:ea typeface="Calibri"/>
                <a:cs typeface="Calibri"/>
                <a:sym typeface="Calibri"/>
              </a:endParaRPr>
            </a:p>
          </p:txBody>
        </p:sp>
        <p:sp>
          <p:nvSpPr>
            <p:cNvPr id="26" name="Google Shape;68;p6">
              <a:hlinkClick r:id="rId3"/>
              <a:extLst>
                <a:ext uri="{FF2B5EF4-FFF2-40B4-BE49-F238E27FC236}">
                  <a16:creationId xmlns:a16="http://schemas.microsoft.com/office/drawing/2014/main" id="{32A8C1DC-9CF3-D644-8D23-8C0B207F058F}"/>
                </a:ext>
              </a:extLst>
            </p:cNvPr>
            <p:cNvSpPr/>
            <p:nvPr/>
          </p:nvSpPr>
          <p:spPr>
            <a:xfrm>
              <a:off x="5912378" y="3677018"/>
              <a:ext cx="126016" cy="126000"/>
            </a:xfrm>
            <a:custGeom>
              <a:avLst/>
              <a:gdLst/>
              <a:ahLst/>
              <a:cxnLst/>
              <a:rect l="l" t="t" r="r" b="b"/>
              <a:pathLst>
                <a:path w="3600450" h="3600000" extrusionOk="0">
                  <a:moveTo>
                    <a:pt x="2443351" y="598336"/>
                  </a:moveTo>
                  <a:cubicBezTo>
                    <a:pt x="2344604" y="591283"/>
                    <a:pt x="2247735" y="605917"/>
                    <a:pt x="2175442" y="640945"/>
                  </a:cubicBezTo>
                  <a:cubicBezTo>
                    <a:pt x="1896180" y="785483"/>
                    <a:pt x="1772372" y="991259"/>
                    <a:pt x="1822862" y="1347778"/>
                  </a:cubicBezTo>
                  <a:cubicBezTo>
                    <a:pt x="1368677" y="1358195"/>
                    <a:pt x="773170" y="1076549"/>
                    <a:pt x="573365" y="710108"/>
                  </a:cubicBezTo>
                  <a:cubicBezTo>
                    <a:pt x="385362" y="875792"/>
                    <a:pt x="470466" y="1411198"/>
                    <a:pt x="774927" y="1531630"/>
                  </a:cubicBezTo>
                  <a:cubicBezTo>
                    <a:pt x="636580" y="1529584"/>
                    <a:pt x="591043" y="1502544"/>
                    <a:pt x="454598" y="1456258"/>
                  </a:cubicBezTo>
                  <a:cubicBezTo>
                    <a:pt x="501872" y="1904597"/>
                    <a:pt x="763983" y="1980208"/>
                    <a:pt x="973777" y="2064155"/>
                  </a:cubicBezTo>
                  <a:cubicBezTo>
                    <a:pt x="852534" y="2142597"/>
                    <a:pt x="745426" y="2079715"/>
                    <a:pt x="666580" y="2073364"/>
                  </a:cubicBezTo>
                  <a:cubicBezTo>
                    <a:pt x="760010" y="2372399"/>
                    <a:pt x="1073128" y="2490107"/>
                    <a:pt x="1270553" y="2449863"/>
                  </a:cubicBezTo>
                  <a:cubicBezTo>
                    <a:pt x="1134133" y="2645905"/>
                    <a:pt x="923075" y="2722647"/>
                    <a:pt x="376665" y="2759915"/>
                  </a:cubicBezTo>
                  <a:cubicBezTo>
                    <a:pt x="684120" y="2913251"/>
                    <a:pt x="911493" y="3028902"/>
                    <a:pt x="1355560" y="2998518"/>
                  </a:cubicBezTo>
                  <a:cubicBezTo>
                    <a:pt x="1849783" y="2992786"/>
                    <a:pt x="2282768" y="2746806"/>
                    <a:pt x="2447240" y="2585619"/>
                  </a:cubicBezTo>
                  <a:cubicBezTo>
                    <a:pt x="2693768" y="2358293"/>
                    <a:pt x="3006247" y="1801218"/>
                    <a:pt x="3003106" y="1197035"/>
                  </a:cubicBezTo>
                  <a:lnTo>
                    <a:pt x="3317867" y="907530"/>
                  </a:lnTo>
                  <a:lnTo>
                    <a:pt x="2965917" y="984828"/>
                  </a:lnTo>
                  <a:lnTo>
                    <a:pt x="3242424" y="653580"/>
                  </a:lnTo>
                  <a:cubicBezTo>
                    <a:pt x="3178746" y="675623"/>
                    <a:pt x="3001926" y="754111"/>
                    <a:pt x="2847650" y="820309"/>
                  </a:cubicBezTo>
                  <a:cubicBezTo>
                    <a:pt x="2777725" y="682087"/>
                    <a:pt x="2607930" y="610091"/>
                    <a:pt x="2443351" y="598336"/>
                  </a:cubicBezTo>
                  <a:close/>
                  <a:moveTo>
                    <a:pt x="353268" y="0"/>
                  </a:moveTo>
                  <a:lnTo>
                    <a:pt x="3247182" y="0"/>
                  </a:lnTo>
                  <a:cubicBezTo>
                    <a:pt x="3442287" y="0"/>
                    <a:pt x="3600450" y="158163"/>
                    <a:pt x="3600450" y="353268"/>
                  </a:cubicBezTo>
                  <a:lnTo>
                    <a:pt x="3600450" y="3246732"/>
                  </a:lnTo>
                  <a:cubicBezTo>
                    <a:pt x="3600450" y="3441837"/>
                    <a:pt x="3442287" y="3600000"/>
                    <a:pt x="3247182" y="3600000"/>
                  </a:cubicBezTo>
                  <a:lnTo>
                    <a:pt x="353268" y="3600000"/>
                  </a:lnTo>
                  <a:cubicBezTo>
                    <a:pt x="158163" y="3600000"/>
                    <a:pt x="0" y="3441837"/>
                    <a:pt x="0" y="3246732"/>
                  </a:cubicBezTo>
                  <a:lnTo>
                    <a:pt x="0" y="353268"/>
                  </a:lnTo>
                  <a:cubicBezTo>
                    <a:pt x="0" y="158163"/>
                    <a:pt x="158163" y="0"/>
                    <a:pt x="353268" y="0"/>
                  </a:cubicBezTo>
                  <a:close/>
                </a:path>
              </a:pathLst>
            </a:custGeom>
            <a:solidFill>
              <a:schemeClr val="accent1"/>
            </a:solidFill>
            <a:ln>
              <a:noFill/>
            </a:ln>
          </p:spPr>
          <p:txBody>
            <a:bodyPr spcFirstLastPara="1" wrap="square" lIns="68575" tIns="34275" rIns="68575" bIns="34275" anchor="ctr" anchorCtr="0">
              <a:noAutofit/>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dirty="0">
                <a:ln>
                  <a:noFill/>
                </a:ln>
                <a:solidFill>
                  <a:srgbClr val="646464"/>
                </a:solidFill>
                <a:effectLst/>
                <a:uLnTx/>
                <a:uFillTx/>
                <a:latin typeface="Calibri"/>
                <a:ea typeface="Calibri"/>
                <a:cs typeface="Calibri"/>
                <a:sym typeface="Calibri"/>
              </a:endParaRPr>
            </a:p>
          </p:txBody>
        </p:sp>
        <p:sp>
          <p:nvSpPr>
            <p:cNvPr id="27" name="Google Shape;69;p6">
              <a:hlinkClick r:id="rId4"/>
              <a:extLst>
                <a:ext uri="{FF2B5EF4-FFF2-40B4-BE49-F238E27FC236}">
                  <a16:creationId xmlns:a16="http://schemas.microsoft.com/office/drawing/2014/main" id="{E13247FE-83F7-9F45-85EA-E2489CBFCF82}"/>
                </a:ext>
              </a:extLst>
            </p:cNvPr>
            <p:cNvSpPr/>
            <p:nvPr/>
          </p:nvSpPr>
          <p:spPr>
            <a:xfrm>
              <a:off x="5537020" y="3618972"/>
              <a:ext cx="243000" cy="243000"/>
            </a:xfrm>
            <a:prstGeom prst="ellipse">
              <a:avLst/>
            </a:prstGeom>
            <a:solidFill>
              <a:schemeClr val="bg1"/>
            </a:solidFill>
            <a:ln>
              <a:noFill/>
            </a:ln>
          </p:spPr>
          <p:txBody>
            <a:bodyPr spcFirstLastPara="1" wrap="square" lIns="68575" tIns="34275" rIns="68575" bIns="34275" anchor="ctr" anchorCtr="0">
              <a:noAutofit/>
            </a:bodyP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dirty="0">
                <a:ln>
                  <a:noFill/>
                </a:ln>
                <a:solidFill>
                  <a:srgbClr val="646464"/>
                </a:solidFill>
                <a:effectLst/>
                <a:uLnTx/>
                <a:uFillTx/>
                <a:latin typeface="Calibri"/>
                <a:ea typeface="Calibri"/>
                <a:cs typeface="Calibri"/>
                <a:sym typeface="Calibri"/>
              </a:endParaRPr>
            </a:p>
          </p:txBody>
        </p:sp>
        <p:sp>
          <p:nvSpPr>
            <p:cNvPr id="28" name="Google Shape;70;p6">
              <a:hlinkClick r:id="rId4"/>
              <a:extLst>
                <a:ext uri="{FF2B5EF4-FFF2-40B4-BE49-F238E27FC236}">
                  <a16:creationId xmlns:a16="http://schemas.microsoft.com/office/drawing/2014/main" id="{1E6AD738-557D-5246-B7B5-4174801A0698}"/>
                </a:ext>
              </a:extLst>
            </p:cNvPr>
            <p:cNvSpPr/>
            <p:nvPr/>
          </p:nvSpPr>
          <p:spPr>
            <a:xfrm>
              <a:off x="5596498" y="3678451"/>
              <a:ext cx="119175" cy="119175"/>
            </a:xfrm>
            <a:custGeom>
              <a:avLst/>
              <a:gdLst/>
              <a:ahLst/>
              <a:cxnLst/>
              <a:rect l="l" t="t" r="r" b="b"/>
              <a:pathLst>
                <a:path w="4333647" h="4333647" extrusionOk="0">
                  <a:moveTo>
                    <a:pt x="937082" y="1651039"/>
                  </a:moveTo>
                  <a:lnTo>
                    <a:pt x="937082" y="3354087"/>
                  </a:lnTo>
                  <a:lnTo>
                    <a:pt x="1469284" y="3354087"/>
                  </a:lnTo>
                  <a:lnTo>
                    <a:pt x="1469284" y="1651039"/>
                  </a:lnTo>
                  <a:lnTo>
                    <a:pt x="937082" y="1651039"/>
                  </a:lnTo>
                  <a:close/>
                  <a:moveTo>
                    <a:pt x="2832769" y="1616621"/>
                  </a:moveTo>
                  <a:cubicBezTo>
                    <a:pt x="2664206" y="1616621"/>
                    <a:pt x="2516100" y="1654237"/>
                    <a:pt x="2405635" y="1758689"/>
                  </a:cubicBezTo>
                  <a:lnTo>
                    <a:pt x="2304094" y="1865710"/>
                  </a:lnTo>
                  <a:cubicBezTo>
                    <a:pt x="2300124" y="1749259"/>
                    <a:pt x="2300919" y="1715091"/>
                    <a:pt x="2299331" y="1651027"/>
                  </a:cubicBezTo>
                  <a:lnTo>
                    <a:pt x="1795366" y="1651027"/>
                  </a:lnTo>
                  <a:lnTo>
                    <a:pt x="1795366" y="3353420"/>
                  </a:lnTo>
                  <a:lnTo>
                    <a:pt x="2318381" y="3353150"/>
                  </a:lnTo>
                  <a:cubicBezTo>
                    <a:pt x="2319884" y="3034704"/>
                    <a:pt x="2319075" y="2716239"/>
                    <a:pt x="2322890" y="2397812"/>
                  </a:cubicBezTo>
                  <a:cubicBezTo>
                    <a:pt x="2327866" y="1982497"/>
                    <a:pt x="2877210" y="1989236"/>
                    <a:pt x="2899974" y="2349718"/>
                  </a:cubicBezTo>
                  <a:lnTo>
                    <a:pt x="2911179" y="3350999"/>
                  </a:lnTo>
                  <a:lnTo>
                    <a:pt x="3434195" y="3348350"/>
                  </a:lnTo>
                  <a:cubicBezTo>
                    <a:pt x="3431814" y="2937575"/>
                    <a:pt x="3427581" y="2508785"/>
                    <a:pt x="3418056" y="2102772"/>
                  </a:cubicBezTo>
                  <a:cubicBezTo>
                    <a:pt x="3334312" y="1659711"/>
                    <a:pt x="3010503" y="1642480"/>
                    <a:pt x="2832769" y="1616621"/>
                  </a:cubicBezTo>
                  <a:close/>
                  <a:moveTo>
                    <a:pt x="1203183" y="812039"/>
                  </a:moveTo>
                  <a:cubicBezTo>
                    <a:pt x="1035222" y="812039"/>
                    <a:pt x="899067" y="948195"/>
                    <a:pt x="899067" y="1116155"/>
                  </a:cubicBezTo>
                  <a:cubicBezTo>
                    <a:pt x="899067" y="1284116"/>
                    <a:pt x="1035222" y="1420271"/>
                    <a:pt x="1203183" y="1420271"/>
                  </a:cubicBezTo>
                  <a:cubicBezTo>
                    <a:pt x="1371143" y="1420271"/>
                    <a:pt x="1507298" y="1284116"/>
                    <a:pt x="1507298" y="1116155"/>
                  </a:cubicBezTo>
                  <a:cubicBezTo>
                    <a:pt x="1507298" y="948195"/>
                    <a:pt x="1371143" y="812039"/>
                    <a:pt x="1203183" y="812039"/>
                  </a:cubicBezTo>
                  <a:close/>
                  <a:moveTo>
                    <a:pt x="446104" y="0"/>
                  </a:moveTo>
                  <a:lnTo>
                    <a:pt x="3887543" y="0"/>
                  </a:lnTo>
                  <a:cubicBezTo>
                    <a:pt x="4133919" y="0"/>
                    <a:pt x="4333647" y="199728"/>
                    <a:pt x="4333647" y="446104"/>
                  </a:cubicBezTo>
                  <a:lnTo>
                    <a:pt x="4333647" y="3887543"/>
                  </a:lnTo>
                  <a:cubicBezTo>
                    <a:pt x="4333647" y="4133919"/>
                    <a:pt x="4133919" y="4333647"/>
                    <a:pt x="3887543" y="4333647"/>
                  </a:cubicBezTo>
                  <a:lnTo>
                    <a:pt x="446104" y="4333647"/>
                  </a:lnTo>
                  <a:cubicBezTo>
                    <a:pt x="199728" y="4333647"/>
                    <a:pt x="0" y="4133919"/>
                    <a:pt x="0" y="3887543"/>
                  </a:cubicBezTo>
                  <a:lnTo>
                    <a:pt x="0" y="446104"/>
                  </a:lnTo>
                  <a:cubicBezTo>
                    <a:pt x="0" y="199728"/>
                    <a:pt x="199728" y="0"/>
                    <a:pt x="446104" y="0"/>
                  </a:cubicBezTo>
                  <a:close/>
                </a:path>
              </a:pathLst>
            </a:custGeom>
            <a:solidFill>
              <a:schemeClr val="accent1"/>
            </a:solidFill>
            <a:ln>
              <a:noFill/>
            </a:ln>
          </p:spPr>
          <p:txBody>
            <a:bodyPr spcFirstLastPara="1" wrap="square" lIns="68575" tIns="34275" rIns="68575" bIns="34275" anchor="ctr" anchorCtr="0">
              <a:noAutofit/>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dirty="0">
                <a:ln>
                  <a:noFill/>
                </a:ln>
                <a:solidFill>
                  <a:srgbClr val="646464"/>
                </a:solidFill>
                <a:effectLst/>
                <a:uLnTx/>
                <a:uFillTx/>
                <a:latin typeface="Calibri"/>
                <a:ea typeface="Calibri"/>
                <a:cs typeface="Calibri"/>
                <a:sym typeface="Calibri"/>
              </a:endParaRPr>
            </a:p>
          </p:txBody>
        </p:sp>
        <p:sp>
          <p:nvSpPr>
            <p:cNvPr id="29" name="Google Shape;71;p6">
              <a:hlinkClick r:id="rId5"/>
              <a:extLst>
                <a:ext uri="{FF2B5EF4-FFF2-40B4-BE49-F238E27FC236}">
                  <a16:creationId xmlns:a16="http://schemas.microsoft.com/office/drawing/2014/main" id="{CBBC89AC-EF90-3D46-938C-080E03BDD40A}"/>
                </a:ext>
              </a:extLst>
            </p:cNvPr>
            <p:cNvSpPr/>
            <p:nvPr/>
          </p:nvSpPr>
          <p:spPr>
            <a:xfrm>
              <a:off x="5219700" y="3618972"/>
              <a:ext cx="243000" cy="243000"/>
            </a:xfrm>
            <a:prstGeom prst="ellipse">
              <a:avLst/>
            </a:prstGeom>
            <a:solidFill>
              <a:schemeClr val="bg1"/>
            </a:solidFill>
            <a:ln>
              <a:noFill/>
            </a:ln>
          </p:spPr>
          <p:txBody>
            <a:bodyPr spcFirstLastPara="1" wrap="square" lIns="68575" tIns="34275" rIns="68575" bIns="34275" anchor="ctr" anchorCtr="0">
              <a:noAutofit/>
            </a:bodyP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dirty="0">
                <a:ln>
                  <a:noFill/>
                </a:ln>
                <a:solidFill>
                  <a:srgbClr val="646464"/>
                </a:solidFill>
                <a:effectLst/>
                <a:uLnTx/>
                <a:uFillTx/>
                <a:latin typeface="Calibri"/>
                <a:ea typeface="Calibri"/>
                <a:cs typeface="Calibri"/>
                <a:sym typeface="Calibri"/>
              </a:endParaRPr>
            </a:p>
          </p:txBody>
        </p:sp>
        <p:sp>
          <p:nvSpPr>
            <p:cNvPr id="30" name="Google Shape;72;p6">
              <a:hlinkClick r:id="rId5"/>
              <a:extLst>
                <a:ext uri="{FF2B5EF4-FFF2-40B4-BE49-F238E27FC236}">
                  <a16:creationId xmlns:a16="http://schemas.microsoft.com/office/drawing/2014/main" id="{0A2E30BE-4F59-0943-83AB-4491E818AEA6}"/>
                </a:ext>
              </a:extLst>
            </p:cNvPr>
            <p:cNvSpPr/>
            <p:nvPr/>
          </p:nvSpPr>
          <p:spPr>
            <a:xfrm>
              <a:off x="5305437" y="3664422"/>
              <a:ext cx="70755" cy="150465"/>
            </a:xfrm>
            <a:custGeom>
              <a:avLst/>
              <a:gdLst/>
              <a:ahLst/>
              <a:cxnLst/>
              <a:rect l="l" t="t" r="r" b="b"/>
              <a:pathLst>
                <a:path w="1415106" h="3009296" extrusionOk="0">
                  <a:moveTo>
                    <a:pt x="1125580" y="0"/>
                  </a:moveTo>
                  <a:cubicBezTo>
                    <a:pt x="1374672" y="0"/>
                    <a:pt x="1406457" y="1262"/>
                    <a:pt x="1410322" y="11311"/>
                  </a:cubicBezTo>
                  <a:cubicBezTo>
                    <a:pt x="1412700" y="17533"/>
                    <a:pt x="1414646" y="134349"/>
                    <a:pt x="1414646" y="270901"/>
                  </a:cubicBezTo>
                  <a:cubicBezTo>
                    <a:pt x="1414646" y="454470"/>
                    <a:pt x="1412430" y="521414"/>
                    <a:pt x="1406078" y="527757"/>
                  </a:cubicBezTo>
                  <a:cubicBezTo>
                    <a:pt x="1399862" y="533982"/>
                    <a:pt x="1347779" y="536341"/>
                    <a:pt x="1216719" y="536341"/>
                  </a:cubicBezTo>
                  <a:cubicBezTo>
                    <a:pt x="1010440" y="536341"/>
                    <a:pt x="990574" y="540169"/>
                    <a:pt x="962492" y="585333"/>
                  </a:cubicBezTo>
                  <a:cubicBezTo>
                    <a:pt x="947275" y="609761"/>
                    <a:pt x="946113" y="620445"/>
                    <a:pt x="943924" y="752664"/>
                  </a:cubicBezTo>
                  <a:lnTo>
                    <a:pt x="941599" y="893900"/>
                  </a:lnTo>
                  <a:lnTo>
                    <a:pt x="1173690" y="893900"/>
                  </a:lnTo>
                  <a:cubicBezTo>
                    <a:pt x="1350860" y="893900"/>
                    <a:pt x="1407403" y="896016"/>
                    <a:pt x="1412727" y="902838"/>
                  </a:cubicBezTo>
                  <a:cubicBezTo>
                    <a:pt x="1417295" y="908709"/>
                    <a:pt x="1415268" y="958419"/>
                    <a:pt x="1406808" y="1047652"/>
                  </a:cubicBezTo>
                  <a:cubicBezTo>
                    <a:pt x="1399727" y="1122383"/>
                    <a:pt x="1387537" y="1252761"/>
                    <a:pt x="1379699" y="1337386"/>
                  </a:cubicBezTo>
                  <a:cubicBezTo>
                    <a:pt x="1371861" y="1422011"/>
                    <a:pt x="1363293" y="1496831"/>
                    <a:pt x="1360671" y="1503653"/>
                  </a:cubicBezTo>
                  <a:cubicBezTo>
                    <a:pt x="1356293" y="1515045"/>
                    <a:pt x="1338238" y="1516056"/>
                    <a:pt x="1138608" y="1516056"/>
                  </a:cubicBezTo>
                  <a:lnTo>
                    <a:pt x="921301" y="1516056"/>
                  </a:lnTo>
                  <a:lnTo>
                    <a:pt x="919463" y="2261569"/>
                  </a:lnTo>
                  <a:lnTo>
                    <a:pt x="917652" y="3007087"/>
                  </a:lnTo>
                  <a:lnTo>
                    <a:pt x="613202" y="3008952"/>
                  </a:lnTo>
                  <a:cubicBezTo>
                    <a:pt x="445757" y="3009979"/>
                    <a:pt x="306575" y="3008627"/>
                    <a:pt x="303910" y="3005979"/>
                  </a:cubicBezTo>
                  <a:cubicBezTo>
                    <a:pt x="301248" y="3003303"/>
                    <a:pt x="299069" y="2667045"/>
                    <a:pt x="299069" y="2258731"/>
                  </a:cubicBezTo>
                  <a:lnTo>
                    <a:pt x="299069" y="1516345"/>
                  </a:lnTo>
                  <a:lnTo>
                    <a:pt x="150682" y="1514413"/>
                  </a:lnTo>
                  <a:lnTo>
                    <a:pt x="2292" y="1512480"/>
                  </a:lnTo>
                  <a:lnTo>
                    <a:pt x="427" y="1212957"/>
                  </a:lnTo>
                  <a:cubicBezTo>
                    <a:pt x="-916" y="997785"/>
                    <a:pt x="843" y="910684"/>
                    <a:pt x="6665" y="903668"/>
                  </a:cubicBezTo>
                  <a:cubicBezTo>
                    <a:pt x="13019" y="896011"/>
                    <a:pt x="45497" y="893900"/>
                    <a:pt x="156920" y="893900"/>
                  </a:cubicBezTo>
                  <a:lnTo>
                    <a:pt x="299069" y="893900"/>
                  </a:lnTo>
                  <a:lnTo>
                    <a:pt x="299069" y="725433"/>
                  </a:lnTo>
                  <a:cubicBezTo>
                    <a:pt x="299069" y="542193"/>
                    <a:pt x="309354" y="464187"/>
                    <a:pt x="346631" y="364710"/>
                  </a:cubicBezTo>
                  <a:cubicBezTo>
                    <a:pt x="392425" y="242510"/>
                    <a:pt x="487918" y="132443"/>
                    <a:pt x="595844" y="77468"/>
                  </a:cubicBezTo>
                  <a:cubicBezTo>
                    <a:pt x="734266" y="6960"/>
                    <a:pt x="781863" y="0"/>
                    <a:pt x="1125580" y="0"/>
                  </a:cubicBezTo>
                  <a:close/>
                </a:path>
              </a:pathLst>
            </a:custGeom>
            <a:solidFill>
              <a:schemeClr val="accent1"/>
            </a:solidFill>
            <a:ln>
              <a:noFill/>
            </a:ln>
          </p:spPr>
          <p:txBody>
            <a:bodyPr spcFirstLastPara="1" wrap="square" lIns="68575" tIns="34275" rIns="68575" bIns="34275" anchor="ctr" anchorCtr="0">
              <a:noAutofit/>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dirty="0">
                <a:ln>
                  <a:noFill/>
                </a:ln>
                <a:solidFill>
                  <a:srgbClr val="646464"/>
                </a:solidFill>
                <a:effectLst/>
                <a:uLnTx/>
                <a:uFillTx/>
                <a:latin typeface="Calibri"/>
                <a:ea typeface="Calibri"/>
                <a:cs typeface="Calibri"/>
                <a:sym typeface="Calibri"/>
              </a:endParaRPr>
            </a:p>
          </p:txBody>
        </p:sp>
      </p:grpSp>
      <p:sp>
        <p:nvSpPr>
          <p:cNvPr id="31" name="Google Shape;73;p6">
            <a:extLst>
              <a:ext uri="{FF2B5EF4-FFF2-40B4-BE49-F238E27FC236}">
                <a16:creationId xmlns:a16="http://schemas.microsoft.com/office/drawing/2014/main" id="{73994964-E78E-9640-9CDE-BF608310C4C5}"/>
              </a:ext>
            </a:extLst>
          </p:cNvPr>
          <p:cNvSpPr/>
          <p:nvPr/>
        </p:nvSpPr>
        <p:spPr>
          <a:xfrm>
            <a:off x="4528067" y="1949533"/>
            <a:ext cx="6446800" cy="2355600"/>
          </a:xfrm>
          <a:prstGeom prst="rect">
            <a:avLst/>
          </a:prstGeom>
          <a:noFill/>
          <a:ln>
            <a:noFill/>
          </a:ln>
        </p:spPr>
        <p:txBody>
          <a:bodyPr spcFirstLastPara="1" wrap="square" lIns="0" tIns="0" rIns="0" bIns="0" anchor="t" anchorCtr="0">
            <a:noAutofit/>
          </a:bodyPr>
          <a:lstStyle/>
          <a:p>
            <a:pPr>
              <a:lnSpc>
                <a:spcPct val="200000"/>
              </a:lnSpc>
              <a:buClr>
                <a:srgbClr val="5B5B5B"/>
              </a:buClr>
              <a:buSzPts val="1100"/>
              <a:buFont typeface="Trebuchet MS"/>
              <a:buNone/>
            </a:pPr>
            <a:r>
              <a:rPr lang="en" sz="1600" b="1" dirty="0">
                <a:solidFill>
                  <a:schemeClr val="accent1"/>
                </a:solidFill>
                <a:latin typeface="Poppins"/>
                <a:ea typeface="Poppins"/>
                <a:cs typeface="Poppins"/>
                <a:sym typeface="Poppins"/>
              </a:rPr>
              <a:t>About Us</a:t>
            </a:r>
            <a:endParaRPr sz="1600" b="1" dirty="0">
              <a:solidFill>
                <a:schemeClr val="accent1"/>
              </a:solidFill>
              <a:latin typeface="Poppins"/>
              <a:ea typeface="Poppins"/>
              <a:cs typeface="Poppins"/>
              <a:sym typeface="Poppins"/>
            </a:endParaRPr>
          </a:p>
          <a:p>
            <a:pPr>
              <a:lnSpc>
                <a:spcPct val="115000"/>
              </a:lnSpc>
              <a:buClr>
                <a:srgbClr val="5B5B5B"/>
              </a:buClr>
              <a:buSzPts val="900"/>
              <a:buFont typeface="Calibri"/>
              <a:buNone/>
            </a:pPr>
            <a:r>
              <a:rPr lang="en" sz="1333" dirty="0">
                <a:solidFill>
                  <a:schemeClr val="tx2"/>
                </a:solidFill>
                <a:latin typeface="Calibri" panose="020F0502020204030204"/>
                <a:ea typeface="Calibri"/>
                <a:cs typeface="Calibri"/>
                <a:sym typeface="Calibri"/>
              </a:rPr>
              <a:t>Tiger Analytics is pioneering what AI and analytics can do to solve some of the toughest problems faced by organizations globally. We develop bespoke solutions powered by data and technology for several Fortune 500 companies. We have offices in multiple cities across the US, UK, India, and Singapore, and a substantial remote global workforce. </a:t>
            </a:r>
            <a:endParaRPr sz="1333" dirty="0">
              <a:solidFill>
                <a:schemeClr val="tx2"/>
              </a:solidFill>
              <a:latin typeface="Calibri" panose="020F0502020204030204"/>
              <a:ea typeface="Calibri"/>
              <a:cs typeface="Calibri"/>
              <a:sym typeface="Calibri"/>
            </a:endParaRPr>
          </a:p>
          <a:p>
            <a:pPr>
              <a:lnSpc>
                <a:spcPct val="115000"/>
              </a:lnSpc>
              <a:spcBef>
                <a:spcPts val="1333"/>
              </a:spcBef>
              <a:buClr>
                <a:srgbClr val="5B5B5B"/>
              </a:buClr>
              <a:buSzPts val="900"/>
              <a:buFont typeface="Calibri"/>
              <a:buNone/>
            </a:pPr>
            <a:r>
              <a:rPr lang="en" sz="1333" dirty="0">
                <a:solidFill>
                  <a:schemeClr val="tx2"/>
                </a:solidFill>
                <a:latin typeface="Calibri" panose="020F0502020204030204"/>
                <a:ea typeface="Calibri"/>
                <a:cs typeface="Calibri"/>
                <a:sym typeface="Calibri"/>
              </a:rPr>
              <a:t>We have received multiple awards ranging from being recognized as a Leader by Forrester Research to being ranked among the fastest-growing tech companies by Inc. and Financial Times. We consistently feature in prestigious ‘Best Analytics Firms’ lists. </a:t>
            </a:r>
            <a:endParaRPr sz="1333" dirty="0">
              <a:solidFill>
                <a:schemeClr val="tx2"/>
              </a:solidFill>
              <a:latin typeface="Calibri" panose="020F0502020204030204"/>
              <a:ea typeface="Calibri"/>
              <a:cs typeface="Calibri"/>
              <a:sym typeface="Calibri"/>
            </a:endParaRPr>
          </a:p>
        </p:txBody>
      </p:sp>
      <p:grpSp>
        <p:nvGrpSpPr>
          <p:cNvPr id="32" name="Google Shape;74;p6">
            <a:extLst>
              <a:ext uri="{FF2B5EF4-FFF2-40B4-BE49-F238E27FC236}">
                <a16:creationId xmlns:a16="http://schemas.microsoft.com/office/drawing/2014/main" id="{1EA42E64-6865-D748-9ED8-2727EFBE6F82}"/>
              </a:ext>
            </a:extLst>
          </p:cNvPr>
          <p:cNvGrpSpPr/>
          <p:nvPr/>
        </p:nvGrpSpPr>
        <p:grpSpPr>
          <a:xfrm rot="10800000">
            <a:off x="11180969" y="5860502"/>
            <a:ext cx="1011044" cy="1014501"/>
            <a:chOff x="1" y="1"/>
            <a:chExt cx="758283" cy="760876"/>
          </a:xfrm>
        </p:grpSpPr>
        <p:sp>
          <p:nvSpPr>
            <p:cNvPr id="33" name="Google Shape;75;p6">
              <a:extLst>
                <a:ext uri="{FF2B5EF4-FFF2-40B4-BE49-F238E27FC236}">
                  <a16:creationId xmlns:a16="http://schemas.microsoft.com/office/drawing/2014/main" id="{647D745C-BA11-F64A-8E08-88D23B8F1B61}"/>
                </a:ext>
              </a:extLst>
            </p:cNvPr>
            <p:cNvSpPr/>
            <p:nvPr/>
          </p:nvSpPr>
          <p:spPr>
            <a:xfrm>
              <a:off x="1" y="1"/>
              <a:ext cx="758283" cy="760876"/>
            </a:xfrm>
            <a:custGeom>
              <a:avLst/>
              <a:gdLst/>
              <a:ahLst/>
              <a:cxnLst/>
              <a:rect l="l" t="t" r="r" b="b"/>
              <a:pathLst>
                <a:path w="1011044" h="1014501" extrusionOk="0">
                  <a:moveTo>
                    <a:pt x="195109" y="993405"/>
                  </a:moveTo>
                  <a:lnTo>
                    <a:pt x="200634" y="994520"/>
                  </a:lnTo>
                  <a:lnTo>
                    <a:pt x="183296" y="997616"/>
                  </a:lnTo>
                  <a:lnTo>
                    <a:pt x="187163" y="995009"/>
                  </a:lnTo>
                  <a:cubicBezTo>
                    <a:pt x="189606" y="993976"/>
                    <a:pt x="192291" y="993405"/>
                    <a:pt x="195109" y="993405"/>
                  </a:cubicBezTo>
                  <a:close/>
                  <a:moveTo>
                    <a:pt x="146332" y="993405"/>
                  </a:moveTo>
                  <a:cubicBezTo>
                    <a:pt x="151969" y="993405"/>
                    <a:pt x="157072" y="995690"/>
                    <a:pt x="160766" y="999383"/>
                  </a:cubicBezTo>
                  <a:lnTo>
                    <a:pt x="161636" y="1001484"/>
                  </a:lnTo>
                  <a:lnTo>
                    <a:pt x="153987" y="1002850"/>
                  </a:lnTo>
                  <a:lnTo>
                    <a:pt x="129155" y="1006006"/>
                  </a:lnTo>
                  <a:lnTo>
                    <a:pt x="131898" y="999383"/>
                  </a:lnTo>
                  <a:cubicBezTo>
                    <a:pt x="135592" y="995690"/>
                    <a:pt x="140695" y="993405"/>
                    <a:pt x="146332" y="993405"/>
                  </a:cubicBezTo>
                  <a:close/>
                  <a:moveTo>
                    <a:pt x="97555" y="993405"/>
                  </a:moveTo>
                  <a:cubicBezTo>
                    <a:pt x="103192" y="993405"/>
                    <a:pt x="108295" y="995690"/>
                    <a:pt x="111989" y="999383"/>
                  </a:cubicBezTo>
                  <a:lnTo>
                    <a:pt x="115453" y="1007747"/>
                  </a:lnTo>
                  <a:lnTo>
                    <a:pt x="103384" y="1009281"/>
                  </a:lnTo>
                  <a:lnTo>
                    <a:pt x="78229" y="1011193"/>
                  </a:lnTo>
                  <a:lnTo>
                    <a:pt x="83121" y="999383"/>
                  </a:lnTo>
                  <a:cubicBezTo>
                    <a:pt x="86815" y="995690"/>
                    <a:pt x="91918" y="993405"/>
                    <a:pt x="97555" y="993405"/>
                  </a:cubicBezTo>
                  <a:close/>
                  <a:moveTo>
                    <a:pt x="48778" y="993405"/>
                  </a:moveTo>
                  <a:cubicBezTo>
                    <a:pt x="54415" y="993405"/>
                    <a:pt x="59518" y="995690"/>
                    <a:pt x="63212" y="999383"/>
                  </a:cubicBezTo>
                  <a:lnTo>
                    <a:pt x="68413" y="1011940"/>
                  </a:lnTo>
                  <a:lnTo>
                    <a:pt x="52033" y="1013185"/>
                  </a:lnTo>
                  <a:lnTo>
                    <a:pt x="28379" y="1013783"/>
                  </a:lnTo>
                  <a:lnTo>
                    <a:pt x="34344" y="999383"/>
                  </a:lnTo>
                  <a:cubicBezTo>
                    <a:pt x="38038" y="995690"/>
                    <a:pt x="43141" y="993405"/>
                    <a:pt x="48778" y="993405"/>
                  </a:cubicBezTo>
                  <a:close/>
                  <a:moveTo>
                    <a:pt x="2" y="993405"/>
                  </a:moveTo>
                  <a:cubicBezTo>
                    <a:pt x="11275" y="993405"/>
                    <a:pt x="20414" y="1002544"/>
                    <a:pt x="20414" y="1013818"/>
                  </a:cubicBezTo>
                  <a:lnTo>
                    <a:pt x="20344" y="1013987"/>
                  </a:lnTo>
                  <a:lnTo>
                    <a:pt x="0" y="1014501"/>
                  </a:lnTo>
                  <a:lnTo>
                    <a:pt x="0" y="993406"/>
                  </a:lnTo>
                  <a:close/>
                  <a:moveTo>
                    <a:pt x="341440" y="939317"/>
                  </a:moveTo>
                  <a:cubicBezTo>
                    <a:pt x="347077" y="939317"/>
                    <a:pt x="352180" y="941602"/>
                    <a:pt x="355875" y="945296"/>
                  </a:cubicBezTo>
                  <a:lnTo>
                    <a:pt x="357150" y="948375"/>
                  </a:lnTo>
                  <a:lnTo>
                    <a:pt x="321699" y="961350"/>
                  </a:lnTo>
                  <a:lnTo>
                    <a:pt x="321028" y="959730"/>
                  </a:lnTo>
                  <a:cubicBezTo>
                    <a:pt x="321028" y="948456"/>
                    <a:pt x="330166" y="939317"/>
                    <a:pt x="341440" y="939317"/>
                  </a:cubicBezTo>
                  <a:close/>
                  <a:moveTo>
                    <a:pt x="292663" y="939317"/>
                  </a:moveTo>
                  <a:cubicBezTo>
                    <a:pt x="303937" y="939317"/>
                    <a:pt x="313076" y="948456"/>
                    <a:pt x="313076" y="959730"/>
                  </a:cubicBezTo>
                  <a:lnTo>
                    <a:pt x="310744" y="965360"/>
                  </a:lnTo>
                  <a:lnTo>
                    <a:pt x="300683" y="969042"/>
                  </a:lnTo>
                  <a:lnTo>
                    <a:pt x="279538" y="975046"/>
                  </a:lnTo>
                  <a:lnTo>
                    <a:pt x="278229" y="974164"/>
                  </a:lnTo>
                  <a:cubicBezTo>
                    <a:pt x="274535" y="970470"/>
                    <a:pt x="272251" y="965367"/>
                    <a:pt x="272251" y="959730"/>
                  </a:cubicBezTo>
                  <a:cubicBezTo>
                    <a:pt x="272251" y="948456"/>
                    <a:pt x="281389" y="939317"/>
                    <a:pt x="292663" y="939317"/>
                  </a:cubicBezTo>
                  <a:close/>
                  <a:moveTo>
                    <a:pt x="243886" y="939317"/>
                  </a:moveTo>
                  <a:cubicBezTo>
                    <a:pt x="255160" y="939317"/>
                    <a:pt x="264299" y="948456"/>
                    <a:pt x="264299" y="959730"/>
                  </a:cubicBezTo>
                  <a:cubicBezTo>
                    <a:pt x="264299" y="971004"/>
                    <a:pt x="255160" y="980143"/>
                    <a:pt x="243886" y="980143"/>
                  </a:cubicBezTo>
                  <a:cubicBezTo>
                    <a:pt x="232612" y="980143"/>
                    <a:pt x="223473" y="971004"/>
                    <a:pt x="223473" y="959730"/>
                  </a:cubicBezTo>
                  <a:cubicBezTo>
                    <a:pt x="223473" y="948456"/>
                    <a:pt x="232612" y="939317"/>
                    <a:pt x="243886" y="939317"/>
                  </a:cubicBezTo>
                  <a:close/>
                  <a:moveTo>
                    <a:pt x="195109" y="939317"/>
                  </a:moveTo>
                  <a:cubicBezTo>
                    <a:pt x="206383" y="939317"/>
                    <a:pt x="215522" y="948456"/>
                    <a:pt x="215522" y="959730"/>
                  </a:cubicBezTo>
                  <a:cubicBezTo>
                    <a:pt x="215522" y="971004"/>
                    <a:pt x="206383" y="980143"/>
                    <a:pt x="195109" y="980143"/>
                  </a:cubicBezTo>
                  <a:cubicBezTo>
                    <a:pt x="183835" y="980143"/>
                    <a:pt x="174696" y="971004"/>
                    <a:pt x="174696" y="959730"/>
                  </a:cubicBezTo>
                  <a:cubicBezTo>
                    <a:pt x="174696" y="948456"/>
                    <a:pt x="183835" y="939317"/>
                    <a:pt x="195109" y="939317"/>
                  </a:cubicBezTo>
                  <a:close/>
                  <a:moveTo>
                    <a:pt x="146332" y="939317"/>
                  </a:moveTo>
                  <a:cubicBezTo>
                    <a:pt x="157606" y="939317"/>
                    <a:pt x="166745" y="948456"/>
                    <a:pt x="166745" y="959730"/>
                  </a:cubicBezTo>
                  <a:cubicBezTo>
                    <a:pt x="166745" y="971004"/>
                    <a:pt x="157606" y="980143"/>
                    <a:pt x="146332" y="980143"/>
                  </a:cubicBezTo>
                  <a:cubicBezTo>
                    <a:pt x="135058" y="980143"/>
                    <a:pt x="125919" y="971004"/>
                    <a:pt x="125919" y="959730"/>
                  </a:cubicBezTo>
                  <a:cubicBezTo>
                    <a:pt x="125919" y="948456"/>
                    <a:pt x="135058" y="939317"/>
                    <a:pt x="146332" y="939317"/>
                  </a:cubicBezTo>
                  <a:close/>
                  <a:moveTo>
                    <a:pt x="97555" y="939317"/>
                  </a:moveTo>
                  <a:cubicBezTo>
                    <a:pt x="108829" y="939317"/>
                    <a:pt x="117968" y="948456"/>
                    <a:pt x="117968" y="959730"/>
                  </a:cubicBezTo>
                  <a:cubicBezTo>
                    <a:pt x="117968" y="971004"/>
                    <a:pt x="108829" y="980143"/>
                    <a:pt x="97555" y="980143"/>
                  </a:cubicBezTo>
                  <a:cubicBezTo>
                    <a:pt x="86281" y="980143"/>
                    <a:pt x="77142" y="971004"/>
                    <a:pt x="77142" y="959730"/>
                  </a:cubicBezTo>
                  <a:cubicBezTo>
                    <a:pt x="77142" y="948456"/>
                    <a:pt x="86281" y="939317"/>
                    <a:pt x="97555" y="939317"/>
                  </a:cubicBezTo>
                  <a:close/>
                  <a:moveTo>
                    <a:pt x="48778" y="939317"/>
                  </a:moveTo>
                  <a:cubicBezTo>
                    <a:pt x="60052" y="939317"/>
                    <a:pt x="69191" y="948456"/>
                    <a:pt x="69191" y="959730"/>
                  </a:cubicBezTo>
                  <a:cubicBezTo>
                    <a:pt x="69191" y="971004"/>
                    <a:pt x="60052" y="980143"/>
                    <a:pt x="48778" y="980143"/>
                  </a:cubicBezTo>
                  <a:cubicBezTo>
                    <a:pt x="37504" y="980143"/>
                    <a:pt x="28365" y="971004"/>
                    <a:pt x="28365" y="959730"/>
                  </a:cubicBezTo>
                  <a:cubicBezTo>
                    <a:pt x="28365" y="948456"/>
                    <a:pt x="37504" y="939317"/>
                    <a:pt x="48778" y="939317"/>
                  </a:cubicBezTo>
                  <a:close/>
                  <a:moveTo>
                    <a:pt x="2" y="939317"/>
                  </a:moveTo>
                  <a:cubicBezTo>
                    <a:pt x="11275" y="939317"/>
                    <a:pt x="20414" y="948456"/>
                    <a:pt x="20414" y="959730"/>
                  </a:cubicBezTo>
                  <a:cubicBezTo>
                    <a:pt x="20414" y="971004"/>
                    <a:pt x="11275" y="980143"/>
                    <a:pt x="2" y="980143"/>
                  </a:cubicBezTo>
                  <a:lnTo>
                    <a:pt x="0" y="980142"/>
                  </a:lnTo>
                  <a:lnTo>
                    <a:pt x="0" y="939318"/>
                  </a:lnTo>
                  <a:close/>
                  <a:moveTo>
                    <a:pt x="487772" y="885231"/>
                  </a:moveTo>
                  <a:lnTo>
                    <a:pt x="492351" y="886155"/>
                  </a:lnTo>
                  <a:lnTo>
                    <a:pt x="481971" y="892462"/>
                  </a:lnTo>
                  <a:lnTo>
                    <a:pt x="470537" y="897969"/>
                  </a:lnTo>
                  <a:lnTo>
                    <a:pt x="473337" y="891210"/>
                  </a:lnTo>
                  <a:cubicBezTo>
                    <a:pt x="477032" y="887516"/>
                    <a:pt x="482135" y="885231"/>
                    <a:pt x="487772" y="885231"/>
                  </a:cubicBezTo>
                  <a:close/>
                  <a:moveTo>
                    <a:pt x="438994" y="885231"/>
                  </a:moveTo>
                  <a:cubicBezTo>
                    <a:pt x="444631" y="885231"/>
                    <a:pt x="449734" y="887516"/>
                    <a:pt x="453429" y="891210"/>
                  </a:cubicBezTo>
                  <a:lnTo>
                    <a:pt x="458609" y="903716"/>
                  </a:lnTo>
                  <a:lnTo>
                    <a:pt x="424595" y="920101"/>
                  </a:lnTo>
                  <a:lnTo>
                    <a:pt x="424560" y="920078"/>
                  </a:lnTo>
                  <a:cubicBezTo>
                    <a:pt x="420867" y="916384"/>
                    <a:pt x="418582" y="911281"/>
                    <a:pt x="418582" y="905644"/>
                  </a:cubicBezTo>
                  <a:cubicBezTo>
                    <a:pt x="418582" y="894370"/>
                    <a:pt x="427721" y="885231"/>
                    <a:pt x="438994" y="885231"/>
                  </a:cubicBezTo>
                  <a:close/>
                  <a:moveTo>
                    <a:pt x="390217" y="885231"/>
                  </a:moveTo>
                  <a:cubicBezTo>
                    <a:pt x="401491" y="885231"/>
                    <a:pt x="410630" y="894370"/>
                    <a:pt x="410630" y="905644"/>
                  </a:cubicBezTo>
                  <a:cubicBezTo>
                    <a:pt x="410630" y="916917"/>
                    <a:pt x="401491" y="926056"/>
                    <a:pt x="390217" y="926056"/>
                  </a:cubicBezTo>
                  <a:cubicBezTo>
                    <a:pt x="378944" y="926056"/>
                    <a:pt x="369805" y="916917"/>
                    <a:pt x="369805" y="905644"/>
                  </a:cubicBezTo>
                  <a:cubicBezTo>
                    <a:pt x="369805" y="894370"/>
                    <a:pt x="378944" y="885231"/>
                    <a:pt x="390217" y="885231"/>
                  </a:cubicBezTo>
                  <a:close/>
                  <a:moveTo>
                    <a:pt x="341440" y="885231"/>
                  </a:moveTo>
                  <a:cubicBezTo>
                    <a:pt x="352714" y="885231"/>
                    <a:pt x="361853" y="894370"/>
                    <a:pt x="361853" y="905644"/>
                  </a:cubicBezTo>
                  <a:cubicBezTo>
                    <a:pt x="361853" y="916917"/>
                    <a:pt x="352714" y="926056"/>
                    <a:pt x="341440" y="926056"/>
                  </a:cubicBezTo>
                  <a:cubicBezTo>
                    <a:pt x="330166" y="926056"/>
                    <a:pt x="321028" y="916917"/>
                    <a:pt x="321028" y="905644"/>
                  </a:cubicBezTo>
                  <a:cubicBezTo>
                    <a:pt x="321028" y="894370"/>
                    <a:pt x="330166" y="885231"/>
                    <a:pt x="341440" y="885231"/>
                  </a:cubicBezTo>
                  <a:close/>
                  <a:moveTo>
                    <a:pt x="292663" y="885231"/>
                  </a:moveTo>
                  <a:cubicBezTo>
                    <a:pt x="303937" y="885231"/>
                    <a:pt x="313076" y="894370"/>
                    <a:pt x="313076" y="905644"/>
                  </a:cubicBezTo>
                  <a:cubicBezTo>
                    <a:pt x="313076" y="916917"/>
                    <a:pt x="303937" y="926056"/>
                    <a:pt x="292663" y="926056"/>
                  </a:cubicBezTo>
                  <a:cubicBezTo>
                    <a:pt x="281389" y="926056"/>
                    <a:pt x="272251" y="916917"/>
                    <a:pt x="272251" y="905644"/>
                  </a:cubicBezTo>
                  <a:cubicBezTo>
                    <a:pt x="272251" y="894370"/>
                    <a:pt x="281389" y="885231"/>
                    <a:pt x="292663" y="885231"/>
                  </a:cubicBezTo>
                  <a:close/>
                  <a:moveTo>
                    <a:pt x="243886" y="885231"/>
                  </a:moveTo>
                  <a:cubicBezTo>
                    <a:pt x="255160" y="885231"/>
                    <a:pt x="264299" y="894370"/>
                    <a:pt x="264299" y="905644"/>
                  </a:cubicBezTo>
                  <a:cubicBezTo>
                    <a:pt x="264299" y="916917"/>
                    <a:pt x="255160" y="926056"/>
                    <a:pt x="243886" y="926056"/>
                  </a:cubicBezTo>
                  <a:cubicBezTo>
                    <a:pt x="232612" y="926056"/>
                    <a:pt x="223473" y="916917"/>
                    <a:pt x="223473" y="905644"/>
                  </a:cubicBezTo>
                  <a:cubicBezTo>
                    <a:pt x="223473" y="894370"/>
                    <a:pt x="232612" y="885231"/>
                    <a:pt x="243886" y="885231"/>
                  </a:cubicBezTo>
                  <a:close/>
                  <a:moveTo>
                    <a:pt x="195109" y="885231"/>
                  </a:moveTo>
                  <a:cubicBezTo>
                    <a:pt x="206383" y="885231"/>
                    <a:pt x="215522" y="894370"/>
                    <a:pt x="215522" y="905644"/>
                  </a:cubicBezTo>
                  <a:cubicBezTo>
                    <a:pt x="215522" y="916917"/>
                    <a:pt x="206383" y="926056"/>
                    <a:pt x="195109" y="926056"/>
                  </a:cubicBezTo>
                  <a:cubicBezTo>
                    <a:pt x="183835" y="926056"/>
                    <a:pt x="174696" y="916917"/>
                    <a:pt x="174696" y="905644"/>
                  </a:cubicBezTo>
                  <a:cubicBezTo>
                    <a:pt x="174696" y="894370"/>
                    <a:pt x="183835" y="885231"/>
                    <a:pt x="195109" y="885231"/>
                  </a:cubicBezTo>
                  <a:close/>
                  <a:moveTo>
                    <a:pt x="146332" y="885231"/>
                  </a:moveTo>
                  <a:cubicBezTo>
                    <a:pt x="157606" y="885231"/>
                    <a:pt x="166745" y="894370"/>
                    <a:pt x="166745" y="905644"/>
                  </a:cubicBezTo>
                  <a:cubicBezTo>
                    <a:pt x="166745" y="916917"/>
                    <a:pt x="157606" y="926056"/>
                    <a:pt x="146332" y="926056"/>
                  </a:cubicBezTo>
                  <a:cubicBezTo>
                    <a:pt x="135058" y="926056"/>
                    <a:pt x="125919" y="916917"/>
                    <a:pt x="125919" y="905644"/>
                  </a:cubicBezTo>
                  <a:cubicBezTo>
                    <a:pt x="125919" y="894370"/>
                    <a:pt x="135058" y="885231"/>
                    <a:pt x="146332" y="885231"/>
                  </a:cubicBezTo>
                  <a:close/>
                  <a:moveTo>
                    <a:pt x="97555" y="885231"/>
                  </a:moveTo>
                  <a:cubicBezTo>
                    <a:pt x="108829" y="885231"/>
                    <a:pt x="117968" y="894370"/>
                    <a:pt x="117968" y="905644"/>
                  </a:cubicBezTo>
                  <a:cubicBezTo>
                    <a:pt x="117968" y="916917"/>
                    <a:pt x="108829" y="926056"/>
                    <a:pt x="97555" y="926056"/>
                  </a:cubicBezTo>
                  <a:cubicBezTo>
                    <a:pt x="86281" y="926056"/>
                    <a:pt x="77142" y="916917"/>
                    <a:pt x="77142" y="905644"/>
                  </a:cubicBezTo>
                  <a:cubicBezTo>
                    <a:pt x="77142" y="894370"/>
                    <a:pt x="86281" y="885231"/>
                    <a:pt x="97555" y="885231"/>
                  </a:cubicBezTo>
                  <a:close/>
                  <a:moveTo>
                    <a:pt x="48778" y="885231"/>
                  </a:moveTo>
                  <a:cubicBezTo>
                    <a:pt x="60052" y="885231"/>
                    <a:pt x="69191" y="894370"/>
                    <a:pt x="69191" y="905644"/>
                  </a:cubicBezTo>
                  <a:cubicBezTo>
                    <a:pt x="69191" y="916917"/>
                    <a:pt x="60052" y="926056"/>
                    <a:pt x="48778" y="926056"/>
                  </a:cubicBezTo>
                  <a:cubicBezTo>
                    <a:pt x="37504" y="926056"/>
                    <a:pt x="28365" y="916917"/>
                    <a:pt x="28365" y="905644"/>
                  </a:cubicBezTo>
                  <a:cubicBezTo>
                    <a:pt x="28365" y="894370"/>
                    <a:pt x="37504" y="885231"/>
                    <a:pt x="48778" y="885231"/>
                  </a:cubicBezTo>
                  <a:close/>
                  <a:moveTo>
                    <a:pt x="2" y="885231"/>
                  </a:moveTo>
                  <a:cubicBezTo>
                    <a:pt x="11275" y="885231"/>
                    <a:pt x="20414" y="894370"/>
                    <a:pt x="20414" y="905644"/>
                  </a:cubicBezTo>
                  <a:cubicBezTo>
                    <a:pt x="20414" y="916917"/>
                    <a:pt x="11275" y="926056"/>
                    <a:pt x="2" y="926056"/>
                  </a:cubicBezTo>
                  <a:lnTo>
                    <a:pt x="0" y="926055"/>
                  </a:lnTo>
                  <a:lnTo>
                    <a:pt x="0" y="885232"/>
                  </a:lnTo>
                  <a:close/>
                  <a:moveTo>
                    <a:pt x="577493" y="832726"/>
                  </a:moveTo>
                  <a:lnTo>
                    <a:pt x="570568" y="837904"/>
                  </a:lnTo>
                  <a:lnTo>
                    <a:pt x="570892" y="837123"/>
                  </a:lnTo>
                  <a:cubicBezTo>
                    <a:pt x="572738" y="835276"/>
                    <a:pt x="574938" y="833782"/>
                    <a:pt x="577380" y="832749"/>
                  </a:cubicBezTo>
                  <a:close/>
                  <a:moveTo>
                    <a:pt x="536549" y="831145"/>
                  </a:moveTo>
                  <a:cubicBezTo>
                    <a:pt x="542186" y="831145"/>
                    <a:pt x="547289" y="833430"/>
                    <a:pt x="550983" y="837123"/>
                  </a:cubicBezTo>
                  <a:lnTo>
                    <a:pt x="555421" y="847839"/>
                  </a:lnTo>
                  <a:lnTo>
                    <a:pt x="523739" y="867087"/>
                  </a:lnTo>
                  <a:lnTo>
                    <a:pt x="522114" y="865992"/>
                  </a:lnTo>
                  <a:cubicBezTo>
                    <a:pt x="518421" y="862298"/>
                    <a:pt x="516136" y="857194"/>
                    <a:pt x="516136" y="851558"/>
                  </a:cubicBezTo>
                  <a:cubicBezTo>
                    <a:pt x="516136" y="840284"/>
                    <a:pt x="525275" y="831145"/>
                    <a:pt x="536549" y="831145"/>
                  </a:cubicBezTo>
                  <a:close/>
                  <a:moveTo>
                    <a:pt x="487772" y="831145"/>
                  </a:moveTo>
                  <a:cubicBezTo>
                    <a:pt x="499045" y="831145"/>
                    <a:pt x="508184" y="840284"/>
                    <a:pt x="508184" y="851558"/>
                  </a:cubicBezTo>
                  <a:cubicBezTo>
                    <a:pt x="508184" y="862831"/>
                    <a:pt x="499045" y="871970"/>
                    <a:pt x="487772" y="871970"/>
                  </a:cubicBezTo>
                  <a:cubicBezTo>
                    <a:pt x="476498" y="871970"/>
                    <a:pt x="467359" y="862831"/>
                    <a:pt x="467359" y="851558"/>
                  </a:cubicBezTo>
                  <a:cubicBezTo>
                    <a:pt x="467359" y="840284"/>
                    <a:pt x="476498" y="831145"/>
                    <a:pt x="487772" y="831145"/>
                  </a:cubicBezTo>
                  <a:close/>
                  <a:moveTo>
                    <a:pt x="438994" y="831145"/>
                  </a:moveTo>
                  <a:cubicBezTo>
                    <a:pt x="450268" y="831145"/>
                    <a:pt x="459407" y="840284"/>
                    <a:pt x="459407" y="851558"/>
                  </a:cubicBezTo>
                  <a:cubicBezTo>
                    <a:pt x="459407" y="862831"/>
                    <a:pt x="450268" y="871970"/>
                    <a:pt x="438994" y="871970"/>
                  </a:cubicBezTo>
                  <a:cubicBezTo>
                    <a:pt x="427721" y="871970"/>
                    <a:pt x="418582" y="862831"/>
                    <a:pt x="418582" y="851558"/>
                  </a:cubicBezTo>
                  <a:cubicBezTo>
                    <a:pt x="418582" y="840284"/>
                    <a:pt x="427721" y="831145"/>
                    <a:pt x="438994" y="831145"/>
                  </a:cubicBezTo>
                  <a:close/>
                  <a:moveTo>
                    <a:pt x="390217" y="831145"/>
                  </a:moveTo>
                  <a:cubicBezTo>
                    <a:pt x="401491" y="831145"/>
                    <a:pt x="410630" y="840284"/>
                    <a:pt x="410630" y="851558"/>
                  </a:cubicBezTo>
                  <a:cubicBezTo>
                    <a:pt x="410630" y="862831"/>
                    <a:pt x="401491" y="871970"/>
                    <a:pt x="390217" y="871970"/>
                  </a:cubicBezTo>
                  <a:cubicBezTo>
                    <a:pt x="378944" y="871970"/>
                    <a:pt x="369805" y="862831"/>
                    <a:pt x="369805" y="851558"/>
                  </a:cubicBezTo>
                  <a:cubicBezTo>
                    <a:pt x="369805" y="840284"/>
                    <a:pt x="378944" y="831145"/>
                    <a:pt x="390217" y="831145"/>
                  </a:cubicBezTo>
                  <a:close/>
                  <a:moveTo>
                    <a:pt x="341440" y="831145"/>
                  </a:moveTo>
                  <a:cubicBezTo>
                    <a:pt x="352714" y="831145"/>
                    <a:pt x="361853" y="840284"/>
                    <a:pt x="361853" y="851558"/>
                  </a:cubicBezTo>
                  <a:cubicBezTo>
                    <a:pt x="361853" y="862831"/>
                    <a:pt x="352714" y="871970"/>
                    <a:pt x="341440" y="871970"/>
                  </a:cubicBezTo>
                  <a:cubicBezTo>
                    <a:pt x="330166" y="871970"/>
                    <a:pt x="321028" y="862831"/>
                    <a:pt x="321028" y="851558"/>
                  </a:cubicBezTo>
                  <a:cubicBezTo>
                    <a:pt x="321028" y="840284"/>
                    <a:pt x="330166" y="831145"/>
                    <a:pt x="341440" y="831145"/>
                  </a:cubicBezTo>
                  <a:close/>
                  <a:moveTo>
                    <a:pt x="292663" y="831145"/>
                  </a:moveTo>
                  <a:cubicBezTo>
                    <a:pt x="303937" y="831145"/>
                    <a:pt x="313076" y="840284"/>
                    <a:pt x="313076" y="851558"/>
                  </a:cubicBezTo>
                  <a:cubicBezTo>
                    <a:pt x="313076" y="862831"/>
                    <a:pt x="303937" y="871970"/>
                    <a:pt x="292663" y="871970"/>
                  </a:cubicBezTo>
                  <a:cubicBezTo>
                    <a:pt x="281389" y="871970"/>
                    <a:pt x="272251" y="862831"/>
                    <a:pt x="272251" y="851558"/>
                  </a:cubicBezTo>
                  <a:cubicBezTo>
                    <a:pt x="272251" y="840284"/>
                    <a:pt x="281389" y="831145"/>
                    <a:pt x="292663" y="831145"/>
                  </a:cubicBezTo>
                  <a:close/>
                  <a:moveTo>
                    <a:pt x="243886" y="831145"/>
                  </a:moveTo>
                  <a:cubicBezTo>
                    <a:pt x="255160" y="831145"/>
                    <a:pt x="264299" y="840284"/>
                    <a:pt x="264299" y="851558"/>
                  </a:cubicBezTo>
                  <a:cubicBezTo>
                    <a:pt x="264299" y="862831"/>
                    <a:pt x="255160" y="871970"/>
                    <a:pt x="243886" y="871970"/>
                  </a:cubicBezTo>
                  <a:cubicBezTo>
                    <a:pt x="232612" y="871970"/>
                    <a:pt x="223473" y="862831"/>
                    <a:pt x="223473" y="851558"/>
                  </a:cubicBezTo>
                  <a:cubicBezTo>
                    <a:pt x="223473" y="840284"/>
                    <a:pt x="232612" y="831145"/>
                    <a:pt x="243886" y="831145"/>
                  </a:cubicBezTo>
                  <a:close/>
                  <a:moveTo>
                    <a:pt x="195109" y="831145"/>
                  </a:moveTo>
                  <a:cubicBezTo>
                    <a:pt x="206383" y="831145"/>
                    <a:pt x="215522" y="840284"/>
                    <a:pt x="215522" y="851558"/>
                  </a:cubicBezTo>
                  <a:cubicBezTo>
                    <a:pt x="215522" y="862831"/>
                    <a:pt x="206383" y="871970"/>
                    <a:pt x="195109" y="871970"/>
                  </a:cubicBezTo>
                  <a:cubicBezTo>
                    <a:pt x="183835" y="871970"/>
                    <a:pt x="174696" y="862831"/>
                    <a:pt x="174696" y="851558"/>
                  </a:cubicBezTo>
                  <a:cubicBezTo>
                    <a:pt x="174696" y="840284"/>
                    <a:pt x="183835" y="831145"/>
                    <a:pt x="195109" y="831145"/>
                  </a:cubicBezTo>
                  <a:close/>
                  <a:moveTo>
                    <a:pt x="146332" y="831145"/>
                  </a:moveTo>
                  <a:cubicBezTo>
                    <a:pt x="157606" y="831145"/>
                    <a:pt x="166745" y="840284"/>
                    <a:pt x="166745" y="851558"/>
                  </a:cubicBezTo>
                  <a:cubicBezTo>
                    <a:pt x="166745" y="862831"/>
                    <a:pt x="157606" y="871970"/>
                    <a:pt x="146332" y="871970"/>
                  </a:cubicBezTo>
                  <a:cubicBezTo>
                    <a:pt x="135058" y="871970"/>
                    <a:pt x="125919" y="862831"/>
                    <a:pt x="125919" y="851558"/>
                  </a:cubicBezTo>
                  <a:cubicBezTo>
                    <a:pt x="125919" y="840284"/>
                    <a:pt x="135058" y="831145"/>
                    <a:pt x="146332" y="831145"/>
                  </a:cubicBezTo>
                  <a:close/>
                  <a:moveTo>
                    <a:pt x="97555" y="831145"/>
                  </a:moveTo>
                  <a:cubicBezTo>
                    <a:pt x="108829" y="831145"/>
                    <a:pt x="117968" y="840284"/>
                    <a:pt x="117968" y="851558"/>
                  </a:cubicBezTo>
                  <a:cubicBezTo>
                    <a:pt x="117968" y="862831"/>
                    <a:pt x="108829" y="871970"/>
                    <a:pt x="97555" y="871970"/>
                  </a:cubicBezTo>
                  <a:cubicBezTo>
                    <a:pt x="86281" y="871970"/>
                    <a:pt x="77142" y="862831"/>
                    <a:pt x="77142" y="851558"/>
                  </a:cubicBezTo>
                  <a:cubicBezTo>
                    <a:pt x="77142" y="840284"/>
                    <a:pt x="86281" y="831145"/>
                    <a:pt x="97555" y="831145"/>
                  </a:cubicBezTo>
                  <a:close/>
                  <a:moveTo>
                    <a:pt x="48778" y="831145"/>
                  </a:moveTo>
                  <a:cubicBezTo>
                    <a:pt x="60052" y="831145"/>
                    <a:pt x="69191" y="840284"/>
                    <a:pt x="69191" y="851558"/>
                  </a:cubicBezTo>
                  <a:cubicBezTo>
                    <a:pt x="69191" y="862831"/>
                    <a:pt x="60052" y="871970"/>
                    <a:pt x="48778" y="871970"/>
                  </a:cubicBezTo>
                  <a:cubicBezTo>
                    <a:pt x="37504" y="871970"/>
                    <a:pt x="28365" y="862831"/>
                    <a:pt x="28365" y="851558"/>
                  </a:cubicBezTo>
                  <a:cubicBezTo>
                    <a:pt x="28365" y="840284"/>
                    <a:pt x="37504" y="831145"/>
                    <a:pt x="48778" y="831145"/>
                  </a:cubicBezTo>
                  <a:close/>
                  <a:moveTo>
                    <a:pt x="2" y="831145"/>
                  </a:moveTo>
                  <a:cubicBezTo>
                    <a:pt x="11275" y="831145"/>
                    <a:pt x="20414" y="840284"/>
                    <a:pt x="20414" y="851558"/>
                  </a:cubicBezTo>
                  <a:cubicBezTo>
                    <a:pt x="20414" y="862831"/>
                    <a:pt x="11275" y="871970"/>
                    <a:pt x="2" y="871970"/>
                  </a:cubicBezTo>
                  <a:lnTo>
                    <a:pt x="0" y="871969"/>
                  </a:lnTo>
                  <a:lnTo>
                    <a:pt x="0" y="831146"/>
                  </a:lnTo>
                  <a:close/>
                  <a:moveTo>
                    <a:pt x="634103" y="777059"/>
                  </a:moveTo>
                  <a:cubicBezTo>
                    <a:pt x="636921" y="777059"/>
                    <a:pt x="639606" y="777630"/>
                    <a:pt x="642049" y="778663"/>
                  </a:cubicBezTo>
                  <a:lnTo>
                    <a:pt x="645821" y="781206"/>
                  </a:lnTo>
                  <a:lnTo>
                    <a:pt x="643181" y="783605"/>
                  </a:lnTo>
                  <a:lnTo>
                    <a:pt x="616279" y="803722"/>
                  </a:lnTo>
                  <a:lnTo>
                    <a:pt x="613690" y="797471"/>
                  </a:lnTo>
                  <a:cubicBezTo>
                    <a:pt x="613690" y="786198"/>
                    <a:pt x="622829" y="777059"/>
                    <a:pt x="634103" y="777059"/>
                  </a:cubicBezTo>
                  <a:close/>
                  <a:moveTo>
                    <a:pt x="585326" y="777059"/>
                  </a:moveTo>
                  <a:cubicBezTo>
                    <a:pt x="596599" y="777059"/>
                    <a:pt x="605738" y="786198"/>
                    <a:pt x="605738" y="797471"/>
                  </a:cubicBezTo>
                  <a:cubicBezTo>
                    <a:pt x="605738" y="808745"/>
                    <a:pt x="596599" y="817884"/>
                    <a:pt x="585326" y="817884"/>
                  </a:cubicBezTo>
                  <a:cubicBezTo>
                    <a:pt x="574052" y="817884"/>
                    <a:pt x="564913" y="808745"/>
                    <a:pt x="564913" y="797471"/>
                  </a:cubicBezTo>
                  <a:cubicBezTo>
                    <a:pt x="564913" y="786198"/>
                    <a:pt x="574052" y="777059"/>
                    <a:pt x="585326" y="777059"/>
                  </a:cubicBezTo>
                  <a:close/>
                  <a:moveTo>
                    <a:pt x="536549" y="777059"/>
                  </a:moveTo>
                  <a:cubicBezTo>
                    <a:pt x="547822" y="777059"/>
                    <a:pt x="556961" y="786198"/>
                    <a:pt x="556961" y="797471"/>
                  </a:cubicBezTo>
                  <a:cubicBezTo>
                    <a:pt x="556961" y="808745"/>
                    <a:pt x="547822" y="817884"/>
                    <a:pt x="536549" y="817884"/>
                  </a:cubicBezTo>
                  <a:cubicBezTo>
                    <a:pt x="525275" y="817884"/>
                    <a:pt x="516136" y="808745"/>
                    <a:pt x="516136" y="797471"/>
                  </a:cubicBezTo>
                  <a:cubicBezTo>
                    <a:pt x="516136" y="786198"/>
                    <a:pt x="525275" y="777059"/>
                    <a:pt x="536549" y="777059"/>
                  </a:cubicBezTo>
                  <a:close/>
                  <a:moveTo>
                    <a:pt x="487772" y="777059"/>
                  </a:moveTo>
                  <a:cubicBezTo>
                    <a:pt x="499045" y="777059"/>
                    <a:pt x="508184" y="786198"/>
                    <a:pt x="508184" y="797471"/>
                  </a:cubicBezTo>
                  <a:cubicBezTo>
                    <a:pt x="508184" y="808745"/>
                    <a:pt x="499045" y="817884"/>
                    <a:pt x="487772" y="817884"/>
                  </a:cubicBezTo>
                  <a:cubicBezTo>
                    <a:pt x="476498" y="817884"/>
                    <a:pt x="467359" y="808745"/>
                    <a:pt x="467359" y="797471"/>
                  </a:cubicBezTo>
                  <a:cubicBezTo>
                    <a:pt x="467359" y="786198"/>
                    <a:pt x="476498" y="777059"/>
                    <a:pt x="487772" y="777059"/>
                  </a:cubicBezTo>
                  <a:close/>
                  <a:moveTo>
                    <a:pt x="438994" y="777059"/>
                  </a:moveTo>
                  <a:cubicBezTo>
                    <a:pt x="450268" y="777059"/>
                    <a:pt x="459407" y="786198"/>
                    <a:pt x="459407" y="797471"/>
                  </a:cubicBezTo>
                  <a:cubicBezTo>
                    <a:pt x="459407" y="808745"/>
                    <a:pt x="450268" y="817884"/>
                    <a:pt x="438994" y="817884"/>
                  </a:cubicBezTo>
                  <a:cubicBezTo>
                    <a:pt x="427721" y="817884"/>
                    <a:pt x="418582" y="808745"/>
                    <a:pt x="418582" y="797471"/>
                  </a:cubicBezTo>
                  <a:cubicBezTo>
                    <a:pt x="418582" y="786198"/>
                    <a:pt x="427721" y="777059"/>
                    <a:pt x="438994" y="777059"/>
                  </a:cubicBezTo>
                  <a:close/>
                  <a:moveTo>
                    <a:pt x="390217" y="777059"/>
                  </a:moveTo>
                  <a:cubicBezTo>
                    <a:pt x="401491" y="777059"/>
                    <a:pt x="410630" y="786198"/>
                    <a:pt x="410630" y="797471"/>
                  </a:cubicBezTo>
                  <a:cubicBezTo>
                    <a:pt x="410630" y="808745"/>
                    <a:pt x="401491" y="817884"/>
                    <a:pt x="390217" y="817884"/>
                  </a:cubicBezTo>
                  <a:cubicBezTo>
                    <a:pt x="378944" y="817884"/>
                    <a:pt x="369805" y="808745"/>
                    <a:pt x="369805" y="797471"/>
                  </a:cubicBezTo>
                  <a:cubicBezTo>
                    <a:pt x="369805" y="786198"/>
                    <a:pt x="378944" y="777059"/>
                    <a:pt x="390217" y="777059"/>
                  </a:cubicBezTo>
                  <a:close/>
                  <a:moveTo>
                    <a:pt x="341440" y="777059"/>
                  </a:moveTo>
                  <a:cubicBezTo>
                    <a:pt x="352714" y="777059"/>
                    <a:pt x="361853" y="786198"/>
                    <a:pt x="361853" y="797471"/>
                  </a:cubicBezTo>
                  <a:cubicBezTo>
                    <a:pt x="361853" y="808745"/>
                    <a:pt x="352714" y="817884"/>
                    <a:pt x="341440" y="817884"/>
                  </a:cubicBezTo>
                  <a:cubicBezTo>
                    <a:pt x="330166" y="817884"/>
                    <a:pt x="321028" y="808745"/>
                    <a:pt x="321028" y="797471"/>
                  </a:cubicBezTo>
                  <a:cubicBezTo>
                    <a:pt x="321028" y="786198"/>
                    <a:pt x="330166" y="777059"/>
                    <a:pt x="341440" y="777059"/>
                  </a:cubicBezTo>
                  <a:close/>
                  <a:moveTo>
                    <a:pt x="292663" y="777059"/>
                  </a:moveTo>
                  <a:cubicBezTo>
                    <a:pt x="303937" y="777059"/>
                    <a:pt x="313076" y="786198"/>
                    <a:pt x="313076" y="797471"/>
                  </a:cubicBezTo>
                  <a:cubicBezTo>
                    <a:pt x="313076" y="808745"/>
                    <a:pt x="303937" y="817884"/>
                    <a:pt x="292663" y="817884"/>
                  </a:cubicBezTo>
                  <a:cubicBezTo>
                    <a:pt x="281389" y="817884"/>
                    <a:pt x="272251" y="808745"/>
                    <a:pt x="272251" y="797471"/>
                  </a:cubicBezTo>
                  <a:cubicBezTo>
                    <a:pt x="272251" y="786198"/>
                    <a:pt x="281389" y="777059"/>
                    <a:pt x="292663" y="777059"/>
                  </a:cubicBezTo>
                  <a:close/>
                  <a:moveTo>
                    <a:pt x="243886" y="777059"/>
                  </a:moveTo>
                  <a:cubicBezTo>
                    <a:pt x="255160" y="777059"/>
                    <a:pt x="264299" y="786198"/>
                    <a:pt x="264299" y="797471"/>
                  </a:cubicBezTo>
                  <a:cubicBezTo>
                    <a:pt x="264299" y="808745"/>
                    <a:pt x="255160" y="817884"/>
                    <a:pt x="243886" y="817884"/>
                  </a:cubicBezTo>
                  <a:cubicBezTo>
                    <a:pt x="232612" y="817884"/>
                    <a:pt x="223473" y="808745"/>
                    <a:pt x="223473" y="797471"/>
                  </a:cubicBezTo>
                  <a:cubicBezTo>
                    <a:pt x="223473" y="786198"/>
                    <a:pt x="232612" y="777059"/>
                    <a:pt x="243886" y="777059"/>
                  </a:cubicBezTo>
                  <a:close/>
                  <a:moveTo>
                    <a:pt x="195109" y="777059"/>
                  </a:moveTo>
                  <a:cubicBezTo>
                    <a:pt x="206383" y="777059"/>
                    <a:pt x="215522" y="786198"/>
                    <a:pt x="215522" y="797471"/>
                  </a:cubicBezTo>
                  <a:cubicBezTo>
                    <a:pt x="215522" y="808745"/>
                    <a:pt x="206383" y="817884"/>
                    <a:pt x="195109" y="817884"/>
                  </a:cubicBezTo>
                  <a:cubicBezTo>
                    <a:pt x="183835" y="817884"/>
                    <a:pt x="174696" y="808745"/>
                    <a:pt x="174696" y="797471"/>
                  </a:cubicBezTo>
                  <a:cubicBezTo>
                    <a:pt x="174696" y="786198"/>
                    <a:pt x="183835" y="777059"/>
                    <a:pt x="195109" y="777059"/>
                  </a:cubicBezTo>
                  <a:close/>
                  <a:moveTo>
                    <a:pt x="146332" y="777059"/>
                  </a:moveTo>
                  <a:cubicBezTo>
                    <a:pt x="157606" y="777059"/>
                    <a:pt x="166745" y="786198"/>
                    <a:pt x="166745" y="797471"/>
                  </a:cubicBezTo>
                  <a:cubicBezTo>
                    <a:pt x="166745" y="808745"/>
                    <a:pt x="157606" y="817884"/>
                    <a:pt x="146332" y="817884"/>
                  </a:cubicBezTo>
                  <a:cubicBezTo>
                    <a:pt x="135058" y="817884"/>
                    <a:pt x="125919" y="808745"/>
                    <a:pt x="125919" y="797471"/>
                  </a:cubicBezTo>
                  <a:cubicBezTo>
                    <a:pt x="125919" y="786198"/>
                    <a:pt x="135058" y="777059"/>
                    <a:pt x="146332" y="777059"/>
                  </a:cubicBezTo>
                  <a:close/>
                  <a:moveTo>
                    <a:pt x="97555" y="777059"/>
                  </a:moveTo>
                  <a:cubicBezTo>
                    <a:pt x="108829" y="777059"/>
                    <a:pt x="117968" y="786198"/>
                    <a:pt x="117968" y="797471"/>
                  </a:cubicBezTo>
                  <a:cubicBezTo>
                    <a:pt x="117968" y="808745"/>
                    <a:pt x="108829" y="817884"/>
                    <a:pt x="97555" y="817884"/>
                  </a:cubicBezTo>
                  <a:cubicBezTo>
                    <a:pt x="86281" y="817884"/>
                    <a:pt x="77142" y="808745"/>
                    <a:pt x="77142" y="797471"/>
                  </a:cubicBezTo>
                  <a:cubicBezTo>
                    <a:pt x="77142" y="786198"/>
                    <a:pt x="86281" y="777059"/>
                    <a:pt x="97555" y="777059"/>
                  </a:cubicBezTo>
                  <a:close/>
                  <a:moveTo>
                    <a:pt x="48778" y="777059"/>
                  </a:moveTo>
                  <a:cubicBezTo>
                    <a:pt x="60052" y="777059"/>
                    <a:pt x="69191" y="786198"/>
                    <a:pt x="69191" y="797471"/>
                  </a:cubicBezTo>
                  <a:cubicBezTo>
                    <a:pt x="69191" y="808745"/>
                    <a:pt x="60052" y="817884"/>
                    <a:pt x="48778" y="817884"/>
                  </a:cubicBezTo>
                  <a:cubicBezTo>
                    <a:pt x="37504" y="817884"/>
                    <a:pt x="28365" y="808745"/>
                    <a:pt x="28365" y="797471"/>
                  </a:cubicBezTo>
                  <a:cubicBezTo>
                    <a:pt x="28365" y="786198"/>
                    <a:pt x="37504" y="777059"/>
                    <a:pt x="48778" y="777059"/>
                  </a:cubicBezTo>
                  <a:close/>
                  <a:moveTo>
                    <a:pt x="2" y="777059"/>
                  </a:moveTo>
                  <a:cubicBezTo>
                    <a:pt x="11275" y="777059"/>
                    <a:pt x="20414" y="786198"/>
                    <a:pt x="20414" y="797471"/>
                  </a:cubicBezTo>
                  <a:cubicBezTo>
                    <a:pt x="20414" y="808745"/>
                    <a:pt x="11275" y="817884"/>
                    <a:pt x="2" y="817884"/>
                  </a:cubicBezTo>
                  <a:lnTo>
                    <a:pt x="0" y="817883"/>
                  </a:lnTo>
                  <a:lnTo>
                    <a:pt x="0" y="777060"/>
                  </a:lnTo>
                  <a:close/>
                  <a:moveTo>
                    <a:pt x="682880" y="722972"/>
                  </a:moveTo>
                  <a:cubicBezTo>
                    <a:pt x="688517" y="722972"/>
                    <a:pt x="693620" y="725257"/>
                    <a:pt x="697314" y="728951"/>
                  </a:cubicBezTo>
                  <a:lnTo>
                    <a:pt x="698955" y="732914"/>
                  </a:lnTo>
                  <a:lnTo>
                    <a:pt x="670229" y="759022"/>
                  </a:lnTo>
                  <a:lnTo>
                    <a:pt x="668446" y="757819"/>
                  </a:lnTo>
                  <a:cubicBezTo>
                    <a:pt x="664752" y="754125"/>
                    <a:pt x="662467" y="749022"/>
                    <a:pt x="662467" y="743385"/>
                  </a:cubicBezTo>
                  <a:cubicBezTo>
                    <a:pt x="662467" y="732111"/>
                    <a:pt x="671606" y="722972"/>
                    <a:pt x="682880" y="722972"/>
                  </a:cubicBezTo>
                  <a:close/>
                  <a:moveTo>
                    <a:pt x="634103" y="722972"/>
                  </a:moveTo>
                  <a:cubicBezTo>
                    <a:pt x="645377" y="722972"/>
                    <a:pt x="654516" y="732111"/>
                    <a:pt x="654516" y="743385"/>
                  </a:cubicBezTo>
                  <a:cubicBezTo>
                    <a:pt x="654516" y="754659"/>
                    <a:pt x="645377" y="763798"/>
                    <a:pt x="634103" y="763798"/>
                  </a:cubicBezTo>
                  <a:cubicBezTo>
                    <a:pt x="622829" y="763798"/>
                    <a:pt x="613690" y="754659"/>
                    <a:pt x="613690" y="743385"/>
                  </a:cubicBezTo>
                  <a:cubicBezTo>
                    <a:pt x="613690" y="732111"/>
                    <a:pt x="622829" y="722972"/>
                    <a:pt x="634103" y="722972"/>
                  </a:cubicBezTo>
                  <a:close/>
                  <a:moveTo>
                    <a:pt x="585326" y="722972"/>
                  </a:moveTo>
                  <a:cubicBezTo>
                    <a:pt x="596599" y="722972"/>
                    <a:pt x="605738" y="732111"/>
                    <a:pt x="605738" y="743385"/>
                  </a:cubicBezTo>
                  <a:cubicBezTo>
                    <a:pt x="605738" y="754659"/>
                    <a:pt x="596599" y="763798"/>
                    <a:pt x="585326" y="763798"/>
                  </a:cubicBezTo>
                  <a:cubicBezTo>
                    <a:pt x="574052" y="763798"/>
                    <a:pt x="564913" y="754659"/>
                    <a:pt x="564913" y="743385"/>
                  </a:cubicBezTo>
                  <a:cubicBezTo>
                    <a:pt x="564913" y="732111"/>
                    <a:pt x="574052" y="722972"/>
                    <a:pt x="585326" y="722972"/>
                  </a:cubicBezTo>
                  <a:close/>
                  <a:moveTo>
                    <a:pt x="536549" y="722972"/>
                  </a:moveTo>
                  <a:cubicBezTo>
                    <a:pt x="547822" y="722972"/>
                    <a:pt x="556961" y="732111"/>
                    <a:pt x="556961" y="743385"/>
                  </a:cubicBezTo>
                  <a:cubicBezTo>
                    <a:pt x="556961" y="754659"/>
                    <a:pt x="547822" y="763798"/>
                    <a:pt x="536549" y="763798"/>
                  </a:cubicBezTo>
                  <a:cubicBezTo>
                    <a:pt x="525275" y="763798"/>
                    <a:pt x="516136" y="754659"/>
                    <a:pt x="516136" y="743385"/>
                  </a:cubicBezTo>
                  <a:cubicBezTo>
                    <a:pt x="516136" y="732111"/>
                    <a:pt x="525275" y="722972"/>
                    <a:pt x="536549" y="722972"/>
                  </a:cubicBezTo>
                  <a:close/>
                  <a:moveTo>
                    <a:pt x="487772" y="722972"/>
                  </a:moveTo>
                  <a:cubicBezTo>
                    <a:pt x="499045" y="722972"/>
                    <a:pt x="508184" y="732111"/>
                    <a:pt x="508184" y="743385"/>
                  </a:cubicBezTo>
                  <a:cubicBezTo>
                    <a:pt x="508184" y="754659"/>
                    <a:pt x="499045" y="763798"/>
                    <a:pt x="487772" y="763798"/>
                  </a:cubicBezTo>
                  <a:cubicBezTo>
                    <a:pt x="476498" y="763798"/>
                    <a:pt x="467359" y="754659"/>
                    <a:pt x="467359" y="743385"/>
                  </a:cubicBezTo>
                  <a:cubicBezTo>
                    <a:pt x="467359" y="732111"/>
                    <a:pt x="476498" y="722972"/>
                    <a:pt x="487772" y="722972"/>
                  </a:cubicBezTo>
                  <a:close/>
                  <a:moveTo>
                    <a:pt x="438994" y="722972"/>
                  </a:moveTo>
                  <a:cubicBezTo>
                    <a:pt x="450268" y="722972"/>
                    <a:pt x="459407" y="732111"/>
                    <a:pt x="459407" y="743385"/>
                  </a:cubicBezTo>
                  <a:cubicBezTo>
                    <a:pt x="459407" y="754659"/>
                    <a:pt x="450268" y="763798"/>
                    <a:pt x="438994" y="763798"/>
                  </a:cubicBezTo>
                  <a:cubicBezTo>
                    <a:pt x="427721" y="763798"/>
                    <a:pt x="418582" y="754659"/>
                    <a:pt x="418582" y="743385"/>
                  </a:cubicBezTo>
                  <a:cubicBezTo>
                    <a:pt x="418582" y="732111"/>
                    <a:pt x="427721" y="722972"/>
                    <a:pt x="438994" y="722972"/>
                  </a:cubicBezTo>
                  <a:close/>
                  <a:moveTo>
                    <a:pt x="390217" y="722972"/>
                  </a:moveTo>
                  <a:cubicBezTo>
                    <a:pt x="401491" y="722972"/>
                    <a:pt x="410630" y="732111"/>
                    <a:pt x="410630" y="743385"/>
                  </a:cubicBezTo>
                  <a:cubicBezTo>
                    <a:pt x="410630" y="754659"/>
                    <a:pt x="401491" y="763798"/>
                    <a:pt x="390217" y="763798"/>
                  </a:cubicBezTo>
                  <a:cubicBezTo>
                    <a:pt x="378944" y="763798"/>
                    <a:pt x="369805" y="754659"/>
                    <a:pt x="369805" y="743385"/>
                  </a:cubicBezTo>
                  <a:cubicBezTo>
                    <a:pt x="369805" y="732111"/>
                    <a:pt x="378944" y="722972"/>
                    <a:pt x="390217" y="722972"/>
                  </a:cubicBezTo>
                  <a:close/>
                  <a:moveTo>
                    <a:pt x="341440" y="722972"/>
                  </a:moveTo>
                  <a:cubicBezTo>
                    <a:pt x="352714" y="722972"/>
                    <a:pt x="361853" y="732111"/>
                    <a:pt x="361853" y="743385"/>
                  </a:cubicBezTo>
                  <a:cubicBezTo>
                    <a:pt x="361853" y="754659"/>
                    <a:pt x="352714" y="763798"/>
                    <a:pt x="341440" y="763798"/>
                  </a:cubicBezTo>
                  <a:cubicBezTo>
                    <a:pt x="330166" y="763798"/>
                    <a:pt x="321028" y="754659"/>
                    <a:pt x="321028" y="743385"/>
                  </a:cubicBezTo>
                  <a:cubicBezTo>
                    <a:pt x="321028" y="732111"/>
                    <a:pt x="330166" y="722972"/>
                    <a:pt x="341440" y="722972"/>
                  </a:cubicBezTo>
                  <a:close/>
                  <a:moveTo>
                    <a:pt x="292663" y="722972"/>
                  </a:moveTo>
                  <a:cubicBezTo>
                    <a:pt x="303937" y="722972"/>
                    <a:pt x="313076" y="732111"/>
                    <a:pt x="313076" y="743385"/>
                  </a:cubicBezTo>
                  <a:cubicBezTo>
                    <a:pt x="313076" y="754659"/>
                    <a:pt x="303937" y="763798"/>
                    <a:pt x="292663" y="763798"/>
                  </a:cubicBezTo>
                  <a:cubicBezTo>
                    <a:pt x="281389" y="763798"/>
                    <a:pt x="272251" y="754659"/>
                    <a:pt x="272251" y="743385"/>
                  </a:cubicBezTo>
                  <a:cubicBezTo>
                    <a:pt x="272251" y="732111"/>
                    <a:pt x="281389" y="722972"/>
                    <a:pt x="292663" y="722972"/>
                  </a:cubicBezTo>
                  <a:close/>
                  <a:moveTo>
                    <a:pt x="243886" y="722972"/>
                  </a:moveTo>
                  <a:cubicBezTo>
                    <a:pt x="255160" y="722972"/>
                    <a:pt x="264299" y="732111"/>
                    <a:pt x="264299" y="743385"/>
                  </a:cubicBezTo>
                  <a:cubicBezTo>
                    <a:pt x="264299" y="754659"/>
                    <a:pt x="255160" y="763798"/>
                    <a:pt x="243886" y="763798"/>
                  </a:cubicBezTo>
                  <a:cubicBezTo>
                    <a:pt x="232612" y="763798"/>
                    <a:pt x="223473" y="754659"/>
                    <a:pt x="223473" y="743385"/>
                  </a:cubicBezTo>
                  <a:cubicBezTo>
                    <a:pt x="223473" y="732111"/>
                    <a:pt x="232612" y="722972"/>
                    <a:pt x="243886" y="722972"/>
                  </a:cubicBezTo>
                  <a:close/>
                  <a:moveTo>
                    <a:pt x="195109" y="722972"/>
                  </a:moveTo>
                  <a:cubicBezTo>
                    <a:pt x="206383" y="722972"/>
                    <a:pt x="215522" y="732111"/>
                    <a:pt x="215522" y="743385"/>
                  </a:cubicBezTo>
                  <a:cubicBezTo>
                    <a:pt x="215522" y="754659"/>
                    <a:pt x="206383" y="763798"/>
                    <a:pt x="195109" y="763798"/>
                  </a:cubicBezTo>
                  <a:cubicBezTo>
                    <a:pt x="183835" y="763798"/>
                    <a:pt x="174696" y="754659"/>
                    <a:pt x="174696" y="743385"/>
                  </a:cubicBezTo>
                  <a:cubicBezTo>
                    <a:pt x="174696" y="732111"/>
                    <a:pt x="183835" y="722972"/>
                    <a:pt x="195109" y="722972"/>
                  </a:cubicBezTo>
                  <a:close/>
                  <a:moveTo>
                    <a:pt x="146332" y="722972"/>
                  </a:moveTo>
                  <a:cubicBezTo>
                    <a:pt x="157606" y="722972"/>
                    <a:pt x="166745" y="732111"/>
                    <a:pt x="166745" y="743385"/>
                  </a:cubicBezTo>
                  <a:cubicBezTo>
                    <a:pt x="166745" y="754659"/>
                    <a:pt x="157606" y="763798"/>
                    <a:pt x="146332" y="763798"/>
                  </a:cubicBezTo>
                  <a:cubicBezTo>
                    <a:pt x="135058" y="763798"/>
                    <a:pt x="125919" y="754659"/>
                    <a:pt x="125919" y="743385"/>
                  </a:cubicBezTo>
                  <a:cubicBezTo>
                    <a:pt x="125919" y="732111"/>
                    <a:pt x="135058" y="722972"/>
                    <a:pt x="146332" y="722972"/>
                  </a:cubicBezTo>
                  <a:close/>
                  <a:moveTo>
                    <a:pt x="97555" y="722972"/>
                  </a:moveTo>
                  <a:cubicBezTo>
                    <a:pt x="108829" y="722972"/>
                    <a:pt x="117968" y="732111"/>
                    <a:pt x="117968" y="743385"/>
                  </a:cubicBezTo>
                  <a:cubicBezTo>
                    <a:pt x="117968" y="754659"/>
                    <a:pt x="108829" y="763798"/>
                    <a:pt x="97555" y="763798"/>
                  </a:cubicBezTo>
                  <a:cubicBezTo>
                    <a:pt x="86281" y="763798"/>
                    <a:pt x="77142" y="754659"/>
                    <a:pt x="77142" y="743385"/>
                  </a:cubicBezTo>
                  <a:cubicBezTo>
                    <a:pt x="77142" y="732111"/>
                    <a:pt x="86281" y="722972"/>
                    <a:pt x="97555" y="722972"/>
                  </a:cubicBezTo>
                  <a:close/>
                  <a:moveTo>
                    <a:pt x="48778" y="722972"/>
                  </a:moveTo>
                  <a:cubicBezTo>
                    <a:pt x="60052" y="722972"/>
                    <a:pt x="69191" y="732111"/>
                    <a:pt x="69191" y="743385"/>
                  </a:cubicBezTo>
                  <a:cubicBezTo>
                    <a:pt x="69191" y="754659"/>
                    <a:pt x="60052" y="763798"/>
                    <a:pt x="48778" y="763798"/>
                  </a:cubicBezTo>
                  <a:cubicBezTo>
                    <a:pt x="37504" y="763798"/>
                    <a:pt x="28365" y="754659"/>
                    <a:pt x="28365" y="743385"/>
                  </a:cubicBezTo>
                  <a:cubicBezTo>
                    <a:pt x="28365" y="732111"/>
                    <a:pt x="37504" y="722972"/>
                    <a:pt x="48778" y="722972"/>
                  </a:cubicBezTo>
                  <a:close/>
                  <a:moveTo>
                    <a:pt x="2" y="722972"/>
                  </a:moveTo>
                  <a:cubicBezTo>
                    <a:pt x="11275" y="722972"/>
                    <a:pt x="20414" y="732111"/>
                    <a:pt x="20414" y="743385"/>
                  </a:cubicBezTo>
                  <a:cubicBezTo>
                    <a:pt x="20414" y="754659"/>
                    <a:pt x="11275" y="763798"/>
                    <a:pt x="2" y="763798"/>
                  </a:cubicBezTo>
                  <a:lnTo>
                    <a:pt x="0" y="763797"/>
                  </a:lnTo>
                  <a:lnTo>
                    <a:pt x="0" y="722973"/>
                  </a:lnTo>
                  <a:close/>
                  <a:moveTo>
                    <a:pt x="731657" y="668886"/>
                  </a:moveTo>
                  <a:cubicBezTo>
                    <a:pt x="737294" y="668886"/>
                    <a:pt x="742397" y="671171"/>
                    <a:pt x="746091" y="674865"/>
                  </a:cubicBezTo>
                  <a:lnTo>
                    <a:pt x="748725" y="681223"/>
                  </a:lnTo>
                  <a:lnTo>
                    <a:pt x="724200" y="708206"/>
                  </a:lnTo>
                  <a:lnTo>
                    <a:pt x="723711" y="708108"/>
                  </a:lnTo>
                  <a:cubicBezTo>
                    <a:pt x="716385" y="705009"/>
                    <a:pt x="711244" y="697754"/>
                    <a:pt x="711244" y="689299"/>
                  </a:cubicBezTo>
                  <a:cubicBezTo>
                    <a:pt x="711244" y="678025"/>
                    <a:pt x="720383" y="668886"/>
                    <a:pt x="731657" y="668886"/>
                  </a:cubicBezTo>
                  <a:close/>
                  <a:moveTo>
                    <a:pt x="682880" y="668886"/>
                  </a:moveTo>
                  <a:cubicBezTo>
                    <a:pt x="694153" y="668886"/>
                    <a:pt x="703293" y="678025"/>
                    <a:pt x="703293" y="689299"/>
                  </a:cubicBezTo>
                  <a:cubicBezTo>
                    <a:pt x="703293" y="700573"/>
                    <a:pt x="694153" y="709712"/>
                    <a:pt x="682880" y="709712"/>
                  </a:cubicBezTo>
                  <a:cubicBezTo>
                    <a:pt x="671606" y="709712"/>
                    <a:pt x="662467" y="700573"/>
                    <a:pt x="662467" y="689299"/>
                  </a:cubicBezTo>
                  <a:cubicBezTo>
                    <a:pt x="662467" y="678025"/>
                    <a:pt x="671606" y="668886"/>
                    <a:pt x="682880" y="668886"/>
                  </a:cubicBezTo>
                  <a:close/>
                  <a:moveTo>
                    <a:pt x="634103" y="668886"/>
                  </a:moveTo>
                  <a:cubicBezTo>
                    <a:pt x="645377" y="668886"/>
                    <a:pt x="654516" y="678025"/>
                    <a:pt x="654516" y="689299"/>
                  </a:cubicBezTo>
                  <a:cubicBezTo>
                    <a:pt x="654516" y="700573"/>
                    <a:pt x="645377" y="709712"/>
                    <a:pt x="634103" y="709712"/>
                  </a:cubicBezTo>
                  <a:cubicBezTo>
                    <a:pt x="622829" y="709712"/>
                    <a:pt x="613690" y="700573"/>
                    <a:pt x="613690" y="689299"/>
                  </a:cubicBezTo>
                  <a:cubicBezTo>
                    <a:pt x="613690" y="678025"/>
                    <a:pt x="622829" y="668886"/>
                    <a:pt x="634103" y="668886"/>
                  </a:cubicBezTo>
                  <a:close/>
                  <a:moveTo>
                    <a:pt x="585326" y="668886"/>
                  </a:moveTo>
                  <a:cubicBezTo>
                    <a:pt x="596599" y="668886"/>
                    <a:pt x="605738" y="678025"/>
                    <a:pt x="605738" y="689299"/>
                  </a:cubicBezTo>
                  <a:cubicBezTo>
                    <a:pt x="605738" y="700573"/>
                    <a:pt x="596599" y="709712"/>
                    <a:pt x="585326" y="709712"/>
                  </a:cubicBezTo>
                  <a:cubicBezTo>
                    <a:pt x="574052" y="709712"/>
                    <a:pt x="564913" y="700573"/>
                    <a:pt x="564913" y="689299"/>
                  </a:cubicBezTo>
                  <a:cubicBezTo>
                    <a:pt x="564913" y="678025"/>
                    <a:pt x="574052" y="668886"/>
                    <a:pt x="585326" y="668886"/>
                  </a:cubicBezTo>
                  <a:close/>
                  <a:moveTo>
                    <a:pt x="536549" y="668886"/>
                  </a:moveTo>
                  <a:cubicBezTo>
                    <a:pt x="547822" y="668886"/>
                    <a:pt x="556961" y="678025"/>
                    <a:pt x="556961" y="689299"/>
                  </a:cubicBezTo>
                  <a:cubicBezTo>
                    <a:pt x="556961" y="700573"/>
                    <a:pt x="547822" y="709712"/>
                    <a:pt x="536549" y="709712"/>
                  </a:cubicBezTo>
                  <a:cubicBezTo>
                    <a:pt x="525275" y="709712"/>
                    <a:pt x="516136" y="700573"/>
                    <a:pt x="516136" y="689299"/>
                  </a:cubicBezTo>
                  <a:cubicBezTo>
                    <a:pt x="516136" y="678025"/>
                    <a:pt x="525275" y="668886"/>
                    <a:pt x="536549" y="668886"/>
                  </a:cubicBezTo>
                  <a:close/>
                  <a:moveTo>
                    <a:pt x="487772" y="668886"/>
                  </a:moveTo>
                  <a:cubicBezTo>
                    <a:pt x="499045" y="668886"/>
                    <a:pt x="508184" y="678025"/>
                    <a:pt x="508184" y="689299"/>
                  </a:cubicBezTo>
                  <a:cubicBezTo>
                    <a:pt x="508184" y="700573"/>
                    <a:pt x="499045" y="709712"/>
                    <a:pt x="487772" y="709712"/>
                  </a:cubicBezTo>
                  <a:cubicBezTo>
                    <a:pt x="476498" y="709712"/>
                    <a:pt x="467359" y="700573"/>
                    <a:pt x="467359" y="689299"/>
                  </a:cubicBezTo>
                  <a:cubicBezTo>
                    <a:pt x="467359" y="678025"/>
                    <a:pt x="476498" y="668886"/>
                    <a:pt x="487772" y="668886"/>
                  </a:cubicBezTo>
                  <a:close/>
                  <a:moveTo>
                    <a:pt x="438994" y="668886"/>
                  </a:moveTo>
                  <a:cubicBezTo>
                    <a:pt x="450268" y="668886"/>
                    <a:pt x="459407" y="678025"/>
                    <a:pt x="459407" y="689299"/>
                  </a:cubicBezTo>
                  <a:cubicBezTo>
                    <a:pt x="459407" y="700573"/>
                    <a:pt x="450268" y="709712"/>
                    <a:pt x="438994" y="709712"/>
                  </a:cubicBezTo>
                  <a:cubicBezTo>
                    <a:pt x="427721" y="709712"/>
                    <a:pt x="418582" y="700573"/>
                    <a:pt x="418582" y="689299"/>
                  </a:cubicBezTo>
                  <a:cubicBezTo>
                    <a:pt x="418582" y="678025"/>
                    <a:pt x="427721" y="668886"/>
                    <a:pt x="438994" y="668886"/>
                  </a:cubicBezTo>
                  <a:close/>
                  <a:moveTo>
                    <a:pt x="390217" y="668886"/>
                  </a:moveTo>
                  <a:cubicBezTo>
                    <a:pt x="401491" y="668886"/>
                    <a:pt x="410630" y="678025"/>
                    <a:pt x="410630" y="689299"/>
                  </a:cubicBezTo>
                  <a:cubicBezTo>
                    <a:pt x="410630" y="700573"/>
                    <a:pt x="401491" y="709712"/>
                    <a:pt x="390217" y="709712"/>
                  </a:cubicBezTo>
                  <a:cubicBezTo>
                    <a:pt x="378944" y="709712"/>
                    <a:pt x="369805" y="700573"/>
                    <a:pt x="369805" y="689299"/>
                  </a:cubicBezTo>
                  <a:cubicBezTo>
                    <a:pt x="369805" y="678025"/>
                    <a:pt x="378944" y="668886"/>
                    <a:pt x="390217" y="668886"/>
                  </a:cubicBezTo>
                  <a:close/>
                  <a:moveTo>
                    <a:pt x="341440" y="668886"/>
                  </a:moveTo>
                  <a:cubicBezTo>
                    <a:pt x="352714" y="668886"/>
                    <a:pt x="361853" y="678025"/>
                    <a:pt x="361853" y="689299"/>
                  </a:cubicBezTo>
                  <a:cubicBezTo>
                    <a:pt x="361853" y="700573"/>
                    <a:pt x="352714" y="709712"/>
                    <a:pt x="341440" y="709712"/>
                  </a:cubicBezTo>
                  <a:cubicBezTo>
                    <a:pt x="330166" y="709712"/>
                    <a:pt x="321028" y="700573"/>
                    <a:pt x="321028" y="689299"/>
                  </a:cubicBezTo>
                  <a:cubicBezTo>
                    <a:pt x="321028" y="678025"/>
                    <a:pt x="330166" y="668886"/>
                    <a:pt x="341440" y="668886"/>
                  </a:cubicBezTo>
                  <a:close/>
                  <a:moveTo>
                    <a:pt x="292663" y="668886"/>
                  </a:moveTo>
                  <a:cubicBezTo>
                    <a:pt x="303937" y="668886"/>
                    <a:pt x="313076" y="678025"/>
                    <a:pt x="313076" y="689299"/>
                  </a:cubicBezTo>
                  <a:cubicBezTo>
                    <a:pt x="313076" y="700573"/>
                    <a:pt x="303937" y="709712"/>
                    <a:pt x="292663" y="709712"/>
                  </a:cubicBezTo>
                  <a:cubicBezTo>
                    <a:pt x="281389" y="709712"/>
                    <a:pt x="272251" y="700573"/>
                    <a:pt x="272251" y="689299"/>
                  </a:cubicBezTo>
                  <a:cubicBezTo>
                    <a:pt x="272251" y="678025"/>
                    <a:pt x="281389" y="668886"/>
                    <a:pt x="292663" y="668886"/>
                  </a:cubicBezTo>
                  <a:close/>
                  <a:moveTo>
                    <a:pt x="243886" y="668886"/>
                  </a:moveTo>
                  <a:cubicBezTo>
                    <a:pt x="255160" y="668886"/>
                    <a:pt x="264299" y="678025"/>
                    <a:pt x="264299" y="689299"/>
                  </a:cubicBezTo>
                  <a:cubicBezTo>
                    <a:pt x="264299" y="700573"/>
                    <a:pt x="255160" y="709712"/>
                    <a:pt x="243886" y="709712"/>
                  </a:cubicBezTo>
                  <a:cubicBezTo>
                    <a:pt x="232612" y="709712"/>
                    <a:pt x="223473" y="700573"/>
                    <a:pt x="223473" y="689299"/>
                  </a:cubicBezTo>
                  <a:cubicBezTo>
                    <a:pt x="223473" y="678025"/>
                    <a:pt x="232612" y="668886"/>
                    <a:pt x="243886" y="668886"/>
                  </a:cubicBezTo>
                  <a:close/>
                  <a:moveTo>
                    <a:pt x="195109" y="668886"/>
                  </a:moveTo>
                  <a:cubicBezTo>
                    <a:pt x="206383" y="668886"/>
                    <a:pt x="215522" y="678025"/>
                    <a:pt x="215522" y="689299"/>
                  </a:cubicBezTo>
                  <a:cubicBezTo>
                    <a:pt x="215522" y="700573"/>
                    <a:pt x="206383" y="709712"/>
                    <a:pt x="195109" y="709712"/>
                  </a:cubicBezTo>
                  <a:cubicBezTo>
                    <a:pt x="183835" y="709712"/>
                    <a:pt x="174696" y="700573"/>
                    <a:pt x="174696" y="689299"/>
                  </a:cubicBezTo>
                  <a:cubicBezTo>
                    <a:pt x="174696" y="678025"/>
                    <a:pt x="183835" y="668886"/>
                    <a:pt x="195109" y="668886"/>
                  </a:cubicBezTo>
                  <a:close/>
                  <a:moveTo>
                    <a:pt x="146332" y="668886"/>
                  </a:moveTo>
                  <a:cubicBezTo>
                    <a:pt x="157606" y="668886"/>
                    <a:pt x="166745" y="678025"/>
                    <a:pt x="166745" y="689299"/>
                  </a:cubicBezTo>
                  <a:cubicBezTo>
                    <a:pt x="166745" y="700573"/>
                    <a:pt x="157606" y="709712"/>
                    <a:pt x="146332" y="709712"/>
                  </a:cubicBezTo>
                  <a:cubicBezTo>
                    <a:pt x="135058" y="709712"/>
                    <a:pt x="125919" y="700573"/>
                    <a:pt x="125919" y="689299"/>
                  </a:cubicBezTo>
                  <a:cubicBezTo>
                    <a:pt x="125919" y="678025"/>
                    <a:pt x="135058" y="668886"/>
                    <a:pt x="146332" y="668886"/>
                  </a:cubicBezTo>
                  <a:close/>
                  <a:moveTo>
                    <a:pt x="97555" y="668886"/>
                  </a:moveTo>
                  <a:cubicBezTo>
                    <a:pt x="108829" y="668886"/>
                    <a:pt x="117968" y="678025"/>
                    <a:pt x="117968" y="689299"/>
                  </a:cubicBezTo>
                  <a:cubicBezTo>
                    <a:pt x="117968" y="700573"/>
                    <a:pt x="108829" y="709712"/>
                    <a:pt x="97555" y="709712"/>
                  </a:cubicBezTo>
                  <a:cubicBezTo>
                    <a:pt x="86281" y="709712"/>
                    <a:pt x="77142" y="700573"/>
                    <a:pt x="77142" y="689299"/>
                  </a:cubicBezTo>
                  <a:cubicBezTo>
                    <a:pt x="77142" y="678025"/>
                    <a:pt x="86281" y="668886"/>
                    <a:pt x="97555" y="668886"/>
                  </a:cubicBezTo>
                  <a:close/>
                  <a:moveTo>
                    <a:pt x="48778" y="668886"/>
                  </a:moveTo>
                  <a:cubicBezTo>
                    <a:pt x="60052" y="668886"/>
                    <a:pt x="69191" y="678025"/>
                    <a:pt x="69191" y="689299"/>
                  </a:cubicBezTo>
                  <a:cubicBezTo>
                    <a:pt x="69191" y="700573"/>
                    <a:pt x="60052" y="709712"/>
                    <a:pt x="48778" y="709712"/>
                  </a:cubicBezTo>
                  <a:cubicBezTo>
                    <a:pt x="37504" y="709712"/>
                    <a:pt x="28365" y="700573"/>
                    <a:pt x="28365" y="689299"/>
                  </a:cubicBezTo>
                  <a:cubicBezTo>
                    <a:pt x="28365" y="678025"/>
                    <a:pt x="37504" y="668886"/>
                    <a:pt x="48778" y="668886"/>
                  </a:cubicBezTo>
                  <a:close/>
                  <a:moveTo>
                    <a:pt x="2" y="668886"/>
                  </a:moveTo>
                  <a:cubicBezTo>
                    <a:pt x="11275" y="668886"/>
                    <a:pt x="20414" y="678025"/>
                    <a:pt x="20414" y="689299"/>
                  </a:cubicBezTo>
                  <a:cubicBezTo>
                    <a:pt x="20414" y="700573"/>
                    <a:pt x="11275" y="709712"/>
                    <a:pt x="2" y="709712"/>
                  </a:cubicBezTo>
                  <a:lnTo>
                    <a:pt x="0" y="709711"/>
                  </a:lnTo>
                  <a:lnTo>
                    <a:pt x="0" y="668887"/>
                  </a:lnTo>
                  <a:close/>
                  <a:moveTo>
                    <a:pt x="780434" y="614800"/>
                  </a:moveTo>
                  <a:cubicBezTo>
                    <a:pt x="786071" y="614800"/>
                    <a:pt x="791174" y="617085"/>
                    <a:pt x="794868" y="620779"/>
                  </a:cubicBezTo>
                  <a:lnTo>
                    <a:pt x="796523" y="624774"/>
                  </a:lnTo>
                  <a:lnTo>
                    <a:pt x="780248" y="646539"/>
                  </a:lnTo>
                  <a:lnTo>
                    <a:pt x="773298" y="654185"/>
                  </a:lnTo>
                  <a:lnTo>
                    <a:pt x="772488" y="654021"/>
                  </a:lnTo>
                  <a:cubicBezTo>
                    <a:pt x="765162" y="650923"/>
                    <a:pt x="760021" y="643668"/>
                    <a:pt x="760021" y="635213"/>
                  </a:cubicBezTo>
                  <a:cubicBezTo>
                    <a:pt x="760021" y="623939"/>
                    <a:pt x="769160" y="614800"/>
                    <a:pt x="780434" y="614800"/>
                  </a:cubicBezTo>
                  <a:close/>
                  <a:moveTo>
                    <a:pt x="731657" y="614800"/>
                  </a:moveTo>
                  <a:cubicBezTo>
                    <a:pt x="742931" y="614800"/>
                    <a:pt x="752070" y="623939"/>
                    <a:pt x="752070" y="635213"/>
                  </a:cubicBezTo>
                  <a:cubicBezTo>
                    <a:pt x="752070" y="646487"/>
                    <a:pt x="742931" y="655626"/>
                    <a:pt x="731657" y="655626"/>
                  </a:cubicBezTo>
                  <a:cubicBezTo>
                    <a:pt x="720383" y="655626"/>
                    <a:pt x="711244" y="646487"/>
                    <a:pt x="711244" y="635213"/>
                  </a:cubicBezTo>
                  <a:cubicBezTo>
                    <a:pt x="711244" y="623939"/>
                    <a:pt x="720383" y="614800"/>
                    <a:pt x="731657" y="614800"/>
                  </a:cubicBezTo>
                  <a:close/>
                  <a:moveTo>
                    <a:pt x="682880" y="614800"/>
                  </a:moveTo>
                  <a:cubicBezTo>
                    <a:pt x="694153" y="614800"/>
                    <a:pt x="703293" y="623939"/>
                    <a:pt x="703293" y="635213"/>
                  </a:cubicBezTo>
                  <a:cubicBezTo>
                    <a:pt x="703293" y="646487"/>
                    <a:pt x="694153" y="655626"/>
                    <a:pt x="682880" y="655626"/>
                  </a:cubicBezTo>
                  <a:cubicBezTo>
                    <a:pt x="671606" y="655626"/>
                    <a:pt x="662467" y="646487"/>
                    <a:pt x="662467" y="635213"/>
                  </a:cubicBezTo>
                  <a:cubicBezTo>
                    <a:pt x="662467" y="623939"/>
                    <a:pt x="671606" y="614800"/>
                    <a:pt x="682880" y="614800"/>
                  </a:cubicBezTo>
                  <a:close/>
                  <a:moveTo>
                    <a:pt x="634103" y="614800"/>
                  </a:moveTo>
                  <a:cubicBezTo>
                    <a:pt x="645377" y="614800"/>
                    <a:pt x="654516" y="623939"/>
                    <a:pt x="654516" y="635213"/>
                  </a:cubicBezTo>
                  <a:cubicBezTo>
                    <a:pt x="654516" y="646487"/>
                    <a:pt x="645377" y="655626"/>
                    <a:pt x="634103" y="655626"/>
                  </a:cubicBezTo>
                  <a:cubicBezTo>
                    <a:pt x="622829" y="655626"/>
                    <a:pt x="613690" y="646487"/>
                    <a:pt x="613690" y="635213"/>
                  </a:cubicBezTo>
                  <a:cubicBezTo>
                    <a:pt x="613690" y="623939"/>
                    <a:pt x="622829" y="614800"/>
                    <a:pt x="634103" y="614800"/>
                  </a:cubicBezTo>
                  <a:close/>
                  <a:moveTo>
                    <a:pt x="585326" y="614800"/>
                  </a:moveTo>
                  <a:cubicBezTo>
                    <a:pt x="596599" y="614800"/>
                    <a:pt x="605738" y="623939"/>
                    <a:pt x="605738" y="635213"/>
                  </a:cubicBezTo>
                  <a:cubicBezTo>
                    <a:pt x="605738" y="646487"/>
                    <a:pt x="596599" y="655626"/>
                    <a:pt x="585326" y="655626"/>
                  </a:cubicBezTo>
                  <a:cubicBezTo>
                    <a:pt x="574052" y="655626"/>
                    <a:pt x="564913" y="646487"/>
                    <a:pt x="564913" y="635213"/>
                  </a:cubicBezTo>
                  <a:cubicBezTo>
                    <a:pt x="564913" y="623939"/>
                    <a:pt x="574052" y="614800"/>
                    <a:pt x="585326" y="614800"/>
                  </a:cubicBezTo>
                  <a:close/>
                  <a:moveTo>
                    <a:pt x="536549" y="614800"/>
                  </a:moveTo>
                  <a:cubicBezTo>
                    <a:pt x="547822" y="614800"/>
                    <a:pt x="556961" y="623939"/>
                    <a:pt x="556961" y="635213"/>
                  </a:cubicBezTo>
                  <a:cubicBezTo>
                    <a:pt x="556961" y="646487"/>
                    <a:pt x="547822" y="655626"/>
                    <a:pt x="536549" y="655626"/>
                  </a:cubicBezTo>
                  <a:cubicBezTo>
                    <a:pt x="525275" y="655626"/>
                    <a:pt x="516136" y="646487"/>
                    <a:pt x="516136" y="635213"/>
                  </a:cubicBezTo>
                  <a:cubicBezTo>
                    <a:pt x="516136" y="623939"/>
                    <a:pt x="525275" y="614800"/>
                    <a:pt x="536549" y="614800"/>
                  </a:cubicBezTo>
                  <a:close/>
                  <a:moveTo>
                    <a:pt x="487772" y="614800"/>
                  </a:moveTo>
                  <a:cubicBezTo>
                    <a:pt x="499045" y="614800"/>
                    <a:pt x="508184" y="623939"/>
                    <a:pt x="508184" y="635213"/>
                  </a:cubicBezTo>
                  <a:cubicBezTo>
                    <a:pt x="508184" y="646487"/>
                    <a:pt x="499045" y="655626"/>
                    <a:pt x="487772" y="655626"/>
                  </a:cubicBezTo>
                  <a:cubicBezTo>
                    <a:pt x="476498" y="655626"/>
                    <a:pt x="467359" y="646487"/>
                    <a:pt x="467359" y="635213"/>
                  </a:cubicBezTo>
                  <a:cubicBezTo>
                    <a:pt x="467359" y="623939"/>
                    <a:pt x="476498" y="614800"/>
                    <a:pt x="487772" y="614800"/>
                  </a:cubicBezTo>
                  <a:close/>
                  <a:moveTo>
                    <a:pt x="438994" y="614800"/>
                  </a:moveTo>
                  <a:cubicBezTo>
                    <a:pt x="450268" y="614800"/>
                    <a:pt x="459407" y="623939"/>
                    <a:pt x="459407" y="635213"/>
                  </a:cubicBezTo>
                  <a:cubicBezTo>
                    <a:pt x="459407" y="646487"/>
                    <a:pt x="450268" y="655626"/>
                    <a:pt x="438994" y="655626"/>
                  </a:cubicBezTo>
                  <a:cubicBezTo>
                    <a:pt x="427721" y="655626"/>
                    <a:pt x="418582" y="646487"/>
                    <a:pt x="418582" y="635213"/>
                  </a:cubicBezTo>
                  <a:cubicBezTo>
                    <a:pt x="418582" y="623939"/>
                    <a:pt x="427721" y="614800"/>
                    <a:pt x="438994" y="614800"/>
                  </a:cubicBezTo>
                  <a:close/>
                  <a:moveTo>
                    <a:pt x="390217" y="614800"/>
                  </a:moveTo>
                  <a:cubicBezTo>
                    <a:pt x="401491" y="614800"/>
                    <a:pt x="410630" y="623939"/>
                    <a:pt x="410630" y="635213"/>
                  </a:cubicBezTo>
                  <a:cubicBezTo>
                    <a:pt x="410630" y="646487"/>
                    <a:pt x="401491" y="655626"/>
                    <a:pt x="390217" y="655626"/>
                  </a:cubicBezTo>
                  <a:cubicBezTo>
                    <a:pt x="378944" y="655626"/>
                    <a:pt x="369805" y="646487"/>
                    <a:pt x="369805" y="635213"/>
                  </a:cubicBezTo>
                  <a:cubicBezTo>
                    <a:pt x="369805" y="623939"/>
                    <a:pt x="378944" y="614800"/>
                    <a:pt x="390217" y="614800"/>
                  </a:cubicBezTo>
                  <a:close/>
                  <a:moveTo>
                    <a:pt x="341440" y="614800"/>
                  </a:moveTo>
                  <a:cubicBezTo>
                    <a:pt x="352714" y="614800"/>
                    <a:pt x="361853" y="623939"/>
                    <a:pt x="361853" y="635213"/>
                  </a:cubicBezTo>
                  <a:cubicBezTo>
                    <a:pt x="361853" y="646487"/>
                    <a:pt x="352714" y="655626"/>
                    <a:pt x="341440" y="655626"/>
                  </a:cubicBezTo>
                  <a:cubicBezTo>
                    <a:pt x="330166" y="655626"/>
                    <a:pt x="321028" y="646487"/>
                    <a:pt x="321028" y="635213"/>
                  </a:cubicBezTo>
                  <a:cubicBezTo>
                    <a:pt x="321028" y="623939"/>
                    <a:pt x="330166" y="614800"/>
                    <a:pt x="341440" y="614800"/>
                  </a:cubicBezTo>
                  <a:close/>
                  <a:moveTo>
                    <a:pt x="292663" y="614800"/>
                  </a:moveTo>
                  <a:cubicBezTo>
                    <a:pt x="303937" y="614800"/>
                    <a:pt x="313076" y="623939"/>
                    <a:pt x="313076" y="635213"/>
                  </a:cubicBezTo>
                  <a:cubicBezTo>
                    <a:pt x="313076" y="646487"/>
                    <a:pt x="303937" y="655626"/>
                    <a:pt x="292663" y="655626"/>
                  </a:cubicBezTo>
                  <a:cubicBezTo>
                    <a:pt x="281389" y="655626"/>
                    <a:pt x="272251" y="646487"/>
                    <a:pt x="272251" y="635213"/>
                  </a:cubicBezTo>
                  <a:cubicBezTo>
                    <a:pt x="272251" y="623939"/>
                    <a:pt x="281389" y="614800"/>
                    <a:pt x="292663" y="614800"/>
                  </a:cubicBezTo>
                  <a:close/>
                  <a:moveTo>
                    <a:pt x="243886" y="614800"/>
                  </a:moveTo>
                  <a:cubicBezTo>
                    <a:pt x="255160" y="614800"/>
                    <a:pt x="264299" y="623939"/>
                    <a:pt x="264299" y="635213"/>
                  </a:cubicBezTo>
                  <a:cubicBezTo>
                    <a:pt x="264299" y="646487"/>
                    <a:pt x="255160" y="655626"/>
                    <a:pt x="243886" y="655626"/>
                  </a:cubicBezTo>
                  <a:cubicBezTo>
                    <a:pt x="232612" y="655626"/>
                    <a:pt x="223473" y="646487"/>
                    <a:pt x="223473" y="635213"/>
                  </a:cubicBezTo>
                  <a:cubicBezTo>
                    <a:pt x="223473" y="623939"/>
                    <a:pt x="232612" y="614800"/>
                    <a:pt x="243886" y="614800"/>
                  </a:cubicBezTo>
                  <a:close/>
                  <a:moveTo>
                    <a:pt x="195109" y="614800"/>
                  </a:moveTo>
                  <a:cubicBezTo>
                    <a:pt x="206383" y="614800"/>
                    <a:pt x="215522" y="623939"/>
                    <a:pt x="215522" y="635213"/>
                  </a:cubicBezTo>
                  <a:cubicBezTo>
                    <a:pt x="215522" y="646487"/>
                    <a:pt x="206383" y="655626"/>
                    <a:pt x="195109" y="655626"/>
                  </a:cubicBezTo>
                  <a:cubicBezTo>
                    <a:pt x="183835" y="655626"/>
                    <a:pt x="174696" y="646487"/>
                    <a:pt x="174696" y="635213"/>
                  </a:cubicBezTo>
                  <a:cubicBezTo>
                    <a:pt x="174696" y="623939"/>
                    <a:pt x="183835" y="614800"/>
                    <a:pt x="195109" y="614800"/>
                  </a:cubicBezTo>
                  <a:close/>
                  <a:moveTo>
                    <a:pt x="146332" y="614800"/>
                  </a:moveTo>
                  <a:cubicBezTo>
                    <a:pt x="157606" y="614800"/>
                    <a:pt x="166745" y="623939"/>
                    <a:pt x="166745" y="635213"/>
                  </a:cubicBezTo>
                  <a:cubicBezTo>
                    <a:pt x="166745" y="646487"/>
                    <a:pt x="157606" y="655626"/>
                    <a:pt x="146332" y="655626"/>
                  </a:cubicBezTo>
                  <a:cubicBezTo>
                    <a:pt x="135058" y="655626"/>
                    <a:pt x="125919" y="646487"/>
                    <a:pt x="125919" y="635213"/>
                  </a:cubicBezTo>
                  <a:cubicBezTo>
                    <a:pt x="125919" y="623939"/>
                    <a:pt x="135058" y="614800"/>
                    <a:pt x="146332" y="614800"/>
                  </a:cubicBezTo>
                  <a:close/>
                  <a:moveTo>
                    <a:pt x="97555" y="614800"/>
                  </a:moveTo>
                  <a:cubicBezTo>
                    <a:pt x="108829" y="614800"/>
                    <a:pt x="117968" y="623939"/>
                    <a:pt x="117968" y="635213"/>
                  </a:cubicBezTo>
                  <a:cubicBezTo>
                    <a:pt x="117968" y="646487"/>
                    <a:pt x="108829" y="655626"/>
                    <a:pt x="97555" y="655626"/>
                  </a:cubicBezTo>
                  <a:cubicBezTo>
                    <a:pt x="86281" y="655626"/>
                    <a:pt x="77142" y="646487"/>
                    <a:pt x="77142" y="635213"/>
                  </a:cubicBezTo>
                  <a:cubicBezTo>
                    <a:pt x="77142" y="623939"/>
                    <a:pt x="86281" y="614800"/>
                    <a:pt x="97555" y="614800"/>
                  </a:cubicBezTo>
                  <a:close/>
                  <a:moveTo>
                    <a:pt x="48778" y="614800"/>
                  </a:moveTo>
                  <a:cubicBezTo>
                    <a:pt x="60052" y="614800"/>
                    <a:pt x="69191" y="623939"/>
                    <a:pt x="69191" y="635213"/>
                  </a:cubicBezTo>
                  <a:cubicBezTo>
                    <a:pt x="69191" y="646487"/>
                    <a:pt x="60052" y="655626"/>
                    <a:pt x="48778" y="655626"/>
                  </a:cubicBezTo>
                  <a:cubicBezTo>
                    <a:pt x="37504" y="655626"/>
                    <a:pt x="28365" y="646487"/>
                    <a:pt x="28365" y="635213"/>
                  </a:cubicBezTo>
                  <a:cubicBezTo>
                    <a:pt x="28365" y="623939"/>
                    <a:pt x="37504" y="614800"/>
                    <a:pt x="48778" y="614800"/>
                  </a:cubicBezTo>
                  <a:close/>
                  <a:moveTo>
                    <a:pt x="2" y="614800"/>
                  </a:moveTo>
                  <a:cubicBezTo>
                    <a:pt x="11275" y="614800"/>
                    <a:pt x="20414" y="623939"/>
                    <a:pt x="20414" y="635213"/>
                  </a:cubicBezTo>
                  <a:cubicBezTo>
                    <a:pt x="20414" y="646487"/>
                    <a:pt x="11275" y="655626"/>
                    <a:pt x="2" y="655626"/>
                  </a:cubicBezTo>
                  <a:lnTo>
                    <a:pt x="0" y="655625"/>
                  </a:lnTo>
                  <a:lnTo>
                    <a:pt x="0" y="614801"/>
                  </a:lnTo>
                  <a:close/>
                  <a:moveTo>
                    <a:pt x="829211" y="560714"/>
                  </a:moveTo>
                  <a:cubicBezTo>
                    <a:pt x="832029" y="560714"/>
                    <a:pt x="834714" y="561285"/>
                    <a:pt x="837157" y="562318"/>
                  </a:cubicBezTo>
                  <a:lnTo>
                    <a:pt x="840828" y="564793"/>
                  </a:lnTo>
                  <a:lnTo>
                    <a:pt x="838456" y="568698"/>
                  </a:lnTo>
                  <a:lnTo>
                    <a:pt x="817164" y="597170"/>
                  </a:lnTo>
                  <a:lnTo>
                    <a:pt x="814777" y="595561"/>
                  </a:lnTo>
                  <a:cubicBezTo>
                    <a:pt x="811083" y="591867"/>
                    <a:pt x="808798" y="586764"/>
                    <a:pt x="808798" y="581127"/>
                  </a:cubicBezTo>
                  <a:cubicBezTo>
                    <a:pt x="808798" y="569853"/>
                    <a:pt x="817937" y="560714"/>
                    <a:pt x="829211" y="560714"/>
                  </a:cubicBezTo>
                  <a:close/>
                  <a:moveTo>
                    <a:pt x="780434" y="560714"/>
                  </a:moveTo>
                  <a:cubicBezTo>
                    <a:pt x="791708" y="560714"/>
                    <a:pt x="800847" y="569853"/>
                    <a:pt x="800847" y="581127"/>
                  </a:cubicBezTo>
                  <a:cubicBezTo>
                    <a:pt x="800847" y="592400"/>
                    <a:pt x="791708" y="601539"/>
                    <a:pt x="780434" y="601539"/>
                  </a:cubicBezTo>
                  <a:cubicBezTo>
                    <a:pt x="769160" y="601539"/>
                    <a:pt x="760021" y="592400"/>
                    <a:pt x="760021" y="581127"/>
                  </a:cubicBezTo>
                  <a:cubicBezTo>
                    <a:pt x="760021" y="569853"/>
                    <a:pt x="769160" y="560714"/>
                    <a:pt x="780434" y="560714"/>
                  </a:cubicBezTo>
                  <a:close/>
                  <a:moveTo>
                    <a:pt x="731657" y="560714"/>
                  </a:moveTo>
                  <a:cubicBezTo>
                    <a:pt x="742931" y="560714"/>
                    <a:pt x="752070" y="569853"/>
                    <a:pt x="752070" y="581127"/>
                  </a:cubicBezTo>
                  <a:cubicBezTo>
                    <a:pt x="752070" y="592400"/>
                    <a:pt x="742931" y="601539"/>
                    <a:pt x="731657" y="601539"/>
                  </a:cubicBezTo>
                  <a:cubicBezTo>
                    <a:pt x="720383" y="601539"/>
                    <a:pt x="711244" y="592400"/>
                    <a:pt x="711244" y="581127"/>
                  </a:cubicBezTo>
                  <a:cubicBezTo>
                    <a:pt x="711244" y="569853"/>
                    <a:pt x="720383" y="560714"/>
                    <a:pt x="731657" y="560714"/>
                  </a:cubicBezTo>
                  <a:close/>
                  <a:moveTo>
                    <a:pt x="682880" y="560714"/>
                  </a:moveTo>
                  <a:cubicBezTo>
                    <a:pt x="694153" y="560714"/>
                    <a:pt x="703293" y="569853"/>
                    <a:pt x="703293" y="581127"/>
                  </a:cubicBezTo>
                  <a:cubicBezTo>
                    <a:pt x="703293" y="592400"/>
                    <a:pt x="694153" y="601539"/>
                    <a:pt x="682880" y="601539"/>
                  </a:cubicBezTo>
                  <a:cubicBezTo>
                    <a:pt x="671606" y="601539"/>
                    <a:pt x="662467" y="592400"/>
                    <a:pt x="662467" y="581127"/>
                  </a:cubicBezTo>
                  <a:cubicBezTo>
                    <a:pt x="662467" y="569853"/>
                    <a:pt x="671606" y="560714"/>
                    <a:pt x="682880" y="560714"/>
                  </a:cubicBezTo>
                  <a:close/>
                  <a:moveTo>
                    <a:pt x="634103" y="560714"/>
                  </a:moveTo>
                  <a:cubicBezTo>
                    <a:pt x="645377" y="560714"/>
                    <a:pt x="654516" y="569853"/>
                    <a:pt x="654516" y="581127"/>
                  </a:cubicBezTo>
                  <a:cubicBezTo>
                    <a:pt x="654516" y="592400"/>
                    <a:pt x="645377" y="601539"/>
                    <a:pt x="634103" y="601539"/>
                  </a:cubicBezTo>
                  <a:cubicBezTo>
                    <a:pt x="622829" y="601539"/>
                    <a:pt x="613690" y="592400"/>
                    <a:pt x="613690" y="581127"/>
                  </a:cubicBezTo>
                  <a:cubicBezTo>
                    <a:pt x="613690" y="569853"/>
                    <a:pt x="622829" y="560714"/>
                    <a:pt x="634103" y="560714"/>
                  </a:cubicBezTo>
                  <a:close/>
                  <a:moveTo>
                    <a:pt x="585326" y="560714"/>
                  </a:moveTo>
                  <a:cubicBezTo>
                    <a:pt x="596599" y="560714"/>
                    <a:pt x="605738" y="569853"/>
                    <a:pt x="605738" y="581127"/>
                  </a:cubicBezTo>
                  <a:cubicBezTo>
                    <a:pt x="605738" y="592400"/>
                    <a:pt x="596599" y="601539"/>
                    <a:pt x="585326" y="601539"/>
                  </a:cubicBezTo>
                  <a:cubicBezTo>
                    <a:pt x="574052" y="601539"/>
                    <a:pt x="564913" y="592400"/>
                    <a:pt x="564913" y="581127"/>
                  </a:cubicBezTo>
                  <a:cubicBezTo>
                    <a:pt x="564913" y="569853"/>
                    <a:pt x="574052" y="560714"/>
                    <a:pt x="585326" y="560714"/>
                  </a:cubicBezTo>
                  <a:close/>
                  <a:moveTo>
                    <a:pt x="536549" y="560714"/>
                  </a:moveTo>
                  <a:cubicBezTo>
                    <a:pt x="547822" y="560714"/>
                    <a:pt x="556961" y="569853"/>
                    <a:pt x="556961" y="581127"/>
                  </a:cubicBezTo>
                  <a:cubicBezTo>
                    <a:pt x="556961" y="592400"/>
                    <a:pt x="547822" y="601539"/>
                    <a:pt x="536549" y="601539"/>
                  </a:cubicBezTo>
                  <a:cubicBezTo>
                    <a:pt x="525275" y="601539"/>
                    <a:pt x="516136" y="592400"/>
                    <a:pt x="516136" y="581127"/>
                  </a:cubicBezTo>
                  <a:cubicBezTo>
                    <a:pt x="516136" y="569853"/>
                    <a:pt x="525275" y="560714"/>
                    <a:pt x="536549" y="560714"/>
                  </a:cubicBezTo>
                  <a:close/>
                  <a:moveTo>
                    <a:pt x="487772" y="560714"/>
                  </a:moveTo>
                  <a:cubicBezTo>
                    <a:pt x="499045" y="560714"/>
                    <a:pt x="508184" y="569853"/>
                    <a:pt x="508184" y="581127"/>
                  </a:cubicBezTo>
                  <a:cubicBezTo>
                    <a:pt x="508184" y="592400"/>
                    <a:pt x="499045" y="601539"/>
                    <a:pt x="487772" y="601539"/>
                  </a:cubicBezTo>
                  <a:cubicBezTo>
                    <a:pt x="476498" y="601539"/>
                    <a:pt x="467359" y="592400"/>
                    <a:pt x="467359" y="581127"/>
                  </a:cubicBezTo>
                  <a:cubicBezTo>
                    <a:pt x="467359" y="569853"/>
                    <a:pt x="476498" y="560714"/>
                    <a:pt x="487772" y="560714"/>
                  </a:cubicBezTo>
                  <a:close/>
                  <a:moveTo>
                    <a:pt x="438994" y="560714"/>
                  </a:moveTo>
                  <a:cubicBezTo>
                    <a:pt x="450268" y="560714"/>
                    <a:pt x="459407" y="569853"/>
                    <a:pt x="459407" y="581127"/>
                  </a:cubicBezTo>
                  <a:cubicBezTo>
                    <a:pt x="459407" y="592400"/>
                    <a:pt x="450268" y="601539"/>
                    <a:pt x="438994" y="601539"/>
                  </a:cubicBezTo>
                  <a:cubicBezTo>
                    <a:pt x="427721" y="601539"/>
                    <a:pt x="418582" y="592400"/>
                    <a:pt x="418582" y="581127"/>
                  </a:cubicBezTo>
                  <a:cubicBezTo>
                    <a:pt x="418582" y="569853"/>
                    <a:pt x="427721" y="560714"/>
                    <a:pt x="438994" y="560714"/>
                  </a:cubicBezTo>
                  <a:close/>
                  <a:moveTo>
                    <a:pt x="390217" y="560714"/>
                  </a:moveTo>
                  <a:cubicBezTo>
                    <a:pt x="401491" y="560714"/>
                    <a:pt x="410630" y="569853"/>
                    <a:pt x="410630" y="581127"/>
                  </a:cubicBezTo>
                  <a:cubicBezTo>
                    <a:pt x="410630" y="592400"/>
                    <a:pt x="401491" y="601539"/>
                    <a:pt x="390217" y="601539"/>
                  </a:cubicBezTo>
                  <a:cubicBezTo>
                    <a:pt x="378944" y="601539"/>
                    <a:pt x="369805" y="592400"/>
                    <a:pt x="369805" y="581127"/>
                  </a:cubicBezTo>
                  <a:cubicBezTo>
                    <a:pt x="369805" y="569853"/>
                    <a:pt x="378944" y="560714"/>
                    <a:pt x="390217" y="560714"/>
                  </a:cubicBezTo>
                  <a:close/>
                  <a:moveTo>
                    <a:pt x="341440" y="560714"/>
                  </a:moveTo>
                  <a:cubicBezTo>
                    <a:pt x="352714" y="560714"/>
                    <a:pt x="361853" y="569853"/>
                    <a:pt x="361853" y="581127"/>
                  </a:cubicBezTo>
                  <a:cubicBezTo>
                    <a:pt x="361853" y="592400"/>
                    <a:pt x="352714" y="601539"/>
                    <a:pt x="341440" y="601539"/>
                  </a:cubicBezTo>
                  <a:cubicBezTo>
                    <a:pt x="330166" y="601539"/>
                    <a:pt x="321028" y="592400"/>
                    <a:pt x="321028" y="581127"/>
                  </a:cubicBezTo>
                  <a:cubicBezTo>
                    <a:pt x="321028" y="569853"/>
                    <a:pt x="330166" y="560714"/>
                    <a:pt x="341440" y="560714"/>
                  </a:cubicBezTo>
                  <a:close/>
                  <a:moveTo>
                    <a:pt x="292663" y="560714"/>
                  </a:moveTo>
                  <a:cubicBezTo>
                    <a:pt x="303937" y="560714"/>
                    <a:pt x="313076" y="569853"/>
                    <a:pt x="313076" y="581127"/>
                  </a:cubicBezTo>
                  <a:cubicBezTo>
                    <a:pt x="313076" y="592400"/>
                    <a:pt x="303937" y="601539"/>
                    <a:pt x="292663" y="601539"/>
                  </a:cubicBezTo>
                  <a:cubicBezTo>
                    <a:pt x="281389" y="601539"/>
                    <a:pt x="272251" y="592400"/>
                    <a:pt x="272251" y="581127"/>
                  </a:cubicBezTo>
                  <a:cubicBezTo>
                    <a:pt x="272251" y="569853"/>
                    <a:pt x="281389" y="560714"/>
                    <a:pt x="292663" y="560714"/>
                  </a:cubicBezTo>
                  <a:close/>
                  <a:moveTo>
                    <a:pt x="243886" y="560714"/>
                  </a:moveTo>
                  <a:cubicBezTo>
                    <a:pt x="255160" y="560714"/>
                    <a:pt x="264299" y="569853"/>
                    <a:pt x="264299" y="581127"/>
                  </a:cubicBezTo>
                  <a:cubicBezTo>
                    <a:pt x="264299" y="592400"/>
                    <a:pt x="255160" y="601539"/>
                    <a:pt x="243886" y="601539"/>
                  </a:cubicBezTo>
                  <a:cubicBezTo>
                    <a:pt x="232612" y="601539"/>
                    <a:pt x="223473" y="592400"/>
                    <a:pt x="223473" y="581127"/>
                  </a:cubicBezTo>
                  <a:cubicBezTo>
                    <a:pt x="223473" y="569853"/>
                    <a:pt x="232612" y="560714"/>
                    <a:pt x="243886" y="560714"/>
                  </a:cubicBezTo>
                  <a:close/>
                  <a:moveTo>
                    <a:pt x="195109" y="560714"/>
                  </a:moveTo>
                  <a:cubicBezTo>
                    <a:pt x="206383" y="560714"/>
                    <a:pt x="215522" y="569853"/>
                    <a:pt x="215522" y="581127"/>
                  </a:cubicBezTo>
                  <a:cubicBezTo>
                    <a:pt x="215522" y="592400"/>
                    <a:pt x="206383" y="601539"/>
                    <a:pt x="195109" y="601539"/>
                  </a:cubicBezTo>
                  <a:cubicBezTo>
                    <a:pt x="183835" y="601539"/>
                    <a:pt x="174696" y="592400"/>
                    <a:pt x="174696" y="581127"/>
                  </a:cubicBezTo>
                  <a:cubicBezTo>
                    <a:pt x="174696" y="569853"/>
                    <a:pt x="183835" y="560714"/>
                    <a:pt x="195109" y="560714"/>
                  </a:cubicBezTo>
                  <a:close/>
                  <a:moveTo>
                    <a:pt x="146332" y="560714"/>
                  </a:moveTo>
                  <a:cubicBezTo>
                    <a:pt x="157606" y="560714"/>
                    <a:pt x="166745" y="569853"/>
                    <a:pt x="166745" y="581127"/>
                  </a:cubicBezTo>
                  <a:cubicBezTo>
                    <a:pt x="166745" y="592400"/>
                    <a:pt x="157606" y="601539"/>
                    <a:pt x="146332" y="601539"/>
                  </a:cubicBezTo>
                  <a:cubicBezTo>
                    <a:pt x="135058" y="601539"/>
                    <a:pt x="125919" y="592400"/>
                    <a:pt x="125919" y="581127"/>
                  </a:cubicBezTo>
                  <a:cubicBezTo>
                    <a:pt x="125919" y="569853"/>
                    <a:pt x="135058" y="560714"/>
                    <a:pt x="146332" y="560714"/>
                  </a:cubicBezTo>
                  <a:close/>
                  <a:moveTo>
                    <a:pt x="97555" y="560714"/>
                  </a:moveTo>
                  <a:cubicBezTo>
                    <a:pt x="108829" y="560714"/>
                    <a:pt x="117968" y="569853"/>
                    <a:pt x="117968" y="581127"/>
                  </a:cubicBezTo>
                  <a:cubicBezTo>
                    <a:pt x="117968" y="592400"/>
                    <a:pt x="108829" y="601539"/>
                    <a:pt x="97555" y="601539"/>
                  </a:cubicBezTo>
                  <a:cubicBezTo>
                    <a:pt x="86281" y="601539"/>
                    <a:pt x="77142" y="592400"/>
                    <a:pt x="77142" y="581127"/>
                  </a:cubicBezTo>
                  <a:cubicBezTo>
                    <a:pt x="77142" y="569853"/>
                    <a:pt x="86281" y="560714"/>
                    <a:pt x="97555" y="560714"/>
                  </a:cubicBezTo>
                  <a:close/>
                  <a:moveTo>
                    <a:pt x="48778" y="560714"/>
                  </a:moveTo>
                  <a:cubicBezTo>
                    <a:pt x="60052" y="560714"/>
                    <a:pt x="69191" y="569853"/>
                    <a:pt x="69191" y="581127"/>
                  </a:cubicBezTo>
                  <a:cubicBezTo>
                    <a:pt x="69191" y="592400"/>
                    <a:pt x="60052" y="601539"/>
                    <a:pt x="48778" y="601539"/>
                  </a:cubicBezTo>
                  <a:cubicBezTo>
                    <a:pt x="37504" y="601539"/>
                    <a:pt x="28365" y="592400"/>
                    <a:pt x="28365" y="581127"/>
                  </a:cubicBezTo>
                  <a:cubicBezTo>
                    <a:pt x="28365" y="569853"/>
                    <a:pt x="37504" y="560714"/>
                    <a:pt x="48778" y="560714"/>
                  </a:cubicBezTo>
                  <a:close/>
                  <a:moveTo>
                    <a:pt x="2" y="560714"/>
                  </a:moveTo>
                  <a:cubicBezTo>
                    <a:pt x="11275" y="560714"/>
                    <a:pt x="20414" y="569853"/>
                    <a:pt x="20414" y="581127"/>
                  </a:cubicBezTo>
                  <a:cubicBezTo>
                    <a:pt x="20414" y="592400"/>
                    <a:pt x="11275" y="601539"/>
                    <a:pt x="2" y="601539"/>
                  </a:cubicBezTo>
                  <a:lnTo>
                    <a:pt x="0" y="601538"/>
                  </a:lnTo>
                  <a:lnTo>
                    <a:pt x="0" y="560715"/>
                  </a:lnTo>
                  <a:close/>
                  <a:moveTo>
                    <a:pt x="875909" y="507047"/>
                  </a:moveTo>
                  <a:lnTo>
                    <a:pt x="860084" y="533097"/>
                  </a:lnTo>
                  <a:lnTo>
                    <a:pt x="857575" y="527040"/>
                  </a:lnTo>
                  <a:cubicBezTo>
                    <a:pt x="857575" y="518585"/>
                    <a:pt x="862716" y="511331"/>
                    <a:pt x="870042" y="508232"/>
                  </a:cubicBezTo>
                  <a:close/>
                  <a:moveTo>
                    <a:pt x="829211" y="506628"/>
                  </a:moveTo>
                  <a:cubicBezTo>
                    <a:pt x="840485" y="506628"/>
                    <a:pt x="849624" y="515767"/>
                    <a:pt x="849624" y="527040"/>
                  </a:cubicBezTo>
                  <a:cubicBezTo>
                    <a:pt x="849624" y="538314"/>
                    <a:pt x="840485" y="547453"/>
                    <a:pt x="829211" y="547453"/>
                  </a:cubicBezTo>
                  <a:cubicBezTo>
                    <a:pt x="817937" y="547453"/>
                    <a:pt x="808798" y="538314"/>
                    <a:pt x="808798" y="527040"/>
                  </a:cubicBezTo>
                  <a:cubicBezTo>
                    <a:pt x="808798" y="515767"/>
                    <a:pt x="817937" y="506628"/>
                    <a:pt x="829211" y="506628"/>
                  </a:cubicBezTo>
                  <a:close/>
                  <a:moveTo>
                    <a:pt x="780434" y="506628"/>
                  </a:moveTo>
                  <a:cubicBezTo>
                    <a:pt x="791708" y="506628"/>
                    <a:pt x="800847" y="515767"/>
                    <a:pt x="800847" y="527040"/>
                  </a:cubicBezTo>
                  <a:cubicBezTo>
                    <a:pt x="800847" y="538314"/>
                    <a:pt x="791708" y="547453"/>
                    <a:pt x="780434" y="547453"/>
                  </a:cubicBezTo>
                  <a:cubicBezTo>
                    <a:pt x="769160" y="547453"/>
                    <a:pt x="760021" y="538314"/>
                    <a:pt x="760021" y="527040"/>
                  </a:cubicBezTo>
                  <a:cubicBezTo>
                    <a:pt x="760021" y="515767"/>
                    <a:pt x="769160" y="506628"/>
                    <a:pt x="780434" y="506628"/>
                  </a:cubicBezTo>
                  <a:close/>
                  <a:moveTo>
                    <a:pt x="731657" y="506628"/>
                  </a:moveTo>
                  <a:cubicBezTo>
                    <a:pt x="742931" y="506628"/>
                    <a:pt x="752070" y="515767"/>
                    <a:pt x="752070" y="527040"/>
                  </a:cubicBezTo>
                  <a:cubicBezTo>
                    <a:pt x="752070" y="538314"/>
                    <a:pt x="742931" y="547453"/>
                    <a:pt x="731657" y="547453"/>
                  </a:cubicBezTo>
                  <a:cubicBezTo>
                    <a:pt x="720383" y="547453"/>
                    <a:pt x="711244" y="538314"/>
                    <a:pt x="711244" y="527040"/>
                  </a:cubicBezTo>
                  <a:cubicBezTo>
                    <a:pt x="711244" y="515767"/>
                    <a:pt x="720383" y="506628"/>
                    <a:pt x="731657" y="506628"/>
                  </a:cubicBezTo>
                  <a:close/>
                  <a:moveTo>
                    <a:pt x="682880" y="506628"/>
                  </a:moveTo>
                  <a:cubicBezTo>
                    <a:pt x="694153" y="506628"/>
                    <a:pt x="703293" y="515767"/>
                    <a:pt x="703293" y="527040"/>
                  </a:cubicBezTo>
                  <a:cubicBezTo>
                    <a:pt x="703293" y="538314"/>
                    <a:pt x="694153" y="547453"/>
                    <a:pt x="682880" y="547453"/>
                  </a:cubicBezTo>
                  <a:cubicBezTo>
                    <a:pt x="671606" y="547453"/>
                    <a:pt x="662467" y="538314"/>
                    <a:pt x="662467" y="527040"/>
                  </a:cubicBezTo>
                  <a:cubicBezTo>
                    <a:pt x="662467" y="515767"/>
                    <a:pt x="671606" y="506628"/>
                    <a:pt x="682880" y="506628"/>
                  </a:cubicBezTo>
                  <a:close/>
                  <a:moveTo>
                    <a:pt x="634103" y="506628"/>
                  </a:moveTo>
                  <a:cubicBezTo>
                    <a:pt x="645377" y="506628"/>
                    <a:pt x="654516" y="515767"/>
                    <a:pt x="654516" y="527040"/>
                  </a:cubicBezTo>
                  <a:cubicBezTo>
                    <a:pt x="654516" y="538314"/>
                    <a:pt x="645377" y="547453"/>
                    <a:pt x="634103" y="547453"/>
                  </a:cubicBezTo>
                  <a:cubicBezTo>
                    <a:pt x="622829" y="547453"/>
                    <a:pt x="613690" y="538314"/>
                    <a:pt x="613690" y="527040"/>
                  </a:cubicBezTo>
                  <a:cubicBezTo>
                    <a:pt x="613690" y="515767"/>
                    <a:pt x="622829" y="506628"/>
                    <a:pt x="634103" y="506628"/>
                  </a:cubicBezTo>
                  <a:close/>
                  <a:moveTo>
                    <a:pt x="585326" y="506628"/>
                  </a:moveTo>
                  <a:cubicBezTo>
                    <a:pt x="596599" y="506628"/>
                    <a:pt x="605738" y="515767"/>
                    <a:pt x="605738" y="527040"/>
                  </a:cubicBezTo>
                  <a:cubicBezTo>
                    <a:pt x="605738" y="538314"/>
                    <a:pt x="596599" y="547453"/>
                    <a:pt x="585326" y="547453"/>
                  </a:cubicBezTo>
                  <a:cubicBezTo>
                    <a:pt x="574052" y="547453"/>
                    <a:pt x="564913" y="538314"/>
                    <a:pt x="564913" y="527040"/>
                  </a:cubicBezTo>
                  <a:cubicBezTo>
                    <a:pt x="564913" y="515767"/>
                    <a:pt x="574052" y="506628"/>
                    <a:pt x="585326" y="506628"/>
                  </a:cubicBezTo>
                  <a:close/>
                  <a:moveTo>
                    <a:pt x="536549" y="506628"/>
                  </a:moveTo>
                  <a:cubicBezTo>
                    <a:pt x="547822" y="506628"/>
                    <a:pt x="556961" y="515767"/>
                    <a:pt x="556961" y="527040"/>
                  </a:cubicBezTo>
                  <a:cubicBezTo>
                    <a:pt x="556961" y="538314"/>
                    <a:pt x="547822" y="547453"/>
                    <a:pt x="536549" y="547453"/>
                  </a:cubicBezTo>
                  <a:cubicBezTo>
                    <a:pt x="525275" y="547453"/>
                    <a:pt x="516136" y="538314"/>
                    <a:pt x="516136" y="527040"/>
                  </a:cubicBezTo>
                  <a:cubicBezTo>
                    <a:pt x="516136" y="515767"/>
                    <a:pt x="525275" y="506628"/>
                    <a:pt x="536549" y="506628"/>
                  </a:cubicBezTo>
                  <a:close/>
                  <a:moveTo>
                    <a:pt x="487772" y="506628"/>
                  </a:moveTo>
                  <a:cubicBezTo>
                    <a:pt x="499045" y="506628"/>
                    <a:pt x="508184" y="515767"/>
                    <a:pt x="508184" y="527040"/>
                  </a:cubicBezTo>
                  <a:cubicBezTo>
                    <a:pt x="508184" y="538314"/>
                    <a:pt x="499045" y="547453"/>
                    <a:pt x="487772" y="547453"/>
                  </a:cubicBezTo>
                  <a:cubicBezTo>
                    <a:pt x="476498" y="547453"/>
                    <a:pt x="467359" y="538314"/>
                    <a:pt x="467359" y="527040"/>
                  </a:cubicBezTo>
                  <a:cubicBezTo>
                    <a:pt x="467359" y="515767"/>
                    <a:pt x="476498" y="506628"/>
                    <a:pt x="487772" y="506628"/>
                  </a:cubicBezTo>
                  <a:close/>
                  <a:moveTo>
                    <a:pt x="438994" y="506628"/>
                  </a:moveTo>
                  <a:cubicBezTo>
                    <a:pt x="450268" y="506628"/>
                    <a:pt x="459407" y="515767"/>
                    <a:pt x="459407" y="527040"/>
                  </a:cubicBezTo>
                  <a:cubicBezTo>
                    <a:pt x="459407" y="538314"/>
                    <a:pt x="450268" y="547453"/>
                    <a:pt x="438994" y="547453"/>
                  </a:cubicBezTo>
                  <a:cubicBezTo>
                    <a:pt x="427721" y="547453"/>
                    <a:pt x="418582" y="538314"/>
                    <a:pt x="418582" y="527040"/>
                  </a:cubicBezTo>
                  <a:cubicBezTo>
                    <a:pt x="418582" y="515767"/>
                    <a:pt x="427721" y="506628"/>
                    <a:pt x="438994" y="506628"/>
                  </a:cubicBezTo>
                  <a:close/>
                  <a:moveTo>
                    <a:pt x="390217" y="506628"/>
                  </a:moveTo>
                  <a:cubicBezTo>
                    <a:pt x="401491" y="506628"/>
                    <a:pt x="410630" y="515767"/>
                    <a:pt x="410630" y="527040"/>
                  </a:cubicBezTo>
                  <a:cubicBezTo>
                    <a:pt x="410630" y="538314"/>
                    <a:pt x="401491" y="547453"/>
                    <a:pt x="390217" y="547453"/>
                  </a:cubicBezTo>
                  <a:cubicBezTo>
                    <a:pt x="378944" y="547453"/>
                    <a:pt x="369805" y="538314"/>
                    <a:pt x="369805" y="527040"/>
                  </a:cubicBezTo>
                  <a:cubicBezTo>
                    <a:pt x="369805" y="515767"/>
                    <a:pt x="378944" y="506628"/>
                    <a:pt x="390217" y="506628"/>
                  </a:cubicBezTo>
                  <a:close/>
                  <a:moveTo>
                    <a:pt x="341440" y="506628"/>
                  </a:moveTo>
                  <a:cubicBezTo>
                    <a:pt x="352714" y="506628"/>
                    <a:pt x="361853" y="515767"/>
                    <a:pt x="361853" y="527040"/>
                  </a:cubicBezTo>
                  <a:cubicBezTo>
                    <a:pt x="361853" y="538314"/>
                    <a:pt x="352714" y="547453"/>
                    <a:pt x="341440" y="547453"/>
                  </a:cubicBezTo>
                  <a:cubicBezTo>
                    <a:pt x="330166" y="547453"/>
                    <a:pt x="321028" y="538314"/>
                    <a:pt x="321028" y="527040"/>
                  </a:cubicBezTo>
                  <a:cubicBezTo>
                    <a:pt x="321028" y="515767"/>
                    <a:pt x="330166" y="506628"/>
                    <a:pt x="341440" y="506628"/>
                  </a:cubicBezTo>
                  <a:close/>
                  <a:moveTo>
                    <a:pt x="292663" y="506628"/>
                  </a:moveTo>
                  <a:cubicBezTo>
                    <a:pt x="303937" y="506628"/>
                    <a:pt x="313076" y="515767"/>
                    <a:pt x="313076" y="527040"/>
                  </a:cubicBezTo>
                  <a:cubicBezTo>
                    <a:pt x="313076" y="538314"/>
                    <a:pt x="303937" y="547453"/>
                    <a:pt x="292663" y="547453"/>
                  </a:cubicBezTo>
                  <a:cubicBezTo>
                    <a:pt x="281389" y="547453"/>
                    <a:pt x="272251" y="538314"/>
                    <a:pt x="272251" y="527040"/>
                  </a:cubicBezTo>
                  <a:cubicBezTo>
                    <a:pt x="272251" y="515767"/>
                    <a:pt x="281389" y="506628"/>
                    <a:pt x="292663" y="506628"/>
                  </a:cubicBezTo>
                  <a:close/>
                  <a:moveTo>
                    <a:pt x="243886" y="506628"/>
                  </a:moveTo>
                  <a:cubicBezTo>
                    <a:pt x="255160" y="506628"/>
                    <a:pt x="264299" y="515767"/>
                    <a:pt x="264299" y="527040"/>
                  </a:cubicBezTo>
                  <a:cubicBezTo>
                    <a:pt x="264299" y="538314"/>
                    <a:pt x="255160" y="547453"/>
                    <a:pt x="243886" y="547453"/>
                  </a:cubicBezTo>
                  <a:cubicBezTo>
                    <a:pt x="232612" y="547453"/>
                    <a:pt x="223473" y="538314"/>
                    <a:pt x="223473" y="527040"/>
                  </a:cubicBezTo>
                  <a:cubicBezTo>
                    <a:pt x="223473" y="515767"/>
                    <a:pt x="232612" y="506628"/>
                    <a:pt x="243886" y="506628"/>
                  </a:cubicBezTo>
                  <a:close/>
                  <a:moveTo>
                    <a:pt x="195109" y="506628"/>
                  </a:moveTo>
                  <a:cubicBezTo>
                    <a:pt x="206383" y="506628"/>
                    <a:pt x="215522" y="515767"/>
                    <a:pt x="215522" y="527040"/>
                  </a:cubicBezTo>
                  <a:cubicBezTo>
                    <a:pt x="215522" y="538314"/>
                    <a:pt x="206383" y="547453"/>
                    <a:pt x="195109" y="547453"/>
                  </a:cubicBezTo>
                  <a:cubicBezTo>
                    <a:pt x="183835" y="547453"/>
                    <a:pt x="174696" y="538314"/>
                    <a:pt x="174696" y="527040"/>
                  </a:cubicBezTo>
                  <a:cubicBezTo>
                    <a:pt x="174696" y="515767"/>
                    <a:pt x="183835" y="506628"/>
                    <a:pt x="195109" y="506628"/>
                  </a:cubicBezTo>
                  <a:close/>
                  <a:moveTo>
                    <a:pt x="146332" y="506628"/>
                  </a:moveTo>
                  <a:cubicBezTo>
                    <a:pt x="157606" y="506628"/>
                    <a:pt x="166745" y="515767"/>
                    <a:pt x="166745" y="527040"/>
                  </a:cubicBezTo>
                  <a:cubicBezTo>
                    <a:pt x="166745" y="538314"/>
                    <a:pt x="157606" y="547453"/>
                    <a:pt x="146332" y="547453"/>
                  </a:cubicBezTo>
                  <a:cubicBezTo>
                    <a:pt x="135058" y="547453"/>
                    <a:pt x="125919" y="538314"/>
                    <a:pt x="125919" y="527040"/>
                  </a:cubicBezTo>
                  <a:cubicBezTo>
                    <a:pt x="125919" y="515767"/>
                    <a:pt x="135058" y="506628"/>
                    <a:pt x="146332" y="506628"/>
                  </a:cubicBezTo>
                  <a:close/>
                  <a:moveTo>
                    <a:pt x="97555" y="506628"/>
                  </a:moveTo>
                  <a:cubicBezTo>
                    <a:pt x="108829" y="506628"/>
                    <a:pt x="117968" y="515767"/>
                    <a:pt x="117968" y="527040"/>
                  </a:cubicBezTo>
                  <a:cubicBezTo>
                    <a:pt x="117968" y="538314"/>
                    <a:pt x="108829" y="547453"/>
                    <a:pt x="97555" y="547453"/>
                  </a:cubicBezTo>
                  <a:cubicBezTo>
                    <a:pt x="86281" y="547453"/>
                    <a:pt x="77142" y="538314"/>
                    <a:pt x="77142" y="527040"/>
                  </a:cubicBezTo>
                  <a:cubicBezTo>
                    <a:pt x="77142" y="515767"/>
                    <a:pt x="86281" y="506628"/>
                    <a:pt x="97555" y="506628"/>
                  </a:cubicBezTo>
                  <a:close/>
                  <a:moveTo>
                    <a:pt x="48778" y="506628"/>
                  </a:moveTo>
                  <a:cubicBezTo>
                    <a:pt x="60052" y="506628"/>
                    <a:pt x="69191" y="515767"/>
                    <a:pt x="69191" y="527040"/>
                  </a:cubicBezTo>
                  <a:cubicBezTo>
                    <a:pt x="69191" y="538314"/>
                    <a:pt x="60052" y="547453"/>
                    <a:pt x="48778" y="547453"/>
                  </a:cubicBezTo>
                  <a:cubicBezTo>
                    <a:pt x="37504" y="547453"/>
                    <a:pt x="28365" y="538314"/>
                    <a:pt x="28365" y="527040"/>
                  </a:cubicBezTo>
                  <a:cubicBezTo>
                    <a:pt x="28365" y="515767"/>
                    <a:pt x="37504" y="506628"/>
                    <a:pt x="48778" y="506628"/>
                  </a:cubicBezTo>
                  <a:close/>
                  <a:moveTo>
                    <a:pt x="2" y="506628"/>
                  </a:moveTo>
                  <a:cubicBezTo>
                    <a:pt x="11275" y="506628"/>
                    <a:pt x="20414" y="515767"/>
                    <a:pt x="20414" y="527040"/>
                  </a:cubicBezTo>
                  <a:cubicBezTo>
                    <a:pt x="20414" y="538314"/>
                    <a:pt x="11275" y="547453"/>
                    <a:pt x="2" y="547453"/>
                  </a:cubicBezTo>
                  <a:lnTo>
                    <a:pt x="0" y="547452"/>
                  </a:lnTo>
                  <a:lnTo>
                    <a:pt x="0" y="506629"/>
                  </a:lnTo>
                  <a:close/>
                  <a:moveTo>
                    <a:pt x="877988" y="452541"/>
                  </a:moveTo>
                  <a:cubicBezTo>
                    <a:pt x="883625" y="452541"/>
                    <a:pt x="888728" y="454826"/>
                    <a:pt x="892422" y="458520"/>
                  </a:cubicBezTo>
                  <a:lnTo>
                    <a:pt x="896859" y="469231"/>
                  </a:lnTo>
                  <a:lnTo>
                    <a:pt x="889104" y="485329"/>
                  </a:lnTo>
                  <a:lnTo>
                    <a:pt x="885092" y="491933"/>
                  </a:lnTo>
                  <a:lnTo>
                    <a:pt x="877988" y="493367"/>
                  </a:lnTo>
                  <a:cubicBezTo>
                    <a:pt x="866714" y="493367"/>
                    <a:pt x="857575" y="484228"/>
                    <a:pt x="857575" y="472954"/>
                  </a:cubicBezTo>
                  <a:cubicBezTo>
                    <a:pt x="857575" y="461680"/>
                    <a:pt x="866714" y="452541"/>
                    <a:pt x="877988" y="452541"/>
                  </a:cubicBezTo>
                  <a:close/>
                  <a:moveTo>
                    <a:pt x="829211" y="452541"/>
                  </a:moveTo>
                  <a:cubicBezTo>
                    <a:pt x="840485" y="452541"/>
                    <a:pt x="849624" y="461680"/>
                    <a:pt x="849624" y="472954"/>
                  </a:cubicBezTo>
                  <a:cubicBezTo>
                    <a:pt x="849624" y="484228"/>
                    <a:pt x="840485" y="493367"/>
                    <a:pt x="829211" y="493367"/>
                  </a:cubicBezTo>
                  <a:cubicBezTo>
                    <a:pt x="817937" y="493367"/>
                    <a:pt x="808798" y="484228"/>
                    <a:pt x="808798" y="472954"/>
                  </a:cubicBezTo>
                  <a:cubicBezTo>
                    <a:pt x="808798" y="461680"/>
                    <a:pt x="817937" y="452541"/>
                    <a:pt x="829211" y="452541"/>
                  </a:cubicBezTo>
                  <a:close/>
                  <a:moveTo>
                    <a:pt x="780434" y="452541"/>
                  </a:moveTo>
                  <a:cubicBezTo>
                    <a:pt x="791708" y="452541"/>
                    <a:pt x="800847" y="461680"/>
                    <a:pt x="800847" y="472954"/>
                  </a:cubicBezTo>
                  <a:cubicBezTo>
                    <a:pt x="800847" y="484228"/>
                    <a:pt x="791708" y="493367"/>
                    <a:pt x="780434" y="493367"/>
                  </a:cubicBezTo>
                  <a:cubicBezTo>
                    <a:pt x="769160" y="493367"/>
                    <a:pt x="760021" y="484228"/>
                    <a:pt x="760021" y="472954"/>
                  </a:cubicBezTo>
                  <a:cubicBezTo>
                    <a:pt x="760021" y="461680"/>
                    <a:pt x="769160" y="452541"/>
                    <a:pt x="780434" y="452541"/>
                  </a:cubicBezTo>
                  <a:close/>
                  <a:moveTo>
                    <a:pt x="731657" y="452541"/>
                  </a:moveTo>
                  <a:cubicBezTo>
                    <a:pt x="742931" y="452541"/>
                    <a:pt x="752070" y="461680"/>
                    <a:pt x="752070" y="472954"/>
                  </a:cubicBezTo>
                  <a:cubicBezTo>
                    <a:pt x="752070" y="484228"/>
                    <a:pt x="742931" y="493367"/>
                    <a:pt x="731657" y="493367"/>
                  </a:cubicBezTo>
                  <a:cubicBezTo>
                    <a:pt x="720383" y="493367"/>
                    <a:pt x="711244" y="484228"/>
                    <a:pt x="711244" y="472954"/>
                  </a:cubicBezTo>
                  <a:cubicBezTo>
                    <a:pt x="711244" y="461680"/>
                    <a:pt x="720383" y="452541"/>
                    <a:pt x="731657" y="452541"/>
                  </a:cubicBezTo>
                  <a:close/>
                  <a:moveTo>
                    <a:pt x="682880" y="452541"/>
                  </a:moveTo>
                  <a:cubicBezTo>
                    <a:pt x="694153" y="452541"/>
                    <a:pt x="703293" y="461680"/>
                    <a:pt x="703293" y="472954"/>
                  </a:cubicBezTo>
                  <a:cubicBezTo>
                    <a:pt x="703293" y="484228"/>
                    <a:pt x="694153" y="493367"/>
                    <a:pt x="682880" y="493367"/>
                  </a:cubicBezTo>
                  <a:cubicBezTo>
                    <a:pt x="671606" y="493367"/>
                    <a:pt x="662467" y="484228"/>
                    <a:pt x="662467" y="472954"/>
                  </a:cubicBezTo>
                  <a:cubicBezTo>
                    <a:pt x="662467" y="461680"/>
                    <a:pt x="671606" y="452541"/>
                    <a:pt x="682880" y="452541"/>
                  </a:cubicBezTo>
                  <a:close/>
                  <a:moveTo>
                    <a:pt x="634103" y="452541"/>
                  </a:moveTo>
                  <a:cubicBezTo>
                    <a:pt x="645377" y="452541"/>
                    <a:pt x="654516" y="461680"/>
                    <a:pt x="654516" y="472954"/>
                  </a:cubicBezTo>
                  <a:cubicBezTo>
                    <a:pt x="654516" y="484228"/>
                    <a:pt x="645377" y="493367"/>
                    <a:pt x="634103" y="493367"/>
                  </a:cubicBezTo>
                  <a:cubicBezTo>
                    <a:pt x="622829" y="493367"/>
                    <a:pt x="613690" y="484228"/>
                    <a:pt x="613690" y="472954"/>
                  </a:cubicBezTo>
                  <a:cubicBezTo>
                    <a:pt x="613690" y="461680"/>
                    <a:pt x="622829" y="452541"/>
                    <a:pt x="634103" y="452541"/>
                  </a:cubicBezTo>
                  <a:close/>
                  <a:moveTo>
                    <a:pt x="585326" y="452541"/>
                  </a:moveTo>
                  <a:cubicBezTo>
                    <a:pt x="596599" y="452541"/>
                    <a:pt x="605738" y="461680"/>
                    <a:pt x="605738" y="472954"/>
                  </a:cubicBezTo>
                  <a:cubicBezTo>
                    <a:pt x="605738" y="484228"/>
                    <a:pt x="596599" y="493367"/>
                    <a:pt x="585326" y="493367"/>
                  </a:cubicBezTo>
                  <a:cubicBezTo>
                    <a:pt x="574052" y="493367"/>
                    <a:pt x="564913" y="484228"/>
                    <a:pt x="564913" y="472954"/>
                  </a:cubicBezTo>
                  <a:cubicBezTo>
                    <a:pt x="564913" y="461680"/>
                    <a:pt x="574052" y="452541"/>
                    <a:pt x="585326" y="452541"/>
                  </a:cubicBezTo>
                  <a:close/>
                  <a:moveTo>
                    <a:pt x="536549" y="452541"/>
                  </a:moveTo>
                  <a:cubicBezTo>
                    <a:pt x="547822" y="452541"/>
                    <a:pt x="556961" y="461680"/>
                    <a:pt x="556961" y="472954"/>
                  </a:cubicBezTo>
                  <a:cubicBezTo>
                    <a:pt x="556961" y="484228"/>
                    <a:pt x="547822" y="493367"/>
                    <a:pt x="536549" y="493367"/>
                  </a:cubicBezTo>
                  <a:cubicBezTo>
                    <a:pt x="525275" y="493367"/>
                    <a:pt x="516136" y="484228"/>
                    <a:pt x="516136" y="472954"/>
                  </a:cubicBezTo>
                  <a:cubicBezTo>
                    <a:pt x="516136" y="461680"/>
                    <a:pt x="525275" y="452541"/>
                    <a:pt x="536549" y="452541"/>
                  </a:cubicBezTo>
                  <a:close/>
                  <a:moveTo>
                    <a:pt x="487772" y="452541"/>
                  </a:moveTo>
                  <a:cubicBezTo>
                    <a:pt x="499045" y="452541"/>
                    <a:pt x="508184" y="461680"/>
                    <a:pt x="508184" y="472954"/>
                  </a:cubicBezTo>
                  <a:cubicBezTo>
                    <a:pt x="508184" y="484228"/>
                    <a:pt x="499045" y="493367"/>
                    <a:pt x="487772" y="493367"/>
                  </a:cubicBezTo>
                  <a:cubicBezTo>
                    <a:pt x="476498" y="493367"/>
                    <a:pt x="467359" y="484228"/>
                    <a:pt x="467359" y="472954"/>
                  </a:cubicBezTo>
                  <a:cubicBezTo>
                    <a:pt x="467359" y="461680"/>
                    <a:pt x="476498" y="452541"/>
                    <a:pt x="487772" y="452541"/>
                  </a:cubicBezTo>
                  <a:close/>
                  <a:moveTo>
                    <a:pt x="438994" y="452541"/>
                  </a:moveTo>
                  <a:cubicBezTo>
                    <a:pt x="450268" y="452541"/>
                    <a:pt x="459407" y="461680"/>
                    <a:pt x="459407" y="472954"/>
                  </a:cubicBezTo>
                  <a:cubicBezTo>
                    <a:pt x="459407" y="484228"/>
                    <a:pt x="450268" y="493367"/>
                    <a:pt x="438994" y="493367"/>
                  </a:cubicBezTo>
                  <a:cubicBezTo>
                    <a:pt x="427721" y="493367"/>
                    <a:pt x="418582" y="484228"/>
                    <a:pt x="418582" y="472954"/>
                  </a:cubicBezTo>
                  <a:cubicBezTo>
                    <a:pt x="418582" y="461680"/>
                    <a:pt x="427721" y="452541"/>
                    <a:pt x="438994" y="452541"/>
                  </a:cubicBezTo>
                  <a:close/>
                  <a:moveTo>
                    <a:pt x="390217" y="452541"/>
                  </a:moveTo>
                  <a:cubicBezTo>
                    <a:pt x="401491" y="452541"/>
                    <a:pt x="410630" y="461680"/>
                    <a:pt x="410630" y="472954"/>
                  </a:cubicBezTo>
                  <a:cubicBezTo>
                    <a:pt x="410630" y="484228"/>
                    <a:pt x="401491" y="493367"/>
                    <a:pt x="390217" y="493367"/>
                  </a:cubicBezTo>
                  <a:cubicBezTo>
                    <a:pt x="378944" y="493367"/>
                    <a:pt x="369805" y="484228"/>
                    <a:pt x="369805" y="472954"/>
                  </a:cubicBezTo>
                  <a:cubicBezTo>
                    <a:pt x="369805" y="461680"/>
                    <a:pt x="378944" y="452541"/>
                    <a:pt x="390217" y="452541"/>
                  </a:cubicBezTo>
                  <a:close/>
                  <a:moveTo>
                    <a:pt x="341440" y="452541"/>
                  </a:moveTo>
                  <a:cubicBezTo>
                    <a:pt x="352714" y="452541"/>
                    <a:pt x="361853" y="461680"/>
                    <a:pt x="361853" y="472954"/>
                  </a:cubicBezTo>
                  <a:cubicBezTo>
                    <a:pt x="361853" y="484228"/>
                    <a:pt x="352714" y="493367"/>
                    <a:pt x="341440" y="493367"/>
                  </a:cubicBezTo>
                  <a:cubicBezTo>
                    <a:pt x="330166" y="493367"/>
                    <a:pt x="321028" y="484228"/>
                    <a:pt x="321028" y="472954"/>
                  </a:cubicBezTo>
                  <a:cubicBezTo>
                    <a:pt x="321028" y="461680"/>
                    <a:pt x="330166" y="452541"/>
                    <a:pt x="341440" y="452541"/>
                  </a:cubicBezTo>
                  <a:close/>
                  <a:moveTo>
                    <a:pt x="292663" y="452541"/>
                  </a:moveTo>
                  <a:cubicBezTo>
                    <a:pt x="303937" y="452541"/>
                    <a:pt x="313076" y="461680"/>
                    <a:pt x="313076" y="472954"/>
                  </a:cubicBezTo>
                  <a:cubicBezTo>
                    <a:pt x="313076" y="484228"/>
                    <a:pt x="303937" y="493367"/>
                    <a:pt x="292663" y="493367"/>
                  </a:cubicBezTo>
                  <a:cubicBezTo>
                    <a:pt x="281389" y="493367"/>
                    <a:pt x="272251" y="484228"/>
                    <a:pt x="272251" y="472954"/>
                  </a:cubicBezTo>
                  <a:cubicBezTo>
                    <a:pt x="272251" y="461680"/>
                    <a:pt x="281389" y="452541"/>
                    <a:pt x="292663" y="452541"/>
                  </a:cubicBezTo>
                  <a:close/>
                  <a:moveTo>
                    <a:pt x="243886" y="452541"/>
                  </a:moveTo>
                  <a:cubicBezTo>
                    <a:pt x="255160" y="452541"/>
                    <a:pt x="264299" y="461680"/>
                    <a:pt x="264299" y="472954"/>
                  </a:cubicBezTo>
                  <a:cubicBezTo>
                    <a:pt x="264299" y="484228"/>
                    <a:pt x="255160" y="493367"/>
                    <a:pt x="243886" y="493367"/>
                  </a:cubicBezTo>
                  <a:cubicBezTo>
                    <a:pt x="232612" y="493367"/>
                    <a:pt x="223473" y="484228"/>
                    <a:pt x="223473" y="472954"/>
                  </a:cubicBezTo>
                  <a:cubicBezTo>
                    <a:pt x="223473" y="461680"/>
                    <a:pt x="232612" y="452541"/>
                    <a:pt x="243886" y="452541"/>
                  </a:cubicBezTo>
                  <a:close/>
                  <a:moveTo>
                    <a:pt x="195109" y="452541"/>
                  </a:moveTo>
                  <a:cubicBezTo>
                    <a:pt x="206383" y="452541"/>
                    <a:pt x="215522" y="461680"/>
                    <a:pt x="215522" y="472954"/>
                  </a:cubicBezTo>
                  <a:cubicBezTo>
                    <a:pt x="215522" y="484228"/>
                    <a:pt x="206383" y="493367"/>
                    <a:pt x="195109" y="493367"/>
                  </a:cubicBezTo>
                  <a:cubicBezTo>
                    <a:pt x="183835" y="493367"/>
                    <a:pt x="174696" y="484228"/>
                    <a:pt x="174696" y="472954"/>
                  </a:cubicBezTo>
                  <a:cubicBezTo>
                    <a:pt x="174696" y="461680"/>
                    <a:pt x="183835" y="452541"/>
                    <a:pt x="195109" y="452541"/>
                  </a:cubicBezTo>
                  <a:close/>
                  <a:moveTo>
                    <a:pt x="146332" y="452541"/>
                  </a:moveTo>
                  <a:cubicBezTo>
                    <a:pt x="157606" y="452541"/>
                    <a:pt x="166745" y="461680"/>
                    <a:pt x="166745" y="472954"/>
                  </a:cubicBezTo>
                  <a:cubicBezTo>
                    <a:pt x="166745" y="484228"/>
                    <a:pt x="157606" y="493367"/>
                    <a:pt x="146332" y="493367"/>
                  </a:cubicBezTo>
                  <a:cubicBezTo>
                    <a:pt x="135058" y="493367"/>
                    <a:pt x="125919" y="484228"/>
                    <a:pt x="125919" y="472954"/>
                  </a:cubicBezTo>
                  <a:cubicBezTo>
                    <a:pt x="125919" y="461680"/>
                    <a:pt x="135058" y="452541"/>
                    <a:pt x="146332" y="452541"/>
                  </a:cubicBezTo>
                  <a:close/>
                  <a:moveTo>
                    <a:pt x="97555" y="452541"/>
                  </a:moveTo>
                  <a:cubicBezTo>
                    <a:pt x="108829" y="452541"/>
                    <a:pt x="117968" y="461680"/>
                    <a:pt x="117968" y="472954"/>
                  </a:cubicBezTo>
                  <a:cubicBezTo>
                    <a:pt x="117968" y="484228"/>
                    <a:pt x="108829" y="493367"/>
                    <a:pt x="97555" y="493367"/>
                  </a:cubicBezTo>
                  <a:cubicBezTo>
                    <a:pt x="86281" y="493367"/>
                    <a:pt x="77142" y="484228"/>
                    <a:pt x="77142" y="472954"/>
                  </a:cubicBezTo>
                  <a:cubicBezTo>
                    <a:pt x="77142" y="461680"/>
                    <a:pt x="86281" y="452541"/>
                    <a:pt x="97555" y="452541"/>
                  </a:cubicBezTo>
                  <a:close/>
                  <a:moveTo>
                    <a:pt x="48778" y="452541"/>
                  </a:moveTo>
                  <a:cubicBezTo>
                    <a:pt x="60052" y="452541"/>
                    <a:pt x="69191" y="461680"/>
                    <a:pt x="69191" y="472954"/>
                  </a:cubicBezTo>
                  <a:cubicBezTo>
                    <a:pt x="69191" y="484228"/>
                    <a:pt x="60052" y="493367"/>
                    <a:pt x="48778" y="493367"/>
                  </a:cubicBezTo>
                  <a:cubicBezTo>
                    <a:pt x="37504" y="493367"/>
                    <a:pt x="28365" y="484228"/>
                    <a:pt x="28365" y="472954"/>
                  </a:cubicBezTo>
                  <a:cubicBezTo>
                    <a:pt x="28365" y="461680"/>
                    <a:pt x="37504" y="452541"/>
                    <a:pt x="48778" y="452541"/>
                  </a:cubicBezTo>
                  <a:close/>
                  <a:moveTo>
                    <a:pt x="2" y="452541"/>
                  </a:moveTo>
                  <a:cubicBezTo>
                    <a:pt x="11275" y="452541"/>
                    <a:pt x="20414" y="461680"/>
                    <a:pt x="20414" y="472954"/>
                  </a:cubicBezTo>
                  <a:cubicBezTo>
                    <a:pt x="20414" y="484228"/>
                    <a:pt x="11275" y="493367"/>
                    <a:pt x="2" y="493367"/>
                  </a:cubicBezTo>
                  <a:lnTo>
                    <a:pt x="0" y="493366"/>
                  </a:lnTo>
                  <a:lnTo>
                    <a:pt x="0" y="452542"/>
                  </a:lnTo>
                  <a:close/>
                  <a:moveTo>
                    <a:pt x="926765" y="398455"/>
                  </a:moveTo>
                  <a:lnTo>
                    <a:pt x="930582" y="399226"/>
                  </a:lnTo>
                  <a:lnTo>
                    <a:pt x="913716" y="434236"/>
                  </a:lnTo>
                  <a:lnTo>
                    <a:pt x="912331" y="433302"/>
                  </a:lnTo>
                  <a:cubicBezTo>
                    <a:pt x="908637" y="429608"/>
                    <a:pt x="906352" y="424505"/>
                    <a:pt x="906352" y="418868"/>
                  </a:cubicBezTo>
                  <a:cubicBezTo>
                    <a:pt x="906352" y="407594"/>
                    <a:pt x="915491" y="398455"/>
                    <a:pt x="926765" y="398455"/>
                  </a:cubicBezTo>
                  <a:close/>
                  <a:moveTo>
                    <a:pt x="877988" y="398455"/>
                  </a:moveTo>
                  <a:cubicBezTo>
                    <a:pt x="889262" y="398455"/>
                    <a:pt x="898401" y="407594"/>
                    <a:pt x="898401" y="418868"/>
                  </a:cubicBezTo>
                  <a:cubicBezTo>
                    <a:pt x="898401" y="430142"/>
                    <a:pt x="889262" y="439281"/>
                    <a:pt x="877988" y="439281"/>
                  </a:cubicBezTo>
                  <a:cubicBezTo>
                    <a:pt x="866714" y="439281"/>
                    <a:pt x="857575" y="430142"/>
                    <a:pt x="857575" y="418868"/>
                  </a:cubicBezTo>
                  <a:cubicBezTo>
                    <a:pt x="857575" y="407594"/>
                    <a:pt x="866714" y="398455"/>
                    <a:pt x="877988" y="398455"/>
                  </a:cubicBezTo>
                  <a:close/>
                  <a:moveTo>
                    <a:pt x="829211" y="398455"/>
                  </a:moveTo>
                  <a:cubicBezTo>
                    <a:pt x="840485" y="398455"/>
                    <a:pt x="849624" y="407594"/>
                    <a:pt x="849624" y="418868"/>
                  </a:cubicBezTo>
                  <a:cubicBezTo>
                    <a:pt x="849624" y="430142"/>
                    <a:pt x="840485" y="439281"/>
                    <a:pt x="829211" y="439281"/>
                  </a:cubicBezTo>
                  <a:cubicBezTo>
                    <a:pt x="817937" y="439281"/>
                    <a:pt x="808798" y="430142"/>
                    <a:pt x="808798" y="418868"/>
                  </a:cubicBezTo>
                  <a:cubicBezTo>
                    <a:pt x="808798" y="407594"/>
                    <a:pt x="817937" y="398455"/>
                    <a:pt x="829211" y="398455"/>
                  </a:cubicBezTo>
                  <a:close/>
                  <a:moveTo>
                    <a:pt x="780434" y="398455"/>
                  </a:moveTo>
                  <a:cubicBezTo>
                    <a:pt x="791708" y="398455"/>
                    <a:pt x="800847" y="407594"/>
                    <a:pt x="800847" y="418868"/>
                  </a:cubicBezTo>
                  <a:cubicBezTo>
                    <a:pt x="800847" y="430142"/>
                    <a:pt x="791708" y="439281"/>
                    <a:pt x="780434" y="439281"/>
                  </a:cubicBezTo>
                  <a:cubicBezTo>
                    <a:pt x="769160" y="439281"/>
                    <a:pt x="760021" y="430142"/>
                    <a:pt x="760021" y="418868"/>
                  </a:cubicBezTo>
                  <a:cubicBezTo>
                    <a:pt x="760021" y="407594"/>
                    <a:pt x="769160" y="398455"/>
                    <a:pt x="780434" y="398455"/>
                  </a:cubicBezTo>
                  <a:close/>
                  <a:moveTo>
                    <a:pt x="731657" y="398455"/>
                  </a:moveTo>
                  <a:cubicBezTo>
                    <a:pt x="742931" y="398455"/>
                    <a:pt x="752070" y="407594"/>
                    <a:pt x="752070" y="418868"/>
                  </a:cubicBezTo>
                  <a:cubicBezTo>
                    <a:pt x="752070" y="430142"/>
                    <a:pt x="742931" y="439281"/>
                    <a:pt x="731657" y="439281"/>
                  </a:cubicBezTo>
                  <a:cubicBezTo>
                    <a:pt x="720383" y="439281"/>
                    <a:pt x="711244" y="430142"/>
                    <a:pt x="711244" y="418868"/>
                  </a:cubicBezTo>
                  <a:cubicBezTo>
                    <a:pt x="711244" y="407594"/>
                    <a:pt x="720383" y="398455"/>
                    <a:pt x="731657" y="398455"/>
                  </a:cubicBezTo>
                  <a:close/>
                  <a:moveTo>
                    <a:pt x="682880" y="398455"/>
                  </a:moveTo>
                  <a:cubicBezTo>
                    <a:pt x="694153" y="398455"/>
                    <a:pt x="703293" y="407594"/>
                    <a:pt x="703293" y="418868"/>
                  </a:cubicBezTo>
                  <a:cubicBezTo>
                    <a:pt x="703293" y="430142"/>
                    <a:pt x="694153" y="439281"/>
                    <a:pt x="682880" y="439281"/>
                  </a:cubicBezTo>
                  <a:cubicBezTo>
                    <a:pt x="671606" y="439281"/>
                    <a:pt x="662467" y="430142"/>
                    <a:pt x="662467" y="418868"/>
                  </a:cubicBezTo>
                  <a:cubicBezTo>
                    <a:pt x="662467" y="407594"/>
                    <a:pt x="671606" y="398455"/>
                    <a:pt x="682880" y="398455"/>
                  </a:cubicBezTo>
                  <a:close/>
                  <a:moveTo>
                    <a:pt x="634103" y="398455"/>
                  </a:moveTo>
                  <a:cubicBezTo>
                    <a:pt x="645377" y="398455"/>
                    <a:pt x="654516" y="407594"/>
                    <a:pt x="654516" y="418868"/>
                  </a:cubicBezTo>
                  <a:cubicBezTo>
                    <a:pt x="654516" y="430142"/>
                    <a:pt x="645377" y="439281"/>
                    <a:pt x="634103" y="439281"/>
                  </a:cubicBezTo>
                  <a:cubicBezTo>
                    <a:pt x="622829" y="439281"/>
                    <a:pt x="613690" y="430142"/>
                    <a:pt x="613690" y="418868"/>
                  </a:cubicBezTo>
                  <a:cubicBezTo>
                    <a:pt x="613690" y="407594"/>
                    <a:pt x="622829" y="398455"/>
                    <a:pt x="634103" y="398455"/>
                  </a:cubicBezTo>
                  <a:close/>
                  <a:moveTo>
                    <a:pt x="585326" y="398455"/>
                  </a:moveTo>
                  <a:cubicBezTo>
                    <a:pt x="596599" y="398455"/>
                    <a:pt x="605738" y="407594"/>
                    <a:pt x="605738" y="418868"/>
                  </a:cubicBezTo>
                  <a:cubicBezTo>
                    <a:pt x="605738" y="430142"/>
                    <a:pt x="596599" y="439281"/>
                    <a:pt x="585326" y="439281"/>
                  </a:cubicBezTo>
                  <a:cubicBezTo>
                    <a:pt x="574052" y="439281"/>
                    <a:pt x="564913" y="430142"/>
                    <a:pt x="564913" y="418868"/>
                  </a:cubicBezTo>
                  <a:cubicBezTo>
                    <a:pt x="564913" y="407594"/>
                    <a:pt x="574052" y="398455"/>
                    <a:pt x="585326" y="398455"/>
                  </a:cubicBezTo>
                  <a:close/>
                  <a:moveTo>
                    <a:pt x="536549" y="398455"/>
                  </a:moveTo>
                  <a:cubicBezTo>
                    <a:pt x="547822" y="398455"/>
                    <a:pt x="556961" y="407594"/>
                    <a:pt x="556961" y="418868"/>
                  </a:cubicBezTo>
                  <a:cubicBezTo>
                    <a:pt x="556961" y="430142"/>
                    <a:pt x="547822" y="439281"/>
                    <a:pt x="536549" y="439281"/>
                  </a:cubicBezTo>
                  <a:cubicBezTo>
                    <a:pt x="525275" y="439281"/>
                    <a:pt x="516136" y="430142"/>
                    <a:pt x="516136" y="418868"/>
                  </a:cubicBezTo>
                  <a:cubicBezTo>
                    <a:pt x="516136" y="407594"/>
                    <a:pt x="525275" y="398455"/>
                    <a:pt x="536549" y="398455"/>
                  </a:cubicBezTo>
                  <a:close/>
                  <a:moveTo>
                    <a:pt x="487772" y="398455"/>
                  </a:moveTo>
                  <a:cubicBezTo>
                    <a:pt x="499045" y="398455"/>
                    <a:pt x="508184" y="407594"/>
                    <a:pt x="508184" y="418868"/>
                  </a:cubicBezTo>
                  <a:cubicBezTo>
                    <a:pt x="508184" y="430142"/>
                    <a:pt x="499045" y="439281"/>
                    <a:pt x="487772" y="439281"/>
                  </a:cubicBezTo>
                  <a:cubicBezTo>
                    <a:pt x="476498" y="439281"/>
                    <a:pt x="467359" y="430142"/>
                    <a:pt x="467359" y="418868"/>
                  </a:cubicBezTo>
                  <a:cubicBezTo>
                    <a:pt x="467359" y="407594"/>
                    <a:pt x="476498" y="398455"/>
                    <a:pt x="487772" y="398455"/>
                  </a:cubicBezTo>
                  <a:close/>
                  <a:moveTo>
                    <a:pt x="438994" y="398455"/>
                  </a:moveTo>
                  <a:cubicBezTo>
                    <a:pt x="450268" y="398455"/>
                    <a:pt x="459407" y="407594"/>
                    <a:pt x="459407" y="418868"/>
                  </a:cubicBezTo>
                  <a:cubicBezTo>
                    <a:pt x="459407" y="430142"/>
                    <a:pt x="450268" y="439281"/>
                    <a:pt x="438994" y="439281"/>
                  </a:cubicBezTo>
                  <a:cubicBezTo>
                    <a:pt x="427721" y="439281"/>
                    <a:pt x="418582" y="430142"/>
                    <a:pt x="418582" y="418868"/>
                  </a:cubicBezTo>
                  <a:cubicBezTo>
                    <a:pt x="418582" y="407594"/>
                    <a:pt x="427721" y="398455"/>
                    <a:pt x="438994" y="398455"/>
                  </a:cubicBezTo>
                  <a:close/>
                  <a:moveTo>
                    <a:pt x="390217" y="398455"/>
                  </a:moveTo>
                  <a:cubicBezTo>
                    <a:pt x="401491" y="398455"/>
                    <a:pt x="410630" y="407594"/>
                    <a:pt x="410630" y="418868"/>
                  </a:cubicBezTo>
                  <a:cubicBezTo>
                    <a:pt x="410630" y="430142"/>
                    <a:pt x="401491" y="439281"/>
                    <a:pt x="390217" y="439281"/>
                  </a:cubicBezTo>
                  <a:cubicBezTo>
                    <a:pt x="378944" y="439281"/>
                    <a:pt x="369805" y="430142"/>
                    <a:pt x="369805" y="418868"/>
                  </a:cubicBezTo>
                  <a:cubicBezTo>
                    <a:pt x="369805" y="407594"/>
                    <a:pt x="378944" y="398455"/>
                    <a:pt x="390217" y="398455"/>
                  </a:cubicBezTo>
                  <a:close/>
                  <a:moveTo>
                    <a:pt x="341440" y="398455"/>
                  </a:moveTo>
                  <a:cubicBezTo>
                    <a:pt x="352714" y="398455"/>
                    <a:pt x="361853" y="407594"/>
                    <a:pt x="361853" y="418868"/>
                  </a:cubicBezTo>
                  <a:cubicBezTo>
                    <a:pt x="361853" y="430142"/>
                    <a:pt x="352714" y="439281"/>
                    <a:pt x="341440" y="439281"/>
                  </a:cubicBezTo>
                  <a:cubicBezTo>
                    <a:pt x="330166" y="439281"/>
                    <a:pt x="321028" y="430142"/>
                    <a:pt x="321028" y="418868"/>
                  </a:cubicBezTo>
                  <a:cubicBezTo>
                    <a:pt x="321028" y="407594"/>
                    <a:pt x="330166" y="398455"/>
                    <a:pt x="341440" y="398455"/>
                  </a:cubicBezTo>
                  <a:close/>
                  <a:moveTo>
                    <a:pt x="292663" y="398455"/>
                  </a:moveTo>
                  <a:cubicBezTo>
                    <a:pt x="303937" y="398455"/>
                    <a:pt x="313076" y="407594"/>
                    <a:pt x="313076" y="418868"/>
                  </a:cubicBezTo>
                  <a:cubicBezTo>
                    <a:pt x="313076" y="430142"/>
                    <a:pt x="303937" y="439281"/>
                    <a:pt x="292663" y="439281"/>
                  </a:cubicBezTo>
                  <a:cubicBezTo>
                    <a:pt x="281389" y="439281"/>
                    <a:pt x="272251" y="430142"/>
                    <a:pt x="272251" y="418868"/>
                  </a:cubicBezTo>
                  <a:cubicBezTo>
                    <a:pt x="272251" y="407594"/>
                    <a:pt x="281389" y="398455"/>
                    <a:pt x="292663" y="398455"/>
                  </a:cubicBezTo>
                  <a:close/>
                  <a:moveTo>
                    <a:pt x="243886" y="398455"/>
                  </a:moveTo>
                  <a:cubicBezTo>
                    <a:pt x="255160" y="398455"/>
                    <a:pt x="264299" y="407594"/>
                    <a:pt x="264299" y="418868"/>
                  </a:cubicBezTo>
                  <a:cubicBezTo>
                    <a:pt x="264299" y="430142"/>
                    <a:pt x="255160" y="439281"/>
                    <a:pt x="243886" y="439281"/>
                  </a:cubicBezTo>
                  <a:cubicBezTo>
                    <a:pt x="232612" y="439281"/>
                    <a:pt x="223473" y="430142"/>
                    <a:pt x="223473" y="418868"/>
                  </a:cubicBezTo>
                  <a:cubicBezTo>
                    <a:pt x="223473" y="407594"/>
                    <a:pt x="232612" y="398455"/>
                    <a:pt x="243886" y="398455"/>
                  </a:cubicBezTo>
                  <a:close/>
                  <a:moveTo>
                    <a:pt x="195109" y="398455"/>
                  </a:moveTo>
                  <a:cubicBezTo>
                    <a:pt x="206383" y="398455"/>
                    <a:pt x="215522" y="407594"/>
                    <a:pt x="215522" y="418868"/>
                  </a:cubicBezTo>
                  <a:cubicBezTo>
                    <a:pt x="215522" y="430142"/>
                    <a:pt x="206383" y="439281"/>
                    <a:pt x="195109" y="439281"/>
                  </a:cubicBezTo>
                  <a:cubicBezTo>
                    <a:pt x="183835" y="439281"/>
                    <a:pt x="174696" y="430142"/>
                    <a:pt x="174696" y="418868"/>
                  </a:cubicBezTo>
                  <a:cubicBezTo>
                    <a:pt x="174696" y="407594"/>
                    <a:pt x="183835" y="398455"/>
                    <a:pt x="195109" y="398455"/>
                  </a:cubicBezTo>
                  <a:close/>
                  <a:moveTo>
                    <a:pt x="146332" y="398455"/>
                  </a:moveTo>
                  <a:cubicBezTo>
                    <a:pt x="157606" y="398455"/>
                    <a:pt x="166745" y="407594"/>
                    <a:pt x="166745" y="418868"/>
                  </a:cubicBezTo>
                  <a:cubicBezTo>
                    <a:pt x="166745" y="430142"/>
                    <a:pt x="157606" y="439281"/>
                    <a:pt x="146332" y="439281"/>
                  </a:cubicBezTo>
                  <a:cubicBezTo>
                    <a:pt x="135058" y="439281"/>
                    <a:pt x="125919" y="430142"/>
                    <a:pt x="125919" y="418868"/>
                  </a:cubicBezTo>
                  <a:cubicBezTo>
                    <a:pt x="125919" y="407594"/>
                    <a:pt x="135058" y="398455"/>
                    <a:pt x="146332" y="398455"/>
                  </a:cubicBezTo>
                  <a:close/>
                  <a:moveTo>
                    <a:pt x="97555" y="398455"/>
                  </a:moveTo>
                  <a:cubicBezTo>
                    <a:pt x="108829" y="398455"/>
                    <a:pt x="117968" y="407594"/>
                    <a:pt x="117968" y="418868"/>
                  </a:cubicBezTo>
                  <a:cubicBezTo>
                    <a:pt x="117968" y="430142"/>
                    <a:pt x="108829" y="439281"/>
                    <a:pt x="97555" y="439281"/>
                  </a:cubicBezTo>
                  <a:cubicBezTo>
                    <a:pt x="86281" y="439281"/>
                    <a:pt x="77142" y="430142"/>
                    <a:pt x="77142" y="418868"/>
                  </a:cubicBezTo>
                  <a:cubicBezTo>
                    <a:pt x="77142" y="407594"/>
                    <a:pt x="86281" y="398455"/>
                    <a:pt x="97555" y="398455"/>
                  </a:cubicBezTo>
                  <a:close/>
                  <a:moveTo>
                    <a:pt x="48778" y="398455"/>
                  </a:moveTo>
                  <a:cubicBezTo>
                    <a:pt x="60052" y="398455"/>
                    <a:pt x="69191" y="407594"/>
                    <a:pt x="69191" y="418868"/>
                  </a:cubicBezTo>
                  <a:cubicBezTo>
                    <a:pt x="69191" y="430142"/>
                    <a:pt x="60052" y="439281"/>
                    <a:pt x="48778" y="439281"/>
                  </a:cubicBezTo>
                  <a:cubicBezTo>
                    <a:pt x="37504" y="439281"/>
                    <a:pt x="28365" y="430142"/>
                    <a:pt x="28365" y="418868"/>
                  </a:cubicBezTo>
                  <a:cubicBezTo>
                    <a:pt x="28365" y="407594"/>
                    <a:pt x="37504" y="398455"/>
                    <a:pt x="48778" y="398455"/>
                  </a:cubicBezTo>
                  <a:close/>
                  <a:moveTo>
                    <a:pt x="2" y="398455"/>
                  </a:moveTo>
                  <a:cubicBezTo>
                    <a:pt x="11275" y="398455"/>
                    <a:pt x="20414" y="407594"/>
                    <a:pt x="20414" y="418868"/>
                  </a:cubicBezTo>
                  <a:cubicBezTo>
                    <a:pt x="20414" y="430142"/>
                    <a:pt x="11275" y="439281"/>
                    <a:pt x="2" y="439281"/>
                  </a:cubicBezTo>
                  <a:lnTo>
                    <a:pt x="0" y="439280"/>
                  </a:lnTo>
                  <a:lnTo>
                    <a:pt x="0" y="398456"/>
                  </a:lnTo>
                  <a:close/>
                  <a:moveTo>
                    <a:pt x="926765" y="344369"/>
                  </a:moveTo>
                  <a:cubicBezTo>
                    <a:pt x="932402" y="344369"/>
                    <a:pt x="937505" y="346654"/>
                    <a:pt x="941199" y="350348"/>
                  </a:cubicBezTo>
                  <a:lnTo>
                    <a:pt x="945200" y="360008"/>
                  </a:lnTo>
                  <a:lnTo>
                    <a:pt x="937178" y="381927"/>
                  </a:lnTo>
                  <a:lnTo>
                    <a:pt x="934711" y="383591"/>
                  </a:lnTo>
                  <a:cubicBezTo>
                    <a:pt x="932268" y="384624"/>
                    <a:pt x="929583" y="385195"/>
                    <a:pt x="926765" y="385195"/>
                  </a:cubicBezTo>
                  <a:cubicBezTo>
                    <a:pt x="915491" y="385195"/>
                    <a:pt x="906352" y="376056"/>
                    <a:pt x="906352" y="364782"/>
                  </a:cubicBezTo>
                  <a:cubicBezTo>
                    <a:pt x="906352" y="353508"/>
                    <a:pt x="915491" y="344369"/>
                    <a:pt x="926765" y="344369"/>
                  </a:cubicBezTo>
                  <a:close/>
                  <a:moveTo>
                    <a:pt x="877988" y="344369"/>
                  </a:moveTo>
                  <a:cubicBezTo>
                    <a:pt x="889262" y="344369"/>
                    <a:pt x="898401" y="353508"/>
                    <a:pt x="898401" y="364782"/>
                  </a:cubicBezTo>
                  <a:cubicBezTo>
                    <a:pt x="898401" y="376056"/>
                    <a:pt x="889262" y="385195"/>
                    <a:pt x="877988" y="385195"/>
                  </a:cubicBezTo>
                  <a:cubicBezTo>
                    <a:pt x="866714" y="385195"/>
                    <a:pt x="857575" y="376056"/>
                    <a:pt x="857575" y="364782"/>
                  </a:cubicBezTo>
                  <a:cubicBezTo>
                    <a:pt x="857575" y="353508"/>
                    <a:pt x="866714" y="344369"/>
                    <a:pt x="877988" y="344369"/>
                  </a:cubicBezTo>
                  <a:close/>
                  <a:moveTo>
                    <a:pt x="829211" y="344369"/>
                  </a:moveTo>
                  <a:cubicBezTo>
                    <a:pt x="840485" y="344369"/>
                    <a:pt x="849624" y="353508"/>
                    <a:pt x="849624" y="364782"/>
                  </a:cubicBezTo>
                  <a:cubicBezTo>
                    <a:pt x="849624" y="376056"/>
                    <a:pt x="840485" y="385195"/>
                    <a:pt x="829211" y="385195"/>
                  </a:cubicBezTo>
                  <a:cubicBezTo>
                    <a:pt x="817937" y="385195"/>
                    <a:pt x="808798" y="376056"/>
                    <a:pt x="808798" y="364782"/>
                  </a:cubicBezTo>
                  <a:cubicBezTo>
                    <a:pt x="808798" y="353508"/>
                    <a:pt x="817937" y="344369"/>
                    <a:pt x="829211" y="344369"/>
                  </a:cubicBezTo>
                  <a:close/>
                  <a:moveTo>
                    <a:pt x="780434" y="344369"/>
                  </a:moveTo>
                  <a:cubicBezTo>
                    <a:pt x="791708" y="344369"/>
                    <a:pt x="800847" y="353508"/>
                    <a:pt x="800847" y="364782"/>
                  </a:cubicBezTo>
                  <a:cubicBezTo>
                    <a:pt x="800847" y="376056"/>
                    <a:pt x="791708" y="385195"/>
                    <a:pt x="780434" y="385195"/>
                  </a:cubicBezTo>
                  <a:cubicBezTo>
                    <a:pt x="769160" y="385195"/>
                    <a:pt x="760021" y="376056"/>
                    <a:pt x="760021" y="364782"/>
                  </a:cubicBezTo>
                  <a:cubicBezTo>
                    <a:pt x="760021" y="353508"/>
                    <a:pt x="769160" y="344369"/>
                    <a:pt x="780434" y="344369"/>
                  </a:cubicBezTo>
                  <a:close/>
                  <a:moveTo>
                    <a:pt x="731657" y="344369"/>
                  </a:moveTo>
                  <a:cubicBezTo>
                    <a:pt x="742931" y="344369"/>
                    <a:pt x="752070" y="353508"/>
                    <a:pt x="752070" y="364782"/>
                  </a:cubicBezTo>
                  <a:cubicBezTo>
                    <a:pt x="752070" y="376056"/>
                    <a:pt x="742931" y="385195"/>
                    <a:pt x="731657" y="385195"/>
                  </a:cubicBezTo>
                  <a:cubicBezTo>
                    <a:pt x="720383" y="385195"/>
                    <a:pt x="711244" y="376056"/>
                    <a:pt x="711244" y="364782"/>
                  </a:cubicBezTo>
                  <a:cubicBezTo>
                    <a:pt x="711244" y="353508"/>
                    <a:pt x="720383" y="344369"/>
                    <a:pt x="731657" y="344369"/>
                  </a:cubicBezTo>
                  <a:close/>
                  <a:moveTo>
                    <a:pt x="682880" y="344369"/>
                  </a:moveTo>
                  <a:cubicBezTo>
                    <a:pt x="694153" y="344369"/>
                    <a:pt x="703293" y="353508"/>
                    <a:pt x="703293" y="364782"/>
                  </a:cubicBezTo>
                  <a:cubicBezTo>
                    <a:pt x="703293" y="376056"/>
                    <a:pt x="694153" y="385195"/>
                    <a:pt x="682880" y="385195"/>
                  </a:cubicBezTo>
                  <a:cubicBezTo>
                    <a:pt x="671606" y="385195"/>
                    <a:pt x="662467" y="376056"/>
                    <a:pt x="662467" y="364782"/>
                  </a:cubicBezTo>
                  <a:cubicBezTo>
                    <a:pt x="662467" y="353508"/>
                    <a:pt x="671606" y="344369"/>
                    <a:pt x="682880" y="344369"/>
                  </a:cubicBezTo>
                  <a:close/>
                  <a:moveTo>
                    <a:pt x="634103" y="344369"/>
                  </a:moveTo>
                  <a:cubicBezTo>
                    <a:pt x="645377" y="344369"/>
                    <a:pt x="654516" y="353508"/>
                    <a:pt x="654516" y="364782"/>
                  </a:cubicBezTo>
                  <a:cubicBezTo>
                    <a:pt x="654516" y="376056"/>
                    <a:pt x="645377" y="385195"/>
                    <a:pt x="634103" y="385195"/>
                  </a:cubicBezTo>
                  <a:cubicBezTo>
                    <a:pt x="622829" y="385195"/>
                    <a:pt x="613690" y="376056"/>
                    <a:pt x="613690" y="364782"/>
                  </a:cubicBezTo>
                  <a:cubicBezTo>
                    <a:pt x="613690" y="353508"/>
                    <a:pt x="622829" y="344369"/>
                    <a:pt x="634103" y="344369"/>
                  </a:cubicBezTo>
                  <a:close/>
                  <a:moveTo>
                    <a:pt x="585326" y="344369"/>
                  </a:moveTo>
                  <a:cubicBezTo>
                    <a:pt x="596599" y="344369"/>
                    <a:pt x="605738" y="353508"/>
                    <a:pt x="605738" y="364782"/>
                  </a:cubicBezTo>
                  <a:cubicBezTo>
                    <a:pt x="605738" y="376056"/>
                    <a:pt x="596599" y="385195"/>
                    <a:pt x="585326" y="385195"/>
                  </a:cubicBezTo>
                  <a:cubicBezTo>
                    <a:pt x="574052" y="385195"/>
                    <a:pt x="564913" y="376056"/>
                    <a:pt x="564913" y="364782"/>
                  </a:cubicBezTo>
                  <a:cubicBezTo>
                    <a:pt x="564913" y="353508"/>
                    <a:pt x="574052" y="344369"/>
                    <a:pt x="585326" y="344369"/>
                  </a:cubicBezTo>
                  <a:close/>
                  <a:moveTo>
                    <a:pt x="536549" y="344369"/>
                  </a:moveTo>
                  <a:cubicBezTo>
                    <a:pt x="547822" y="344369"/>
                    <a:pt x="556961" y="353508"/>
                    <a:pt x="556961" y="364782"/>
                  </a:cubicBezTo>
                  <a:cubicBezTo>
                    <a:pt x="556961" y="376056"/>
                    <a:pt x="547822" y="385195"/>
                    <a:pt x="536549" y="385195"/>
                  </a:cubicBezTo>
                  <a:cubicBezTo>
                    <a:pt x="525275" y="385195"/>
                    <a:pt x="516136" y="376056"/>
                    <a:pt x="516136" y="364782"/>
                  </a:cubicBezTo>
                  <a:cubicBezTo>
                    <a:pt x="516136" y="353508"/>
                    <a:pt x="525275" y="344369"/>
                    <a:pt x="536549" y="344369"/>
                  </a:cubicBezTo>
                  <a:close/>
                  <a:moveTo>
                    <a:pt x="487772" y="344369"/>
                  </a:moveTo>
                  <a:cubicBezTo>
                    <a:pt x="499045" y="344369"/>
                    <a:pt x="508184" y="353508"/>
                    <a:pt x="508184" y="364782"/>
                  </a:cubicBezTo>
                  <a:cubicBezTo>
                    <a:pt x="508184" y="376056"/>
                    <a:pt x="499045" y="385195"/>
                    <a:pt x="487772" y="385195"/>
                  </a:cubicBezTo>
                  <a:cubicBezTo>
                    <a:pt x="476498" y="385195"/>
                    <a:pt x="467359" y="376056"/>
                    <a:pt x="467359" y="364782"/>
                  </a:cubicBezTo>
                  <a:cubicBezTo>
                    <a:pt x="467359" y="353508"/>
                    <a:pt x="476498" y="344369"/>
                    <a:pt x="487772" y="344369"/>
                  </a:cubicBezTo>
                  <a:close/>
                  <a:moveTo>
                    <a:pt x="438994" y="344369"/>
                  </a:moveTo>
                  <a:cubicBezTo>
                    <a:pt x="450268" y="344369"/>
                    <a:pt x="459407" y="353508"/>
                    <a:pt x="459407" y="364782"/>
                  </a:cubicBezTo>
                  <a:cubicBezTo>
                    <a:pt x="459407" y="376056"/>
                    <a:pt x="450268" y="385195"/>
                    <a:pt x="438994" y="385195"/>
                  </a:cubicBezTo>
                  <a:cubicBezTo>
                    <a:pt x="427721" y="385195"/>
                    <a:pt x="418582" y="376056"/>
                    <a:pt x="418582" y="364782"/>
                  </a:cubicBezTo>
                  <a:cubicBezTo>
                    <a:pt x="418582" y="353508"/>
                    <a:pt x="427721" y="344369"/>
                    <a:pt x="438994" y="344369"/>
                  </a:cubicBezTo>
                  <a:close/>
                  <a:moveTo>
                    <a:pt x="390217" y="344369"/>
                  </a:moveTo>
                  <a:cubicBezTo>
                    <a:pt x="401491" y="344369"/>
                    <a:pt x="410630" y="353508"/>
                    <a:pt x="410630" y="364782"/>
                  </a:cubicBezTo>
                  <a:cubicBezTo>
                    <a:pt x="410630" y="376056"/>
                    <a:pt x="401491" y="385195"/>
                    <a:pt x="390217" y="385195"/>
                  </a:cubicBezTo>
                  <a:cubicBezTo>
                    <a:pt x="378944" y="385195"/>
                    <a:pt x="369805" y="376056"/>
                    <a:pt x="369805" y="364782"/>
                  </a:cubicBezTo>
                  <a:cubicBezTo>
                    <a:pt x="369805" y="353508"/>
                    <a:pt x="378944" y="344369"/>
                    <a:pt x="390217" y="344369"/>
                  </a:cubicBezTo>
                  <a:close/>
                  <a:moveTo>
                    <a:pt x="341440" y="344369"/>
                  </a:moveTo>
                  <a:cubicBezTo>
                    <a:pt x="352714" y="344369"/>
                    <a:pt x="361853" y="353508"/>
                    <a:pt x="361853" y="364782"/>
                  </a:cubicBezTo>
                  <a:cubicBezTo>
                    <a:pt x="361853" y="376056"/>
                    <a:pt x="352714" y="385195"/>
                    <a:pt x="341440" y="385195"/>
                  </a:cubicBezTo>
                  <a:cubicBezTo>
                    <a:pt x="330166" y="385195"/>
                    <a:pt x="321028" y="376056"/>
                    <a:pt x="321028" y="364782"/>
                  </a:cubicBezTo>
                  <a:cubicBezTo>
                    <a:pt x="321028" y="353508"/>
                    <a:pt x="330166" y="344369"/>
                    <a:pt x="341440" y="344369"/>
                  </a:cubicBezTo>
                  <a:close/>
                  <a:moveTo>
                    <a:pt x="292663" y="344369"/>
                  </a:moveTo>
                  <a:cubicBezTo>
                    <a:pt x="303937" y="344369"/>
                    <a:pt x="313076" y="353508"/>
                    <a:pt x="313076" y="364782"/>
                  </a:cubicBezTo>
                  <a:cubicBezTo>
                    <a:pt x="313076" y="376056"/>
                    <a:pt x="303937" y="385195"/>
                    <a:pt x="292663" y="385195"/>
                  </a:cubicBezTo>
                  <a:cubicBezTo>
                    <a:pt x="281389" y="385195"/>
                    <a:pt x="272251" y="376056"/>
                    <a:pt x="272251" y="364782"/>
                  </a:cubicBezTo>
                  <a:cubicBezTo>
                    <a:pt x="272251" y="353508"/>
                    <a:pt x="281389" y="344369"/>
                    <a:pt x="292663" y="344369"/>
                  </a:cubicBezTo>
                  <a:close/>
                  <a:moveTo>
                    <a:pt x="243886" y="344369"/>
                  </a:moveTo>
                  <a:cubicBezTo>
                    <a:pt x="255160" y="344369"/>
                    <a:pt x="264299" y="353508"/>
                    <a:pt x="264299" y="364782"/>
                  </a:cubicBezTo>
                  <a:cubicBezTo>
                    <a:pt x="264299" y="376056"/>
                    <a:pt x="255160" y="385195"/>
                    <a:pt x="243886" y="385195"/>
                  </a:cubicBezTo>
                  <a:cubicBezTo>
                    <a:pt x="232612" y="385195"/>
                    <a:pt x="223473" y="376056"/>
                    <a:pt x="223473" y="364782"/>
                  </a:cubicBezTo>
                  <a:cubicBezTo>
                    <a:pt x="223473" y="353508"/>
                    <a:pt x="232612" y="344369"/>
                    <a:pt x="243886" y="344369"/>
                  </a:cubicBezTo>
                  <a:close/>
                  <a:moveTo>
                    <a:pt x="195109" y="344369"/>
                  </a:moveTo>
                  <a:cubicBezTo>
                    <a:pt x="206383" y="344369"/>
                    <a:pt x="215522" y="353508"/>
                    <a:pt x="215522" y="364782"/>
                  </a:cubicBezTo>
                  <a:cubicBezTo>
                    <a:pt x="215522" y="376056"/>
                    <a:pt x="206383" y="385195"/>
                    <a:pt x="195109" y="385195"/>
                  </a:cubicBezTo>
                  <a:cubicBezTo>
                    <a:pt x="183835" y="385195"/>
                    <a:pt x="174696" y="376056"/>
                    <a:pt x="174696" y="364782"/>
                  </a:cubicBezTo>
                  <a:cubicBezTo>
                    <a:pt x="174696" y="353508"/>
                    <a:pt x="183835" y="344369"/>
                    <a:pt x="195109" y="344369"/>
                  </a:cubicBezTo>
                  <a:close/>
                  <a:moveTo>
                    <a:pt x="146332" y="344369"/>
                  </a:moveTo>
                  <a:cubicBezTo>
                    <a:pt x="157606" y="344369"/>
                    <a:pt x="166745" y="353508"/>
                    <a:pt x="166745" y="364782"/>
                  </a:cubicBezTo>
                  <a:cubicBezTo>
                    <a:pt x="166745" y="376056"/>
                    <a:pt x="157606" y="385195"/>
                    <a:pt x="146332" y="385195"/>
                  </a:cubicBezTo>
                  <a:cubicBezTo>
                    <a:pt x="135058" y="385195"/>
                    <a:pt x="125919" y="376056"/>
                    <a:pt x="125919" y="364782"/>
                  </a:cubicBezTo>
                  <a:cubicBezTo>
                    <a:pt x="125919" y="353508"/>
                    <a:pt x="135058" y="344369"/>
                    <a:pt x="146332" y="344369"/>
                  </a:cubicBezTo>
                  <a:close/>
                  <a:moveTo>
                    <a:pt x="97555" y="344369"/>
                  </a:moveTo>
                  <a:cubicBezTo>
                    <a:pt x="108829" y="344369"/>
                    <a:pt x="117968" y="353508"/>
                    <a:pt x="117968" y="364782"/>
                  </a:cubicBezTo>
                  <a:cubicBezTo>
                    <a:pt x="117968" y="376056"/>
                    <a:pt x="108829" y="385195"/>
                    <a:pt x="97555" y="385195"/>
                  </a:cubicBezTo>
                  <a:cubicBezTo>
                    <a:pt x="86281" y="385195"/>
                    <a:pt x="77142" y="376056"/>
                    <a:pt x="77142" y="364782"/>
                  </a:cubicBezTo>
                  <a:cubicBezTo>
                    <a:pt x="77142" y="353508"/>
                    <a:pt x="86281" y="344369"/>
                    <a:pt x="97555" y="344369"/>
                  </a:cubicBezTo>
                  <a:close/>
                  <a:moveTo>
                    <a:pt x="48778" y="344369"/>
                  </a:moveTo>
                  <a:cubicBezTo>
                    <a:pt x="60052" y="344369"/>
                    <a:pt x="69191" y="353508"/>
                    <a:pt x="69191" y="364782"/>
                  </a:cubicBezTo>
                  <a:cubicBezTo>
                    <a:pt x="69191" y="376056"/>
                    <a:pt x="60052" y="385195"/>
                    <a:pt x="48778" y="385195"/>
                  </a:cubicBezTo>
                  <a:cubicBezTo>
                    <a:pt x="37504" y="385195"/>
                    <a:pt x="28365" y="376056"/>
                    <a:pt x="28365" y="364782"/>
                  </a:cubicBezTo>
                  <a:cubicBezTo>
                    <a:pt x="28365" y="353508"/>
                    <a:pt x="37504" y="344369"/>
                    <a:pt x="48778" y="344369"/>
                  </a:cubicBezTo>
                  <a:close/>
                  <a:moveTo>
                    <a:pt x="2" y="344369"/>
                  </a:moveTo>
                  <a:cubicBezTo>
                    <a:pt x="11275" y="344369"/>
                    <a:pt x="20414" y="353508"/>
                    <a:pt x="20414" y="364782"/>
                  </a:cubicBezTo>
                  <a:cubicBezTo>
                    <a:pt x="20414" y="376056"/>
                    <a:pt x="11275" y="385195"/>
                    <a:pt x="2" y="385195"/>
                  </a:cubicBezTo>
                  <a:lnTo>
                    <a:pt x="0" y="385194"/>
                  </a:lnTo>
                  <a:lnTo>
                    <a:pt x="0" y="344370"/>
                  </a:lnTo>
                  <a:close/>
                  <a:moveTo>
                    <a:pt x="968876" y="291629"/>
                  </a:moveTo>
                  <a:lnTo>
                    <a:pt x="965684" y="304041"/>
                  </a:lnTo>
                  <a:lnTo>
                    <a:pt x="959440" y="321103"/>
                  </a:lnTo>
                  <a:lnTo>
                    <a:pt x="955129" y="310696"/>
                  </a:lnTo>
                  <a:cubicBezTo>
                    <a:pt x="955129" y="302240"/>
                    <a:pt x="960270" y="294986"/>
                    <a:pt x="967596" y="291887"/>
                  </a:cubicBezTo>
                  <a:close/>
                  <a:moveTo>
                    <a:pt x="926765" y="290283"/>
                  </a:moveTo>
                  <a:cubicBezTo>
                    <a:pt x="938039" y="290283"/>
                    <a:pt x="947178" y="299422"/>
                    <a:pt x="947178" y="310696"/>
                  </a:cubicBezTo>
                  <a:cubicBezTo>
                    <a:pt x="947178" y="321970"/>
                    <a:pt x="938039" y="331108"/>
                    <a:pt x="926765" y="331108"/>
                  </a:cubicBezTo>
                  <a:cubicBezTo>
                    <a:pt x="915491" y="331108"/>
                    <a:pt x="906352" y="321970"/>
                    <a:pt x="906352" y="310696"/>
                  </a:cubicBezTo>
                  <a:cubicBezTo>
                    <a:pt x="906352" y="299422"/>
                    <a:pt x="915491" y="290283"/>
                    <a:pt x="926765" y="290283"/>
                  </a:cubicBezTo>
                  <a:close/>
                  <a:moveTo>
                    <a:pt x="877988" y="290283"/>
                  </a:moveTo>
                  <a:cubicBezTo>
                    <a:pt x="889262" y="290283"/>
                    <a:pt x="898401" y="299422"/>
                    <a:pt x="898401" y="310696"/>
                  </a:cubicBezTo>
                  <a:cubicBezTo>
                    <a:pt x="898401" y="321970"/>
                    <a:pt x="889262" y="331108"/>
                    <a:pt x="877988" y="331108"/>
                  </a:cubicBezTo>
                  <a:cubicBezTo>
                    <a:pt x="866714" y="331108"/>
                    <a:pt x="857575" y="321970"/>
                    <a:pt x="857575" y="310696"/>
                  </a:cubicBezTo>
                  <a:cubicBezTo>
                    <a:pt x="857575" y="299422"/>
                    <a:pt x="866714" y="290283"/>
                    <a:pt x="877988" y="290283"/>
                  </a:cubicBezTo>
                  <a:close/>
                  <a:moveTo>
                    <a:pt x="829211" y="290283"/>
                  </a:moveTo>
                  <a:cubicBezTo>
                    <a:pt x="840485" y="290283"/>
                    <a:pt x="849624" y="299422"/>
                    <a:pt x="849624" y="310696"/>
                  </a:cubicBezTo>
                  <a:cubicBezTo>
                    <a:pt x="849624" y="321970"/>
                    <a:pt x="840485" y="331108"/>
                    <a:pt x="829211" y="331108"/>
                  </a:cubicBezTo>
                  <a:cubicBezTo>
                    <a:pt x="817937" y="331108"/>
                    <a:pt x="808798" y="321970"/>
                    <a:pt x="808798" y="310696"/>
                  </a:cubicBezTo>
                  <a:cubicBezTo>
                    <a:pt x="808798" y="299422"/>
                    <a:pt x="817937" y="290283"/>
                    <a:pt x="829211" y="290283"/>
                  </a:cubicBezTo>
                  <a:close/>
                  <a:moveTo>
                    <a:pt x="780434" y="290283"/>
                  </a:moveTo>
                  <a:cubicBezTo>
                    <a:pt x="791708" y="290283"/>
                    <a:pt x="800847" y="299422"/>
                    <a:pt x="800847" y="310696"/>
                  </a:cubicBezTo>
                  <a:cubicBezTo>
                    <a:pt x="800847" y="321970"/>
                    <a:pt x="791708" y="331108"/>
                    <a:pt x="780434" y="331108"/>
                  </a:cubicBezTo>
                  <a:cubicBezTo>
                    <a:pt x="769160" y="331108"/>
                    <a:pt x="760021" y="321970"/>
                    <a:pt x="760021" y="310696"/>
                  </a:cubicBezTo>
                  <a:cubicBezTo>
                    <a:pt x="760021" y="299422"/>
                    <a:pt x="769160" y="290283"/>
                    <a:pt x="780434" y="290283"/>
                  </a:cubicBezTo>
                  <a:close/>
                  <a:moveTo>
                    <a:pt x="731657" y="290283"/>
                  </a:moveTo>
                  <a:cubicBezTo>
                    <a:pt x="742931" y="290283"/>
                    <a:pt x="752070" y="299422"/>
                    <a:pt x="752070" y="310696"/>
                  </a:cubicBezTo>
                  <a:cubicBezTo>
                    <a:pt x="752070" y="321970"/>
                    <a:pt x="742931" y="331108"/>
                    <a:pt x="731657" y="331108"/>
                  </a:cubicBezTo>
                  <a:cubicBezTo>
                    <a:pt x="720383" y="331108"/>
                    <a:pt x="711244" y="321970"/>
                    <a:pt x="711244" y="310696"/>
                  </a:cubicBezTo>
                  <a:cubicBezTo>
                    <a:pt x="711244" y="299422"/>
                    <a:pt x="720383" y="290283"/>
                    <a:pt x="731657" y="290283"/>
                  </a:cubicBezTo>
                  <a:close/>
                  <a:moveTo>
                    <a:pt x="682880" y="290283"/>
                  </a:moveTo>
                  <a:cubicBezTo>
                    <a:pt x="694153" y="290283"/>
                    <a:pt x="703293" y="299422"/>
                    <a:pt x="703293" y="310696"/>
                  </a:cubicBezTo>
                  <a:cubicBezTo>
                    <a:pt x="703293" y="321970"/>
                    <a:pt x="694153" y="331108"/>
                    <a:pt x="682880" y="331108"/>
                  </a:cubicBezTo>
                  <a:cubicBezTo>
                    <a:pt x="671606" y="331108"/>
                    <a:pt x="662467" y="321970"/>
                    <a:pt x="662467" y="310696"/>
                  </a:cubicBezTo>
                  <a:cubicBezTo>
                    <a:pt x="662467" y="299422"/>
                    <a:pt x="671606" y="290283"/>
                    <a:pt x="682880" y="290283"/>
                  </a:cubicBezTo>
                  <a:close/>
                  <a:moveTo>
                    <a:pt x="634103" y="290283"/>
                  </a:moveTo>
                  <a:cubicBezTo>
                    <a:pt x="645377" y="290283"/>
                    <a:pt x="654516" y="299422"/>
                    <a:pt x="654516" y="310696"/>
                  </a:cubicBezTo>
                  <a:cubicBezTo>
                    <a:pt x="654516" y="321970"/>
                    <a:pt x="645377" y="331108"/>
                    <a:pt x="634103" y="331108"/>
                  </a:cubicBezTo>
                  <a:cubicBezTo>
                    <a:pt x="622829" y="331108"/>
                    <a:pt x="613690" y="321970"/>
                    <a:pt x="613690" y="310696"/>
                  </a:cubicBezTo>
                  <a:cubicBezTo>
                    <a:pt x="613690" y="299422"/>
                    <a:pt x="622829" y="290283"/>
                    <a:pt x="634103" y="290283"/>
                  </a:cubicBezTo>
                  <a:close/>
                  <a:moveTo>
                    <a:pt x="585326" y="290283"/>
                  </a:moveTo>
                  <a:cubicBezTo>
                    <a:pt x="596599" y="290283"/>
                    <a:pt x="605738" y="299422"/>
                    <a:pt x="605738" y="310696"/>
                  </a:cubicBezTo>
                  <a:cubicBezTo>
                    <a:pt x="605738" y="321970"/>
                    <a:pt x="596599" y="331108"/>
                    <a:pt x="585326" y="331108"/>
                  </a:cubicBezTo>
                  <a:cubicBezTo>
                    <a:pt x="574052" y="331108"/>
                    <a:pt x="564913" y="321970"/>
                    <a:pt x="564913" y="310696"/>
                  </a:cubicBezTo>
                  <a:cubicBezTo>
                    <a:pt x="564913" y="299422"/>
                    <a:pt x="574052" y="290283"/>
                    <a:pt x="585326" y="290283"/>
                  </a:cubicBezTo>
                  <a:close/>
                  <a:moveTo>
                    <a:pt x="536549" y="290283"/>
                  </a:moveTo>
                  <a:cubicBezTo>
                    <a:pt x="547822" y="290283"/>
                    <a:pt x="556961" y="299422"/>
                    <a:pt x="556961" y="310696"/>
                  </a:cubicBezTo>
                  <a:cubicBezTo>
                    <a:pt x="556961" y="321970"/>
                    <a:pt x="547822" y="331108"/>
                    <a:pt x="536549" y="331108"/>
                  </a:cubicBezTo>
                  <a:cubicBezTo>
                    <a:pt x="525275" y="331108"/>
                    <a:pt x="516136" y="321970"/>
                    <a:pt x="516136" y="310696"/>
                  </a:cubicBezTo>
                  <a:cubicBezTo>
                    <a:pt x="516136" y="299422"/>
                    <a:pt x="525275" y="290283"/>
                    <a:pt x="536549" y="290283"/>
                  </a:cubicBezTo>
                  <a:close/>
                  <a:moveTo>
                    <a:pt x="487772" y="290283"/>
                  </a:moveTo>
                  <a:cubicBezTo>
                    <a:pt x="499045" y="290283"/>
                    <a:pt x="508184" y="299422"/>
                    <a:pt x="508184" y="310696"/>
                  </a:cubicBezTo>
                  <a:cubicBezTo>
                    <a:pt x="508184" y="321970"/>
                    <a:pt x="499045" y="331108"/>
                    <a:pt x="487772" y="331108"/>
                  </a:cubicBezTo>
                  <a:cubicBezTo>
                    <a:pt x="476498" y="331108"/>
                    <a:pt x="467359" y="321970"/>
                    <a:pt x="467359" y="310696"/>
                  </a:cubicBezTo>
                  <a:cubicBezTo>
                    <a:pt x="467359" y="299422"/>
                    <a:pt x="476498" y="290283"/>
                    <a:pt x="487772" y="290283"/>
                  </a:cubicBezTo>
                  <a:close/>
                  <a:moveTo>
                    <a:pt x="438994" y="290283"/>
                  </a:moveTo>
                  <a:cubicBezTo>
                    <a:pt x="450268" y="290283"/>
                    <a:pt x="459407" y="299422"/>
                    <a:pt x="459407" y="310696"/>
                  </a:cubicBezTo>
                  <a:cubicBezTo>
                    <a:pt x="459407" y="321970"/>
                    <a:pt x="450268" y="331108"/>
                    <a:pt x="438994" y="331108"/>
                  </a:cubicBezTo>
                  <a:cubicBezTo>
                    <a:pt x="427721" y="331108"/>
                    <a:pt x="418582" y="321970"/>
                    <a:pt x="418582" y="310696"/>
                  </a:cubicBezTo>
                  <a:cubicBezTo>
                    <a:pt x="418582" y="299422"/>
                    <a:pt x="427721" y="290283"/>
                    <a:pt x="438994" y="290283"/>
                  </a:cubicBezTo>
                  <a:close/>
                  <a:moveTo>
                    <a:pt x="390217" y="290283"/>
                  </a:moveTo>
                  <a:cubicBezTo>
                    <a:pt x="401491" y="290283"/>
                    <a:pt x="410630" y="299422"/>
                    <a:pt x="410630" y="310696"/>
                  </a:cubicBezTo>
                  <a:cubicBezTo>
                    <a:pt x="410630" y="321970"/>
                    <a:pt x="401491" y="331108"/>
                    <a:pt x="390217" y="331108"/>
                  </a:cubicBezTo>
                  <a:cubicBezTo>
                    <a:pt x="378944" y="331108"/>
                    <a:pt x="369805" y="321970"/>
                    <a:pt x="369805" y="310696"/>
                  </a:cubicBezTo>
                  <a:cubicBezTo>
                    <a:pt x="369805" y="299422"/>
                    <a:pt x="378944" y="290283"/>
                    <a:pt x="390217" y="290283"/>
                  </a:cubicBezTo>
                  <a:close/>
                  <a:moveTo>
                    <a:pt x="341440" y="290283"/>
                  </a:moveTo>
                  <a:cubicBezTo>
                    <a:pt x="352714" y="290283"/>
                    <a:pt x="361853" y="299422"/>
                    <a:pt x="361853" y="310696"/>
                  </a:cubicBezTo>
                  <a:cubicBezTo>
                    <a:pt x="361853" y="321970"/>
                    <a:pt x="352714" y="331108"/>
                    <a:pt x="341440" y="331108"/>
                  </a:cubicBezTo>
                  <a:cubicBezTo>
                    <a:pt x="330166" y="331108"/>
                    <a:pt x="321028" y="321970"/>
                    <a:pt x="321028" y="310696"/>
                  </a:cubicBezTo>
                  <a:cubicBezTo>
                    <a:pt x="321028" y="299422"/>
                    <a:pt x="330166" y="290283"/>
                    <a:pt x="341440" y="290283"/>
                  </a:cubicBezTo>
                  <a:close/>
                  <a:moveTo>
                    <a:pt x="292663" y="290283"/>
                  </a:moveTo>
                  <a:cubicBezTo>
                    <a:pt x="303937" y="290283"/>
                    <a:pt x="313076" y="299422"/>
                    <a:pt x="313076" y="310696"/>
                  </a:cubicBezTo>
                  <a:cubicBezTo>
                    <a:pt x="313076" y="321970"/>
                    <a:pt x="303937" y="331108"/>
                    <a:pt x="292663" y="331108"/>
                  </a:cubicBezTo>
                  <a:cubicBezTo>
                    <a:pt x="281389" y="331108"/>
                    <a:pt x="272251" y="321970"/>
                    <a:pt x="272251" y="310696"/>
                  </a:cubicBezTo>
                  <a:cubicBezTo>
                    <a:pt x="272251" y="299422"/>
                    <a:pt x="281389" y="290283"/>
                    <a:pt x="292663" y="290283"/>
                  </a:cubicBezTo>
                  <a:close/>
                  <a:moveTo>
                    <a:pt x="243886" y="290283"/>
                  </a:moveTo>
                  <a:cubicBezTo>
                    <a:pt x="255160" y="290283"/>
                    <a:pt x="264299" y="299422"/>
                    <a:pt x="264299" y="310696"/>
                  </a:cubicBezTo>
                  <a:cubicBezTo>
                    <a:pt x="264299" y="321970"/>
                    <a:pt x="255160" y="331108"/>
                    <a:pt x="243886" y="331108"/>
                  </a:cubicBezTo>
                  <a:cubicBezTo>
                    <a:pt x="232612" y="331108"/>
                    <a:pt x="223473" y="321970"/>
                    <a:pt x="223473" y="310696"/>
                  </a:cubicBezTo>
                  <a:cubicBezTo>
                    <a:pt x="223473" y="299422"/>
                    <a:pt x="232612" y="290283"/>
                    <a:pt x="243886" y="290283"/>
                  </a:cubicBezTo>
                  <a:close/>
                  <a:moveTo>
                    <a:pt x="195109" y="290283"/>
                  </a:moveTo>
                  <a:cubicBezTo>
                    <a:pt x="206383" y="290283"/>
                    <a:pt x="215522" y="299422"/>
                    <a:pt x="215522" y="310696"/>
                  </a:cubicBezTo>
                  <a:cubicBezTo>
                    <a:pt x="215522" y="321970"/>
                    <a:pt x="206383" y="331108"/>
                    <a:pt x="195109" y="331108"/>
                  </a:cubicBezTo>
                  <a:cubicBezTo>
                    <a:pt x="183835" y="331108"/>
                    <a:pt x="174696" y="321970"/>
                    <a:pt x="174696" y="310696"/>
                  </a:cubicBezTo>
                  <a:cubicBezTo>
                    <a:pt x="174696" y="299422"/>
                    <a:pt x="183835" y="290283"/>
                    <a:pt x="195109" y="290283"/>
                  </a:cubicBezTo>
                  <a:close/>
                  <a:moveTo>
                    <a:pt x="146332" y="290283"/>
                  </a:moveTo>
                  <a:cubicBezTo>
                    <a:pt x="157606" y="290283"/>
                    <a:pt x="166745" y="299422"/>
                    <a:pt x="166745" y="310696"/>
                  </a:cubicBezTo>
                  <a:cubicBezTo>
                    <a:pt x="166745" y="321970"/>
                    <a:pt x="157606" y="331108"/>
                    <a:pt x="146332" y="331108"/>
                  </a:cubicBezTo>
                  <a:cubicBezTo>
                    <a:pt x="135058" y="331108"/>
                    <a:pt x="125919" y="321970"/>
                    <a:pt x="125919" y="310696"/>
                  </a:cubicBezTo>
                  <a:cubicBezTo>
                    <a:pt x="125919" y="299422"/>
                    <a:pt x="135058" y="290283"/>
                    <a:pt x="146332" y="290283"/>
                  </a:cubicBezTo>
                  <a:close/>
                  <a:moveTo>
                    <a:pt x="97555" y="290283"/>
                  </a:moveTo>
                  <a:cubicBezTo>
                    <a:pt x="108829" y="290283"/>
                    <a:pt x="117968" y="299422"/>
                    <a:pt x="117968" y="310696"/>
                  </a:cubicBezTo>
                  <a:cubicBezTo>
                    <a:pt x="117968" y="321970"/>
                    <a:pt x="108829" y="331108"/>
                    <a:pt x="97555" y="331108"/>
                  </a:cubicBezTo>
                  <a:cubicBezTo>
                    <a:pt x="86281" y="331108"/>
                    <a:pt x="77142" y="321970"/>
                    <a:pt x="77142" y="310696"/>
                  </a:cubicBezTo>
                  <a:cubicBezTo>
                    <a:pt x="77142" y="299422"/>
                    <a:pt x="86281" y="290283"/>
                    <a:pt x="97555" y="290283"/>
                  </a:cubicBezTo>
                  <a:close/>
                  <a:moveTo>
                    <a:pt x="48778" y="290283"/>
                  </a:moveTo>
                  <a:cubicBezTo>
                    <a:pt x="60052" y="290283"/>
                    <a:pt x="69191" y="299422"/>
                    <a:pt x="69191" y="310696"/>
                  </a:cubicBezTo>
                  <a:cubicBezTo>
                    <a:pt x="69191" y="321970"/>
                    <a:pt x="60052" y="331108"/>
                    <a:pt x="48778" y="331108"/>
                  </a:cubicBezTo>
                  <a:cubicBezTo>
                    <a:pt x="37504" y="331108"/>
                    <a:pt x="28365" y="321970"/>
                    <a:pt x="28365" y="310696"/>
                  </a:cubicBezTo>
                  <a:cubicBezTo>
                    <a:pt x="28365" y="299422"/>
                    <a:pt x="37504" y="290283"/>
                    <a:pt x="48778" y="290283"/>
                  </a:cubicBezTo>
                  <a:close/>
                  <a:moveTo>
                    <a:pt x="2" y="290283"/>
                  </a:moveTo>
                  <a:cubicBezTo>
                    <a:pt x="11275" y="290283"/>
                    <a:pt x="20414" y="299422"/>
                    <a:pt x="20414" y="310696"/>
                  </a:cubicBezTo>
                  <a:cubicBezTo>
                    <a:pt x="20414" y="321970"/>
                    <a:pt x="11275" y="331108"/>
                    <a:pt x="2" y="331108"/>
                  </a:cubicBezTo>
                  <a:lnTo>
                    <a:pt x="0" y="331107"/>
                  </a:lnTo>
                  <a:lnTo>
                    <a:pt x="0" y="290284"/>
                  </a:lnTo>
                  <a:close/>
                  <a:moveTo>
                    <a:pt x="975542" y="236197"/>
                  </a:moveTo>
                  <a:lnTo>
                    <a:pt x="982755" y="237653"/>
                  </a:lnTo>
                  <a:lnTo>
                    <a:pt x="972775" y="276464"/>
                  </a:lnTo>
                  <a:lnTo>
                    <a:pt x="967596" y="275418"/>
                  </a:lnTo>
                  <a:cubicBezTo>
                    <a:pt x="960270" y="272320"/>
                    <a:pt x="955129" y="265065"/>
                    <a:pt x="955129" y="256609"/>
                  </a:cubicBezTo>
                  <a:cubicBezTo>
                    <a:pt x="955129" y="245336"/>
                    <a:pt x="964268" y="236197"/>
                    <a:pt x="975542" y="236197"/>
                  </a:cubicBezTo>
                  <a:close/>
                  <a:moveTo>
                    <a:pt x="926765" y="236197"/>
                  </a:moveTo>
                  <a:cubicBezTo>
                    <a:pt x="938039" y="236197"/>
                    <a:pt x="947178" y="245336"/>
                    <a:pt x="947178" y="256609"/>
                  </a:cubicBezTo>
                  <a:cubicBezTo>
                    <a:pt x="947178" y="267883"/>
                    <a:pt x="938039" y="277022"/>
                    <a:pt x="926765" y="277022"/>
                  </a:cubicBezTo>
                  <a:cubicBezTo>
                    <a:pt x="915491" y="277022"/>
                    <a:pt x="906352" y="267883"/>
                    <a:pt x="906352" y="256609"/>
                  </a:cubicBezTo>
                  <a:cubicBezTo>
                    <a:pt x="906352" y="245336"/>
                    <a:pt x="915491" y="236197"/>
                    <a:pt x="926765" y="236197"/>
                  </a:cubicBezTo>
                  <a:close/>
                  <a:moveTo>
                    <a:pt x="877988" y="236197"/>
                  </a:moveTo>
                  <a:cubicBezTo>
                    <a:pt x="889262" y="236197"/>
                    <a:pt x="898401" y="245336"/>
                    <a:pt x="898401" y="256609"/>
                  </a:cubicBezTo>
                  <a:cubicBezTo>
                    <a:pt x="898401" y="267883"/>
                    <a:pt x="889262" y="277022"/>
                    <a:pt x="877988" y="277022"/>
                  </a:cubicBezTo>
                  <a:cubicBezTo>
                    <a:pt x="866714" y="277022"/>
                    <a:pt x="857575" y="267883"/>
                    <a:pt x="857575" y="256609"/>
                  </a:cubicBezTo>
                  <a:cubicBezTo>
                    <a:pt x="857575" y="245336"/>
                    <a:pt x="866714" y="236197"/>
                    <a:pt x="877988" y="236197"/>
                  </a:cubicBezTo>
                  <a:close/>
                  <a:moveTo>
                    <a:pt x="829211" y="236197"/>
                  </a:moveTo>
                  <a:cubicBezTo>
                    <a:pt x="840485" y="236197"/>
                    <a:pt x="849624" y="245336"/>
                    <a:pt x="849624" y="256609"/>
                  </a:cubicBezTo>
                  <a:cubicBezTo>
                    <a:pt x="849624" y="267883"/>
                    <a:pt x="840485" y="277022"/>
                    <a:pt x="829211" y="277022"/>
                  </a:cubicBezTo>
                  <a:cubicBezTo>
                    <a:pt x="817937" y="277022"/>
                    <a:pt x="808798" y="267883"/>
                    <a:pt x="808798" y="256609"/>
                  </a:cubicBezTo>
                  <a:cubicBezTo>
                    <a:pt x="808798" y="245336"/>
                    <a:pt x="817937" y="236197"/>
                    <a:pt x="829211" y="236197"/>
                  </a:cubicBezTo>
                  <a:close/>
                  <a:moveTo>
                    <a:pt x="780434" y="236197"/>
                  </a:moveTo>
                  <a:cubicBezTo>
                    <a:pt x="791708" y="236197"/>
                    <a:pt x="800847" y="245336"/>
                    <a:pt x="800847" y="256609"/>
                  </a:cubicBezTo>
                  <a:cubicBezTo>
                    <a:pt x="800847" y="267883"/>
                    <a:pt x="791708" y="277022"/>
                    <a:pt x="780434" y="277022"/>
                  </a:cubicBezTo>
                  <a:cubicBezTo>
                    <a:pt x="769160" y="277022"/>
                    <a:pt x="760021" y="267883"/>
                    <a:pt x="760021" y="256609"/>
                  </a:cubicBezTo>
                  <a:cubicBezTo>
                    <a:pt x="760021" y="245336"/>
                    <a:pt x="769160" y="236197"/>
                    <a:pt x="780434" y="236197"/>
                  </a:cubicBezTo>
                  <a:close/>
                  <a:moveTo>
                    <a:pt x="731657" y="236197"/>
                  </a:moveTo>
                  <a:cubicBezTo>
                    <a:pt x="742931" y="236197"/>
                    <a:pt x="752070" y="245336"/>
                    <a:pt x="752070" y="256609"/>
                  </a:cubicBezTo>
                  <a:cubicBezTo>
                    <a:pt x="752070" y="267883"/>
                    <a:pt x="742931" y="277022"/>
                    <a:pt x="731657" y="277022"/>
                  </a:cubicBezTo>
                  <a:cubicBezTo>
                    <a:pt x="720383" y="277022"/>
                    <a:pt x="711244" y="267883"/>
                    <a:pt x="711244" y="256609"/>
                  </a:cubicBezTo>
                  <a:cubicBezTo>
                    <a:pt x="711244" y="245336"/>
                    <a:pt x="720383" y="236197"/>
                    <a:pt x="731657" y="236197"/>
                  </a:cubicBezTo>
                  <a:close/>
                  <a:moveTo>
                    <a:pt x="682880" y="236197"/>
                  </a:moveTo>
                  <a:cubicBezTo>
                    <a:pt x="694153" y="236197"/>
                    <a:pt x="703293" y="245336"/>
                    <a:pt x="703293" y="256609"/>
                  </a:cubicBezTo>
                  <a:cubicBezTo>
                    <a:pt x="703293" y="267883"/>
                    <a:pt x="694153" y="277022"/>
                    <a:pt x="682880" y="277022"/>
                  </a:cubicBezTo>
                  <a:cubicBezTo>
                    <a:pt x="671606" y="277022"/>
                    <a:pt x="662467" y="267883"/>
                    <a:pt x="662467" y="256609"/>
                  </a:cubicBezTo>
                  <a:cubicBezTo>
                    <a:pt x="662467" y="245336"/>
                    <a:pt x="671606" y="236197"/>
                    <a:pt x="682880" y="236197"/>
                  </a:cubicBezTo>
                  <a:close/>
                  <a:moveTo>
                    <a:pt x="634103" y="236197"/>
                  </a:moveTo>
                  <a:cubicBezTo>
                    <a:pt x="645377" y="236197"/>
                    <a:pt x="654516" y="245336"/>
                    <a:pt x="654516" y="256609"/>
                  </a:cubicBezTo>
                  <a:cubicBezTo>
                    <a:pt x="654516" y="267883"/>
                    <a:pt x="645377" y="277022"/>
                    <a:pt x="634103" y="277022"/>
                  </a:cubicBezTo>
                  <a:cubicBezTo>
                    <a:pt x="622829" y="277022"/>
                    <a:pt x="613690" y="267883"/>
                    <a:pt x="613690" y="256609"/>
                  </a:cubicBezTo>
                  <a:cubicBezTo>
                    <a:pt x="613690" y="245336"/>
                    <a:pt x="622829" y="236197"/>
                    <a:pt x="634103" y="236197"/>
                  </a:cubicBezTo>
                  <a:close/>
                  <a:moveTo>
                    <a:pt x="585326" y="236197"/>
                  </a:moveTo>
                  <a:cubicBezTo>
                    <a:pt x="596599" y="236197"/>
                    <a:pt x="605738" y="245336"/>
                    <a:pt x="605738" y="256609"/>
                  </a:cubicBezTo>
                  <a:cubicBezTo>
                    <a:pt x="605738" y="267883"/>
                    <a:pt x="596599" y="277022"/>
                    <a:pt x="585326" y="277022"/>
                  </a:cubicBezTo>
                  <a:cubicBezTo>
                    <a:pt x="574052" y="277022"/>
                    <a:pt x="564913" y="267883"/>
                    <a:pt x="564913" y="256609"/>
                  </a:cubicBezTo>
                  <a:cubicBezTo>
                    <a:pt x="564913" y="245336"/>
                    <a:pt x="574052" y="236197"/>
                    <a:pt x="585326" y="236197"/>
                  </a:cubicBezTo>
                  <a:close/>
                  <a:moveTo>
                    <a:pt x="536549" y="236197"/>
                  </a:moveTo>
                  <a:cubicBezTo>
                    <a:pt x="547822" y="236197"/>
                    <a:pt x="556961" y="245336"/>
                    <a:pt x="556961" y="256609"/>
                  </a:cubicBezTo>
                  <a:cubicBezTo>
                    <a:pt x="556961" y="267883"/>
                    <a:pt x="547822" y="277022"/>
                    <a:pt x="536549" y="277022"/>
                  </a:cubicBezTo>
                  <a:cubicBezTo>
                    <a:pt x="525275" y="277022"/>
                    <a:pt x="516136" y="267883"/>
                    <a:pt x="516136" y="256609"/>
                  </a:cubicBezTo>
                  <a:cubicBezTo>
                    <a:pt x="516136" y="245336"/>
                    <a:pt x="525275" y="236197"/>
                    <a:pt x="536549" y="236197"/>
                  </a:cubicBezTo>
                  <a:close/>
                  <a:moveTo>
                    <a:pt x="487772" y="236197"/>
                  </a:moveTo>
                  <a:cubicBezTo>
                    <a:pt x="499045" y="236197"/>
                    <a:pt x="508184" y="245336"/>
                    <a:pt x="508184" y="256609"/>
                  </a:cubicBezTo>
                  <a:cubicBezTo>
                    <a:pt x="508184" y="267883"/>
                    <a:pt x="499045" y="277022"/>
                    <a:pt x="487772" y="277022"/>
                  </a:cubicBezTo>
                  <a:cubicBezTo>
                    <a:pt x="476498" y="277022"/>
                    <a:pt x="467359" y="267883"/>
                    <a:pt x="467359" y="256609"/>
                  </a:cubicBezTo>
                  <a:cubicBezTo>
                    <a:pt x="467359" y="245336"/>
                    <a:pt x="476498" y="236197"/>
                    <a:pt x="487772" y="236197"/>
                  </a:cubicBezTo>
                  <a:close/>
                  <a:moveTo>
                    <a:pt x="438994" y="236197"/>
                  </a:moveTo>
                  <a:cubicBezTo>
                    <a:pt x="450268" y="236197"/>
                    <a:pt x="459407" y="245336"/>
                    <a:pt x="459407" y="256609"/>
                  </a:cubicBezTo>
                  <a:cubicBezTo>
                    <a:pt x="459407" y="267883"/>
                    <a:pt x="450268" y="277022"/>
                    <a:pt x="438994" y="277022"/>
                  </a:cubicBezTo>
                  <a:cubicBezTo>
                    <a:pt x="427721" y="277022"/>
                    <a:pt x="418582" y="267883"/>
                    <a:pt x="418582" y="256609"/>
                  </a:cubicBezTo>
                  <a:cubicBezTo>
                    <a:pt x="418582" y="245336"/>
                    <a:pt x="427721" y="236197"/>
                    <a:pt x="438994" y="236197"/>
                  </a:cubicBezTo>
                  <a:close/>
                  <a:moveTo>
                    <a:pt x="390217" y="236197"/>
                  </a:moveTo>
                  <a:cubicBezTo>
                    <a:pt x="401491" y="236197"/>
                    <a:pt x="410630" y="245336"/>
                    <a:pt x="410630" y="256609"/>
                  </a:cubicBezTo>
                  <a:cubicBezTo>
                    <a:pt x="410630" y="267883"/>
                    <a:pt x="401491" y="277022"/>
                    <a:pt x="390217" y="277022"/>
                  </a:cubicBezTo>
                  <a:cubicBezTo>
                    <a:pt x="378944" y="277022"/>
                    <a:pt x="369805" y="267883"/>
                    <a:pt x="369805" y="256609"/>
                  </a:cubicBezTo>
                  <a:cubicBezTo>
                    <a:pt x="369805" y="245336"/>
                    <a:pt x="378944" y="236197"/>
                    <a:pt x="390217" y="236197"/>
                  </a:cubicBezTo>
                  <a:close/>
                  <a:moveTo>
                    <a:pt x="341440" y="236197"/>
                  </a:moveTo>
                  <a:cubicBezTo>
                    <a:pt x="352714" y="236197"/>
                    <a:pt x="361853" y="245336"/>
                    <a:pt x="361853" y="256609"/>
                  </a:cubicBezTo>
                  <a:cubicBezTo>
                    <a:pt x="361853" y="267883"/>
                    <a:pt x="352714" y="277022"/>
                    <a:pt x="341440" y="277022"/>
                  </a:cubicBezTo>
                  <a:cubicBezTo>
                    <a:pt x="330166" y="277022"/>
                    <a:pt x="321028" y="267883"/>
                    <a:pt x="321028" y="256609"/>
                  </a:cubicBezTo>
                  <a:cubicBezTo>
                    <a:pt x="321028" y="245336"/>
                    <a:pt x="330166" y="236197"/>
                    <a:pt x="341440" y="236197"/>
                  </a:cubicBezTo>
                  <a:close/>
                  <a:moveTo>
                    <a:pt x="292663" y="236197"/>
                  </a:moveTo>
                  <a:cubicBezTo>
                    <a:pt x="303937" y="236197"/>
                    <a:pt x="313076" y="245336"/>
                    <a:pt x="313076" y="256609"/>
                  </a:cubicBezTo>
                  <a:cubicBezTo>
                    <a:pt x="313076" y="267883"/>
                    <a:pt x="303937" y="277022"/>
                    <a:pt x="292663" y="277022"/>
                  </a:cubicBezTo>
                  <a:cubicBezTo>
                    <a:pt x="281389" y="277022"/>
                    <a:pt x="272251" y="267883"/>
                    <a:pt x="272251" y="256609"/>
                  </a:cubicBezTo>
                  <a:cubicBezTo>
                    <a:pt x="272251" y="245336"/>
                    <a:pt x="281389" y="236197"/>
                    <a:pt x="292663" y="236197"/>
                  </a:cubicBezTo>
                  <a:close/>
                  <a:moveTo>
                    <a:pt x="243886" y="236197"/>
                  </a:moveTo>
                  <a:cubicBezTo>
                    <a:pt x="255160" y="236197"/>
                    <a:pt x="264299" y="245336"/>
                    <a:pt x="264299" y="256609"/>
                  </a:cubicBezTo>
                  <a:cubicBezTo>
                    <a:pt x="264299" y="267883"/>
                    <a:pt x="255160" y="277022"/>
                    <a:pt x="243886" y="277022"/>
                  </a:cubicBezTo>
                  <a:cubicBezTo>
                    <a:pt x="232612" y="277022"/>
                    <a:pt x="223473" y="267883"/>
                    <a:pt x="223473" y="256609"/>
                  </a:cubicBezTo>
                  <a:cubicBezTo>
                    <a:pt x="223473" y="245336"/>
                    <a:pt x="232612" y="236197"/>
                    <a:pt x="243886" y="236197"/>
                  </a:cubicBezTo>
                  <a:close/>
                  <a:moveTo>
                    <a:pt x="195109" y="236197"/>
                  </a:moveTo>
                  <a:cubicBezTo>
                    <a:pt x="206383" y="236197"/>
                    <a:pt x="215522" y="245336"/>
                    <a:pt x="215522" y="256609"/>
                  </a:cubicBezTo>
                  <a:cubicBezTo>
                    <a:pt x="215522" y="267883"/>
                    <a:pt x="206383" y="277022"/>
                    <a:pt x="195109" y="277022"/>
                  </a:cubicBezTo>
                  <a:cubicBezTo>
                    <a:pt x="183835" y="277022"/>
                    <a:pt x="174696" y="267883"/>
                    <a:pt x="174696" y="256609"/>
                  </a:cubicBezTo>
                  <a:cubicBezTo>
                    <a:pt x="174696" y="245336"/>
                    <a:pt x="183835" y="236197"/>
                    <a:pt x="195109" y="236197"/>
                  </a:cubicBezTo>
                  <a:close/>
                  <a:moveTo>
                    <a:pt x="146332" y="236197"/>
                  </a:moveTo>
                  <a:cubicBezTo>
                    <a:pt x="157606" y="236197"/>
                    <a:pt x="166745" y="245336"/>
                    <a:pt x="166745" y="256609"/>
                  </a:cubicBezTo>
                  <a:cubicBezTo>
                    <a:pt x="166745" y="267883"/>
                    <a:pt x="157606" y="277022"/>
                    <a:pt x="146332" y="277022"/>
                  </a:cubicBezTo>
                  <a:cubicBezTo>
                    <a:pt x="135058" y="277022"/>
                    <a:pt x="125919" y="267883"/>
                    <a:pt x="125919" y="256609"/>
                  </a:cubicBezTo>
                  <a:cubicBezTo>
                    <a:pt x="125919" y="245336"/>
                    <a:pt x="135058" y="236197"/>
                    <a:pt x="146332" y="236197"/>
                  </a:cubicBezTo>
                  <a:close/>
                  <a:moveTo>
                    <a:pt x="97555" y="236197"/>
                  </a:moveTo>
                  <a:cubicBezTo>
                    <a:pt x="108829" y="236197"/>
                    <a:pt x="117968" y="245336"/>
                    <a:pt x="117968" y="256609"/>
                  </a:cubicBezTo>
                  <a:cubicBezTo>
                    <a:pt x="117968" y="267883"/>
                    <a:pt x="108829" y="277022"/>
                    <a:pt x="97555" y="277022"/>
                  </a:cubicBezTo>
                  <a:cubicBezTo>
                    <a:pt x="86281" y="277022"/>
                    <a:pt x="77142" y="267883"/>
                    <a:pt x="77142" y="256609"/>
                  </a:cubicBezTo>
                  <a:cubicBezTo>
                    <a:pt x="77142" y="245336"/>
                    <a:pt x="86281" y="236197"/>
                    <a:pt x="97555" y="236197"/>
                  </a:cubicBezTo>
                  <a:close/>
                  <a:moveTo>
                    <a:pt x="48778" y="236197"/>
                  </a:moveTo>
                  <a:cubicBezTo>
                    <a:pt x="60052" y="236197"/>
                    <a:pt x="69191" y="245336"/>
                    <a:pt x="69191" y="256609"/>
                  </a:cubicBezTo>
                  <a:cubicBezTo>
                    <a:pt x="69191" y="267883"/>
                    <a:pt x="60052" y="277022"/>
                    <a:pt x="48778" y="277022"/>
                  </a:cubicBezTo>
                  <a:cubicBezTo>
                    <a:pt x="37504" y="277022"/>
                    <a:pt x="28365" y="267883"/>
                    <a:pt x="28365" y="256609"/>
                  </a:cubicBezTo>
                  <a:cubicBezTo>
                    <a:pt x="28365" y="245336"/>
                    <a:pt x="37504" y="236197"/>
                    <a:pt x="48778" y="236197"/>
                  </a:cubicBezTo>
                  <a:close/>
                  <a:moveTo>
                    <a:pt x="2" y="236197"/>
                  </a:moveTo>
                  <a:cubicBezTo>
                    <a:pt x="11275" y="236197"/>
                    <a:pt x="20414" y="245336"/>
                    <a:pt x="20414" y="256609"/>
                  </a:cubicBezTo>
                  <a:cubicBezTo>
                    <a:pt x="20414" y="267883"/>
                    <a:pt x="11275" y="277022"/>
                    <a:pt x="2" y="277022"/>
                  </a:cubicBezTo>
                  <a:lnTo>
                    <a:pt x="0" y="277021"/>
                  </a:lnTo>
                  <a:lnTo>
                    <a:pt x="0" y="236198"/>
                  </a:lnTo>
                  <a:close/>
                  <a:moveTo>
                    <a:pt x="975542" y="182110"/>
                  </a:moveTo>
                  <a:cubicBezTo>
                    <a:pt x="981179" y="182110"/>
                    <a:pt x="986282" y="184395"/>
                    <a:pt x="989976" y="188089"/>
                  </a:cubicBezTo>
                  <a:lnTo>
                    <a:pt x="992557" y="194320"/>
                  </a:lnTo>
                  <a:lnTo>
                    <a:pt x="990601" y="207139"/>
                  </a:lnTo>
                  <a:lnTo>
                    <a:pt x="987678" y="218507"/>
                  </a:lnTo>
                  <a:lnTo>
                    <a:pt x="983488" y="221332"/>
                  </a:lnTo>
                  <a:cubicBezTo>
                    <a:pt x="981046" y="222365"/>
                    <a:pt x="978360" y="222936"/>
                    <a:pt x="975542" y="222936"/>
                  </a:cubicBezTo>
                  <a:cubicBezTo>
                    <a:pt x="964268" y="222936"/>
                    <a:pt x="955129" y="213797"/>
                    <a:pt x="955129" y="202523"/>
                  </a:cubicBezTo>
                  <a:cubicBezTo>
                    <a:pt x="955129" y="191250"/>
                    <a:pt x="964268" y="182110"/>
                    <a:pt x="975542" y="182110"/>
                  </a:cubicBezTo>
                  <a:close/>
                  <a:moveTo>
                    <a:pt x="926765" y="182110"/>
                  </a:moveTo>
                  <a:cubicBezTo>
                    <a:pt x="938039" y="182110"/>
                    <a:pt x="947178" y="191250"/>
                    <a:pt x="947178" y="202523"/>
                  </a:cubicBezTo>
                  <a:cubicBezTo>
                    <a:pt x="947178" y="213797"/>
                    <a:pt x="938039" y="222936"/>
                    <a:pt x="926765" y="222936"/>
                  </a:cubicBezTo>
                  <a:cubicBezTo>
                    <a:pt x="915491" y="222936"/>
                    <a:pt x="906352" y="213797"/>
                    <a:pt x="906352" y="202523"/>
                  </a:cubicBezTo>
                  <a:cubicBezTo>
                    <a:pt x="906352" y="191250"/>
                    <a:pt x="915491" y="182110"/>
                    <a:pt x="926765" y="182110"/>
                  </a:cubicBezTo>
                  <a:close/>
                  <a:moveTo>
                    <a:pt x="877988" y="182110"/>
                  </a:moveTo>
                  <a:cubicBezTo>
                    <a:pt x="889262" y="182110"/>
                    <a:pt x="898401" y="191250"/>
                    <a:pt x="898401" y="202523"/>
                  </a:cubicBezTo>
                  <a:cubicBezTo>
                    <a:pt x="898401" y="213797"/>
                    <a:pt x="889262" y="222936"/>
                    <a:pt x="877988" y="222936"/>
                  </a:cubicBezTo>
                  <a:cubicBezTo>
                    <a:pt x="866714" y="222936"/>
                    <a:pt x="857575" y="213797"/>
                    <a:pt x="857575" y="202523"/>
                  </a:cubicBezTo>
                  <a:cubicBezTo>
                    <a:pt x="857575" y="191250"/>
                    <a:pt x="866714" y="182110"/>
                    <a:pt x="877988" y="182110"/>
                  </a:cubicBezTo>
                  <a:close/>
                  <a:moveTo>
                    <a:pt x="829211" y="182110"/>
                  </a:moveTo>
                  <a:cubicBezTo>
                    <a:pt x="840485" y="182110"/>
                    <a:pt x="849624" y="191250"/>
                    <a:pt x="849624" y="202523"/>
                  </a:cubicBezTo>
                  <a:cubicBezTo>
                    <a:pt x="849624" y="213797"/>
                    <a:pt x="840485" y="222936"/>
                    <a:pt x="829211" y="222936"/>
                  </a:cubicBezTo>
                  <a:cubicBezTo>
                    <a:pt x="817937" y="222936"/>
                    <a:pt x="808798" y="213797"/>
                    <a:pt x="808798" y="202523"/>
                  </a:cubicBezTo>
                  <a:cubicBezTo>
                    <a:pt x="808798" y="191250"/>
                    <a:pt x="817937" y="182110"/>
                    <a:pt x="829211" y="182110"/>
                  </a:cubicBezTo>
                  <a:close/>
                  <a:moveTo>
                    <a:pt x="780434" y="182110"/>
                  </a:moveTo>
                  <a:cubicBezTo>
                    <a:pt x="791708" y="182110"/>
                    <a:pt x="800847" y="191250"/>
                    <a:pt x="800847" y="202523"/>
                  </a:cubicBezTo>
                  <a:cubicBezTo>
                    <a:pt x="800847" y="213797"/>
                    <a:pt x="791708" y="222936"/>
                    <a:pt x="780434" y="222936"/>
                  </a:cubicBezTo>
                  <a:cubicBezTo>
                    <a:pt x="769160" y="222936"/>
                    <a:pt x="760021" y="213797"/>
                    <a:pt x="760021" y="202523"/>
                  </a:cubicBezTo>
                  <a:cubicBezTo>
                    <a:pt x="760021" y="191250"/>
                    <a:pt x="769160" y="182110"/>
                    <a:pt x="780434" y="182110"/>
                  </a:cubicBezTo>
                  <a:close/>
                  <a:moveTo>
                    <a:pt x="731657" y="182110"/>
                  </a:moveTo>
                  <a:cubicBezTo>
                    <a:pt x="742931" y="182110"/>
                    <a:pt x="752070" y="191250"/>
                    <a:pt x="752070" y="202523"/>
                  </a:cubicBezTo>
                  <a:cubicBezTo>
                    <a:pt x="752070" y="213797"/>
                    <a:pt x="742931" y="222936"/>
                    <a:pt x="731657" y="222936"/>
                  </a:cubicBezTo>
                  <a:cubicBezTo>
                    <a:pt x="720383" y="222936"/>
                    <a:pt x="711244" y="213797"/>
                    <a:pt x="711244" y="202523"/>
                  </a:cubicBezTo>
                  <a:cubicBezTo>
                    <a:pt x="711244" y="191250"/>
                    <a:pt x="720383" y="182110"/>
                    <a:pt x="731657" y="182110"/>
                  </a:cubicBezTo>
                  <a:close/>
                  <a:moveTo>
                    <a:pt x="682880" y="182110"/>
                  </a:moveTo>
                  <a:cubicBezTo>
                    <a:pt x="694153" y="182110"/>
                    <a:pt x="703293" y="191250"/>
                    <a:pt x="703293" y="202523"/>
                  </a:cubicBezTo>
                  <a:cubicBezTo>
                    <a:pt x="703293" y="213797"/>
                    <a:pt x="694153" y="222936"/>
                    <a:pt x="682880" y="222936"/>
                  </a:cubicBezTo>
                  <a:cubicBezTo>
                    <a:pt x="671606" y="222936"/>
                    <a:pt x="662467" y="213797"/>
                    <a:pt x="662467" y="202523"/>
                  </a:cubicBezTo>
                  <a:cubicBezTo>
                    <a:pt x="662467" y="191250"/>
                    <a:pt x="671606" y="182110"/>
                    <a:pt x="682880" y="182110"/>
                  </a:cubicBezTo>
                  <a:close/>
                  <a:moveTo>
                    <a:pt x="634103" y="182110"/>
                  </a:moveTo>
                  <a:cubicBezTo>
                    <a:pt x="645377" y="182110"/>
                    <a:pt x="654516" y="191250"/>
                    <a:pt x="654516" y="202523"/>
                  </a:cubicBezTo>
                  <a:cubicBezTo>
                    <a:pt x="654516" y="213797"/>
                    <a:pt x="645377" y="222936"/>
                    <a:pt x="634103" y="222936"/>
                  </a:cubicBezTo>
                  <a:cubicBezTo>
                    <a:pt x="622829" y="222936"/>
                    <a:pt x="613690" y="213797"/>
                    <a:pt x="613690" y="202523"/>
                  </a:cubicBezTo>
                  <a:cubicBezTo>
                    <a:pt x="613690" y="191250"/>
                    <a:pt x="622829" y="182110"/>
                    <a:pt x="634103" y="182110"/>
                  </a:cubicBezTo>
                  <a:close/>
                  <a:moveTo>
                    <a:pt x="585326" y="182110"/>
                  </a:moveTo>
                  <a:cubicBezTo>
                    <a:pt x="596599" y="182110"/>
                    <a:pt x="605738" y="191250"/>
                    <a:pt x="605738" y="202523"/>
                  </a:cubicBezTo>
                  <a:cubicBezTo>
                    <a:pt x="605738" y="213797"/>
                    <a:pt x="596599" y="222936"/>
                    <a:pt x="585326" y="222936"/>
                  </a:cubicBezTo>
                  <a:cubicBezTo>
                    <a:pt x="574052" y="222936"/>
                    <a:pt x="564913" y="213797"/>
                    <a:pt x="564913" y="202523"/>
                  </a:cubicBezTo>
                  <a:cubicBezTo>
                    <a:pt x="564913" y="191250"/>
                    <a:pt x="574052" y="182110"/>
                    <a:pt x="585326" y="182110"/>
                  </a:cubicBezTo>
                  <a:close/>
                  <a:moveTo>
                    <a:pt x="536549" y="182110"/>
                  </a:moveTo>
                  <a:cubicBezTo>
                    <a:pt x="547822" y="182110"/>
                    <a:pt x="556961" y="191250"/>
                    <a:pt x="556961" y="202523"/>
                  </a:cubicBezTo>
                  <a:cubicBezTo>
                    <a:pt x="556961" y="213797"/>
                    <a:pt x="547822" y="222936"/>
                    <a:pt x="536549" y="222936"/>
                  </a:cubicBezTo>
                  <a:cubicBezTo>
                    <a:pt x="525275" y="222936"/>
                    <a:pt x="516136" y="213797"/>
                    <a:pt x="516136" y="202523"/>
                  </a:cubicBezTo>
                  <a:cubicBezTo>
                    <a:pt x="516136" y="191250"/>
                    <a:pt x="525275" y="182110"/>
                    <a:pt x="536549" y="182110"/>
                  </a:cubicBezTo>
                  <a:close/>
                  <a:moveTo>
                    <a:pt x="487772" y="182110"/>
                  </a:moveTo>
                  <a:cubicBezTo>
                    <a:pt x="499045" y="182110"/>
                    <a:pt x="508184" y="191250"/>
                    <a:pt x="508184" y="202523"/>
                  </a:cubicBezTo>
                  <a:cubicBezTo>
                    <a:pt x="508184" y="213797"/>
                    <a:pt x="499045" y="222936"/>
                    <a:pt x="487772" y="222936"/>
                  </a:cubicBezTo>
                  <a:cubicBezTo>
                    <a:pt x="476498" y="222936"/>
                    <a:pt x="467359" y="213797"/>
                    <a:pt x="467359" y="202523"/>
                  </a:cubicBezTo>
                  <a:cubicBezTo>
                    <a:pt x="467359" y="191250"/>
                    <a:pt x="476498" y="182110"/>
                    <a:pt x="487772" y="182110"/>
                  </a:cubicBezTo>
                  <a:close/>
                  <a:moveTo>
                    <a:pt x="438994" y="182110"/>
                  </a:moveTo>
                  <a:cubicBezTo>
                    <a:pt x="450268" y="182110"/>
                    <a:pt x="459407" y="191250"/>
                    <a:pt x="459407" y="202523"/>
                  </a:cubicBezTo>
                  <a:cubicBezTo>
                    <a:pt x="459407" y="213797"/>
                    <a:pt x="450268" y="222936"/>
                    <a:pt x="438994" y="222936"/>
                  </a:cubicBezTo>
                  <a:cubicBezTo>
                    <a:pt x="427721" y="222936"/>
                    <a:pt x="418582" y="213797"/>
                    <a:pt x="418582" y="202523"/>
                  </a:cubicBezTo>
                  <a:cubicBezTo>
                    <a:pt x="418582" y="191250"/>
                    <a:pt x="427721" y="182110"/>
                    <a:pt x="438994" y="182110"/>
                  </a:cubicBezTo>
                  <a:close/>
                  <a:moveTo>
                    <a:pt x="390217" y="182110"/>
                  </a:moveTo>
                  <a:cubicBezTo>
                    <a:pt x="401491" y="182110"/>
                    <a:pt x="410630" y="191250"/>
                    <a:pt x="410630" y="202523"/>
                  </a:cubicBezTo>
                  <a:cubicBezTo>
                    <a:pt x="410630" y="213797"/>
                    <a:pt x="401491" y="222936"/>
                    <a:pt x="390217" y="222936"/>
                  </a:cubicBezTo>
                  <a:cubicBezTo>
                    <a:pt x="378944" y="222936"/>
                    <a:pt x="369805" y="213797"/>
                    <a:pt x="369805" y="202523"/>
                  </a:cubicBezTo>
                  <a:cubicBezTo>
                    <a:pt x="369805" y="191250"/>
                    <a:pt x="378944" y="182110"/>
                    <a:pt x="390217" y="182110"/>
                  </a:cubicBezTo>
                  <a:close/>
                  <a:moveTo>
                    <a:pt x="341440" y="182110"/>
                  </a:moveTo>
                  <a:cubicBezTo>
                    <a:pt x="352714" y="182110"/>
                    <a:pt x="361853" y="191250"/>
                    <a:pt x="361853" y="202523"/>
                  </a:cubicBezTo>
                  <a:cubicBezTo>
                    <a:pt x="361853" y="213797"/>
                    <a:pt x="352714" y="222936"/>
                    <a:pt x="341440" y="222936"/>
                  </a:cubicBezTo>
                  <a:cubicBezTo>
                    <a:pt x="330166" y="222936"/>
                    <a:pt x="321028" y="213797"/>
                    <a:pt x="321028" y="202523"/>
                  </a:cubicBezTo>
                  <a:cubicBezTo>
                    <a:pt x="321028" y="191250"/>
                    <a:pt x="330166" y="182110"/>
                    <a:pt x="341440" y="182110"/>
                  </a:cubicBezTo>
                  <a:close/>
                  <a:moveTo>
                    <a:pt x="292663" y="182110"/>
                  </a:moveTo>
                  <a:cubicBezTo>
                    <a:pt x="303937" y="182110"/>
                    <a:pt x="313076" y="191250"/>
                    <a:pt x="313076" y="202523"/>
                  </a:cubicBezTo>
                  <a:cubicBezTo>
                    <a:pt x="313076" y="213797"/>
                    <a:pt x="303937" y="222936"/>
                    <a:pt x="292663" y="222936"/>
                  </a:cubicBezTo>
                  <a:cubicBezTo>
                    <a:pt x="281389" y="222936"/>
                    <a:pt x="272251" y="213797"/>
                    <a:pt x="272251" y="202523"/>
                  </a:cubicBezTo>
                  <a:cubicBezTo>
                    <a:pt x="272251" y="191250"/>
                    <a:pt x="281389" y="182110"/>
                    <a:pt x="292663" y="182110"/>
                  </a:cubicBezTo>
                  <a:close/>
                  <a:moveTo>
                    <a:pt x="243886" y="182110"/>
                  </a:moveTo>
                  <a:cubicBezTo>
                    <a:pt x="255160" y="182110"/>
                    <a:pt x="264299" y="191250"/>
                    <a:pt x="264299" y="202523"/>
                  </a:cubicBezTo>
                  <a:cubicBezTo>
                    <a:pt x="264299" y="213797"/>
                    <a:pt x="255160" y="222936"/>
                    <a:pt x="243886" y="222936"/>
                  </a:cubicBezTo>
                  <a:cubicBezTo>
                    <a:pt x="232612" y="222936"/>
                    <a:pt x="223473" y="213797"/>
                    <a:pt x="223473" y="202523"/>
                  </a:cubicBezTo>
                  <a:cubicBezTo>
                    <a:pt x="223473" y="191250"/>
                    <a:pt x="232612" y="182110"/>
                    <a:pt x="243886" y="182110"/>
                  </a:cubicBezTo>
                  <a:close/>
                  <a:moveTo>
                    <a:pt x="195109" y="182110"/>
                  </a:moveTo>
                  <a:cubicBezTo>
                    <a:pt x="206383" y="182110"/>
                    <a:pt x="215522" y="191250"/>
                    <a:pt x="215522" y="202523"/>
                  </a:cubicBezTo>
                  <a:cubicBezTo>
                    <a:pt x="215522" y="213797"/>
                    <a:pt x="206383" y="222936"/>
                    <a:pt x="195109" y="222936"/>
                  </a:cubicBezTo>
                  <a:cubicBezTo>
                    <a:pt x="183835" y="222936"/>
                    <a:pt x="174696" y="213797"/>
                    <a:pt x="174696" y="202523"/>
                  </a:cubicBezTo>
                  <a:cubicBezTo>
                    <a:pt x="174696" y="191250"/>
                    <a:pt x="183835" y="182110"/>
                    <a:pt x="195109" y="182110"/>
                  </a:cubicBezTo>
                  <a:close/>
                  <a:moveTo>
                    <a:pt x="146332" y="182110"/>
                  </a:moveTo>
                  <a:cubicBezTo>
                    <a:pt x="157606" y="182110"/>
                    <a:pt x="166745" y="191250"/>
                    <a:pt x="166745" y="202523"/>
                  </a:cubicBezTo>
                  <a:cubicBezTo>
                    <a:pt x="166745" y="213797"/>
                    <a:pt x="157606" y="222936"/>
                    <a:pt x="146332" y="222936"/>
                  </a:cubicBezTo>
                  <a:cubicBezTo>
                    <a:pt x="135058" y="222936"/>
                    <a:pt x="125919" y="213797"/>
                    <a:pt x="125919" y="202523"/>
                  </a:cubicBezTo>
                  <a:cubicBezTo>
                    <a:pt x="125919" y="191250"/>
                    <a:pt x="135058" y="182110"/>
                    <a:pt x="146332" y="182110"/>
                  </a:cubicBezTo>
                  <a:close/>
                  <a:moveTo>
                    <a:pt x="97555" y="182110"/>
                  </a:moveTo>
                  <a:cubicBezTo>
                    <a:pt x="108829" y="182110"/>
                    <a:pt x="117968" y="191250"/>
                    <a:pt x="117968" y="202523"/>
                  </a:cubicBezTo>
                  <a:cubicBezTo>
                    <a:pt x="117968" y="213797"/>
                    <a:pt x="108829" y="222936"/>
                    <a:pt x="97555" y="222936"/>
                  </a:cubicBezTo>
                  <a:cubicBezTo>
                    <a:pt x="86281" y="222936"/>
                    <a:pt x="77142" y="213797"/>
                    <a:pt x="77142" y="202523"/>
                  </a:cubicBezTo>
                  <a:cubicBezTo>
                    <a:pt x="77142" y="191250"/>
                    <a:pt x="86281" y="182110"/>
                    <a:pt x="97555" y="182110"/>
                  </a:cubicBezTo>
                  <a:close/>
                  <a:moveTo>
                    <a:pt x="48778" y="182110"/>
                  </a:moveTo>
                  <a:cubicBezTo>
                    <a:pt x="60052" y="182110"/>
                    <a:pt x="69191" y="191250"/>
                    <a:pt x="69191" y="202523"/>
                  </a:cubicBezTo>
                  <a:cubicBezTo>
                    <a:pt x="69191" y="213797"/>
                    <a:pt x="60052" y="222936"/>
                    <a:pt x="48778" y="222936"/>
                  </a:cubicBezTo>
                  <a:cubicBezTo>
                    <a:pt x="37504" y="222936"/>
                    <a:pt x="28365" y="213797"/>
                    <a:pt x="28365" y="202523"/>
                  </a:cubicBezTo>
                  <a:cubicBezTo>
                    <a:pt x="28365" y="191250"/>
                    <a:pt x="37504" y="182110"/>
                    <a:pt x="48778" y="182110"/>
                  </a:cubicBezTo>
                  <a:close/>
                  <a:moveTo>
                    <a:pt x="2" y="182110"/>
                  </a:moveTo>
                  <a:cubicBezTo>
                    <a:pt x="11275" y="182110"/>
                    <a:pt x="20414" y="191250"/>
                    <a:pt x="20414" y="202523"/>
                  </a:cubicBezTo>
                  <a:cubicBezTo>
                    <a:pt x="20414" y="213797"/>
                    <a:pt x="11275" y="222936"/>
                    <a:pt x="2" y="222936"/>
                  </a:cubicBezTo>
                  <a:lnTo>
                    <a:pt x="0" y="222935"/>
                  </a:lnTo>
                  <a:lnTo>
                    <a:pt x="0" y="182111"/>
                  </a:lnTo>
                  <a:close/>
                  <a:moveTo>
                    <a:pt x="975542" y="128024"/>
                  </a:moveTo>
                  <a:cubicBezTo>
                    <a:pt x="986816" y="128024"/>
                    <a:pt x="995955" y="137163"/>
                    <a:pt x="995955" y="148437"/>
                  </a:cubicBezTo>
                  <a:cubicBezTo>
                    <a:pt x="995955" y="159711"/>
                    <a:pt x="986816" y="168850"/>
                    <a:pt x="975542" y="168850"/>
                  </a:cubicBezTo>
                  <a:cubicBezTo>
                    <a:pt x="964268" y="168850"/>
                    <a:pt x="955129" y="159711"/>
                    <a:pt x="955129" y="148437"/>
                  </a:cubicBezTo>
                  <a:cubicBezTo>
                    <a:pt x="955129" y="137163"/>
                    <a:pt x="964268" y="128024"/>
                    <a:pt x="975542" y="128024"/>
                  </a:cubicBezTo>
                  <a:close/>
                  <a:moveTo>
                    <a:pt x="926765" y="128024"/>
                  </a:moveTo>
                  <a:cubicBezTo>
                    <a:pt x="938039" y="128024"/>
                    <a:pt x="947178" y="137163"/>
                    <a:pt x="947178" y="148437"/>
                  </a:cubicBezTo>
                  <a:cubicBezTo>
                    <a:pt x="947178" y="159711"/>
                    <a:pt x="938039" y="168850"/>
                    <a:pt x="926765" y="168850"/>
                  </a:cubicBezTo>
                  <a:cubicBezTo>
                    <a:pt x="915491" y="168850"/>
                    <a:pt x="906352" y="159711"/>
                    <a:pt x="906352" y="148437"/>
                  </a:cubicBezTo>
                  <a:cubicBezTo>
                    <a:pt x="906352" y="137163"/>
                    <a:pt x="915491" y="128024"/>
                    <a:pt x="926765" y="128024"/>
                  </a:cubicBezTo>
                  <a:close/>
                  <a:moveTo>
                    <a:pt x="877988" y="128024"/>
                  </a:moveTo>
                  <a:cubicBezTo>
                    <a:pt x="889262" y="128024"/>
                    <a:pt x="898401" y="137163"/>
                    <a:pt x="898401" y="148437"/>
                  </a:cubicBezTo>
                  <a:cubicBezTo>
                    <a:pt x="898401" y="159711"/>
                    <a:pt x="889262" y="168850"/>
                    <a:pt x="877988" y="168850"/>
                  </a:cubicBezTo>
                  <a:cubicBezTo>
                    <a:pt x="866714" y="168850"/>
                    <a:pt x="857575" y="159711"/>
                    <a:pt x="857575" y="148437"/>
                  </a:cubicBezTo>
                  <a:cubicBezTo>
                    <a:pt x="857575" y="137163"/>
                    <a:pt x="866714" y="128024"/>
                    <a:pt x="877988" y="128024"/>
                  </a:cubicBezTo>
                  <a:close/>
                  <a:moveTo>
                    <a:pt x="829211" y="128024"/>
                  </a:moveTo>
                  <a:cubicBezTo>
                    <a:pt x="840485" y="128024"/>
                    <a:pt x="849624" y="137163"/>
                    <a:pt x="849624" y="148437"/>
                  </a:cubicBezTo>
                  <a:cubicBezTo>
                    <a:pt x="849624" y="159711"/>
                    <a:pt x="840485" y="168850"/>
                    <a:pt x="829211" y="168850"/>
                  </a:cubicBezTo>
                  <a:cubicBezTo>
                    <a:pt x="817937" y="168850"/>
                    <a:pt x="808798" y="159711"/>
                    <a:pt x="808798" y="148437"/>
                  </a:cubicBezTo>
                  <a:cubicBezTo>
                    <a:pt x="808798" y="137163"/>
                    <a:pt x="817937" y="128024"/>
                    <a:pt x="829211" y="128024"/>
                  </a:cubicBezTo>
                  <a:close/>
                  <a:moveTo>
                    <a:pt x="780434" y="128024"/>
                  </a:moveTo>
                  <a:cubicBezTo>
                    <a:pt x="791708" y="128024"/>
                    <a:pt x="800847" y="137163"/>
                    <a:pt x="800847" y="148437"/>
                  </a:cubicBezTo>
                  <a:cubicBezTo>
                    <a:pt x="800847" y="159711"/>
                    <a:pt x="791708" y="168850"/>
                    <a:pt x="780434" y="168850"/>
                  </a:cubicBezTo>
                  <a:cubicBezTo>
                    <a:pt x="769160" y="168850"/>
                    <a:pt x="760021" y="159711"/>
                    <a:pt x="760021" y="148437"/>
                  </a:cubicBezTo>
                  <a:cubicBezTo>
                    <a:pt x="760021" y="137163"/>
                    <a:pt x="769160" y="128024"/>
                    <a:pt x="780434" y="128024"/>
                  </a:cubicBezTo>
                  <a:close/>
                  <a:moveTo>
                    <a:pt x="731657" y="128024"/>
                  </a:moveTo>
                  <a:cubicBezTo>
                    <a:pt x="742931" y="128024"/>
                    <a:pt x="752070" y="137163"/>
                    <a:pt x="752070" y="148437"/>
                  </a:cubicBezTo>
                  <a:cubicBezTo>
                    <a:pt x="752070" y="159711"/>
                    <a:pt x="742931" y="168850"/>
                    <a:pt x="731657" y="168850"/>
                  </a:cubicBezTo>
                  <a:cubicBezTo>
                    <a:pt x="720383" y="168850"/>
                    <a:pt x="711244" y="159711"/>
                    <a:pt x="711244" y="148437"/>
                  </a:cubicBezTo>
                  <a:cubicBezTo>
                    <a:pt x="711244" y="137163"/>
                    <a:pt x="720383" y="128024"/>
                    <a:pt x="731657" y="128024"/>
                  </a:cubicBezTo>
                  <a:close/>
                  <a:moveTo>
                    <a:pt x="682880" y="128024"/>
                  </a:moveTo>
                  <a:cubicBezTo>
                    <a:pt x="694153" y="128024"/>
                    <a:pt x="703293" y="137163"/>
                    <a:pt x="703293" y="148437"/>
                  </a:cubicBezTo>
                  <a:cubicBezTo>
                    <a:pt x="703293" y="159711"/>
                    <a:pt x="694153" y="168850"/>
                    <a:pt x="682880" y="168850"/>
                  </a:cubicBezTo>
                  <a:cubicBezTo>
                    <a:pt x="671606" y="168850"/>
                    <a:pt x="662467" y="159711"/>
                    <a:pt x="662467" y="148437"/>
                  </a:cubicBezTo>
                  <a:cubicBezTo>
                    <a:pt x="662467" y="137163"/>
                    <a:pt x="671606" y="128024"/>
                    <a:pt x="682880" y="128024"/>
                  </a:cubicBezTo>
                  <a:close/>
                  <a:moveTo>
                    <a:pt x="634103" y="128024"/>
                  </a:moveTo>
                  <a:cubicBezTo>
                    <a:pt x="645377" y="128024"/>
                    <a:pt x="654516" y="137163"/>
                    <a:pt x="654516" y="148437"/>
                  </a:cubicBezTo>
                  <a:cubicBezTo>
                    <a:pt x="654516" y="159711"/>
                    <a:pt x="645377" y="168850"/>
                    <a:pt x="634103" y="168850"/>
                  </a:cubicBezTo>
                  <a:cubicBezTo>
                    <a:pt x="622829" y="168850"/>
                    <a:pt x="613690" y="159711"/>
                    <a:pt x="613690" y="148437"/>
                  </a:cubicBezTo>
                  <a:cubicBezTo>
                    <a:pt x="613690" y="137163"/>
                    <a:pt x="622829" y="128024"/>
                    <a:pt x="634103" y="128024"/>
                  </a:cubicBezTo>
                  <a:close/>
                  <a:moveTo>
                    <a:pt x="585326" y="128024"/>
                  </a:moveTo>
                  <a:cubicBezTo>
                    <a:pt x="596599" y="128024"/>
                    <a:pt x="605738" y="137163"/>
                    <a:pt x="605738" y="148437"/>
                  </a:cubicBezTo>
                  <a:cubicBezTo>
                    <a:pt x="605738" y="159711"/>
                    <a:pt x="596599" y="168850"/>
                    <a:pt x="585326" y="168850"/>
                  </a:cubicBezTo>
                  <a:cubicBezTo>
                    <a:pt x="574052" y="168850"/>
                    <a:pt x="564913" y="159711"/>
                    <a:pt x="564913" y="148437"/>
                  </a:cubicBezTo>
                  <a:cubicBezTo>
                    <a:pt x="564913" y="137163"/>
                    <a:pt x="574052" y="128024"/>
                    <a:pt x="585326" y="128024"/>
                  </a:cubicBezTo>
                  <a:close/>
                  <a:moveTo>
                    <a:pt x="536549" y="128024"/>
                  </a:moveTo>
                  <a:cubicBezTo>
                    <a:pt x="547822" y="128024"/>
                    <a:pt x="556961" y="137163"/>
                    <a:pt x="556961" y="148437"/>
                  </a:cubicBezTo>
                  <a:cubicBezTo>
                    <a:pt x="556961" y="159711"/>
                    <a:pt x="547822" y="168850"/>
                    <a:pt x="536549" y="168850"/>
                  </a:cubicBezTo>
                  <a:cubicBezTo>
                    <a:pt x="525275" y="168850"/>
                    <a:pt x="516136" y="159711"/>
                    <a:pt x="516136" y="148437"/>
                  </a:cubicBezTo>
                  <a:cubicBezTo>
                    <a:pt x="516136" y="137163"/>
                    <a:pt x="525275" y="128024"/>
                    <a:pt x="536549" y="128024"/>
                  </a:cubicBezTo>
                  <a:close/>
                  <a:moveTo>
                    <a:pt x="487772" y="128024"/>
                  </a:moveTo>
                  <a:cubicBezTo>
                    <a:pt x="499045" y="128024"/>
                    <a:pt x="508184" y="137163"/>
                    <a:pt x="508184" y="148437"/>
                  </a:cubicBezTo>
                  <a:cubicBezTo>
                    <a:pt x="508184" y="159711"/>
                    <a:pt x="499045" y="168850"/>
                    <a:pt x="487772" y="168850"/>
                  </a:cubicBezTo>
                  <a:cubicBezTo>
                    <a:pt x="476498" y="168850"/>
                    <a:pt x="467359" y="159711"/>
                    <a:pt x="467359" y="148437"/>
                  </a:cubicBezTo>
                  <a:cubicBezTo>
                    <a:pt x="467359" y="137163"/>
                    <a:pt x="476498" y="128024"/>
                    <a:pt x="487772" y="128024"/>
                  </a:cubicBezTo>
                  <a:close/>
                  <a:moveTo>
                    <a:pt x="438994" y="128024"/>
                  </a:moveTo>
                  <a:cubicBezTo>
                    <a:pt x="450268" y="128024"/>
                    <a:pt x="459407" y="137163"/>
                    <a:pt x="459407" y="148437"/>
                  </a:cubicBezTo>
                  <a:cubicBezTo>
                    <a:pt x="459407" y="159711"/>
                    <a:pt x="450268" y="168850"/>
                    <a:pt x="438994" y="168850"/>
                  </a:cubicBezTo>
                  <a:cubicBezTo>
                    <a:pt x="427721" y="168850"/>
                    <a:pt x="418582" y="159711"/>
                    <a:pt x="418582" y="148437"/>
                  </a:cubicBezTo>
                  <a:cubicBezTo>
                    <a:pt x="418582" y="137163"/>
                    <a:pt x="427721" y="128024"/>
                    <a:pt x="438994" y="128024"/>
                  </a:cubicBezTo>
                  <a:close/>
                  <a:moveTo>
                    <a:pt x="390217" y="128024"/>
                  </a:moveTo>
                  <a:cubicBezTo>
                    <a:pt x="401491" y="128024"/>
                    <a:pt x="410630" y="137163"/>
                    <a:pt x="410630" y="148437"/>
                  </a:cubicBezTo>
                  <a:cubicBezTo>
                    <a:pt x="410630" y="159711"/>
                    <a:pt x="401491" y="168850"/>
                    <a:pt x="390217" y="168850"/>
                  </a:cubicBezTo>
                  <a:cubicBezTo>
                    <a:pt x="378944" y="168850"/>
                    <a:pt x="369805" y="159711"/>
                    <a:pt x="369805" y="148437"/>
                  </a:cubicBezTo>
                  <a:cubicBezTo>
                    <a:pt x="369805" y="137163"/>
                    <a:pt x="378944" y="128024"/>
                    <a:pt x="390217" y="128024"/>
                  </a:cubicBezTo>
                  <a:close/>
                  <a:moveTo>
                    <a:pt x="341440" y="128024"/>
                  </a:moveTo>
                  <a:cubicBezTo>
                    <a:pt x="352714" y="128024"/>
                    <a:pt x="361853" y="137163"/>
                    <a:pt x="361853" y="148437"/>
                  </a:cubicBezTo>
                  <a:cubicBezTo>
                    <a:pt x="361853" y="159711"/>
                    <a:pt x="352714" y="168850"/>
                    <a:pt x="341440" y="168850"/>
                  </a:cubicBezTo>
                  <a:cubicBezTo>
                    <a:pt x="330166" y="168850"/>
                    <a:pt x="321028" y="159711"/>
                    <a:pt x="321028" y="148437"/>
                  </a:cubicBezTo>
                  <a:cubicBezTo>
                    <a:pt x="321028" y="137163"/>
                    <a:pt x="330166" y="128024"/>
                    <a:pt x="341440" y="128024"/>
                  </a:cubicBezTo>
                  <a:close/>
                  <a:moveTo>
                    <a:pt x="292663" y="128024"/>
                  </a:moveTo>
                  <a:cubicBezTo>
                    <a:pt x="303937" y="128024"/>
                    <a:pt x="313076" y="137163"/>
                    <a:pt x="313076" y="148437"/>
                  </a:cubicBezTo>
                  <a:cubicBezTo>
                    <a:pt x="313076" y="159711"/>
                    <a:pt x="303937" y="168850"/>
                    <a:pt x="292663" y="168850"/>
                  </a:cubicBezTo>
                  <a:cubicBezTo>
                    <a:pt x="281389" y="168850"/>
                    <a:pt x="272251" y="159711"/>
                    <a:pt x="272251" y="148437"/>
                  </a:cubicBezTo>
                  <a:cubicBezTo>
                    <a:pt x="272251" y="137163"/>
                    <a:pt x="281389" y="128024"/>
                    <a:pt x="292663" y="128024"/>
                  </a:cubicBezTo>
                  <a:close/>
                  <a:moveTo>
                    <a:pt x="243886" y="128024"/>
                  </a:moveTo>
                  <a:cubicBezTo>
                    <a:pt x="255160" y="128024"/>
                    <a:pt x="264299" y="137163"/>
                    <a:pt x="264299" y="148437"/>
                  </a:cubicBezTo>
                  <a:cubicBezTo>
                    <a:pt x="264299" y="159711"/>
                    <a:pt x="255160" y="168850"/>
                    <a:pt x="243886" y="168850"/>
                  </a:cubicBezTo>
                  <a:cubicBezTo>
                    <a:pt x="232612" y="168850"/>
                    <a:pt x="223473" y="159711"/>
                    <a:pt x="223473" y="148437"/>
                  </a:cubicBezTo>
                  <a:cubicBezTo>
                    <a:pt x="223473" y="137163"/>
                    <a:pt x="232612" y="128024"/>
                    <a:pt x="243886" y="128024"/>
                  </a:cubicBezTo>
                  <a:close/>
                  <a:moveTo>
                    <a:pt x="195109" y="128024"/>
                  </a:moveTo>
                  <a:cubicBezTo>
                    <a:pt x="206383" y="128024"/>
                    <a:pt x="215522" y="137163"/>
                    <a:pt x="215522" y="148437"/>
                  </a:cubicBezTo>
                  <a:cubicBezTo>
                    <a:pt x="215522" y="159711"/>
                    <a:pt x="206383" y="168850"/>
                    <a:pt x="195109" y="168850"/>
                  </a:cubicBezTo>
                  <a:cubicBezTo>
                    <a:pt x="183835" y="168850"/>
                    <a:pt x="174696" y="159711"/>
                    <a:pt x="174696" y="148437"/>
                  </a:cubicBezTo>
                  <a:cubicBezTo>
                    <a:pt x="174696" y="137163"/>
                    <a:pt x="183835" y="128024"/>
                    <a:pt x="195109" y="128024"/>
                  </a:cubicBezTo>
                  <a:close/>
                  <a:moveTo>
                    <a:pt x="146332" y="128024"/>
                  </a:moveTo>
                  <a:cubicBezTo>
                    <a:pt x="157606" y="128024"/>
                    <a:pt x="166745" y="137163"/>
                    <a:pt x="166745" y="148437"/>
                  </a:cubicBezTo>
                  <a:cubicBezTo>
                    <a:pt x="166745" y="159711"/>
                    <a:pt x="157606" y="168850"/>
                    <a:pt x="146332" y="168850"/>
                  </a:cubicBezTo>
                  <a:cubicBezTo>
                    <a:pt x="135058" y="168850"/>
                    <a:pt x="125919" y="159711"/>
                    <a:pt x="125919" y="148437"/>
                  </a:cubicBezTo>
                  <a:cubicBezTo>
                    <a:pt x="125919" y="137163"/>
                    <a:pt x="135058" y="128024"/>
                    <a:pt x="146332" y="128024"/>
                  </a:cubicBezTo>
                  <a:close/>
                  <a:moveTo>
                    <a:pt x="97555" y="128024"/>
                  </a:moveTo>
                  <a:cubicBezTo>
                    <a:pt x="108829" y="128024"/>
                    <a:pt x="117968" y="137163"/>
                    <a:pt x="117968" y="148437"/>
                  </a:cubicBezTo>
                  <a:cubicBezTo>
                    <a:pt x="117968" y="159711"/>
                    <a:pt x="108829" y="168850"/>
                    <a:pt x="97555" y="168850"/>
                  </a:cubicBezTo>
                  <a:cubicBezTo>
                    <a:pt x="86281" y="168850"/>
                    <a:pt x="77142" y="159711"/>
                    <a:pt x="77142" y="148437"/>
                  </a:cubicBezTo>
                  <a:cubicBezTo>
                    <a:pt x="77142" y="137163"/>
                    <a:pt x="86281" y="128024"/>
                    <a:pt x="97555" y="128024"/>
                  </a:cubicBezTo>
                  <a:close/>
                  <a:moveTo>
                    <a:pt x="48778" y="128024"/>
                  </a:moveTo>
                  <a:cubicBezTo>
                    <a:pt x="60052" y="128024"/>
                    <a:pt x="69191" y="137163"/>
                    <a:pt x="69191" y="148437"/>
                  </a:cubicBezTo>
                  <a:cubicBezTo>
                    <a:pt x="69191" y="159711"/>
                    <a:pt x="60052" y="168850"/>
                    <a:pt x="48778" y="168850"/>
                  </a:cubicBezTo>
                  <a:cubicBezTo>
                    <a:pt x="37504" y="168850"/>
                    <a:pt x="28365" y="159711"/>
                    <a:pt x="28365" y="148437"/>
                  </a:cubicBezTo>
                  <a:cubicBezTo>
                    <a:pt x="28365" y="137163"/>
                    <a:pt x="37504" y="128024"/>
                    <a:pt x="48778" y="128024"/>
                  </a:cubicBezTo>
                  <a:close/>
                  <a:moveTo>
                    <a:pt x="2" y="128024"/>
                  </a:moveTo>
                  <a:cubicBezTo>
                    <a:pt x="11275" y="128024"/>
                    <a:pt x="20414" y="137163"/>
                    <a:pt x="20414" y="148437"/>
                  </a:cubicBezTo>
                  <a:cubicBezTo>
                    <a:pt x="20414" y="159711"/>
                    <a:pt x="11275" y="168850"/>
                    <a:pt x="2" y="168850"/>
                  </a:cubicBezTo>
                  <a:lnTo>
                    <a:pt x="0" y="168849"/>
                  </a:lnTo>
                  <a:lnTo>
                    <a:pt x="0" y="128025"/>
                  </a:lnTo>
                  <a:close/>
                  <a:moveTo>
                    <a:pt x="1006915" y="87087"/>
                  </a:moveTo>
                  <a:lnTo>
                    <a:pt x="1006262" y="100037"/>
                  </a:lnTo>
                  <a:lnTo>
                    <a:pt x="1003906" y="94351"/>
                  </a:lnTo>
                  <a:close/>
                  <a:moveTo>
                    <a:pt x="975542" y="73938"/>
                  </a:moveTo>
                  <a:cubicBezTo>
                    <a:pt x="986816" y="73938"/>
                    <a:pt x="995955" y="83077"/>
                    <a:pt x="995955" y="94351"/>
                  </a:cubicBezTo>
                  <a:cubicBezTo>
                    <a:pt x="995955" y="105625"/>
                    <a:pt x="986816" y="114764"/>
                    <a:pt x="975542" y="114764"/>
                  </a:cubicBezTo>
                  <a:cubicBezTo>
                    <a:pt x="964268" y="114764"/>
                    <a:pt x="955129" y="105625"/>
                    <a:pt x="955129" y="94351"/>
                  </a:cubicBezTo>
                  <a:cubicBezTo>
                    <a:pt x="955129" y="83077"/>
                    <a:pt x="964268" y="73938"/>
                    <a:pt x="975542" y="73938"/>
                  </a:cubicBezTo>
                  <a:close/>
                  <a:moveTo>
                    <a:pt x="926765" y="73938"/>
                  </a:moveTo>
                  <a:cubicBezTo>
                    <a:pt x="938039" y="73938"/>
                    <a:pt x="947178" y="83077"/>
                    <a:pt x="947178" y="94351"/>
                  </a:cubicBezTo>
                  <a:cubicBezTo>
                    <a:pt x="947178" y="105625"/>
                    <a:pt x="938039" y="114764"/>
                    <a:pt x="926765" y="114764"/>
                  </a:cubicBezTo>
                  <a:cubicBezTo>
                    <a:pt x="915491" y="114764"/>
                    <a:pt x="906352" y="105625"/>
                    <a:pt x="906352" y="94351"/>
                  </a:cubicBezTo>
                  <a:cubicBezTo>
                    <a:pt x="906352" y="83077"/>
                    <a:pt x="915491" y="73938"/>
                    <a:pt x="926765" y="73938"/>
                  </a:cubicBezTo>
                  <a:close/>
                  <a:moveTo>
                    <a:pt x="877988" y="73938"/>
                  </a:moveTo>
                  <a:cubicBezTo>
                    <a:pt x="889262" y="73938"/>
                    <a:pt x="898401" y="83077"/>
                    <a:pt x="898401" y="94351"/>
                  </a:cubicBezTo>
                  <a:cubicBezTo>
                    <a:pt x="898401" y="105625"/>
                    <a:pt x="889262" y="114764"/>
                    <a:pt x="877988" y="114764"/>
                  </a:cubicBezTo>
                  <a:cubicBezTo>
                    <a:pt x="866714" y="114764"/>
                    <a:pt x="857575" y="105625"/>
                    <a:pt x="857575" y="94351"/>
                  </a:cubicBezTo>
                  <a:cubicBezTo>
                    <a:pt x="857575" y="83077"/>
                    <a:pt x="866714" y="73938"/>
                    <a:pt x="877988" y="73938"/>
                  </a:cubicBezTo>
                  <a:close/>
                  <a:moveTo>
                    <a:pt x="829211" y="73938"/>
                  </a:moveTo>
                  <a:cubicBezTo>
                    <a:pt x="840485" y="73938"/>
                    <a:pt x="849624" y="83077"/>
                    <a:pt x="849624" y="94351"/>
                  </a:cubicBezTo>
                  <a:cubicBezTo>
                    <a:pt x="849624" y="105625"/>
                    <a:pt x="840485" y="114764"/>
                    <a:pt x="829211" y="114764"/>
                  </a:cubicBezTo>
                  <a:cubicBezTo>
                    <a:pt x="817937" y="114764"/>
                    <a:pt x="808798" y="105625"/>
                    <a:pt x="808798" y="94351"/>
                  </a:cubicBezTo>
                  <a:cubicBezTo>
                    <a:pt x="808798" y="83077"/>
                    <a:pt x="817937" y="73938"/>
                    <a:pt x="829211" y="73938"/>
                  </a:cubicBezTo>
                  <a:close/>
                  <a:moveTo>
                    <a:pt x="780434" y="73938"/>
                  </a:moveTo>
                  <a:cubicBezTo>
                    <a:pt x="791708" y="73938"/>
                    <a:pt x="800847" y="83077"/>
                    <a:pt x="800847" y="94351"/>
                  </a:cubicBezTo>
                  <a:cubicBezTo>
                    <a:pt x="800847" y="105625"/>
                    <a:pt x="791708" y="114764"/>
                    <a:pt x="780434" y="114764"/>
                  </a:cubicBezTo>
                  <a:cubicBezTo>
                    <a:pt x="769160" y="114764"/>
                    <a:pt x="760021" y="105625"/>
                    <a:pt x="760021" y="94351"/>
                  </a:cubicBezTo>
                  <a:cubicBezTo>
                    <a:pt x="760021" y="83077"/>
                    <a:pt x="769160" y="73938"/>
                    <a:pt x="780434" y="73938"/>
                  </a:cubicBezTo>
                  <a:close/>
                  <a:moveTo>
                    <a:pt x="731657" y="73938"/>
                  </a:moveTo>
                  <a:cubicBezTo>
                    <a:pt x="742931" y="73938"/>
                    <a:pt x="752070" y="83077"/>
                    <a:pt x="752070" y="94351"/>
                  </a:cubicBezTo>
                  <a:cubicBezTo>
                    <a:pt x="752070" y="105625"/>
                    <a:pt x="742931" y="114764"/>
                    <a:pt x="731657" y="114764"/>
                  </a:cubicBezTo>
                  <a:cubicBezTo>
                    <a:pt x="720383" y="114764"/>
                    <a:pt x="711244" y="105625"/>
                    <a:pt x="711244" y="94351"/>
                  </a:cubicBezTo>
                  <a:cubicBezTo>
                    <a:pt x="711244" y="83077"/>
                    <a:pt x="720383" y="73938"/>
                    <a:pt x="731657" y="73938"/>
                  </a:cubicBezTo>
                  <a:close/>
                  <a:moveTo>
                    <a:pt x="682880" y="73938"/>
                  </a:moveTo>
                  <a:cubicBezTo>
                    <a:pt x="694153" y="73938"/>
                    <a:pt x="703293" y="83077"/>
                    <a:pt x="703293" y="94351"/>
                  </a:cubicBezTo>
                  <a:cubicBezTo>
                    <a:pt x="703293" y="105625"/>
                    <a:pt x="694153" y="114764"/>
                    <a:pt x="682880" y="114764"/>
                  </a:cubicBezTo>
                  <a:cubicBezTo>
                    <a:pt x="671606" y="114764"/>
                    <a:pt x="662467" y="105625"/>
                    <a:pt x="662467" y="94351"/>
                  </a:cubicBezTo>
                  <a:cubicBezTo>
                    <a:pt x="662467" y="83077"/>
                    <a:pt x="671606" y="73938"/>
                    <a:pt x="682880" y="73938"/>
                  </a:cubicBezTo>
                  <a:close/>
                  <a:moveTo>
                    <a:pt x="634103" y="73938"/>
                  </a:moveTo>
                  <a:cubicBezTo>
                    <a:pt x="645377" y="73938"/>
                    <a:pt x="654516" y="83077"/>
                    <a:pt x="654516" y="94351"/>
                  </a:cubicBezTo>
                  <a:cubicBezTo>
                    <a:pt x="654516" y="105625"/>
                    <a:pt x="645377" y="114764"/>
                    <a:pt x="634103" y="114764"/>
                  </a:cubicBezTo>
                  <a:cubicBezTo>
                    <a:pt x="622829" y="114764"/>
                    <a:pt x="613690" y="105625"/>
                    <a:pt x="613690" y="94351"/>
                  </a:cubicBezTo>
                  <a:cubicBezTo>
                    <a:pt x="613690" y="83077"/>
                    <a:pt x="622829" y="73938"/>
                    <a:pt x="634103" y="73938"/>
                  </a:cubicBezTo>
                  <a:close/>
                  <a:moveTo>
                    <a:pt x="585326" y="73938"/>
                  </a:moveTo>
                  <a:cubicBezTo>
                    <a:pt x="596599" y="73938"/>
                    <a:pt x="605738" y="83077"/>
                    <a:pt x="605738" y="94351"/>
                  </a:cubicBezTo>
                  <a:cubicBezTo>
                    <a:pt x="605738" y="105625"/>
                    <a:pt x="596599" y="114764"/>
                    <a:pt x="585326" y="114764"/>
                  </a:cubicBezTo>
                  <a:cubicBezTo>
                    <a:pt x="574052" y="114764"/>
                    <a:pt x="564913" y="105625"/>
                    <a:pt x="564913" y="94351"/>
                  </a:cubicBezTo>
                  <a:cubicBezTo>
                    <a:pt x="564913" y="83077"/>
                    <a:pt x="574052" y="73938"/>
                    <a:pt x="585326" y="73938"/>
                  </a:cubicBezTo>
                  <a:close/>
                  <a:moveTo>
                    <a:pt x="536549" y="73938"/>
                  </a:moveTo>
                  <a:cubicBezTo>
                    <a:pt x="547822" y="73938"/>
                    <a:pt x="556961" y="83077"/>
                    <a:pt x="556961" y="94351"/>
                  </a:cubicBezTo>
                  <a:cubicBezTo>
                    <a:pt x="556961" y="105625"/>
                    <a:pt x="547822" y="114764"/>
                    <a:pt x="536549" y="114764"/>
                  </a:cubicBezTo>
                  <a:cubicBezTo>
                    <a:pt x="525275" y="114764"/>
                    <a:pt x="516136" y="105625"/>
                    <a:pt x="516136" y="94351"/>
                  </a:cubicBezTo>
                  <a:cubicBezTo>
                    <a:pt x="516136" y="83077"/>
                    <a:pt x="525275" y="73938"/>
                    <a:pt x="536549" y="73938"/>
                  </a:cubicBezTo>
                  <a:close/>
                  <a:moveTo>
                    <a:pt x="487772" y="73938"/>
                  </a:moveTo>
                  <a:cubicBezTo>
                    <a:pt x="499045" y="73938"/>
                    <a:pt x="508184" y="83077"/>
                    <a:pt x="508184" y="94351"/>
                  </a:cubicBezTo>
                  <a:cubicBezTo>
                    <a:pt x="508184" y="105625"/>
                    <a:pt x="499045" y="114764"/>
                    <a:pt x="487772" y="114764"/>
                  </a:cubicBezTo>
                  <a:cubicBezTo>
                    <a:pt x="476498" y="114764"/>
                    <a:pt x="467359" y="105625"/>
                    <a:pt x="467359" y="94351"/>
                  </a:cubicBezTo>
                  <a:cubicBezTo>
                    <a:pt x="467359" y="83077"/>
                    <a:pt x="476498" y="73938"/>
                    <a:pt x="487772" y="73938"/>
                  </a:cubicBezTo>
                  <a:close/>
                  <a:moveTo>
                    <a:pt x="438994" y="73938"/>
                  </a:moveTo>
                  <a:cubicBezTo>
                    <a:pt x="450268" y="73938"/>
                    <a:pt x="459407" y="83077"/>
                    <a:pt x="459407" y="94351"/>
                  </a:cubicBezTo>
                  <a:cubicBezTo>
                    <a:pt x="459407" y="105625"/>
                    <a:pt x="450268" y="114764"/>
                    <a:pt x="438994" y="114764"/>
                  </a:cubicBezTo>
                  <a:cubicBezTo>
                    <a:pt x="427721" y="114764"/>
                    <a:pt x="418582" y="105625"/>
                    <a:pt x="418582" y="94351"/>
                  </a:cubicBezTo>
                  <a:cubicBezTo>
                    <a:pt x="418582" y="83077"/>
                    <a:pt x="427721" y="73938"/>
                    <a:pt x="438994" y="73938"/>
                  </a:cubicBezTo>
                  <a:close/>
                  <a:moveTo>
                    <a:pt x="390217" y="73938"/>
                  </a:moveTo>
                  <a:cubicBezTo>
                    <a:pt x="401491" y="73938"/>
                    <a:pt x="410630" y="83077"/>
                    <a:pt x="410630" y="94351"/>
                  </a:cubicBezTo>
                  <a:cubicBezTo>
                    <a:pt x="410630" y="105625"/>
                    <a:pt x="401491" y="114764"/>
                    <a:pt x="390217" y="114764"/>
                  </a:cubicBezTo>
                  <a:cubicBezTo>
                    <a:pt x="378944" y="114764"/>
                    <a:pt x="369805" y="105625"/>
                    <a:pt x="369805" y="94351"/>
                  </a:cubicBezTo>
                  <a:cubicBezTo>
                    <a:pt x="369805" y="83077"/>
                    <a:pt x="378944" y="73938"/>
                    <a:pt x="390217" y="73938"/>
                  </a:cubicBezTo>
                  <a:close/>
                  <a:moveTo>
                    <a:pt x="341440" y="73938"/>
                  </a:moveTo>
                  <a:cubicBezTo>
                    <a:pt x="352714" y="73938"/>
                    <a:pt x="361853" y="83077"/>
                    <a:pt x="361853" y="94351"/>
                  </a:cubicBezTo>
                  <a:cubicBezTo>
                    <a:pt x="361853" y="105625"/>
                    <a:pt x="352714" y="114764"/>
                    <a:pt x="341440" y="114764"/>
                  </a:cubicBezTo>
                  <a:cubicBezTo>
                    <a:pt x="330166" y="114764"/>
                    <a:pt x="321028" y="105625"/>
                    <a:pt x="321028" y="94351"/>
                  </a:cubicBezTo>
                  <a:cubicBezTo>
                    <a:pt x="321028" y="83077"/>
                    <a:pt x="330166" y="73938"/>
                    <a:pt x="341440" y="73938"/>
                  </a:cubicBezTo>
                  <a:close/>
                  <a:moveTo>
                    <a:pt x="292663" y="73938"/>
                  </a:moveTo>
                  <a:cubicBezTo>
                    <a:pt x="303937" y="73938"/>
                    <a:pt x="313076" y="83077"/>
                    <a:pt x="313076" y="94351"/>
                  </a:cubicBezTo>
                  <a:cubicBezTo>
                    <a:pt x="313076" y="105625"/>
                    <a:pt x="303937" y="114764"/>
                    <a:pt x="292663" y="114764"/>
                  </a:cubicBezTo>
                  <a:cubicBezTo>
                    <a:pt x="281389" y="114764"/>
                    <a:pt x="272251" y="105625"/>
                    <a:pt x="272251" y="94351"/>
                  </a:cubicBezTo>
                  <a:cubicBezTo>
                    <a:pt x="272251" y="83077"/>
                    <a:pt x="281389" y="73938"/>
                    <a:pt x="292663" y="73938"/>
                  </a:cubicBezTo>
                  <a:close/>
                  <a:moveTo>
                    <a:pt x="243886" y="73938"/>
                  </a:moveTo>
                  <a:cubicBezTo>
                    <a:pt x="255160" y="73938"/>
                    <a:pt x="264299" y="83077"/>
                    <a:pt x="264299" y="94351"/>
                  </a:cubicBezTo>
                  <a:cubicBezTo>
                    <a:pt x="264299" y="105625"/>
                    <a:pt x="255160" y="114764"/>
                    <a:pt x="243886" y="114764"/>
                  </a:cubicBezTo>
                  <a:cubicBezTo>
                    <a:pt x="232612" y="114764"/>
                    <a:pt x="223473" y="105625"/>
                    <a:pt x="223473" y="94351"/>
                  </a:cubicBezTo>
                  <a:cubicBezTo>
                    <a:pt x="223473" y="83077"/>
                    <a:pt x="232612" y="73938"/>
                    <a:pt x="243886" y="73938"/>
                  </a:cubicBezTo>
                  <a:close/>
                  <a:moveTo>
                    <a:pt x="195109" y="73938"/>
                  </a:moveTo>
                  <a:cubicBezTo>
                    <a:pt x="206383" y="73938"/>
                    <a:pt x="215522" y="83077"/>
                    <a:pt x="215522" y="94351"/>
                  </a:cubicBezTo>
                  <a:cubicBezTo>
                    <a:pt x="215522" y="105625"/>
                    <a:pt x="206383" y="114764"/>
                    <a:pt x="195109" y="114764"/>
                  </a:cubicBezTo>
                  <a:cubicBezTo>
                    <a:pt x="183835" y="114764"/>
                    <a:pt x="174696" y="105625"/>
                    <a:pt x="174696" y="94351"/>
                  </a:cubicBezTo>
                  <a:cubicBezTo>
                    <a:pt x="174696" y="83077"/>
                    <a:pt x="183835" y="73938"/>
                    <a:pt x="195109" y="73938"/>
                  </a:cubicBezTo>
                  <a:close/>
                  <a:moveTo>
                    <a:pt x="146332" y="73938"/>
                  </a:moveTo>
                  <a:cubicBezTo>
                    <a:pt x="157606" y="73938"/>
                    <a:pt x="166745" y="83077"/>
                    <a:pt x="166745" y="94351"/>
                  </a:cubicBezTo>
                  <a:cubicBezTo>
                    <a:pt x="166745" y="105625"/>
                    <a:pt x="157606" y="114764"/>
                    <a:pt x="146332" y="114764"/>
                  </a:cubicBezTo>
                  <a:cubicBezTo>
                    <a:pt x="135058" y="114764"/>
                    <a:pt x="125919" y="105625"/>
                    <a:pt x="125919" y="94351"/>
                  </a:cubicBezTo>
                  <a:cubicBezTo>
                    <a:pt x="125919" y="83077"/>
                    <a:pt x="135058" y="73938"/>
                    <a:pt x="146332" y="73938"/>
                  </a:cubicBezTo>
                  <a:close/>
                  <a:moveTo>
                    <a:pt x="97555" y="73938"/>
                  </a:moveTo>
                  <a:cubicBezTo>
                    <a:pt x="108829" y="73938"/>
                    <a:pt x="117968" y="83077"/>
                    <a:pt x="117968" y="94351"/>
                  </a:cubicBezTo>
                  <a:cubicBezTo>
                    <a:pt x="117968" y="105625"/>
                    <a:pt x="108829" y="114764"/>
                    <a:pt x="97555" y="114764"/>
                  </a:cubicBezTo>
                  <a:cubicBezTo>
                    <a:pt x="86281" y="114764"/>
                    <a:pt x="77142" y="105625"/>
                    <a:pt x="77142" y="94351"/>
                  </a:cubicBezTo>
                  <a:cubicBezTo>
                    <a:pt x="77142" y="83077"/>
                    <a:pt x="86281" y="73938"/>
                    <a:pt x="97555" y="73938"/>
                  </a:cubicBezTo>
                  <a:close/>
                  <a:moveTo>
                    <a:pt x="48778" y="73938"/>
                  </a:moveTo>
                  <a:cubicBezTo>
                    <a:pt x="60052" y="73938"/>
                    <a:pt x="69191" y="83077"/>
                    <a:pt x="69191" y="94351"/>
                  </a:cubicBezTo>
                  <a:cubicBezTo>
                    <a:pt x="69191" y="105625"/>
                    <a:pt x="60052" y="114764"/>
                    <a:pt x="48778" y="114764"/>
                  </a:cubicBezTo>
                  <a:cubicBezTo>
                    <a:pt x="37504" y="114764"/>
                    <a:pt x="28365" y="105625"/>
                    <a:pt x="28365" y="94351"/>
                  </a:cubicBezTo>
                  <a:cubicBezTo>
                    <a:pt x="28365" y="83077"/>
                    <a:pt x="37504" y="73938"/>
                    <a:pt x="48778" y="73938"/>
                  </a:cubicBezTo>
                  <a:close/>
                  <a:moveTo>
                    <a:pt x="2" y="73938"/>
                  </a:moveTo>
                  <a:cubicBezTo>
                    <a:pt x="11275" y="73938"/>
                    <a:pt x="20414" y="83077"/>
                    <a:pt x="20414" y="94351"/>
                  </a:cubicBezTo>
                  <a:cubicBezTo>
                    <a:pt x="20414" y="105625"/>
                    <a:pt x="11275" y="114764"/>
                    <a:pt x="2" y="114764"/>
                  </a:cubicBezTo>
                  <a:lnTo>
                    <a:pt x="0" y="114763"/>
                  </a:lnTo>
                  <a:lnTo>
                    <a:pt x="0" y="73939"/>
                  </a:lnTo>
                  <a:close/>
                  <a:moveTo>
                    <a:pt x="1010013" y="25745"/>
                  </a:moveTo>
                  <a:lnTo>
                    <a:pt x="1008696" y="51828"/>
                  </a:lnTo>
                  <a:lnTo>
                    <a:pt x="1003906" y="40265"/>
                  </a:lnTo>
                  <a:cubicBezTo>
                    <a:pt x="1003906" y="34628"/>
                    <a:pt x="1006192" y="29525"/>
                    <a:pt x="1009885" y="25831"/>
                  </a:cubicBezTo>
                  <a:close/>
                  <a:moveTo>
                    <a:pt x="975542" y="19852"/>
                  </a:moveTo>
                  <a:cubicBezTo>
                    <a:pt x="986816" y="19852"/>
                    <a:pt x="995955" y="28991"/>
                    <a:pt x="995955" y="40265"/>
                  </a:cubicBezTo>
                  <a:cubicBezTo>
                    <a:pt x="995955" y="51539"/>
                    <a:pt x="986816" y="60678"/>
                    <a:pt x="975542" y="60678"/>
                  </a:cubicBezTo>
                  <a:cubicBezTo>
                    <a:pt x="964268" y="60678"/>
                    <a:pt x="955129" y="51539"/>
                    <a:pt x="955129" y="40265"/>
                  </a:cubicBezTo>
                  <a:cubicBezTo>
                    <a:pt x="955129" y="28991"/>
                    <a:pt x="964268" y="19852"/>
                    <a:pt x="975542" y="19852"/>
                  </a:cubicBezTo>
                  <a:close/>
                  <a:moveTo>
                    <a:pt x="926765" y="19852"/>
                  </a:moveTo>
                  <a:cubicBezTo>
                    <a:pt x="938039" y="19852"/>
                    <a:pt x="947178" y="28991"/>
                    <a:pt x="947178" y="40265"/>
                  </a:cubicBezTo>
                  <a:cubicBezTo>
                    <a:pt x="947178" y="51539"/>
                    <a:pt x="938039" y="60678"/>
                    <a:pt x="926765" y="60678"/>
                  </a:cubicBezTo>
                  <a:cubicBezTo>
                    <a:pt x="915491" y="60678"/>
                    <a:pt x="906352" y="51539"/>
                    <a:pt x="906352" y="40265"/>
                  </a:cubicBezTo>
                  <a:cubicBezTo>
                    <a:pt x="906352" y="28991"/>
                    <a:pt x="915491" y="19852"/>
                    <a:pt x="926765" y="19852"/>
                  </a:cubicBezTo>
                  <a:close/>
                  <a:moveTo>
                    <a:pt x="877988" y="19852"/>
                  </a:moveTo>
                  <a:cubicBezTo>
                    <a:pt x="889262" y="19852"/>
                    <a:pt x="898401" y="28991"/>
                    <a:pt x="898401" y="40265"/>
                  </a:cubicBezTo>
                  <a:cubicBezTo>
                    <a:pt x="898401" y="51539"/>
                    <a:pt x="889262" y="60678"/>
                    <a:pt x="877988" y="60678"/>
                  </a:cubicBezTo>
                  <a:cubicBezTo>
                    <a:pt x="866714" y="60678"/>
                    <a:pt x="857575" y="51539"/>
                    <a:pt x="857575" y="40265"/>
                  </a:cubicBezTo>
                  <a:cubicBezTo>
                    <a:pt x="857575" y="28991"/>
                    <a:pt x="866714" y="19852"/>
                    <a:pt x="877988" y="19852"/>
                  </a:cubicBezTo>
                  <a:close/>
                  <a:moveTo>
                    <a:pt x="829211" y="19852"/>
                  </a:moveTo>
                  <a:cubicBezTo>
                    <a:pt x="840485" y="19852"/>
                    <a:pt x="849624" y="28991"/>
                    <a:pt x="849624" y="40265"/>
                  </a:cubicBezTo>
                  <a:cubicBezTo>
                    <a:pt x="849624" y="51539"/>
                    <a:pt x="840485" y="60678"/>
                    <a:pt x="829211" y="60678"/>
                  </a:cubicBezTo>
                  <a:cubicBezTo>
                    <a:pt x="817937" y="60678"/>
                    <a:pt x="808798" y="51539"/>
                    <a:pt x="808798" y="40265"/>
                  </a:cubicBezTo>
                  <a:cubicBezTo>
                    <a:pt x="808798" y="28991"/>
                    <a:pt x="817937" y="19852"/>
                    <a:pt x="829211" y="19852"/>
                  </a:cubicBezTo>
                  <a:close/>
                  <a:moveTo>
                    <a:pt x="780434" y="19852"/>
                  </a:moveTo>
                  <a:cubicBezTo>
                    <a:pt x="791708" y="19852"/>
                    <a:pt x="800847" y="28991"/>
                    <a:pt x="800847" y="40265"/>
                  </a:cubicBezTo>
                  <a:cubicBezTo>
                    <a:pt x="800847" y="51539"/>
                    <a:pt x="791708" y="60678"/>
                    <a:pt x="780434" y="60678"/>
                  </a:cubicBezTo>
                  <a:cubicBezTo>
                    <a:pt x="769160" y="60678"/>
                    <a:pt x="760021" y="51539"/>
                    <a:pt x="760021" y="40265"/>
                  </a:cubicBezTo>
                  <a:cubicBezTo>
                    <a:pt x="760021" y="28991"/>
                    <a:pt x="769160" y="19852"/>
                    <a:pt x="780434" y="19852"/>
                  </a:cubicBezTo>
                  <a:close/>
                  <a:moveTo>
                    <a:pt x="731657" y="19852"/>
                  </a:moveTo>
                  <a:cubicBezTo>
                    <a:pt x="742931" y="19852"/>
                    <a:pt x="752070" y="28991"/>
                    <a:pt x="752070" y="40265"/>
                  </a:cubicBezTo>
                  <a:cubicBezTo>
                    <a:pt x="752070" y="51539"/>
                    <a:pt x="742931" y="60678"/>
                    <a:pt x="731657" y="60678"/>
                  </a:cubicBezTo>
                  <a:cubicBezTo>
                    <a:pt x="720383" y="60678"/>
                    <a:pt x="711244" y="51539"/>
                    <a:pt x="711244" y="40265"/>
                  </a:cubicBezTo>
                  <a:cubicBezTo>
                    <a:pt x="711244" y="28991"/>
                    <a:pt x="720383" y="19852"/>
                    <a:pt x="731657" y="19852"/>
                  </a:cubicBezTo>
                  <a:close/>
                  <a:moveTo>
                    <a:pt x="682880" y="19852"/>
                  </a:moveTo>
                  <a:cubicBezTo>
                    <a:pt x="694153" y="19852"/>
                    <a:pt x="703293" y="28991"/>
                    <a:pt x="703293" y="40265"/>
                  </a:cubicBezTo>
                  <a:cubicBezTo>
                    <a:pt x="703293" y="51539"/>
                    <a:pt x="694153" y="60678"/>
                    <a:pt x="682880" y="60678"/>
                  </a:cubicBezTo>
                  <a:cubicBezTo>
                    <a:pt x="671606" y="60678"/>
                    <a:pt x="662467" y="51539"/>
                    <a:pt x="662467" y="40265"/>
                  </a:cubicBezTo>
                  <a:cubicBezTo>
                    <a:pt x="662467" y="28991"/>
                    <a:pt x="671606" y="19852"/>
                    <a:pt x="682880" y="19852"/>
                  </a:cubicBezTo>
                  <a:close/>
                  <a:moveTo>
                    <a:pt x="634103" y="19852"/>
                  </a:moveTo>
                  <a:cubicBezTo>
                    <a:pt x="645377" y="19852"/>
                    <a:pt x="654516" y="28991"/>
                    <a:pt x="654516" y="40265"/>
                  </a:cubicBezTo>
                  <a:cubicBezTo>
                    <a:pt x="654516" y="51539"/>
                    <a:pt x="645377" y="60678"/>
                    <a:pt x="634103" y="60678"/>
                  </a:cubicBezTo>
                  <a:cubicBezTo>
                    <a:pt x="622829" y="60678"/>
                    <a:pt x="613690" y="51539"/>
                    <a:pt x="613690" y="40265"/>
                  </a:cubicBezTo>
                  <a:cubicBezTo>
                    <a:pt x="613690" y="28991"/>
                    <a:pt x="622829" y="19852"/>
                    <a:pt x="634103" y="19852"/>
                  </a:cubicBezTo>
                  <a:close/>
                  <a:moveTo>
                    <a:pt x="585326" y="19852"/>
                  </a:moveTo>
                  <a:cubicBezTo>
                    <a:pt x="596599" y="19852"/>
                    <a:pt x="605738" y="28991"/>
                    <a:pt x="605738" y="40265"/>
                  </a:cubicBezTo>
                  <a:cubicBezTo>
                    <a:pt x="605738" y="51539"/>
                    <a:pt x="596599" y="60678"/>
                    <a:pt x="585326" y="60678"/>
                  </a:cubicBezTo>
                  <a:cubicBezTo>
                    <a:pt x="574052" y="60678"/>
                    <a:pt x="564913" y="51539"/>
                    <a:pt x="564913" y="40265"/>
                  </a:cubicBezTo>
                  <a:cubicBezTo>
                    <a:pt x="564913" y="28991"/>
                    <a:pt x="574052" y="19852"/>
                    <a:pt x="585326" y="19852"/>
                  </a:cubicBezTo>
                  <a:close/>
                  <a:moveTo>
                    <a:pt x="536549" y="19852"/>
                  </a:moveTo>
                  <a:cubicBezTo>
                    <a:pt x="547822" y="19852"/>
                    <a:pt x="556961" y="28991"/>
                    <a:pt x="556961" y="40265"/>
                  </a:cubicBezTo>
                  <a:cubicBezTo>
                    <a:pt x="556961" y="51539"/>
                    <a:pt x="547822" y="60678"/>
                    <a:pt x="536549" y="60678"/>
                  </a:cubicBezTo>
                  <a:cubicBezTo>
                    <a:pt x="525275" y="60678"/>
                    <a:pt x="516136" y="51539"/>
                    <a:pt x="516136" y="40265"/>
                  </a:cubicBezTo>
                  <a:cubicBezTo>
                    <a:pt x="516136" y="28991"/>
                    <a:pt x="525275" y="19852"/>
                    <a:pt x="536549" y="19852"/>
                  </a:cubicBezTo>
                  <a:close/>
                  <a:moveTo>
                    <a:pt x="487772" y="19852"/>
                  </a:moveTo>
                  <a:cubicBezTo>
                    <a:pt x="499045" y="19852"/>
                    <a:pt x="508184" y="28991"/>
                    <a:pt x="508184" y="40265"/>
                  </a:cubicBezTo>
                  <a:cubicBezTo>
                    <a:pt x="508184" y="51539"/>
                    <a:pt x="499045" y="60678"/>
                    <a:pt x="487772" y="60678"/>
                  </a:cubicBezTo>
                  <a:cubicBezTo>
                    <a:pt x="476498" y="60678"/>
                    <a:pt x="467359" y="51539"/>
                    <a:pt x="467359" y="40265"/>
                  </a:cubicBezTo>
                  <a:cubicBezTo>
                    <a:pt x="467359" y="28991"/>
                    <a:pt x="476498" y="19852"/>
                    <a:pt x="487772" y="19852"/>
                  </a:cubicBezTo>
                  <a:close/>
                  <a:moveTo>
                    <a:pt x="438994" y="19852"/>
                  </a:moveTo>
                  <a:cubicBezTo>
                    <a:pt x="450268" y="19852"/>
                    <a:pt x="459407" y="28991"/>
                    <a:pt x="459407" y="40265"/>
                  </a:cubicBezTo>
                  <a:cubicBezTo>
                    <a:pt x="459407" y="51539"/>
                    <a:pt x="450268" y="60678"/>
                    <a:pt x="438994" y="60678"/>
                  </a:cubicBezTo>
                  <a:cubicBezTo>
                    <a:pt x="427721" y="60678"/>
                    <a:pt x="418582" y="51539"/>
                    <a:pt x="418582" y="40265"/>
                  </a:cubicBezTo>
                  <a:cubicBezTo>
                    <a:pt x="418582" y="28991"/>
                    <a:pt x="427721" y="19852"/>
                    <a:pt x="438994" y="19852"/>
                  </a:cubicBezTo>
                  <a:close/>
                  <a:moveTo>
                    <a:pt x="390217" y="19852"/>
                  </a:moveTo>
                  <a:cubicBezTo>
                    <a:pt x="401491" y="19852"/>
                    <a:pt x="410630" y="28991"/>
                    <a:pt x="410630" y="40265"/>
                  </a:cubicBezTo>
                  <a:cubicBezTo>
                    <a:pt x="410630" y="51539"/>
                    <a:pt x="401491" y="60678"/>
                    <a:pt x="390217" y="60678"/>
                  </a:cubicBezTo>
                  <a:cubicBezTo>
                    <a:pt x="378944" y="60678"/>
                    <a:pt x="369805" y="51539"/>
                    <a:pt x="369805" y="40265"/>
                  </a:cubicBezTo>
                  <a:cubicBezTo>
                    <a:pt x="369805" y="28991"/>
                    <a:pt x="378944" y="19852"/>
                    <a:pt x="390217" y="19852"/>
                  </a:cubicBezTo>
                  <a:close/>
                  <a:moveTo>
                    <a:pt x="341440" y="19852"/>
                  </a:moveTo>
                  <a:cubicBezTo>
                    <a:pt x="352714" y="19852"/>
                    <a:pt x="361853" y="28991"/>
                    <a:pt x="361853" y="40265"/>
                  </a:cubicBezTo>
                  <a:cubicBezTo>
                    <a:pt x="361853" y="51539"/>
                    <a:pt x="352714" y="60678"/>
                    <a:pt x="341440" y="60678"/>
                  </a:cubicBezTo>
                  <a:cubicBezTo>
                    <a:pt x="330166" y="60678"/>
                    <a:pt x="321028" y="51539"/>
                    <a:pt x="321028" y="40265"/>
                  </a:cubicBezTo>
                  <a:cubicBezTo>
                    <a:pt x="321028" y="28991"/>
                    <a:pt x="330166" y="19852"/>
                    <a:pt x="341440" y="19852"/>
                  </a:cubicBezTo>
                  <a:close/>
                  <a:moveTo>
                    <a:pt x="292663" y="19852"/>
                  </a:moveTo>
                  <a:cubicBezTo>
                    <a:pt x="303937" y="19852"/>
                    <a:pt x="313076" y="28991"/>
                    <a:pt x="313076" y="40265"/>
                  </a:cubicBezTo>
                  <a:cubicBezTo>
                    <a:pt x="313076" y="51539"/>
                    <a:pt x="303937" y="60678"/>
                    <a:pt x="292663" y="60678"/>
                  </a:cubicBezTo>
                  <a:cubicBezTo>
                    <a:pt x="281389" y="60678"/>
                    <a:pt x="272251" y="51539"/>
                    <a:pt x="272251" y="40265"/>
                  </a:cubicBezTo>
                  <a:cubicBezTo>
                    <a:pt x="272251" y="28991"/>
                    <a:pt x="281389" y="19852"/>
                    <a:pt x="292663" y="19852"/>
                  </a:cubicBezTo>
                  <a:close/>
                  <a:moveTo>
                    <a:pt x="243886" y="19852"/>
                  </a:moveTo>
                  <a:cubicBezTo>
                    <a:pt x="255160" y="19852"/>
                    <a:pt x="264299" y="28991"/>
                    <a:pt x="264299" y="40265"/>
                  </a:cubicBezTo>
                  <a:cubicBezTo>
                    <a:pt x="264299" y="51539"/>
                    <a:pt x="255160" y="60678"/>
                    <a:pt x="243886" y="60678"/>
                  </a:cubicBezTo>
                  <a:cubicBezTo>
                    <a:pt x="232612" y="60678"/>
                    <a:pt x="223473" y="51539"/>
                    <a:pt x="223473" y="40265"/>
                  </a:cubicBezTo>
                  <a:cubicBezTo>
                    <a:pt x="223473" y="28991"/>
                    <a:pt x="232612" y="19852"/>
                    <a:pt x="243886" y="19852"/>
                  </a:cubicBezTo>
                  <a:close/>
                  <a:moveTo>
                    <a:pt x="195109" y="19852"/>
                  </a:moveTo>
                  <a:cubicBezTo>
                    <a:pt x="206383" y="19852"/>
                    <a:pt x="215522" y="28991"/>
                    <a:pt x="215522" y="40265"/>
                  </a:cubicBezTo>
                  <a:cubicBezTo>
                    <a:pt x="215522" y="51539"/>
                    <a:pt x="206383" y="60678"/>
                    <a:pt x="195109" y="60678"/>
                  </a:cubicBezTo>
                  <a:cubicBezTo>
                    <a:pt x="183835" y="60678"/>
                    <a:pt x="174696" y="51539"/>
                    <a:pt x="174696" y="40265"/>
                  </a:cubicBezTo>
                  <a:cubicBezTo>
                    <a:pt x="174696" y="28991"/>
                    <a:pt x="183835" y="19852"/>
                    <a:pt x="195109" y="19852"/>
                  </a:cubicBezTo>
                  <a:close/>
                  <a:moveTo>
                    <a:pt x="146332" y="19852"/>
                  </a:moveTo>
                  <a:cubicBezTo>
                    <a:pt x="157606" y="19852"/>
                    <a:pt x="166745" y="28991"/>
                    <a:pt x="166745" y="40265"/>
                  </a:cubicBezTo>
                  <a:cubicBezTo>
                    <a:pt x="166745" y="51539"/>
                    <a:pt x="157606" y="60678"/>
                    <a:pt x="146332" y="60678"/>
                  </a:cubicBezTo>
                  <a:cubicBezTo>
                    <a:pt x="135058" y="60678"/>
                    <a:pt x="125919" y="51539"/>
                    <a:pt x="125919" y="40265"/>
                  </a:cubicBezTo>
                  <a:cubicBezTo>
                    <a:pt x="125919" y="28991"/>
                    <a:pt x="135058" y="19852"/>
                    <a:pt x="146332" y="19852"/>
                  </a:cubicBezTo>
                  <a:close/>
                  <a:moveTo>
                    <a:pt x="97555" y="19852"/>
                  </a:moveTo>
                  <a:cubicBezTo>
                    <a:pt x="108829" y="19852"/>
                    <a:pt x="117968" y="28991"/>
                    <a:pt x="117968" y="40265"/>
                  </a:cubicBezTo>
                  <a:cubicBezTo>
                    <a:pt x="117968" y="51539"/>
                    <a:pt x="108829" y="60678"/>
                    <a:pt x="97555" y="60678"/>
                  </a:cubicBezTo>
                  <a:cubicBezTo>
                    <a:pt x="86281" y="60678"/>
                    <a:pt x="77142" y="51539"/>
                    <a:pt x="77142" y="40265"/>
                  </a:cubicBezTo>
                  <a:cubicBezTo>
                    <a:pt x="77142" y="28991"/>
                    <a:pt x="86281" y="19852"/>
                    <a:pt x="97555" y="19852"/>
                  </a:cubicBezTo>
                  <a:close/>
                  <a:moveTo>
                    <a:pt x="48778" y="19852"/>
                  </a:moveTo>
                  <a:cubicBezTo>
                    <a:pt x="60052" y="19852"/>
                    <a:pt x="69191" y="28991"/>
                    <a:pt x="69191" y="40265"/>
                  </a:cubicBezTo>
                  <a:cubicBezTo>
                    <a:pt x="69191" y="51539"/>
                    <a:pt x="60052" y="60678"/>
                    <a:pt x="48778" y="60678"/>
                  </a:cubicBezTo>
                  <a:cubicBezTo>
                    <a:pt x="37504" y="60678"/>
                    <a:pt x="28365" y="51539"/>
                    <a:pt x="28365" y="40265"/>
                  </a:cubicBezTo>
                  <a:cubicBezTo>
                    <a:pt x="28365" y="28991"/>
                    <a:pt x="37504" y="19852"/>
                    <a:pt x="48778" y="19852"/>
                  </a:cubicBezTo>
                  <a:close/>
                  <a:moveTo>
                    <a:pt x="2" y="19852"/>
                  </a:moveTo>
                  <a:cubicBezTo>
                    <a:pt x="11275" y="19852"/>
                    <a:pt x="20414" y="28991"/>
                    <a:pt x="20414" y="40265"/>
                  </a:cubicBezTo>
                  <a:cubicBezTo>
                    <a:pt x="20414" y="51539"/>
                    <a:pt x="11275" y="60678"/>
                    <a:pt x="2" y="60678"/>
                  </a:cubicBezTo>
                  <a:lnTo>
                    <a:pt x="0" y="60677"/>
                  </a:lnTo>
                  <a:lnTo>
                    <a:pt x="0" y="19853"/>
                  </a:lnTo>
                  <a:close/>
                  <a:moveTo>
                    <a:pt x="1009631" y="0"/>
                  </a:moveTo>
                  <a:lnTo>
                    <a:pt x="1010974" y="0"/>
                  </a:lnTo>
                  <a:lnTo>
                    <a:pt x="1011044" y="1394"/>
                  </a:lnTo>
                  <a:lnTo>
                    <a:pt x="1009885" y="613"/>
                  </a:lnTo>
                  <a:close/>
                  <a:moveTo>
                    <a:pt x="960854" y="0"/>
                  </a:moveTo>
                  <a:lnTo>
                    <a:pt x="990230" y="0"/>
                  </a:lnTo>
                  <a:lnTo>
                    <a:pt x="989976" y="613"/>
                  </a:lnTo>
                  <a:cubicBezTo>
                    <a:pt x="986282" y="4307"/>
                    <a:pt x="981179" y="6592"/>
                    <a:pt x="975542" y="6592"/>
                  </a:cubicBezTo>
                  <a:cubicBezTo>
                    <a:pt x="969905" y="6592"/>
                    <a:pt x="964802" y="4307"/>
                    <a:pt x="961108" y="613"/>
                  </a:cubicBezTo>
                  <a:close/>
                  <a:moveTo>
                    <a:pt x="912077" y="0"/>
                  </a:moveTo>
                  <a:lnTo>
                    <a:pt x="941453" y="0"/>
                  </a:lnTo>
                  <a:lnTo>
                    <a:pt x="941199" y="613"/>
                  </a:lnTo>
                  <a:cubicBezTo>
                    <a:pt x="937505" y="4307"/>
                    <a:pt x="932402" y="6592"/>
                    <a:pt x="926765" y="6592"/>
                  </a:cubicBezTo>
                  <a:cubicBezTo>
                    <a:pt x="921128" y="6592"/>
                    <a:pt x="916025" y="4307"/>
                    <a:pt x="912331" y="613"/>
                  </a:cubicBezTo>
                  <a:close/>
                  <a:moveTo>
                    <a:pt x="863300" y="0"/>
                  </a:moveTo>
                  <a:lnTo>
                    <a:pt x="892676" y="0"/>
                  </a:lnTo>
                  <a:lnTo>
                    <a:pt x="892422" y="613"/>
                  </a:lnTo>
                  <a:cubicBezTo>
                    <a:pt x="888728" y="4307"/>
                    <a:pt x="883625" y="6592"/>
                    <a:pt x="877988" y="6592"/>
                  </a:cubicBezTo>
                  <a:cubicBezTo>
                    <a:pt x="872351" y="6592"/>
                    <a:pt x="867248" y="4307"/>
                    <a:pt x="863554" y="613"/>
                  </a:cubicBezTo>
                  <a:close/>
                  <a:moveTo>
                    <a:pt x="814523" y="0"/>
                  </a:moveTo>
                  <a:lnTo>
                    <a:pt x="843899" y="0"/>
                  </a:lnTo>
                  <a:lnTo>
                    <a:pt x="843645" y="613"/>
                  </a:lnTo>
                  <a:cubicBezTo>
                    <a:pt x="839951" y="4307"/>
                    <a:pt x="834848" y="6592"/>
                    <a:pt x="829211" y="6592"/>
                  </a:cubicBezTo>
                  <a:cubicBezTo>
                    <a:pt x="823574" y="6592"/>
                    <a:pt x="818471" y="4307"/>
                    <a:pt x="814777" y="613"/>
                  </a:cubicBezTo>
                  <a:close/>
                  <a:moveTo>
                    <a:pt x="765746" y="0"/>
                  </a:moveTo>
                  <a:lnTo>
                    <a:pt x="795122" y="0"/>
                  </a:lnTo>
                  <a:lnTo>
                    <a:pt x="794868" y="613"/>
                  </a:lnTo>
                  <a:cubicBezTo>
                    <a:pt x="791174" y="4307"/>
                    <a:pt x="786071" y="6592"/>
                    <a:pt x="780434" y="6592"/>
                  </a:cubicBezTo>
                  <a:cubicBezTo>
                    <a:pt x="774797" y="6592"/>
                    <a:pt x="769694" y="4307"/>
                    <a:pt x="766000" y="613"/>
                  </a:cubicBezTo>
                  <a:close/>
                  <a:moveTo>
                    <a:pt x="716969" y="0"/>
                  </a:moveTo>
                  <a:lnTo>
                    <a:pt x="746345" y="0"/>
                  </a:lnTo>
                  <a:lnTo>
                    <a:pt x="746091" y="613"/>
                  </a:lnTo>
                  <a:cubicBezTo>
                    <a:pt x="742397" y="4307"/>
                    <a:pt x="737294" y="6592"/>
                    <a:pt x="731657" y="6592"/>
                  </a:cubicBezTo>
                  <a:cubicBezTo>
                    <a:pt x="726020" y="6592"/>
                    <a:pt x="720917" y="4307"/>
                    <a:pt x="717223" y="613"/>
                  </a:cubicBezTo>
                  <a:close/>
                  <a:moveTo>
                    <a:pt x="668192" y="0"/>
                  </a:moveTo>
                  <a:lnTo>
                    <a:pt x="697568" y="0"/>
                  </a:lnTo>
                  <a:lnTo>
                    <a:pt x="697314" y="613"/>
                  </a:lnTo>
                  <a:cubicBezTo>
                    <a:pt x="693620" y="4307"/>
                    <a:pt x="688517" y="6592"/>
                    <a:pt x="682880" y="6592"/>
                  </a:cubicBezTo>
                  <a:cubicBezTo>
                    <a:pt x="677243" y="6592"/>
                    <a:pt x="672140" y="4307"/>
                    <a:pt x="668446" y="613"/>
                  </a:cubicBezTo>
                  <a:close/>
                  <a:moveTo>
                    <a:pt x="619415" y="0"/>
                  </a:moveTo>
                  <a:lnTo>
                    <a:pt x="648791" y="0"/>
                  </a:lnTo>
                  <a:lnTo>
                    <a:pt x="648537" y="613"/>
                  </a:lnTo>
                  <a:cubicBezTo>
                    <a:pt x="644843" y="4307"/>
                    <a:pt x="639740" y="6592"/>
                    <a:pt x="634103" y="6592"/>
                  </a:cubicBezTo>
                  <a:cubicBezTo>
                    <a:pt x="628466" y="6592"/>
                    <a:pt x="623363" y="4307"/>
                    <a:pt x="619669" y="613"/>
                  </a:cubicBezTo>
                  <a:close/>
                  <a:moveTo>
                    <a:pt x="570638" y="0"/>
                  </a:moveTo>
                  <a:lnTo>
                    <a:pt x="600013" y="0"/>
                  </a:lnTo>
                  <a:lnTo>
                    <a:pt x="599760" y="613"/>
                  </a:lnTo>
                  <a:cubicBezTo>
                    <a:pt x="596066" y="4307"/>
                    <a:pt x="590963" y="6592"/>
                    <a:pt x="585326" y="6592"/>
                  </a:cubicBezTo>
                  <a:cubicBezTo>
                    <a:pt x="579689" y="6592"/>
                    <a:pt x="574586" y="4307"/>
                    <a:pt x="570892" y="613"/>
                  </a:cubicBezTo>
                  <a:close/>
                  <a:moveTo>
                    <a:pt x="521861" y="0"/>
                  </a:moveTo>
                  <a:lnTo>
                    <a:pt x="551237" y="0"/>
                  </a:lnTo>
                  <a:lnTo>
                    <a:pt x="550983" y="613"/>
                  </a:lnTo>
                  <a:cubicBezTo>
                    <a:pt x="547289" y="4307"/>
                    <a:pt x="542185" y="6592"/>
                    <a:pt x="536549" y="6592"/>
                  </a:cubicBezTo>
                  <a:cubicBezTo>
                    <a:pt x="530912" y="6592"/>
                    <a:pt x="525808" y="4307"/>
                    <a:pt x="522114" y="613"/>
                  </a:cubicBezTo>
                  <a:close/>
                  <a:moveTo>
                    <a:pt x="473084" y="0"/>
                  </a:moveTo>
                  <a:lnTo>
                    <a:pt x="502459" y="0"/>
                  </a:lnTo>
                  <a:lnTo>
                    <a:pt x="502206" y="613"/>
                  </a:lnTo>
                  <a:cubicBezTo>
                    <a:pt x="498512" y="4307"/>
                    <a:pt x="493408" y="6592"/>
                    <a:pt x="487772" y="6592"/>
                  </a:cubicBezTo>
                  <a:cubicBezTo>
                    <a:pt x="482135" y="6592"/>
                    <a:pt x="477031" y="4307"/>
                    <a:pt x="473337" y="613"/>
                  </a:cubicBezTo>
                  <a:close/>
                  <a:moveTo>
                    <a:pt x="424307" y="0"/>
                  </a:moveTo>
                  <a:lnTo>
                    <a:pt x="453682" y="0"/>
                  </a:lnTo>
                  <a:lnTo>
                    <a:pt x="453429" y="613"/>
                  </a:lnTo>
                  <a:cubicBezTo>
                    <a:pt x="449735" y="4307"/>
                    <a:pt x="444631" y="6592"/>
                    <a:pt x="438994" y="6592"/>
                  </a:cubicBezTo>
                  <a:cubicBezTo>
                    <a:pt x="433358" y="6592"/>
                    <a:pt x="428254" y="4307"/>
                    <a:pt x="424560" y="613"/>
                  </a:cubicBezTo>
                  <a:close/>
                  <a:moveTo>
                    <a:pt x="375529" y="0"/>
                  </a:moveTo>
                  <a:lnTo>
                    <a:pt x="404905" y="0"/>
                  </a:lnTo>
                  <a:lnTo>
                    <a:pt x="404651" y="613"/>
                  </a:lnTo>
                  <a:cubicBezTo>
                    <a:pt x="400957" y="4307"/>
                    <a:pt x="395854" y="6592"/>
                    <a:pt x="390217" y="6592"/>
                  </a:cubicBezTo>
                  <a:cubicBezTo>
                    <a:pt x="384580" y="6592"/>
                    <a:pt x="379477" y="4307"/>
                    <a:pt x="375783" y="613"/>
                  </a:cubicBezTo>
                  <a:close/>
                  <a:moveTo>
                    <a:pt x="326752" y="0"/>
                  </a:moveTo>
                  <a:lnTo>
                    <a:pt x="356128" y="0"/>
                  </a:lnTo>
                  <a:lnTo>
                    <a:pt x="355874" y="613"/>
                  </a:lnTo>
                  <a:cubicBezTo>
                    <a:pt x="352180" y="4307"/>
                    <a:pt x="347077" y="6592"/>
                    <a:pt x="341440" y="6592"/>
                  </a:cubicBezTo>
                  <a:cubicBezTo>
                    <a:pt x="335803" y="6592"/>
                    <a:pt x="330700" y="4307"/>
                    <a:pt x="327006" y="613"/>
                  </a:cubicBezTo>
                  <a:close/>
                  <a:moveTo>
                    <a:pt x="277975" y="0"/>
                  </a:moveTo>
                  <a:lnTo>
                    <a:pt x="307351" y="0"/>
                  </a:lnTo>
                  <a:lnTo>
                    <a:pt x="307097" y="613"/>
                  </a:lnTo>
                  <a:cubicBezTo>
                    <a:pt x="303403" y="4307"/>
                    <a:pt x="298300" y="6592"/>
                    <a:pt x="292663" y="6592"/>
                  </a:cubicBezTo>
                  <a:cubicBezTo>
                    <a:pt x="287026" y="6592"/>
                    <a:pt x="281923" y="4307"/>
                    <a:pt x="278229" y="613"/>
                  </a:cubicBezTo>
                  <a:close/>
                  <a:moveTo>
                    <a:pt x="229198" y="0"/>
                  </a:moveTo>
                  <a:lnTo>
                    <a:pt x="258574" y="0"/>
                  </a:lnTo>
                  <a:lnTo>
                    <a:pt x="258320" y="613"/>
                  </a:lnTo>
                  <a:cubicBezTo>
                    <a:pt x="254626" y="4307"/>
                    <a:pt x="249523" y="6592"/>
                    <a:pt x="243886" y="6592"/>
                  </a:cubicBezTo>
                  <a:cubicBezTo>
                    <a:pt x="238249" y="6592"/>
                    <a:pt x="233146" y="4307"/>
                    <a:pt x="229452" y="613"/>
                  </a:cubicBezTo>
                  <a:close/>
                  <a:moveTo>
                    <a:pt x="180421" y="0"/>
                  </a:moveTo>
                  <a:lnTo>
                    <a:pt x="209797" y="0"/>
                  </a:lnTo>
                  <a:lnTo>
                    <a:pt x="209543" y="613"/>
                  </a:lnTo>
                  <a:cubicBezTo>
                    <a:pt x="205849" y="4307"/>
                    <a:pt x="200746" y="6592"/>
                    <a:pt x="195109" y="6592"/>
                  </a:cubicBezTo>
                  <a:cubicBezTo>
                    <a:pt x="189472" y="6592"/>
                    <a:pt x="184369" y="4307"/>
                    <a:pt x="180675" y="613"/>
                  </a:cubicBezTo>
                  <a:close/>
                  <a:moveTo>
                    <a:pt x="131644" y="0"/>
                  </a:moveTo>
                  <a:lnTo>
                    <a:pt x="161020" y="0"/>
                  </a:lnTo>
                  <a:lnTo>
                    <a:pt x="160766" y="613"/>
                  </a:lnTo>
                  <a:cubicBezTo>
                    <a:pt x="157072" y="4307"/>
                    <a:pt x="151969" y="6592"/>
                    <a:pt x="146332" y="6592"/>
                  </a:cubicBezTo>
                  <a:cubicBezTo>
                    <a:pt x="140695" y="6592"/>
                    <a:pt x="135592" y="4307"/>
                    <a:pt x="131898" y="613"/>
                  </a:cubicBezTo>
                  <a:close/>
                  <a:moveTo>
                    <a:pt x="82867" y="0"/>
                  </a:moveTo>
                  <a:lnTo>
                    <a:pt x="112243" y="0"/>
                  </a:lnTo>
                  <a:lnTo>
                    <a:pt x="111989" y="613"/>
                  </a:lnTo>
                  <a:cubicBezTo>
                    <a:pt x="108295" y="4307"/>
                    <a:pt x="103192" y="6592"/>
                    <a:pt x="97555" y="6592"/>
                  </a:cubicBezTo>
                  <a:cubicBezTo>
                    <a:pt x="91918" y="6592"/>
                    <a:pt x="86815" y="4307"/>
                    <a:pt x="83121" y="613"/>
                  </a:cubicBezTo>
                  <a:close/>
                  <a:moveTo>
                    <a:pt x="34090" y="0"/>
                  </a:moveTo>
                  <a:lnTo>
                    <a:pt x="63466" y="0"/>
                  </a:lnTo>
                  <a:lnTo>
                    <a:pt x="63212" y="613"/>
                  </a:lnTo>
                  <a:cubicBezTo>
                    <a:pt x="59518" y="4307"/>
                    <a:pt x="54415" y="6592"/>
                    <a:pt x="48778" y="6592"/>
                  </a:cubicBezTo>
                  <a:cubicBezTo>
                    <a:pt x="43141" y="6592"/>
                    <a:pt x="38038" y="4307"/>
                    <a:pt x="34344" y="613"/>
                  </a:cubicBezTo>
                  <a:close/>
                  <a:moveTo>
                    <a:pt x="0" y="0"/>
                  </a:moveTo>
                  <a:lnTo>
                    <a:pt x="14689" y="0"/>
                  </a:lnTo>
                  <a:lnTo>
                    <a:pt x="14435" y="613"/>
                  </a:lnTo>
                  <a:cubicBezTo>
                    <a:pt x="10741" y="4307"/>
                    <a:pt x="5638" y="6592"/>
                    <a:pt x="2" y="6592"/>
                  </a:cubicBezTo>
                  <a:lnTo>
                    <a:pt x="0" y="6591"/>
                  </a:lnTo>
                  <a:close/>
                </a:path>
              </a:pathLst>
            </a:custGeom>
            <a:solidFill>
              <a:srgbClr val="F7901D"/>
            </a:solidFill>
            <a:ln>
              <a:noFill/>
            </a:ln>
          </p:spPr>
          <p:txBody>
            <a:bodyPr spcFirstLastPara="1" wrap="square" lIns="68575" tIns="34275" rIns="68575" bIns="34275" anchor="ctr" anchorCtr="0">
              <a:noAutofit/>
            </a:bodyPr>
            <a:lstStyle/>
            <a:p>
              <a:pPr marL="0" marR="0" lvl="0" indent="0" algn="ctr" defTabSz="1219170" eaLnBrk="1" fontAlgn="auto" latinLnBrk="0" hangingPunct="1">
                <a:lnSpc>
                  <a:spcPct val="90000"/>
                </a:lnSpc>
                <a:spcBef>
                  <a:spcPts val="0"/>
                </a:spcBef>
                <a:spcAft>
                  <a:spcPts val="0"/>
                </a:spcAft>
                <a:buClrTx/>
                <a:buSzTx/>
                <a:buFontTx/>
                <a:buNone/>
                <a:tabLst/>
                <a:defRPr/>
              </a:pPr>
              <a:endParaRPr kumimoji="0" sz="2400" b="0" i="0" u="none" strike="noStrike" kern="0" cap="none" spc="0" normalizeH="0" baseline="0" noProof="0" dirty="0">
                <a:ln>
                  <a:noFill/>
                </a:ln>
                <a:solidFill>
                  <a:sysClr val="windowText" lastClr="000000"/>
                </a:solidFill>
                <a:effectLst/>
                <a:uLnTx/>
                <a:uFillTx/>
                <a:latin typeface="Calibri"/>
                <a:ea typeface="Calibri"/>
                <a:cs typeface="Calibri"/>
                <a:sym typeface="Calibri"/>
              </a:endParaRPr>
            </a:p>
          </p:txBody>
        </p:sp>
        <p:sp>
          <p:nvSpPr>
            <p:cNvPr id="34" name="Google Shape;76;p6">
              <a:extLst>
                <a:ext uri="{FF2B5EF4-FFF2-40B4-BE49-F238E27FC236}">
                  <a16:creationId xmlns:a16="http://schemas.microsoft.com/office/drawing/2014/main" id="{57D56E95-0CAF-9341-A1BF-485A89C3990A}"/>
                </a:ext>
              </a:extLst>
            </p:cNvPr>
            <p:cNvSpPr/>
            <p:nvPr/>
          </p:nvSpPr>
          <p:spPr>
            <a:xfrm>
              <a:off x="1" y="1"/>
              <a:ext cx="302530" cy="372598"/>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68575" tIns="34275" rIns="68575" bIns="34275" anchor="ctr" anchorCtr="0">
              <a:noAutofit/>
            </a:bodyPr>
            <a:lstStyle/>
            <a:p>
              <a:pPr marL="0" marR="0" lvl="0" indent="0" algn="ctr" defTabSz="1219170" eaLnBrk="1" fontAlgn="auto" latinLnBrk="0" hangingPunct="1">
                <a:lnSpc>
                  <a:spcPct val="90000"/>
                </a:lnSpc>
                <a:spcBef>
                  <a:spcPts val="0"/>
                </a:spcBef>
                <a:spcAft>
                  <a:spcPts val="0"/>
                </a:spcAft>
                <a:buClrTx/>
                <a:buSzTx/>
                <a:buFontTx/>
                <a:buNone/>
                <a:tabLst/>
                <a:defRPr/>
              </a:pPr>
              <a:endParaRPr kumimoji="0" sz="2400" b="0" i="0" u="none" strike="noStrike" kern="0" cap="none" spc="0" normalizeH="0" baseline="0" noProof="0" dirty="0">
                <a:ln>
                  <a:noFill/>
                </a:ln>
                <a:solidFill>
                  <a:sysClr val="windowText" lastClr="000000"/>
                </a:solidFill>
                <a:effectLst/>
                <a:uLnTx/>
                <a:uFillTx/>
                <a:latin typeface="Calibri"/>
                <a:ea typeface="Calibri"/>
                <a:cs typeface="Calibri"/>
                <a:sym typeface="Calibri"/>
              </a:endParaRPr>
            </a:p>
          </p:txBody>
        </p:sp>
      </p:grpSp>
      <p:sp>
        <p:nvSpPr>
          <p:cNvPr id="35" name="Google Shape;77;p6">
            <a:extLst>
              <a:ext uri="{FF2B5EF4-FFF2-40B4-BE49-F238E27FC236}">
                <a16:creationId xmlns:a16="http://schemas.microsoft.com/office/drawing/2014/main" id="{7F7C2178-C143-714A-B10C-4D233BD8DE41}"/>
              </a:ext>
            </a:extLst>
          </p:cNvPr>
          <p:cNvSpPr/>
          <p:nvPr/>
        </p:nvSpPr>
        <p:spPr>
          <a:xfrm rot="10800000">
            <a:off x="392" y="1"/>
            <a:ext cx="3851608" cy="3851345"/>
          </a:xfrm>
          <a:custGeom>
            <a:avLst/>
            <a:gdLst/>
            <a:ahLst/>
            <a:cxnLst/>
            <a:rect l="l" t="t" r="r" b="b"/>
            <a:pathLst>
              <a:path w="3826101" h="3851345" extrusionOk="0">
                <a:moveTo>
                  <a:pt x="3826101" y="0"/>
                </a:moveTo>
                <a:lnTo>
                  <a:pt x="3826101" y="584257"/>
                </a:lnTo>
                <a:lnTo>
                  <a:pt x="3672624" y="588138"/>
                </a:lnTo>
                <a:cubicBezTo>
                  <a:pt x="1952295" y="675341"/>
                  <a:pt x="584255" y="2097818"/>
                  <a:pt x="584255" y="3839818"/>
                </a:cubicBezTo>
                <a:lnTo>
                  <a:pt x="584819" y="3851345"/>
                </a:lnTo>
                <a:lnTo>
                  <a:pt x="564" y="3851345"/>
                </a:lnTo>
                <a:lnTo>
                  <a:pt x="0" y="3839817"/>
                </a:lnTo>
                <a:cubicBezTo>
                  <a:pt x="0" y="1785226"/>
                  <a:pt x="1613526" y="107493"/>
                  <a:pt x="3642558" y="4641"/>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91433" tIns="45700" rIns="91433" bIns="45700" anchor="ctr" anchorCtr="0">
            <a:noAutofit/>
          </a:bodyPr>
          <a:lstStyle/>
          <a:p>
            <a:pPr algn="ctr">
              <a:lnSpc>
                <a:spcPct val="90000"/>
              </a:lnSpc>
            </a:pPr>
            <a:endParaRPr sz="2400" dirty="0">
              <a:latin typeface="Calibri"/>
              <a:ea typeface="Calibri"/>
              <a:cs typeface="Calibri"/>
              <a:sym typeface="Calibri"/>
            </a:endParaRPr>
          </a:p>
        </p:txBody>
      </p:sp>
      <p:pic>
        <p:nvPicPr>
          <p:cNvPr id="36" name="Google Shape;78;p6">
            <a:extLst>
              <a:ext uri="{FF2B5EF4-FFF2-40B4-BE49-F238E27FC236}">
                <a16:creationId xmlns:a16="http://schemas.microsoft.com/office/drawing/2014/main" id="{CC3EA95A-2805-8B43-91FE-9237662EB6E3}"/>
              </a:ext>
            </a:extLst>
          </p:cNvPr>
          <p:cNvPicPr preferRelativeResize="0"/>
          <p:nvPr/>
        </p:nvPicPr>
        <p:blipFill rotWithShape="1">
          <a:blip r:embed="rId6">
            <a:alphaModFix/>
          </a:blip>
          <a:srcRect/>
          <a:stretch/>
        </p:blipFill>
        <p:spPr>
          <a:xfrm>
            <a:off x="10288449" y="553203"/>
            <a:ext cx="1349352" cy="461300"/>
          </a:xfrm>
          <a:prstGeom prst="rect">
            <a:avLst/>
          </a:prstGeom>
          <a:noFill/>
          <a:ln>
            <a:noFill/>
          </a:ln>
        </p:spPr>
      </p:pic>
    </p:spTree>
    <p:extLst>
      <p:ext uri="{BB962C8B-B14F-4D97-AF65-F5344CB8AC3E}">
        <p14:creationId xmlns:p14="http://schemas.microsoft.com/office/powerpoint/2010/main" val="4098002887"/>
      </p:ext>
    </p:extLst>
  </p:cSld>
  <p:clrMapOvr>
    <a:masterClrMapping/>
  </p:clrMapOvr>
  <p:extLst>
    <p:ext uri="{DCECCB84-F9BA-43D5-87BE-67443E8EF086}">
      <p15:sldGuideLst xmlns:p15="http://schemas.microsoft.com/office/powerpoint/2012/main">
        <p15:guide id="1" pos="249">
          <p15:clr>
            <a:srgbClr val="FBAE40"/>
          </p15:clr>
        </p15:guide>
        <p15:guide id="2" orient="horz" pos="577">
          <p15:clr>
            <a:srgbClr val="FBAE40"/>
          </p15:clr>
        </p15:guide>
        <p15:guide id="3" pos="5511">
          <p15:clr>
            <a:srgbClr val="FBAE40"/>
          </p15:clr>
        </p15:guide>
        <p15:guide id="4" orient="horz" pos="2935">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Bio/Profile">
    <p:spTree>
      <p:nvGrpSpPr>
        <p:cNvPr id="1" name=""/>
        <p:cNvGrpSpPr/>
        <p:nvPr/>
      </p:nvGrpSpPr>
      <p:grpSpPr>
        <a:xfrm>
          <a:off x="0" y="0"/>
          <a:ext cx="0" cy="0"/>
          <a:chOff x="0" y="0"/>
          <a:chExt cx="0" cy="0"/>
        </a:xfrm>
      </p:grpSpPr>
      <p:sp>
        <p:nvSpPr>
          <p:cNvPr id="20" name="Google Shape;722;p27">
            <a:extLst>
              <a:ext uri="{FF2B5EF4-FFF2-40B4-BE49-F238E27FC236}">
                <a16:creationId xmlns:a16="http://schemas.microsoft.com/office/drawing/2014/main" id="{DD90DD53-A676-4A48-8655-11F4E8929919}"/>
              </a:ext>
            </a:extLst>
          </p:cNvPr>
          <p:cNvSpPr/>
          <p:nvPr/>
        </p:nvSpPr>
        <p:spPr>
          <a:xfrm flipH="1">
            <a:off x="4516" y="1"/>
            <a:ext cx="4815585" cy="6469380"/>
          </a:xfrm>
          <a:custGeom>
            <a:avLst/>
            <a:gdLst/>
            <a:ahLst/>
            <a:cxnLst/>
            <a:rect l="l" t="t" r="r" b="b"/>
            <a:pathLst>
              <a:path w="4815585" h="6858000" extrusionOk="0">
                <a:moveTo>
                  <a:pt x="538284" y="0"/>
                </a:moveTo>
                <a:lnTo>
                  <a:pt x="4815585" y="0"/>
                </a:lnTo>
                <a:lnTo>
                  <a:pt x="4815585" y="6854554"/>
                </a:lnTo>
                <a:lnTo>
                  <a:pt x="4679279" y="6858000"/>
                </a:lnTo>
                <a:cubicBezTo>
                  <a:pt x="2094985" y="6858000"/>
                  <a:pt x="0" y="4763015"/>
                  <a:pt x="0" y="2178721"/>
                </a:cubicBezTo>
                <a:cubicBezTo>
                  <a:pt x="0" y="1451888"/>
                  <a:pt x="165717" y="763761"/>
                  <a:pt x="461428" y="150060"/>
                </a:cubicBezTo>
                <a:close/>
              </a:path>
            </a:pathLst>
          </a:custGeom>
          <a:solidFill>
            <a:srgbClr val="F2F2F2"/>
          </a:solidFill>
          <a:ln>
            <a:noFill/>
          </a:ln>
        </p:spPr>
        <p:txBody>
          <a:bodyPr spcFirstLastPara="1" wrap="square" lIns="91433" tIns="45700" rIns="91433" bIns="45700" anchor="ctr" anchorCtr="0">
            <a:noAutofit/>
          </a:bodyPr>
          <a:lstStyle/>
          <a:p>
            <a:pPr algn="ctr">
              <a:lnSpc>
                <a:spcPct val="90000"/>
              </a:lnSpc>
            </a:pPr>
            <a:endParaRPr sz="2400" dirty="0">
              <a:latin typeface="Calibri"/>
              <a:ea typeface="Calibri"/>
              <a:cs typeface="Calibri"/>
              <a:sym typeface="Calibri"/>
            </a:endParaRPr>
          </a:p>
        </p:txBody>
      </p:sp>
      <p:sp>
        <p:nvSpPr>
          <p:cNvPr id="21" name="Google Shape;723;p27">
            <a:extLst>
              <a:ext uri="{FF2B5EF4-FFF2-40B4-BE49-F238E27FC236}">
                <a16:creationId xmlns:a16="http://schemas.microsoft.com/office/drawing/2014/main" id="{7BE94C69-3DCD-0242-8746-23BC706E99DE}"/>
              </a:ext>
            </a:extLst>
          </p:cNvPr>
          <p:cNvSpPr/>
          <p:nvPr/>
        </p:nvSpPr>
        <p:spPr>
          <a:xfrm>
            <a:off x="11792595" y="6494883"/>
            <a:ext cx="304800" cy="306000"/>
          </a:xfrm>
          <a:prstGeom prst="ellipse">
            <a:avLst/>
          </a:prstGeom>
          <a:noFill/>
          <a:ln>
            <a:noFill/>
          </a:ln>
        </p:spPr>
        <p:txBody>
          <a:bodyPr spcFirstLastPara="1" wrap="square" lIns="0" tIns="0" rIns="0" bIns="0" anchor="ctr" anchorCtr="0">
            <a:noAutofit/>
          </a:bodyPr>
          <a:lstStyle/>
          <a:p>
            <a:pPr algn="r"/>
            <a:fld id="{00000000-1234-1234-1234-123412341234}" type="slidenum">
              <a:rPr lang="en" sz="933">
                <a:latin typeface="Calibri"/>
                <a:ea typeface="Calibri"/>
                <a:cs typeface="Calibri"/>
                <a:sym typeface="Calibri"/>
              </a:rPr>
              <a:pPr algn="r"/>
              <a:t>‹#›</a:t>
            </a:fld>
            <a:endParaRPr sz="933" dirty="0">
              <a:latin typeface="Calibri"/>
              <a:ea typeface="Calibri"/>
              <a:cs typeface="Calibri"/>
              <a:sym typeface="Calibri"/>
            </a:endParaRPr>
          </a:p>
        </p:txBody>
      </p:sp>
      <p:sp>
        <p:nvSpPr>
          <p:cNvPr id="22" name="Google Shape;729;p27">
            <a:extLst>
              <a:ext uri="{FF2B5EF4-FFF2-40B4-BE49-F238E27FC236}">
                <a16:creationId xmlns:a16="http://schemas.microsoft.com/office/drawing/2014/main" id="{B6946D6F-536C-2C4A-99EA-BADFFE65E993}"/>
              </a:ext>
            </a:extLst>
          </p:cNvPr>
          <p:cNvSpPr/>
          <p:nvPr/>
        </p:nvSpPr>
        <p:spPr>
          <a:xfrm>
            <a:off x="1065607" y="777800"/>
            <a:ext cx="1828800" cy="18288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algn="ctr">
              <a:lnSpc>
                <a:spcPct val="90000"/>
              </a:lnSpc>
            </a:pPr>
            <a:endParaRPr sz="2400" dirty="0">
              <a:latin typeface="Calibri" panose="020F0502020204030204"/>
              <a:ea typeface="Calibri"/>
              <a:cs typeface="Calibri"/>
              <a:sym typeface="Calibri"/>
            </a:endParaRPr>
          </a:p>
        </p:txBody>
      </p:sp>
      <p:grpSp>
        <p:nvGrpSpPr>
          <p:cNvPr id="24" name="Group 23">
            <a:extLst>
              <a:ext uri="{FF2B5EF4-FFF2-40B4-BE49-F238E27FC236}">
                <a16:creationId xmlns:a16="http://schemas.microsoft.com/office/drawing/2014/main" id="{9AEEA054-F46E-5E4E-9C56-B5A6FDB83346}"/>
              </a:ext>
            </a:extLst>
          </p:cNvPr>
          <p:cNvGrpSpPr/>
          <p:nvPr/>
        </p:nvGrpSpPr>
        <p:grpSpPr>
          <a:xfrm>
            <a:off x="1" y="6814800"/>
            <a:ext cx="12179567" cy="43200"/>
            <a:chOff x="0" y="5111100"/>
            <a:chExt cx="9134675" cy="32400"/>
          </a:xfrm>
        </p:grpSpPr>
        <p:sp>
          <p:nvSpPr>
            <p:cNvPr id="25" name="Google Shape;455;p14">
              <a:extLst>
                <a:ext uri="{FF2B5EF4-FFF2-40B4-BE49-F238E27FC236}">
                  <a16:creationId xmlns:a16="http://schemas.microsoft.com/office/drawing/2014/main" id="{C1E97C36-4137-AF46-B4A7-B0374E5A2F14}"/>
                </a:ext>
              </a:extLst>
            </p:cNvPr>
            <p:cNvSpPr/>
            <p:nvPr/>
          </p:nvSpPr>
          <p:spPr>
            <a:xfrm>
              <a:off x="8939030" y="5111100"/>
              <a:ext cx="32400" cy="32400"/>
            </a:xfrm>
            <a:prstGeom prst="ellipse">
              <a:avLst/>
            </a:prstGeom>
            <a:solidFill>
              <a:srgbClr val="F7901D"/>
            </a:solidFill>
            <a:ln>
              <a:noFill/>
            </a:ln>
          </p:spPr>
          <p:txBody>
            <a:bodyPr spcFirstLastPara="1" wrap="square" lIns="68575" tIns="34275" rIns="68575" bIns="34275" anchor="ctr" anchorCtr="0">
              <a:noAutofit/>
            </a:bodyPr>
            <a:lstStyle/>
            <a:p>
              <a:pPr marL="0" marR="0" lvl="0" indent="0" algn="ctr" defTabSz="1219170" eaLnBrk="1" fontAlgn="auto" latinLnBrk="0" hangingPunct="1">
                <a:lnSpc>
                  <a:spcPct val="90000"/>
                </a:lnSpc>
                <a:spcBef>
                  <a:spcPts val="0"/>
                </a:spcBef>
                <a:spcAft>
                  <a:spcPts val="0"/>
                </a:spcAft>
                <a:buClrTx/>
                <a:buSzTx/>
                <a:buFontTx/>
                <a:buNone/>
                <a:tabLst/>
                <a:defRPr/>
              </a:pPr>
              <a:endParaRPr kumimoji="0" sz="2400" b="0" i="0" u="none" strike="noStrike" kern="0" cap="none" spc="0" normalizeH="0" baseline="0" noProof="0" dirty="0">
                <a:ln>
                  <a:noFill/>
                </a:ln>
                <a:solidFill>
                  <a:sysClr val="windowText" lastClr="000000"/>
                </a:solidFill>
                <a:effectLst/>
                <a:uLnTx/>
                <a:uFillTx/>
                <a:latin typeface="Calibri"/>
                <a:ea typeface="Calibri"/>
                <a:cs typeface="Calibri"/>
                <a:sym typeface="Calibri"/>
              </a:endParaRPr>
            </a:p>
          </p:txBody>
        </p:sp>
        <p:sp>
          <p:nvSpPr>
            <p:cNvPr id="26" name="Google Shape;456;p14">
              <a:extLst>
                <a:ext uri="{FF2B5EF4-FFF2-40B4-BE49-F238E27FC236}">
                  <a16:creationId xmlns:a16="http://schemas.microsoft.com/office/drawing/2014/main" id="{DFD2A799-E3CB-E843-805A-3DD92C207236}"/>
                </a:ext>
              </a:extLst>
            </p:cNvPr>
            <p:cNvSpPr/>
            <p:nvPr/>
          </p:nvSpPr>
          <p:spPr>
            <a:xfrm>
              <a:off x="8993445" y="5111100"/>
              <a:ext cx="32400" cy="32400"/>
            </a:xfrm>
            <a:prstGeom prst="ellipse">
              <a:avLst/>
            </a:prstGeom>
            <a:solidFill>
              <a:srgbClr val="F7901D"/>
            </a:solidFill>
            <a:ln>
              <a:noFill/>
            </a:ln>
          </p:spPr>
          <p:txBody>
            <a:bodyPr spcFirstLastPara="1" wrap="square" lIns="68575" tIns="34275" rIns="68575" bIns="34275" anchor="ctr" anchorCtr="0">
              <a:noAutofit/>
            </a:bodyPr>
            <a:lstStyle/>
            <a:p>
              <a:pPr marL="0" marR="0" lvl="0" indent="0" algn="ctr" defTabSz="1219170" eaLnBrk="1" fontAlgn="auto" latinLnBrk="0" hangingPunct="1">
                <a:lnSpc>
                  <a:spcPct val="90000"/>
                </a:lnSpc>
                <a:spcBef>
                  <a:spcPts val="0"/>
                </a:spcBef>
                <a:spcAft>
                  <a:spcPts val="0"/>
                </a:spcAft>
                <a:buClrTx/>
                <a:buSzTx/>
                <a:buFontTx/>
                <a:buNone/>
                <a:tabLst/>
                <a:defRPr/>
              </a:pPr>
              <a:endParaRPr kumimoji="0" sz="2400" b="0" i="0" u="none" strike="noStrike" kern="0" cap="none" spc="0" normalizeH="0" baseline="0" noProof="0" dirty="0">
                <a:ln>
                  <a:noFill/>
                </a:ln>
                <a:solidFill>
                  <a:sysClr val="windowText" lastClr="000000"/>
                </a:solidFill>
                <a:effectLst/>
                <a:uLnTx/>
                <a:uFillTx/>
                <a:latin typeface="Calibri"/>
                <a:ea typeface="Calibri"/>
                <a:cs typeface="Calibri"/>
                <a:sym typeface="Calibri"/>
              </a:endParaRPr>
            </a:p>
          </p:txBody>
        </p:sp>
        <p:sp>
          <p:nvSpPr>
            <p:cNvPr id="27" name="Google Shape;457;p14">
              <a:extLst>
                <a:ext uri="{FF2B5EF4-FFF2-40B4-BE49-F238E27FC236}">
                  <a16:creationId xmlns:a16="http://schemas.microsoft.com/office/drawing/2014/main" id="{4126B367-9015-8D42-AA3A-C34DCECCFD6E}"/>
                </a:ext>
              </a:extLst>
            </p:cNvPr>
            <p:cNvSpPr/>
            <p:nvPr/>
          </p:nvSpPr>
          <p:spPr>
            <a:xfrm>
              <a:off x="9102275" y="5111100"/>
              <a:ext cx="32400" cy="32400"/>
            </a:xfrm>
            <a:prstGeom prst="ellipse">
              <a:avLst/>
            </a:prstGeom>
            <a:solidFill>
              <a:srgbClr val="F7901D"/>
            </a:solidFill>
            <a:ln>
              <a:noFill/>
            </a:ln>
          </p:spPr>
          <p:txBody>
            <a:bodyPr spcFirstLastPara="1" wrap="square" lIns="68575" tIns="34275" rIns="68575" bIns="34275" anchor="ctr" anchorCtr="0">
              <a:noAutofit/>
            </a:bodyPr>
            <a:lstStyle/>
            <a:p>
              <a:pPr marL="0" marR="0" lvl="0" indent="0" algn="ctr" defTabSz="1219170" eaLnBrk="1" fontAlgn="auto" latinLnBrk="0" hangingPunct="1">
                <a:lnSpc>
                  <a:spcPct val="90000"/>
                </a:lnSpc>
                <a:spcBef>
                  <a:spcPts val="0"/>
                </a:spcBef>
                <a:spcAft>
                  <a:spcPts val="0"/>
                </a:spcAft>
                <a:buClrTx/>
                <a:buSzTx/>
                <a:buFontTx/>
                <a:buNone/>
                <a:tabLst/>
                <a:defRPr/>
              </a:pPr>
              <a:endParaRPr kumimoji="0" sz="2400" b="0" i="0" u="none" strike="noStrike" kern="0" cap="none" spc="0" normalizeH="0" baseline="0" noProof="0" dirty="0">
                <a:ln>
                  <a:noFill/>
                </a:ln>
                <a:solidFill>
                  <a:sysClr val="windowText" lastClr="000000"/>
                </a:solidFill>
                <a:effectLst/>
                <a:uLnTx/>
                <a:uFillTx/>
                <a:latin typeface="Calibri"/>
                <a:ea typeface="Calibri"/>
                <a:cs typeface="Calibri"/>
                <a:sym typeface="Calibri"/>
              </a:endParaRPr>
            </a:p>
          </p:txBody>
        </p:sp>
        <p:sp>
          <p:nvSpPr>
            <p:cNvPr id="28" name="Google Shape;458;p14">
              <a:extLst>
                <a:ext uri="{FF2B5EF4-FFF2-40B4-BE49-F238E27FC236}">
                  <a16:creationId xmlns:a16="http://schemas.microsoft.com/office/drawing/2014/main" id="{557F961F-AC39-854A-955A-2E80887265CC}"/>
                </a:ext>
              </a:extLst>
            </p:cNvPr>
            <p:cNvSpPr/>
            <p:nvPr/>
          </p:nvSpPr>
          <p:spPr>
            <a:xfrm>
              <a:off x="8884615" y="5111100"/>
              <a:ext cx="32400" cy="32400"/>
            </a:xfrm>
            <a:prstGeom prst="ellipse">
              <a:avLst/>
            </a:prstGeom>
            <a:solidFill>
              <a:srgbClr val="F7901D"/>
            </a:solidFill>
            <a:ln>
              <a:noFill/>
            </a:ln>
          </p:spPr>
          <p:txBody>
            <a:bodyPr spcFirstLastPara="1" wrap="square" lIns="68575" tIns="34275" rIns="68575" bIns="34275" anchor="ctr" anchorCtr="0">
              <a:noAutofit/>
            </a:bodyPr>
            <a:lstStyle/>
            <a:p>
              <a:pPr marL="0" marR="0" lvl="0" indent="0" algn="ctr" defTabSz="1219170" eaLnBrk="1" fontAlgn="auto" latinLnBrk="0" hangingPunct="1">
                <a:lnSpc>
                  <a:spcPct val="90000"/>
                </a:lnSpc>
                <a:spcBef>
                  <a:spcPts val="0"/>
                </a:spcBef>
                <a:spcAft>
                  <a:spcPts val="0"/>
                </a:spcAft>
                <a:buClrTx/>
                <a:buSzTx/>
                <a:buFontTx/>
                <a:buNone/>
                <a:tabLst/>
                <a:defRPr/>
              </a:pPr>
              <a:endParaRPr kumimoji="0" sz="2400" b="0" i="0" u="none" strike="noStrike" kern="0" cap="none" spc="0" normalizeH="0" baseline="0" noProof="0" dirty="0">
                <a:ln>
                  <a:noFill/>
                </a:ln>
                <a:solidFill>
                  <a:sysClr val="windowText" lastClr="000000"/>
                </a:solidFill>
                <a:effectLst/>
                <a:uLnTx/>
                <a:uFillTx/>
                <a:latin typeface="Calibri"/>
                <a:ea typeface="Calibri"/>
                <a:cs typeface="Calibri"/>
                <a:sym typeface="Calibri"/>
              </a:endParaRPr>
            </a:p>
          </p:txBody>
        </p:sp>
        <p:sp>
          <p:nvSpPr>
            <p:cNvPr id="29" name="Google Shape;459;p14">
              <a:extLst>
                <a:ext uri="{FF2B5EF4-FFF2-40B4-BE49-F238E27FC236}">
                  <a16:creationId xmlns:a16="http://schemas.microsoft.com/office/drawing/2014/main" id="{11246783-C6B7-A140-8245-B1FA24BA89DE}"/>
                </a:ext>
              </a:extLst>
            </p:cNvPr>
            <p:cNvSpPr/>
            <p:nvPr/>
          </p:nvSpPr>
          <p:spPr>
            <a:xfrm>
              <a:off x="0" y="5112281"/>
              <a:ext cx="8862600" cy="31200"/>
            </a:xfrm>
            <a:prstGeom prst="roundRect">
              <a:avLst>
                <a:gd name="adj" fmla="val 16667"/>
              </a:avLst>
            </a:prstGeom>
            <a:solidFill>
              <a:srgbClr val="F7901D"/>
            </a:solidFill>
            <a:ln>
              <a:noFill/>
            </a:ln>
          </p:spPr>
          <p:txBody>
            <a:bodyPr spcFirstLastPara="1" wrap="square" lIns="68575" tIns="34275" rIns="68575" bIns="34275" anchor="ctr" anchorCtr="0">
              <a:noAutofit/>
            </a:bodyPr>
            <a:lstStyle/>
            <a:p>
              <a:pPr marL="0" marR="0" lvl="0" indent="0" algn="ctr" defTabSz="1219170" eaLnBrk="1" fontAlgn="auto" latinLnBrk="0" hangingPunct="1">
                <a:lnSpc>
                  <a:spcPct val="90000"/>
                </a:lnSpc>
                <a:spcBef>
                  <a:spcPts val="0"/>
                </a:spcBef>
                <a:spcAft>
                  <a:spcPts val="0"/>
                </a:spcAft>
                <a:buClrTx/>
                <a:buSzTx/>
                <a:buFontTx/>
                <a:buNone/>
                <a:tabLst/>
                <a:defRPr/>
              </a:pPr>
              <a:endParaRPr kumimoji="0" sz="2400" b="0" i="0" u="none" strike="noStrike" kern="0" cap="none" spc="0" normalizeH="0" baseline="0" noProof="0" dirty="0">
                <a:ln>
                  <a:noFill/>
                </a:ln>
                <a:solidFill>
                  <a:sysClr val="windowText" lastClr="000000"/>
                </a:solidFill>
                <a:effectLst/>
                <a:uLnTx/>
                <a:uFillTx/>
                <a:latin typeface="Calibri"/>
                <a:ea typeface="Calibri"/>
                <a:cs typeface="Calibri"/>
                <a:sym typeface="Calibri"/>
              </a:endParaRPr>
            </a:p>
          </p:txBody>
        </p:sp>
        <p:sp>
          <p:nvSpPr>
            <p:cNvPr id="30" name="Google Shape;457;p14">
              <a:extLst>
                <a:ext uri="{FF2B5EF4-FFF2-40B4-BE49-F238E27FC236}">
                  <a16:creationId xmlns:a16="http://schemas.microsoft.com/office/drawing/2014/main" id="{29B1A15E-B202-8942-AA7F-B357FCE74BD5}"/>
                </a:ext>
              </a:extLst>
            </p:cNvPr>
            <p:cNvSpPr/>
            <p:nvPr/>
          </p:nvSpPr>
          <p:spPr>
            <a:xfrm>
              <a:off x="9047860" y="5111100"/>
              <a:ext cx="32400" cy="32400"/>
            </a:xfrm>
            <a:prstGeom prst="ellipse">
              <a:avLst/>
            </a:prstGeom>
            <a:solidFill>
              <a:srgbClr val="F7901D"/>
            </a:solidFill>
            <a:ln>
              <a:noFill/>
            </a:ln>
          </p:spPr>
          <p:txBody>
            <a:bodyPr spcFirstLastPara="1" wrap="square" lIns="68575" tIns="34275" rIns="68575" bIns="34275" anchor="ctr" anchorCtr="0">
              <a:noAutofit/>
            </a:bodyPr>
            <a:lstStyle/>
            <a:p>
              <a:pPr marL="0" marR="0" lvl="0" indent="0" algn="ctr" defTabSz="1219170" eaLnBrk="1" fontAlgn="auto" latinLnBrk="0" hangingPunct="1">
                <a:lnSpc>
                  <a:spcPct val="90000"/>
                </a:lnSpc>
                <a:spcBef>
                  <a:spcPts val="0"/>
                </a:spcBef>
                <a:spcAft>
                  <a:spcPts val="0"/>
                </a:spcAft>
                <a:buClrTx/>
                <a:buSzTx/>
                <a:buFontTx/>
                <a:buNone/>
                <a:tabLst/>
                <a:defRPr/>
              </a:pPr>
              <a:endParaRPr kumimoji="0" sz="2400" b="0" i="0" u="none" strike="noStrike" kern="0" cap="none" spc="0" normalizeH="0" baseline="0" noProof="0" dirty="0">
                <a:ln>
                  <a:noFill/>
                </a:ln>
                <a:solidFill>
                  <a:sysClr val="windowText" lastClr="000000"/>
                </a:solidFill>
                <a:effectLst/>
                <a:uLnTx/>
                <a:uFillTx/>
                <a:latin typeface="Calibri"/>
                <a:ea typeface="Calibri"/>
                <a:cs typeface="Calibri"/>
                <a:sym typeface="Calibri"/>
              </a:endParaRPr>
            </a:p>
          </p:txBody>
        </p:sp>
      </p:grpSp>
      <p:sp>
        <p:nvSpPr>
          <p:cNvPr id="39" name="Picture Placeholder 38">
            <a:extLst>
              <a:ext uri="{FF2B5EF4-FFF2-40B4-BE49-F238E27FC236}">
                <a16:creationId xmlns:a16="http://schemas.microsoft.com/office/drawing/2014/main" id="{FF469160-B690-F842-AFFC-258E0117BA31}"/>
              </a:ext>
            </a:extLst>
          </p:cNvPr>
          <p:cNvSpPr>
            <a:spLocks noGrp="1"/>
          </p:cNvSpPr>
          <p:nvPr>
            <p:ph type="pic" sz="quarter" idx="10"/>
          </p:nvPr>
        </p:nvSpPr>
        <p:spPr>
          <a:xfrm>
            <a:off x="1187607" y="899800"/>
            <a:ext cx="1584800" cy="1584800"/>
          </a:xfrm>
          <a:prstGeom prst="ellipse">
            <a:avLst/>
          </a:prstGeom>
          <a:ln w="25400">
            <a:solidFill>
              <a:schemeClr val="bg2"/>
            </a:solidFill>
          </a:ln>
        </p:spPr>
        <p:txBody>
          <a:bodyPr anchor="ctr"/>
          <a:lstStyle>
            <a:lvl1pPr marL="0" indent="0" algn="ctr">
              <a:buNone/>
              <a:defRPr sz="1333">
                <a:solidFill>
                  <a:schemeClr val="bg1"/>
                </a:solidFill>
              </a:defRPr>
            </a:lvl1pPr>
          </a:lstStyle>
          <a:p>
            <a:r>
              <a:rPr lang="en-US" dirty="0"/>
              <a:t>Click icon to add picture</a:t>
            </a:r>
          </a:p>
        </p:txBody>
      </p:sp>
      <p:sp>
        <p:nvSpPr>
          <p:cNvPr id="54" name="Text Placeholder 4">
            <a:extLst>
              <a:ext uri="{FF2B5EF4-FFF2-40B4-BE49-F238E27FC236}">
                <a16:creationId xmlns:a16="http://schemas.microsoft.com/office/drawing/2014/main" id="{DDB30345-668D-7644-9577-6C9D8703F3A0}"/>
              </a:ext>
            </a:extLst>
          </p:cNvPr>
          <p:cNvSpPr>
            <a:spLocks noGrp="1"/>
          </p:cNvSpPr>
          <p:nvPr>
            <p:ph type="body" sz="quarter" idx="14"/>
          </p:nvPr>
        </p:nvSpPr>
        <p:spPr>
          <a:xfrm>
            <a:off x="5547367" y="1617445"/>
            <a:ext cx="6096000" cy="244000"/>
          </a:xfrm>
          <a:prstGeom prst="rect">
            <a:avLst/>
          </a:prstGeom>
        </p:spPr>
        <p:txBody>
          <a:bodyPr lIns="0" tIns="0" rIns="0" bIns="0"/>
          <a:lstStyle>
            <a:lvl1pPr marL="8466" marR="0" indent="0" algn="l" rtl="0">
              <a:lnSpc>
                <a:spcPct val="100000"/>
              </a:lnSpc>
              <a:spcBef>
                <a:spcPts val="0"/>
              </a:spcBef>
              <a:spcAft>
                <a:spcPts val="0"/>
              </a:spcAft>
              <a:buClr>
                <a:schemeClr val="accent3"/>
              </a:buClr>
              <a:buSzPts val="1100"/>
              <a:buFont typeface="Arial"/>
              <a:buNone/>
              <a:tabLst/>
              <a:defRPr lang="en-US" sz="1467" b="0" i="0" u="none" strike="noStrike" cap="none" dirty="0">
                <a:solidFill>
                  <a:schemeClr val="accent3"/>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55" name="Text Placeholder 4">
            <a:extLst>
              <a:ext uri="{FF2B5EF4-FFF2-40B4-BE49-F238E27FC236}">
                <a16:creationId xmlns:a16="http://schemas.microsoft.com/office/drawing/2014/main" id="{2A493A30-4E28-714E-8C0D-EBA6451B3F2C}"/>
              </a:ext>
            </a:extLst>
          </p:cNvPr>
          <p:cNvSpPr>
            <a:spLocks noGrp="1"/>
          </p:cNvSpPr>
          <p:nvPr>
            <p:ph type="body" sz="quarter" idx="15"/>
          </p:nvPr>
        </p:nvSpPr>
        <p:spPr>
          <a:xfrm>
            <a:off x="5547367" y="2023888"/>
            <a:ext cx="6096000" cy="1482800"/>
          </a:xfrm>
          <a:prstGeom prst="rect">
            <a:avLst/>
          </a:prstGeom>
        </p:spPr>
        <p:txBody>
          <a:bodyPr lIns="0" tIns="0" rIns="0" bIns="0"/>
          <a:lstStyle>
            <a:lvl1pPr marL="8466" marR="0" indent="0" algn="l" rtl="0">
              <a:lnSpc>
                <a:spcPct val="100000"/>
              </a:lnSpc>
              <a:spcBef>
                <a:spcPts val="0"/>
              </a:spcBef>
              <a:spcAft>
                <a:spcPts val="0"/>
              </a:spcAft>
              <a:buClr>
                <a:schemeClr val="dk1"/>
              </a:buClr>
              <a:buSzPts val="1000"/>
              <a:buFont typeface="Arial"/>
              <a:buNone/>
              <a:tabLst/>
              <a:defRPr lang="en-US" sz="1333"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56" name="Text Placeholder 4">
            <a:extLst>
              <a:ext uri="{FF2B5EF4-FFF2-40B4-BE49-F238E27FC236}">
                <a16:creationId xmlns:a16="http://schemas.microsoft.com/office/drawing/2014/main" id="{6EFA2078-5998-924A-8228-083274444865}"/>
              </a:ext>
            </a:extLst>
          </p:cNvPr>
          <p:cNvSpPr>
            <a:spLocks noGrp="1"/>
          </p:cNvSpPr>
          <p:nvPr>
            <p:ph type="body" sz="quarter" idx="16"/>
          </p:nvPr>
        </p:nvSpPr>
        <p:spPr>
          <a:xfrm>
            <a:off x="5547367" y="4385688"/>
            <a:ext cx="6096000" cy="1482800"/>
          </a:xfrm>
          <a:prstGeom prst="rect">
            <a:avLst/>
          </a:prstGeom>
        </p:spPr>
        <p:txBody>
          <a:bodyPr lIns="0" tIns="0" rIns="0" bIns="0"/>
          <a:lstStyle>
            <a:lvl1pPr marL="8466" marR="0" indent="0" algn="l" rtl="0">
              <a:lnSpc>
                <a:spcPct val="100000"/>
              </a:lnSpc>
              <a:spcBef>
                <a:spcPts val="0"/>
              </a:spcBef>
              <a:spcAft>
                <a:spcPts val="0"/>
              </a:spcAft>
              <a:buClr>
                <a:schemeClr val="dk1"/>
              </a:buClr>
              <a:buSzPts val="1000"/>
              <a:buFont typeface="Arial"/>
              <a:buNone/>
              <a:tabLst/>
              <a:defRPr lang="en-US" sz="1333"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57" name="Text Placeholder 4">
            <a:extLst>
              <a:ext uri="{FF2B5EF4-FFF2-40B4-BE49-F238E27FC236}">
                <a16:creationId xmlns:a16="http://schemas.microsoft.com/office/drawing/2014/main" id="{23E06571-31A1-B348-8A57-AA2DDBC16E5E}"/>
              </a:ext>
            </a:extLst>
          </p:cNvPr>
          <p:cNvSpPr>
            <a:spLocks noGrp="1"/>
          </p:cNvSpPr>
          <p:nvPr>
            <p:ph type="body" sz="quarter" idx="17"/>
          </p:nvPr>
        </p:nvSpPr>
        <p:spPr>
          <a:xfrm>
            <a:off x="5547367" y="3979245"/>
            <a:ext cx="6096000" cy="244000"/>
          </a:xfrm>
          <a:prstGeom prst="rect">
            <a:avLst/>
          </a:prstGeom>
        </p:spPr>
        <p:txBody>
          <a:bodyPr lIns="0" tIns="0" rIns="0" bIns="0"/>
          <a:lstStyle>
            <a:lvl1pPr marL="8466" marR="0" indent="0" algn="l" rtl="0">
              <a:lnSpc>
                <a:spcPct val="100000"/>
              </a:lnSpc>
              <a:spcBef>
                <a:spcPts val="0"/>
              </a:spcBef>
              <a:spcAft>
                <a:spcPts val="0"/>
              </a:spcAft>
              <a:buClr>
                <a:schemeClr val="accent3"/>
              </a:buClr>
              <a:buSzPts val="1100"/>
              <a:buFont typeface="Arial"/>
              <a:buNone/>
              <a:tabLst/>
              <a:defRPr lang="en-US" sz="1467" b="0" i="0" u="none" strike="noStrike" cap="none" dirty="0">
                <a:solidFill>
                  <a:schemeClr val="accent3"/>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58" name="Text Placeholder 4">
            <a:extLst>
              <a:ext uri="{FF2B5EF4-FFF2-40B4-BE49-F238E27FC236}">
                <a16:creationId xmlns:a16="http://schemas.microsoft.com/office/drawing/2014/main" id="{EB28E690-7CE1-B743-A3B4-0920BF8EEB21}"/>
              </a:ext>
            </a:extLst>
          </p:cNvPr>
          <p:cNvSpPr>
            <a:spLocks noGrp="1"/>
          </p:cNvSpPr>
          <p:nvPr>
            <p:ph type="body" sz="quarter" idx="18"/>
          </p:nvPr>
        </p:nvSpPr>
        <p:spPr>
          <a:xfrm>
            <a:off x="5547367" y="962972"/>
            <a:ext cx="6096000" cy="347200"/>
          </a:xfrm>
          <a:prstGeom prst="rect">
            <a:avLst/>
          </a:prstGeom>
        </p:spPr>
        <p:txBody>
          <a:bodyPr lIns="0" tIns="0" rIns="0" bIns="0"/>
          <a:lstStyle>
            <a:lvl1pPr marL="8466" marR="0" indent="0" algn="l" rtl="0">
              <a:lnSpc>
                <a:spcPct val="100000"/>
              </a:lnSpc>
              <a:spcBef>
                <a:spcPts val="0"/>
              </a:spcBef>
              <a:spcAft>
                <a:spcPts val="0"/>
              </a:spcAft>
              <a:buClr>
                <a:schemeClr val="accent1"/>
              </a:buClr>
              <a:buSzPts val="1400"/>
              <a:buFont typeface="Arial"/>
              <a:buNone/>
              <a:tabLst/>
              <a:defRPr lang="en-US" sz="1867"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59" name="Text Placeholder 4">
            <a:extLst>
              <a:ext uri="{FF2B5EF4-FFF2-40B4-BE49-F238E27FC236}">
                <a16:creationId xmlns:a16="http://schemas.microsoft.com/office/drawing/2014/main" id="{A8E7D3B0-786D-364D-B3AB-F41E82CC3009}"/>
              </a:ext>
            </a:extLst>
          </p:cNvPr>
          <p:cNvSpPr>
            <a:spLocks noGrp="1"/>
          </p:cNvSpPr>
          <p:nvPr>
            <p:ph type="body" sz="quarter" idx="19"/>
          </p:nvPr>
        </p:nvSpPr>
        <p:spPr>
          <a:xfrm>
            <a:off x="961000" y="3266723"/>
            <a:ext cx="2072800" cy="244000"/>
          </a:xfrm>
          <a:prstGeom prst="rect">
            <a:avLst/>
          </a:prstGeom>
        </p:spPr>
        <p:txBody>
          <a:bodyPr lIns="0" tIns="0" rIns="0" bIns="0"/>
          <a:lstStyle>
            <a:lvl1pPr marL="8466" marR="0" indent="0" algn="ctr" rtl="0">
              <a:lnSpc>
                <a:spcPct val="100000"/>
              </a:lnSpc>
              <a:spcBef>
                <a:spcPts val="0"/>
              </a:spcBef>
              <a:spcAft>
                <a:spcPts val="0"/>
              </a:spcAft>
              <a:buClr>
                <a:schemeClr val="lt1"/>
              </a:buClr>
              <a:buSzPts val="1200"/>
              <a:buFont typeface="Arial"/>
              <a:buNone/>
              <a:tabLst/>
              <a:defRPr lang="en-US" sz="1600" b="0" i="0" u="none" strike="noStrike" cap="none" dirty="0">
                <a:solidFill>
                  <a:schemeClr val="tx2"/>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60" name="Text Placeholder 4">
            <a:extLst>
              <a:ext uri="{FF2B5EF4-FFF2-40B4-BE49-F238E27FC236}">
                <a16:creationId xmlns:a16="http://schemas.microsoft.com/office/drawing/2014/main" id="{4DD90FFA-36D4-F64B-B4CE-6AAFACA9CC4C}"/>
              </a:ext>
            </a:extLst>
          </p:cNvPr>
          <p:cNvSpPr>
            <a:spLocks noGrp="1"/>
          </p:cNvSpPr>
          <p:nvPr>
            <p:ph type="body" sz="quarter" idx="20"/>
          </p:nvPr>
        </p:nvSpPr>
        <p:spPr>
          <a:xfrm>
            <a:off x="961000" y="2895600"/>
            <a:ext cx="2072800" cy="244000"/>
          </a:xfrm>
          <a:prstGeom prst="rect">
            <a:avLst/>
          </a:prstGeom>
        </p:spPr>
        <p:txBody>
          <a:bodyPr lIns="0" tIns="0" rIns="0" bIns="0"/>
          <a:lstStyle>
            <a:lvl1pPr marL="8466" marR="0" indent="0" algn="ctr" rtl="0">
              <a:lnSpc>
                <a:spcPct val="100000"/>
              </a:lnSpc>
              <a:spcBef>
                <a:spcPts val="0"/>
              </a:spcBef>
              <a:spcAft>
                <a:spcPts val="0"/>
              </a:spcAft>
              <a:buClr>
                <a:schemeClr val="accent1"/>
              </a:buClr>
              <a:buSzPts val="1400"/>
              <a:buFont typeface="Arial"/>
              <a:buNone/>
              <a:tabLst/>
              <a:defRPr lang="en-US" sz="1867"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Tree>
    <p:extLst>
      <p:ext uri="{BB962C8B-B14F-4D97-AF65-F5344CB8AC3E}">
        <p14:creationId xmlns:p14="http://schemas.microsoft.com/office/powerpoint/2010/main" val="3923203337"/>
      </p:ext>
    </p:extLst>
  </p:cSld>
  <p:clrMapOvr>
    <a:masterClrMapping/>
  </p:clrMapOvr>
  <p:extLst>
    <p:ext uri="{DCECCB84-F9BA-43D5-87BE-67443E8EF086}">
      <p15:sldGuideLst xmlns:p15="http://schemas.microsoft.com/office/powerpoint/2012/main">
        <p15:guide id="1" orient="horz" pos="169">
          <p15:clr>
            <a:srgbClr val="FBAE40"/>
          </p15:clr>
        </p15:guide>
        <p15:guide id="2" pos="249">
          <p15:clr>
            <a:srgbClr val="FBAE40"/>
          </p15:clr>
        </p15:guide>
        <p15:guide id="3" pos="5511">
          <p15:clr>
            <a:srgbClr val="FBAE40"/>
          </p15:clr>
        </p15:guide>
        <p15:guide id="4" orient="horz" pos="3072">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Bio/Profile - Gradient">
    <p:spTree>
      <p:nvGrpSpPr>
        <p:cNvPr id="1" name=""/>
        <p:cNvGrpSpPr/>
        <p:nvPr/>
      </p:nvGrpSpPr>
      <p:grpSpPr>
        <a:xfrm>
          <a:off x="0" y="0"/>
          <a:ext cx="0" cy="0"/>
          <a:chOff x="0" y="0"/>
          <a:chExt cx="0" cy="0"/>
        </a:xfrm>
      </p:grpSpPr>
      <p:sp>
        <p:nvSpPr>
          <p:cNvPr id="24" name="Google Shape;722;p27">
            <a:extLst>
              <a:ext uri="{FF2B5EF4-FFF2-40B4-BE49-F238E27FC236}">
                <a16:creationId xmlns:a16="http://schemas.microsoft.com/office/drawing/2014/main" id="{E4F3F812-60BE-C84D-BC95-9C0ECB86C9F7}"/>
              </a:ext>
            </a:extLst>
          </p:cNvPr>
          <p:cNvSpPr/>
          <p:nvPr/>
        </p:nvSpPr>
        <p:spPr>
          <a:xfrm flipH="1">
            <a:off x="4516" y="1"/>
            <a:ext cx="4815585" cy="6469380"/>
          </a:xfrm>
          <a:custGeom>
            <a:avLst/>
            <a:gdLst/>
            <a:ahLst/>
            <a:cxnLst/>
            <a:rect l="l" t="t" r="r" b="b"/>
            <a:pathLst>
              <a:path w="4815585" h="6858000" extrusionOk="0">
                <a:moveTo>
                  <a:pt x="538284" y="0"/>
                </a:moveTo>
                <a:lnTo>
                  <a:pt x="4815585" y="0"/>
                </a:lnTo>
                <a:lnTo>
                  <a:pt x="4815585" y="6854554"/>
                </a:lnTo>
                <a:lnTo>
                  <a:pt x="4679279" y="6858000"/>
                </a:lnTo>
                <a:cubicBezTo>
                  <a:pt x="2094985" y="6858000"/>
                  <a:pt x="0" y="4763015"/>
                  <a:pt x="0" y="2178721"/>
                </a:cubicBezTo>
                <a:cubicBezTo>
                  <a:pt x="0" y="1451888"/>
                  <a:pt x="165717" y="763761"/>
                  <a:pt x="461428" y="150060"/>
                </a:cubicBezTo>
                <a:close/>
              </a:path>
            </a:pathLst>
          </a:custGeom>
          <a:gradFill>
            <a:gsLst>
              <a:gs pos="0">
                <a:srgbClr val="FF4E02"/>
              </a:gs>
              <a:gs pos="48000">
                <a:srgbClr val="F69323"/>
              </a:gs>
              <a:gs pos="100000">
                <a:srgbClr val="FABC75"/>
              </a:gs>
            </a:gsLst>
            <a:lin ang="16198662" scaled="0"/>
          </a:gradFill>
          <a:ln>
            <a:noFill/>
          </a:ln>
        </p:spPr>
        <p:txBody>
          <a:bodyPr spcFirstLastPara="1" wrap="square" lIns="91433" tIns="45700" rIns="91433" bIns="45700" anchor="ctr" anchorCtr="0">
            <a:noAutofit/>
          </a:bodyPr>
          <a:lstStyle/>
          <a:p>
            <a:pPr marL="0" lvl="0" indent="0" algn="ctr">
              <a:lnSpc>
                <a:spcPct val="90000"/>
              </a:lnSpc>
              <a:buNone/>
            </a:pPr>
            <a:endParaRPr sz="2400" dirty="0">
              <a:solidFill>
                <a:schemeClr val="dk1"/>
              </a:solidFill>
              <a:latin typeface="Calibri"/>
              <a:ea typeface="Calibri"/>
              <a:cs typeface="Calibri"/>
              <a:sym typeface="Calibri"/>
            </a:endParaRPr>
          </a:p>
        </p:txBody>
      </p:sp>
      <p:sp>
        <p:nvSpPr>
          <p:cNvPr id="25" name="Google Shape;723;p27">
            <a:extLst>
              <a:ext uri="{FF2B5EF4-FFF2-40B4-BE49-F238E27FC236}">
                <a16:creationId xmlns:a16="http://schemas.microsoft.com/office/drawing/2014/main" id="{6E4FE572-C2FC-D748-A6F1-9D54FBADA481}"/>
              </a:ext>
            </a:extLst>
          </p:cNvPr>
          <p:cNvSpPr/>
          <p:nvPr/>
        </p:nvSpPr>
        <p:spPr>
          <a:xfrm>
            <a:off x="11792595" y="6494883"/>
            <a:ext cx="304800" cy="306000"/>
          </a:xfrm>
          <a:prstGeom prst="ellipse">
            <a:avLst/>
          </a:prstGeom>
          <a:noFill/>
          <a:ln>
            <a:noFill/>
          </a:ln>
        </p:spPr>
        <p:txBody>
          <a:bodyPr spcFirstLastPara="1" wrap="square" lIns="0" tIns="0" rIns="0" bIns="0" anchor="ctr" anchorCtr="0">
            <a:noAutofit/>
          </a:bodyPr>
          <a:lstStyle/>
          <a:p>
            <a:pPr algn="r"/>
            <a:fld id="{00000000-1234-1234-1234-123412341234}" type="slidenum">
              <a:rPr lang="en" sz="933">
                <a:latin typeface="Calibri"/>
                <a:ea typeface="Calibri"/>
                <a:cs typeface="Calibri"/>
                <a:sym typeface="Calibri"/>
              </a:rPr>
              <a:pPr algn="r"/>
              <a:t>‹#›</a:t>
            </a:fld>
            <a:endParaRPr sz="933" dirty="0">
              <a:latin typeface="Calibri"/>
              <a:ea typeface="Calibri"/>
              <a:cs typeface="Calibri"/>
              <a:sym typeface="Calibri"/>
            </a:endParaRPr>
          </a:p>
        </p:txBody>
      </p:sp>
      <p:grpSp>
        <p:nvGrpSpPr>
          <p:cNvPr id="27" name="Group 26">
            <a:extLst>
              <a:ext uri="{FF2B5EF4-FFF2-40B4-BE49-F238E27FC236}">
                <a16:creationId xmlns:a16="http://schemas.microsoft.com/office/drawing/2014/main" id="{5B43FD55-3CE7-604E-8658-A63BE7F438B7}"/>
              </a:ext>
            </a:extLst>
          </p:cNvPr>
          <p:cNvGrpSpPr/>
          <p:nvPr/>
        </p:nvGrpSpPr>
        <p:grpSpPr>
          <a:xfrm>
            <a:off x="1" y="6814800"/>
            <a:ext cx="12179567" cy="43200"/>
            <a:chOff x="0" y="5111100"/>
            <a:chExt cx="9134675" cy="32400"/>
          </a:xfrm>
        </p:grpSpPr>
        <p:sp>
          <p:nvSpPr>
            <p:cNvPr id="28" name="Google Shape;455;p14">
              <a:extLst>
                <a:ext uri="{FF2B5EF4-FFF2-40B4-BE49-F238E27FC236}">
                  <a16:creationId xmlns:a16="http://schemas.microsoft.com/office/drawing/2014/main" id="{F8E2E829-2CB4-004C-A0F5-B5CB435CA290}"/>
                </a:ext>
              </a:extLst>
            </p:cNvPr>
            <p:cNvSpPr/>
            <p:nvPr/>
          </p:nvSpPr>
          <p:spPr>
            <a:xfrm>
              <a:off x="8939030" y="5111100"/>
              <a:ext cx="32400" cy="32400"/>
            </a:xfrm>
            <a:prstGeom prst="ellipse">
              <a:avLst/>
            </a:prstGeom>
            <a:solidFill>
              <a:srgbClr val="F7901D"/>
            </a:solidFill>
            <a:ln>
              <a:noFill/>
            </a:ln>
          </p:spPr>
          <p:txBody>
            <a:bodyPr spcFirstLastPara="1" wrap="square" lIns="68575" tIns="34275" rIns="68575" bIns="34275" anchor="ctr" anchorCtr="0">
              <a:noAutofit/>
            </a:bodyPr>
            <a:lstStyle/>
            <a:p>
              <a:pPr marL="0" marR="0" lvl="0" indent="0" algn="ctr" defTabSz="1219170" eaLnBrk="1" fontAlgn="auto" latinLnBrk="0" hangingPunct="1">
                <a:lnSpc>
                  <a:spcPct val="90000"/>
                </a:lnSpc>
                <a:spcBef>
                  <a:spcPts val="0"/>
                </a:spcBef>
                <a:spcAft>
                  <a:spcPts val="0"/>
                </a:spcAft>
                <a:buClrTx/>
                <a:buSzTx/>
                <a:buFontTx/>
                <a:buNone/>
                <a:tabLst/>
                <a:defRPr/>
              </a:pPr>
              <a:endParaRPr kumimoji="0" sz="2400" b="0" i="0" u="none" strike="noStrike" kern="0" cap="none" spc="0" normalizeH="0" baseline="0" noProof="0" dirty="0">
                <a:ln>
                  <a:noFill/>
                </a:ln>
                <a:solidFill>
                  <a:sysClr val="windowText" lastClr="000000"/>
                </a:solidFill>
                <a:effectLst/>
                <a:uLnTx/>
                <a:uFillTx/>
                <a:latin typeface="Calibri"/>
                <a:ea typeface="Calibri"/>
                <a:cs typeface="Calibri"/>
                <a:sym typeface="Calibri"/>
              </a:endParaRPr>
            </a:p>
          </p:txBody>
        </p:sp>
        <p:sp>
          <p:nvSpPr>
            <p:cNvPr id="29" name="Google Shape;456;p14">
              <a:extLst>
                <a:ext uri="{FF2B5EF4-FFF2-40B4-BE49-F238E27FC236}">
                  <a16:creationId xmlns:a16="http://schemas.microsoft.com/office/drawing/2014/main" id="{EC8881F0-7F0F-9841-AC98-42B0F8200653}"/>
                </a:ext>
              </a:extLst>
            </p:cNvPr>
            <p:cNvSpPr/>
            <p:nvPr/>
          </p:nvSpPr>
          <p:spPr>
            <a:xfrm>
              <a:off x="8993445" y="5111100"/>
              <a:ext cx="32400" cy="32400"/>
            </a:xfrm>
            <a:prstGeom prst="ellipse">
              <a:avLst/>
            </a:prstGeom>
            <a:solidFill>
              <a:srgbClr val="F7901D"/>
            </a:solidFill>
            <a:ln>
              <a:noFill/>
            </a:ln>
          </p:spPr>
          <p:txBody>
            <a:bodyPr spcFirstLastPara="1" wrap="square" lIns="68575" tIns="34275" rIns="68575" bIns="34275" anchor="ctr" anchorCtr="0">
              <a:noAutofit/>
            </a:bodyPr>
            <a:lstStyle/>
            <a:p>
              <a:pPr marL="0" marR="0" lvl="0" indent="0" algn="ctr" defTabSz="1219170" eaLnBrk="1" fontAlgn="auto" latinLnBrk="0" hangingPunct="1">
                <a:lnSpc>
                  <a:spcPct val="90000"/>
                </a:lnSpc>
                <a:spcBef>
                  <a:spcPts val="0"/>
                </a:spcBef>
                <a:spcAft>
                  <a:spcPts val="0"/>
                </a:spcAft>
                <a:buClrTx/>
                <a:buSzTx/>
                <a:buFontTx/>
                <a:buNone/>
                <a:tabLst/>
                <a:defRPr/>
              </a:pPr>
              <a:endParaRPr kumimoji="0" sz="2400" b="0" i="0" u="none" strike="noStrike" kern="0" cap="none" spc="0" normalizeH="0" baseline="0" noProof="0" dirty="0">
                <a:ln>
                  <a:noFill/>
                </a:ln>
                <a:solidFill>
                  <a:sysClr val="windowText" lastClr="000000"/>
                </a:solidFill>
                <a:effectLst/>
                <a:uLnTx/>
                <a:uFillTx/>
                <a:latin typeface="Calibri"/>
                <a:ea typeface="Calibri"/>
                <a:cs typeface="Calibri"/>
                <a:sym typeface="Calibri"/>
              </a:endParaRPr>
            </a:p>
          </p:txBody>
        </p:sp>
        <p:sp>
          <p:nvSpPr>
            <p:cNvPr id="30" name="Google Shape;457;p14">
              <a:extLst>
                <a:ext uri="{FF2B5EF4-FFF2-40B4-BE49-F238E27FC236}">
                  <a16:creationId xmlns:a16="http://schemas.microsoft.com/office/drawing/2014/main" id="{AB60F68C-5ED8-AC43-AB2E-54D451BB8F41}"/>
                </a:ext>
              </a:extLst>
            </p:cNvPr>
            <p:cNvSpPr/>
            <p:nvPr/>
          </p:nvSpPr>
          <p:spPr>
            <a:xfrm>
              <a:off x="9102275" y="5111100"/>
              <a:ext cx="32400" cy="32400"/>
            </a:xfrm>
            <a:prstGeom prst="ellipse">
              <a:avLst/>
            </a:prstGeom>
            <a:solidFill>
              <a:srgbClr val="F7901D"/>
            </a:solidFill>
            <a:ln>
              <a:noFill/>
            </a:ln>
          </p:spPr>
          <p:txBody>
            <a:bodyPr spcFirstLastPara="1" wrap="square" lIns="68575" tIns="34275" rIns="68575" bIns="34275" anchor="ctr" anchorCtr="0">
              <a:noAutofit/>
            </a:bodyPr>
            <a:lstStyle/>
            <a:p>
              <a:pPr marL="0" marR="0" lvl="0" indent="0" algn="ctr" defTabSz="1219170" eaLnBrk="1" fontAlgn="auto" latinLnBrk="0" hangingPunct="1">
                <a:lnSpc>
                  <a:spcPct val="90000"/>
                </a:lnSpc>
                <a:spcBef>
                  <a:spcPts val="0"/>
                </a:spcBef>
                <a:spcAft>
                  <a:spcPts val="0"/>
                </a:spcAft>
                <a:buClrTx/>
                <a:buSzTx/>
                <a:buFontTx/>
                <a:buNone/>
                <a:tabLst/>
                <a:defRPr/>
              </a:pPr>
              <a:endParaRPr kumimoji="0" sz="2400" b="0" i="0" u="none" strike="noStrike" kern="0" cap="none" spc="0" normalizeH="0" baseline="0" noProof="0" dirty="0">
                <a:ln>
                  <a:noFill/>
                </a:ln>
                <a:solidFill>
                  <a:sysClr val="windowText" lastClr="000000"/>
                </a:solidFill>
                <a:effectLst/>
                <a:uLnTx/>
                <a:uFillTx/>
                <a:latin typeface="Calibri"/>
                <a:ea typeface="Calibri"/>
                <a:cs typeface="Calibri"/>
                <a:sym typeface="Calibri"/>
              </a:endParaRPr>
            </a:p>
          </p:txBody>
        </p:sp>
        <p:sp>
          <p:nvSpPr>
            <p:cNvPr id="31" name="Google Shape;458;p14">
              <a:extLst>
                <a:ext uri="{FF2B5EF4-FFF2-40B4-BE49-F238E27FC236}">
                  <a16:creationId xmlns:a16="http://schemas.microsoft.com/office/drawing/2014/main" id="{874CCE42-7E27-B44C-8D1F-FF9CA794D4A2}"/>
                </a:ext>
              </a:extLst>
            </p:cNvPr>
            <p:cNvSpPr/>
            <p:nvPr/>
          </p:nvSpPr>
          <p:spPr>
            <a:xfrm>
              <a:off x="8884615" y="5111100"/>
              <a:ext cx="32400" cy="32400"/>
            </a:xfrm>
            <a:prstGeom prst="ellipse">
              <a:avLst/>
            </a:prstGeom>
            <a:solidFill>
              <a:srgbClr val="F7901D"/>
            </a:solidFill>
            <a:ln>
              <a:noFill/>
            </a:ln>
          </p:spPr>
          <p:txBody>
            <a:bodyPr spcFirstLastPara="1" wrap="square" lIns="68575" tIns="34275" rIns="68575" bIns="34275" anchor="ctr" anchorCtr="0">
              <a:noAutofit/>
            </a:bodyPr>
            <a:lstStyle/>
            <a:p>
              <a:pPr marL="0" marR="0" lvl="0" indent="0" algn="ctr" defTabSz="1219170" eaLnBrk="1" fontAlgn="auto" latinLnBrk="0" hangingPunct="1">
                <a:lnSpc>
                  <a:spcPct val="90000"/>
                </a:lnSpc>
                <a:spcBef>
                  <a:spcPts val="0"/>
                </a:spcBef>
                <a:spcAft>
                  <a:spcPts val="0"/>
                </a:spcAft>
                <a:buClrTx/>
                <a:buSzTx/>
                <a:buFontTx/>
                <a:buNone/>
                <a:tabLst/>
                <a:defRPr/>
              </a:pPr>
              <a:endParaRPr kumimoji="0" sz="2400" b="0" i="0" u="none" strike="noStrike" kern="0" cap="none" spc="0" normalizeH="0" baseline="0" noProof="0" dirty="0">
                <a:ln>
                  <a:noFill/>
                </a:ln>
                <a:solidFill>
                  <a:sysClr val="windowText" lastClr="000000"/>
                </a:solidFill>
                <a:effectLst/>
                <a:uLnTx/>
                <a:uFillTx/>
                <a:latin typeface="Calibri"/>
                <a:ea typeface="Calibri"/>
                <a:cs typeface="Calibri"/>
                <a:sym typeface="Calibri"/>
              </a:endParaRPr>
            </a:p>
          </p:txBody>
        </p:sp>
        <p:sp>
          <p:nvSpPr>
            <p:cNvPr id="32" name="Google Shape;459;p14">
              <a:extLst>
                <a:ext uri="{FF2B5EF4-FFF2-40B4-BE49-F238E27FC236}">
                  <a16:creationId xmlns:a16="http://schemas.microsoft.com/office/drawing/2014/main" id="{6C860C3A-BC72-4649-9D24-CF2A1F2BE2FA}"/>
                </a:ext>
              </a:extLst>
            </p:cNvPr>
            <p:cNvSpPr/>
            <p:nvPr/>
          </p:nvSpPr>
          <p:spPr>
            <a:xfrm>
              <a:off x="0" y="5112281"/>
              <a:ext cx="8862600" cy="31200"/>
            </a:xfrm>
            <a:prstGeom prst="roundRect">
              <a:avLst>
                <a:gd name="adj" fmla="val 16667"/>
              </a:avLst>
            </a:prstGeom>
            <a:solidFill>
              <a:srgbClr val="F7901D"/>
            </a:solidFill>
            <a:ln>
              <a:noFill/>
            </a:ln>
          </p:spPr>
          <p:txBody>
            <a:bodyPr spcFirstLastPara="1" wrap="square" lIns="68575" tIns="34275" rIns="68575" bIns="34275" anchor="ctr" anchorCtr="0">
              <a:noAutofit/>
            </a:bodyPr>
            <a:lstStyle/>
            <a:p>
              <a:pPr marL="0" marR="0" lvl="0" indent="0" algn="ctr" defTabSz="1219170" eaLnBrk="1" fontAlgn="auto" latinLnBrk="0" hangingPunct="1">
                <a:lnSpc>
                  <a:spcPct val="90000"/>
                </a:lnSpc>
                <a:spcBef>
                  <a:spcPts val="0"/>
                </a:spcBef>
                <a:spcAft>
                  <a:spcPts val="0"/>
                </a:spcAft>
                <a:buClrTx/>
                <a:buSzTx/>
                <a:buFontTx/>
                <a:buNone/>
                <a:tabLst/>
                <a:defRPr/>
              </a:pPr>
              <a:endParaRPr kumimoji="0" sz="2400" b="0" i="0" u="none" strike="noStrike" kern="0" cap="none" spc="0" normalizeH="0" baseline="0" noProof="0" dirty="0">
                <a:ln>
                  <a:noFill/>
                </a:ln>
                <a:solidFill>
                  <a:sysClr val="windowText" lastClr="000000"/>
                </a:solidFill>
                <a:effectLst/>
                <a:uLnTx/>
                <a:uFillTx/>
                <a:latin typeface="Calibri"/>
                <a:ea typeface="Calibri"/>
                <a:cs typeface="Calibri"/>
                <a:sym typeface="Calibri"/>
              </a:endParaRPr>
            </a:p>
          </p:txBody>
        </p:sp>
        <p:sp>
          <p:nvSpPr>
            <p:cNvPr id="33" name="Google Shape;457;p14">
              <a:extLst>
                <a:ext uri="{FF2B5EF4-FFF2-40B4-BE49-F238E27FC236}">
                  <a16:creationId xmlns:a16="http://schemas.microsoft.com/office/drawing/2014/main" id="{C3ABD233-FF3E-3E46-8A23-C4A02921A490}"/>
                </a:ext>
              </a:extLst>
            </p:cNvPr>
            <p:cNvSpPr/>
            <p:nvPr/>
          </p:nvSpPr>
          <p:spPr>
            <a:xfrm>
              <a:off x="9047860" y="5111100"/>
              <a:ext cx="32400" cy="32400"/>
            </a:xfrm>
            <a:prstGeom prst="ellipse">
              <a:avLst/>
            </a:prstGeom>
            <a:solidFill>
              <a:srgbClr val="F7901D"/>
            </a:solidFill>
            <a:ln>
              <a:noFill/>
            </a:ln>
          </p:spPr>
          <p:txBody>
            <a:bodyPr spcFirstLastPara="1" wrap="square" lIns="68575" tIns="34275" rIns="68575" bIns="34275" anchor="ctr" anchorCtr="0">
              <a:noAutofit/>
            </a:bodyPr>
            <a:lstStyle/>
            <a:p>
              <a:pPr marL="0" marR="0" lvl="0" indent="0" algn="ctr" defTabSz="1219170" eaLnBrk="1" fontAlgn="auto" latinLnBrk="0" hangingPunct="1">
                <a:lnSpc>
                  <a:spcPct val="90000"/>
                </a:lnSpc>
                <a:spcBef>
                  <a:spcPts val="0"/>
                </a:spcBef>
                <a:spcAft>
                  <a:spcPts val="0"/>
                </a:spcAft>
                <a:buClrTx/>
                <a:buSzTx/>
                <a:buFontTx/>
                <a:buNone/>
                <a:tabLst/>
                <a:defRPr/>
              </a:pPr>
              <a:endParaRPr kumimoji="0" sz="2400" b="0" i="0" u="none" strike="noStrike" kern="0" cap="none" spc="0" normalizeH="0" baseline="0" noProof="0" dirty="0">
                <a:ln>
                  <a:noFill/>
                </a:ln>
                <a:solidFill>
                  <a:sysClr val="windowText" lastClr="000000"/>
                </a:solidFill>
                <a:effectLst/>
                <a:uLnTx/>
                <a:uFillTx/>
                <a:latin typeface="Calibri"/>
                <a:ea typeface="Calibri"/>
                <a:cs typeface="Calibri"/>
                <a:sym typeface="Calibri"/>
              </a:endParaRPr>
            </a:p>
          </p:txBody>
        </p:sp>
      </p:grpSp>
      <p:sp>
        <p:nvSpPr>
          <p:cNvPr id="41" name="Picture Placeholder 38">
            <a:extLst>
              <a:ext uri="{FF2B5EF4-FFF2-40B4-BE49-F238E27FC236}">
                <a16:creationId xmlns:a16="http://schemas.microsoft.com/office/drawing/2014/main" id="{AF0AFD3B-BBCB-524B-91DA-54C6C3F133CC}"/>
              </a:ext>
            </a:extLst>
          </p:cNvPr>
          <p:cNvSpPr>
            <a:spLocks noGrp="1"/>
          </p:cNvSpPr>
          <p:nvPr>
            <p:ph type="pic" sz="quarter" idx="10"/>
          </p:nvPr>
        </p:nvSpPr>
        <p:spPr>
          <a:xfrm>
            <a:off x="1187607" y="899800"/>
            <a:ext cx="1584800" cy="1584800"/>
          </a:xfrm>
          <a:prstGeom prst="ellipse">
            <a:avLst/>
          </a:prstGeom>
          <a:ln w="25400">
            <a:solidFill>
              <a:schemeClr val="bg2"/>
            </a:solidFill>
          </a:ln>
        </p:spPr>
        <p:txBody>
          <a:bodyPr anchor="ctr"/>
          <a:lstStyle>
            <a:lvl1pPr marL="0" indent="0" algn="ctr">
              <a:buNone/>
              <a:defRPr sz="1333">
                <a:solidFill>
                  <a:schemeClr val="bg1"/>
                </a:solidFill>
              </a:defRPr>
            </a:lvl1pPr>
          </a:lstStyle>
          <a:p>
            <a:r>
              <a:rPr lang="en-US" dirty="0"/>
              <a:t>Click icon to add picture</a:t>
            </a:r>
          </a:p>
        </p:txBody>
      </p:sp>
      <p:sp>
        <p:nvSpPr>
          <p:cNvPr id="42" name="Text Placeholder 4">
            <a:extLst>
              <a:ext uri="{FF2B5EF4-FFF2-40B4-BE49-F238E27FC236}">
                <a16:creationId xmlns:a16="http://schemas.microsoft.com/office/drawing/2014/main" id="{762F4E9F-4920-8D42-A571-B397BBB55986}"/>
              </a:ext>
            </a:extLst>
          </p:cNvPr>
          <p:cNvSpPr>
            <a:spLocks noGrp="1"/>
          </p:cNvSpPr>
          <p:nvPr>
            <p:ph type="body" sz="quarter" idx="14"/>
          </p:nvPr>
        </p:nvSpPr>
        <p:spPr>
          <a:xfrm>
            <a:off x="5547367" y="1617445"/>
            <a:ext cx="6096000" cy="244000"/>
          </a:xfrm>
          <a:prstGeom prst="rect">
            <a:avLst/>
          </a:prstGeom>
        </p:spPr>
        <p:txBody>
          <a:bodyPr lIns="0" tIns="0" rIns="0" bIns="0"/>
          <a:lstStyle>
            <a:lvl1pPr marL="8466" marR="0" indent="0" algn="l" rtl="0">
              <a:lnSpc>
                <a:spcPct val="100000"/>
              </a:lnSpc>
              <a:spcBef>
                <a:spcPts val="0"/>
              </a:spcBef>
              <a:spcAft>
                <a:spcPts val="0"/>
              </a:spcAft>
              <a:buClr>
                <a:schemeClr val="accent3"/>
              </a:buClr>
              <a:buSzPts val="1100"/>
              <a:buFont typeface="Arial"/>
              <a:buNone/>
              <a:tabLst/>
              <a:defRPr lang="en-US" sz="1467" b="0" i="0" u="none" strike="noStrike" cap="none" dirty="0">
                <a:solidFill>
                  <a:schemeClr val="accent3"/>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43" name="Text Placeholder 4">
            <a:extLst>
              <a:ext uri="{FF2B5EF4-FFF2-40B4-BE49-F238E27FC236}">
                <a16:creationId xmlns:a16="http://schemas.microsoft.com/office/drawing/2014/main" id="{57D13E22-8CD4-AA4C-962C-9A950404458A}"/>
              </a:ext>
            </a:extLst>
          </p:cNvPr>
          <p:cNvSpPr>
            <a:spLocks noGrp="1"/>
          </p:cNvSpPr>
          <p:nvPr>
            <p:ph type="body" sz="quarter" idx="15"/>
          </p:nvPr>
        </p:nvSpPr>
        <p:spPr>
          <a:xfrm>
            <a:off x="5547367" y="2023888"/>
            <a:ext cx="6096000" cy="1482800"/>
          </a:xfrm>
          <a:prstGeom prst="rect">
            <a:avLst/>
          </a:prstGeom>
        </p:spPr>
        <p:txBody>
          <a:bodyPr lIns="0" tIns="0" rIns="0" bIns="0"/>
          <a:lstStyle>
            <a:lvl1pPr marL="8466" marR="0" indent="0" algn="l" rtl="0">
              <a:lnSpc>
                <a:spcPct val="100000"/>
              </a:lnSpc>
              <a:spcBef>
                <a:spcPts val="0"/>
              </a:spcBef>
              <a:spcAft>
                <a:spcPts val="0"/>
              </a:spcAft>
              <a:buClr>
                <a:schemeClr val="dk1"/>
              </a:buClr>
              <a:buSzPts val="1000"/>
              <a:buFont typeface="Arial"/>
              <a:buNone/>
              <a:tabLst/>
              <a:defRPr lang="en-US" sz="1333"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44" name="Text Placeholder 4">
            <a:extLst>
              <a:ext uri="{FF2B5EF4-FFF2-40B4-BE49-F238E27FC236}">
                <a16:creationId xmlns:a16="http://schemas.microsoft.com/office/drawing/2014/main" id="{CF7CB44D-30B3-1C48-96BD-D0DAF2D2B737}"/>
              </a:ext>
            </a:extLst>
          </p:cNvPr>
          <p:cNvSpPr>
            <a:spLocks noGrp="1"/>
          </p:cNvSpPr>
          <p:nvPr>
            <p:ph type="body" sz="quarter" idx="16"/>
          </p:nvPr>
        </p:nvSpPr>
        <p:spPr>
          <a:xfrm>
            <a:off x="5547367" y="4385688"/>
            <a:ext cx="6096000" cy="1482800"/>
          </a:xfrm>
          <a:prstGeom prst="rect">
            <a:avLst/>
          </a:prstGeom>
        </p:spPr>
        <p:txBody>
          <a:bodyPr lIns="0" tIns="0" rIns="0" bIns="0"/>
          <a:lstStyle>
            <a:lvl1pPr marL="8466" marR="0" indent="0" algn="l" rtl="0">
              <a:lnSpc>
                <a:spcPct val="100000"/>
              </a:lnSpc>
              <a:spcBef>
                <a:spcPts val="0"/>
              </a:spcBef>
              <a:spcAft>
                <a:spcPts val="0"/>
              </a:spcAft>
              <a:buClr>
                <a:schemeClr val="dk1"/>
              </a:buClr>
              <a:buSzPts val="1000"/>
              <a:buFont typeface="Arial"/>
              <a:buNone/>
              <a:tabLst/>
              <a:defRPr lang="en-US" sz="1333"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45" name="Text Placeholder 4">
            <a:extLst>
              <a:ext uri="{FF2B5EF4-FFF2-40B4-BE49-F238E27FC236}">
                <a16:creationId xmlns:a16="http://schemas.microsoft.com/office/drawing/2014/main" id="{E5B79B9B-118E-764C-9E8A-4702237BE258}"/>
              </a:ext>
            </a:extLst>
          </p:cNvPr>
          <p:cNvSpPr>
            <a:spLocks noGrp="1"/>
          </p:cNvSpPr>
          <p:nvPr>
            <p:ph type="body" sz="quarter" idx="17"/>
          </p:nvPr>
        </p:nvSpPr>
        <p:spPr>
          <a:xfrm>
            <a:off x="5547367" y="3979245"/>
            <a:ext cx="6096000" cy="244000"/>
          </a:xfrm>
          <a:prstGeom prst="rect">
            <a:avLst/>
          </a:prstGeom>
        </p:spPr>
        <p:txBody>
          <a:bodyPr lIns="0" tIns="0" rIns="0" bIns="0"/>
          <a:lstStyle>
            <a:lvl1pPr marL="8466" marR="0" indent="0" algn="l" rtl="0">
              <a:lnSpc>
                <a:spcPct val="100000"/>
              </a:lnSpc>
              <a:spcBef>
                <a:spcPts val="0"/>
              </a:spcBef>
              <a:spcAft>
                <a:spcPts val="0"/>
              </a:spcAft>
              <a:buClr>
                <a:schemeClr val="accent3"/>
              </a:buClr>
              <a:buSzPts val="1100"/>
              <a:buFont typeface="Arial"/>
              <a:buNone/>
              <a:tabLst/>
              <a:defRPr lang="en-US" sz="1467" b="0" i="0" u="none" strike="noStrike" cap="none" dirty="0">
                <a:solidFill>
                  <a:schemeClr val="accent3"/>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46" name="Text Placeholder 4">
            <a:extLst>
              <a:ext uri="{FF2B5EF4-FFF2-40B4-BE49-F238E27FC236}">
                <a16:creationId xmlns:a16="http://schemas.microsoft.com/office/drawing/2014/main" id="{66225D80-93F9-9E4D-8F5A-5EA54C7BC557}"/>
              </a:ext>
            </a:extLst>
          </p:cNvPr>
          <p:cNvSpPr>
            <a:spLocks noGrp="1"/>
          </p:cNvSpPr>
          <p:nvPr>
            <p:ph type="body" sz="quarter" idx="18"/>
          </p:nvPr>
        </p:nvSpPr>
        <p:spPr>
          <a:xfrm>
            <a:off x="5547367" y="962972"/>
            <a:ext cx="6096000" cy="347200"/>
          </a:xfrm>
          <a:prstGeom prst="rect">
            <a:avLst/>
          </a:prstGeom>
        </p:spPr>
        <p:txBody>
          <a:bodyPr lIns="0" tIns="0" rIns="0" bIns="0"/>
          <a:lstStyle>
            <a:lvl1pPr marL="8466" marR="0" indent="0" algn="l" rtl="0">
              <a:lnSpc>
                <a:spcPct val="100000"/>
              </a:lnSpc>
              <a:spcBef>
                <a:spcPts val="0"/>
              </a:spcBef>
              <a:spcAft>
                <a:spcPts val="0"/>
              </a:spcAft>
              <a:buClr>
                <a:schemeClr val="accent1"/>
              </a:buClr>
              <a:buSzPts val="1400"/>
              <a:buFont typeface="Arial"/>
              <a:buNone/>
              <a:tabLst/>
              <a:defRPr lang="en-US" sz="1867"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47" name="Text Placeholder 4">
            <a:extLst>
              <a:ext uri="{FF2B5EF4-FFF2-40B4-BE49-F238E27FC236}">
                <a16:creationId xmlns:a16="http://schemas.microsoft.com/office/drawing/2014/main" id="{24EDB2A3-D334-9041-8FB6-13233B897475}"/>
              </a:ext>
            </a:extLst>
          </p:cNvPr>
          <p:cNvSpPr>
            <a:spLocks noGrp="1"/>
          </p:cNvSpPr>
          <p:nvPr>
            <p:ph type="body" sz="quarter" idx="19"/>
          </p:nvPr>
        </p:nvSpPr>
        <p:spPr>
          <a:xfrm>
            <a:off x="961000" y="3266723"/>
            <a:ext cx="2072800" cy="244000"/>
          </a:xfrm>
          <a:prstGeom prst="rect">
            <a:avLst/>
          </a:prstGeom>
        </p:spPr>
        <p:txBody>
          <a:bodyPr lIns="0" tIns="0" rIns="0" bIns="0"/>
          <a:lstStyle>
            <a:lvl1pPr marL="8466" marR="0" indent="0" algn="ctr" rtl="0">
              <a:lnSpc>
                <a:spcPct val="100000"/>
              </a:lnSpc>
              <a:spcBef>
                <a:spcPts val="0"/>
              </a:spcBef>
              <a:spcAft>
                <a:spcPts val="0"/>
              </a:spcAft>
              <a:buClr>
                <a:schemeClr val="lt1"/>
              </a:buClr>
              <a:buSzPts val="1200"/>
              <a:buFont typeface="Arial"/>
              <a:buNone/>
              <a:tabLst/>
              <a:defRPr lang="en-US" sz="1600" b="0" i="0" u="none" strike="noStrike" cap="none" dirty="0">
                <a:solidFill>
                  <a:schemeClr val="bg2"/>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48" name="Text Placeholder 4">
            <a:extLst>
              <a:ext uri="{FF2B5EF4-FFF2-40B4-BE49-F238E27FC236}">
                <a16:creationId xmlns:a16="http://schemas.microsoft.com/office/drawing/2014/main" id="{E155D4EE-3553-474B-AF22-96905E6EF279}"/>
              </a:ext>
            </a:extLst>
          </p:cNvPr>
          <p:cNvSpPr>
            <a:spLocks noGrp="1"/>
          </p:cNvSpPr>
          <p:nvPr>
            <p:ph type="body" sz="quarter" idx="20"/>
          </p:nvPr>
        </p:nvSpPr>
        <p:spPr>
          <a:xfrm>
            <a:off x="961000" y="2895600"/>
            <a:ext cx="2072800" cy="244000"/>
          </a:xfrm>
          <a:prstGeom prst="rect">
            <a:avLst/>
          </a:prstGeom>
        </p:spPr>
        <p:txBody>
          <a:bodyPr lIns="0" tIns="0" rIns="0" bIns="0"/>
          <a:lstStyle>
            <a:lvl1pPr marL="8466" marR="0" indent="0" algn="ctr" rtl="0">
              <a:lnSpc>
                <a:spcPct val="100000"/>
              </a:lnSpc>
              <a:spcBef>
                <a:spcPts val="0"/>
              </a:spcBef>
              <a:spcAft>
                <a:spcPts val="0"/>
              </a:spcAft>
              <a:buClr>
                <a:schemeClr val="accent1"/>
              </a:buClr>
              <a:buSzPts val="1400"/>
              <a:buFont typeface="Arial"/>
              <a:buNone/>
              <a:tabLst/>
              <a:defRPr lang="en-US" sz="1867" b="0" i="0" u="none" strike="noStrike" cap="none" dirty="0">
                <a:solidFill>
                  <a:schemeClr val="bg2"/>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Tree>
    <p:extLst>
      <p:ext uri="{BB962C8B-B14F-4D97-AF65-F5344CB8AC3E}">
        <p14:creationId xmlns:p14="http://schemas.microsoft.com/office/powerpoint/2010/main" val="2359821196"/>
      </p:ext>
    </p:extLst>
  </p:cSld>
  <p:clrMapOvr>
    <a:masterClrMapping/>
  </p:clrMapOvr>
  <p:extLst>
    <p:ext uri="{DCECCB84-F9BA-43D5-87BE-67443E8EF086}">
      <p15:sldGuideLst xmlns:p15="http://schemas.microsoft.com/office/powerpoint/2012/main">
        <p15:guide id="1" orient="horz" pos="169">
          <p15:clr>
            <a:srgbClr val="FBAE40"/>
          </p15:clr>
        </p15:guide>
        <p15:guide id="2" pos="249">
          <p15:clr>
            <a:srgbClr val="FBAE40"/>
          </p15:clr>
        </p15:guide>
        <p15:guide id="3" pos="5511">
          <p15:clr>
            <a:srgbClr val="FBAE40"/>
          </p15:clr>
        </p15:guide>
        <p15:guide id="4" orient="horz" pos="3072">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Google Shape;755;p29">
            <a:extLst>
              <a:ext uri="{FF2B5EF4-FFF2-40B4-BE49-F238E27FC236}">
                <a16:creationId xmlns:a16="http://schemas.microsoft.com/office/drawing/2014/main" id="{3A973884-DE31-BF42-90CA-5010BAF65469}"/>
              </a:ext>
            </a:extLst>
          </p:cNvPr>
          <p:cNvSpPr/>
          <p:nvPr/>
        </p:nvSpPr>
        <p:spPr>
          <a:xfrm flipH="1">
            <a:off x="392" y="3006656"/>
            <a:ext cx="3851608" cy="3851345"/>
          </a:xfrm>
          <a:custGeom>
            <a:avLst/>
            <a:gdLst/>
            <a:ahLst/>
            <a:cxnLst/>
            <a:rect l="l" t="t" r="r" b="b"/>
            <a:pathLst>
              <a:path w="3826101" h="3851345" extrusionOk="0">
                <a:moveTo>
                  <a:pt x="3826101" y="0"/>
                </a:moveTo>
                <a:lnTo>
                  <a:pt x="3826101" y="584257"/>
                </a:lnTo>
                <a:lnTo>
                  <a:pt x="3672624" y="588138"/>
                </a:lnTo>
                <a:cubicBezTo>
                  <a:pt x="1952295" y="675341"/>
                  <a:pt x="584255" y="2097818"/>
                  <a:pt x="584255" y="3839818"/>
                </a:cubicBezTo>
                <a:lnTo>
                  <a:pt x="584819" y="3851345"/>
                </a:lnTo>
                <a:lnTo>
                  <a:pt x="564" y="3851345"/>
                </a:lnTo>
                <a:lnTo>
                  <a:pt x="0" y="3839817"/>
                </a:lnTo>
                <a:cubicBezTo>
                  <a:pt x="0" y="1785226"/>
                  <a:pt x="1613526" y="107493"/>
                  <a:pt x="3642558" y="4641"/>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3" name="Google Shape;756;p29">
            <a:extLst>
              <a:ext uri="{FF2B5EF4-FFF2-40B4-BE49-F238E27FC236}">
                <a16:creationId xmlns:a16="http://schemas.microsoft.com/office/drawing/2014/main" id="{52413664-5E6B-BD47-B1BB-5979796FDC35}"/>
              </a:ext>
            </a:extLst>
          </p:cNvPr>
          <p:cNvSpPr/>
          <p:nvPr/>
        </p:nvSpPr>
        <p:spPr>
          <a:xfrm>
            <a:off x="11792595" y="6494883"/>
            <a:ext cx="304800" cy="306000"/>
          </a:xfrm>
          <a:prstGeom prst="ellipse">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fld id="{00000000-1234-1234-1234-123412341234}" type="slidenum">
              <a:rPr lang="en" sz="933">
                <a:solidFill>
                  <a:schemeClr val="dk1"/>
                </a:solidFill>
                <a:latin typeface="+mn-lt"/>
                <a:ea typeface="Calibri"/>
                <a:cs typeface="Calibri"/>
                <a:sym typeface="Calibri"/>
              </a:rPr>
              <a:pPr marL="0" marR="0" lvl="0" indent="0" algn="r" rtl="0">
                <a:spcBef>
                  <a:spcPts val="0"/>
                </a:spcBef>
                <a:spcAft>
                  <a:spcPts val="0"/>
                </a:spcAft>
                <a:buNone/>
              </a:pPr>
              <a:t>‹#›</a:t>
            </a:fld>
            <a:endParaRPr sz="933" dirty="0">
              <a:solidFill>
                <a:schemeClr val="dk1"/>
              </a:solidFill>
              <a:latin typeface="+mn-lt"/>
              <a:ea typeface="Calibri"/>
              <a:cs typeface="Calibri"/>
              <a:sym typeface="Calibri"/>
            </a:endParaRPr>
          </a:p>
        </p:txBody>
      </p:sp>
      <p:sp>
        <p:nvSpPr>
          <p:cNvPr id="4" name="Google Shape;762;p29">
            <a:extLst>
              <a:ext uri="{FF2B5EF4-FFF2-40B4-BE49-F238E27FC236}">
                <a16:creationId xmlns:a16="http://schemas.microsoft.com/office/drawing/2014/main" id="{2E7EA7B1-0277-6D43-83E4-D6660CC01378}"/>
              </a:ext>
            </a:extLst>
          </p:cNvPr>
          <p:cNvSpPr txBox="1"/>
          <p:nvPr/>
        </p:nvSpPr>
        <p:spPr>
          <a:xfrm>
            <a:off x="3543679" y="1174083"/>
            <a:ext cx="646000" cy="147732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9600" b="0" i="0" dirty="0">
                <a:solidFill>
                  <a:schemeClr val="bg1"/>
                </a:solidFill>
                <a:latin typeface="+mn-lt"/>
                <a:ea typeface="Trebuchet MS"/>
                <a:cs typeface="Calibri" panose="020F0502020204030204" pitchFamily="34" charset="0"/>
                <a:sym typeface="Trebuchet MS"/>
              </a:rPr>
              <a:t>“</a:t>
            </a:r>
            <a:endParaRPr sz="9600" b="0" i="0" dirty="0">
              <a:solidFill>
                <a:schemeClr val="bg1"/>
              </a:solidFill>
              <a:latin typeface="+mn-lt"/>
              <a:ea typeface="Trebuchet MS"/>
              <a:cs typeface="Calibri" panose="020F0502020204030204" pitchFamily="34" charset="0"/>
              <a:sym typeface="Trebuchet MS"/>
            </a:endParaRPr>
          </a:p>
        </p:txBody>
      </p:sp>
      <p:grpSp>
        <p:nvGrpSpPr>
          <p:cNvPr id="5" name="Group 4">
            <a:extLst>
              <a:ext uri="{FF2B5EF4-FFF2-40B4-BE49-F238E27FC236}">
                <a16:creationId xmlns:a16="http://schemas.microsoft.com/office/drawing/2014/main" id="{E260334D-F906-E149-9189-A43899F08841}"/>
              </a:ext>
            </a:extLst>
          </p:cNvPr>
          <p:cNvGrpSpPr/>
          <p:nvPr/>
        </p:nvGrpSpPr>
        <p:grpSpPr>
          <a:xfrm>
            <a:off x="1" y="6814800"/>
            <a:ext cx="12179567" cy="43200"/>
            <a:chOff x="0" y="5111100"/>
            <a:chExt cx="9134675" cy="32400"/>
          </a:xfrm>
        </p:grpSpPr>
        <p:sp>
          <p:nvSpPr>
            <p:cNvPr id="6" name="Google Shape;455;p14">
              <a:extLst>
                <a:ext uri="{FF2B5EF4-FFF2-40B4-BE49-F238E27FC236}">
                  <a16:creationId xmlns:a16="http://schemas.microsoft.com/office/drawing/2014/main" id="{A4A052E5-99FE-864F-B740-FF1C5D6F5EEF}"/>
                </a:ext>
              </a:extLst>
            </p:cNvPr>
            <p:cNvSpPr/>
            <p:nvPr/>
          </p:nvSpPr>
          <p:spPr>
            <a:xfrm>
              <a:off x="8939030"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7" name="Google Shape;456;p14">
              <a:extLst>
                <a:ext uri="{FF2B5EF4-FFF2-40B4-BE49-F238E27FC236}">
                  <a16:creationId xmlns:a16="http://schemas.microsoft.com/office/drawing/2014/main" id="{79E1866F-B7CC-FF41-BCFD-75DF49C95F03}"/>
                </a:ext>
              </a:extLst>
            </p:cNvPr>
            <p:cNvSpPr/>
            <p:nvPr/>
          </p:nvSpPr>
          <p:spPr>
            <a:xfrm>
              <a:off x="899344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8" name="Google Shape;457;p14">
              <a:extLst>
                <a:ext uri="{FF2B5EF4-FFF2-40B4-BE49-F238E27FC236}">
                  <a16:creationId xmlns:a16="http://schemas.microsoft.com/office/drawing/2014/main" id="{18FAE84D-46DA-8548-93A1-341EEC76F1F5}"/>
                </a:ext>
              </a:extLst>
            </p:cNvPr>
            <p:cNvSpPr/>
            <p:nvPr/>
          </p:nvSpPr>
          <p:spPr>
            <a:xfrm>
              <a:off x="910227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9" name="Google Shape;458;p14">
              <a:extLst>
                <a:ext uri="{FF2B5EF4-FFF2-40B4-BE49-F238E27FC236}">
                  <a16:creationId xmlns:a16="http://schemas.microsoft.com/office/drawing/2014/main" id="{913FF9EC-E345-8D4E-A1FD-0E8D47F4B27F}"/>
                </a:ext>
              </a:extLst>
            </p:cNvPr>
            <p:cNvSpPr/>
            <p:nvPr/>
          </p:nvSpPr>
          <p:spPr>
            <a:xfrm>
              <a:off x="888461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10" name="Google Shape;459;p14">
              <a:extLst>
                <a:ext uri="{FF2B5EF4-FFF2-40B4-BE49-F238E27FC236}">
                  <a16:creationId xmlns:a16="http://schemas.microsoft.com/office/drawing/2014/main" id="{66430BE1-8E2A-CB4A-83F2-D4B8B85625EC}"/>
                </a:ext>
              </a:extLst>
            </p:cNvPr>
            <p:cNvSpPr/>
            <p:nvPr/>
          </p:nvSpPr>
          <p:spPr>
            <a:xfrm>
              <a:off x="0" y="5112281"/>
              <a:ext cx="8862600" cy="31200"/>
            </a:xfrm>
            <a:prstGeom prst="roundRect">
              <a:avLst>
                <a:gd name="adj" fmla="val 16667"/>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11" name="Google Shape;457;p14">
              <a:extLst>
                <a:ext uri="{FF2B5EF4-FFF2-40B4-BE49-F238E27FC236}">
                  <a16:creationId xmlns:a16="http://schemas.microsoft.com/office/drawing/2014/main" id="{5C86D9CE-B6A1-3E4F-BAF6-C93A2DB1079D}"/>
                </a:ext>
              </a:extLst>
            </p:cNvPr>
            <p:cNvSpPr/>
            <p:nvPr/>
          </p:nvSpPr>
          <p:spPr>
            <a:xfrm>
              <a:off x="9047860"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grpSp>
      <p:sp>
        <p:nvSpPr>
          <p:cNvPr id="12" name="Text Placeholder 4">
            <a:extLst>
              <a:ext uri="{FF2B5EF4-FFF2-40B4-BE49-F238E27FC236}">
                <a16:creationId xmlns:a16="http://schemas.microsoft.com/office/drawing/2014/main" id="{53C5726E-2F56-B74D-B7BF-67688185D90F}"/>
              </a:ext>
            </a:extLst>
          </p:cNvPr>
          <p:cNvSpPr>
            <a:spLocks noGrp="1"/>
          </p:cNvSpPr>
          <p:nvPr>
            <p:ph type="body" sz="quarter" idx="18"/>
          </p:nvPr>
        </p:nvSpPr>
        <p:spPr>
          <a:xfrm>
            <a:off x="4266267" y="1715267"/>
            <a:ext cx="6705600" cy="1482800"/>
          </a:xfrm>
          <a:prstGeom prst="rect">
            <a:avLst/>
          </a:prstGeom>
        </p:spPr>
        <p:txBody>
          <a:bodyPr lIns="0" tIns="0" rIns="0" bIns="0"/>
          <a:lstStyle>
            <a:lvl1pPr marL="8466" marR="0" indent="0" algn="l" rtl="0">
              <a:lnSpc>
                <a:spcPct val="115000"/>
              </a:lnSpc>
              <a:spcBef>
                <a:spcPts val="0"/>
              </a:spcBef>
              <a:spcAft>
                <a:spcPts val="0"/>
              </a:spcAft>
              <a:buClr>
                <a:schemeClr val="dk1"/>
              </a:buClr>
              <a:buSzPts val="1200"/>
              <a:buFont typeface="Arial"/>
              <a:buNone/>
              <a:tabLst/>
              <a:defRPr lang="en-US" sz="1600"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13" name="Text Placeholder 4">
            <a:extLst>
              <a:ext uri="{FF2B5EF4-FFF2-40B4-BE49-F238E27FC236}">
                <a16:creationId xmlns:a16="http://schemas.microsoft.com/office/drawing/2014/main" id="{010DB96D-8BEA-EF43-99A4-D436657F20A4}"/>
              </a:ext>
            </a:extLst>
          </p:cNvPr>
          <p:cNvSpPr>
            <a:spLocks noGrp="1"/>
          </p:cNvSpPr>
          <p:nvPr>
            <p:ph type="body" sz="quarter" idx="19"/>
          </p:nvPr>
        </p:nvSpPr>
        <p:spPr>
          <a:xfrm>
            <a:off x="7681172" y="3819233"/>
            <a:ext cx="3132800" cy="347200"/>
          </a:xfrm>
          <a:prstGeom prst="rect">
            <a:avLst/>
          </a:prstGeom>
        </p:spPr>
        <p:txBody>
          <a:bodyPr lIns="0" tIns="0" rIns="0" bIns="0"/>
          <a:lstStyle>
            <a:lvl1pPr marL="8466" marR="0" indent="0" algn="r" rtl="0">
              <a:lnSpc>
                <a:spcPct val="100000"/>
              </a:lnSpc>
              <a:spcBef>
                <a:spcPts val="0"/>
              </a:spcBef>
              <a:spcAft>
                <a:spcPts val="0"/>
              </a:spcAft>
              <a:buClr>
                <a:schemeClr val="accent1"/>
              </a:buClr>
              <a:buSzPts val="1200"/>
              <a:buFont typeface="Arial"/>
              <a:buNone/>
              <a:tabLst/>
              <a:defRPr lang="en-US" sz="1600"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Tree>
    <p:extLst>
      <p:ext uri="{BB962C8B-B14F-4D97-AF65-F5344CB8AC3E}">
        <p14:creationId xmlns:p14="http://schemas.microsoft.com/office/powerpoint/2010/main" val="650658468"/>
      </p:ext>
    </p:extLst>
  </p:cSld>
  <p:clrMapOvr>
    <a:masterClrMapping/>
  </p:clrMapOvr>
  <p:extLst>
    <p:ext uri="{DCECCB84-F9BA-43D5-87BE-67443E8EF086}">
      <p15:sldGuideLst xmlns:p15="http://schemas.microsoft.com/office/powerpoint/2012/main">
        <p15:guide id="1" orient="horz" pos="169">
          <p15:clr>
            <a:srgbClr val="FBAE40"/>
          </p15:clr>
        </p15:guide>
        <p15:guide id="2" pos="249">
          <p15:clr>
            <a:srgbClr val="FBAE40"/>
          </p15:clr>
        </p15:guide>
        <p15:guide id="3" pos="5511">
          <p15:clr>
            <a:srgbClr val="FBAE40"/>
          </p15:clr>
        </p15:guide>
        <p15:guide id="4" orient="horz" pos="3072">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Google Shape;80;p7">
            <a:extLst>
              <a:ext uri="{FF2B5EF4-FFF2-40B4-BE49-F238E27FC236}">
                <a16:creationId xmlns:a16="http://schemas.microsoft.com/office/drawing/2014/main" id="{FC9176CC-CD28-C04E-A6D4-EA38177D1944}"/>
              </a:ext>
            </a:extLst>
          </p:cNvPr>
          <p:cNvSpPr/>
          <p:nvPr/>
        </p:nvSpPr>
        <p:spPr>
          <a:xfrm>
            <a:off x="0" y="0"/>
            <a:ext cx="12192000" cy="6858000"/>
          </a:xfrm>
          <a:prstGeom prst="rect">
            <a:avLst/>
          </a:prstGeom>
          <a:solidFill>
            <a:srgbClr val="5B5B5B"/>
          </a:soli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3" name="Google Shape;83;p7">
            <a:extLst>
              <a:ext uri="{FF2B5EF4-FFF2-40B4-BE49-F238E27FC236}">
                <a16:creationId xmlns:a16="http://schemas.microsoft.com/office/drawing/2014/main" id="{BA7634B0-4186-E541-9C03-A1F4C6B63DFC}"/>
              </a:ext>
            </a:extLst>
          </p:cNvPr>
          <p:cNvSpPr/>
          <p:nvPr/>
        </p:nvSpPr>
        <p:spPr>
          <a:xfrm rot="10800000" flipH="1">
            <a:off x="8340000" y="1"/>
            <a:ext cx="3851608" cy="3851345"/>
          </a:xfrm>
          <a:custGeom>
            <a:avLst/>
            <a:gdLst/>
            <a:ahLst/>
            <a:cxnLst/>
            <a:rect l="l" t="t" r="r" b="b"/>
            <a:pathLst>
              <a:path w="3826101" h="3851345" extrusionOk="0">
                <a:moveTo>
                  <a:pt x="3826101" y="0"/>
                </a:moveTo>
                <a:lnTo>
                  <a:pt x="3826101" y="584257"/>
                </a:lnTo>
                <a:lnTo>
                  <a:pt x="3672624" y="588138"/>
                </a:lnTo>
                <a:cubicBezTo>
                  <a:pt x="1952295" y="675341"/>
                  <a:pt x="584255" y="2097818"/>
                  <a:pt x="584255" y="3839818"/>
                </a:cubicBezTo>
                <a:lnTo>
                  <a:pt x="584819" y="3851345"/>
                </a:lnTo>
                <a:lnTo>
                  <a:pt x="564" y="3851345"/>
                </a:lnTo>
                <a:lnTo>
                  <a:pt x="0" y="3839817"/>
                </a:lnTo>
                <a:cubicBezTo>
                  <a:pt x="0" y="1785226"/>
                  <a:pt x="1613526" y="107493"/>
                  <a:pt x="3642558" y="4641"/>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4" name="Text Placeholder 4">
            <a:extLst>
              <a:ext uri="{FF2B5EF4-FFF2-40B4-BE49-F238E27FC236}">
                <a16:creationId xmlns:a16="http://schemas.microsoft.com/office/drawing/2014/main" id="{3BF873C9-743A-BE45-92D9-B4C5E7016226}"/>
              </a:ext>
            </a:extLst>
          </p:cNvPr>
          <p:cNvSpPr>
            <a:spLocks noGrp="1"/>
          </p:cNvSpPr>
          <p:nvPr>
            <p:ph type="body" sz="quarter" idx="11"/>
          </p:nvPr>
        </p:nvSpPr>
        <p:spPr>
          <a:xfrm>
            <a:off x="504552" y="2430167"/>
            <a:ext cx="1832800" cy="1482800"/>
          </a:xfrm>
          <a:prstGeom prst="rect">
            <a:avLst/>
          </a:prstGeom>
        </p:spPr>
        <p:txBody>
          <a:bodyPr lIns="0" tIns="0" rIns="0" bIns="0"/>
          <a:lstStyle>
            <a:lvl1pPr marL="8466" marR="0" indent="0" algn="l" rtl="0">
              <a:lnSpc>
                <a:spcPct val="90000"/>
              </a:lnSpc>
              <a:spcBef>
                <a:spcPts val="0"/>
              </a:spcBef>
              <a:spcAft>
                <a:spcPts val="0"/>
              </a:spcAft>
              <a:buClr>
                <a:schemeClr val="accent1"/>
              </a:buClr>
              <a:buSzPts val="7200"/>
              <a:buFont typeface="Poppins"/>
              <a:buNone/>
              <a:tabLst/>
              <a:defRPr lang="en-US" sz="9600" b="0" i="0" u="none" strike="noStrike" cap="none" dirty="0">
                <a:solidFill>
                  <a:schemeClr val="accent1"/>
                </a:solidFill>
                <a:latin typeface="Poppins"/>
                <a:ea typeface="Poppins"/>
                <a:cs typeface="Poppins"/>
                <a:sym typeface="Poppins"/>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5" name="Text Placeholder 4">
            <a:extLst>
              <a:ext uri="{FF2B5EF4-FFF2-40B4-BE49-F238E27FC236}">
                <a16:creationId xmlns:a16="http://schemas.microsoft.com/office/drawing/2014/main" id="{C4DCE0A0-8A25-1C44-BB07-48CF9EFB99A4}"/>
              </a:ext>
            </a:extLst>
          </p:cNvPr>
          <p:cNvSpPr>
            <a:spLocks noGrp="1"/>
          </p:cNvSpPr>
          <p:nvPr>
            <p:ph type="body" sz="quarter" idx="12"/>
          </p:nvPr>
        </p:nvSpPr>
        <p:spPr>
          <a:xfrm>
            <a:off x="545772" y="3716623"/>
            <a:ext cx="3964400" cy="443199"/>
          </a:xfrm>
          <a:prstGeom prst="rect">
            <a:avLst/>
          </a:prstGeom>
        </p:spPr>
        <p:txBody>
          <a:bodyPr lIns="0" tIns="0" rIns="0" bIns="0"/>
          <a:lstStyle>
            <a:lvl1pPr marL="8466" marR="0" indent="0" algn="l" rtl="0">
              <a:lnSpc>
                <a:spcPct val="90000"/>
              </a:lnSpc>
              <a:spcBef>
                <a:spcPts val="0"/>
              </a:spcBef>
              <a:spcAft>
                <a:spcPts val="0"/>
              </a:spcAft>
              <a:buClr>
                <a:schemeClr val="dk2"/>
              </a:buClr>
              <a:buSzPts val="2400"/>
              <a:buFont typeface="Poppins"/>
              <a:buNone/>
              <a:tabLst/>
              <a:defRPr lang="en-US" sz="3200" b="0" i="0" u="none" strike="noStrike" cap="none" dirty="0">
                <a:solidFill>
                  <a:schemeClr val="bg2"/>
                </a:solidFill>
                <a:latin typeface="Poppins"/>
                <a:ea typeface="Poppins"/>
                <a:cs typeface="Poppins"/>
                <a:sym typeface="Poppins"/>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Tree>
    <p:extLst>
      <p:ext uri="{BB962C8B-B14F-4D97-AF65-F5344CB8AC3E}">
        <p14:creationId xmlns:p14="http://schemas.microsoft.com/office/powerpoint/2010/main" val="1292269736"/>
      </p:ext>
    </p:extLst>
  </p:cSld>
  <p:clrMapOvr>
    <a:masterClrMapping/>
  </p:clrMapOvr>
  <p:extLst>
    <p:ext uri="{DCECCB84-F9BA-43D5-87BE-67443E8EF086}">
      <p15:sldGuideLst xmlns:p15="http://schemas.microsoft.com/office/powerpoint/2012/main">
        <p15:guide id="1" orient="horz" pos="169">
          <p15:clr>
            <a:srgbClr val="FBAE40"/>
          </p15:clr>
        </p15:guide>
        <p15:guide id="2" pos="249">
          <p15:clr>
            <a:srgbClr val="FBAE40"/>
          </p15:clr>
        </p15:guide>
        <p15:guide id="3" pos="5511">
          <p15:clr>
            <a:srgbClr val="FBAE40"/>
          </p15:clr>
        </p15:guide>
        <p15:guide id="4" orient="horz" pos="3072">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Section Header with Subtitle">
    <p:spTree>
      <p:nvGrpSpPr>
        <p:cNvPr id="1" name=""/>
        <p:cNvGrpSpPr/>
        <p:nvPr/>
      </p:nvGrpSpPr>
      <p:grpSpPr>
        <a:xfrm>
          <a:off x="0" y="0"/>
          <a:ext cx="0" cy="0"/>
          <a:chOff x="0" y="0"/>
          <a:chExt cx="0" cy="0"/>
        </a:xfrm>
      </p:grpSpPr>
      <p:sp>
        <p:nvSpPr>
          <p:cNvPr id="2" name="Google Shape;80;p7">
            <a:extLst>
              <a:ext uri="{FF2B5EF4-FFF2-40B4-BE49-F238E27FC236}">
                <a16:creationId xmlns:a16="http://schemas.microsoft.com/office/drawing/2014/main" id="{FC9176CC-CD28-C04E-A6D4-EA38177D1944}"/>
              </a:ext>
            </a:extLst>
          </p:cNvPr>
          <p:cNvSpPr/>
          <p:nvPr/>
        </p:nvSpPr>
        <p:spPr>
          <a:xfrm>
            <a:off x="0" y="0"/>
            <a:ext cx="12192000" cy="6858000"/>
          </a:xfrm>
          <a:prstGeom prst="rect">
            <a:avLst/>
          </a:prstGeom>
          <a:solidFill>
            <a:srgbClr val="5B5B5B"/>
          </a:soli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3" name="Google Shape;83;p7">
            <a:extLst>
              <a:ext uri="{FF2B5EF4-FFF2-40B4-BE49-F238E27FC236}">
                <a16:creationId xmlns:a16="http://schemas.microsoft.com/office/drawing/2014/main" id="{BA7634B0-4186-E541-9C03-A1F4C6B63DFC}"/>
              </a:ext>
            </a:extLst>
          </p:cNvPr>
          <p:cNvSpPr/>
          <p:nvPr/>
        </p:nvSpPr>
        <p:spPr>
          <a:xfrm rot="10800000" flipH="1">
            <a:off x="8340000" y="1"/>
            <a:ext cx="3851608" cy="3851345"/>
          </a:xfrm>
          <a:custGeom>
            <a:avLst/>
            <a:gdLst/>
            <a:ahLst/>
            <a:cxnLst/>
            <a:rect l="l" t="t" r="r" b="b"/>
            <a:pathLst>
              <a:path w="3826101" h="3851345" extrusionOk="0">
                <a:moveTo>
                  <a:pt x="3826101" y="0"/>
                </a:moveTo>
                <a:lnTo>
                  <a:pt x="3826101" y="584257"/>
                </a:lnTo>
                <a:lnTo>
                  <a:pt x="3672624" y="588138"/>
                </a:lnTo>
                <a:cubicBezTo>
                  <a:pt x="1952295" y="675341"/>
                  <a:pt x="584255" y="2097818"/>
                  <a:pt x="584255" y="3839818"/>
                </a:cubicBezTo>
                <a:lnTo>
                  <a:pt x="584819" y="3851345"/>
                </a:lnTo>
                <a:lnTo>
                  <a:pt x="564" y="3851345"/>
                </a:lnTo>
                <a:lnTo>
                  <a:pt x="0" y="3839817"/>
                </a:lnTo>
                <a:cubicBezTo>
                  <a:pt x="0" y="1785226"/>
                  <a:pt x="1613526" y="107493"/>
                  <a:pt x="3642558" y="4641"/>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4" name="Text Placeholder 4">
            <a:extLst>
              <a:ext uri="{FF2B5EF4-FFF2-40B4-BE49-F238E27FC236}">
                <a16:creationId xmlns:a16="http://schemas.microsoft.com/office/drawing/2014/main" id="{3BF873C9-743A-BE45-92D9-B4C5E7016226}"/>
              </a:ext>
            </a:extLst>
          </p:cNvPr>
          <p:cNvSpPr>
            <a:spLocks noGrp="1"/>
          </p:cNvSpPr>
          <p:nvPr>
            <p:ph type="body" sz="quarter" idx="11"/>
          </p:nvPr>
        </p:nvSpPr>
        <p:spPr>
          <a:xfrm>
            <a:off x="545767" y="3362433"/>
            <a:ext cx="6765600" cy="608400"/>
          </a:xfrm>
          <a:prstGeom prst="rect">
            <a:avLst/>
          </a:prstGeom>
        </p:spPr>
        <p:txBody>
          <a:bodyPr lIns="0" tIns="0" rIns="0" bIns="0"/>
          <a:lstStyle>
            <a:lvl1pPr marL="8466" marR="0" indent="0" algn="l" rtl="0">
              <a:lnSpc>
                <a:spcPct val="90000"/>
              </a:lnSpc>
              <a:spcBef>
                <a:spcPts val="0"/>
              </a:spcBef>
              <a:spcAft>
                <a:spcPts val="0"/>
              </a:spcAft>
              <a:buClr>
                <a:schemeClr val="accent1"/>
              </a:buClr>
              <a:buSzPts val="7200"/>
              <a:buFont typeface="Poppins"/>
              <a:buNone/>
              <a:tabLst/>
              <a:defRPr lang="en-US" sz="3467" b="0" i="0" u="none" strike="noStrike" cap="none" dirty="0">
                <a:solidFill>
                  <a:schemeClr val="accent1"/>
                </a:solidFill>
                <a:latin typeface="Poppins"/>
                <a:ea typeface="Poppins"/>
                <a:cs typeface="Poppins"/>
                <a:sym typeface="Poppins"/>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5" name="Text Placeholder 4">
            <a:extLst>
              <a:ext uri="{FF2B5EF4-FFF2-40B4-BE49-F238E27FC236}">
                <a16:creationId xmlns:a16="http://schemas.microsoft.com/office/drawing/2014/main" id="{C4DCE0A0-8A25-1C44-BB07-48CF9EFB99A4}"/>
              </a:ext>
            </a:extLst>
          </p:cNvPr>
          <p:cNvSpPr>
            <a:spLocks noGrp="1"/>
          </p:cNvSpPr>
          <p:nvPr>
            <p:ph type="body" sz="quarter" idx="12"/>
          </p:nvPr>
        </p:nvSpPr>
        <p:spPr>
          <a:xfrm>
            <a:off x="545767" y="4234700"/>
            <a:ext cx="6765600" cy="396800"/>
          </a:xfrm>
          <a:prstGeom prst="rect">
            <a:avLst/>
          </a:prstGeom>
        </p:spPr>
        <p:txBody>
          <a:bodyPr lIns="0" tIns="0" rIns="0" bIns="0"/>
          <a:lstStyle>
            <a:lvl1pPr marL="8466" marR="0" indent="0" algn="l" rtl="0">
              <a:lnSpc>
                <a:spcPct val="90000"/>
              </a:lnSpc>
              <a:spcBef>
                <a:spcPts val="0"/>
              </a:spcBef>
              <a:spcAft>
                <a:spcPts val="0"/>
              </a:spcAft>
              <a:buClr>
                <a:schemeClr val="dk2"/>
              </a:buClr>
              <a:buSzPts val="2400"/>
              <a:buFont typeface="Poppins"/>
              <a:buNone/>
              <a:tabLst/>
              <a:defRPr lang="en-US" sz="1867" b="0" i="0" u="none" strike="noStrike" cap="none" dirty="0">
                <a:solidFill>
                  <a:schemeClr val="bg2"/>
                </a:solidFill>
                <a:latin typeface="Poppins"/>
                <a:ea typeface="Poppins"/>
                <a:cs typeface="Poppins"/>
                <a:sym typeface="Poppins"/>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Tree>
    <p:extLst>
      <p:ext uri="{BB962C8B-B14F-4D97-AF65-F5344CB8AC3E}">
        <p14:creationId xmlns:p14="http://schemas.microsoft.com/office/powerpoint/2010/main" val="4247309144"/>
      </p:ext>
    </p:extLst>
  </p:cSld>
  <p:clrMapOvr>
    <a:masterClrMapping/>
  </p:clrMapOvr>
  <p:extLst>
    <p:ext uri="{DCECCB84-F9BA-43D5-87BE-67443E8EF086}">
      <p15:sldGuideLst xmlns:p15="http://schemas.microsoft.com/office/powerpoint/2012/main">
        <p15:guide id="1" orient="horz" pos="169">
          <p15:clr>
            <a:srgbClr val="FBAE40"/>
          </p15:clr>
        </p15:guide>
        <p15:guide id="2" pos="249">
          <p15:clr>
            <a:srgbClr val="FBAE40"/>
          </p15:clr>
        </p15:guide>
        <p15:guide id="3" pos="5511">
          <p15:clr>
            <a:srgbClr val="FBAE40"/>
          </p15:clr>
        </p15:guide>
        <p15:guide id="4" orient="horz" pos="3072">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Section Header Black with Subtitle">
    <p:spTree>
      <p:nvGrpSpPr>
        <p:cNvPr id="1" name=""/>
        <p:cNvGrpSpPr/>
        <p:nvPr/>
      </p:nvGrpSpPr>
      <p:grpSpPr>
        <a:xfrm>
          <a:off x="0" y="0"/>
          <a:ext cx="0" cy="0"/>
          <a:chOff x="0" y="0"/>
          <a:chExt cx="0" cy="0"/>
        </a:xfrm>
      </p:grpSpPr>
      <p:sp>
        <p:nvSpPr>
          <p:cNvPr id="6" name="Google Shape;85;p8">
            <a:extLst>
              <a:ext uri="{FF2B5EF4-FFF2-40B4-BE49-F238E27FC236}">
                <a16:creationId xmlns:a16="http://schemas.microsoft.com/office/drawing/2014/main" id="{9D8A8AA2-8086-E247-B4D4-DB994DBD1B0A}"/>
              </a:ext>
            </a:extLst>
          </p:cNvPr>
          <p:cNvSpPr/>
          <p:nvPr/>
        </p:nvSpPr>
        <p:spPr>
          <a:xfrm>
            <a:off x="0" y="0"/>
            <a:ext cx="12192000" cy="6858000"/>
          </a:xfrm>
          <a:prstGeom prst="rect">
            <a:avLst/>
          </a:prstGeom>
          <a:solidFill>
            <a:schemeClr val="dk1"/>
          </a:soli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3" name="Google Shape;83;p7">
            <a:extLst>
              <a:ext uri="{FF2B5EF4-FFF2-40B4-BE49-F238E27FC236}">
                <a16:creationId xmlns:a16="http://schemas.microsoft.com/office/drawing/2014/main" id="{BA7634B0-4186-E541-9C03-A1F4C6B63DFC}"/>
              </a:ext>
            </a:extLst>
          </p:cNvPr>
          <p:cNvSpPr/>
          <p:nvPr/>
        </p:nvSpPr>
        <p:spPr>
          <a:xfrm rot="10800000" flipH="1">
            <a:off x="8340000" y="1"/>
            <a:ext cx="3851608" cy="3851345"/>
          </a:xfrm>
          <a:custGeom>
            <a:avLst/>
            <a:gdLst/>
            <a:ahLst/>
            <a:cxnLst/>
            <a:rect l="l" t="t" r="r" b="b"/>
            <a:pathLst>
              <a:path w="3826101" h="3851345" extrusionOk="0">
                <a:moveTo>
                  <a:pt x="3826101" y="0"/>
                </a:moveTo>
                <a:lnTo>
                  <a:pt x="3826101" y="584257"/>
                </a:lnTo>
                <a:lnTo>
                  <a:pt x="3672624" y="588138"/>
                </a:lnTo>
                <a:cubicBezTo>
                  <a:pt x="1952295" y="675341"/>
                  <a:pt x="584255" y="2097818"/>
                  <a:pt x="584255" y="3839818"/>
                </a:cubicBezTo>
                <a:lnTo>
                  <a:pt x="584819" y="3851345"/>
                </a:lnTo>
                <a:lnTo>
                  <a:pt x="564" y="3851345"/>
                </a:lnTo>
                <a:lnTo>
                  <a:pt x="0" y="3839817"/>
                </a:lnTo>
                <a:cubicBezTo>
                  <a:pt x="0" y="1785226"/>
                  <a:pt x="1613526" y="107493"/>
                  <a:pt x="3642558" y="4641"/>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4" name="Text Placeholder 4">
            <a:extLst>
              <a:ext uri="{FF2B5EF4-FFF2-40B4-BE49-F238E27FC236}">
                <a16:creationId xmlns:a16="http://schemas.microsoft.com/office/drawing/2014/main" id="{3BF873C9-743A-BE45-92D9-B4C5E7016226}"/>
              </a:ext>
            </a:extLst>
          </p:cNvPr>
          <p:cNvSpPr>
            <a:spLocks noGrp="1"/>
          </p:cNvSpPr>
          <p:nvPr>
            <p:ph type="body" sz="quarter" idx="11"/>
          </p:nvPr>
        </p:nvSpPr>
        <p:spPr>
          <a:xfrm>
            <a:off x="545767" y="3362433"/>
            <a:ext cx="6765600" cy="608400"/>
          </a:xfrm>
          <a:prstGeom prst="rect">
            <a:avLst/>
          </a:prstGeom>
        </p:spPr>
        <p:txBody>
          <a:bodyPr lIns="0" tIns="0" rIns="0" bIns="0"/>
          <a:lstStyle>
            <a:lvl1pPr marL="8466" marR="0" indent="0" algn="l" rtl="0">
              <a:lnSpc>
                <a:spcPct val="90000"/>
              </a:lnSpc>
              <a:spcBef>
                <a:spcPts val="0"/>
              </a:spcBef>
              <a:spcAft>
                <a:spcPts val="0"/>
              </a:spcAft>
              <a:buClr>
                <a:schemeClr val="accent1"/>
              </a:buClr>
              <a:buSzPts val="7200"/>
              <a:buFont typeface="Poppins"/>
              <a:buNone/>
              <a:tabLst/>
              <a:defRPr lang="en-US" sz="3467" b="0" i="0" u="none" strike="noStrike" cap="none" dirty="0">
                <a:solidFill>
                  <a:schemeClr val="accent1"/>
                </a:solidFill>
                <a:latin typeface="Poppins"/>
                <a:ea typeface="Poppins"/>
                <a:cs typeface="Poppins"/>
                <a:sym typeface="Poppins"/>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5" name="Text Placeholder 4">
            <a:extLst>
              <a:ext uri="{FF2B5EF4-FFF2-40B4-BE49-F238E27FC236}">
                <a16:creationId xmlns:a16="http://schemas.microsoft.com/office/drawing/2014/main" id="{C4DCE0A0-8A25-1C44-BB07-48CF9EFB99A4}"/>
              </a:ext>
            </a:extLst>
          </p:cNvPr>
          <p:cNvSpPr>
            <a:spLocks noGrp="1"/>
          </p:cNvSpPr>
          <p:nvPr>
            <p:ph type="body" sz="quarter" idx="12"/>
          </p:nvPr>
        </p:nvSpPr>
        <p:spPr>
          <a:xfrm>
            <a:off x="545767" y="4234700"/>
            <a:ext cx="6765600" cy="396800"/>
          </a:xfrm>
          <a:prstGeom prst="rect">
            <a:avLst/>
          </a:prstGeom>
        </p:spPr>
        <p:txBody>
          <a:bodyPr lIns="0" tIns="0" rIns="0" bIns="0"/>
          <a:lstStyle>
            <a:lvl1pPr marL="8466" marR="0" indent="0" algn="l" rtl="0">
              <a:lnSpc>
                <a:spcPct val="90000"/>
              </a:lnSpc>
              <a:spcBef>
                <a:spcPts val="0"/>
              </a:spcBef>
              <a:spcAft>
                <a:spcPts val="0"/>
              </a:spcAft>
              <a:buClr>
                <a:schemeClr val="dk2"/>
              </a:buClr>
              <a:buSzPts val="2400"/>
              <a:buFont typeface="Poppins"/>
              <a:buNone/>
              <a:tabLst/>
              <a:defRPr lang="en-US" sz="1867" b="0" i="0" u="none" strike="noStrike" cap="none" dirty="0">
                <a:solidFill>
                  <a:schemeClr val="bg2"/>
                </a:solidFill>
                <a:latin typeface="Poppins"/>
                <a:ea typeface="Poppins"/>
                <a:cs typeface="Poppins"/>
                <a:sym typeface="Poppins"/>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Tree>
    <p:extLst>
      <p:ext uri="{BB962C8B-B14F-4D97-AF65-F5344CB8AC3E}">
        <p14:creationId xmlns:p14="http://schemas.microsoft.com/office/powerpoint/2010/main" val="1136536073"/>
      </p:ext>
    </p:extLst>
  </p:cSld>
  <p:clrMapOvr>
    <a:masterClrMapping/>
  </p:clrMapOvr>
  <p:extLst>
    <p:ext uri="{DCECCB84-F9BA-43D5-87BE-67443E8EF086}">
      <p15:sldGuideLst xmlns:p15="http://schemas.microsoft.com/office/powerpoint/2012/main">
        <p15:guide id="1" orient="horz" pos="169">
          <p15:clr>
            <a:srgbClr val="FBAE40"/>
          </p15:clr>
        </p15:guide>
        <p15:guide id="2" pos="249">
          <p15:clr>
            <a:srgbClr val="FBAE40"/>
          </p15:clr>
        </p15:guide>
        <p15:guide id="3" pos="5511">
          <p15:clr>
            <a:srgbClr val="FBAE40"/>
          </p15:clr>
        </p15:guide>
        <p15:guide id="4" orient="horz" pos="3072">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Section Header - Black">
    <p:spTree>
      <p:nvGrpSpPr>
        <p:cNvPr id="1" name=""/>
        <p:cNvGrpSpPr/>
        <p:nvPr/>
      </p:nvGrpSpPr>
      <p:grpSpPr>
        <a:xfrm>
          <a:off x="0" y="0"/>
          <a:ext cx="0" cy="0"/>
          <a:chOff x="0" y="0"/>
          <a:chExt cx="0" cy="0"/>
        </a:xfrm>
      </p:grpSpPr>
      <p:sp>
        <p:nvSpPr>
          <p:cNvPr id="2" name="Google Shape;85;p8">
            <a:extLst>
              <a:ext uri="{FF2B5EF4-FFF2-40B4-BE49-F238E27FC236}">
                <a16:creationId xmlns:a16="http://schemas.microsoft.com/office/drawing/2014/main" id="{E4BBBC89-B21F-A84D-8F22-D9C9A7287279}"/>
              </a:ext>
            </a:extLst>
          </p:cNvPr>
          <p:cNvSpPr/>
          <p:nvPr/>
        </p:nvSpPr>
        <p:spPr>
          <a:xfrm>
            <a:off x="0" y="0"/>
            <a:ext cx="12192000" cy="6858000"/>
          </a:xfrm>
          <a:prstGeom prst="rect">
            <a:avLst/>
          </a:prstGeom>
          <a:solidFill>
            <a:schemeClr val="dk1"/>
          </a:soli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3" name="Google Shape;88;p8">
            <a:extLst>
              <a:ext uri="{FF2B5EF4-FFF2-40B4-BE49-F238E27FC236}">
                <a16:creationId xmlns:a16="http://schemas.microsoft.com/office/drawing/2014/main" id="{B1448F01-96AE-6F4C-ABCE-269A06323176}"/>
              </a:ext>
            </a:extLst>
          </p:cNvPr>
          <p:cNvSpPr/>
          <p:nvPr/>
        </p:nvSpPr>
        <p:spPr>
          <a:xfrm rot="10800000" flipH="1">
            <a:off x="8340000" y="1"/>
            <a:ext cx="3851608" cy="3851345"/>
          </a:xfrm>
          <a:custGeom>
            <a:avLst/>
            <a:gdLst/>
            <a:ahLst/>
            <a:cxnLst/>
            <a:rect l="l" t="t" r="r" b="b"/>
            <a:pathLst>
              <a:path w="3826101" h="3851345" extrusionOk="0">
                <a:moveTo>
                  <a:pt x="3826101" y="0"/>
                </a:moveTo>
                <a:lnTo>
                  <a:pt x="3826101" y="584257"/>
                </a:lnTo>
                <a:lnTo>
                  <a:pt x="3672624" y="588138"/>
                </a:lnTo>
                <a:cubicBezTo>
                  <a:pt x="1952295" y="675341"/>
                  <a:pt x="584255" y="2097818"/>
                  <a:pt x="584255" y="3839818"/>
                </a:cubicBezTo>
                <a:lnTo>
                  <a:pt x="584819" y="3851345"/>
                </a:lnTo>
                <a:lnTo>
                  <a:pt x="564" y="3851345"/>
                </a:lnTo>
                <a:lnTo>
                  <a:pt x="0" y="3839817"/>
                </a:lnTo>
                <a:cubicBezTo>
                  <a:pt x="0" y="1785226"/>
                  <a:pt x="1613526" y="107493"/>
                  <a:pt x="3642558" y="4641"/>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4" name="Text Placeholder 4">
            <a:extLst>
              <a:ext uri="{FF2B5EF4-FFF2-40B4-BE49-F238E27FC236}">
                <a16:creationId xmlns:a16="http://schemas.microsoft.com/office/drawing/2014/main" id="{CA2B3179-56E7-D74D-8ECE-A0447A210565}"/>
              </a:ext>
            </a:extLst>
          </p:cNvPr>
          <p:cNvSpPr>
            <a:spLocks noGrp="1"/>
          </p:cNvSpPr>
          <p:nvPr>
            <p:ph type="body" sz="quarter" idx="11"/>
          </p:nvPr>
        </p:nvSpPr>
        <p:spPr>
          <a:xfrm>
            <a:off x="504552" y="2430167"/>
            <a:ext cx="1832800" cy="1482800"/>
          </a:xfrm>
          <a:prstGeom prst="rect">
            <a:avLst/>
          </a:prstGeom>
        </p:spPr>
        <p:txBody>
          <a:bodyPr lIns="0" tIns="0" rIns="0" bIns="0"/>
          <a:lstStyle>
            <a:lvl1pPr marL="8466" marR="0" indent="0" algn="l" rtl="0">
              <a:lnSpc>
                <a:spcPct val="90000"/>
              </a:lnSpc>
              <a:spcBef>
                <a:spcPts val="0"/>
              </a:spcBef>
              <a:spcAft>
                <a:spcPts val="0"/>
              </a:spcAft>
              <a:buClr>
                <a:schemeClr val="accent1"/>
              </a:buClr>
              <a:buSzPts val="7200"/>
              <a:buFont typeface="Poppins"/>
              <a:buNone/>
              <a:tabLst/>
              <a:defRPr lang="en-US" sz="9600" b="0" i="0" u="none" strike="noStrike" cap="none" dirty="0">
                <a:solidFill>
                  <a:schemeClr val="accent1"/>
                </a:solidFill>
                <a:latin typeface="Poppins"/>
                <a:ea typeface="Poppins"/>
                <a:cs typeface="Poppins"/>
                <a:sym typeface="Poppins"/>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5" name="Text Placeholder 4">
            <a:extLst>
              <a:ext uri="{FF2B5EF4-FFF2-40B4-BE49-F238E27FC236}">
                <a16:creationId xmlns:a16="http://schemas.microsoft.com/office/drawing/2014/main" id="{D5896DE6-9EFF-AD4D-8C39-5DA0C200804C}"/>
              </a:ext>
            </a:extLst>
          </p:cNvPr>
          <p:cNvSpPr>
            <a:spLocks noGrp="1"/>
          </p:cNvSpPr>
          <p:nvPr>
            <p:ph type="body" sz="quarter" idx="12"/>
          </p:nvPr>
        </p:nvSpPr>
        <p:spPr>
          <a:xfrm>
            <a:off x="545772" y="3716623"/>
            <a:ext cx="3964400" cy="443199"/>
          </a:xfrm>
          <a:prstGeom prst="rect">
            <a:avLst/>
          </a:prstGeom>
        </p:spPr>
        <p:txBody>
          <a:bodyPr lIns="0" tIns="0" rIns="0" bIns="0"/>
          <a:lstStyle>
            <a:lvl1pPr marL="8466" marR="0" indent="0" algn="l" rtl="0">
              <a:lnSpc>
                <a:spcPct val="90000"/>
              </a:lnSpc>
              <a:spcBef>
                <a:spcPts val="0"/>
              </a:spcBef>
              <a:spcAft>
                <a:spcPts val="0"/>
              </a:spcAft>
              <a:buClr>
                <a:schemeClr val="dk2"/>
              </a:buClr>
              <a:buSzPts val="2400"/>
              <a:buFont typeface="Poppins"/>
              <a:buNone/>
              <a:tabLst/>
              <a:defRPr lang="en-US" sz="3200" b="0" i="0" u="none" strike="noStrike" cap="none" dirty="0">
                <a:solidFill>
                  <a:schemeClr val="bg2"/>
                </a:solidFill>
                <a:latin typeface="Poppins"/>
                <a:ea typeface="Poppins"/>
                <a:cs typeface="Poppins"/>
                <a:sym typeface="Poppins"/>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Tree>
    <p:extLst>
      <p:ext uri="{BB962C8B-B14F-4D97-AF65-F5344CB8AC3E}">
        <p14:creationId xmlns:p14="http://schemas.microsoft.com/office/powerpoint/2010/main" val="200149232"/>
      </p:ext>
    </p:extLst>
  </p:cSld>
  <p:clrMapOvr>
    <a:masterClrMapping/>
  </p:clrMapOvr>
  <p:extLst>
    <p:ext uri="{DCECCB84-F9BA-43D5-87BE-67443E8EF086}">
      <p15:sldGuideLst xmlns:p15="http://schemas.microsoft.com/office/powerpoint/2012/main">
        <p15:guide id="1" orient="horz" pos="169">
          <p15:clr>
            <a:srgbClr val="FBAE40"/>
          </p15:clr>
        </p15:guide>
        <p15:guide id="2" pos="249">
          <p15:clr>
            <a:srgbClr val="FBAE40"/>
          </p15:clr>
        </p15:guide>
        <p15:guide id="3" pos="5511">
          <p15:clr>
            <a:srgbClr val="FBAE40"/>
          </p15:clr>
        </p15:guide>
        <p15:guide id="4" orient="horz" pos="3072">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ection Header and Description">
    <p:spTree>
      <p:nvGrpSpPr>
        <p:cNvPr id="1" name=""/>
        <p:cNvGrpSpPr/>
        <p:nvPr/>
      </p:nvGrpSpPr>
      <p:grpSpPr>
        <a:xfrm>
          <a:off x="0" y="0"/>
          <a:ext cx="0" cy="0"/>
          <a:chOff x="0" y="0"/>
          <a:chExt cx="0" cy="0"/>
        </a:xfrm>
      </p:grpSpPr>
      <p:sp>
        <p:nvSpPr>
          <p:cNvPr id="2" name="Google Shape;760;p30">
            <a:extLst>
              <a:ext uri="{FF2B5EF4-FFF2-40B4-BE49-F238E27FC236}">
                <a16:creationId xmlns:a16="http://schemas.microsoft.com/office/drawing/2014/main" id="{791B9CFC-82DC-BF4B-B6F1-CD0C7938526B}"/>
              </a:ext>
            </a:extLst>
          </p:cNvPr>
          <p:cNvSpPr/>
          <p:nvPr/>
        </p:nvSpPr>
        <p:spPr>
          <a:xfrm>
            <a:off x="0" y="0"/>
            <a:ext cx="6058800" cy="6858000"/>
          </a:xfrm>
          <a:prstGeom prst="rect">
            <a:avLst/>
          </a:prstGeom>
          <a:solidFill>
            <a:srgbClr val="000000">
              <a:alpha val="4470"/>
            </a:srgb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b="0" i="0" dirty="0">
              <a:latin typeface="Calibri" panose="020F0502020204030204" pitchFamily="34" charset="0"/>
              <a:cs typeface="Calibri" panose="020F0502020204030204" pitchFamily="34" charset="0"/>
            </a:endParaRPr>
          </a:p>
        </p:txBody>
      </p:sp>
      <p:sp>
        <p:nvSpPr>
          <p:cNvPr id="3" name="Google Shape;761;p30">
            <a:extLst>
              <a:ext uri="{FF2B5EF4-FFF2-40B4-BE49-F238E27FC236}">
                <a16:creationId xmlns:a16="http://schemas.microsoft.com/office/drawing/2014/main" id="{81035735-FECE-7A47-8D44-5F15AEEAF544}"/>
              </a:ext>
            </a:extLst>
          </p:cNvPr>
          <p:cNvSpPr/>
          <p:nvPr/>
        </p:nvSpPr>
        <p:spPr>
          <a:xfrm>
            <a:off x="11792595" y="6494883"/>
            <a:ext cx="304800" cy="306000"/>
          </a:xfrm>
          <a:prstGeom prst="ellipse">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fld id="{00000000-1234-1234-1234-123412341234}" type="slidenum">
              <a:rPr lang="en" sz="933">
                <a:solidFill>
                  <a:schemeClr val="dk1"/>
                </a:solidFill>
                <a:latin typeface="Calibri"/>
                <a:ea typeface="Calibri"/>
                <a:cs typeface="Calibri"/>
                <a:sym typeface="Calibri"/>
              </a:rPr>
              <a:pPr marL="0" marR="0" lvl="0" indent="0" algn="r" rtl="0">
                <a:spcBef>
                  <a:spcPts val="0"/>
                </a:spcBef>
                <a:spcAft>
                  <a:spcPts val="0"/>
                </a:spcAft>
                <a:buNone/>
              </a:pPr>
              <a:t>‹#›</a:t>
            </a:fld>
            <a:endParaRPr sz="933" dirty="0">
              <a:solidFill>
                <a:schemeClr val="dk1"/>
              </a:solidFill>
              <a:latin typeface="Calibri"/>
              <a:ea typeface="Calibri"/>
              <a:cs typeface="Calibri"/>
              <a:sym typeface="Calibri"/>
            </a:endParaRPr>
          </a:p>
        </p:txBody>
      </p:sp>
      <p:sp>
        <p:nvSpPr>
          <p:cNvPr id="4" name="Google Shape;762;p30">
            <a:extLst>
              <a:ext uri="{FF2B5EF4-FFF2-40B4-BE49-F238E27FC236}">
                <a16:creationId xmlns:a16="http://schemas.microsoft.com/office/drawing/2014/main" id="{3412235B-92D3-1E40-B522-D8F4B55EA323}"/>
              </a:ext>
            </a:extLst>
          </p:cNvPr>
          <p:cNvSpPr/>
          <p:nvPr/>
        </p:nvSpPr>
        <p:spPr>
          <a:xfrm>
            <a:off x="3" y="1"/>
            <a:ext cx="301543" cy="347263"/>
          </a:xfrm>
          <a:custGeom>
            <a:avLst/>
            <a:gdLst/>
            <a:ahLst/>
            <a:cxnLst/>
            <a:rect l="l" t="t" r="r" b="b"/>
            <a:pathLst>
              <a:path w="1675237" h="1929234" extrusionOk="0">
                <a:moveTo>
                  <a:pt x="461556" y="1897854"/>
                </a:moveTo>
                <a:lnTo>
                  <a:pt x="469774" y="1899513"/>
                </a:lnTo>
                <a:lnTo>
                  <a:pt x="443985" y="1904118"/>
                </a:lnTo>
                <a:lnTo>
                  <a:pt x="449737" y="1900240"/>
                </a:lnTo>
                <a:cubicBezTo>
                  <a:pt x="453370" y="1898704"/>
                  <a:pt x="457364" y="1897854"/>
                  <a:pt x="461556" y="1897854"/>
                </a:cubicBezTo>
                <a:close/>
                <a:moveTo>
                  <a:pt x="389002" y="1897854"/>
                </a:moveTo>
                <a:cubicBezTo>
                  <a:pt x="397386" y="1897854"/>
                  <a:pt x="404977" y="1901253"/>
                  <a:pt x="410472" y="1906747"/>
                </a:cubicBezTo>
                <a:lnTo>
                  <a:pt x="411766" y="1909872"/>
                </a:lnTo>
                <a:lnTo>
                  <a:pt x="400388" y="1911904"/>
                </a:lnTo>
                <a:lnTo>
                  <a:pt x="363451" y="1916598"/>
                </a:lnTo>
                <a:lnTo>
                  <a:pt x="367531" y="1906747"/>
                </a:lnTo>
                <a:cubicBezTo>
                  <a:pt x="373026" y="1901253"/>
                  <a:pt x="380617" y="1897854"/>
                  <a:pt x="389002" y="1897854"/>
                </a:cubicBezTo>
                <a:close/>
                <a:moveTo>
                  <a:pt x="316447" y="1897854"/>
                </a:moveTo>
                <a:cubicBezTo>
                  <a:pt x="324832" y="1897854"/>
                  <a:pt x="332422" y="1901253"/>
                  <a:pt x="337917" y="1906747"/>
                </a:cubicBezTo>
                <a:lnTo>
                  <a:pt x="343070" y="1919187"/>
                </a:lnTo>
                <a:lnTo>
                  <a:pt x="325117" y="1921469"/>
                </a:lnTo>
                <a:lnTo>
                  <a:pt x="287700" y="1924314"/>
                </a:lnTo>
                <a:lnTo>
                  <a:pt x="294977" y="1906747"/>
                </a:lnTo>
                <a:cubicBezTo>
                  <a:pt x="300471" y="1901253"/>
                  <a:pt x="308062" y="1897854"/>
                  <a:pt x="316447" y="1897854"/>
                </a:cubicBezTo>
                <a:close/>
                <a:moveTo>
                  <a:pt x="243892" y="1897854"/>
                </a:moveTo>
                <a:cubicBezTo>
                  <a:pt x="252277" y="1897854"/>
                  <a:pt x="259868" y="1901253"/>
                  <a:pt x="265363" y="1906747"/>
                </a:cubicBezTo>
                <a:lnTo>
                  <a:pt x="273099" y="1925425"/>
                </a:lnTo>
                <a:lnTo>
                  <a:pt x="248735" y="1927277"/>
                </a:lnTo>
                <a:lnTo>
                  <a:pt x="213550" y="1928167"/>
                </a:lnTo>
                <a:lnTo>
                  <a:pt x="222422" y="1906747"/>
                </a:lnTo>
                <a:cubicBezTo>
                  <a:pt x="227917" y="1901253"/>
                  <a:pt x="235508" y="1897854"/>
                  <a:pt x="243892" y="1897854"/>
                </a:cubicBezTo>
                <a:close/>
                <a:moveTo>
                  <a:pt x="171339" y="1897854"/>
                </a:moveTo>
                <a:cubicBezTo>
                  <a:pt x="188107" y="1897854"/>
                  <a:pt x="201701" y="1911448"/>
                  <a:pt x="201701" y="1928218"/>
                </a:cubicBezTo>
                <a:lnTo>
                  <a:pt x="201597" y="1928469"/>
                </a:lnTo>
                <a:lnTo>
                  <a:pt x="171336" y="1929234"/>
                </a:lnTo>
                <a:lnTo>
                  <a:pt x="141087" y="1928469"/>
                </a:lnTo>
                <a:lnTo>
                  <a:pt x="140982" y="1928218"/>
                </a:lnTo>
                <a:cubicBezTo>
                  <a:pt x="140982" y="1911448"/>
                  <a:pt x="154577" y="1897854"/>
                  <a:pt x="171339" y="1897854"/>
                </a:cubicBezTo>
                <a:close/>
                <a:moveTo>
                  <a:pt x="98792" y="1897854"/>
                </a:moveTo>
                <a:cubicBezTo>
                  <a:pt x="107177" y="1897854"/>
                  <a:pt x="114768" y="1901253"/>
                  <a:pt x="120263" y="1906747"/>
                </a:cubicBezTo>
                <a:lnTo>
                  <a:pt x="129135" y="1928167"/>
                </a:lnTo>
                <a:lnTo>
                  <a:pt x="93938" y="1927277"/>
                </a:lnTo>
                <a:lnTo>
                  <a:pt x="69586" y="1925425"/>
                </a:lnTo>
                <a:lnTo>
                  <a:pt x="77322" y="1906747"/>
                </a:lnTo>
                <a:cubicBezTo>
                  <a:pt x="82817" y="1901253"/>
                  <a:pt x="90408" y="1897854"/>
                  <a:pt x="98792" y="1897854"/>
                </a:cubicBezTo>
                <a:close/>
                <a:moveTo>
                  <a:pt x="26239" y="1897854"/>
                </a:moveTo>
                <a:cubicBezTo>
                  <a:pt x="34623" y="1897854"/>
                  <a:pt x="42214" y="1901253"/>
                  <a:pt x="47709" y="1906747"/>
                </a:cubicBezTo>
                <a:lnTo>
                  <a:pt x="54985" y="1924315"/>
                </a:lnTo>
                <a:lnTo>
                  <a:pt x="17556" y="1921469"/>
                </a:lnTo>
                <a:lnTo>
                  <a:pt x="0" y="1919238"/>
                </a:lnTo>
                <a:lnTo>
                  <a:pt x="0" y="1918259"/>
                </a:lnTo>
                <a:lnTo>
                  <a:pt x="4768" y="1906747"/>
                </a:lnTo>
                <a:cubicBezTo>
                  <a:pt x="10263" y="1901253"/>
                  <a:pt x="17854" y="1897854"/>
                  <a:pt x="26239" y="1897854"/>
                </a:cubicBezTo>
                <a:close/>
                <a:moveTo>
                  <a:pt x="679220" y="1817400"/>
                </a:moveTo>
                <a:cubicBezTo>
                  <a:pt x="687604" y="1817400"/>
                  <a:pt x="695195" y="1820799"/>
                  <a:pt x="700690" y="1826293"/>
                </a:cubicBezTo>
                <a:lnTo>
                  <a:pt x="702587" y="1830873"/>
                </a:lnTo>
                <a:lnTo>
                  <a:pt x="649855" y="1850174"/>
                </a:lnTo>
                <a:lnTo>
                  <a:pt x="648856" y="1847763"/>
                </a:lnTo>
                <a:cubicBezTo>
                  <a:pt x="648856" y="1830994"/>
                  <a:pt x="662450" y="1817400"/>
                  <a:pt x="679220" y="1817400"/>
                </a:cubicBezTo>
                <a:close/>
                <a:moveTo>
                  <a:pt x="606665" y="1817400"/>
                </a:moveTo>
                <a:cubicBezTo>
                  <a:pt x="623435" y="1817400"/>
                  <a:pt x="637029" y="1830994"/>
                  <a:pt x="637029" y="1847763"/>
                </a:cubicBezTo>
                <a:lnTo>
                  <a:pt x="633560" y="1856138"/>
                </a:lnTo>
                <a:lnTo>
                  <a:pt x="618594" y="1861615"/>
                </a:lnTo>
                <a:lnTo>
                  <a:pt x="587142" y="1870547"/>
                </a:lnTo>
                <a:lnTo>
                  <a:pt x="585195" y="1869234"/>
                </a:lnTo>
                <a:cubicBezTo>
                  <a:pt x="579700" y="1863739"/>
                  <a:pt x="576302" y="1856148"/>
                  <a:pt x="576302" y="1847763"/>
                </a:cubicBezTo>
                <a:cubicBezTo>
                  <a:pt x="576302" y="1830994"/>
                  <a:pt x="589896" y="1817400"/>
                  <a:pt x="606665" y="1817400"/>
                </a:cubicBezTo>
                <a:close/>
                <a:moveTo>
                  <a:pt x="534111" y="1817400"/>
                </a:moveTo>
                <a:cubicBezTo>
                  <a:pt x="550880" y="1817400"/>
                  <a:pt x="564474" y="1830994"/>
                  <a:pt x="564474" y="1847763"/>
                </a:cubicBezTo>
                <a:cubicBezTo>
                  <a:pt x="564474" y="1864533"/>
                  <a:pt x="550880" y="1878127"/>
                  <a:pt x="534111" y="1878127"/>
                </a:cubicBezTo>
                <a:cubicBezTo>
                  <a:pt x="517341" y="1878127"/>
                  <a:pt x="503747" y="1864533"/>
                  <a:pt x="503747" y="1847763"/>
                </a:cubicBezTo>
                <a:cubicBezTo>
                  <a:pt x="503747" y="1830994"/>
                  <a:pt x="517341" y="1817400"/>
                  <a:pt x="534111" y="1817400"/>
                </a:cubicBezTo>
                <a:close/>
                <a:moveTo>
                  <a:pt x="461556" y="1817400"/>
                </a:moveTo>
                <a:cubicBezTo>
                  <a:pt x="478326" y="1817400"/>
                  <a:pt x="491920" y="1830994"/>
                  <a:pt x="491920" y="1847763"/>
                </a:cubicBezTo>
                <a:cubicBezTo>
                  <a:pt x="491920" y="1864533"/>
                  <a:pt x="478326" y="1878127"/>
                  <a:pt x="461556" y="1878127"/>
                </a:cubicBezTo>
                <a:cubicBezTo>
                  <a:pt x="444787" y="1878127"/>
                  <a:pt x="431192" y="1864533"/>
                  <a:pt x="431192" y="1847763"/>
                </a:cubicBezTo>
                <a:cubicBezTo>
                  <a:pt x="431192" y="1830994"/>
                  <a:pt x="444787" y="1817400"/>
                  <a:pt x="461556" y="1817400"/>
                </a:cubicBezTo>
                <a:close/>
                <a:moveTo>
                  <a:pt x="389002" y="1817400"/>
                </a:moveTo>
                <a:cubicBezTo>
                  <a:pt x="405771" y="1817400"/>
                  <a:pt x="419365" y="1830994"/>
                  <a:pt x="419365" y="1847763"/>
                </a:cubicBezTo>
                <a:cubicBezTo>
                  <a:pt x="419365" y="1864533"/>
                  <a:pt x="405771" y="1878127"/>
                  <a:pt x="389002" y="1878127"/>
                </a:cubicBezTo>
                <a:cubicBezTo>
                  <a:pt x="372232" y="1878127"/>
                  <a:pt x="358638" y="1864533"/>
                  <a:pt x="358638" y="1847763"/>
                </a:cubicBezTo>
                <a:cubicBezTo>
                  <a:pt x="358638" y="1830994"/>
                  <a:pt x="372232" y="1817400"/>
                  <a:pt x="389002" y="1817400"/>
                </a:cubicBezTo>
                <a:close/>
                <a:moveTo>
                  <a:pt x="316447" y="1817400"/>
                </a:moveTo>
                <a:cubicBezTo>
                  <a:pt x="333216" y="1817400"/>
                  <a:pt x="346810" y="1830994"/>
                  <a:pt x="346810" y="1847763"/>
                </a:cubicBezTo>
                <a:cubicBezTo>
                  <a:pt x="346810" y="1864533"/>
                  <a:pt x="333216" y="1878127"/>
                  <a:pt x="316447" y="1878127"/>
                </a:cubicBezTo>
                <a:cubicBezTo>
                  <a:pt x="299677" y="1878127"/>
                  <a:pt x="286084" y="1864533"/>
                  <a:pt x="286084" y="1847763"/>
                </a:cubicBezTo>
                <a:cubicBezTo>
                  <a:pt x="286084" y="1830994"/>
                  <a:pt x="299677" y="1817400"/>
                  <a:pt x="316447" y="1817400"/>
                </a:cubicBezTo>
                <a:close/>
                <a:moveTo>
                  <a:pt x="243892" y="1817400"/>
                </a:moveTo>
                <a:cubicBezTo>
                  <a:pt x="260662" y="1817400"/>
                  <a:pt x="274256" y="1830994"/>
                  <a:pt x="274256" y="1847763"/>
                </a:cubicBezTo>
                <a:cubicBezTo>
                  <a:pt x="274256" y="1864533"/>
                  <a:pt x="260662" y="1878127"/>
                  <a:pt x="243892" y="1878127"/>
                </a:cubicBezTo>
                <a:cubicBezTo>
                  <a:pt x="227123" y="1878127"/>
                  <a:pt x="213529" y="1864533"/>
                  <a:pt x="213529" y="1847763"/>
                </a:cubicBezTo>
                <a:cubicBezTo>
                  <a:pt x="213529" y="1830994"/>
                  <a:pt x="227123" y="1817400"/>
                  <a:pt x="243892" y="1817400"/>
                </a:cubicBezTo>
                <a:close/>
                <a:moveTo>
                  <a:pt x="171339" y="1817400"/>
                </a:moveTo>
                <a:cubicBezTo>
                  <a:pt x="188107" y="1817400"/>
                  <a:pt x="201701" y="1830994"/>
                  <a:pt x="201701" y="1847763"/>
                </a:cubicBezTo>
                <a:cubicBezTo>
                  <a:pt x="201701" y="1864533"/>
                  <a:pt x="188107" y="1878127"/>
                  <a:pt x="171339" y="1878127"/>
                </a:cubicBezTo>
                <a:cubicBezTo>
                  <a:pt x="154583" y="1878127"/>
                  <a:pt x="140989" y="1864533"/>
                  <a:pt x="140989" y="1847763"/>
                </a:cubicBezTo>
                <a:cubicBezTo>
                  <a:pt x="140989" y="1830994"/>
                  <a:pt x="154583" y="1817400"/>
                  <a:pt x="171339" y="1817400"/>
                </a:cubicBezTo>
                <a:close/>
                <a:moveTo>
                  <a:pt x="98799" y="1817400"/>
                </a:moveTo>
                <a:cubicBezTo>
                  <a:pt x="115568" y="1817400"/>
                  <a:pt x="129162" y="1830994"/>
                  <a:pt x="129162" y="1847763"/>
                </a:cubicBezTo>
                <a:cubicBezTo>
                  <a:pt x="129162" y="1864533"/>
                  <a:pt x="115568" y="1878127"/>
                  <a:pt x="98799" y="1878127"/>
                </a:cubicBezTo>
                <a:cubicBezTo>
                  <a:pt x="82029" y="1878127"/>
                  <a:pt x="68435" y="1864533"/>
                  <a:pt x="68435" y="1847763"/>
                </a:cubicBezTo>
                <a:cubicBezTo>
                  <a:pt x="68435" y="1830994"/>
                  <a:pt x="82029" y="1817400"/>
                  <a:pt x="98799" y="1817400"/>
                </a:cubicBezTo>
                <a:close/>
                <a:moveTo>
                  <a:pt x="26245" y="1817400"/>
                </a:moveTo>
                <a:cubicBezTo>
                  <a:pt x="43014" y="1817400"/>
                  <a:pt x="56608" y="1830994"/>
                  <a:pt x="56608" y="1847763"/>
                </a:cubicBezTo>
                <a:cubicBezTo>
                  <a:pt x="56608" y="1864533"/>
                  <a:pt x="43014" y="1878127"/>
                  <a:pt x="26245" y="1878127"/>
                </a:cubicBezTo>
                <a:cubicBezTo>
                  <a:pt x="17860" y="1878127"/>
                  <a:pt x="10269" y="1874729"/>
                  <a:pt x="4775" y="1869234"/>
                </a:cubicBezTo>
                <a:lnTo>
                  <a:pt x="0" y="1857707"/>
                </a:lnTo>
                <a:lnTo>
                  <a:pt x="0" y="1837819"/>
                </a:lnTo>
                <a:lnTo>
                  <a:pt x="4775" y="1826293"/>
                </a:lnTo>
                <a:cubicBezTo>
                  <a:pt x="10269" y="1820799"/>
                  <a:pt x="17860" y="1817400"/>
                  <a:pt x="26245" y="1817400"/>
                </a:cubicBezTo>
                <a:close/>
                <a:moveTo>
                  <a:pt x="896883" y="1736948"/>
                </a:moveTo>
                <a:lnTo>
                  <a:pt x="903696" y="1738324"/>
                </a:lnTo>
                <a:lnTo>
                  <a:pt x="888255" y="1747704"/>
                </a:lnTo>
                <a:lnTo>
                  <a:pt x="871248" y="1755896"/>
                </a:lnTo>
                <a:lnTo>
                  <a:pt x="875413" y="1745841"/>
                </a:lnTo>
                <a:cubicBezTo>
                  <a:pt x="880908" y="1740347"/>
                  <a:pt x="888499" y="1736948"/>
                  <a:pt x="896883" y="1736948"/>
                </a:cubicBezTo>
                <a:close/>
                <a:moveTo>
                  <a:pt x="824329" y="1736948"/>
                </a:moveTo>
                <a:cubicBezTo>
                  <a:pt x="832714" y="1736948"/>
                  <a:pt x="840304" y="1740347"/>
                  <a:pt x="845799" y="1745841"/>
                </a:cubicBezTo>
                <a:lnTo>
                  <a:pt x="853504" y="1764444"/>
                </a:lnTo>
                <a:lnTo>
                  <a:pt x="802910" y="1788817"/>
                </a:lnTo>
                <a:lnTo>
                  <a:pt x="802858" y="1788782"/>
                </a:lnTo>
                <a:cubicBezTo>
                  <a:pt x="797364" y="1783287"/>
                  <a:pt x="793965" y="1775696"/>
                  <a:pt x="793965" y="1767312"/>
                </a:cubicBezTo>
                <a:cubicBezTo>
                  <a:pt x="793965" y="1750542"/>
                  <a:pt x="807559" y="1736948"/>
                  <a:pt x="824329" y="1736948"/>
                </a:cubicBezTo>
                <a:close/>
                <a:moveTo>
                  <a:pt x="751774" y="1736948"/>
                </a:moveTo>
                <a:cubicBezTo>
                  <a:pt x="768544" y="1736948"/>
                  <a:pt x="782138" y="1750542"/>
                  <a:pt x="782138" y="1767312"/>
                </a:cubicBezTo>
                <a:cubicBezTo>
                  <a:pt x="782138" y="1784081"/>
                  <a:pt x="768544" y="1797675"/>
                  <a:pt x="751774" y="1797675"/>
                </a:cubicBezTo>
                <a:cubicBezTo>
                  <a:pt x="735005" y="1797675"/>
                  <a:pt x="721411" y="1784081"/>
                  <a:pt x="721411" y="1767312"/>
                </a:cubicBezTo>
                <a:cubicBezTo>
                  <a:pt x="721411" y="1750542"/>
                  <a:pt x="735005" y="1736948"/>
                  <a:pt x="751774" y="1736948"/>
                </a:cubicBezTo>
                <a:close/>
                <a:moveTo>
                  <a:pt x="679220" y="1736948"/>
                </a:moveTo>
                <a:cubicBezTo>
                  <a:pt x="695989" y="1736948"/>
                  <a:pt x="709583" y="1750542"/>
                  <a:pt x="709583" y="1767312"/>
                </a:cubicBezTo>
                <a:cubicBezTo>
                  <a:pt x="709583" y="1784081"/>
                  <a:pt x="695989" y="1797675"/>
                  <a:pt x="679220" y="1797675"/>
                </a:cubicBezTo>
                <a:cubicBezTo>
                  <a:pt x="662450" y="1797675"/>
                  <a:pt x="648856" y="1784081"/>
                  <a:pt x="648856" y="1767312"/>
                </a:cubicBezTo>
                <a:cubicBezTo>
                  <a:pt x="648856" y="1750542"/>
                  <a:pt x="662450" y="1736948"/>
                  <a:pt x="679220" y="1736948"/>
                </a:cubicBezTo>
                <a:close/>
                <a:moveTo>
                  <a:pt x="606665" y="1736948"/>
                </a:moveTo>
                <a:cubicBezTo>
                  <a:pt x="623435" y="1736948"/>
                  <a:pt x="637029" y="1750542"/>
                  <a:pt x="637029" y="1767312"/>
                </a:cubicBezTo>
                <a:cubicBezTo>
                  <a:pt x="637029" y="1784081"/>
                  <a:pt x="623435" y="1797675"/>
                  <a:pt x="606665" y="1797675"/>
                </a:cubicBezTo>
                <a:cubicBezTo>
                  <a:pt x="589896" y="1797675"/>
                  <a:pt x="576302" y="1784081"/>
                  <a:pt x="576302" y="1767312"/>
                </a:cubicBezTo>
                <a:cubicBezTo>
                  <a:pt x="576302" y="1750542"/>
                  <a:pt x="589896" y="1736948"/>
                  <a:pt x="606665" y="1736948"/>
                </a:cubicBezTo>
                <a:close/>
                <a:moveTo>
                  <a:pt x="534111" y="1736948"/>
                </a:moveTo>
                <a:cubicBezTo>
                  <a:pt x="550880" y="1736948"/>
                  <a:pt x="564474" y="1750542"/>
                  <a:pt x="564474" y="1767312"/>
                </a:cubicBezTo>
                <a:cubicBezTo>
                  <a:pt x="564474" y="1784081"/>
                  <a:pt x="550880" y="1797675"/>
                  <a:pt x="534111" y="1797675"/>
                </a:cubicBezTo>
                <a:cubicBezTo>
                  <a:pt x="517341" y="1797675"/>
                  <a:pt x="503747" y="1784081"/>
                  <a:pt x="503747" y="1767312"/>
                </a:cubicBezTo>
                <a:cubicBezTo>
                  <a:pt x="503747" y="1750542"/>
                  <a:pt x="517341" y="1736948"/>
                  <a:pt x="534111" y="1736948"/>
                </a:cubicBezTo>
                <a:close/>
                <a:moveTo>
                  <a:pt x="461556" y="1736948"/>
                </a:moveTo>
                <a:cubicBezTo>
                  <a:pt x="478326" y="1736948"/>
                  <a:pt x="491920" y="1750542"/>
                  <a:pt x="491920" y="1767312"/>
                </a:cubicBezTo>
                <a:cubicBezTo>
                  <a:pt x="491920" y="1784081"/>
                  <a:pt x="478326" y="1797675"/>
                  <a:pt x="461556" y="1797675"/>
                </a:cubicBezTo>
                <a:cubicBezTo>
                  <a:pt x="444787" y="1797675"/>
                  <a:pt x="431192" y="1784081"/>
                  <a:pt x="431192" y="1767312"/>
                </a:cubicBezTo>
                <a:cubicBezTo>
                  <a:pt x="431192" y="1750542"/>
                  <a:pt x="444787" y="1736948"/>
                  <a:pt x="461556" y="1736948"/>
                </a:cubicBezTo>
                <a:close/>
                <a:moveTo>
                  <a:pt x="389002" y="1736948"/>
                </a:moveTo>
                <a:cubicBezTo>
                  <a:pt x="405771" y="1736948"/>
                  <a:pt x="419365" y="1750542"/>
                  <a:pt x="419365" y="1767312"/>
                </a:cubicBezTo>
                <a:cubicBezTo>
                  <a:pt x="419365" y="1784081"/>
                  <a:pt x="405771" y="1797675"/>
                  <a:pt x="389002" y="1797675"/>
                </a:cubicBezTo>
                <a:cubicBezTo>
                  <a:pt x="372232" y="1797675"/>
                  <a:pt x="358638" y="1784081"/>
                  <a:pt x="358638" y="1767312"/>
                </a:cubicBezTo>
                <a:cubicBezTo>
                  <a:pt x="358638" y="1750542"/>
                  <a:pt x="372232" y="1736948"/>
                  <a:pt x="389002" y="1736948"/>
                </a:cubicBezTo>
                <a:close/>
                <a:moveTo>
                  <a:pt x="316447" y="1736948"/>
                </a:moveTo>
                <a:cubicBezTo>
                  <a:pt x="333216" y="1736948"/>
                  <a:pt x="346810" y="1750542"/>
                  <a:pt x="346810" y="1767312"/>
                </a:cubicBezTo>
                <a:cubicBezTo>
                  <a:pt x="346810" y="1784081"/>
                  <a:pt x="333216" y="1797675"/>
                  <a:pt x="316447" y="1797675"/>
                </a:cubicBezTo>
                <a:cubicBezTo>
                  <a:pt x="299677" y="1797675"/>
                  <a:pt x="286084" y="1784081"/>
                  <a:pt x="286084" y="1767312"/>
                </a:cubicBezTo>
                <a:cubicBezTo>
                  <a:pt x="286084" y="1750542"/>
                  <a:pt x="299677" y="1736948"/>
                  <a:pt x="316447" y="1736948"/>
                </a:cubicBezTo>
                <a:close/>
                <a:moveTo>
                  <a:pt x="243892" y="1736948"/>
                </a:moveTo>
                <a:cubicBezTo>
                  <a:pt x="260662" y="1736948"/>
                  <a:pt x="274256" y="1750542"/>
                  <a:pt x="274256" y="1767312"/>
                </a:cubicBezTo>
                <a:cubicBezTo>
                  <a:pt x="274256" y="1784081"/>
                  <a:pt x="260662" y="1797675"/>
                  <a:pt x="243892" y="1797675"/>
                </a:cubicBezTo>
                <a:cubicBezTo>
                  <a:pt x="227123" y="1797675"/>
                  <a:pt x="213529" y="1784081"/>
                  <a:pt x="213529" y="1767312"/>
                </a:cubicBezTo>
                <a:cubicBezTo>
                  <a:pt x="213529" y="1750542"/>
                  <a:pt x="227123" y="1736948"/>
                  <a:pt x="243892" y="1736948"/>
                </a:cubicBezTo>
                <a:close/>
                <a:moveTo>
                  <a:pt x="171339" y="1736948"/>
                </a:moveTo>
                <a:cubicBezTo>
                  <a:pt x="188107" y="1736948"/>
                  <a:pt x="201701" y="1750542"/>
                  <a:pt x="201701" y="1767312"/>
                </a:cubicBezTo>
                <a:cubicBezTo>
                  <a:pt x="201701" y="1784081"/>
                  <a:pt x="188107" y="1797675"/>
                  <a:pt x="171339" y="1797675"/>
                </a:cubicBezTo>
                <a:cubicBezTo>
                  <a:pt x="154588" y="1797675"/>
                  <a:pt x="140995" y="1784081"/>
                  <a:pt x="140995" y="1767312"/>
                </a:cubicBezTo>
                <a:cubicBezTo>
                  <a:pt x="140995" y="1750542"/>
                  <a:pt x="154588" y="1736948"/>
                  <a:pt x="171339" y="1736948"/>
                </a:cubicBezTo>
                <a:close/>
                <a:moveTo>
                  <a:pt x="98806" y="1736948"/>
                </a:moveTo>
                <a:cubicBezTo>
                  <a:pt x="115574" y="1736948"/>
                  <a:pt x="129168" y="1750542"/>
                  <a:pt x="129168" y="1767312"/>
                </a:cubicBezTo>
                <a:cubicBezTo>
                  <a:pt x="129168" y="1784081"/>
                  <a:pt x="115574" y="1797675"/>
                  <a:pt x="98806" y="1797675"/>
                </a:cubicBezTo>
                <a:cubicBezTo>
                  <a:pt x="82035" y="1797675"/>
                  <a:pt x="68442" y="1784081"/>
                  <a:pt x="68442" y="1767312"/>
                </a:cubicBezTo>
                <a:cubicBezTo>
                  <a:pt x="68442" y="1750542"/>
                  <a:pt x="82035" y="1736948"/>
                  <a:pt x="98806" y="1736948"/>
                </a:cubicBezTo>
                <a:close/>
                <a:moveTo>
                  <a:pt x="26251" y="1736948"/>
                </a:moveTo>
                <a:cubicBezTo>
                  <a:pt x="43020" y="1736948"/>
                  <a:pt x="56614" y="1750542"/>
                  <a:pt x="56614" y="1767312"/>
                </a:cubicBezTo>
                <a:cubicBezTo>
                  <a:pt x="56614" y="1784081"/>
                  <a:pt x="43020" y="1797675"/>
                  <a:pt x="26251" y="1797675"/>
                </a:cubicBezTo>
                <a:cubicBezTo>
                  <a:pt x="17866" y="1797675"/>
                  <a:pt x="10276" y="1794277"/>
                  <a:pt x="4781" y="1788782"/>
                </a:cubicBezTo>
                <a:lnTo>
                  <a:pt x="0" y="1777239"/>
                </a:lnTo>
                <a:lnTo>
                  <a:pt x="0" y="1757384"/>
                </a:lnTo>
                <a:lnTo>
                  <a:pt x="4781" y="1745841"/>
                </a:lnTo>
                <a:cubicBezTo>
                  <a:pt x="10276" y="1740347"/>
                  <a:pt x="17866" y="1736948"/>
                  <a:pt x="26251" y="1736948"/>
                </a:cubicBezTo>
                <a:close/>
                <a:moveTo>
                  <a:pt x="1030341" y="1658849"/>
                </a:moveTo>
                <a:lnTo>
                  <a:pt x="1020041" y="1666551"/>
                </a:lnTo>
                <a:lnTo>
                  <a:pt x="1020522" y="1665390"/>
                </a:lnTo>
                <a:cubicBezTo>
                  <a:pt x="1023269" y="1662642"/>
                  <a:pt x="1026541" y="1660419"/>
                  <a:pt x="1030173" y="1658883"/>
                </a:cubicBezTo>
                <a:close/>
                <a:moveTo>
                  <a:pt x="969438" y="1656497"/>
                </a:moveTo>
                <a:cubicBezTo>
                  <a:pt x="977823" y="1656497"/>
                  <a:pt x="985413" y="1659895"/>
                  <a:pt x="990908" y="1665390"/>
                </a:cubicBezTo>
                <a:lnTo>
                  <a:pt x="997511" y="1681329"/>
                </a:lnTo>
                <a:lnTo>
                  <a:pt x="950384" y="1709959"/>
                </a:lnTo>
                <a:lnTo>
                  <a:pt x="947968" y="1708330"/>
                </a:lnTo>
                <a:cubicBezTo>
                  <a:pt x="942473" y="1702836"/>
                  <a:pt x="939075" y="1695245"/>
                  <a:pt x="939075" y="1686860"/>
                </a:cubicBezTo>
                <a:cubicBezTo>
                  <a:pt x="939075" y="1670091"/>
                  <a:pt x="952669" y="1656497"/>
                  <a:pt x="969438" y="1656497"/>
                </a:cubicBezTo>
                <a:close/>
                <a:moveTo>
                  <a:pt x="896883" y="1656497"/>
                </a:moveTo>
                <a:cubicBezTo>
                  <a:pt x="913653" y="1656497"/>
                  <a:pt x="927247" y="1670091"/>
                  <a:pt x="927247" y="1686860"/>
                </a:cubicBezTo>
                <a:cubicBezTo>
                  <a:pt x="927247" y="1703630"/>
                  <a:pt x="913653" y="1717224"/>
                  <a:pt x="896883" y="1717224"/>
                </a:cubicBezTo>
                <a:cubicBezTo>
                  <a:pt x="880114" y="1717224"/>
                  <a:pt x="866520" y="1703630"/>
                  <a:pt x="866520" y="1686860"/>
                </a:cubicBezTo>
                <a:cubicBezTo>
                  <a:pt x="866520" y="1670091"/>
                  <a:pt x="880114" y="1656497"/>
                  <a:pt x="896883" y="1656497"/>
                </a:cubicBezTo>
                <a:close/>
                <a:moveTo>
                  <a:pt x="824329" y="1656497"/>
                </a:moveTo>
                <a:cubicBezTo>
                  <a:pt x="841098" y="1656497"/>
                  <a:pt x="854692" y="1670091"/>
                  <a:pt x="854692" y="1686860"/>
                </a:cubicBezTo>
                <a:cubicBezTo>
                  <a:pt x="854692" y="1703630"/>
                  <a:pt x="841098" y="1717224"/>
                  <a:pt x="824329" y="1717224"/>
                </a:cubicBezTo>
                <a:cubicBezTo>
                  <a:pt x="807559" y="1717224"/>
                  <a:pt x="793965" y="1703630"/>
                  <a:pt x="793965" y="1686860"/>
                </a:cubicBezTo>
                <a:cubicBezTo>
                  <a:pt x="793965" y="1670091"/>
                  <a:pt x="807559" y="1656497"/>
                  <a:pt x="824329" y="1656497"/>
                </a:cubicBezTo>
                <a:close/>
                <a:moveTo>
                  <a:pt x="751774" y="1656497"/>
                </a:moveTo>
                <a:cubicBezTo>
                  <a:pt x="768544" y="1656497"/>
                  <a:pt x="782138" y="1670091"/>
                  <a:pt x="782138" y="1686860"/>
                </a:cubicBezTo>
                <a:cubicBezTo>
                  <a:pt x="782138" y="1703630"/>
                  <a:pt x="768544" y="1717224"/>
                  <a:pt x="751774" y="1717224"/>
                </a:cubicBezTo>
                <a:cubicBezTo>
                  <a:pt x="735005" y="1717224"/>
                  <a:pt x="721411" y="1703630"/>
                  <a:pt x="721411" y="1686860"/>
                </a:cubicBezTo>
                <a:cubicBezTo>
                  <a:pt x="721411" y="1670091"/>
                  <a:pt x="735005" y="1656497"/>
                  <a:pt x="751774" y="1656497"/>
                </a:cubicBezTo>
                <a:close/>
                <a:moveTo>
                  <a:pt x="679220" y="1656497"/>
                </a:moveTo>
                <a:cubicBezTo>
                  <a:pt x="695989" y="1656497"/>
                  <a:pt x="709583" y="1670091"/>
                  <a:pt x="709583" y="1686860"/>
                </a:cubicBezTo>
                <a:cubicBezTo>
                  <a:pt x="709583" y="1703630"/>
                  <a:pt x="695989" y="1717224"/>
                  <a:pt x="679220" y="1717224"/>
                </a:cubicBezTo>
                <a:cubicBezTo>
                  <a:pt x="662450" y="1717224"/>
                  <a:pt x="648856" y="1703630"/>
                  <a:pt x="648856" y="1686860"/>
                </a:cubicBezTo>
                <a:cubicBezTo>
                  <a:pt x="648856" y="1670091"/>
                  <a:pt x="662450" y="1656497"/>
                  <a:pt x="679220" y="1656497"/>
                </a:cubicBezTo>
                <a:close/>
                <a:moveTo>
                  <a:pt x="606665" y="1656497"/>
                </a:moveTo>
                <a:cubicBezTo>
                  <a:pt x="623435" y="1656497"/>
                  <a:pt x="637029" y="1670091"/>
                  <a:pt x="637029" y="1686860"/>
                </a:cubicBezTo>
                <a:cubicBezTo>
                  <a:pt x="637029" y="1703630"/>
                  <a:pt x="623435" y="1717224"/>
                  <a:pt x="606665" y="1717224"/>
                </a:cubicBezTo>
                <a:cubicBezTo>
                  <a:pt x="589896" y="1717224"/>
                  <a:pt x="576302" y="1703630"/>
                  <a:pt x="576302" y="1686860"/>
                </a:cubicBezTo>
                <a:cubicBezTo>
                  <a:pt x="576302" y="1670091"/>
                  <a:pt x="589896" y="1656497"/>
                  <a:pt x="606665" y="1656497"/>
                </a:cubicBezTo>
                <a:close/>
                <a:moveTo>
                  <a:pt x="534111" y="1656497"/>
                </a:moveTo>
                <a:cubicBezTo>
                  <a:pt x="550880" y="1656497"/>
                  <a:pt x="564474" y="1670091"/>
                  <a:pt x="564474" y="1686860"/>
                </a:cubicBezTo>
                <a:cubicBezTo>
                  <a:pt x="564474" y="1703630"/>
                  <a:pt x="550880" y="1717224"/>
                  <a:pt x="534111" y="1717224"/>
                </a:cubicBezTo>
                <a:cubicBezTo>
                  <a:pt x="517341" y="1717224"/>
                  <a:pt x="503747" y="1703630"/>
                  <a:pt x="503747" y="1686860"/>
                </a:cubicBezTo>
                <a:cubicBezTo>
                  <a:pt x="503747" y="1670091"/>
                  <a:pt x="517341" y="1656497"/>
                  <a:pt x="534111" y="1656497"/>
                </a:cubicBezTo>
                <a:close/>
                <a:moveTo>
                  <a:pt x="461556" y="1656497"/>
                </a:moveTo>
                <a:cubicBezTo>
                  <a:pt x="478326" y="1656497"/>
                  <a:pt x="491920" y="1670091"/>
                  <a:pt x="491920" y="1686860"/>
                </a:cubicBezTo>
                <a:cubicBezTo>
                  <a:pt x="491920" y="1703630"/>
                  <a:pt x="478326" y="1717224"/>
                  <a:pt x="461556" y="1717224"/>
                </a:cubicBezTo>
                <a:cubicBezTo>
                  <a:pt x="444787" y="1717224"/>
                  <a:pt x="431192" y="1703630"/>
                  <a:pt x="431192" y="1686860"/>
                </a:cubicBezTo>
                <a:cubicBezTo>
                  <a:pt x="431192" y="1670091"/>
                  <a:pt x="444787" y="1656497"/>
                  <a:pt x="461556" y="1656497"/>
                </a:cubicBezTo>
                <a:close/>
                <a:moveTo>
                  <a:pt x="389002" y="1656497"/>
                </a:moveTo>
                <a:cubicBezTo>
                  <a:pt x="405771" y="1656497"/>
                  <a:pt x="419365" y="1670091"/>
                  <a:pt x="419365" y="1686860"/>
                </a:cubicBezTo>
                <a:cubicBezTo>
                  <a:pt x="419365" y="1703630"/>
                  <a:pt x="405771" y="1717224"/>
                  <a:pt x="389002" y="1717224"/>
                </a:cubicBezTo>
                <a:cubicBezTo>
                  <a:pt x="372232" y="1717224"/>
                  <a:pt x="358638" y="1703630"/>
                  <a:pt x="358638" y="1686860"/>
                </a:cubicBezTo>
                <a:cubicBezTo>
                  <a:pt x="358638" y="1670091"/>
                  <a:pt x="372232" y="1656497"/>
                  <a:pt x="389002" y="1656497"/>
                </a:cubicBezTo>
                <a:close/>
                <a:moveTo>
                  <a:pt x="316447" y="1656497"/>
                </a:moveTo>
                <a:cubicBezTo>
                  <a:pt x="333216" y="1656497"/>
                  <a:pt x="346810" y="1670091"/>
                  <a:pt x="346810" y="1686860"/>
                </a:cubicBezTo>
                <a:cubicBezTo>
                  <a:pt x="346810" y="1703630"/>
                  <a:pt x="333216" y="1717224"/>
                  <a:pt x="316447" y="1717224"/>
                </a:cubicBezTo>
                <a:cubicBezTo>
                  <a:pt x="299677" y="1717224"/>
                  <a:pt x="286084" y="1703630"/>
                  <a:pt x="286084" y="1686860"/>
                </a:cubicBezTo>
                <a:cubicBezTo>
                  <a:pt x="286084" y="1670091"/>
                  <a:pt x="299677" y="1656497"/>
                  <a:pt x="316447" y="1656497"/>
                </a:cubicBezTo>
                <a:close/>
                <a:moveTo>
                  <a:pt x="243892" y="1656497"/>
                </a:moveTo>
                <a:cubicBezTo>
                  <a:pt x="260662" y="1656497"/>
                  <a:pt x="274256" y="1670091"/>
                  <a:pt x="274256" y="1686860"/>
                </a:cubicBezTo>
                <a:cubicBezTo>
                  <a:pt x="274256" y="1703630"/>
                  <a:pt x="260662" y="1717224"/>
                  <a:pt x="243892" y="1717224"/>
                </a:cubicBezTo>
                <a:cubicBezTo>
                  <a:pt x="227123" y="1717224"/>
                  <a:pt x="213529" y="1703630"/>
                  <a:pt x="213529" y="1686860"/>
                </a:cubicBezTo>
                <a:cubicBezTo>
                  <a:pt x="213529" y="1670091"/>
                  <a:pt x="227123" y="1656497"/>
                  <a:pt x="243892" y="1656497"/>
                </a:cubicBezTo>
                <a:close/>
                <a:moveTo>
                  <a:pt x="171339" y="1656497"/>
                </a:moveTo>
                <a:cubicBezTo>
                  <a:pt x="188107" y="1656497"/>
                  <a:pt x="201701" y="1670091"/>
                  <a:pt x="201701" y="1686860"/>
                </a:cubicBezTo>
                <a:cubicBezTo>
                  <a:pt x="201701" y="1703630"/>
                  <a:pt x="188107" y="1717224"/>
                  <a:pt x="171339" y="1717224"/>
                </a:cubicBezTo>
                <a:cubicBezTo>
                  <a:pt x="154594" y="1717224"/>
                  <a:pt x="141001" y="1703630"/>
                  <a:pt x="141001" y="1686860"/>
                </a:cubicBezTo>
                <a:cubicBezTo>
                  <a:pt x="141001" y="1670091"/>
                  <a:pt x="154594" y="1656497"/>
                  <a:pt x="171339" y="1656497"/>
                </a:cubicBezTo>
                <a:close/>
                <a:moveTo>
                  <a:pt x="98812" y="1656497"/>
                </a:moveTo>
                <a:cubicBezTo>
                  <a:pt x="115580" y="1656497"/>
                  <a:pt x="129174" y="1670091"/>
                  <a:pt x="129174" y="1686860"/>
                </a:cubicBezTo>
                <a:cubicBezTo>
                  <a:pt x="129174" y="1703630"/>
                  <a:pt x="115580" y="1717224"/>
                  <a:pt x="98812" y="1717224"/>
                </a:cubicBezTo>
                <a:cubicBezTo>
                  <a:pt x="82042" y="1717224"/>
                  <a:pt x="68448" y="1703630"/>
                  <a:pt x="68448" y="1686860"/>
                </a:cubicBezTo>
                <a:cubicBezTo>
                  <a:pt x="68448" y="1670091"/>
                  <a:pt x="82042" y="1656497"/>
                  <a:pt x="98812" y="1656497"/>
                </a:cubicBezTo>
                <a:close/>
                <a:moveTo>
                  <a:pt x="26257" y="1656497"/>
                </a:moveTo>
                <a:cubicBezTo>
                  <a:pt x="43026" y="1656497"/>
                  <a:pt x="56620" y="1670091"/>
                  <a:pt x="56620" y="1686860"/>
                </a:cubicBezTo>
                <a:cubicBezTo>
                  <a:pt x="56620" y="1703630"/>
                  <a:pt x="43026" y="1717224"/>
                  <a:pt x="26257" y="1717224"/>
                </a:cubicBezTo>
                <a:cubicBezTo>
                  <a:pt x="17873" y="1717224"/>
                  <a:pt x="10282" y="1713826"/>
                  <a:pt x="4787" y="1708331"/>
                </a:cubicBezTo>
                <a:lnTo>
                  <a:pt x="0" y="1696773"/>
                </a:lnTo>
                <a:lnTo>
                  <a:pt x="0" y="1676947"/>
                </a:lnTo>
                <a:lnTo>
                  <a:pt x="4787" y="1665390"/>
                </a:lnTo>
                <a:cubicBezTo>
                  <a:pt x="10282" y="1659896"/>
                  <a:pt x="17873" y="1656497"/>
                  <a:pt x="26257" y="1656497"/>
                </a:cubicBezTo>
                <a:close/>
                <a:moveTo>
                  <a:pt x="1114547" y="1576045"/>
                </a:moveTo>
                <a:cubicBezTo>
                  <a:pt x="1118739" y="1576045"/>
                  <a:pt x="1122733" y="1576894"/>
                  <a:pt x="1126366" y="1578431"/>
                </a:cubicBezTo>
                <a:lnTo>
                  <a:pt x="1131977" y="1582214"/>
                </a:lnTo>
                <a:lnTo>
                  <a:pt x="1128051" y="1585783"/>
                </a:lnTo>
                <a:lnTo>
                  <a:pt x="1088035" y="1615706"/>
                </a:lnTo>
                <a:lnTo>
                  <a:pt x="1084184" y="1606408"/>
                </a:lnTo>
                <a:cubicBezTo>
                  <a:pt x="1084184" y="1589639"/>
                  <a:pt x="1097778" y="1576045"/>
                  <a:pt x="1114547" y="1576045"/>
                </a:cubicBezTo>
                <a:close/>
                <a:moveTo>
                  <a:pt x="1041993" y="1576045"/>
                </a:moveTo>
                <a:cubicBezTo>
                  <a:pt x="1058762" y="1576045"/>
                  <a:pt x="1072356" y="1589639"/>
                  <a:pt x="1072356" y="1606408"/>
                </a:cubicBezTo>
                <a:cubicBezTo>
                  <a:pt x="1072356" y="1623178"/>
                  <a:pt x="1058762" y="1636772"/>
                  <a:pt x="1041993" y="1636772"/>
                </a:cubicBezTo>
                <a:cubicBezTo>
                  <a:pt x="1025223" y="1636772"/>
                  <a:pt x="1011629" y="1623178"/>
                  <a:pt x="1011629" y="1606408"/>
                </a:cubicBezTo>
                <a:cubicBezTo>
                  <a:pt x="1011629" y="1589639"/>
                  <a:pt x="1025223" y="1576045"/>
                  <a:pt x="1041993" y="1576045"/>
                </a:cubicBezTo>
                <a:close/>
                <a:moveTo>
                  <a:pt x="969438" y="1576045"/>
                </a:moveTo>
                <a:cubicBezTo>
                  <a:pt x="986208" y="1576045"/>
                  <a:pt x="999801" y="1589639"/>
                  <a:pt x="999801" y="1606408"/>
                </a:cubicBezTo>
                <a:cubicBezTo>
                  <a:pt x="999801" y="1623178"/>
                  <a:pt x="986208" y="1636772"/>
                  <a:pt x="969438" y="1636772"/>
                </a:cubicBezTo>
                <a:cubicBezTo>
                  <a:pt x="952669" y="1636772"/>
                  <a:pt x="939075" y="1623178"/>
                  <a:pt x="939075" y="1606408"/>
                </a:cubicBezTo>
                <a:cubicBezTo>
                  <a:pt x="939075" y="1589639"/>
                  <a:pt x="952669" y="1576045"/>
                  <a:pt x="969438" y="1576045"/>
                </a:cubicBezTo>
                <a:close/>
                <a:moveTo>
                  <a:pt x="896883" y="1576045"/>
                </a:moveTo>
                <a:cubicBezTo>
                  <a:pt x="913653" y="1576045"/>
                  <a:pt x="927247" y="1589639"/>
                  <a:pt x="927247" y="1606408"/>
                </a:cubicBezTo>
                <a:cubicBezTo>
                  <a:pt x="927247" y="1623178"/>
                  <a:pt x="913653" y="1636772"/>
                  <a:pt x="896883" y="1636772"/>
                </a:cubicBezTo>
                <a:cubicBezTo>
                  <a:pt x="880114" y="1636772"/>
                  <a:pt x="866520" y="1623178"/>
                  <a:pt x="866520" y="1606408"/>
                </a:cubicBezTo>
                <a:cubicBezTo>
                  <a:pt x="866520" y="1589639"/>
                  <a:pt x="880114" y="1576045"/>
                  <a:pt x="896883" y="1576045"/>
                </a:cubicBezTo>
                <a:close/>
                <a:moveTo>
                  <a:pt x="824329" y="1576045"/>
                </a:moveTo>
                <a:cubicBezTo>
                  <a:pt x="841098" y="1576045"/>
                  <a:pt x="854692" y="1589639"/>
                  <a:pt x="854692" y="1606408"/>
                </a:cubicBezTo>
                <a:cubicBezTo>
                  <a:pt x="854692" y="1623178"/>
                  <a:pt x="841098" y="1636772"/>
                  <a:pt x="824329" y="1636772"/>
                </a:cubicBezTo>
                <a:cubicBezTo>
                  <a:pt x="807559" y="1636772"/>
                  <a:pt x="793965" y="1623178"/>
                  <a:pt x="793965" y="1606408"/>
                </a:cubicBezTo>
                <a:cubicBezTo>
                  <a:pt x="793965" y="1589639"/>
                  <a:pt x="807559" y="1576045"/>
                  <a:pt x="824329" y="1576045"/>
                </a:cubicBezTo>
                <a:close/>
                <a:moveTo>
                  <a:pt x="751774" y="1576045"/>
                </a:moveTo>
                <a:cubicBezTo>
                  <a:pt x="768544" y="1576045"/>
                  <a:pt x="782138" y="1589639"/>
                  <a:pt x="782138" y="1606408"/>
                </a:cubicBezTo>
                <a:cubicBezTo>
                  <a:pt x="782138" y="1623178"/>
                  <a:pt x="768544" y="1636772"/>
                  <a:pt x="751774" y="1636772"/>
                </a:cubicBezTo>
                <a:cubicBezTo>
                  <a:pt x="735005" y="1636772"/>
                  <a:pt x="721411" y="1623178"/>
                  <a:pt x="721411" y="1606408"/>
                </a:cubicBezTo>
                <a:cubicBezTo>
                  <a:pt x="721411" y="1589639"/>
                  <a:pt x="735005" y="1576045"/>
                  <a:pt x="751774" y="1576045"/>
                </a:cubicBezTo>
                <a:close/>
                <a:moveTo>
                  <a:pt x="679220" y="1576045"/>
                </a:moveTo>
                <a:cubicBezTo>
                  <a:pt x="695989" y="1576045"/>
                  <a:pt x="709583" y="1589639"/>
                  <a:pt x="709583" y="1606408"/>
                </a:cubicBezTo>
                <a:cubicBezTo>
                  <a:pt x="709583" y="1623178"/>
                  <a:pt x="695989" y="1636772"/>
                  <a:pt x="679220" y="1636772"/>
                </a:cubicBezTo>
                <a:cubicBezTo>
                  <a:pt x="662450" y="1636772"/>
                  <a:pt x="648856" y="1623178"/>
                  <a:pt x="648856" y="1606408"/>
                </a:cubicBezTo>
                <a:cubicBezTo>
                  <a:pt x="648856" y="1589639"/>
                  <a:pt x="662450" y="1576045"/>
                  <a:pt x="679220" y="1576045"/>
                </a:cubicBezTo>
                <a:close/>
                <a:moveTo>
                  <a:pt x="606665" y="1576045"/>
                </a:moveTo>
                <a:cubicBezTo>
                  <a:pt x="623435" y="1576045"/>
                  <a:pt x="637029" y="1589639"/>
                  <a:pt x="637029" y="1606408"/>
                </a:cubicBezTo>
                <a:cubicBezTo>
                  <a:pt x="637029" y="1623178"/>
                  <a:pt x="623435" y="1636772"/>
                  <a:pt x="606665" y="1636772"/>
                </a:cubicBezTo>
                <a:cubicBezTo>
                  <a:pt x="589896" y="1636772"/>
                  <a:pt x="576302" y="1623178"/>
                  <a:pt x="576302" y="1606408"/>
                </a:cubicBezTo>
                <a:cubicBezTo>
                  <a:pt x="576302" y="1589639"/>
                  <a:pt x="589896" y="1576045"/>
                  <a:pt x="606665" y="1576045"/>
                </a:cubicBezTo>
                <a:close/>
                <a:moveTo>
                  <a:pt x="534111" y="1576045"/>
                </a:moveTo>
                <a:cubicBezTo>
                  <a:pt x="550880" y="1576045"/>
                  <a:pt x="564474" y="1589639"/>
                  <a:pt x="564474" y="1606408"/>
                </a:cubicBezTo>
                <a:cubicBezTo>
                  <a:pt x="564474" y="1623178"/>
                  <a:pt x="550880" y="1636772"/>
                  <a:pt x="534111" y="1636772"/>
                </a:cubicBezTo>
                <a:cubicBezTo>
                  <a:pt x="517341" y="1636772"/>
                  <a:pt x="503747" y="1623178"/>
                  <a:pt x="503747" y="1606408"/>
                </a:cubicBezTo>
                <a:cubicBezTo>
                  <a:pt x="503747" y="1589639"/>
                  <a:pt x="517341" y="1576045"/>
                  <a:pt x="534111" y="1576045"/>
                </a:cubicBezTo>
                <a:close/>
                <a:moveTo>
                  <a:pt x="461556" y="1576045"/>
                </a:moveTo>
                <a:cubicBezTo>
                  <a:pt x="478326" y="1576045"/>
                  <a:pt x="491920" y="1589639"/>
                  <a:pt x="491920" y="1606408"/>
                </a:cubicBezTo>
                <a:cubicBezTo>
                  <a:pt x="491920" y="1623178"/>
                  <a:pt x="478326" y="1636772"/>
                  <a:pt x="461556" y="1636772"/>
                </a:cubicBezTo>
                <a:cubicBezTo>
                  <a:pt x="444787" y="1636772"/>
                  <a:pt x="431192" y="1623178"/>
                  <a:pt x="431192" y="1606408"/>
                </a:cubicBezTo>
                <a:cubicBezTo>
                  <a:pt x="431192" y="1589639"/>
                  <a:pt x="444787" y="1576045"/>
                  <a:pt x="461556" y="1576045"/>
                </a:cubicBezTo>
                <a:close/>
                <a:moveTo>
                  <a:pt x="389002" y="1576045"/>
                </a:moveTo>
                <a:cubicBezTo>
                  <a:pt x="405771" y="1576045"/>
                  <a:pt x="419365" y="1589639"/>
                  <a:pt x="419365" y="1606408"/>
                </a:cubicBezTo>
                <a:cubicBezTo>
                  <a:pt x="419365" y="1623178"/>
                  <a:pt x="405771" y="1636772"/>
                  <a:pt x="389002" y="1636772"/>
                </a:cubicBezTo>
                <a:cubicBezTo>
                  <a:pt x="372232" y="1636772"/>
                  <a:pt x="358638" y="1623178"/>
                  <a:pt x="358638" y="1606408"/>
                </a:cubicBezTo>
                <a:cubicBezTo>
                  <a:pt x="358638" y="1589639"/>
                  <a:pt x="372232" y="1576045"/>
                  <a:pt x="389002" y="1576045"/>
                </a:cubicBezTo>
                <a:close/>
                <a:moveTo>
                  <a:pt x="316447" y="1576045"/>
                </a:moveTo>
                <a:cubicBezTo>
                  <a:pt x="333216" y="1576045"/>
                  <a:pt x="346810" y="1589639"/>
                  <a:pt x="346810" y="1606408"/>
                </a:cubicBezTo>
                <a:cubicBezTo>
                  <a:pt x="346810" y="1623178"/>
                  <a:pt x="333216" y="1636772"/>
                  <a:pt x="316447" y="1636772"/>
                </a:cubicBezTo>
                <a:cubicBezTo>
                  <a:pt x="299677" y="1636772"/>
                  <a:pt x="286084" y="1623178"/>
                  <a:pt x="286084" y="1606408"/>
                </a:cubicBezTo>
                <a:cubicBezTo>
                  <a:pt x="286084" y="1589639"/>
                  <a:pt x="299677" y="1576045"/>
                  <a:pt x="316447" y="1576045"/>
                </a:cubicBezTo>
                <a:close/>
                <a:moveTo>
                  <a:pt x="243892" y="1576045"/>
                </a:moveTo>
                <a:cubicBezTo>
                  <a:pt x="260662" y="1576045"/>
                  <a:pt x="274256" y="1589639"/>
                  <a:pt x="274256" y="1606408"/>
                </a:cubicBezTo>
                <a:cubicBezTo>
                  <a:pt x="274256" y="1623178"/>
                  <a:pt x="260662" y="1636772"/>
                  <a:pt x="243892" y="1636772"/>
                </a:cubicBezTo>
                <a:cubicBezTo>
                  <a:pt x="227123" y="1636772"/>
                  <a:pt x="213529" y="1623178"/>
                  <a:pt x="213529" y="1606408"/>
                </a:cubicBezTo>
                <a:cubicBezTo>
                  <a:pt x="213529" y="1589639"/>
                  <a:pt x="227123" y="1576045"/>
                  <a:pt x="243892" y="1576045"/>
                </a:cubicBezTo>
                <a:close/>
                <a:moveTo>
                  <a:pt x="171339" y="1576045"/>
                </a:moveTo>
                <a:cubicBezTo>
                  <a:pt x="188107" y="1576045"/>
                  <a:pt x="201701" y="1589639"/>
                  <a:pt x="201701" y="1606408"/>
                </a:cubicBezTo>
                <a:cubicBezTo>
                  <a:pt x="201701" y="1623178"/>
                  <a:pt x="188107" y="1636772"/>
                  <a:pt x="171339" y="1636772"/>
                </a:cubicBezTo>
                <a:cubicBezTo>
                  <a:pt x="154599" y="1636772"/>
                  <a:pt x="141006" y="1623178"/>
                  <a:pt x="141006" y="1606408"/>
                </a:cubicBezTo>
                <a:cubicBezTo>
                  <a:pt x="141006" y="1589639"/>
                  <a:pt x="154599" y="1576045"/>
                  <a:pt x="171339" y="1576045"/>
                </a:cubicBezTo>
                <a:close/>
                <a:moveTo>
                  <a:pt x="98818" y="1576045"/>
                </a:moveTo>
                <a:cubicBezTo>
                  <a:pt x="115586" y="1576045"/>
                  <a:pt x="129180" y="1589639"/>
                  <a:pt x="129180" y="1606408"/>
                </a:cubicBezTo>
                <a:cubicBezTo>
                  <a:pt x="129180" y="1623178"/>
                  <a:pt x="115586" y="1636772"/>
                  <a:pt x="98818" y="1636772"/>
                </a:cubicBezTo>
                <a:cubicBezTo>
                  <a:pt x="82048" y="1636772"/>
                  <a:pt x="68454" y="1623178"/>
                  <a:pt x="68454" y="1606408"/>
                </a:cubicBezTo>
                <a:cubicBezTo>
                  <a:pt x="68454" y="1589639"/>
                  <a:pt x="82048" y="1576045"/>
                  <a:pt x="98818" y="1576045"/>
                </a:cubicBezTo>
                <a:close/>
                <a:moveTo>
                  <a:pt x="26264" y="1576045"/>
                </a:moveTo>
                <a:cubicBezTo>
                  <a:pt x="43032" y="1576045"/>
                  <a:pt x="56626" y="1589639"/>
                  <a:pt x="56626" y="1606408"/>
                </a:cubicBezTo>
                <a:cubicBezTo>
                  <a:pt x="56626" y="1623178"/>
                  <a:pt x="43032" y="1636772"/>
                  <a:pt x="26264" y="1636772"/>
                </a:cubicBezTo>
                <a:cubicBezTo>
                  <a:pt x="17880" y="1636772"/>
                  <a:pt x="10289" y="1633374"/>
                  <a:pt x="4794" y="1627879"/>
                </a:cubicBezTo>
                <a:lnTo>
                  <a:pt x="0" y="1616304"/>
                </a:lnTo>
                <a:lnTo>
                  <a:pt x="0" y="1596512"/>
                </a:lnTo>
                <a:lnTo>
                  <a:pt x="4794" y="1584938"/>
                </a:lnTo>
                <a:cubicBezTo>
                  <a:pt x="10289" y="1579444"/>
                  <a:pt x="17880" y="1576045"/>
                  <a:pt x="26264" y="1576045"/>
                </a:cubicBezTo>
                <a:close/>
                <a:moveTo>
                  <a:pt x="1187102" y="1495593"/>
                </a:moveTo>
                <a:cubicBezTo>
                  <a:pt x="1195486" y="1495593"/>
                  <a:pt x="1203077" y="1498992"/>
                  <a:pt x="1208572" y="1504486"/>
                </a:cubicBezTo>
                <a:lnTo>
                  <a:pt x="1211014" y="1510381"/>
                </a:lnTo>
                <a:lnTo>
                  <a:pt x="1168285" y="1549216"/>
                </a:lnTo>
                <a:lnTo>
                  <a:pt x="1165631" y="1547427"/>
                </a:lnTo>
                <a:cubicBezTo>
                  <a:pt x="1160137" y="1541932"/>
                  <a:pt x="1156738" y="1534341"/>
                  <a:pt x="1156738" y="1525957"/>
                </a:cubicBezTo>
                <a:cubicBezTo>
                  <a:pt x="1156738" y="1509187"/>
                  <a:pt x="1170332" y="1495593"/>
                  <a:pt x="1187102" y="1495593"/>
                </a:cubicBezTo>
                <a:close/>
                <a:moveTo>
                  <a:pt x="1114547" y="1495593"/>
                </a:moveTo>
                <a:cubicBezTo>
                  <a:pt x="1131317" y="1495593"/>
                  <a:pt x="1144911" y="1509187"/>
                  <a:pt x="1144911" y="1525957"/>
                </a:cubicBezTo>
                <a:cubicBezTo>
                  <a:pt x="1144911" y="1542726"/>
                  <a:pt x="1131317" y="1556320"/>
                  <a:pt x="1114547" y="1556320"/>
                </a:cubicBezTo>
                <a:cubicBezTo>
                  <a:pt x="1097778" y="1556320"/>
                  <a:pt x="1084184" y="1542726"/>
                  <a:pt x="1084184" y="1525957"/>
                </a:cubicBezTo>
                <a:cubicBezTo>
                  <a:pt x="1084184" y="1509187"/>
                  <a:pt x="1097778" y="1495593"/>
                  <a:pt x="1114547" y="1495593"/>
                </a:cubicBezTo>
                <a:close/>
                <a:moveTo>
                  <a:pt x="1041993" y="1495593"/>
                </a:moveTo>
                <a:cubicBezTo>
                  <a:pt x="1058762" y="1495593"/>
                  <a:pt x="1072356" y="1509187"/>
                  <a:pt x="1072356" y="1525957"/>
                </a:cubicBezTo>
                <a:cubicBezTo>
                  <a:pt x="1072356" y="1542726"/>
                  <a:pt x="1058762" y="1556320"/>
                  <a:pt x="1041993" y="1556320"/>
                </a:cubicBezTo>
                <a:cubicBezTo>
                  <a:pt x="1025223" y="1556320"/>
                  <a:pt x="1011629" y="1542726"/>
                  <a:pt x="1011629" y="1525957"/>
                </a:cubicBezTo>
                <a:cubicBezTo>
                  <a:pt x="1011629" y="1509187"/>
                  <a:pt x="1025223" y="1495593"/>
                  <a:pt x="1041993" y="1495593"/>
                </a:cubicBezTo>
                <a:close/>
                <a:moveTo>
                  <a:pt x="969438" y="1495593"/>
                </a:moveTo>
                <a:cubicBezTo>
                  <a:pt x="986208" y="1495593"/>
                  <a:pt x="999801" y="1509187"/>
                  <a:pt x="999801" y="1525957"/>
                </a:cubicBezTo>
                <a:cubicBezTo>
                  <a:pt x="999801" y="1542726"/>
                  <a:pt x="986208" y="1556320"/>
                  <a:pt x="969438" y="1556320"/>
                </a:cubicBezTo>
                <a:cubicBezTo>
                  <a:pt x="952669" y="1556320"/>
                  <a:pt x="939075" y="1542726"/>
                  <a:pt x="939075" y="1525957"/>
                </a:cubicBezTo>
                <a:cubicBezTo>
                  <a:pt x="939075" y="1509187"/>
                  <a:pt x="952669" y="1495593"/>
                  <a:pt x="969438" y="1495593"/>
                </a:cubicBezTo>
                <a:close/>
                <a:moveTo>
                  <a:pt x="896883" y="1495593"/>
                </a:moveTo>
                <a:cubicBezTo>
                  <a:pt x="913653" y="1495593"/>
                  <a:pt x="927247" y="1509187"/>
                  <a:pt x="927247" y="1525957"/>
                </a:cubicBezTo>
                <a:cubicBezTo>
                  <a:pt x="927247" y="1542726"/>
                  <a:pt x="913653" y="1556320"/>
                  <a:pt x="896883" y="1556320"/>
                </a:cubicBezTo>
                <a:cubicBezTo>
                  <a:pt x="880114" y="1556320"/>
                  <a:pt x="866520" y="1542726"/>
                  <a:pt x="866520" y="1525957"/>
                </a:cubicBezTo>
                <a:cubicBezTo>
                  <a:pt x="866520" y="1509187"/>
                  <a:pt x="880114" y="1495593"/>
                  <a:pt x="896883" y="1495593"/>
                </a:cubicBezTo>
                <a:close/>
                <a:moveTo>
                  <a:pt x="824329" y="1495593"/>
                </a:moveTo>
                <a:cubicBezTo>
                  <a:pt x="841098" y="1495593"/>
                  <a:pt x="854692" y="1509187"/>
                  <a:pt x="854692" y="1525957"/>
                </a:cubicBezTo>
                <a:cubicBezTo>
                  <a:pt x="854692" y="1542726"/>
                  <a:pt x="841098" y="1556320"/>
                  <a:pt x="824329" y="1556320"/>
                </a:cubicBezTo>
                <a:cubicBezTo>
                  <a:pt x="807559" y="1556320"/>
                  <a:pt x="793965" y="1542726"/>
                  <a:pt x="793965" y="1525957"/>
                </a:cubicBezTo>
                <a:cubicBezTo>
                  <a:pt x="793965" y="1509187"/>
                  <a:pt x="807559" y="1495593"/>
                  <a:pt x="824329" y="1495593"/>
                </a:cubicBezTo>
                <a:close/>
                <a:moveTo>
                  <a:pt x="751774" y="1495593"/>
                </a:moveTo>
                <a:cubicBezTo>
                  <a:pt x="768544" y="1495593"/>
                  <a:pt x="782138" y="1509187"/>
                  <a:pt x="782138" y="1525957"/>
                </a:cubicBezTo>
                <a:cubicBezTo>
                  <a:pt x="782138" y="1542726"/>
                  <a:pt x="768544" y="1556320"/>
                  <a:pt x="751774" y="1556320"/>
                </a:cubicBezTo>
                <a:cubicBezTo>
                  <a:pt x="735005" y="1556320"/>
                  <a:pt x="721411" y="1542726"/>
                  <a:pt x="721411" y="1525957"/>
                </a:cubicBezTo>
                <a:cubicBezTo>
                  <a:pt x="721411" y="1509187"/>
                  <a:pt x="735005" y="1495593"/>
                  <a:pt x="751774" y="1495593"/>
                </a:cubicBezTo>
                <a:close/>
                <a:moveTo>
                  <a:pt x="679220" y="1495593"/>
                </a:moveTo>
                <a:cubicBezTo>
                  <a:pt x="695989" y="1495593"/>
                  <a:pt x="709583" y="1509187"/>
                  <a:pt x="709583" y="1525957"/>
                </a:cubicBezTo>
                <a:cubicBezTo>
                  <a:pt x="709583" y="1542726"/>
                  <a:pt x="695989" y="1556320"/>
                  <a:pt x="679220" y="1556320"/>
                </a:cubicBezTo>
                <a:cubicBezTo>
                  <a:pt x="662450" y="1556320"/>
                  <a:pt x="648856" y="1542726"/>
                  <a:pt x="648856" y="1525957"/>
                </a:cubicBezTo>
                <a:cubicBezTo>
                  <a:pt x="648856" y="1509187"/>
                  <a:pt x="662450" y="1495593"/>
                  <a:pt x="679220" y="1495593"/>
                </a:cubicBezTo>
                <a:close/>
                <a:moveTo>
                  <a:pt x="606665" y="1495593"/>
                </a:moveTo>
                <a:cubicBezTo>
                  <a:pt x="623435" y="1495593"/>
                  <a:pt x="637029" y="1509187"/>
                  <a:pt x="637029" y="1525957"/>
                </a:cubicBezTo>
                <a:cubicBezTo>
                  <a:pt x="637029" y="1542726"/>
                  <a:pt x="623435" y="1556320"/>
                  <a:pt x="606665" y="1556320"/>
                </a:cubicBezTo>
                <a:cubicBezTo>
                  <a:pt x="589896" y="1556320"/>
                  <a:pt x="576302" y="1542726"/>
                  <a:pt x="576302" y="1525957"/>
                </a:cubicBezTo>
                <a:cubicBezTo>
                  <a:pt x="576302" y="1509187"/>
                  <a:pt x="589896" y="1495593"/>
                  <a:pt x="606665" y="1495593"/>
                </a:cubicBezTo>
                <a:close/>
                <a:moveTo>
                  <a:pt x="534111" y="1495593"/>
                </a:moveTo>
                <a:cubicBezTo>
                  <a:pt x="550880" y="1495593"/>
                  <a:pt x="564474" y="1509187"/>
                  <a:pt x="564474" y="1525957"/>
                </a:cubicBezTo>
                <a:cubicBezTo>
                  <a:pt x="564474" y="1542726"/>
                  <a:pt x="550880" y="1556320"/>
                  <a:pt x="534111" y="1556320"/>
                </a:cubicBezTo>
                <a:cubicBezTo>
                  <a:pt x="517341" y="1556320"/>
                  <a:pt x="503747" y="1542726"/>
                  <a:pt x="503747" y="1525957"/>
                </a:cubicBezTo>
                <a:cubicBezTo>
                  <a:pt x="503747" y="1509187"/>
                  <a:pt x="517341" y="1495593"/>
                  <a:pt x="534111" y="1495593"/>
                </a:cubicBezTo>
                <a:close/>
                <a:moveTo>
                  <a:pt x="461556" y="1495593"/>
                </a:moveTo>
                <a:cubicBezTo>
                  <a:pt x="478326" y="1495593"/>
                  <a:pt x="491920" y="1509187"/>
                  <a:pt x="491920" y="1525957"/>
                </a:cubicBezTo>
                <a:cubicBezTo>
                  <a:pt x="491920" y="1542726"/>
                  <a:pt x="478326" y="1556320"/>
                  <a:pt x="461556" y="1556320"/>
                </a:cubicBezTo>
                <a:cubicBezTo>
                  <a:pt x="444787" y="1556320"/>
                  <a:pt x="431192" y="1542726"/>
                  <a:pt x="431192" y="1525957"/>
                </a:cubicBezTo>
                <a:cubicBezTo>
                  <a:pt x="431192" y="1509187"/>
                  <a:pt x="444787" y="1495593"/>
                  <a:pt x="461556" y="1495593"/>
                </a:cubicBezTo>
                <a:close/>
                <a:moveTo>
                  <a:pt x="389002" y="1495593"/>
                </a:moveTo>
                <a:cubicBezTo>
                  <a:pt x="405771" y="1495593"/>
                  <a:pt x="419365" y="1509187"/>
                  <a:pt x="419365" y="1525957"/>
                </a:cubicBezTo>
                <a:cubicBezTo>
                  <a:pt x="419365" y="1542726"/>
                  <a:pt x="405771" y="1556320"/>
                  <a:pt x="389002" y="1556320"/>
                </a:cubicBezTo>
                <a:cubicBezTo>
                  <a:pt x="372232" y="1556320"/>
                  <a:pt x="358638" y="1542726"/>
                  <a:pt x="358638" y="1525957"/>
                </a:cubicBezTo>
                <a:cubicBezTo>
                  <a:pt x="358638" y="1509187"/>
                  <a:pt x="372232" y="1495593"/>
                  <a:pt x="389002" y="1495593"/>
                </a:cubicBezTo>
                <a:close/>
                <a:moveTo>
                  <a:pt x="316447" y="1495593"/>
                </a:moveTo>
                <a:cubicBezTo>
                  <a:pt x="333216" y="1495593"/>
                  <a:pt x="346810" y="1509187"/>
                  <a:pt x="346810" y="1525957"/>
                </a:cubicBezTo>
                <a:cubicBezTo>
                  <a:pt x="346810" y="1542726"/>
                  <a:pt x="333216" y="1556320"/>
                  <a:pt x="316447" y="1556320"/>
                </a:cubicBezTo>
                <a:cubicBezTo>
                  <a:pt x="299677" y="1556320"/>
                  <a:pt x="286084" y="1542726"/>
                  <a:pt x="286084" y="1525957"/>
                </a:cubicBezTo>
                <a:cubicBezTo>
                  <a:pt x="286084" y="1509187"/>
                  <a:pt x="299677" y="1495593"/>
                  <a:pt x="316447" y="1495593"/>
                </a:cubicBezTo>
                <a:close/>
                <a:moveTo>
                  <a:pt x="243892" y="1495593"/>
                </a:moveTo>
                <a:cubicBezTo>
                  <a:pt x="260662" y="1495593"/>
                  <a:pt x="274256" y="1509187"/>
                  <a:pt x="274256" y="1525957"/>
                </a:cubicBezTo>
                <a:cubicBezTo>
                  <a:pt x="274256" y="1542726"/>
                  <a:pt x="260662" y="1556320"/>
                  <a:pt x="243892" y="1556320"/>
                </a:cubicBezTo>
                <a:cubicBezTo>
                  <a:pt x="227123" y="1556320"/>
                  <a:pt x="213529" y="1542726"/>
                  <a:pt x="213529" y="1525957"/>
                </a:cubicBezTo>
                <a:cubicBezTo>
                  <a:pt x="213529" y="1509187"/>
                  <a:pt x="227123" y="1495593"/>
                  <a:pt x="243892" y="1495593"/>
                </a:cubicBezTo>
                <a:close/>
                <a:moveTo>
                  <a:pt x="171339" y="1495593"/>
                </a:moveTo>
                <a:cubicBezTo>
                  <a:pt x="188107" y="1495593"/>
                  <a:pt x="201701" y="1509187"/>
                  <a:pt x="201701" y="1525957"/>
                </a:cubicBezTo>
                <a:cubicBezTo>
                  <a:pt x="201701" y="1542726"/>
                  <a:pt x="188107" y="1556320"/>
                  <a:pt x="171339" y="1556320"/>
                </a:cubicBezTo>
                <a:cubicBezTo>
                  <a:pt x="154606" y="1556320"/>
                  <a:pt x="141012" y="1542726"/>
                  <a:pt x="141012" y="1525957"/>
                </a:cubicBezTo>
                <a:cubicBezTo>
                  <a:pt x="141012" y="1509187"/>
                  <a:pt x="154606" y="1495593"/>
                  <a:pt x="171339" y="1495593"/>
                </a:cubicBezTo>
                <a:close/>
                <a:moveTo>
                  <a:pt x="98825" y="1495593"/>
                </a:moveTo>
                <a:cubicBezTo>
                  <a:pt x="115592" y="1495593"/>
                  <a:pt x="129186" y="1509187"/>
                  <a:pt x="129186" y="1525957"/>
                </a:cubicBezTo>
                <a:cubicBezTo>
                  <a:pt x="129186" y="1542726"/>
                  <a:pt x="115592" y="1556320"/>
                  <a:pt x="98825" y="1556320"/>
                </a:cubicBezTo>
                <a:cubicBezTo>
                  <a:pt x="82054" y="1556320"/>
                  <a:pt x="68461" y="1542726"/>
                  <a:pt x="68461" y="1525957"/>
                </a:cubicBezTo>
                <a:cubicBezTo>
                  <a:pt x="68461" y="1509187"/>
                  <a:pt x="82054" y="1495593"/>
                  <a:pt x="98825" y="1495593"/>
                </a:cubicBezTo>
                <a:close/>
                <a:moveTo>
                  <a:pt x="26270" y="1495593"/>
                </a:moveTo>
                <a:cubicBezTo>
                  <a:pt x="43038" y="1495593"/>
                  <a:pt x="56632" y="1509187"/>
                  <a:pt x="56632" y="1525957"/>
                </a:cubicBezTo>
                <a:cubicBezTo>
                  <a:pt x="56632" y="1542726"/>
                  <a:pt x="43038" y="1556320"/>
                  <a:pt x="26270" y="1556320"/>
                </a:cubicBezTo>
                <a:cubicBezTo>
                  <a:pt x="17886" y="1556320"/>
                  <a:pt x="10295" y="1552922"/>
                  <a:pt x="4801" y="1547427"/>
                </a:cubicBezTo>
                <a:lnTo>
                  <a:pt x="0" y="1535836"/>
                </a:lnTo>
                <a:lnTo>
                  <a:pt x="0" y="1516078"/>
                </a:lnTo>
                <a:lnTo>
                  <a:pt x="4801" y="1504486"/>
                </a:lnTo>
                <a:cubicBezTo>
                  <a:pt x="10295" y="1498992"/>
                  <a:pt x="17886" y="1495593"/>
                  <a:pt x="26270" y="1495593"/>
                </a:cubicBezTo>
                <a:close/>
                <a:moveTo>
                  <a:pt x="1259656" y="1415141"/>
                </a:moveTo>
                <a:cubicBezTo>
                  <a:pt x="1268041" y="1415141"/>
                  <a:pt x="1275632" y="1418540"/>
                  <a:pt x="1281127" y="1424035"/>
                </a:cubicBezTo>
                <a:lnTo>
                  <a:pt x="1285044" y="1433492"/>
                </a:lnTo>
                <a:lnTo>
                  <a:pt x="1248565" y="1473629"/>
                </a:lnTo>
                <a:lnTo>
                  <a:pt x="1247837" y="1473482"/>
                </a:lnTo>
                <a:cubicBezTo>
                  <a:pt x="1236940" y="1468873"/>
                  <a:pt x="1229293" y="1458082"/>
                  <a:pt x="1229293" y="1445505"/>
                </a:cubicBezTo>
                <a:cubicBezTo>
                  <a:pt x="1229293" y="1428735"/>
                  <a:pt x="1242887" y="1415141"/>
                  <a:pt x="1259656" y="1415141"/>
                </a:cubicBezTo>
                <a:close/>
                <a:moveTo>
                  <a:pt x="1187102" y="1415141"/>
                </a:moveTo>
                <a:cubicBezTo>
                  <a:pt x="1203871" y="1415141"/>
                  <a:pt x="1217465" y="1428735"/>
                  <a:pt x="1217465" y="1445505"/>
                </a:cubicBezTo>
                <a:cubicBezTo>
                  <a:pt x="1217465" y="1462274"/>
                  <a:pt x="1203871" y="1475868"/>
                  <a:pt x="1187102" y="1475868"/>
                </a:cubicBezTo>
                <a:cubicBezTo>
                  <a:pt x="1170332" y="1475868"/>
                  <a:pt x="1156738" y="1462274"/>
                  <a:pt x="1156738" y="1445505"/>
                </a:cubicBezTo>
                <a:cubicBezTo>
                  <a:pt x="1156738" y="1428735"/>
                  <a:pt x="1170332" y="1415141"/>
                  <a:pt x="1187102" y="1415141"/>
                </a:cubicBezTo>
                <a:close/>
                <a:moveTo>
                  <a:pt x="1114547" y="1415141"/>
                </a:moveTo>
                <a:cubicBezTo>
                  <a:pt x="1131317" y="1415141"/>
                  <a:pt x="1144911" y="1428735"/>
                  <a:pt x="1144911" y="1445505"/>
                </a:cubicBezTo>
                <a:cubicBezTo>
                  <a:pt x="1144911" y="1462274"/>
                  <a:pt x="1131317" y="1475868"/>
                  <a:pt x="1114547" y="1475868"/>
                </a:cubicBezTo>
                <a:cubicBezTo>
                  <a:pt x="1097778" y="1475868"/>
                  <a:pt x="1084184" y="1462274"/>
                  <a:pt x="1084184" y="1445505"/>
                </a:cubicBezTo>
                <a:cubicBezTo>
                  <a:pt x="1084184" y="1428735"/>
                  <a:pt x="1097778" y="1415141"/>
                  <a:pt x="1114547" y="1415141"/>
                </a:cubicBezTo>
                <a:close/>
                <a:moveTo>
                  <a:pt x="1041993" y="1415141"/>
                </a:moveTo>
                <a:cubicBezTo>
                  <a:pt x="1058762" y="1415141"/>
                  <a:pt x="1072356" y="1428735"/>
                  <a:pt x="1072356" y="1445505"/>
                </a:cubicBezTo>
                <a:cubicBezTo>
                  <a:pt x="1072356" y="1462274"/>
                  <a:pt x="1058762" y="1475868"/>
                  <a:pt x="1041993" y="1475868"/>
                </a:cubicBezTo>
                <a:cubicBezTo>
                  <a:pt x="1025223" y="1475868"/>
                  <a:pt x="1011629" y="1462274"/>
                  <a:pt x="1011629" y="1445505"/>
                </a:cubicBezTo>
                <a:cubicBezTo>
                  <a:pt x="1011629" y="1428735"/>
                  <a:pt x="1025223" y="1415141"/>
                  <a:pt x="1041993" y="1415141"/>
                </a:cubicBezTo>
                <a:close/>
                <a:moveTo>
                  <a:pt x="969438" y="1415141"/>
                </a:moveTo>
                <a:cubicBezTo>
                  <a:pt x="986208" y="1415141"/>
                  <a:pt x="999801" y="1428735"/>
                  <a:pt x="999801" y="1445505"/>
                </a:cubicBezTo>
                <a:cubicBezTo>
                  <a:pt x="999801" y="1462274"/>
                  <a:pt x="986208" y="1475868"/>
                  <a:pt x="969438" y="1475868"/>
                </a:cubicBezTo>
                <a:cubicBezTo>
                  <a:pt x="952669" y="1475868"/>
                  <a:pt x="939075" y="1462274"/>
                  <a:pt x="939075" y="1445505"/>
                </a:cubicBezTo>
                <a:cubicBezTo>
                  <a:pt x="939075" y="1428735"/>
                  <a:pt x="952669" y="1415141"/>
                  <a:pt x="969438" y="1415141"/>
                </a:cubicBezTo>
                <a:close/>
                <a:moveTo>
                  <a:pt x="896883" y="1415141"/>
                </a:moveTo>
                <a:cubicBezTo>
                  <a:pt x="913653" y="1415141"/>
                  <a:pt x="927247" y="1428735"/>
                  <a:pt x="927247" y="1445505"/>
                </a:cubicBezTo>
                <a:cubicBezTo>
                  <a:pt x="927247" y="1462274"/>
                  <a:pt x="913653" y="1475868"/>
                  <a:pt x="896883" y="1475868"/>
                </a:cubicBezTo>
                <a:cubicBezTo>
                  <a:pt x="880114" y="1475868"/>
                  <a:pt x="866520" y="1462274"/>
                  <a:pt x="866520" y="1445505"/>
                </a:cubicBezTo>
                <a:cubicBezTo>
                  <a:pt x="866520" y="1428735"/>
                  <a:pt x="880114" y="1415141"/>
                  <a:pt x="896883" y="1415141"/>
                </a:cubicBezTo>
                <a:close/>
                <a:moveTo>
                  <a:pt x="824329" y="1415141"/>
                </a:moveTo>
                <a:cubicBezTo>
                  <a:pt x="841098" y="1415141"/>
                  <a:pt x="854692" y="1428735"/>
                  <a:pt x="854692" y="1445505"/>
                </a:cubicBezTo>
                <a:cubicBezTo>
                  <a:pt x="854692" y="1462274"/>
                  <a:pt x="841098" y="1475868"/>
                  <a:pt x="824329" y="1475868"/>
                </a:cubicBezTo>
                <a:cubicBezTo>
                  <a:pt x="807559" y="1475868"/>
                  <a:pt x="793965" y="1462274"/>
                  <a:pt x="793965" y="1445505"/>
                </a:cubicBezTo>
                <a:cubicBezTo>
                  <a:pt x="793965" y="1428735"/>
                  <a:pt x="807559" y="1415141"/>
                  <a:pt x="824329" y="1415141"/>
                </a:cubicBezTo>
                <a:close/>
                <a:moveTo>
                  <a:pt x="751774" y="1415141"/>
                </a:moveTo>
                <a:cubicBezTo>
                  <a:pt x="768544" y="1415141"/>
                  <a:pt x="782138" y="1428735"/>
                  <a:pt x="782138" y="1445505"/>
                </a:cubicBezTo>
                <a:cubicBezTo>
                  <a:pt x="782138" y="1462274"/>
                  <a:pt x="768544" y="1475868"/>
                  <a:pt x="751774" y="1475868"/>
                </a:cubicBezTo>
                <a:cubicBezTo>
                  <a:pt x="735005" y="1475868"/>
                  <a:pt x="721411" y="1462274"/>
                  <a:pt x="721411" y="1445505"/>
                </a:cubicBezTo>
                <a:cubicBezTo>
                  <a:pt x="721411" y="1428735"/>
                  <a:pt x="735005" y="1415141"/>
                  <a:pt x="751774" y="1415141"/>
                </a:cubicBezTo>
                <a:close/>
                <a:moveTo>
                  <a:pt x="679220" y="1415141"/>
                </a:moveTo>
                <a:cubicBezTo>
                  <a:pt x="695989" y="1415141"/>
                  <a:pt x="709583" y="1428735"/>
                  <a:pt x="709583" y="1445505"/>
                </a:cubicBezTo>
                <a:cubicBezTo>
                  <a:pt x="709583" y="1462274"/>
                  <a:pt x="695989" y="1475868"/>
                  <a:pt x="679220" y="1475868"/>
                </a:cubicBezTo>
                <a:cubicBezTo>
                  <a:pt x="662450" y="1475868"/>
                  <a:pt x="648856" y="1462274"/>
                  <a:pt x="648856" y="1445505"/>
                </a:cubicBezTo>
                <a:cubicBezTo>
                  <a:pt x="648856" y="1428735"/>
                  <a:pt x="662450" y="1415141"/>
                  <a:pt x="679220" y="1415141"/>
                </a:cubicBezTo>
                <a:close/>
                <a:moveTo>
                  <a:pt x="606665" y="1415141"/>
                </a:moveTo>
                <a:cubicBezTo>
                  <a:pt x="623435" y="1415141"/>
                  <a:pt x="637029" y="1428735"/>
                  <a:pt x="637029" y="1445505"/>
                </a:cubicBezTo>
                <a:cubicBezTo>
                  <a:pt x="637029" y="1462274"/>
                  <a:pt x="623435" y="1475868"/>
                  <a:pt x="606665" y="1475868"/>
                </a:cubicBezTo>
                <a:cubicBezTo>
                  <a:pt x="589896" y="1475868"/>
                  <a:pt x="576302" y="1462274"/>
                  <a:pt x="576302" y="1445505"/>
                </a:cubicBezTo>
                <a:cubicBezTo>
                  <a:pt x="576302" y="1428735"/>
                  <a:pt x="589896" y="1415141"/>
                  <a:pt x="606665" y="1415141"/>
                </a:cubicBezTo>
                <a:close/>
                <a:moveTo>
                  <a:pt x="534111" y="1415141"/>
                </a:moveTo>
                <a:cubicBezTo>
                  <a:pt x="550880" y="1415141"/>
                  <a:pt x="564474" y="1428735"/>
                  <a:pt x="564474" y="1445505"/>
                </a:cubicBezTo>
                <a:cubicBezTo>
                  <a:pt x="564474" y="1462274"/>
                  <a:pt x="550880" y="1475868"/>
                  <a:pt x="534111" y="1475868"/>
                </a:cubicBezTo>
                <a:cubicBezTo>
                  <a:pt x="517341" y="1475868"/>
                  <a:pt x="503747" y="1462274"/>
                  <a:pt x="503747" y="1445505"/>
                </a:cubicBezTo>
                <a:cubicBezTo>
                  <a:pt x="503747" y="1428735"/>
                  <a:pt x="517341" y="1415141"/>
                  <a:pt x="534111" y="1415141"/>
                </a:cubicBezTo>
                <a:close/>
                <a:moveTo>
                  <a:pt x="461556" y="1415141"/>
                </a:moveTo>
                <a:cubicBezTo>
                  <a:pt x="478326" y="1415141"/>
                  <a:pt x="491920" y="1428735"/>
                  <a:pt x="491920" y="1445505"/>
                </a:cubicBezTo>
                <a:cubicBezTo>
                  <a:pt x="491920" y="1462274"/>
                  <a:pt x="478326" y="1475868"/>
                  <a:pt x="461556" y="1475868"/>
                </a:cubicBezTo>
                <a:cubicBezTo>
                  <a:pt x="444787" y="1475868"/>
                  <a:pt x="431192" y="1462274"/>
                  <a:pt x="431192" y="1445505"/>
                </a:cubicBezTo>
                <a:cubicBezTo>
                  <a:pt x="431192" y="1428735"/>
                  <a:pt x="444787" y="1415141"/>
                  <a:pt x="461556" y="1415141"/>
                </a:cubicBezTo>
                <a:close/>
                <a:moveTo>
                  <a:pt x="389002" y="1415141"/>
                </a:moveTo>
                <a:cubicBezTo>
                  <a:pt x="405771" y="1415141"/>
                  <a:pt x="419365" y="1428735"/>
                  <a:pt x="419365" y="1445505"/>
                </a:cubicBezTo>
                <a:cubicBezTo>
                  <a:pt x="419365" y="1462274"/>
                  <a:pt x="405771" y="1475868"/>
                  <a:pt x="389002" y="1475868"/>
                </a:cubicBezTo>
                <a:cubicBezTo>
                  <a:pt x="372232" y="1475868"/>
                  <a:pt x="358638" y="1462274"/>
                  <a:pt x="358638" y="1445505"/>
                </a:cubicBezTo>
                <a:cubicBezTo>
                  <a:pt x="358638" y="1428735"/>
                  <a:pt x="372232" y="1415141"/>
                  <a:pt x="389002" y="1415141"/>
                </a:cubicBezTo>
                <a:close/>
                <a:moveTo>
                  <a:pt x="316447" y="1415141"/>
                </a:moveTo>
                <a:cubicBezTo>
                  <a:pt x="333216" y="1415141"/>
                  <a:pt x="346810" y="1428735"/>
                  <a:pt x="346810" y="1445505"/>
                </a:cubicBezTo>
                <a:cubicBezTo>
                  <a:pt x="346810" y="1462274"/>
                  <a:pt x="333216" y="1475868"/>
                  <a:pt x="316447" y="1475868"/>
                </a:cubicBezTo>
                <a:cubicBezTo>
                  <a:pt x="299677" y="1475868"/>
                  <a:pt x="286084" y="1462274"/>
                  <a:pt x="286084" y="1445505"/>
                </a:cubicBezTo>
                <a:cubicBezTo>
                  <a:pt x="286084" y="1428735"/>
                  <a:pt x="299677" y="1415141"/>
                  <a:pt x="316447" y="1415141"/>
                </a:cubicBezTo>
                <a:close/>
                <a:moveTo>
                  <a:pt x="243892" y="1415141"/>
                </a:moveTo>
                <a:cubicBezTo>
                  <a:pt x="260662" y="1415141"/>
                  <a:pt x="274256" y="1428735"/>
                  <a:pt x="274256" y="1445505"/>
                </a:cubicBezTo>
                <a:cubicBezTo>
                  <a:pt x="274256" y="1462274"/>
                  <a:pt x="260662" y="1475868"/>
                  <a:pt x="243892" y="1475868"/>
                </a:cubicBezTo>
                <a:cubicBezTo>
                  <a:pt x="227123" y="1475868"/>
                  <a:pt x="213529" y="1462274"/>
                  <a:pt x="213529" y="1445505"/>
                </a:cubicBezTo>
                <a:cubicBezTo>
                  <a:pt x="213529" y="1428735"/>
                  <a:pt x="227123" y="1415141"/>
                  <a:pt x="243892" y="1415141"/>
                </a:cubicBezTo>
                <a:close/>
                <a:moveTo>
                  <a:pt x="171339" y="1415141"/>
                </a:moveTo>
                <a:cubicBezTo>
                  <a:pt x="188107" y="1415141"/>
                  <a:pt x="201701" y="1428735"/>
                  <a:pt x="201701" y="1445505"/>
                </a:cubicBezTo>
                <a:cubicBezTo>
                  <a:pt x="201701" y="1462274"/>
                  <a:pt x="188107" y="1475868"/>
                  <a:pt x="171339" y="1475868"/>
                </a:cubicBezTo>
                <a:cubicBezTo>
                  <a:pt x="154611" y="1475868"/>
                  <a:pt x="141018" y="1462274"/>
                  <a:pt x="141018" y="1445505"/>
                </a:cubicBezTo>
                <a:cubicBezTo>
                  <a:pt x="141018" y="1428735"/>
                  <a:pt x="154611" y="1415141"/>
                  <a:pt x="171339" y="1415141"/>
                </a:cubicBezTo>
                <a:close/>
                <a:moveTo>
                  <a:pt x="98831" y="1415141"/>
                </a:moveTo>
                <a:cubicBezTo>
                  <a:pt x="115598" y="1415141"/>
                  <a:pt x="129192" y="1428735"/>
                  <a:pt x="129192" y="1445505"/>
                </a:cubicBezTo>
                <a:cubicBezTo>
                  <a:pt x="129192" y="1462274"/>
                  <a:pt x="115598" y="1475868"/>
                  <a:pt x="98831" y="1475868"/>
                </a:cubicBezTo>
                <a:cubicBezTo>
                  <a:pt x="82060" y="1475868"/>
                  <a:pt x="68467" y="1462274"/>
                  <a:pt x="68467" y="1445505"/>
                </a:cubicBezTo>
                <a:cubicBezTo>
                  <a:pt x="68467" y="1428735"/>
                  <a:pt x="82060" y="1415141"/>
                  <a:pt x="98831" y="1415141"/>
                </a:cubicBezTo>
                <a:close/>
                <a:moveTo>
                  <a:pt x="26277" y="1415141"/>
                </a:moveTo>
                <a:cubicBezTo>
                  <a:pt x="43044" y="1415141"/>
                  <a:pt x="56638" y="1428735"/>
                  <a:pt x="56638" y="1445505"/>
                </a:cubicBezTo>
                <a:cubicBezTo>
                  <a:pt x="56638" y="1462274"/>
                  <a:pt x="43044" y="1475868"/>
                  <a:pt x="26277" y="1475868"/>
                </a:cubicBezTo>
                <a:cubicBezTo>
                  <a:pt x="17892" y="1475868"/>
                  <a:pt x="10301" y="1472470"/>
                  <a:pt x="4807" y="1466975"/>
                </a:cubicBezTo>
                <a:lnTo>
                  <a:pt x="0" y="1455370"/>
                </a:lnTo>
                <a:lnTo>
                  <a:pt x="0" y="1435640"/>
                </a:lnTo>
                <a:lnTo>
                  <a:pt x="4807" y="1424034"/>
                </a:lnTo>
                <a:cubicBezTo>
                  <a:pt x="10301" y="1418540"/>
                  <a:pt x="17892" y="1415141"/>
                  <a:pt x="26277" y="1415141"/>
                </a:cubicBezTo>
                <a:close/>
                <a:moveTo>
                  <a:pt x="1332211" y="1334690"/>
                </a:moveTo>
                <a:cubicBezTo>
                  <a:pt x="1340596" y="1334690"/>
                  <a:pt x="1348186" y="1338088"/>
                  <a:pt x="1353681" y="1343583"/>
                </a:cubicBezTo>
                <a:lnTo>
                  <a:pt x="1356143" y="1349526"/>
                </a:lnTo>
                <a:lnTo>
                  <a:pt x="1331934" y="1381900"/>
                </a:lnTo>
                <a:lnTo>
                  <a:pt x="1321597" y="1393274"/>
                </a:lnTo>
                <a:lnTo>
                  <a:pt x="1320392" y="1393030"/>
                </a:lnTo>
                <a:cubicBezTo>
                  <a:pt x="1309494" y="1388421"/>
                  <a:pt x="1301847" y="1377631"/>
                  <a:pt x="1301847" y="1365053"/>
                </a:cubicBezTo>
                <a:cubicBezTo>
                  <a:pt x="1301847" y="1348284"/>
                  <a:pt x="1315441" y="1334690"/>
                  <a:pt x="1332211" y="1334690"/>
                </a:cubicBezTo>
                <a:close/>
                <a:moveTo>
                  <a:pt x="1259656" y="1334690"/>
                </a:moveTo>
                <a:cubicBezTo>
                  <a:pt x="1276426" y="1334690"/>
                  <a:pt x="1290020" y="1348284"/>
                  <a:pt x="1290020" y="1365053"/>
                </a:cubicBezTo>
                <a:cubicBezTo>
                  <a:pt x="1290020" y="1381823"/>
                  <a:pt x="1276426" y="1395417"/>
                  <a:pt x="1259656" y="1395417"/>
                </a:cubicBezTo>
                <a:cubicBezTo>
                  <a:pt x="1242887" y="1395417"/>
                  <a:pt x="1229293" y="1381823"/>
                  <a:pt x="1229293" y="1365053"/>
                </a:cubicBezTo>
                <a:cubicBezTo>
                  <a:pt x="1229293" y="1348284"/>
                  <a:pt x="1242887" y="1334690"/>
                  <a:pt x="1259656" y="1334690"/>
                </a:cubicBezTo>
                <a:close/>
                <a:moveTo>
                  <a:pt x="1187102" y="1334690"/>
                </a:moveTo>
                <a:cubicBezTo>
                  <a:pt x="1203871" y="1334690"/>
                  <a:pt x="1217465" y="1348284"/>
                  <a:pt x="1217465" y="1365053"/>
                </a:cubicBezTo>
                <a:cubicBezTo>
                  <a:pt x="1217465" y="1381823"/>
                  <a:pt x="1203871" y="1395417"/>
                  <a:pt x="1187102" y="1395417"/>
                </a:cubicBezTo>
                <a:cubicBezTo>
                  <a:pt x="1170332" y="1395417"/>
                  <a:pt x="1156738" y="1381823"/>
                  <a:pt x="1156738" y="1365053"/>
                </a:cubicBezTo>
                <a:cubicBezTo>
                  <a:pt x="1156738" y="1348284"/>
                  <a:pt x="1170332" y="1334690"/>
                  <a:pt x="1187102" y="1334690"/>
                </a:cubicBezTo>
                <a:close/>
                <a:moveTo>
                  <a:pt x="1114547" y="1334690"/>
                </a:moveTo>
                <a:cubicBezTo>
                  <a:pt x="1131317" y="1334690"/>
                  <a:pt x="1144911" y="1348284"/>
                  <a:pt x="1144911" y="1365053"/>
                </a:cubicBezTo>
                <a:cubicBezTo>
                  <a:pt x="1144911" y="1381823"/>
                  <a:pt x="1131317" y="1395417"/>
                  <a:pt x="1114547" y="1395417"/>
                </a:cubicBezTo>
                <a:cubicBezTo>
                  <a:pt x="1097778" y="1395417"/>
                  <a:pt x="1084184" y="1381823"/>
                  <a:pt x="1084184" y="1365053"/>
                </a:cubicBezTo>
                <a:cubicBezTo>
                  <a:pt x="1084184" y="1348284"/>
                  <a:pt x="1097778" y="1334690"/>
                  <a:pt x="1114547" y="1334690"/>
                </a:cubicBezTo>
                <a:close/>
                <a:moveTo>
                  <a:pt x="1041993" y="1334690"/>
                </a:moveTo>
                <a:cubicBezTo>
                  <a:pt x="1058762" y="1334690"/>
                  <a:pt x="1072356" y="1348284"/>
                  <a:pt x="1072356" y="1365053"/>
                </a:cubicBezTo>
                <a:cubicBezTo>
                  <a:pt x="1072356" y="1381823"/>
                  <a:pt x="1058762" y="1395417"/>
                  <a:pt x="1041993" y="1395417"/>
                </a:cubicBezTo>
                <a:cubicBezTo>
                  <a:pt x="1025223" y="1395417"/>
                  <a:pt x="1011629" y="1381823"/>
                  <a:pt x="1011629" y="1365053"/>
                </a:cubicBezTo>
                <a:cubicBezTo>
                  <a:pt x="1011629" y="1348284"/>
                  <a:pt x="1025223" y="1334690"/>
                  <a:pt x="1041993" y="1334690"/>
                </a:cubicBezTo>
                <a:close/>
                <a:moveTo>
                  <a:pt x="969438" y="1334690"/>
                </a:moveTo>
                <a:cubicBezTo>
                  <a:pt x="986208" y="1334690"/>
                  <a:pt x="999801" y="1348284"/>
                  <a:pt x="999801" y="1365053"/>
                </a:cubicBezTo>
                <a:cubicBezTo>
                  <a:pt x="999801" y="1381823"/>
                  <a:pt x="986208" y="1395417"/>
                  <a:pt x="969438" y="1395417"/>
                </a:cubicBezTo>
                <a:cubicBezTo>
                  <a:pt x="952669" y="1395417"/>
                  <a:pt x="939075" y="1381823"/>
                  <a:pt x="939075" y="1365053"/>
                </a:cubicBezTo>
                <a:cubicBezTo>
                  <a:pt x="939075" y="1348284"/>
                  <a:pt x="952669" y="1334690"/>
                  <a:pt x="969438" y="1334690"/>
                </a:cubicBezTo>
                <a:close/>
                <a:moveTo>
                  <a:pt x="896883" y="1334690"/>
                </a:moveTo>
                <a:cubicBezTo>
                  <a:pt x="913653" y="1334690"/>
                  <a:pt x="927247" y="1348284"/>
                  <a:pt x="927247" y="1365053"/>
                </a:cubicBezTo>
                <a:cubicBezTo>
                  <a:pt x="927247" y="1381823"/>
                  <a:pt x="913653" y="1395417"/>
                  <a:pt x="896883" y="1395417"/>
                </a:cubicBezTo>
                <a:cubicBezTo>
                  <a:pt x="880114" y="1395417"/>
                  <a:pt x="866520" y="1381823"/>
                  <a:pt x="866520" y="1365053"/>
                </a:cubicBezTo>
                <a:cubicBezTo>
                  <a:pt x="866520" y="1348284"/>
                  <a:pt x="880114" y="1334690"/>
                  <a:pt x="896883" y="1334690"/>
                </a:cubicBezTo>
                <a:close/>
                <a:moveTo>
                  <a:pt x="824329" y="1334690"/>
                </a:moveTo>
                <a:cubicBezTo>
                  <a:pt x="841098" y="1334690"/>
                  <a:pt x="854692" y="1348284"/>
                  <a:pt x="854692" y="1365053"/>
                </a:cubicBezTo>
                <a:cubicBezTo>
                  <a:pt x="854692" y="1381823"/>
                  <a:pt x="841098" y="1395417"/>
                  <a:pt x="824329" y="1395417"/>
                </a:cubicBezTo>
                <a:cubicBezTo>
                  <a:pt x="807559" y="1395417"/>
                  <a:pt x="793965" y="1381823"/>
                  <a:pt x="793965" y="1365053"/>
                </a:cubicBezTo>
                <a:cubicBezTo>
                  <a:pt x="793965" y="1348284"/>
                  <a:pt x="807559" y="1334690"/>
                  <a:pt x="824329" y="1334690"/>
                </a:cubicBezTo>
                <a:close/>
                <a:moveTo>
                  <a:pt x="751774" y="1334690"/>
                </a:moveTo>
                <a:cubicBezTo>
                  <a:pt x="768544" y="1334690"/>
                  <a:pt x="782138" y="1348284"/>
                  <a:pt x="782138" y="1365053"/>
                </a:cubicBezTo>
                <a:cubicBezTo>
                  <a:pt x="782138" y="1381823"/>
                  <a:pt x="768544" y="1395417"/>
                  <a:pt x="751774" y="1395417"/>
                </a:cubicBezTo>
                <a:cubicBezTo>
                  <a:pt x="735005" y="1395417"/>
                  <a:pt x="721411" y="1381823"/>
                  <a:pt x="721411" y="1365053"/>
                </a:cubicBezTo>
                <a:cubicBezTo>
                  <a:pt x="721411" y="1348284"/>
                  <a:pt x="735005" y="1334690"/>
                  <a:pt x="751774" y="1334690"/>
                </a:cubicBezTo>
                <a:close/>
                <a:moveTo>
                  <a:pt x="679220" y="1334690"/>
                </a:moveTo>
                <a:cubicBezTo>
                  <a:pt x="695989" y="1334690"/>
                  <a:pt x="709583" y="1348284"/>
                  <a:pt x="709583" y="1365053"/>
                </a:cubicBezTo>
                <a:cubicBezTo>
                  <a:pt x="709583" y="1381823"/>
                  <a:pt x="695989" y="1395417"/>
                  <a:pt x="679220" y="1395417"/>
                </a:cubicBezTo>
                <a:cubicBezTo>
                  <a:pt x="662450" y="1395417"/>
                  <a:pt x="648856" y="1381823"/>
                  <a:pt x="648856" y="1365053"/>
                </a:cubicBezTo>
                <a:cubicBezTo>
                  <a:pt x="648856" y="1348284"/>
                  <a:pt x="662450" y="1334690"/>
                  <a:pt x="679220" y="1334690"/>
                </a:cubicBezTo>
                <a:close/>
                <a:moveTo>
                  <a:pt x="606665" y="1334690"/>
                </a:moveTo>
                <a:cubicBezTo>
                  <a:pt x="623435" y="1334690"/>
                  <a:pt x="637029" y="1348284"/>
                  <a:pt x="637029" y="1365053"/>
                </a:cubicBezTo>
                <a:cubicBezTo>
                  <a:pt x="637029" y="1381823"/>
                  <a:pt x="623435" y="1395417"/>
                  <a:pt x="606665" y="1395417"/>
                </a:cubicBezTo>
                <a:cubicBezTo>
                  <a:pt x="589896" y="1395417"/>
                  <a:pt x="576302" y="1381823"/>
                  <a:pt x="576302" y="1365053"/>
                </a:cubicBezTo>
                <a:cubicBezTo>
                  <a:pt x="576302" y="1348284"/>
                  <a:pt x="589896" y="1334690"/>
                  <a:pt x="606665" y="1334690"/>
                </a:cubicBezTo>
                <a:close/>
                <a:moveTo>
                  <a:pt x="534111" y="1334690"/>
                </a:moveTo>
                <a:cubicBezTo>
                  <a:pt x="550880" y="1334690"/>
                  <a:pt x="564474" y="1348284"/>
                  <a:pt x="564474" y="1365053"/>
                </a:cubicBezTo>
                <a:cubicBezTo>
                  <a:pt x="564474" y="1381823"/>
                  <a:pt x="550880" y="1395417"/>
                  <a:pt x="534111" y="1395417"/>
                </a:cubicBezTo>
                <a:cubicBezTo>
                  <a:pt x="517341" y="1395417"/>
                  <a:pt x="503747" y="1381823"/>
                  <a:pt x="503747" y="1365053"/>
                </a:cubicBezTo>
                <a:cubicBezTo>
                  <a:pt x="503747" y="1348284"/>
                  <a:pt x="517341" y="1334690"/>
                  <a:pt x="534111" y="1334690"/>
                </a:cubicBezTo>
                <a:close/>
                <a:moveTo>
                  <a:pt x="461556" y="1334690"/>
                </a:moveTo>
                <a:cubicBezTo>
                  <a:pt x="478326" y="1334690"/>
                  <a:pt x="491920" y="1348284"/>
                  <a:pt x="491920" y="1365053"/>
                </a:cubicBezTo>
                <a:cubicBezTo>
                  <a:pt x="491920" y="1381823"/>
                  <a:pt x="478326" y="1395417"/>
                  <a:pt x="461556" y="1395417"/>
                </a:cubicBezTo>
                <a:cubicBezTo>
                  <a:pt x="444787" y="1395417"/>
                  <a:pt x="431192" y="1381823"/>
                  <a:pt x="431192" y="1365053"/>
                </a:cubicBezTo>
                <a:cubicBezTo>
                  <a:pt x="431192" y="1348284"/>
                  <a:pt x="444787" y="1334690"/>
                  <a:pt x="461556" y="1334690"/>
                </a:cubicBezTo>
                <a:close/>
                <a:moveTo>
                  <a:pt x="389002" y="1334690"/>
                </a:moveTo>
                <a:cubicBezTo>
                  <a:pt x="405771" y="1334690"/>
                  <a:pt x="419365" y="1348284"/>
                  <a:pt x="419365" y="1365053"/>
                </a:cubicBezTo>
                <a:cubicBezTo>
                  <a:pt x="419365" y="1381823"/>
                  <a:pt x="405771" y="1395417"/>
                  <a:pt x="389002" y="1395417"/>
                </a:cubicBezTo>
                <a:cubicBezTo>
                  <a:pt x="372232" y="1395417"/>
                  <a:pt x="358638" y="1381823"/>
                  <a:pt x="358638" y="1365053"/>
                </a:cubicBezTo>
                <a:cubicBezTo>
                  <a:pt x="358638" y="1348284"/>
                  <a:pt x="372232" y="1334690"/>
                  <a:pt x="389002" y="1334690"/>
                </a:cubicBezTo>
                <a:close/>
                <a:moveTo>
                  <a:pt x="316447" y="1334690"/>
                </a:moveTo>
                <a:cubicBezTo>
                  <a:pt x="333216" y="1334690"/>
                  <a:pt x="346810" y="1348284"/>
                  <a:pt x="346810" y="1365053"/>
                </a:cubicBezTo>
                <a:cubicBezTo>
                  <a:pt x="346810" y="1381823"/>
                  <a:pt x="333216" y="1395417"/>
                  <a:pt x="316447" y="1395417"/>
                </a:cubicBezTo>
                <a:cubicBezTo>
                  <a:pt x="299677" y="1395417"/>
                  <a:pt x="286084" y="1381823"/>
                  <a:pt x="286084" y="1365053"/>
                </a:cubicBezTo>
                <a:cubicBezTo>
                  <a:pt x="286084" y="1348284"/>
                  <a:pt x="299677" y="1334690"/>
                  <a:pt x="316447" y="1334690"/>
                </a:cubicBezTo>
                <a:close/>
                <a:moveTo>
                  <a:pt x="243892" y="1334690"/>
                </a:moveTo>
                <a:cubicBezTo>
                  <a:pt x="260662" y="1334690"/>
                  <a:pt x="274256" y="1348284"/>
                  <a:pt x="274256" y="1365053"/>
                </a:cubicBezTo>
                <a:cubicBezTo>
                  <a:pt x="274256" y="1381823"/>
                  <a:pt x="260662" y="1395417"/>
                  <a:pt x="243892" y="1395417"/>
                </a:cubicBezTo>
                <a:cubicBezTo>
                  <a:pt x="227123" y="1395417"/>
                  <a:pt x="213529" y="1381823"/>
                  <a:pt x="213529" y="1365053"/>
                </a:cubicBezTo>
                <a:cubicBezTo>
                  <a:pt x="213529" y="1348284"/>
                  <a:pt x="227123" y="1334690"/>
                  <a:pt x="243892" y="1334690"/>
                </a:cubicBezTo>
                <a:close/>
                <a:moveTo>
                  <a:pt x="171339" y="1334690"/>
                </a:moveTo>
                <a:cubicBezTo>
                  <a:pt x="188107" y="1334690"/>
                  <a:pt x="201701" y="1348284"/>
                  <a:pt x="201701" y="1365053"/>
                </a:cubicBezTo>
                <a:cubicBezTo>
                  <a:pt x="201701" y="1381823"/>
                  <a:pt x="188107" y="1395417"/>
                  <a:pt x="171339" y="1395417"/>
                </a:cubicBezTo>
                <a:cubicBezTo>
                  <a:pt x="154616" y="1395417"/>
                  <a:pt x="141023" y="1381823"/>
                  <a:pt x="141023" y="1365053"/>
                </a:cubicBezTo>
                <a:cubicBezTo>
                  <a:pt x="141023" y="1348284"/>
                  <a:pt x="154616" y="1334690"/>
                  <a:pt x="171339" y="1334690"/>
                </a:cubicBezTo>
                <a:close/>
                <a:moveTo>
                  <a:pt x="98838" y="1334690"/>
                </a:moveTo>
                <a:cubicBezTo>
                  <a:pt x="115605" y="1334690"/>
                  <a:pt x="129198" y="1348284"/>
                  <a:pt x="129198" y="1365053"/>
                </a:cubicBezTo>
                <a:cubicBezTo>
                  <a:pt x="129198" y="1381823"/>
                  <a:pt x="115605" y="1395417"/>
                  <a:pt x="98838" y="1395417"/>
                </a:cubicBezTo>
                <a:cubicBezTo>
                  <a:pt x="82067" y="1395417"/>
                  <a:pt x="68474" y="1381823"/>
                  <a:pt x="68474" y="1365053"/>
                </a:cubicBezTo>
                <a:cubicBezTo>
                  <a:pt x="68474" y="1348284"/>
                  <a:pt x="82067" y="1334690"/>
                  <a:pt x="98838" y="1334690"/>
                </a:cubicBezTo>
                <a:close/>
                <a:moveTo>
                  <a:pt x="26283" y="1334690"/>
                </a:moveTo>
                <a:cubicBezTo>
                  <a:pt x="43051" y="1334690"/>
                  <a:pt x="56645" y="1348284"/>
                  <a:pt x="56645" y="1365053"/>
                </a:cubicBezTo>
                <a:cubicBezTo>
                  <a:pt x="56645" y="1381823"/>
                  <a:pt x="43051" y="1395417"/>
                  <a:pt x="26283" y="1395417"/>
                </a:cubicBezTo>
                <a:cubicBezTo>
                  <a:pt x="17898" y="1395417"/>
                  <a:pt x="10308" y="1392019"/>
                  <a:pt x="4813" y="1386524"/>
                </a:cubicBezTo>
                <a:lnTo>
                  <a:pt x="0" y="1374903"/>
                </a:lnTo>
                <a:lnTo>
                  <a:pt x="0" y="1355203"/>
                </a:lnTo>
                <a:lnTo>
                  <a:pt x="4813" y="1343583"/>
                </a:lnTo>
                <a:cubicBezTo>
                  <a:pt x="10308" y="1338089"/>
                  <a:pt x="17898" y="1334690"/>
                  <a:pt x="26283" y="1334690"/>
                </a:cubicBezTo>
                <a:close/>
                <a:moveTo>
                  <a:pt x="1404765" y="1254238"/>
                </a:moveTo>
                <a:cubicBezTo>
                  <a:pt x="1408957" y="1254238"/>
                  <a:pt x="1412951" y="1255088"/>
                  <a:pt x="1416584" y="1256624"/>
                </a:cubicBezTo>
                <a:lnTo>
                  <a:pt x="1422045" y="1260306"/>
                </a:lnTo>
                <a:lnTo>
                  <a:pt x="1418517" y="1266114"/>
                </a:lnTo>
                <a:lnTo>
                  <a:pt x="1386846" y="1308466"/>
                </a:lnTo>
                <a:lnTo>
                  <a:pt x="1383295" y="1306072"/>
                </a:lnTo>
                <a:cubicBezTo>
                  <a:pt x="1377800" y="1300577"/>
                  <a:pt x="1374402" y="1292986"/>
                  <a:pt x="1374402" y="1284602"/>
                </a:cubicBezTo>
                <a:cubicBezTo>
                  <a:pt x="1374402" y="1267832"/>
                  <a:pt x="1387996" y="1254238"/>
                  <a:pt x="1404765" y="1254238"/>
                </a:cubicBezTo>
                <a:close/>
                <a:moveTo>
                  <a:pt x="1332211" y="1254238"/>
                </a:moveTo>
                <a:cubicBezTo>
                  <a:pt x="1348980" y="1254238"/>
                  <a:pt x="1362574" y="1267832"/>
                  <a:pt x="1362574" y="1284602"/>
                </a:cubicBezTo>
                <a:cubicBezTo>
                  <a:pt x="1362574" y="1301371"/>
                  <a:pt x="1348980" y="1314965"/>
                  <a:pt x="1332211" y="1314965"/>
                </a:cubicBezTo>
                <a:cubicBezTo>
                  <a:pt x="1315441" y="1314965"/>
                  <a:pt x="1301847" y="1301371"/>
                  <a:pt x="1301847" y="1284602"/>
                </a:cubicBezTo>
                <a:cubicBezTo>
                  <a:pt x="1301847" y="1267832"/>
                  <a:pt x="1315441" y="1254238"/>
                  <a:pt x="1332211" y="1254238"/>
                </a:cubicBezTo>
                <a:close/>
                <a:moveTo>
                  <a:pt x="1259656" y="1254238"/>
                </a:moveTo>
                <a:cubicBezTo>
                  <a:pt x="1276426" y="1254238"/>
                  <a:pt x="1290020" y="1267832"/>
                  <a:pt x="1290020" y="1284602"/>
                </a:cubicBezTo>
                <a:cubicBezTo>
                  <a:pt x="1290020" y="1301371"/>
                  <a:pt x="1276426" y="1314965"/>
                  <a:pt x="1259656" y="1314965"/>
                </a:cubicBezTo>
                <a:cubicBezTo>
                  <a:pt x="1242887" y="1314965"/>
                  <a:pt x="1229293" y="1301371"/>
                  <a:pt x="1229293" y="1284602"/>
                </a:cubicBezTo>
                <a:cubicBezTo>
                  <a:pt x="1229293" y="1267832"/>
                  <a:pt x="1242887" y="1254238"/>
                  <a:pt x="1259656" y="1254238"/>
                </a:cubicBezTo>
                <a:close/>
                <a:moveTo>
                  <a:pt x="1187102" y="1254238"/>
                </a:moveTo>
                <a:cubicBezTo>
                  <a:pt x="1203871" y="1254238"/>
                  <a:pt x="1217465" y="1267832"/>
                  <a:pt x="1217465" y="1284602"/>
                </a:cubicBezTo>
                <a:cubicBezTo>
                  <a:pt x="1217465" y="1301371"/>
                  <a:pt x="1203871" y="1314965"/>
                  <a:pt x="1187102" y="1314965"/>
                </a:cubicBezTo>
                <a:cubicBezTo>
                  <a:pt x="1170332" y="1314965"/>
                  <a:pt x="1156738" y="1301371"/>
                  <a:pt x="1156738" y="1284602"/>
                </a:cubicBezTo>
                <a:cubicBezTo>
                  <a:pt x="1156738" y="1267832"/>
                  <a:pt x="1170332" y="1254238"/>
                  <a:pt x="1187102" y="1254238"/>
                </a:cubicBezTo>
                <a:close/>
                <a:moveTo>
                  <a:pt x="1114547" y="1254238"/>
                </a:moveTo>
                <a:cubicBezTo>
                  <a:pt x="1131317" y="1254238"/>
                  <a:pt x="1144911" y="1267832"/>
                  <a:pt x="1144911" y="1284602"/>
                </a:cubicBezTo>
                <a:cubicBezTo>
                  <a:pt x="1144911" y="1301371"/>
                  <a:pt x="1131317" y="1314965"/>
                  <a:pt x="1114547" y="1314965"/>
                </a:cubicBezTo>
                <a:cubicBezTo>
                  <a:pt x="1097778" y="1314965"/>
                  <a:pt x="1084184" y="1301371"/>
                  <a:pt x="1084184" y="1284602"/>
                </a:cubicBezTo>
                <a:cubicBezTo>
                  <a:pt x="1084184" y="1267832"/>
                  <a:pt x="1097778" y="1254238"/>
                  <a:pt x="1114547" y="1254238"/>
                </a:cubicBezTo>
                <a:close/>
                <a:moveTo>
                  <a:pt x="1041993" y="1254238"/>
                </a:moveTo>
                <a:cubicBezTo>
                  <a:pt x="1058762" y="1254238"/>
                  <a:pt x="1072356" y="1267832"/>
                  <a:pt x="1072356" y="1284602"/>
                </a:cubicBezTo>
                <a:cubicBezTo>
                  <a:pt x="1072356" y="1301371"/>
                  <a:pt x="1058762" y="1314965"/>
                  <a:pt x="1041993" y="1314965"/>
                </a:cubicBezTo>
                <a:cubicBezTo>
                  <a:pt x="1025223" y="1314965"/>
                  <a:pt x="1011629" y="1301371"/>
                  <a:pt x="1011629" y="1284602"/>
                </a:cubicBezTo>
                <a:cubicBezTo>
                  <a:pt x="1011629" y="1267832"/>
                  <a:pt x="1025223" y="1254238"/>
                  <a:pt x="1041993" y="1254238"/>
                </a:cubicBezTo>
                <a:close/>
                <a:moveTo>
                  <a:pt x="969438" y="1254238"/>
                </a:moveTo>
                <a:cubicBezTo>
                  <a:pt x="986208" y="1254238"/>
                  <a:pt x="999801" y="1267832"/>
                  <a:pt x="999801" y="1284602"/>
                </a:cubicBezTo>
                <a:cubicBezTo>
                  <a:pt x="999801" y="1301371"/>
                  <a:pt x="986208" y="1314965"/>
                  <a:pt x="969438" y="1314965"/>
                </a:cubicBezTo>
                <a:cubicBezTo>
                  <a:pt x="952669" y="1314965"/>
                  <a:pt x="939075" y="1301371"/>
                  <a:pt x="939075" y="1284602"/>
                </a:cubicBezTo>
                <a:cubicBezTo>
                  <a:pt x="939075" y="1267832"/>
                  <a:pt x="952669" y="1254238"/>
                  <a:pt x="969438" y="1254238"/>
                </a:cubicBezTo>
                <a:close/>
                <a:moveTo>
                  <a:pt x="896883" y="1254238"/>
                </a:moveTo>
                <a:cubicBezTo>
                  <a:pt x="913653" y="1254238"/>
                  <a:pt x="927247" y="1267832"/>
                  <a:pt x="927247" y="1284602"/>
                </a:cubicBezTo>
                <a:cubicBezTo>
                  <a:pt x="927247" y="1301371"/>
                  <a:pt x="913653" y="1314965"/>
                  <a:pt x="896883" y="1314965"/>
                </a:cubicBezTo>
                <a:cubicBezTo>
                  <a:pt x="880114" y="1314965"/>
                  <a:pt x="866520" y="1301371"/>
                  <a:pt x="866520" y="1284602"/>
                </a:cubicBezTo>
                <a:cubicBezTo>
                  <a:pt x="866520" y="1267832"/>
                  <a:pt x="880114" y="1254238"/>
                  <a:pt x="896883" y="1254238"/>
                </a:cubicBezTo>
                <a:close/>
                <a:moveTo>
                  <a:pt x="824329" y="1254238"/>
                </a:moveTo>
                <a:cubicBezTo>
                  <a:pt x="841098" y="1254238"/>
                  <a:pt x="854692" y="1267832"/>
                  <a:pt x="854692" y="1284602"/>
                </a:cubicBezTo>
                <a:cubicBezTo>
                  <a:pt x="854692" y="1301371"/>
                  <a:pt x="841098" y="1314965"/>
                  <a:pt x="824329" y="1314965"/>
                </a:cubicBezTo>
                <a:cubicBezTo>
                  <a:pt x="807559" y="1314965"/>
                  <a:pt x="793965" y="1301371"/>
                  <a:pt x="793965" y="1284602"/>
                </a:cubicBezTo>
                <a:cubicBezTo>
                  <a:pt x="793965" y="1267832"/>
                  <a:pt x="807559" y="1254238"/>
                  <a:pt x="824329" y="1254238"/>
                </a:cubicBezTo>
                <a:close/>
                <a:moveTo>
                  <a:pt x="751774" y="1254238"/>
                </a:moveTo>
                <a:cubicBezTo>
                  <a:pt x="768544" y="1254238"/>
                  <a:pt x="782138" y="1267832"/>
                  <a:pt x="782138" y="1284602"/>
                </a:cubicBezTo>
                <a:cubicBezTo>
                  <a:pt x="782138" y="1301371"/>
                  <a:pt x="768544" y="1314965"/>
                  <a:pt x="751774" y="1314965"/>
                </a:cubicBezTo>
                <a:cubicBezTo>
                  <a:pt x="735005" y="1314965"/>
                  <a:pt x="721411" y="1301371"/>
                  <a:pt x="721411" y="1284602"/>
                </a:cubicBezTo>
                <a:cubicBezTo>
                  <a:pt x="721411" y="1267832"/>
                  <a:pt x="735005" y="1254238"/>
                  <a:pt x="751774" y="1254238"/>
                </a:cubicBezTo>
                <a:close/>
                <a:moveTo>
                  <a:pt x="679220" y="1254238"/>
                </a:moveTo>
                <a:cubicBezTo>
                  <a:pt x="695989" y="1254238"/>
                  <a:pt x="709583" y="1267832"/>
                  <a:pt x="709583" y="1284602"/>
                </a:cubicBezTo>
                <a:cubicBezTo>
                  <a:pt x="709583" y="1301371"/>
                  <a:pt x="695989" y="1314965"/>
                  <a:pt x="679220" y="1314965"/>
                </a:cubicBezTo>
                <a:cubicBezTo>
                  <a:pt x="662450" y="1314965"/>
                  <a:pt x="648856" y="1301371"/>
                  <a:pt x="648856" y="1284602"/>
                </a:cubicBezTo>
                <a:cubicBezTo>
                  <a:pt x="648856" y="1267832"/>
                  <a:pt x="662450" y="1254238"/>
                  <a:pt x="679220" y="1254238"/>
                </a:cubicBezTo>
                <a:close/>
                <a:moveTo>
                  <a:pt x="606665" y="1254238"/>
                </a:moveTo>
                <a:cubicBezTo>
                  <a:pt x="623435" y="1254238"/>
                  <a:pt x="637029" y="1267832"/>
                  <a:pt x="637029" y="1284602"/>
                </a:cubicBezTo>
                <a:cubicBezTo>
                  <a:pt x="637029" y="1301371"/>
                  <a:pt x="623435" y="1314965"/>
                  <a:pt x="606665" y="1314965"/>
                </a:cubicBezTo>
                <a:cubicBezTo>
                  <a:pt x="589896" y="1314965"/>
                  <a:pt x="576302" y="1301371"/>
                  <a:pt x="576302" y="1284602"/>
                </a:cubicBezTo>
                <a:cubicBezTo>
                  <a:pt x="576302" y="1267832"/>
                  <a:pt x="589896" y="1254238"/>
                  <a:pt x="606665" y="1254238"/>
                </a:cubicBezTo>
                <a:close/>
                <a:moveTo>
                  <a:pt x="534111" y="1254238"/>
                </a:moveTo>
                <a:cubicBezTo>
                  <a:pt x="550880" y="1254238"/>
                  <a:pt x="564474" y="1267832"/>
                  <a:pt x="564474" y="1284602"/>
                </a:cubicBezTo>
                <a:cubicBezTo>
                  <a:pt x="564474" y="1301371"/>
                  <a:pt x="550880" y="1314965"/>
                  <a:pt x="534111" y="1314965"/>
                </a:cubicBezTo>
                <a:cubicBezTo>
                  <a:pt x="517341" y="1314965"/>
                  <a:pt x="503747" y="1301371"/>
                  <a:pt x="503747" y="1284602"/>
                </a:cubicBezTo>
                <a:cubicBezTo>
                  <a:pt x="503747" y="1267832"/>
                  <a:pt x="517341" y="1254238"/>
                  <a:pt x="534111" y="1254238"/>
                </a:cubicBezTo>
                <a:close/>
                <a:moveTo>
                  <a:pt x="461556" y="1254238"/>
                </a:moveTo>
                <a:cubicBezTo>
                  <a:pt x="478326" y="1254238"/>
                  <a:pt x="491920" y="1267832"/>
                  <a:pt x="491920" y="1284602"/>
                </a:cubicBezTo>
                <a:cubicBezTo>
                  <a:pt x="491920" y="1301371"/>
                  <a:pt x="478326" y="1314965"/>
                  <a:pt x="461556" y="1314965"/>
                </a:cubicBezTo>
                <a:cubicBezTo>
                  <a:pt x="444787" y="1314965"/>
                  <a:pt x="431192" y="1301371"/>
                  <a:pt x="431192" y="1284602"/>
                </a:cubicBezTo>
                <a:cubicBezTo>
                  <a:pt x="431192" y="1267832"/>
                  <a:pt x="444787" y="1254238"/>
                  <a:pt x="461556" y="1254238"/>
                </a:cubicBezTo>
                <a:close/>
                <a:moveTo>
                  <a:pt x="389002" y="1254238"/>
                </a:moveTo>
                <a:cubicBezTo>
                  <a:pt x="405771" y="1254238"/>
                  <a:pt x="419365" y="1267832"/>
                  <a:pt x="419365" y="1284602"/>
                </a:cubicBezTo>
                <a:cubicBezTo>
                  <a:pt x="419365" y="1301371"/>
                  <a:pt x="405771" y="1314965"/>
                  <a:pt x="389002" y="1314965"/>
                </a:cubicBezTo>
                <a:cubicBezTo>
                  <a:pt x="372232" y="1314965"/>
                  <a:pt x="358638" y="1301371"/>
                  <a:pt x="358638" y="1284602"/>
                </a:cubicBezTo>
                <a:cubicBezTo>
                  <a:pt x="358638" y="1267832"/>
                  <a:pt x="372232" y="1254238"/>
                  <a:pt x="389002" y="1254238"/>
                </a:cubicBezTo>
                <a:close/>
                <a:moveTo>
                  <a:pt x="316447" y="1254238"/>
                </a:moveTo>
                <a:cubicBezTo>
                  <a:pt x="333216" y="1254238"/>
                  <a:pt x="346810" y="1267832"/>
                  <a:pt x="346810" y="1284602"/>
                </a:cubicBezTo>
                <a:cubicBezTo>
                  <a:pt x="346810" y="1301371"/>
                  <a:pt x="333216" y="1314965"/>
                  <a:pt x="316447" y="1314965"/>
                </a:cubicBezTo>
                <a:cubicBezTo>
                  <a:pt x="299677" y="1314965"/>
                  <a:pt x="286084" y="1301371"/>
                  <a:pt x="286084" y="1284602"/>
                </a:cubicBezTo>
                <a:cubicBezTo>
                  <a:pt x="286084" y="1267832"/>
                  <a:pt x="299677" y="1254238"/>
                  <a:pt x="316447" y="1254238"/>
                </a:cubicBezTo>
                <a:close/>
                <a:moveTo>
                  <a:pt x="243892" y="1254238"/>
                </a:moveTo>
                <a:cubicBezTo>
                  <a:pt x="260662" y="1254238"/>
                  <a:pt x="274256" y="1267832"/>
                  <a:pt x="274256" y="1284602"/>
                </a:cubicBezTo>
                <a:cubicBezTo>
                  <a:pt x="274256" y="1301371"/>
                  <a:pt x="260662" y="1314965"/>
                  <a:pt x="243892" y="1314965"/>
                </a:cubicBezTo>
                <a:cubicBezTo>
                  <a:pt x="227123" y="1314965"/>
                  <a:pt x="213529" y="1301371"/>
                  <a:pt x="213529" y="1284602"/>
                </a:cubicBezTo>
                <a:cubicBezTo>
                  <a:pt x="213529" y="1267832"/>
                  <a:pt x="227123" y="1254238"/>
                  <a:pt x="243892" y="1254238"/>
                </a:cubicBezTo>
                <a:close/>
                <a:moveTo>
                  <a:pt x="171339" y="1254238"/>
                </a:moveTo>
                <a:cubicBezTo>
                  <a:pt x="188107" y="1254238"/>
                  <a:pt x="201701" y="1267832"/>
                  <a:pt x="201701" y="1284602"/>
                </a:cubicBezTo>
                <a:cubicBezTo>
                  <a:pt x="201701" y="1301371"/>
                  <a:pt x="188107" y="1314965"/>
                  <a:pt x="171339" y="1314965"/>
                </a:cubicBezTo>
                <a:cubicBezTo>
                  <a:pt x="154622" y="1314965"/>
                  <a:pt x="141029" y="1301371"/>
                  <a:pt x="141029" y="1284602"/>
                </a:cubicBezTo>
                <a:cubicBezTo>
                  <a:pt x="141029" y="1267832"/>
                  <a:pt x="154622" y="1254238"/>
                  <a:pt x="171339" y="1254238"/>
                </a:cubicBezTo>
                <a:close/>
                <a:moveTo>
                  <a:pt x="98845" y="1254238"/>
                </a:moveTo>
                <a:cubicBezTo>
                  <a:pt x="115610" y="1254238"/>
                  <a:pt x="129204" y="1267832"/>
                  <a:pt x="129204" y="1284602"/>
                </a:cubicBezTo>
                <a:cubicBezTo>
                  <a:pt x="129204" y="1301371"/>
                  <a:pt x="115610" y="1314965"/>
                  <a:pt x="98845" y="1314965"/>
                </a:cubicBezTo>
                <a:cubicBezTo>
                  <a:pt x="82074" y="1314965"/>
                  <a:pt x="68480" y="1301371"/>
                  <a:pt x="68480" y="1284602"/>
                </a:cubicBezTo>
                <a:cubicBezTo>
                  <a:pt x="68480" y="1267832"/>
                  <a:pt x="82074" y="1254238"/>
                  <a:pt x="98845" y="1254238"/>
                </a:cubicBezTo>
                <a:close/>
                <a:moveTo>
                  <a:pt x="26290" y="1254238"/>
                </a:moveTo>
                <a:cubicBezTo>
                  <a:pt x="43057" y="1254238"/>
                  <a:pt x="56651" y="1267832"/>
                  <a:pt x="56651" y="1284602"/>
                </a:cubicBezTo>
                <a:cubicBezTo>
                  <a:pt x="56651" y="1301371"/>
                  <a:pt x="43057" y="1314965"/>
                  <a:pt x="26290" y="1314965"/>
                </a:cubicBezTo>
                <a:cubicBezTo>
                  <a:pt x="17905" y="1314965"/>
                  <a:pt x="10314" y="1311567"/>
                  <a:pt x="4819" y="1306072"/>
                </a:cubicBezTo>
                <a:lnTo>
                  <a:pt x="0" y="1294437"/>
                </a:lnTo>
                <a:lnTo>
                  <a:pt x="0" y="1274766"/>
                </a:lnTo>
                <a:lnTo>
                  <a:pt x="4819" y="1263131"/>
                </a:lnTo>
                <a:cubicBezTo>
                  <a:pt x="10314" y="1257637"/>
                  <a:pt x="17905" y="1254238"/>
                  <a:pt x="26290" y="1254238"/>
                </a:cubicBezTo>
                <a:close/>
                <a:moveTo>
                  <a:pt x="1474228" y="1174410"/>
                </a:moveTo>
                <a:lnTo>
                  <a:pt x="1450688" y="1213159"/>
                </a:lnTo>
                <a:lnTo>
                  <a:pt x="1446956" y="1204150"/>
                </a:lnTo>
                <a:cubicBezTo>
                  <a:pt x="1446956" y="1191573"/>
                  <a:pt x="1454603" y="1180782"/>
                  <a:pt x="1465501" y="1176173"/>
                </a:cubicBezTo>
                <a:close/>
                <a:moveTo>
                  <a:pt x="1404765" y="1173786"/>
                </a:moveTo>
                <a:cubicBezTo>
                  <a:pt x="1421535" y="1173786"/>
                  <a:pt x="1435129" y="1187380"/>
                  <a:pt x="1435129" y="1204150"/>
                </a:cubicBezTo>
                <a:cubicBezTo>
                  <a:pt x="1435129" y="1220919"/>
                  <a:pt x="1421535" y="1234513"/>
                  <a:pt x="1404765" y="1234513"/>
                </a:cubicBezTo>
                <a:cubicBezTo>
                  <a:pt x="1387996" y="1234513"/>
                  <a:pt x="1374402" y="1220919"/>
                  <a:pt x="1374402" y="1204150"/>
                </a:cubicBezTo>
                <a:cubicBezTo>
                  <a:pt x="1374402" y="1187380"/>
                  <a:pt x="1387996" y="1173786"/>
                  <a:pt x="1404765" y="1173786"/>
                </a:cubicBezTo>
                <a:close/>
                <a:moveTo>
                  <a:pt x="1332211" y="1173786"/>
                </a:moveTo>
                <a:cubicBezTo>
                  <a:pt x="1348980" y="1173786"/>
                  <a:pt x="1362574" y="1187380"/>
                  <a:pt x="1362574" y="1204150"/>
                </a:cubicBezTo>
                <a:cubicBezTo>
                  <a:pt x="1362574" y="1220919"/>
                  <a:pt x="1348980" y="1234513"/>
                  <a:pt x="1332211" y="1234513"/>
                </a:cubicBezTo>
                <a:cubicBezTo>
                  <a:pt x="1315441" y="1234513"/>
                  <a:pt x="1301847" y="1220919"/>
                  <a:pt x="1301847" y="1204150"/>
                </a:cubicBezTo>
                <a:cubicBezTo>
                  <a:pt x="1301847" y="1187380"/>
                  <a:pt x="1315441" y="1173786"/>
                  <a:pt x="1332211" y="1173786"/>
                </a:cubicBezTo>
                <a:close/>
                <a:moveTo>
                  <a:pt x="1259656" y="1173786"/>
                </a:moveTo>
                <a:cubicBezTo>
                  <a:pt x="1276426" y="1173786"/>
                  <a:pt x="1290020" y="1187380"/>
                  <a:pt x="1290020" y="1204150"/>
                </a:cubicBezTo>
                <a:cubicBezTo>
                  <a:pt x="1290020" y="1220919"/>
                  <a:pt x="1276426" y="1234513"/>
                  <a:pt x="1259656" y="1234513"/>
                </a:cubicBezTo>
                <a:cubicBezTo>
                  <a:pt x="1242887" y="1234513"/>
                  <a:pt x="1229293" y="1220919"/>
                  <a:pt x="1229293" y="1204150"/>
                </a:cubicBezTo>
                <a:cubicBezTo>
                  <a:pt x="1229293" y="1187380"/>
                  <a:pt x="1242887" y="1173786"/>
                  <a:pt x="1259656" y="1173786"/>
                </a:cubicBezTo>
                <a:close/>
                <a:moveTo>
                  <a:pt x="1187102" y="1173786"/>
                </a:moveTo>
                <a:cubicBezTo>
                  <a:pt x="1203871" y="1173786"/>
                  <a:pt x="1217465" y="1187380"/>
                  <a:pt x="1217465" y="1204150"/>
                </a:cubicBezTo>
                <a:cubicBezTo>
                  <a:pt x="1217465" y="1220919"/>
                  <a:pt x="1203871" y="1234513"/>
                  <a:pt x="1187102" y="1234513"/>
                </a:cubicBezTo>
                <a:cubicBezTo>
                  <a:pt x="1170332" y="1234513"/>
                  <a:pt x="1156738" y="1220919"/>
                  <a:pt x="1156738" y="1204150"/>
                </a:cubicBezTo>
                <a:cubicBezTo>
                  <a:pt x="1156738" y="1187380"/>
                  <a:pt x="1170332" y="1173786"/>
                  <a:pt x="1187102" y="1173786"/>
                </a:cubicBezTo>
                <a:close/>
                <a:moveTo>
                  <a:pt x="1114547" y="1173786"/>
                </a:moveTo>
                <a:cubicBezTo>
                  <a:pt x="1131317" y="1173786"/>
                  <a:pt x="1144911" y="1187380"/>
                  <a:pt x="1144911" y="1204150"/>
                </a:cubicBezTo>
                <a:cubicBezTo>
                  <a:pt x="1144911" y="1220919"/>
                  <a:pt x="1131317" y="1234513"/>
                  <a:pt x="1114547" y="1234513"/>
                </a:cubicBezTo>
                <a:cubicBezTo>
                  <a:pt x="1097778" y="1234513"/>
                  <a:pt x="1084184" y="1220919"/>
                  <a:pt x="1084184" y="1204150"/>
                </a:cubicBezTo>
                <a:cubicBezTo>
                  <a:pt x="1084184" y="1187380"/>
                  <a:pt x="1097778" y="1173786"/>
                  <a:pt x="1114547" y="1173786"/>
                </a:cubicBezTo>
                <a:close/>
                <a:moveTo>
                  <a:pt x="1041993" y="1173786"/>
                </a:moveTo>
                <a:cubicBezTo>
                  <a:pt x="1058762" y="1173786"/>
                  <a:pt x="1072356" y="1187380"/>
                  <a:pt x="1072356" y="1204150"/>
                </a:cubicBezTo>
                <a:cubicBezTo>
                  <a:pt x="1072356" y="1220919"/>
                  <a:pt x="1058762" y="1234513"/>
                  <a:pt x="1041993" y="1234513"/>
                </a:cubicBezTo>
                <a:cubicBezTo>
                  <a:pt x="1025223" y="1234513"/>
                  <a:pt x="1011629" y="1220919"/>
                  <a:pt x="1011629" y="1204150"/>
                </a:cubicBezTo>
                <a:cubicBezTo>
                  <a:pt x="1011629" y="1187380"/>
                  <a:pt x="1025223" y="1173786"/>
                  <a:pt x="1041993" y="1173786"/>
                </a:cubicBezTo>
                <a:close/>
                <a:moveTo>
                  <a:pt x="969438" y="1173786"/>
                </a:moveTo>
                <a:cubicBezTo>
                  <a:pt x="986208" y="1173786"/>
                  <a:pt x="999801" y="1187380"/>
                  <a:pt x="999801" y="1204150"/>
                </a:cubicBezTo>
                <a:cubicBezTo>
                  <a:pt x="999801" y="1220919"/>
                  <a:pt x="986208" y="1234513"/>
                  <a:pt x="969438" y="1234513"/>
                </a:cubicBezTo>
                <a:cubicBezTo>
                  <a:pt x="952669" y="1234513"/>
                  <a:pt x="939075" y="1220919"/>
                  <a:pt x="939075" y="1204150"/>
                </a:cubicBezTo>
                <a:cubicBezTo>
                  <a:pt x="939075" y="1187380"/>
                  <a:pt x="952669" y="1173786"/>
                  <a:pt x="969438" y="1173786"/>
                </a:cubicBezTo>
                <a:close/>
                <a:moveTo>
                  <a:pt x="896883" y="1173786"/>
                </a:moveTo>
                <a:cubicBezTo>
                  <a:pt x="913653" y="1173786"/>
                  <a:pt x="927247" y="1187380"/>
                  <a:pt x="927247" y="1204150"/>
                </a:cubicBezTo>
                <a:cubicBezTo>
                  <a:pt x="927247" y="1220919"/>
                  <a:pt x="913653" y="1234513"/>
                  <a:pt x="896883" y="1234513"/>
                </a:cubicBezTo>
                <a:cubicBezTo>
                  <a:pt x="880114" y="1234513"/>
                  <a:pt x="866520" y="1220919"/>
                  <a:pt x="866520" y="1204150"/>
                </a:cubicBezTo>
                <a:cubicBezTo>
                  <a:pt x="866520" y="1187380"/>
                  <a:pt x="880114" y="1173786"/>
                  <a:pt x="896883" y="1173786"/>
                </a:cubicBezTo>
                <a:close/>
                <a:moveTo>
                  <a:pt x="824329" y="1173786"/>
                </a:moveTo>
                <a:cubicBezTo>
                  <a:pt x="841098" y="1173786"/>
                  <a:pt x="854692" y="1187380"/>
                  <a:pt x="854692" y="1204150"/>
                </a:cubicBezTo>
                <a:cubicBezTo>
                  <a:pt x="854692" y="1220919"/>
                  <a:pt x="841098" y="1234513"/>
                  <a:pt x="824329" y="1234513"/>
                </a:cubicBezTo>
                <a:cubicBezTo>
                  <a:pt x="807559" y="1234513"/>
                  <a:pt x="793965" y="1220919"/>
                  <a:pt x="793965" y="1204150"/>
                </a:cubicBezTo>
                <a:cubicBezTo>
                  <a:pt x="793965" y="1187380"/>
                  <a:pt x="807559" y="1173786"/>
                  <a:pt x="824329" y="1173786"/>
                </a:cubicBezTo>
                <a:close/>
                <a:moveTo>
                  <a:pt x="751774" y="1173786"/>
                </a:moveTo>
                <a:cubicBezTo>
                  <a:pt x="768544" y="1173786"/>
                  <a:pt x="782138" y="1187380"/>
                  <a:pt x="782138" y="1204150"/>
                </a:cubicBezTo>
                <a:cubicBezTo>
                  <a:pt x="782138" y="1220919"/>
                  <a:pt x="768544" y="1234513"/>
                  <a:pt x="751774" y="1234513"/>
                </a:cubicBezTo>
                <a:cubicBezTo>
                  <a:pt x="735005" y="1234513"/>
                  <a:pt x="721411" y="1220919"/>
                  <a:pt x="721411" y="1204150"/>
                </a:cubicBezTo>
                <a:cubicBezTo>
                  <a:pt x="721411" y="1187380"/>
                  <a:pt x="735005" y="1173786"/>
                  <a:pt x="751774" y="1173786"/>
                </a:cubicBezTo>
                <a:close/>
                <a:moveTo>
                  <a:pt x="679220" y="1173786"/>
                </a:moveTo>
                <a:cubicBezTo>
                  <a:pt x="695989" y="1173786"/>
                  <a:pt x="709583" y="1187380"/>
                  <a:pt x="709583" y="1204150"/>
                </a:cubicBezTo>
                <a:cubicBezTo>
                  <a:pt x="709583" y="1220919"/>
                  <a:pt x="695989" y="1234513"/>
                  <a:pt x="679220" y="1234513"/>
                </a:cubicBezTo>
                <a:cubicBezTo>
                  <a:pt x="662450" y="1234513"/>
                  <a:pt x="648856" y="1220919"/>
                  <a:pt x="648856" y="1204150"/>
                </a:cubicBezTo>
                <a:cubicBezTo>
                  <a:pt x="648856" y="1187380"/>
                  <a:pt x="662450" y="1173786"/>
                  <a:pt x="679220" y="1173786"/>
                </a:cubicBezTo>
                <a:close/>
                <a:moveTo>
                  <a:pt x="606665" y="1173786"/>
                </a:moveTo>
                <a:cubicBezTo>
                  <a:pt x="623435" y="1173786"/>
                  <a:pt x="637029" y="1187380"/>
                  <a:pt x="637029" y="1204150"/>
                </a:cubicBezTo>
                <a:cubicBezTo>
                  <a:pt x="637029" y="1220919"/>
                  <a:pt x="623435" y="1234513"/>
                  <a:pt x="606665" y="1234513"/>
                </a:cubicBezTo>
                <a:cubicBezTo>
                  <a:pt x="589896" y="1234513"/>
                  <a:pt x="576302" y="1220919"/>
                  <a:pt x="576302" y="1204150"/>
                </a:cubicBezTo>
                <a:cubicBezTo>
                  <a:pt x="576302" y="1187380"/>
                  <a:pt x="589896" y="1173786"/>
                  <a:pt x="606665" y="1173786"/>
                </a:cubicBezTo>
                <a:close/>
                <a:moveTo>
                  <a:pt x="534111" y="1173786"/>
                </a:moveTo>
                <a:cubicBezTo>
                  <a:pt x="550880" y="1173786"/>
                  <a:pt x="564474" y="1187380"/>
                  <a:pt x="564474" y="1204150"/>
                </a:cubicBezTo>
                <a:cubicBezTo>
                  <a:pt x="564474" y="1220919"/>
                  <a:pt x="550880" y="1234513"/>
                  <a:pt x="534111" y="1234513"/>
                </a:cubicBezTo>
                <a:cubicBezTo>
                  <a:pt x="517341" y="1234513"/>
                  <a:pt x="503747" y="1220919"/>
                  <a:pt x="503747" y="1204150"/>
                </a:cubicBezTo>
                <a:cubicBezTo>
                  <a:pt x="503747" y="1187380"/>
                  <a:pt x="517341" y="1173786"/>
                  <a:pt x="534111" y="1173786"/>
                </a:cubicBezTo>
                <a:close/>
                <a:moveTo>
                  <a:pt x="461556" y="1173786"/>
                </a:moveTo>
                <a:cubicBezTo>
                  <a:pt x="478326" y="1173786"/>
                  <a:pt x="491920" y="1187380"/>
                  <a:pt x="491920" y="1204150"/>
                </a:cubicBezTo>
                <a:cubicBezTo>
                  <a:pt x="491920" y="1220919"/>
                  <a:pt x="478326" y="1234513"/>
                  <a:pt x="461556" y="1234513"/>
                </a:cubicBezTo>
                <a:cubicBezTo>
                  <a:pt x="444787" y="1234513"/>
                  <a:pt x="431192" y="1220919"/>
                  <a:pt x="431192" y="1204150"/>
                </a:cubicBezTo>
                <a:cubicBezTo>
                  <a:pt x="431192" y="1187380"/>
                  <a:pt x="444787" y="1173786"/>
                  <a:pt x="461556" y="1173786"/>
                </a:cubicBezTo>
                <a:close/>
                <a:moveTo>
                  <a:pt x="389002" y="1173786"/>
                </a:moveTo>
                <a:cubicBezTo>
                  <a:pt x="405771" y="1173786"/>
                  <a:pt x="419365" y="1187380"/>
                  <a:pt x="419365" y="1204150"/>
                </a:cubicBezTo>
                <a:cubicBezTo>
                  <a:pt x="419365" y="1220919"/>
                  <a:pt x="405771" y="1234513"/>
                  <a:pt x="389002" y="1234513"/>
                </a:cubicBezTo>
                <a:cubicBezTo>
                  <a:pt x="372232" y="1234513"/>
                  <a:pt x="358638" y="1220919"/>
                  <a:pt x="358638" y="1204150"/>
                </a:cubicBezTo>
                <a:cubicBezTo>
                  <a:pt x="358638" y="1187380"/>
                  <a:pt x="372232" y="1173786"/>
                  <a:pt x="389002" y="1173786"/>
                </a:cubicBezTo>
                <a:close/>
                <a:moveTo>
                  <a:pt x="316447" y="1173786"/>
                </a:moveTo>
                <a:cubicBezTo>
                  <a:pt x="333216" y="1173786"/>
                  <a:pt x="346810" y="1187380"/>
                  <a:pt x="346810" y="1204150"/>
                </a:cubicBezTo>
                <a:cubicBezTo>
                  <a:pt x="346810" y="1220919"/>
                  <a:pt x="333216" y="1234513"/>
                  <a:pt x="316447" y="1234513"/>
                </a:cubicBezTo>
                <a:cubicBezTo>
                  <a:pt x="299677" y="1234513"/>
                  <a:pt x="286084" y="1220919"/>
                  <a:pt x="286084" y="1204150"/>
                </a:cubicBezTo>
                <a:cubicBezTo>
                  <a:pt x="286084" y="1187380"/>
                  <a:pt x="299677" y="1173786"/>
                  <a:pt x="316447" y="1173786"/>
                </a:cubicBezTo>
                <a:close/>
                <a:moveTo>
                  <a:pt x="243892" y="1173786"/>
                </a:moveTo>
                <a:cubicBezTo>
                  <a:pt x="260662" y="1173786"/>
                  <a:pt x="274256" y="1187380"/>
                  <a:pt x="274256" y="1204150"/>
                </a:cubicBezTo>
                <a:cubicBezTo>
                  <a:pt x="274256" y="1220919"/>
                  <a:pt x="260662" y="1234513"/>
                  <a:pt x="243892" y="1234513"/>
                </a:cubicBezTo>
                <a:cubicBezTo>
                  <a:pt x="227123" y="1234513"/>
                  <a:pt x="213529" y="1220919"/>
                  <a:pt x="213529" y="1204150"/>
                </a:cubicBezTo>
                <a:cubicBezTo>
                  <a:pt x="213529" y="1187380"/>
                  <a:pt x="227123" y="1173786"/>
                  <a:pt x="243892" y="1173786"/>
                </a:cubicBezTo>
                <a:close/>
                <a:moveTo>
                  <a:pt x="171339" y="1173786"/>
                </a:moveTo>
                <a:cubicBezTo>
                  <a:pt x="188107" y="1173786"/>
                  <a:pt x="201701" y="1187380"/>
                  <a:pt x="201701" y="1204150"/>
                </a:cubicBezTo>
                <a:cubicBezTo>
                  <a:pt x="201701" y="1220919"/>
                  <a:pt x="188107" y="1234513"/>
                  <a:pt x="171339" y="1234513"/>
                </a:cubicBezTo>
                <a:cubicBezTo>
                  <a:pt x="154627" y="1234513"/>
                  <a:pt x="141034" y="1220919"/>
                  <a:pt x="141034" y="1204150"/>
                </a:cubicBezTo>
                <a:cubicBezTo>
                  <a:pt x="141034" y="1187380"/>
                  <a:pt x="154627" y="1173786"/>
                  <a:pt x="171339" y="1173786"/>
                </a:cubicBezTo>
                <a:close/>
                <a:moveTo>
                  <a:pt x="98852" y="1173786"/>
                </a:moveTo>
                <a:cubicBezTo>
                  <a:pt x="115616" y="1173786"/>
                  <a:pt x="129210" y="1187380"/>
                  <a:pt x="129210" y="1204150"/>
                </a:cubicBezTo>
                <a:cubicBezTo>
                  <a:pt x="129210" y="1220919"/>
                  <a:pt x="115616" y="1234513"/>
                  <a:pt x="98852" y="1234513"/>
                </a:cubicBezTo>
                <a:cubicBezTo>
                  <a:pt x="82080" y="1234513"/>
                  <a:pt x="68486" y="1220919"/>
                  <a:pt x="68486" y="1204150"/>
                </a:cubicBezTo>
                <a:cubicBezTo>
                  <a:pt x="68486" y="1187380"/>
                  <a:pt x="82080" y="1173786"/>
                  <a:pt x="98852" y="1173786"/>
                </a:cubicBezTo>
                <a:close/>
                <a:moveTo>
                  <a:pt x="26297" y="1173786"/>
                </a:moveTo>
                <a:cubicBezTo>
                  <a:pt x="43063" y="1173786"/>
                  <a:pt x="56658" y="1187380"/>
                  <a:pt x="56658" y="1204150"/>
                </a:cubicBezTo>
                <a:cubicBezTo>
                  <a:pt x="56658" y="1220919"/>
                  <a:pt x="43063" y="1234513"/>
                  <a:pt x="26297" y="1234513"/>
                </a:cubicBezTo>
                <a:cubicBezTo>
                  <a:pt x="17912" y="1234513"/>
                  <a:pt x="10321" y="1231115"/>
                  <a:pt x="4826" y="1225620"/>
                </a:cubicBezTo>
                <a:lnTo>
                  <a:pt x="0" y="1213970"/>
                </a:lnTo>
                <a:lnTo>
                  <a:pt x="0" y="1194329"/>
                </a:lnTo>
                <a:lnTo>
                  <a:pt x="4826" y="1182679"/>
                </a:lnTo>
                <a:cubicBezTo>
                  <a:pt x="10321" y="1177185"/>
                  <a:pt x="17912" y="1173786"/>
                  <a:pt x="26297" y="1173786"/>
                </a:cubicBezTo>
                <a:close/>
                <a:moveTo>
                  <a:pt x="1477320" y="1093335"/>
                </a:moveTo>
                <a:cubicBezTo>
                  <a:pt x="1485705" y="1093335"/>
                  <a:pt x="1493295" y="1096733"/>
                  <a:pt x="1498790" y="1102228"/>
                </a:cubicBezTo>
                <a:lnTo>
                  <a:pt x="1505389" y="1118160"/>
                </a:lnTo>
                <a:lnTo>
                  <a:pt x="1493855" y="1142105"/>
                </a:lnTo>
                <a:lnTo>
                  <a:pt x="1487887" y="1151929"/>
                </a:lnTo>
                <a:lnTo>
                  <a:pt x="1477320" y="1154062"/>
                </a:lnTo>
                <a:cubicBezTo>
                  <a:pt x="1460550" y="1154062"/>
                  <a:pt x="1446956" y="1140468"/>
                  <a:pt x="1446956" y="1123698"/>
                </a:cubicBezTo>
                <a:cubicBezTo>
                  <a:pt x="1446956" y="1106929"/>
                  <a:pt x="1460550" y="1093335"/>
                  <a:pt x="1477320" y="1093335"/>
                </a:cubicBezTo>
                <a:close/>
                <a:moveTo>
                  <a:pt x="1404765" y="1093335"/>
                </a:moveTo>
                <a:cubicBezTo>
                  <a:pt x="1421535" y="1093335"/>
                  <a:pt x="1435129" y="1106929"/>
                  <a:pt x="1435129" y="1123698"/>
                </a:cubicBezTo>
                <a:cubicBezTo>
                  <a:pt x="1435129" y="1140468"/>
                  <a:pt x="1421535" y="1154062"/>
                  <a:pt x="1404765" y="1154062"/>
                </a:cubicBezTo>
                <a:cubicBezTo>
                  <a:pt x="1387996" y="1154062"/>
                  <a:pt x="1374402" y="1140468"/>
                  <a:pt x="1374402" y="1123698"/>
                </a:cubicBezTo>
                <a:cubicBezTo>
                  <a:pt x="1374402" y="1106929"/>
                  <a:pt x="1387996" y="1093335"/>
                  <a:pt x="1404765" y="1093335"/>
                </a:cubicBezTo>
                <a:close/>
                <a:moveTo>
                  <a:pt x="1332211" y="1093335"/>
                </a:moveTo>
                <a:cubicBezTo>
                  <a:pt x="1348980" y="1093335"/>
                  <a:pt x="1362574" y="1106929"/>
                  <a:pt x="1362574" y="1123698"/>
                </a:cubicBezTo>
                <a:cubicBezTo>
                  <a:pt x="1362574" y="1140468"/>
                  <a:pt x="1348980" y="1154062"/>
                  <a:pt x="1332211" y="1154062"/>
                </a:cubicBezTo>
                <a:cubicBezTo>
                  <a:pt x="1315441" y="1154062"/>
                  <a:pt x="1301847" y="1140468"/>
                  <a:pt x="1301847" y="1123698"/>
                </a:cubicBezTo>
                <a:cubicBezTo>
                  <a:pt x="1301847" y="1106929"/>
                  <a:pt x="1315441" y="1093335"/>
                  <a:pt x="1332211" y="1093335"/>
                </a:cubicBezTo>
                <a:close/>
                <a:moveTo>
                  <a:pt x="1259656" y="1093335"/>
                </a:moveTo>
                <a:cubicBezTo>
                  <a:pt x="1276426" y="1093335"/>
                  <a:pt x="1290020" y="1106929"/>
                  <a:pt x="1290020" y="1123698"/>
                </a:cubicBezTo>
                <a:cubicBezTo>
                  <a:pt x="1290020" y="1140468"/>
                  <a:pt x="1276426" y="1154062"/>
                  <a:pt x="1259656" y="1154062"/>
                </a:cubicBezTo>
                <a:cubicBezTo>
                  <a:pt x="1242887" y="1154062"/>
                  <a:pt x="1229293" y="1140468"/>
                  <a:pt x="1229293" y="1123698"/>
                </a:cubicBezTo>
                <a:cubicBezTo>
                  <a:pt x="1229293" y="1106929"/>
                  <a:pt x="1242887" y="1093335"/>
                  <a:pt x="1259656" y="1093335"/>
                </a:cubicBezTo>
                <a:close/>
                <a:moveTo>
                  <a:pt x="1187102" y="1093335"/>
                </a:moveTo>
                <a:cubicBezTo>
                  <a:pt x="1203871" y="1093335"/>
                  <a:pt x="1217465" y="1106929"/>
                  <a:pt x="1217465" y="1123698"/>
                </a:cubicBezTo>
                <a:cubicBezTo>
                  <a:pt x="1217465" y="1140468"/>
                  <a:pt x="1203871" y="1154062"/>
                  <a:pt x="1187102" y="1154062"/>
                </a:cubicBezTo>
                <a:cubicBezTo>
                  <a:pt x="1170332" y="1154062"/>
                  <a:pt x="1156738" y="1140468"/>
                  <a:pt x="1156738" y="1123698"/>
                </a:cubicBezTo>
                <a:cubicBezTo>
                  <a:pt x="1156738" y="1106929"/>
                  <a:pt x="1170332" y="1093335"/>
                  <a:pt x="1187102" y="1093335"/>
                </a:cubicBezTo>
                <a:close/>
                <a:moveTo>
                  <a:pt x="1114547" y="1093335"/>
                </a:moveTo>
                <a:cubicBezTo>
                  <a:pt x="1131317" y="1093335"/>
                  <a:pt x="1144911" y="1106929"/>
                  <a:pt x="1144911" y="1123698"/>
                </a:cubicBezTo>
                <a:cubicBezTo>
                  <a:pt x="1144911" y="1140468"/>
                  <a:pt x="1131317" y="1154062"/>
                  <a:pt x="1114547" y="1154062"/>
                </a:cubicBezTo>
                <a:cubicBezTo>
                  <a:pt x="1097778" y="1154062"/>
                  <a:pt x="1084184" y="1140468"/>
                  <a:pt x="1084184" y="1123698"/>
                </a:cubicBezTo>
                <a:cubicBezTo>
                  <a:pt x="1084184" y="1106929"/>
                  <a:pt x="1097778" y="1093335"/>
                  <a:pt x="1114547" y="1093335"/>
                </a:cubicBezTo>
                <a:close/>
                <a:moveTo>
                  <a:pt x="1041993" y="1093335"/>
                </a:moveTo>
                <a:cubicBezTo>
                  <a:pt x="1058762" y="1093335"/>
                  <a:pt x="1072356" y="1106929"/>
                  <a:pt x="1072356" y="1123698"/>
                </a:cubicBezTo>
                <a:cubicBezTo>
                  <a:pt x="1072356" y="1140468"/>
                  <a:pt x="1058762" y="1154062"/>
                  <a:pt x="1041993" y="1154062"/>
                </a:cubicBezTo>
                <a:cubicBezTo>
                  <a:pt x="1025223" y="1154062"/>
                  <a:pt x="1011629" y="1140468"/>
                  <a:pt x="1011629" y="1123698"/>
                </a:cubicBezTo>
                <a:cubicBezTo>
                  <a:pt x="1011629" y="1106929"/>
                  <a:pt x="1025223" y="1093335"/>
                  <a:pt x="1041993" y="1093335"/>
                </a:cubicBezTo>
                <a:close/>
                <a:moveTo>
                  <a:pt x="969438" y="1093335"/>
                </a:moveTo>
                <a:cubicBezTo>
                  <a:pt x="986208" y="1093335"/>
                  <a:pt x="999801" y="1106929"/>
                  <a:pt x="999801" y="1123698"/>
                </a:cubicBezTo>
                <a:cubicBezTo>
                  <a:pt x="999801" y="1140468"/>
                  <a:pt x="986208" y="1154062"/>
                  <a:pt x="969438" y="1154062"/>
                </a:cubicBezTo>
                <a:cubicBezTo>
                  <a:pt x="952669" y="1154062"/>
                  <a:pt x="939075" y="1140468"/>
                  <a:pt x="939075" y="1123698"/>
                </a:cubicBezTo>
                <a:cubicBezTo>
                  <a:pt x="939075" y="1106929"/>
                  <a:pt x="952669" y="1093335"/>
                  <a:pt x="969438" y="1093335"/>
                </a:cubicBezTo>
                <a:close/>
                <a:moveTo>
                  <a:pt x="896883" y="1093335"/>
                </a:moveTo>
                <a:cubicBezTo>
                  <a:pt x="913653" y="1093335"/>
                  <a:pt x="927247" y="1106929"/>
                  <a:pt x="927247" y="1123698"/>
                </a:cubicBezTo>
                <a:cubicBezTo>
                  <a:pt x="927247" y="1140468"/>
                  <a:pt x="913653" y="1154062"/>
                  <a:pt x="896883" y="1154062"/>
                </a:cubicBezTo>
                <a:cubicBezTo>
                  <a:pt x="880114" y="1154062"/>
                  <a:pt x="866520" y="1140468"/>
                  <a:pt x="866520" y="1123698"/>
                </a:cubicBezTo>
                <a:cubicBezTo>
                  <a:pt x="866520" y="1106929"/>
                  <a:pt x="880114" y="1093335"/>
                  <a:pt x="896883" y="1093335"/>
                </a:cubicBezTo>
                <a:close/>
                <a:moveTo>
                  <a:pt x="824329" y="1093335"/>
                </a:moveTo>
                <a:cubicBezTo>
                  <a:pt x="841098" y="1093335"/>
                  <a:pt x="854692" y="1106929"/>
                  <a:pt x="854692" y="1123698"/>
                </a:cubicBezTo>
                <a:cubicBezTo>
                  <a:pt x="854692" y="1140468"/>
                  <a:pt x="841098" y="1154062"/>
                  <a:pt x="824329" y="1154062"/>
                </a:cubicBezTo>
                <a:cubicBezTo>
                  <a:pt x="807559" y="1154062"/>
                  <a:pt x="793965" y="1140468"/>
                  <a:pt x="793965" y="1123698"/>
                </a:cubicBezTo>
                <a:cubicBezTo>
                  <a:pt x="793965" y="1106929"/>
                  <a:pt x="807559" y="1093335"/>
                  <a:pt x="824329" y="1093335"/>
                </a:cubicBezTo>
                <a:close/>
                <a:moveTo>
                  <a:pt x="751774" y="1093335"/>
                </a:moveTo>
                <a:cubicBezTo>
                  <a:pt x="768544" y="1093335"/>
                  <a:pt x="782138" y="1106929"/>
                  <a:pt x="782138" y="1123698"/>
                </a:cubicBezTo>
                <a:cubicBezTo>
                  <a:pt x="782138" y="1140468"/>
                  <a:pt x="768544" y="1154062"/>
                  <a:pt x="751774" y="1154062"/>
                </a:cubicBezTo>
                <a:cubicBezTo>
                  <a:pt x="735005" y="1154062"/>
                  <a:pt x="721411" y="1140468"/>
                  <a:pt x="721411" y="1123698"/>
                </a:cubicBezTo>
                <a:cubicBezTo>
                  <a:pt x="721411" y="1106929"/>
                  <a:pt x="735005" y="1093335"/>
                  <a:pt x="751774" y="1093335"/>
                </a:cubicBezTo>
                <a:close/>
                <a:moveTo>
                  <a:pt x="679220" y="1093335"/>
                </a:moveTo>
                <a:cubicBezTo>
                  <a:pt x="695989" y="1093335"/>
                  <a:pt x="709583" y="1106929"/>
                  <a:pt x="709583" y="1123698"/>
                </a:cubicBezTo>
                <a:cubicBezTo>
                  <a:pt x="709583" y="1140468"/>
                  <a:pt x="695989" y="1154062"/>
                  <a:pt x="679220" y="1154062"/>
                </a:cubicBezTo>
                <a:cubicBezTo>
                  <a:pt x="662450" y="1154062"/>
                  <a:pt x="648856" y="1140468"/>
                  <a:pt x="648856" y="1123698"/>
                </a:cubicBezTo>
                <a:cubicBezTo>
                  <a:pt x="648856" y="1106929"/>
                  <a:pt x="662450" y="1093335"/>
                  <a:pt x="679220" y="1093335"/>
                </a:cubicBezTo>
                <a:close/>
                <a:moveTo>
                  <a:pt x="606665" y="1093335"/>
                </a:moveTo>
                <a:cubicBezTo>
                  <a:pt x="623435" y="1093335"/>
                  <a:pt x="637029" y="1106929"/>
                  <a:pt x="637029" y="1123698"/>
                </a:cubicBezTo>
                <a:cubicBezTo>
                  <a:pt x="637029" y="1140468"/>
                  <a:pt x="623435" y="1154062"/>
                  <a:pt x="606665" y="1154062"/>
                </a:cubicBezTo>
                <a:cubicBezTo>
                  <a:pt x="589896" y="1154062"/>
                  <a:pt x="576302" y="1140468"/>
                  <a:pt x="576302" y="1123698"/>
                </a:cubicBezTo>
                <a:cubicBezTo>
                  <a:pt x="576302" y="1106929"/>
                  <a:pt x="589896" y="1093335"/>
                  <a:pt x="606665" y="1093335"/>
                </a:cubicBezTo>
                <a:close/>
                <a:moveTo>
                  <a:pt x="534111" y="1093335"/>
                </a:moveTo>
                <a:cubicBezTo>
                  <a:pt x="550880" y="1093335"/>
                  <a:pt x="564474" y="1106929"/>
                  <a:pt x="564474" y="1123698"/>
                </a:cubicBezTo>
                <a:cubicBezTo>
                  <a:pt x="564474" y="1140468"/>
                  <a:pt x="550880" y="1154062"/>
                  <a:pt x="534111" y="1154062"/>
                </a:cubicBezTo>
                <a:cubicBezTo>
                  <a:pt x="517341" y="1154062"/>
                  <a:pt x="503747" y="1140468"/>
                  <a:pt x="503747" y="1123698"/>
                </a:cubicBezTo>
                <a:cubicBezTo>
                  <a:pt x="503747" y="1106929"/>
                  <a:pt x="517341" y="1093335"/>
                  <a:pt x="534111" y="1093335"/>
                </a:cubicBezTo>
                <a:close/>
                <a:moveTo>
                  <a:pt x="461556" y="1093335"/>
                </a:moveTo>
                <a:cubicBezTo>
                  <a:pt x="478326" y="1093335"/>
                  <a:pt x="491920" y="1106929"/>
                  <a:pt x="491920" y="1123698"/>
                </a:cubicBezTo>
                <a:cubicBezTo>
                  <a:pt x="491920" y="1140468"/>
                  <a:pt x="478326" y="1154062"/>
                  <a:pt x="461556" y="1154062"/>
                </a:cubicBezTo>
                <a:cubicBezTo>
                  <a:pt x="444787" y="1154062"/>
                  <a:pt x="431192" y="1140468"/>
                  <a:pt x="431192" y="1123698"/>
                </a:cubicBezTo>
                <a:cubicBezTo>
                  <a:pt x="431192" y="1106929"/>
                  <a:pt x="444787" y="1093335"/>
                  <a:pt x="461556" y="1093335"/>
                </a:cubicBezTo>
                <a:close/>
                <a:moveTo>
                  <a:pt x="389002" y="1093335"/>
                </a:moveTo>
                <a:cubicBezTo>
                  <a:pt x="405771" y="1093335"/>
                  <a:pt x="419365" y="1106929"/>
                  <a:pt x="419365" y="1123698"/>
                </a:cubicBezTo>
                <a:cubicBezTo>
                  <a:pt x="419365" y="1140468"/>
                  <a:pt x="405771" y="1154062"/>
                  <a:pt x="389002" y="1154062"/>
                </a:cubicBezTo>
                <a:cubicBezTo>
                  <a:pt x="372232" y="1154062"/>
                  <a:pt x="358638" y="1140468"/>
                  <a:pt x="358638" y="1123698"/>
                </a:cubicBezTo>
                <a:cubicBezTo>
                  <a:pt x="358638" y="1106929"/>
                  <a:pt x="372232" y="1093335"/>
                  <a:pt x="389002" y="1093335"/>
                </a:cubicBezTo>
                <a:close/>
                <a:moveTo>
                  <a:pt x="316447" y="1093335"/>
                </a:moveTo>
                <a:cubicBezTo>
                  <a:pt x="333216" y="1093335"/>
                  <a:pt x="346810" y="1106929"/>
                  <a:pt x="346810" y="1123698"/>
                </a:cubicBezTo>
                <a:cubicBezTo>
                  <a:pt x="346810" y="1140468"/>
                  <a:pt x="333216" y="1154062"/>
                  <a:pt x="316447" y="1154062"/>
                </a:cubicBezTo>
                <a:cubicBezTo>
                  <a:pt x="299677" y="1154062"/>
                  <a:pt x="286084" y="1140468"/>
                  <a:pt x="286084" y="1123698"/>
                </a:cubicBezTo>
                <a:cubicBezTo>
                  <a:pt x="286084" y="1106929"/>
                  <a:pt x="299677" y="1093335"/>
                  <a:pt x="316447" y="1093335"/>
                </a:cubicBezTo>
                <a:close/>
                <a:moveTo>
                  <a:pt x="243892" y="1093335"/>
                </a:moveTo>
                <a:cubicBezTo>
                  <a:pt x="260662" y="1093335"/>
                  <a:pt x="274256" y="1106929"/>
                  <a:pt x="274256" y="1123698"/>
                </a:cubicBezTo>
                <a:cubicBezTo>
                  <a:pt x="274256" y="1140468"/>
                  <a:pt x="260662" y="1154062"/>
                  <a:pt x="243892" y="1154062"/>
                </a:cubicBezTo>
                <a:cubicBezTo>
                  <a:pt x="227123" y="1154062"/>
                  <a:pt x="213529" y="1140468"/>
                  <a:pt x="213529" y="1123698"/>
                </a:cubicBezTo>
                <a:cubicBezTo>
                  <a:pt x="213529" y="1106929"/>
                  <a:pt x="227123" y="1093335"/>
                  <a:pt x="243892" y="1093335"/>
                </a:cubicBezTo>
                <a:close/>
                <a:moveTo>
                  <a:pt x="171339" y="1093335"/>
                </a:moveTo>
                <a:cubicBezTo>
                  <a:pt x="188107" y="1093335"/>
                  <a:pt x="201701" y="1106929"/>
                  <a:pt x="201701" y="1123698"/>
                </a:cubicBezTo>
                <a:cubicBezTo>
                  <a:pt x="201701" y="1140468"/>
                  <a:pt x="188107" y="1154062"/>
                  <a:pt x="171339" y="1154062"/>
                </a:cubicBezTo>
                <a:cubicBezTo>
                  <a:pt x="154633" y="1154062"/>
                  <a:pt x="141040" y="1140468"/>
                  <a:pt x="141040" y="1123698"/>
                </a:cubicBezTo>
                <a:cubicBezTo>
                  <a:pt x="141040" y="1106929"/>
                  <a:pt x="154633" y="1093335"/>
                  <a:pt x="171339" y="1093335"/>
                </a:cubicBezTo>
                <a:close/>
                <a:moveTo>
                  <a:pt x="98858" y="1093335"/>
                </a:moveTo>
                <a:cubicBezTo>
                  <a:pt x="115622" y="1093335"/>
                  <a:pt x="129216" y="1106929"/>
                  <a:pt x="129216" y="1123698"/>
                </a:cubicBezTo>
                <a:cubicBezTo>
                  <a:pt x="129216" y="1140468"/>
                  <a:pt x="115622" y="1154062"/>
                  <a:pt x="98858" y="1154062"/>
                </a:cubicBezTo>
                <a:cubicBezTo>
                  <a:pt x="82086" y="1154062"/>
                  <a:pt x="68492" y="1140468"/>
                  <a:pt x="68492" y="1123698"/>
                </a:cubicBezTo>
                <a:cubicBezTo>
                  <a:pt x="68492" y="1106929"/>
                  <a:pt x="82086" y="1093335"/>
                  <a:pt x="98858" y="1093335"/>
                </a:cubicBezTo>
                <a:close/>
                <a:moveTo>
                  <a:pt x="26303" y="1093335"/>
                </a:moveTo>
                <a:cubicBezTo>
                  <a:pt x="43069" y="1093335"/>
                  <a:pt x="56664" y="1106929"/>
                  <a:pt x="56664" y="1123698"/>
                </a:cubicBezTo>
                <a:cubicBezTo>
                  <a:pt x="56664" y="1140468"/>
                  <a:pt x="43069" y="1154062"/>
                  <a:pt x="26303" y="1154062"/>
                </a:cubicBezTo>
                <a:cubicBezTo>
                  <a:pt x="17918" y="1154062"/>
                  <a:pt x="10327" y="1150664"/>
                  <a:pt x="4832" y="1145169"/>
                </a:cubicBezTo>
                <a:lnTo>
                  <a:pt x="0" y="1133503"/>
                </a:lnTo>
                <a:lnTo>
                  <a:pt x="0" y="1113894"/>
                </a:lnTo>
                <a:lnTo>
                  <a:pt x="4832" y="1102228"/>
                </a:lnTo>
                <a:cubicBezTo>
                  <a:pt x="10327" y="1096734"/>
                  <a:pt x="17918" y="1093335"/>
                  <a:pt x="26303" y="1093335"/>
                </a:cubicBezTo>
                <a:close/>
                <a:moveTo>
                  <a:pt x="1549874" y="1012883"/>
                </a:moveTo>
                <a:lnTo>
                  <a:pt x="1555552" y="1014029"/>
                </a:lnTo>
                <a:lnTo>
                  <a:pt x="1530465" y="1066106"/>
                </a:lnTo>
                <a:lnTo>
                  <a:pt x="1528404" y="1064717"/>
                </a:lnTo>
                <a:cubicBezTo>
                  <a:pt x="1522910" y="1059222"/>
                  <a:pt x="1519511" y="1051631"/>
                  <a:pt x="1519511" y="1043246"/>
                </a:cubicBezTo>
                <a:cubicBezTo>
                  <a:pt x="1519511" y="1026477"/>
                  <a:pt x="1533105" y="1012883"/>
                  <a:pt x="1549874" y="1012883"/>
                </a:cubicBezTo>
                <a:close/>
                <a:moveTo>
                  <a:pt x="1477320" y="1012883"/>
                </a:moveTo>
                <a:cubicBezTo>
                  <a:pt x="1494089" y="1012883"/>
                  <a:pt x="1507683" y="1026477"/>
                  <a:pt x="1507683" y="1043246"/>
                </a:cubicBezTo>
                <a:cubicBezTo>
                  <a:pt x="1507683" y="1060016"/>
                  <a:pt x="1494089" y="1073610"/>
                  <a:pt x="1477320" y="1073610"/>
                </a:cubicBezTo>
                <a:cubicBezTo>
                  <a:pt x="1460550" y="1073610"/>
                  <a:pt x="1446956" y="1060016"/>
                  <a:pt x="1446956" y="1043246"/>
                </a:cubicBezTo>
                <a:cubicBezTo>
                  <a:pt x="1446956" y="1026477"/>
                  <a:pt x="1460550" y="1012883"/>
                  <a:pt x="1477320" y="1012883"/>
                </a:cubicBezTo>
                <a:close/>
                <a:moveTo>
                  <a:pt x="1404765" y="1012883"/>
                </a:moveTo>
                <a:cubicBezTo>
                  <a:pt x="1421535" y="1012883"/>
                  <a:pt x="1435129" y="1026477"/>
                  <a:pt x="1435129" y="1043246"/>
                </a:cubicBezTo>
                <a:cubicBezTo>
                  <a:pt x="1435129" y="1060016"/>
                  <a:pt x="1421535" y="1073610"/>
                  <a:pt x="1404765" y="1073610"/>
                </a:cubicBezTo>
                <a:cubicBezTo>
                  <a:pt x="1387996" y="1073610"/>
                  <a:pt x="1374402" y="1060016"/>
                  <a:pt x="1374402" y="1043246"/>
                </a:cubicBezTo>
                <a:cubicBezTo>
                  <a:pt x="1374402" y="1026477"/>
                  <a:pt x="1387996" y="1012883"/>
                  <a:pt x="1404765" y="1012883"/>
                </a:cubicBezTo>
                <a:close/>
                <a:moveTo>
                  <a:pt x="1332211" y="1012883"/>
                </a:moveTo>
                <a:cubicBezTo>
                  <a:pt x="1348980" y="1012883"/>
                  <a:pt x="1362574" y="1026477"/>
                  <a:pt x="1362574" y="1043246"/>
                </a:cubicBezTo>
                <a:cubicBezTo>
                  <a:pt x="1362574" y="1060016"/>
                  <a:pt x="1348980" y="1073610"/>
                  <a:pt x="1332211" y="1073610"/>
                </a:cubicBezTo>
                <a:cubicBezTo>
                  <a:pt x="1315441" y="1073610"/>
                  <a:pt x="1301847" y="1060016"/>
                  <a:pt x="1301847" y="1043246"/>
                </a:cubicBezTo>
                <a:cubicBezTo>
                  <a:pt x="1301847" y="1026477"/>
                  <a:pt x="1315441" y="1012883"/>
                  <a:pt x="1332211" y="1012883"/>
                </a:cubicBezTo>
                <a:close/>
                <a:moveTo>
                  <a:pt x="1259656" y="1012883"/>
                </a:moveTo>
                <a:cubicBezTo>
                  <a:pt x="1276426" y="1012883"/>
                  <a:pt x="1290020" y="1026477"/>
                  <a:pt x="1290020" y="1043246"/>
                </a:cubicBezTo>
                <a:cubicBezTo>
                  <a:pt x="1290020" y="1060016"/>
                  <a:pt x="1276426" y="1073610"/>
                  <a:pt x="1259656" y="1073610"/>
                </a:cubicBezTo>
                <a:cubicBezTo>
                  <a:pt x="1242887" y="1073610"/>
                  <a:pt x="1229293" y="1060016"/>
                  <a:pt x="1229293" y="1043246"/>
                </a:cubicBezTo>
                <a:cubicBezTo>
                  <a:pt x="1229293" y="1026477"/>
                  <a:pt x="1242887" y="1012883"/>
                  <a:pt x="1259656" y="1012883"/>
                </a:cubicBezTo>
                <a:close/>
                <a:moveTo>
                  <a:pt x="1187102" y="1012883"/>
                </a:moveTo>
                <a:cubicBezTo>
                  <a:pt x="1203871" y="1012883"/>
                  <a:pt x="1217465" y="1026477"/>
                  <a:pt x="1217465" y="1043246"/>
                </a:cubicBezTo>
                <a:cubicBezTo>
                  <a:pt x="1217465" y="1060016"/>
                  <a:pt x="1203871" y="1073610"/>
                  <a:pt x="1187102" y="1073610"/>
                </a:cubicBezTo>
                <a:cubicBezTo>
                  <a:pt x="1170332" y="1073610"/>
                  <a:pt x="1156738" y="1060016"/>
                  <a:pt x="1156738" y="1043246"/>
                </a:cubicBezTo>
                <a:cubicBezTo>
                  <a:pt x="1156738" y="1026477"/>
                  <a:pt x="1170332" y="1012883"/>
                  <a:pt x="1187102" y="1012883"/>
                </a:cubicBezTo>
                <a:close/>
                <a:moveTo>
                  <a:pt x="1114547" y="1012883"/>
                </a:moveTo>
                <a:cubicBezTo>
                  <a:pt x="1131317" y="1012883"/>
                  <a:pt x="1144911" y="1026477"/>
                  <a:pt x="1144911" y="1043246"/>
                </a:cubicBezTo>
                <a:cubicBezTo>
                  <a:pt x="1144911" y="1060016"/>
                  <a:pt x="1131317" y="1073610"/>
                  <a:pt x="1114547" y="1073610"/>
                </a:cubicBezTo>
                <a:cubicBezTo>
                  <a:pt x="1097778" y="1073610"/>
                  <a:pt x="1084184" y="1060016"/>
                  <a:pt x="1084184" y="1043246"/>
                </a:cubicBezTo>
                <a:cubicBezTo>
                  <a:pt x="1084184" y="1026477"/>
                  <a:pt x="1097778" y="1012883"/>
                  <a:pt x="1114547" y="1012883"/>
                </a:cubicBezTo>
                <a:close/>
                <a:moveTo>
                  <a:pt x="1041993" y="1012883"/>
                </a:moveTo>
                <a:cubicBezTo>
                  <a:pt x="1058762" y="1012883"/>
                  <a:pt x="1072356" y="1026477"/>
                  <a:pt x="1072356" y="1043246"/>
                </a:cubicBezTo>
                <a:cubicBezTo>
                  <a:pt x="1072356" y="1060016"/>
                  <a:pt x="1058762" y="1073610"/>
                  <a:pt x="1041993" y="1073610"/>
                </a:cubicBezTo>
                <a:cubicBezTo>
                  <a:pt x="1025223" y="1073610"/>
                  <a:pt x="1011629" y="1060016"/>
                  <a:pt x="1011629" y="1043246"/>
                </a:cubicBezTo>
                <a:cubicBezTo>
                  <a:pt x="1011629" y="1026477"/>
                  <a:pt x="1025223" y="1012883"/>
                  <a:pt x="1041993" y="1012883"/>
                </a:cubicBezTo>
                <a:close/>
                <a:moveTo>
                  <a:pt x="969438" y="1012883"/>
                </a:moveTo>
                <a:cubicBezTo>
                  <a:pt x="986208" y="1012883"/>
                  <a:pt x="999801" y="1026477"/>
                  <a:pt x="999801" y="1043246"/>
                </a:cubicBezTo>
                <a:cubicBezTo>
                  <a:pt x="999801" y="1060016"/>
                  <a:pt x="986208" y="1073610"/>
                  <a:pt x="969438" y="1073610"/>
                </a:cubicBezTo>
                <a:cubicBezTo>
                  <a:pt x="952669" y="1073610"/>
                  <a:pt x="939075" y="1060016"/>
                  <a:pt x="939075" y="1043246"/>
                </a:cubicBezTo>
                <a:cubicBezTo>
                  <a:pt x="939075" y="1026477"/>
                  <a:pt x="952669" y="1012883"/>
                  <a:pt x="969438" y="1012883"/>
                </a:cubicBezTo>
                <a:close/>
                <a:moveTo>
                  <a:pt x="896883" y="1012883"/>
                </a:moveTo>
                <a:cubicBezTo>
                  <a:pt x="913653" y="1012883"/>
                  <a:pt x="927247" y="1026477"/>
                  <a:pt x="927247" y="1043246"/>
                </a:cubicBezTo>
                <a:cubicBezTo>
                  <a:pt x="927247" y="1060016"/>
                  <a:pt x="913653" y="1073610"/>
                  <a:pt x="896883" y="1073610"/>
                </a:cubicBezTo>
                <a:cubicBezTo>
                  <a:pt x="880114" y="1073610"/>
                  <a:pt x="866520" y="1060016"/>
                  <a:pt x="866520" y="1043246"/>
                </a:cubicBezTo>
                <a:cubicBezTo>
                  <a:pt x="866520" y="1026477"/>
                  <a:pt x="880114" y="1012883"/>
                  <a:pt x="896883" y="1012883"/>
                </a:cubicBezTo>
                <a:close/>
                <a:moveTo>
                  <a:pt x="824329" y="1012883"/>
                </a:moveTo>
                <a:cubicBezTo>
                  <a:pt x="841098" y="1012883"/>
                  <a:pt x="854692" y="1026477"/>
                  <a:pt x="854692" y="1043246"/>
                </a:cubicBezTo>
                <a:cubicBezTo>
                  <a:pt x="854692" y="1060016"/>
                  <a:pt x="841098" y="1073610"/>
                  <a:pt x="824329" y="1073610"/>
                </a:cubicBezTo>
                <a:cubicBezTo>
                  <a:pt x="807559" y="1073610"/>
                  <a:pt x="793965" y="1060016"/>
                  <a:pt x="793965" y="1043246"/>
                </a:cubicBezTo>
                <a:cubicBezTo>
                  <a:pt x="793965" y="1026477"/>
                  <a:pt x="807559" y="1012883"/>
                  <a:pt x="824329" y="1012883"/>
                </a:cubicBezTo>
                <a:close/>
                <a:moveTo>
                  <a:pt x="751774" y="1012883"/>
                </a:moveTo>
                <a:cubicBezTo>
                  <a:pt x="768544" y="1012883"/>
                  <a:pt x="782138" y="1026477"/>
                  <a:pt x="782138" y="1043246"/>
                </a:cubicBezTo>
                <a:cubicBezTo>
                  <a:pt x="782138" y="1060016"/>
                  <a:pt x="768544" y="1073610"/>
                  <a:pt x="751774" y="1073610"/>
                </a:cubicBezTo>
                <a:cubicBezTo>
                  <a:pt x="735005" y="1073610"/>
                  <a:pt x="721411" y="1060016"/>
                  <a:pt x="721411" y="1043246"/>
                </a:cubicBezTo>
                <a:cubicBezTo>
                  <a:pt x="721411" y="1026477"/>
                  <a:pt x="735005" y="1012883"/>
                  <a:pt x="751774" y="1012883"/>
                </a:cubicBezTo>
                <a:close/>
                <a:moveTo>
                  <a:pt x="679220" y="1012883"/>
                </a:moveTo>
                <a:cubicBezTo>
                  <a:pt x="695989" y="1012883"/>
                  <a:pt x="709583" y="1026477"/>
                  <a:pt x="709583" y="1043246"/>
                </a:cubicBezTo>
                <a:cubicBezTo>
                  <a:pt x="709583" y="1060016"/>
                  <a:pt x="695989" y="1073610"/>
                  <a:pt x="679220" y="1073610"/>
                </a:cubicBezTo>
                <a:cubicBezTo>
                  <a:pt x="662450" y="1073610"/>
                  <a:pt x="648856" y="1060016"/>
                  <a:pt x="648856" y="1043246"/>
                </a:cubicBezTo>
                <a:cubicBezTo>
                  <a:pt x="648856" y="1026477"/>
                  <a:pt x="662450" y="1012883"/>
                  <a:pt x="679220" y="1012883"/>
                </a:cubicBezTo>
                <a:close/>
                <a:moveTo>
                  <a:pt x="606665" y="1012883"/>
                </a:moveTo>
                <a:cubicBezTo>
                  <a:pt x="623435" y="1012883"/>
                  <a:pt x="637029" y="1026477"/>
                  <a:pt x="637029" y="1043246"/>
                </a:cubicBezTo>
                <a:cubicBezTo>
                  <a:pt x="637029" y="1060016"/>
                  <a:pt x="623435" y="1073610"/>
                  <a:pt x="606665" y="1073610"/>
                </a:cubicBezTo>
                <a:cubicBezTo>
                  <a:pt x="589896" y="1073610"/>
                  <a:pt x="576302" y="1060016"/>
                  <a:pt x="576302" y="1043246"/>
                </a:cubicBezTo>
                <a:cubicBezTo>
                  <a:pt x="576302" y="1026477"/>
                  <a:pt x="589896" y="1012883"/>
                  <a:pt x="606665" y="1012883"/>
                </a:cubicBezTo>
                <a:close/>
                <a:moveTo>
                  <a:pt x="534111" y="1012883"/>
                </a:moveTo>
                <a:cubicBezTo>
                  <a:pt x="550880" y="1012883"/>
                  <a:pt x="564474" y="1026477"/>
                  <a:pt x="564474" y="1043246"/>
                </a:cubicBezTo>
                <a:cubicBezTo>
                  <a:pt x="564474" y="1060016"/>
                  <a:pt x="550880" y="1073610"/>
                  <a:pt x="534111" y="1073610"/>
                </a:cubicBezTo>
                <a:cubicBezTo>
                  <a:pt x="517341" y="1073610"/>
                  <a:pt x="503747" y="1060016"/>
                  <a:pt x="503747" y="1043246"/>
                </a:cubicBezTo>
                <a:cubicBezTo>
                  <a:pt x="503747" y="1026477"/>
                  <a:pt x="517341" y="1012883"/>
                  <a:pt x="534111" y="1012883"/>
                </a:cubicBezTo>
                <a:close/>
                <a:moveTo>
                  <a:pt x="461556" y="1012883"/>
                </a:moveTo>
                <a:cubicBezTo>
                  <a:pt x="478326" y="1012883"/>
                  <a:pt x="491920" y="1026477"/>
                  <a:pt x="491920" y="1043246"/>
                </a:cubicBezTo>
                <a:cubicBezTo>
                  <a:pt x="491920" y="1060016"/>
                  <a:pt x="478326" y="1073610"/>
                  <a:pt x="461556" y="1073610"/>
                </a:cubicBezTo>
                <a:cubicBezTo>
                  <a:pt x="444787" y="1073610"/>
                  <a:pt x="431192" y="1060016"/>
                  <a:pt x="431192" y="1043246"/>
                </a:cubicBezTo>
                <a:cubicBezTo>
                  <a:pt x="431192" y="1026477"/>
                  <a:pt x="444787" y="1012883"/>
                  <a:pt x="461556" y="1012883"/>
                </a:cubicBezTo>
                <a:close/>
                <a:moveTo>
                  <a:pt x="389002" y="1012883"/>
                </a:moveTo>
                <a:cubicBezTo>
                  <a:pt x="405771" y="1012883"/>
                  <a:pt x="419365" y="1026477"/>
                  <a:pt x="419365" y="1043246"/>
                </a:cubicBezTo>
                <a:cubicBezTo>
                  <a:pt x="419365" y="1060016"/>
                  <a:pt x="405771" y="1073610"/>
                  <a:pt x="389002" y="1073610"/>
                </a:cubicBezTo>
                <a:cubicBezTo>
                  <a:pt x="372232" y="1073610"/>
                  <a:pt x="358638" y="1060016"/>
                  <a:pt x="358638" y="1043246"/>
                </a:cubicBezTo>
                <a:cubicBezTo>
                  <a:pt x="358638" y="1026477"/>
                  <a:pt x="372232" y="1012883"/>
                  <a:pt x="389002" y="1012883"/>
                </a:cubicBezTo>
                <a:close/>
                <a:moveTo>
                  <a:pt x="316447" y="1012883"/>
                </a:moveTo>
                <a:cubicBezTo>
                  <a:pt x="333216" y="1012883"/>
                  <a:pt x="346810" y="1026477"/>
                  <a:pt x="346810" y="1043246"/>
                </a:cubicBezTo>
                <a:cubicBezTo>
                  <a:pt x="346810" y="1060016"/>
                  <a:pt x="333216" y="1073610"/>
                  <a:pt x="316447" y="1073610"/>
                </a:cubicBezTo>
                <a:cubicBezTo>
                  <a:pt x="299677" y="1073610"/>
                  <a:pt x="286084" y="1060016"/>
                  <a:pt x="286084" y="1043246"/>
                </a:cubicBezTo>
                <a:cubicBezTo>
                  <a:pt x="286084" y="1026477"/>
                  <a:pt x="299677" y="1012883"/>
                  <a:pt x="316447" y="1012883"/>
                </a:cubicBezTo>
                <a:close/>
                <a:moveTo>
                  <a:pt x="243892" y="1012883"/>
                </a:moveTo>
                <a:cubicBezTo>
                  <a:pt x="260662" y="1012883"/>
                  <a:pt x="274256" y="1026477"/>
                  <a:pt x="274256" y="1043246"/>
                </a:cubicBezTo>
                <a:cubicBezTo>
                  <a:pt x="274256" y="1060016"/>
                  <a:pt x="260662" y="1073610"/>
                  <a:pt x="243892" y="1073610"/>
                </a:cubicBezTo>
                <a:cubicBezTo>
                  <a:pt x="227123" y="1073610"/>
                  <a:pt x="213529" y="1060016"/>
                  <a:pt x="213529" y="1043246"/>
                </a:cubicBezTo>
                <a:cubicBezTo>
                  <a:pt x="213529" y="1026477"/>
                  <a:pt x="227123" y="1012883"/>
                  <a:pt x="243892" y="1012883"/>
                </a:cubicBezTo>
                <a:close/>
                <a:moveTo>
                  <a:pt x="171339" y="1012883"/>
                </a:moveTo>
                <a:cubicBezTo>
                  <a:pt x="188107" y="1012883"/>
                  <a:pt x="201701" y="1026477"/>
                  <a:pt x="201701" y="1043246"/>
                </a:cubicBezTo>
                <a:cubicBezTo>
                  <a:pt x="201701" y="1060016"/>
                  <a:pt x="188107" y="1073610"/>
                  <a:pt x="171339" y="1073610"/>
                </a:cubicBezTo>
                <a:cubicBezTo>
                  <a:pt x="154639" y="1073610"/>
                  <a:pt x="141045" y="1060016"/>
                  <a:pt x="141045" y="1043246"/>
                </a:cubicBezTo>
                <a:cubicBezTo>
                  <a:pt x="141045" y="1026477"/>
                  <a:pt x="154639" y="1012883"/>
                  <a:pt x="171339" y="1012883"/>
                </a:cubicBezTo>
                <a:close/>
                <a:moveTo>
                  <a:pt x="98865" y="1012883"/>
                </a:moveTo>
                <a:cubicBezTo>
                  <a:pt x="115628" y="1012883"/>
                  <a:pt x="129222" y="1026477"/>
                  <a:pt x="129222" y="1043246"/>
                </a:cubicBezTo>
                <a:cubicBezTo>
                  <a:pt x="129222" y="1060016"/>
                  <a:pt x="115628" y="1073610"/>
                  <a:pt x="98865" y="1073610"/>
                </a:cubicBezTo>
                <a:cubicBezTo>
                  <a:pt x="82093" y="1073610"/>
                  <a:pt x="68498" y="1060016"/>
                  <a:pt x="68498" y="1043246"/>
                </a:cubicBezTo>
                <a:cubicBezTo>
                  <a:pt x="68498" y="1026477"/>
                  <a:pt x="82093" y="1012883"/>
                  <a:pt x="98865" y="1012883"/>
                </a:cubicBezTo>
                <a:close/>
                <a:moveTo>
                  <a:pt x="26309" y="1012883"/>
                </a:moveTo>
                <a:cubicBezTo>
                  <a:pt x="43075" y="1012883"/>
                  <a:pt x="56670" y="1026477"/>
                  <a:pt x="56670" y="1043246"/>
                </a:cubicBezTo>
                <a:cubicBezTo>
                  <a:pt x="56670" y="1060016"/>
                  <a:pt x="43075" y="1073610"/>
                  <a:pt x="26309" y="1073610"/>
                </a:cubicBezTo>
                <a:cubicBezTo>
                  <a:pt x="17924" y="1073610"/>
                  <a:pt x="10333" y="1070212"/>
                  <a:pt x="4838" y="1064717"/>
                </a:cubicBezTo>
                <a:lnTo>
                  <a:pt x="0" y="1053036"/>
                </a:lnTo>
                <a:lnTo>
                  <a:pt x="0" y="1033457"/>
                </a:lnTo>
                <a:lnTo>
                  <a:pt x="4838" y="1021776"/>
                </a:lnTo>
                <a:cubicBezTo>
                  <a:pt x="10333" y="1016282"/>
                  <a:pt x="17924" y="1012883"/>
                  <a:pt x="26309" y="1012883"/>
                </a:cubicBezTo>
                <a:close/>
                <a:moveTo>
                  <a:pt x="1549874" y="932431"/>
                </a:moveTo>
                <a:cubicBezTo>
                  <a:pt x="1558259" y="932431"/>
                  <a:pt x="1565850" y="935830"/>
                  <a:pt x="1571345" y="941324"/>
                </a:cubicBezTo>
                <a:lnTo>
                  <a:pt x="1577296" y="955693"/>
                </a:lnTo>
                <a:lnTo>
                  <a:pt x="1565363" y="988298"/>
                </a:lnTo>
                <a:lnTo>
                  <a:pt x="1561694" y="990772"/>
                </a:lnTo>
                <a:cubicBezTo>
                  <a:pt x="1558061" y="992309"/>
                  <a:pt x="1554067" y="993158"/>
                  <a:pt x="1549874" y="993158"/>
                </a:cubicBezTo>
                <a:cubicBezTo>
                  <a:pt x="1533105" y="993158"/>
                  <a:pt x="1519511" y="979564"/>
                  <a:pt x="1519511" y="962795"/>
                </a:cubicBezTo>
                <a:cubicBezTo>
                  <a:pt x="1519511" y="946025"/>
                  <a:pt x="1533105" y="932431"/>
                  <a:pt x="1549874" y="932431"/>
                </a:cubicBezTo>
                <a:close/>
                <a:moveTo>
                  <a:pt x="1477320" y="932431"/>
                </a:moveTo>
                <a:cubicBezTo>
                  <a:pt x="1494089" y="932431"/>
                  <a:pt x="1507683" y="946025"/>
                  <a:pt x="1507683" y="962795"/>
                </a:cubicBezTo>
                <a:cubicBezTo>
                  <a:pt x="1507683" y="979564"/>
                  <a:pt x="1494089" y="993158"/>
                  <a:pt x="1477320" y="993158"/>
                </a:cubicBezTo>
                <a:cubicBezTo>
                  <a:pt x="1460550" y="993158"/>
                  <a:pt x="1446956" y="979564"/>
                  <a:pt x="1446956" y="962795"/>
                </a:cubicBezTo>
                <a:cubicBezTo>
                  <a:pt x="1446956" y="946025"/>
                  <a:pt x="1460550" y="932431"/>
                  <a:pt x="1477320" y="932431"/>
                </a:cubicBezTo>
                <a:close/>
                <a:moveTo>
                  <a:pt x="1404765" y="932431"/>
                </a:moveTo>
                <a:cubicBezTo>
                  <a:pt x="1421535" y="932431"/>
                  <a:pt x="1435129" y="946025"/>
                  <a:pt x="1435129" y="962795"/>
                </a:cubicBezTo>
                <a:cubicBezTo>
                  <a:pt x="1435129" y="979564"/>
                  <a:pt x="1421535" y="993158"/>
                  <a:pt x="1404765" y="993158"/>
                </a:cubicBezTo>
                <a:cubicBezTo>
                  <a:pt x="1387996" y="993158"/>
                  <a:pt x="1374402" y="979564"/>
                  <a:pt x="1374402" y="962795"/>
                </a:cubicBezTo>
                <a:cubicBezTo>
                  <a:pt x="1374402" y="946025"/>
                  <a:pt x="1387996" y="932431"/>
                  <a:pt x="1404765" y="932431"/>
                </a:cubicBezTo>
                <a:close/>
                <a:moveTo>
                  <a:pt x="1332211" y="932431"/>
                </a:moveTo>
                <a:cubicBezTo>
                  <a:pt x="1348980" y="932431"/>
                  <a:pt x="1362574" y="946025"/>
                  <a:pt x="1362574" y="962795"/>
                </a:cubicBezTo>
                <a:cubicBezTo>
                  <a:pt x="1362574" y="979564"/>
                  <a:pt x="1348980" y="993158"/>
                  <a:pt x="1332211" y="993158"/>
                </a:cubicBezTo>
                <a:cubicBezTo>
                  <a:pt x="1315441" y="993158"/>
                  <a:pt x="1301847" y="979564"/>
                  <a:pt x="1301847" y="962795"/>
                </a:cubicBezTo>
                <a:cubicBezTo>
                  <a:pt x="1301847" y="946025"/>
                  <a:pt x="1315441" y="932431"/>
                  <a:pt x="1332211" y="932431"/>
                </a:cubicBezTo>
                <a:close/>
                <a:moveTo>
                  <a:pt x="1259656" y="932431"/>
                </a:moveTo>
                <a:cubicBezTo>
                  <a:pt x="1276426" y="932431"/>
                  <a:pt x="1290020" y="946025"/>
                  <a:pt x="1290020" y="962795"/>
                </a:cubicBezTo>
                <a:cubicBezTo>
                  <a:pt x="1290020" y="979564"/>
                  <a:pt x="1276426" y="993158"/>
                  <a:pt x="1259656" y="993158"/>
                </a:cubicBezTo>
                <a:cubicBezTo>
                  <a:pt x="1242887" y="993158"/>
                  <a:pt x="1229293" y="979564"/>
                  <a:pt x="1229293" y="962795"/>
                </a:cubicBezTo>
                <a:cubicBezTo>
                  <a:pt x="1229293" y="946025"/>
                  <a:pt x="1242887" y="932431"/>
                  <a:pt x="1259656" y="932431"/>
                </a:cubicBezTo>
                <a:close/>
                <a:moveTo>
                  <a:pt x="1187102" y="932431"/>
                </a:moveTo>
                <a:cubicBezTo>
                  <a:pt x="1203871" y="932431"/>
                  <a:pt x="1217465" y="946025"/>
                  <a:pt x="1217465" y="962795"/>
                </a:cubicBezTo>
                <a:cubicBezTo>
                  <a:pt x="1217465" y="979564"/>
                  <a:pt x="1203871" y="993158"/>
                  <a:pt x="1187102" y="993158"/>
                </a:cubicBezTo>
                <a:cubicBezTo>
                  <a:pt x="1170332" y="993158"/>
                  <a:pt x="1156738" y="979564"/>
                  <a:pt x="1156738" y="962795"/>
                </a:cubicBezTo>
                <a:cubicBezTo>
                  <a:pt x="1156738" y="946025"/>
                  <a:pt x="1170332" y="932431"/>
                  <a:pt x="1187102" y="932431"/>
                </a:cubicBezTo>
                <a:close/>
                <a:moveTo>
                  <a:pt x="1114547" y="932431"/>
                </a:moveTo>
                <a:cubicBezTo>
                  <a:pt x="1131317" y="932431"/>
                  <a:pt x="1144911" y="946025"/>
                  <a:pt x="1144911" y="962795"/>
                </a:cubicBezTo>
                <a:cubicBezTo>
                  <a:pt x="1144911" y="979564"/>
                  <a:pt x="1131317" y="993158"/>
                  <a:pt x="1114547" y="993158"/>
                </a:cubicBezTo>
                <a:cubicBezTo>
                  <a:pt x="1097778" y="993158"/>
                  <a:pt x="1084184" y="979564"/>
                  <a:pt x="1084184" y="962795"/>
                </a:cubicBezTo>
                <a:cubicBezTo>
                  <a:pt x="1084184" y="946025"/>
                  <a:pt x="1097778" y="932431"/>
                  <a:pt x="1114547" y="932431"/>
                </a:cubicBezTo>
                <a:close/>
                <a:moveTo>
                  <a:pt x="1041993" y="932431"/>
                </a:moveTo>
                <a:cubicBezTo>
                  <a:pt x="1058762" y="932431"/>
                  <a:pt x="1072356" y="946025"/>
                  <a:pt x="1072356" y="962795"/>
                </a:cubicBezTo>
                <a:cubicBezTo>
                  <a:pt x="1072356" y="979564"/>
                  <a:pt x="1058762" y="993158"/>
                  <a:pt x="1041993" y="993158"/>
                </a:cubicBezTo>
                <a:cubicBezTo>
                  <a:pt x="1025223" y="993158"/>
                  <a:pt x="1011629" y="979564"/>
                  <a:pt x="1011629" y="962795"/>
                </a:cubicBezTo>
                <a:cubicBezTo>
                  <a:pt x="1011629" y="946025"/>
                  <a:pt x="1025223" y="932431"/>
                  <a:pt x="1041993" y="932431"/>
                </a:cubicBezTo>
                <a:close/>
                <a:moveTo>
                  <a:pt x="969438" y="932431"/>
                </a:moveTo>
                <a:cubicBezTo>
                  <a:pt x="986208" y="932431"/>
                  <a:pt x="999801" y="946025"/>
                  <a:pt x="999801" y="962795"/>
                </a:cubicBezTo>
                <a:cubicBezTo>
                  <a:pt x="999801" y="979564"/>
                  <a:pt x="986208" y="993158"/>
                  <a:pt x="969438" y="993158"/>
                </a:cubicBezTo>
                <a:cubicBezTo>
                  <a:pt x="952669" y="993158"/>
                  <a:pt x="939075" y="979564"/>
                  <a:pt x="939075" y="962795"/>
                </a:cubicBezTo>
                <a:cubicBezTo>
                  <a:pt x="939075" y="946025"/>
                  <a:pt x="952669" y="932431"/>
                  <a:pt x="969438" y="932431"/>
                </a:cubicBezTo>
                <a:close/>
                <a:moveTo>
                  <a:pt x="896883" y="932431"/>
                </a:moveTo>
                <a:cubicBezTo>
                  <a:pt x="913653" y="932431"/>
                  <a:pt x="927247" y="946025"/>
                  <a:pt x="927247" y="962795"/>
                </a:cubicBezTo>
                <a:cubicBezTo>
                  <a:pt x="927247" y="979564"/>
                  <a:pt x="913653" y="993158"/>
                  <a:pt x="896883" y="993158"/>
                </a:cubicBezTo>
                <a:cubicBezTo>
                  <a:pt x="880114" y="993158"/>
                  <a:pt x="866520" y="979564"/>
                  <a:pt x="866520" y="962795"/>
                </a:cubicBezTo>
                <a:cubicBezTo>
                  <a:pt x="866520" y="946025"/>
                  <a:pt x="880114" y="932431"/>
                  <a:pt x="896883" y="932431"/>
                </a:cubicBezTo>
                <a:close/>
                <a:moveTo>
                  <a:pt x="824329" y="932431"/>
                </a:moveTo>
                <a:cubicBezTo>
                  <a:pt x="841098" y="932431"/>
                  <a:pt x="854692" y="946025"/>
                  <a:pt x="854692" y="962795"/>
                </a:cubicBezTo>
                <a:cubicBezTo>
                  <a:pt x="854692" y="979564"/>
                  <a:pt x="841098" y="993158"/>
                  <a:pt x="824329" y="993158"/>
                </a:cubicBezTo>
                <a:cubicBezTo>
                  <a:pt x="807559" y="993158"/>
                  <a:pt x="793965" y="979564"/>
                  <a:pt x="793965" y="962795"/>
                </a:cubicBezTo>
                <a:cubicBezTo>
                  <a:pt x="793965" y="946025"/>
                  <a:pt x="807559" y="932431"/>
                  <a:pt x="824329" y="932431"/>
                </a:cubicBezTo>
                <a:close/>
                <a:moveTo>
                  <a:pt x="751774" y="932431"/>
                </a:moveTo>
                <a:cubicBezTo>
                  <a:pt x="768544" y="932431"/>
                  <a:pt x="782138" y="946025"/>
                  <a:pt x="782138" y="962795"/>
                </a:cubicBezTo>
                <a:cubicBezTo>
                  <a:pt x="782138" y="979564"/>
                  <a:pt x="768544" y="993158"/>
                  <a:pt x="751774" y="993158"/>
                </a:cubicBezTo>
                <a:cubicBezTo>
                  <a:pt x="735005" y="993158"/>
                  <a:pt x="721411" y="979564"/>
                  <a:pt x="721411" y="962795"/>
                </a:cubicBezTo>
                <a:cubicBezTo>
                  <a:pt x="721411" y="946025"/>
                  <a:pt x="735005" y="932431"/>
                  <a:pt x="751774" y="932431"/>
                </a:cubicBezTo>
                <a:close/>
                <a:moveTo>
                  <a:pt x="679220" y="932431"/>
                </a:moveTo>
                <a:cubicBezTo>
                  <a:pt x="695989" y="932431"/>
                  <a:pt x="709583" y="946025"/>
                  <a:pt x="709583" y="962795"/>
                </a:cubicBezTo>
                <a:cubicBezTo>
                  <a:pt x="709583" y="979564"/>
                  <a:pt x="695989" y="993158"/>
                  <a:pt x="679220" y="993158"/>
                </a:cubicBezTo>
                <a:cubicBezTo>
                  <a:pt x="662450" y="993158"/>
                  <a:pt x="648856" y="979564"/>
                  <a:pt x="648856" y="962795"/>
                </a:cubicBezTo>
                <a:cubicBezTo>
                  <a:pt x="648856" y="946025"/>
                  <a:pt x="662450" y="932431"/>
                  <a:pt x="679220" y="932431"/>
                </a:cubicBezTo>
                <a:close/>
                <a:moveTo>
                  <a:pt x="606665" y="932431"/>
                </a:moveTo>
                <a:cubicBezTo>
                  <a:pt x="623435" y="932431"/>
                  <a:pt x="637029" y="946025"/>
                  <a:pt x="637029" y="962795"/>
                </a:cubicBezTo>
                <a:cubicBezTo>
                  <a:pt x="637029" y="979564"/>
                  <a:pt x="623435" y="993158"/>
                  <a:pt x="606665" y="993158"/>
                </a:cubicBezTo>
                <a:cubicBezTo>
                  <a:pt x="589896" y="993158"/>
                  <a:pt x="576302" y="979564"/>
                  <a:pt x="576302" y="962795"/>
                </a:cubicBezTo>
                <a:cubicBezTo>
                  <a:pt x="576302" y="946025"/>
                  <a:pt x="589896" y="932431"/>
                  <a:pt x="606665" y="932431"/>
                </a:cubicBezTo>
                <a:close/>
                <a:moveTo>
                  <a:pt x="534111" y="932431"/>
                </a:moveTo>
                <a:cubicBezTo>
                  <a:pt x="550880" y="932431"/>
                  <a:pt x="564474" y="946025"/>
                  <a:pt x="564474" y="962795"/>
                </a:cubicBezTo>
                <a:cubicBezTo>
                  <a:pt x="564474" y="979564"/>
                  <a:pt x="550880" y="993158"/>
                  <a:pt x="534111" y="993158"/>
                </a:cubicBezTo>
                <a:cubicBezTo>
                  <a:pt x="517341" y="993158"/>
                  <a:pt x="503747" y="979564"/>
                  <a:pt x="503747" y="962795"/>
                </a:cubicBezTo>
                <a:cubicBezTo>
                  <a:pt x="503747" y="946025"/>
                  <a:pt x="517341" y="932431"/>
                  <a:pt x="534111" y="932431"/>
                </a:cubicBezTo>
                <a:close/>
                <a:moveTo>
                  <a:pt x="461556" y="932431"/>
                </a:moveTo>
                <a:cubicBezTo>
                  <a:pt x="478326" y="932431"/>
                  <a:pt x="491920" y="946025"/>
                  <a:pt x="491920" y="962795"/>
                </a:cubicBezTo>
                <a:cubicBezTo>
                  <a:pt x="491920" y="979564"/>
                  <a:pt x="478326" y="993158"/>
                  <a:pt x="461556" y="993158"/>
                </a:cubicBezTo>
                <a:cubicBezTo>
                  <a:pt x="444787" y="993158"/>
                  <a:pt x="431192" y="979564"/>
                  <a:pt x="431192" y="962795"/>
                </a:cubicBezTo>
                <a:cubicBezTo>
                  <a:pt x="431192" y="946025"/>
                  <a:pt x="444787" y="932431"/>
                  <a:pt x="461556" y="932431"/>
                </a:cubicBezTo>
                <a:close/>
                <a:moveTo>
                  <a:pt x="389002" y="932431"/>
                </a:moveTo>
                <a:cubicBezTo>
                  <a:pt x="405771" y="932431"/>
                  <a:pt x="419365" y="946025"/>
                  <a:pt x="419365" y="962795"/>
                </a:cubicBezTo>
                <a:cubicBezTo>
                  <a:pt x="419365" y="979564"/>
                  <a:pt x="405771" y="993158"/>
                  <a:pt x="389002" y="993158"/>
                </a:cubicBezTo>
                <a:cubicBezTo>
                  <a:pt x="372232" y="993158"/>
                  <a:pt x="358638" y="979564"/>
                  <a:pt x="358638" y="962795"/>
                </a:cubicBezTo>
                <a:cubicBezTo>
                  <a:pt x="358638" y="946025"/>
                  <a:pt x="372232" y="932431"/>
                  <a:pt x="389002" y="932431"/>
                </a:cubicBezTo>
                <a:close/>
                <a:moveTo>
                  <a:pt x="316447" y="932431"/>
                </a:moveTo>
                <a:cubicBezTo>
                  <a:pt x="333216" y="932431"/>
                  <a:pt x="346810" y="946025"/>
                  <a:pt x="346810" y="962795"/>
                </a:cubicBezTo>
                <a:cubicBezTo>
                  <a:pt x="346810" y="979564"/>
                  <a:pt x="333216" y="993158"/>
                  <a:pt x="316447" y="993158"/>
                </a:cubicBezTo>
                <a:cubicBezTo>
                  <a:pt x="299677" y="993158"/>
                  <a:pt x="286084" y="979564"/>
                  <a:pt x="286084" y="962795"/>
                </a:cubicBezTo>
                <a:cubicBezTo>
                  <a:pt x="286084" y="946025"/>
                  <a:pt x="299677" y="932431"/>
                  <a:pt x="316447" y="932431"/>
                </a:cubicBezTo>
                <a:close/>
                <a:moveTo>
                  <a:pt x="243892" y="932431"/>
                </a:moveTo>
                <a:cubicBezTo>
                  <a:pt x="260662" y="932431"/>
                  <a:pt x="274256" y="946025"/>
                  <a:pt x="274256" y="962795"/>
                </a:cubicBezTo>
                <a:cubicBezTo>
                  <a:pt x="274256" y="979564"/>
                  <a:pt x="260662" y="993158"/>
                  <a:pt x="243892" y="993158"/>
                </a:cubicBezTo>
                <a:cubicBezTo>
                  <a:pt x="227123" y="993158"/>
                  <a:pt x="213529" y="979564"/>
                  <a:pt x="213529" y="962795"/>
                </a:cubicBezTo>
                <a:cubicBezTo>
                  <a:pt x="213529" y="946025"/>
                  <a:pt x="227123" y="932431"/>
                  <a:pt x="243892" y="932431"/>
                </a:cubicBezTo>
                <a:close/>
                <a:moveTo>
                  <a:pt x="171339" y="932431"/>
                </a:moveTo>
                <a:cubicBezTo>
                  <a:pt x="188107" y="932431"/>
                  <a:pt x="201701" y="946025"/>
                  <a:pt x="201701" y="962795"/>
                </a:cubicBezTo>
                <a:cubicBezTo>
                  <a:pt x="201701" y="979564"/>
                  <a:pt x="188107" y="993158"/>
                  <a:pt x="171339" y="993158"/>
                </a:cubicBezTo>
                <a:cubicBezTo>
                  <a:pt x="154645" y="993158"/>
                  <a:pt x="141051" y="979564"/>
                  <a:pt x="141051" y="962795"/>
                </a:cubicBezTo>
                <a:cubicBezTo>
                  <a:pt x="141051" y="946025"/>
                  <a:pt x="154645" y="932431"/>
                  <a:pt x="171339" y="932431"/>
                </a:cubicBezTo>
                <a:close/>
                <a:moveTo>
                  <a:pt x="98870" y="932431"/>
                </a:moveTo>
                <a:cubicBezTo>
                  <a:pt x="115634" y="932431"/>
                  <a:pt x="129228" y="946025"/>
                  <a:pt x="129228" y="962795"/>
                </a:cubicBezTo>
                <a:cubicBezTo>
                  <a:pt x="129228" y="979564"/>
                  <a:pt x="115634" y="993158"/>
                  <a:pt x="98870" y="993158"/>
                </a:cubicBezTo>
                <a:cubicBezTo>
                  <a:pt x="82099" y="993158"/>
                  <a:pt x="68505" y="979564"/>
                  <a:pt x="68505" y="962795"/>
                </a:cubicBezTo>
                <a:cubicBezTo>
                  <a:pt x="68505" y="946025"/>
                  <a:pt x="82099" y="932431"/>
                  <a:pt x="98870" y="932431"/>
                </a:cubicBezTo>
                <a:close/>
                <a:moveTo>
                  <a:pt x="26316" y="932431"/>
                </a:moveTo>
                <a:cubicBezTo>
                  <a:pt x="43081" y="932431"/>
                  <a:pt x="56676" y="946025"/>
                  <a:pt x="56676" y="962795"/>
                </a:cubicBezTo>
                <a:cubicBezTo>
                  <a:pt x="56676" y="979564"/>
                  <a:pt x="43081" y="993158"/>
                  <a:pt x="26316" y="993158"/>
                </a:cubicBezTo>
                <a:cubicBezTo>
                  <a:pt x="17931" y="993158"/>
                  <a:pt x="10340" y="989760"/>
                  <a:pt x="4845" y="984265"/>
                </a:cubicBezTo>
                <a:lnTo>
                  <a:pt x="0" y="972570"/>
                </a:lnTo>
                <a:lnTo>
                  <a:pt x="0" y="953020"/>
                </a:lnTo>
                <a:lnTo>
                  <a:pt x="4845" y="941324"/>
                </a:lnTo>
                <a:cubicBezTo>
                  <a:pt x="10340" y="935830"/>
                  <a:pt x="17931" y="932431"/>
                  <a:pt x="26316" y="932431"/>
                </a:cubicBezTo>
                <a:close/>
                <a:moveTo>
                  <a:pt x="1612513" y="853981"/>
                </a:moveTo>
                <a:lnTo>
                  <a:pt x="1607766" y="872445"/>
                </a:lnTo>
                <a:lnTo>
                  <a:pt x="1598477" y="897823"/>
                </a:lnTo>
                <a:lnTo>
                  <a:pt x="1592066" y="882343"/>
                </a:lnTo>
                <a:cubicBezTo>
                  <a:pt x="1592066" y="869766"/>
                  <a:pt x="1599712" y="858975"/>
                  <a:pt x="1610610" y="854366"/>
                </a:cubicBezTo>
                <a:close/>
                <a:moveTo>
                  <a:pt x="1549874" y="851979"/>
                </a:moveTo>
                <a:cubicBezTo>
                  <a:pt x="1566644" y="851979"/>
                  <a:pt x="1580238" y="865573"/>
                  <a:pt x="1580238" y="882343"/>
                </a:cubicBezTo>
                <a:cubicBezTo>
                  <a:pt x="1580238" y="899112"/>
                  <a:pt x="1566644" y="912706"/>
                  <a:pt x="1549874" y="912706"/>
                </a:cubicBezTo>
                <a:cubicBezTo>
                  <a:pt x="1533105" y="912706"/>
                  <a:pt x="1519511" y="899112"/>
                  <a:pt x="1519511" y="882343"/>
                </a:cubicBezTo>
                <a:cubicBezTo>
                  <a:pt x="1519511" y="865573"/>
                  <a:pt x="1533105" y="851979"/>
                  <a:pt x="1549874" y="851979"/>
                </a:cubicBezTo>
                <a:close/>
                <a:moveTo>
                  <a:pt x="1477320" y="851979"/>
                </a:moveTo>
                <a:cubicBezTo>
                  <a:pt x="1494089" y="851979"/>
                  <a:pt x="1507683" y="865573"/>
                  <a:pt x="1507683" y="882343"/>
                </a:cubicBezTo>
                <a:cubicBezTo>
                  <a:pt x="1507683" y="899112"/>
                  <a:pt x="1494089" y="912706"/>
                  <a:pt x="1477320" y="912706"/>
                </a:cubicBezTo>
                <a:cubicBezTo>
                  <a:pt x="1460550" y="912706"/>
                  <a:pt x="1446956" y="899112"/>
                  <a:pt x="1446956" y="882343"/>
                </a:cubicBezTo>
                <a:cubicBezTo>
                  <a:pt x="1446956" y="865573"/>
                  <a:pt x="1460550" y="851979"/>
                  <a:pt x="1477320" y="851979"/>
                </a:cubicBezTo>
                <a:close/>
                <a:moveTo>
                  <a:pt x="1404765" y="851979"/>
                </a:moveTo>
                <a:cubicBezTo>
                  <a:pt x="1421535" y="851979"/>
                  <a:pt x="1435129" y="865573"/>
                  <a:pt x="1435129" y="882343"/>
                </a:cubicBezTo>
                <a:cubicBezTo>
                  <a:pt x="1435129" y="899112"/>
                  <a:pt x="1421535" y="912706"/>
                  <a:pt x="1404765" y="912706"/>
                </a:cubicBezTo>
                <a:cubicBezTo>
                  <a:pt x="1387996" y="912706"/>
                  <a:pt x="1374402" y="899112"/>
                  <a:pt x="1374402" y="882343"/>
                </a:cubicBezTo>
                <a:cubicBezTo>
                  <a:pt x="1374402" y="865573"/>
                  <a:pt x="1387996" y="851979"/>
                  <a:pt x="1404765" y="851979"/>
                </a:cubicBezTo>
                <a:close/>
                <a:moveTo>
                  <a:pt x="1332211" y="851979"/>
                </a:moveTo>
                <a:cubicBezTo>
                  <a:pt x="1348980" y="851979"/>
                  <a:pt x="1362574" y="865573"/>
                  <a:pt x="1362574" y="882343"/>
                </a:cubicBezTo>
                <a:cubicBezTo>
                  <a:pt x="1362574" y="899112"/>
                  <a:pt x="1348980" y="912706"/>
                  <a:pt x="1332211" y="912706"/>
                </a:cubicBezTo>
                <a:cubicBezTo>
                  <a:pt x="1315441" y="912706"/>
                  <a:pt x="1301847" y="899112"/>
                  <a:pt x="1301847" y="882343"/>
                </a:cubicBezTo>
                <a:cubicBezTo>
                  <a:pt x="1301847" y="865573"/>
                  <a:pt x="1315441" y="851979"/>
                  <a:pt x="1332211" y="851979"/>
                </a:cubicBezTo>
                <a:close/>
                <a:moveTo>
                  <a:pt x="1259656" y="851979"/>
                </a:moveTo>
                <a:cubicBezTo>
                  <a:pt x="1276426" y="851979"/>
                  <a:pt x="1290020" y="865573"/>
                  <a:pt x="1290020" y="882343"/>
                </a:cubicBezTo>
                <a:cubicBezTo>
                  <a:pt x="1290020" y="899112"/>
                  <a:pt x="1276426" y="912706"/>
                  <a:pt x="1259656" y="912706"/>
                </a:cubicBezTo>
                <a:cubicBezTo>
                  <a:pt x="1242887" y="912706"/>
                  <a:pt x="1229293" y="899112"/>
                  <a:pt x="1229293" y="882343"/>
                </a:cubicBezTo>
                <a:cubicBezTo>
                  <a:pt x="1229293" y="865573"/>
                  <a:pt x="1242887" y="851979"/>
                  <a:pt x="1259656" y="851979"/>
                </a:cubicBezTo>
                <a:close/>
                <a:moveTo>
                  <a:pt x="1187102" y="851979"/>
                </a:moveTo>
                <a:cubicBezTo>
                  <a:pt x="1203871" y="851979"/>
                  <a:pt x="1217465" y="865573"/>
                  <a:pt x="1217465" y="882343"/>
                </a:cubicBezTo>
                <a:cubicBezTo>
                  <a:pt x="1217465" y="899112"/>
                  <a:pt x="1203871" y="912706"/>
                  <a:pt x="1187102" y="912706"/>
                </a:cubicBezTo>
                <a:cubicBezTo>
                  <a:pt x="1170332" y="912706"/>
                  <a:pt x="1156738" y="899112"/>
                  <a:pt x="1156738" y="882343"/>
                </a:cubicBezTo>
                <a:cubicBezTo>
                  <a:pt x="1156738" y="865573"/>
                  <a:pt x="1170332" y="851979"/>
                  <a:pt x="1187102" y="851979"/>
                </a:cubicBezTo>
                <a:close/>
                <a:moveTo>
                  <a:pt x="1114547" y="851979"/>
                </a:moveTo>
                <a:cubicBezTo>
                  <a:pt x="1131317" y="851979"/>
                  <a:pt x="1144911" y="865573"/>
                  <a:pt x="1144911" y="882343"/>
                </a:cubicBezTo>
                <a:cubicBezTo>
                  <a:pt x="1144911" y="899112"/>
                  <a:pt x="1131317" y="912706"/>
                  <a:pt x="1114547" y="912706"/>
                </a:cubicBezTo>
                <a:cubicBezTo>
                  <a:pt x="1097778" y="912706"/>
                  <a:pt x="1084184" y="899112"/>
                  <a:pt x="1084184" y="882343"/>
                </a:cubicBezTo>
                <a:cubicBezTo>
                  <a:pt x="1084184" y="865573"/>
                  <a:pt x="1097778" y="851979"/>
                  <a:pt x="1114547" y="851979"/>
                </a:cubicBezTo>
                <a:close/>
                <a:moveTo>
                  <a:pt x="1041993" y="851979"/>
                </a:moveTo>
                <a:cubicBezTo>
                  <a:pt x="1058762" y="851979"/>
                  <a:pt x="1072356" y="865573"/>
                  <a:pt x="1072356" y="882343"/>
                </a:cubicBezTo>
                <a:cubicBezTo>
                  <a:pt x="1072356" y="899112"/>
                  <a:pt x="1058762" y="912706"/>
                  <a:pt x="1041993" y="912706"/>
                </a:cubicBezTo>
                <a:cubicBezTo>
                  <a:pt x="1025223" y="912706"/>
                  <a:pt x="1011629" y="899112"/>
                  <a:pt x="1011629" y="882343"/>
                </a:cubicBezTo>
                <a:cubicBezTo>
                  <a:pt x="1011629" y="865573"/>
                  <a:pt x="1025223" y="851979"/>
                  <a:pt x="1041993" y="851979"/>
                </a:cubicBezTo>
                <a:close/>
                <a:moveTo>
                  <a:pt x="969438" y="851979"/>
                </a:moveTo>
                <a:cubicBezTo>
                  <a:pt x="986208" y="851979"/>
                  <a:pt x="999801" y="865573"/>
                  <a:pt x="999801" y="882343"/>
                </a:cubicBezTo>
                <a:cubicBezTo>
                  <a:pt x="999801" y="899112"/>
                  <a:pt x="986208" y="912706"/>
                  <a:pt x="969438" y="912706"/>
                </a:cubicBezTo>
                <a:cubicBezTo>
                  <a:pt x="952669" y="912706"/>
                  <a:pt x="939075" y="899112"/>
                  <a:pt x="939075" y="882343"/>
                </a:cubicBezTo>
                <a:cubicBezTo>
                  <a:pt x="939075" y="865573"/>
                  <a:pt x="952669" y="851979"/>
                  <a:pt x="969438" y="851979"/>
                </a:cubicBezTo>
                <a:close/>
                <a:moveTo>
                  <a:pt x="896883" y="851979"/>
                </a:moveTo>
                <a:cubicBezTo>
                  <a:pt x="913653" y="851979"/>
                  <a:pt x="927247" y="865573"/>
                  <a:pt x="927247" y="882343"/>
                </a:cubicBezTo>
                <a:cubicBezTo>
                  <a:pt x="927247" y="899112"/>
                  <a:pt x="913653" y="912706"/>
                  <a:pt x="896883" y="912706"/>
                </a:cubicBezTo>
                <a:cubicBezTo>
                  <a:pt x="880114" y="912706"/>
                  <a:pt x="866520" y="899112"/>
                  <a:pt x="866520" y="882343"/>
                </a:cubicBezTo>
                <a:cubicBezTo>
                  <a:pt x="866520" y="865573"/>
                  <a:pt x="880114" y="851979"/>
                  <a:pt x="896883" y="851979"/>
                </a:cubicBezTo>
                <a:close/>
                <a:moveTo>
                  <a:pt x="824329" y="851979"/>
                </a:moveTo>
                <a:cubicBezTo>
                  <a:pt x="841098" y="851979"/>
                  <a:pt x="854692" y="865573"/>
                  <a:pt x="854692" y="882343"/>
                </a:cubicBezTo>
                <a:cubicBezTo>
                  <a:pt x="854692" y="899112"/>
                  <a:pt x="841098" y="912706"/>
                  <a:pt x="824329" y="912706"/>
                </a:cubicBezTo>
                <a:cubicBezTo>
                  <a:pt x="807559" y="912706"/>
                  <a:pt x="793965" y="899112"/>
                  <a:pt x="793965" y="882343"/>
                </a:cubicBezTo>
                <a:cubicBezTo>
                  <a:pt x="793965" y="865573"/>
                  <a:pt x="807559" y="851979"/>
                  <a:pt x="824329" y="851979"/>
                </a:cubicBezTo>
                <a:close/>
                <a:moveTo>
                  <a:pt x="751774" y="851979"/>
                </a:moveTo>
                <a:cubicBezTo>
                  <a:pt x="768544" y="851979"/>
                  <a:pt x="782138" y="865573"/>
                  <a:pt x="782138" y="882343"/>
                </a:cubicBezTo>
                <a:cubicBezTo>
                  <a:pt x="782138" y="899112"/>
                  <a:pt x="768544" y="912706"/>
                  <a:pt x="751774" y="912706"/>
                </a:cubicBezTo>
                <a:cubicBezTo>
                  <a:pt x="735005" y="912706"/>
                  <a:pt x="721411" y="899112"/>
                  <a:pt x="721411" y="882343"/>
                </a:cubicBezTo>
                <a:cubicBezTo>
                  <a:pt x="721411" y="865573"/>
                  <a:pt x="735005" y="851979"/>
                  <a:pt x="751774" y="851979"/>
                </a:cubicBezTo>
                <a:close/>
                <a:moveTo>
                  <a:pt x="679220" y="851979"/>
                </a:moveTo>
                <a:cubicBezTo>
                  <a:pt x="695989" y="851979"/>
                  <a:pt x="709583" y="865573"/>
                  <a:pt x="709583" y="882343"/>
                </a:cubicBezTo>
                <a:cubicBezTo>
                  <a:pt x="709583" y="899112"/>
                  <a:pt x="695989" y="912706"/>
                  <a:pt x="679220" y="912706"/>
                </a:cubicBezTo>
                <a:cubicBezTo>
                  <a:pt x="662450" y="912706"/>
                  <a:pt x="648856" y="899112"/>
                  <a:pt x="648856" y="882343"/>
                </a:cubicBezTo>
                <a:cubicBezTo>
                  <a:pt x="648856" y="865573"/>
                  <a:pt x="662450" y="851979"/>
                  <a:pt x="679220" y="851979"/>
                </a:cubicBezTo>
                <a:close/>
                <a:moveTo>
                  <a:pt x="606665" y="851979"/>
                </a:moveTo>
                <a:cubicBezTo>
                  <a:pt x="623435" y="851979"/>
                  <a:pt x="637029" y="865573"/>
                  <a:pt x="637029" y="882343"/>
                </a:cubicBezTo>
                <a:cubicBezTo>
                  <a:pt x="637029" y="899112"/>
                  <a:pt x="623435" y="912706"/>
                  <a:pt x="606665" y="912706"/>
                </a:cubicBezTo>
                <a:cubicBezTo>
                  <a:pt x="589896" y="912706"/>
                  <a:pt x="576302" y="899112"/>
                  <a:pt x="576302" y="882343"/>
                </a:cubicBezTo>
                <a:cubicBezTo>
                  <a:pt x="576302" y="865573"/>
                  <a:pt x="589896" y="851979"/>
                  <a:pt x="606665" y="851979"/>
                </a:cubicBezTo>
                <a:close/>
                <a:moveTo>
                  <a:pt x="534111" y="851979"/>
                </a:moveTo>
                <a:cubicBezTo>
                  <a:pt x="550880" y="851979"/>
                  <a:pt x="564474" y="865573"/>
                  <a:pt x="564474" y="882343"/>
                </a:cubicBezTo>
                <a:cubicBezTo>
                  <a:pt x="564474" y="899112"/>
                  <a:pt x="550880" y="912706"/>
                  <a:pt x="534111" y="912706"/>
                </a:cubicBezTo>
                <a:cubicBezTo>
                  <a:pt x="517341" y="912706"/>
                  <a:pt x="503747" y="899112"/>
                  <a:pt x="503747" y="882343"/>
                </a:cubicBezTo>
                <a:cubicBezTo>
                  <a:pt x="503747" y="865573"/>
                  <a:pt x="517341" y="851979"/>
                  <a:pt x="534111" y="851979"/>
                </a:cubicBezTo>
                <a:close/>
                <a:moveTo>
                  <a:pt x="461556" y="851979"/>
                </a:moveTo>
                <a:cubicBezTo>
                  <a:pt x="478326" y="851979"/>
                  <a:pt x="491920" y="865573"/>
                  <a:pt x="491920" y="882343"/>
                </a:cubicBezTo>
                <a:cubicBezTo>
                  <a:pt x="491920" y="899112"/>
                  <a:pt x="478326" y="912706"/>
                  <a:pt x="461556" y="912706"/>
                </a:cubicBezTo>
                <a:cubicBezTo>
                  <a:pt x="444787" y="912706"/>
                  <a:pt x="431192" y="899112"/>
                  <a:pt x="431192" y="882343"/>
                </a:cubicBezTo>
                <a:cubicBezTo>
                  <a:pt x="431192" y="865573"/>
                  <a:pt x="444787" y="851979"/>
                  <a:pt x="461556" y="851979"/>
                </a:cubicBezTo>
                <a:close/>
                <a:moveTo>
                  <a:pt x="389002" y="851979"/>
                </a:moveTo>
                <a:cubicBezTo>
                  <a:pt x="405771" y="851979"/>
                  <a:pt x="419365" y="865573"/>
                  <a:pt x="419365" y="882343"/>
                </a:cubicBezTo>
                <a:cubicBezTo>
                  <a:pt x="419365" y="899112"/>
                  <a:pt x="405771" y="912706"/>
                  <a:pt x="389002" y="912706"/>
                </a:cubicBezTo>
                <a:cubicBezTo>
                  <a:pt x="372232" y="912706"/>
                  <a:pt x="358638" y="899112"/>
                  <a:pt x="358638" y="882343"/>
                </a:cubicBezTo>
                <a:cubicBezTo>
                  <a:pt x="358638" y="865573"/>
                  <a:pt x="372232" y="851979"/>
                  <a:pt x="389002" y="851979"/>
                </a:cubicBezTo>
                <a:close/>
                <a:moveTo>
                  <a:pt x="316447" y="851979"/>
                </a:moveTo>
                <a:cubicBezTo>
                  <a:pt x="333216" y="851979"/>
                  <a:pt x="346810" y="865573"/>
                  <a:pt x="346810" y="882343"/>
                </a:cubicBezTo>
                <a:cubicBezTo>
                  <a:pt x="346810" y="899112"/>
                  <a:pt x="333216" y="912706"/>
                  <a:pt x="316447" y="912706"/>
                </a:cubicBezTo>
                <a:cubicBezTo>
                  <a:pt x="299677" y="912706"/>
                  <a:pt x="286084" y="899112"/>
                  <a:pt x="286084" y="882343"/>
                </a:cubicBezTo>
                <a:cubicBezTo>
                  <a:pt x="286084" y="865573"/>
                  <a:pt x="299677" y="851979"/>
                  <a:pt x="316447" y="851979"/>
                </a:cubicBezTo>
                <a:close/>
                <a:moveTo>
                  <a:pt x="243892" y="851979"/>
                </a:moveTo>
                <a:cubicBezTo>
                  <a:pt x="260662" y="851979"/>
                  <a:pt x="274256" y="865573"/>
                  <a:pt x="274256" y="882343"/>
                </a:cubicBezTo>
                <a:cubicBezTo>
                  <a:pt x="274256" y="899112"/>
                  <a:pt x="260662" y="912706"/>
                  <a:pt x="243892" y="912706"/>
                </a:cubicBezTo>
                <a:cubicBezTo>
                  <a:pt x="227123" y="912706"/>
                  <a:pt x="213529" y="899112"/>
                  <a:pt x="213529" y="882343"/>
                </a:cubicBezTo>
                <a:cubicBezTo>
                  <a:pt x="213529" y="865573"/>
                  <a:pt x="227123" y="851979"/>
                  <a:pt x="243892" y="851979"/>
                </a:cubicBezTo>
                <a:close/>
                <a:moveTo>
                  <a:pt x="171339" y="851979"/>
                </a:moveTo>
                <a:cubicBezTo>
                  <a:pt x="188107" y="851979"/>
                  <a:pt x="201701" y="865573"/>
                  <a:pt x="201701" y="882343"/>
                </a:cubicBezTo>
                <a:cubicBezTo>
                  <a:pt x="201701" y="899112"/>
                  <a:pt x="188107" y="912706"/>
                  <a:pt x="171339" y="912706"/>
                </a:cubicBezTo>
                <a:cubicBezTo>
                  <a:pt x="154651" y="912706"/>
                  <a:pt x="141056" y="899112"/>
                  <a:pt x="141056" y="882343"/>
                </a:cubicBezTo>
                <a:cubicBezTo>
                  <a:pt x="141056" y="865573"/>
                  <a:pt x="154651" y="851979"/>
                  <a:pt x="171339" y="851979"/>
                </a:cubicBezTo>
                <a:close/>
                <a:moveTo>
                  <a:pt x="98877" y="851979"/>
                </a:moveTo>
                <a:cubicBezTo>
                  <a:pt x="115640" y="851979"/>
                  <a:pt x="129234" y="865573"/>
                  <a:pt x="129234" y="882343"/>
                </a:cubicBezTo>
                <a:cubicBezTo>
                  <a:pt x="129234" y="899112"/>
                  <a:pt x="115640" y="912706"/>
                  <a:pt x="98877" y="912706"/>
                </a:cubicBezTo>
                <a:cubicBezTo>
                  <a:pt x="82106" y="912706"/>
                  <a:pt x="68511" y="899112"/>
                  <a:pt x="68511" y="882343"/>
                </a:cubicBezTo>
                <a:cubicBezTo>
                  <a:pt x="68511" y="865573"/>
                  <a:pt x="82106" y="851979"/>
                  <a:pt x="98877" y="851979"/>
                </a:cubicBezTo>
                <a:close/>
                <a:moveTo>
                  <a:pt x="26322" y="851979"/>
                </a:moveTo>
                <a:cubicBezTo>
                  <a:pt x="43087" y="851979"/>
                  <a:pt x="56682" y="865573"/>
                  <a:pt x="56682" y="882343"/>
                </a:cubicBezTo>
                <a:cubicBezTo>
                  <a:pt x="56682" y="899112"/>
                  <a:pt x="43087" y="912706"/>
                  <a:pt x="26322" y="912706"/>
                </a:cubicBezTo>
                <a:cubicBezTo>
                  <a:pt x="17937" y="912706"/>
                  <a:pt x="10346" y="909308"/>
                  <a:pt x="4851" y="903813"/>
                </a:cubicBezTo>
                <a:lnTo>
                  <a:pt x="0" y="892101"/>
                </a:lnTo>
                <a:lnTo>
                  <a:pt x="0" y="872585"/>
                </a:lnTo>
                <a:lnTo>
                  <a:pt x="4851" y="860872"/>
                </a:lnTo>
                <a:cubicBezTo>
                  <a:pt x="10346" y="855378"/>
                  <a:pt x="17937" y="851979"/>
                  <a:pt x="26322" y="851979"/>
                </a:cubicBezTo>
                <a:close/>
                <a:moveTo>
                  <a:pt x="1622429" y="771528"/>
                </a:moveTo>
                <a:lnTo>
                  <a:pt x="1633158" y="773694"/>
                </a:lnTo>
                <a:lnTo>
                  <a:pt x="1618313" y="831424"/>
                </a:lnTo>
                <a:lnTo>
                  <a:pt x="1610610" y="829868"/>
                </a:lnTo>
                <a:cubicBezTo>
                  <a:pt x="1599712" y="825259"/>
                  <a:pt x="1592066" y="814469"/>
                  <a:pt x="1592066" y="801891"/>
                </a:cubicBezTo>
                <a:cubicBezTo>
                  <a:pt x="1592066" y="785122"/>
                  <a:pt x="1605659" y="771528"/>
                  <a:pt x="1622429" y="771528"/>
                </a:cubicBezTo>
                <a:close/>
                <a:moveTo>
                  <a:pt x="1549874" y="771528"/>
                </a:moveTo>
                <a:cubicBezTo>
                  <a:pt x="1566644" y="771528"/>
                  <a:pt x="1580238" y="785122"/>
                  <a:pt x="1580238" y="801891"/>
                </a:cubicBezTo>
                <a:cubicBezTo>
                  <a:pt x="1580238" y="818661"/>
                  <a:pt x="1566644" y="832255"/>
                  <a:pt x="1549874" y="832255"/>
                </a:cubicBezTo>
                <a:cubicBezTo>
                  <a:pt x="1533105" y="832255"/>
                  <a:pt x="1519511" y="818661"/>
                  <a:pt x="1519511" y="801891"/>
                </a:cubicBezTo>
                <a:cubicBezTo>
                  <a:pt x="1519511" y="785122"/>
                  <a:pt x="1533105" y="771528"/>
                  <a:pt x="1549874" y="771528"/>
                </a:cubicBezTo>
                <a:close/>
                <a:moveTo>
                  <a:pt x="1477320" y="771528"/>
                </a:moveTo>
                <a:cubicBezTo>
                  <a:pt x="1494089" y="771528"/>
                  <a:pt x="1507683" y="785122"/>
                  <a:pt x="1507683" y="801891"/>
                </a:cubicBezTo>
                <a:cubicBezTo>
                  <a:pt x="1507683" y="818661"/>
                  <a:pt x="1494089" y="832255"/>
                  <a:pt x="1477320" y="832255"/>
                </a:cubicBezTo>
                <a:cubicBezTo>
                  <a:pt x="1460550" y="832255"/>
                  <a:pt x="1446956" y="818661"/>
                  <a:pt x="1446956" y="801891"/>
                </a:cubicBezTo>
                <a:cubicBezTo>
                  <a:pt x="1446956" y="785122"/>
                  <a:pt x="1460550" y="771528"/>
                  <a:pt x="1477320" y="771528"/>
                </a:cubicBezTo>
                <a:close/>
                <a:moveTo>
                  <a:pt x="1404765" y="771528"/>
                </a:moveTo>
                <a:cubicBezTo>
                  <a:pt x="1421535" y="771528"/>
                  <a:pt x="1435129" y="785122"/>
                  <a:pt x="1435129" y="801891"/>
                </a:cubicBezTo>
                <a:cubicBezTo>
                  <a:pt x="1435129" y="818661"/>
                  <a:pt x="1421535" y="832255"/>
                  <a:pt x="1404765" y="832255"/>
                </a:cubicBezTo>
                <a:cubicBezTo>
                  <a:pt x="1387996" y="832255"/>
                  <a:pt x="1374402" y="818661"/>
                  <a:pt x="1374402" y="801891"/>
                </a:cubicBezTo>
                <a:cubicBezTo>
                  <a:pt x="1374402" y="785122"/>
                  <a:pt x="1387996" y="771528"/>
                  <a:pt x="1404765" y="771528"/>
                </a:cubicBezTo>
                <a:close/>
                <a:moveTo>
                  <a:pt x="1332211" y="771528"/>
                </a:moveTo>
                <a:cubicBezTo>
                  <a:pt x="1348980" y="771528"/>
                  <a:pt x="1362574" y="785122"/>
                  <a:pt x="1362574" y="801891"/>
                </a:cubicBezTo>
                <a:cubicBezTo>
                  <a:pt x="1362574" y="818661"/>
                  <a:pt x="1348980" y="832255"/>
                  <a:pt x="1332211" y="832255"/>
                </a:cubicBezTo>
                <a:cubicBezTo>
                  <a:pt x="1315441" y="832255"/>
                  <a:pt x="1301847" y="818661"/>
                  <a:pt x="1301847" y="801891"/>
                </a:cubicBezTo>
                <a:cubicBezTo>
                  <a:pt x="1301847" y="785122"/>
                  <a:pt x="1315441" y="771528"/>
                  <a:pt x="1332211" y="771528"/>
                </a:cubicBezTo>
                <a:close/>
                <a:moveTo>
                  <a:pt x="1259656" y="771528"/>
                </a:moveTo>
                <a:cubicBezTo>
                  <a:pt x="1276426" y="771528"/>
                  <a:pt x="1290020" y="785122"/>
                  <a:pt x="1290020" y="801891"/>
                </a:cubicBezTo>
                <a:cubicBezTo>
                  <a:pt x="1290020" y="818661"/>
                  <a:pt x="1276426" y="832255"/>
                  <a:pt x="1259656" y="832255"/>
                </a:cubicBezTo>
                <a:cubicBezTo>
                  <a:pt x="1242887" y="832255"/>
                  <a:pt x="1229293" y="818661"/>
                  <a:pt x="1229293" y="801891"/>
                </a:cubicBezTo>
                <a:cubicBezTo>
                  <a:pt x="1229293" y="785122"/>
                  <a:pt x="1242887" y="771528"/>
                  <a:pt x="1259656" y="771528"/>
                </a:cubicBezTo>
                <a:close/>
                <a:moveTo>
                  <a:pt x="1187102" y="771528"/>
                </a:moveTo>
                <a:cubicBezTo>
                  <a:pt x="1203871" y="771528"/>
                  <a:pt x="1217465" y="785122"/>
                  <a:pt x="1217465" y="801891"/>
                </a:cubicBezTo>
                <a:cubicBezTo>
                  <a:pt x="1217465" y="818661"/>
                  <a:pt x="1203871" y="832255"/>
                  <a:pt x="1187102" y="832255"/>
                </a:cubicBezTo>
                <a:cubicBezTo>
                  <a:pt x="1170332" y="832255"/>
                  <a:pt x="1156738" y="818661"/>
                  <a:pt x="1156738" y="801891"/>
                </a:cubicBezTo>
                <a:cubicBezTo>
                  <a:pt x="1156738" y="785122"/>
                  <a:pt x="1170332" y="771528"/>
                  <a:pt x="1187102" y="771528"/>
                </a:cubicBezTo>
                <a:close/>
                <a:moveTo>
                  <a:pt x="1114547" y="771528"/>
                </a:moveTo>
                <a:cubicBezTo>
                  <a:pt x="1131317" y="771528"/>
                  <a:pt x="1144911" y="785122"/>
                  <a:pt x="1144911" y="801891"/>
                </a:cubicBezTo>
                <a:cubicBezTo>
                  <a:pt x="1144911" y="818661"/>
                  <a:pt x="1131317" y="832255"/>
                  <a:pt x="1114547" y="832255"/>
                </a:cubicBezTo>
                <a:cubicBezTo>
                  <a:pt x="1097778" y="832255"/>
                  <a:pt x="1084184" y="818661"/>
                  <a:pt x="1084184" y="801891"/>
                </a:cubicBezTo>
                <a:cubicBezTo>
                  <a:pt x="1084184" y="785122"/>
                  <a:pt x="1097778" y="771528"/>
                  <a:pt x="1114547" y="771528"/>
                </a:cubicBezTo>
                <a:close/>
                <a:moveTo>
                  <a:pt x="1041993" y="771528"/>
                </a:moveTo>
                <a:cubicBezTo>
                  <a:pt x="1058762" y="771528"/>
                  <a:pt x="1072356" y="785122"/>
                  <a:pt x="1072356" y="801891"/>
                </a:cubicBezTo>
                <a:cubicBezTo>
                  <a:pt x="1072356" y="818661"/>
                  <a:pt x="1058762" y="832255"/>
                  <a:pt x="1041993" y="832255"/>
                </a:cubicBezTo>
                <a:cubicBezTo>
                  <a:pt x="1025223" y="832255"/>
                  <a:pt x="1011629" y="818661"/>
                  <a:pt x="1011629" y="801891"/>
                </a:cubicBezTo>
                <a:cubicBezTo>
                  <a:pt x="1011629" y="785122"/>
                  <a:pt x="1025223" y="771528"/>
                  <a:pt x="1041993" y="771528"/>
                </a:cubicBezTo>
                <a:close/>
                <a:moveTo>
                  <a:pt x="969438" y="771528"/>
                </a:moveTo>
                <a:cubicBezTo>
                  <a:pt x="986208" y="771528"/>
                  <a:pt x="999801" y="785122"/>
                  <a:pt x="999801" y="801891"/>
                </a:cubicBezTo>
                <a:cubicBezTo>
                  <a:pt x="999801" y="818661"/>
                  <a:pt x="986208" y="832255"/>
                  <a:pt x="969438" y="832255"/>
                </a:cubicBezTo>
                <a:cubicBezTo>
                  <a:pt x="952669" y="832255"/>
                  <a:pt x="939075" y="818661"/>
                  <a:pt x="939075" y="801891"/>
                </a:cubicBezTo>
                <a:cubicBezTo>
                  <a:pt x="939075" y="785122"/>
                  <a:pt x="952669" y="771528"/>
                  <a:pt x="969438" y="771528"/>
                </a:cubicBezTo>
                <a:close/>
                <a:moveTo>
                  <a:pt x="896883" y="771528"/>
                </a:moveTo>
                <a:cubicBezTo>
                  <a:pt x="913653" y="771528"/>
                  <a:pt x="927247" y="785122"/>
                  <a:pt x="927247" y="801891"/>
                </a:cubicBezTo>
                <a:cubicBezTo>
                  <a:pt x="927247" y="818661"/>
                  <a:pt x="913653" y="832255"/>
                  <a:pt x="896883" y="832255"/>
                </a:cubicBezTo>
                <a:cubicBezTo>
                  <a:pt x="880114" y="832255"/>
                  <a:pt x="866520" y="818661"/>
                  <a:pt x="866520" y="801891"/>
                </a:cubicBezTo>
                <a:cubicBezTo>
                  <a:pt x="866520" y="785122"/>
                  <a:pt x="880114" y="771528"/>
                  <a:pt x="896883" y="771528"/>
                </a:cubicBezTo>
                <a:close/>
                <a:moveTo>
                  <a:pt x="824329" y="771528"/>
                </a:moveTo>
                <a:cubicBezTo>
                  <a:pt x="841098" y="771528"/>
                  <a:pt x="854692" y="785122"/>
                  <a:pt x="854692" y="801891"/>
                </a:cubicBezTo>
                <a:cubicBezTo>
                  <a:pt x="854692" y="818661"/>
                  <a:pt x="841098" y="832255"/>
                  <a:pt x="824329" y="832255"/>
                </a:cubicBezTo>
                <a:cubicBezTo>
                  <a:pt x="807559" y="832255"/>
                  <a:pt x="793965" y="818661"/>
                  <a:pt x="793965" y="801891"/>
                </a:cubicBezTo>
                <a:cubicBezTo>
                  <a:pt x="793965" y="785122"/>
                  <a:pt x="807559" y="771528"/>
                  <a:pt x="824329" y="771528"/>
                </a:cubicBezTo>
                <a:close/>
                <a:moveTo>
                  <a:pt x="751774" y="771528"/>
                </a:moveTo>
                <a:cubicBezTo>
                  <a:pt x="768544" y="771528"/>
                  <a:pt x="782138" y="785122"/>
                  <a:pt x="782138" y="801891"/>
                </a:cubicBezTo>
                <a:cubicBezTo>
                  <a:pt x="782138" y="818661"/>
                  <a:pt x="768544" y="832255"/>
                  <a:pt x="751774" y="832255"/>
                </a:cubicBezTo>
                <a:cubicBezTo>
                  <a:pt x="735005" y="832255"/>
                  <a:pt x="721411" y="818661"/>
                  <a:pt x="721411" y="801891"/>
                </a:cubicBezTo>
                <a:cubicBezTo>
                  <a:pt x="721411" y="785122"/>
                  <a:pt x="735005" y="771528"/>
                  <a:pt x="751774" y="771528"/>
                </a:cubicBezTo>
                <a:close/>
                <a:moveTo>
                  <a:pt x="679220" y="771528"/>
                </a:moveTo>
                <a:cubicBezTo>
                  <a:pt x="695989" y="771528"/>
                  <a:pt x="709583" y="785122"/>
                  <a:pt x="709583" y="801891"/>
                </a:cubicBezTo>
                <a:cubicBezTo>
                  <a:pt x="709583" y="818661"/>
                  <a:pt x="695989" y="832255"/>
                  <a:pt x="679220" y="832255"/>
                </a:cubicBezTo>
                <a:cubicBezTo>
                  <a:pt x="662450" y="832255"/>
                  <a:pt x="648856" y="818661"/>
                  <a:pt x="648856" y="801891"/>
                </a:cubicBezTo>
                <a:cubicBezTo>
                  <a:pt x="648856" y="785122"/>
                  <a:pt x="662450" y="771528"/>
                  <a:pt x="679220" y="771528"/>
                </a:cubicBezTo>
                <a:close/>
                <a:moveTo>
                  <a:pt x="606665" y="771528"/>
                </a:moveTo>
                <a:cubicBezTo>
                  <a:pt x="623435" y="771528"/>
                  <a:pt x="637029" y="785122"/>
                  <a:pt x="637029" y="801891"/>
                </a:cubicBezTo>
                <a:cubicBezTo>
                  <a:pt x="637029" y="818661"/>
                  <a:pt x="623435" y="832255"/>
                  <a:pt x="606665" y="832255"/>
                </a:cubicBezTo>
                <a:cubicBezTo>
                  <a:pt x="589896" y="832255"/>
                  <a:pt x="576302" y="818661"/>
                  <a:pt x="576302" y="801891"/>
                </a:cubicBezTo>
                <a:cubicBezTo>
                  <a:pt x="576302" y="785122"/>
                  <a:pt x="589896" y="771528"/>
                  <a:pt x="606665" y="771528"/>
                </a:cubicBezTo>
                <a:close/>
                <a:moveTo>
                  <a:pt x="534111" y="771528"/>
                </a:moveTo>
                <a:cubicBezTo>
                  <a:pt x="550880" y="771528"/>
                  <a:pt x="564474" y="785122"/>
                  <a:pt x="564474" y="801891"/>
                </a:cubicBezTo>
                <a:cubicBezTo>
                  <a:pt x="564474" y="818661"/>
                  <a:pt x="550880" y="832255"/>
                  <a:pt x="534111" y="832255"/>
                </a:cubicBezTo>
                <a:cubicBezTo>
                  <a:pt x="517341" y="832255"/>
                  <a:pt x="503747" y="818661"/>
                  <a:pt x="503747" y="801891"/>
                </a:cubicBezTo>
                <a:cubicBezTo>
                  <a:pt x="503747" y="785122"/>
                  <a:pt x="517341" y="771528"/>
                  <a:pt x="534111" y="771528"/>
                </a:cubicBezTo>
                <a:close/>
                <a:moveTo>
                  <a:pt x="461556" y="771528"/>
                </a:moveTo>
                <a:cubicBezTo>
                  <a:pt x="478326" y="771528"/>
                  <a:pt x="491920" y="785122"/>
                  <a:pt x="491920" y="801891"/>
                </a:cubicBezTo>
                <a:cubicBezTo>
                  <a:pt x="491920" y="818661"/>
                  <a:pt x="478326" y="832255"/>
                  <a:pt x="461556" y="832255"/>
                </a:cubicBezTo>
                <a:cubicBezTo>
                  <a:pt x="444787" y="832255"/>
                  <a:pt x="431192" y="818661"/>
                  <a:pt x="431192" y="801891"/>
                </a:cubicBezTo>
                <a:cubicBezTo>
                  <a:pt x="431192" y="785122"/>
                  <a:pt x="444787" y="771528"/>
                  <a:pt x="461556" y="771528"/>
                </a:cubicBezTo>
                <a:close/>
                <a:moveTo>
                  <a:pt x="389002" y="771528"/>
                </a:moveTo>
                <a:cubicBezTo>
                  <a:pt x="405771" y="771528"/>
                  <a:pt x="419365" y="785122"/>
                  <a:pt x="419365" y="801891"/>
                </a:cubicBezTo>
                <a:cubicBezTo>
                  <a:pt x="419365" y="818661"/>
                  <a:pt x="405771" y="832255"/>
                  <a:pt x="389002" y="832255"/>
                </a:cubicBezTo>
                <a:cubicBezTo>
                  <a:pt x="372232" y="832255"/>
                  <a:pt x="358638" y="818661"/>
                  <a:pt x="358638" y="801891"/>
                </a:cubicBezTo>
                <a:cubicBezTo>
                  <a:pt x="358638" y="785122"/>
                  <a:pt x="372232" y="771528"/>
                  <a:pt x="389002" y="771528"/>
                </a:cubicBezTo>
                <a:close/>
                <a:moveTo>
                  <a:pt x="316447" y="771528"/>
                </a:moveTo>
                <a:cubicBezTo>
                  <a:pt x="333216" y="771528"/>
                  <a:pt x="346810" y="785122"/>
                  <a:pt x="346810" y="801891"/>
                </a:cubicBezTo>
                <a:cubicBezTo>
                  <a:pt x="346810" y="818661"/>
                  <a:pt x="333216" y="832255"/>
                  <a:pt x="316447" y="832255"/>
                </a:cubicBezTo>
                <a:cubicBezTo>
                  <a:pt x="299677" y="832255"/>
                  <a:pt x="286084" y="818661"/>
                  <a:pt x="286084" y="801891"/>
                </a:cubicBezTo>
                <a:cubicBezTo>
                  <a:pt x="286084" y="785122"/>
                  <a:pt x="299677" y="771528"/>
                  <a:pt x="316447" y="771528"/>
                </a:cubicBezTo>
                <a:close/>
                <a:moveTo>
                  <a:pt x="243892" y="771528"/>
                </a:moveTo>
                <a:cubicBezTo>
                  <a:pt x="260662" y="771528"/>
                  <a:pt x="274256" y="785122"/>
                  <a:pt x="274256" y="801891"/>
                </a:cubicBezTo>
                <a:cubicBezTo>
                  <a:pt x="274256" y="818661"/>
                  <a:pt x="260662" y="832255"/>
                  <a:pt x="243892" y="832255"/>
                </a:cubicBezTo>
                <a:cubicBezTo>
                  <a:pt x="227123" y="832255"/>
                  <a:pt x="213529" y="818661"/>
                  <a:pt x="213529" y="801891"/>
                </a:cubicBezTo>
                <a:cubicBezTo>
                  <a:pt x="213529" y="785122"/>
                  <a:pt x="227123" y="771528"/>
                  <a:pt x="243892" y="771528"/>
                </a:cubicBezTo>
                <a:close/>
                <a:moveTo>
                  <a:pt x="171339" y="771528"/>
                </a:moveTo>
                <a:cubicBezTo>
                  <a:pt x="188107" y="771528"/>
                  <a:pt x="201701" y="785122"/>
                  <a:pt x="201701" y="801891"/>
                </a:cubicBezTo>
                <a:cubicBezTo>
                  <a:pt x="201701" y="818661"/>
                  <a:pt x="188107" y="832255"/>
                  <a:pt x="171339" y="832255"/>
                </a:cubicBezTo>
                <a:cubicBezTo>
                  <a:pt x="154656" y="832255"/>
                  <a:pt x="141062" y="818661"/>
                  <a:pt x="141062" y="801891"/>
                </a:cubicBezTo>
                <a:cubicBezTo>
                  <a:pt x="141062" y="785122"/>
                  <a:pt x="154656" y="771528"/>
                  <a:pt x="171339" y="771528"/>
                </a:cubicBezTo>
                <a:close/>
                <a:moveTo>
                  <a:pt x="98884" y="771528"/>
                </a:moveTo>
                <a:cubicBezTo>
                  <a:pt x="115646" y="771528"/>
                  <a:pt x="129240" y="785122"/>
                  <a:pt x="129240" y="801891"/>
                </a:cubicBezTo>
                <a:cubicBezTo>
                  <a:pt x="129240" y="818661"/>
                  <a:pt x="115646" y="832255"/>
                  <a:pt x="98884" y="832255"/>
                </a:cubicBezTo>
                <a:cubicBezTo>
                  <a:pt x="82112" y="832255"/>
                  <a:pt x="68517" y="818661"/>
                  <a:pt x="68517" y="801891"/>
                </a:cubicBezTo>
                <a:cubicBezTo>
                  <a:pt x="68517" y="785122"/>
                  <a:pt x="82112" y="771528"/>
                  <a:pt x="98884" y="771528"/>
                </a:cubicBezTo>
                <a:close/>
                <a:moveTo>
                  <a:pt x="26329" y="771528"/>
                </a:moveTo>
                <a:cubicBezTo>
                  <a:pt x="43093" y="771528"/>
                  <a:pt x="56688" y="785122"/>
                  <a:pt x="56688" y="801891"/>
                </a:cubicBezTo>
                <a:cubicBezTo>
                  <a:pt x="56688" y="818661"/>
                  <a:pt x="43093" y="832255"/>
                  <a:pt x="26329" y="832255"/>
                </a:cubicBezTo>
                <a:cubicBezTo>
                  <a:pt x="17944" y="832255"/>
                  <a:pt x="10353" y="828857"/>
                  <a:pt x="4858" y="823362"/>
                </a:cubicBezTo>
                <a:lnTo>
                  <a:pt x="0" y="811633"/>
                </a:lnTo>
                <a:lnTo>
                  <a:pt x="0" y="792150"/>
                </a:lnTo>
                <a:lnTo>
                  <a:pt x="4858" y="780421"/>
                </a:lnTo>
                <a:cubicBezTo>
                  <a:pt x="10353" y="774927"/>
                  <a:pt x="17944" y="771528"/>
                  <a:pt x="26329" y="771528"/>
                </a:cubicBezTo>
                <a:close/>
                <a:moveTo>
                  <a:pt x="1622429" y="691076"/>
                </a:moveTo>
                <a:cubicBezTo>
                  <a:pt x="1630814" y="691076"/>
                  <a:pt x="1638404" y="694475"/>
                  <a:pt x="1643899" y="699969"/>
                </a:cubicBezTo>
                <a:lnTo>
                  <a:pt x="1647739" y="709237"/>
                </a:lnTo>
                <a:lnTo>
                  <a:pt x="1644828" y="728305"/>
                </a:lnTo>
                <a:lnTo>
                  <a:pt x="1640480" y="745215"/>
                </a:lnTo>
                <a:lnTo>
                  <a:pt x="1634248" y="749417"/>
                </a:lnTo>
                <a:cubicBezTo>
                  <a:pt x="1630615" y="750953"/>
                  <a:pt x="1626621" y="751803"/>
                  <a:pt x="1622429" y="751803"/>
                </a:cubicBezTo>
                <a:cubicBezTo>
                  <a:pt x="1605659" y="751803"/>
                  <a:pt x="1592066" y="738209"/>
                  <a:pt x="1592066" y="721440"/>
                </a:cubicBezTo>
                <a:cubicBezTo>
                  <a:pt x="1592066" y="704670"/>
                  <a:pt x="1605659" y="691076"/>
                  <a:pt x="1622429" y="691076"/>
                </a:cubicBezTo>
                <a:close/>
                <a:moveTo>
                  <a:pt x="1549874" y="691076"/>
                </a:moveTo>
                <a:cubicBezTo>
                  <a:pt x="1566644" y="691076"/>
                  <a:pt x="1580238" y="704670"/>
                  <a:pt x="1580238" y="721440"/>
                </a:cubicBezTo>
                <a:cubicBezTo>
                  <a:pt x="1580238" y="738209"/>
                  <a:pt x="1566644" y="751803"/>
                  <a:pt x="1549874" y="751803"/>
                </a:cubicBezTo>
                <a:cubicBezTo>
                  <a:pt x="1533105" y="751803"/>
                  <a:pt x="1519511" y="738209"/>
                  <a:pt x="1519511" y="721440"/>
                </a:cubicBezTo>
                <a:cubicBezTo>
                  <a:pt x="1519511" y="704670"/>
                  <a:pt x="1533105" y="691076"/>
                  <a:pt x="1549874" y="691076"/>
                </a:cubicBezTo>
                <a:close/>
                <a:moveTo>
                  <a:pt x="1477320" y="691076"/>
                </a:moveTo>
                <a:cubicBezTo>
                  <a:pt x="1494089" y="691076"/>
                  <a:pt x="1507683" y="704670"/>
                  <a:pt x="1507683" y="721440"/>
                </a:cubicBezTo>
                <a:cubicBezTo>
                  <a:pt x="1507683" y="738209"/>
                  <a:pt x="1494089" y="751803"/>
                  <a:pt x="1477320" y="751803"/>
                </a:cubicBezTo>
                <a:cubicBezTo>
                  <a:pt x="1460550" y="751803"/>
                  <a:pt x="1446956" y="738209"/>
                  <a:pt x="1446956" y="721440"/>
                </a:cubicBezTo>
                <a:cubicBezTo>
                  <a:pt x="1446956" y="704670"/>
                  <a:pt x="1460550" y="691076"/>
                  <a:pt x="1477320" y="691076"/>
                </a:cubicBezTo>
                <a:close/>
                <a:moveTo>
                  <a:pt x="1404765" y="691076"/>
                </a:moveTo>
                <a:cubicBezTo>
                  <a:pt x="1421535" y="691076"/>
                  <a:pt x="1435129" y="704670"/>
                  <a:pt x="1435129" y="721440"/>
                </a:cubicBezTo>
                <a:cubicBezTo>
                  <a:pt x="1435129" y="738209"/>
                  <a:pt x="1421535" y="751803"/>
                  <a:pt x="1404765" y="751803"/>
                </a:cubicBezTo>
                <a:cubicBezTo>
                  <a:pt x="1387996" y="751803"/>
                  <a:pt x="1374402" y="738209"/>
                  <a:pt x="1374402" y="721440"/>
                </a:cubicBezTo>
                <a:cubicBezTo>
                  <a:pt x="1374402" y="704670"/>
                  <a:pt x="1387996" y="691076"/>
                  <a:pt x="1404765" y="691076"/>
                </a:cubicBezTo>
                <a:close/>
                <a:moveTo>
                  <a:pt x="1332211" y="691076"/>
                </a:moveTo>
                <a:cubicBezTo>
                  <a:pt x="1348980" y="691076"/>
                  <a:pt x="1362574" y="704670"/>
                  <a:pt x="1362574" y="721440"/>
                </a:cubicBezTo>
                <a:cubicBezTo>
                  <a:pt x="1362574" y="738209"/>
                  <a:pt x="1348980" y="751803"/>
                  <a:pt x="1332211" y="751803"/>
                </a:cubicBezTo>
                <a:cubicBezTo>
                  <a:pt x="1315441" y="751803"/>
                  <a:pt x="1301847" y="738209"/>
                  <a:pt x="1301847" y="721440"/>
                </a:cubicBezTo>
                <a:cubicBezTo>
                  <a:pt x="1301847" y="704670"/>
                  <a:pt x="1315441" y="691076"/>
                  <a:pt x="1332211" y="691076"/>
                </a:cubicBezTo>
                <a:close/>
                <a:moveTo>
                  <a:pt x="1259656" y="691076"/>
                </a:moveTo>
                <a:cubicBezTo>
                  <a:pt x="1276426" y="691076"/>
                  <a:pt x="1290020" y="704670"/>
                  <a:pt x="1290020" y="721440"/>
                </a:cubicBezTo>
                <a:cubicBezTo>
                  <a:pt x="1290020" y="738209"/>
                  <a:pt x="1276426" y="751803"/>
                  <a:pt x="1259656" y="751803"/>
                </a:cubicBezTo>
                <a:cubicBezTo>
                  <a:pt x="1242887" y="751803"/>
                  <a:pt x="1229293" y="738209"/>
                  <a:pt x="1229293" y="721440"/>
                </a:cubicBezTo>
                <a:cubicBezTo>
                  <a:pt x="1229293" y="704670"/>
                  <a:pt x="1242887" y="691076"/>
                  <a:pt x="1259656" y="691076"/>
                </a:cubicBezTo>
                <a:close/>
                <a:moveTo>
                  <a:pt x="1187102" y="691076"/>
                </a:moveTo>
                <a:cubicBezTo>
                  <a:pt x="1203871" y="691076"/>
                  <a:pt x="1217465" y="704670"/>
                  <a:pt x="1217465" y="721440"/>
                </a:cubicBezTo>
                <a:cubicBezTo>
                  <a:pt x="1217465" y="738209"/>
                  <a:pt x="1203871" y="751803"/>
                  <a:pt x="1187102" y="751803"/>
                </a:cubicBezTo>
                <a:cubicBezTo>
                  <a:pt x="1170332" y="751803"/>
                  <a:pt x="1156738" y="738209"/>
                  <a:pt x="1156738" y="721440"/>
                </a:cubicBezTo>
                <a:cubicBezTo>
                  <a:pt x="1156738" y="704670"/>
                  <a:pt x="1170332" y="691076"/>
                  <a:pt x="1187102" y="691076"/>
                </a:cubicBezTo>
                <a:close/>
                <a:moveTo>
                  <a:pt x="1114547" y="691076"/>
                </a:moveTo>
                <a:cubicBezTo>
                  <a:pt x="1131317" y="691076"/>
                  <a:pt x="1144911" y="704670"/>
                  <a:pt x="1144911" y="721440"/>
                </a:cubicBezTo>
                <a:cubicBezTo>
                  <a:pt x="1144911" y="738209"/>
                  <a:pt x="1131317" y="751803"/>
                  <a:pt x="1114547" y="751803"/>
                </a:cubicBezTo>
                <a:cubicBezTo>
                  <a:pt x="1097778" y="751803"/>
                  <a:pt x="1084184" y="738209"/>
                  <a:pt x="1084184" y="721440"/>
                </a:cubicBezTo>
                <a:cubicBezTo>
                  <a:pt x="1084184" y="704670"/>
                  <a:pt x="1097778" y="691076"/>
                  <a:pt x="1114547" y="691076"/>
                </a:cubicBezTo>
                <a:close/>
                <a:moveTo>
                  <a:pt x="1041993" y="691076"/>
                </a:moveTo>
                <a:cubicBezTo>
                  <a:pt x="1058762" y="691076"/>
                  <a:pt x="1072356" y="704670"/>
                  <a:pt x="1072356" y="721440"/>
                </a:cubicBezTo>
                <a:cubicBezTo>
                  <a:pt x="1072356" y="738209"/>
                  <a:pt x="1058762" y="751803"/>
                  <a:pt x="1041993" y="751803"/>
                </a:cubicBezTo>
                <a:cubicBezTo>
                  <a:pt x="1025223" y="751803"/>
                  <a:pt x="1011629" y="738209"/>
                  <a:pt x="1011629" y="721440"/>
                </a:cubicBezTo>
                <a:cubicBezTo>
                  <a:pt x="1011629" y="704670"/>
                  <a:pt x="1025223" y="691076"/>
                  <a:pt x="1041993" y="691076"/>
                </a:cubicBezTo>
                <a:close/>
                <a:moveTo>
                  <a:pt x="969438" y="691076"/>
                </a:moveTo>
                <a:cubicBezTo>
                  <a:pt x="986208" y="691076"/>
                  <a:pt x="999801" y="704670"/>
                  <a:pt x="999801" y="721440"/>
                </a:cubicBezTo>
                <a:cubicBezTo>
                  <a:pt x="999801" y="738209"/>
                  <a:pt x="986208" y="751803"/>
                  <a:pt x="969438" y="751803"/>
                </a:cubicBezTo>
                <a:cubicBezTo>
                  <a:pt x="952669" y="751803"/>
                  <a:pt x="939075" y="738209"/>
                  <a:pt x="939075" y="721440"/>
                </a:cubicBezTo>
                <a:cubicBezTo>
                  <a:pt x="939075" y="704670"/>
                  <a:pt x="952669" y="691076"/>
                  <a:pt x="969438" y="691076"/>
                </a:cubicBezTo>
                <a:close/>
                <a:moveTo>
                  <a:pt x="896883" y="691076"/>
                </a:moveTo>
                <a:cubicBezTo>
                  <a:pt x="913653" y="691076"/>
                  <a:pt x="927247" y="704670"/>
                  <a:pt x="927247" y="721440"/>
                </a:cubicBezTo>
                <a:cubicBezTo>
                  <a:pt x="927247" y="738209"/>
                  <a:pt x="913653" y="751803"/>
                  <a:pt x="896883" y="751803"/>
                </a:cubicBezTo>
                <a:cubicBezTo>
                  <a:pt x="880114" y="751803"/>
                  <a:pt x="866520" y="738209"/>
                  <a:pt x="866520" y="721440"/>
                </a:cubicBezTo>
                <a:cubicBezTo>
                  <a:pt x="866520" y="704670"/>
                  <a:pt x="880114" y="691076"/>
                  <a:pt x="896883" y="691076"/>
                </a:cubicBezTo>
                <a:close/>
                <a:moveTo>
                  <a:pt x="824329" y="691076"/>
                </a:moveTo>
                <a:cubicBezTo>
                  <a:pt x="841098" y="691076"/>
                  <a:pt x="854692" y="704670"/>
                  <a:pt x="854692" y="721440"/>
                </a:cubicBezTo>
                <a:cubicBezTo>
                  <a:pt x="854692" y="738209"/>
                  <a:pt x="841098" y="751803"/>
                  <a:pt x="824329" y="751803"/>
                </a:cubicBezTo>
                <a:cubicBezTo>
                  <a:pt x="807559" y="751803"/>
                  <a:pt x="793965" y="738209"/>
                  <a:pt x="793965" y="721440"/>
                </a:cubicBezTo>
                <a:cubicBezTo>
                  <a:pt x="793965" y="704670"/>
                  <a:pt x="807559" y="691076"/>
                  <a:pt x="824329" y="691076"/>
                </a:cubicBezTo>
                <a:close/>
                <a:moveTo>
                  <a:pt x="751774" y="691076"/>
                </a:moveTo>
                <a:cubicBezTo>
                  <a:pt x="768544" y="691076"/>
                  <a:pt x="782138" y="704670"/>
                  <a:pt x="782138" y="721440"/>
                </a:cubicBezTo>
                <a:cubicBezTo>
                  <a:pt x="782138" y="738209"/>
                  <a:pt x="768544" y="751803"/>
                  <a:pt x="751774" y="751803"/>
                </a:cubicBezTo>
                <a:cubicBezTo>
                  <a:pt x="735005" y="751803"/>
                  <a:pt x="721411" y="738209"/>
                  <a:pt x="721411" y="721440"/>
                </a:cubicBezTo>
                <a:cubicBezTo>
                  <a:pt x="721411" y="704670"/>
                  <a:pt x="735005" y="691076"/>
                  <a:pt x="751774" y="691076"/>
                </a:cubicBezTo>
                <a:close/>
                <a:moveTo>
                  <a:pt x="679220" y="691076"/>
                </a:moveTo>
                <a:cubicBezTo>
                  <a:pt x="695989" y="691076"/>
                  <a:pt x="709583" y="704670"/>
                  <a:pt x="709583" y="721440"/>
                </a:cubicBezTo>
                <a:cubicBezTo>
                  <a:pt x="709583" y="738209"/>
                  <a:pt x="695989" y="751803"/>
                  <a:pt x="679220" y="751803"/>
                </a:cubicBezTo>
                <a:cubicBezTo>
                  <a:pt x="662450" y="751803"/>
                  <a:pt x="648856" y="738209"/>
                  <a:pt x="648856" y="721440"/>
                </a:cubicBezTo>
                <a:cubicBezTo>
                  <a:pt x="648856" y="704670"/>
                  <a:pt x="662450" y="691076"/>
                  <a:pt x="679220" y="691076"/>
                </a:cubicBezTo>
                <a:close/>
                <a:moveTo>
                  <a:pt x="606665" y="691076"/>
                </a:moveTo>
                <a:cubicBezTo>
                  <a:pt x="623435" y="691076"/>
                  <a:pt x="637029" y="704670"/>
                  <a:pt x="637029" y="721440"/>
                </a:cubicBezTo>
                <a:cubicBezTo>
                  <a:pt x="637029" y="738209"/>
                  <a:pt x="623435" y="751803"/>
                  <a:pt x="606665" y="751803"/>
                </a:cubicBezTo>
                <a:cubicBezTo>
                  <a:pt x="589896" y="751803"/>
                  <a:pt x="576302" y="738209"/>
                  <a:pt x="576302" y="721440"/>
                </a:cubicBezTo>
                <a:cubicBezTo>
                  <a:pt x="576302" y="704670"/>
                  <a:pt x="589896" y="691076"/>
                  <a:pt x="606665" y="691076"/>
                </a:cubicBezTo>
                <a:close/>
                <a:moveTo>
                  <a:pt x="534111" y="691076"/>
                </a:moveTo>
                <a:cubicBezTo>
                  <a:pt x="550880" y="691076"/>
                  <a:pt x="564474" y="704670"/>
                  <a:pt x="564474" y="721440"/>
                </a:cubicBezTo>
                <a:cubicBezTo>
                  <a:pt x="564474" y="738209"/>
                  <a:pt x="550880" y="751803"/>
                  <a:pt x="534111" y="751803"/>
                </a:cubicBezTo>
                <a:cubicBezTo>
                  <a:pt x="517341" y="751803"/>
                  <a:pt x="503747" y="738209"/>
                  <a:pt x="503747" y="721440"/>
                </a:cubicBezTo>
                <a:cubicBezTo>
                  <a:pt x="503747" y="704670"/>
                  <a:pt x="517341" y="691076"/>
                  <a:pt x="534111" y="691076"/>
                </a:cubicBezTo>
                <a:close/>
                <a:moveTo>
                  <a:pt x="461556" y="691076"/>
                </a:moveTo>
                <a:cubicBezTo>
                  <a:pt x="478326" y="691076"/>
                  <a:pt x="491920" y="704670"/>
                  <a:pt x="491920" y="721440"/>
                </a:cubicBezTo>
                <a:cubicBezTo>
                  <a:pt x="491920" y="738209"/>
                  <a:pt x="478326" y="751803"/>
                  <a:pt x="461556" y="751803"/>
                </a:cubicBezTo>
                <a:cubicBezTo>
                  <a:pt x="444787" y="751803"/>
                  <a:pt x="431192" y="738209"/>
                  <a:pt x="431192" y="721440"/>
                </a:cubicBezTo>
                <a:cubicBezTo>
                  <a:pt x="431192" y="704670"/>
                  <a:pt x="444787" y="691076"/>
                  <a:pt x="461556" y="691076"/>
                </a:cubicBezTo>
                <a:close/>
                <a:moveTo>
                  <a:pt x="389002" y="691076"/>
                </a:moveTo>
                <a:cubicBezTo>
                  <a:pt x="405771" y="691076"/>
                  <a:pt x="419365" y="704670"/>
                  <a:pt x="419365" y="721440"/>
                </a:cubicBezTo>
                <a:cubicBezTo>
                  <a:pt x="419365" y="738209"/>
                  <a:pt x="405771" y="751803"/>
                  <a:pt x="389002" y="751803"/>
                </a:cubicBezTo>
                <a:cubicBezTo>
                  <a:pt x="372232" y="751803"/>
                  <a:pt x="358638" y="738209"/>
                  <a:pt x="358638" y="721440"/>
                </a:cubicBezTo>
                <a:cubicBezTo>
                  <a:pt x="358638" y="704670"/>
                  <a:pt x="372232" y="691076"/>
                  <a:pt x="389002" y="691076"/>
                </a:cubicBezTo>
                <a:close/>
                <a:moveTo>
                  <a:pt x="316447" y="691076"/>
                </a:moveTo>
                <a:cubicBezTo>
                  <a:pt x="333216" y="691076"/>
                  <a:pt x="346810" y="704670"/>
                  <a:pt x="346810" y="721440"/>
                </a:cubicBezTo>
                <a:cubicBezTo>
                  <a:pt x="346810" y="738209"/>
                  <a:pt x="333216" y="751803"/>
                  <a:pt x="316447" y="751803"/>
                </a:cubicBezTo>
                <a:cubicBezTo>
                  <a:pt x="299677" y="751803"/>
                  <a:pt x="286084" y="738209"/>
                  <a:pt x="286084" y="721440"/>
                </a:cubicBezTo>
                <a:cubicBezTo>
                  <a:pt x="286084" y="704670"/>
                  <a:pt x="299677" y="691076"/>
                  <a:pt x="316447" y="691076"/>
                </a:cubicBezTo>
                <a:close/>
                <a:moveTo>
                  <a:pt x="243892" y="691076"/>
                </a:moveTo>
                <a:cubicBezTo>
                  <a:pt x="260662" y="691076"/>
                  <a:pt x="274256" y="704670"/>
                  <a:pt x="274256" y="721440"/>
                </a:cubicBezTo>
                <a:cubicBezTo>
                  <a:pt x="274256" y="738209"/>
                  <a:pt x="260662" y="751803"/>
                  <a:pt x="243892" y="751803"/>
                </a:cubicBezTo>
                <a:cubicBezTo>
                  <a:pt x="227123" y="751803"/>
                  <a:pt x="213529" y="738209"/>
                  <a:pt x="213529" y="721440"/>
                </a:cubicBezTo>
                <a:cubicBezTo>
                  <a:pt x="213529" y="704670"/>
                  <a:pt x="227123" y="691076"/>
                  <a:pt x="243892" y="691076"/>
                </a:cubicBezTo>
                <a:close/>
                <a:moveTo>
                  <a:pt x="171339" y="691076"/>
                </a:moveTo>
                <a:cubicBezTo>
                  <a:pt x="188107" y="691076"/>
                  <a:pt x="201701" y="704670"/>
                  <a:pt x="201701" y="721440"/>
                </a:cubicBezTo>
                <a:cubicBezTo>
                  <a:pt x="201701" y="738209"/>
                  <a:pt x="188107" y="751803"/>
                  <a:pt x="171339" y="751803"/>
                </a:cubicBezTo>
                <a:cubicBezTo>
                  <a:pt x="154662" y="751803"/>
                  <a:pt x="141067" y="738209"/>
                  <a:pt x="141067" y="721440"/>
                </a:cubicBezTo>
                <a:cubicBezTo>
                  <a:pt x="141067" y="704670"/>
                  <a:pt x="154662" y="691076"/>
                  <a:pt x="171339" y="691076"/>
                </a:cubicBezTo>
                <a:close/>
                <a:moveTo>
                  <a:pt x="98890" y="691076"/>
                </a:moveTo>
                <a:cubicBezTo>
                  <a:pt x="115653" y="691076"/>
                  <a:pt x="129246" y="704670"/>
                  <a:pt x="129246" y="721440"/>
                </a:cubicBezTo>
                <a:cubicBezTo>
                  <a:pt x="129246" y="738209"/>
                  <a:pt x="115653" y="751803"/>
                  <a:pt x="98890" y="751803"/>
                </a:cubicBezTo>
                <a:cubicBezTo>
                  <a:pt x="82117" y="751803"/>
                  <a:pt x="68523" y="738209"/>
                  <a:pt x="68523" y="721440"/>
                </a:cubicBezTo>
                <a:cubicBezTo>
                  <a:pt x="68523" y="704670"/>
                  <a:pt x="82117" y="691076"/>
                  <a:pt x="98890" y="691076"/>
                </a:cubicBezTo>
                <a:close/>
                <a:moveTo>
                  <a:pt x="26336" y="691076"/>
                </a:moveTo>
                <a:cubicBezTo>
                  <a:pt x="43099" y="691076"/>
                  <a:pt x="56694" y="704670"/>
                  <a:pt x="56694" y="721440"/>
                </a:cubicBezTo>
                <a:cubicBezTo>
                  <a:pt x="56694" y="738209"/>
                  <a:pt x="43099" y="751803"/>
                  <a:pt x="26336" y="751803"/>
                </a:cubicBezTo>
                <a:cubicBezTo>
                  <a:pt x="17950" y="751803"/>
                  <a:pt x="10359" y="748405"/>
                  <a:pt x="4864" y="742910"/>
                </a:cubicBezTo>
                <a:lnTo>
                  <a:pt x="0" y="731167"/>
                </a:lnTo>
                <a:lnTo>
                  <a:pt x="0" y="711713"/>
                </a:lnTo>
                <a:lnTo>
                  <a:pt x="4864" y="699969"/>
                </a:lnTo>
                <a:cubicBezTo>
                  <a:pt x="10359" y="694475"/>
                  <a:pt x="17950" y="691076"/>
                  <a:pt x="26336" y="691076"/>
                </a:cubicBezTo>
                <a:close/>
                <a:moveTo>
                  <a:pt x="1622429" y="610624"/>
                </a:moveTo>
                <a:cubicBezTo>
                  <a:pt x="1639199" y="610624"/>
                  <a:pt x="1652792" y="624218"/>
                  <a:pt x="1652792" y="640988"/>
                </a:cubicBezTo>
                <a:cubicBezTo>
                  <a:pt x="1652792" y="657757"/>
                  <a:pt x="1639199" y="671351"/>
                  <a:pt x="1622429" y="671351"/>
                </a:cubicBezTo>
                <a:cubicBezTo>
                  <a:pt x="1605659" y="671351"/>
                  <a:pt x="1592066" y="657757"/>
                  <a:pt x="1592066" y="640988"/>
                </a:cubicBezTo>
                <a:cubicBezTo>
                  <a:pt x="1592066" y="624218"/>
                  <a:pt x="1605659" y="610624"/>
                  <a:pt x="1622429" y="610624"/>
                </a:cubicBezTo>
                <a:close/>
                <a:moveTo>
                  <a:pt x="1549874" y="610624"/>
                </a:moveTo>
                <a:cubicBezTo>
                  <a:pt x="1566644" y="610624"/>
                  <a:pt x="1580238" y="624218"/>
                  <a:pt x="1580238" y="640988"/>
                </a:cubicBezTo>
                <a:cubicBezTo>
                  <a:pt x="1580238" y="657757"/>
                  <a:pt x="1566644" y="671351"/>
                  <a:pt x="1549874" y="671351"/>
                </a:cubicBezTo>
                <a:cubicBezTo>
                  <a:pt x="1533105" y="671351"/>
                  <a:pt x="1519511" y="657757"/>
                  <a:pt x="1519511" y="640988"/>
                </a:cubicBezTo>
                <a:cubicBezTo>
                  <a:pt x="1519511" y="624218"/>
                  <a:pt x="1533105" y="610624"/>
                  <a:pt x="1549874" y="610624"/>
                </a:cubicBezTo>
                <a:close/>
                <a:moveTo>
                  <a:pt x="1477320" y="610624"/>
                </a:moveTo>
                <a:cubicBezTo>
                  <a:pt x="1494089" y="610624"/>
                  <a:pt x="1507683" y="624218"/>
                  <a:pt x="1507683" y="640988"/>
                </a:cubicBezTo>
                <a:cubicBezTo>
                  <a:pt x="1507683" y="657757"/>
                  <a:pt x="1494089" y="671351"/>
                  <a:pt x="1477320" y="671351"/>
                </a:cubicBezTo>
                <a:cubicBezTo>
                  <a:pt x="1460550" y="671351"/>
                  <a:pt x="1446956" y="657757"/>
                  <a:pt x="1446956" y="640988"/>
                </a:cubicBezTo>
                <a:cubicBezTo>
                  <a:pt x="1446956" y="624218"/>
                  <a:pt x="1460550" y="610624"/>
                  <a:pt x="1477320" y="610624"/>
                </a:cubicBezTo>
                <a:close/>
                <a:moveTo>
                  <a:pt x="1404765" y="610624"/>
                </a:moveTo>
                <a:cubicBezTo>
                  <a:pt x="1421535" y="610624"/>
                  <a:pt x="1435129" y="624218"/>
                  <a:pt x="1435129" y="640988"/>
                </a:cubicBezTo>
                <a:cubicBezTo>
                  <a:pt x="1435129" y="657757"/>
                  <a:pt x="1421535" y="671351"/>
                  <a:pt x="1404765" y="671351"/>
                </a:cubicBezTo>
                <a:cubicBezTo>
                  <a:pt x="1387996" y="671351"/>
                  <a:pt x="1374402" y="657757"/>
                  <a:pt x="1374402" y="640988"/>
                </a:cubicBezTo>
                <a:cubicBezTo>
                  <a:pt x="1374402" y="624218"/>
                  <a:pt x="1387996" y="610624"/>
                  <a:pt x="1404765" y="610624"/>
                </a:cubicBezTo>
                <a:close/>
                <a:moveTo>
                  <a:pt x="1332211" y="610624"/>
                </a:moveTo>
                <a:cubicBezTo>
                  <a:pt x="1348980" y="610624"/>
                  <a:pt x="1362574" y="624218"/>
                  <a:pt x="1362574" y="640988"/>
                </a:cubicBezTo>
                <a:cubicBezTo>
                  <a:pt x="1362574" y="657757"/>
                  <a:pt x="1348980" y="671351"/>
                  <a:pt x="1332211" y="671351"/>
                </a:cubicBezTo>
                <a:cubicBezTo>
                  <a:pt x="1315441" y="671351"/>
                  <a:pt x="1301847" y="657757"/>
                  <a:pt x="1301847" y="640988"/>
                </a:cubicBezTo>
                <a:cubicBezTo>
                  <a:pt x="1301847" y="624218"/>
                  <a:pt x="1315441" y="610624"/>
                  <a:pt x="1332211" y="610624"/>
                </a:cubicBezTo>
                <a:close/>
                <a:moveTo>
                  <a:pt x="1259656" y="610624"/>
                </a:moveTo>
                <a:cubicBezTo>
                  <a:pt x="1276426" y="610624"/>
                  <a:pt x="1290020" y="624218"/>
                  <a:pt x="1290020" y="640988"/>
                </a:cubicBezTo>
                <a:cubicBezTo>
                  <a:pt x="1290020" y="657757"/>
                  <a:pt x="1276426" y="671351"/>
                  <a:pt x="1259656" y="671351"/>
                </a:cubicBezTo>
                <a:cubicBezTo>
                  <a:pt x="1242887" y="671351"/>
                  <a:pt x="1229293" y="657757"/>
                  <a:pt x="1229293" y="640988"/>
                </a:cubicBezTo>
                <a:cubicBezTo>
                  <a:pt x="1229293" y="624218"/>
                  <a:pt x="1242887" y="610624"/>
                  <a:pt x="1259656" y="610624"/>
                </a:cubicBezTo>
                <a:close/>
                <a:moveTo>
                  <a:pt x="1187102" y="610624"/>
                </a:moveTo>
                <a:cubicBezTo>
                  <a:pt x="1203871" y="610624"/>
                  <a:pt x="1217465" y="624218"/>
                  <a:pt x="1217465" y="640988"/>
                </a:cubicBezTo>
                <a:cubicBezTo>
                  <a:pt x="1217465" y="657757"/>
                  <a:pt x="1203871" y="671351"/>
                  <a:pt x="1187102" y="671351"/>
                </a:cubicBezTo>
                <a:cubicBezTo>
                  <a:pt x="1170332" y="671351"/>
                  <a:pt x="1156738" y="657757"/>
                  <a:pt x="1156738" y="640988"/>
                </a:cubicBezTo>
                <a:cubicBezTo>
                  <a:pt x="1156738" y="624218"/>
                  <a:pt x="1170332" y="610624"/>
                  <a:pt x="1187102" y="610624"/>
                </a:cubicBezTo>
                <a:close/>
                <a:moveTo>
                  <a:pt x="1114547" y="610624"/>
                </a:moveTo>
                <a:cubicBezTo>
                  <a:pt x="1131317" y="610624"/>
                  <a:pt x="1144911" y="624218"/>
                  <a:pt x="1144911" y="640988"/>
                </a:cubicBezTo>
                <a:cubicBezTo>
                  <a:pt x="1144911" y="657757"/>
                  <a:pt x="1131317" y="671351"/>
                  <a:pt x="1114547" y="671351"/>
                </a:cubicBezTo>
                <a:cubicBezTo>
                  <a:pt x="1097778" y="671351"/>
                  <a:pt x="1084184" y="657757"/>
                  <a:pt x="1084184" y="640988"/>
                </a:cubicBezTo>
                <a:cubicBezTo>
                  <a:pt x="1084184" y="624218"/>
                  <a:pt x="1097778" y="610624"/>
                  <a:pt x="1114547" y="610624"/>
                </a:cubicBezTo>
                <a:close/>
                <a:moveTo>
                  <a:pt x="1041993" y="610624"/>
                </a:moveTo>
                <a:cubicBezTo>
                  <a:pt x="1058762" y="610624"/>
                  <a:pt x="1072356" y="624218"/>
                  <a:pt x="1072356" y="640988"/>
                </a:cubicBezTo>
                <a:cubicBezTo>
                  <a:pt x="1072356" y="657757"/>
                  <a:pt x="1058762" y="671351"/>
                  <a:pt x="1041993" y="671351"/>
                </a:cubicBezTo>
                <a:cubicBezTo>
                  <a:pt x="1025223" y="671351"/>
                  <a:pt x="1011629" y="657757"/>
                  <a:pt x="1011629" y="640988"/>
                </a:cubicBezTo>
                <a:cubicBezTo>
                  <a:pt x="1011629" y="624218"/>
                  <a:pt x="1025223" y="610624"/>
                  <a:pt x="1041993" y="610624"/>
                </a:cubicBezTo>
                <a:close/>
                <a:moveTo>
                  <a:pt x="969438" y="610624"/>
                </a:moveTo>
                <a:cubicBezTo>
                  <a:pt x="986208" y="610624"/>
                  <a:pt x="999801" y="624218"/>
                  <a:pt x="999801" y="640988"/>
                </a:cubicBezTo>
                <a:cubicBezTo>
                  <a:pt x="999801" y="657757"/>
                  <a:pt x="986208" y="671351"/>
                  <a:pt x="969438" y="671351"/>
                </a:cubicBezTo>
                <a:cubicBezTo>
                  <a:pt x="952669" y="671351"/>
                  <a:pt x="939075" y="657757"/>
                  <a:pt x="939075" y="640988"/>
                </a:cubicBezTo>
                <a:cubicBezTo>
                  <a:pt x="939075" y="624218"/>
                  <a:pt x="952669" y="610624"/>
                  <a:pt x="969438" y="610624"/>
                </a:cubicBezTo>
                <a:close/>
                <a:moveTo>
                  <a:pt x="896883" y="610624"/>
                </a:moveTo>
                <a:cubicBezTo>
                  <a:pt x="913653" y="610624"/>
                  <a:pt x="927247" y="624218"/>
                  <a:pt x="927247" y="640988"/>
                </a:cubicBezTo>
                <a:cubicBezTo>
                  <a:pt x="927247" y="657757"/>
                  <a:pt x="913653" y="671351"/>
                  <a:pt x="896883" y="671351"/>
                </a:cubicBezTo>
                <a:cubicBezTo>
                  <a:pt x="880114" y="671351"/>
                  <a:pt x="866520" y="657757"/>
                  <a:pt x="866520" y="640988"/>
                </a:cubicBezTo>
                <a:cubicBezTo>
                  <a:pt x="866520" y="624218"/>
                  <a:pt x="880114" y="610624"/>
                  <a:pt x="896883" y="610624"/>
                </a:cubicBezTo>
                <a:close/>
                <a:moveTo>
                  <a:pt x="824329" y="610624"/>
                </a:moveTo>
                <a:cubicBezTo>
                  <a:pt x="841098" y="610624"/>
                  <a:pt x="854692" y="624218"/>
                  <a:pt x="854692" y="640988"/>
                </a:cubicBezTo>
                <a:cubicBezTo>
                  <a:pt x="854692" y="657757"/>
                  <a:pt x="841098" y="671351"/>
                  <a:pt x="824329" y="671351"/>
                </a:cubicBezTo>
                <a:cubicBezTo>
                  <a:pt x="807559" y="671351"/>
                  <a:pt x="793965" y="657757"/>
                  <a:pt x="793965" y="640988"/>
                </a:cubicBezTo>
                <a:cubicBezTo>
                  <a:pt x="793965" y="624218"/>
                  <a:pt x="807559" y="610624"/>
                  <a:pt x="824329" y="610624"/>
                </a:cubicBezTo>
                <a:close/>
                <a:moveTo>
                  <a:pt x="751774" y="610624"/>
                </a:moveTo>
                <a:cubicBezTo>
                  <a:pt x="768544" y="610624"/>
                  <a:pt x="782138" y="624218"/>
                  <a:pt x="782138" y="640988"/>
                </a:cubicBezTo>
                <a:cubicBezTo>
                  <a:pt x="782138" y="657757"/>
                  <a:pt x="768544" y="671351"/>
                  <a:pt x="751774" y="671351"/>
                </a:cubicBezTo>
                <a:cubicBezTo>
                  <a:pt x="735005" y="671351"/>
                  <a:pt x="721411" y="657757"/>
                  <a:pt x="721411" y="640988"/>
                </a:cubicBezTo>
                <a:cubicBezTo>
                  <a:pt x="721411" y="624218"/>
                  <a:pt x="735005" y="610624"/>
                  <a:pt x="751774" y="610624"/>
                </a:cubicBezTo>
                <a:close/>
                <a:moveTo>
                  <a:pt x="679220" y="610624"/>
                </a:moveTo>
                <a:cubicBezTo>
                  <a:pt x="695989" y="610624"/>
                  <a:pt x="709583" y="624218"/>
                  <a:pt x="709583" y="640988"/>
                </a:cubicBezTo>
                <a:cubicBezTo>
                  <a:pt x="709583" y="657757"/>
                  <a:pt x="695989" y="671351"/>
                  <a:pt x="679220" y="671351"/>
                </a:cubicBezTo>
                <a:cubicBezTo>
                  <a:pt x="662450" y="671351"/>
                  <a:pt x="648856" y="657757"/>
                  <a:pt x="648856" y="640988"/>
                </a:cubicBezTo>
                <a:cubicBezTo>
                  <a:pt x="648856" y="624218"/>
                  <a:pt x="662450" y="610624"/>
                  <a:pt x="679220" y="610624"/>
                </a:cubicBezTo>
                <a:close/>
                <a:moveTo>
                  <a:pt x="606665" y="610624"/>
                </a:moveTo>
                <a:cubicBezTo>
                  <a:pt x="623435" y="610624"/>
                  <a:pt x="637029" y="624218"/>
                  <a:pt x="637029" y="640988"/>
                </a:cubicBezTo>
                <a:cubicBezTo>
                  <a:pt x="637029" y="657757"/>
                  <a:pt x="623435" y="671351"/>
                  <a:pt x="606665" y="671351"/>
                </a:cubicBezTo>
                <a:cubicBezTo>
                  <a:pt x="589896" y="671351"/>
                  <a:pt x="576302" y="657757"/>
                  <a:pt x="576302" y="640988"/>
                </a:cubicBezTo>
                <a:cubicBezTo>
                  <a:pt x="576302" y="624218"/>
                  <a:pt x="589896" y="610624"/>
                  <a:pt x="606665" y="610624"/>
                </a:cubicBezTo>
                <a:close/>
                <a:moveTo>
                  <a:pt x="534111" y="610624"/>
                </a:moveTo>
                <a:cubicBezTo>
                  <a:pt x="550880" y="610624"/>
                  <a:pt x="564474" y="624218"/>
                  <a:pt x="564474" y="640988"/>
                </a:cubicBezTo>
                <a:cubicBezTo>
                  <a:pt x="564474" y="657757"/>
                  <a:pt x="550880" y="671351"/>
                  <a:pt x="534111" y="671351"/>
                </a:cubicBezTo>
                <a:cubicBezTo>
                  <a:pt x="517341" y="671351"/>
                  <a:pt x="503747" y="657757"/>
                  <a:pt x="503747" y="640988"/>
                </a:cubicBezTo>
                <a:cubicBezTo>
                  <a:pt x="503747" y="624218"/>
                  <a:pt x="517341" y="610624"/>
                  <a:pt x="534111" y="610624"/>
                </a:cubicBezTo>
                <a:close/>
                <a:moveTo>
                  <a:pt x="461556" y="610624"/>
                </a:moveTo>
                <a:cubicBezTo>
                  <a:pt x="478326" y="610624"/>
                  <a:pt x="491920" y="624218"/>
                  <a:pt x="491920" y="640988"/>
                </a:cubicBezTo>
                <a:cubicBezTo>
                  <a:pt x="491920" y="657757"/>
                  <a:pt x="478326" y="671351"/>
                  <a:pt x="461556" y="671351"/>
                </a:cubicBezTo>
                <a:cubicBezTo>
                  <a:pt x="444787" y="671351"/>
                  <a:pt x="431192" y="657757"/>
                  <a:pt x="431192" y="640988"/>
                </a:cubicBezTo>
                <a:cubicBezTo>
                  <a:pt x="431192" y="624218"/>
                  <a:pt x="444787" y="610624"/>
                  <a:pt x="461556" y="610624"/>
                </a:cubicBezTo>
                <a:close/>
                <a:moveTo>
                  <a:pt x="389002" y="610624"/>
                </a:moveTo>
                <a:cubicBezTo>
                  <a:pt x="405771" y="610624"/>
                  <a:pt x="419365" y="624218"/>
                  <a:pt x="419365" y="640988"/>
                </a:cubicBezTo>
                <a:cubicBezTo>
                  <a:pt x="419365" y="657757"/>
                  <a:pt x="405771" y="671351"/>
                  <a:pt x="389002" y="671351"/>
                </a:cubicBezTo>
                <a:cubicBezTo>
                  <a:pt x="372232" y="671351"/>
                  <a:pt x="358638" y="657757"/>
                  <a:pt x="358638" y="640988"/>
                </a:cubicBezTo>
                <a:cubicBezTo>
                  <a:pt x="358638" y="624218"/>
                  <a:pt x="372232" y="610624"/>
                  <a:pt x="389002" y="610624"/>
                </a:cubicBezTo>
                <a:close/>
                <a:moveTo>
                  <a:pt x="316447" y="610624"/>
                </a:moveTo>
                <a:cubicBezTo>
                  <a:pt x="333216" y="610624"/>
                  <a:pt x="346810" y="624218"/>
                  <a:pt x="346810" y="640988"/>
                </a:cubicBezTo>
                <a:cubicBezTo>
                  <a:pt x="346810" y="657757"/>
                  <a:pt x="333216" y="671351"/>
                  <a:pt x="316447" y="671351"/>
                </a:cubicBezTo>
                <a:cubicBezTo>
                  <a:pt x="299677" y="671351"/>
                  <a:pt x="286084" y="657757"/>
                  <a:pt x="286084" y="640988"/>
                </a:cubicBezTo>
                <a:cubicBezTo>
                  <a:pt x="286084" y="624218"/>
                  <a:pt x="299677" y="610624"/>
                  <a:pt x="316447" y="610624"/>
                </a:cubicBezTo>
                <a:close/>
                <a:moveTo>
                  <a:pt x="243892" y="610624"/>
                </a:moveTo>
                <a:cubicBezTo>
                  <a:pt x="260662" y="610624"/>
                  <a:pt x="274256" y="624218"/>
                  <a:pt x="274256" y="640988"/>
                </a:cubicBezTo>
                <a:cubicBezTo>
                  <a:pt x="274256" y="657757"/>
                  <a:pt x="260662" y="671351"/>
                  <a:pt x="243892" y="671351"/>
                </a:cubicBezTo>
                <a:cubicBezTo>
                  <a:pt x="227123" y="671351"/>
                  <a:pt x="213529" y="657757"/>
                  <a:pt x="213529" y="640988"/>
                </a:cubicBezTo>
                <a:cubicBezTo>
                  <a:pt x="213529" y="624218"/>
                  <a:pt x="227123" y="610624"/>
                  <a:pt x="243892" y="610624"/>
                </a:cubicBezTo>
                <a:close/>
                <a:moveTo>
                  <a:pt x="171339" y="610624"/>
                </a:moveTo>
                <a:cubicBezTo>
                  <a:pt x="188107" y="610624"/>
                  <a:pt x="201701" y="624218"/>
                  <a:pt x="201701" y="640988"/>
                </a:cubicBezTo>
                <a:cubicBezTo>
                  <a:pt x="201701" y="657757"/>
                  <a:pt x="188107" y="671351"/>
                  <a:pt x="171339" y="671351"/>
                </a:cubicBezTo>
                <a:cubicBezTo>
                  <a:pt x="154667" y="671351"/>
                  <a:pt x="141073" y="657757"/>
                  <a:pt x="141073" y="640988"/>
                </a:cubicBezTo>
                <a:cubicBezTo>
                  <a:pt x="141073" y="624218"/>
                  <a:pt x="154667" y="610624"/>
                  <a:pt x="171339" y="610624"/>
                </a:cubicBezTo>
                <a:close/>
                <a:moveTo>
                  <a:pt x="98897" y="610624"/>
                </a:moveTo>
                <a:cubicBezTo>
                  <a:pt x="115658" y="610624"/>
                  <a:pt x="129252" y="624218"/>
                  <a:pt x="129252" y="640988"/>
                </a:cubicBezTo>
                <a:cubicBezTo>
                  <a:pt x="129252" y="657757"/>
                  <a:pt x="115658" y="671351"/>
                  <a:pt x="98897" y="671351"/>
                </a:cubicBezTo>
                <a:cubicBezTo>
                  <a:pt x="82124" y="671351"/>
                  <a:pt x="68530" y="657757"/>
                  <a:pt x="68530" y="640988"/>
                </a:cubicBezTo>
                <a:cubicBezTo>
                  <a:pt x="68530" y="624218"/>
                  <a:pt x="82124" y="610624"/>
                  <a:pt x="98897" y="610624"/>
                </a:cubicBezTo>
                <a:close/>
                <a:moveTo>
                  <a:pt x="26342" y="610624"/>
                </a:moveTo>
                <a:cubicBezTo>
                  <a:pt x="43106" y="610624"/>
                  <a:pt x="56701" y="624218"/>
                  <a:pt x="56701" y="640988"/>
                </a:cubicBezTo>
                <a:cubicBezTo>
                  <a:pt x="56701" y="657757"/>
                  <a:pt x="43106" y="671351"/>
                  <a:pt x="26342" y="671351"/>
                </a:cubicBezTo>
                <a:cubicBezTo>
                  <a:pt x="17956" y="671351"/>
                  <a:pt x="10365" y="667953"/>
                  <a:pt x="4871" y="662458"/>
                </a:cubicBezTo>
                <a:lnTo>
                  <a:pt x="0" y="650698"/>
                </a:lnTo>
                <a:lnTo>
                  <a:pt x="0" y="631277"/>
                </a:lnTo>
                <a:lnTo>
                  <a:pt x="4871" y="619517"/>
                </a:lnTo>
                <a:cubicBezTo>
                  <a:pt x="10365" y="614023"/>
                  <a:pt x="17956" y="610624"/>
                  <a:pt x="26342" y="610624"/>
                </a:cubicBezTo>
                <a:close/>
                <a:moveTo>
                  <a:pt x="1669096" y="549730"/>
                </a:moveTo>
                <a:lnTo>
                  <a:pt x="1668124" y="568994"/>
                </a:lnTo>
                <a:lnTo>
                  <a:pt x="1664620" y="560536"/>
                </a:lnTo>
                <a:close/>
                <a:moveTo>
                  <a:pt x="1622429" y="530173"/>
                </a:moveTo>
                <a:cubicBezTo>
                  <a:pt x="1639199" y="530173"/>
                  <a:pt x="1652792" y="543767"/>
                  <a:pt x="1652792" y="560536"/>
                </a:cubicBezTo>
                <a:cubicBezTo>
                  <a:pt x="1652792" y="577306"/>
                  <a:pt x="1639199" y="590900"/>
                  <a:pt x="1622429" y="590900"/>
                </a:cubicBezTo>
                <a:cubicBezTo>
                  <a:pt x="1605659" y="590900"/>
                  <a:pt x="1592066" y="577306"/>
                  <a:pt x="1592066" y="560536"/>
                </a:cubicBezTo>
                <a:cubicBezTo>
                  <a:pt x="1592066" y="543767"/>
                  <a:pt x="1605659" y="530173"/>
                  <a:pt x="1622429" y="530173"/>
                </a:cubicBezTo>
                <a:close/>
                <a:moveTo>
                  <a:pt x="1549874" y="530173"/>
                </a:moveTo>
                <a:cubicBezTo>
                  <a:pt x="1566644" y="530173"/>
                  <a:pt x="1580238" y="543767"/>
                  <a:pt x="1580238" y="560536"/>
                </a:cubicBezTo>
                <a:cubicBezTo>
                  <a:pt x="1580238" y="577306"/>
                  <a:pt x="1566644" y="590900"/>
                  <a:pt x="1549874" y="590900"/>
                </a:cubicBezTo>
                <a:cubicBezTo>
                  <a:pt x="1533105" y="590900"/>
                  <a:pt x="1519511" y="577306"/>
                  <a:pt x="1519511" y="560536"/>
                </a:cubicBezTo>
                <a:cubicBezTo>
                  <a:pt x="1519511" y="543767"/>
                  <a:pt x="1533105" y="530173"/>
                  <a:pt x="1549874" y="530173"/>
                </a:cubicBezTo>
                <a:close/>
                <a:moveTo>
                  <a:pt x="1477320" y="530173"/>
                </a:moveTo>
                <a:cubicBezTo>
                  <a:pt x="1494089" y="530173"/>
                  <a:pt x="1507683" y="543767"/>
                  <a:pt x="1507683" y="560536"/>
                </a:cubicBezTo>
                <a:cubicBezTo>
                  <a:pt x="1507683" y="577306"/>
                  <a:pt x="1494089" y="590900"/>
                  <a:pt x="1477320" y="590900"/>
                </a:cubicBezTo>
                <a:cubicBezTo>
                  <a:pt x="1460550" y="590900"/>
                  <a:pt x="1446956" y="577306"/>
                  <a:pt x="1446956" y="560536"/>
                </a:cubicBezTo>
                <a:cubicBezTo>
                  <a:pt x="1446956" y="543767"/>
                  <a:pt x="1460550" y="530173"/>
                  <a:pt x="1477320" y="530173"/>
                </a:cubicBezTo>
                <a:close/>
                <a:moveTo>
                  <a:pt x="1404765" y="530173"/>
                </a:moveTo>
                <a:cubicBezTo>
                  <a:pt x="1421535" y="530173"/>
                  <a:pt x="1435129" y="543767"/>
                  <a:pt x="1435129" y="560536"/>
                </a:cubicBezTo>
                <a:cubicBezTo>
                  <a:pt x="1435129" y="577306"/>
                  <a:pt x="1421535" y="590900"/>
                  <a:pt x="1404765" y="590900"/>
                </a:cubicBezTo>
                <a:cubicBezTo>
                  <a:pt x="1387996" y="590900"/>
                  <a:pt x="1374402" y="577306"/>
                  <a:pt x="1374402" y="560536"/>
                </a:cubicBezTo>
                <a:cubicBezTo>
                  <a:pt x="1374402" y="543767"/>
                  <a:pt x="1387996" y="530173"/>
                  <a:pt x="1404765" y="530173"/>
                </a:cubicBezTo>
                <a:close/>
                <a:moveTo>
                  <a:pt x="1332211" y="530173"/>
                </a:moveTo>
                <a:cubicBezTo>
                  <a:pt x="1348980" y="530173"/>
                  <a:pt x="1362574" y="543767"/>
                  <a:pt x="1362574" y="560536"/>
                </a:cubicBezTo>
                <a:cubicBezTo>
                  <a:pt x="1362574" y="577306"/>
                  <a:pt x="1348980" y="590900"/>
                  <a:pt x="1332211" y="590900"/>
                </a:cubicBezTo>
                <a:cubicBezTo>
                  <a:pt x="1315441" y="590900"/>
                  <a:pt x="1301847" y="577306"/>
                  <a:pt x="1301847" y="560536"/>
                </a:cubicBezTo>
                <a:cubicBezTo>
                  <a:pt x="1301847" y="543767"/>
                  <a:pt x="1315441" y="530173"/>
                  <a:pt x="1332211" y="530173"/>
                </a:cubicBezTo>
                <a:close/>
                <a:moveTo>
                  <a:pt x="1259656" y="530173"/>
                </a:moveTo>
                <a:cubicBezTo>
                  <a:pt x="1276426" y="530173"/>
                  <a:pt x="1290020" y="543767"/>
                  <a:pt x="1290020" y="560536"/>
                </a:cubicBezTo>
                <a:cubicBezTo>
                  <a:pt x="1290020" y="577306"/>
                  <a:pt x="1276426" y="590900"/>
                  <a:pt x="1259656" y="590900"/>
                </a:cubicBezTo>
                <a:cubicBezTo>
                  <a:pt x="1242887" y="590900"/>
                  <a:pt x="1229293" y="577306"/>
                  <a:pt x="1229293" y="560536"/>
                </a:cubicBezTo>
                <a:cubicBezTo>
                  <a:pt x="1229293" y="543767"/>
                  <a:pt x="1242887" y="530173"/>
                  <a:pt x="1259656" y="530173"/>
                </a:cubicBezTo>
                <a:close/>
                <a:moveTo>
                  <a:pt x="1187102" y="530173"/>
                </a:moveTo>
                <a:cubicBezTo>
                  <a:pt x="1203871" y="530173"/>
                  <a:pt x="1217465" y="543767"/>
                  <a:pt x="1217465" y="560536"/>
                </a:cubicBezTo>
                <a:cubicBezTo>
                  <a:pt x="1217465" y="577306"/>
                  <a:pt x="1203871" y="590900"/>
                  <a:pt x="1187102" y="590900"/>
                </a:cubicBezTo>
                <a:cubicBezTo>
                  <a:pt x="1170332" y="590900"/>
                  <a:pt x="1156738" y="577306"/>
                  <a:pt x="1156738" y="560536"/>
                </a:cubicBezTo>
                <a:cubicBezTo>
                  <a:pt x="1156738" y="543767"/>
                  <a:pt x="1170332" y="530173"/>
                  <a:pt x="1187102" y="530173"/>
                </a:cubicBezTo>
                <a:close/>
                <a:moveTo>
                  <a:pt x="1114547" y="530173"/>
                </a:moveTo>
                <a:cubicBezTo>
                  <a:pt x="1131317" y="530173"/>
                  <a:pt x="1144911" y="543767"/>
                  <a:pt x="1144911" y="560536"/>
                </a:cubicBezTo>
                <a:cubicBezTo>
                  <a:pt x="1144911" y="577306"/>
                  <a:pt x="1131317" y="590900"/>
                  <a:pt x="1114547" y="590900"/>
                </a:cubicBezTo>
                <a:cubicBezTo>
                  <a:pt x="1097778" y="590900"/>
                  <a:pt x="1084184" y="577306"/>
                  <a:pt x="1084184" y="560536"/>
                </a:cubicBezTo>
                <a:cubicBezTo>
                  <a:pt x="1084184" y="543767"/>
                  <a:pt x="1097778" y="530173"/>
                  <a:pt x="1114547" y="530173"/>
                </a:cubicBezTo>
                <a:close/>
                <a:moveTo>
                  <a:pt x="1041993" y="530173"/>
                </a:moveTo>
                <a:cubicBezTo>
                  <a:pt x="1058762" y="530173"/>
                  <a:pt x="1072356" y="543767"/>
                  <a:pt x="1072356" y="560536"/>
                </a:cubicBezTo>
                <a:cubicBezTo>
                  <a:pt x="1072356" y="577306"/>
                  <a:pt x="1058762" y="590900"/>
                  <a:pt x="1041993" y="590900"/>
                </a:cubicBezTo>
                <a:cubicBezTo>
                  <a:pt x="1025223" y="590900"/>
                  <a:pt x="1011629" y="577306"/>
                  <a:pt x="1011629" y="560536"/>
                </a:cubicBezTo>
                <a:cubicBezTo>
                  <a:pt x="1011629" y="543767"/>
                  <a:pt x="1025223" y="530173"/>
                  <a:pt x="1041993" y="530173"/>
                </a:cubicBezTo>
                <a:close/>
                <a:moveTo>
                  <a:pt x="969438" y="530173"/>
                </a:moveTo>
                <a:cubicBezTo>
                  <a:pt x="986208" y="530173"/>
                  <a:pt x="999801" y="543767"/>
                  <a:pt x="999801" y="560536"/>
                </a:cubicBezTo>
                <a:cubicBezTo>
                  <a:pt x="999801" y="577306"/>
                  <a:pt x="986208" y="590900"/>
                  <a:pt x="969438" y="590900"/>
                </a:cubicBezTo>
                <a:cubicBezTo>
                  <a:pt x="952669" y="590900"/>
                  <a:pt x="939075" y="577306"/>
                  <a:pt x="939075" y="560536"/>
                </a:cubicBezTo>
                <a:cubicBezTo>
                  <a:pt x="939075" y="543767"/>
                  <a:pt x="952669" y="530173"/>
                  <a:pt x="969438" y="530173"/>
                </a:cubicBezTo>
                <a:close/>
                <a:moveTo>
                  <a:pt x="896883" y="530173"/>
                </a:moveTo>
                <a:cubicBezTo>
                  <a:pt x="913653" y="530173"/>
                  <a:pt x="927247" y="543767"/>
                  <a:pt x="927247" y="560536"/>
                </a:cubicBezTo>
                <a:cubicBezTo>
                  <a:pt x="927247" y="577306"/>
                  <a:pt x="913653" y="590900"/>
                  <a:pt x="896883" y="590900"/>
                </a:cubicBezTo>
                <a:cubicBezTo>
                  <a:pt x="880114" y="590900"/>
                  <a:pt x="866520" y="577306"/>
                  <a:pt x="866520" y="560536"/>
                </a:cubicBezTo>
                <a:cubicBezTo>
                  <a:pt x="866520" y="543767"/>
                  <a:pt x="880114" y="530173"/>
                  <a:pt x="896883" y="530173"/>
                </a:cubicBezTo>
                <a:close/>
                <a:moveTo>
                  <a:pt x="824329" y="530173"/>
                </a:moveTo>
                <a:cubicBezTo>
                  <a:pt x="841098" y="530173"/>
                  <a:pt x="854692" y="543767"/>
                  <a:pt x="854692" y="560536"/>
                </a:cubicBezTo>
                <a:cubicBezTo>
                  <a:pt x="854692" y="577306"/>
                  <a:pt x="841098" y="590900"/>
                  <a:pt x="824329" y="590900"/>
                </a:cubicBezTo>
                <a:cubicBezTo>
                  <a:pt x="807559" y="590900"/>
                  <a:pt x="793965" y="577306"/>
                  <a:pt x="793965" y="560536"/>
                </a:cubicBezTo>
                <a:cubicBezTo>
                  <a:pt x="793965" y="543767"/>
                  <a:pt x="807559" y="530173"/>
                  <a:pt x="824329" y="530173"/>
                </a:cubicBezTo>
                <a:close/>
                <a:moveTo>
                  <a:pt x="751774" y="530173"/>
                </a:moveTo>
                <a:cubicBezTo>
                  <a:pt x="768544" y="530173"/>
                  <a:pt x="782138" y="543767"/>
                  <a:pt x="782138" y="560536"/>
                </a:cubicBezTo>
                <a:cubicBezTo>
                  <a:pt x="782138" y="577306"/>
                  <a:pt x="768544" y="590900"/>
                  <a:pt x="751774" y="590900"/>
                </a:cubicBezTo>
                <a:cubicBezTo>
                  <a:pt x="735005" y="590900"/>
                  <a:pt x="721411" y="577306"/>
                  <a:pt x="721411" y="560536"/>
                </a:cubicBezTo>
                <a:cubicBezTo>
                  <a:pt x="721411" y="543767"/>
                  <a:pt x="735005" y="530173"/>
                  <a:pt x="751774" y="530173"/>
                </a:cubicBezTo>
                <a:close/>
                <a:moveTo>
                  <a:pt x="679220" y="530173"/>
                </a:moveTo>
                <a:cubicBezTo>
                  <a:pt x="695989" y="530173"/>
                  <a:pt x="709583" y="543767"/>
                  <a:pt x="709583" y="560536"/>
                </a:cubicBezTo>
                <a:cubicBezTo>
                  <a:pt x="709583" y="577306"/>
                  <a:pt x="695989" y="590900"/>
                  <a:pt x="679220" y="590900"/>
                </a:cubicBezTo>
                <a:cubicBezTo>
                  <a:pt x="662450" y="590900"/>
                  <a:pt x="648856" y="577306"/>
                  <a:pt x="648856" y="560536"/>
                </a:cubicBezTo>
                <a:cubicBezTo>
                  <a:pt x="648856" y="543767"/>
                  <a:pt x="662450" y="530173"/>
                  <a:pt x="679220" y="530173"/>
                </a:cubicBezTo>
                <a:close/>
                <a:moveTo>
                  <a:pt x="606665" y="530173"/>
                </a:moveTo>
                <a:cubicBezTo>
                  <a:pt x="623435" y="530173"/>
                  <a:pt x="637029" y="543767"/>
                  <a:pt x="637029" y="560536"/>
                </a:cubicBezTo>
                <a:cubicBezTo>
                  <a:pt x="637029" y="577306"/>
                  <a:pt x="623435" y="590900"/>
                  <a:pt x="606665" y="590900"/>
                </a:cubicBezTo>
                <a:cubicBezTo>
                  <a:pt x="589896" y="590900"/>
                  <a:pt x="576302" y="577306"/>
                  <a:pt x="576302" y="560536"/>
                </a:cubicBezTo>
                <a:cubicBezTo>
                  <a:pt x="576302" y="543767"/>
                  <a:pt x="589896" y="530173"/>
                  <a:pt x="606665" y="530173"/>
                </a:cubicBezTo>
                <a:close/>
                <a:moveTo>
                  <a:pt x="534111" y="530173"/>
                </a:moveTo>
                <a:cubicBezTo>
                  <a:pt x="550880" y="530173"/>
                  <a:pt x="564474" y="543767"/>
                  <a:pt x="564474" y="560536"/>
                </a:cubicBezTo>
                <a:cubicBezTo>
                  <a:pt x="564474" y="577306"/>
                  <a:pt x="550880" y="590900"/>
                  <a:pt x="534111" y="590900"/>
                </a:cubicBezTo>
                <a:cubicBezTo>
                  <a:pt x="517341" y="590900"/>
                  <a:pt x="503747" y="577306"/>
                  <a:pt x="503747" y="560536"/>
                </a:cubicBezTo>
                <a:cubicBezTo>
                  <a:pt x="503747" y="543767"/>
                  <a:pt x="517341" y="530173"/>
                  <a:pt x="534111" y="530173"/>
                </a:cubicBezTo>
                <a:close/>
                <a:moveTo>
                  <a:pt x="461556" y="530173"/>
                </a:moveTo>
                <a:cubicBezTo>
                  <a:pt x="478326" y="530173"/>
                  <a:pt x="491920" y="543767"/>
                  <a:pt x="491920" y="560536"/>
                </a:cubicBezTo>
                <a:cubicBezTo>
                  <a:pt x="491920" y="577306"/>
                  <a:pt x="478326" y="590900"/>
                  <a:pt x="461556" y="590900"/>
                </a:cubicBezTo>
                <a:cubicBezTo>
                  <a:pt x="444787" y="590900"/>
                  <a:pt x="431192" y="577306"/>
                  <a:pt x="431192" y="560536"/>
                </a:cubicBezTo>
                <a:cubicBezTo>
                  <a:pt x="431192" y="543767"/>
                  <a:pt x="444787" y="530173"/>
                  <a:pt x="461556" y="530173"/>
                </a:cubicBezTo>
                <a:close/>
                <a:moveTo>
                  <a:pt x="389002" y="530173"/>
                </a:moveTo>
                <a:cubicBezTo>
                  <a:pt x="405771" y="530173"/>
                  <a:pt x="419365" y="543767"/>
                  <a:pt x="419365" y="560536"/>
                </a:cubicBezTo>
                <a:cubicBezTo>
                  <a:pt x="419365" y="577306"/>
                  <a:pt x="405771" y="590900"/>
                  <a:pt x="389002" y="590900"/>
                </a:cubicBezTo>
                <a:cubicBezTo>
                  <a:pt x="372232" y="590900"/>
                  <a:pt x="358638" y="577306"/>
                  <a:pt x="358638" y="560536"/>
                </a:cubicBezTo>
                <a:cubicBezTo>
                  <a:pt x="358638" y="543767"/>
                  <a:pt x="372232" y="530173"/>
                  <a:pt x="389002" y="530173"/>
                </a:cubicBezTo>
                <a:close/>
                <a:moveTo>
                  <a:pt x="316447" y="530173"/>
                </a:moveTo>
                <a:cubicBezTo>
                  <a:pt x="333216" y="530173"/>
                  <a:pt x="346810" y="543767"/>
                  <a:pt x="346810" y="560536"/>
                </a:cubicBezTo>
                <a:cubicBezTo>
                  <a:pt x="346810" y="577306"/>
                  <a:pt x="333216" y="590900"/>
                  <a:pt x="316447" y="590900"/>
                </a:cubicBezTo>
                <a:cubicBezTo>
                  <a:pt x="299677" y="590900"/>
                  <a:pt x="286084" y="577306"/>
                  <a:pt x="286084" y="560536"/>
                </a:cubicBezTo>
                <a:cubicBezTo>
                  <a:pt x="286084" y="543767"/>
                  <a:pt x="299677" y="530173"/>
                  <a:pt x="316447" y="530173"/>
                </a:cubicBezTo>
                <a:close/>
                <a:moveTo>
                  <a:pt x="243892" y="530173"/>
                </a:moveTo>
                <a:cubicBezTo>
                  <a:pt x="260662" y="530173"/>
                  <a:pt x="274256" y="543767"/>
                  <a:pt x="274256" y="560536"/>
                </a:cubicBezTo>
                <a:cubicBezTo>
                  <a:pt x="274256" y="577306"/>
                  <a:pt x="260662" y="590900"/>
                  <a:pt x="243892" y="590900"/>
                </a:cubicBezTo>
                <a:cubicBezTo>
                  <a:pt x="227123" y="590900"/>
                  <a:pt x="213529" y="577306"/>
                  <a:pt x="213529" y="560536"/>
                </a:cubicBezTo>
                <a:cubicBezTo>
                  <a:pt x="213529" y="543767"/>
                  <a:pt x="227123" y="530173"/>
                  <a:pt x="243892" y="530173"/>
                </a:cubicBezTo>
                <a:close/>
                <a:moveTo>
                  <a:pt x="171339" y="530173"/>
                </a:moveTo>
                <a:cubicBezTo>
                  <a:pt x="188107" y="530173"/>
                  <a:pt x="201701" y="543767"/>
                  <a:pt x="201701" y="560536"/>
                </a:cubicBezTo>
                <a:cubicBezTo>
                  <a:pt x="201701" y="577306"/>
                  <a:pt x="188107" y="590900"/>
                  <a:pt x="171339" y="590900"/>
                </a:cubicBezTo>
                <a:cubicBezTo>
                  <a:pt x="154673" y="590900"/>
                  <a:pt x="141079" y="577306"/>
                  <a:pt x="141079" y="560536"/>
                </a:cubicBezTo>
                <a:cubicBezTo>
                  <a:pt x="141079" y="543767"/>
                  <a:pt x="154673" y="530173"/>
                  <a:pt x="171339" y="530173"/>
                </a:cubicBezTo>
                <a:close/>
                <a:moveTo>
                  <a:pt x="98904" y="530173"/>
                </a:moveTo>
                <a:cubicBezTo>
                  <a:pt x="115664" y="530173"/>
                  <a:pt x="129258" y="543767"/>
                  <a:pt x="129258" y="560536"/>
                </a:cubicBezTo>
                <a:cubicBezTo>
                  <a:pt x="129258" y="577306"/>
                  <a:pt x="115664" y="590900"/>
                  <a:pt x="98904" y="590900"/>
                </a:cubicBezTo>
                <a:cubicBezTo>
                  <a:pt x="82130" y="590900"/>
                  <a:pt x="68536" y="577306"/>
                  <a:pt x="68536" y="560536"/>
                </a:cubicBezTo>
                <a:cubicBezTo>
                  <a:pt x="68536" y="543767"/>
                  <a:pt x="82130" y="530173"/>
                  <a:pt x="98904" y="530173"/>
                </a:cubicBezTo>
                <a:close/>
                <a:moveTo>
                  <a:pt x="26349" y="530173"/>
                </a:moveTo>
                <a:cubicBezTo>
                  <a:pt x="43112" y="530173"/>
                  <a:pt x="56707" y="543767"/>
                  <a:pt x="56707" y="560536"/>
                </a:cubicBezTo>
                <a:cubicBezTo>
                  <a:pt x="56707" y="577306"/>
                  <a:pt x="43112" y="590900"/>
                  <a:pt x="26349" y="590900"/>
                </a:cubicBezTo>
                <a:cubicBezTo>
                  <a:pt x="17963" y="590900"/>
                  <a:pt x="10372" y="587502"/>
                  <a:pt x="4877" y="582007"/>
                </a:cubicBezTo>
                <a:lnTo>
                  <a:pt x="0" y="570232"/>
                </a:lnTo>
                <a:lnTo>
                  <a:pt x="0" y="550840"/>
                </a:lnTo>
                <a:lnTo>
                  <a:pt x="4877" y="539066"/>
                </a:lnTo>
                <a:cubicBezTo>
                  <a:pt x="10372" y="533572"/>
                  <a:pt x="17963" y="530173"/>
                  <a:pt x="26349" y="530173"/>
                </a:cubicBezTo>
                <a:close/>
                <a:moveTo>
                  <a:pt x="1673704" y="458486"/>
                </a:moveTo>
                <a:lnTo>
                  <a:pt x="1671744" y="497284"/>
                </a:lnTo>
                <a:lnTo>
                  <a:pt x="1664620" y="480084"/>
                </a:lnTo>
                <a:cubicBezTo>
                  <a:pt x="1664620" y="471700"/>
                  <a:pt x="1668019" y="464109"/>
                  <a:pt x="1673514" y="458614"/>
                </a:cubicBezTo>
                <a:close/>
                <a:moveTo>
                  <a:pt x="1622429" y="449721"/>
                </a:moveTo>
                <a:cubicBezTo>
                  <a:pt x="1639199" y="449721"/>
                  <a:pt x="1652792" y="463315"/>
                  <a:pt x="1652792" y="480084"/>
                </a:cubicBezTo>
                <a:cubicBezTo>
                  <a:pt x="1652792" y="496854"/>
                  <a:pt x="1639199" y="510448"/>
                  <a:pt x="1622429" y="510448"/>
                </a:cubicBezTo>
                <a:cubicBezTo>
                  <a:pt x="1605659" y="510448"/>
                  <a:pt x="1592066" y="496854"/>
                  <a:pt x="1592066" y="480084"/>
                </a:cubicBezTo>
                <a:cubicBezTo>
                  <a:pt x="1592066" y="463315"/>
                  <a:pt x="1605659" y="449721"/>
                  <a:pt x="1622429" y="449721"/>
                </a:cubicBezTo>
                <a:close/>
                <a:moveTo>
                  <a:pt x="1549874" y="449721"/>
                </a:moveTo>
                <a:cubicBezTo>
                  <a:pt x="1566644" y="449721"/>
                  <a:pt x="1580238" y="463315"/>
                  <a:pt x="1580238" y="480084"/>
                </a:cubicBezTo>
                <a:cubicBezTo>
                  <a:pt x="1580238" y="496854"/>
                  <a:pt x="1566644" y="510448"/>
                  <a:pt x="1549874" y="510448"/>
                </a:cubicBezTo>
                <a:cubicBezTo>
                  <a:pt x="1533105" y="510448"/>
                  <a:pt x="1519511" y="496854"/>
                  <a:pt x="1519511" y="480084"/>
                </a:cubicBezTo>
                <a:cubicBezTo>
                  <a:pt x="1519511" y="463315"/>
                  <a:pt x="1533105" y="449721"/>
                  <a:pt x="1549874" y="449721"/>
                </a:cubicBezTo>
                <a:close/>
                <a:moveTo>
                  <a:pt x="1477320" y="449721"/>
                </a:moveTo>
                <a:cubicBezTo>
                  <a:pt x="1494089" y="449721"/>
                  <a:pt x="1507683" y="463315"/>
                  <a:pt x="1507683" y="480084"/>
                </a:cubicBezTo>
                <a:cubicBezTo>
                  <a:pt x="1507683" y="496854"/>
                  <a:pt x="1494089" y="510448"/>
                  <a:pt x="1477320" y="510448"/>
                </a:cubicBezTo>
                <a:cubicBezTo>
                  <a:pt x="1460550" y="510448"/>
                  <a:pt x="1446956" y="496854"/>
                  <a:pt x="1446956" y="480084"/>
                </a:cubicBezTo>
                <a:cubicBezTo>
                  <a:pt x="1446956" y="463315"/>
                  <a:pt x="1460550" y="449721"/>
                  <a:pt x="1477320" y="449721"/>
                </a:cubicBezTo>
                <a:close/>
                <a:moveTo>
                  <a:pt x="1404765" y="449721"/>
                </a:moveTo>
                <a:cubicBezTo>
                  <a:pt x="1421535" y="449721"/>
                  <a:pt x="1435129" y="463315"/>
                  <a:pt x="1435129" y="480084"/>
                </a:cubicBezTo>
                <a:cubicBezTo>
                  <a:pt x="1435129" y="496854"/>
                  <a:pt x="1421535" y="510448"/>
                  <a:pt x="1404765" y="510448"/>
                </a:cubicBezTo>
                <a:cubicBezTo>
                  <a:pt x="1387996" y="510448"/>
                  <a:pt x="1374402" y="496854"/>
                  <a:pt x="1374402" y="480084"/>
                </a:cubicBezTo>
                <a:cubicBezTo>
                  <a:pt x="1374402" y="463315"/>
                  <a:pt x="1387996" y="449721"/>
                  <a:pt x="1404765" y="449721"/>
                </a:cubicBezTo>
                <a:close/>
                <a:moveTo>
                  <a:pt x="1332211" y="449721"/>
                </a:moveTo>
                <a:cubicBezTo>
                  <a:pt x="1348980" y="449721"/>
                  <a:pt x="1362574" y="463315"/>
                  <a:pt x="1362574" y="480084"/>
                </a:cubicBezTo>
                <a:cubicBezTo>
                  <a:pt x="1362574" y="496854"/>
                  <a:pt x="1348980" y="510448"/>
                  <a:pt x="1332211" y="510448"/>
                </a:cubicBezTo>
                <a:cubicBezTo>
                  <a:pt x="1315441" y="510448"/>
                  <a:pt x="1301847" y="496854"/>
                  <a:pt x="1301847" y="480084"/>
                </a:cubicBezTo>
                <a:cubicBezTo>
                  <a:pt x="1301847" y="463315"/>
                  <a:pt x="1315441" y="449721"/>
                  <a:pt x="1332211" y="449721"/>
                </a:cubicBezTo>
                <a:close/>
                <a:moveTo>
                  <a:pt x="1259656" y="449721"/>
                </a:moveTo>
                <a:cubicBezTo>
                  <a:pt x="1276426" y="449721"/>
                  <a:pt x="1290020" y="463315"/>
                  <a:pt x="1290020" y="480084"/>
                </a:cubicBezTo>
                <a:cubicBezTo>
                  <a:pt x="1290020" y="496854"/>
                  <a:pt x="1276426" y="510448"/>
                  <a:pt x="1259656" y="510448"/>
                </a:cubicBezTo>
                <a:cubicBezTo>
                  <a:pt x="1242887" y="510448"/>
                  <a:pt x="1229293" y="496854"/>
                  <a:pt x="1229293" y="480084"/>
                </a:cubicBezTo>
                <a:cubicBezTo>
                  <a:pt x="1229293" y="463315"/>
                  <a:pt x="1242887" y="449721"/>
                  <a:pt x="1259656" y="449721"/>
                </a:cubicBezTo>
                <a:close/>
                <a:moveTo>
                  <a:pt x="1187102" y="449721"/>
                </a:moveTo>
                <a:cubicBezTo>
                  <a:pt x="1203871" y="449721"/>
                  <a:pt x="1217465" y="463315"/>
                  <a:pt x="1217465" y="480084"/>
                </a:cubicBezTo>
                <a:cubicBezTo>
                  <a:pt x="1217465" y="496854"/>
                  <a:pt x="1203871" y="510448"/>
                  <a:pt x="1187102" y="510448"/>
                </a:cubicBezTo>
                <a:cubicBezTo>
                  <a:pt x="1170332" y="510448"/>
                  <a:pt x="1156738" y="496854"/>
                  <a:pt x="1156738" y="480084"/>
                </a:cubicBezTo>
                <a:cubicBezTo>
                  <a:pt x="1156738" y="463315"/>
                  <a:pt x="1170332" y="449721"/>
                  <a:pt x="1187102" y="449721"/>
                </a:cubicBezTo>
                <a:close/>
                <a:moveTo>
                  <a:pt x="1114547" y="449721"/>
                </a:moveTo>
                <a:cubicBezTo>
                  <a:pt x="1131317" y="449721"/>
                  <a:pt x="1144911" y="463315"/>
                  <a:pt x="1144911" y="480084"/>
                </a:cubicBezTo>
                <a:cubicBezTo>
                  <a:pt x="1144911" y="496854"/>
                  <a:pt x="1131317" y="510448"/>
                  <a:pt x="1114547" y="510448"/>
                </a:cubicBezTo>
                <a:cubicBezTo>
                  <a:pt x="1097778" y="510448"/>
                  <a:pt x="1084184" y="496854"/>
                  <a:pt x="1084184" y="480084"/>
                </a:cubicBezTo>
                <a:cubicBezTo>
                  <a:pt x="1084184" y="463315"/>
                  <a:pt x="1097778" y="449721"/>
                  <a:pt x="1114547" y="449721"/>
                </a:cubicBezTo>
                <a:close/>
                <a:moveTo>
                  <a:pt x="1041993" y="449721"/>
                </a:moveTo>
                <a:cubicBezTo>
                  <a:pt x="1058762" y="449721"/>
                  <a:pt x="1072356" y="463315"/>
                  <a:pt x="1072356" y="480084"/>
                </a:cubicBezTo>
                <a:cubicBezTo>
                  <a:pt x="1072356" y="496854"/>
                  <a:pt x="1058762" y="510448"/>
                  <a:pt x="1041993" y="510448"/>
                </a:cubicBezTo>
                <a:cubicBezTo>
                  <a:pt x="1025223" y="510448"/>
                  <a:pt x="1011629" y="496854"/>
                  <a:pt x="1011629" y="480084"/>
                </a:cubicBezTo>
                <a:cubicBezTo>
                  <a:pt x="1011629" y="463315"/>
                  <a:pt x="1025223" y="449721"/>
                  <a:pt x="1041993" y="449721"/>
                </a:cubicBezTo>
                <a:close/>
                <a:moveTo>
                  <a:pt x="969438" y="449721"/>
                </a:moveTo>
                <a:cubicBezTo>
                  <a:pt x="986208" y="449721"/>
                  <a:pt x="999801" y="463315"/>
                  <a:pt x="999801" y="480084"/>
                </a:cubicBezTo>
                <a:cubicBezTo>
                  <a:pt x="999801" y="496854"/>
                  <a:pt x="986208" y="510448"/>
                  <a:pt x="969438" y="510448"/>
                </a:cubicBezTo>
                <a:cubicBezTo>
                  <a:pt x="952669" y="510448"/>
                  <a:pt x="939075" y="496854"/>
                  <a:pt x="939075" y="480084"/>
                </a:cubicBezTo>
                <a:cubicBezTo>
                  <a:pt x="939075" y="463315"/>
                  <a:pt x="952669" y="449721"/>
                  <a:pt x="969438" y="449721"/>
                </a:cubicBezTo>
                <a:close/>
                <a:moveTo>
                  <a:pt x="896883" y="449721"/>
                </a:moveTo>
                <a:cubicBezTo>
                  <a:pt x="913653" y="449721"/>
                  <a:pt x="927247" y="463315"/>
                  <a:pt x="927247" y="480084"/>
                </a:cubicBezTo>
                <a:cubicBezTo>
                  <a:pt x="927247" y="496854"/>
                  <a:pt x="913653" y="510448"/>
                  <a:pt x="896883" y="510448"/>
                </a:cubicBezTo>
                <a:cubicBezTo>
                  <a:pt x="880114" y="510448"/>
                  <a:pt x="866520" y="496854"/>
                  <a:pt x="866520" y="480084"/>
                </a:cubicBezTo>
                <a:cubicBezTo>
                  <a:pt x="866520" y="463315"/>
                  <a:pt x="880114" y="449721"/>
                  <a:pt x="896883" y="449721"/>
                </a:cubicBezTo>
                <a:close/>
                <a:moveTo>
                  <a:pt x="824329" y="449721"/>
                </a:moveTo>
                <a:cubicBezTo>
                  <a:pt x="841098" y="449721"/>
                  <a:pt x="854692" y="463315"/>
                  <a:pt x="854692" y="480084"/>
                </a:cubicBezTo>
                <a:cubicBezTo>
                  <a:pt x="854692" y="496854"/>
                  <a:pt x="841098" y="510448"/>
                  <a:pt x="824329" y="510448"/>
                </a:cubicBezTo>
                <a:cubicBezTo>
                  <a:pt x="807559" y="510448"/>
                  <a:pt x="793965" y="496854"/>
                  <a:pt x="793965" y="480084"/>
                </a:cubicBezTo>
                <a:cubicBezTo>
                  <a:pt x="793965" y="463315"/>
                  <a:pt x="807559" y="449721"/>
                  <a:pt x="824329" y="449721"/>
                </a:cubicBezTo>
                <a:close/>
                <a:moveTo>
                  <a:pt x="751774" y="449721"/>
                </a:moveTo>
                <a:cubicBezTo>
                  <a:pt x="768544" y="449721"/>
                  <a:pt x="782138" y="463315"/>
                  <a:pt x="782138" y="480084"/>
                </a:cubicBezTo>
                <a:cubicBezTo>
                  <a:pt x="782138" y="496854"/>
                  <a:pt x="768544" y="510448"/>
                  <a:pt x="751774" y="510448"/>
                </a:cubicBezTo>
                <a:cubicBezTo>
                  <a:pt x="735005" y="510448"/>
                  <a:pt x="721411" y="496854"/>
                  <a:pt x="721411" y="480084"/>
                </a:cubicBezTo>
                <a:cubicBezTo>
                  <a:pt x="721411" y="463315"/>
                  <a:pt x="735005" y="449721"/>
                  <a:pt x="751774" y="449721"/>
                </a:cubicBezTo>
                <a:close/>
                <a:moveTo>
                  <a:pt x="679220" y="449721"/>
                </a:moveTo>
                <a:cubicBezTo>
                  <a:pt x="695989" y="449721"/>
                  <a:pt x="709583" y="463315"/>
                  <a:pt x="709583" y="480084"/>
                </a:cubicBezTo>
                <a:cubicBezTo>
                  <a:pt x="709583" y="496854"/>
                  <a:pt x="695989" y="510448"/>
                  <a:pt x="679220" y="510448"/>
                </a:cubicBezTo>
                <a:cubicBezTo>
                  <a:pt x="662450" y="510448"/>
                  <a:pt x="648856" y="496854"/>
                  <a:pt x="648856" y="480084"/>
                </a:cubicBezTo>
                <a:cubicBezTo>
                  <a:pt x="648856" y="463315"/>
                  <a:pt x="662450" y="449721"/>
                  <a:pt x="679220" y="449721"/>
                </a:cubicBezTo>
                <a:close/>
                <a:moveTo>
                  <a:pt x="606665" y="449721"/>
                </a:moveTo>
                <a:cubicBezTo>
                  <a:pt x="623435" y="449721"/>
                  <a:pt x="637029" y="463315"/>
                  <a:pt x="637029" y="480084"/>
                </a:cubicBezTo>
                <a:cubicBezTo>
                  <a:pt x="637029" y="496854"/>
                  <a:pt x="623435" y="510448"/>
                  <a:pt x="606665" y="510448"/>
                </a:cubicBezTo>
                <a:cubicBezTo>
                  <a:pt x="589896" y="510448"/>
                  <a:pt x="576302" y="496854"/>
                  <a:pt x="576302" y="480084"/>
                </a:cubicBezTo>
                <a:cubicBezTo>
                  <a:pt x="576302" y="463315"/>
                  <a:pt x="589896" y="449721"/>
                  <a:pt x="606665" y="449721"/>
                </a:cubicBezTo>
                <a:close/>
                <a:moveTo>
                  <a:pt x="534111" y="449721"/>
                </a:moveTo>
                <a:cubicBezTo>
                  <a:pt x="550880" y="449721"/>
                  <a:pt x="564474" y="463315"/>
                  <a:pt x="564474" y="480084"/>
                </a:cubicBezTo>
                <a:cubicBezTo>
                  <a:pt x="564474" y="496854"/>
                  <a:pt x="550880" y="510448"/>
                  <a:pt x="534111" y="510448"/>
                </a:cubicBezTo>
                <a:cubicBezTo>
                  <a:pt x="517341" y="510448"/>
                  <a:pt x="503747" y="496854"/>
                  <a:pt x="503747" y="480084"/>
                </a:cubicBezTo>
                <a:cubicBezTo>
                  <a:pt x="503747" y="463315"/>
                  <a:pt x="517341" y="449721"/>
                  <a:pt x="534111" y="449721"/>
                </a:cubicBezTo>
                <a:close/>
                <a:moveTo>
                  <a:pt x="461556" y="449721"/>
                </a:moveTo>
                <a:cubicBezTo>
                  <a:pt x="478326" y="449721"/>
                  <a:pt x="491920" y="463315"/>
                  <a:pt x="491920" y="480084"/>
                </a:cubicBezTo>
                <a:cubicBezTo>
                  <a:pt x="491920" y="496854"/>
                  <a:pt x="478326" y="510448"/>
                  <a:pt x="461556" y="510448"/>
                </a:cubicBezTo>
                <a:cubicBezTo>
                  <a:pt x="444787" y="510448"/>
                  <a:pt x="431192" y="496854"/>
                  <a:pt x="431192" y="480084"/>
                </a:cubicBezTo>
                <a:cubicBezTo>
                  <a:pt x="431192" y="463315"/>
                  <a:pt x="444787" y="449721"/>
                  <a:pt x="461556" y="449721"/>
                </a:cubicBezTo>
                <a:close/>
                <a:moveTo>
                  <a:pt x="389002" y="449721"/>
                </a:moveTo>
                <a:cubicBezTo>
                  <a:pt x="405771" y="449721"/>
                  <a:pt x="419365" y="463315"/>
                  <a:pt x="419365" y="480084"/>
                </a:cubicBezTo>
                <a:cubicBezTo>
                  <a:pt x="419365" y="496854"/>
                  <a:pt x="405771" y="510448"/>
                  <a:pt x="389002" y="510448"/>
                </a:cubicBezTo>
                <a:cubicBezTo>
                  <a:pt x="372232" y="510448"/>
                  <a:pt x="358638" y="496854"/>
                  <a:pt x="358638" y="480084"/>
                </a:cubicBezTo>
                <a:cubicBezTo>
                  <a:pt x="358638" y="463315"/>
                  <a:pt x="372232" y="449721"/>
                  <a:pt x="389002" y="449721"/>
                </a:cubicBezTo>
                <a:close/>
                <a:moveTo>
                  <a:pt x="316447" y="449721"/>
                </a:moveTo>
                <a:cubicBezTo>
                  <a:pt x="333216" y="449721"/>
                  <a:pt x="346810" y="463315"/>
                  <a:pt x="346810" y="480084"/>
                </a:cubicBezTo>
                <a:cubicBezTo>
                  <a:pt x="346810" y="496854"/>
                  <a:pt x="333216" y="510448"/>
                  <a:pt x="316447" y="510448"/>
                </a:cubicBezTo>
                <a:cubicBezTo>
                  <a:pt x="299677" y="510448"/>
                  <a:pt x="286084" y="496854"/>
                  <a:pt x="286084" y="480084"/>
                </a:cubicBezTo>
                <a:cubicBezTo>
                  <a:pt x="286084" y="463315"/>
                  <a:pt x="299677" y="449721"/>
                  <a:pt x="316447" y="449721"/>
                </a:cubicBezTo>
                <a:close/>
                <a:moveTo>
                  <a:pt x="243892" y="449721"/>
                </a:moveTo>
                <a:cubicBezTo>
                  <a:pt x="260662" y="449721"/>
                  <a:pt x="274256" y="463315"/>
                  <a:pt x="274256" y="480084"/>
                </a:cubicBezTo>
                <a:cubicBezTo>
                  <a:pt x="274256" y="496854"/>
                  <a:pt x="260662" y="510448"/>
                  <a:pt x="243892" y="510448"/>
                </a:cubicBezTo>
                <a:cubicBezTo>
                  <a:pt x="227123" y="510448"/>
                  <a:pt x="213529" y="496854"/>
                  <a:pt x="213529" y="480084"/>
                </a:cubicBezTo>
                <a:cubicBezTo>
                  <a:pt x="213529" y="463315"/>
                  <a:pt x="227123" y="449721"/>
                  <a:pt x="243892" y="449721"/>
                </a:cubicBezTo>
                <a:close/>
                <a:moveTo>
                  <a:pt x="171339" y="449721"/>
                </a:moveTo>
                <a:cubicBezTo>
                  <a:pt x="188107" y="449721"/>
                  <a:pt x="201701" y="463315"/>
                  <a:pt x="201701" y="480084"/>
                </a:cubicBezTo>
                <a:cubicBezTo>
                  <a:pt x="201701" y="496854"/>
                  <a:pt x="188107" y="510448"/>
                  <a:pt x="171339" y="510448"/>
                </a:cubicBezTo>
                <a:cubicBezTo>
                  <a:pt x="154679" y="510448"/>
                  <a:pt x="141085" y="496854"/>
                  <a:pt x="141085" y="480084"/>
                </a:cubicBezTo>
                <a:cubicBezTo>
                  <a:pt x="141085" y="463315"/>
                  <a:pt x="154679" y="449721"/>
                  <a:pt x="171339" y="449721"/>
                </a:cubicBezTo>
                <a:close/>
                <a:moveTo>
                  <a:pt x="98910" y="449721"/>
                </a:moveTo>
                <a:cubicBezTo>
                  <a:pt x="115670" y="449721"/>
                  <a:pt x="129264" y="463315"/>
                  <a:pt x="129264" y="480084"/>
                </a:cubicBezTo>
                <a:cubicBezTo>
                  <a:pt x="129264" y="496854"/>
                  <a:pt x="115670" y="510448"/>
                  <a:pt x="98910" y="510448"/>
                </a:cubicBezTo>
                <a:cubicBezTo>
                  <a:pt x="82136" y="510448"/>
                  <a:pt x="68542" y="496854"/>
                  <a:pt x="68542" y="480084"/>
                </a:cubicBezTo>
                <a:cubicBezTo>
                  <a:pt x="68542" y="463315"/>
                  <a:pt x="82136" y="449721"/>
                  <a:pt x="98910" y="449721"/>
                </a:cubicBezTo>
                <a:close/>
                <a:moveTo>
                  <a:pt x="26355" y="449721"/>
                </a:moveTo>
                <a:cubicBezTo>
                  <a:pt x="43118" y="449721"/>
                  <a:pt x="56713" y="463315"/>
                  <a:pt x="56713" y="480084"/>
                </a:cubicBezTo>
                <a:cubicBezTo>
                  <a:pt x="56713" y="496854"/>
                  <a:pt x="43118" y="510448"/>
                  <a:pt x="26355" y="510448"/>
                </a:cubicBezTo>
                <a:cubicBezTo>
                  <a:pt x="17970" y="510448"/>
                  <a:pt x="10379" y="507050"/>
                  <a:pt x="4884" y="501555"/>
                </a:cubicBezTo>
                <a:lnTo>
                  <a:pt x="0" y="489763"/>
                </a:lnTo>
                <a:lnTo>
                  <a:pt x="0" y="470405"/>
                </a:lnTo>
                <a:lnTo>
                  <a:pt x="4884" y="458614"/>
                </a:lnTo>
                <a:cubicBezTo>
                  <a:pt x="10379" y="453120"/>
                  <a:pt x="17970" y="449721"/>
                  <a:pt x="26355" y="449721"/>
                </a:cubicBezTo>
                <a:close/>
                <a:moveTo>
                  <a:pt x="1673066" y="379245"/>
                </a:moveTo>
                <a:lnTo>
                  <a:pt x="1675237" y="422266"/>
                </a:lnTo>
                <a:lnTo>
                  <a:pt x="1673514" y="421103"/>
                </a:lnTo>
                <a:cubicBezTo>
                  <a:pt x="1668019" y="415609"/>
                  <a:pt x="1664620" y="408017"/>
                  <a:pt x="1664620" y="399633"/>
                </a:cubicBezTo>
                <a:close/>
                <a:moveTo>
                  <a:pt x="1622429" y="369269"/>
                </a:moveTo>
                <a:cubicBezTo>
                  <a:pt x="1639199" y="369269"/>
                  <a:pt x="1652792" y="382864"/>
                  <a:pt x="1652792" y="399633"/>
                </a:cubicBezTo>
                <a:cubicBezTo>
                  <a:pt x="1652792" y="416402"/>
                  <a:pt x="1639199" y="429997"/>
                  <a:pt x="1622429" y="429997"/>
                </a:cubicBezTo>
                <a:cubicBezTo>
                  <a:pt x="1605659" y="429997"/>
                  <a:pt x="1592066" y="416402"/>
                  <a:pt x="1592066" y="399633"/>
                </a:cubicBezTo>
                <a:cubicBezTo>
                  <a:pt x="1592066" y="382864"/>
                  <a:pt x="1605659" y="369269"/>
                  <a:pt x="1622429" y="369269"/>
                </a:cubicBezTo>
                <a:close/>
                <a:moveTo>
                  <a:pt x="1549874" y="369269"/>
                </a:moveTo>
                <a:cubicBezTo>
                  <a:pt x="1566644" y="369269"/>
                  <a:pt x="1580238" y="382864"/>
                  <a:pt x="1580238" y="399633"/>
                </a:cubicBezTo>
                <a:cubicBezTo>
                  <a:pt x="1580238" y="416402"/>
                  <a:pt x="1566644" y="429997"/>
                  <a:pt x="1549874" y="429997"/>
                </a:cubicBezTo>
                <a:cubicBezTo>
                  <a:pt x="1533105" y="429997"/>
                  <a:pt x="1519511" y="416402"/>
                  <a:pt x="1519511" y="399633"/>
                </a:cubicBezTo>
                <a:cubicBezTo>
                  <a:pt x="1519511" y="382864"/>
                  <a:pt x="1533105" y="369269"/>
                  <a:pt x="1549874" y="369269"/>
                </a:cubicBezTo>
                <a:close/>
                <a:moveTo>
                  <a:pt x="1477320" y="369269"/>
                </a:moveTo>
                <a:cubicBezTo>
                  <a:pt x="1494089" y="369269"/>
                  <a:pt x="1507683" y="382864"/>
                  <a:pt x="1507683" y="399633"/>
                </a:cubicBezTo>
                <a:cubicBezTo>
                  <a:pt x="1507683" y="416402"/>
                  <a:pt x="1494089" y="429997"/>
                  <a:pt x="1477320" y="429997"/>
                </a:cubicBezTo>
                <a:cubicBezTo>
                  <a:pt x="1460550" y="429997"/>
                  <a:pt x="1446956" y="416402"/>
                  <a:pt x="1446956" y="399633"/>
                </a:cubicBezTo>
                <a:cubicBezTo>
                  <a:pt x="1446956" y="382864"/>
                  <a:pt x="1460550" y="369269"/>
                  <a:pt x="1477320" y="369269"/>
                </a:cubicBezTo>
                <a:close/>
                <a:moveTo>
                  <a:pt x="1404765" y="369269"/>
                </a:moveTo>
                <a:cubicBezTo>
                  <a:pt x="1421535" y="369269"/>
                  <a:pt x="1435129" y="382864"/>
                  <a:pt x="1435129" y="399633"/>
                </a:cubicBezTo>
                <a:cubicBezTo>
                  <a:pt x="1435129" y="416402"/>
                  <a:pt x="1421535" y="429997"/>
                  <a:pt x="1404765" y="429997"/>
                </a:cubicBezTo>
                <a:cubicBezTo>
                  <a:pt x="1387996" y="429997"/>
                  <a:pt x="1374402" y="416402"/>
                  <a:pt x="1374402" y="399633"/>
                </a:cubicBezTo>
                <a:cubicBezTo>
                  <a:pt x="1374402" y="382864"/>
                  <a:pt x="1387996" y="369269"/>
                  <a:pt x="1404765" y="369269"/>
                </a:cubicBezTo>
                <a:close/>
                <a:moveTo>
                  <a:pt x="1332211" y="369269"/>
                </a:moveTo>
                <a:cubicBezTo>
                  <a:pt x="1348980" y="369269"/>
                  <a:pt x="1362574" y="382864"/>
                  <a:pt x="1362574" y="399633"/>
                </a:cubicBezTo>
                <a:cubicBezTo>
                  <a:pt x="1362574" y="416402"/>
                  <a:pt x="1348980" y="429997"/>
                  <a:pt x="1332211" y="429997"/>
                </a:cubicBezTo>
                <a:cubicBezTo>
                  <a:pt x="1315441" y="429997"/>
                  <a:pt x="1301847" y="416402"/>
                  <a:pt x="1301847" y="399633"/>
                </a:cubicBezTo>
                <a:cubicBezTo>
                  <a:pt x="1301847" y="382864"/>
                  <a:pt x="1315441" y="369269"/>
                  <a:pt x="1332211" y="369269"/>
                </a:cubicBezTo>
                <a:close/>
                <a:moveTo>
                  <a:pt x="1259656" y="369269"/>
                </a:moveTo>
                <a:cubicBezTo>
                  <a:pt x="1276426" y="369269"/>
                  <a:pt x="1290020" y="382864"/>
                  <a:pt x="1290020" y="399633"/>
                </a:cubicBezTo>
                <a:cubicBezTo>
                  <a:pt x="1290020" y="416402"/>
                  <a:pt x="1276426" y="429997"/>
                  <a:pt x="1259656" y="429997"/>
                </a:cubicBezTo>
                <a:cubicBezTo>
                  <a:pt x="1242887" y="429997"/>
                  <a:pt x="1229293" y="416402"/>
                  <a:pt x="1229293" y="399633"/>
                </a:cubicBezTo>
                <a:cubicBezTo>
                  <a:pt x="1229293" y="382864"/>
                  <a:pt x="1242887" y="369269"/>
                  <a:pt x="1259656" y="369269"/>
                </a:cubicBezTo>
                <a:close/>
                <a:moveTo>
                  <a:pt x="1187102" y="369269"/>
                </a:moveTo>
                <a:cubicBezTo>
                  <a:pt x="1203871" y="369269"/>
                  <a:pt x="1217465" y="382864"/>
                  <a:pt x="1217465" y="399633"/>
                </a:cubicBezTo>
                <a:cubicBezTo>
                  <a:pt x="1217465" y="416402"/>
                  <a:pt x="1203871" y="429997"/>
                  <a:pt x="1187102" y="429997"/>
                </a:cubicBezTo>
                <a:cubicBezTo>
                  <a:pt x="1170332" y="429997"/>
                  <a:pt x="1156738" y="416402"/>
                  <a:pt x="1156738" y="399633"/>
                </a:cubicBezTo>
                <a:cubicBezTo>
                  <a:pt x="1156738" y="382864"/>
                  <a:pt x="1170332" y="369269"/>
                  <a:pt x="1187102" y="369269"/>
                </a:cubicBezTo>
                <a:close/>
                <a:moveTo>
                  <a:pt x="1114547" y="369269"/>
                </a:moveTo>
                <a:cubicBezTo>
                  <a:pt x="1131317" y="369269"/>
                  <a:pt x="1144911" y="382864"/>
                  <a:pt x="1144911" y="399633"/>
                </a:cubicBezTo>
                <a:cubicBezTo>
                  <a:pt x="1144911" y="416402"/>
                  <a:pt x="1131317" y="429997"/>
                  <a:pt x="1114547" y="429997"/>
                </a:cubicBezTo>
                <a:cubicBezTo>
                  <a:pt x="1097778" y="429997"/>
                  <a:pt x="1084184" y="416402"/>
                  <a:pt x="1084184" y="399633"/>
                </a:cubicBezTo>
                <a:cubicBezTo>
                  <a:pt x="1084184" y="382864"/>
                  <a:pt x="1097778" y="369269"/>
                  <a:pt x="1114547" y="369269"/>
                </a:cubicBezTo>
                <a:close/>
                <a:moveTo>
                  <a:pt x="1041993" y="369269"/>
                </a:moveTo>
                <a:cubicBezTo>
                  <a:pt x="1058762" y="369269"/>
                  <a:pt x="1072356" y="382864"/>
                  <a:pt x="1072356" y="399633"/>
                </a:cubicBezTo>
                <a:cubicBezTo>
                  <a:pt x="1072356" y="416402"/>
                  <a:pt x="1058762" y="429997"/>
                  <a:pt x="1041993" y="429997"/>
                </a:cubicBezTo>
                <a:cubicBezTo>
                  <a:pt x="1025223" y="429997"/>
                  <a:pt x="1011629" y="416402"/>
                  <a:pt x="1011629" y="399633"/>
                </a:cubicBezTo>
                <a:cubicBezTo>
                  <a:pt x="1011629" y="382864"/>
                  <a:pt x="1025223" y="369269"/>
                  <a:pt x="1041993" y="369269"/>
                </a:cubicBezTo>
                <a:close/>
                <a:moveTo>
                  <a:pt x="969438" y="369269"/>
                </a:moveTo>
                <a:cubicBezTo>
                  <a:pt x="986208" y="369269"/>
                  <a:pt x="999801" y="382864"/>
                  <a:pt x="999801" y="399633"/>
                </a:cubicBezTo>
                <a:cubicBezTo>
                  <a:pt x="999801" y="416402"/>
                  <a:pt x="986208" y="429997"/>
                  <a:pt x="969438" y="429997"/>
                </a:cubicBezTo>
                <a:cubicBezTo>
                  <a:pt x="952669" y="429997"/>
                  <a:pt x="939075" y="416402"/>
                  <a:pt x="939075" y="399633"/>
                </a:cubicBezTo>
                <a:cubicBezTo>
                  <a:pt x="939075" y="382864"/>
                  <a:pt x="952669" y="369269"/>
                  <a:pt x="969438" y="369269"/>
                </a:cubicBezTo>
                <a:close/>
                <a:moveTo>
                  <a:pt x="896883" y="369269"/>
                </a:moveTo>
                <a:cubicBezTo>
                  <a:pt x="913653" y="369269"/>
                  <a:pt x="927247" y="382864"/>
                  <a:pt x="927247" y="399633"/>
                </a:cubicBezTo>
                <a:cubicBezTo>
                  <a:pt x="927247" y="416402"/>
                  <a:pt x="913653" y="429997"/>
                  <a:pt x="896883" y="429997"/>
                </a:cubicBezTo>
                <a:cubicBezTo>
                  <a:pt x="880114" y="429997"/>
                  <a:pt x="866520" y="416402"/>
                  <a:pt x="866520" y="399633"/>
                </a:cubicBezTo>
                <a:cubicBezTo>
                  <a:pt x="866520" y="382864"/>
                  <a:pt x="880114" y="369269"/>
                  <a:pt x="896883" y="369269"/>
                </a:cubicBezTo>
                <a:close/>
                <a:moveTo>
                  <a:pt x="824329" y="369269"/>
                </a:moveTo>
                <a:cubicBezTo>
                  <a:pt x="841098" y="369269"/>
                  <a:pt x="854692" y="382864"/>
                  <a:pt x="854692" y="399633"/>
                </a:cubicBezTo>
                <a:cubicBezTo>
                  <a:pt x="854692" y="416402"/>
                  <a:pt x="841098" y="429997"/>
                  <a:pt x="824329" y="429997"/>
                </a:cubicBezTo>
                <a:cubicBezTo>
                  <a:pt x="807559" y="429997"/>
                  <a:pt x="793965" y="416402"/>
                  <a:pt x="793965" y="399633"/>
                </a:cubicBezTo>
                <a:cubicBezTo>
                  <a:pt x="793965" y="382864"/>
                  <a:pt x="807559" y="369269"/>
                  <a:pt x="824329" y="369269"/>
                </a:cubicBezTo>
                <a:close/>
                <a:moveTo>
                  <a:pt x="751774" y="369269"/>
                </a:moveTo>
                <a:cubicBezTo>
                  <a:pt x="768544" y="369269"/>
                  <a:pt x="782138" y="382864"/>
                  <a:pt x="782138" y="399633"/>
                </a:cubicBezTo>
                <a:cubicBezTo>
                  <a:pt x="782138" y="416402"/>
                  <a:pt x="768544" y="429997"/>
                  <a:pt x="751774" y="429997"/>
                </a:cubicBezTo>
                <a:cubicBezTo>
                  <a:pt x="735005" y="429997"/>
                  <a:pt x="721411" y="416402"/>
                  <a:pt x="721411" y="399633"/>
                </a:cubicBezTo>
                <a:cubicBezTo>
                  <a:pt x="721411" y="382864"/>
                  <a:pt x="735005" y="369269"/>
                  <a:pt x="751774" y="369269"/>
                </a:cubicBezTo>
                <a:close/>
                <a:moveTo>
                  <a:pt x="679220" y="369269"/>
                </a:moveTo>
                <a:cubicBezTo>
                  <a:pt x="695989" y="369269"/>
                  <a:pt x="709583" y="382864"/>
                  <a:pt x="709583" y="399633"/>
                </a:cubicBezTo>
                <a:cubicBezTo>
                  <a:pt x="709583" y="416402"/>
                  <a:pt x="695989" y="429997"/>
                  <a:pt x="679220" y="429997"/>
                </a:cubicBezTo>
                <a:cubicBezTo>
                  <a:pt x="662450" y="429997"/>
                  <a:pt x="648856" y="416402"/>
                  <a:pt x="648856" y="399633"/>
                </a:cubicBezTo>
                <a:cubicBezTo>
                  <a:pt x="648856" y="382864"/>
                  <a:pt x="662450" y="369269"/>
                  <a:pt x="679220" y="369269"/>
                </a:cubicBezTo>
                <a:close/>
                <a:moveTo>
                  <a:pt x="606665" y="369269"/>
                </a:moveTo>
                <a:cubicBezTo>
                  <a:pt x="623435" y="369269"/>
                  <a:pt x="637029" y="382864"/>
                  <a:pt x="637029" y="399633"/>
                </a:cubicBezTo>
                <a:cubicBezTo>
                  <a:pt x="637029" y="416402"/>
                  <a:pt x="623435" y="429997"/>
                  <a:pt x="606665" y="429997"/>
                </a:cubicBezTo>
                <a:cubicBezTo>
                  <a:pt x="589896" y="429997"/>
                  <a:pt x="576302" y="416402"/>
                  <a:pt x="576302" y="399633"/>
                </a:cubicBezTo>
                <a:cubicBezTo>
                  <a:pt x="576302" y="382864"/>
                  <a:pt x="589896" y="369269"/>
                  <a:pt x="606665" y="369269"/>
                </a:cubicBezTo>
                <a:close/>
                <a:moveTo>
                  <a:pt x="534111" y="369269"/>
                </a:moveTo>
                <a:cubicBezTo>
                  <a:pt x="550880" y="369269"/>
                  <a:pt x="564474" y="382864"/>
                  <a:pt x="564474" y="399633"/>
                </a:cubicBezTo>
                <a:cubicBezTo>
                  <a:pt x="564474" y="416402"/>
                  <a:pt x="550880" y="429997"/>
                  <a:pt x="534111" y="429997"/>
                </a:cubicBezTo>
                <a:cubicBezTo>
                  <a:pt x="517341" y="429997"/>
                  <a:pt x="503747" y="416402"/>
                  <a:pt x="503747" y="399633"/>
                </a:cubicBezTo>
                <a:cubicBezTo>
                  <a:pt x="503747" y="382864"/>
                  <a:pt x="517341" y="369269"/>
                  <a:pt x="534111" y="369269"/>
                </a:cubicBezTo>
                <a:close/>
                <a:moveTo>
                  <a:pt x="461556" y="369269"/>
                </a:moveTo>
                <a:cubicBezTo>
                  <a:pt x="478326" y="369269"/>
                  <a:pt x="491920" y="382864"/>
                  <a:pt x="491920" y="399633"/>
                </a:cubicBezTo>
                <a:cubicBezTo>
                  <a:pt x="491920" y="416402"/>
                  <a:pt x="478326" y="429997"/>
                  <a:pt x="461556" y="429997"/>
                </a:cubicBezTo>
                <a:cubicBezTo>
                  <a:pt x="444787" y="429997"/>
                  <a:pt x="431192" y="416402"/>
                  <a:pt x="431192" y="399633"/>
                </a:cubicBezTo>
                <a:cubicBezTo>
                  <a:pt x="431192" y="382864"/>
                  <a:pt x="444787" y="369269"/>
                  <a:pt x="461556" y="369269"/>
                </a:cubicBezTo>
                <a:close/>
                <a:moveTo>
                  <a:pt x="389002" y="369269"/>
                </a:moveTo>
                <a:cubicBezTo>
                  <a:pt x="405771" y="369269"/>
                  <a:pt x="419365" y="382864"/>
                  <a:pt x="419365" y="399633"/>
                </a:cubicBezTo>
                <a:cubicBezTo>
                  <a:pt x="419365" y="416402"/>
                  <a:pt x="405771" y="429997"/>
                  <a:pt x="389002" y="429997"/>
                </a:cubicBezTo>
                <a:cubicBezTo>
                  <a:pt x="372232" y="429997"/>
                  <a:pt x="358638" y="416402"/>
                  <a:pt x="358638" y="399633"/>
                </a:cubicBezTo>
                <a:cubicBezTo>
                  <a:pt x="358638" y="382864"/>
                  <a:pt x="372232" y="369269"/>
                  <a:pt x="389002" y="369269"/>
                </a:cubicBezTo>
                <a:close/>
                <a:moveTo>
                  <a:pt x="316447" y="369269"/>
                </a:moveTo>
                <a:cubicBezTo>
                  <a:pt x="333216" y="369269"/>
                  <a:pt x="346810" y="382864"/>
                  <a:pt x="346810" y="399633"/>
                </a:cubicBezTo>
                <a:cubicBezTo>
                  <a:pt x="346810" y="416402"/>
                  <a:pt x="333216" y="429997"/>
                  <a:pt x="316447" y="429997"/>
                </a:cubicBezTo>
                <a:cubicBezTo>
                  <a:pt x="299677" y="429997"/>
                  <a:pt x="286084" y="416402"/>
                  <a:pt x="286084" y="399633"/>
                </a:cubicBezTo>
                <a:cubicBezTo>
                  <a:pt x="286084" y="382864"/>
                  <a:pt x="299677" y="369269"/>
                  <a:pt x="316447" y="369269"/>
                </a:cubicBezTo>
                <a:close/>
                <a:moveTo>
                  <a:pt x="243892" y="369269"/>
                </a:moveTo>
                <a:cubicBezTo>
                  <a:pt x="260662" y="369269"/>
                  <a:pt x="274256" y="382864"/>
                  <a:pt x="274256" y="399633"/>
                </a:cubicBezTo>
                <a:cubicBezTo>
                  <a:pt x="274256" y="416402"/>
                  <a:pt x="260662" y="429997"/>
                  <a:pt x="243892" y="429997"/>
                </a:cubicBezTo>
                <a:cubicBezTo>
                  <a:pt x="227123" y="429997"/>
                  <a:pt x="213529" y="416402"/>
                  <a:pt x="213529" y="399633"/>
                </a:cubicBezTo>
                <a:cubicBezTo>
                  <a:pt x="213529" y="382864"/>
                  <a:pt x="227123" y="369269"/>
                  <a:pt x="243892" y="369269"/>
                </a:cubicBezTo>
                <a:close/>
                <a:moveTo>
                  <a:pt x="171339" y="369269"/>
                </a:moveTo>
                <a:cubicBezTo>
                  <a:pt x="188107" y="369269"/>
                  <a:pt x="201701" y="382864"/>
                  <a:pt x="201701" y="399633"/>
                </a:cubicBezTo>
                <a:cubicBezTo>
                  <a:pt x="201701" y="416402"/>
                  <a:pt x="188107" y="429997"/>
                  <a:pt x="171339" y="429997"/>
                </a:cubicBezTo>
                <a:cubicBezTo>
                  <a:pt x="154685" y="429997"/>
                  <a:pt x="141090" y="416402"/>
                  <a:pt x="141090" y="399633"/>
                </a:cubicBezTo>
                <a:cubicBezTo>
                  <a:pt x="141090" y="382864"/>
                  <a:pt x="154685" y="369269"/>
                  <a:pt x="171339" y="369269"/>
                </a:cubicBezTo>
                <a:close/>
                <a:moveTo>
                  <a:pt x="98917" y="369269"/>
                </a:moveTo>
                <a:cubicBezTo>
                  <a:pt x="115677" y="369269"/>
                  <a:pt x="129270" y="382864"/>
                  <a:pt x="129270" y="399633"/>
                </a:cubicBezTo>
                <a:cubicBezTo>
                  <a:pt x="129270" y="416402"/>
                  <a:pt x="115677" y="429997"/>
                  <a:pt x="98917" y="429997"/>
                </a:cubicBezTo>
                <a:cubicBezTo>
                  <a:pt x="82143" y="429997"/>
                  <a:pt x="68549" y="416402"/>
                  <a:pt x="68549" y="399633"/>
                </a:cubicBezTo>
                <a:cubicBezTo>
                  <a:pt x="68549" y="382864"/>
                  <a:pt x="82143" y="369269"/>
                  <a:pt x="98917" y="369269"/>
                </a:cubicBezTo>
                <a:close/>
                <a:moveTo>
                  <a:pt x="26362" y="369269"/>
                </a:moveTo>
                <a:cubicBezTo>
                  <a:pt x="43124" y="369269"/>
                  <a:pt x="56719" y="382864"/>
                  <a:pt x="56719" y="399633"/>
                </a:cubicBezTo>
                <a:cubicBezTo>
                  <a:pt x="56719" y="416402"/>
                  <a:pt x="43124" y="429997"/>
                  <a:pt x="26362" y="429997"/>
                </a:cubicBezTo>
                <a:cubicBezTo>
                  <a:pt x="17976" y="429997"/>
                  <a:pt x="10385" y="426598"/>
                  <a:pt x="4890" y="421103"/>
                </a:cubicBezTo>
                <a:lnTo>
                  <a:pt x="0" y="409299"/>
                </a:lnTo>
                <a:lnTo>
                  <a:pt x="0" y="389967"/>
                </a:lnTo>
                <a:lnTo>
                  <a:pt x="4890" y="378163"/>
                </a:lnTo>
                <a:cubicBezTo>
                  <a:pt x="10385" y="372668"/>
                  <a:pt x="17976" y="369269"/>
                  <a:pt x="26362" y="369269"/>
                </a:cubicBezTo>
                <a:close/>
                <a:moveTo>
                  <a:pt x="1669444" y="307535"/>
                </a:moveTo>
                <a:lnTo>
                  <a:pt x="1670784" y="334061"/>
                </a:lnTo>
                <a:lnTo>
                  <a:pt x="1664620" y="319181"/>
                </a:lnTo>
                <a:close/>
                <a:moveTo>
                  <a:pt x="1622429" y="288818"/>
                </a:moveTo>
                <a:cubicBezTo>
                  <a:pt x="1639199" y="288818"/>
                  <a:pt x="1652792" y="302412"/>
                  <a:pt x="1652792" y="319181"/>
                </a:cubicBezTo>
                <a:cubicBezTo>
                  <a:pt x="1652792" y="335950"/>
                  <a:pt x="1639199" y="349545"/>
                  <a:pt x="1622429" y="349545"/>
                </a:cubicBezTo>
                <a:cubicBezTo>
                  <a:pt x="1605659" y="349545"/>
                  <a:pt x="1592066" y="335950"/>
                  <a:pt x="1592066" y="319181"/>
                </a:cubicBezTo>
                <a:cubicBezTo>
                  <a:pt x="1592066" y="302412"/>
                  <a:pt x="1605659" y="288818"/>
                  <a:pt x="1622429" y="288818"/>
                </a:cubicBezTo>
                <a:close/>
                <a:moveTo>
                  <a:pt x="1549874" y="288818"/>
                </a:moveTo>
                <a:cubicBezTo>
                  <a:pt x="1566644" y="288818"/>
                  <a:pt x="1580238" y="302412"/>
                  <a:pt x="1580238" y="319181"/>
                </a:cubicBezTo>
                <a:cubicBezTo>
                  <a:pt x="1580238" y="335950"/>
                  <a:pt x="1566644" y="349545"/>
                  <a:pt x="1549874" y="349545"/>
                </a:cubicBezTo>
                <a:cubicBezTo>
                  <a:pt x="1533105" y="349545"/>
                  <a:pt x="1519511" y="335950"/>
                  <a:pt x="1519511" y="319181"/>
                </a:cubicBezTo>
                <a:cubicBezTo>
                  <a:pt x="1519511" y="302412"/>
                  <a:pt x="1533105" y="288818"/>
                  <a:pt x="1549874" y="288818"/>
                </a:cubicBezTo>
                <a:close/>
                <a:moveTo>
                  <a:pt x="1477320" y="288818"/>
                </a:moveTo>
                <a:cubicBezTo>
                  <a:pt x="1494089" y="288818"/>
                  <a:pt x="1507683" y="302412"/>
                  <a:pt x="1507683" y="319181"/>
                </a:cubicBezTo>
                <a:cubicBezTo>
                  <a:pt x="1507683" y="335950"/>
                  <a:pt x="1494089" y="349545"/>
                  <a:pt x="1477320" y="349545"/>
                </a:cubicBezTo>
                <a:cubicBezTo>
                  <a:pt x="1460550" y="349545"/>
                  <a:pt x="1446956" y="335950"/>
                  <a:pt x="1446956" y="319181"/>
                </a:cubicBezTo>
                <a:cubicBezTo>
                  <a:pt x="1446956" y="302412"/>
                  <a:pt x="1460550" y="288818"/>
                  <a:pt x="1477320" y="288818"/>
                </a:cubicBezTo>
                <a:close/>
                <a:moveTo>
                  <a:pt x="1404765" y="288818"/>
                </a:moveTo>
                <a:cubicBezTo>
                  <a:pt x="1421535" y="288818"/>
                  <a:pt x="1435129" y="302412"/>
                  <a:pt x="1435129" y="319181"/>
                </a:cubicBezTo>
                <a:cubicBezTo>
                  <a:pt x="1435129" y="335950"/>
                  <a:pt x="1421535" y="349545"/>
                  <a:pt x="1404765" y="349545"/>
                </a:cubicBezTo>
                <a:cubicBezTo>
                  <a:pt x="1387996" y="349545"/>
                  <a:pt x="1374402" y="335950"/>
                  <a:pt x="1374402" y="319181"/>
                </a:cubicBezTo>
                <a:cubicBezTo>
                  <a:pt x="1374402" y="302412"/>
                  <a:pt x="1387996" y="288818"/>
                  <a:pt x="1404765" y="288818"/>
                </a:cubicBezTo>
                <a:close/>
                <a:moveTo>
                  <a:pt x="1332211" y="288818"/>
                </a:moveTo>
                <a:cubicBezTo>
                  <a:pt x="1348980" y="288818"/>
                  <a:pt x="1362574" y="302412"/>
                  <a:pt x="1362574" y="319181"/>
                </a:cubicBezTo>
                <a:cubicBezTo>
                  <a:pt x="1362574" y="335950"/>
                  <a:pt x="1348980" y="349545"/>
                  <a:pt x="1332211" y="349545"/>
                </a:cubicBezTo>
                <a:cubicBezTo>
                  <a:pt x="1315441" y="349545"/>
                  <a:pt x="1301847" y="335950"/>
                  <a:pt x="1301847" y="319181"/>
                </a:cubicBezTo>
                <a:cubicBezTo>
                  <a:pt x="1301847" y="302412"/>
                  <a:pt x="1315441" y="288818"/>
                  <a:pt x="1332211" y="288818"/>
                </a:cubicBezTo>
                <a:close/>
                <a:moveTo>
                  <a:pt x="1259656" y="288818"/>
                </a:moveTo>
                <a:cubicBezTo>
                  <a:pt x="1276426" y="288818"/>
                  <a:pt x="1290020" y="302412"/>
                  <a:pt x="1290020" y="319181"/>
                </a:cubicBezTo>
                <a:cubicBezTo>
                  <a:pt x="1290020" y="335950"/>
                  <a:pt x="1276426" y="349545"/>
                  <a:pt x="1259656" y="349545"/>
                </a:cubicBezTo>
                <a:cubicBezTo>
                  <a:pt x="1242887" y="349545"/>
                  <a:pt x="1229293" y="335950"/>
                  <a:pt x="1229293" y="319181"/>
                </a:cubicBezTo>
                <a:cubicBezTo>
                  <a:pt x="1229293" y="302412"/>
                  <a:pt x="1242887" y="288818"/>
                  <a:pt x="1259656" y="288818"/>
                </a:cubicBezTo>
                <a:close/>
                <a:moveTo>
                  <a:pt x="1187102" y="288818"/>
                </a:moveTo>
                <a:cubicBezTo>
                  <a:pt x="1203871" y="288818"/>
                  <a:pt x="1217465" y="302412"/>
                  <a:pt x="1217465" y="319181"/>
                </a:cubicBezTo>
                <a:cubicBezTo>
                  <a:pt x="1217465" y="335950"/>
                  <a:pt x="1203871" y="349545"/>
                  <a:pt x="1187102" y="349545"/>
                </a:cubicBezTo>
                <a:cubicBezTo>
                  <a:pt x="1170332" y="349545"/>
                  <a:pt x="1156738" y="335950"/>
                  <a:pt x="1156738" y="319181"/>
                </a:cubicBezTo>
                <a:cubicBezTo>
                  <a:pt x="1156738" y="302412"/>
                  <a:pt x="1170332" y="288818"/>
                  <a:pt x="1187102" y="288818"/>
                </a:cubicBezTo>
                <a:close/>
                <a:moveTo>
                  <a:pt x="1114547" y="288818"/>
                </a:moveTo>
                <a:cubicBezTo>
                  <a:pt x="1131317" y="288818"/>
                  <a:pt x="1144911" y="302412"/>
                  <a:pt x="1144911" y="319181"/>
                </a:cubicBezTo>
                <a:cubicBezTo>
                  <a:pt x="1144911" y="335950"/>
                  <a:pt x="1131317" y="349545"/>
                  <a:pt x="1114547" y="349545"/>
                </a:cubicBezTo>
                <a:cubicBezTo>
                  <a:pt x="1097778" y="349545"/>
                  <a:pt x="1084184" y="335950"/>
                  <a:pt x="1084184" y="319181"/>
                </a:cubicBezTo>
                <a:cubicBezTo>
                  <a:pt x="1084184" y="302412"/>
                  <a:pt x="1097778" y="288818"/>
                  <a:pt x="1114547" y="288818"/>
                </a:cubicBezTo>
                <a:close/>
                <a:moveTo>
                  <a:pt x="1041993" y="288818"/>
                </a:moveTo>
                <a:cubicBezTo>
                  <a:pt x="1058762" y="288818"/>
                  <a:pt x="1072356" y="302412"/>
                  <a:pt x="1072356" y="319181"/>
                </a:cubicBezTo>
                <a:cubicBezTo>
                  <a:pt x="1072356" y="335950"/>
                  <a:pt x="1058762" y="349545"/>
                  <a:pt x="1041993" y="349545"/>
                </a:cubicBezTo>
                <a:cubicBezTo>
                  <a:pt x="1025223" y="349545"/>
                  <a:pt x="1011629" y="335950"/>
                  <a:pt x="1011629" y="319181"/>
                </a:cubicBezTo>
                <a:cubicBezTo>
                  <a:pt x="1011629" y="302412"/>
                  <a:pt x="1025223" y="288818"/>
                  <a:pt x="1041993" y="288818"/>
                </a:cubicBezTo>
                <a:close/>
                <a:moveTo>
                  <a:pt x="969438" y="288818"/>
                </a:moveTo>
                <a:cubicBezTo>
                  <a:pt x="986208" y="288818"/>
                  <a:pt x="999801" y="302412"/>
                  <a:pt x="999801" y="319181"/>
                </a:cubicBezTo>
                <a:cubicBezTo>
                  <a:pt x="999801" y="335950"/>
                  <a:pt x="986208" y="349545"/>
                  <a:pt x="969438" y="349545"/>
                </a:cubicBezTo>
                <a:cubicBezTo>
                  <a:pt x="952669" y="349545"/>
                  <a:pt x="939075" y="335950"/>
                  <a:pt x="939075" y="319181"/>
                </a:cubicBezTo>
                <a:cubicBezTo>
                  <a:pt x="939075" y="302412"/>
                  <a:pt x="952669" y="288818"/>
                  <a:pt x="969438" y="288818"/>
                </a:cubicBezTo>
                <a:close/>
                <a:moveTo>
                  <a:pt x="896883" y="288818"/>
                </a:moveTo>
                <a:cubicBezTo>
                  <a:pt x="913653" y="288818"/>
                  <a:pt x="927247" y="302412"/>
                  <a:pt x="927247" y="319181"/>
                </a:cubicBezTo>
                <a:cubicBezTo>
                  <a:pt x="927247" y="335950"/>
                  <a:pt x="913653" y="349545"/>
                  <a:pt x="896883" y="349545"/>
                </a:cubicBezTo>
                <a:cubicBezTo>
                  <a:pt x="880114" y="349545"/>
                  <a:pt x="866520" y="335950"/>
                  <a:pt x="866520" y="319181"/>
                </a:cubicBezTo>
                <a:cubicBezTo>
                  <a:pt x="866520" y="302412"/>
                  <a:pt x="880114" y="288818"/>
                  <a:pt x="896883" y="288818"/>
                </a:cubicBezTo>
                <a:close/>
                <a:moveTo>
                  <a:pt x="824329" y="288818"/>
                </a:moveTo>
                <a:cubicBezTo>
                  <a:pt x="841098" y="288818"/>
                  <a:pt x="854692" y="302412"/>
                  <a:pt x="854692" y="319181"/>
                </a:cubicBezTo>
                <a:cubicBezTo>
                  <a:pt x="854692" y="335950"/>
                  <a:pt x="841098" y="349545"/>
                  <a:pt x="824329" y="349545"/>
                </a:cubicBezTo>
                <a:cubicBezTo>
                  <a:pt x="807559" y="349545"/>
                  <a:pt x="793965" y="335950"/>
                  <a:pt x="793965" y="319181"/>
                </a:cubicBezTo>
                <a:cubicBezTo>
                  <a:pt x="793965" y="302412"/>
                  <a:pt x="807559" y="288818"/>
                  <a:pt x="824329" y="288818"/>
                </a:cubicBezTo>
                <a:close/>
                <a:moveTo>
                  <a:pt x="751774" y="288818"/>
                </a:moveTo>
                <a:cubicBezTo>
                  <a:pt x="768544" y="288818"/>
                  <a:pt x="782138" y="302412"/>
                  <a:pt x="782138" y="319181"/>
                </a:cubicBezTo>
                <a:cubicBezTo>
                  <a:pt x="782138" y="335950"/>
                  <a:pt x="768544" y="349545"/>
                  <a:pt x="751774" y="349545"/>
                </a:cubicBezTo>
                <a:cubicBezTo>
                  <a:pt x="735005" y="349545"/>
                  <a:pt x="721411" y="335950"/>
                  <a:pt x="721411" y="319181"/>
                </a:cubicBezTo>
                <a:cubicBezTo>
                  <a:pt x="721411" y="302412"/>
                  <a:pt x="735005" y="288818"/>
                  <a:pt x="751774" y="288818"/>
                </a:cubicBezTo>
                <a:close/>
                <a:moveTo>
                  <a:pt x="679220" y="288818"/>
                </a:moveTo>
                <a:cubicBezTo>
                  <a:pt x="695989" y="288818"/>
                  <a:pt x="709583" y="302412"/>
                  <a:pt x="709583" y="319181"/>
                </a:cubicBezTo>
                <a:cubicBezTo>
                  <a:pt x="709583" y="335950"/>
                  <a:pt x="695989" y="349545"/>
                  <a:pt x="679220" y="349545"/>
                </a:cubicBezTo>
                <a:cubicBezTo>
                  <a:pt x="662450" y="349545"/>
                  <a:pt x="648856" y="335950"/>
                  <a:pt x="648856" y="319181"/>
                </a:cubicBezTo>
                <a:cubicBezTo>
                  <a:pt x="648856" y="302412"/>
                  <a:pt x="662450" y="288818"/>
                  <a:pt x="679220" y="288818"/>
                </a:cubicBezTo>
                <a:close/>
                <a:moveTo>
                  <a:pt x="606665" y="288818"/>
                </a:moveTo>
                <a:cubicBezTo>
                  <a:pt x="623435" y="288818"/>
                  <a:pt x="637029" y="302412"/>
                  <a:pt x="637029" y="319181"/>
                </a:cubicBezTo>
                <a:cubicBezTo>
                  <a:pt x="637029" y="335950"/>
                  <a:pt x="623435" y="349545"/>
                  <a:pt x="606665" y="349545"/>
                </a:cubicBezTo>
                <a:cubicBezTo>
                  <a:pt x="589896" y="349545"/>
                  <a:pt x="576302" y="335950"/>
                  <a:pt x="576302" y="319181"/>
                </a:cubicBezTo>
                <a:cubicBezTo>
                  <a:pt x="576302" y="302412"/>
                  <a:pt x="589896" y="288818"/>
                  <a:pt x="606665" y="288818"/>
                </a:cubicBezTo>
                <a:close/>
                <a:moveTo>
                  <a:pt x="534111" y="288818"/>
                </a:moveTo>
                <a:cubicBezTo>
                  <a:pt x="550880" y="288818"/>
                  <a:pt x="564474" y="302412"/>
                  <a:pt x="564474" y="319181"/>
                </a:cubicBezTo>
                <a:cubicBezTo>
                  <a:pt x="564474" y="335950"/>
                  <a:pt x="550880" y="349545"/>
                  <a:pt x="534111" y="349545"/>
                </a:cubicBezTo>
                <a:cubicBezTo>
                  <a:pt x="517341" y="349545"/>
                  <a:pt x="503747" y="335950"/>
                  <a:pt x="503747" y="319181"/>
                </a:cubicBezTo>
                <a:cubicBezTo>
                  <a:pt x="503747" y="302412"/>
                  <a:pt x="517341" y="288818"/>
                  <a:pt x="534111" y="288818"/>
                </a:cubicBezTo>
                <a:close/>
                <a:moveTo>
                  <a:pt x="461556" y="288818"/>
                </a:moveTo>
                <a:cubicBezTo>
                  <a:pt x="478326" y="288818"/>
                  <a:pt x="491920" y="302412"/>
                  <a:pt x="491920" y="319181"/>
                </a:cubicBezTo>
                <a:cubicBezTo>
                  <a:pt x="491920" y="335950"/>
                  <a:pt x="478326" y="349545"/>
                  <a:pt x="461556" y="349545"/>
                </a:cubicBezTo>
                <a:cubicBezTo>
                  <a:pt x="444787" y="349545"/>
                  <a:pt x="431192" y="335950"/>
                  <a:pt x="431192" y="319181"/>
                </a:cubicBezTo>
                <a:cubicBezTo>
                  <a:pt x="431192" y="302412"/>
                  <a:pt x="444787" y="288818"/>
                  <a:pt x="461556" y="288818"/>
                </a:cubicBezTo>
                <a:close/>
                <a:moveTo>
                  <a:pt x="389002" y="288818"/>
                </a:moveTo>
                <a:cubicBezTo>
                  <a:pt x="405771" y="288818"/>
                  <a:pt x="419365" y="302412"/>
                  <a:pt x="419365" y="319181"/>
                </a:cubicBezTo>
                <a:cubicBezTo>
                  <a:pt x="419365" y="335950"/>
                  <a:pt x="405771" y="349545"/>
                  <a:pt x="389002" y="349545"/>
                </a:cubicBezTo>
                <a:cubicBezTo>
                  <a:pt x="372232" y="349545"/>
                  <a:pt x="358638" y="335950"/>
                  <a:pt x="358638" y="319181"/>
                </a:cubicBezTo>
                <a:cubicBezTo>
                  <a:pt x="358638" y="302412"/>
                  <a:pt x="372232" y="288818"/>
                  <a:pt x="389002" y="288818"/>
                </a:cubicBezTo>
                <a:close/>
                <a:moveTo>
                  <a:pt x="316447" y="288818"/>
                </a:moveTo>
                <a:cubicBezTo>
                  <a:pt x="333216" y="288818"/>
                  <a:pt x="346810" y="302412"/>
                  <a:pt x="346810" y="319181"/>
                </a:cubicBezTo>
                <a:cubicBezTo>
                  <a:pt x="346810" y="335950"/>
                  <a:pt x="333216" y="349545"/>
                  <a:pt x="316447" y="349545"/>
                </a:cubicBezTo>
                <a:cubicBezTo>
                  <a:pt x="299677" y="349545"/>
                  <a:pt x="286084" y="335950"/>
                  <a:pt x="286084" y="319181"/>
                </a:cubicBezTo>
                <a:cubicBezTo>
                  <a:pt x="286084" y="302412"/>
                  <a:pt x="299677" y="288818"/>
                  <a:pt x="316447" y="288818"/>
                </a:cubicBezTo>
                <a:close/>
                <a:moveTo>
                  <a:pt x="243892" y="288818"/>
                </a:moveTo>
                <a:cubicBezTo>
                  <a:pt x="260662" y="288818"/>
                  <a:pt x="274256" y="302412"/>
                  <a:pt x="274256" y="319181"/>
                </a:cubicBezTo>
                <a:cubicBezTo>
                  <a:pt x="274256" y="335950"/>
                  <a:pt x="260662" y="349545"/>
                  <a:pt x="243892" y="349545"/>
                </a:cubicBezTo>
                <a:cubicBezTo>
                  <a:pt x="227123" y="349545"/>
                  <a:pt x="213529" y="335950"/>
                  <a:pt x="213529" y="319181"/>
                </a:cubicBezTo>
                <a:cubicBezTo>
                  <a:pt x="213529" y="302412"/>
                  <a:pt x="227123" y="288818"/>
                  <a:pt x="243892" y="288818"/>
                </a:cubicBezTo>
                <a:close/>
                <a:moveTo>
                  <a:pt x="171339" y="288818"/>
                </a:moveTo>
                <a:cubicBezTo>
                  <a:pt x="188107" y="288818"/>
                  <a:pt x="201701" y="302412"/>
                  <a:pt x="201701" y="319181"/>
                </a:cubicBezTo>
                <a:cubicBezTo>
                  <a:pt x="201701" y="335950"/>
                  <a:pt x="188107" y="349545"/>
                  <a:pt x="171339" y="349545"/>
                </a:cubicBezTo>
                <a:cubicBezTo>
                  <a:pt x="154691" y="349545"/>
                  <a:pt x="141096" y="335950"/>
                  <a:pt x="141096" y="319181"/>
                </a:cubicBezTo>
                <a:cubicBezTo>
                  <a:pt x="141096" y="302412"/>
                  <a:pt x="154691" y="288818"/>
                  <a:pt x="171339" y="288818"/>
                </a:cubicBezTo>
                <a:close/>
                <a:moveTo>
                  <a:pt x="98923" y="288818"/>
                </a:moveTo>
                <a:cubicBezTo>
                  <a:pt x="115682" y="288818"/>
                  <a:pt x="129276" y="302412"/>
                  <a:pt x="129276" y="319181"/>
                </a:cubicBezTo>
                <a:cubicBezTo>
                  <a:pt x="129276" y="335950"/>
                  <a:pt x="115682" y="349545"/>
                  <a:pt x="98923" y="349545"/>
                </a:cubicBezTo>
                <a:cubicBezTo>
                  <a:pt x="82149" y="349545"/>
                  <a:pt x="68554" y="335950"/>
                  <a:pt x="68554" y="319181"/>
                </a:cubicBezTo>
                <a:cubicBezTo>
                  <a:pt x="68554" y="302412"/>
                  <a:pt x="82149" y="288818"/>
                  <a:pt x="98923" y="288818"/>
                </a:cubicBezTo>
                <a:close/>
                <a:moveTo>
                  <a:pt x="26368" y="288818"/>
                </a:moveTo>
                <a:cubicBezTo>
                  <a:pt x="43131" y="288818"/>
                  <a:pt x="56725" y="302412"/>
                  <a:pt x="56725" y="319181"/>
                </a:cubicBezTo>
                <a:cubicBezTo>
                  <a:pt x="56725" y="335950"/>
                  <a:pt x="43131" y="349545"/>
                  <a:pt x="26368" y="349545"/>
                </a:cubicBezTo>
                <a:cubicBezTo>
                  <a:pt x="17983" y="349545"/>
                  <a:pt x="10391" y="346146"/>
                  <a:pt x="4896" y="340651"/>
                </a:cubicBezTo>
                <a:lnTo>
                  <a:pt x="0" y="328831"/>
                </a:lnTo>
                <a:lnTo>
                  <a:pt x="0" y="309532"/>
                </a:lnTo>
                <a:lnTo>
                  <a:pt x="4896" y="297711"/>
                </a:lnTo>
                <a:cubicBezTo>
                  <a:pt x="10391" y="292217"/>
                  <a:pt x="17983" y="288818"/>
                  <a:pt x="26368" y="288818"/>
                </a:cubicBezTo>
                <a:close/>
                <a:moveTo>
                  <a:pt x="1622429" y="208366"/>
                </a:moveTo>
                <a:cubicBezTo>
                  <a:pt x="1639199" y="208366"/>
                  <a:pt x="1652792" y="221960"/>
                  <a:pt x="1652792" y="238729"/>
                </a:cubicBezTo>
                <a:cubicBezTo>
                  <a:pt x="1652792" y="255499"/>
                  <a:pt x="1639199" y="269093"/>
                  <a:pt x="1622429" y="269093"/>
                </a:cubicBezTo>
                <a:cubicBezTo>
                  <a:pt x="1605659" y="269093"/>
                  <a:pt x="1592066" y="255499"/>
                  <a:pt x="1592066" y="238729"/>
                </a:cubicBezTo>
                <a:cubicBezTo>
                  <a:pt x="1592066" y="221960"/>
                  <a:pt x="1605659" y="208366"/>
                  <a:pt x="1622429" y="208366"/>
                </a:cubicBezTo>
                <a:close/>
                <a:moveTo>
                  <a:pt x="1549874" y="208366"/>
                </a:moveTo>
                <a:cubicBezTo>
                  <a:pt x="1566644" y="208366"/>
                  <a:pt x="1580238" y="221960"/>
                  <a:pt x="1580238" y="238729"/>
                </a:cubicBezTo>
                <a:cubicBezTo>
                  <a:pt x="1580238" y="255499"/>
                  <a:pt x="1566644" y="269093"/>
                  <a:pt x="1549874" y="269093"/>
                </a:cubicBezTo>
                <a:cubicBezTo>
                  <a:pt x="1533105" y="269093"/>
                  <a:pt x="1519511" y="255499"/>
                  <a:pt x="1519511" y="238729"/>
                </a:cubicBezTo>
                <a:cubicBezTo>
                  <a:pt x="1519511" y="221960"/>
                  <a:pt x="1533105" y="208366"/>
                  <a:pt x="1549874" y="208366"/>
                </a:cubicBezTo>
                <a:close/>
                <a:moveTo>
                  <a:pt x="1477320" y="208366"/>
                </a:moveTo>
                <a:cubicBezTo>
                  <a:pt x="1494089" y="208366"/>
                  <a:pt x="1507683" y="221960"/>
                  <a:pt x="1507683" y="238729"/>
                </a:cubicBezTo>
                <a:cubicBezTo>
                  <a:pt x="1507683" y="255499"/>
                  <a:pt x="1494089" y="269093"/>
                  <a:pt x="1477320" y="269093"/>
                </a:cubicBezTo>
                <a:cubicBezTo>
                  <a:pt x="1460550" y="269093"/>
                  <a:pt x="1446956" y="255499"/>
                  <a:pt x="1446956" y="238729"/>
                </a:cubicBezTo>
                <a:cubicBezTo>
                  <a:pt x="1446956" y="221960"/>
                  <a:pt x="1460550" y="208366"/>
                  <a:pt x="1477320" y="208366"/>
                </a:cubicBezTo>
                <a:close/>
                <a:moveTo>
                  <a:pt x="1404765" y="208366"/>
                </a:moveTo>
                <a:cubicBezTo>
                  <a:pt x="1421535" y="208366"/>
                  <a:pt x="1435129" y="221960"/>
                  <a:pt x="1435129" y="238729"/>
                </a:cubicBezTo>
                <a:cubicBezTo>
                  <a:pt x="1435129" y="255499"/>
                  <a:pt x="1421535" y="269093"/>
                  <a:pt x="1404765" y="269093"/>
                </a:cubicBezTo>
                <a:cubicBezTo>
                  <a:pt x="1387996" y="269093"/>
                  <a:pt x="1374402" y="255499"/>
                  <a:pt x="1374402" y="238729"/>
                </a:cubicBezTo>
                <a:cubicBezTo>
                  <a:pt x="1374402" y="221960"/>
                  <a:pt x="1387996" y="208366"/>
                  <a:pt x="1404765" y="208366"/>
                </a:cubicBezTo>
                <a:close/>
                <a:moveTo>
                  <a:pt x="1332211" y="208366"/>
                </a:moveTo>
                <a:cubicBezTo>
                  <a:pt x="1348980" y="208366"/>
                  <a:pt x="1362574" y="221960"/>
                  <a:pt x="1362574" y="238729"/>
                </a:cubicBezTo>
                <a:cubicBezTo>
                  <a:pt x="1362574" y="255499"/>
                  <a:pt x="1348980" y="269093"/>
                  <a:pt x="1332211" y="269093"/>
                </a:cubicBezTo>
                <a:cubicBezTo>
                  <a:pt x="1315441" y="269093"/>
                  <a:pt x="1301847" y="255499"/>
                  <a:pt x="1301847" y="238729"/>
                </a:cubicBezTo>
                <a:cubicBezTo>
                  <a:pt x="1301847" y="221960"/>
                  <a:pt x="1315441" y="208366"/>
                  <a:pt x="1332211" y="208366"/>
                </a:cubicBezTo>
                <a:close/>
                <a:moveTo>
                  <a:pt x="1259656" y="208366"/>
                </a:moveTo>
                <a:cubicBezTo>
                  <a:pt x="1276426" y="208366"/>
                  <a:pt x="1290020" y="221960"/>
                  <a:pt x="1290020" y="238729"/>
                </a:cubicBezTo>
                <a:cubicBezTo>
                  <a:pt x="1290020" y="255499"/>
                  <a:pt x="1276426" y="269093"/>
                  <a:pt x="1259656" y="269093"/>
                </a:cubicBezTo>
                <a:cubicBezTo>
                  <a:pt x="1242887" y="269093"/>
                  <a:pt x="1229293" y="255499"/>
                  <a:pt x="1229293" y="238729"/>
                </a:cubicBezTo>
                <a:cubicBezTo>
                  <a:pt x="1229293" y="221960"/>
                  <a:pt x="1242887" y="208366"/>
                  <a:pt x="1259656" y="208366"/>
                </a:cubicBezTo>
                <a:close/>
                <a:moveTo>
                  <a:pt x="1187102" y="208366"/>
                </a:moveTo>
                <a:cubicBezTo>
                  <a:pt x="1203871" y="208366"/>
                  <a:pt x="1217465" y="221960"/>
                  <a:pt x="1217465" y="238729"/>
                </a:cubicBezTo>
                <a:cubicBezTo>
                  <a:pt x="1217465" y="255499"/>
                  <a:pt x="1203871" y="269093"/>
                  <a:pt x="1187102" y="269093"/>
                </a:cubicBezTo>
                <a:cubicBezTo>
                  <a:pt x="1170332" y="269093"/>
                  <a:pt x="1156738" y="255499"/>
                  <a:pt x="1156738" y="238729"/>
                </a:cubicBezTo>
                <a:cubicBezTo>
                  <a:pt x="1156738" y="221960"/>
                  <a:pt x="1170332" y="208366"/>
                  <a:pt x="1187102" y="208366"/>
                </a:cubicBezTo>
                <a:close/>
                <a:moveTo>
                  <a:pt x="1114547" y="208366"/>
                </a:moveTo>
                <a:cubicBezTo>
                  <a:pt x="1131317" y="208366"/>
                  <a:pt x="1144911" y="221960"/>
                  <a:pt x="1144911" y="238729"/>
                </a:cubicBezTo>
                <a:cubicBezTo>
                  <a:pt x="1144911" y="255499"/>
                  <a:pt x="1131317" y="269093"/>
                  <a:pt x="1114547" y="269093"/>
                </a:cubicBezTo>
                <a:cubicBezTo>
                  <a:pt x="1097778" y="269093"/>
                  <a:pt x="1084184" y="255499"/>
                  <a:pt x="1084184" y="238729"/>
                </a:cubicBezTo>
                <a:cubicBezTo>
                  <a:pt x="1084184" y="221960"/>
                  <a:pt x="1097778" y="208366"/>
                  <a:pt x="1114547" y="208366"/>
                </a:cubicBezTo>
                <a:close/>
                <a:moveTo>
                  <a:pt x="1041993" y="208366"/>
                </a:moveTo>
                <a:cubicBezTo>
                  <a:pt x="1058762" y="208366"/>
                  <a:pt x="1072356" y="221960"/>
                  <a:pt x="1072356" y="238729"/>
                </a:cubicBezTo>
                <a:cubicBezTo>
                  <a:pt x="1072356" y="255499"/>
                  <a:pt x="1058762" y="269093"/>
                  <a:pt x="1041993" y="269093"/>
                </a:cubicBezTo>
                <a:cubicBezTo>
                  <a:pt x="1025223" y="269093"/>
                  <a:pt x="1011629" y="255499"/>
                  <a:pt x="1011629" y="238729"/>
                </a:cubicBezTo>
                <a:cubicBezTo>
                  <a:pt x="1011629" y="221960"/>
                  <a:pt x="1025223" y="208366"/>
                  <a:pt x="1041993" y="208366"/>
                </a:cubicBezTo>
                <a:close/>
                <a:moveTo>
                  <a:pt x="969438" y="208366"/>
                </a:moveTo>
                <a:cubicBezTo>
                  <a:pt x="986208" y="208366"/>
                  <a:pt x="999801" y="221960"/>
                  <a:pt x="999801" y="238729"/>
                </a:cubicBezTo>
                <a:cubicBezTo>
                  <a:pt x="999801" y="255499"/>
                  <a:pt x="986208" y="269093"/>
                  <a:pt x="969438" y="269093"/>
                </a:cubicBezTo>
                <a:cubicBezTo>
                  <a:pt x="952669" y="269093"/>
                  <a:pt x="939075" y="255499"/>
                  <a:pt x="939075" y="238729"/>
                </a:cubicBezTo>
                <a:cubicBezTo>
                  <a:pt x="939075" y="221960"/>
                  <a:pt x="952669" y="208366"/>
                  <a:pt x="969438" y="208366"/>
                </a:cubicBezTo>
                <a:close/>
                <a:moveTo>
                  <a:pt x="896883" y="208366"/>
                </a:moveTo>
                <a:cubicBezTo>
                  <a:pt x="913653" y="208366"/>
                  <a:pt x="927247" y="221960"/>
                  <a:pt x="927247" y="238729"/>
                </a:cubicBezTo>
                <a:cubicBezTo>
                  <a:pt x="927247" y="255499"/>
                  <a:pt x="913653" y="269093"/>
                  <a:pt x="896883" y="269093"/>
                </a:cubicBezTo>
                <a:cubicBezTo>
                  <a:pt x="880114" y="269093"/>
                  <a:pt x="866520" y="255499"/>
                  <a:pt x="866520" y="238729"/>
                </a:cubicBezTo>
                <a:cubicBezTo>
                  <a:pt x="866520" y="221960"/>
                  <a:pt x="880114" y="208366"/>
                  <a:pt x="896883" y="208366"/>
                </a:cubicBezTo>
                <a:close/>
                <a:moveTo>
                  <a:pt x="824329" y="208366"/>
                </a:moveTo>
                <a:cubicBezTo>
                  <a:pt x="841098" y="208366"/>
                  <a:pt x="854692" y="221960"/>
                  <a:pt x="854692" y="238729"/>
                </a:cubicBezTo>
                <a:cubicBezTo>
                  <a:pt x="854692" y="255499"/>
                  <a:pt x="841098" y="269093"/>
                  <a:pt x="824329" y="269093"/>
                </a:cubicBezTo>
                <a:cubicBezTo>
                  <a:pt x="807559" y="269093"/>
                  <a:pt x="793965" y="255499"/>
                  <a:pt x="793965" y="238729"/>
                </a:cubicBezTo>
                <a:cubicBezTo>
                  <a:pt x="793965" y="221960"/>
                  <a:pt x="807559" y="208366"/>
                  <a:pt x="824329" y="208366"/>
                </a:cubicBezTo>
                <a:close/>
                <a:moveTo>
                  <a:pt x="751774" y="208366"/>
                </a:moveTo>
                <a:cubicBezTo>
                  <a:pt x="768544" y="208366"/>
                  <a:pt x="782138" y="221960"/>
                  <a:pt x="782138" y="238729"/>
                </a:cubicBezTo>
                <a:cubicBezTo>
                  <a:pt x="782138" y="255499"/>
                  <a:pt x="768544" y="269093"/>
                  <a:pt x="751774" y="269093"/>
                </a:cubicBezTo>
                <a:cubicBezTo>
                  <a:pt x="735005" y="269093"/>
                  <a:pt x="721411" y="255499"/>
                  <a:pt x="721411" y="238729"/>
                </a:cubicBezTo>
                <a:cubicBezTo>
                  <a:pt x="721411" y="221960"/>
                  <a:pt x="735005" y="208366"/>
                  <a:pt x="751774" y="208366"/>
                </a:cubicBezTo>
                <a:close/>
                <a:moveTo>
                  <a:pt x="679220" y="208366"/>
                </a:moveTo>
                <a:cubicBezTo>
                  <a:pt x="695989" y="208366"/>
                  <a:pt x="709583" y="221960"/>
                  <a:pt x="709583" y="238729"/>
                </a:cubicBezTo>
                <a:cubicBezTo>
                  <a:pt x="709583" y="255499"/>
                  <a:pt x="695989" y="269093"/>
                  <a:pt x="679220" y="269093"/>
                </a:cubicBezTo>
                <a:cubicBezTo>
                  <a:pt x="662450" y="269093"/>
                  <a:pt x="648856" y="255499"/>
                  <a:pt x="648856" y="238729"/>
                </a:cubicBezTo>
                <a:cubicBezTo>
                  <a:pt x="648856" y="221960"/>
                  <a:pt x="662450" y="208366"/>
                  <a:pt x="679220" y="208366"/>
                </a:cubicBezTo>
                <a:close/>
                <a:moveTo>
                  <a:pt x="606665" y="208366"/>
                </a:moveTo>
                <a:cubicBezTo>
                  <a:pt x="623435" y="208366"/>
                  <a:pt x="637029" y="221960"/>
                  <a:pt x="637029" y="238729"/>
                </a:cubicBezTo>
                <a:cubicBezTo>
                  <a:pt x="637029" y="255499"/>
                  <a:pt x="623435" y="269093"/>
                  <a:pt x="606665" y="269093"/>
                </a:cubicBezTo>
                <a:cubicBezTo>
                  <a:pt x="589896" y="269093"/>
                  <a:pt x="576302" y="255499"/>
                  <a:pt x="576302" y="238729"/>
                </a:cubicBezTo>
                <a:cubicBezTo>
                  <a:pt x="576302" y="221960"/>
                  <a:pt x="589896" y="208366"/>
                  <a:pt x="606665" y="208366"/>
                </a:cubicBezTo>
                <a:close/>
                <a:moveTo>
                  <a:pt x="534111" y="208366"/>
                </a:moveTo>
                <a:cubicBezTo>
                  <a:pt x="550880" y="208366"/>
                  <a:pt x="564474" y="221960"/>
                  <a:pt x="564474" y="238729"/>
                </a:cubicBezTo>
                <a:cubicBezTo>
                  <a:pt x="564474" y="255499"/>
                  <a:pt x="550880" y="269093"/>
                  <a:pt x="534111" y="269093"/>
                </a:cubicBezTo>
                <a:cubicBezTo>
                  <a:pt x="517341" y="269093"/>
                  <a:pt x="503747" y="255499"/>
                  <a:pt x="503747" y="238729"/>
                </a:cubicBezTo>
                <a:cubicBezTo>
                  <a:pt x="503747" y="221960"/>
                  <a:pt x="517341" y="208366"/>
                  <a:pt x="534111" y="208366"/>
                </a:cubicBezTo>
                <a:close/>
                <a:moveTo>
                  <a:pt x="461556" y="208366"/>
                </a:moveTo>
                <a:cubicBezTo>
                  <a:pt x="478326" y="208366"/>
                  <a:pt x="491920" y="221960"/>
                  <a:pt x="491920" y="238729"/>
                </a:cubicBezTo>
                <a:cubicBezTo>
                  <a:pt x="491920" y="255499"/>
                  <a:pt x="478326" y="269093"/>
                  <a:pt x="461556" y="269093"/>
                </a:cubicBezTo>
                <a:cubicBezTo>
                  <a:pt x="444787" y="269093"/>
                  <a:pt x="431192" y="255499"/>
                  <a:pt x="431192" y="238729"/>
                </a:cubicBezTo>
                <a:cubicBezTo>
                  <a:pt x="431192" y="221960"/>
                  <a:pt x="444787" y="208366"/>
                  <a:pt x="461556" y="208366"/>
                </a:cubicBezTo>
                <a:close/>
                <a:moveTo>
                  <a:pt x="389002" y="208366"/>
                </a:moveTo>
                <a:cubicBezTo>
                  <a:pt x="405771" y="208366"/>
                  <a:pt x="419365" y="221960"/>
                  <a:pt x="419365" y="238729"/>
                </a:cubicBezTo>
                <a:cubicBezTo>
                  <a:pt x="419365" y="255499"/>
                  <a:pt x="405771" y="269093"/>
                  <a:pt x="389002" y="269093"/>
                </a:cubicBezTo>
                <a:cubicBezTo>
                  <a:pt x="372232" y="269093"/>
                  <a:pt x="358638" y="255499"/>
                  <a:pt x="358638" y="238729"/>
                </a:cubicBezTo>
                <a:cubicBezTo>
                  <a:pt x="358638" y="221960"/>
                  <a:pt x="372232" y="208366"/>
                  <a:pt x="389002" y="208366"/>
                </a:cubicBezTo>
                <a:close/>
                <a:moveTo>
                  <a:pt x="316447" y="208366"/>
                </a:moveTo>
                <a:cubicBezTo>
                  <a:pt x="333216" y="208366"/>
                  <a:pt x="346810" y="221960"/>
                  <a:pt x="346810" y="238729"/>
                </a:cubicBezTo>
                <a:cubicBezTo>
                  <a:pt x="346810" y="255499"/>
                  <a:pt x="333216" y="269093"/>
                  <a:pt x="316447" y="269093"/>
                </a:cubicBezTo>
                <a:cubicBezTo>
                  <a:pt x="299677" y="269093"/>
                  <a:pt x="286084" y="255499"/>
                  <a:pt x="286084" y="238729"/>
                </a:cubicBezTo>
                <a:cubicBezTo>
                  <a:pt x="286084" y="221960"/>
                  <a:pt x="299677" y="208366"/>
                  <a:pt x="316447" y="208366"/>
                </a:cubicBezTo>
                <a:close/>
                <a:moveTo>
                  <a:pt x="243892" y="208366"/>
                </a:moveTo>
                <a:cubicBezTo>
                  <a:pt x="260662" y="208366"/>
                  <a:pt x="274256" y="221960"/>
                  <a:pt x="274256" y="238729"/>
                </a:cubicBezTo>
                <a:cubicBezTo>
                  <a:pt x="274256" y="255499"/>
                  <a:pt x="260662" y="269093"/>
                  <a:pt x="243892" y="269093"/>
                </a:cubicBezTo>
                <a:cubicBezTo>
                  <a:pt x="227123" y="269093"/>
                  <a:pt x="213529" y="255499"/>
                  <a:pt x="213529" y="238729"/>
                </a:cubicBezTo>
                <a:cubicBezTo>
                  <a:pt x="213529" y="221960"/>
                  <a:pt x="227123" y="208366"/>
                  <a:pt x="243892" y="208366"/>
                </a:cubicBezTo>
                <a:close/>
                <a:moveTo>
                  <a:pt x="171339" y="208366"/>
                </a:moveTo>
                <a:cubicBezTo>
                  <a:pt x="188107" y="208366"/>
                  <a:pt x="201701" y="221960"/>
                  <a:pt x="201701" y="238729"/>
                </a:cubicBezTo>
                <a:cubicBezTo>
                  <a:pt x="201701" y="255499"/>
                  <a:pt x="188107" y="269093"/>
                  <a:pt x="171339" y="269093"/>
                </a:cubicBezTo>
                <a:cubicBezTo>
                  <a:pt x="154697" y="269093"/>
                  <a:pt x="141102" y="255499"/>
                  <a:pt x="141102" y="238729"/>
                </a:cubicBezTo>
                <a:cubicBezTo>
                  <a:pt x="141102" y="221960"/>
                  <a:pt x="154697" y="208366"/>
                  <a:pt x="171339" y="208366"/>
                </a:cubicBezTo>
                <a:close/>
                <a:moveTo>
                  <a:pt x="98929" y="208366"/>
                </a:moveTo>
                <a:cubicBezTo>
                  <a:pt x="115688" y="208366"/>
                  <a:pt x="129282" y="221960"/>
                  <a:pt x="129282" y="238729"/>
                </a:cubicBezTo>
                <a:cubicBezTo>
                  <a:pt x="129282" y="255499"/>
                  <a:pt x="115688" y="269093"/>
                  <a:pt x="98929" y="269093"/>
                </a:cubicBezTo>
                <a:cubicBezTo>
                  <a:pt x="82155" y="269093"/>
                  <a:pt x="68561" y="255499"/>
                  <a:pt x="68561" y="238729"/>
                </a:cubicBezTo>
                <a:cubicBezTo>
                  <a:pt x="68561" y="221960"/>
                  <a:pt x="82155" y="208366"/>
                  <a:pt x="98929" y="208366"/>
                </a:cubicBezTo>
                <a:close/>
                <a:moveTo>
                  <a:pt x="26375" y="208366"/>
                </a:moveTo>
                <a:cubicBezTo>
                  <a:pt x="43137" y="208366"/>
                  <a:pt x="56732" y="221960"/>
                  <a:pt x="56732" y="238729"/>
                </a:cubicBezTo>
                <a:cubicBezTo>
                  <a:pt x="56732" y="255499"/>
                  <a:pt x="43137" y="269093"/>
                  <a:pt x="26375" y="269093"/>
                </a:cubicBezTo>
                <a:cubicBezTo>
                  <a:pt x="17989" y="269093"/>
                  <a:pt x="10398" y="265695"/>
                  <a:pt x="4903" y="260200"/>
                </a:cubicBezTo>
                <a:lnTo>
                  <a:pt x="0" y="248364"/>
                </a:lnTo>
                <a:lnTo>
                  <a:pt x="0" y="229094"/>
                </a:lnTo>
                <a:lnTo>
                  <a:pt x="4903" y="217259"/>
                </a:lnTo>
                <a:cubicBezTo>
                  <a:pt x="10398" y="211765"/>
                  <a:pt x="17989" y="208366"/>
                  <a:pt x="26375" y="208366"/>
                </a:cubicBezTo>
                <a:close/>
                <a:moveTo>
                  <a:pt x="1622429" y="127914"/>
                </a:moveTo>
                <a:cubicBezTo>
                  <a:pt x="1630814" y="127914"/>
                  <a:pt x="1638404" y="131313"/>
                  <a:pt x="1643899" y="136808"/>
                </a:cubicBezTo>
                <a:lnTo>
                  <a:pt x="1648931" y="148957"/>
                </a:lnTo>
                <a:lnTo>
                  <a:pt x="1651011" y="162579"/>
                </a:lnTo>
                <a:lnTo>
                  <a:pt x="1643899" y="179748"/>
                </a:lnTo>
                <a:cubicBezTo>
                  <a:pt x="1638404" y="185243"/>
                  <a:pt x="1630814" y="188641"/>
                  <a:pt x="1622429" y="188641"/>
                </a:cubicBezTo>
                <a:cubicBezTo>
                  <a:pt x="1605659" y="188641"/>
                  <a:pt x="1592066" y="175047"/>
                  <a:pt x="1592066" y="158278"/>
                </a:cubicBezTo>
                <a:cubicBezTo>
                  <a:pt x="1592066" y="141508"/>
                  <a:pt x="1605659" y="127914"/>
                  <a:pt x="1622429" y="127914"/>
                </a:cubicBezTo>
                <a:close/>
                <a:moveTo>
                  <a:pt x="1549874" y="127914"/>
                </a:moveTo>
                <a:cubicBezTo>
                  <a:pt x="1566644" y="127914"/>
                  <a:pt x="1580238" y="141508"/>
                  <a:pt x="1580238" y="158278"/>
                </a:cubicBezTo>
                <a:cubicBezTo>
                  <a:pt x="1580238" y="175047"/>
                  <a:pt x="1566644" y="188641"/>
                  <a:pt x="1549874" y="188641"/>
                </a:cubicBezTo>
                <a:cubicBezTo>
                  <a:pt x="1533105" y="188641"/>
                  <a:pt x="1519511" y="175047"/>
                  <a:pt x="1519511" y="158278"/>
                </a:cubicBezTo>
                <a:cubicBezTo>
                  <a:pt x="1519511" y="141508"/>
                  <a:pt x="1533105" y="127914"/>
                  <a:pt x="1549874" y="127914"/>
                </a:cubicBezTo>
                <a:close/>
                <a:moveTo>
                  <a:pt x="1477320" y="127914"/>
                </a:moveTo>
                <a:cubicBezTo>
                  <a:pt x="1494089" y="127914"/>
                  <a:pt x="1507683" y="141508"/>
                  <a:pt x="1507683" y="158278"/>
                </a:cubicBezTo>
                <a:cubicBezTo>
                  <a:pt x="1507683" y="175047"/>
                  <a:pt x="1494089" y="188641"/>
                  <a:pt x="1477320" y="188641"/>
                </a:cubicBezTo>
                <a:cubicBezTo>
                  <a:pt x="1460550" y="188641"/>
                  <a:pt x="1446956" y="175047"/>
                  <a:pt x="1446956" y="158278"/>
                </a:cubicBezTo>
                <a:cubicBezTo>
                  <a:pt x="1446956" y="141508"/>
                  <a:pt x="1460550" y="127914"/>
                  <a:pt x="1477320" y="127914"/>
                </a:cubicBezTo>
                <a:close/>
                <a:moveTo>
                  <a:pt x="1404765" y="127914"/>
                </a:moveTo>
                <a:cubicBezTo>
                  <a:pt x="1421535" y="127914"/>
                  <a:pt x="1435129" y="141508"/>
                  <a:pt x="1435129" y="158278"/>
                </a:cubicBezTo>
                <a:cubicBezTo>
                  <a:pt x="1435129" y="175047"/>
                  <a:pt x="1421535" y="188641"/>
                  <a:pt x="1404765" y="188641"/>
                </a:cubicBezTo>
                <a:cubicBezTo>
                  <a:pt x="1387996" y="188641"/>
                  <a:pt x="1374402" y="175047"/>
                  <a:pt x="1374402" y="158278"/>
                </a:cubicBezTo>
                <a:cubicBezTo>
                  <a:pt x="1374402" y="141508"/>
                  <a:pt x="1387996" y="127914"/>
                  <a:pt x="1404765" y="127914"/>
                </a:cubicBezTo>
                <a:close/>
                <a:moveTo>
                  <a:pt x="1332211" y="127914"/>
                </a:moveTo>
                <a:cubicBezTo>
                  <a:pt x="1348980" y="127914"/>
                  <a:pt x="1362574" y="141508"/>
                  <a:pt x="1362574" y="158278"/>
                </a:cubicBezTo>
                <a:cubicBezTo>
                  <a:pt x="1362574" y="175047"/>
                  <a:pt x="1348980" y="188641"/>
                  <a:pt x="1332211" y="188641"/>
                </a:cubicBezTo>
                <a:cubicBezTo>
                  <a:pt x="1315441" y="188641"/>
                  <a:pt x="1301847" y="175047"/>
                  <a:pt x="1301847" y="158278"/>
                </a:cubicBezTo>
                <a:cubicBezTo>
                  <a:pt x="1301847" y="141508"/>
                  <a:pt x="1315441" y="127914"/>
                  <a:pt x="1332211" y="127914"/>
                </a:cubicBezTo>
                <a:close/>
                <a:moveTo>
                  <a:pt x="1259656" y="127914"/>
                </a:moveTo>
                <a:cubicBezTo>
                  <a:pt x="1276426" y="127914"/>
                  <a:pt x="1290020" y="141508"/>
                  <a:pt x="1290020" y="158278"/>
                </a:cubicBezTo>
                <a:cubicBezTo>
                  <a:pt x="1290020" y="175047"/>
                  <a:pt x="1276426" y="188641"/>
                  <a:pt x="1259656" y="188641"/>
                </a:cubicBezTo>
                <a:cubicBezTo>
                  <a:pt x="1242887" y="188641"/>
                  <a:pt x="1229293" y="175047"/>
                  <a:pt x="1229293" y="158278"/>
                </a:cubicBezTo>
                <a:cubicBezTo>
                  <a:pt x="1229293" y="141508"/>
                  <a:pt x="1242887" y="127914"/>
                  <a:pt x="1259656" y="127914"/>
                </a:cubicBezTo>
                <a:close/>
                <a:moveTo>
                  <a:pt x="1187102" y="127914"/>
                </a:moveTo>
                <a:cubicBezTo>
                  <a:pt x="1203871" y="127914"/>
                  <a:pt x="1217465" y="141508"/>
                  <a:pt x="1217465" y="158278"/>
                </a:cubicBezTo>
                <a:cubicBezTo>
                  <a:pt x="1217465" y="175047"/>
                  <a:pt x="1203871" y="188641"/>
                  <a:pt x="1187102" y="188641"/>
                </a:cubicBezTo>
                <a:cubicBezTo>
                  <a:pt x="1170332" y="188641"/>
                  <a:pt x="1156738" y="175047"/>
                  <a:pt x="1156738" y="158278"/>
                </a:cubicBezTo>
                <a:cubicBezTo>
                  <a:pt x="1156738" y="141508"/>
                  <a:pt x="1170332" y="127914"/>
                  <a:pt x="1187102" y="127914"/>
                </a:cubicBezTo>
                <a:close/>
                <a:moveTo>
                  <a:pt x="1114547" y="127914"/>
                </a:moveTo>
                <a:cubicBezTo>
                  <a:pt x="1131317" y="127914"/>
                  <a:pt x="1144911" y="141508"/>
                  <a:pt x="1144911" y="158278"/>
                </a:cubicBezTo>
                <a:cubicBezTo>
                  <a:pt x="1144911" y="175047"/>
                  <a:pt x="1131317" y="188641"/>
                  <a:pt x="1114547" y="188641"/>
                </a:cubicBezTo>
                <a:cubicBezTo>
                  <a:pt x="1097778" y="188641"/>
                  <a:pt x="1084184" y="175047"/>
                  <a:pt x="1084184" y="158278"/>
                </a:cubicBezTo>
                <a:cubicBezTo>
                  <a:pt x="1084184" y="141508"/>
                  <a:pt x="1097778" y="127914"/>
                  <a:pt x="1114547" y="127914"/>
                </a:cubicBezTo>
                <a:close/>
                <a:moveTo>
                  <a:pt x="1041993" y="127914"/>
                </a:moveTo>
                <a:cubicBezTo>
                  <a:pt x="1058762" y="127914"/>
                  <a:pt x="1072356" y="141508"/>
                  <a:pt x="1072356" y="158278"/>
                </a:cubicBezTo>
                <a:cubicBezTo>
                  <a:pt x="1072356" y="175047"/>
                  <a:pt x="1058762" y="188641"/>
                  <a:pt x="1041993" y="188641"/>
                </a:cubicBezTo>
                <a:cubicBezTo>
                  <a:pt x="1025223" y="188641"/>
                  <a:pt x="1011629" y="175047"/>
                  <a:pt x="1011629" y="158278"/>
                </a:cubicBezTo>
                <a:cubicBezTo>
                  <a:pt x="1011629" y="141508"/>
                  <a:pt x="1025223" y="127914"/>
                  <a:pt x="1041993" y="127914"/>
                </a:cubicBezTo>
                <a:close/>
                <a:moveTo>
                  <a:pt x="969438" y="127914"/>
                </a:moveTo>
                <a:cubicBezTo>
                  <a:pt x="986208" y="127914"/>
                  <a:pt x="999801" y="141508"/>
                  <a:pt x="999801" y="158278"/>
                </a:cubicBezTo>
                <a:cubicBezTo>
                  <a:pt x="999801" y="175047"/>
                  <a:pt x="986208" y="188641"/>
                  <a:pt x="969438" y="188641"/>
                </a:cubicBezTo>
                <a:cubicBezTo>
                  <a:pt x="952669" y="188641"/>
                  <a:pt x="939075" y="175047"/>
                  <a:pt x="939075" y="158278"/>
                </a:cubicBezTo>
                <a:cubicBezTo>
                  <a:pt x="939075" y="141508"/>
                  <a:pt x="952669" y="127914"/>
                  <a:pt x="969438" y="127914"/>
                </a:cubicBezTo>
                <a:close/>
                <a:moveTo>
                  <a:pt x="896883" y="127914"/>
                </a:moveTo>
                <a:cubicBezTo>
                  <a:pt x="913653" y="127914"/>
                  <a:pt x="927247" y="141508"/>
                  <a:pt x="927247" y="158278"/>
                </a:cubicBezTo>
                <a:cubicBezTo>
                  <a:pt x="927247" y="175047"/>
                  <a:pt x="913653" y="188641"/>
                  <a:pt x="896883" y="188641"/>
                </a:cubicBezTo>
                <a:cubicBezTo>
                  <a:pt x="880114" y="188641"/>
                  <a:pt x="866520" y="175047"/>
                  <a:pt x="866520" y="158278"/>
                </a:cubicBezTo>
                <a:cubicBezTo>
                  <a:pt x="866520" y="141508"/>
                  <a:pt x="880114" y="127914"/>
                  <a:pt x="896883" y="127914"/>
                </a:cubicBezTo>
                <a:close/>
                <a:moveTo>
                  <a:pt x="824329" y="127914"/>
                </a:moveTo>
                <a:cubicBezTo>
                  <a:pt x="841098" y="127914"/>
                  <a:pt x="854692" y="141508"/>
                  <a:pt x="854692" y="158278"/>
                </a:cubicBezTo>
                <a:cubicBezTo>
                  <a:pt x="854692" y="175047"/>
                  <a:pt x="841098" y="188641"/>
                  <a:pt x="824329" y="188641"/>
                </a:cubicBezTo>
                <a:cubicBezTo>
                  <a:pt x="807559" y="188641"/>
                  <a:pt x="793965" y="175047"/>
                  <a:pt x="793965" y="158278"/>
                </a:cubicBezTo>
                <a:cubicBezTo>
                  <a:pt x="793965" y="141508"/>
                  <a:pt x="807559" y="127914"/>
                  <a:pt x="824329" y="127914"/>
                </a:cubicBezTo>
                <a:close/>
                <a:moveTo>
                  <a:pt x="751774" y="127914"/>
                </a:moveTo>
                <a:cubicBezTo>
                  <a:pt x="768544" y="127914"/>
                  <a:pt x="782138" y="141508"/>
                  <a:pt x="782138" y="158278"/>
                </a:cubicBezTo>
                <a:cubicBezTo>
                  <a:pt x="782138" y="175047"/>
                  <a:pt x="768544" y="188641"/>
                  <a:pt x="751774" y="188641"/>
                </a:cubicBezTo>
                <a:cubicBezTo>
                  <a:pt x="735005" y="188641"/>
                  <a:pt x="721411" y="175047"/>
                  <a:pt x="721411" y="158278"/>
                </a:cubicBezTo>
                <a:cubicBezTo>
                  <a:pt x="721411" y="141508"/>
                  <a:pt x="735005" y="127914"/>
                  <a:pt x="751774" y="127914"/>
                </a:cubicBezTo>
                <a:close/>
                <a:moveTo>
                  <a:pt x="679220" y="127914"/>
                </a:moveTo>
                <a:cubicBezTo>
                  <a:pt x="695989" y="127914"/>
                  <a:pt x="709583" y="141508"/>
                  <a:pt x="709583" y="158278"/>
                </a:cubicBezTo>
                <a:cubicBezTo>
                  <a:pt x="709583" y="175047"/>
                  <a:pt x="695989" y="188641"/>
                  <a:pt x="679220" y="188641"/>
                </a:cubicBezTo>
                <a:cubicBezTo>
                  <a:pt x="662450" y="188641"/>
                  <a:pt x="648856" y="175047"/>
                  <a:pt x="648856" y="158278"/>
                </a:cubicBezTo>
                <a:cubicBezTo>
                  <a:pt x="648856" y="141508"/>
                  <a:pt x="662450" y="127914"/>
                  <a:pt x="679220" y="127914"/>
                </a:cubicBezTo>
                <a:close/>
                <a:moveTo>
                  <a:pt x="606665" y="127914"/>
                </a:moveTo>
                <a:cubicBezTo>
                  <a:pt x="623435" y="127914"/>
                  <a:pt x="637029" y="141508"/>
                  <a:pt x="637029" y="158278"/>
                </a:cubicBezTo>
                <a:cubicBezTo>
                  <a:pt x="637029" y="175047"/>
                  <a:pt x="623435" y="188641"/>
                  <a:pt x="606665" y="188641"/>
                </a:cubicBezTo>
                <a:cubicBezTo>
                  <a:pt x="589896" y="188641"/>
                  <a:pt x="576302" y="175047"/>
                  <a:pt x="576302" y="158278"/>
                </a:cubicBezTo>
                <a:cubicBezTo>
                  <a:pt x="576302" y="141508"/>
                  <a:pt x="589896" y="127914"/>
                  <a:pt x="606665" y="127914"/>
                </a:cubicBezTo>
                <a:close/>
                <a:moveTo>
                  <a:pt x="534111" y="127914"/>
                </a:moveTo>
                <a:cubicBezTo>
                  <a:pt x="550880" y="127914"/>
                  <a:pt x="564474" y="141508"/>
                  <a:pt x="564474" y="158278"/>
                </a:cubicBezTo>
                <a:cubicBezTo>
                  <a:pt x="564474" y="175047"/>
                  <a:pt x="550880" y="188641"/>
                  <a:pt x="534111" y="188641"/>
                </a:cubicBezTo>
                <a:cubicBezTo>
                  <a:pt x="517341" y="188641"/>
                  <a:pt x="503747" y="175047"/>
                  <a:pt x="503747" y="158278"/>
                </a:cubicBezTo>
                <a:cubicBezTo>
                  <a:pt x="503747" y="141508"/>
                  <a:pt x="517341" y="127914"/>
                  <a:pt x="534111" y="127914"/>
                </a:cubicBezTo>
                <a:close/>
                <a:moveTo>
                  <a:pt x="461556" y="127914"/>
                </a:moveTo>
                <a:cubicBezTo>
                  <a:pt x="478326" y="127914"/>
                  <a:pt x="491920" y="141508"/>
                  <a:pt x="491920" y="158278"/>
                </a:cubicBezTo>
                <a:cubicBezTo>
                  <a:pt x="491920" y="175047"/>
                  <a:pt x="478326" y="188641"/>
                  <a:pt x="461556" y="188641"/>
                </a:cubicBezTo>
                <a:cubicBezTo>
                  <a:pt x="444787" y="188641"/>
                  <a:pt x="431192" y="175047"/>
                  <a:pt x="431192" y="158278"/>
                </a:cubicBezTo>
                <a:cubicBezTo>
                  <a:pt x="431192" y="141508"/>
                  <a:pt x="444787" y="127914"/>
                  <a:pt x="461556" y="127914"/>
                </a:cubicBezTo>
                <a:close/>
                <a:moveTo>
                  <a:pt x="389002" y="127914"/>
                </a:moveTo>
                <a:cubicBezTo>
                  <a:pt x="405771" y="127914"/>
                  <a:pt x="419365" y="141508"/>
                  <a:pt x="419365" y="158278"/>
                </a:cubicBezTo>
                <a:cubicBezTo>
                  <a:pt x="419365" y="175047"/>
                  <a:pt x="405771" y="188641"/>
                  <a:pt x="389002" y="188641"/>
                </a:cubicBezTo>
                <a:cubicBezTo>
                  <a:pt x="372232" y="188641"/>
                  <a:pt x="358638" y="175047"/>
                  <a:pt x="358638" y="158278"/>
                </a:cubicBezTo>
                <a:cubicBezTo>
                  <a:pt x="358638" y="141508"/>
                  <a:pt x="372232" y="127914"/>
                  <a:pt x="389002" y="127914"/>
                </a:cubicBezTo>
                <a:close/>
                <a:moveTo>
                  <a:pt x="316447" y="127914"/>
                </a:moveTo>
                <a:cubicBezTo>
                  <a:pt x="333216" y="127914"/>
                  <a:pt x="346810" y="141508"/>
                  <a:pt x="346810" y="158278"/>
                </a:cubicBezTo>
                <a:cubicBezTo>
                  <a:pt x="346810" y="175047"/>
                  <a:pt x="333216" y="188641"/>
                  <a:pt x="316447" y="188641"/>
                </a:cubicBezTo>
                <a:cubicBezTo>
                  <a:pt x="299677" y="188641"/>
                  <a:pt x="286084" y="175047"/>
                  <a:pt x="286084" y="158278"/>
                </a:cubicBezTo>
                <a:cubicBezTo>
                  <a:pt x="286084" y="141508"/>
                  <a:pt x="299677" y="127914"/>
                  <a:pt x="316447" y="127914"/>
                </a:cubicBezTo>
                <a:close/>
                <a:moveTo>
                  <a:pt x="243892" y="127914"/>
                </a:moveTo>
                <a:cubicBezTo>
                  <a:pt x="260662" y="127914"/>
                  <a:pt x="274256" y="141508"/>
                  <a:pt x="274256" y="158278"/>
                </a:cubicBezTo>
                <a:cubicBezTo>
                  <a:pt x="274256" y="175047"/>
                  <a:pt x="260662" y="188641"/>
                  <a:pt x="243892" y="188641"/>
                </a:cubicBezTo>
                <a:cubicBezTo>
                  <a:pt x="227123" y="188641"/>
                  <a:pt x="213529" y="175047"/>
                  <a:pt x="213529" y="158278"/>
                </a:cubicBezTo>
                <a:cubicBezTo>
                  <a:pt x="213529" y="141508"/>
                  <a:pt x="227123" y="127914"/>
                  <a:pt x="243892" y="127914"/>
                </a:cubicBezTo>
                <a:close/>
                <a:moveTo>
                  <a:pt x="171339" y="127914"/>
                </a:moveTo>
                <a:cubicBezTo>
                  <a:pt x="188107" y="127914"/>
                  <a:pt x="201701" y="141508"/>
                  <a:pt x="201701" y="158278"/>
                </a:cubicBezTo>
                <a:cubicBezTo>
                  <a:pt x="201701" y="175047"/>
                  <a:pt x="188107" y="188641"/>
                  <a:pt x="171339" y="188641"/>
                </a:cubicBezTo>
                <a:cubicBezTo>
                  <a:pt x="154702" y="188641"/>
                  <a:pt x="141108" y="175047"/>
                  <a:pt x="141108" y="158278"/>
                </a:cubicBezTo>
                <a:cubicBezTo>
                  <a:pt x="141108" y="141508"/>
                  <a:pt x="154702" y="127914"/>
                  <a:pt x="171339" y="127914"/>
                </a:cubicBezTo>
                <a:close/>
                <a:moveTo>
                  <a:pt x="98936" y="127914"/>
                </a:moveTo>
                <a:cubicBezTo>
                  <a:pt x="115695" y="127914"/>
                  <a:pt x="129288" y="141508"/>
                  <a:pt x="129288" y="158278"/>
                </a:cubicBezTo>
                <a:cubicBezTo>
                  <a:pt x="129288" y="175047"/>
                  <a:pt x="115695" y="188641"/>
                  <a:pt x="98936" y="188641"/>
                </a:cubicBezTo>
                <a:cubicBezTo>
                  <a:pt x="82162" y="188641"/>
                  <a:pt x="68567" y="175047"/>
                  <a:pt x="68567" y="158278"/>
                </a:cubicBezTo>
                <a:cubicBezTo>
                  <a:pt x="68567" y="141508"/>
                  <a:pt x="82162" y="127914"/>
                  <a:pt x="98936" y="127914"/>
                </a:cubicBezTo>
                <a:close/>
                <a:moveTo>
                  <a:pt x="26381" y="127914"/>
                </a:moveTo>
                <a:cubicBezTo>
                  <a:pt x="43143" y="127914"/>
                  <a:pt x="56738" y="141508"/>
                  <a:pt x="56738" y="158278"/>
                </a:cubicBezTo>
                <a:cubicBezTo>
                  <a:pt x="56738" y="175047"/>
                  <a:pt x="43143" y="188641"/>
                  <a:pt x="26381" y="188641"/>
                </a:cubicBezTo>
                <a:cubicBezTo>
                  <a:pt x="17995" y="188641"/>
                  <a:pt x="10404" y="185243"/>
                  <a:pt x="4909" y="179748"/>
                </a:cubicBezTo>
                <a:lnTo>
                  <a:pt x="0" y="167898"/>
                </a:lnTo>
                <a:lnTo>
                  <a:pt x="0" y="148658"/>
                </a:lnTo>
                <a:lnTo>
                  <a:pt x="4909" y="136807"/>
                </a:lnTo>
                <a:cubicBezTo>
                  <a:pt x="10404" y="131313"/>
                  <a:pt x="17995" y="127914"/>
                  <a:pt x="26381" y="127914"/>
                </a:cubicBezTo>
                <a:close/>
                <a:moveTo>
                  <a:pt x="1622429" y="47462"/>
                </a:moveTo>
                <a:lnTo>
                  <a:pt x="1625821" y="48147"/>
                </a:lnTo>
                <a:lnTo>
                  <a:pt x="1639701" y="102127"/>
                </a:lnTo>
                <a:lnTo>
                  <a:pt x="1634248" y="105804"/>
                </a:lnTo>
                <a:cubicBezTo>
                  <a:pt x="1630615" y="107340"/>
                  <a:pt x="1626621" y="108189"/>
                  <a:pt x="1622429" y="108189"/>
                </a:cubicBezTo>
                <a:cubicBezTo>
                  <a:pt x="1605659" y="108189"/>
                  <a:pt x="1592066" y="94595"/>
                  <a:pt x="1592066" y="77826"/>
                </a:cubicBezTo>
                <a:cubicBezTo>
                  <a:pt x="1592066" y="61056"/>
                  <a:pt x="1605659" y="47462"/>
                  <a:pt x="1622429" y="47462"/>
                </a:cubicBezTo>
                <a:close/>
                <a:moveTo>
                  <a:pt x="1549874" y="47462"/>
                </a:moveTo>
                <a:cubicBezTo>
                  <a:pt x="1566644" y="47462"/>
                  <a:pt x="1580238" y="61056"/>
                  <a:pt x="1580238" y="77826"/>
                </a:cubicBezTo>
                <a:cubicBezTo>
                  <a:pt x="1580238" y="94595"/>
                  <a:pt x="1566644" y="108189"/>
                  <a:pt x="1549874" y="108189"/>
                </a:cubicBezTo>
                <a:cubicBezTo>
                  <a:pt x="1533105" y="108189"/>
                  <a:pt x="1519511" y="94595"/>
                  <a:pt x="1519511" y="77826"/>
                </a:cubicBezTo>
                <a:cubicBezTo>
                  <a:pt x="1519511" y="61056"/>
                  <a:pt x="1533105" y="47462"/>
                  <a:pt x="1549874" y="47462"/>
                </a:cubicBezTo>
                <a:close/>
                <a:moveTo>
                  <a:pt x="1477320" y="47462"/>
                </a:moveTo>
                <a:cubicBezTo>
                  <a:pt x="1494089" y="47462"/>
                  <a:pt x="1507683" y="61056"/>
                  <a:pt x="1507683" y="77826"/>
                </a:cubicBezTo>
                <a:cubicBezTo>
                  <a:pt x="1507683" y="94595"/>
                  <a:pt x="1494089" y="108189"/>
                  <a:pt x="1477320" y="108189"/>
                </a:cubicBezTo>
                <a:cubicBezTo>
                  <a:pt x="1460550" y="108189"/>
                  <a:pt x="1446956" y="94595"/>
                  <a:pt x="1446956" y="77826"/>
                </a:cubicBezTo>
                <a:cubicBezTo>
                  <a:pt x="1446956" y="61056"/>
                  <a:pt x="1460550" y="47462"/>
                  <a:pt x="1477320" y="47462"/>
                </a:cubicBezTo>
                <a:close/>
                <a:moveTo>
                  <a:pt x="1404765" y="47462"/>
                </a:moveTo>
                <a:cubicBezTo>
                  <a:pt x="1421535" y="47462"/>
                  <a:pt x="1435129" y="61056"/>
                  <a:pt x="1435129" y="77826"/>
                </a:cubicBezTo>
                <a:cubicBezTo>
                  <a:pt x="1435129" y="94595"/>
                  <a:pt x="1421535" y="108189"/>
                  <a:pt x="1404765" y="108189"/>
                </a:cubicBezTo>
                <a:cubicBezTo>
                  <a:pt x="1387996" y="108189"/>
                  <a:pt x="1374402" y="94595"/>
                  <a:pt x="1374402" y="77826"/>
                </a:cubicBezTo>
                <a:cubicBezTo>
                  <a:pt x="1374402" y="61056"/>
                  <a:pt x="1387996" y="47462"/>
                  <a:pt x="1404765" y="47462"/>
                </a:cubicBezTo>
                <a:close/>
                <a:moveTo>
                  <a:pt x="1332211" y="47462"/>
                </a:moveTo>
                <a:cubicBezTo>
                  <a:pt x="1348980" y="47462"/>
                  <a:pt x="1362574" y="61056"/>
                  <a:pt x="1362574" y="77826"/>
                </a:cubicBezTo>
                <a:cubicBezTo>
                  <a:pt x="1362574" y="94595"/>
                  <a:pt x="1348980" y="108189"/>
                  <a:pt x="1332211" y="108189"/>
                </a:cubicBezTo>
                <a:cubicBezTo>
                  <a:pt x="1315441" y="108189"/>
                  <a:pt x="1301847" y="94595"/>
                  <a:pt x="1301847" y="77826"/>
                </a:cubicBezTo>
                <a:cubicBezTo>
                  <a:pt x="1301847" y="61056"/>
                  <a:pt x="1315441" y="47462"/>
                  <a:pt x="1332211" y="47462"/>
                </a:cubicBezTo>
                <a:close/>
                <a:moveTo>
                  <a:pt x="1259656" y="47462"/>
                </a:moveTo>
                <a:cubicBezTo>
                  <a:pt x="1276426" y="47462"/>
                  <a:pt x="1290020" y="61056"/>
                  <a:pt x="1290020" y="77826"/>
                </a:cubicBezTo>
                <a:cubicBezTo>
                  <a:pt x="1290020" y="94595"/>
                  <a:pt x="1276426" y="108189"/>
                  <a:pt x="1259656" y="108189"/>
                </a:cubicBezTo>
                <a:cubicBezTo>
                  <a:pt x="1242887" y="108189"/>
                  <a:pt x="1229293" y="94595"/>
                  <a:pt x="1229293" y="77826"/>
                </a:cubicBezTo>
                <a:cubicBezTo>
                  <a:pt x="1229293" y="61056"/>
                  <a:pt x="1242887" y="47462"/>
                  <a:pt x="1259656" y="47462"/>
                </a:cubicBezTo>
                <a:close/>
                <a:moveTo>
                  <a:pt x="1187102" y="47462"/>
                </a:moveTo>
                <a:cubicBezTo>
                  <a:pt x="1203871" y="47462"/>
                  <a:pt x="1217465" y="61056"/>
                  <a:pt x="1217465" y="77826"/>
                </a:cubicBezTo>
                <a:cubicBezTo>
                  <a:pt x="1217465" y="94595"/>
                  <a:pt x="1203871" y="108189"/>
                  <a:pt x="1187102" y="108189"/>
                </a:cubicBezTo>
                <a:cubicBezTo>
                  <a:pt x="1170332" y="108189"/>
                  <a:pt x="1156738" y="94595"/>
                  <a:pt x="1156738" y="77826"/>
                </a:cubicBezTo>
                <a:cubicBezTo>
                  <a:pt x="1156738" y="61056"/>
                  <a:pt x="1170332" y="47462"/>
                  <a:pt x="1187102" y="47462"/>
                </a:cubicBezTo>
                <a:close/>
                <a:moveTo>
                  <a:pt x="1114547" y="47462"/>
                </a:moveTo>
                <a:cubicBezTo>
                  <a:pt x="1131317" y="47462"/>
                  <a:pt x="1144911" y="61056"/>
                  <a:pt x="1144911" y="77826"/>
                </a:cubicBezTo>
                <a:cubicBezTo>
                  <a:pt x="1144911" y="94595"/>
                  <a:pt x="1131317" y="108189"/>
                  <a:pt x="1114547" y="108189"/>
                </a:cubicBezTo>
                <a:cubicBezTo>
                  <a:pt x="1097778" y="108189"/>
                  <a:pt x="1084184" y="94595"/>
                  <a:pt x="1084184" y="77826"/>
                </a:cubicBezTo>
                <a:cubicBezTo>
                  <a:pt x="1084184" y="61056"/>
                  <a:pt x="1097778" y="47462"/>
                  <a:pt x="1114547" y="47462"/>
                </a:cubicBezTo>
                <a:close/>
                <a:moveTo>
                  <a:pt x="1041993" y="47462"/>
                </a:moveTo>
                <a:cubicBezTo>
                  <a:pt x="1058762" y="47462"/>
                  <a:pt x="1072356" y="61056"/>
                  <a:pt x="1072356" y="77826"/>
                </a:cubicBezTo>
                <a:cubicBezTo>
                  <a:pt x="1072356" y="94595"/>
                  <a:pt x="1058762" y="108189"/>
                  <a:pt x="1041993" y="108189"/>
                </a:cubicBezTo>
                <a:cubicBezTo>
                  <a:pt x="1025223" y="108189"/>
                  <a:pt x="1011629" y="94595"/>
                  <a:pt x="1011629" y="77826"/>
                </a:cubicBezTo>
                <a:cubicBezTo>
                  <a:pt x="1011629" y="61056"/>
                  <a:pt x="1025223" y="47462"/>
                  <a:pt x="1041993" y="47462"/>
                </a:cubicBezTo>
                <a:close/>
                <a:moveTo>
                  <a:pt x="969438" y="47462"/>
                </a:moveTo>
                <a:cubicBezTo>
                  <a:pt x="986208" y="47462"/>
                  <a:pt x="999801" y="61056"/>
                  <a:pt x="999801" y="77826"/>
                </a:cubicBezTo>
                <a:cubicBezTo>
                  <a:pt x="999801" y="94595"/>
                  <a:pt x="986208" y="108189"/>
                  <a:pt x="969438" y="108189"/>
                </a:cubicBezTo>
                <a:cubicBezTo>
                  <a:pt x="952669" y="108189"/>
                  <a:pt x="939075" y="94595"/>
                  <a:pt x="939075" y="77826"/>
                </a:cubicBezTo>
                <a:cubicBezTo>
                  <a:pt x="939075" y="61056"/>
                  <a:pt x="952669" y="47462"/>
                  <a:pt x="969438" y="47462"/>
                </a:cubicBezTo>
                <a:close/>
                <a:moveTo>
                  <a:pt x="896883" y="47462"/>
                </a:moveTo>
                <a:cubicBezTo>
                  <a:pt x="913653" y="47462"/>
                  <a:pt x="927247" y="61056"/>
                  <a:pt x="927247" y="77826"/>
                </a:cubicBezTo>
                <a:cubicBezTo>
                  <a:pt x="927247" y="94595"/>
                  <a:pt x="913653" y="108189"/>
                  <a:pt x="896883" y="108189"/>
                </a:cubicBezTo>
                <a:cubicBezTo>
                  <a:pt x="880114" y="108189"/>
                  <a:pt x="866520" y="94595"/>
                  <a:pt x="866520" y="77826"/>
                </a:cubicBezTo>
                <a:cubicBezTo>
                  <a:pt x="866520" y="61056"/>
                  <a:pt x="880114" y="47462"/>
                  <a:pt x="896883" y="47462"/>
                </a:cubicBezTo>
                <a:close/>
                <a:moveTo>
                  <a:pt x="824329" y="47462"/>
                </a:moveTo>
                <a:cubicBezTo>
                  <a:pt x="841098" y="47462"/>
                  <a:pt x="854692" y="61056"/>
                  <a:pt x="854692" y="77826"/>
                </a:cubicBezTo>
                <a:cubicBezTo>
                  <a:pt x="854692" y="94595"/>
                  <a:pt x="841098" y="108189"/>
                  <a:pt x="824329" y="108189"/>
                </a:cubicBezTo>
                <a:cubicBezTo>
                  <a:pt x="807559" y="108189"/>
                  <a:pt x="793965" y="94595"/>
                  <a:pt x="793965" y="77826"/>
                </a:cubicBezTo>
                <a:cubicBezTo>
                  <a:pt x="793965" y="61056"/>
                  <a:pt x="807559" y="47462"/>
                  <a:pt x="824329" y="47462"/>
                </a:cubicBezTo>
                <a:close/>
                <a:moveTo>
                  <a:pt x="751774" y="47462"/>
                </a:moveTo>
                <a:cubicBezTo>
                  <a:pt x="768544" y="47462"/>
                  <a:pt x="782138" y="61056"/>
                  <a:pt x="782138" y="77826"/>
                </a:cubicBezTo>
                <a:cubicBezTo>
                  <a:pt x="782138" y="94595"/>
                  <a:pt x="768544" y="108189"/>
                  <a:pt x="751774" y="108189"/>
                </a:cubicBezTo>
                <a:cubicBezTo>
                  <a:pt x="735005" y="108189"/>
                  <a:pt x="721411" y="94595"/>
                  <a:pt x="721411" y="77826"/>
                </a:cubicBezTo>
                <a:cubicBezTo>
                  <a:pt x="721411" y="61056"/>
                  <a:pt x="735005" y="47462"/>
                  <a:pt x="751774" y="47462"/>
                </a:cubicBezTo>
                <a:close/>
                <a:moveTo>
                  <a:pt x="679220" y="47462"/>
                </a:moveTo>
                <a:cubicBezTo>
                  <a:pt x="695989" y="47462"/>
                  <a:pt x="709583" y="61056"/>
                  <a:pt x="709583" y="77826"/>
                </a:cubicBezTo>
                <a:cubicBezTo>
                  <a:pt x="709583" y="94595"/>
                  <a:pt x="695989" y="108189"/>
                  <a:pt x="679220" y="108189"/>
                </a:cubicBezTo>
                <a:cubicBezTo>
                  <a:pt x="662450" y="108189"/>
                  <a:pt x="648856" y="94595"/>
                  <a:pt x="648856" y="77826"/>
                </a:cubicBezTo>
                <a:cubicBezTo>
                  <a:pt x="648856" y="61056"/>
                  <a:pt x="662450" y="47462"/>
                  <a:pt x="679220" y="47462"/>
                </a:cubicBezTo>
                <a:close/>
                <a:moveTo>
                  <a:pt x="606665" y="47462"/>
                </a:moveTo>
                <a:cubicBezTo>
                  <a:pt x="623435" y="47462"/>
                  <a:pt x="637029" y="61056"/>
                  <a:pt x="637029" y="77826"/>
                </a:cubicBezTo>
                <a:cubicBezTo>
                  <a:pt x="637029" y="94595"/>
                  <a:pt x="623435" y="108189"/>
                  <a:pt x="606665" y="108189"/>
                </a:cubicBezTo>
                <a:cubicBezTo>
                  <a:pt x="589896" y="108189"/>
                  <a:pt x="576302" y="94595"/>
                  <a:pt x="576302" y="77826"/>
                </a:cubicBezTo>
                <a:cubicBezTo>
                  <a:pt x="576302" y="61056"/>
                  <a:pt x="589896" y="47462"/>
                  <a:pt x="606665" y="47462"/>
                </a:cubicBezTo>
                <a:close/>
                <a:moveTo>
                  <a:pt x="534111" y="47462"/>
                </a:moveTo>
                <a:cubicBezTo>
                  <a:pt x="550880" y="47462"/>
                  <a:pt x="564474" y="61056"/>
                  <a:pt x="564474" y="77826"/>
                </a:cubicBezTo>
                <a:cubicBezTo>
                  <a:pt x="564474" y="94595"/>
                  <a:pt x="550880" y="108189"/>
                  <a:pt x="534111" y="108189"/>
                </a:cubicBezTo>
                <a:cubicBezTo>
                  <a:pt x="517341" y="108189"/>
                  <a:pt x="503747" y="94595"/>
                  <a:pt x="503747" y="77826"/>
                </a:cubicBezTo>
                <a:cubicBezTo>
                  <a:pt x="503747" y="61056"/>
                  <a:pt x="517341" y="47462"/>
                  <a:pt x="534111" y="47462"/>
                </a:cubicBezTo>
                <a:close/>
                <a:moveTo>
                  <a:pt x="461556" y="47462"/>
                </a:moveTo>
                <a:cubicBezTo>
                  <a:pt x="478326" y="47462"/>
                  <a:pt x="491920" y="61056"/>
                  <a:pt x="491920" y="77826"/>
                </a:cubicBezTo>
                <a:cubicBezTo>
                  <a:pt x="491920" y="94595"/>
                  <a:pt x="478326" y="108189"/>
                  <a:pt x="461556" y="108189"/>
                </a:cubicBezTo>
                <a:cubicBezTo>
                  <a:pt x="444787" y="108189"/>
                  <a:pt x="431192" y="94595"/>
                  <a:pt x="431192" y="77826"/>
                </a:cubicBezTo>
                <a:cubicBezTo>
                  <a:pt x="431192" y="61056"/>
                  <a:pt x="444787" y="47462"/>
                  <a:pt x="461556" y="47462"/>
                </a:cubicBezTo>
                <a:close/>
                <a:moveTo>
                  <a:pt x="389002" y="47462"/>
                </a:moveTo>
                <a:cubicBezTo>
                  <a:pt x="405771" y="47462"/>
                  <a:pt x="419365" y="61056"/>
                  <a:pt x="419365" y="77826"/>
                </a:cubicBezTo>
                <a:cubicBezTo>
                  <a:pt x="419365" y="94595"/>
                  <a:pt x="405771" y="108189"/>
                  <a:pt x="389002" y="108189"/>
                </a:cubicBezTo>
                <a:cubicBezTo>
                  <a:pt x="372232" y="108189"/>
                  <a:pt x="358638" y="94595"/>
                  <a:pt x="358638" y="77826"/>
                </a:cubicBezTo>
                <a:cubicBezTo>
                  <a:pt x="358638" y="61056"/>
                  <a:pt x="372232" y="47462"/>
                  <a:pt x="389002" y="47462"/>
                </a:cubicBezTo>
                <a:close/>
                <a:moveTo>
                  <a:pt x="316447" y="47462"/>
                </a:moveTo>
                <a:cubicBezTo>
                  <a:pt x="333216" y="47462"/>
                  <a:pt x="346810" y="61056"/>
                  <a:pt x="346810" y="77826"/>
                </a:cubicBezTo>
                <a:cubicBezTo>
                  <a:pt x="346810" y="94595"/>
                  <a:pt x="333216" y="108189"/>
                  <a:pt x="316447" y="108189"/>
                </a:cubicBezTo>
                <a:cubicBezTo>
                  <a:pt x="299677" y="108189"/>
                  <a:pt x="286084" y="94595"/>
                  <a:pt x="286084" y="77826"/>
                </a:cubicBezTo>
                <a:cubicBezTo>
                  <a:pt x="286084" y="61056"/>
                  <a:pt x="299677" y="47462"/>
                  <a:pt x="316447" y="47462"/>
                </a:cubicBezTo>
                <a:close/>
                <a:moveTo>
                  <a:pt x="243892" y="47462"/>
                </a:moveTo>
                <a:cubicBezTo>
                  <a:pt x="260662" y="47462"/>
                  <a:pt x="274256" y="61056"/>
                  <a:pt x="274256" y="77826"/>
                </a:cubicBezTo>
                <a:cubicBezTo>
                  <a:pt x="274256" y="94595"/>
                  <a:pt x="260662" y="108189"/>
                  <a:pt x="243892" y="108189"/>
                </a:cubicBezTo>
                <a:cubicBezTo>
                  <a:pt x="227123" y="108189"/>
                  <a:pt x="213529" y="94595"/>
                  <a:pt x="213529" y="77826"/>
                </a:cubicBezTo>
                <a:cubicBezTo>
                  <a:pt x="213529" y="61056"/>
                  <a:pt x="227123" y="47462"/>
                  <a:pt x="243892" y="47462"/>
                </a:cubicBezTo>
                <a:close/>
                <a:moveTo>
                  <a:pt x="171339" y="47462"/>
                </a:moveTo>
                <a:cubicBezTo>
                  <a:pt x="188107" y="47462"/>
                  <a:pt x="201701" y="61056"/>
                  <a:pt x="201701" y="77826"/>
                </a:cubicBezTo>
                <a:cubicBezTo>
                  <a:pt x="201701" y="94595"/>
                  <a:pt x="188107" y="108189"/>
                  <a:pt x="171339" y="108189"/>
                </a:cubicBezTo>
                <a:cubicBezTo>
                  <a:pt x="154708" y="108189"/>
                  <a:pt x="141113" y="94595"/>
                  <a:pt x="141113" y="77826"/>
                </a:cubicBezTo>
                <a:cubicBezTo>
                  <a:pt x="141113" y="61056"/>
                  <a:pt x="154708" y="47462"/>
                  <a:pt x="171339" y="47462"/>
                </a:cubicBezTo>
                <a:close/>
                <a:moveTo>
                  <a:pt x="98942" y="47462"/>
                </a:moveTo>
                <a:cubicBezTo>
                  <a:pt x="115700" y="47462"/>
                  <a:pt x="129294" y="61056"/>
                  <a:pt x="129294" y="77826"/>
                </a:cubicBezTo>
                <a:cubicBezTo>
                  <a:pt x="129294" y="94595"/>
                  <a:pt x="115700" y="108189"/>
                  <a:pt x="98942" y="108189"/>
                </a:cubicBezTo>
                <a:cubicBezTo>
                  <a:pt x="82168" y="108189"/>
                  <a:pt x="68573" y="94595"/>
                  <a:pt x="68573" y="77826"/>
                </a:cubicBezTo>
                <a:cubicBezTo>
                  <a:pt x="68573" y="61056"/>
                  <a:pt x="82168" y="47462"/>
                  <a:pt x="98942" y="47462"/>
                </a:cubicBezTo>
                <a:close/>
                <a:moveTo>
                  <a:pt x="26388" y="47462"/>
                </a:moveTo>
                <a:cubicBezTo>
                  <a:pt x="43149" y="47462"/>
                  <a:pt x="56744" y="61056"/>
                  <a:pt x="56744" y="77826"/>
                </a:cubicBezTo>
                <a:cubicBezTo>
                  <a:pt x="56744" y="94595"/>
                  <a:pt x="43149" y="108189"/>
                  <a:pt x="26388" y="108189"/>
                </a:cubicBezTo>
                <a:cubicBezTo>
                  <a:pt x="18002" y="108189"/>
                  <a:pt x="10410" y="104791"/>
                  <a:pt x="4916" y="99296"/>
                </a:cubicBezTo>
                <a:lnTo>
                  <a:pt x="0" y="87429"/>
                </a:lnTo>
                <a:lnTo>
                  <a:pt x="0" y="68222"/>
                </a:lnTo>
                <a:lnTo>
                  <a:pt x="4916" y="56355"/>
                </a:lnTo>
                <a:cubicBezTo>
                  <a:pt x="10410" y="50861"/>
                  <a:pt x="18002" y="47462"/>
                  <a:pt x="26388" y="47462"/>
                </a:cubicBezTo>
                <a:close/>
                <a:moveTo>
                  <a:pt x="1592868" y="0"/>
                </a:moveTo>
                <a:lnTo>
                  <a:pt x="1613441" y="0"/>
                </a:lnTo>
                <a:lnTo>
                  <a:pt x="1620472" y="27343"/>
                </a:lnTo>
                <a:lnTo>
                  <a:pt x="1610610" y="25352"/>
                </a:lnTo>
                <a:cubicBezTo>
                  <a:pt x="1605161" y="23047"/>
                  <a:pt x="1600525" y="19197"/>
                  <a:pt x="1597251" y="14351"/>
                </a:cubicBezTo>
                <a:close/>
                <a:moveTo>
                  <a:pt x="1520598" y="0"/>
                </a:moveTo>
                <a:lnTo>
                  <a:pt x="1579150" y="0"/>
                </a:lnTo>
                <a:lnTo>
                  <a:pt x="1571345" y="18844"/>
                </a:lnTo>
                <a:cubicBezTo>
                  <a:pt x="1565850" y="24339"/>
                  <a:pt x="1558259" y="27738"/>
                  <a:pt x="1549874" y="27738"/>
                </a:cubicBezTo>
                <a:cubicBezTo>
                  <a:pt x="1541490" y="27738"/>
                  <a:pt x="1533899" y="24339"/>
                  <a:pt x="1528404" y="18844"/>
                </a:cubicBezTo>
                <a:close/>
                <a:moveTo>
                  <a:pt x="1448044" y="0"/>
                </a:moveTo>
                <a:lnTo>
                  <a:pt x="1506596" y="0"/>
                </a:lnTo>
                <a:lnTo>
                  <a:pt x="1498790" y="18844"/>
                </a:lnTo>
                <a:cubicBezTo>
                  <a:pt x="1493295" y="24339"/>
                  <a:pt x="1485705" y="27738"/>
                  <a:pt x="1477320" y="27738"/>
                </a:cubicBezTo>
                <a:cubicBezTo>
                  <a:pt x="1468935" y="27738"/>
                  <a:pt x="1461344" y="24339"/>
                  <a:pt x="1455850" y="18844"/>
                </a:cubicBezTo>
                <a:close/>
                <a:moveTo>
                  <a:pt x="1375489" y="0"/>
                </a:moveTo>
                <a:lnTo>
                  <a:pt x="1434041" y="0"/>
                </a:lnTo>
                <a:lnTo>
                  <a:pt x="1426236" y="18844"/>
                </a:lnTo>
                <a:cubicBezTo>
                  <a:pt x="1420741" y="24339"/>
                  <a:pt x="1413150" y="27738"/>
                  <a:pt x="1404765" y="27738"/>
                </a:cubicBezTo>
                <a:cubicBezTo>
                  <a:pt x="1396381" y="27738"/>
                  <a:pt x="1388790" y="24339"/>
                  <a:pt x="1383295" y="18844"/>
                </a:cubicBezTo>
                <a:close/>
                <a:moveTo>
                  <a:pt x="1302935" y="0"/>
                </a:moveTo>
                <a:lnTo>
                  <a:pt x="1361486" y="0"/>
                </a:lnTo>
                <a:lnTo>
                  <a:pt x="1353681" y="18844"/>
                </a:lnTo>
                <a:cubicBezTo>
                  <a:pt x="1348186" y="24339"/>
                  <a:pt x="1340596" y="27738"/>
                  <a:pt x="1332211" y="27738"/>
                </a:cubicBezTo>
                <a:cubicBezTo>
                  <a:pt x="1323826" y="27738"/>
                  <a:pt x="1316235" y="24339"/>
                  <a:pt x="1310740" y="18844"/>
                </a:cubicBezTo>
                <a:close/>
                <a:moveTo>
                  <a:pt x="1230380" y="0"/>
                </a:moveTo>
                <a:lnTo>
                  <a:pt x="1288932" y="0"/>
                </a:lnTo>
                <a:lnTo>
                  <a:pt x="1281126" y="18844"/>
                </a:lnTo>
                <a:cubicBezTo>
                  <a:pt x="1275632" y="24339"/>
                  <a:pt x="1268041" y="27738"/>
                  <a:pt x="1259656" y="27738"/>
                </a:cubicBezTo>
                <a:cubicBezTo>
                  <a:pt x="1251271" y="27738"/>
                  <a:pt x="1243680" y="24339"/>
                  <a:pt x="1238186" y="18844"/>
                </a:cubicBezTo>
                <a:close/>
                <a:moveTo>
                  <a:pt x="1157826" y="0"/>
                </a:moveTo>
                <a:lnTo>
                  <a:pt x="1216377" y="0"/>
                </a:lnTo>
                <a:lnTo>
                  <a:pt x="1208572" y="18844"/>
                </a:lnTo>
                <a:cubicBezTo>
                  <a:pt x="1203077" y="24339"/>
                  <a:pt x="1195486" y="27738"/>
                  <a:pt x="1187102" y="27738"/>
                </a:cubicBezTo>
                <a:cubicBezTo>
                  <a:pt x="1178717" y="27738"/>
                  <a:pt x="1171126" y="24339"/>
                  <a:pt x="1165631" y="18844"/>
                </a:cubicBezTo>
                <a:close/>
                <a:moveTo>
                  <a:pt x="1085271" y="0"/>
                </a:moveTo>
                <a:lnTo>
                  <a:pt x="1143823" y="0"/>
                </a:lnTo>
                <a:lnTo>
                  <a:pt x="1136017" y="18844"/>
                </a:lnTo>
                <a:cubicBezTo>
                  <a:pt x="1130523" y="24339"/>
                  <a:pt x="1122932" y="27738"/>
                  <a:pt x="1114547" y="27738"/>
                </a:cubicBezTo>
                <a:cubicBezTo>
                  <a:pt x="1106162" y="27738"/>
                  <a:pt x="1098571" y="24339"/>
                  <a:pt x="1093077" y="18844"/>
                </a:cubicBezTo>
                <a:close/>
                <a:moveTo>
                  <a:pt x="1012717" y="0"/>
                </a:moveTo>
                <a:lnTo>
                  <a:pt x="1071268" y="0"/>
                </a:lnTo>
                <a:lnTo>
                  <a:pt x="1063463" y="18844"/>
                </a:lnTo>
                <a:cubicBezTo>
                  <a:pt x="1057968" y="24339"/>
                  <a:pt x="1050377" y="27738"/>
                  <a:pt x="1041993" y="27738"/>
                </a:cubicBezTo>
                <a:cubicBezTo>
                  <a:pt x="1033608" y="27738"/>
                  <a:pt x="1026017" y="24339"/>
                  <a:pt x="1020522" y="18844"/>
                </a:cubicBezTo>
                <a:close/>
                <a:moveTo>
                  <a:pt x="940162" y="0"/>
                </a:moveTo>
                <a:lnTo>
                  <a:pt x="998714" y="0"/>
                </a:lnTo>
                <a:lnTo>
                  <a:pt x="990908" y="18844"/>
                </a:lnTo>
                <a:cubicBezTo>
                  <a:pt x="985414" y="24339"/>
                  <a:pt x="977823" y="27738"/>
                  <a:pt x="969438" y="27738"/>
                </a:cubicBezTo>
                <a:cubicBezTo>
                  <a:pt x="961053" y="27738"/>
                  <a:pt x="953462" y="24339"/>
                  <a:pt x="947968" y="18844"/>
                </a:cubicBezTo>
                <a:close/>
                <a:moveTo>
                  <a:pt x="867607" y="0"/>
                </a:moveTo>
                <a:lnTo>
                  <a:pt x="926159" y="0"/>
                </a:lnTo>
                <a:lnTo>
                  <a:pt x="918354" y="18844"/>
                </a:lnTo>
                <a:cubicBezTo>
                  <a:pt x="912859" y="24339"/>
                  <a:pt x="905268" y="27738"/>
                  <a:pt x="896883" y="27738"/>
                </a:cubicBezTo>
                <a:cubicBezTo>
                  <a:pt x="888499" y="27738"/>
                  <a:pt x="880908" y="24339"/>
                  <a:pt x="875413" y="18844"/>
                </a:cubicBezTo>
                <a:close/>
                <a:moveTo>
                  <a:pt x="795053" y="0"/>
                </a:moveTo>
                <a:lnTo>
                  <a:pt x="853605" y="0"/>
                </a:lnTo>
                <a:lnTo>
                  <a:pt x="845799" y="18844"/>
                </a:lnTo>
                <a:cubicBezTo>
                  <a:pt x="840304" y="24339"/>
                  <a:pt x="832714" y="27738"/>
                  <a:pt x="824329" y="27738"/>
                </a:cubicBezTo>
                <a:cubicBezTo>
                  <a:pt x="815944" y="27738"/>
                  <a:pt x="808353" y="24339"/>
                  <a:pt x="802858" y="18844"/>
                </a:cubicBezTo>
                <a:close/>
                <a:moveTo>
                  <a:pt x="722498" y="0"/>
                </a:moveTo>
                <a:lnTo>
                  <a:pt x="781050" y="0"/>
                </a:lnTo>
                <a:lnTo>
                  <a:pt x="773245" y="18844"/>
                </a:lnTo>
                <a:cubicBezTo>
                  <a:pt x="767750" y="24339"/>
                  <a:pt x="760159" y="27738"/>
                  <a:pt x="751774" y="27738"/>
                </a:cubicBezTo>
                <a:cubicBezTo>
                  <a:pt x="743390" y="27738"/>
                  <a:pt x="735799" y="24339"/>
                  <a:pt x="730304" y="18844"/>
                </a:cubicBezTo>
                <a:close/>
                <a:moveTo>
                  <a:pt x="649944" y="0"/>
                </a:moveTo>
                <a:lnTo>
                  <a:pt x="708496" y="0"/>
                </a:lnTo>
                <a:lnTo>
                  <a:pt x="700690" y="18844"/>
                </a:lnTo>
                <a:cubicBezTo>
                  <a:pt x="695195" y="24339"/>
                  <a:pt x="687604" y="27738"/>
                  <a:pt x="679220" y="27738"/>
                </a:cubicBezTo>
                <a:cubicBezTo>
                  <a:pt x="670835" y="27738"/>
                  <a:pt x="663244" y="24339"/>
                  <a:pt x="657749" y="18844"/>
                </a:cubicBezTo>
                <a:close/>
                <a:moveTo>
                  <a:pt x="577389" y="0"/>
                </a:moveTo>
                <a:lnTo>
                  <a:pt x="635941" y="0"/>
                </a:lnTo>
                <a:lnTo>
                  <a:pt x="628135" y="18844"/>
                </a:lnTo>
                <a:cubicBezTo>
                  <a:pt x="622641" y="24339"/>
                  <a:pt x="615050" y="27738"/>
                  <a:pt x="606665" y="27738"/>
                </a:cubicBezTo>
                <a:cubicBezTo>
                  <a:pt x="598280" y="27738"/>
                  <a:pt x="590690" y="24339"/>
                  <a:pt x="585195" y="18844"/>
                </a:cubicBezTo>
                <a:close/>
                <a:moveTo>
                  <a:pt x="504835" y="0"/>
                </a:moveTo>
                <a:lnTo>
                  <a:pt x="563386" y="0"/>
                </a:lnTo>
                <a:lnTo>
                  <a:pt x="555581" y="18844"/>
                </a:lnTo>
                <a:cubicBezTo>
                  <a:pt x="550086" y="24339"/>
                  <a:pt x="542495" y="27738"/>
                  <a:pt x="534111" y="27738"/>
                </a:cubicBezTo>
                <a:cubicBezTo>
                  <a:pt x="525726" y="27738"/>
                  <a:pt x="518135" y="24339"/>
                  <a:pt x="512640" y="18844"/>
                </a:cubicBezTo>
                <a:close/>
                <a:moveTo>
                  <a:pt x="432280" y="0"/>
                </a:moveTo>
                <a:lnTo>
                  <a:pt x="490832" y="0"/>
                </a:lnTo>
                <a:lnTo>
                  <a:pt x="483026" y="18844"/>
                </a:lnTo>
                <a:cubicBezTo>
                  <a:pt x="477532" y="24339"/>
                  <a:pt x="469941" y="27738"/>
                  <a:pt x="461556" y="27738"/>
                </a:cubicBezTo>
                <a:cubicBezTo>
                  <a:pt x="453171" y="27738"/>
                  <a:pt x="445580" y="24339"/>
                  <a:pt x="440086" y="18844"/>
                </a:cubicBezTo>
                <a:close/>
                <a:moveTo>
                  <a:pt x="359726" y="0"/>
                </a:moveTo>
                <a:lnTo>
                  <a:pt x="418277" y="0"/>
                </a:lnTo>
                <a:lnTo>
                  <a:pt x="410472" y="18844"/>
                </a:lnTo>
                <a:cubicBezTo>
                  <a:pt x="404977" y="24339"/>
                  <a:pt x="397386" y="27738"/>
                  <a:pt x="389002" y="27738"/>
                </a:cubicBezTo>
                <a:cubicBezTo>
                  <a:pt x="380617" y="27738"/>
                  <a:pt x="373026" y="24339"/>
                  <a:pt x="367531" y="18844"/>
                </a:cubicBezTo>
                <a:close/>
                <a:moveTo>
                  <a:pt x="287171" y="0"/>
                </a:moveTo>
                <a:lnTo>
                  <a:pt x="345723" y="0"/>
                </a:lnTo>
                <a:lnTo>
                  <a:pt x="337917" y="18844"/>
                </a:lnTo>
                <a:cubicBezTo>
                  <a:pt x="332423" y="24339"/>
                  <a:pt x="324832" y="27738"/>
                  <a:pt x="316447" y="27738"/>
                </a:cubicBezTo>
                <a:cubicBezTo>
                  <a:pt x="308062" y="27738"/>
                  <a:pt x="300471" y="24339"/>
                  <a:pt x="294977" y="18844"/>
                </a:cubicBezTo>
                <a:close/>
                <a:moveTo>
                  <a:pt x="214617" y="0"/>
                </a:moveTo>
                <a:lnTo>
                  <a:pt x="273168" y="0"/>
                </a:lnTo>
                <a:lnTo>
                  <a:pt x="265363" y="18844"/>
                </a:lnTo>
                <a:cubicBezTo>
                  <a:pt x="259868" y="24339"/>
                  <a:pt x="252277" y="27738"/>
                  <a:pt x="243892" y="27738"/>
                </a:cubicBezTo>
                <a:cubicBezTo>
                  <a:pt x="235508" y="27738"/>
                  <a:pt x="227917" y="24339"/>
                  <a:pt x="222422" y="18844"/>
                </a:cubicBezTo>
                <a:close/>
                <a:moveTo>
                  <a:pt x="142204" y="0"/>
                </a:moveTo>
                <a:lnTo>
                  <a:pt x="200614" y="0"/>
                </a:lnTo>
                <a:lnTo>
                  <a:pt x="192808" y="18844"/>
                </a:lnTo>
                <a:cubicBezTo>
                  <a:pt x="187314" y="24339"/>
                  <a:pt x="179723" y="27738"/>
                  <a:pt x="171339" y="27738"/>
                </a:cubicBezTo>
                <a:cubicBezTo>
                  <a:pt x="163026" y="27738"/>
                  <a:pt x="155471" y="24339"/>
                  <a:pt x="149994" y="18844"/>
                </a:cubicBezTo>
                <a:close/>
                <a:moveTo>
                  <a:pt x="69668" y="0"/>
                </a:moveTo>
                <a:lnTo>
                  <a:pt x="128212" y="0"/>
                </a:lnTo>
                <a:lnTo>
                  <a:pt x="120408" y="18844"/>
                </a:lnTo>
                <a:cubicBezTo>
                  <a:pt x="114915" y="24339"/>
                  <a:pt x="107328" y="27738"/>
                  <a:pt x="98949" y="27738"/>
                </a:cubicBezTo>
                <a:cubicBezTo>
                  <a:pt x="90562" y="27738"/>
                  <a:pt x="82969" y="24339"/>
                  <a:pt x="77474" y="18844"/>
                </a:cubicBezTo>
                <a:close/>
                <a:moveTo>
                  <a:pt x="0" y="0"/>
                </a:moveTo>
                <a:lnTo>
                  <a:pt x="55662" y="0"/>
                </a:lnTo>
                <a:lnTo>
                  <a:pt x="47858" y="18844"/>
                </a:lnTo>
                <a:cubicBezTo>
                  <a:pt x="42364" y="24339"/>
                  <a:pt x="34775" y="27738"/>
                  <a:pt x="26394" y="27738"/>
                </a:cubicBezTo>
                <a:cubicBezTo>
                  <a:pt x="18009" y="27738"/>
                  <a:pt x="10417" y="24339"/>
                  <a:pt x="4922" y="18844"/>
                </a:cubicBezTo>
                <a:lnTo>
                  <a:pt x="0" y="6962"/>
                </a:lnTo>
                <a:close/>
              </a:path>
            </a:pathLst>
          </a:custGeom>
          <a:solidFill>
            <a:schemeClr val="accent1">
              <a:alpha val="60000"/>
            </a:schemeClr>
          </a:soli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5" name="Google Shape;763;p30">
            <a:extLst>
              <a:ext uri="{FF2B5EF4-FFF2-40B4-BE49-F238E27FC236}">
                <a16:creationId xmlns:a16="http://schemas.microsoft.com/office/drawing/2014/main" id="{DAD8C701-225C-594E-A72B-DAB42A2D7794}"/>
              </a:ext>
            </a:extLst>
          </p:cNvPr>
          <p:cNvSpPr/>
          <p:nvPr/>
        </p:nvSpPr>
        <p:spPr>
          <a:xfrm>
            <a:off x="2" y="2"/>
            <a:ext cx="403373" cy="496797"/>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grpSp>
        <p:nvGrpSpPr>
          <p:cNvPr id="6" name="Group 5">
            <a:extLst>
              <a:ext uri="{FF2B5EF4-FFF2-40B4-BE49-F238E27FC236}">
                <a16:creationId xmlns:a16="http://schemas.microsoft.com/office/drawing/2014/main" id="{0E6AFF3A-3478-AE49-9A9E-4F3704B436DB}"/>
              </a:ext>
            </a:extLst>
          </p:cNvPr>
          <p:cNvGrpSpPr/>
          <p:nvPr/>
        </p:nvGrpSpPr>
        <p:grpSpPr>
          <a:xfrm>
            <a:off x="1" y="6814800"/>
            <a:ext cx="12179567" cy="43200"/>
            <a:chOff x="0" y="5111100"/>
            <a:chExt cx="9134675" cy="32400"/>
          </a:xfrm>
        </p:grpSpPr>
        <p:sp>
          <p:nvSpPr>
            <p:cNvPr id="7" name="Google Shape;455;p14">
              <a:extLst>
                <a:ext uri="{FF2B5EF4-FFF2-40B4-BE49-F238E27FC236}">
                  <a16:creationId xmlns:a16="http://schemas.microsoft.com/office/drawing/2014/main" id="{8DCBB11C-EB01-6644-A80E-BAC6D2E1B23E}"/>
                </a:ext>
              </a:extLst>
            </p:cNvPr>
            <p:cNvSpPr/>
            <p:nvPr/>
          </p:nvSpPr>
          <p:spPr>
            <a:xfrm>
              <a:off x="8939030"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8" name="Google Shape;456;p14">
              <a:extLst>
                <a:ext uri="{FF2B5EF4-FFF2-40B4-BE49-F238E27FC236}">
                  <a16:creationId xmlns:a16="http://schemas.microsoft.com/office/drawing/2014/main" id="{CC287F7C-CFBA-5F48-A873-27C698BCAE89}"/>
                </a:ext>
              </a:extLst>
            </p:cNvPr>
            <p:cNvSpPr/>
            <p:nvPr/>
          </p:nvSpPr>
          <p:spPr>
            <a:xfrm>
              <a:off x="899344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9" name="Google Shape;457;p14">
              <a:extLst>
                <a:ext uri="{FF2B5EF4-FFF2-40B4-BE49-F238E27FC236}">
                  <a16:creationId xmlns:a16="http://schemas.microsoft.com/office/drawing/2014/main" id="{5965B7E0-4630-1745-A81D-4037F05387CB}"/>
                </a:ext>
              </a:extLst>
            </p:cNvPr>
            <p:cNvSpPr/>
            <p:nvPr/>
          </p:nvSpPr>
          <p:spPr>
            <a:xfrm>
              <a:off x="910227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10" name="Google Shape;458;p14">
              <a:extLst>
                <a:ext uri="{FF2B5EF4-FFF2-40B4-BE49-F238E27FC236}">
                  <a16:creationId xmlns:a16="http://schemas.microsoft.com/office/drawing/2014/main" id="{A642B6C0-842D-1845-B8B2-3F17119DD03C}"/>
                </a:ext>
              </a:extLst>
            </p:cNvPr>
            <p:cNvSpPr/>
            <p:nvPr/>
          </p:nvSpPr>
          <p:spPr>
            <a:xfrm>
              <a:off x="888461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11" name="Google Shape;459;p14">
              <a:extLst>
                <a:ext uri="{FF2B5EF4-FFF2-40B4-BE49-F238E27FC236}">
                  <a16:creationId xmlns:a16="http://schemas.microsoft.com/office/drawing/2014/main" id="{D0114FB7-8601-2B45-8CC5-9A9839BA3A53}"/>
                </a:ext>
              </a:extLst>
            </p:cNvPr>
            <p:cNvSpPr/>
            <p:nvPr/>
          </p:nvSpPr>
          <p:spPr>
            <a:xfrm>
              <a:off x="0" y="5112281"/>
              <a:ext cx="8862600" cy="31200"/>
            </a:xfrm>
            <a:prstGeom prst="roundRect">
              <a:avLst>
                <a:gd name="adj" fmla="val 16667"/>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12" name="Google Shape;457;p14">
              <a:extLst>
                <a:ext uri="{FF2B5EF4-FFF2-40B4-BE49-F238E27FC236}">
                  <a16:creationId xmlns:a16="http://schemas.microsoft.com/office/drawing/2014/main" id="{0D73C608-7E5D-3243-96F3-D5C94C027A54}"/>
                </a:ext>
              </a:extLst>
            </p:cNvPr>
            <p:cNvSpPr/>
            <p:nvPr/>
          </p:nvSpPr>
          <p:spPr>
            <a:xfrm>
              <a:off x="9047860"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grpSp>
      <p:sp>
        <p:nvSpPr>
          <p:cNvPr id="13" name="Text Placeholder 4">
            <a:extLst>
              <a:ext uri="{FF2B5EF4-FFF2-40B4-BE49-F238E27FC236}">
                <a16:creationId xmlns:a16="http://schemas.microsoft.com/office/drawing/2014/main" id="{6245F0D8-558B-2C49-8FF9-E2CFA260002C}"/>
              </a:ext>
            </a:extLst>
          </p:cNvPr>
          <p:cNvSpPr>
            <a:spLocks noGrp="1"/>
          </p:cNvSpPr>
          <p:nvPr>
            <p:ph type="body" sz="quarter" idx="11"/>
          </p:nvPr>
        </p:nvSpPr>
        <p:spPr>
          <a:xfrm>
            <a:off x="527051" y="2141035"/>
            <a:ext cx="4756149" cy="2575931"/>
          </a:xfrm>
          <a:prstGeom prst="rect">
            <a:avLst/>
          </a:prstGeom>
        </p:spPr>
        <p:txBody>
          <a:bodyPr lIns="0" tIns="0" rIns="0" bIns="0" anchor="ctr"/>
          <a:lstStyle>
            <a:lvl1pPr marL="8466" marR="0" indent="0" algn="l" rtl="0">
              <a:lnSpc>
                <a:spcPct val="90000"/>
              </a:lnSpc>
              <a:spcBef>
                <a:spcPts val="0"/>
              </a:spcBef>
              <a:spcAft>
                <a:spcPts val="0"/>
              </a:spcAft>
              <a:buClr>
                <a:schemeClr val="accent1"/>
              </a:buClr>
              <a:buSzPts val="7200"/>
              <a:buFont typeface="Poppins"/>
              <a:buNone/>
              <a:tabLst/>
              <a:defRPr lang="en-US" sz="3200" b="0" i="0" u="none" strike="noStrike" cap="none" dirty="0">
                <a:solidFill>
                  <a:schemeClr val="accent1"/>
                </a:solidFill>
                <a:latin typeface="Poppins"/>
                <a:ea typeface="Poppins"/>
                <a:cs typeface="Poppins"/>
                <a:sym typeface="Poppins"/>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14" name="Text Placeholder 4">
            <a:extLst>
              <a:ext uri="{FF2B5EF4-FFF2-40B4-BE49-F238E27FC236}">
                <a16:creationId xmlns:a16="http://schemas.microsoft.com/office/drawing/2014/main" id="{676913FC-8F42-5A48-B1A1-A1432FEA8D25}"/>
              </a:ext>
            </a:extLst>
          </p:cNvPr>
          <p:cNvSpPr>
            <a:spLocks noGrp="1"/>
          </p:cNvSpPr>
          <p:nvPr>
            <p:ph type="body" sz="quarter" idx="13"/>
          </p:nvPr>
        </p:nvSpPr>
        <p:spPr>
          <a:xfrm>
            <a:off x="6690732" y="2141035"/>
            <a:ext cx="4947035" cy="2575931"/>
          </a:xfrm>
          <a:prstGeom prst="rect">
            <a:avLst/>
          </a:prstGeom>
        </p:spPr>
        <p:txBody>
          <a:bodyPr lIns="0" tIns="0" rIns="0" bIns="0" anchor="ctr"/>
          <a:lstStyle>
            <a:lvl1pPr marL="8466" marR="0" indent="0" algn="l" rtl="0">
              <a:lnSpc>
                <a:spcPct val="100000"/>
              </a:lnSpc>
              <a:spcBef>
                <a:spcPts val="0"/>
              </a:spcBef>
              <a:spcAft>
                <a:spcPts val="0"/>
              </a:spcAft>
              <a:buClr>
                <a:schemeClr val="dk1"/>
              </a:buClr>
              <a:buSzPts val="1000"/>
              <a:buFont typeface="Arial"/>
              <a:buNone/>
              <a:tabLst/>
              <a:defRPr lang="en-US" sz="1867"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Tree>
    <p:extLst>
      <p:ext uri="{BB962C8B-B14F-4D97-AF65-F5344CB8AC3E}">
        <p14:creationId xmlns:p14="http://schemas.microsoft.com/office/powerpoint/2010/main" val="71563545"/>
      </p:ext>
    </p:extLst>
  </p:cSld>
  <p:clrMapOvr>
    <a:masterClrMapping/>
  </p:clrMapOvr>
  <p:extLst>
    <p:ext uri="{DCECCB84-F9BA-43D5-87BE-67443E8EF086}">
      <p15:sldGuideLst xmlns:p15="http://schemas.microsoft.com/office/powerpoint/2012/main">
        <p15:guide id="1" orient="horz" pos="531">
          <p15:clr>
            <a:srgbClr val="FBAE40"/>
          </p15:clr>
        </p15:guide>
        <p15:guide id="2" pos="249">
          <p15:clr>
            <a:srgbClr val="FBAE40"/>
          </p15:clr>
        </p15:guide>
        <p15:guide id="3" pos="5511">
          <p15:clr>
            <a:srgbClr val="FBAE40"/>
          </p15:clr>
        </p15:guide>
        <p15:guide id="4" orient="horz" pos="3072">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eam - 5 Photos">
    <p:spTree>
      <p:nvGrpSpPr>
        <p:cNvPr id="1" name=""/>
        <p:cNvGrpSpPr/>
        <p:nvPr/>
      </p:nvGrpSpPr>
      <p:grpSpPr>
        <a:xfrm>
          <a:off x="0" y="0"/>
          <a:ext cx="0" cy="0"/>
          <a:chOff x="0" y="0"/>
          <a:chExt cx="0" cy="0"/>
        </a:xfrm>
      </p:grpSpPr>
      <p:sp>
        <p:nvSpPr>
          <p:cNvPr id="2" name="Text Placeholder 4">
            <a:extLst>
              <a:ext uri="{FF2B5EF4-FFF2-40B4-BE49-F238E27FC236}">
                <a16:creationId xmlns:a16="http://schemas.microsoft.com/office/drawing/2014/main" id="{B1548DFC-1110-234C-9930-256461ED8781}"/>
              </a:ext>
            </a:extLst>
          </p:cNvPr>
          <p:cNvSpPr>
            <a:spLocks noGrp="1"/>
          </p:cNvSpPr>
          <p:nvPr>
            <p:ph type="body" sz="quarter" idx="26"/>
          </p:nvPr>
        </p:nvSpPr>
        <p:spPr>
          <a:xfrm>
            <a:off x="591333" y="4952533"/>
            <a:ext cx="2072800" cy="244000"/>
          </a:xfrm>
          <a:prstGeom prst="rect">
            <a:avLst/>
          </a:prstGeom>
        </p:spPr>
        <p:txBody>
          <a:bodyPr lIns="0" tIns="0" rIns="0" bIns="0"/>
          <a:lstStyle>
            <a:lvl1pPr marL="8466" marR="0" indent="0" algn="ctr" rtl="0">
              <a:lnSpc>
                <a:spcPct val="100000"/>
              </a:lnSpc>
              <a:spcBef>
                <a:spcPts val="0"/>
              </a:spcBef>
              <a:spcAft>
                <a:spcPts val="0"/>
              </a:spcAft>
              <a:buClr>
                <a:schemeClr val="dk1"/>
              </a:buClr>
              <a:buSzPts val="900"/>
              <a:buFont typeface="Arial"/>
              <a:buNone/>
              <a:tabLst/>
              <a:defRPr lang="en-US" sz="1200"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3" name="Google Shape;642;p25">
            <a:extLst>
              <a:ext uri="{FF2B5EF4-FFF2-40B4-BE49-F238E27FC236}">
                <a16:creationId xmlns:a16="http://schemas.microsoft.com/office/drawing/2014/main" id="{784DFF48-9D06-1847-9D75-1A8593E7BC09}"/>
              </a:ext>
            </a:extLst>
          </p:cNvPr>
          <p:cNvSpPr/>
          <p:nvPr/>
        </p:nvSpPr>
        <p:spPr>
          <a:xfrm>
            <a:off x="0" y="0"/>
            <a:ext cx="12192000" cy="2989133"/>
          </a:xfrm>
          <a:prstGeom prst="rect">
            <a:avLst/>
          </a:prstGeom>
          <a:solidFill>
            <a:srgbClr val="000000">
              <a:alpha val="4470"/>
            </a:srgbClr>
          </a:soli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4" name="Google Shape;643;p25">
            <a:extLst>
              <a:ext uri="{FF2B5EF4-FFF2-40B4-BE49-F238E27FC236}">
                <a16:creationId xmlns:a16="http://schemas.microsoft.com/office/drawing/2014/main" id="{7A168810-255A-F340-83E9-439D02774F73}"/>
              </a:ext>
            </a:extLst>
          </p:cNvPr>
          <p:cNvSpPr/>
          <p:nvPr/>
        </p:nvSpPr>
        <p:spPr>
          <a:xfrm>
            <a:off x="3" y="1"/>
            <a:ext cx="301543" cy="347263"/>
          </a:xfrm>
          <a:custGeom>
            <a:avLst/>
            <a:gdLst/>
            <a:ahLst/>
            <a:cxnLst/>
            <a:rect l="l" t="t" r="r" b="b"/>
            <a:pathLst>
              <a:path w="1675237" h="1929234" extrusionOk="0">
                <a:moveTo>
                  <a:pt x="461556" y="1897854"/>
                </a:moveTo>
                <a:lnTo>
                  <a:pt x="469774" y="1899513"/>
                </a:lnTo>
                <a:lnTo>
                  <a:pt x="443985" y="1904118"/>
                </a:lnTo>
                <a:lnTo>
                  <a:pt x="449737" y="1900240"/>
                </a:lnTo>
                <a:cubicBezTo>
                  <a:pt x="453370" y="1898704"/>
                  <a:pt x="457364" y="1897854"/>
                  <a:pt x="461556" y="1897854"/>
                </a:cubicBezTo>
                <a:close/>
                <a:moveTo>
                  <a:pt x="389002" y="1897854"/>
                </a:moveTo>
                <a:cubicBezTo>
                  <a:pt x="397386" y="1897854"/>
                  <a:pt x="404977" y="1901253"/>
                  <a:pt x="410472" y="1906747"/>
                </a:cubicBezTo>
                <a:lnTo>
                  <a:pt x="411766" y="1909872"/>
                </a:lnTo>
                <a:lnTo>
                  <a:pt x="400388" y="1911904"/>
                </a:lnTo>
                <a:lnTo>
                  <a:pt x="363451" y="1916598"/>
                </a:lnTo>
                <a:lnTo>
                  <a:pt x="367531" y="1906747"/>
                </a:lnTo>
                <a:cubicBezTo>
                  <a:pt x="373026" y="1901253"/>
                  <a:pt x="380617" y="1897854"/>
                  <a:pt x="389002" y="1897854"/>
                </a:cubicBezTo>
                <a:close/>
                <a:moveTo>
                  <a:pt x="316447" y="1897854"/>
                </a:moveTo>
                <a:cubicBezTo>
                  <a:pt x="324832" y="1897854"/>
                  <a:pt x="332422" y="1901253"/>
                  <a:pt x="337917" y="1906747"/>
                </a:cubicBezTo>
                <a:lnTo>
                  <a:pt x="343070" y="1919187"/>
                </a:lnTo>
                <a:lnTo>
                  <a:pt x="325117" y="1921469"/>
                </a:lnTo>
                <a:lnTo>
                  <a:pt x="287700" y="1924314"/>
                </a:lnTo>
                <a:lnTo>
                  <a:pt x="294977" y="1906747"/>
                </a:lnTo>
                <a:cubicBezTo>
                  <a:pt x="300471" y="1901253"/>
                  <a:pt x="308062" y="1897854"/>
                  <a:pt x="316447" y="1897854"/>
                </a:cubicBezTo>
                <a:close/>
                <a:moveTo>
                  <a:pt x="243892" y="1897854"/>
                </a:moveTo>
                <a:cubicBezTo>
                  <a:pt x="252277" y="1897854"/>
                  <a:pt x="259868" y="1901253"/>
                  <a:pt x="265363" y="1906747"/>
                </a:cubicBezTo>
                <a:lnTo>
                  <a:pt x="273099" y="1925425"/>
                </a:lnTo>
                <a:lnTo>
                  <a:pt x="248735" y="1927277"/>
                </a:lnTo>
                <a:lnTo>
                  <a:pt x="213550" y="1928167"/>
                </a:lnTo>
                <a:lnTo>
                  <a:pt x="222422" y="1906747"/>
                </a:lnTo>
                <a:cubicBezTo>
                  <a:pt x="227917" y="1901253"/>
                  <a:pt x="235508" y="1897854"/>
                  <a:pt x="243892" y="1897854"/>
                </a:cubicBezTo>
                <a:close/>
                <a:moveTo>
                  <a:pt x="171339" y="1897854"/>
                </a:moveTo>
                <a:cubicBezTo>
                  <a:pt x="188107" y="1897854"/>
                  <a:pt x="201701" y="1911448"/>
                  <a:pt x="201701" y="1928218"/>
                </a:cubicBezTo>
                <a:lnTo>
                  <a:pt x="201597" y="1928469"/>
                </a:lnTo>
                <a:lnTo>
                  <a:pt x="171336" y="1929234"/>
                </a:lnTo>
                <a:lnTo>
                  <a:pt x="141087" y="1928469"/>
                </a:lnTo>
                <a:lnTo>
                  <a:pt x="140982" y="1928218"/>
                </a:lnTo>
                <a:cubicBezTo>
                  <a:pt x="140982" y="1911448"/>
                  <a:pt x="154577" y="1897854"/>
                  <a:pt x="171339" y="1897854"/>
                </a:cubicBezTo>
                <a:close/>
                <a:moveTo>
                  <a:pt x="98792" y="1897854"/>
                </a:moveTo>
                <a:cubicBezTo>
                  <a:pt x="107177" y="1897854"/>
                  <a:pt x="114768" y="1901253"/>
                  <a:pt x="120263" y="1906747"/>
                </a:cubicBezTo>
                <a:lnTo>
                  <a:pt x="129135" y="1928167"/>
                </a:lnTo>
                <a:lnTo>
                  <a:pt x="93938" y="1927277"/>
                </a:lnTo>
                <a:lnTo>
                  <a:pt x="69586" y="1925425"/>
                </a:lnTo>
                <a:lnTo>
                  <a:pt x="77322" y="1906747"/>
                </a:lnTo>
                <a:cubicBezTo>
                  <a:pt x="82817" y="1901253"/>
                  <a:pt x="90408" y="1897854"/>
                  <a:pt x="98792" y="1897854"/>
                </a:cubicBezTo>
                <a:close/>
                <a:moveTo>
                  <a:pt x="26239" y="1897854"/>
                </a:moveTo>
                <a:cubicBezTo>
                  <a:pt x="34623" y="1897854"/>
                  <a:pt x="42214" y="1901253"/>
                  <a:pt x="47709" y="1906747"/>
                </a:cubicBezTo>
                <a:lnTo>
                  <a:pt x="54985" y="1924315"/>
                </a:lnTo>
                <a:lnTo>
                  <a:pt x="17556" y="1921469"/>
                </a:lnTo>
                <a:lnTo>
                  <a:pt x="0" y="1919238"/>
                </a:lnTo>
                <a:lnTo>
                  <a:pt x="0" y="1918259"/>
                </a:lnTo>
                <a:lnTo>
                  <a:pt x="4768" y="1906747"/>
                </a:lnTo>
                <a:cubicBezTo>
                  <a:pt x="10263" y="1901253"/>
                  <a:pt x="17854" y="1897854"/>
                  <a:pt x="26239" y="1897854"/>
                </a:cubicBezTo>
                <a:close/>
                <a:moveTo>
                  <a:pt x="679220" y="1817400"/>
                </a:moveTo>
                <a:cubicBezTo>
                  <a:pt x="687604" y="1817400"/>
                  <a:pt x="695195" y="1820799"/>
                  <a:pt x="700690" y="1826293"/>
                </a:cubicBezTo>
                <a:lnTo>
                  <a:pt x="702587" y="1830873"/>
                </a:lnTo>
                <a:lnTo>
                  <a:pt x="649855" y="1850174"/>
                </a:lnTo>
                <a:lnTo>
                  <a:pt x="648856" y="1847763"/>
                </a:lnTo>
                <a:cubicBezTo>
                  <a:pt x="648856" y="1830994"/>
                  <a:pt x="662450" y="1817400"/>
                  <a:pt x="679220" y="1817400"/>
                </a:cubicBezTo>
                <a:close/>
                <a:moveTo>
                  <a:pt x="606665" y="1817400"/>
                </a:moveTo>
                <a:cubicBezTo>
                  <a:pt x="623435" y="1817400"/>
                  <a:pt x="637029" y="1830994"/>
                  <a:pt x="637029" y="1847763"/>
                </a:cubicBezTo>
                <a:lnTo>
                  <a:pt x="633560" y="1856138"/>
                </a:lnTo>
                <a:lnTo>
                  <a:pt x="618594" y="1861615"/>
                </a:lnTo>
                <a:lnTo>
                  <a:pt x="587142" y="1870547"/>
                </a:lnTo>
                <a:lnTo>
                  <a:pt x="585195" y="1869234"/>
                </a:lnTo>
                <a:cubicBezTo>
                  <a:pt x="579700" y="1863739"/>
                  <a:pt x="576302" y="1856148"/>
                  <a:pt x="576302" y="1847763"/>
                </a:cubicBezTo>
                <a:cubicBezTo>
                  <a:pt x="576302" y="1830994"/>
                  <a:pt x="589896" y="1817400"/>
                  <a:pt x="606665" y="1817400"/>
                </a:cubicBezTo>
                <a:close/>
                <a:moveTo>
                  <a:pt x="534111" y="1817400"/>
                </a:moveTo>
                <a:cubicBezTo>
                  <a:pt x="550880" y="1817400"/>
                  <a:pt x="564474" y="1830994"/>
                  <a:pt x="564474" y="1847763"/>
                </a:cubicBezTo>
                <a:cubicBezTo>
                  <a:pt x="564474" y="1864533"/>
                  <a:pt x="550880" y="1878127"/>
                  <a:pt x="534111" y="1878127"/>
                </a:cubicBezTo>
                <a:cubicBezTo>
                  <a:pt x="517341" y="1878127"/>
                  <a:pt x="503747" y="1864533"/>
                  <a:pt x="503747" y="1847763"/>
                </a:cubicBezTo>
                <a:cubicBezTo>
                  <a:pt x="503747" y="1830994"/>
                  <a:pt x="517341" y="1817400"/>
                  <a:pt x="534111" y="1817400"/>
                </a:cubicBezTo>
                <a:close/>
                <a:moveTo>
                  <a:pt x="461556" y="1817400"/>
                </a:moveTo>
                <a:cubicBezTo>
                  <a:pt x="478326" y="1817400"/>
                  <a:pt x="491920" y="1830994"/>
                  <a:pt x="491920" y="1847763"/>
                </a:cubicBezTo>
                <a:cubicBezTo>
                  <a:pt x="491920" y="1864533"/>
                  <a:pt x="478326" y="1878127"/>
                  <a:pt x="461556" y="1878127"/>
                </a:cubicBezTo>
                <a:cubicBezTo>
                  <a:pt x="444787" y="1878127"/>
                  <a:pt x="431192" y="1864533"/>
                  <a:pt x="431192" y="1847763"/>
                </a:cubicBezTo>
                <a:cubicBezTo>
                  <a:pt x="431192" y="1830994"/>
                  <a:pt x="444787" y="1817400"/>
                  <a:pt x="461556" y="1817400"/>
                </a:cubicBezTo>
                <a:close/>
                <a:moveTo>
                  <a:pt x="389002" y="1817400"/>
                </a:moveTo>
                <a:cubicBezTo>
                  <a:pt x="405771" y="1817400"/>
                  <a:pt x="419365" y="1830994"/>
                  <a:pt x="419365" y="1847763"/>
                </a:cubicBezTo>
                <a:cubicBezTo>
                  <a:pt x="419365" y="1864533"/>
                  <a:pt x="405771" y="1878127"/>
                  <a:pt x="389002" y="1878127"/>
                </a:cubicBezTo>
                <a:cubicBezTo>
                  <a:pt x="372232" y="1878127"/>
                  <a:pt x="358638" y="1864533"/>
                  <a:pt x="358638" y="1847763"/>
                </a:cubicBezTo>
                <a:cubicBezTo>
                  <a:pt x="358638" y="1830994"/>
                  <a:pt x="372232" y="1817400"/>
                  <a:pt x="389002" y="1817400"/>
                </a:cubicBezTo>
                <a:close/>
                <a:moveTo>
                  <a:pt x="316447" y="1817400"/>
                </a:moveTo>
                <a:cubicBezTo>
                  <a:pt x="333216" y="1817400"/>
                  <a:pt x="346810" y="1830994"/>
                  <a:pt x="346810" y="1847763"/>
                </a:cubicBezTo>
                <a:cubicBezTo>
                  <a:pt x="346810" y="1864533"/>
                  <a:pt x="333216" y="1878127"/>
                  <a:pt x="316447" y="1878127"/>
                </a:cubicBezTo>
                <a:cubicBezTo>
                  <a:pt x="299677" y="1878127"/>
                  <a:pt x="286084" y="1864533"/>
                  <a:pt x="286084" y="1847763"/>
                </a:cubicBezTo>
                <a:cubicBezTo>
                  <a:pt x="286084" y="1830994"/>
                  <a:pt x="299677" y="1817400"/>
                  <a:pt x="316447" y="1817400"/>
                </a:cubicBezTo>
                <a:close/>
                <a:moveTo>
                  <a:pt x="243892" y="1817400"/>
                </a:moveTo>
                <a:cubicBezTo>
                  <a:pt x="260662" y="1817400"/>
                  <a:pt x="274256" y="1830994"/>
                  <a:pt x="274256" y="1847763"/>
                </a:cubicBezTo>
                <a:cubicBezTo>
                  <a:pt x="274256" y="1864533"/>
                  <a:pt x="260662" y="1878127"/>
                  <a:pt x="243892" y="1878127"/>
                </a:cubicBezTo>
                <a:cubicBezTo>
                  <a:pt x="227123" y="1878127"/>
                  <a:pt x="213529" y="1864533"/>
                  <a:pt x="213529" y="1847763"/>
                </a:cubicBezTo>
                <a:cubicBezTo>
                  <a:pt x="213529" y="1830994"/>
                  <a:pt x="227123" y="1817400"/>
                  <a:pt x="243892" y="1817400"/>
                </a:cubicBezTo>
                <a:close/>
                <a:moveTo>
                  <a:pt x="171339" y="1817400"/>
                </a:moveTo>
                <a:cubicBezTo>
                  <a:pt x="188107" y="1817400"/>
                  <a:pt x="201701" y="1830994"/>
                  <a:pt x="201701" y="1847763"/>
                </a:cubicBezTo>
                <a:cubicBezTo>
                  <a:pt x="201701" y="1864533"/>
                  <a:pt x="188107" y="1878127"/>
                  <a:pt x="171339" y="1878127"/>
                </a:cubicBezTo>
                <a:cubicBezTo>
                  <a:pt x="154583" y="1878127"/>
                  <a:pt x="140989" y="1864533"/>
                  <a:pt x="140989" y="1847763"/>
                </a:cubicBezTo>
                <a:cubicBezTo>
                  <a:pt x="140989" y="1830994"/>
                  <a:pt x="154583" y="1817400"/>
                  <a:pt x="171339" y="1817400"/>
                </a:cubicBezTo>
                <a:close/>
                <a:moveTo>
                  <a:pt x="98799" y="1817400"/>
                </a:moveTo>
                <a:cubicBezTo>
                  <a:pt x="115568" y="1817400"/>
                  <a:pt x="129162" y="1830994"/>
                  <a:pt x="129162" y="1847763"/>
                </a:cubicBezTo>
                <a:cubicBezTo>
                  <a:pt x="129162" y="1864533"/>
                  <a:pt x="115568" y="1878127"/>
                  <a:pt x="98799" y="1878127"/>
                </a:cubicBezTo>
                <a:cubicBezTo>
                  <a:pt x="82029" y="1878127"/>
                  <a:pt x="68435" y="1864533"/>
                  <a:pt x="68435" y="1847763"/>
                </a:cubicBezTo>
                <a:cubicBezTo>
                  <a:pt x="68435" y="1830994"/>
                  <a:pt x="82029" y="1817400"/>
                  <a:pt x="98799" y="1817400"/>
                </a:cubicBezTo>
                <a:close/>
                <a:moveTo>
                  <a:pt x="26245" y="1817400"/>
                </a:moveTo>
                <a:cubicBezTo>
                  <a:pt x="43014" y="1817400"/>
                  <a:pt x="56608" y="1830994"/>
                  <a:pt x="56608" y="1847763"/>
                </a:cubicBezTo>
                <a:cubicBezTo>
                  <a:pt x="56608" y="1864533"/>
                  <a:pt x="43014" y="1878127"/>
                  <a:pt x="26245" y="1878127"/>
                </a:cubicBezTo>
                <a:cubicBezTo>
                  <a:pt x="17860" y="1878127"/>
                  <a:pt x="10269" y="1874729"/>
                  <a:pt x="4775" y="1869234"/>
                </a:cubicBezTo>
                <a:lnTo>
                  <a:pt x="0" y="1857707"/>
                </a:lnTo>
                <a:lnTo>
                  <a:pt x="0" y="1837819"/>
                </a:lnTo>
                <a:lnTo>
                  <a:pt x="4775" y="1826293"/>
                </a:lnTo>
                <a:cubicBezTo>
                  <a:pt x="10269" y="1820799"/>
                  <a:pt x="17860" y="1817400"/>
                  <a:pt x="26245" y="1817400"/>
                </a:cubicBezTo>
                <a:close/>
                <a:moveTo>
                  <a:pt x="896883" y="1736948"/>
                </a:moveTo>
                <a:lnTo>
                  <a:pt x="903696" y="1738324"/>
                </a:lnTo>
                <a:lnTo>
                  <a:pt x="888255" y="1747704"/>
                </a:lnTo>
                <a:lnTo>
                  <a:pt x="871248" y="1755896"/>
                </a:lnTo>
                <a:lnTo>
                  <a:pt x="875413" y="1745841"/>
                </a:lnTo>
                <a:cubicBezTo>
                  <a:pt x="880908" y="1740347"/>
                  <a:pt x="888499" y="1736948"/>
                  <a:pt x="896883" y="1736948"/>
                </a:cubicBezTo>
                <a:close/>
                <a:moveTo>
                  <a:pt x="824329" y="1736948"/>
                </a:moveTo>
                <a:cubicBezTo>
                  <a:pt x="832714" y="1736948"/>
                  <a:pt x="840304" y="1740347"/>
                  <a:pt x="845799" y="1745841"/>
                </a:cubicBezTo>
                <a:lnTo>
                  <a:pt x="853504" y="1764444"/>
                </a:lnTo>
                <a:lnTo>
                  <a:pt x="802910" y="1788817"/>
                </a:lnTo>
                <a:lnTo>
                  <a:pt x="802858" y="1788782"/>
                </a:lnTo>
                <a:cubicBezTo>
                  <a:pt x="797364" y="1783287"/>
                  <a:pt x="793965" y="1775696"/>
                  <a:pt x="793965" y="1767312"/>
                </a:cubicBezTo>
                <a:cubicBezTo>
                  <a:pt x="793965" y="1750542"/>
                  <a:pt x="807559" y="1736948"/>
                  <a:pt x="824329" y="1736948"/>
                </a:cubicBezTo>
                <a:close/>
                <a:moveTo>
                  <a:pt x="751774" y="1736948"/>
                </a:moveTo>
                <a:cubicBezTo>
                  <a:pt x="768544" y="1736948"/>
                  <a:pt x="782138" y="1750542"/>
                  <a:pt x="782138" y="1767312"/>
                </a:cubicBezTo>
                <a:cubicBezTo>
                  <a:pt x="782138" y="1784081"/>
                  <a:pt x="768544" y="1797675"/>
                  <a:pt x="751774" y="1797675"/>
                </a:cubicBezTo>
                <a:cubicBezTo>
                  <a:pt x="735005" y="1797675"/>
                  <a:pt x="721411" y="1784081"/>
                  <a:pt x="721411" y="1767312"/>
                </a:cubicBezTo>
                <a:cubicBezTo>
                  <a:pt x="721411" y="1750542"/>
                  <a:pt x="735005" y="1736948"/>
                  <a:pt x="751774" y="1736948"/>
                </a:cubicBezTo>
                <a:close/>
                <a:moveTo>
                  <a:pt x="679220" y="1736948"/>
                </a:moveTo>
                <a:cubicBezTo>
                  <a:pt x="695989" y="1736948"/>
                  <a:pt x="709583" y="1750542"/>
                  <a:pt x="709583" y="1767312"/>
                </a:cubicBezTo>
                <a:cubicBezTo>
                  <a:pt x="709583" y="1784081"/>
                  <a:pt x="695989" y="1797675"/>
                  <a:pt x="679220" y="1797675"/>
                </a:cubicBezTo>
                <a:cubicBezTo>
                  <a:pt x="662450" y="1797675"/>
                  <a:pt x="648856" y="1784081"/>
                  <a:pt x="648856" y="1767312"/>
                </a:cubicBezTo>
                <a:cubicBezTo>
                  <a:pt x="648856" y="1750542"/>
                  <a:pt x="662450" y="1736948"/>
                  <a:pt x="679220" y="1736948"/>
                </a:cubicBezTo>
                <a:close/>
                <a:moveTo>
                  <a:pt x="606665" y="1736948"/>
                </a:moveTo>
                <a:cubicBezTo>
                  <a:pt x="623435" y="1736948"/>
                  <a:pt x="637029" y="1750542"/>
                  <a:pt x="637029" y="1767312"/>
                </a:cubicBezTo>
                <a:cubicBezTo>
                  <a:pt x="637029" y="1784081"/>
                  <a:pt x="623435" y="1797675"/>
                  <a:pt x="606665" y="1797675"/>
                </a:cubicBezTo>
                <a:cubicBezTo>
                  <a:pt x="589896" y="1797675"/>
                  <a:pt x="576302" y="1784081"/>
                  <a:pt x="576302" y="1767312"/>
                </a:cubicBezTo>
                <a:cubicBezTo>
                  <a:pt x="576302" y="1750542"/>
                  <a:pt x="589896" y="1736948"/>
                  <a:pt x="606665" y="1736948"/>
                </a:cubicBezTo>
                <a:close/>
                <a:moveTo>
                  <a:pt x="534111" y="1736948"/>
                </a:moveTo>
                <a:cubicBezTo>
                  <a:pt x="550880" y="1736948"/>
                  <a:pt x="564474" y="1750542"/>
                  <a:pt x="564474" y="1767312"/>
                </a:cubicBezTo>
                <a:cubicBezTo>
                  <a:pt x="564474" y="1784081"/>
                  <a:pt x="550880" y="1797675"/>
                  <a:pt x="534111" y="1797675"/>
                </a:cubicBezTo>
                <a:cubicBezTo>
                  <a:pt x="517341" y="1797675"/>
                  <a:pt x="503747" y="1784081"/>
                  <a:pt x="503747" y="1767312"/>
                </a:cubicBezTo>
                <a:cubicBezTo>
                  <a:pt x="503747" y="1750542"/>
                  <a:pt x="517341" y="1736948"/>
                  <a:pt x="534111" y="1736948"/>
                </a:cubicBezTo>
                <a:close/>
                <a:moveTo>
                  <a:pt x="461556" y="1736948"/>
                </a:moveTo>
                <a:cubicBezTo>
                  <a:pt x="478326" y="1736948"/>
                  <a:pt x="491920" y="1750542"/>
                  <a:pt x="491920" y="1767312"/>
                </a:cubicBezTo>
                <a:cubicBezTo>
                  <a:pt x="491920" y="1784081"/>
                  <a:pt x="478326" y="1797675"/>
                  <a:pt x="461556" y="1797675"/>
                </a:cubicBezTo>
                <a:cubicBezTo>
                  <a:pt x="444787" y="1797675"/>
                  <a:pt x="431192" y="1784081"/>
                  <a:pt x="431192" y="1767312"/>
                </a:cubicBezTo>
                <a:cubicBezTo>
                  <a:pt x="431192" y="1750542"/>
                  <a:pt x="444787" y="1736948"/>
                  <a:pt x="461556" y="1736948"/>
                </a:cubicBezTo>
                <a:close/>
                <a:moveTo>
                  <a:pt x="389002" y="1736948"/>
                </a:moveTo>
                <a:cubicBezTo>
                  <a:pt x="405771" y="1736948"/>
                  <a:pt x="419365" y="1750542"/>
                  <a:pt x="419365" y="1767312"/>
                </a:cubicBezTo>
                <a:cubicBezTo>
                  <a:pt x="419365" y="1784081"/>
                  <a:pt x="405771" y="1797675"/>
                  <a:pt x="389002" y="1797675"/>
                </a:cubicBezTo>
                <a:cubicBezTo>
                  <a:pt x="372232" y="1797675"/>
                  <a:pt x="358638" y="1784081"/>
                  <a:pt x="358638" y="1767312"/>
                </a:cubicBezTo>
                <a:cubicBezTo>
                  <a:pt x="358638" y="1750542"/>
                  <a:pt x="372232" y="1736948"/>
                  <a:pt x="389002" y="1736948"/>
                </a:cubicBezTo>
                <a:close/>
                <a:moveTo>
                  <a:pt x="316447" y="1736948"/>
                </a:moveTo>
                <a:cubicBezTo>
                  <a:pt x="333216" y="1736948"/>
                  <a:pt x="346810" y="1750542"/>
                  <a:pt x="346810" y="1767312"/>
                </a:cubicBezTo>
                <a:cubicBezTo>
                  <a:pt x="346810" y="1784081"/>
                  <a:pt x="333216" y="1797675"/>
                  <a:pt x="316447" y="1797675"/>
                </a:cubicBezTo>
                <a:cubicBezTo>
                  <a:pt x="299677" y="1797675"/>
                  <a:pt x="286084" y="1784081"/>
                  <a:pt x="286084" y="1767312"/>
                </a:cubicBezTo>
                <a:cubicBezTo>
                  <a:pt x="286084" y="1750542"/>
                  <a:pt x="299677" y="1736948"/>
                  <a:pt x="316447" y="1736948"/>
                </a:cubicBezTo>
                <a:close/>
                <a:moveTo>
                  <a:pt x="243892" y="1736948"/>
                </a:moveTo>
                <a:cubicBezTo>
                  <a:pt x="260662" y="1736948"/>
                  <a:pt x="274256" y="1750542"/>
                  <a:pt x="274256" y="1767312"/>
                </a:cubicBezTo>
                <a:cubicBezTo>
                  <a:pt x="274256" y="1784081"/>
                  <a:pt x="260662" y="1797675"/>
                  <a:pt x="243892" y="1797675"/>
                </a:cubicBezTo>
                <a:cubicBezTo>
                  <a:pt x="227123" y="1797675"/>
                  <a:pt x="213529" y="1784081"/>
                  <a:pt x="213529" y="1767312"/>
                </a:cubicBezTo>
                <a:cubicBezTo>
                  <a:pt x="213529" y="1750542"/>
                  <a:pt x="227123" y="1736948"/>
                  <a:pt x="243892" y="1736948"/>
                </a:cubicBezTo>
                <a:close/>
                <a:moveTo>
                  <a:pt x="171339" y="1736948"/>
                </a:moveTo>
                <a:cubicBezTo>
                  <a:pt x="188107" y="1736948"/>
                  <a:pt x="201701" y="1750542"/>
                  <a:pt x="201701" y="1767312"/>
                </a:cubicBezTo>
                <a:cubicBezTo>
                  <a:pt x="201701" y="1784081"/>
                  <a:pt x="188107" y="1797675"/>
                  <a:pt x="171339" y="1797675"/>
                </a:cubicBezTo>
                <a:cubicBezTo>
                  <a:pt x="154588" y="1797675"/>
                  <a:pt x="140995" y="1784081"/>
                  <a:pt x="140995" y="1767312"/>
                </a:cubicBezTo>
                <a:cubicBezTo>
                  <a:pt x="140995" y="1750542"/>
                  <a:pt x="154588" y="1736948"/>
                  <a:pt x="171339" y="1736948"/>
                </a:cubicBezTo>
                <a:close/>
                <a:moveTo>
                  <a:pt x="98806" y="1736948"/>
                </a:moveTo>
                <a:cubicBezTo>
                  <a:pt x="115574" y="1736948"/>
                  <a:pt x="129168" y="1750542"/>
                  <a:pt x="129168" y="1767312"/>
                </a:cubicBezTo>
                <a:cubicBezTo>
                  <a:pt x="129168" y="1784081"/>
                  <a:pt x="115574" y="1797675"/>
                  <a:pt x="98806" y="1797675"/>
                </a:cubicBezTo>
                <a:cubicBezTo>
                  <a:pt x="82035" y="1797675"/>
                  <a:pt x="68442" y="1784081"/>
                  <a:pt x="68442" y="1767312"/>
                </a:cubicBezTo>
                <a:cubicBezTo>
                  <a:pt x="68442" y="1750542"/>
                  <a:pt x="82035" y="1736948"/>
                  <a:pt x="98806" y="1736948"/>
                </a:cubicBezTo>
                <a:close/>
                <a:moveTo>
                  <a:pt x="26251" y="1736948"/>
                </a:moveTo>
                <a:cubicBezTo>
                  <a:pt x="43020" y="1736948"/>
                  <a:pt x="56614" y="1750542"/>
                  <a:pt x="56614" y="1767312"/>
                </a:cubicBezTo>
                <a:cubicBezTo>
                  <a:pt x="56614" y="1784081"/>
                  <a:pt x="43020" y="1797675"/>
                  <a:pt x="26251" y="1797675"/>
                </a:cubicBezTo>
                <a:cubicBezTo>
                  <a:pt x="17866" y="1797675"/>
                  <a:pt x="10276" y="1794277"/>
                  <a:pt x="4781" y="1788782"/>
                </a:cubicBezTo>
                <a:lnTo>
                  <a:pt x="0" y="1777239"/>
                </a:lnTo>
                <a:lnTo>
                  <a:pt x="0" y="1757384"/>
                </a:lnTo>
                <a:lnTo>
                  <a:pt x="4781" y="1745841"/>
                </a:lnTo>
                <a:cubicBezTo>
                  <a:pt x="10276" y="1740347"/>
                  <a:pt x="17866" y="1736948"/>
                  <a:pt x="26251" y="1736948"/>
                </a:cubicBezTo>
                <a:close/>
                <a:moveTo>
                  <a:pt x="1030341" y="1658849"/>
                </a:moveTo>
                <a:lnTo>
                  <a:pt x="1020041" y="1666551"/>
                </a:lnTo>
                <a:lnTo>
                  <a:pt x="1020522" y="1665390"/>
                </a:lnTo>
                <a:cubicBezTo>
                  <a:pt x="1023269" y="1662642"/>
                  <a:pt x="1026541" y="1660419"/>
                  <a:pt x="1030173" y="1658883"/>
                </a:cubicBezTo>
                <a:close/>
                <a:moveTo>
                  <a:pt x="969438" y="1656497"/>
                </a:moveTo>
                <a:cubicBezTo>
                  <a:pt x="977823" y="1656497"/>
                  <a:pt x="985413" y="1659895"/>
                  <a:pt x="990908" y="1665390"/>
                </a:cubicBezTo>
                <a:lnTo>
                  <a:pt x="997511" y="1681329"/>
                </a:lnTo>
                <a:lnTo>
                  <a:pt x="950384" y="1709959"/>
                </a:lnTo>
                <a:lnTo>
                  <a:pt x="947968" y="1708330"/>
                </a:lnTo>
                <a:cubicBezTo>
                  <a:pt x="942473" y="1702836"/>
                  <a:pt x="939075" y="1695245"/>
                  <a:pt x="939075" y="1686860"/>
                </a:cubicBezTo>
                <a:cubicBezTo>
                  <a:pt x="939075" y="1670091"/>
                  <a:pt x="952669" y="1656497"/>
                  <a:pt x="969438" y="1656497"/>
                </a:cubicBezTo>
                <a:close/>
                <a:moveTo>
                  <a:pt x="896883" y="1656497"/>
                </a:moveTo>
                <a:cubicBezTo>
                  <a:pt x="913653" y="1656497"/>
                  <a:pt x="927247" y="1670091"/>
                  <a:pt x="927247" y="1686860"/>
                </a:cubicBezTo>
                <a:cubicBezTo>
                  <a:pt x="927247" y="1703630"/>
                  <a:pt x="913653" y="1717224"/>
                  <a:pt x="896883" y="1717224"/>
                </a:cubicBezTo>
                <a:cubicBezTo>
                  <a:pt x="880114" y="1717224"/>
                  <a:pt x="866520" y="1703630"/>
                  <a:pt x="866520" y="1686860"/>
                </a:cubicBezTo>
                <a:cubicBezTo>
                  <a:pt x="866520" y="1670091"/>
                  <a:pt x="880114" y="1656497"/>
                  <a:pt x="896883" y="1656497"/>
                </a:cubicBezTo>
                <a:close/>
                <a:moveTo>
                  <a:pt x="824329" y="1656497"/>
                </a:moveTo>
                <a:cubicBezTo>
                  <a:pt x="841098" y="1656497"/>
                  <a:pt x="854692" y="1670091"/>
                  <a:pt x="854692" y="1686860"/>
                </a:cubicBezTo>
                <a:cubicBezTo>
                  <a:pt x="854692" y="1703630"/>
                  <a:pt x="841098" y="1717224"/>
                  <a:pt x="824329" y="1717224"/>
                </a:cubicBezTo>
                <a:cubicBezTo>
                  <a:pt x="807559" y="1717224"/>
                  <a:pt x="793965" y="1703630"/>
                  <a:pt x="793965" y="1686860"/>
                </a:cubicBezTo>
                <a:cubicBezTo>
                  <a:pt x="793965" y="1670091"/>
                  <a:pt x="807559" y="1656497"/>
                  <a:pt x="824329" y="1656497"/>
                </a:cubicBezTo>
                <a:close/>
                <a:moveTo>
                  <a:pt x="751774" y="1656497"/>
                </a:moveTo>
                <a:cubicBezTo>
                  <a:pt x="768544" y="1656497"/>
                  <a:pt x="782138" y="1670091"/>
                  <a:pt x="782138" y="1686860"/>
                </a:cubicBezTo>
                <a:cubicBezTo>
                  <a:pt x="782138" y="1703630"/>
                  <a:pt x="768544" y="1717224"/>
                  <a:pt x="751774" y="1717224"/>
                </a:cubicBezTo>
                <a:cubicBezTo>
                  <a:pt x="735005" y="1717224"/>
                  <a:pt x="721411" y="1703630"/>
                  <a:pt x="721411" y="1686860"/>
                </a:cubicBezTo>
                <a:cubicBezTo>
                  <a:pt x="721411" y="1670091"/>
                  <a:pt x="735005" y="1656497"/>
                  <a:pt x="751774" y="1656497"/>
                </a:cubicBezTo>
                <a:close/>
                <a:moveTo>
                  <a:pt x="679220" y="1656497"/>
                </a:moveTo>
                <a:cubicBezTo>
                  <a:pt x="695989" y="1656497"/>
                  <a:pt x="709583" y="1670091"/>
                  <a:pt x="709583" y="1686860"/>
                </a:cubicBezTo>
                <a:cubicBezTo>
                  <a:pt x="709583" y="1703630"/>
                  <a:pt x="695989" y="1717224"/>
                  <a:pt x="679220" y="1717224"/>
                </a:cubicBezTo>
                <a:cubicBezTo>
                  <a:pt x="662450" y="1717224"/>
                  <a:pt x="648856" y="1703630"/>
                  <a:pt x="648856" y="1686860"/>
                </a:cubicBezTo>
                <a:cubicBezTo>
                  <a:pt x="648856" y="1670091"/>
                  <a:pt x="662450" y="1656497"/>
                  <a:pt x="679220" y="1656497"/>
                </a:cubicBezTo>
                <a:close/>
                <a:moveTo>
                  <a:pt x="606665" y="1656497"/>
                </a:moveTo>
                <a:cubicBezTo>
                  <a:pt x="623435" y="1656497"/>
                  <a:pt x="637029" y="1670091"/>
                  <a:pt x="637029" y="1686860"/>
                </a:cubicBezTo>
                <a:cubicBezTo>
                  <a:pt x="637029" y="1703630"/>
                  <a:pt x="623435" y="1717224"/>
                  <a:pt x="606665" y="1717224"/>
                </a:cubicBezTo>
                <a:cubicBezTo>
                  <a:pt x="589896" y="1717224"/>
                  <a:pt x="576302" y="1703630"/>
                  <a:pt x="576302" y="1686860"/>
                </a:cubicBezTo>
                <a:cubicBezTo>
                  <a:pt x="576302" y="1670091"/>
                  <a:pt x="589896" y="1656497"/>
                  <a:pt x="606665" y="1656497"/>
                </a:cubicBezTo>
                <a:close/>
                <a:moveTo>
                  <a:pt x="534111" y="1656497"/>
                </a:moveTo>
                <a:cubicBezTo>
                  <a:pt x="550880" y="1656497"/>
                  <a:pt x="564474" y="1670091"/>
                  <a:pt x="564474" y="1686860"/>
                </a:cubicBezTo>
                <a:cubicBezTo>
                  <a:pt x="564474" y="1703630"/>
                  <a:pt x="550880" y="1717224"/>
                  <a:pt x="534111" y="1717224"/>
                </a:cubicBezTo>
                <a:cubicBezTo>
                  <a:pt x="517341" y="1717224"/>
                  <a:pt x="503747" y="1703630"/>
                  <a:pt x="503747" y="1686860"/>
                </a:cubicBezTo>
                <a:cubicBezTo>
                  <a:pt x="503747" y="1670091"/>
                  <a:pt x="517341" y="1656497"/>
                  <a:pt x="534111" y="1656497"/>
                </a:cubicBezTo>
                <a:close/>
                <a:moveTo>
                  <a:pt x="461556" y="1656497"/>
                </a:moveTo>
                <a:cubicBezTo>
                  <a:pt x="478326" y="1656497"/>
                  <a:pt x="491920" y="1670091"/>
                  <a:pt x="491920" y="1686860"/>
                </a:cubicBezTo>
                <a:cubicBezTo>
                  <a:pt x="491920" y="1703630"/>
                  <a:pt x="478326" y="1717224"/>
                  <a:pt x="461556" y="1717224"/>
                </a:cubicBezTo>
                <a:cubicBezTo>
                  <a:pt x="444787" y="1717224"/>
                  <a:pt x="431192" y="1703630"/>
                  <a:pt x="431192" y="1686860"/>
                </a:cubicBezTo>
                <a:cubicBezTo>
                  <a:pt x="431192" y="1670091"/>
                  <a:pt x="444787" y="1656497"/>
                  <a:pt x="461556" y="1656497"/>
                </a:cubicBezTo>
                <a:close/>
                <a:moveTo>
                  <a:pt x="389002" y="1656497"/>
                </a:moveTo>
                <a:cubicBezTo>
                  <a:pt x="405771" y="1656497"/>
                  <a:pt x="419365" y="1670091"/>
                  <a:pt x="419365" y="1686860"/>
                </a:cubicBezTo>
                <a:cubicBezTo>
                  <a:pt x="419365" y="1703630"/>
                  <a:pt x="405771" y="1717224"/>
                  <a:pt x="389002" y="1717224"/>
                </a:cubicBezTo>
                <a:cubicBezTo>
                  <a:pt x="372232" y="1717224"/>
                  <a:pt x="358638" y="1703630"/>
                  <a:pt x="358638" y="1686860"/>
                </a:cubicBezTo>
                <a:cubicBezTo>
                  <a:pt x="358638" y="1670091"/>
                  <a:pt x="372232" y="1656497"/>
                  <a:pt x="389002" y="1656497"/>
                </a:cubicBezTo>
                <a:close/>
                <a:moveTo>
                  <a:pt x="316447" y="1656497"/>
                </a:moveTo>
                <a:cubicBezTo>
                  <a:pt x="333216" y="1656497"/>
                  <a:pt x="346810" y="1670091"/>
                  <a:pt x="346810" y="1686860"/>
                </a:cubicBezTo>
                <a:cubicBezTo>
                  <a:pt x="346810" y="1703630"/>
                  <a:pt x="333216" y="1717224"/>
                  <a:pt x="316447" y="1717224"/>
                </a:cubicBezTo>
                <a:cubicBezTo>
                  <a:pt x="299677" y="1717224"/>
                  <a:pt x="286084" y="1703630"/>
                  <a:pt x="286084" y="1686860"/>
                </a:cubicBezTo>
                <a:cubicBezTo>
                  <a:pt x="286084" y="1670091"/>
                  <a:pt x="299677" y="1656497"/>
                  <a:pt x="316447" y="1656497"/>
                </a:cubicBezTo>
                <a:close/>
                <a:moveTo>
                  <a:pt x="243892" y="1656497"/>
                </a:moveTo>
                <a:cubicBezTo>
                  <a:pt x="260662" y="1656497"/>
                  <a:pt x="274256" y="1670091"/>
                  <a:pt x="274256" y="1686860"/>
                </a:cubicBezTo>
                <a:cubicBezTo>
                  <a:pt x="274256" y="1703630"/>
                  <a:pt x="260662" y="1717224"/>
                  <a:pt x="243892" y="1717224"/>
                </a:cubicBezTo>
                <a:cubicBezTo>
                  <a:pt x="227123" y="1717224"/>
                  <a:pt x="213529" y="1703630"/>
                  <a:pt x="213529" y="1686860"/>
                </a:cubicBezTo>
                <a:cubicBezTo>
                  <a:pt x="213529" y="1670091"/>
                  <a:pt x="227123" y="1656497"/>
                  <a:pt x="243892" y="1656497"/>
                </a:cubicBezTo>
                <a:close/>
                <a:moveTo>
                  <a:pt x="171339" y="1656497"/>
                </a:moveTo>
                <a:cubicBezTo>
                  <a:pt x="188107" y="1656497"/>
                  <a:pt x="201701" y="1670091"/>
                  <a:pt x="201701" y="1686860"/>
                </a:cubicBezTo>
                <a:cubicBezTo>
                  <a:pt x="201701" y="1703630"/>
                  <a:pt x="188107" y="1717224"/>
                  <a:pt x="171339" y="1717224"/>
                </a:cubicBezTo>
                <a:cubicBezTo>
                  <a:pt x="154594" y="1717224"/>
                  <a:pt x="141001" y="1703630"/>
                  <a:pt x="141001" y="1686860"/>
                </a:cubicBezTo>
                <a:cubicBezTo>
                  <a:pt x="141001" y="1670091"/>
                  <a:pt x="154594" y="1656497"/>
                  <a:pt x="171339" y="1656497"/>
                </a:cubicBezTo>
                <a:close/>
                <a:moveTo>
                  <a:pt x="98812" y="1656497"/>
                </a:moveTo>
                <a:cubicBezTo>
                  <a:pt x="115580" y="1656497"/>
                  <a:pt x="129174" y="1670091"/>
                  <a:pt x="129174" y="1686860"/>
                </a:cubicBezTo>
                <a:cubicBezTo>
                  <a:pt x="129174" y="1703630"/>
                  <a:pt x="115580" y="1717224"/>
                  <a:pt x="98812" y="1717224"/>
                </a:cubicBezTo>
                <a:cubicBezTo>
                  <a:pt x="82042" y="1717224"/>
                  <a:pt x="68448" y="1703630"/>
                  <a:pt x="68448" y="1686860"/>
                </a:cubicBezTo>
                <a:cubicBezTo>
                  <a:pt x="68448" y="1670091"/>
                  <a:pt x="82042" y="1656497"/>
                  <a:pt x="98812" y="1656497"/>
                </a:cubicBezTo>
                <a:close/>
                <a:moveTo>
                  <a:pt x="26257" y="1656497"/>
                </a:moveTo>
                <a:cubicBezTo>
                  <a:pt x="43026" y="1656497"/>
                  <a:pt x="56620" y="1670091"/>
                  <a:pt x="56620" y="1686860"/>
                </a:cubicBezTo>
                <a:cubicBezTo>
                  <a:pt x="56620" y="1703630"/>
                  <a:pt x="43026" y="1717224"/>
                  <a:pt x="26257" y="1717224"/>
                </a:cubicBezTo>
                <a:cubicBezTo>
                  <a:pt x="17873" y="1717224"/>
                  <a:pt x="10282" y="1713826"/>
                  <a:pt x="4787" y="1708331"/>
                </a:cubicBezTo>
                <a:lnTo>
                  <a:pt x="0" y="1696773"/>
                </a:lnTo>
                <a:lnTo>
                  <a:pt x="0" y="1676947"/>
                </a:lnTo>
                <a:lnTo>
                  <a:pt x="4787" y="1665390"/>
                </a:lnTo>
                <a:cubicBezTo>
                  <a:pt x="10282" y="1659896"/>
                  <a:pt x="17873" y="1656497"/>
                  <a:pt x="26257" y="1656497"/>
                </a:cubicBezTo>
                <a:close/>
                <a:moveTo>
                  <a:pt x="1114547" y="1576045"/>
                </a:moveTo>
                <a:cubicBezTo>
                  <a:pt x="1118739" y="1576045"/>
                  <a:pt x="1122733" y="1576894"/>
                  <a:pt x="1126366" y="1578431"/>
                </a:cubicBezTo>
                <a:lnTo>
                  <a:pt x="1131977" y="1582214"/>
                </a:lnTo>
                <a:lnTo>
                  <a:pt x="1128051" y="1585783"/>
                </a:lnTo>
                <a:lnTo>
                  <a:pt x="1088035" y="1615706"/>
                </a:lnTo>
                <a:lnTo>
                  <a:pt x="1084184" y="1606408"/>
                </a:lnTo>
                <a:cubicBezTo>
                  <a:pt x="1084184" y="1589639"/>
                  <a:pt x="1097778" y="1576045"/>
                  <a:pt x="1114547" y="1576045"/>
                </a:cubicBezTo>
                <a:close/>
                <a:moveTo>
                  <a:pt x="1041993" y="1576045"/>
                </a:moveTo>
                <a:cubicBezTo>
                  <a:pt x="1058762" y="1576045"/>
                  <a:pt x="1072356" y="1589639"/>
                  <a:pt x="1072356" y="1606408"/>
                </a:cubicBezTo>
                <a:cubicBezTo>
                  <a:pt x="1072356" y="1623178"/>
                  <a:pt x="1058762" y="1636772"/>
                  <a:pt x="1041993" y="1636772"/>
                </a:cubicBezTo>
                <a:cubicBezTo>
                  <a:pt x="1025223" y="1636772"/>
                  <a:pt x="1011629" y="1623178"/>
                  <a:pt x="1011629" y="1606408"/>
                </a:cubicBezTo>
                <a:cubicBezTo>
                  <a:pt x="1011629" y="1589639"/>
                  <a:pt x="1025223" y="1576045"/>
                  <a:pt x="1041993" y="1576045"/>
                </a:cubicBezTo>
                <a:close/>
                <a:moveTo>
                  <a:pt x="969438" y="1576045"/>
                </a:moveTo>
                <a:cubicBezTo>
                  <a:pt x="986208" y="1576045"/>
                  <a:pt x="999801" y="1589639"/>
                  <a:pt x="999801" y="1606408"/>
                </a:cubicBezTo>
                <a:cubicBezTo>
                  <a:pt x="999801" y="1623178"/>
                  <a:pt x="986208" y="1636772"/>
                  <a:pt x="969438" y="1636772"/>
                </a:cubicBezTo>
                <a:cubicBezTo>
                  <a:pt x="952669" y="1636772"/>
                  <a:pt x="939075" y="1623178"/>
                  <a:pt x="939075" y="1606408"/>
                </a:cubicBezTo>
                <a:cubicBezTo>
                  <a:pt x="939075" y="1589639"/>
                  <a:pt x="952669" y="1576045"/>
                  <a:pt x="969438" y="1576045"/>
                </a:cubicBezTo>
                <a:close/>
                <a:moveTo>
                  <a:pt x="896883" y="1576045"/>
                </a:moveTo>
                <a:cubicBezTo>
                  <a:pt x="913653" y="1576045"/>
                  <a:pt x="927247" y="1589639"/>
                  <a:pt x="927247" y="1606408"/>
                </a:cubicBezTo>
                <a:cubicBezTo>
                  <a:pt x="927247" y="1623178"/>
                  <a:pt x="913653" y="1636772"/>
                  <a:pt x="896883" y="1636772"/>
                </a:cubicBezTo>
                <a:cubicBezTo>
                  <a:pt x="880114" y="1636772"/>
                  <a:pt x="866520" y="1623178"/>
                  <a:pt x="866520" y="1606408"/>
                </a:cubicBezTo>
                <a:cubicBezTo>
                  <a:pt x="866520" y="1589639"/>
                  <a:pt x="880114" y="1576045"/>
                  <a:pt x="896883" y="1576045"/>
                </a:cubicBezTo>
                <a:close/>
                <a:moveTo>
                  <a:pt x="824329" y="1576045"/>
                </a:moveTo>
                <a:cubicBezTo>
                  <a:pt x="841098" y="1576045"/>
                  <a:pt x="854692" y="1589639"/>
                  <a:pt x="854692" y="1606408"/>
                </a:cubicBezTo>
                <a:cubicBezTo>
                  <a:pt x="854692" y="1623178"/>
                  <a:pt x="841098" y="1636772"/>
                  <a:pt x="824329" y="1636772"/>
                </a:cubicBezTo>
                <a:cubicBezTo>
                  <a:pt x="807559" y="1636772"/>
                  <a:pt x="793965" y="1623178"/>
                  <a:pt x="793965" y="1606408"/>
                </a:cubicBezTo>
                <a:cubicBezTo>
                  <a:pt x="793965" y="1589639"/>
                  <a:pt x="807559" y="1576045"/>
                  <a:pt x="824329" y="1576045"/>
                </a:cubicBezTo>
                <a:close/>
                <a:moveTo>
                  <a:pt x="751774" y="1576045"/>
                </a:moveTo>
                <a:cubicBezTo>
                  <a:pt x="768544" y="1576045"/>
                  <a:pt x="782138" y="1589639"/>
                  <a:pt x="782138" y="1606408"/>
                </a:cubicBezTo>
                <a:cubicBezTo>
                  <a:pt x="782138" y="1623178"/>
                  <a:pt x="768544" y="1636772"/>
                  <a:pt x="751774" y="1636772"/>
                </a:cubicBezTo>
                <a:cubicBezTo>
                  <a:pt x="735005" y="1636772"/>
                  <a:pt x="721411" y="1623178"/>
                  <a:pt x="721411" y="1606408"/>
                </a:cubicBezTo>
                <a:cubicBezTo>
                  <a:pt x="721411" y="1589639"/>
                  <a:pt x="735005" y="1576045"/>
                  <a:pt x="751774" y="1576045"/>
                </a:cubicBezTo>
                <a:close/>
                <a:moveTo>
                  <a:pt x="679220" y="1576045"/>
                </a:moveTo>
                <a:cubicBezTo>
                  <a:pt x="695989" y="1576045"/>
                  <a:pt x="709583" y="1589639"/>
                  <a:pt x="709583" y="1606408"/>
                </a:cubicBezTo>
                <a:cubicBezTo>
                  <a:pt x="709583" y="1623178"/>
                  <a:pt x="695989" y="1636772"/>
                  <a:pt x="679220" y="1636772"/>
                </a:cubicBezTo>
                <a:cubicBezTo>
                  <a:pt x="662450" y="1636772"/>
                  <a:pt x="648856" y="1623178"/>
                  <a:pt x="648856" y="1606408"/>
                </a:cubicBezTo>
                <a:cubicBezTo>
                  <a:pt x="648856" y="1589639"/>
                  <a:pt x="662450" y="1576045"/>
                  <a:pt x="679220" y="1576045"/>
                </a:cubicBezTo>
                <a:close/>
                <a:moveTo>
                  <a:pt x="606665" y="1576045"/>
                </a:moveTo>
                <a:cubicBezTo>
                  <a:pt x="623435" y="1576045"/>
                  <a:pt x="637029" y="1589639"/>
                  <a:pt x="637029" y="1606408"/>
                </a:cubicBezTo>
                <a:cubicBezTo>
                  <a:pt x="637029" y="1623178"/>
                  <a:pt x="623435" y="1636772"/>
                  <a:pt x="606665" y="1636772"/>
                </a:cubicBezTo>
                <a:cubicBezTo>
                  <a:pt x="589896" y="1636772"/>
                  <a:pt x="576302" y="1623178"/>
                  <a:pt x="576302" y="1606408"/>
                </a:cubicBezTo>
                <a:cubicBezTo>
                  <a:pt x="576302" y="1589639"/>
                  <a:pt x="589896" y="1576045"/>
                  <a:pt x="606665" y="1576045"/>
                </a:cubicBezTo>
                <a:close/>
                <a:moveTo>
                  <a:pt x="534111" y="1576045"/>
                </a:moveTo>
                <a:cubicBezTo>
                  <a:pt x="550880" y="1576045"/>
                  <a:pt x="564474" y="1589639"/>
                  <a:pt x="564474" y="1606408"/>
                </a:cubicBezTo>
                <a:cubicBezTo>
                  <a:pt x="564474" y="1623178"/>
                  <a:pt x="550880" y="1636772"/>
                  <a:pt x="534111" y="1636772"/>
                </a:cubicBezTo>
                <a:cubicBezTo>
                  <a:pt x="517341" y="1636772"/>
                  <a:pt x="503747" y="1623178"/>
                  <a:pt x="503747" y="1606408"/>
                </a:cubicBezTo>
                <a:cubicBezTo>
                  <a:pt x="503747" y="1589639"/>
                  <a:pt x="517341" y="1576045"/>
                  <a:pt x="534111" y="1576045"/>
                </a:cubicBezTo>
                <a:close/>
                <a:moveTo>
                  <a:pt x="461556" y="1576045"/>
                </a:moveTo>
                <a:cubicBezTo>
                  <a:pt x="478326" y="1576045"/>
                  <a:pt x="491920" y="1589639"/>
                  <a:pt x="491920" y="1606408"/>
                </a:cubicBezTo>
                <a:cubicBezTo>
                  <a:pt x="491920" y="1623178"/>
                  <a:pt x="478326" y="1636772"/>
                  <a:pt x="461556" y="1636772"/>
                </a:cubicBezTo>
                <a:cubicBezTo>
                  <a:pt x="444787" y="1636772"/>
                  <a:pt x="431192" y="1623178"/>
                  <a:pt x="431192" y="1606408"/>
                </a:cubicBezTo>
                <a:cubicBezTo>
                  <a:pt x="431192" y="1589639"/>
                  <a:pt x="444787" y="1576045"/>
                  <a:pt x="461556" y="1576045"/>
                </a:cubicBezTo>
                <a:close/>
                <a:moveTo>
                  <a:pt x="389002" y="1576045"/>
                </a:moveTo>
                <a:cubicBezTo>
                  <a:pt x="405771" y="1576045"/>
                  <a:pt x="419365" y="1589639"/>
                  <a:pt x="419365" y="1606408"/>
                </a:cubicBezTo>
                <a:cubicBezTo>
                  <a:pt x="419365" y="1623178"/>
                  <a:pt x="405771" y="1636772"/>
                  <a:pt x="389002" y="1636772"/>
                </a:cubicBezTo>
                <a:cubicBezTo>
                  <a:pt x="372232" y="1636772"/>
                  <a:pt x="358638" y="1623178"/>
                  <a:pt x="358638" y="1606408"/>
                </a:cubicBezTo>
                <a:cubicBezTo>
                  <a:pt x="358638" y="1589639"/>
                  <a:pt x="372232" y="1576045"/>
                  <a:pt x="389002" y="1576045"/>
                </a:cubicBezTo>
                <a:close/>
                <a:moveTo>
                  <a:pt x="316447" y="1576045"/>
                </a:moveTo>
                <a:cubicBezTo>
                  <a:pt x="333216" y="1576045"/>
                  <a:pt x="346810" y="1589639"/>
                  <a:pt x="346810" y="1606408"/>
                </a:cubicBezTo>
                <a:cubicBezTo>
                  <a:pt x="346810" y="1623178"/>
                  <a:pt x="333216" y="1636772"/>
                  <a:pt x="316447" y="1636772"/>
                </a:cubicBezTo>
                <a:cubicBezTo>
                  <a:pt x="299677" y="1636772"/>
                  <a:pt x="286084" y="1623178"/>
                  <a:pt x="286084" y="1606408"/>
                </a:cubicBezTo>
                <a:cubicBezTo>
                  <a:pt x="286084" y="1589639"/>
                  <a:pt x="299677" y="1576045"/>
                  <a:pt x="316447" y="1576045"/>
                </a:cubicBezTo>
                <a:close/>
                <a:moveTo>
                  <a:pt x="243892" y="1576045"/>
                </a:moveTo>
                <a:cubicBezTo>
                  <a:pt x="260662" y="1576045"/>
                  <a:pt x="274256" y="1589639"/>
                  <a:pt x="274256" y="1606408"/>
                </a:cubicBezTo>
                <a:cubicBezTo>
                  <a:pt x="274256" y="1623178"/>
                  <a:pt x="260662" y="1636772"/>
                  <a:pt x="243892" y="1636772"/>
                </a:cubicBezTo>
                <a:cubicBezTo>
                  <a:pt x="227123" y="1636772"/>
                  <a:pt x="213529" y="1623178"/>
                  <a:pt x="213529" y="1606408"/>
                </a:cubicBezTo>
                <a:cubicBezTo>
                  <a:pt x="213529" y="1589639"/>
                  <a:pt x="227123" y="1576045"/>
                  <a:pt x="243892" y="1576045"/>
                </a:cubicBezTo>
                <a:close/>
                <a:moveTo>
                  <a:pt x="171339" y="1576045"/>
                </a:moveTo>
                <a:cubicBezTo>
                  <a:pt x="188107" y="1576045"/>
                  <a:pt x="201701" y="1589639"/>
                  <a:pt x="201701" y="1606408"/>
                </a:cubicBezTo>
                <a:cubicBezTo>
                  <a:pt x="201701" y="1623178"/>
                  <a:pt x="188107" y="1636772"/>
                  <a:pt x="171339" y="1636772"/>
                </a:cubicBezTo>
                <a:cubicBezTo>
                  <a:pt x="154599" y="1636772"/>
                  <a:pt x="141006" y="1623178"/>
                  <a:pt x="141006" y="1606408"/>
                </a:cubicBezTo>
                <a:cubicBezTo>
                  <a:pt x="141006" y="1589639"/>
                  <a:pt x="154599" y="1576045"/>
                  <a:pt x="171339" y="1576045"/>
                </a:cubicBezTo>
                <a:close/>
                <a:moveTo>
                  <a:pt x="98818" y="1576045"/>
                </a:moveTo>
                <a:cubicBezTo>
                  <a:pt x="115586" y="1576045"/>
                  <a:pt x="129180" y="1589639"/>
                  <a:pt x="129180" y="1606408"/>
                </a:cubicBezTo>
                <a:cubicBezTo>
                  <a:pt x="129180" y="1623178"/>
                  <a:pt x="115586" y="1636772"/>
                  <a:pt x="98818" y="1636772"/>
                </a:cubicBezTo>
                <a:cubicBezTo>
                  <a:pt x="82048" y="1636772"/>
                  <a:pt x="68454" y="1623178"/>
                  <a:pt x="68454" y="1606408"/>
                </a:cubicBezTo>
                <a:cubicBezTo>
                  <a:pt x="68454" y="1589639"/>
                  <a:pt x="82048" y="1576045"/>
                  <a:pt x="98818" y="1576045"/>
                </a:cubicBezTo>
                <a:close/>
                <a:moveTo>
                  <a:pt x="26264" y="1576045"/>
                </a:moveTo>
                <a:cubicBezTo>
                  <a:pt x="43032" y="1576045"/>
                  <a:pt x="56626" y="1589639"/>
                  <a:pt x="56626" y="1606408"/>
                </a:cubicBezTo>
                <a:cubicBezTo>
                  <a:pt x="56626" y="1623178"/>
                  <a:pt x="43032" y="1636772"/>
                  <a:pt x="26264" y="1636772"/>
                </a:cubicBezTo>
                <a:cubicBezTo>
                  <a:pt x="17880" y="1636772"/>
                  <a:pt x="10289" y="1633374"/>
                  <a:pt x="4794" y="1627879"/>
                </a:cubicBezTo>
                <a:lnTo>
                  <a:pt x="0" y="1616304"/>
                </a:lnTo>
                <a:lnTo>
                  <a:pt x="0" y="1596512"/>
                </a:lnTo>
                <a:lnTo>
                  <a:pt x="4794" y="1584938"/>
                </a:lnTo>
                <a:cubicBezTo>
                  <a:pt x="10289" y="1579444"/>
                  <a:pt x="17880" y="1576045"/>
                  <a:pt x="26264" y="1576045"/>
                </a:cubicBezTo>
                <a:close/>
                <a:moveTo>
                  <a:pt x="1187102" y="1495593"/>
                </a:moveTo>
                <a:cubicBezTo>
                  <a:pt x="1195486" y="1495593"/>
                  <a:pt x="1203077" y="1498992"/>
                  <a:pt x="1208572" y="1504486"/>
                </a:cubicBezTo>
                <a:lnTo>
                  <a:pt x="1211014" y="1510381"/>
                </a:lnTo>
                <a:lnTo>
                  <a:pt x="1168285" y="1549216"/>
                </a:lnTo>
                <a:lnTo>
                  <a:pt x="1165631" y="1547427"/>
                </a:lnTo>
                <a:cubicBezTo>
                  <a:pt x="1160137" y="1541932"/>
                  <a:pt x="1156738" y="1534341"/>
                  <a:pt x="1156738" y="1525957"/>
                </a:cubicBezTo>
                <a:cubicBezTo>
                  <a:pt x="1156738" y="1509187"/>
                  <a:pt x="1170332" y="1495593"/>
                  <a:pt x="1187102" y="1495593"/>
                </a:cubicBezTo>
                <a:close/>
                <a:moveTo>
                  <a:pt x="1114547" y="1495593"/>
                </a:moveTo>
                <a:cubicBezTo>
                  <a:pt x="1131317" y="1495593"/>
                  <a:pt x="1144911" y="1509187"/>
                  <a:pt x="1144911" y="1525957"/>
                </a:cubicBezTo>
                <a:cubicBezTo>
                  <a:pt x="1144911" y="1542726"/>
                  <a:pt x="1131317" y="1556320"/>
                  <a:pt x="1114547" y="1556320"/>
                </a:cubicBezTo>
                <a:cubicBezTo>
                  <a:pt x="1097778" y="1556320"/>
                  <a:pt x="1084184" y="1542726"/>
                  <a:pt x="1084184" y="1525957"/>
                </a:cubicBezTo>
                <a:cubicBezTo>
                  <a:pt x="1084184" y="1509187"/>
                  <a:pt x="1097778" y="1495593"/>
                  <a:pt x="1114547" y="1495593"/>
                </a:cubicBezTo>
                <a:close/>
                <a:moveTo>
                  <a:pt x="1041993" y="1495593"/>
                </a:moveTo>
                <a:cubicBezTo>
                  <a:pt x="1058762" y="1495593"/>
                  <a:pt x="1072356" y="1509187"/>
                  <a:pt x="1072356" y="1525957"/>
                </a:cubicBezTo>
                <a:cubicBezTo>
                  <a:pt x="1072356" y="1542726"/>
                  <a:pt x="1058762" y="1556320"/>
                  <a:pt x="1041993" y="1556320"/>
                </a:cubicBezTo>
                <a:cubicBezTo>
                  <a:pt x="1025223" y="1556320"/>
                  <a:pt x="1011629" y="1542726"/>
                  <a:pt x="1011629" y="1525957"/>
                </a:cubicBezTo>
                <a:cubicBezTo>
                  <a:pt x="1011629" y="1509187"/>
                  <a:pt x="1025223" y="1495593"/>
                  <a:pt x="1041993" y="1495593"/>
                </a:cubicBezTo>
                <a:close/>
                <a:moveTo>
                  <a:pt x="969438" y="1495593"/>
                </a:moveTo>
                <a:cubicBezTo>
                  <a:pt x="986208" y="1495593"/>
                  <a:pt x="999801" y="1509187"/>
                  <a:pt x="999801" y="1525957"/>
                </a:cubicBezTo>
                <a:cubicBezTo>
                  <a:pt x="999801" y="1542726"/>
                  <a:pt x="986208" y="1556320"/>
                  <a:pt x="969438" y="1556320"/>
                </a:cubicBezTo>
                <a:cubicBezTo>
                  <a:pt x="952669" y="1556320"/>
                  <a:pt x="939075" y="1542726"/>
                  <a:pt x="939075" y="1525957"/>
                </a:cubicBezTo>
                <a:cubicBezTo>
                  <a:pt x="939075" y="1509187"/>
                  <a:pt x="952669" y="1495593"/>
                  <a:pt x="969438" y="1495593"/>
                </a:cubicBezTo>
                <a:close/>
                <a:moveTo>
                  <a:pt x="896883" y="1495593"/>
                </a:moveTo>
                <a:cubicBezTo>
                  <a:pt x="913653" y="1495593"/>
                  <a:pt x="927247" y="1509187"/>
                  <a:pt x="927247" y="1525957"/>
                </a:cubicBezTo>
                <a:cubicBezTo>
                  <a:pt x="927247" y="1542726"/>
                  <a:pt x="913653" y="1556320"/>
                  <a:pt x="896883" y="1556320"/>
                </a:cubicBezTo>
                <a:cubicBezTo>
                  <a:pt x="880114" y="1556320"/>
                  <a:pt x="866520" y="1542726"/>
                  <a:pt x="866520" y="1525957"/>
                </a:cubicBezTo>
                <a:cubicBezTo>
                  <a:pt x="866520" y="1509187"/>
                  <a:pt x="880114" y="1495593"/>
                  <a:pt x="896883" y="1495593"/>
                </a:cubicBezTo>
                <a:close/>
                <a:moveTo>
                  <a:pt x="824329" y="1495593"/>
                </a:moveTo>
                <a:cubicBezTo>
                  <a:pt x="841098" y="1495593"/>
                  <a:pt x="854692" y="1509187"/>
                  <a:pt x="854692" y="1525957"/>
                </a:cubicBezTo>
                <a:cubicBezTo>
                  <a:pt x="854692" y="1542726"/>
                  <a:pt x="841098" y="1556320"/>
                  <a:pt x="824329" y="1556320"/>
                </a:cubicBezTo>
                <a:cubicBezTo>
                  <a:pt x="807559" y="1556320"/>
                  <a:pt x="793965" y="1542726"/>
                  <a:pt x="793965" y="1525957"/>
                </a:cubicBezTo>
                <a:cubicBezTo>
                  <a:pt x="793965" y="1509187"/>
                  <a:pt x="807559" y="1495593"/>
                  <a:pt x="824329" y="1495593"/>
                </a:cubicBezTo>
                <a:close/>
                <a:moveTo>
                  <a:pt x="751774" y="1495593"/>
                </a:moveTo>
                <a:cubicBezTo>
                  <a:pt x="768544" y="1495593"/>
                  <a:pt x="782138" y="1509187"/>
                  <a:pt x="782138" y="1525957"/>
                </a:cubicBezTo>
                <a:cubicBezTo>
                  <a:pt x="782138" y="1542726"/>
                  <a:pt x="768544" y="1556320"/>
                  <a:pt x="751774" y="1556320"/>
                </a:cubicBezTo>
                <a:cubicBezTo>
                  <a:pt x="735005" y="1556320"/>
                  <a:pt x="721411" y="1542726"/>
                  <a:pt x="721411" y="1525957"/>
                </a:cubicBezTo>
                <a:cubicBezTo>
                  <a:pt x="721411" y="1509187"/>
                  <a:pt x="735005" y="1495593"/>
                  <a:pt x="751774" y="1495593"/>
                </a:cubicBezTo>
                <a:close/>
                <a:moveTo>
                  <a:pt x="679220" y="1495593"/>
                </a:moveTo>
                <a:cubicBezTo>
                  <a:pt x="695989" y="1495593"/>
                  <a:pt x="709583" y="1509187"/>
                  <a:pt x="709583" y="1525957"/>
                </a:cubicBezTo>
                <a:cubicBezTo>
                  <a:pt x="709583" y="1542726"/>
                  <a:pt x="695989" y="1556320"/>
                  <a:pt x="679220" y="1556320"/>
                </a:cubicBezTo>
                <a:cubicBezTo>
                  <a:pt x="662450" y="1556320"/>
                  <a:pt x="648856" y="1542726"/>
                  <a:pt x="648856" y="1525957"/>
                </a:cubicBezTo>
                <a:cubicBezTo>
                  <a:pt x="648856" y="1509187"/>
                  <a:pt x="662450" y="1495593"/>
                  <a:pt x="679220" y="1495593"/>
                </a:cubicBezTo>
                <a:close/>
                <a:moveTo>
                  <a:pt x="606665" y="1495593"/>
                </a:moveTo>
                <a:cubicBezTo>
                  <a:pt x="623435" y="1495593"/>
                  <a:pt x="637029" y="1509187"/>
                  <a:pt x="637029" y="1525957"/>
                </a:cubicBezTo>
                <a:cubicBezTo>
                  <a:pt x="637029" y="1542726"/>
                  <a:pt x="623435" y="1556320"/>
                  <a:pt x="606665" y="1556320"/>
                </a:cubicBezTo>
                <a:cubicBezTo>
                  <a:pt x="589896" y="1556320"/>
                  <a:pt x="576302" y="1542726"/>
                  <a:pt x="576302" y="1525957"/>
                </a:cubicBezTo>
                <a:cubicBezTo>
                  <a:pt x="576302" y="1509187"/>
                  <a:pt x="589896" y="1495593"/>
                  <a:pt x="606665" y="1495593"/>
                </a:cubicBezTo>
                <a:close/>
                <a:moveTo>
                  <a:pt x="534111" y="1495593"/>
                </a:moveTo>
                <a:cubicBezTo>
                  <a:pt x="550880" y="1495593"/>
                  <a:pt x="564474" y="1509187"/>
                  <a:pt x="564474" y="1525957"/>
                </a:cubicBezTo>
                <a:cubicBezTo>
                  <a:pt x="564474" y="1542726"/>
                  <a:pt x="550880" y="1556320"/>
                  <a:pt x="534111" y="1556320"/>
                </a:cubicBezTo>
                <a:cubicBezTo>
                  <a:pt x="517341" y="1556320"/>
                  <a:pt x="503747" y="1542726"/>
                  <a:pt x="503747" y="1525957"/>
                </a:cubicBezTo>
                <a:cubicBezTo>
                  <a:pt x="503747" y="1509187"/>
                  <a:pt x="517341" y="1495593"/>
                  <a:pt x="534111" y="1495593"/>
                </a:cubicBezTo>
                <a:close/>
                <a:moveTo>
                  <a:pt x="461556" y="1495593"/>
                </a:moveTo>
                <a:cubicBezTo>
                  <a:pt x="478326" y="1495593"/>
                  <a:pt x="491920" y="1509187"/>
                  <a:pt x="491920" y="1525957"/>
                </a:cubicBezTo>
                <a:cubicBezTo>
                  <a:pt x="491920" y="1542726"/>
                  <a:pt x="478326" y="1556320"/>
                  <a:pt x="461556" y="1556320"/>
                </a:cubicBezTo>
                <a:cubicBezTo>
                  <a:pt x="444787" y="1556320"/>
                  <a:pt x="431192" y="1542726"/>
                  <a:pt x="431192" y="1525957"/>
                </a:cubicBezTo>
                <a:cubicBezTo>
                  <a:pt x="431192" y="1509187"/>
                  <a:pt x="444787" y="1495593"/>
                  <a:pt x="461556" y="1495593"/>
                </a:cubicBezTo>
                <a:close/>
                <a:moveTo>
                  <a:pt x="389002" y="1495593"/>
                </a:moveTo>
                <a:cubicBezTo>
                  <a:pt x="405771" y="1495593"/>
                  <a:pt x="419365" y="1509187"/>
                  <a:pt x="419365" y="1525957"/>
                </a:cubicBezTo>
                <a:cubicBezTo>
                  <a:pt x="419365" y="1542726"/>
                  <a:pt x="405771" y="1556320"/>
                  <a:pt x="389002" y="1556320"/>
                </a:cubicBezTo>
                <a:cubicBezTo>
                  <a:pt x="372232" y="1556320"/>
                  <a:pt x="358638" y="1542726"/>
                  <a:pt x="358638" y="1525957"/>
                </a:cubicBezTo>
                <a:cubicBezTo>
                  <a:pt x="358638" y="1509187"/>
                  <a:pt x="372232" y="1495593"/>
                  <a:pt x="389002" y="1495593"/>
                </a:cubicBezTo>
                <a:close/>
                <a:moveTo>
                  <a:pt x="316447" y="1495593"/>
                </a:moveTo>
                <a:cubicBezTo>
                  <a:pt x="333216" y="1495593"/>
                  <a:pt x="346810" y="1509187"/>
                  <a:pt x="346810" y="1525957"/>
                </a:cubicBezTo>
                <a:cubicBezTo>
                  <a:pt x="346810" y="1542726"/>
                  <a:pt x="333216" y="1556320"/>
                  <a:pt x="316447" y="1556320"/>
                </a:cubicBezTo>
                <a:cubicBezTo>
                  <a:pt x="299677" y="1556320"/>
                  <a:pt x="286084" y="1542726"/>
                  <a:pt x="286084" y="1525957"/>
                </a:cubicBezTo>
                <a:cubicBezTo>
                  <a:pt x="286084" y="1509187"/>
                  <a:pt x="299677" y="1495593"/>
                  <a:pt x="316447" y="1495593"/>
                </a:cubicBezTo>
                <a:close/>
                <a:moveTo>
                  <a:pt x="243892" y="1495593"/>
                </a:moveTo>
                <a:cubicBezTo>
                  <a:pt x="260662" y="1495593"/>
                  <a:pt x="274256" y="1509187"/>
                  <a:pt x="274256" y="1525957"/>
                </a:cubicBezTo>
                <a:cubicBezTo>
                  <a:pt x="274256" y="1542726"/>
                  <a:pt x="260662" y="1556320"/>
                  <a:pt x="243892" y="1556320"/>
                </a:cubicBezTo>
                <a:cubicBezTo>
                  <a:pt x="227123" y="1556320"/>
                  <a:pt x="213529" y="1542726"/>
                  <a:pt x="213529" y="1525957"/>
                </a:cubicBezTo>
                <a:cubicBezTo>
                  <a:pt x="213529" y="1509187"/>
                  <a:pt x="227123" y="1495593"/>
                  <a:pt x="243892" y="1495593"/>
                </a:cubicBezTo>
                <a:close/>
                <a:moveTo>
                  <a:pt x="171339" y="1495593"/>
                </a:moveTo>
                <a:cubicBezTo>
                  <a:pt x="188107" y="1495593"/>
                  <a:pt x="201701" y="1509187"/>
                  <a:pt x="201701" y="1525957"/>
                </a:cubicBezTo>
                <a:cubicBezTo>
                  <a:pt x="201701" y="1542726"/>
                  <a:pt x="188107" y="1556320"/>
                  <a:pt x="171339" y="1556320"/>
                </a:cubicBezTo>
                <a:cubicBezTo>
                  <a:pt x="154606" y="1556320"/>
                  <a:pt x="141012" y="1542726"/>
                  <a:pt x="141012" y="1525957"/>
                </a:cubicBezTo>
                <a:cubicBezTo>
                  <a:pt x="141012" y="1509187"/>
                  <a:pt x="154606" y="1495593"/>
                  <a:pt x="171339" y="1495593"/>
                </a:cubicBezTo>
                <a:close/>
                <a:moveTo>
                  <a:pt x="98825" y="1495593"/>
                </a:moveTo>
                <a:cubicBezTo>
                  <a:pt x="115592" y="1495593"/>
                  <a:pt x="129186" y="1509187"/>
                  <a:pt x="129186" y="1525957"/>
                </a:cubicBezTo>
                <a:cubicBezTo>
                  <a:pt x="129186" y="1542726"/>
                  <a:pt x="115592" y="1556320"/>
                  <a:pt x="98825" y="1556320"/>
                </a:cubicBezTo>
                <a:cubicBezTo>
                  <a:pt x="82054" y="1556320"/>
                  <a:pt x="68461" y="1542726"/>
                  <a:pt x="68461" y="1525957"/>
                </a:cubicBezTo>
                <a:cubicBezTo>
                  <a:pt x="68461" y="1509187"/>
                  <a:pt x="82054" y="1495593"/>
                  <a:pt x="98825" y="1495593"/>
                </a:cubicBezTo>
                <a:close/>
                <a:moveTo>
                  <a:pt x="26270" y="1495593"/>
                </a:moveTo>
                <a:cubicBezTo>
                  <a:pt x="43038" y="1495593"/>
                  <a:pt x="56632" y="1509187"/>
                  <a:pt x="56632" y="1525957"/>
                </a:cubicBezTo>
                <a:cubicBezTo>
                  <a:pt x="56632" y="1542726"/>
                  <a:pt x="43038" y="1556320"/>
                  <a:pt x="26270" y="1556320"/>
                </a:cubicBezTo>
                <a:cubicBezTo>
                  <a:pt x="17886" y="1556320"/>
                  <a:pt x="10295" y="1552922"/>
                  <a:pt x="4801" y="1547427"/>
                </a:cubicBezTo>
                <a:lnTo>
                  <a:pt x="0" y="1535836"/>
                </a:lnTo>
                <a:lnTo>
                  <a:pt x="0" y="1516078"/>
                </a:lnTo>
                <a:lnTo>
                  <a:pt x="4801" y="1504486"/>
                </a:lnTo>
                <a:cubicBezTo>
                  <a:pt x="10295" y="1498992"/>
                  <a:pt x="17886" y="1495593"/>
                  <a:pt x="26270" y="1495593"/>
                </a:cubicBezTo>
                <a:close/>
                <a:moveTo>
                  <a:pt x="1259656" y="1415141"/>
                </a:moveTo>
                <a:cubicBezTo>
                  <a:pt x="1268041" y="1415141"/>
                  <a:pt x="1275632" y="1418540"/>
                  <a:pt x="1281127" y="1424035"/>
                </a:cubicBezTo>
                <a:lnTo>
                  <a:pt x="1285044" y="1433492"/>
                </a:lnTo>
                <a:lnTo>
                  <a:pt x="1248565" y="1473629"/>
                </a:lnTo>
                <a:lnTo>
                  <a:pt x="1247837" y="1473482"/>
                </a:lnTo>
                <a:cubicBezTo>
                  <a:pt x="1236940" y="1468873"/>
                  <a:pt x="1229293" y="1458082"/>
                  <a:pt x="1229293" y="1445505"/>
                </a:cubicBezTo>
                <a:cubicBezTo>
                  <a:pt x="1229293" y="1428735"/>
                  <a:pt x="1242887" y="1415141"/>
                  <a:pt x="1259656" y="1415141"/>
                </a:cubicBezTo>
                <a:close/>
                <a:moveTo>
                  <a:pt x="1187102" y="1415141"/>
                </a:moveTo>
                <a:cubicBezTo>
                  <a:pt x="1203871" y="1415141"/>
                  <a:pt x="1217465" y="1428735"/>
                  <a:pt x="1217465" y="1445505"/>
                </a:cubicBezTo>
                <a:cubicBezTo>
                  <a:pt x="1217465" y="1462274"/>
                  <a:pt x="1203871" y="1475868"/>
                  <a:pt x="1187102" y="1475868"/>
                </a:cubicBezTo>
                <a:cubicBezTo>
                  <a:pt x="1170332" y="1475868"/>
                  <a:pt x="1156738" y="1462274"/>
                  <a:pt x="1156738" y="1445505"/>
                </a:cubicBezTo>
                <a:cubicBezTo>
                  <a:pt x="1156738" y="1428735"/>
                  <a:pt x="1170332" y="1415141"/>
                  <a:pt x="1187102" y="1415141"/>
                </a:cubicBezTo>
                <a:close/>
                <a:moveTo>
                  <a:pt x="1114547" y="1415141"/>
                </a:moveTo>
                <a:cubicBezTo>
                  <a:pt x="1131317" y="1415141"/>
                  <a:pt x="1144911" y="1428735"/>
                  <a:pt x="1144911" y="1445505"/>
                </a:cubicBezTo>
                <a:cubicBezTo>
                  <a:pt x="1144911" y="1462274"/>
                  <a:pt x="1131317" y="1475868"/>
                  <a:pt x="1114547" y="1475868"/>
                </a:cubicBezTo>
                <a:cubicBezTo>
                  <a:pt x="1097778" y="1475868"/>
                  <a:pt x="1084184" y="1462274"/>
                  <a:pt x="1084184" y="1445505"/>
                </a:cubicBezTo>
                <a:cubicBezTo>
                  <a:pt x="1084184" y="1428735"/>
                  <a:pt x="1097778" y="1415141"/>
                  <a:pt x="1114547" y="1415141"/>
                </a:cubicBezTo>
                <a:close/>
                <a:moveTo>
                  <a:pt x="1041993" y="1415141"/>
                </a:moveTo>
                <a:cubicBezTo>
                  <a:pt x="1058762" y="1415141"/>
                  <a:pt x="1072356" y="1428735"/>
                  <a:pt x="1072356" y="1445505"/>
                </a:cubicBezTo>
                <a:cubicBezTo>
                  <a:pt x="1072356" y="1462274"/>
                  <a:pt x="1058762" y="1475868"/>
                  <a:pt x="1041993" y="1475868"/>
                </a:cubicBezTo>
                <a:cubicBezTo>
                  <a:pt x="1025223" y="1475868"/>
                  <a:pt x="1011629" y="1462274"/>
                  <a:pt x="1011629" y="1445505"/>
                </a:cubicBezTo>
                <a:cubicBezTo>
                  <a:pt x="1011629" y="1428735"/>
                  <a:pt x="1025223" y="1415141"/>
                  <a:pt x="1041993" y="1415141"/>
                </a:cubicBezTo>
                <a:close/>
                <a:moveTo>
                  <a:pt x="969438" y="1415141"/>
                </a:moveTo>
                <a:cubicBezTo>
                  <a:pt x="986208" y="1415141"/>
                  <a:pt x="999801" y="1428735"/>
                  <a:pt x="999801" y="1445505"/>
                </a:cubicBezTo>
                <a:cubicBezTo>
                  <a:pt x="999801" y="1462274"/>
                  <a:pt x="986208" y="1475868"/>
                  <a:pt x="969438" y="1475868"/>
                </a:cubicBezTo>
                <a:cubicBezTo>
                  <a:pt x="952669" y="1475868"/>
                  <a:pt x="939075" y="1462274"/>
                  <a:pt x="939075" y="1445505"/>
                </a:cubicBezTo>
                <a:cubicBezTo>
                  <a:pt x="939075" y="1428735"/>
                  <a:pt x="952669" y="1415141"/>
                  <a:pt x="969438" y="1415141"/>
                </a:cubicBezTo>
                <a:close/>
                <a:moveTo>
                  <a:pt x="896883" y="1415141"/>
                </a:moveTo>
                <a:cubicBezTo>
                  <a:pt x="913653" y="1415141"/>
                  <a:pt x="927247" y="1428735"/>
                  <a:pt x="927247" y="1445505"/>
                </a:cubicBezTo>
                <a:cubicBezTo>
                  <a:pt x="927247" y="1462274"/>
                  <a:pt x="913653" y="1475868"/>
                  <a:pt x="896883" y="1475868"/>
                </a:cubicBezTo>
                <a:cubicBezTo>
                  <a:pt x="880114" y="1475868"/>
                  <a:pt x="866520" y="1462274"/>
                  <a:pt x="866520" y="1445505"/>
                </a:cubicBezTo>
                <a:cubicBezTo>
                  <a:pt x="866520" y="1428735"/>
                  <a:pt x="880114" y="1415141"/>
                  <a:pt x="896883" y="1415141"/>
                </a:cubicBezTo>
                <a:close/>
                <a:moveTo>
                  <a:pt x="824329" y="1415141"/>
                </a:moveTo>
                <a:cubicBezTo>
                  <a:pt x="841098" y="1415141"/>
                  <a:pt x="854692" y="1428735"/>
                  <a:pt x="854692" y="1445505"/>
                </a:cubicBezTo>
                <a:cubicBezTo>
                  <a:pt x="854692" y="1462274"/>
                  <a:pt x="841098" y="1475868"/>
                  <a:pt x="824329" y="1475868"/>
                </a:cubicBezTo>
                <a:cubicBezTo>
                  <a:pt x="807559" y="1475868"/>
                  <a:pt x="793965" y="1462274"/>
                  <a:pt x="793965" y="1445505"/>
                </a:cubicBezTo>
                <a:cubicBezTo>
                  <a:pt x="793965" y="1428735"/>
                  <a:pt x="807559" y="1415141"/>
                  <a:pt x="824329" y="1415141"/>
                </a:cubicBezTo>
                <a:close/>
                <a:moveTo>
                  <a:pt x="751774" y="1415141"/>
                </a:moveTo>
                <a:cubicBezTo>
                  <a:pt x="768544" y="1415141"/>
                  <a:pt x="782138" y="1428735"/>
                  <a:pt x="782138" y="1445505"/>
                </a:cubicBezTo>
                <a:cubicBezTo>
                  <a:pt x="782138" y="1462274"/>
                  <a:pt x="768544" y="1475868"/>
                  <a:pt x="751774" y="1475868"/>
                </a:cubicBezTo>
                <a:cubicBezTo>
                  <a:pt x="735005" y="1475868"/>
                  <a:pt x="721411" y="1462274"/>
                  <a:pt x="721411" y="1445505"/>
                </a:cubicBezTo>
                <a:cubicBezTo>
                  <a:pt x="721411" y="1428735"/>
                  <a:pt x="735005" y="1415141"/>
                  <a:pt x="751774" y="1415141"/>
                </a:cubicBezTo>
                <a:close/>
                <a:moveTo>
                  <a:pt x="679220" y="1415141"/>
                </a:moveTo>
                <a:cubicBezTo>
                  <a:pt x="695989" y="1415141"/>
                  <a:pt x="709583" y="1428735"/>
                  <a:pt x="709583" y="1445505"/>
                </a:cubicBezTo>
                <a:cubicBezTo>
                  <a:pt x="709583" y="1462274"/>
                  <a:pt x="695989" y="1475868"/>
                  <a:pt x="679220" y="1475868"/>
                </a:cubicBezTo>
                <a:cubicBezTo>
                  <a:pt x="662450" y="1475868"/>
                  <a:pt x="648856" y="1462274"/>
                  <a:pt x="648856" y="1445505"/>
                </a:cubicBezTo>
                <a:cubicBezTo>
                  <a:pt x="648856" y="1428735"/>
                  <a:pt x="662450" y="1415141"/>
                  <a:pt x="679220" y="1415141"/>
                </a:cubicBezTo>
                <a:close/>
                <a:moveTo>
                  <a:pt x="606665" y="1415141"/>
                </a:moveTo>
                <a:cubicBezTo>
                  <a:pt x="623435" y="1415141"/>
                  <a:pt x="637029" y="1428735"/>
                  <a:pt x="637029" y="1445505"/>
                </a:cubicBezTo>
                <a:cubicBezTo>
                  <a:pt x="637029" y="1462274"/>
                  <a:pt x="623435" y="1475868"/>
                  <a:pt x="606665" y="1475868"/>
                </a:cubicBezTo>
                <a:cubicBezTo>
                  <a:pt x="589896" y="1475868"/>
                  <a:pt x="576302" y="1462274"/>
                  <a:pt x="576302" y="1445505"/>
                </a:cubicBezTo>
                <a:cubicBezTo>
                  <a:pt x="576302" y="1428735"/>
                  <a:pt x="589896" y="1415141"/>
                  <a:pt x="606665" y="1415141"/>
                </a:cubicBezTo>
                <a:close/>
                <a:moveTo>
                  <a:pt x="534111" y="1415141"/>
                </a:moveTo>
                <a:cubicBezTo>
                  <a:pt x="550880" y="1415141"/>
                  <a:pt x="564474" y="1428735"/>
                  <a:pt x="564474" y="1445505"/>
                </a:cubicBezTo>
                <a:cubicBezTo>
                  <a:pt x="564474" y="1462274"/>
                  <a:pt x="550880" y="1475868"/>
                  <a:pt x="534111" y="1475868"/>
                </a:cubicBezTo>
                <a:cubicBezTo>
                  <a:pt x="517341" y="1475868"/>
                  <a:pt x="503747" y="1462274"/>
                  <a:pt x="503747" y="1445505"/>
                </a:cubicBezTo>
                <a:cubicBezTo>
                  <a:pt x="503747" y="1428735"/>
                  <a:pt x="517341" y="1415141"/>
                  <a:pt x="534111" y="1415141"/>
                </a:cubicBezTo>
                <a:close/>
                <a:moveTo>
                  <a:pt x="461556" y="1415141"/>
                </a:moveTo>
                <a:cubicBezTo>
                  <a:pt x="478326" y="1415141"/>
                  <a:pt x="491920" y="1428735"/>
                  <a:pt x="491920" y="1445505"/>
                </a:cubicBezTo>
                <a:cubicBezTo>
                  <a:pt x="491920" y="1462274"/>
                  <a:pt x="478326" y="1475868"/>
                  <a:pt x="461556" y="1475868"/>
                </a:cubicBezTo>
                <a:cubicBezTo>
                  <a:pt x="444787" y="1475868"/>
                  <a:pt x="431192" y="1462274"/>
                  <a:pt x="431192" y="1445505"/>
                </a:cubicBezTo>
                <a:cubicBezTo>
                  <a:pt x="431192" y="1428735"/>
                  <a:pt x="444787" y="1415141"/>
                  <a:pt x="461556" y="1415141"/>
                </a:cubicBezTo>
                <a:close/>
                <a:moveTo>
                  <a:pt x="389002" y="1415141"/>
                </a:moveTo>
                <a:cubicBezTo>
                  <a:pt x="405771" y="1415141"/>
                  <a:pt x="419365" y="1428735"/>
                  <a:pt x="419365" y="1445505"/>
                </a:cubicBezTo>
                <a:cubicBezTo>
                  <a:pt x="419365" y="1462274"/>
                  <a:pt x="405771" y="1475868"/>
                  <a:pt x="389002" y="1475868"/>
                </a:cubicBezTo>
                <a:cubicBezTo>
                  <a:pt x="372232" y="1475868"/>
                  <a:pt x="358638" y="1462274"/>
                  <a:pt x="358638" y="1445505"/>
                </a:cubicBezTo>
                <a:cubicBezTo>
                  <a:pt x="358638" y="1428735"/>
                  <a:pt x="372232" y="1415141"/>
                  <a:pt x="389002" y="1415141"/>
                </a:cubicBezTo>
                <a:close/>
                <a:moveTo>
                  <a:pt x="316447" y="1415141"/>
                </a:moveTo>
                <a:cubicBezTo>
                  <a:pt x="333216" y="1415141"/>
                  <a:pt x="346810" y="1428735"/>
                  <a:pt x="346810" y="1445505"/>
                </a:cubicBezTo>
                <a:cubicBezTo>
                  <a:pt x="346810" y="1462274"/>
                  <a:pt x="333216" y="1475868"/>
                  <a:pt x="316447" y="1475868"/>
                </a:cubicBezTo>
                <a:cubicBezTo>
                  <a:pt x="299677" y="1475868"/>
                  <a:pt x="286084" y="1462274"/>
                  <a:pt x="286084" y="1445505"/>
                </a:cubicBezTo>
                <a:cubicBezTo>
                  <a:pt x="286084" y="1428735"/>
                  <a:pt x="299677" y="1415141"/>
                  <a:pt x="316447" y="1415141"/>
                </a:cubicBezTo>
                <a:close/>
                <a:moveTo>
                  <a:pt x="243892" y="1415141"/>
                </a:moveTo>
                <a:cubicBezTo>
                  <a:pt x="260662" y="1415141"/>
                  <a:pt x="274256" y="1428735"/>
                  <a:pt x="274256" y="1445505"/>
                </a:cubicBezTo>
                <a:cubicBezTo>
                  <a:pt x="274256" y="1462274"/>
                  <a:pt x="260662" y="1475868"/>
                  <a:pt x="243892" y="1475868"/>
                </a:cubicBezTo>
                <a:cubicBezTo>
                  <a:pt x="227123" y="1475868"/>
                  <a:pt x="213529" y="1462274"/>
                  <a:pt x="213529" y="1445505"/>
                </a:cubicBezTo>
                <a:cubicBezTo>
                  <a:pt x="213529" y="1428735"/>
                  <a:pt x="227123" y="1415141"/>
                  <a:pt x="243892" y="1415141"/>
                </a:cubicBezTo>
                <a:close/>
                <a:moveTo>
                  <a:pt x="171339" y="1415141"/>
                </a:moveTo>
                <a:cubicBezTo>
                  <a:pt x="188107" y="1415141"/>
                  <a:pt x="201701" y="1428735"/>
                  <a:pt x="201701" y="1445505"/>
                </a:cubicBezTo>
                <a:cubicBezTo>
                  <a:pt x="201701" y="1462274"/>
                  <a:pt x="188107" y="1475868"/>
                  <a:pt x="171339" y="1475868"/>
                </a:cubicBezTo>
                <a:cubicBezTo>
                  <a:pt x="154611" y="1475868"/>
                  <a:pt x="141018" y="1462274"/>
                  <a:pt x="141018" y="1445505"/>
                </a:cubicBezTo>
                <a:cubicBezTo>
                  <a:pt x="141018" y="1428735"/>
                  <a:pt x="154611" y="1415141"/>
                  <a:pt x="171339" y="1415141"/>
                </a:cubicBezTo>
                <a:close/>
                <a:moveTo>
                  <a:pt x="98831" y="1415141"/>
                </a:moveTo>
                <a:cubicBezTo>
                  <a:pt x="115598" y="1415141"/>
                  <a:pt x="129192" y="1428735"/>
                  <a:pt x="129192" y="1445505"/>
                </a:cubicBezTo>
                <a:cubicBezTo>
                  <a:pt x="129192" y="1462274"/>
                  <a:pt x="115598" y="1475868"/>
                  <a:pt x="98831" y="1475868"/>
                </a:cubicBezTo>
                <a:cubicBezTo>
                  <a:pt x="82060" y="1475868"/>
                  <a:pt x="68467" y="1462274"/>
                  <a:pt x="68467" y="1445505"/>
                </a:cubicBezTo>
                <a:cubicBezTo>
                  <a:pt x="68467" y="1428735"/>
                  <a:pt x="82060" y="1415141"/>
                  <a:pt x="98831" y="1415141"/>
                </a:cubicBezTo>
                <a:close/>
                <a:moveTo>
                  <a:pt x="26277" y="1415141"/>
                </a:moveTo>
                <a:cubicBezTo>
                  <a:pt x="43044" y="1415141"/>
                  <a:pt x="56638" y="1428735"/>
                  <a:pt x="56638" y="1445505"/>
                </a:cubicBezTo>
                <a:cubicBezTo>
                  <a:pt x="56638" y="1462274"/>
                  <a:pt x="43044" y="1475868"/>
                  <a:pt x="26277" y="1475868"/>
                </a:cubicBezTo>
                <a:cubicBezTo>
                  <a:pt x="17892" y="1475868"/>
                  <a:pt x="10301" y="1472470"/>
                  <a:pt x="4807" y="1466975"/>
                </a:cubicBezTo>
                <a:lnTo>
                  <a:pt x="0" y="1455370"/>
                </a:lnTo>
                <a:lnTo>
                  <a:pt x="0" y="1435640"/>
                </a:lnTo>
                <a:lnTo>
                  <a:pt x="4807" y="1424034"/>
                </a:lnTo>
                <a:cubicBezTo>
                  <a:pt x="10301" y="1418540"/>
                  <a:pt x="17892" y="1415141"/>
                  <a:pt x="26277" y="1415141"/>
                </a:cubicBezTo>
                <a:close/>
                <a:moveTo>
                  <a:pt x="1332211" y="1334690"/>
                </a:moveTo>
                <a:cubicBezTo>
                  <a:pt x="1340596" y="1334690"/>
                  <a:pt x="1348186" y="1338088"/>
                  <a:pt x="1353681" y="1343583"/>
                </a:cubicBezTo>
                <a:lnTo>
                  <a:pt x="1356143" y="1349526"/>
                </a:lnTo>
                <a:lnTo>
                  <a:pt x="1331934" y="1381900"/>
                </a:lnTo>
                <a:lnTo>
                  <a:pt x="1321597" y="1393274"/>
                </a:lnTo>
                <a:lnTo>
                  <a:pt x="1320392" y="1393030"/>
                </a:lnTo>
                <a:cubicBezTo>
                  <a:pt x="1309494" y="1388421"/>
                  <a:pt x="1301847" y="1377631"/>
                  <a:pt x="1301847" y="1365053"/>
                </a:cubicBezTo>
                <a:cubicBezTo>
                  <a:pt x="1301847" y="1348284"/>
                  <a:pt x="1315441" y="1334690"/>
                  <a:pt x="1332211" y="1334690"/>
                </a:cubicBezTo>
                <a:close/>
                <a:moveTo>
                  <a:pt x="1259656" y="1334690"/>
                </a:moveTo>
                <a:cubicBezTo>
                  <a:pt x="1276426" y="1334690"/>
                  <a:pt x="1290020" y="1348284"/>
                  <a:pt x="1290020" y="1365053"/>
                </a:cubicBezTo>
                <a:cubicBezTo>
                  <a:pt x="1290020" y="1381823"/>
                  <a:pt x="1276426" y="1395417"/>
                  <a:pt x="1259656" y="1395417"/>
                </a:cubicBezTo>
                <a:cubicBezTo>
                  <a:pt x="1242887" y="1395417"/>
                  <a:pt x="1229293" y="1381823"/>
                  <a:pt x="1229293" y="1365053"/>
                </a:cubicBezTo>
                <a:cubicBezTo>
                  <a:pt x="1229293" y="1348284"/>
                  <a:pt x="1242887" y="1334690"/>
                  <a:pt x="1259656" y="1334690"/>
                </a:cubicBezTo>
                <a:close/>
                <a:moveTo>
                  <a:pt x="1187102" y="1334690"/>
                </a:moveTo>
                <a:cubicBezTo>
                  <a:pt x="1203871" y="1334690"/>
                  <a:pt x="1217465" y="1348284"/>
                  <a:pt x="1217465" y="1365053"/>
                </a:cubicBezTo>
                <a:cubicBezTo>
                  <a:pt x="1217465" y="1381823"/>
                  <a:pt x="1203871" y="1395417"/>
                  <a:pt x="1187102" y="1395417"/>
                </a:cubicBezTo>
                <a:cubicBezTo>
                  <a:pt x="1170332" y="1395417"/>
                  <a:pt x="1156738" y="1381823"/>
                  <a:pt x="1156738" y="1365053"/>
                </a:cubicBezTo>
                <a:cubicBezTo>
                  <a:pt x="1156738" y="1348284"/>
                  <a:pt x="1170332" y="1334690"/>
                  <a:pt x="1187102" y="1334690"/>
                </a:cubicBezTo>
                <a:close/>
                <a:moveTo>
                  <a:pt x="1114547" y="1334690"/>
                </a:moveTo>
                <a:cubicBezTo>
                  <a:pt x="1131317" y="1334690"/>
                  <a:pt x="1144911" y="1348284"/>
                  <a:pt x="1144911" y="1365053"/>
                </a:cubicBezTo>
                <a:cubicBezTo>
                  <a:pt x="1144911" y="1381823"/>
                  <a:pt x="1131317" y="1395417"/>
                  <a:pt x="1114547" y="1395417"/>
                </a:cubicBezTo>
                <a:cubicBezTo>
                  <a:pt x="1097778" y="1395417"/>
                  <a:pt x="1084184" y="1381823"/>
                  <a:pt x="1084184" y="1365053"/>
                </a:cubicBezTo>
                <a:cubicBezTo>
                  <a:pt x="1084184" y="1348284"/>
                  <a:pt x="1097778" y="1334690"/>
                  <a:pt x="1114547" y="1334690"/>
                </a:cubicBezTo>
                <a:close/>
                <a:moveTo>
                  <a:pt x="1041993" y="1334690"/>
                </a:moveTo>
                <a:cubicBezTo>
                  <a:pt x="1058762" y="1334690"/>
                  <a:pt x="1072356" y="1348284"/>
                  <a:pt x="1072356" y="1365053"/>
                </a:cubicBezTo>
                <a:cubicBezTo>
                  <a:pt x="1072356" y="1381823"/>
                  <a:pt x="1058762" y="1395417"/>
                  <a:pt x="1041993" y="1395417"/>
                </a:cubicBezTo>
                <a:cubicBezTo>
                  <a:pt x="1025223" y="1395417"/>
                  <a:pt x="1011629" y="1381823"/>
                  <a:pt x="1011629" y="1365053"/>
                </a:cubicBezTo>
                <a:cubicBezTo>
                  <a:pt x="1011629" y="1348284"/>
                  <a:pt x="1025223" y="1334690"/>
                  <a:pt x="1041993" y="1334690"/>
                </a:cubicBezTo>
                <a:close/>
                <a:moveTo>
                  <a:pt x="969438" y="1334690"/>
                </a:moveTo>
                <a:cubicBezTo>
                  <a:pt x="986208" y="1334690"/>
                  <a:pt x="999801" y="1348284"/>
                  <a:pt x="999801" y="1365053"/>
                </a:cubicBezTo>
                <a:cubicBezTo>
                  <a:pt x="999801" y="1381823"/>
                  <a:pt x="986208" y="1395417"/>
                  <a:pt x="969438" y="1395417"/>
                </a:cubicBezTo>
                <a:cubicBezTo>
                  <a:pt x="952669" y="1395417"/>
                  <a:pt x="939075" y="1381823"/>
                  <a:pt x="939075" y="1365053"/>
                </a:cubicBezTo>
                <a:cubicBezTo>
                  <a:pt x="939075" y="1348284"/>
                  <a:pt x="952669" y="1334690"/>
                  <a:pt x="969438" y="1334690"/>
                </a:cubicBezTo>
                <a:close/>
                <a:moveTo>
                  <a:pt x="896883" y="1334690"/>
                </a:moveTo>
                <a:cubicBezTo>
                  <a:pt x="913653" y="1334690"/>
                  <a:pt x="927247" y="1348284"/>
                  <a:pt x="927247" y="1365053"/>
                </a:cubicBezTo>
                <a:cubicBezTo>
                  <a:pt x="927247" y="1381823"/>
                  <a:pt x="913653" y="1395417"/>
                  <a:pt x="896883" y="1395417"/>
                </a:cubicBezTo>
                <a:cubicBezTo>
                  <a:pt x="880114" y="1395417"/>
                  <a:pt x="866520" y="1381823"/>
                  <a:pt x="866520" y="1365053"/>
                </a:cubicBezTo>
                <a:cubicBezTo>
                  <a:pt x="866520" y="1348284"/>
                  <a:pt x="880114" y="1334690"/>
                  <a:pt x="896883" y="1334690"/>
                </a:cubicBezTo>
                <a:close/>
                <a:moveTo>
                  <a:pt x="824329" y="1334690"/>
                </a:moveTo>
                <a:cubicBezTo>
                  <a:pt x="841098" y="1334690"/>
                  <a:pt x="854692" y="1348284"/>
                  <a:pt x="854692" y="1365053"/>
                </a:cubicBezTo>
                <a:cubicBezTo>
                  <a:pt x="854692" y="1381823"/>
                  <a:pt x="841098" y="1395417"/>
                  <a:pt x="824329" y="1395417"/>
                </a:cubicBezTo>
                <a:cubicBezTo>
                  <a:pt x="807559" y="1395417"/>
                  <a:pt x="793965" y="1381823"/>
                  <a:pt x="793965" y="1365053"/>
                </a:cubicBezTo>
                <a:cubicBezTo>
                  <a:pt x="793965" y="1348284"/>
                  <a:pt x="807559" y="1334690"/>
                  <a:pt x="824329" y="1334690"/>
                </a:cubicBezTo>
                <a:close/>
                <a:moveTo>
                  <a:pt x="751774" y="1334690"/>
                </a:moveTo>
                <a:cubicBezTo>
                  <a:pt x="768544" y="1334690"/>
                  <a:pt x="782138" y="1348284"/>
                  <a:pt x="782138" y="1365053"/>
                </a:cubicBezTo>
                <a:cubicBezTo>
                  <a:pt x="782138" y="1381823"/>
                  <a:pt x="768544" y="1395417"/>
                  <a:pt x="751774" y="1395417"/>
                </a:cubicBezTo>
                <a:cubicBezTo>
                  <a:pt x="735005" y="1395417"/>
                  <a:pt x="721411" y="1381823"/>
                  <a:pt x="721411" y="1365053"/>
                </a:cubicBezTo>
                <a:cubicBezTo>
                  <a:pt x="721411" y="1348284"/>
                  <a:pt x="735005" y="1334690"/>
                  <a:pt x="751774" y="1334690"/>
                </a:cubicBezTo>
                <a:close/>
                <a:moveTo>
                  <a:pt x="679220" y="1334690"/>
                </a:moveTo>
                <a:cubicBezTo>
                  <a:pt x="695989" y="1334690"/>
                  <a:pt x="709583" y="1348284"/>
                  <a:pt x="709583" y="1365053"/>
                </a:cubicBezTo>
                <a:cubicBezTo>
                  <a:pt x="709583" y="1381823"/>
                  <a:pt x="695989" y="1395417"/>
                  <a:pt x="679220" y="1395417"/>
                </a:cubicBezTo>
                <a:cubicBezTo>
                  <a:pt x="662450" y="1395417"/>
                  <a:pt x="648856" y="1381823"/>
                  <a:pt x="648856" y="1365053"/>
                </a:cubicBezTo>
                <a:cubicBezTo>
                  <a:pt x="648856" y="1348284"/>
                  <a:pt x="662450" y="1334690"/>
                  <a:pt x="679220" y="1334690"/>
                </a:cubicBezTo>
                <a:close/>
                <a:moveTo>
                  <a:pt x="606665" y="1334690"/>
                </a:moveTo>
                <a:cubicBezTo>
                  <a:pt x="623435" y="1334690"/>
                  <a:pt x="637029" y="1348284"/>
                  <a:pt x="637029" y="1365053"/>
                </a:cubicBezTo>
                <a:cubicBezTo>
                  <a:pt x="637029" y="1381823"/>
                  <a:pt x="623435" y="1395417"/>
                  <a:pt x="606665" y="1395417"/>
                </a:cubicBezTo>
                <a:cubicBezTo>
                  <a:pt x="589896" y="1395417"/>
                  <a:pt x="576302" y="1381823"/>
                  <a:pt x="576302" y="1365053"/>
                </a:cubicBezTo>
                <a:cubicBezTo>
                  <a:pt x="576302" y="1348284"/>
                  <a:pt x="589896" y="1334690"/>
                  <a:pt x="606665" y="1334690"/>
                </a:cubicBezTo>
                <a:close/>
                <a:moveTo>
                  <a:pt x="534111" y="1334690"/>
                </a:moveTo>
                <a:cubicBezTo>
                  <a:pt x="550880" y="1334690"/>
                  <a:pt x="564474" y="1348284"/>
                  <a:pt x="564474" y="1365053"/>
                </a:cubicBezTo>
                <a:cubicBezTo>
                  <a:pt x="564474" y="1381823"/>
                  <a:pt x="550880" y="1395417"/>
                  <a:pt x="534111" y="1395417"/>
                </a:cubicBezTo>
                <a:cubicBezTo>
                  <a:pt x="517341" y="1395417"/>
                  <a:pt x="503747" y="1381823"/>
                  <a:pt x="503747" y="1365053"/>
                </a:cubicBezTo>
                <a:cubicBezTo>
                  <a:pt x="503747" y="1348284"/>
                  <a:pt x="517341" y="1334690"/>
                  <a:pt x="534111" y="1334690"/>
                </a:cubicBezTo>
                <a:close/>
                <a:moveTo>
                  <a:pt x="461556" y="1334690"/>
                </a:moveTo>
                <a:cubicBezTo>
                  <a:pt x="478326" y="1334690"/>
                  <a:pt x="491920" y="1348284"/>
                  <a:pt x="491920" y="1365053"/>
                </a:cubicBezTo>
                <a:cubicBezTo>
                  <a:pt x="491920" y="1381823"/>
                  <a:pt x="478326" y="1395417"/>
                  <a:pt x="461556" y="1395417"/>
                </a:cubicBezTo>
                <a:cubicBezTo>
                  <a:pt x="444787" y="1395417"/>
                  <a:pt x="431192" y="1381823"/>
                  <a:pt x="431192" y="1365053"/>
                </a:cubicBezTo>
                <a:cubicBezTo>
                  <a:pt x="431192" y="1348284"/>
                  <a:pt x="444787" y="1334690"/>
                  <a:pt x="461556" y="1334690"/>
                </a:cubicBezTo>
                <a:close/>
                <a:moveTo>
                  <a:pt x="389002" y="1334690"/>
                </a:moveTo>
                <a:cubicBezTo>
                  <a:pt x="405771" y="1334690"/>
                  <a:pt x="419365" y="1348284"/>
                  <a:pt x="419365" y="1365053"/>
                </a:cubicBezTo>
                <a:cubicBezTo>
                  <a:pt x="419365" y="1381823"/>
                  <a:pt x="405771" y="1395417"/>
                  <a:pt x="389002" y="1395417"/>
                </a:cubicBezTo>
                <a:cubicBezTo>
                  <a:pt x="372232" y="1395417"/>
                  <a:pt x="358638" y="1381823"/>
                  <a:pt x="358638" y="1365053"/>
                </a:cubicBezTo>
                <a:cubicBezTo>
                  <a:pt x="358638" y="1348284"/>
                  <a:pt x="372232" y="1334690"/>
                  <a:pt x="389002" y="1334690"/>
                </a:cubicBezTo>
                <a:close/>
                <a:moveTo>
                  <a:pt x="316447" y="1334690"/>
                </a:moveTo>
                <a:cubicBezTo>
                  <a:pt x="333216" y="1334690"/>
                  <a:pt x="346810" y="1348284"/>
                  <a:pt x="346810" y="1365053"/>
                </a:cubicBezTo>
                <a:cubicBezTo>
                  <a:pt x="346810" y="1381823"/>
                  <a:pt x="333216" y="1395417"/>
                  <a:pt x="316447" y="1395417"/>
                </a:cubicBezTo>
                <a:cubicBezTo>
                  <a:pt x="299677" y="1395417"/>
                  <a:pt x="286084" y="1381823"/>
                  <a:pt x="286084" y="1365053"/>
                </a:cubicBezTo>
                <a:cubicBezTo>
                  <a:pt x="286084" y="1348284"/>
                  <a:pt x="299677" y="1334690"/>
                  <a:pt x="316447" y="1334690"/>
                </a:cubicBezTo>
                <a:close/>
                <a:moveTo>
                  <a:pt x="243892" y="1334690"/>
                </a:moveTo>
                <a:cubicBezTo>
                  <a:pt x="260662" y="1334690"/>
                  <a:pt x="274256" y="1348284"/>
                  <a:pt x="274256" y="1365053"/>
                </a:cubicBezTo>
                <a:cubicBezTo>
                  <a:pt x="274256" y="1381823"/>
                  <a:pt x="260662" y="1395417"/>
                  <a:pt x="243892" y="1395417"/>
                </a:cubicBezTo>
                <a:cubicBezTo>
                  <a:pt x="227123" y="1395417"/>
                  <a:pt x="213529" y="1381823"/>
                  <a:pt x="213529" y="1365053"/>
                </a:cubicBezTo>
                <a:cubicBezTo>
                  <a:pt x="213529" y="1348284"/>
                  <a:pt x="227123" y="1334690"/>
                  <a:pt x="243892" y="1334690"/>
                </a:cubicBezTo>
                <a:close/>
                <a:moveTo>
                  <a:pt x="171339" y="1334690"/>
                </a:moveTo>
                <a:cubicBezTo>
                  <a:pt x="188107" y="1334690"/>
                  <a:pt x="201701" y="1348284"/>
                  <a:pt x="201701" y="1365053"/>
                </a:cubicBezTo>
                <a:cubicBezTo>
                  <a:pt x="201701" y="1381823"/>
                  <a:pt x="188107" y="1395417"/>
                  <a:pt x="171339" y="1395417"/>
                </a:cubicBezTo>
                <a:cubicBezTo>
                  <a:pt x="154616" y="1395417"/>
                  <a:pt x="141023" y="1381823"/>
                  <a:pt x="141023" y="1365053"/>
                </a:cubicBezTo>
                <a:cubicBezTo>
                  <a:pt x="141023" y="1348284"/>
                  <a:pt x="154616" y="1334690"/>
                  <a:pt x="171339" y="1334690"/>
                </a:cubicBezTo>
                <a:close/>
                <a:moveTo>
                  <a:pt x="98838" y="1334690"/>
                </a:moveTo>
                <a:cubicBezTo>
                  <a:pt x="115605" y="1334690"/>
                  <a:pt x="129198" y="1348284"/>
                  <a:pt x="129198" y="1365053"/>
                </a:cubicBezTo>
                <a:cubicBezTo>
                  <a:pt x="129198" y="1381823"/>
                  <a:pt x="115605" y="1395417"/>
                  <a:pt x="98838" y="1395417"/>
                </a:cubicBezTo>
                <a:cubicBezTo>
                  <a:pt x="82067" y="1395417"/>
                  <a:pt x="68474" y="1381823"/>
                  <a:pt x="68474" y="1365053"/>
                </a:cubicBezTo>
                <a:cubicBezTo>
                  <a:pt x="68474" y="1348284"/>
                  <a:pt x="82067" y="1334690"/>
                  <a:pt x="98838" y="1334690"/>
                </a:cubicBezTo>
                <a:close/>
                <a:moveTo>
                  <a:pt x="26283" y="1334690"/>
                </a:moveTo>
                <a:cubicBezTo>
                  <a:pt x="43051" y="1334690"/>
                  <a:pt x="56645" y="1348284"/>
                  <a:pt x="56645" y="1365053"/>
                </a:cubicBezTo>
                <a:cubicBezTo>
                  <a:pt x="56645" y="1381823"/>
                  <a:pt x="43051" y="1395417"/>
                  <a:pt x="26283" y="1395417"/>
                </a:cubicBezTo>
                <a:cubicBezTo>
                  <a:pt x="17898" y="1395417"/>
                  <a:pt x="10308" y="1392019"/>
                  <a:pt x="4813" y="1386524"/>
                </a:cubicBezTo>
                <a:lnTo>
                  <a:pt x="0" y="1374903"/>
                </a:lnTo>
                <a:lnTo>
                  <a:pt x="0" y="1355203"/>
                </a:lnTo>
                <a:lnTo>
                  <a:pt x="4813" y="1343583"/>
                </a:lnTo>
                <a:cubicBezTo>
                  <a:pt x="10308" y="1338089"/>
                  <a:pt x="17898" y="1334690"/>
                  <a:pt x="26283" y="1334690"/>
                </a:cubicBezTo>
                <a:close/>
                <a:moveTo>
                  <a:pt x="1404765" y="1254238"/>
                </a:moveTo>
                <a:cubicBezTo>
                  <a:pt x="1408957" y="1254238"/>
                  <a:pt x="1412951" y="1255088"/>
                  <a:pt x="1416584" y="1256624"/>
                </a:cubicBezTo>
                <a:lnTo>
                  <a:pt x="1422045" y="1260306"/>
                </a:lnTo>
                <a:lnTo>
                  <a:pt x="1418517" y="1266114"/>
                </a:lnTo>
                <a:lnTo>
                  <a:pt x="1386846" y="1308466"/>
                </a:lnTo>
                <a:lnTo>
                  <a:pt x="1383295" y="1306072"/>
                </a:lnTo>
                <a:cubicBezTo>
                  <a:pt x="1377800" y="1300577"/>
                  <a:pt x="1374402" y="1292986"/>
                  <a:pt x="1374402" y="1284602"/>
                </a:cubicBezTo>
                <a:cubicBezTo>
                  <a:pt x="1374402" y="1267832"/>
                  <a:pt x="1387996" y="1254238"/>
                  <a:pt x="1404765" y="1254238"/>
                </a:cubicBezTo>
                <a:close/>
                <a:moveTo>
                  <a:pt x="1332211" y="1254238"/>
                </a:moveTo>
                <a:cubicBezTo>
                  <a:pt x="1348980" y="1254238"/>
                  <a:pt x="1362574" y="1267832"/>
                  <a:pt x="1362574" y="1284602"/>
                </a:cubicBezTo>
                <a:cubicBezTo>
                  <a:pt x="1362574" y="1301371"/>
                  <a:pt x="1348980" y="1314965"/>
                  <a:pt x="1332211" y="1314965"/>
                </a:cubicBezTo>
                <a:cubicBezTo>
                  <a:pt x="1315441" y="1314965"/>
                  <a:pt x="1301847" y="1301371"/>
                  <a:pt x="1301847" y="1284602"/>
                </a:cubicBezTo>
                <a:cubicBezTo>
                  <a:pt x="1301847" y="1267832"/>
                  <a:pt x="1315441" y="1254238"/>
                  <a:pt x="1332211" y="1254238"/>
                </a:cubicBezTo>
                <a:close/>
                <a:moveTo>
                  <a:pt x="1259656" y="1254238"/>
                </a:moveTo>
                <a:cubicBezTo>
                  <a:pt x="1276426" y="1254238"/>
                  <a:pt x="1290020" y="1267832"/>
                  <a:pt x="1290020" y="1284602"/>
                </a:cubicBezTo>
                <a:cubicBezTo>
                  <a:pt x="1290020" y="1301371"/>
                  <a:pt x="1276426" y="1314965"/>
                  <a:pt x="1259656" y="1314965"/>
                </a:cubicBezTo>
                <a:cubicBezTo>
                  <a:pt x="1242887" y="1314965"/>
                  <a:pt x="1229293" y="1301371"/>
                  <a:pt x="1229293" y="1284602"/>
                </a:cubicBezTo>
                <a:cubicBezTo>
                  <a:pt x="1229293" y="1267832"/>
                  <a:pt x="1242887" y="1254238"/>
                  <a:pt x="1259656" y="1254238"/>
                </a:cubicBezTo>
                <a:close/>
                <a:moveTo>
                  <a:pt x="1187102" y="1254238"/>
                </a:moveTo>
                <a:cubicBezTo>
                  <a:pt x="1203871" y="1254238"/>
                  <a:pt x="1217465" y="1267832"/>
                  <a:pt x="1217465" y="1284602"/>
                </a:cubicBezTo>
                <a:cubicBezTo>
                  <a:pt x="1217465" y="1301371"/>
                  <a:pt x="1203871" y="1314965"/>
                  <a:pt x="1187102" y="1314965"/>
                </a:cubicBezTo>
                <a:cubicBezTo>
                  <a:pt x="1170332" y="1314965"/>
                  <a:pt x="1156738" y="1301371"/>
                  <a:pt x="1156738" y="1284602"/>
                </a:cubicBezTo>
                <a:cubicBezTo>
                  <a:pt x="1156738" y="1267832"/>
                  <a:pt x="1170332" y="1254238"/>
                  <a:pt x="1187102" y="1254238"/>
                </a:cubicBezTo>
                <a:close/>
                <a:moveTo>
                  <a:pt x="1114547" y="1254238"/>
                </a:moveTo>
                <a:cubicBezTo>
                  <a:pt x="1131317" y="1254238"/>
                  <a:pt x="1144911" y="1267832"/>
                  <a:pt x="1144911" y="1284602"/>
                </a:cubicBezTo>
                <a:cubicBezTo>
                  <a:pt x="1144911" y="1301371"/>
                  <a:pt x="1131317" y="1314965"/>
                  <a:pt x="1114547" y="1314965"/>
                </a:cubicBezTo>
                <a:cubicBezTo>
                  <a:pt x="1097778" y="1314965"/>
                  <a:pt x="1084184" y="1301371"/>
                  <a:pt x="1084184" y="1284602"/>
                </a:cubicBezTo>
                <a:cubicBezTo>
                  <a:pt x="1084184" y="1267832"/>
                  <a:pt x="1097778" y="1254238"/>
                  <a:pt x="1114547" y="1254238"/>
                </a:cubicBezTo>
                <a:close/>
                <a:moveTo>
                  <a:pt x="1041993" y="1254238"/>
                </a:moveTo>
                <a:cubicBezTo>
                  <a:pt x="1058762" y="1254238"/>
                  <a:pt x="1072356" y="1267832"/>
                  <a:pt x="1072356" y="1284602"/>
                </a:cubicBezTo>
                <a:cubicBezTo>
                  <a:pt x="1072356" y="1301371"/>
                  <a:pt x="1058762" y="1314965"/>
                  <a:pt x="1041993" y="1314965"/>
                </a:cubicBezTo>
                <a:cubicBezTo>
                  <a:pt x="1025223" y="1314965"/>
                  <a:pt x="1011629" y="1301371"/>
                  <a:pt x="1011629" y="1284602"/>
                </a:cubicBezTo>
                <a:cubicBezTo>
                  <a:pt x="1011629" y="1267832"/>
                  <a:pt x="1025223" y="1254238"/>
                  <a:pt x="1041993" y="1254238"/>
                </a:cubicBezTo>
                <a:close/>
                <a:moveTo>
                  <a:pt x="969438" y="1254238"/>
                </a:moveTo>
                <a:cubicBezTo>
                  <a:pt x="986208" y="1254238"/>
                  <a:pt x="999801" y="1267832"/>
                  <a:pt x="999801" y="1284602"/>
                </a:cubicBezTo>
                <a:cubicBezTo>
                  <a:pt x="999801" y="1301371"/>
                  <a:pt x="986208" y="1314965"/>
                  <a:pt x="969438" y="1314965"/>
                </a:cubicBezTo>
                <a:cubicBezTo>
                  <a:pt x="952669" y="1314965"/>
                  <a:pt x="939075" y="1301371"/>
                  <a:pt x="939075" y="1284602"/>
                </a:cubicBezTo>
                <a:cubicBezTo>
                  <a:pt x="939075" y="1267832"/>
                  <a:pt x="952669" y="1254238"/>
                  <a:pt x="969438" y="1254238"/>
                </a:cubicBezTo>
                <a:close/>
                <a:moveTo>
                  <a:pt x="896883" y="1254238"/>
                </a:moveTo>
                <a:cubicBezTo>
                  <a:pt x="913653" y="1254238"/>
                  <a:pt x="927247" y="1267832"/>
                  <a:pt x="927247" y="1284602"/>
                </a:cubicBezTo>
                <a:cubicBezTo>
                  <a:pt x="927247" y="1301371"/>
                  <a:pt x="913653" y="1314965"/>
                  <a:pt x="896883" y="1314965"/>
                </a:cubicBezTo>
                <a:cubicBezTo>
                  <a:pt x="880114" y="1314965"/>
                  <a:pt x="866520" y="1301371"/>
                  <a:pt x="866520" y="1284602"/>
                </a:cubicBezTo>
                <a:cubicBezTo>
                  <a:pt x="866520" y="1267832"/>
                  <a:pt x="880114" y="1254238"/>
                  <a:pt x="896883" y="1254238"/>
                </a:cubicBezTo>
                <a:close/>
                <a:moveTo>
                  <a:pt x="824329" y="1254238"/>
                </a:moveTo>
                <a:cubicBezTo>
                  <a:pt x="841098" y="1254238"/>
                  <a:pt x="854692" y="1267832"/>
                  <a:pt x="854692" y="1284602"/>
                </a:cubicBezTo>
                <a:cubicBezTo>
                  <a:pt x="854692" y="1301371"/>
                  <a:pt x="841098" y="1314965"/>
                  <a:pt x="824329" y="1314965"/>
                </a:cubicBezTo>
                <a:cubicBezTo>
                  <a:pt x="807559" y="1314965"/>
                  <a:pt x="793965" y="1301371"/>
                  <a:pt x="793965" y="1284602"/>
                </a:cubicBezTo>
                <a:cubicBezTo>
                  <a:pt x="793965" y="1267832"/>
                  <a:pt x="807559" y="1254238"/>
                  <a:pt x="824329" y="1254238"/>
                </a:cubicBezTo>
                <a:close/>
                <a:moveTo>
                  <a:pt x="751774" y="1254238"/>
                </a:moveTo>
                <a:cubicBezTo>
                  <a:pt x="768544" y="1254238"/>
                  <a:pt x="782138" y="1267832"/>
                  <a:pt x="782138" y="1284602"/>
                </a:cubicBezTo>
                <a:cubicBezTo>
                  <a:pt x="782138" y="1301371"/>
                  <a:pt x="768544" y="1314965"/>
                  <a:pt x="751774" y="1314965"/>
                </a:cubicBezTo>
                <a:cubicBezTo>
                  <a:pt x="735005" y="1314965"/>
                  <a:pt x="721411" y="1301371"/>
                  <a:pt x="721411" y="1284602"/>
                </a:cubicBezTo>
                <a:cubicBezTo>
                  <a:pt x="721411" y="1267832"/>
                  <a:pt x="735005" y="1254238"/>
                  <a:pt x="751774" y="1254238"/>
                </a:cubicBezTo>
                <a:close/>
                <a:moveTo>
                  <a:pt x="679220" y="1254238"/>
                </a:moveTo>
                <a:cubicBezTo>
                  <a:pt x="695989" y="1254238"/>
                  <a:pt x="709583" y="1267832"/>
                  <a:pt x="709583" y="1284602"/>
                </a:cubicBezTo>
                <a:cubicBezTo>
                  <a:pt x="709583" y="1301371"/>
                  <a:pt x="695989" y="1314965"/>
                  <a:pt x="679220" y="1314965"/>
                </a:cubicBezTo>
                <a:cubicBezTo>
                  <a:pt x="662450" y="1314965"/>
                  <a:pt x="648856" y="1301371"/>
                  <a:pt x="648856" y="1284602"/>
                </a:cubicBezTo>
                <a:cubicBezTo>
                  <a:pt x="648856" y="1267832"/>
                  <a:pt x="662450" y="1254238"/>
                  <a:pt x="679220" y="1254238"/>
                </a:cubicBezTo>
                <a:close/>
                <a:moveTo>
                  <a:pt x="606665" y="1254238"/>
                </a:moveTo>
                <a:cubicBezTo>
                  <a:pt x="623435" y="1254238"/>
                  <a:pt x="637029" y="1267832"/>
                  <a:pt x="637029" y="1284602"/>
                </a:cubicBezTo>
                <a:cubicBezTo>
                  <a:pt x="637029" y="1301371"/>
                  <a:pt x="623435" y="1314965"/>
                  <a:pt x="606665" y="1314965"/>
                </a:cubicBezTo>
                <a:cubicBezTo>
                  <a:pt x="589896" y="1314965"/>
                  <a:pt x="576302" y="1301371"/>
                  <a:pt x="576302" y="1284602"/>
                </a:cubicBezTo>
                <a:cubicBezTo>
                  <a:pt x="576302" y="1267832"/>
                  <a:pt x="589896" y="1254238"/>
                  <a:pt x="606665" y="1254238"/>
                </a:cubicBezTo>
                <a:close/>
                <a:moveTo>
                  <a:pt x="534111" y="1254238"/>
                </a:moveTo>
                <a:cubicBezTo>
                  <a:pt x="550880" y="1254238"/>
                  <a:pt x="564474" y="1267832"/>
                  <a:pt x="564474" y="1284602"/>
                </a:cubicBezTo>
                <a:cubicBezTo>
                  <a:pt x="564474" y="1301371"/>
                  <a:pt x="550880" y="1314965"/>
                  <a:pt x="534111" y="1314965"/>
                </a:cubicBezTo>
                <a:cubicBezTo>
                  <a:pt x="517341" y="1314965"/>
                  <a:pt x="503747" y="1301371"/>
                  <a:pt x="503747" y="1284602"/>
                </a:cubicBezTo>
                <a:cubicBezTo>
                  <a:pt x="503747" y="1267832"/>
                  <a:pt x="517341" y="1254238"/>
                  <a:pt x="534111" y="1254238"/>
                </a:cubicBezTo>
                <a:close/>
                <a:moveTo>
                  <a:pt x="461556" y="1254238"/>
                </a:moveTo>
                <a:cubicBezTo>
                  <a:pt x="478326" y="1254238"/>
                  <a:pt x="491920" y="1267832"/>
                  <a:pt x="491920" y="1284602"/>
                </a:cubicBezTo>
                <a:cubicBezTo>
                  <a:pt x="491920" y="1301371"/>
                  <a:pt x="478326" y="1314965"/>
                  <a:pt x="461556" y="1314965"/>
                </a:cubicBezTo>
                <a:cubicBezTo>
                  <a:pt x="444787" y="1314965"/>
                  <a:pt x="431192" y="1301371"/>
                  <a:pt x="431192" y="1284602"/>
                </a:cubicBezTo>
                <a:cubicBezTo>
                  <a:pt x="431192" y="1267832"/>
                  <a:pt x="444787" y="1254238"/>
                  <a:pt x="461556" y="1254238"/>
                </a:cubicBezTo>
                <a:close/>
                <a:moveTo>
                  <a:pt x="389002" y="1254238"/>
                </a:moveTo>
                <a:cubicBezTo>
                  <a:pt x="405771" y="1254238"/>
                  <a:pt x="419365" y="1267832"/>
                  <a:pt x="419365" y="1284602"/>
                </a:cubicBezTo>
                <a:cubicBezTo>
                  <a:pt x="419365" y="1301371"/>
                  <a:pt x="405771" y="1314965"/>
                  <a:pt x="389002" y="1314965"/>
                </a:cubicBezTo>
                <a:cubicBezTo>
                  <a:pt x="372232" y="1314965"/>
                  <a:pt x="358638" y="1301371"/>
                  <a:pt x="358638" y="1284602"/>
                </a:cubicBezTo>
                <a:cubicBezTo>
                  <a:pt x="358638" y="1267832"/>
                  <a:pt x="372232" y="1254238"/>
                  <a:pt x="389002" y="1254238"/>
                </a:cubicBezTo>
                <a:close/>
                <a:moveTo>
                  <a:pt x="316447" y="1254238"/>
                </a:moveTo>
                <a:cubicBezTo>
                  <a:pt x="333216" y="1254238"/>
                  <a:pt x="346810" y="1267832"/>
                  <a:pt x="346810" y="1284602"/>
                </a:cubicBezTo>
                <a:cubicBezTo>
                  <a:pt x="346810" y="1301371"/>
                  <a:pt x="333216" y="1314965"/>
                  <a:pt x="316447" y="1314965"/>
                </a:cubicBezTo>
                <a:cubicBezTo>
                  <a:pt x="299677" y="1314965"/>
                  <a:pt x="286084" y="1301371"/>
                  <a:pt x="286084" y="1284602"/>
                </a:cubicBezTo>
                <a:cubicBezTo>
                  <a:pt x="286084" y="1267832"/>
                  <a:pt x="299677" y="1254238"/>
                  <a:pt x="316447" y="1254238"/>
                </a:cubicBezTo>
                <a:close/>
                <a:moveTo>
                  <a:pt x="243892" y="1254238"/>
                </a:moveTo>
                <a:cubicBezTo>
                  <a:pt x="260662" y="1254238"/>
                  <a:pt x="274256" y="1267832"/>
                  <a:pt x="274256" y="1284602"/>
                </a:cubicBezTo>
                <a:cubicBezTo>
                  <a:pt x="274256" y="1301371"/>
                  <a:pt x="260662" y="1314965"/>
                  <a:pt x="243892" y="1314965"/>
                </a:cubicBezTo>
                <a:cubicBezTo>
                  <a:pt x="227123" y="1314965"/>
                  <a:pt x="213529" y="1301371"/>
                  <a:pt x="213529" y="1284602"/>
                </a:cubicBezTo>
                <a:cubicBezTo>
                  <a:pt x="213529" y="1267832"/>
                  <a:pt x="227123" y="1254238"/>
                  <a:pt x="243892" y="1254238"/>
                </a:cubicBezTo>
                <a:close/>
                <a:moveTo>
                  <a:pt x="171339" y="1254238"/>
                </a:moveTo>
                <a:cubicBezTo>
                  <a:pt x="188107" y="1254238"/>
                  <a:pt x="201701" y="1267832"/>
                  <a:pt x="201701" y="1284602"/>
                </a:cubicBezTo>
                <a:cubicBezTo>
                  <a:pt x="201701" y="1301371"/>
                  <a:pt x="188107" y="1314965"/>
                  <a:pt x="171339" y="1314965"/>
                </a:cubicBezTo>
                <a:cubicBezTo>
                  <a:pt x="154622" y="1314965"/>
                  <a:pt x="141029" y="1301371"/>
                  <a:pt x="141029" y="1284602"/>
                </a:cubicBezTo>
                <a:cubicBezTo>
                  <a:pt x="141029" y="1267832"/>
                  <a:pt x="154622" y="1254238"/>
                  <a:pt x="171339" y="1254238"/>
                </a:cubicBezTo>
                <a:close/>
                <a:moveTo>
                  <a:pt x="98845" y="1254238"/>
                </a:moveTo>
                <a:cubicBezTo>
                  <a:pt x="115610" y="1254238"/>
                  <a:pt x="129204" y="1267832"/>
                  <a:pt x="129204" y="1284602"/>
                </a:cubicBezTo>
                <a:cubicBezTo>
                  <a:pt x="129204" y="1301371"/>
                  <a:pt x="115610" y="1314965"/>
                  <a:pt x="98845" y="1314965"/>
                </a:cubicBezTo>
                <a:cubicBezTo>
                  <a:pt x="82074" y="1314965"/>
                  <a:pt x="68480" y="1301371"/>
                  <a:pt x="68480" y="1284602"/>
                </a:cubicBezTo>
                <a:cubicBezTo>
                  <a:pt x="68480" y="1267832"/>
                  <a:pt x="82074" y="1254238"/>
                  <a:pt x="98845" y="1254238"/>
                </a:cubicBezTo>
                <a:close/>
                <a:moveTo>
                  <a:pt x="26290" y="1254238"/>
                </a:moveTo>
                <a:cubicBezTo>
                  <a:pt x="43057" y="1254238"/>
                  <a:pt x="56651" y="1267832"/>
                  <a:pt x="56651" y="1284602"/>
                </a:cubicBezTo>
                <a:cubicBezTo>
                  <a:pt x="56651" y="1301371"/>
                  <a:pt x="43057" y="1314965"/>
                  <a:pt x="26290" y="1314965"/>
                </a:cubicBezTo>
                <a:cubicBezTo>
                  <a:pt x="17905" y="1314965"/>
                  <a:pt x="10314" y="1311567"/>
                  <a:pt x="4819" y="1306072"/>
                </a:cubicBezTo>
                <a:lnTo>
                  <a:pt x="0" y="1294437"/>
                </a:lnTo>
                <a:lnTo>
                  <a:pt x="0" y="1274766"/>
                </a:lnTo>
                <a:lnTo>
                  <a:pt x="4819" y="1263131"/>
                </a:lnTo>
                <a:cubicBezTo>
                  <a:pt x="10314" y="1257637"/>
                  <a:pt x="17905" y="1254238"/>
                  <a:pt x="26290" y="1254238"/>
                </a:cubicBezTo>
                <a:close/>
                <a:moveTo>
                  <a:pt x="1474228" y="1174410"/>
                </a:moveTo>
                <a:lnTo>
                  <a:pt x="1450688" y="1213159"/>
                </a:lnTo>
                <a:lnTo>
                  <a:pt x="1446956" y="1204150"/>
                </a:lnTo>
                <a:cubicBezTo>
                  <a:pt x="1446956" y="1191573"/>
                  <a:pt x="1454603" y="1180782"/>
                  <a:pt x="1465501" y="1176173"/>
                </a:cubicBezTo>
                <a:close/>
                <a:moveTo>
                  <a:pt x="1404765" y="1173786"/>
                </a:moveTo>
                <a:cubicBezTo>
                  <a:pt x="1421535" y="1173786"/>
                  <a:pt x="1435129" y="1187380"/>
                  <a:pt x="1435129" y="1204150"/>
                </a:cubicBezTo>
                <a:cubicBezTo>
                  <a:pt x="1435129" y="1220919"/>
                  <a:pt x="1421535" y="1234513"/>
                  <a:pt x="1404765" y="1234513"/>
                </a:cubicBezTo>
                <a:cubicBezTo>
                  <a:pt x="1387996" y="1234513"/>
                  <a:pt x="1374402" y="1220919"/>
                  <a:pt x="1374402" y="1204150"/>
                </a:cubicBezTo>
                <a:cubicBezTo>
                  <a:pt x="1374402" y="1187380"/>
                  <a:pt x="1387996" y="1173786"/>
                  <a:pt x="1404765" y="1173786"/>
                </a:cubicBezTo>
                <a:close/>
                <a:moveTo>
                  <a:pt x="1332211" y="1173786"/>
                </a:moveTo>
                <a:cubicBezTo>
                  <a:pt x="1348980" y="1173786"/>
                  <a:pt x="1362574" y="1187380"/>
                  <a:pt x="1362574" y="1204150"/>
                </a:cubicBezTo>
                <a:cubicBezTo>
                  <a:pt x="1362574" y="1220919"/>
                  <a:pt x="1348980" y="1234513"/>
                  <a:pt x="1332211" y="1234513"/>
                </a:cubicBezTo>
                <a:cubicBezTo>
                  <a:pt x="1315441" y="1234513"/>
                  <a:pt x="1301847" y="1220919"/>
                  <a:pt x="1301847" y="1204150"/>
                </a:cubicBezTo>
                <a:cubicBezTo>
                  <a:pt x="1301847" y="1187380"/>
                  <a:pt x="1315441" y="1173786"/>
                  <a:pt x="1332211" y="1173786"/>
                </a:cubicBezTo>
                <a:close/>
                <a:moveTo>
                  <a:pt x="1259656" y="1173786"/>
                </a:moveTo>
                <a:cubicBezTo>
                  <a:pt x="1276426" y="1173786"/>
                  <a:pt x="1290020" y="1187380"/>
                  <a:pt x="1290020" y="1204150"/>
                </a:cubicBezTo>
                <a:cubicBezTo>
                  <a:pt x="1290020" y="1220919"/>
                  <a:pt x="1276426" y="1234513"/>
                  <a:pt x="1259656" y="1234513"/>
                </a:cubicBezTo>
                <a:cubicBezTo>
                  <a:pt x="1242887" y="1234513"/>
                  <a:pt x="1229293" y="1220919"/>
                  <a:pt x="1229293" y="1204150"/>
                </a:cubicBezTo>
                <a:cubicBezTo>
                  <a:pt x="1229293" y="1187380"/>
                  <a:pt x="1242887" y="1173786"/>
                  <a:pt x="1259656" y="1173786"/>
                </a:cubicBezTo>
                <a:close/>
                <a:moveTo>
                  <a:pt x="1187102" y="1173786"/>
                </a:moveTo>
                <a:cubicBezTo>
                  <a:pt x="1203871" y="1173786"/>
                  <a:pt x="1217465" y="1187380"/>
                  <a:pt x="1217465" y="1204150"/>
                </a:cubicBezTo>
                <a:cubicBezTo>
                  <a:pt x="1217465" y="1220919"/>
                  <a:pt x="1203871" y="1234513"/>
                  <a:pt x="1187102" y="1234513"/>
                </a:cubicBezTo>
                <a:cubicBezTo>
                  <a:pt x="1170332" y="1234513"/>
                  <a:pt x="1156738" y="1220919"/>
                  <a:pt x="1156738" y="1204150"/>
                </a:cubicBezTo>
                <a:cubicBezTo>
                  <a:pt x="1156738" y="1187380"/>
                  <a:pt x="1170332" y="1173786"/>
                  <a:pt x="1187102" y="1173786"/>
                </a:cubicBezTo>
                <a:close/>
                <a:moveTo>
                  <a:pt x="1114547" y="1173786"/>
                </a:moveTo>
                <a:cubicBezTo>
                  <a:pt x="1131317" y="1173786"/>
                  <a:pt x="1144911" y="1187380"/>
                  <a:pt x="1144911" y="1204150"/>
                </a:cubicBezTo>
                <a:cubicBezTo>
                  <a:pt x="1144911" y="1220919"/>
                  <a:pt x="1131317" y="1234513"/>
                  <a:pt x="1114547" y="1234513"/>
                </a:cubicBezTo>
                <a:cubicBezTo>
                  <a:pt x="1097778" y="1234513"/>
                  <a:pt x="1084184" y="1220919"/>
                  <a:pt x="1084184" y="1204150"/>
                </a:cubicBezTo>
                <a:cubicBezTo>
                  <a:pt x="1084184" y="1187380"/>
                  <a:pt x="1097778" y="1173786"/>
                  <a:pt x="1114547" y="1173786"/>
                </a:cubicBezTo>
                <a:close/>
                <a:moveTo>
                  <a:pt x="1041993" y="1173786"/>
                </a:moveTo>
                <a:cubicBezTo>
                  <a:pt x="1058762" y="1173786"/>
                  <a:pt x="1072356" y="1187380"/>
                  <a:pt x="1072356" y="1204150"/>
                </a:cubicBezTo>
                <a:cubicBezTo>
                  <a:pt x="1072356" y="1220919"/>
                  <a:pt x="1058762" y="1234513"/>
                  <a:pt x="1041993" y="1234513"/>
                </a:cubicBezTo>
                <a:cubicBezTo>
                  <a:pt x="1025223" y="1234513"/>
                  <a:pt x="1011629" y="1220919"/>
                  <a:pt x="1011629" y="1204150"/>
                </a:cubicBezTo>
                <a:cubicBezTo>
                  <a:pt x="1011629" y="1187380"/>
                  <a:pt x="1025223" y="1173786"/>
                  <a:pt x="1041993" y="1173786"/>
                </a:cubicBezTo>
                <a:close/>
                <a:moveTo>
                  <a:pt x="969438" y="1173786"/>
                </a:moveTo>
                <a:cubicBezTo>
                  <a:pt x="986208" y="1173786"/>
                  <a:pt x="999801" y="1187380"/>
                  <a:pt x="999801" y="1204150"/>
                </a:cubicBezTo>
                <a:cubicBezTo>
                  <a:pt x="999801" y="1220919"/>
                  <a:pt x="986208" y="1234513"/>
                  <a:pt x="969438" y="1234513"/>
                </a:cubicBezTo>
                <a:cubicBezTo>
                  <a:pt x="952669" y="1234513"/>
                  <a:pt x="939075" y="1220919"/>
                  <a:pt x="939075" y="1204150"/>
                </a:cubicBezTo>
                <a:cubicBezTo>
                  <a:pt x="939075" y="1187380"/>
                  <a:pt x="952669" y="1173786"/>
                  <a:pt x="969438" y="1173786"/>
                </a:cubicBezTo>
                <a:close/>
                <a:moveTo>
                  <a:pt x="896883" y="1173786"/>
                </a:moveTo>
                <a:cubicBezTo>
                  <a:pt x="913653" y="1173786"/>
                  <a:pt x="927247" y="1187380"/>
                  <a:pt x="927247" y="1204150"/>
                </a:cubicBezTo>
                <a:cubicBezTo>
                  <a:pt x="927247" y="1220919"/>
                  <a:pt x="913653" y="1234513"/>
                  <a:pt x="896883" y="1234513"/>
                </a:cubicBezTo>
                <a:cubicBezTo>
                  <a:pt x="880114" y="1234513"/>
                  <a:pt x="866520" y="1220919"/>
                  <a:pt x="866520" y="1204150"/>
                </a:cubicBezTo>
                <a:cubicBezTo>
                  <a:pt x="866520" y="1187380"/>
                  <a:pt x="880114" y="1173786"/>
                  <a:pt x="896883" y="1173786"/>
                </a:cubicBezTo>
                <a:close/>
                <a:moveTo>
                  <a:pt x="824329" y="1173786"/>
                </a:moveTo>
                <a:cubicBezTo>
                  <a:pt x="841098" y="1173786"/>
                  <a:pt x="854692" y="1187380"/>
                  <a:pt x="854692" y="1204150"/>
                </a:cubicBezTo>
                <a:cubicBezTo>
                  <a:pt x="854692" y="1220919"/>
                  <a:pt x="841098" y="1234513"/>
                  <a:pt x="824329" y="1234513"/>
                </a:cubicBezTo>
                <a:cubicBezTo>
                  <a:pt x="807559" y="1234513"/>
                  <a:pt x="793965" y="1220919"/>
                  <a:pt x="793965" y="1204150"/>
                </a:cubicBezTo>
                <a:cubicBezTo>
                  <a:pt x="793965" y="1187380"/>
                  <a:pt x="807559" y="1173786"/>
                  <a:pt x="824329" y="1173786"/>
                </a:cubicBezTo>
                <a:close/>
                <a:moveTo>
                  <a:pt x="751774" y="1173786"/>
                </a:moveTo>
                <a:cubicBezTo>
                  <a:pt x="768544" y="1173786"/>
                  <a:pt x="782138" y="1187380"/>
                  <a:pt x="782138" y="1204150"/>
                </a:cubicBezTo>
                <a:cubicBezTo>
                  <a:pt x="782138" y="1220919"/>
                  <a:pt x="768544" y="1234513"/>
                  <a:pt x="751774" y="1234513"/>
                </a:cubicBezTo>
                <a:cubicBezTo>
                  <a:pt x="735005" y="1234513"/>
                  <a:pt x="721411" y="1220919"/>
                  <a:pt x="721411" y="1204150"/>
                </a:cubicBezTo>
                <a:cubicBezTo>
                  <a:pt x="721411" y="1187380"/>
                  <a:pt x="735005" y="1173786"/>
                  <a:pt x="751774" y="1173786"/>
                </a:cubicBezTo>
                <a:close/>
                <a:moveTo>
                  <a:pt x="679220" y="1173786"/>
                </a:moveTo>
                <a:cubicBezTo>
                  <a:pt x="695989" y="1173786"/>
                  <a:pt x="709583" y="1187380"/>
                  <a:pt x="709583" y="1204150"/>
                </a:cubicBezTo>
                <a:cubicBezTo>
                  <a:pt x="709583" y="1220919"/>
                  <a:pt x="695989" y="1234513"/>
                  <a:pt x="679220" y="1234513"/>
                </a:cubicBezTo>
                <a:cubicBezTo>
                  <a:pt x="662450" y="1234513"/>
                  <a:pt x="648856" y="1220919"/>
                  <a:pt x="648856" y="1204150"/>
                </a:cubicBezTo>
                <a:cubicBezTo>
                  <a:pt x="648856" y="1187380"/>
                  <a:pt x="662450" y="1173786"/>
                  <a:pt x="679220" y="1173786"/>
                </a:cubicBezTo>
                <a:close/>
                <a:moveTo>
                  <a:pt x="606665" y="1173786"/>
                </a:moveTo>
                <a:cubicBezTo>
                  <a:pt x="623435" y="1173786"/>
                  <a:pt x="637029" y="1187380"/>
                  <a:pt x="637029" y="1204150"/>
                </a:cubicBezTo>
                <a:cubicBezTo>
                  <a:pt x="637029" y="1220919"/>
                  <a:pt x="623435" y="1234513"/>
                  <a:pt x="606665" y="1234513"/>
                </a:cubicBezTo>
                <a:cubicBezTo>
                  <a:pt x="589896" y="1234513"/>
                  <a:pt x="576302" y="1220919"/>
                  <a:pt x="576302" y="1204150"/>
                </a:cubicBezTo>
                <a:cubicBezTo>
                  <a:pt x="576302" y="1187380"/>
                  <a:pt x="589896" y="1173786"/>
                  <a:pt x="606665" y="1173786"/>
                </a:cubicBezTo>
                <a:close/>
                <a:moveTo>
                  <a:pt x="534111" y="1173786"/>
                </a:moveTo>
                <a:cubicBezTo>
                  <a:pt x="550880" y="1173786"/>
                  <a:pt x="564474" y="1187380"/>
                  <a:pt x="564474" y="1204150"/>
                </a:cubicBezTo>
                <a:cubicBezTo>
                  <a:pt x="564474" y="1220919"/>
                  <a:pt x="550880" y="1234513"/>
                  <a:pt x="534111" y="1234513"/>
                </a:cubicBezTo>
                <a:cubicBezTo>
                  <a:pt x="517341" y="1234513"/>
                  <a:pt x="503747" y="1220919"/>
                  <a:pt x="503747" y="1204150"/>
                </a:cubicBezTo>
                <a:cubicBezTo>
                  <a:pt x="503747" y="1187380"/>
                  <a:pt x="517341" y="1173786"/>
                  <a:pt x="534111" y="1173786"/>
                </a:cubicBezTo>
                <a:close/>
                <a:moveTo>
                  <a:pt x="461556" y="1173786"/>
                </a:moveTo>
                <a:cubicBezTo>
                  <a:pt x="478326" y="1173786"/>
                  <a:pt x="491920" y="1187380"/>
                  <a:pt x="491920" y="1204150"/>
                </a:cubicBezTo>
                <a:cubicBezTo>
                  <a:pt x="491920" y="1220919"/>
                  <a:pt x="478326" y="1234513"/>
                  <a:pt x="461556" y="1234513"/>
                </a:cubicBezTo>
                <a:cubicBezTo>
                  <a:pt x="444787" y="1234513"/>
                  <a:pt x="431192" y="1220919"/>
                  <a:pt x="431192" y="1204150"/>
                </a:cubicBezTo>
                <a:cubicBezTo>
                  <a:pt x="431192" y="1187380"/>
                  <a:pt x="444787" y="1173786"/>
                  <a:pt x="461556" y="1173786"/>
                </a:cubicBezTo>
                <a:close/>
                <a:moveTo>
                  <a:pt x="389002" y="1173786"/>
                </a:moveTo>
                <a:cubicBezTo>
                  <a:pt x="405771" y="1173786"/>
                  <a:pt x="419365" y="1187380"/>
                  <a:pt x="419365" y="1204150"/>
                </a:cubicBezTo>
                <a:cubicBezTo>
                  <a:pt x="419365" y="1220919"/>
                  <a:pt x="405771" y="1234513"/>
                  <a:pt x="389002" y="1234513"/>
                </a:cubicBezTo>
                <a:cubicBezTo>
                  <a:pt x="372232" y="1234513"/>
                  <a:pt x="358638" y="1220919"/>
                  <a:pt x="358638" y="1204150"/>
                </a:cubicBezTo>
                <a:cubicBezTo>
                  <a:pt x="358638" y="1187380"/>
                  <a:pt x="372232" y="1173786"/>
                  <a:pt x="389002" y="1173786"/>
                </a:cubicBezTo>
                <a:close/>
                <a:moveTo>
                  <a:pt x="316447" y="1173786"/>
                </a:moveTo>
                <a:cubicBezTo>
                  <a:pt x="333216" y="1173786"/>
                  <a:pt x="346810" y="1187380"/>
                  <a:pt x="346810" y="1204150"/>
                </a:cubicBezTo>
                <a:cubicBezTo>
                  <a:pt x="346810" y="1220919"/>
                  <a:pt x="333216" y="1234513"/>
                  <a:pt x="316447" y="1234513"/>
                </a:cubicBezTo>
                <a:cubicBezTo>
                  <a:pt x="299677" y="1234513"/>
                  <a:pt x="286084" y="1220919"/>
                  <a:pt x="286084" y="1204150"/>
                </a:cubicBezTo>
                <a:cubicBezTo>
                  <a:pt x="286084" y="1187380"/>
                  <a:pt x="299677" y="1173786"/>
                  <a:pt x="316447" y="1173786"/>
                </a:cubicBezTo>
                <a:close/>
                <a:moveTo>
                  <a:pt x="243892" y="1173786"/>
                </a:moveTo>
                <a:cubicBezTo>
                  <a:pt x="260662" y="1173786"/>
                  <a:pt x="274256" y="1187380"/>
                  <a:pt x="274256" y="1204150"/>
                </a:cubicBezTo>
                <a:cubicBezTo>
                  <a:pt x="274256" y="1220919"/>
                  <a:pt x="260662" y="1234513"/>
                  <a:pt x="243892" y="1234513"/>
                </a:cubicBezTo>
                <a:cubicBezTo>
                  <a:pt x="227123" y="1234513"/>
                  <a:pt x="213529" y="1220919"/>
                  <a:pt x="213529" y="1204150"/>
                </a:cubicBezTo>
                <a:cubicBezTo>
                  <a:pt x="213529" y="1187380"/>
                  <a:pt x="227123" y="1173786"/>
                  <a:pt x="243892" y="1173786"/>
                </a:cubicBezTo>
                <a:close/>
                <a:moveTo>
                  <a:pt x="171339" y="1173786"/>
                </a:moveTo>
                <a:cubicBezTo>
                  <a:pt x="188107" y="1173786"/>
                  <a:pt x="201701" y="1187380"/>
                  <a:pt x="201701" y="1204150"/>
                </a:cubicBezTo>
                <a:cubicBezTo>
                  <a:pt x="201701" y="1220919"/>
                  <a:pt x="188107" y="1234513"/>
                  <a:pt x="171339" y="1234513"/>
                </a:cubicBezTo>
                <a:cubicBezTo>
                  <a:pt x="154627" y="1234513"/>
                  <a:pt x="141034" y="1220919"/>
                  <a:pt x="141034" y="1204150"/>
                </a:cubicBezTo>
                <a:cubicBezTo>
                  <a:pt x="141034" y="1187380"/>
                  <a:pt x="154627" y="1173786"/>
                  <a:pt x="171339" y="1173786"/>
                </a:cubicBezTo>
                <a:close/>
                <a:moveTo>
                  <a:pt x="98852" y="1173786"/>
                </a:moveTo>
                <a:cubicBezTo>
                  <a:pt x="115616" y="1173786"/>
                  <a:pt x="129210" y="1187380"/>
                  <a:pt x="129210" y="1204150"/>
                </a:cubicBezTo>
                <a:cubicBezTo>
                  <a:pt x="129210" y="1220919"/>
                  <a:pt x="115616" y="1234513"/>
                  <a:pt x="98852" y="1234513"/>
                </a:cubicBezTo>
                <a:cubicBezTo>
                  <a:pt x="82080" y="1234513"/>
                  <a:pt x="68486" y="1220919"/>
                  <a:pt x="68486" y="1204150"/>
                </a:cubicBezTo>
                <a:cubicBezTo>
                  <a:pt x="68486" y="1187380"/>
                  <a:pt x="82080" y="1173786"/>
                  <a:pt x="98852" y="1173786"/>
                </a:cubicBezTo>
                <a:close/>
                <a:moveTo>
                  <a:pt x="26297" y="1173786"/>
                </a:moveTo>
                <a:cubicBezTo>
                  <a:pt x="43063" y="1173786"/>
                  <a:pt x="56658" y="1187380"/>
                  <a:pt x="56658" y="1204150"/>
                </a:cubicBezTo>
                <a:cubicBezTo>
                  <a:pt x="56658" y="1220919"/>
                  <a:pt x="43063" y="1234513"/>
                  <a:pt x="26297" y="1234513"/>
                </a:cubicBezTo>
                <a:cubicBezTo>
                  <a:pt x="17912" y="1234513"/>
                  <a:pt x="10321" y="1231115"/>
                  <a:pt x="4826" y="1225620"/>
                </a:cubicBezTo>
                <a:lnTo>
                  <a:pt x="0" y="1213970"/>
                </a:lnTo>
                <a:lnTo>
                  <a:pt x="0" y="1194329"/>
                </a:lnTo>
                <a:lnTo>
                  <a:pt x="4826" y="1182679"/>
                </a:lnTo>
                <a:cubicBezTo>
                  <a:pt x="10321" y="1177185"/>
                  <a:pt x="17912" y="1173786"/>
                  <a:pt x="26297" y="1173786"/>
                </a:cubicBezTo>
                <a:close/>
                <a:moveTo>
                  <a:pt x="1477320" y="1093335"/>
                </a:moveTo>
                <a:cubicBezTo>
                  <a:pt x="1485705" y="1093335"/>
                  <a:pt x="1493295" y="1096733"/>
                  <a:pt x="1498790" y="1102228"/>
                </a:cubicBezTo>
                <a:lnTo>
                  <a:pt x="1505389" y="1118160"/>
                </a:lnTo>
                <a:lnTo>
                  <a:pt x="1493855" y="1142105"/>
                </a:lnTo>
                <a:lnTo>
                  <a:pt x="1487887" y="1151929"/>
                </a:lnTo>
                <a:lnTo>
                  <a:pt x="1477320" y="1154062"/>
                </a:lnTo>
                <a:cubicBezTo>
                  <a:pt x="1460550" y="1154062"/>
                  <a:pt x="1446956" y="1140468"/>
                  <a:pt x="1446956" y="1123698"/>
                </a:cubicBezTo>
                <a:cubicBezTo>
                  <a:pt x="1446956" y="1106929"/>
                  <a:pt x="1460550" y="1093335"/>
                  <a:pt x="1477320" y="1093335"/>
                </a:cubicBezTo>
                <a:close/>
                <a:moveTo>
                  <a:pt x="1404765" y="1093335"/>
                </a:moveTo>
                <a:cubicBezTo>
                  <a:pt x="1421535" y="1093335"/>
                  <a:pt x="1435129" y="1106929"/>
                  <a:pt x="1435129" y="1123698"/>
                </a:cubicBezTo>
                <a:cubicBezTo>
                  <a:pt x="1435129" y="1140468"/>
                  <a:pt x="1421535" y="1154062"/>
                  <a:pt x="1404765" y="1154062"/>
                </a:cubicBezTo>
                <a:cubicBezTo>
                  <a:pt x="1387996" y="1154062"/>
                  <a:pt x="1374402" y="1140468"/>
                  <a:pt x="1374402" y="1123698"/>
                </a:cubicBezTo>
                <a:cubicBezTo>
                  <a:pt x="1374402" y="1106929"/>
                  <a:pt x="1387996" y="1093335"/>
                  <a:pt x="1404765" y="1093335"/>
                </a:cubicBezTo>
                <a:close/>
                <a:moveTo>
                  <a:pt x="1332211" y="1093335"/>
                </a:moveTo>
                <a:cubicBezTo>
                  <a:pt x="1348980" y="1093335"/>
                  <a:pt x="1362574" y="1106929"/>
                  <a:pt x="1362574" y="1123698"/>
                </a:cubicBezTo>
                <a:cubicBezTo>
                  <a:pt x="1362574" y="1140468"/>
                  <a:pt x="1348980" y="1154062"/>
                  <a:pt x="1332211" y="1154062"/>
                </a:cubicBezTo>
                <a:cubicBezTo>
                  <a:pt x="1315441" y="1154062"/>
                  <a:pt x="1301847" y="1140468"/>
                  <a:pt x="1301847" y="1123698"/>
                </a:cubicBezTo>
                <a:cubicBezTo>
                  <a:pt x="1301847" y="1106929"/>
                  <a:pt x="1315441" y="1093335"/>
                  <a:pt x="1332211" y="1093335"/>
                </a:cubicBezTo>
                <a:close/>
                <a:moveTo>
                  <a:pt x="1259656" y="1093335"/>
                </a:moveTo>
                <a:cubicBezTo>
                  <a:pt x="1276426" y="1093335"/>
                  <a:pt x="1290020" y="1106929"/>
                  <a:pt x="1290020" y="1123698"/>
                </a:cubicBezTo>
                <a:cubicBezTo>
                  <a:pt x="1290020" y="1140468"/>
                  <a:pt x="1276426" y="1154062"/>
                  <a:pt x="1259656" y="1154062"/>
                </a:cubicBezTo>
                <a:cubicBezTo>
                  <a:pt x="1242887" y="1154062"/>
                  <a:pt x="1229293" y="1140468"/>
                  <a:pt x="1229293" y="1123698"/>
                </a:cubicBezTo>
                <a:cubicBezTo>
                  <a:pt x="1229293" y="1106929"/>
                  <a:pt x="1242887" y="1093335"/>
                  <a:pt x="1259656" y="1093335"/>
                </a:cubicBezTo>
                <a:close/>
                <a:moveTo>
                  <a:pt x="1187102" y="1093335"/>
                </a:moveTo>
                <a:cubicBezTo>
                  <a:pt x="1203871" y="1093335"/>
                  <a:pt x="1217465" y="1106929"/>
                  <a:pt x="1217465" y="1123698"/>
                </a:cubicBezTo>
                <a:cubicBezTo>
                  <a:pt x="1217465" y="1140468"/>
                  <a:pt x="1203871" y="1154062"/>
                  <a:pt x="1187102" y="1154062"/>
                </a:cubicBezTo>
                <a:cubicBezTo>
                  <a:pt x="1170332" y="1154062"/>
                  <a:pt x="1156738" y="1140468"/>
                  <a:pt x="1156738" y="1123698"/>
                </a:cubicBezTo>
                <a:cubicBezTo>
                  <a:pt x="1156738" y="1106929"/>
                  <a:pt x="1170332" y="1093335"/>
                  <a:pt x="1187102" y="1093335"/>
                </a:cubicBezTo>
                <a:close/>
                <a:moveTo>
                  <a:pt x="1114547" y="1093335"/>
                </a:moveTo>
                <a:cubicBezTo>
                  <a:pt x="1131317" y="1093335"/>
                  <a:pt x="1144911" y="1106929"/>
                  <a:pt x="1144911" y="1123698"/>
                </a:cubicBezTo>
                <a:cubicBezTo>
                  <a:pt x="1144911" y="1140468"/>
                  <a:pt x="1131317" y="1154062"/>
                  <a:pt x="1114547" y="1154062"/>
                </a:cubicBezTo>
                <a:cubicBezTo>
                  <a:pt x="1097778" y="1154062"/>
                  <a:pt x="1084184" y="1140468"/>
                  <a:pt x="1084184" y="1123698"/>
                </a:cubicBezTo>
                <a:cubicBezTo>
                  <a:pt x="1084184" y="1106929"/>
                  <a:pt x="1097778" y="1093335"/>
                  <a:pt x="1114547" y="1093335"/>
                </a:cubicBezTo>
                <a:close/>
                <a:moveTo>
                  <a:pt x="1041993" y="1093335"/>
                </a:moveTo>
                <a:cubicBezTo>
                  <a:pt x="1058762" y="1093335"/>
                  <a:pt x="1072356" y="1106929"/>
                  <a:pt x="1072356" y="1123698"/>
                </a:cubicBezTo>
                <a:cubicBezTo>
                  <a:pt x="1072356" y="1140468"/>
                  <a:pt x="1058762" y="1154062"/>
                  <a:pt x="1041993" y="1154062"/>
                </a:cubicBezTo>
                <a:cubicBezTo>
                  <a:pt x="1025223" y="1154062"/>
                  <a:pt x="1011629" y="1140468"/>
                  <a:pt x="1011629" y="1123698"/>
                </a:cubicBezTo>
                <a:cubicBezTo>
                  <a:pt x="1011629" y="1106929"/>
                  <a:pt x="1025223" y="1093335"/>
                  <a:pt x="1041993" y="1093335"/>
                </a:cubicBezTo>
                <a:close/>
                <a:moveTo>
                  <a:pt x="969438" y="1093335"/>
                </a:moveTo>
                <a:cubicBezTo>
                  <a:pt x="986208" y="1093335"/>
                  <a:pt x="999801" y="1106929"/>
                  <a:pt x="999801" y="1123698"/>
                </a:cubicBezTo>
                <a:cubicBezTo>
                  <a:pt x="999801" y="1140468"/>
                  <a:pt x="986208" y="1154062"/>
                  <a:pt x="969438" y="1154062"/>
                </a:cubicBezTo>
                <a:cubicBezTo>
                  <a:pt x="952669" y="1154062"/>
                  <a:pt x="939075" y="1140468"/>
                  <a:pt x="939075" y="1123698"/>
                </a:cubicBezTo>
                <a:cubicBezTo>
                  <a:pt x="939075" y="1106929"/>
                  <a:pt x="952669" y="1093335"/>
                  <a:pt x="969438" y="1093335"/>
                </a:cubicBezTo>
                <a:close/>
                <a:moveTo>
                  <a:pt x="896883" y="1093335"/>
                </a:moveTo>
                <a:cubicBezTo>
                  <a:pt x="913653" y="1093335"/>
                  <a:pt x="927247" y="1106929"/>
                  <a:pt x="927247" y="1123698"/>
                </a:cubicBezTo>
                <a:cubicBezTo>
                  <a:pt x="927247" y="1140468"/>
                  <a:pt x="913653" y="1154062"/>
                  <a:pt x="896883" y="1154062"/>
                </a:cubicBezTo>
                <a:cubicBezTo>
                  <a:pt x="880114" y="1154062"/>
                  <a:pt x="866520" y="1140468"/>
                  <a:pt x="866520" y="1123698"/>
                </a:cubicBezTo>
                <a:cubicBezTo>
                  <a:pt x="866520" y="1106929"/>
                  <a:pt x="880114" y="1093335"/>
                  <a:pt x="896883" y="1093335"/>
                </a:cubicBezTo>
                <a:close/>
                <a:moveTo>
                  <a:pt x="824329" y="1093335"/>
                </a:moveTo>
                <a:cubicBezTo>
                  <a:pt x="841098" y="1093335"/>
                  <a:pt x="854692" y="1106929"/>
                  <a:pt x="854692" y="1123698"/>
                </a:cubicBezTo>
                <a:cubicBezTo>
                  <a:pt x="854692" y="1140468"/>
                  <a:pt x="841098" y="1154062"/>
                  <a:pt x="824329" y="1154062"/>
                </a:cubicBezTo>
                <a:cubicBezTo>
                  <a:pt x="807559" y="1154062"/>
                  <a:pt x="793965" y="1140468"/>
                  <a:pt x="793965" y="1123698"/>
                </a:cubicBezTo>
                <a:cubicBezTo>
                  <a:pt x="793965" y="1106929"/>
                  <a:pt x="807559" y="1093335"/>
                  <a:pt x="824329" y="1093335"/>
                </a:cubicBezTo>
                <a:close/>
                <a:moveTo>
                  <a:pt x="751774" y="1093335"/>
                </a:moveTo>
                <a:cubicBezTo>
                  <a:pt x="768544" y="1093335"/>
                  <a:pt x="782138" y="1106929"/>
                  <a:pt x="782138" y="1123698"/>
                </a:cubicBezTo>
                <a:cubicBezTo>
                  <a:pt x="782138" y="1140468"/>
                  <a:pt x="768544" y="1154062"/>
                  <a:pt x="751774" y="1154062"/>
                </a:cubicBezTo>
                <a:cubicBezTo>
                  <a:pt x="735005" y="1154062"/>
                  <a:pt x="721411" y="1140468"/>
                  <a:pt x="721411" y="1123698"/>
                </a:cubicBezTo>
                <a:cubicBezTo>
                  <a:pt x="721411" y="1106929"/>
                  <a:pt x="735005" y="1093335"/>
                  <a:pt x="751774" y="1093335"/>
                </a:cubicBezTo>
                <a:close/>
                <a:moveTo>
                  <a:pt x="679220" y="1093335"/>
                </a:moveTo>
                <a:cubicBezTo>
                  <a:pt x="695989" y="1093335"/>
                  <a:pt x="709583" y="1106929"/>
                  <a:pt x="709583" y="1123698"/>
                </a:cubicBezTo>
                <a:cubicBezTo>
                  <a:pt x="709583" y="1140468"/>
                  <a:pt x="695989" y="1154062"/>
                  <a:pt x="679220" y="1154062"/>
                </a:cubicBezTo>
                <a:cubicBezTo>
                  <a:pt x="662450" y="1154062"/>
                  <a:pt x="648856" y="1140468"/>
                  <a:pt x="648856" y="1123698"/>
                </a:cubicBezTo>
                <a:cubicBezTo>
                  <a:pt x="648856" y="1106929"/>
                  <a:pt x="662450" y="1093335"/>
                  <a:pt x="679220" y="1093335"/>
                </a:cubicBezTo>
                <a:close/>
                <a:moveTo>
                  <a:pt x="606665" y="1093335"/>
                </a:moveTo>
                <a:cubicBezTo>
                  <a:pt x="623435" y="1093335"/>
                  <a:pt x="637029" y="1106929"/>
                  <a:pt x="637029" y="1123698"/>
                </a:cubicBezTo>
                <a:cubicBezTo>
                  <a:pt x="637029" y="1140468"/>
                  <a:pt x="623435" y="1154062"/>
                  <a:pt x="606665" y="1154062"/>
                </a:cubicBezTo>
                <a:cubicBezTo>
                  <a:pt x="589896" y="1154062"/>
                  <a:pt x="576302" y="1140468"/>
                  <a:pt x="576302" y="1123698"/>
                </a:cubicBezTo>
                <a:cubicBezTo>
                  <a:pt x="576302" y="1106929"/>
                  <a:pt x="589896" y="1093335"/>
                  <a:pt x="606665" y="1093335"/>
                </a:cubicBezTo>
                <a:close/>
                <a:moveTo>
                  <a:pt x="534111" y="1093335"/>
                </a:moveTo>
                <a:cubicBezTo>
                  <a:pt x="550880" y="1093335"/>
                  <a:pt x="564474" y="1106929"/>
                  <a:pt x="564474" y="1123698"/>
                </a:cubicBezTo>
                <a:cubicBezTo>
                  <a:pt x="564474" y="1140468"/>
                  <a:pt x="550880" y="1154062"/>
                  <a:pt x="534111" y="1154062"/>
                </a:cubicBezTo>
                <a:cubicBezTo>
                  <a:pt x="517341" y="1154062"/>
                  <a:pt x="503747" y="1140468"/>
                  <a:pt x="503747" y="1123698"/>
                </a:cubicBezTo>
                <a:cubicBezTo>
                  <a:pt x="503747" y="1106929"/>
                  <a:pt x="517341" y="1093335"/>
                  <a:pt x="534111" y="1093335"/>
                </a:cubicBezTo>
                <a:close/>
                <a:moveTo>
                  <a:pt x="461556" y="1093335"/>
                </a:moveTo>
                <a:cubicBezTo>
                  <a:pt x="478326" y="1093335"/>
                  <a:pt x="491920" y="1106929"/>
                  <a:pt x="491920" y="1123698"/>
                </a:cubicBezTo>
                <a:cubicBezTo>
                  <a:pt x="491920" y="1140468"/>
                  <a:pt x="478326" y="1154062"/>
                  <a:pt x="461556" y="1154062"/>
                </a:cubicBezTo>
                <a:cubicBezTo>
                  <a:pt x="444787" y="1154062"/>
                  <a:pt x="431192" y="1140468"/>
                  <a:pt x="431192" y="1123698"/>
                </a:cubicBezTo>
                <a:cubicBezTo>
                  <a:pt x="431192" y="1106929"/>
                  <a:pt x="444787" y="1093335"/>
                  <a:pt x="461556" y="1093335"/>
                </a:cubicBezTo>
                <a:close/>
                <a:moveTo>
                  <a:pt x="389002" y="1093335"/>
                </a:moveTo>
                <a:cubicBezTo>
                  <a:pt x="405771" y="1093335"/>
                  <a:pt x="419365" y="1106929"/>
                  <a:pt x="419365" y="1123698"/>
                </a:cubicBezTo>
                <a:cubicBezTo>
                  <a:pt x="419365" y="1140468"/>
                  <a:pt x="405771" y="1154062"/>
                  <a:pt x="389002" y="1154062"/>
                </a:cubicBezTo>
                <a:cubicBezTo>
                  <a:pt x="372232" y="1154062"/>
                  <a:pt x="358638" y="1140468"/>
                  <a:pt x="358638" y="1123698"/>
                </a:cubicBezTo>
                <a:cubicBezTo>
                  <a:pt x="358638" y="1106929"/>
                  <a:pt x="372232" y="1093335"/>
                  <a:pt x="389002" y="1093335"/>
                </a:cubicBezTo>
                <a:close/>
                <a:moveTo>
                  <a:pt x="316447" y="1093335"/>
                </a:moveTo>
                <a:cubicBezTo>
                  <a:pt x="333216" y="1093335"/>
                  <a:pt x="346810" y="1106929"/>
                  <a:pt x="346810" y="1123698"/>
                </a:cubicBezTo>
                <a:cubicBezTo>
                  <a:pt x="346810" y="1140468"/>
                  <a:pt x="333216" y="1154062"/>
                  <a:pt x="316447" y="1154062"/>
                </a:cubicBezTo>
                <a:cubicBezTo>
                  <a:pt x="299677" y="1154062"/>
                  <a:pt x="286084" y="1140468"/>
                  <a:pt x="286084" y="1123698"/>
                </a:cubicBezTo>
                <a:cubicBezTo>
                  <a:pt x="286084" y="1106929"/>
                  <a:pt x="299677" y="1093335"/>
                  <a:pt x="316447" y="1093335"/>
                </a:cubicBezTo>
                <a:close/>
                <a:moveTo>
                  <a:pt x="243892" y="1093335"/>
                </a:moveTo>
                <a:cubicBezTo>
                  <a:pt x="260662" y="1093335"/>
                  <a:pt x="274256" y="1106929"/>
                  <a:pt x="274256" y="1123698"/>
                </a:cubicBezTo>
                <a:cubicBezTo>
                  <a:pt x="274256" y="1140468"/>
                  <a:pt x="260662" y="1154062"/>
                  <a:pt x="243892" y="1154062"/>
                </a:cubicBezTo>
                <a:cubicBezTo>
                  <a:pt x="227123" y="1154062"/>
                  <a:pt x="213529" y="1140468"/>
                  <a:pt x="213529" y="1123698"/>
                </a:cubicBezTo>
                <a:cubicBezTo>
                  <a:pt x="213529" y="1106929"/>
                  <a:pt x="227123" y="1093335"/>
                  <a:pt x="243892" y="1093335"/>
                </a:cubicBezTo>
                <a:close/>
                <a:moveTo>
                  <a:pt x="171339" y="1093335"/>
                </a:moveTo>
                <a:cubicBezTo>
                  <a:pt x="188107" y="1093335"/>
                  <a:pt x="201701" y="1106929"/>
                  <a:pt x="201701" y="1123698"/>
                </a:cubicBezTo>
                <a:cubicBezTo>
                  <a:pt x="201701" y="1140468"/>
                  <a:pt x="188107" y="1154062"/>
                  <a:pt x="171339" y="1154062"/>
                </a:cubicBezTo>
                <a:cubicBezTo>
                  <a:pt x="154633" y="1154062"/>
                  <a:pt x="141040" y="1140468"/>
                  <a:pt x="141040" y="1123698"/>
                </a:cubicBezTo>
                <a:cubicBezTo>
                  <a:pt x="141040" y="1106929"/>
                  <a:pt x="154633" y="1093335"/>
                  <a:pt x="171339" y="1093335"/>
                </a:cubicBezTo>
                <a:close/>
                <a:moveTo>
                  <a:pt x="98858" y="1093335"/>
                </a:moveTo>
                <a:cubicBezTo>
                  <a:pt x="115622" y="1093335"/>
                  <a:pt x="129216" y="1106929"/>
                  <a:pt x="129216" y="1123698"/>
                </a:cubicBezTo>
                <a:cubicBezTo>
                  <a:pt x="129216" y="1140468"/>
                  <a:pt x="115622" y="1154062"/>
                  <a:pt x="98858" y="1154062"/>
                </a:cubicBezTo>
                <a:cubicBezTo>
                  <a:pt x="82086" y="1154062"/>
                  <a:pt x="68492" y="1140468"/>
                  <a:pt x="68492" y="1123698"/>
                </a:cubicBezTo>
                <a:cubicBezTo>
                  <a:pt x="68492" y="1106929"/>
                  <a:pt x="82086" y="1093335"/>
                  <a:pt x="98858" y="1093335"/>
                </a:cubicBezTo>
                <a:close/>
                <a:moveTo>
                  <a:pt x="26303" y="1093335"/>
                </a:moveTo>
                <a:cubicBezTo>
                  <a:pt x="43069" y="1093335"/>
                  <a:pt x="56664" y="1106929"/>
                  <a:pt x="56664" y="1123698"/>
                </a:cubicBezTo>
                <a:cubicBezTo>
                  <a:pt x="56664" y="1140468"/>
                  <a:pt x="43069" y="1154062"/>
                  <a:pt x="26303" y="1154062"/>
                </a:cubicBezTo>
                <a:cubicBezTo>
                  <a:pt x="17918" y="1154062"/>
                  <a:pt x="10327" y="1150664"/>
                  <a:pt x="4832" y="1145169"/>
                </a:cubicBezTo>
                <a:lnTo>
                  <a:pt x="0" y="1133503"/>
                </a:lnTo>
                <a:lnTo>
                  <a:pt x="0" y="1113894"/>
                </a:lnTo>
                <a:lnTo>
                  <a:pt x="4832" y="1102228"/>
                </a:lnTo>
                <a:cubicBezTo>
                  <a:pt x="10327" y="1096734"/>
                  <a:pt x="17918" y="1093335"/>
                  <a:pt x="26303" y="1093335"/>
                </a:cubicBezTo>
                <a:close/>
                <a:moveTo>
                  <a:pt x="1549874" y="1012883"/>
                </a:moveTo>
                <a:lnTo>
                  <a:pt x="1555552" y="1014029"/>
                </a:lnTo>
                <a:lnTo>
                  <a:pt x="1530465" y="1066106"/>
                </a:lnTo>
                <a:lnTo>
                  <a:pt x="1528404" y="1064717"/>
                </a:lnTo>
                <a:cubicBezTo>
                  <a:pt x="1522910" y="1059222"/>
                  <a:pt x="1519511" y="1051631"/>
                  <a:pt x="1519511" y="1043246"/>
                </a:cubicBezTo>
                <a:cubicBezTo>
                  <a:pt x="1519511" y="1026477"/>
                  <a:pt x="1533105" y="1012883"/>
                  <a:pt x="1549874" y="1012883"/>
                </a:cubicBezTo>
                <a:close/>
                <a:moveTo>
                  <a:pt x="1477320" y="1012883"/>
                </a:moveTo>
                <a:cubicBezTo>
                  <a:pt x="1494089" y="1012883"/>
                  <a:pt x="1507683" y="1026477"/>
                  <a:pt x="1507683" y="1043246"/>
                </a:cubicBezTo>
                <a:cubicBezTo>
                  <a:pt x="1507683" y="1060016"/>
                  <a:pt x="1494089" y="1073610"/>
                  <a:pt x="1477320" y="1073610"/>
                </a:cubicBezTo>
                <a:cubicBezTo>
                  <a:pt x="1460550" y="1073610"/>
                  <a:pt x="1446956" y="1060016"/>
                  <a:pt x="1446956" y="1043246"/>
                </a:cubicBezTo>
                <a:cubicBezTo>
                  <a:pt x="1446956" y="1026477"/>
                  <a:pt x="1460550" y="1012883"/>
                  <a:pt x="1477320" y="1012883"/>
                </a:cubicBezTo>
                <a:close/>
                <a:moveTo>
                  <a:pt x="1404765" y="1012883"/>
                </a:moveTo>
                <a:cubicBezTo>
                  <a:pt x="1421535" y="1012883"/>
                  <a:pt x="1435129" y="1026477"/>
                  <a:pt x="1435129" y="1043246"/>
                </a:cubicBezTo>
                <a:cubicBezTo>
                  <a:pt x="1435129" y="1060016"/>
                  <a:pt x="1421535" y="1073610"/>
                  <a:pt x="1404765" y="1073610"/>
                </a:cubicBezTo>
                <a:cubicBezTo>
                  <a:pt x="1387996" y="1073610"/>
                  <a:pt x="1374402" y="1060016"/>
                  <a:pt x="1374402" y="1043246"/>
                </a:cubicBezTo>
                <a:cubicBezTo>
                  <a:pt x="1374402" y="1026477"/>
                  <a:pt x="1387996" y="1012883"/>
                  <a:pt x="1404765" y="1012883"/>
                </a:cubicBezTo>
                <a:close/>
                <a:moveTo>
                  <a:pt x="1332211" y="1012883"/>
                </a:moveTo>
                <a:cubicBezTo>
                  <a:pt x="1348980" y="1012883"/>
                  <a:pt x="1362574" y="1026477"/>
                  <a:pt x="1362574" y="1043246"/>
                </a:cubicBezTo>
                <a:cubicBezTo>
                  <a:pt x="1362574" y="1060016"/>
                  <a:pt x="1348980" y="1073610"/>
                  <a:pt x="1332211" y="1073610"/>
                </a:cubicBezTo>
                <a:cubicBezTo>
                  <a:pt x="1315441" y="1073610"/>
                  <a:pt x="1301847" y="1060016"/>
                  <a:pt x="1301847" y="1043246"/>
                </a:cubicBezTo>
                <a:cubicBezTo>
                  <a:pt x="1301847" y="1026477"/>
                  <a:pt x="1315441" y="1012883"/>
                  <a:pt x="1332211" y="1012883"/>
                </a:cubicBezTo>
                <a:close/>
                <a:moveTo>
                  <a:pt x="1259656" y="1012883"/>
                </a:moveTo>
                <a:cubicBezTo>
                  <a:pt x="1276426" y="1012883"/>
                  <a:pt x="1290020" y="1026477"/>
                  <a:pt x="1290020" y="1043246"/>
                </a:cubicBezTo>
                <a:cubicBezTo>
                  <a:pt x="1290020" y="1060016"/>
                  <a:pt x="1276426" y="1073610"/>
                  <a:pt x="1259656" y="1073610"/>
                </a:cubicBezTo>
                <a:cubicBezTo>
                  <a:pt x="1242887" y="1073610"/>
                  <a:pt x="1229293" y="1060016"/>
                  <a:pt x="1229293" y="1043246"/>
                </a:cubicBezTo>
                <a:cubicBezTo>
                  <a:pt x="1229293" y="1026477"/>
                  <a:pt x="1242887" y="1012883"/>
                  <a:pt x="1259656" y="1012883"/>
                </a:cubicBezTo>
                <a:close/>
                <a:moveTo>
                  <a:pt x="1187102" y="1012883"/>
                </a:moveTo>
                <a:cubicBezTo>
                  <a:pt x="1203871" y="1012883"/>
                  <a:pt x="1217465" y="1026477"/>
                  <a:pt x="1217465" y="1043246"/>
                </a:cubicBezTo>
                <a:cubicBezTo>
                  <a:pt x="1217465" y="1060016"/>
                  <a:pt x="1203871" y="1073610"/>
                  <a:pt x="1187102" y="1073610"/>
                </a:cubicBezTo>
                <a:cubicBezTo>
                  <a:pt x="1170332" y="1073610"/>
                  <a:pt x="1156738" y="1060016"/>
                  <a:pt x="1156738" y="1043246"/>
                </a:cubicBezTo>
                <a:cubicBezTo>
                  <a:pt x="1156738" y="1026477"/>
                  <a:pt x="1170332" y="1012883"/>
                  <a:pt x="1187102" y="1012883"/>
                </a:cubicBezTo>
                <a:close/>
                <a:moveTo>
                  <a:pt x="1114547" y="1012883"/>
                </a:moveTo>
                <a:cubicBezTo>
                  <a:pt x="1131317" y="1012883"/>
                  <a:pt x="1144911" y="1026477"/>
                  <a:pt x="1144911" y="1043246"/>
                </a:cubicBezTo>
                <a:cubicBezTo>
                  <a:pt x="1144911" y="1060016"/>
                  <a:pt x="1131317" y="1073610"/>
                  <a:pt x="1114547" y="1073610"/>
                </a:cubicBezTo>
                <a:cubicBezTo>
                  <a:pt x="1097778" y="1073610"/>
                  <a:pt x="1084184" y="1060016"/>
                  <a:pt x="1084184" y="1043246"/>
                </a:cubicBezTo>
                <a:cubicBezTo>
                  <a:pt x="1084184" y="1026477"/>
                  <a:pt x="1097778" y="1012883"/>
                  <a:pt x="1114547" y="1012883"/>
                </a:cubicBezTo>
                <a:close/>
                <a:moveTo>
                  <a:pt x="1041993" y="1012883"/>
                </a:moveTo>
                <a:cubicBezTo>
                  <a:pt x="1058762" y="1012883"/>
                  <a:pt x="1072356" y="1026477"/>
                  <a:pt x="1072356" y="1043246"/>
                </a:cubicBezTo>
                <a:cubicBezTo>
                  <a:pt x="1072356" y="1060016"/>
                  <a:pt x="1058762" y="1073610"/>
                  <a:pt x="1041993" y="1073610"/>
                </a:cubicBezTo>
                <a:cubicBezTo>
                  <a:pt x="1025223" y="1073610"/>
                  <a:pt x="1011629" y="1060016"/>
                  <a:pt x="1011629" y="1043246"/>
                </a:cubicBezTo>
                <a:cubicBezTo>
                  <a:pt x="1011629" y="1026477"/>
                  <a:pt x="1025223" y="1012883"/>
                  <a:pt x="1041993" y="1012883"/>
                </a:cubicBezTo>
                <a:close/>
                <a:moveTo>
                  <a:pt x="969438" y="1012883"/>
                </a:moveTo>
                <a:cubicBezTo>
                  <a:pt x="986208" y="1012883"/>
                  <a:pt x="999801" y="1026477"/>
                  <a:pt x="999801" y="1043246"/>
                </a:cubicBezTo>
                <a:cubicBezTo>
                  <a:pt x="999801" y="1060016"/>
                  <a:pt x="986208" y="1073610"/>
                  <a:pt x="969438" y="1073610"/>
                </a:cubicBezTo>
                <a:cubicBezTo>
                  <a:pt x="952669" y="1073610"/>
                  <a:pt x="939075" y="1060016"/>
                  <a:pt x="939075" y="1043246"/>
                </a:cubicBezTo>
                <a:cubicBezTo>
                  <a:pt x="939075" y="1026477"/>
                  <a:pt x="952669" y="1012883"/>
                  <a:pt x="969438" y="1012883"/>
                </a:cubicBezTo>
                <a:close/>
                <a:moveTo>
                  <a:pt x="896883" y="1012883"/>
                </a:moveTo>
                <a:cubicBezTo>
                  <a:pt x="913653" y="1012883"/>
                  <a:pt x="927247" y="1026477"/>
                  <a:pt x="927247" y="1043246"/>
                </a:cubicBezTo>
                <a:cubicBezTo>
                  <a:pt x="927247" y="1060016"/>
                  <a:pt x="913653" y="1073610"/>
                  <a:pt x="896883" y="1073610"/>
                </a:cubicBezTo>
                <a:cubicBezTo>
                  <a:pt x="880114" y="1073610"/>
                  <a:pt x="866520" y="1060016"/>
                  <a:pt x="866520" y="1043246"/>
                </a:cubicBezTo>
                <a:cubicBezTo>
                  <a:pt x="866520" y="1026477"/>
                  <a:pt x="880114" y="1012883"/>
                  <a:pt x="896883" y="1012883"/>
                </a:cubicBezTo>
                <a:close/>
                <a:moveTo>
                  <a:pt x="824329" y="1012883"/>
                </a:moveTo>
                <a:cubicBezTo>
                  <a:pt x="841098" y="1012883"/>
                  <a:pt x="854692" y="1026477"/>
                  <a:pt x="854692" y="1043246"/>
                </a:cubicBezTo>
                <a:cubicBezTo>
                  <a:pt x="854692" y="1060016"/>
                  <a:pt x="841098" y="1073610"/>
                  <a:pt x="824329" y="1073610"/>
                </a:cubicBezTo>
                <a:cubicBezTo>
                  <a:pt x="807559" y="1073610"/>
                  <a:pt x="793965" y="1060016"/>
                  <a:pt x="793965" y="1043246"/>
                </a:cubicBezTo>
                <a:cubicBezTo>
                  <a:pt x="793965" y="1026477"/>
                  <a:pt x="807559" y="1012883"/>
                  <a:pt x="824329" y="1012883"/>
                </a:cubicBezTo>
                <a:close/>
                <a:moveTo>
                  <a:pt x="751774" y="1012883"/>
                </a:moveTo>
                <a:cubicBezTo>
                  <a:pt x="768544" y="1012883"/>
                  <a:pt x="782138" y="1026477"/>
                  <a:pt x="782138" y="1043246"/>
                </a:cubicBezTo>
                <a:cubicBezTo>
                  <a:pt x="782138" y="1060016"/>
                  <a:pt x="768544" y="1073610"/>
                  <a:pt x="751774" y="1073610"/>
                </a:cubicBezTo>
                <a:cubicBezTo>
                  <a:pt x="735005" y="1073610"/>
                  <a:pt x="721411" y="1060016"/>
                  <a:pt x="721411" y="1043246"/>
                </a:cubicBezTo>
                <a:cubicBezTo>
                  <a:pt x="721411" y="1026477"/>
                  <a:pt x="735005" y="1012883"/>
                  <a:pt x="751774" y="1012883"/>
                </a:cubicBezTo>
                <a:close/>
                <a:moveTo>
                  <a:pt x="679220" y="1012883"/>
                </a:moveTo>
                <a:cubicBezTo>
                  <a:pt x="695989" y="1012883"/>
                  <a:pt x="709583" y="1026477"/>
                  <a:pt x="709583" y="1043246"/>
                </a:cubicBezTo>
                <a:cubicBezTo>
                  <a:pt x="709583" y="1060016"/>
                  <a:pt x="695989" y="1073610"/>
                  <a:pt x="679220" y="1073610"/>
                </a:cubicBezTo>
                <a:cubicBezTo>
                  <a:pt x="662450" y="1073610"/>
                  <a:pt x="648856" y="1060016"/>
                  <a:pt x="648856" y="1043246"/>
                </a:cubicBezTo>
                <a:cubicBezTo>
                  <a:pt x="648856" y="1026477"/>
                  <a:pt x="662450" y="1012883"/>
                  <a:pt x="679220" y="1012883"/>
                </a:cubicBezTo>
                <a:close/>
                <a:moveTo>
                  <a:pt x="606665" y="1012883"/>
                </a:moveTo>
                <a:cubicBezTo>
                  <a:pt x="623435" y="1012883"/>
                  <a:pt x="637029" y="1026477"/>
                  <a:pt x="637029" y="1043246"/>
                </a:cubicBezTo>
                <a:cubicBezTo>
                  <a:pt x="637029" y="1060016"/>
                  <a:pt x="623435" y="1073610"/>
                  <a:pt x="606665" y="1073610"/>
                </a:cubicBezTo>
                <a:cubicBezTo>
                  <a:pt x="589896" y="1073610"/>
                  <a:pt x="576302" y="1060016"/>
                  <a:pt x="576302" y="1043246"/>
                </a:cubicBezTo>
                <a:cubicBezTo>
                  <a:pt x="576302" y="1026477"/>
                  <a:pt x="589896" y="1012883"/>
                  <a:pt x="606665" y="1012883"/>
                </a:cubicBezTo>
                <a:close/>
                <a:moveTo>
                  <a:pt x="534111" y="1012883"/>
                </a:moveTo>
                <a:cubicBezTo>
                  <a:pt x="550880" y="1012883"/>
                  <a:pt x="564474" y="1026477"/>
                  <a:pt x="564474" y="1043246"/>
                </a:cubicBezTo>
                <a:cubicBezTo>
                  <a:pt x="564474" y="1060016"/>
                  <a:pt x="550880" y="1073610"/>
                  <a:pt x="534111" y="1073610"/>
                </a:cubicBezTo>
                <a:cubicBezTo>
                  <a:pt x="517341" y="1073610"/>
                  <a:pt x="503747" y="1060016"/>
                  <a:pt x="503747" y="1043246"/>
                </a:cubicBezTo>
                <a:cubicBezTo>
                  <a:pt x="503747" y="1026477"/>
                  <a:pt x="517341" y="1012883"/>
                  <a:pt x="534111" y="1012883"/>
                </a:cubicBezTo>
                <a:close/>
                <a:moveTo>
                  <a:pt x="461556" y="1012883"/>
                </a:moveTo>
                <a:cubicBezTo>
                  <a:pt x="478326" y="1012883"/>
                  <a:pt x="491920" y="1026477"/>
                  <a:pt x="491920" y="1043246"/>
                </a:cubicBezTo>
                <a:cubicBezTo>
                  <a:pt x="491920" y="1060016"/>
                  <a:pt x="478326" y="1073610"/>
                  <a:pt x="461556" y="1073610"/>
                </a:cubicBezTo>
                <a:cubicBezTo>
                  <a:pt x="444787" y="1073610"/>
                  <a:pt x="431192" y="1060016"/>
                  <a:pt x="431192" y="1043246"/>
                </a:cubicBezTo>
                <a:cubicBezTo>
                  <a:pt x="431192" y="1026477"/>
                  <a:pt x="444787" y="1012883"/>
                  <a:pt x="461556" y="1012883"/>
                </a:cubicBezTo>
                <a:close/>
                <a:moveTo>
                  <a:pt x="389002" y="1012883"/>
                </a:moveTo>
                <a:cubicBezTo>
                  <a:pt x="405771" y="1012883"/>
                  <a:pt x="419365" y="1026477"/>
                  <a:pt x="419365" y="1043246"/>
                </a:cubicBezTo>
                <a:cubicBezTo>
                  <a:pt x="419365" y="1060016"/>
                  <a:pt x="405771" y="1073610"/>
                  <a:pt x="389002" y="1073610"/>
                </a:cubicBezTo>
                <a:cubicBezTo>
                  <a:pt x="372232" y="1073610"/>
                  <a:pt x="358638" y="1060016"/>
                  <a:pt x="358638" y="1043246"/>
                </a:cubicBezTo>
                <a:cubicBezTo>
                  <a:pt x="358638" y="1026477"/>
                  <a:pt x="372232" y="1012883"/>
                  <a:pt x="389002" y="1012883"/>
                </a:cubicBezTo>
                <a:close/>
                <a:moveTo>
                  <a:pt x="316447" y="1012883"/>
                </a:moveTo>
                <a:cubicBezTo>
                  <a:pt x="333216" y="1012883"/>
                  <a:pt x="346810" y="1026477"/>
                  <a:pt x="346810" y="1043246"/>
                </a:cubicBezTo>
                <a:cubicBezTo>
                  <a:pt x="346810" y="1060016"/>
                  <a:pt x="333216" y="1073610"/>
                  <a:pt x="316447" y="1073610"/>
                </a:cubicBezTo>
                <a:cubicBezTo>
                  <a:pt x="299677" y="1073610"/>
                  <a:pt x="286084" y="1060016"/>
                  <a:pt x="286084" y="1043246"/>
                </a:cubicBezTo>
                <a:cubicBezTo>
                  <a:pt x="286084" y="1026477"/>
                  <a:pt x="299677" y="1012883"/>
                  <a:pt x="316447" y="1012883"/>
                </a:cubicBezTo>
                <a:close/>
                <a:moveTo>
                  <a:pt x="243892" y="1012883"/>
                </a:moveTo>
                <a:cubicBezTo>
                  <a:pt x="260662" y="1012883"/>
                  <a:pt x="274256" y="1026477"/>
                  <a:pt x="274256" y="1043246"/>
                </a:cubicBezTo>
                <a:cubicBezTo>
                  <a:pt x="274256" y="1060016"/>
                  <a:pt x="260662" y="1073610"/>
                  <a:pt x="243892" y="1073610"/>
                </a:cubicBezTo>
                <a:cubicBezTo>
                  <a:pt x="227123" y="1073610"/>
                  <a:pt x="213529" y="1060016"/>
                  <a:pt x="213529" y="1043246"/>
                </a:cubicBezTo>
                <a:cubicBezTo>
                  <a:pt x="213529" y="1026477"/>
                  <a:pt x="227123" y="1012883"/>
                  <a:pt x="243892" y="1012883"/>
                </a:cubicBezTo>
                <a:close/>
                <a:moveTo>
                  <a:pt x="171339" y="1012883"/>
                </a:moveTo>
                <a:cubicBezTo>
                  <a:pt x="188107" y="1012883"/>
                  <a:pt x="201701" y="1026477"/>
                  <a:pt x="201701" y="1043246"/>
                </a:cubicBezTo>
                <a:cubicBezTo>
                  <a:pt x="201701" y="1060016"/>
                  <a:pt x="188107" y="1073610"/>
                  <a:pt x="171339" y="1073610"/>
                </a:cubicBezTo>
                <a:cubicBezTo>
                  <a:pt x="154639" y="1073610"/>
                  <a:pt x="141045" y="1060016"/>
                  <a:pt x="141045" y="1043246"/>
                </a:cubicBezTo>
                <a:cubicBezTo>
                  <a:pt x="141045" y="1026477"/>
                  <a:pt x="154639" y="1012883"/>
                  <a:pt x="171339" y="1012883"/>
                </a:cubicBezTo>
                <a:close/>
                <a:moveTo>
                  <a:pt x="98865" y="1012883"/>
                </a:moveTo>
                <a:cubicBezTo>
                  <a:pt x="115628" y="1012883"/>
                  <a:pt x="129222" y="1026477"/>
                  <a:pt x="129222" y="1043246"/>
                </a:cubicBezTo>
                <a:cubicBezTo>
                  <a:pt x="129222" y="1060016"/>
                  <a:pt x="115628" y="1073610"/>
                  <a:pt x="98865" y="1073610"/>
                </a:cubicBezTo>
                <a:cubicBezTo>
                  <a:pt x="82093" y="1073610"/>
                  <a:pt x="68498" y="1060016"/>
                  <a:pt x="68498" y="1043246"/>
                </a:cubicBezTo>
                <a:cubicBezTo>
                  <a:pt x="68498" y="1026477"/>
                  <a:pt x="82093" y="1012883"/>
                  <a:pt x="98865" y="1012883"/>
                </a:cubicBezTo>
                <a:close/>
                <a:moveTo>
                  <a:pt x="26309" y="1012883"/>
                </a:moveTo>
                <a:cubicBezTo>
                  <a:pt x="43075" y="1012883"/>
                  <a:pt x="56670" y="1026477"/>
                  <a:pt x="56670" y="1043246"/>
                </a:cubicBezTo>
                <a:cubicBezTo>
                  <a:pt x="56670" y="1060016"/>
                  <a:pt x="43075" y="1073610"/>
                  <a:pt x="26309" y="1073610"/>
                </a:cubicBezTo>
                <a:cubicBezTo>
                  <a:pt x="17924" y="1073610"/>
                  <a:pt x="10333" y="1070212"/>
                  <a:pt x="4838" y="1064717"/>
                </a:cubicBezTo>
                <a:lnTo>
                  <a:pt x="0" y="1053036"/>
                </a:lnTo>
                <a:lnTo>
                  <a:pt x="0" y="1033457"/>
                </a:lnTo>
                <a:lnTo>
                  <a:pt x="4838" y="1021776"/>
                </a:lnTo>
                <a:cubicBezTo>
                  <a:pt x="10333" y="1016282"/>
                  <a:pt x="17924" y="1012883"/>
                  <a:pt x="26309" y="1012883"/>
                </a:cubicBezTo>
                <a:close/>
                <a:moveTo>
                  <a:pt x="1549874" y="932431"/>
                </a:moveTo>
                <a:cubicBezTo>
                  <a:pt x="1558259" y="932431"/>
                  <a:pt x="1565850" y="935830"/>
                  <a:pt x="1571345" y="941324"/>
                </a:cubicBezTo>
                <a:lnTo>
                  <a:pt x="1577296" y="955693"/>
                </a:lnTo>
                <a:lnTo>
                  <a:pt x="1565363" y="988298"/>
                </a:lnTo>
                <a:lnTo>
                  <a:pt x="1561694" y="990772"/>
                </a:lnTo>
                <a:cubicBezTo>
                  <a:pt x="1558061" y="992309"/>
                  <a:pt x="1554067" y="993158"/>
                  <a:pt x="1549874" y="993158"/>
                </a:cubicBezTo>
                <a:cubicBezTo>
                  <a:pt x="1533105" y="993158"/>
                  <a:pt x="1519511" y="979564"/>
                  <a:pt x="1519511" y="962795"/>
                </a:cubicBezTo>
                <a:cubicBezTo>
                  <a:pt x="1519511" y="946025"/>
                  <a:pt x="1533105" y="932431"/>
                  <a:pt x="1549874" y="932431"/>
                </a:cubicBezTo>
                <a:close/>
                <a:moveTo>
                  <a:pt x="1477320" y="932431"/>
                </a:moveTo>
                <a:cubicBezTo>
                  <a:pt x="1494089" y="932431"/>
                  <a:pt x="1507683" y="946025"/>
                  <a:pt x="1507683" y="962795"/>
                </a:cubicBezTo>
                <a:cubicBezTo>
                  <a:pt x="1507683" y="979564"/>
                  <a:pt x="1494089" y="993158"/>
                  <a:pt x="1477320" y="993158"/>
                </a:cubicBezTo>
                <a:cubicBezTo>
                  <a:pt x="1460550" y="993158"/>
                  <a:pt x="1446956" y="979564"/>
                  <a:pt x="1446956" y="962795"/>
                </a:cubicBezTo>
                <a:cubicBezTo>
                  <a:pt x="1446956" y="946025"/>
                  <a:pt x="1460550" y="932431"/>
                  <a:pt x="1477320" y="932431"/>
                </a:cubicBezTo>
                <a:close/>
                <a:moveTo>
                  <a:pt x="1404765" y="932431"/>
                </a:moveTo>
                <a:cubicBezTo>
                  <a:pt x="1421535" y="932431"/>
                  <a:pt x="1435129" y="946025"/>
                  <a:pt x="1435129" y="962795"/>
                </a:cubicBezTo>
                <a:cubicBezTo>
                  <a:pt x="1435129" y="979564"/>
                  <a:pt x="1421535" y="993158"/>
                  <a:pt x="1404765" y="993158"/>
                </a:cubicBezTo>
                <a:cubicBezTo>
                  <a:pt x="1387996" y="993158"/>
                  <a:pt x="1374402" y="979564"/>
                  <a:pt x="1374402" y="962795"/>
                </a:cubicBezTo>
                <a:cubicBezTo>
                  <a:pt x="1374402" y="946025"/>
                  <a:pt x="1387996" y="932431"/>
                  <a:pt x="1404765" y="932431"/>
                </a:cubicBezTo>
                <a:close/>
                <a:moveTo>
                  <a:pt x="1332211" y="932431"/>
                </a:moveTo>
                <a:cubicBezTo>
                  <a:pt x="1348980" y="932431"/>
                  <a:pt x="1362574" y="946025"/>
                  <a:pt x="1362574" y="962795"/>
                </a:cubicBezTo>
                <a:cubicBezTo>
                  <a:pt x="1362574" y="979564"/>
                  <a:pt x="1348980" y="993158"/>
                  <a:pt x="1332211" y="993158"/>
                </a:cubicBezTo>
                <a:cubicBezTo>
                  <a:pt x="1315441" y="993158"/>
                  <a:pt x="1301847" y="979564"/>
                  <a:pt x="1301847" y="962795"/>
                </a:cubicBezTo>
                <a:cubicBezTo>
                  <a:pt x="1301847" y="946025"/>
                  <a:pt x="1315441" y="932431"/>
                  <a:pt x="1332211" y="932431"/>
                </a:cubicBezTo>
                <a:close/>
                <a:moveTo>
                  <a:pt x="1259656" y="932431"/>
                </a:moveTo>
                <a:cubicBezTo>
                  <a:pt x="1276426" y="932431"/>
                  <a:pt x="1290020" y="946025"/>
                  <a:pt x="1290020" y="962795"/>
                </a:cubicBezTo>
                <a:cubicBezTo>
                  <a:pt x="1290020" y="979564"/>
                  <a:pt x="1276426" y="993158"/>
                  <a:pt x="1259656" y="993158"/>
                </a:cubicBezTo>
                <a:cubicBezTo>
                  <a:pt x="1242887" y="993158"/>
                  <a:pt x="1229293" y="979564"/>
                  <a:pt x="1229293" y="962795"/>
                </a:cubicBezTo>
                <a:cubicBezTo>
                  <a:pt x="1229293" y="946025"/>
                  <a:pt x="1242887" y="932431"/>
                  <a:pt x="1259656" y="932431"/>
                </a:cubicBezTo>
                <a:close/>
                <a:moveTo>
                  <a:pt x="1187102" y="932431"/>
                </a:moveTo>
                <a:cubicBezTo>
                  <a:pt x="1203871" y="932431"/>
                  <a:pt x="1217465" y="946025"/>
                  <a:pt x="1217465" y="962795"/>
                </a:cubicBezTo>
                <a:cubicBezTo>
                  <a:pt x="1217465" y="979564"/>
                  <a:pt x="1203871" y="993158"/>
                  <a:pt x="1187102" y="993158"/>
                </a:cubicBezTo>
                <a:cubicBezTo>
                  <a:pt x="1170332" y="993158"/>
                  <a:pt x="1156738" y="979564"/>
                  <a:pt x="1156738" y="962795"/>
                </a:cubicBezTo>
                <a:cubicBezTo>
                  <a:pt x="1156738" y="946025"/>
                  <a:pt x="1170332" y="932431"/>
                  <a:pt x="1187102" y="932431"/>
                </a:cubicBezTo>
                <a:close/>
                <a:moveTo>
                  <a:pt x="1114547" y="932431"/>
                </a:moveTo>
                <a:cubicBezTo>
                  <a:pt x="1131317" y="932431"/>
                  <a:pt x="1144911" y="946025"/>
                  <a:pt x="1144911" y="962795"/>
                </a:cubicBezTo>
                <a:cubicBezTo>
                  <a:pt x="1144911" y="979564"/>
                  <a:pt x="1131317" y="993158"/>
                  <a:pt x="1114547" y="993158"/>
                </a:cubicBezTo>
                <a:cubicBezTo>
                  <a:pt x="1097778" y="993158"/>
                  <a:pt x="1084184" y="979564"/>
                  <a:pt x="1084184" y="962795"/>
                </a:cubicBezTo>
                <a:cubicBezTo>
                  <a:pt x="1084184" y="946025"/>
                  <a:pt x="1097778" y="932431"/>
                  <a:pt x="1114547" y="932431"/>
                </a:cubicBezTo>
                <a:close/>
                <a:moveTo>
                  <a:pt x="1041993" y="932431"/>
                </a:moveTo>
                <a:cubicBezTo>
                  <a:pt x="1058762" y="932431"/>
                  <a:pt x="1072356" y="946025"/>
                  <a:pt x="1072356" y="962795"/>
                </a:cubicBezTo>
                <a:cubicBezTo>
                  <a:pt x="1072356" y="979564"/>
                  <a:pt x="1058762" y="993158"/>
                  <a:pt x="1041993" y="993158"/>
                </a:cubicBezTo>
                <a:cubicBezTo>
                  <a:pt x="1025223" y="993158"/>
                  <a:pt x="1011629" y="979564"/>
                  <a:pt x="1011629" y="962795"/>
                </a:cubicBezTo>
                <a:cubicBezTo>
                  <a:pt x="1011629" y="946025"/>
                  <a:pt x="1025223" y="932431"/>
                  <a:pt x="1041993" y="932431"/>
                </a:cubicBezTo>
                <a:close/>
                <a:moveTo>
                  <a:pt x="969438" y="932431"/>
                </a:moveTo>
                <a:cubicBezTo>
                  <a:pt x="986208" y="932431"/>
                  <a:pt x="999801" y="946025"/>
                  <a:pt x="999801" y="962795"/>
                </a:cubicBezTo>
                <a:cubicBezTo>
                  <a:pt x="999801" y="979564"/>
                  <a:pt x="986208" y="993158"/>
                  <a:pt x="969438" y="993158"/>
                </a:cubicBezTo>
                <a:cubicBezTo>
                  <a:pt x="952669" y="993158"/>
                  <a:pt x="939075" y="979564"/>
                  <a:pt x="939075" y="962795"/>
                </a:cubicBezTo>
                <a:cubicBezTo>
                  <a:pt x="939075" y="946025"/>
                  <a:pt x="952669" y="932431"/>
                  <a:pt x="969438" y="932431"/>
                </a:cubicBezTo>
                <a:close/>
                <a:moveTo>
                  <a:pt x="896883" y="932431"/>
                </a:moveTo>
                <a:cubicBezTo>
                  <a:pt x="913653" y="932431"/>
                  <a:pt x="927247" y="946025"/>
                  <a:pt x="927247" y="962795"/>
                </a:cubicBezTo>
                <a:cubicBezTo>
                  <a:pt x="927247" y="979564"/>
                  <a:pt x="913653" y="993158"/>
                  <a:pt x="896883" y="993158"/>
                </a:cubicBezTo>
                <a:cubicBezTo>
                  <a:pt x="880114" y="993158"/>
                  <a:pt x="866520" y="979564"/>
                  <a:pt x="866520" y="962795"/>
                </a:cubicBezTo>
                <a:cubicBezTo>
                  <a:pt x="866520" y="946025"/>
                  <a:pt x="880114" y="932431"/>
                  <a:pt x="896883" y="932431"/>
                </a:cubicBezTo>
                <a:close/>
                <a:moveTo>
                  <a:pt x="824329" y="932431"/>
                </a:moveTo>
                <a:cubicBezTo>
                  <a:pt x="841098" y="932431"/>
                  <a:pt x="854692" y="946025"/>
                  <a:pt x="854692" y="962795"/>
                </a:cubicBezTo>
                <a:cubicBezTo>
                  <a:pt x="854692" y="979564"/>
                  <a:pt x="841098" y="993158"/>
                  <a:pt x="824329" y="993158"/>
                </a:cubicBezTo>
                <a:cubicBezTo>
                  <a:pt x="807559" y="993158"/>
                  <a:pt x="793965" y="979564"/>
                  <a:pt x="793965" y="962795"/>
                </a:cubicBezTo>
                <a:cubicBezTo>
                  <a:pt x="793965" y="946025"/>
                  <a:pt x="807559" y="932431"/>
                  <a:pt x="824329" y="932431"/>
                </a:cubicBezTo>
                <a:close/>
                <a:moveTo>
                  <a:pt x="751774" y="932431"/>
                </a:moveTo>
                <a:cubicBezTo>
                  <a:pt x="768544" y="932431"/>
                  <a:pt x="782138" y="946025"/>
                  <a:pt x="782138" y="962795"/>
                </a:cubicBezTo>
                <a:cubicBezTo>
                  <a:pt x="782138" y="979564"/>
                  <a:pt x="768544" y="993158"/>
                  <a:pt x="751774" y="993158"/>
                </a:cubicBezTo>
                <a:cubicBezTo>
                  <a:pt x="735005" y="993158"/>
                  <a:pt x="721411" y="979564"/>
                  <a:pt x="721411" y="962795"/>
                </a:cubicBezTo>
                <a:cubicBezTo>
                  <a:pt x="721411" y="946025"/>
                  <a:pt x="735005" y="932431"/>
                  <a:pt x="751774" y="932431"/>
                </a:cubicBezTo>
                <a:close/>
                <a:moveTo>
                  <a:pt x="679220" y="932431"/>
                </a:moveTo>
                <a:cubicBezTo>
                  <a:pt x="695989" y="932431"/>
                  <a:pt x="709583" y="946025"/>
                  <a:pt x="709583" y="962795"/>
                </a:cubicBezTo>
                <a:cubicBezTo>
                  <a:pt x="709583" y="979564"/>
                  <a:pt x="695989" y="993158"/>
                  <a:pt x="679220" y="993158"/>
                </a:cubicBezTo>
                <a:cubicBezTo>
                  <a:pt x="662450" y="993158"/>
                  <a:pt x="648856" y="979564"/>
                  <a:pt x="648856" y="962795"/>
                </a:cubicBezTo>
                <a:cubicBezTo>
                  <a:pt x="648856" y="946025"/>
                  <a:pt x="662450" y="932431"/>
                  <a:pt x="679220" y="932431"/>
                </a:cubicBezTo>
                <a:close/>
                <a:moveTo>
                  <a:pt x="606665" y="932431"/>
                </a:moveTo>
                <a:cubicBezTo>
                  <a:pt x="623435" y="932431"/>
                  <a:pt x="637029" y="946025"/>
                  <a:pt x="637029" y="962795"/>
                </a:cubicBezTo>
                <a:cubicBezTo>
                  <a:pt x="637029" y="979564"/>
                  <a:pt x="623435" y="993158"/>
                  <a:pt x="606665" y="993158"/>
                </a:cubicBezTo>
                <a:cubicBezTo>
                  <a:pt x="589896" y="993158"/>
                  <a:pt x="576302" y="979564"/>
                  <a:pt x="576302" y="962795"/>
                </a:cubicBezTo>
                <a:cubicBezTo>
                  <a:pt x="576302" y="946025"/>
                  <a:pt x="589896" y="932431"/>
                  <a:pt x="606665" y="932431"/>
                </a:cubicBezTo>
                <a:close/>
                <a:moveTo>
                  <a:pt x="534111" y="932431"/>
                </a:moveTo>
                <a:cubicBezTo>
                  <a:pt x="550880" y="932431"/>
                  <a:pt x="564474" y="946025"/>
                  <a:pt x="564474" y="962795"/>
                </a:cubicBezTo>
                <a:cubicBezTo>
                  <a:pt x="564474" y="979564"/>
                  <a:pt x="550880" y="993158"/>
                  <a:pt x="534111" y="993158"/>
                </a:cubicBezTo>
                <a:cubicBezTo>
                  <a:pt x="517341" y="993158"/>
                  <a:pt x="503747" y="979564"/>
                  <a:pt x="503747" y="962795"/>
                </a:cubicBezTo>
                <a:cubicBezTo>
                  <a:pt x="503747" y="946025"/>
                  <a:pt x="517341" y="932431"/>
                  <a:pt x="534111" y="932431"/>
                </a:cubicBezTo>
                <a:close/>
                <a:moveTo>
                  <a:pt x="461556" y="932431"/>
                </a:moveTo>
                <a:cubicBezTo>
                  <a:pt x="478326" y="932431"/>
                  <a:pt x="491920" y="946025"/>
                  <a:pt x="491920" y="962795"/>
                </a:cubicBezTo>
                <a:cubicBezTo>
                  <a:pt x="491920" y="979564"/>
                  <a:pt x="478326" y="993158"/>
                  <a:pt x="461556" y="993158"/>
                </a:cubicBezTo>
                <a:cubicBezTo>
                  <a:pt x="444787" y="993158"/>
                  <a:pt x="431192" y="979564"/>
                  <a:pt x="431192" y="962795"/>
                </a:cubicBezTo>
                <a:cubicBezTo>
                  <a:pt x="431192" y="946025"/>
                  <a:pt x="444787" y="932431"/>
                  <a:pt x="461556" y="932431"/>
                </a:cubicBezTo>
                <a:close/>
                <a:moveTo>
                  <a:pt x="389002" y="932431"/>
                </a:moveTo>
                <a:cubicBezTo>
                  <a:pt x="405771" y="932431"/>
                  <a:pt x="419365" y="946025"/>
                  <a:pt x="419365" y="962795"/>
                </a:cubicBezTo>
                <a:cubicBezTo>
                  <a:pt x="419365" y="979564"/>
                  <a:pt x="405771" y="993158"/>
                  <a:pt x="389002" y="993158"/>
                </a:cubicBezTo>
                <a:cubicBezTo>
                  <a:pt x="372232" y="993158"/>
                  <a:pt x="358638" y="979564"/>
                  <a:pt x="358638" y="962795"/>
                </a:cubicBezTo>
                <a:cubicBezTo>
                  <a:pt x="358638" y="946025"/>
                  <a:pt x="372232" y="932431"/>
                  <a:pt x="389002" y="932431"/>
                </a:cubicBezTo>
                <a:close/>
                <a:moveTo>
                  <a:pt x="316447" y="932431"/>
                </a:moveTo>
                <a:cubicBezTo>
                  <a:pt x="333216" y="932431"/>
                  <a:pt x="346810" y="946025"/>
                  <a:pt x="346810" y="962795"/>
                </a:cubicBezTo>
                <a:cubicBezTo>
                  <a:pt x="346810" y="979564"/>
                  <a:pt x="333216" y="993158"/>
                  <a:pt x="316447" y="993158"/>
                </a:cubicBezTo>
                <a:cubicBezTo>
                  <a:pt x="299677" y="993158"/>
                  <a:pt x="286084" y="979564"/>
                  <a:pt x="286084" y="962795"/>
                </a:cubicBezTo>
                <a:cubicBezTo>
                  <a:pt x="286084" y="946025"/>
                  <a:pt x="299677" y="932431"/>
                  <a:pt x="316447" y="932431"/>
                </a:cubicBezTo>
                <a:close/>
                <a:moveTo>
                  <a:pt x="243892" y="932431"/>
                </a:moveTo>
                <a:cubicBezTo>
                  <a:pt x="260662" y="932431"/>
                  <a:pt x="274256" y="946025"/>
                  <a:pt x="274256" y="962795"/>
                </a:cubicBezTo>
                <a:cubicBezTo>
                  <a:pt x="274256" y="979564"/>
                  <a:pt x="260662" y="993158"/>
                  <a:pt x="243892" y="993158"/>
                </a:cubicBezTo>
                <a:cubicBezTo>
                  <a:pt x="227123" y="993158"/>
                  <a:pt x="213529" y="979564"/>
                  <a:pt x="213529" y="962795"/>
                </a:cubicBezTo>
                <a:cubicBezTo>
                  <a:pt x="213529" y="946025"/>
                  <a:pt x="227123" y="932431"/>
                  <a:pt x="243892" y="932431"/>
                </a:cubicBezTo>
                <a:close/>
                <a:moveTo>
                  <a:pt x="171339" y="932431"/>
                </a:moveTo>
                <a:cubicBezTo>
                  <a:pt x="188107" y="932431"/>
                  <a:pt x="201701" y="946025"/>
                  <a:pt x="201701" y="962795"/>
                </a:cubicBezTo>
                <a:cubicBezTo>
                  <a:pt x="201701" y="979564"/>
                  <a:pt x="188107" y="993158"/>
                  <a:pt x="171339" y="993158"/>
                </a:cubicBezTo>
                <a:cubicBezTo>
                  <a:pt x="154645" y="993158"/>
                  <a:pt x="141051" y="979564"/>
                  <a:pt x="141051" y="962795"/>
                </a:cubicBezTo>
                <a:cubicBezTo>
                  <a:pt x="141051" y="946025"/>
                  <a:pt x="154645" y="932431"/>
                  <a:pt x="171339" y="932431"/>
                </a:cubicBezTo>
                <a:close/>
                <a:moveTo>
                  <a:pt x="98870" y="932431"/>
                </a:moveTo>
                <a:cubicBezTo>
                  <a:pt x="115634" y="932431"/>
                  <a:pt x="129228" y="946025"/>
                  <a:pt x="129228" y="962795"/>
                </a:cubicBezTo>
                <a:cubicBezTo>
                  <a:pt x="129228" y="979564"/>
                  <a:pt x="115634" y="993158"/>
                  <a:pt x="98870" y="993158"/>
                </a:cubicBezTo>
                <a:cubicBezTo>
                  <a:pt x="82099" y="993158"/>
                  <a:pt x="68505" y="979564"/>
                  <a:pt x="68505" y="962795"/>
                </a:cubicBezTo>
                <a:cubicBezTo>
                  <a:pt x="68505" y="946025"/>
                  <a:pt x="82099" y="932431"/>
                  <a:pt x="98870" y="932431"/>
                </a:cubicBezTo>
                <a:close/>
                <a:moveTo>
                  <a:pt x="26316" y="932431"/>
                </a:moveTo>
                <a:cubicBezTo>
                  <a:pt x="43081" y="932431"/>
                  <a:pt x="56676" y="946025"/>
                  <a:pt x="56676" y="962795"/>
                </a:cubicBezTo>
                <a:cubicBezTo>
                  <a:pt x="56676" y="979564"/>
                  <a:pt x="43081" y="993158"/>
                  <a:pt x="26316" y="993158"/>
                </a:cubicBezTo>
                <a:cubicBezTo>
                  <a:pt x="17931" y="993158"/>
                  <a:pt x="10340" y="989760"/>
                  <a:pt x="4845" y="984265"/>
                </a:cubicBezTo>
                <a:lnTo>
                  <a:pt x="0" y="972570"/>
                </a:lnTo>
                <a:lnTo>
                  <a:pt x="0" y="953020"/>
                </a:lnTo>
                <a:lnTo>
                  <a:pt x="4845" y="941324"/>
                </a:lnTo>
                <a:cubicBezTo>
                  <a:pt x="10340" y="935830"/>
                  <a:pt x="17931" y="932431"/>
                  <a:pt x="26316" y="932431"/>
                </a:cubicBezTo>
                <a:close/>
                <a:moveTo>
                  <a:pt x="1612513" y="853981"/>
                </a:moveTo>
                <a:lnTo>
                  <a:pt x="1607766" y="872445"/>
                </a:lnTo>
                <a:lnTo>
                  <a:pt x="1598477" y="897823"/>
                </a:lnTo>
                <a:lnTo>
                  <a:pt x="1592066" y="882343"/>
                </a:lnTo>
                <a:cubicBezTo>
                  <a:pt x="1592066" y="869766"/>
                  <a:pt x="1599712" y="858975"/>
                  <a:pt x="1610610" y="854366"/>
                </a:cubicBezTo>
                <a:close/>
                <a:moveTo>
                  <a:pt x="1549874" y="851979"/>
                </a:moveTo>
                <a:cubicBezTo>
                  <a:pt x="1566644" y="851979"/>
                  <a:pt x="1580238" y="865573"/>
                  <a:pt x="1580238" y="882343"/>
                </a:cubicBezTo>
                <a:cubicBezTo>
                  <a:pt x="1580238" y="899112"/>
                  <a:pt x="1566644" y="912706"/>
                  <a:pt x="1549874" y="912706"/>
                </a:cubicBezTo>
                <a:cubicBezTo>
                  <a:pt x="1533105" y="912706"/>
                  <a:pt x="1519511" y="899112"/>
                  <a:pt x="1519511" y="882343"/>
                </a:cubicBezTo>
                <a:cubicBezTo>
                  <a:pt x="1519511" y="865573"/>
                  <a:pt x="1533105" y="851979"/>
                  <a:pt x="1549874" y="851979"/>
                </a:cubicBezTo>
                <a:close/>
                <a:moveTo>
                  <a:pt x="1477320" y="851979"/>
                </a:moveTo>
                <a:cubicBezTo>
                  <a:pt x="1494089" y="851979"/>
                  <a:pt x="1507683" y="865573"/>
                  <a:pt x="1507683" y="882343"/>
                </a:cubicBezTo>
                <a:cubicBezTo>
                  <a:pt x="1507683" y="899112"/>
                  <a:pt x="1494089" y="912706"/>
                  <a:pt x="1477320" y="912706"/>
                </a:cubicBezTo>
                <a:cubicBezTo>
                  <a:pt x="1460550" y="912706"/>
                  <a:pt x="1446956" y="899112"/>
                  <a:pt x="1446956" y="882343"/>
                </a:cubicBezTo>
                <a:cubicBezTo>
                  <a:pt x="1446956" y="865573"/>
                  <a:pt x="1460550" y="851979"/>
                  <a:pt x="1477320" y="851979"/>
                </a:cubicBezTo>
                <a:close/>
                <a:moveTo>
                  <a:pt x="1404765" y="851979"/>
                </a:moveTo>
                <a:cubicBezTo>
                  <a:pt x="1421535" y="851979"/>
                  <a:pt x="1435129" y="865573"/>
                  <a:pt x="1435129" y="882343"/>
                </a:cubicBezTo>
                <a:cubicBezTo>
                  <a:pt x="1435129" y="899112"/>
                  <a:pt x="1421535" y="912706"/>
                  <a:pt x="1404765" y="912706"/>
                </a:cubicBezTo>
                <a:cubicBezTo>
                  <a:pt x="1387996" y="912706"/>
                  <a:pt x="1374402" y="899112"/>
                  <a:pt x="1374402" y="882343"/>
                </a:cubicBezTo>
                <a:cubicBezTo>
                  <a:pt x="1374402" y="865573"/>
                  <a:pt x="1387996" y="851979"/>
                  <a:pt x="1404765" y="851979"/>
                </a:cubicBezTo>
                <a:close/>
                <a:moveTo>
                  <a:pt x="1332211" y="851979"/>
                </a:moveTo>
                <a:cubicBezTo>
                  <a:pt x="1348980" y="851979"/>
                  <a:pt x="1362574" y="865573"/>
                  <a:pt x="1362574" y="882343"/>
                </a:cubicBezTo>
                <a:cubicBezTo>
                  <a:pt x="1362574" y="899112"/>
                  <a:pt x="1348980" y="912706"/>
                  <a:pt x="1332211" y="912706"/>
                </a:cubicBezTo>
                <a:cubicBezTo>
                  <a:pt x="1315441" y="912706"/>
                  <a:pt x="1301847" y="899112"/>
                  <a:pt x="1301847" y="882343"/>
                </a:cubicBezTo>
                <a:cubicBezTo>
                  <a:pt x="1301847" y="865573"/>
                  <a:pt x="1315441" y="851979"/>
                  <a:pt x="1332211" y="851979"/>
                </a:cubicBezTo>
                <a:close/>
                <a:moveTo>
                  <a:pt x="1259656" y="851979"/>
                </a:moveTo>
                <a:cubicBezTo>
                  <a:pt x="1276426" y="851979"/>
                  <a:pt x="1290020" y="865573"/>
                  <a:pt x="1290020" y="882343"/>
                </a:cubicBezTo>
                <a:cubicBezTo>
                  <a:pt x="1290020" y="899112"/>
                  <a:pt x="1276426" y="912706"/>
                  <a:pt x="1259656" y="912706"/>
                </a:cubicBezTo>
                <a:cubicBezTo>
                  <a:pt x="1242887" y="912706"/>
                  <a:pt x="1229293" y="899112"/>
                  <a:pt x="1229293" y="882343"/>
                </a:cubicBezTo>
                <a:cubicBezTo>
                  <a:pt x="1229293" y="865573"/>
                  <a:pt x="1242887" y="851979"/>
                  <a:pt x="1259656" y="851979"/>
                </a:cubicBezTo>
                <a:close/>
                <a:moveTo>
                  <a:pt x="1187102" y="851979"/>
                </a:moveTo>
                <a:cubicBezTo>
                  <a:pt x="1203871" y="851979"/>
                  <a:pt x="1217465" y="865573"/>
                  <a:pt x="1217465" y="882343"/>
                </a:cubicBezTo>
                <a:cubicBezTo>
                  <a:pt x="1217465" y="899112"/>
                  <a:pt x="1203871" y="912706"/>
                  <a:pt x="1187102" y="912706"/>
                </a:cubicBezTo>
                <a:cubicBezTo>
                  <a:pt x="1170332" y="912706"/>
                  <a:pt x="1156738" y="899112"/>
                  <a:pt x="1156738" y="882343"/>
                </a:cubicBezTo>
                <a:cubicBezTo>
                  <a:pt x="1156738" y="865573"/>
                  <a:pt x="1170332" y="851979"/>
                  <a:pt x="1187102" y="851979"/>
                </a:cubicBezTo>
                <a:close/>
                <a:moveTo>
                  <a:pt x="1114547" y="851979"/>
                </a:moveTo>
                <a:cubicBezTo>
                  <a:pt x="1131317" y="851979"/>
                  <a:pt x="1144911" y="865573"/>
                  <a:pt x="1144911" y="882343"/>
                </a:cubicBezTo>
                <a:cubicBezTo>
                  <a:pt x="1144911" y="899112"/>
                  <a:pt x="1131317" y="912706"/>
                  <a:pt x="1114547" y="912706"/>
                </a:cubicBezTo>
                <a:cubicBezTo>
                  <a:pt x="1097778" y="912706"/>
                  <a:pt x="1084184" y="899112"/>
                  <a:pt x="1084184" y="882343"/>
                </a:cubicBezTo>
                <a:cubicBezTo>
                  <a:pt x="1084184" y="865573"/>
                  <a:pt x="1097778" y="851979"/>
                  <a:pt x="1114547" y="851979"/>
                </a:cubicBezTo>
                <a:close/>
                <a:moveTo>
                  <a:pt x="1041993" y="851979"/>
                </a:moveTo>
                <a:cubicBezTo>
                  <a:pt x="1058762" y="851979"/>
                  <a:pt x="1072356" y="865573"/>
                  <a:pt x="1072356" y="882343"/>
                </a:cubicBezTo>
                <a:cubicBezTo>
                  <a:pt x="1072356" y="899112"/>
                  <a:pt x="1058762" y="912706"/>
                  <a:pt x="1041993" y="912706"/>
                </a:cubicBezTo>
                <a:cubicBezTo>
                  <a:pt x="1025223" y="912706"/>
                  <a:pt x="1011629" y="899112"/>
                  <a:pt x="1011629" y="882343"/>
                </a:cubicBezTo>
                <a:cubicBezTo>
                  <a:pt x="1011629" y="865573"/>
                  <a:pt x="1025223" y="851979"/>
                  <a:pt x="1041993" y="851979"/>
                </a:cubicBezTo>
                <a:close/>
                <a:moveTo>
                  <a:pt x="969438" y="851979"/>
                </a:moveTo>
                <a:cubicBezTo>
                  <a:pt x="986208" y="851979"/>
                  <a:pt x="999801" y="865573"/>
                  <a:pt x="999801" y="882343"/>
                </a:cubicBezTo>
                <a:cubicBezTo>
                  <a:pt x="999801" y="899112"/>
                  <a:pt x="986208" y="912706"/>
                  <a:pt x="969438" y="912706"/>
                </a:cubicBezTo>
                <a:cubicBezTo>
                  <a:pt x="952669" y="912706"/>
                  <a:pt x="939075" y="899112"/>
                  <a:pt x="939075" y="882343"/>
                </a:cubicBezTo>
                <a:cubicBezTo>
                  <a:pt x="939075" y="865573"/>
                  <a:pt x="952669" y="851979"/>
                  <a:pt x="969438" y="851979"/>
                </a:cubicBezTo>
                <a:close/>
                <a:moveTo>
                  <a:pt x="896883" y="851979"/>
                </a:moveTo>
                <a:cubicBezTo>
                  <a:pt x="913653" y="851979"/>
                  <a:pt x="927247" y="865573"/>
                  <a:pt x="927247" y="882343"/>
                </a:cubicBezTo>
                <a:cubicBezTo>
                  <a:pt x="927247" y="899112"/>
                  <a:pt x="913653" y="912706"/>
                  <a:pt x="896883" y="912706"/>
                </a:cubicBezTo>
                <a:cubicBezTo>
                  <a:pt x="880114" y="912706"/>
                  <a:pt x="866520" y="899112"/>
                  <a:pt x="866520" y="882343"/>
                </a:cubicBezTo>
                <a:cubicBezTo>
                  <a:pt x="866520" y="865573"/>
                  <a:pt x="880114" y="851979"/>
                  <a:pt x="896883" y="851979"/>
                </a:cubicBezTo>
                <a:close/>
                <a:moveTo>
                  <a:pt x="824329" y="851979"/>
                </a:moveTo>
                <a:cubicBezTo>
                  <a:pt x="841098" y="851979"/>
                  <a:pt x="854692" y="865573"/>
                  <a:pt x="854692" y="882343"/>
                </a:cubicBezTo>
                <a:cubicBezTo>
                  <a:pt x="854692" y="899112"/>
                  <a:pt x="841098" y="912706"/>
                  <a:pt x="824329" y="912706"/>
                </a:cubicBezTo>
                <a:cubicBezTo>
                  <a:pt x="807559" y="912706"/>
                  <a:pt x="793965" y="899112"/>
                  <a:pt x="793965" y="882343"/>
                </a:cubicBezTo>
                <a:cubicBezTo>
                  <a:pt x="793965" y="865573"/>
                  <a:pt x="807559" y="851979"/>
                  <a:pt x="824329" y="851979"/>
                </a:cubicBezTo>
                <a:close/>
                <a:moveTo>
                  <a:pt x="751774" y="851979"/>
                </a:moveTo>
                <a:cubicBezTo>
                  <a:pt x="768544" y="851979"/>
                  <a:pt x="782138" y="865573"/>
                  <a:pt x="782138" y="882343"/>
                </a:cubicBezTo>
                <a:cubicBezTo>
                  <a:pt x="782138" y="899112"/>
                  <a:pt x="768544" y="912706"/>
                  <a:pt x="751774" y="912706"/>
                </a:cubicBezTo>
                <a:cubicBezTo>
                  <a:pt x="735005" y="912706"/>
                  <a:pt x="721411" y="899112"/>
                  <a:pt x="721411" y="882343"/>
                </a:cubicBezTo>
                <a:cubicBezTo>
                  <a:pt x="721411" y="865573"/>
                  <a:pt x="735005" y="851979"/>
                  <a:pt x="751774" y="851979"/>
                </a:cubicBezTo>
                <a:close/>
                <a:moveTo>
                  <a:pt x="679220" y="851979"/>
                </a:moveTo>
                <a:cubicBezTo>
                  <a:pt x="695989" y="851979"/>
                  <a:pt x="709583" y="865573"/>
                  <a:pt x="709583" y="882343"/>
                </a:cubicBezTo>
                <a:cubicBezTo>
                  <a:pt x="709583" y="899112"/>
                  <a:pt x="695989" y="912706"/>
                  <a:pt x="679220" y="912706"/>
                </a:cubicBezTo>
                <a:cubicBezTo>
                  <a:pt x="662450" y="912706"/>
                  <a:pt x="648856" y="899112"/>
                  <a:pt x="648856" y="882343"/>
                </a:cubicBezTo>
                <a:cubicBezTo>
                  <a:pt x="648856" y="865573"/>
                  <a:pt x="662450" y="851979"/>
                  <a:pt x="679220" y="851979"/>
                </a:cubicBezTo>
                <a:close/>
                <a:moveTo>
                  <a:pt x="606665" y="851979"/>
                </a:moveTo>
                <a:cubicBezTo>
                  <a:pt x="623435" y="851979"/>
                  <a:pt x="637029" y="865573"/>
                  <a:pt x="637029" y="882343"/>
                </a:cubicBezTo>
                <a:cubicBezTo>
                  <a:pt x="637029" y="899112"/>
                  <a:pt x="623435" y="912706"/>
                  <a:pt x="606665" y="912706"/>
                </a:cubicBezTo>
                <a:cubicBezTo>
                  <a:pt x="589896" y="912706"/>
                  <a:pt x="576302" y="899112"/>
                  <a:pt x="576302" y="882343"/>
                </a:cubicBezTo>
                <a:cubicBezTo>
                  <a:pt x="576302" y="865573"/>
                  <a:pt x="589896" y="851979"/>
                  <a:pt x="606665" y="851979"/>
                </a:cubicBezTo>
                <a:close/>
                <a:moveTo>
                  <a:pt x="534111" y="851979"/>
                </a:moveTo>
                <a:cubicBezTo>
                  <a:pt x="550880" y="851979"/>
                  <a:pt x="564474" y="865573"/>
                  <a:pt x="564474" y="882343"/>
                </a:cubicBezTo>
                <a:cubicBezTo>
                  <a:pt x="564474" y="899112"/>
                  <a:pt x="550880" y="912706"/>
                  <a:pt x="534111" y="912706"/>
                </a:cubicBezTo>
                <a:cubicBezTo>
                  <a:pt x="517341" y="912706"/>
                  <a:pt x="503747" y="899112"/>
                  <a:pt x="503747" y="882343"/>
                </a:cubicBezTo>
                <a:cubicBezTo>
                  <a:pt x="503747" y="865573"/>
                  <a:pt x="517341" y="851979"/>
                  <a:pt x="534111" y="851979"/>
                </a:cubicBezTo>
                <a:close/>
                <a:moveTo>
                  <a:pt x="461556" y="851979"/>
                </a:moveTo>
                <a:cubicBezTo>
                  <a:pt x="478326" y="851979"/>
                  <a:pt x="491920" y="865573"/>
                  <a:pt x="491920" y="882343"/>
                </a:cubicBezTo>
                <a:cubicBezTo>
                  <a:pt x="491920" y="899112"/>
                  <a:pt x="478326" y="912706"/>
                  <a:pt x="461556" y="912706"/>
                </a:cubicBezTo>
                <a:cubicBezTo>
                  <a:pt x="444787" y="912706"/>
                  <a:pt x="431192" y="899112"/>
                  <a:pt x="431192" y="882343"/>
                </a:cubicBezTo>
                <a:cubicBezTo>
                  <a:pt x="431192" y="865573"/>
                  <a:pt x="444787" y="851979"/>
                  <a:pt x="461556" y="851979"/>
                </a:cubicBezTo>
                <a:close/>
                <a:moveTo>
                  <a:pt x="389002" y="851979"/>
                </a:moveTo>
                <a:cubicBezTo>
                  <a:pt x="405771" y="851979"/>
                  <a:pt x="419365" y="865573"/>
                  <a:pt x="419365" y="882343"/>
                </a:cubicBezTo>
                <a:cubicBezTo>
                  <a:pt x="419365" y="899112"/>
                  <a:pt x="405771" y="912706"/>
                  <a:pt x="389002" y="912706"/>
                </a:cubicBezTo>
                <a:cubicBezTo>
                  <a:pt x="372232" y="912706"/>
                  <a:pt x="358638" y="899112"/>
                  <a:pt x="358638" y="882343"/>
                </a:cubicBezTo>
                <a:cubicBezTo>
                  <a:pt x="358638" y="865573"/>
                  <a:pt x="372232" y="851979"/>
                  <a:pt x="389002" y="851979"/>
                </a:cubicBezTo>
                <a:close/>
                <a:moveTo>
                  <a:pt x="316447" y="851979"/>
                </a:moveTo>
                <a:cubicBezTo>
                  <a:pt x="333216" y="851979"/>
                  <a:pt x="346810" y="865573"/>
                  <a:pt x="346810" y="882343"/>
                </a:cubicBezTo>
                <a:cubicBezTo>
                  <a:pt x="346810" y="899112"/>
                  <a:pt x="333216" y="912706"/>
                  <a:pt x="316447" y="912706"/>
                </a:cubicBezTo>
                <a:cubicBezTo>
                  <a:pt x="299677" y="912706"/>
                  <a:pt x="286084" y="899112"/>
                  <a:pt x="286084" y="882343"/>
                </a:cubicBezTo>
                <a:cubicBezTo>
                  <a:pt x="286084" y="865573"/>
                  <a:pt x="299677" y="851979"/>
                  <a:pt x="316447" y="851979"/>
                </a:cubicBezTo>
                <a:close/>
                <a:moveTo>
                  <a:pt x="243892" y="851979"/>
                </a:moveTo>
                <a:cubicBezTo>
                  <a:pt x="260662" y="851979"/>
                  <a:pt x="274256" y="865573"/>
                  <a:pt x="274256" y="882343"/>
                </a:cubicBezTo>
                <a:cubicBezTo>
                  <a:pt x="274256" y="899112"/>
                  <a:pt x="260662" y="912706"/>
                  <a:pt x="243892" y="912706"/>
                </a:cubicBezTo>
                <a:cubicBezTo>
                  <a:pt x="227123" y="912706"/>
                  <a:pt x="213529" y="899112"/>
                  <a:pt x="213529" y="882343"/>
                </a:cubicBezTo>
                <a:cubicBezTo>
                  <a:pt x="213529" y="865573"/>
                  <a:pt x="227123" y="851979"/>
                  <a:pt x="243892" y="851979"/>
                </a:cubicBezTo>
                <a:close/>
                <a:moveTo>
                  <a:pt x="171339" y="851979"/>
                </a:moveTo>
                <a:cubicBezTo>
                  <a:pt x="188107" y="851979"/>
                  <a:pt x="201701" y="865573"/>
                  <a:pt x="201701" y="882343"/>
                </a:cubicBezTo>
                <a:cubicBezTo>
                  <a:pt x="201701" y="899112"/>
                  <a:pt x="188107" y="912706"/>
                  <a:pt x="171339" y="912706"/>
                </a:cubicBezTo>
                <a:cubicBezTo>
                  <a:pt x="154651" y="912706"/>
                  <a:pt x="141056" y="899112"/>
                  <a:pt x="141056" y="882343"/>
                </a:cubicBezTo>
                <a:cubicBezTo>
                  <a:pt x="141056" y="865573"/>
                  <a:pt x="154651" y="851979"/>
                  <a:pt x="171339" y="851979"/>
                </a:cubicBezTo>
                <a:close/>
                <a:moveTo>
                  <a:pt x="98877" y="851979"/>
                </a:moveTo>
                <a:cubicBezTo>
                  <a:pt x="115640" y="851979"/>
                  <a:pt x="129234" y="865573"/>
                  <a:pt x="129234" y="882343"/>
                </a:cubicBezTo>
                <a:cubicBezTo>
                  <a:pt x="129234" y="899112"/>
                  <a:pt x="115640" y="912706"/>
                  <a:pt x="98877" y="912706"/>
                </a:cubicBezTo>
                <a:cubicBezTo>
                  <a:pt x="82106" y="912706"/>
                  <a:pt x="68511" y="899112"/>
                  <a:pt x="68511" y="882343"/>
                </a:cubicBezTo>
                <a:cubicBezTo>
                  <a:pt x="68511" y="865573"/>
                  <a:pt x="82106" y="851979"/>
                  <a:pt x="98877" y="851979"/>
                </a:cubicBezTo>
                <a:close/>
                <a:moveTo>
                  <a:pt x="26322" y="851979"/>
                </a:moveTo>
                <a:cubicBezTo>
                  <a:pt x="43087" y="851979"/>
                  <a:pt x="56682" y="865573"/>
                  <a:pt x="56682" y="882343"/>
                </a:cubicBezTo>
                <a:cubicBezTo>
                  <a:pt x="56682" y="899112"/>
                  <a:pt x="43087" y="912706"/>
                  <a:pt x="26322" y="912706"/>
                </a:cubicBezTo>
                <a:cubicBezTo>
                  <a:pt x="17937" y="912706"/>
                  <a:pt x="10346" y="909308"/>
                  <a:pt x="4851" y="903813"/>
                </a:cubicBezTo>
                <a:lnTo>
                  <a:pt x="0" y="892101"/>
                </a:lnTo>
                <a:lnTo>
                  <a:pt x="0" y="872585"/>
                </a:lnTo>
                <a:lnTo>
                  <a:pt x="4851" y="860872"/>
                </a:lnTo>
                <a:cubicBezTo>
                  <a:pt x="10346" y="855378"/>
                  <a:pt x="17937" y="851979"/>
                  <a:pt x="26322" y="851979"/>
                </a:cubicBezTo>
                <a:close/>
                <a:moveTo>
                  <a:pt x="1622429" y="771528"/>
                </a:moveTo>
                <a:lnTo>
                  <a:pt x="1633158" y="773694"/>
                </a:lnTo>
                <a:lnTo>
                  <a:pt x="1618313" y="831424"/>
                </a:lnTo>
                <a:lnTo>
                  <a:pt x="1610610" y="829868"/>
                </a:lnTo>
                <a:cubicBezTo>
                  <a:pt x="1599712" y="825259"/>
                  <a:pt x="1592066" y="814469"/>
                  <a:pt x="1592066" y="801891"/>
                </a:cubicBezTo>
                <a:cubicBezTo>
                  <a:pt x="1592066" y="785122"/>
                  <a:pt x="1605659" y="771528"/>
                  <a:pt x="1622429" y="771528"/>
                </a:cubicBezTo>
                <a:close/>
                <a:moveTo>
                  <a:pt x="1549874" y="771528"/>
                </a:moveTo>
                <a:cubicBezTo>
                  <a:pt x="1566644" y="771528"/>
                  <a:pt x="1580238" y="785122"/>
                  <a:pt x="1580238" y="801891"/>
                </a:cubicBezTo>
                <a:cubicBezTo>
                  <a:pt x="1580238" y="818661"/>
                  <a:pt x="1566644" y="832255"/>
                  <a:pt x="1549874" y="832255"/>
                </a:cubicBezTo>
                <a:cubicBezTo>
                  <a:pt x="1533105" y="832255"/>
                  <a:pt x="1519511" y="818661"/>
                  <a:pt x="1519511" y="801891"/>
                </a:cubicBezTo>
                <a:cubicBezTo>
                  <a:pt x="1519511" y="785122"/>
                  <a:pt x="1533105" y="771528"/>
                  <a:pt x="1549874" y="771528"/>
                </a:cubicBezTo>
                <a:close/>
                <a:moveTo>
                  <a:pt x="1477320" y="771528"/>
                </a:moveTo>
                <a:cubicBezTo>
                  <a:pt x="1494089" y="771528"/>
                  <a:pt x="1507683" y="785122"/>
                  <a:pt x="1507683" y="801891"/>
                </a:cubicBezTo>
                <a:cubicBezTo>
                  <a:pt x="1507683" y="818661"/>
                  <a:pt x="1494089" y="832255"/>
                  <a:pt x="1477320" y="832255"/>
                </a:cubicBezTo>
                <a:cubicBezTo>
                  <a:pt x="1460550" y="832255"/>
                  <a:pt x="1446956" y="818661"/>
                  <a:pt x="1446956" y="801891"/>
                </a:cubicBezTo>
                <a:cubicBezTo>
                  <a:pt x="1446956" y="785122"/>
                  <a:pt x="1460550" y="771528"/>
                  <a:pt x="1477320" y="771528"/>
                </a:cubicBezTo>
                <a:close/>
                <a:moveTo>
                  <a:pt x="1404765" y="771528"/>
                </a:moveTo>
                <a:cubicBezTo>
                  <a:pt x="1421535" y="771528"/>
                  <a:pt x="1435129" y="785122"/>
                  <a:pt x="1435129" y="801891"/>
                </a:cubicBezTo>
                <a:cubicBezTo>
                  <a:pt x="1435129" y="818661"/>
                  <a:pt x="1421535" y="832255"/>
                  <a:pt x="1404765" y="832255"/>
                </a:cubicBezTo>
                <a:cubicBezTo>
                  <a:pt x="1387996" y="832255"/>
                  <a:pt x="1374402" y="818661"/>
                  <a:pt x="1374402" y="801891"/>
                </a:cubicBezTo>
                <a:cubicBezTo>
                  <a:pt x="1374402" y="785122"/>
                  <a:pt x="1387996" y="771528"/>
                  <a:pt x="1404765" y="771528"/>
                </a:cubicBezTo>
                <a:close/>
                <a:moveTo>
                  <a:pt x="1332211" y="771528"/>
                </a:moveTo>
                <a:cubicBezTo>
                  <a:pt x="1348980" y="771528"/>
                  <a:pt x="1362574" y="785122"/>
                  <a:pt x="1362574" y="801891"/>
                </a:cubicBezTo>
                <a:cubicBezTo>
                  <a:pt x="1362574" y="818661"/>
                  <a:pt x="1348980" y="832255"/>
                  <a:pt x="1332211" y="832255"/>
                </a:cubicBezTo>
                <a:cubicBezTo>
                  <a:pt x="1315441" y="832255"/>
                  <a:pt x="1301847" y="818661"/>
                  <a:pt x="1301847" y="801891"/>
                </a:cubicBezTo>
                <a:cubicBezTo>
                  <a:pt x="1301847" y="785122"/>
                  <a:pt x="1315441" y="771528"/>
                  <a:pt x="1332211" y="771528"/>
                </a:cubicBezTo>
                <a:close/>
                <a:moveTo>
                  <a:pt x="1259656" y="771528"/>
                </a:moveTo>
                <a:cubicBezTo>
                  <a:pt x="1276426" y="771528"/>
                  <a:pt x="1290020" y="785122"/>
                  <a:pt x="1290020" y="801891"/>
                </a:cubicBezTo>
                <a:cubicBezTo>
                  <a:pt x="1290020" y="818661"/>
                  <a:pt x="1276426" y="832255"/>
                  <a:pt x="1259656" y="832255"/>
                </a:cubicBezTo>
                <a:cubicBezTo>
                  <a:pt x="1242887" y="832255"/>
                  <a:pt x="1229293" y="818661"/>
                  <a:pt x="1229293" y="801891"/>
                </a:cubicBezTo>
                <a:cubicBezTo>
                  <a:pt x="1229293" y="785122"/>
                  <a:pt x="1242887" y="771528"/>
                  <a:pt x="1259656" y="771528"/>
                </a:cubicBezTo>
                <a:close/>
                <a:moveTo>
                  <a:pt x="1187102" y="771528"/>
                </a:moveTo>
                <a:cubicBezTo>
                  <a:pt x="1203871" y="771528"/>
                  <a:pt x="1217465" y="785122"/>
                  <a:pt x="1217465" y="801891"/>
                </a:cubicBezTo>
                <a:cubicBezTo>
                  <a:pt x="1217465" y="818661"/>
                  <a:pt x="1203871" y="832255"/>
                  <a:pt x="1187102" y="832255"/>
                </a:cubicBezTo>
                <a:cubicBezTo>
                  <a:pt x="1170332" y="832255"/>
                  <a:pt x="1156738" y="818661"/>
                  <a:pt x="1156738" y="801891"/>
                </a:cubicBezTo>
                <a:cubicBezTo>
                  <a:pt x="1156738" y="785122"/>
                  <a:pt x="1170332" y="771528"/>
                  <a:pt x="1187102" y="771528"/>
                </a:cubicBezTo>
                <a:close/>
                <a:moveTo>
                  <a:pt x="1114547" y="771528"/>
                </a:moveTo>
                <a:cubicBezTo>
                  <a:pt x="1131317" y="771528"/>
                  <a:pt x="1144911" y="785122"/>
                  <a:pt x="1144911" y="801891"/>
                </a:cubicBezTo>
                <a:cubicBezTo>
                  <a:pt x="1144911" y="818661"/>
                  <a:pt x="1131317" y="832255"/>
                  <a:pt x="1114547" y="832255"/>
                </a:cubicBezTo>
                <a:cubicBezTo>
                  <a:pt x="1097778" y="832255"/>
                  <a:pt x="1084184" y="818661"/>
                  <a:pt x="1084184" y="801891"/>
                </a:cubicBezTo>
                <a:cubicBezTo>
                  <a:pt x="1084184" y="785122"/>
                  <a:pt x="1097778" y="771528"/>
                  <a:pt x="1114547" y="771528"/>
                </a:cubicBezTo>
                <a:close/>
                <a:moveTo>
                  <a:pt x="1041993" y="771528"/>
                </a:moveTo>
                <a:cubicBezTo>
                  <a:pt x="1058762" y="771528"/>
                  <a:pt x="1072356" y="785122"/>
                  <a:pt x="1072356" y="801891"/>
                </a:cubicBezTo>
                <a:cubicBezTo>
                  <a:pt x="1072356" y="818661"/>
                  <a:pt x="1058762" y="832255"/>
                  <a:pt x="1041993" y="832255"/>
                </a:cubicBezTo>
                <a:cubicBezTo>
                  <a:pt x="1025223" y="832255"/>
                  <a:pt x="1011629" y="818661"/>
                  <a:pt x="1011629" y="801891"/>
                </a:cubicBezTo>
                <a:cubicBezTo>
                  <a:pt x="1011629" y="785122"/>
                  <a:pt x="1025223" y="771528"/>
                  <a:pt x="1041993" y="771528"/>
                </a:cubicBezTo>
                <a:close/>
                <a:moveTo>
                  <a:pt x="969438" y="771528"/>
                </a:moveTo>
                <a:cubicBezTo>
                  <a:pt x="986208" y="771528"/>
                  <a:pt x="999801" y="785122"/>
                  <a:pt x="999801" y="801891"/>
                </a:cubicBezTo>
                <a:cubicBezTo>
                  <a:pt x="999801" y="818661"/>
                  <a:pt x="986208" y="832255"/>
                  <a:pt x="969438" y="832255"/>
                </a:cubicBezTo>
                <a:cubicBezTo>
                  <a:pt x="952669" y="832255"/>
                  <a:pt x="939075" y="818661"/>
                  <a:pt x="939075" y="801891"/>
                </a:cubicBezTo>
                <a:cubicBezTo>
                  <a:pt x="939075" y="785122"/>
                  <a:pt x="952669" y="771528"/>
                  <a:pt x="969438" y="771528"/>
                </a:cubicBezTo>
                <a:close/>
                <a:moveTo>
                  <a:pt x="896883" y="771528"/>
                </a:moveTo>
                <a:cubicBezTo>
                  <a:pt x="913653" y="771528"/>
                  <a:pt x="927247" y="785122"/>
                  <a:pt x="927247" y="801891"/>
                </a:cubicBezTo>
                <a:cubicBezTo>
                  <a:pt x="927247" y="818661"/>
                  <a:pt x="913653" y="832255"/>
                  <a:pt x="896883" y="832255"/>
                </a:cubicBezTo>
                <a:cubicBezTo>
                  <a:pt x="880114" y="832255"/>
                  <a:pt x="866520" y="818661"/>
                  <a:pt x="866520" y="801891"/>
                </a:cubicBezTo>
                <a:cubicBezTo>
                  <a:pt x="866520" y="785122"/>
                  <a:pt x="880114" y="771528"/>
                  <a:pt x="896883" y="771528"/>
                </a:cubicBezTo>
                <a:close/>
                <a:moveTo>
                  <a:pt x="824329" y="771528"/>
                </a:moveTo>
                <a:cubicBezTo>
                  <a:pt x="841098" y="771528"/>
                  <a:pt x="854692" y="785122"/>
                  <a:pt x="854692" y="801891"/>
                </a:cubicBezTo>
                <a:cubicBezTo>
                  <a:pt x="854692" y="818661"/>
                  <a:pt x="841098" y="832255"/>
                  <a:pt x="824329" y="832255"/>
                </a:cubicBezTo>
                <a:cubicBezTo>
                  <a:pt x="807559" y="832255"/>
                  <a:pt x="793965" y="818661"/>
                  <a:pt x="793965" y="801891"/>
                </a:cubicBezTo>
                <a:cubicBezTo>
                  <a:pt x="793965" y="785122"/>
                  <a:pt x="807559" y="771528"/>
                  <a:pt x="824329" y="771528"/>
                </a:cubicBezTo>
                <a:close/>
                <a:moveTo>
                  <a:pt x="751774" y="771528"/>
                </a:moveTo>
                <a:cubicBezTo>
                  <a:pt x="768544" y="771528"/>
                  <a:pt x="782138" y="785122"/>
                  <a:pt x="782138" y="801891"/>
                </a:cubicBezTo>
                <a:cubicBezTo>
                  <a:pt x="782138" y="818661"/>
                  <a:pt x="768544" y="832255"/>
                  <a:pt x="751774" y="832255"/>
                </a:cubicBezTo>
                <a:cubicBezTo>
                  <a:pt x="735005" y="832255"/>
                  <a:pt x="721411" y="818661"/>
                  <a:pt x="721411" y="801891"/>
                </a:cubicBezTo>
                <a:cubicBezTo>
                  <a:pt x="721411" y="785122"/>
                  <a:pt x="735005" y="771528"/>
                  <a:pt x="751774" y="771528"/>
                </a:cubicBezTo>
                <a:close/>
                <a:moveTo>
                  <a:pt x="679220" y="771528"/>
                </a:moveTo>
                <a:cubicBezTo>
                  <a:pt x="695989" y="771528"/>
                  <a:pt x="709583" y="785122"/>
                  <a:pt x="709583" y="801891"/>
                </a:cubicBezTo>
                <a:cubicBezTo>
                  <a:pt x="709583" y="818661"/>
                  <a:pt x="695989" y="832255"/>
                  <a:pt x="679220" y="832255"/>
                </a:cubicBezTo>
                <a:cubicBezTo>
                  <a:pt x="662450" y="832255"/>
                  <a:pt x="648856" y="818661"/>
                  <a:pt x="648856" y="801891"/>
                </a:cubicBezTo>
                <a:cubicBezTo>
                  <a:pt x="648856" y="785122"/>
                  <a:pt x="662450" y="771528"/>
                  <a:pt x="679220" y="771528"/>
                </a:cubicBezTo>
                <a:close/>
                <a:moveTo>
                  <a:pt x="606665" y="771528"/>
                </a:moveTo>
                <a:cubicBezTo>
                  <a:pt x="623435" y="771528"/>
                  <a:pt x="637029" y="785122"/>
                  <a:pt x="637029" y="801891"/>
                </a:cubicBezTo>
                <a:cubicBezTo>
                  <a:pt x="637029" y="818661"/>
                  <a:pt x="623435" y="832255"/>
                  <a:pt x="606665" y="832255"/>
                </a:cubicBezTo>
                <a:cubicBezTo>
                  <a:pt x="589896" y="832255"/>
                  <a:pt x="576302" y="818661"/>
                  <a:pt x="576302" y="801891"/>
                </a:cubicBezTo>
                <a:cubicBezTo>
                  <a:pt x="576302" y="785122"/>
                  <a:pt x="589896" y="771528"/>
                  <a:pt x="606665" y="771528"/>
                </a:cubicBezTo>
                <a:close/>
                <a:moveTo>
                  <a:pt x="534111" y="771528"/>
                </a:moveTo>
                <a:cubicBezTo>
                  <a:pt x="550880" y="771528"/>
                  <a:pt x="564474" y="785122"/>
                  <a:pt x="564474" y="801891"/>
                </a:cubicBezTo>
                <a:cubicBezTo>
                  <a:pt x="564474" y="818661"/>
                  <a:pt x="550880" y="832255"/>
                  <a:pt x="534111" y="832255"/>
                </a:cubicBezTo>
                <a:cubicBezTo>
                  <a:pt x="517341" y="832255"/>
                  <a:pt x="503747" y="818661"/>
                  <a:pt x="503747" y="801891"/>
                </a:cubicBezTo>
                <a:cubicBezTo>
                  <a:pt x="503747" y="785122"/>
                  <a:pt x="517341" y="771528"/>
                  <a:pt x="534111" y="771528"/>
                </a:cubicBezTo>
                <a:close/>
                <a:moveTo>
                  <a:pt x="461556" y="771528"/>
                </a:moveTo>
                <a:cubicBezTo>
                  <a:pt x="478326" y="771528"/>
                  <a:pt x="491920" y="785122"/>
                  <a:pt x="491920" y="801891"/>
                </a:cubicBezTo>
                <a:cubicBezTo>
                  <a:pt x="491920" y="818661"/>
                  <a:pt x="478326" y="832255"/>
                  <a:pt x="461556" y="832255"/>
                </a:cubicBezTo>
                <a:cubicBezTo>
                  <a:pt x="444787" y="832255"/>
                  <a:pt x="431192" y="818661"/>
                  <a:pt x="431192" y="801891"/>
                </a:cubicBezTo>
                <a:cubicBezTo>
                  <a:pt x="431192" y="785122"/>
                  <a:pt x="444787" y="771528"/>
                  <a:pt x="461556" y="771528"/>
                </a:cubicBezTo>
                <a:close/>
                <a:moveTo>
                  <a:pt x="389002" y="771528"/>
                </a:moveTo>
                <a:cubicBezTo>
                  <a:pt x="405771" y="771528"/>
                  <a:pt x="419365" y="785122"/>
                  <a:pt x="419365" y="801891"/>
                </a:cubicBezTo>
                <a:cubicBezTo>
                  <a:pt x="419365" y="818661"/>
                  <a:pt x="405771" y="832255"/>
                  <a:pt x="389002" y="832255"/>
                </a:cubicBezTo>
                <a:cubicBezTo>
                  <a:pt x="372232" y="832255"/>
                  <a:pt x="358638" y="818661"/>
                  <a:pt x="358638" y="801891"/>
                </a:cubicBezTo>
                <a:cubicBezTo>
                  <a:pt x="358638" y="785122"/>
                  <a:pt x="372232" y="771528"/>
                  <a:pt x="389002" y="771528"/>
                </a:cubicBezTo>
                <a:close/>
                <a:moveTo>
                  <a:pt x="316447" y="771528"/>
                </a:moveTo>
                <a:cubicBezTo>
                  <a:pt x="333216" y="771528"/>
                  <a:pt x="346810" y="785122"/>
                  <a:pt x="346810" y="801891"/>
                </a:cubicBezTo>
                <a:cubicBezTo>
                  <a:pt x="346810" y="818661"/>
                  <a:pt x="333216" y="832255"/>
                  <a:pt x="316447" y="832255"/>
                </a:cubicBezTo>
                <a:cubicBezTo>
                  <a:pt x="299677" y="832255"/>
                  <a:pt x="286084" y="818661"/>
                  <a:pt x="286084" y="801891"/>
                </a:cubicBezTo>
                <a:cubicBezTo>
                  <a:pt x="286084" y="785122"/>
                  <a:pt x="299677" y="771528"/>
                  <a:pt x="316447" y="771528"/>
                </a:cubicBezTo>
                <a:close/>
                <a:moveTo>
                  <a:pt x="243892" y="771528"/>
                </a:moveTo>
                <a:cubicBezTo>
                  <a:pt x="260662" y="771528"/>
                  <a:pt x="274256" y="785122"/>
                  <a:pt x="274256" y="801891"/>
                </a:cubicBezTo>
                <a:cubicBezTo>
                  <a:pt x="274256" y="818661"/>
                  <a:pt x="260662" y="832255"/>
                  <a:pt x="243892" y="832255"/>
                </a:cubicBezTo>
                <a:cubicBezTo>
                  <a:pt x="227123" y="832255"/>
                  <a:pt x="213529" y="818661"/>
                  <a:pt x="213529" y="801891"/>
                </a:cubicBezTo>
                <a:cubicBezTo>
                  <a:pt x="213529" y="785122"/>
                  <a:pt x="227123" y="771528"/>
                  <a:pt x="243892" y="771528"/>
                </a:cubicBezTo>
                <a:close/>
                <a:moveTo>
                  <a:pt x="171339" y="771528"/>
                </a:moveTo>
                <a:cubicBezTo>
                  <a:pt x="188107" y="771528"/>
                  <a:pt x="201701" y="785122"/>
                  <a:pt x="201701" y="801891"/>
                </a:cubicBezTo>
                <a:cubicBezTo>
                  <a:pt x="201701" y="818661"/>
                  <a:pt x="188107" y="832255"/>
                  <a:pt x="171339" y="832255"/>
                </a:cubicBezTo>
                <a:cubicBezTo>
                  <a:pt x="154656" y="832255"/>
                  <a:pt x="141062" y="818661"/>
                  <a:pt x="141062" y="801891"/>
                </a:cubicBezTo>
                <a:cubicBezTo>
                  <a:pt x="141062" y="785122"/>
                  <a:pt x="154656" y="771528"/>
                  <a:pt x="171339" y="771528"/>
                </a:cubicBezTo>
                <a:close/>
                <a:moveTo>
                  <a:pt x="98884" y="771528"/>
                </a:moveTo>
                <a:cubicBezTo>
                  <a:pt x="115646" y="771528"/>
                  <a:pt x="129240" y="785122"/>
                  <a:pt x="129240" y="801891"/>
                </a:cubicBezTo>
                <a:cubicBezTo>
                  <a:pt x="129240" y="818661"/>
                  <a:pt x="115646" y="832255"/>
                  <a:pt x="98884" y="832255"/>
                </a:cubicBezTo>
                <a:cubicBezTo>
                  <a:pt x="82112" y="832255"/>
                  <a:pt x="68517" y="818661"/>
                  <a:pt x="68517" y="801891"/>
                </a:cubicBezTo>
                <a:cubicBezTo>
                  <a:pt x="68517" y="785122"/>
                  <a:pt x="82112" y="771528"/>
                  <a:pt x="98884" y="771528"/>
                </a:cubicBezTo>
                <a:close/>
                <a:moveTo>
                  <a:pt x="26329" y="771528"/>
                </a:moveTo>
                <a:cubicBezTo>
                  <a:pt x="43093" y="771528"/>
                  <a:pt x="56688" y="785122"/>
                  <a:pt x="56688" y="801891"/>
                </a:cubicBezTo>
                <a:cubicBezTo>
                  <a:pt x="56688" y="818661"/>
                  <a:pt x="43093" y="832255"/>
                  <a:pt x="26329" y="832255"/>
                </a:cubicBezTo>
                <a:cubicBezTo>
                  <a:pt x="17944" y="832255"/>
                  <a:pt x="10353" y="828857"/>
                  <a:pt x="4858" y="823362"/>
                </a:cubicBezTo>
                <a:lnTo>
                  <a:pt x="0" y="811633"/>
                </a:lnTo>
                <a:lnTo>
                  <a:pt x="0" y="792150"/>
                </a:lnTo>
                <a:lnTo>
                  <a:pt x="4858" y="780421"/>
                </a:lnTo>
                <a:cubicBezTo>
                  <a:pt x="10353" y="774927"/>
                  <a:pt x="17944" y="771528"/>
                  <a:pt x="26329" y="771528"/>
                </a:cubicBezTo>
                <a:close/>
                <a:moveTo>
                  <a:pt x="1622429" y="691076"/>
                </a:moveTo>
                <a:cubicBezTo>
                  <a:pt x="1630814" y="691076"/>
                  <a:pt x="1638404" y="694475"/>
                  <a:pt x="1643899" y="699969"/>
                </a:cubicBezTo>
                <a:lnTo>
                  <a:pt x="1647739" y="709237"/>
                </a:lnTo>
                <a:lnTo>
                  <a:pt x="1644828" y="728305"/>
                </a:lnTo>
                <a:lnTo>
                  <a:pt x="1640480" y="745215"/>
                </a:lnTo>
                <a:lnTo>
                  <a:pt x="1634248" y="749417"/>
                </a:lnTo>
                <a:cubicBezTo>
                  <a:pt x="1630615" y="750953"/>
                  <a:pt x="1626621" y="751803"/>
                  <a:pt x="1622429" y="751803"/>
                </a:cubicBezTo>
                <a:cubicBezTo>
                  <a:pt x="1605659" y="751803"/>
                  <a:pt x="1592066" y="738209"/>
                  <a:pt x="1592066" y="721440"/>
                </a:cubicBezTo>
                <a:cubicBezTo>
                  <a:pt x="1592066" y="704670"/>
                  <a:pt x="1605659" y="691076"/>
                  <a:pt x="1622429" y="691076"/>
                </a:cubicBezTo>
                <a:close/>
                <a:moveTo>
                  <a:pt x="1549874" y="691076"/>
                </a:moveTo>
                <a:cubicBezTo>
                  <a:pt x="1566644" y="691076"/>
                  <a:pt x="1580238" y="704670"/>
                  <a:pt x="1580238" y="721440"/>
                </a:cubicBezTo>
                <a:cubicBezTo>
                  <a:pt x="1580238" y="738209"/>
                  <a:pt x="1566644" y="751803"/>
                  <a:pt x="1549874" y="751803"/>
                </a:cubicBezTo>
                <a:cubicBezTo>
                  <a:pt x="1533105" y="751803"/>
                  <a:pt x="1519511" y="738209"/>
                  <a:pt x="1519511" y="721440"/>
                </a:cubicBezTo>
                <a:cubicBezTo>
                  <a:pt x="1519511" y="704670"/>
                  <a:pt x="1533105" y="691076"/>
                  <a:pt x="1549874" y="691076"/>
                </a:cubicBezTo>
                <a:close/>
                <a:moveTo>
                  <a:pt x="1477320" y="691076"/>
                </a:moveTo>
                <a:cubicBezTo>
                  <a:pt x="1494089" y="691076"/>
                  <a:pt x="1507683" y="704670"/>
                  <a:pt x="1507683" y="721440"/>
                </a:cubicBezTo>
                <a:cubicBezTo>
                  <a:pt x="1507683" y="738209"/>
                  <a:pt x="1494089" y="751803"/>
                  <a:pt x="1477320" y="751803"/>
                </a:cubicBezTo>
                <a:cubicBezTo>
                  <a:pt x="1460550" y="751803"/>
                  <a:pt x="1446956" y="738209"/>
                  <a:pt x="1446956" y="721440"/>
                </a:cubicBezTo>
                <a:cubicBezTo>
                  <a:pt x="1446956" y="704670"/>
                  <a:pt x="1460550" y="691076"/>
                  <a:pt x="1477320" y="691076"/>
                </a:cubicBezTo>
                <a:close/>
                <a:moveTo>
                  <a:pt x="1404765" y="691076"/>
                </a:moveTo>
                <a:cubicBezTo>
                  <a:pt x="1421535" y="691076"/>
                  <a:pt x="1435129" y="704670"/>
                  <a:pt x="1435129" y="721440"/>
                </a:cubicBezTo>
                <a:cubicBezTo>
                  <a:pt x="1435129" y="738209"/>
                  <a:pt x="1421535" y="751803"/>
                  <a:pt x="1404765" y="751803"/>
                </a:cubicBezTo>
                <a:cubicBezTo>
                  <a:pt x="1387996" y="751803"/>
                  <a:pt x="1374402" y="738209"/>
                  <a:pt x="1374402" y="721440"/>
                </a:cubicBezTo>
                <a:cubicBezTo>
                  <a:pt x="1374402" y="704670"/>
                  <a:pt x="1387996" y="691076"/>
                  <a:pt x="1404765" y="691076"/>
                </a:cubicBezTo>
                <a:close/>
                <a:moveTo>
                  <a:pt x="1332211" y="691076"/>
                </a:moveTo>
                <a:cubicBezTo>
                  <a:pt x="1348980" y="691076"/>
                  <a:pt x="1362574" y="704670"/>
                  <a:pt x="1362574" y="721440"/>
                </a:cubicBezTo>
                <a:cubicBezTo>
                  <a:pt x="1362574" y="738209"/>
                  <a:pt x="1348980" y="751803"/>
                  <a:pt x="1332211" y="751803"/>
                </a:cubicBezTo>
                <a:cubicBezTo>
                  <a:pt x="1315441" y="751803"/>
                  <a:pt x="1301847" y="738209"/>
                  <a:pt x="1301847" y="721440"/>
                </a:cubicBezTo>
                <a:cubicBezTo>
                  <a:pt x="1301847" y="704670"/>
                  <a:pt x="1315441" y="691076"/>
                  <a:pt x="1332211" y="691076"/>
                </a:cubicBezTo>
                <a:close/>
                <a:moveTo>
                  <a:pt x="1259656" y="691076"/>
                </a:moveTo>
                <a:cubicBezTo>
                  <a:pt x="1276426" y="691076"/>
                  <a:pt x="1290020" y="704670"/>
                  <a:pt x="1290020" y="721440"/>
                </a:cubicBezTo>
                <a:cubicBezTo>
                  <a:pt x="1290020" y="738209"/>
                  <a:pt x="1276426" y="751803"/>
                  <a:pt x="1259656" y="751803"/>
                </a:cubicBezTo>
                <a:cubicBezTo>
                  <a:pt x="1242887" y="751803"/>
                  <a:pt x="1229293" y="738209"/>
                  <a:pt x="1229293" y="721440"/>
                </a:cubicBezTo>
                <a:cubicBezTo>
                  <a:pt x="1229293" y="704670"/>
                  <a:pt x="1242887" y="691076"/>
                  <a:pt x="1259656" y="691076"/>
                </a:cubicBezTo>
                <a:close/>
                <a:moveTo>
                  <a:pt x="1187102" y="691076"/>
                </a:moveTo>
                <a:cubicBezTo>
                  <a:pt x="1203871" y="691076"/>
                  <a:pt x="1217465" y="704670"/>
                  <a:pt x="1217465" y="721440"/>
                </a:cubicBezTo>
                <a:cubicBezTo>
                  <a:pt x="1217465" y="738209"/>
                  <a:pt x="1203871" y="751803"/>
                  <a:pt x="1187102" y="751803"/>
                </a:cubicBezTo>
                <a:cubicBezTo>
                  <a:pt x="1170332" y="751803"/>
                  <a:pt x="1156738" y="738209"/>
                  <a:pt x="1156738" y="721440"/>
                </a:cubicBezTo>
                <a:cubicBezTo>
                  <a:pt x="1156738" y="704670"/>
                  <a:pt x="1170332" y="691076"/>
                  <a:pt x="1187102" y="691076"/>
                </a:cubicBezTo>
                <a:close/>
                <a:moveTo>
                  <a:pt x="1114547" y="691076"/>
                </a:moveTo>
                <a:cubicBezTo>
                  <a:pt x="1131317" y="691076"/>
                  <a:pt x="1144911" y="704670"/>
                  <a:pt x="1144911" y="721440"/>
                </a:cubicBezTo>
                <a:cubicBezTo>
                  <a:pt x="1144911" y="738209"/>
                  <a:pt x="1131317" y="751803"/>
                  <a:pt x="1114547" y="751803"/>
                </a:cubicBezTo>
                <a:cubicBezTo>
                  <a:pt x="1097778" y="751803"/>
                  <a:pt x="1084184" y="738209"/>
                  <a:pt x="1084184" y="721440"/>
                </a:cubicBezTo>
                <a:cubicBezTo>
                  <a:pt x="1084184" y="704670"/>
                  <a:pt x="1097778" y="691076"/>
                  <a:pt x="1114547" y="691076"/>
                </a:cubicBezTo>
                <a:close/>
                <a:moveTo>
                  <a:pt x="1041993" y="691076"/>
                </a:moveTo>
                <a:cubicBezTo>
                  <a:pt x="1058762" y="691076"/>
                  <a:pt x="1072356" y="704670"/>
                  <a:pt x="1072356" y="721440"/>
                </a:cubicBezTo>
                <a:cubicBezTo>
                  <a:pt x="1072356" y="738209"/>
                  <a:pt x="1058762" y="751803"/>
                  <a:pt x="1041993" y="751803"/>
                </a:cubicBezTo>
                <a:cubicBezTo>
                  <a:pt x="1025223" y="751803"/>
                  <a:pt x="1011629" y="738209"/>
                  <a:pt x="1011629" y="721440"/>
                </a:cubicBezTo>
                <a:cubicBezTo>
                  <a:pt x="1011629" y="704670"/>
                  <a:pt x="1025223" y="691076"/>
                  <a:pt x="1041993" y="691076"/>
                </a:cubicBezTo>
                <a:close/>
                <a:moveTo>
                  <a:pt x="969438" y="691076"/>
                </a:moveTo>
                <a:cubicBezTo>
                  <a:pt x="986208" y="691076"/>
                  <a:pt x="999801" y="704670"/>
                  <a:pt x="999801" y="721440"/>
                </a:cubicBezTo>
                <a:cubicBezTo>
                  <a:pt x="999801" y="738209"/>
                  <a:pt x="986208" y="751803"/>
                  <a:pt x="969438" y="751803"/>
                </a:cubicBezTo>
                <a:cubicBezTo>
                  <a:pt x="952669" y="751803"/>
                  <a:pt x="939075" y="738209"/>
                  <a:pt x="939075" y="721440"/>
                </a:cubicBezTo>
                <a:cubicBezTo>
                  <a:pt x="939075" y="704670"/>
                  <a:pt x="952669" y="691076"/>
                  <a:pt x="969438" y="691076"/>
                </a:cubicBezTo>
                <a:close/>
                <a:moveTo>
                  <a:pt x="896883" y="691076"/>
                </a:moveTo>
                <a:cubicBezTo>
                  <a:pt x="913653" y="691076"/>
                  <a:pt x="927247" y="704670"/>
                  <a:pt x="927247" y="721440"/>
                </a:cubicBezTo>
                <a:cubicBezTo>
                  <a:pt x="927247" y="738209"/>
                  <a:pt x="913653" y="751803"/>
                  <a:pt x="896883" y="751803"/>
                </a:cubicBezTo>
                <a:cubicBezTo>
                  <a:pt x="880114" y="751803"/>
                  <a:pt x="866520" y="738209"/>
                  <a:pt x="866520" y="721440"/>
                </a:cubicBezTo>
                <a:cubicBezTo>
                  <a:pt x="866520" y="704670"/>
                  <a:pt x="880114" y="691076"/>
                  <a:pt x="896883" y="691076"/>
                </a:cubicBezTo>
                <a:close/>
                <a:moveTo>
                  <a:pt x="824329" y="691076"/>
                </a:moveTo>
                <a:cubicBezTo>
                  <a:pt x="841098" y="691076"/>
                  <a:pt x="854692" y="704670"/>
                  <a:pt x="854692" y="721440"/>
                </a:cubicBezTo>
                <a:cubicBezTo>
                  <a:pt x="854692" y="738209"/>
                  <a:pt x="841098" y="751803"/>
                  <a:pt x="824329" y="751803"/>
                </a:cubicBezTo>
                <a:cubicBezTo>
                  <a:pt x="807559" y="751803"/>
                  <a:pt x="793965" y="738209"/>
                  <a:pt x="793965" y="721440"/>
                </a:cubicBezTo>
                <a:cubicBezTo>
                  <a:pt x="793965" y="704670"/>
                  <a:pt x="807559" y="691076"/>
                  <a:pt x="824329" y="691076"/>
                </a:cubicBezTo>
                <a:close/>
                <a:moveTo>
                  <a:pt x="751774" y="691076"/>
                </a:moveTo>
                <a:cubicBezTo>
                  <a:pt x="768544" y="691076"/>
                  <a:pt x="782138" y="704670"/>
                  <a:pt x="782138" y="721440"/>
                </a:cubicBezTo>
                <a:cubicBezTo>
                  <a:pt x="782138" y="738209"/>
                  <a:pt x="768544" y="751803"/>
                  <a:pt x="751774" y="751803"/>
                </a:cubicBezTo>
                <a:cubicBezTo>
                  <a:pt x="735005" y="751803"/>
                  <a:pt x="721411" y="738209"/>
                  <a:pt x="721411" y="721440"/>
                </a:cubicBezTo>
                <a:cubicBezTo>
                  <a:pt x="721411" y="704670"/>
                  <a:pt x="735005" y="691076"/>
                  <a:pt x="751774" y="691076"/>
                </a:cubicBezTo>
                <a:close/>
                <a:moveTo>
                  <a:pt x="679220" y="691076"/>
                </a:moveTo>
                <a:cubicBezTo>
                  <a:pt x="695989" y="691076"/>
                  <a:pt x="709583" y="704670"/>
                  <a:pt x="709583" y="721440"/>
                </a:cubicBezTo>
                <a:cubicBezTo>
                  <a:pt x="709583" y="738209"/>
                  <a:pt x="695989" y="751803"/>
                  <a:pt x="679220" y="751803"/>
                </a:cubicBezTo>
                <a:cubicBezTo>
                  <a:pt x="662450" y="751803"/>
                  <a:pt x="648856" y="738209"/>
                  <a:pt x="648856" y="721440"/>
                </a:cubicBezTo>
                <a:cubicBezTo>
                  <a:pt x="648856" y="704670"/>
                  <a:pt x="662450" y="691076"/>
                  <a:pt x="679220" y="691076"/>
                </a:cubicBezTo>
                <a:close/>
                <a:moveTo>
                  <a:pt x="606665" y="691076"/>
                </a:moveTo>
                <a:cubicBezTo>
                  <a:pt x="623435" y="691076"/>
                  <a:pt x="637029" y="704670"/>
                  <a:pt x="637029" y="721440"/>
                </a:cubicBezTo>
                <a:cubicBezTo>
                  <a:pt x="637029" y="738209"/>
                  <a:pt x="623435" y="751803"/>
                  <a:pt x="606665" y="751803"/>
                </a:cubicBezTo>
                <a:cubicBezTo>
                  <a:pt x="589896" y="751803"/>
                  <a:pt x="576302" y="738209"/>
                  <a:pt x="576302" y="721440"/>
                </a:cubicBezTo>
                <a:cubicBezTo>
                  <a:pt x="576302" y="704670"/>
                  <a:pt x="589896" y="691076"/>
                  <a:pt x="606665" y="691076"/>
                </a:cubicBezTo>
                <a:close/>
                <a:moveTo>
                  <a:pt x="534111" y="691076"/>
                </a:moveTo>
                <a:cubicBezTo>
                  <a:pt x="550880" y="691076"/>
                  <a:pt x="564474" y="704670"/>
                  <a:pt x="564474" y="721440"/>
                </a:cubicBezTo>
                <a:cubicBezTo>
                  <a:pt x="564474" y="738209"/>
                  <a:pt x="550880" y="751803"/>
                  <a:pt x="534111" y="751803"/>
                </a:cubicBezTo>
                <a:cubicBezTo>
                  <a:pt x="517341" y="751803"/>
                  <a:pt x="503747" y="738209"/>
                  <a:pt x="503747" y="721440"/>
                </a:cubicBezTo>
                <a:cubicBezTo>
                  <a:pt x="503747" y="704670"/>
                  <a:pt x="517341" y="691076"/>
                  <a:pt x="534111" y="691076"/>
                </a:cubicBezTo>
                <a:close/>
                <a:moveTo>
                  <a:pt x="461556" y="691076"/>
                </a:moveTo>
                <a:cubicBezTo>
                  <a:pt x="478326" y="691076"/>
                  <a:pt x="491920" y="704670"/>
                  <a:pt x="491920" y="721440"/>
                </a:cubicBezTo>
                <a:cubicBezTo>
                  <a:pt x="491920" y="738209"/>
                  <a:pt x="478326" y="751803"/>
                  <a:pt x="461556" y="751803"/>
                </a:cubicBezTo>
                <a:cubicBezTo>
                  <a:pt x="444787" y="751803"/>
                  <a:pt x="431192" y="738209"/>
                  <a:pt x="431192" y="721440"/>
                </a:cubicBezTo>
                <a:cubicBezTo>
                  <a:pt x="431192" y="704670"/>
                  <a:pt x="444787" y="691076"/>
                  <a:pt x="461556" y="691076"/>
                </a:cubicBezTo>
                <a:close/>
                <a:moveTo>
                  <a:pt x="389002" y="691076"/>
                </a:moveTo>
                <a:cubicBezTo>
                  <a:pt x="405771" y="691076"/>
                  <a:pt x="419365" y="704670"/>
                  <a:pt x="419365" y="721440"/>
                </a:cubicBezTo>
                <a:cubicBezTo>
                  <a:pt x="419365" y="738209"/>
                  <a:pt x="405771" y="751803"/>
                  <a:pt x="389002" y="751803"/>
                </a:cubicBezTo>
                <a:cubicBezTo>
                  <a:pt x="372232" y="751803"/>
                  <a:pt x="358638" y="738209"/>
                  <a:pt x="358638" y="721440"/>
                </a:cubicBezTo>
                <a:cubicBezTo>
                  <a:pt x="358638" y="704670"/>
                  <a:pt x="372232" y="691076"/>
                  <a:pt x="389002" y="691076"/>
                </a:cubicBezTo>
                <a:close/>
                <a:moveTo>
                  <a:pt x="316447" y="691076"/>
                </a:moveTo>
                <a:cubicBezTo>
                  <a:pt x="333216" y="691076"/>
                  <a:pt x="346810" y="704670"/>
                  <a:pt x="346810" y="721440"/>
                </a:cubicBezTo>
                <a:cubicBezTo>
                  <a:pt x="346810" y="738209"/>
                  <a:pt x="333216" y="751803"/>
                  <a:pt x="316447" y="751803"/>
                </a:cubicBezTo>
                <a:cubicBezTo>
                  <a:pt x="299677" y="751803"/>
                  <a:pt x="286084" y="738209"/>
                  <a:pt x="286084" y="721440"/>
                </a:cubicBezTo>
                <a:cubicBezTo>
                  <a:pt x="286084" y="704670"/>
                  <a:pt x="299677" y="691076"/>
                  <a:pt x="316447" y="691076"/>
                </a:cubicBezTo>
                <a:close/>
                <a:moveTo>
                  <a:pt x="243892" y="691076"/>
                </a:moveTo>
                <a:cubicBezTo>
                  <a:pt x="260662" y="691076"/>
                  <a:pt x="274256" y="704670"/>
                  <a:pt x="274256" y="721440"/>
                </a:cubicBezTo>
                <a:cubicBezTo>
                  <a:pt x="274256" y="738209"/>
                  <a:pt x="260662" y="751803"/>
                  <a:pt x="243892" y="751803"/>
                </a:cubicBezTo>
                <a:cubicBezTo>
                  <a:pt x="227123" y="751803"/>
                  <a:pt x="213529" y="738209"/>
                  <a:pt x="213529" y="721440"/>
                </a:cubicBezTo>
                <a:cubicBezTo>
                  <a:pt x="213529" y="704670"/>
                  <a:pt x="227123" y="691076"/>
                  <a:pt x="243892" y="691076"/>
                </a:cubicBezTo>
                <a:close/>
                <a:moveTo>
                  <a:pt x="171339" y="691076"/>
                </a:moveTo>
                <a:cubicBezTo>
                  <a:pt x="188107" y="691076"/>
                  <a:pt x="201701" y="704670"/>
                  <a:pt x="201701" y="721440"/>
                </a:cubicBezTo>
                <a:cubicBezTo>
                  <a:pt x="201701" y="738209"/>
                  <a:pt x="188107" y="751803"/>
                  <a:pt x="171339" y="751803"/>
                </a:cubicBezTo>
                <a:cubicBezTo>
                  <a:pt x="154662" y="751803"/>
                  <a:pt x="141067" y="738209"/>
                  <a:pt x="141067" y="721440"/>
                </a:cubicBezTo>
                <a:cubicBezTo>
                  <a:pt x="141067" y="704670"/>
                  <a:pt x="154662" y="691076"/>
                  <a:pt x="171339" y="691076"/>
                </a:cubicBezTo>
                <a:close/>
                <a:moveTo>
                  <a:pt x="98890" y="691076"/>
                </a:moveTo>
                <a:cubicBezTo>
                  <a:pt x="115653" y="691076"/>
                  <a:pt x="129246" y="704670"/>
                  <a:pt x="129246" y="721440"/>
                </a:cubicBezTo>
                <a:cubicBezTo>
                  <a:pt x="129246" y="738209"/>
                  <a:pt x="115653" y="751803"/>
                  <a:pt x="98890" y="751803"/>
                </a:cubicBezTo>
                <a:cubicBezTo>
                  <a:pt x="82117" y="751803"/>
                  <a:pt x="68523" y="738209"/>
                  <a:pt x="68523" y="721440"/>
                </a:cubicBezTo>
                <a:cubicBezTo>
                  <a:pt x="68523" y="704670"/>
                  <a:pt x="82117" y="691076"/>
                  <a:pt x="98890" y="691076"/>
                </a:cubicBezTo>
                <a:close/>
                <a:moveTo>
                  <a:pt x="26336" y="691076"/>
                </a:moveTo>
                <a:cubicBezTo>
                  <a:pt x="43099" y="691076"/>
                  <a:pt x="56694" y="704670"/>
                  <a:pt x="56694" y="721440"/>
                </a:cubicBezTo>
                <a:cubicBezTo>
                  <a:pt x="56694" y="738209"/>
                  <a:pt x="43099" y="751803"/>
                  <a:pt x="26336" y="751803"/>
                </a:cubicBezTo>
                <a:cubicBezTo>
                  <a:pt x="17950" y="751803"/>
                  <a:pt x="10359" y="748405"/>
                  <a:pt x="4864" y="742910"/>
                </a:cubicBezTo>
                <a:lnTo>
                  <a:pt x="0" y="731167"/>
                </a:lnTo>
                <a:lnTo>
                  <a:pt x="0" y="711713"/>
                </a:lnTo>
                <a:lnTo>
                  <a:pt x="4864" y="699969"/>
                </a:lnTo>
                <a:cubicBezTo>
                  <a:pt x="10359" y="694475"/>
                  <a:pt x="17950" y="691076"/>
                  <a:pt x="26336" y="691076"/>
                </a:cubicBezTo>
                <a:close/>
                <a:moveTo>
                  <a:pt x="1622429" y="610624"/>
                </a:moveTo>
                <a:cubicBezTo>
                  <a:pt x="1639199" y="610624"/>
                  <a:pt x="1652792" y="624218"/>
                  <a:pt x="1652792" y="640988"/>
                </a:cubicBezTo>
                <a:cubicBezTo>
                  <a:pt x="1652792" y="657757"/>
                  <a:pt x="1639199" y="671351"/>
                  <a:pt x="1622429" y="671351"/>
                </a:cubicBezTo>
                <a:cubicBezTo>
                  <a:pt x="1605659" y="671351"/>
                  <a:pt x="1592066" y="657757"/>
                  <a:pt x="1592066" y="640988"/>
                </a:cubicBezTo>
                <a:cubicBezTo>
                  <a:pt x="1592066" y="624218"/>
                  <a:pt x="1605659" y="610624"/>
                  <a:pt x="1622429" y="610624"/>
                </a:cubicBezTo>
                <a:close/>
                <a:moveTo>
                  <a:pt x="1549874" y="610624"/>
                </a:moveTo>
                <a:cubicBezTo>
                  <a:pt x="1566644" y="610624"/>
                  <a:pt x="1580238" y="624218"/>
                  <a:pt x="1580238" y="640988"/>
                </a:cubicBezTo>
                <a:cubicBezTo>
                  <a:pt x="1580238" y="657757"/>
                  <a:pt x="1566644" y="671351"/>
                  <a:pt x="1549874" y="671351"/>
                </a:cubicBezTo>
                <a:cubicBezTo>
                  <a:pt x="1533105" y="671351"/>
                  <a:pt x="1519511" y="657757"/>
                  <a:pt x="1519511" y="640988"/>
                </a:cubicBezTo>
                <a:cubicBezTo>
                  <a:pt x="1519511" y="624218"/>
                  <a:pt x="1533105" y="610624"/>
                  <a:pt x="1549874" y="610624"/>
                </a:cubicBezTo>
                <a:close/>
                <a:moveTo>
                  <a:pt x="1477320" y="610624"/>
                </a:moveTo>
                <a:cubicBezTo>
                  <a:pt x="1494089" y="610624"/>
                  <a:pt x="1507683" y="624218"/>
                  <a:pt x="1507683" y="640988"/>
                </a:cubicBezTo>
                <a:cubicBezTo>
                  <a:pt x="1507683" y="657757"/>
                  <a:pt x="1494089" y="671351"/>
                  <a:pt x="1477320" y="671351"/>
                </a:cubicBezTo>
                <a:cubicBezTo>
                  <a:pt x="1460550" y="671351"/>
                  <a:pt x="1446956" y="657757"/>
                  <a:pt x="1446956" y="640988"/>
                </a:cubicBezTo>
                <a:cubicBezTo>
                  <a:pt x="1446956" y="624218"/>
                  <a:pt x="1460550" y="610624"/>
                  <a:pt x="1477320" y="610624"/>
                </a:cubicBezTo>
                <a:close/>
                <a:moveTo>
                  <a:pt x="1404765" y="610624"/>
                </a:moveTo>
                <a:cubicBezTo>
                  <a:pt x="1421535" y="610624"/>
                  <a:pt x="1435129" y="624218"/>
                  <a:pt x="1435129" y="640988"/>
                </a:cubicBezTo>
                <a:cubicBezTo>
                  <a:pt x="1435129" y="657757"/>
                  <a:pt x="1421535" y="671351"/>
                  <a:pt x="1404765" y="671351"/>
                </a:cubicBezTo>
                <a:cubicBezTo>
                  <a:pt x="1387996" y="671351"/>
                  <a:pt x="1374402" y="657757"/>
                  <a:pt x="1374402" y="640988"/>
                </a:cubicBezTo>
                <a:cubicBezTo>
                  <a:pt x="1374402" y="624218"/>
                  <a:pt x="1387996" y="610624"/>
                  <a:pt x="1404765" y="610624"/>
                </a:cubicBezTo>
                <a:close/>
                <a:moveTo>
                  <a:pt x="1332211" y="610624"/>
                </a:moveTo>
                <a:cubicBezTo>
                  <a:pt x="1348980" y="610624"/>
                  <a:pt x="1362574" y="624218"/>
                  <a:pt x="1362574" y="640988"/>
                </a:cubicBezTo>
                <a:cubicBezTo>
                  <a:pt x="1362574" y="657757"/>
                  <a:pt x="1348980" y="671351"/>
                  <a:pt x="1332211" y="671351"/>
                </a:cubicBezTo>
                <a:cubicBezTo>
                  <a:pt x="1315441" y="671351"/>
                  <a:pt x="1301847" y="657757"/>
                  <a:pt x="1301847" y="640988"/>
                </a:cubicBezTo>
                <a:cubicBezTo>
                  <a:pt x="1301847" y="624218"/>
                  <a:pt x="1315441" y="610624"/>
                  <a:pt x="1332211" y="610624"/>
                </a:cubicBezTo>
                <a:close/>
                <a:moveTo>
                  <a:pt x="1259656" y="610624"/>
                </a:moveTo>
                <a:cubicBezTo>
                  <a:pt x="1276426" y="610624"/>
                  <a:pt x="1290020" y="624218"/>
                  <a:pt x="1290020" y="640988"/>
                </a:cubicBezTo>
                <a:cubicBezTo>
                  <a:pt x="1290020" y="657757"/>
                  <a:pt x="1276426" y="671351"/>
                  <a:pt x="1259656" y="671351"/>
                </a:cubicBezTo>
                <a:cubicBezTo>
                  <a:pt x="1242887" y="671351"/>
                  <a:pt x="1229293" y="657757"/>
                  <a:pt x="1229293" y="640988"/>
                </a:cubicBezTo>
                <a:cubicBezTo>
                  <a:pt x="1229293" y="624218"/>
                  <a:pt x="1242887" y="610624"/>
                  <a:pt x="1259656" y="610624"/>
                </a:cubicBezTo>
                <a:close/>
                <a:moveTo>
                  <a:pt x="1187102" y="610624"/>
                </a:moveTo>
                <a:cubicBezTo>
                  <a:pt x="1203871" y="610624"/>
                  <a:pt x="1217465" y="624218"/>
                  <a:pt x="1217465" y="640988"/>
                </a:cubicBezTo>
                <a:cubicBezTo>
                  <a:pt x="1217465" y="657757"/>
                  <a:pt x="1203871" y="671351"/>
                  <a:pt x="1187102" y="671351"/>
                </a:cubicBezTo>
                <a:cubicBezTo>
                  <a:pt x="1170332" y="671351"/>
                  <a:pt x="1156738" y="657757"/>
                  <a:pt x="1156738" y="640988"/>
                </a:cubicBezTo>
                <a:cubicBezTo>
                  <a:pt x="1156738" y="624218"/>
                  <a:pt x="1170332" y="610624"/>
                  <a:pt x="1187102" y="610624"/>
                </a:cubicBezTo>
                <a:close/>
                <a:moveTo>
                  <a:pt x="1114547" y="610624"/>
                </a:moveTo>
                <a:cubicBezTo>
                  <a:pt x="1131317" y="610624"/>
                  <a:pt x="1144911" y="624218"/>
                  <a:pt x="1144911" y="640988"/>
                </a:cubicBezTo>
                <a:cubicBezTo>
                  <a:pt x="1144911" y="657757"/>
                  <a:pt x="1131317" y="671351"/>
                  <a:pt x="1114547" y="671351"/>
                </a:cubicBezTo>
                <a:cubicBezTo>
                  <a:pt x="1097778" y="671351"/>
                  <a:pt x="1084184" y="657757"/>
                  <a:pt x="1084184" y="640988"/>
                </a:cubicBezTo>
                <a:cubicBezTo>
                  <a:pt x="1084184" y="624218"/>
                  <a:pt x="1097778" y="610624"/>
                  <a:pt x="1114547" y="610624"/>
                </a:cubicBezTo>
                <a:close/>
                <a:moveTo>
                  <a:pt x="1041993" y="610624"/>
                </a:moveTo>
                <a:cubicBezTo>
                  <a:pt x="1058762" y="610624"/>
                  <a:pt x="1072356" y="624218"/>
                  <a:pt x="1072356" y="640988"/>
                </a:cubicBezTo>
                <a:cubicBezTo>
                  <a:pt x="1072356" y="657757"/>
                  <a:pt x="1058762" y="671351"/>
                  <a:pt x="1041993" y="671351"/>
                </a:cubicBezTo>
                <a:cubicBezTo>
                  <a:pt x="1025223" y="671351"/>
                  <a:pt x="1011629" y="657757"/>
                  <a:pt x="1011629" y="640988"/>
                </a:cubicBezTo>
                <a:cubicBezTo>
                  <a:pt x="1011629" y="624218"/>
                  <a:pt x="1025223" y="610624"/>
                  <a:pt x="1041993" y="610624"/>
                </a:cubicBezTo>
                <a:close/>
                <a:moveTo>
                  <a:pt x="969438" y="610624"/>
                </a:moveTo>
                <a:cubicBezTo>
                  <a:pt x="986208" y="610624"/>
                  <a:pt x="999801" y="624218"/>
                  <a:pt x="999801" y="640988"/>
                </a:cubicBezTo>
                <a:cubicBezTo>
                  <a:pt x="999801" y="657757"/>
                  <a:pt x="986208" y="671351"/>
                  <a:pt x="969438" y="671351"/>
                </a:cubicBezTo>
                <a:cubicBezTo>
                  <a:pt x="952669" y="671351"/>
                  <a:pt x="939075" y="657757"/>
                  <a:pt x="939075" y="640988"/>
                </a:cubicBezTo>
                <a:cubicBezTo>
                  <a:pt x="939075" y="624218"/>
                  <a:pt x="952669" y="610624"/>
                  <a:pt x="969438" y="610624"/>
                </a:cubicBezTo>
                <a:close/>
                <a:moveTo>
                  <a:pt x="896883" y="610624"/>
                </a:moveTo>
                <a:cubicBezTo>
                  <a:pt x="913653" y="610624"/>
                  <a:pt x="927247" y="624218"/>
                  <a:pt x="927247" y="640988"/>
                </a:cubicBezTo>
                <a:cubicBezTo>
                  <a:pt x="927247" y="657757"/>
                  <a:pt x="913653" y="671351"/>
                  <a:pt x="896883" y="671351"/>
                </a:cubicBezTo>
                <a:cubicBezTo>
                  <a:pt x="880114" y="671351"/>
                  <a:pt x="866520" y="657757"/>
                  <a:pt x="866520" y="640988"/>
                </a:cubicBezTo>
                <a:cubicBezTo>
                  <a:pt x="866520" y="624218"/>
                  <a:pt x="880114" y="610624"/>
                  <a:pt x="896883" y="610624"/>
                </a:cubicBezTo>
                <a:close/>
                <a:moveTo>
                  <a:pt x="824329" y="610624"/>
                </a:moveTo>
                <a:cubicBezTo>
                  <a:pt x="841098" y="610624"/>
                  <a:pt x="854692" y="624218"/>
                  <a:pt x="854692" y="640988"/>
                </a:cubicBezTo>
                <a:cubicBezTo>
                  <a:pt x="854692" y="657757"/>
                  <a:pt x="841098" y="671351"/>
                  <a:pt x="824329" y="671351"/>
                </a:cubicBezTo>
                <a:cubicBezTo>
                  <a:pt x="807559" y="671351"/>
                  <a:pt x="793965" y="657757"/>
                  <a:pt x="793965" y="640988"/>
                </a:cubicBezTo>
                <a:cubicBezTo>
                  <a:pt x="793965" y="624218"/>
                  <a:pt x="807559" y="610624"/>
                  <a:pt x="824329" y="610624"/>
                </a:cubicBezTo>
                <a:close/>
                <a:moveTo>
                  <a:pt x="751774" y="610624"/>
                </a:moveTo>
                <a:cubicBezTo>
                  <a:pt x="768544" y="610624"/>
                  <a:pt x="782138" y="624218"/>
                  <a:pt x="782138" y="640988"/>
                </a:cubicBezTo>
                <a:cubicBezTo>
                  <a:pt x="782138" y="657757"/>
                  <a:pt x="768544" y="671351"/>
                  <a:pt x="751774" y="671351"/>
                </a:cubicBezTo>
                <a:cubicBezTo>
                  <a:pt x="735005" y="671351"/>
                  <a:pt x="721411" y="657757"/>
                  <a:pt x="721411" y="640988"/>
                </a:cubicBezTo>
                <a:cubicBezTo>
                  <a:pt x="721411" y="624218"/>
                  <a:pt x="735005" y="610624"/>
                  <a:pt x="751774" y="610624"/>
                </a:cubicBezTo>
                <a:close/>
                <a:moveTo>
                  <a:pt x="679220" y="610624"/>
                </a:moveTo>
                <a:cubicBezTo>
                  <a:pt x="695989" y="610624"/>
                  <a:pt x="709583" y="624218"/>
                  <a:pt x="709583" y="640988"/>
                </a:cubicBezTo>
                <a:cubicBezTo>
                  <a:pt x="709583" y="657757"/>
                  <a:pt x="695989" y="671351"/>
                  <a:pt x="679220" y="671351"/>
                </a:cubicBezTo>
                <a:cubicBezTo>
                  <a:pt x="662450" y="671351"/>
                  <a:pt x="648856" y="657757"/>
                  <a:pt x="648856" y="640988"/>
                </a:cubicBezTo>
                <a:cubicBezTo>
                  <a:pt x="648856" y="624218"/>
                  <a:pt x="662450" y="610624"/>
                  <a:pt x="679220" y="610624"/>
                </a:cubicBezTo>
                <a:close/>
                <a:moveTo>
                  <a:pt x="606665" y="610624"/>
                </a:moveTo>
                <a:cubicBezTo>
                  <a:pt x="623435" y="610624"/>
                  <a:pt x="637029" y="624218"/>
                  <a:pt x="637029" y="640988"/>
                </a:cubicBezTo>
                <a:cubicBezTo>
                  <a:pt x="637029" y="657757"/>
                  <a:pt x="623435" y="671351"/>
                  <a:pt x="606665" y="671351"/>
                </a:cubicBezTo>
                <a:cubicBezTo>
                  <a:pt x="589896" y="671351"/>
                  <a:pt x="576302" y="657757"/>
                  <a:pt x="576302" y="640988"/>
                </a:cubicBezTo>
                <a:cubicBezTo>
                  <a:pt x="576302" y="624218"/>
                  <a:pt x="589896" y="610624"/>
                  <a:pt x="606665" y="610624"/>
                </a:cubicBezTo>
                <a:close/>
                <a:moveTo>
                  <a:pt x="534111" y="610624"/>
                </a:moveTo>
                <a:cubicBezTo>
                  <a:pt x="550880" y="610624"/>
                  <a:pt x="564474" y="624218"/>
                  <a:pt x="564474" y="640988"/>
                </a:cubicBezTo>
                <a:cubicBezTo>
                  <a:pt x="564474" y="657757"/>
                  <a:pt x="550880" y="671351"/>
                  <a:pt x="534111" y="671351"/>
                </a:cubicBezTo>
                <a:cubicBezTo>
                  <a:pt x="517341" y="671351"/>
                  <a:pt x="503747" y="657757"/>
                  <a:pt x="503747" y="640988"/>
                </a:cubicBezTo>
                <a:cubicBezTo>
                  <a:pt x="503747" y="624218"/>
                  <a:pt x="517341" y="610624"/>
                  <a:pt x="534111" y="610624"/>
                </a:cubicBezTo>
                <a:close/>
                <a:moveTo>
                  <a:pt x="461556" y="610624"/>
                </a:moveTo>
                <a:cubicBezTo>
                  <a:pt x="478326" y="610624"/>
                  <a:pt x="491920" y="624218"/>
                  <a:pt x="491920" y="640988"/>
                </a:cubicBezTo>
                <a:cubicBezTo>
                  <a:pt x="491920" y="657757"/>
                  <a:pt x="478326" y="671351"/>
                  <a:pt x="461556" y="671351"/>
                </a:cubicBezTo>
                <a:cubicBezTo>
                  <a:pt x="444787" y="671351"/>
                  <a:pt x="431192" y="657757"/>
                  <a:pt x="431192" y="640988"/>
                </a:cubicBezTo>
                <a:cubicBezTo>
                  <a:pt x="431192" y="624218"/>
                  <a:pt x="444787" y="610624"/>
                  <a:pt x="461556" y="610624"/>
                </a:cubicBezTo>
                <a:close/>
                <a:moveTo>
                  <a:pt x="389002" y="610624"/>
                </a:moveTo>
                <a:cubicBezTo>
                  <a:pt x="405771" y="610624"/>
                  <a:pt x="419365" y="624218"/>
                  <a:pt x="419365" y="640988"/>
                </a:cubicBezTo>
                <a:cubicBezTo>
                  <a:pt x="419365" y="657757"/>
                  <a:pt x="405771" y="671351"/>
                  <a:pt x="389002" y="671351"/>
                </a:cubicBezTo>
                <a:cubicBezTo>
                  <a:pt x="372232" y="671351"/>
                  <a:pt x="358638" y="657757"/>
                  <a:pt x="358638" y="640988"/>
                </a:cubicBezTo>
                <a:cubicBezTo>
                  <a:pt x="358638" y="624218"/>
                  <a:pt x="372232" y="610624"/>
                  <a:pt x="389002" y="610624"/>
                </a:cubicBezTo>
                <a:close/>
                <a:moveTo>
                  <a:pt x="316447" y="610624"/>
                </a:moveTo>
                <a:cubicBezTo>
                  <a:pt x="333216" y="610624"/>
                  <a:pt x="346810" y="624218"/>
                  <a:pt x="346810" y="640988"/>
                </a:cubicBezTo>
                <a:cubicBezTo>
                  <a:pt x="346810" y="657757"/>
                  <a:pt x="333216" y="671351"/>
                  <a:pt x="316447" y="671351"/>
                </a:cubicBezTo>
                <a:cubicBezTo>
                  <a:pt x="299677" y="671351"/>
                  <a:pt x="286084" y="657757"/>
                  <a:pt x="286084" y="640988"/>
                </a:cubicBezTo>
                <a:cubicBezTo>
                  <a:pt x="286084" y="624218"/>
                  <a:pt x="299677" y="610624"/>
                  <a:pt x="316447" y="610624"/>
                </a:cubicBezTo>
                <a:close/>
                <a:moveTo>
                  <a:pt x="243892" y="610624"/>
                </a:moveTo>
                <a:cubicBezTo>
                  <a:pt x="260662" y="610624"/>
                  <a:pt x="274256" y="624218"/>
                  <a:pt x="274256" y="640988"/>
                </a:cubicBezTo>
                <a:cubicBezTo>
                  <a:pt x="274256" y="657757"/>
                  <a:pt x="260662" y="671351"/>
                  <a:pt x="243892" y="671351"/>
                </a:cubicBezTo>
                <a:cubicBezTo>
                  <a:pt x="227123" y="671351"/>
                  <a:pt x="213529" y="657757"/>
                  <a:pt x="213529" y="640988"/>
                </a:cubicBezTo>
                <a:cubicBezTo>
                  <a:pt x="213529" y="624218"/>
                  <a:pt x="227123" y="610624"/>
                  <a:pt x="243892" y="610624"/>
                </a:cubicBezTo>
                <a:close/>
                <a:moveTo>
                  <a:pt x="171339" y="610624"/>
                </a:moveTo>
                <a:cubicBezTo>
                  <a:pt x="188107" y="610624"/>
                  <a:pt x="201701" y="624218"/>
                  <a:pt x="201701" y="640988"/>
                </a:cubicBezTo>
                <a:cubicBezTo>
                  <a:pt x="201701" y="657757"/>
                  <a:pt x="188107" y="671351"/>
                  <a:pt x="171339" y="671351"/>
                </a:cubicBezTo>
                <a:cubicBezTo>
                  <a:pt x="154667" y="671351"/>
                  <a:pt x="141073" y="657757"/>
                  <a:pt x="141073" y="640988"/>
                </a:cubicBezTo>
                <a:cubicBezTo>
                  <a:pt x="141073" y="624218"/>
                  <a:pt x="154667" y="610624"/>
                  <a:pt x="171339" y="610624"/>
                </a:cubicBezTo>
                <a:close/>
                <a:moveTo>
                  <a:pt x="98897" y="610624"/>
                </a:moveTo>
                <a:cubicBezTo>
                  <a:pt x="115658" y="610624"/>
                  <a:pt x="129252" y="624218"/>
                  <a:pt x="129252" y="640988"/>
                </a:cubicBezTo>
                <a:cubicBezTo>
                  <a:pt x="129252" y="657757"/>
                  <a:pt x="115658" y="671351"/>
                  <a:pt x="98897" y="671351"/>
                </a:cubicBezTo>
                <a:cubicBezTo>
                  <a:pt x="82124" y="671351"/>
                  <a:pt x="68530" y="657757"/>
                  <a:pt x="68530" y="640988"/>
                </a:cubicBezTo>
                <a:cubicBezTo>
                  <a:pt x="68530" y="624218"/>
                  <a:pt x="82124" y="610624"/>
                  <a:pt x="98897" y="610624"/>
                </a:cubicBezTo>
                <a:close/>
                <a:moveTo>
                  <a:pt x="26342" y="610624"/>
                </a:moveTo>
                <a:cubicBezTo>
                  <a:pt x="43106" y="610624"/>
                  <a:pt x="56701" y="624218"/>
                  <a:pt x="56701" y="640988"/>
                </a:cubicBezTo>
                <a:cubicBezTo>
                  <a:pt x="56701" y="657757"/>
                  <a:pt x="43106" y="671351"/>
                  <a:pt x="26342" y="671351"/>
                </a:cubicBezTo>
                <a:cubicBezTo>
                  <a:pt x="17956" y="671351"/>
                  <a:pt x="10365" y="667953"/>
                  <a:pt x="4871" y="662458"/>
                </a:cubicBezTo>
                <a:lnTo>
                  <a:pt x="0" y="650698"/>
                </a:lnTo>
                <a:lnTo>
                  <a:pt x="0" y="631277"/>
                </a:lnTo>
                <a:lnTo>
                  <a:pt x="4871" y="619517"/>
                </a:lnTo>
                <a:cubicBezTo>
                  <a:pt x="10365" y="614023"/>
                  <a:pt x="17956" y="610624"/>
                  <a:pt x="26342" y="610624"/>
                </a:cubicBezTo>
                <a:close/>
                <a:moveTo>
                  <a:pt x="1669096" y="549730"/>
                </a:moveTo>
                <a:lnTo>
                  <a:pt x="1668124" y="568994"/>
                </a:lnTo>
                <a:lnTo>
                  <a:pt x="1664620" y="560536"/>
                </a:lnTo>
                <a:close/>
                <a:moveTo>
                  <a:pt x="1622429" y="530173"/>
                </a:moveTo>
                <a:cubicBezTo>
                  <a:pt x="1639199" y="530173"/>
                  <a:pt x="1652792" y="543767"/>
                  <a:pt x="1652792" y="560536"/>
                </a:cubicBezTo>
                <a:cubicBezTo>
                  <a:pt x="1652792" y="577306"/>
                  <a:pt x="1639199" y="590900"/>
                  <a:pt x="1622429" y="590900"/>
                </a:cubicBezTo>
                <a:cubicBezTo>
                  <a:pt x="1605659" y="590900"/>
                  <a:pt x="1592066" y="577306"/>
                  <a:pt x="1592066" y="560536"/>
                </a:cubicBezTo>
                <a:cubicBezTo>
                  <a:pt x="1592066" y="543767"/>
                  <a:pt x="1605659" y="530173"/>
                  <a:pt x="1622429" y="530173"/>
                </a:cubicBezTo>
                <a:close/>
                <a:moveTo>
                  <a:pt x="1549874" y="530173"/>
                </a:moveTo>
                <a:cubicBezTo>
                  <a:pt x="1566644" y="530173"/>
                  <a:pt x="1580238" y="543767"/>
                  <a:pt x="1580238" y="560536"/>
                </a:cubicBezTo>
                <a:cubicBezTo>
                  <a:pt x="1580238" y="577306"/>
                  <a:pt x="1566644" y="590900"/>
                  <a:pt x="1549874" y="590900"/>
                </a:cubicBezTo>
                <a:cubicBezTo>
                  <a:pt x="1533105" y="590900"/>
                  <a:pt x="1519511" y="577306"/>
                  <a:pt x="1519511" y="560536"/>
                </a:cubicBezTo>
                <a:cubicBezTo>
                  <a:pt x="1519511" y="543767"/>
                  <a:pt x="1533105" y="530173"/>
                  <a:pt x="1549874" y="530173"/>
                </a:cubicBezTo>
                <a:close/>
                <a:moveTo>
                  <a:pt x="1477320" y="530173"/>
                </a:moveTo>
                <a:cubicBezTo>
                  <a:pt x="1494089" y="530173"/>
                  <a:pt x="1507683" y="543767"/>
                  <a:pt x="1507683" y="560536"/>
                </a:cubicBezTo>
                <a:cubicBezTo>
                  <a:pt x="1507683" y="577306"/>
                  <a:pt x="1494089" y="590900"/>
                  <a:pt x="1477320" y="590900"/>
                </a:cubicBezTo>
                <a:cubicBezTo>
                  <a:pt x="1460550" y="590900"/>
                  <a:pt x="1446956" y="577306"/>
                  <a:pt x="1446956" y="560536"/>
                </a:cubicBezTo>
                <a:cubicBezTo>
                  <a:pt x="1446956" y="543767"/>
                  <a:pt x="1460550" y="530173"/>
                  <a:pt x="1477320" y="530173"/>
                </a:cubicBezTo>
                <a:close/>
                <a:moveTo>
                  <a:pt x="1404765" y="530173"/>
                </a:moveTo>
                <a:cubicBezTo>
                  <a:pt x="1421535" y="530173"/>
                  <a:pt x="1435129" y="543767"/>
                  <a:pt x="1435129" y="560536"/>
                </a:cubicBezTo>
                <a:cubicBezTo>
                  <a:pt x="1435129" y="577306"/>
                  <a:pt x="1421535" y="590900"/>
                  <a:pt x="1404765" y="590900"/>
                </a:cubicBezTo>
                <a:cubicBezTo>
                  <a:pt x="1387996" y="590900"/>
                  <a:pt x="1374402" y="577306"/>
                  <a:pt x="1374402" y="560536"/>
                </a:cubicBezTo>
                <a:cubicBezTo>
                  <a:pt x="1374402" y="543767"/>
                  <a:pt x="1387996" y="530173"/>
                  <a:pt x="1404765" y="530173"/>
                </a:cubicBezTo>
                <a:close/>
                <a:moveTo>
                  <a:pt x="1332211" y="530173"/>
                </a:moveTo>
                <a:cubicBezTo>
                  <a:pt x="1348980" y="530173"/>
                  <a:pt x="1362574" y="543767"/>
                  <a:pt x="1362574" y="560536"/>
                </a:cubicBezTo>
                <a:cubicBezTo>
                  <a:pt x="1362574" y="577306"/>
                  <a:pt x="1348980" y="590900"/>
                  <a:pt x="1332211" y="590900"/>
                </a:cubicBezTo>
                <a:cubicBezTo>
                  <a:pt x="1315441" y="590900"/>
                  <a:pt x="1301847" y="577306"/>
                  <a:pt x="1301847" y="560536"/>
                </a:cubicBezTo>
                <a:cubicBezTo>
                  <a:pt x="1301847" y="543767"/>
                  <a:pt x="1315441" y="530173"/>
                  <a:pt x="1332211" y="530173"/>
                </a:cubicBezTo>
                <a:close/>
                <a:moveTo>
                  <a:pt x="1259656" y="530173"/>
                </a:moveTo>
                <a:cubicBezTo>
                  <a:pt x="1276426" y="530173"/>
                  <a:pt x="1290020" y="543767"/>
                  <a:pt x="1290020" y="560536"/>
                </a:cubicBezTo>
                <a:cubicBezTo>
                  <a:pt x="1290020" y="577306"/>
                  <a:pt x="1276426" y="590900"/>
                  <a:pt x="1259656" y="590900"/>
                </a:cubicBezTo>
                <a:cubicBezTo>
                  <a:pt x="1242887" y="590900"/>
                  <a:pt x="1229293" y="577306"/>
                  <a:pt x="1229293" y="560536"/>
                </a:cubicBezTo>
                <a:cubicBezTo>
                  <a:pt x="1229293" y="543767"/>
                  <a:pt x="1242887" y="530173"/>
                  <a:pt x="1259656" y="530173"/>
                </a:cubicBezTo>
                <a:close/>
                <a:moveTo>
                  <a:pt x="1187102" y="530173"/>
                </a:moveTo>
                <a:cubicBezTo>
                  <a:pt x="1203871" y="530173"/>
                  <a:pt x="1217465" y="543767"/>
                  <a:pt x="1217465" y="560536"/>
                </a:cubicBezTo>
                <a:cubicBezTo>
                  <a:pt x="1217465" y="577306"/>
                  <a:pt x="1203871" y="590900"/>
                  <a:pt x="1187102" y="590900"/>
                </a:cubicBezTo>
                <a:cubicBezTo>
                  <a:pt x="1170332" y="590900"/>
                  <a:pt x="1156738" y="577306"/>
                  <a:pt x="1156738" y="560536"/>
                </a:cubicBezTo>
                <a:cubicBezTo>
                  <a:pt x="1156738" y="543767"/>
                  <a:pt x="1170332" y="530173"/>
                  <a:pt x="1187102" y="530173"/>
                </a:cubicBezTo>
                <a:close/>
                <a:moveTo>
                  <a:pt x="1114547" y="530173"/>
                </a:moveTo>
                <a:cubicBezTo>
                  <a:pt x="1131317" y="530173"/>
                  <a:pt x="1144911" y="543767"/>
                  <a:pt x="1144911" y="560536"/>
                </a:cubicBezTo>
                <a:cubicBezTo>
                  <a:pt x="1144911" y="577306"/>
                  <a:pt x="1131317" y="590900"/>
                  <a:pt x="1114547" y="590900"/>
                </a:cubicBezTo>
                <a:cubicBezTo>
                  <a:pt x="1097778" y="590900"/>
                  <a:pt x="1084184" y="577306"/>
                  <a:pt x="1084184" y="560536"/>
                </a:cubicBezTo>
                <a:cubicBezTo>
                  <a:pt x="1084184" y="543767"/>
                  <a:pt x="1097778" y="530173"/>
                  <a:pt x="1114547" y="530173"/>
                </a:cubicBezTo>
                <a:close/>
                <a:moveTo>
                  <a:pt x="1041993" y="530173"/>
                </a:moveTo>
                <a:cubicBezTo>
                  <a:pt x="1058762" y="530173"/>
                  <a:pt x="1072356" y="543767"/>
                  <a:pt x="1072356" y="560536"/>
                </a:cubicBezTo>
                <a:cubicBezTo>
                  <a:pt x="1072356" y="577306"/>
                  <a:pt x="1058762" y="590900"/>
                  <a:pt x="1041993" y="590900"/>
                </a:cubicBezTo>
                <a:cubicBezTo>
                  <a:pt x="1025223" y="590900"/>
                  <a:pt x="1011629" y="577306"/>
                  <a:pt x="1011629" y="560536"/>
                </a:cubicBezTo>
                <a:cubicBezTo>
                  <a:pt x="1011629" y="543767"/>
                  <a:pt x="1025223" y="530173"/>
                  <a:pt x="1041993" y="530173"/>
                </a:cubicBezTo>
                <a:close/>
                <a:moveTo>
                  <a:pt x="969438" y="530173"/>
                </a:moveTo>
                <a:cubicBezTo>
                  <a:pt x="986208" y="530173"/>
                  <a:pt x="999801" y="543767"/>
                  <a:pt x="999801" y="560536"/>
                </a:cubicBezTo>
                <a:cubicBezTo>
                  <a:pt x="999801" y="577306"/>
                  <a:pt x="986208" y="590900"/>
                  <a:pt x="969438" y="590900"/>
                </a:cubicBezTo>
                <a:cubicBezTo>
                  <a:pt x="952669" y="590900"/>
                  <a:pt x="939075" y="577306"/>
                  <a:pt x="939075" y="560536"/>
                </a:cubicBezTo>
                <a:cubicBezTo>
                  <a:pt x="939075" y="543767"/>
                  <a:pt x="952669" y="530173"/>
                  <a:pt x="969438" y="530173"/>
                </a:cubicBezTo>
                <a:close/>
                <a:moveTo>
                  <a:pt x="896883" y="530173"/>
                </a:moveTo>
                <a:cubicBezTo>
                  <a:pt x="913653" y="530173"/>
                  <a:pt x="927247" y="543767"/>
                  <a:pt x="927247" y="560536"/>
                </a:cubicBezTo>
                <a:cubicBezTo>
                  <a:pt x="927247" y="577306"/>
                  <a:pt x="913653" y="590900"/>
                  <a:pt x="896883" y="590900"/>
                </a:cubicBezTo>
                <a:cubicBezTo>
                  <a:pt x="880114" y="590900"/>
                  <a:pt x="866520" y="577306"/>
                  <a:pt x="866520" y="560536"/>
                </a:cubicBezTo>
                <a:cubicBezTo>
                  <a:pt x="866520" y="543767"/>
                  <a:pt x="880114" y="530173"/>
                  <a:pt x="896883" y="530173"/>
                </a:cubicBezTo>
                <a:close/>
                <a:moveTo>
                  <a:pt x="824329" y="530173"/>
                </a:moveTo>
                <a:cubicBezTo>
                  <a:pt x="841098" y="530173"/>
                  <a:pt x="854692" y="543767"/>
                  <a:pt x="854692" y="560536"/>
                </a:cubicBezTo>
                <a:cubicBezTo>
                  <a:pt x="854692" y="577306"/>
                  <a:pt x="841098" y="590900"/>
                  <a:pt x="824329" y="590900"/>
                </a:cubicBezTo>
                <a:cubicBezTo>
                  <a:pt x="807559" y="590900"/>
                  <a:pt x="793965" y="577306"/>
                  <a:pt x="793965" y="560536"/>
                </a:cubicBezTo>
                <a:cubicBezTo>
                  <a:pt x="793965" y="543767"/>
                  <a:pt x="807559" y="530173"/>
                  <a:pt x="824329" y="530173"/>
                </a:cubicBezTo>
                <a:close/>
                <a:moveTo>
                  <a:pt x="751774" y="530173"/>
                </a:moveTo>
                <a:cubicBezTo>
                  <a:pt x="768544" y="530173"/>
                  <a:pt x="782138" y="543767"/>
                  <a:pt x="782138" y="560536"/>
                </a:cubicBezTo>
                <a:cubicBezTo>
                  <a:pt x="782138" y="577306"/>
                  <a:pt x="768544" y="590900"/>
                  <a:pt x="751774" y="590900"/>
                </a:cubicBezTo>
                <a:cubicBezTo>
                  <a:pt x="735005" y="590900"/>
                  <a:pt x="721411" y="577306"/>
                  <a:pt x="721411" y="560536"/>
                </a:cubicBezTo>
                <a:cubicBezTo>
                  <a:pt x="721411" y="543767"/>
                  <a:pt x="735005" y="530173"/>
                  <a:pt x="751774" y="530173"/>
                </a:cubicBezTo>
                <a:close/>
                <a:moveTo>
                  <a:pt x="679220" y="530173"/>
                </a:moveTo>
                <a:cubicBezTo>
                  <a:pt x="695989" y="530173"/>
                  <a:pt x="709583" y="543767"/>
                  <a:pt x="709583" y="560536"/>
                </a:cubicBezTo>
                <a:cubicBezTo>
                  <a:pt x="709583" y="577306"/>
                  <a:pt x="695989" y="590900"/>
                  <a:pt x="679220" y="590900"/>
                </a:cubicBezTo>
                <a:cubicBezTo>
                  <a:pt x="662450" y="590900"/>
                  <a:pt x="648856" y="577306"/>
                  <a:pt x="648856" y="560536"/>
                </a:cubicBezTo>
                <a:cubicBezTo>
                  <a:pt x="648856" y="543767"/>
                  <a:pt x="662450" y="530173"/>
                  <a:pt x="679220" y="530173"/>
                </a:cubicBezTo>
                <a:close/>
                <a:moveTo>
                  <a:pt x="606665" y="530173"/>
                </a:moveTo>
                <a:cubicBezTo>
                  <a:pt x="623435" y="530173"/>
                  <a:pt x="637029" y="543767"/>
                  <a:pt x="637029" y="560536"/>
                </a:cubicBezTo>
                <a:cubicBezTo>
                  <a:pt x="637029" y="577306"/>
                  <a:pt x="623435" y="590900"/>
                  <a:pt x="606665" y="590900"/>
                </a:cubicBezTo>
                <a:cubicBezTo>
                  <a:pt x="589896" y="590900"/>
                  <a:pt x="576302" y="577306"/>
                  <a:pt x="576302" y="560536"/>
                </a:cubicBezTo>
                <a:cubicBezTo>
                  <a:pt x="576302" y="543767"/>
                  <a:pt x="589896" y="530173"/>
                  <a:pt x="606665" y="530173"/>
                </a:cubicBezTo>
                <a:close/>
                <a:moveTo>
                  <a:pt x="534111" y="530173"/>
                </a:moveTo>
                <a:cubicBezTo>
                  <a:pt x="550880" y="530173"/>
                  <a:pt x="564474" y="543767"/>
                  <a:pt x="564474" y="560536"/>
                </a:cubicBezTo>
                <a:cubicBezTo>
                  <a:pt x="564474" y="577306"/>
                  <a:pt x="550880" y="590900"/>
                  <a:pt x="534111" y="590900"/>
                </a:cubicBezTo>
                <a:cubicBezTo>
                  <a:pt x="517341" y="590900"/>
                  <a:pt x="503747" y="577306"/>
                  <a:pt x="503747" y="560536"/>
                </a:cubicBezTo>
                <a:cubicBezTo>
                  <a:pt x="503747" y="543767"/>
                  <a:pt x="517341" y="530173"/>
                  <a:pt x="534111" y="530173"/>
                </a:cubicBezTo>
                <a:close/>
                <a:moveTo>
                  <a:pt x="461556" y="530173"/>
                </a:moveTo>
                <a:cubicBezTo>
                  <a:pt x="478326" y="530173"/>
                  <a:pt x="491920" y="543767"/>
                  <a:pt x="491920" y="560536"/>
                </a:cubicBezTo>
                <a:cubicBezTo>
                  <a:pt x="491920" y="577306"/>
                  <a:pt x="478326" y="590900"/>
                  <a:pt x="461556" y="590900"/>
                </a:cubicBezTo>
                <a:cubicBezTo>
                  <a:pt x="444787" y="590900"/>
                  <a:pt x="431192" y="577306"/>
                  <a:pt x="431192" y="560536"/>
                </a:cubicBezTo>
                <a:cubicBezTo>
                  <a:pt x="431192" y="543767"/>
                  <a:pt x="444787" y="530173"/>
                  <a:pt x="461556" y="530173"/>
                </a:cubicBezTo>
                <a:close/>
                <a:moveTo>
                  <a:pt x="389002" y="530173"/>
                </a:moveTo>
                <a:cubicBezTo>
                  <a:pt x="405771" y="530173"/>
                  <a:pt x="419365" y="543767"/>
                  <a:pt x="419365" y="560536"/>
                </a:cubicBezTo>
                <a:cubicBezTo>
                  <a:pt x="419365" y="577306"/>
                  <a:pt x="405771" y="590900"/>
                  <a:pt x="389002" y="590900"/>
                </a:cubicBezTo>
                <a:cubicBezTo>
                  <a:pt x="372232" y="590900"/>
                  <a:pt x="358638" y="577306"/>
                  <a:pt x="358638" y="560536"/>
                </a:cubicBezTo>
                <a:cubicBezTo>
                  <a:pt x="358638" y="543767"/>
                  <a:pt x="372232" y="530173"/>
                  <a:pt x="389002" y="530173"/>
                </a:cubicBezTo>
                <a:close/>
                <a:moveTo>
                  <a:pt x="316447" y="530173"/>
                </a:moveTo>
                <a:cubicBezTo>
                  <a:pt x="333216" y="530173"/>
                  <a:pt x="346810" y="543767"/>
                  <a:pt x="346810" y="560536"/>
                </a:cubicBezTo>
                <a:cubicBezTo>
                  <a:pt x="346810" y="577306"/>
                  <a:pt x="333216" y="590900"/>
                  <a:pt x="316447" y="590900"/>
                </a:cubicBezTo>
                <a:cubicBezTo>
                  <a:pt x="299677" y="590900"/>
                  <a:pt x="286084" y="577306"/>
                  <a:pt x="286084" y="560536"/>
                </a:cubicBezTo>
                <a:cubicBezTo>
                  <a:pt x="286084" y="543767"/>
                  <a:pt x="299677" y="530173"/>
                  <a:pt x="316447" y="530173"/>
                </a:cubicBezTo>
                <a:close/>
                <a:moveTo>
                  <a:pt x="243892" y="530173"/>
                </a:moveTo>
                <a:cubicBezTo>
                  <a:pt x="260662" y="530173"/>
                  <a:pt x="274256" y="543767"/>
                  <a:pt x="274256" y="560536"/>
                </a:cubicBezTo>
                <a:cubicBezTo>
                  <a:pt x="274256" y="577306"/>
                  <a:pt x="260662" y="590900"/>
                  <a:pt x="243892" y="590900"/>
                </a:cubicBezTo>
                <a:cubicBezTo>
                  <a:pt x="227123" y="590900"/>
                  <a:pt x="213529" y="577306"/>
                  <a:pt x="213529" y="560536"/>
                </a:cubicBezTo>
                <a:cubicBezTo>
                  <a:pt x="213529" y="543767"/>
                  <a:pt x="227123" y="530173"/>
                  <a:pt x="243892" y="530173"/>
                </a:cubicBezTo>
                <a:close/>
                <a:moveTo>
                  <a:pt x="171339" y="530173"/>
                </a:moveTo>
                <a:cubicBezTo>
                  <a:pt x="188107" y="530173"/>
                  <a:pt x="201701" y="543767"/>
                  <a:pt x="201701" y="560536"/>
                </a:cubicBezTo>
                <a:cubicBezTo>
                  <a:pt x="201701" y="577306"/>
                  <a:pt x="188107" y="590900"/>
                  <a:pt x="171339" y="590900"/>
                </a:cubicBezTo>
                <a:cubicBezTo>
                  <a:pt x="154673" y="590900"/>
                  <a:pt x="141079" y="577306"/>
                  <a:pt x="141079" y="560536"/>
                </a:cubicBezTo>
                <a:cubicBezTo>
                  <a:pt x="141079" y="543767"/>
                  <a:pt x="154673" y="530173"/>
                  <a:pt x="171339" y="530173"/>
                </a:cubicBezTo>
                <a:close/>
                <a:moveTo>
                  <a:pt x="98904" y="530173"/>
                </a:moveTo>
                <a:cubicBezTo>
                  <a:pt x="115664" y="530173"/>
                  <a:pt x="129258" y="543767"/>
                  <a:pt x="129258" y="560536"/>
                </a:cubicBezTo>
                <a:cubicBezTo>
                  <a:pt x="129258" y="577306"/>
                  <a:pt x="115664" y="590900"/>
                  <a:pt x="98904" y="590900"/>
                </a:cubicBezTo>
                <a:cubicBezTo>
                  <a:pt x="82130" y="590900"/>
                  <a:pt x="68536" y="577306"/>
                  <a:pt x="68536" y="560536"/>
                </a:cubicBezTo>
                <a:cubicBezTo>
                  <a:pt x="68536" y="543767"/>
                  <a:pt x="82130" y="530173"/>
                  <a:pt x="98904" y="530173"/>
                </a:cubicBezTo>
                <a:close/>
                <a:moveTo>
                  <a:pt x="26349" y="530173"/>
                </a:moveTo>
                <a:cubicBezTo>
                  <a:pt x="43112" y="530173"/>
                  <a:pt x="56707" y="543767"/>
                  <a:pt x="56707" y="560536"/>
                </a:cubicBezTo>
                <a:cubicBezTo>
                  <a:pt x="56707" y="577306"/>
                  <a:pt x="43112" y="590900"/>
                  <a:pt x="26349" y="590900"/>
                </a:cubicBezTo>
                <a:cubicBezTo>
                  <a:pt x="17963" y="590900"/>
                  <a:pt x="10372" y="587502"/>
                  <a:pt x="4877" y="582007"/>
                </a:cubicBezTo>
                <a:lnTo>
                  <a:pt x="0" y="570232"/>
                </a:lnTo>
                <a:lnTo>
                  <a:pt x="0" y="550840"/>
                </a:lnTo>
                <a:lnTo>
                  <a:pt x="4877" y="539066"/>
                </a:lnTo>
                <a:cubicBezTo>
                  <a:pt x="10372" y="533572"/>
                  <a:pt x="17963" y="530173"/>
                  <a:pt x="26349" y="530173"/>
                </a:cubicBezTo>
                <a:close/>
                <a:moveTo>
                  <a:pt x="1673704" y="458486"/>
                </a:moveTo>
                <a:lnTo>
                  <a:pt x="1671744" y="497284"/>
                </a:lnTo>
                <a:lnTo>
                  <a:pt x="1664620" y="480084"/>
                </a:lnTo>
                <a:cubicBezTo>
                  <a:pt x="1664620" y="471700"/>
                  <a:pt x="1668019" y="464109"/>
                  <a:pt x="1673514" y="458614"/>
                </a:cubicBezTo>
                <a:close/>
                <a:moveTo>
                  <a:pt x="1622429" y="449721"/>
                </a:moveTo>
                <a:cubicBezTo>
                  <a:pt x="1639199" y="449721"/>
                  <a:pt x="1652792" y="463315"/>
                  <a:pt x="1652792" y="480084"/>
                </a:cubicBezTo>
                <a:cubicBezTo>
                  <a:pt x="1652792" y="496854"/>
                  <a:pt x="1639199" y="510448"/>
                  <a:pt x="1622429" y="510448"/>
                </a:cubicBezTo>
                <a:cubicBezTo>
                  <a:pt x="1605659" y="510448"/>
                  <a:pt x="1592066" y="496854"/>
                  <a:pt x="1592066" y="480084"/>
                </a:cubicBezTo>
                <a:cubicBezTo>
                  <a:pt x="1592066" y="463315"/>
                  <a:pt x="1605659" y="449721"/>
                  <a:pt x="1622429" y="449721"/>
                </a:cubicBezTo>
                <a:close/>
                <a:moveTo>
                  <a:pt x="1549874" y="449721"/>
                </a:moveTo>
                <a:cubicBezTo>
                  <a:pt x="1566644" y="449721"/>
                  <a:pt x="1580238" y="463315"/>
                  <a:pt x="1580238" y="480084"/>
                </a:cubicBezTo>
                <a:cubicBezTo>
                  <a:pt x="1580238" y="496854"/>
                  <a:pt x="1566644" y="510448"/>
                  <a:pt x="1549874" y="510448"/>
                </a:cubicBezTo>
                <a:cubicBezTo>
                  <a:pt x="1533105" y="510448"/>
                  <a:pt x="1519511" y="496854"/>
                  <a:pt x="1519511" y="480084"/>
                </a:cubicBezTo>
                <a:cubicBezTo>
                  <a:pt x="1519511" y="463315"/>
                  <a:pt x="1533105" y="449721"/>
                  <a:pt x="1549874" y="449721"/>
                </a:cubicBezTo>
                <a:close/>
                <a:moveTo>
                  <a:pt x="1477320" y="449721"/>
                </a:moveTo>
                <a:cubicBezTo>
                  <a:pt x="1494089" y="449721"/>
                  <a:pt x="1507683" y="463315"/>
                  <a:pt x="1507683" y="480084"/>
                </a:cubicBezTo>
                <a:cubicBezTo>
                  <a:pt x="1507683" y="496854"/>
                  <a:pt x="1494089" y="510448"/>
                  <a:pt x="1477320" y="510448"/>
                </a:cubicBezTo>
                <a:cubicBezTo>
                  <a:pt x="1460550" y="510448"/>
                  <a:pt x="1446956" y="496854"/>
                  <a:pt x="1446956" y="480084"/>
                </a:cubicBezTo>
                <a:cubicBezTo>
                  <a:pt x="1446956" y="463315"/>
                  <a:pt x="1460550" y="449721"/>
                  <a:pt x="1477320" y="449721"/>
                </a:cubicBezTo>
                <a:close/>
                <a:moveTo>
                  <a:pt x="1404765" y="449721"/>
                </a:moveTo>
                <a:cubicBezTo>
                  <a:pt x="1421535" y="449721"/>
                  <a:pt x="1435129" y="463315"/>
                  <a:pt x="1435129" y="480084"/>
                </a:cubicBezTo>
                <a:cubicBezTo>
                  <a:pt x="1435129" y="496854"/>
                  <a:pt x="1421535" y="510448"/>
                  <a:pt x="1404765" y="510448"/>
                </a:cubicBezTo>
                <a:cubicBezTo>
                  <a:pt x="1387996" y="510448"/>
                  <a:pt x="1374402" y="496854"/>
                  <a:pt x="1374402" y="480084"/>
                </a:cubicBezTo>
                <a:cubicBezTo>
                  <a:pt x="1374402" y="463315"/>
                  <a:pt x="1387996" y="449721"/>
                  <a:pt x="1404765" y="449721"/>
                </a:cubicBezTo>
                <a:close/>
                <a:moveTo>
                  <a:pt x="1332211" y="449721"/>
                </a:moveTo>
                <a:cubicBezTo>
                  <a:pt x="1348980" y="449721"/>
                  <a:pt x="1362574" y="463315"/>
                  <a:pt x="1362574" y="480084"/>
                </a:cubicBezTo>
                <a:cubicBezTo>
                  <a:pt x="1362574" y="496854"/>
                  <a:pt x="1348980" y="510448"/>
                  <a:pt x="1332211" y="510448"/>
                </a:cubicBezTo>
                <a:cubicBezTo>
                  <a:pt x="1315441" y="510448"/>
                  <a:pt x="1301847" y="496854"/>
                  <a:pt x="1301847" y="480084"/>
                </a:cubicBezTo>
                <a:cubicBezTo>
                  <a:pt x="1301847" y="463315"/>
                  <a:pt x="1315441" y="449721"/>
                  <a:pt x="1332211" y="449721"/>
                </a:cubicBezTo>
                <a:close/>
                <a:moveTo>
                  <a:pt x="1259656" y="449721"/>
                </a:moveTo>
                <a:cubicBezTo>
                  <a:pt x="1276426" y="449721"/>
                  <a:pt x="1290020" y="463315"/>
                  <a:pt x="1290020" y="480084"/>
                </a:cubicBezTo>
                <a:cubicBezTo>
                  <a:pt x="1290020" y="496854"/>
                  <a:pt x="1276426" y="510448"/>
                  <a:pt x="1259656" y="510448"/>
                </a:cubicBezTo>
                <a:cubicBezTo>
                  <a:pt x="1242887" y="510448"/>
                  <a:pt x="1229293" y="496854"/>
                  <a:pt x="1229293" y="480084"/>
                </a:cubicBezTo>
                <a:cubicBezTo>
                  <a:pt x="1229293" y="463315"/>
                  <a:pt x="1242887" y="449721"/>
                  <a:pt x="1259656" y="449721"/>
                </a:cubicBezTo>
                <a:close/>
                <a:moveTo>
                  <a:pt x="1187102" y="449721"/>
                </a:moveTo>
                <a:cubicBezTo>
                  <a:pt x="1203871" y="449721"/>
                  <a:pt x="1217465" y="463315"/>
                  <a:pt x="1217465" y="480084"/>
                </a:cubicBezTo>
                <a:cubicBezTo>
                  <a:pt x="1217465" y="496854"/>
                  <a:pt x="1203871" y="510448"/>
                  <a:pt x="1187102" y="510448"/>
                </a:cubicBezTo>
                <a:cubicBezTo>
                  <a:pt x="1170332" y="510448"/>
                  <a:pt x="1156738" y="496854"/>
                  <a:pt x="1156738" y="480084"/>
                </a:cubicBezTo>
                <a:cubicBezTo>
                  <a:pt x="1156738" y="463315"/>
                  <a:pt x="1170332" y="449721"/>
                  <a:pt x="1187102" y="449721"/>
                </a:cubicBezTo>
                <a:close/>
                <a:moveTo>
                  <a:pt x="1114547" y="449721"/>
                </a:moveTo>
                <a:cubicBezTo>
                  <a:pt x="1131317" y="449721"/>
                  <a:pt x="1144911" y="463315"/>
                  <a:pt x="1144911" y="480084"/>
                </a:cubicBezTo>
                <a:cubicBezTo>
                  <a:pt x="1144911" y="496854"/>
                  <a:pt x="1131317" y="510448"/>
                  <a:pt x="1114547" y="510448"/>
                </a:cubicBezTo>
                <a:cubicBezTo>
                  <a:pt x="1097778" y="510448"/>
                  <a:pt x="1084184" y="496854"/>
                  <a:pt x="1084184" y="480084"/>
                </a:cubicBezTo>
                <a:cubicBezTo>
                  <a:pt x="1084184" y="463315"/>
                  <a:pt x="1097778" y="449721"/>
                  <a:pt x="1114547" y="449721"/>
                </a:cubicBezTo>
                <a:close/>
                <a:moveTo>
                  <a:pt x="1041993" y="449721"/>
                </a:moveTo>
                <a:cubicBezTo>
                  <a:pt x="1058762" y="449721"/>
                  <a:pt x="1072356" y="463315"/>
                  <a:pt x="1072356" y="480084"/>
                </a:cubicBezTo>
                <a:cubicBezTo>
                  <a:pt x="1072356" y="496854"/>
                  <a:pt x="1058762" y="510448"/>
                  <a:pt x="1041993" y="510448"/>
                </a:cubicBezTo>
                <a:cubicBezTo>
                  <a:pt x="1025223" y="510448"/>
                  <a:pt x="1011629" y="496854"/>
                  <a:pt x="1011629" y="480084"/>
                </a:cubicBezTo>
                <a:cubicBezTo>
                  <a:pt x="1011629" y="463315"/>
                  <a:pt x="1025223" y="449721"/>
                  <a:pt x="1041993" y="449721"/>
                </a:cubicBezTo>
                <a:close/>
                <a:moveTo>
                  <a:pt x="969438" y="449721"/>
                </a:moveTo>
                <a:cubicBezTo>
                  <a:pt x="986208" y="449721"/>
                  <a:pt x="999801" y="463315"/>
                  <a:pt x="999801" y="480084"/>
                </a:cubicBezTo>
                <a:cubicBezTo>
                  <a:pt x="999801" y="496854"/>
                  <a:pt x="986208" y="510448"/>
                  <a:pt x="969438" y="510448"/>
                </a:cubicBezTo>
                <a:cubicBezTo>
                  <a:pt x="952669" y="510448"/>
                  <a:pt x="939075" y="496854"/>
                  <a:pt x="939075" y="480084"/>
                </a:cubicBezTo>
                <a:cubicBezTo>
                  <a:pt x="939075" y="463315"/>
                  <a:pt x="952669" y="449721"/>
                  <a:pt x="969438" y="449721"/>
                </a:cubicBezTo>
                <a:close/>
                <a:moveTo>
                  <a:pt x="896883" y="449721"/>
                </a:moveTo>
                <a:cubicBezTo>
                  <a:pt x="913653" y="449721"/>
                  <a:pt x="927247" y="463315"/>
                  <a:pt x="927247" y="480084"/>
                </a:cubicBezTo>
                <a:cubicBezTo>
                  <a:pt x="927247" y="496854"/>
                  <a:pt x="913653" y="510448"/>
                  <a:pt x="896883" y="510448"/>
                </a:cubicBezTo>
                <a:cubicBezTo>
                  <a:pt x="880114" y="510448"/>
                  <a:pt x="866520" y="496854"/>
                  <a:pt x="866520" y="480084"/>
                </a:cubicBezTo>
                <a:cubicBezTo>
                  <a:pt x="866520" y="463315"/>
                  <a:pt x="880114" y="449721"/>
                  <a:pt x="896883" y="449721"/>
                </a:cubicBezTo>
                <a:close/>
                <a:moveTo>
                  <a:pt x="824329" y="449721"/>
                </a:moveTo>
                <a:cubicBezTo>
                  <a:pt x="841098" y="449721"/>
                  <a:pt x="854692" y="463315"/>
                  <a:pt x="854692" y="480084"/>
                </a:cubicBezTo>
                <a:cubicBezTo>
                  <a:pt x="854692" y="496854"/>
                  <a:pt x="841098" y="510448"/>
                  <a:pt x="824329" y="510448"/>
                </a:cubicBezTo>
                <a:cubicBezTo>
                  <a:pt x="807559" y="510448"/>
                  <a:pt x="793965" y="496854"/>
                  <a:pt x="793965" y="480084"/>
                </a:cubicBezTo>
                <a:cubicBezTo>
                  <a:pt x="793965" y="463315"/>
                  <a:pt x="807559" y="449721"/>
                  <a:pt x="824329" y="449721"/>
                </a:cubicBezTo>
                <a:close/>
                <a:moveTo>
                  <a:pt x="751774" y="449721"/>
                </a:moveTo>
                <a:cubicBezTo>
                  <a:pt x="768544" y="449721"/>
                  <a:pt x="782138" y="463315"/>
                  <a:pt x="782138" y="480084"/>
                </a:cubicBezTo>
                <a:cubicBezTo>
                  <a:pt x="782138" y="496854"/>
                  <a:pt x="768544" y="510448"/>
                  <a:pt x="751774" y="510448"/>
                </a:cubicBezTo>
                <a:cubicBezTo>
                  <a:pt x="735005" y="510448"/>
                  <a:pt x="721411" y="496854"/>
                  <a:pt x="721411" y="480084"/>
                </a:cubicBezTo>
                <a:cubicBezTo>
                  <a:pt x="721411" y="463315"/>
                  <a:pt x="735005" y="449721"/>
                  <a:pt x="751774" y="449721"/>
                </a:cubicBezTo>
                <a:close/>
                <a:moveTo>
                  <a:pt x="679220" y="449721"/>
                </a:moveTo>
                <a:cubicBezTo>
                  <a:pt x="695989" y="449721"/>
                  <a:pt x="709583" y="463315"/>
                  <a:pt x="709583" y="480084"/>
                </a:cubicBezTo>
                <a:cubicBezTo>
                  <a:pt x="709583" y="496854"/>
                  <a:pt x="695989" y="510448"/>
                  <a:pt x="679220" y="510448"/>
                </a:cubicBezTo>
                <a:cubicBezTo>
                  <a:pt x="662450" y="510448"/>
                  <a:pt x="648856" y="496854"/>
                  <a:pt x="648856" y="480084"/>
                </a:cubicBezTo>
                <a:cubicBezTo>
                  <a:pt x="648856" y="463315"/>
                  <a:pt x="662450" y="449721"/>
                  <a:pt x="679220" y="449721"/>
                </a:cubicBezTo>
                <a:close/>
                <a:moveTo>
                  <a:pt x="606665" y="449721"/>
                </a:moveTo>
                <a:cubicBezTo>
                  <a:pt x="623435" y="449721"/>
                  <a:pt x="637029" y="463315"/>
                  <a:pt x="637029" y="480084"/>
                </a:cubicBezTo>
                <a:cubicBezTo>
                  <a:pt x="637029" y="496854"/>
                  <a:pt x="623435" y="510448"/>
                  <a:pt x="606665" y="510448"/>
                </a:cubicBezTo>
                <a:cubicBezTo>
                  <a:pt x="589896" y="510448"/>
                  <a:pt x="576302" y="496854"/>
                  <a:pt x="576302" y="480084"/>
                </a:cubicBezTo>
                <a:cubicBezTo>
                  <a:pt x="576302" y="463315"/>
                  <a:pt x="589896" y="449721"/>
                  <a:pt x="606665" y="449721"/>
                </a:cubicBezTo>
                <a:close/>
                <a:moveTo>
                  <a:pt x="534111" y="449721"/>
                </a:moveTo>
                <a:cubicBezTo>
                  <a:pt x="550880" y="449721"/>
                  <a:pt x="564474" y="463315"/>
                  <a:pt x="564474" y="480084"/>
                </a:cubicBezTo>
                <a:cubicBezTo>
                  <a:pt x="564474" y="496854"/>
                  <a:pt x="550880" y="510448"/>
                  <a:pt x="534111" y="510448"/>
                </a:cubicBezTo>
                <a:cubicBezTo>
                  <a:pt x="517341" y="510448"/>
                  <a:pt x="503747" y="496854"/>
                  <a:pt x="503747" y="480084"/>
                </a:cubicBezTo>
                <a:cubicBezTo>
                  <a:pt x="503747" y="463315"/>
                  <a:pt x="517341" y="449721"/>
                  <a:pt x="534111" y="449721"/>
                </a:cubicBezTo>
                <a:close/>
                <a:moveTo>
                  <a:pt x="461556" y="449721"/>
                </a:moveTo>
                <a:cubicBezTo>
                  <a:pt x="478326" y="449721"/>
                  <a:pt x="491920" y="463315"/>
                  <a:pt x="491920" y="480084"/>
                </a:cubicBezTo>
                <a:cubicBezTo>
                  <a:pt x="491920" y="496854"/>
                  <a:pt x="478326" y="510448"/>
                  <a:pt x="461556" y="510448"/>
                </a:cubicBezTo>
                <a:cubicBezTo>
                  <a:pt x="444787" y="510448"/>
                  <a:pt x="431192" y="496854"/>
                  <a:pt x="431192" y="480084"/>
                </a:cubicBezTo>
                <a:cubicBezTo>
                  <a:pt x="431192" y="463315"/>
                  <a:pt x="444787" y="449721"/>
                  <a:pt x="461556" y="449721"/>
                </a:cubicBezTo>
                <a:close/>
                <a:moveTo>
                  <a:pt x="389002" y="449721"/>
                </a:moveTo>
                <a:cubicBezTo>
                  <a:pt x="405771" y="449721"/>
                  <a:pt x="419365" y="463315"/>
                  <a:pt x="419365" y="480084"/>
                </a:cubicBezTo>
                <a:cubicBezTo>
                  <a:pt x="419365" y="496854"/>
                  <a:pt x="405771" y="510448"/>
                  <a:pt x="389002" y="510448"/>
                </a:cubicBezTo>
                <a:cubicBezTo>
                  <a:pt x="372232" y="510448"/>
                  <a:pt x="358638" y="496854"/>
                  <a:pt x="358638" y="480084"/>
                </a:cubicBezTo>
                <a:cubicBezTo>
                  <a:pt x="358638" y="463315"/>
                  <a:pt x="372232" y="449721"/>
                  <a:pt x="389002" y="449721"/>
                </a:cubicBezTo>
                <a:close/>
                <a:moveTo>
                  <a:pt x="316447" y="449721"/>
                </a:moveTo>
                <a:cubicBezTo>
                  <a:pt x="333216" y="449721"/>
                  <a:pt x="346810" y="463315"/>
                  <a:pt x="346810" y="480084"/>
                </a:cubicBezTo>
                <a:cubicBezTo>
                  <a:pt x="346810" y="496854"/>
                  <a:pt x="333216" y="510448"/>
                  <a:pt x="316447" y="510448"/>
                </a:cubicBezTo>
                <a:cubicBezTo>
                  <a:pt x="299677" y="510448"/>
                  <a:pt x="286084" y="496854"/>
                  <a:pt x="286084" y="480084"/>
                </a:cubicBezTo>
                <a:cubicBezTo>
                  <a:pt x="286084" y="463315"/>
                  <a:pt x="299677" y="449721"/>
                  <a:pt x="316447" y="449721"/>
                </a:cubicBezTo>
                <a:close/>
                <a:moveTo>
                  <a:pt x="243892" y="449721"/>
                </a:moveTo>
                <a:cubicBezTo>
                  <a:pt x="260662" y="449721"/>
                  <a:pt x="274256" y="463315"/>
                  <a:pt x="274256" y="480084"/>
                </a:cubicBezTo>
                <a:cubicBezTo>
                  <a:pt x="274256" y="496854"/>
                  <a:pt x="260662" y="510448"/>
                  <a:pt x="243892" y="510448"/>
                </a:cubicBezTo>
                <a:cubicBezTo>
                  <a:pt x="227123" y="510448"/>
                  <a:pt x="213529" y="496854"/>
                  <a:pt x="213529" y="480084"/>
                </a:cubicBezTo>
                <a:cubicBezTo>
                  <a:pt x="213529" y="463315"/>
                  <a:pt x="227123" y="449721"/>
                  <a:pt x="243892" y="449721"/>
                </a:cubicBezTo>
                <a:close/>
                <a:moveTo>
                  <a:pt x="171339" y="449721"/>
                </a:moveTo>
                <a:cubicBezTo>
                  <a:pt x="188107" y="449721"/>
                  <a:pt x="201701" y="463315"/>
                  <a:pt x="201701" y="480084"/>
                </a:cubicBezTo>
                <a:cubicBezTo>
                  <a:pt x="201701" y="496854"/>
                  <a:pt x="188107" y="510448"/>
                  <a:pt x="171339" y="510448"/>
                </a:cubicBezTo>
                <a:cubicBezTo>
                  <a:pt x="154679" y="510448"/>
                  <a:pt x="141085" y="496854"/>
                  <a:pt x="141085" y="480084"/>
                </a:cubicBezTo>
                <a:cubicBezTo>
                  <a:pt x="141085" y="463315"/>
                  <a:pt x="154679" y="449721"/>
                  <a:pt x="171339" y="449721"/>
                </a:cubicBezTo>
                <a:close/>
                <a:moveTo>
                  <a:pt x="98910" y="449721"/>
                </a:moveTo>
                <a:cubicBezTo>
                  <a:pt x="115670" y="449721"/>
                  <a:pt x="129264" y="463315"/>
                  <a:pt x="129264" y="480084"/>
                </a:cubicBezTo>
                <a:cubicBezTo>
                  <a:pt x="129264" y="496854"/>
                  <a:pt x="115670" y="510448"/>
                  <a:pt x="98910" y="510448"/>
                </a:cubicBezTo>
                <a:cubicBezTo>
                  <a:pt x="82136" y="510448"/>
                  <a:pt x="68542" y="496854"/>
                  <a:pt x="68542" y="480084"/>
                </a:cubicBezTo>
                <a:cubicBezTo>
                  <a:pt x="68542" y="463315"/>
                  <a:pt x="82136" y="449721"/>
                  <a:pt x="98910" y="449721"/>
                </a:cubicBezTo>
                <a:close/>
                <a:moveTo>
                  <a:pt x="26355" y="449721"/>
                </a:moveTo>
                <a:cubicBezTo>
                  <a:pt x="43118" y="449721"/>
                  <a:pt x="56713" y="463315"/>
                  <a:pt x="56713" y="480084"/>
                </a:cubicBezTo>
                <a:cubicBezTo>
                  <a:pt x="56713" y="496854"/>
                  <a:pt x="43118" y="510448"/>
                  <a:pt x="26355" y="510448"/>
                </a:cubicBezTo>
                <a:cubicBezTo>
                  <a:pt x="17970" y="510448"/>
                  <a:pt x="10379" y="507050"/>
                  <a:pt x="4884" y="501555"/>
                </a:cubicBezTo>
                <a:lnTo>
                  <a:pt x="0" y="489763"/>
                </a:lnTo>
                <a:lnTo>
                  <a:pt x="0" y="470405"/>
                </a:lnTo>
                <a:lnTo>
                  <a:pt x="4884" y="458614"/>
                </a:lnTo>
                <a:cubicBezTo>
                  <a:pt x="10379" y="453120"/>
                  <a:pt x="17970" y="449721"/>
                  <a:pt x="26355" y="449721"/>
                </a:cubicBezTo>
                <a:close/>
                <a:moveTo>
                  <a:pt x="1673066" y="379245"/>
                </a:moveTo>
                <a:lnTo>
                  <a:pt x="1675237" y="422266"/>
                </a:lnTo>
                <a:lnTo>
                  <a:pt x="1673514" y="421103"/>
                </a:lnTo>
                <a:cubicBezTo>
                  <a:pt x="1668019" y="415609"/>
                  <a:pt x="1664620" y="408017"/>
                  <a:pt x="1664620" y="399633"/>
                </a:cubicBezTo>
                <a:close/>
                <a:moveTo>
                  <a:pt x="1622429" y="369269"/>
                </a:moveTo>
                <a:cubicBezTo>
                  <a:pt x="1639199" y="369269"/>
                  <a:pt x="1652792" y="382864"/>
                  <a:pt x="1652792" y="399633"/>
                </a:cubicBezTo>
                <a:cubicBezTo>
                  <a:pt x="1652792" y="416402"/>
                  <a:pt x="1639199" y="429997"/>
                  <a:pt x="1622429" y="429997"/>
                </a:cubicBezTo>
                <a:cubicBezTo>
                  <a:pt x="1605659" y="429997"/>
                  <a:pt x="1592066" y="416402"/>
                  <a:pt x="1592066" y="399633"/>
                </a:cubicBezTo>
                <a:cubicBezTo>
                  <a:pt x="1592066" y="382864"/>
                  <a:pt x="1605659" y="369269"/>
                  <a:pt x="1622429" y="369269"/>
                </a:cubicBezTo>
                <a:close/>
                <a:moveTo>
                  <a:pt x="1549874" y="369269"/>
                </a:moveTo>
                <a:cubicBezTo>
                  <a:pt x="1566644" y="369269"/>
                  <a:pt x="1580238" y="382864"/>
                  <a:pt x="1580238" y="399633"/>
                </a:cubicBezTo>
                <a:cubicBezTo>
                  <a:pt x="1580238" y="416402"/>
                  <a:pt x="1566644" y="429997"/>
                  <a:pt x="1549874" y="429997"/>
                </a:cubicBezTo>
                <a:cubicBezTo>
                  <a:pt x="1533105" y="429997"/>
                  <a:pt x="1519511" y="416402"/>
                  <a:pt x="1519511" y="399633"/>
                </a:cubicBezTo>
                <a:cubicBezTo>
                  <a:pt x="1519511" y="382864"/>
                  <a:pt x="1533105" y="369269"/>
                  <a:pt x="1549874" y="369269"/>
                </a:cubicBezTo>
                <a:close/>
                <a:moveTo>
                  <a:pt x="1477320" y="369269"/>
                </a:moveTo>
                <a:cubicBezTo>
                  <a:pt x="1494089" y="369269"/>
                  <a:pt x="1507683" y="382864"/>
                  <a:pt x="1507683" y="399633"/>
                </a:cubicBezTo>
                <a:cubicBezTo>
                  <a:pt x="1507683" y="416402"/>
                  <a:pt x="1494089" y="429997"/>
                  <a:pt x="1477320" y="429997"/>
                </a:cubicBezTo>
                <a:cubicBezTo>
                  <a:pt x="1460550" y="429997"/>
                  <a:pt x="1446956" y="416402"/>
                  <a:pt x="1446956" y="399633"/>
                </a:cubicBezTo>
                <a:cubicBezTo>
                  <a:pt x="1446956" y="382864"/>
                  <a:pt x="1460550" y="369269"/>
                  <a:pt x="1477320" y="369269"/>
                </a:cubicBezTo>
                <a:close/>
                <a:moveTo>
                  <a:pt x="1404765" y="369269"/>
                </a:moveTo>
                <a:cubicBezTo>
                  <a:pt x="1421535" y="369269"/>
                  <a:pt x="1435129" y="382864"/>
                  <a:pt x="1435129" y="399633"/>
                </a:cubicBezTo>
                <a:cubicBezTo>
                  <a:pt x="1435129" y="416402"/>
                  <a:pt x="1421535" y="429997"/>
                  <a:pt x="1404765" y="429997"/>
                </a:cubicBezTo>
                <a:cubicBezTo>
                  <a:pt x="1387996" y="429997"/>
                  <a:pt x="1374402" y="416402"/>
                  <a:pt x="1374402" y="399633"/>
                </a:cubicBezTo>
                <a:cubicBezTo>
                  <a:pt x="1374402" y="382864"/>
                  <a:pt x="1387996" y="369269"/>
                  <a:pt x="1404765" y="369269"/>
                </a:cubicBezTo>
                <a:close/>
                <a:moveTo>
                  <a:pt x="1332211" y="369269"/>
                </a:moveTo>
                <a:cubicBezTo>
                  <a:pt x="1348980" y="369269"/>
                  <a:pt x="1362574" y="382864"/>
                  <a:pt x="1362574" y="399633"/>
                </a:cubicBezTo>
                <a:cubicBezTo>
                  <a:pt x="1362574" y="416402"/>
                  <a:pt x="1348980" y="429997"/>
                  <a:pt x="1332211" y="429997"/>
                </a:cubicBezTo>
                <a:cubicBezTo>
                  <a:pt x="1315441" y="429997"/>
                  <a:pt x="1301847" y="416402"/>
                  <a:pt x="1301847" y="399633"/>
                </a:cubicBezTo>
                <a:cubicBezTo>
                  <a:pt x="1301847" y="382864"/>
                  <a:pt x="1315441" y="369269"/>
                  <a:pt x="1332211" y="369269"/>
                </a:cubicBezTo>
                <a:close/>
                <a:moveTo>
                  <a:pt x="1259656" y="369269"/>
                </a:moveTo>
                <a:cubicBezTo>
                  <a:pt x="1276426" y="369269"/>
                  <a:pt x="1290020" y="382864"/>
                  <a:pt x="1290020" y="399633"/>
                </a:cubicBezTo>
                <a:cubicBezTo>
                  <a:pt x="1290020" y="416402"/>
                  <a:pt x="1276426" y="429997"/>
                  <a:pt x="1259656" y="429997"/>
                </a:cubicBezTo>
                <a:cubicBezTo>
                  <a:pt x="1242887" y="429997"/>
                  <a:pt x="1229293" y="416402"/>
                  <a:pt x="1229293" y="399633"/>
                </a:cubicBezTo>
                <a:cubicBezTo>
                  <a:pt x="1229293" y="382864"/>
                  <a:pt x="1242887" y="369269"/>
                  <a:pt x="1259656" y="369269"/>
                </a:cubicBezTo>
                <a:close/>
                <a:moveTo>
                  <a:pt x="1187102" y="369269"/>
                </a:moveTo>
                <a:cubicBezTo>
                  <a:pt x="1203871" y="369269"/>
                  <a:pt x="1217465" y="382864"/>
                  <a:pt x="1217465" y="399633"/>
                </a:cubicBezTo>
                <a:cubicBezTo>
                  <a:pt x="1217465" y="416402"/>
                  <a:pt x="1203871" y="429997"/>
                  <a:pt x="1187102" y="429997"/>
                </a:cubicBezTo>
                <a:cubicBezTo>
                  <a:pt x="1170332" y="429997"/>
                  <a:pt x="1156738" y="416402"/>
                  <a:pt x="1156738" y="399633"/>
                </a:cubicBezTo>
                <a:cubicBezTo>
                  <a:pt x="1156738" y="382864"/>
                  <a:pt x="1170332" y="369269"/>
                  <a:pt x="1187102" y="369269"/>
                </a:cubicBezTo>
                <a:close/>
                <a:moveTo>
                  <a:pt x="1114547" y="369269"/>
                </a:moveTo>
                <a:cubicBezTo>
                  <a:pt x="1131317" y="369269"/>
                  <a:pt x="1144911" y="382864"/>
                  <a:pt x="1144911" y="399633"/>
                </a:cubicBezTo>
                <a:cubicBezTo>
                  <a:pt x="1144911" y="416402"/>
                  <a:pt x="1131317" y="429997"/>
                  <a:pt x="1114547" y="429997"/>
                </a:cubicBezTo>
                <a:cubicBezTo>
                  <a:pt x="1097778" y="429997"/>
                  <a:pt x="1084184" y="416402"/>
                  <a:pt x="1084184" y="399633"/>
                </a:cubicBezTo>
                <a:cubicBezTo>
                  <a:pt x="1084184" y="382864"/>
                  <a:pt x="1097778" y="369269"/>
                  <a:pt x="1114547" y="369269"/>
                </a:cubicBezTo>
                <a:close/>
                <a:moveTo>
                  <a:pt x="1041993" y="369269"/>
                </a:moveTo>
                <a:cubicBezTo>
                  <a:pt x="1058762" y="369269"/>
                  <a:pt x="1072356" y="382864"/>
                  <a:pt x="1072356" y="399633"/>
                </a:cubicBezTo>
                <a:cubicBezTo>
                  <a:pt x="1072356" y="416402"/>
                  <a:pt x="1058762" y="429997"/>
                  <a:pt x="1041993" y="429997"/>
                </a:cubicBezTo>
                <a:cubicBezTo>
                  <a:pt x="1025223" y="429997"/>
                  <a:pt x="1011629" y="416402"/>
                  <a:pt x="1011629" y="399633"/>
                </a:cubicBezTo>
                <a:cubicBezTo>
                  <a:pt x="1011629" y="382864"/>
                  <a:pt x="1025223" y="369269"/>
                  <a:pt x="1041993" y="369269"/>
                </a:cubicBezTo>
                <a:close/>
                <a:moveTo>
                  <a:pt x="969438" y="369269"/>
                </a:moveTo>
                <a:cubicBezTo>
                  <a:pt x="986208" y="369269"/>
                  <a:pt x="999801" y="382864"/>
                  <a:pt x="999801" y="399633"/>
                </a:cubicBezTo>
                <a:cubicBezTo>
                  <a:pt x="999801" y="416402"/>
                  <a:pt x="986208" y="429997"/>
                  <a:pt x="969438" y="429997"/>
                </a:cubicBezTo>
                <a:cubicBezTo>
                  <a:pt x="952669" y="429997"/>
                  <a:pt x="939075" y="416402"/>
                  <a:pt x="939075" y="399633"/>
                </a:cubicBezTo>
                <a:cubicBezTo>
                  <a:pt x="939075" y="382864"/>
                  <a:pt x="952669" y="369269"/>
                  <a:pt x="969438" y="369269"/>
                </a:cubicBezTo>
                <a:close/>
                <a:moveTo>
                  <a:pt x="896883" y="369269"/>
                </a:moveTo>
                <a:cubicBezTo>
                  <a:pt x="913653" y="369269"/>
                  <a:pt x="927247" y="382864"/>
                  <a:pt x="927247" y="399633"/>
                </a:cubicBezTo>
                <a:cubicBezTo>
                  <a:pt x="927247" y="416402"/>
                  <a:pt x="913653" y="429997"/>
                  <a:pt x="896883" y="429997"/>
                </a:cubicBezTo>
                <a:cubicBezTo>
                  <a:pt x="880114" y="429997"/>
                  <a:pt x="866520" y="416402"/>
                  <a:pt x="866520" y="399633"/>
                </a:cubicBezTo>
                <a:cubicBezTo>
                  <a:pt x="866520" y="382864"/>
                  <a:pt x="880114" y="369269"/>
                  <a:pt x="896883" y="369269"/>
                </a:cubicBezTo>
                <a:close/>
                <a:moveTo>
                  <a:pt x="824329" y="369269"/>
                </a:moveTo>
                <a:cubicBezTo>
                  <a:pt x="841098" y="369269"/>
                  <a:pt x="854692" y="382864"/>
                  <a:pt x="854692" y="399633"/>
                </a:cubicBezTo>
                <a:cubicBezTo>
                  <a:pt x="854692" y="416402"/>
                  <a:pt x="841098" y="429997"/>
                  <a:pt x="824329" y="429997"/>
                </a:cubicBezTo>
                <a:cubicBezTo>
                  <a:pt x="807559" y="429997"/>
                  <a:pt x="793965" y="416402"/>
                  <a:pt x="793965" y="399633"/>
                </a:cubicBezTo>
                <a:cubicBezTo>
                  <a:pt x="793965" y="382864"/>
                  <a:pt x="807559" y="369269"/>
                  <a:pt x="824329" y="369269"/>
                </a:cubicBezTo>
                <a:close/>
                <a:moveTo>
                  <a:pt x="751774" y="369269"/>
                </a:moveTo>
                <a:cubicBezTo>
                  <a:pt x="768544" y="369269"/>
                  <a:pt x="782138" y="382864"/>
                  <a:pt x="782138" y="399633"/>
                </a:cubicBezTo>
                <a:cubicBezTo>
                  <a:pt x="782138" y="416402"/>
                  <a:pt x="768544" y="429997"/>
                  <a:pt x="751774" y="429997"/>
                </a:cubicBezTo>
                <a:cubicBezTo>
                  <a:pt x="735005" y="429997"/>
                  <a:pt x="721411" y="416402"/>
                  <a:pt x="721411" y="399633"/>
                </a:cubicBezTo>
                <a:cubicBezTo>
                  <a:pt x="721411" y="382864"/>
                  <a:pt x="735005" y="369269"/>
                  <a:pt x="751774" y="369269"/>
                </a:cubicBezTo>
                <a:close/>
                <a:moveTo>
                  <a:pt x="679220" y="369269"/>
                </a:moveTo>
                <a:cubicBezTo>
                  <a:pt x="695989" y="369269"/>
                  <a:pt x="709583" y="382864"/>
                  <a:pt x="709583" y="399633"/>
                </a:cubicBezTo>
                <a:cubicBezTo>
                  <a:pt x="709583" y="416402"/>
                  <a:pt x="695989" y="429997"/>
                  <a:pt x="679220" y="429997"/>
                </a:cubicBezTo>
                <a:cubicBezTo>
                  <a:pt x="662450" y="429997"/>
                  <a:pt x="648856" y="416402"/>
                  <a:pt x="648856" y="399633"/>
                </a:cubicBezTo>
                <a:cubicBezTo>
                  <a:pt x="648856" y="382864"/>
                  <a:pt x="662450" y="369269"/>
                  <a:pt x="679220" y="369269"/>
                </a:cubicBezTo>
                <a:close/>
                <a:moveTo>
                  <a:pt x="606665" y="369269"/>
                </a:moveTo>
                <a:cubicBezTo>
                  <a:pt x="623435" y="369269"/>
                  <a:pt x="637029" y="382864"/>
                  <a:pt x="637029" y="399633"/>
                </a:cubicBezTo>
                <a:cubicBezTo>
                  <a:pt x="637029" y="416402"/>
                  <a:pt x="623435" y="429997"/>
                  <a:pt x="606665" y="429997"/>
                </a:cubicBezTo>
                <a:cubicBezTo>
                  <a:pt x="589896" y="429997"/>
                  <a:pt x="576302" y="416402"/>
                  <a:pt x="576302" y="399633"/>
                </a:cubicBezTo>
                <a:cubicBezTo>
                  <a:pt x="576302" y="382864"/>
                  <a:pt x="589896" y="369269"/>
                  <a:pt x="606665" y="369269"/>
                </a:cubicBezTo>
                <a:close/>
                <a:moveTo>
                  <a:pt x="534111" y="369269"/>
                </a:moveTo>
                <a:cubicBezTo>
                  <a:pt x="550880" y="369269"/>
                  <a:pt x="564474" y="382864"/>
                  <a:pt x="564474" y="399633"/>
                </a:cubicBezTo>
                <a:cubicBezTo>
                  <a:pt x="564474" y="416402"/>
                  <a:pt x="550880" y="429997"/>
                  <a:pt x="534111" y="429997"/>
                </a:cubicBezTo>
                <a:cubicBezTo>
                  <a:pt x="517341" y="429997"/>
                  <a:pt x="503747" y="416402"/>
                  <a:pt x="503747" y="399633"/>
                </a:cubicBezTo>
                <a:cubicBezTo>
                  <a:pt x="503747" y="382864"/>
                  <a:pt x="517341" y="369269"/>
                  <a:pt x="534111" y="369269"/>
                </a:cubicBezTo>
                <a:close/>
                <a:moveTo>
                  <a:pt x="461556" y="369269"/>
                </a:moveTo>
                <a:cubicBezTo>
                  <a:pt x="478326" y="369269"/>
                  <a:pt x="491920" y="382864"/>
                  <a:pt x="491920" y="399633"/>
                </a:cubicBezTo>
                <a:cubicBezTo>
                  <a:pt x="491920" y="416402"/>
                  <a:pt x="478326" y="429997"/>
                  <a:pt x="461556" y="429997"/>
                </a:cubicBezTo>
                <a:cubicBezTo>
                  <a:pt x="444787" y="429997"/>
                  <a:pt x="431192" y="416402"/>
                  <a:pt x="431192" y="399633"/>
                </a:cubicBezTo>
                <a:cubicBezTo>
                  <a:pt x="431192" y="382864"/>
                  <a:pt x="444787" y="369269"/>
                  <a:pt x="461556" y="369269"/>
                </a:cubicBezTo>
                <a:close/>
                <a:moveTo>
                  <a:pt x="389002" y="369269"/>
                </a:moveTo>
                <a:cubicBezTo>
                  <a:pt x="405771" y="369269"/>
                  <a:pt x="419365" y="382864"/>
                  <a:pt x="419365" y="399633"/>
                </a:cubicBezTo>
                <a:cubicBezTo>
                  <a:pt x="419365" y="416402"/>
                  <a:pt x="405771" y="429997"/>
                  <a:pt x="389002" y="429997"/>
                </a:cubicBezTo>
                <a:cubicBezTo>
                  <a:pt x="372232" y="429997"/>
                  <a:pt x="358638" y="416402"/>
                  <a:pt x="358638" y="399633"/>
                </a:cubicBezTo>
                <a:cubicBezTo>
                  <a:pt x="358638" y="382864"/>
                  <a:pt x="372232" y="369269"/>
                  <a:pt x="389002" y="369269"/>
                </a:cubicBezTo>
                <a:close/>
                <a:moveTo>
                  <a:pt x="316447" y="369269"/>
                </a:moveTo>
                <a:cubicBezTo>
                  <a:pt x="333216" y="369269"/>
                  <a:pt x="346810" y="382864"/>
                  <a:pt x="346810" y="399633"/>
                </a:cubicBezTo>
                <a:cubicBezTo>
                  <a:pt x="346810" y="416402"/>
                  <a:pt x="333216" y="429997"/>
                  <a:pt x="316447" y="429997"/>
                </a:cubicBezTo>
                <a:cubicBezTo>
                  <a:pt x="299677" y="429997"/>
                  <a:pt x="286084" y="416402"/>
                  <a:pt x="286084" y="399633"/>
                </a:cubicBezTo>
                <a:cubicBezTo>
                  <a:pt x="286084" y="382864"/>
                  <a:pt x="299677" y="369269"/>
                  <a:pt x="316447" y="369269"/>
                </a:cubicBezTo>
                <a:close/>
                <a:moveTo>
                  <a:pt x="243892" y="369269"/>
                </a:moveTo>
                <a:cubicBezTo>
                  <a:pt x="260662" y="369269"/>
                  <a:pt x="274256" y="382864"/>
                  <a:pt x="274256" y="399633"/>
                </a:cubicBezTo>
                <a:cubicBezTo>
                  <a:pt x="274256" y="416402"/>
                  <a:pt x="260662" y="429997"/>
                  <a:pt x="243892" y="429997"/>
                </a:cubicBezTo>
                <a:cubicBezTo>
                  <a:pt x="227123" y="429997"/>
                  <a:pt x="213529" y="416402"/>
                  <a:pt x="213529" y="399633"/>
                </a:cubicBezTo>
                <a:cubicBezTo>
                  <a:pt x="213529" y="382864"/>
                  <a:pt x="227123" y="369269"/>
                  <a:pt x="243892" y="369269"/>
                </a:cubicBezTo>
                <a:close/>
                <a:moveTo>
                  <a:pt x="171339" y="369269"/>
                </a:moveTo>
                <a:cubicBezTo>
                  <a:pt x="188107" y="369269"/>
                  <a:pt x="201701" y="382864"/>
                  <a:pt x="201701" y="399633"/>
                </a:cubicBezTo>
                <a:cubicBezTo>
                  <a:pt x="201701" y="416402"/>
                  <a:pt x="188107" y="429997"/>
                  <a:pt x="171339" y="429997"/>
                </a:cubicBezTo>
                <a:cubicBezTo>
                  <a:pt x="154685" y="429997"/>
                  <a:pt x="141090" y="416402"/>
                  <a:pt x="141090" y="399633"/>
                </a:cubicBezTo>
                <a:cubicBezTo>
                  <a:pt x="141090" y="382864"/>
                  <a:pt x="154685" y="369269"/>
                  <a:pt x="171339" y="369269"/>
                </a:cubicBezTo>
                <a:close/>
                <a:moveTo>
                  <a:pt x="98917" y="369269"/>
                </a:moveTo>
                <a:cubicBezTo>
                  <a:pt x="115677" y="369269"/>
                  <a:pt x="129270" y="382864"/>
                  <a:pt x="129270" y="399633"/>
                </a:cubicBezTo>
                <a:cubicBezTo>
                  <a:pt x="129270" y="416402"/>
                  <a:pt x="115677" y="429997"/>
                  <a:pt x="98917" y="429997"/>
                </a:cubicBezTo>
                <a:cubicBezTo>
                  <a:pt x="82143" y="429997"/>
                  <a:pt x="68549" y="416402"/>
                  <a:pt x="68549" y="399633"/>
                </a:cubicBezTo>
                <a:cubicBezTo>
                  <a:pt x="68549" y="382864"/>
                  <a:pt x="82143" y="369269"/>
                  <a:pt x="98917" y="369269"/>
                </a:cubicBezTo>
                <a:close/>
                <a:moveTo>
                  <a:pt x="26362" y="369269"/>
                </a:moveTo>
                <a:cubicBezTo>
                  <a:pt x="43124" y="369269"/>
                  <a:pt x="56719" y="382864"/>
                  <a:pt x="56719" y="399633"/>
                </a:cubicBezTo>
                <a:cubicBezTo>
                  <a:pt x="56719" y="416402"/>
                  <a:pt x="43124" y="429997"/>
                  <a:pt x="26362" y="429997"/>
                </a:cubicBezTo>
                <a:cubicBezTo>
                  <a:pt x="17976" y="429997"/>
                  <a:pt x="10385" y="426598"/>
                  <a:pt x="4890" y="421103"/>
                </a:cubicBezTo>
                <a:lnTo>
                  <a:pt x="0" y="409299"/>
                </a:lnTo>
                <a:lnTo>
                  <a:pt x="0" y="389967"/>
                </a:lnTo>
                <a:lnTo>
                  <a:pt x="4890" y="378163"/>
                </a:lnTo>
                <a:cubicBezTo>
                  <a:pt x="10385" y="372668"/>
                  <a:pt x="17976" y="369269"/>
                  <a:pt x="26362" y="369269"/>
                </a:cubicBezTo>
                <a:close/>
                <a:moveTo>
                  <a:pt x="1669444" y="307535"/>
                </a:moveTo>
                <a:lnTo>
                  <a:pt x="1670784" y="334061"/>
                </a:lnTo>
                <a:lnTo>
                  <a:pt x="1664620" y="319181"/>
                </a:lnTo>
                <a:close/>
                <a:moveTo>
                  <a:pt x="1622429" y="288818"/>
                </a:moveTo>
                <a:cubicBezTo>
                  <a:pt x="1639199" y="288818"/>
                  <a:pt x="1652792" y="302412"/>
                  <a:pt x="1652792" y="319181"/>
                </a:cubicBezTo>
                <a:cubicBezTo>
                  <a:pt x="1652792" y="335950"/>
                  <a:pt x="1639199" y="349545"/>
                  <a:pt x="1622429" y="349545"/>
                </a:cubicBezTo>
                <a:cubicBezTo>
                  <a:pt x="1605659" y="349545"/>
                  <a:pt x="1592066" y="335950"/>
                  <a:pt x="1592066" y="319181"/>
                </a:cubicBezTo>
                <a:cubicBezTo>
                  <a:pt x="1592066" y="302412"/>
                  <a:pt x="1605659" y="288818"/>
                  <a:pt x="1622429" y="288818"/>
                </a:cubicBezTo>
                <a:close/>
                <a:moveTo>
                  <a:pt x="1549874" y="288818"/>
                </a:moveTo>
                <a:cubicBezTo>
                  <a:pt x="1566644" y="288818"/>
                  <a:pt x="1580238" y="302412"/>
                  <a:pt x="1580238" y="319181"/>
                </a:cubicBezTo>
                <a:cubicBezTo>
                  <a:pt x="1580238" y="335950"/>
                  <a:pt x="1566644" y="349545"/>
                  <a:pt x="1549874" y="349545"/>
                </a:cubicBezTo>
                <a:cubicBezTo>
                  <a:pt x="1533105" y="349545"/>
                  <a:pt x="1519511" y="335950"/>
                  <a:pt x="1519511" y="319181"/>
                </a:cubicBezTo>
                <a:cubicBezTo>
                  <a:pt x="1519511" y="302412"/>
                  <a:pt x="1533105" y="288818"/>
                  <a:pt x="1549874" y="288818"/>
                </a:cubicBezTo>
                <a:close/>
                <a:moveTo>
                  <a:pt x="1477320" y="288818"/>
                </a:moveTo>
                <a:cubicBezTo>
                  <a:pt x="1494089" y="288818"/>
                  <a:pt x="1507683" y="302412"/>
                  <a:pt x="1507683" y="319181"/>
                </a:cubicBezTo>
                <a:cubicBezTo>
                  <a:pt x="1507683" y="335950"/>
                  <a:pt x="1494089" y="349545"/>
                  <a:pt x="1477320" y="349545"/>
                </a:cubicBezTo>
                <a:cubicBezTo>
                  <a:pt x="1460550" y="349545"/>
                  <a:pt x="1446956" y="335950"/>
                  <a:pt x="1446956" y="319181"/>
                </a:cubicBezTo>
                <a:cubicBezTo>
                  <a:pt x="1446956" y="302412"/>
                  <a:pt x="1460550" y="288818"/>
                  <a:pt x="1477320" y="288818"/>
                </a:cubicBezTo>
                <a:close/>
                <a:moveTo>
                  <a:pt x="1404765" y="288818"/>
                </a:moveTo>
                <a:cubicBezTo>
                  <a:pt x="1421535" y="288818"/>
                  <a:pt x="1435129" y="302412"/>
                  <a:pt x="1435129" y="319181"/>
                </a:cubicBezTo>
                <a:cubicBezTo>
                  <a:pt x="1435129" y="335950"/>
                  <a:pt x="1421535" y="349545"/>
                  <a:pt x="1404765" y="349545"/>
                </a:cubicBezTo>
                <a:cubicBezTo>
                  <a:pt x="1387996" y="349545"/>
                  <a:pt x="1374402" y="335950"/>
                  <a:pt x="1374402" y="319181"/>
                </a:cubicBezTo>
                <a:cubicBezTo>
                  <a:pt x="1374402" y="302412"/>
                  <a:pt x="1387996" y="288818"/>
                  <a:pt x="1404765" y="288818"/>
                </a:cubicBezTo>
                <a:close/>
                <a:moveTo>
                  <a:pt x="1332211" y="288818"/>
                </a:moveTo>
                <a:cubicBezTo>
                  <a:pt x="1348980" y="288818"/>
                  <a:pt x="1362574" y="302412"/>
                  <a:pt x="1362574" y="319181"/>
                </a:cubicBezTo>
                <a:cubicBezTo>
                  <a:pt x="1362574" y="335950"/>
                  <a:pt x="1348980" y="349545"/>
                  <a:pt x="1332211" y="349545"/>
                </a:cubicBezTo>
                <a:cubicBezTo>
                  <a:pt x="1315441" y="349545"/>
                  <a:pt x="1301847" y="335950"/>
                  <a:pt x="1301847" y="319181"/>
                </a:cubicBezTo>
                <a:cubicBezTo>
                  <a:pt x="1301847" y="302412"/>
                  <a:pt x="1315441" y="288818"/>
                  <a:pt x="1332211" y="288818"/>
                </a:cubicBezTo>
                <a:close/>
                <a:moveTo>
                  <a:pt x="1259656" y="288818"/>
                </a:moveTo>
                <a:cubicBezTo>
                  <a:pt x="1276426" y="288818"/>
                  <a:pt x="1290020" y="302412"/>
                  <a:pt x="1290020" y="319181"/>
                </a:cubicBezTo>
                <a:cubicBezTo>
                  <a:pt x="1290020" y="335950"/>
                  <a:pt x="1276426" y="349545"/>
                  <a:pt x="1259656" y="349545"/>
                </a:cubicBezTo>
                <a:cubicBezTo>
                  <a:pt x="1242887" y="349545"/>
                  <a:pt x="1229293" y="335950"/>
                  <a:pt x="1229293" y="319181"/>
                </a:cubicBezTo>
                <a:cubicBezTo>
                  <a:pt x="1229293" y="302412"/>
                  <a:pt x="1242887" y="288818"/>
                  <a:pt x="1259656" y="288818"/>
                </a:cubicBezTo>
                <a:close/>
                <a:moveTo>
                  <a:pt x="1187102" y="288818"/>
                </a:moveTo>
                <a:cubicBezTo>
                  <a:pt x="1203871" y="288818"/>
                  <a:pt x="1217465" y="302412"/>
                  <a:pt x="1217465" y="319181"/>
                </a:cubicBezTo>
                <a:cubicBezTo>
                  <a:pt x="1217465" y="335950"/>
                  <a:pt x="1203871" y="349545"/>
                  <a:pt x="1187102" y="349545"/>
                </a:cubicBezTo>
                <a:cubicBezTo>
                  <a:pt x="1170332" y="349545"/>
                  <a:pt x="1156738" y="335950"/>
                  <a:pt x="1156738" y="319181"/>
                </a:cubicBezTo>
                <a:cubicBezTo>
                  <a:pt x="1156738" y="302412"/>
                  <a:pt x="1170332" y="288818"/>
                  <a:pt x="1187102" y="288818"/>
                </a:cubicBezTo>
                <a:close/>
                <a:moveTo>
                  <a:pt x="1114547" y="288818"/>
                </a:moveTo>
                <a:cubicBezTo>
                  <a:pt x="1131317" y="288818"/>
                  <a:pt x="1144911" y="302412"/>
                  <a:pt x="1144911" y="319181"/>
                </a:cubicBezTo>
                <a:cubicBezTo>
                  <a:pt x="1144911" y="335950"/>
                  <a:pt x="1131317" y="349545"/>
                  <a:pt x="1114547" y="349545"/>
                </a:cubicBezTo>
                <a:cubicBezTo>
                  <a:pt x="1097778" y="349545"/>
                  <a:pt x="1084184" y="335950"/>
                  <a:pt x="1084184" y="319181"/>
                </a:cubicBezTo>
                <a:cubicBezTo>
                  <a:pt x="1084184" y="302412"/>
                  <a:pt x="1097778" y="288818"/>
                  <a:pt x="1114547" y="288818"/>
                </a:cubicBezTo>
                <a:close/>
                <a:moveTo>
                  <a:pt x="1041993" y="288818"/>
                </a:moveTo>
                <a:cubicBezTo>
                  <a:pt x="1058762" y="288818"/>
                  <a:pt x="1072356" y="302412"/>
                  <a:pt x="1072356" y="319181"/>
                </a:cubicBezTo>
                <a:cubicBezTo>
                  <a:pt x="1072356" y="335950"/>
                  <a:pt x="1058762" y="349545"/>
                  <a:pt x="1041993" y="349545"/>
                </a:cubicBezTo>
                <a:cubicBezTo>
                  <a:pt x="1025223" y="349545"/>
                  <a:pt x="1011629" y="335950"/>
                  <a:pt x="1011629" y="319181"/>
                </a:cubicBezTo>
                <a:cubicBezTo>
                  <a:pt x="1011629" y="302412"/>
                  <a:pt x="1025223" y="288818"/>
                  <a:pt x="1041993" y="288818"/>
                </a:cubicBezTo>
                <a:close/>
                <a:moveTo>
                  <a:pt x="969438" y="288818"/>
                </a:moveTo>
                <a:cubicBezTo>
                  <a:pt x="986208" y="288818"/>
                  <a:pt x="999801" y="302412"/>
                  <a:pt x="999801" y="319181"/>
                </a:cubicBezTo>
                <a:cubicBezTo>
                  <a:pt x="999801" y="335950"/>
                  <a:pt x="986208" y="349545"/>
                  <a:pt x="969438" y="349545"/>
                </a:cubicBezTo>
                <a:cubicBezTo>
                  <a:pt x="952669" y="349545"/>
                  <a:pt x="939075" y="335950"/>
                  <a:pt x="939075" y="319181"/>
                </a:cubicBezTo>
                <a:cubicBezTo>
                  <a:pt x="939075" y="302412"/>
                  <a:pt x="952669" y="288818"/>
                  <a:pt x="969438" y="288818"/>
                </a:cubicBezTo>
                <a:close/>
                <a:moveTo>
                  <a:pt x="896883" y="288818"/>
                </a:moveTo>
                <a:cubicBezTo>
                  <a:pt x="913653" y="288818"/>
                  <a:pt x="927247" y="302412"/>
                  <a:pt x="927247" y="319181"/>
                </a:cubicBezTo>
                <a:cubicBezTo>
                  <a:pt x="927247" y="335950"/>
                  <a:pt x="913653" y="349545"/>
                  <a:pt x="896883" y="349545"/>
                </a:cubicBezTo>
                <a:cubicBezTo>
                  <a:pt x="880114" y="349545"/>
                  <a:pt x="866520" y="335950"/>
                  <a:pt x="866520" y="319181"/>
                </a:cubicBezTo>
                <a:cubicBezTo>
                  <a:pt x="866520" y="302412"/>
                  <a:pt x="880114" y="288818"/>
                  <a:pt x="896883" y="288818"/>
                </a:cubicBezTo>
                <a:close/>
                <a:moveTo>
                  <a:pt x="824329" y="288818"/>
                </a:moveTo>
                <a:cubicBezTo>
                  <a:pt x="841098" y="288818"/>
                  <a:pt x="854692" y="302412"/>
                  <a:pt x="854692" y="319181"/>
                </a:cubicBezTo>
                <a:cubicBezTo>
                  <a:pt x="854692" y="335950"/>
                  <a:pt x="841098" y="349545"/>
                  <a:pt x="824329" y="349545"/>
                </a:cubicBezTo>
                <a:cubicBezTo>
                  <a:pt x="807559" y="349545"/>
                  <a:pt x="793965" y="335950"/>
                  <a:pt x="793965" y="319181"/>
                </a:cubicBezTo>
                <a:cubicBezTo>
                  <a:pt x="793965" y="302412"/>
                  <a:pt x="807559" y="288818"/>
                  <a:pt x="824329" y="288818"/>
                </a:cubicBezTo>
                <a:close/>
                <a:moveTo>
                  <a:pt x="751774" y="288818"/>
                </a:moveTo>
                <a:cubicBezTo>
                  <a:pt x="768544" y="288818"/>
                  <a:pt x="782138" y="302412"/>
                  <a:pt x="782138" y="319181"/>
                </a:cubicBezTo>
                <a:cubicBezTo>
                  <a:pt x="782138" y="335950"/>
                  <a:pt x="768544" y="349545"/>
                  <a:pt x="751774" y="349545"/>
                </a:cubicBezTo>
                <a:cubicBezTo>
                  <a:pt x="735005" y="349545"/>
                  <a:pt x="721411" y="335950"/>
                  <a:pt x="721411" y="319181"/>
                </a:cubicBezTo>
                <a:cubicBezTo>
                  <a:pt x="721411" y="302412"/>
                  <a:pt x="735005" y="288818"/>
                  <a:pt x="751774" y="288818"/>
                </a:cubicBezTo>
                <a:close/>
                <a:moveTo>
                  <a:pt x="679220" y="288818"/>
                </a:moveTo>
                <a:cubicBezTo>
                  <a:pt x="695989" y="288818"/>
                  <a:pt x="709583" y="302412"/>
                  <a:pt x="709583" y="319181"/>
                </a:cubicBezTo>
                <a:cubicBezTo>
                  <a:pt x="709583" y="335950"/>
                  <a:pt x="695989" y="349545"/>
                  <a:pt x="679220" y="349545"/>
                </a:cubicBezTo>
                <a:cubicBezTo>
                  <a:pt x="662450" y="349545"/>
                  <a:pt x="648856" y="335950"/>
                  <a:pt x="648856" y="319181"/>
                </a:cubicBezTo>
                <a:cubicBezTo>
                  <a:pt x="648856" y="302412"/>
                  <a:pt x="662450" y="288818"/>
                  <a:pt x="679220" y="288818"/>
                </a:cubicBezTo>
                <a:close/>
                <a:moveTo>
                  <a:pt x="606665" y="288818"/>
                </a:moveTo>
                <a:cubicBezTo>
                  <a:pt x="623435" y="288818"/>
                  <a:pt x="637029" y="302412"/>
                  <a:pt x="637029" y="319181"/>
                </a:cubicBezTo>
                <a:cubicBezTo>
                  <a:pt x="637029" y="335950"/>
                  <a:pt x="623435" y="349545"/>
                  <a:pt x="606665" y="349545"/>
                </a:cubicBezTo>
                <a:cubicBezTo>
                  <a:pt x="589896" y="349545"/>
                  <a:pt x="576302" y="335950"/>
                  <a:pt x="576302" y="319181"/>
                </a:cubicBezTo>
                <a:cubicBezTo>
                  <a:pt x="576302" y="302412"/>
                  <a:pt x="589896" y="288818"/>
                  <a:pt x="606665" y="288818"/>
                </a:cubicBezTo>
                <a:close/>
                <a:moveTo>
                  <a:pt x="534111" y="288818"/>
                </a:moveTo>
                <a:cubicBezTo>
                  <a:pt x="550880" y="288818"/>
                  <a:pt x="564474" y="302412"/>
                  <a:pt x="564474" y="319181"/>
                </a:cubicBezTo>
                <a:cubicBezTo>
                  <a:pt x="564474" y="335950"/>
                  <a:pt x="550880" y="349545"/>
                  <a:pt x="534111" y="349545"/>
                </a:cubicBezTo>
                <a:cubicBezTo>
                  <a:pt x="517341" y="349545"/>
                  <a:pt x="503747" y="335950"/>
                  <a:pt x="503747" y="319181"/>
                </a:cubicBezTo>
                <a:cubicBezTo>
                  <a:pt x="503747" y="302412"/>
                  <a:pt x="517341" y="288818"/>
                  <a:pt x="534111" y="288818"/>
                </a:cubicBezTo>
                <a:close/>
                <a:moveTo>
                  <a:pt x="461556" y="288818"/>
                </a:moveTo>
                <a:cubicBezTo>
                  <a:pt x="478326" y="288818"/>
                  <a:pt x="491920" y="302412"/>
                  <a:pt x="491920" y="319181"/>
                </a:cubicBezTo>
                <a:cubicBezTo>
                  <a:pt x="491920" y="335950"/>
                  <a:pt x="478326" y="349545"/>
                  <a:pt x="461556" y="349545"/>
                </a:cubicBezTo>
                <a:cubicBezTo>
                  <a:pt x="444787" y="349545"/>
                  <a:pt x="431192" y="335950"/>
                  <a:pt x="431192" y="319181"/>
                </a:cubicBezTo>
                <a:cubicBezTo>
                  <a:pt x="431192" y="302412"/>
                  <a:pt x="444787" y="288818"/>
                  <a:pt x="461556" y="288818"/>
                </a:cubicBezTo>
                <a:close/>
                <a:moveTo>
                  <a:pt x="389002" y="288818"/>
                </a:moveTo>
                <a:cubicBezTo>
                  <a:pt x="405771" y="288818"/>
                  <a:pt x="419365" y="302412"/>
                  <a:pt x="419365" y="319181"/>
                </a:cubicBezTo>
                <a:cubicBezTo>
                  <a:pt x="419365" y="335950"/>
                  <a:pt x="405771" y="349545"/>
                  <a:pt x="389002" y="349545"/>
                </a:cubicBezTo>
                <a:cubicBezTo>
                  <a:pt x="372232" y="349545"/>
                  <a:pt x="358638" y="335950"/>
                  <a:pt x="358638" y="319181"/>
                </a:cubicBezTo>
                <a:cubicBezTo>
                  <a:pt x="358638" y="302412"/>
                  <a:pt x="372232" y="288818"/>
                  <a:pt x="389002" y="288818"/>
                </a:cubicBezTo>
                <a:close/>
                <a:moveTo>
                  <a:pt x="316447" y="288818"/>
                </a:moveTo>
                <a:cubicBezTo>
                  <a:pt x="333216" y="288818"/>
                  <a:pt x="346810" y="302412"/>
                  <a:pt x="346810" y="319181"/>
                </a:cubicBezTo>
                <a:cubicBezTo>
                  <a:pt x="346810" y="335950"/>
                  <a:pt x="333216" y="349545"/>
                  <a:pt x="316447" y="349545"/>
                </a:cubicBezTo>
                <a:cubicBezTo>
                  <a:pt x="299677" y="349545"/>
                  <a:pt x="286084" y="335950"/>
                  <a:pt x="286084" y="319181"/>
                </a:cubicBezTo>
                <a:cubicBezTo>
                  <a:pt x="286084" y="302412"/>
                  <a:pt x="299677" y="288818"/>
                  <a:pt x="316447" y="288818"/>
                </a:cubicBezTo>
                <a:close/>
                <a:moveTo>
                  <a:pt x="243892" y="288818"/>
                </a:moveTo>
                <a:cubicBezTo>
                  <a:pt x="260662" y="288818"/>
                  <a:pt x="274256" y="302412"/>
                  <a:pt x="274256" y="319181"/>
                </a:cubicBezTo>
                <a:cubicBezTo>
                  <a:pt x="274256" y="335950"/>
                  <a:pt x="260662" y="349545"/>
                  <a:pt x="243892" y="349545"/>
                </a:cubicBezTo>
                <a:cubicBezTo>
                  <a:pt x="227123" y="349545"/>
                  <a:pt x="213529" y="335950"/>
                  <a:pt x="213529" y="319181"/>
                </a:cubicBezTo>
                <a:cubicBezTo>
                  <a:pt x="213529" y="302412"/>
                  <a:pt x="227123" y="288818"/>
                  <a:pt x="243892" y="288818"/>
                </a:cubicBezTo>
                <a:close/>
                <a:moveTo>
                  <a:pt x="171339" y="288818"/>
                </a:moveTo>
                <a:cubicBezTo>
                  <a:pt x="188107" y="288818"/>
                  <a:pt x="201701" y="302412"/>
                  <a:pt x="201701" y="319181"/>
                </a:cubicBezTo>
                <a:cubicBezTo>
                  <a:pt x="201701" y="335950"/>
                  <a:pt x="188107" y="349545"/>
                  <a:pt x="171339" y="349545"/>
                </a:cubicBezTo>
                <a:cubicBezTo>
                  <a:pt x="154691" y="349545"/>
                  <a:pt x="141096" y="335950"/>
                  <a:pt x="141096" y="319181"/>
                </a:cubicBezTo>
                <a:cubicBezTo>
                  <a:pt x="141096" y="302412"/>
                  <a:pt x="154691" y="288818"/>
                  <a:pt x="171339" y="288818"/>
                </a:cubicBezTo>
                <a:close/>
                <a:moveTo>
                  <a:pt x="98923" y="288818"/>
                </a:moveTo>
                <a:cubicBezTo>
                  <a:pt x="115682" y="288818"/>
                  <a:pt x="129276" y="302412"/>
                  <a:pt x="129276" y="319181"/>
                </a:cubicBezTo>
                <a:cubicBezTo>
                  <a:pt x="129276" y="335950"/>
                  <a:pt x="115682" y="349545"/>
                  <a:pt x="98923" y="349545"/>
                </a:cubicBezTo>
                <a:cubicBezTo>
                  <a:pt x="82149" y="349545"/>
                  <a:pt x="68554" y="335950"/>
                  <a:pt x="68554" y="319181"/>
                </a:cubicBezTo>
                <a:cubicBezTo>
                  <a:pt x="68554" y="302412"/>
                  <a:pt x="82149" y="288818"/>
                  <a:pt x="98923" y="288818"/>
                </a:cubicBezTo>
                <a:close/>
                <a:moveTo>
                  <a:pt x="26368" y="288818"/>
                </a:moveTo>
                <a:cubicBezTo>
                  <a:pt x="43131" y="288818"/>
                  <a:pt x="56725" y="302412"/>
                  <a:pt x="56725" y="319181"/>
                </a:cubicBezTo>
                <a:cubicBezTo>
                  <a:pt x="56725" y="335950"/>
                  <a:pt x="43131" y="349545"/>
                  <a:pt x="26368" y="349545"/>
                </a:cubicBezTo>
                <a:cubicBezTo>
                  <a:pt x="17983" y="349545"/>
                  <a:pt x="10391" y="346146"/>
                  <a:pt x="4896" y="340651"/>
                </a:cubicBezTo>
                <a:lnTo>
                  <a:pt x="0" y="328831"/>
                </a:lnTo>
                <a:lnTo>
                  <a:pt x="0" y="309532"/>
                </a:lnTo>
                <a:lnTo>
                  <a:pt x="4896" y="297711"/>
                </a:lnTo>
                <a:cubicBezTo>
                  <a:pt x="10391" y="292217"/>
                  <a:pt x="17983" y="288818"/>
                  <a:pt x="26368" y="288818"/>
                </a:cubicBezTo>
                <a:close/>
                <a:moveTo>
                  <a:pt x="1622429" y="208366"/>
                </a:moveTo>
                <a:cubicBezTo>
                  <a:pt x="1639199" y="208366"/>
                  <a:pt x="1652792" y="221960"/>
                  <a:pt x="1652792" y="238729"/>
                </a:cubicBezTo>
                <a:cubicBezTo>
                  <a:pt x="1652792" y="255499"/>
                  <a:pt x="1639199" y="269093"/>
                  <a:pt x="1622429" y="269093"/>
                </a:cubicBezTo>
                <a:cubicBezTo>
                  <a:pt x="1605659" y="269093"/>
                  <a:pt x="1592066" y="255499"/>
                  <a:pt x="1592066" y="238729"/>
                </a:cubicBezTo>
                <a:cubicBezTo>
                  <a:pt x="1592066" y="221960"/>
                  <a:pt x="1605659" y="208366"/>
                  <a:pt x="1622429" y="208366"/>
                </a:cubicBezTo>
                <a:close/>
                <a:moveTo>
                  <a:pt x="1549874" y="208366"/>
                </a:moveTo>
                <a:cubicBezTo>
                  <a:pt x="1566644" y="208366"/>
                  <a:pt x="1580238" y="221960"/>
                  <a:pt x="1580238" y="238729"/>
                </a:cubicBezTo>
                <a:cubicBezTo>
                  <a:pt x="1580238" y="255499"/>
                  <a:pt x="1566644" y="269093"/>
                  <a:pt x="1549874" y="269093"/>
                </a:cubicBezTo>
                <a:cubicBezTo>
                  <a:pt x="1533105" y="269093"/>
                  <a:pt x="1519511" y="255499"/>
                  <a:pt x="1519511" y="238729"/>
                </a:cubicBezTo>
                <a:cubicBezTo>
                  <a:pt x="1519511" y="221960"/>
                  <a:pt x="1533105" y="208366"/>
                  <a:pt x="1549874" y="208366"/>
                </a:cubicBezTo>
                <a:close/>
                <a:moveTo>
                  <a:pt x="1477320" y="208366"/>
                </a:moveTo>
                <a:cubicBezTo>
                  <a:pt x="1494089" y="208366"/>
                  <a:pt x="1507683" y="221960"/>
                  <a:pt x="1507683" y="238729"/>
                </a:cubicBezTo>
                <a:cubicBezTo>
                  <a:pt x="1507683" y="255499"/>
                  <a:pt x="1494089" y="269093"/>
                  <a:pt x="1477320" y="269093"/>
                </a:cubicBezTo>
                <a:cubicBezTo>
                  <a:pt x="1460550" y="269093"/>
                  <a:pt x="1446956" y="255499"/>
                  <a:pt x="1446956" y="238729"/>
                </a:cubicBezTo>
                <a:cubicBezTo>
                  <a:pt x="1446956" y="221960"/>
                  <a:pt x="1460550" y="208366"/>
                  <a:pt x="1477320" y="208366"/>
                </a:cubicBezTo>
                <a:close/>
                <a:moveTo>
                  <a:pt x="1404765" y="208366"/>
                </a:moveTo>
                <a:cubicBezTo>
                  <a:pt x="1421535" y="208366"/>
                  <a:pt x="1435129" y="221960"/>
                  <a:pt x="1435129" y="238729"/>
                </a:cubicBezTo>
                <a:cubicBezTo>
                  <a:pt x="1435129" y="255499"/>
                  <a:pt x="1421535" y="269093"/>
                  <a:pt x="1404765" y="269093"/>
                </a:cubicBezTo>
                <a:cubicBezTo>
                  <a:pt x="1387996" y="269093"/>
                  <a:pt x="1374402" y="255499"/>
                  <a:pt x="1374402" y="238729"/>
                </a:cubicBezTo>
                <a:cubicBezTo>
                  <a:pt x="1374402" y="221960"/>
                  <a:pt x="1387996" y="208366"/>
                  <a:pt x="1404765" y="208366"/>
                </a:cubicBezTo>
                <a:close/>
                <a:moveTo>
                  <a:pt x="1332211" y="208366"/>
                </a:moveTo>
                <a:cubicBezTo>
                  <a:pt x="1348980" y="208366"/>
                  <a:pt x="1362574" y="221960"/>
                  <a:pt x="1362574" y="238729"/>
                </a:cubicBezTo>
                <a:cubicBezTo>
                  <a:pt x="1362574" y="255499"/>
                  <a:pt x="1348980" y="269093"/>
                  <a:pt x="1332211" y="269093"/>
                </a:cubicBezTo>
                <a:cubicBezTo>
                  <a:pt x="1315441" y="269093"/>
                  <a:pt x="1301847" y="255499"/>
                  <a:pt x="1301847" y="238729"/>
                </a:cubicBezTo>
                <a:cubicBezTo>
                  <a:pt x="1301847" y="221960"/>
                  <a:pt x="1315441" y="208366"/>
                  <a:pt x="1332211" y="208366"/>
                </a:cubicBezTo>
                <a:close/>
                <a:moveTo>
                  <a:pt x="1259656" y="208366"/>
                </a:moveTo>
                <a:cubicBezTo>
                  <a:pt x="1276426" y="208366"/>
                  <a:pt x="1290020" y="221960"/>
                  <a:pt x="1290020" y="238729"/>
                </a:cubicBezTo>
                <a:cubicBezTo>
                  <a:pt x="1290020" y="255499"/>
                  <a:pt x="1276426" y="269093"/>
                  <a:pt x="1259656" y="269093"/>
                </a:cubicBezTo>
                <a:cubicBezTo>
                  <a:pt x="1242887" y="269093"/>
                  <a:pt x="1229293" y="255499"/>
                  <a:pt x="1229293" y="238729"/>
                </a:cubicBezTo>
                <a:cubicBezTo>
                  <a:pt x="1229293" y="221960"/>
                  <a:pt x="1242887" y="208366"/>
                  <a:pt x="1259656" y="208366"/>
                </a:cubicBezTo>
                <a:close/>
                <a:moveTo>
                  <a:pt x="1187102" y="208366"/>
                </a:moveTo>
                <a:cubicBezTo>
                  <a:pt x="1203871" y="208366"/>
                  <a:pt x="1217465" y="221960"/>
                  <a:pt x="1217465" y="238729"/>
                </a:cubicBezTo>
                <a:cubicBezTo>
                  <a:pt x="1217465" y="255499"/>
                  <a:pt x="1203871" y="269093"/>
                  <a:pt x="1187102" y="269093"/>
                </a:cubicBezTo>
                <a:cubicBezTo>
                  <a:pt x="1170332" y="269093"/>
                  <a:pt x="1156738" y="255499"/>
                  <a:pt x="1156738" y="238729"/>
                </a:cubicBezTo>
                <a:cubicBezTo>
                  <a:pt x="1156738" y="221960"/>
                  <a:pt x="1170332" y="208366"/>
                  <a:pt x="1187102" y="208366"/>
                </a:cubicBezTo>
                <a:close/>
                <a:moveTo>
                  <a:pt x="1114547" y="208366"/>
                </a:moveTo>
                <a:cubicBezTo>
                  <a:pt x="1131317" y="208366"/>
                  <a:pt x="1144911" y="221960"/>
                  <a:pt x="1144911" y="238729"/>
                </a:cubicBezTo>
                <a:cubicBezTo>
                  <a:pt x="1144911" y="255499"/>
                  <a:pt x="1131317" y="269093"/>
                  <a:pt x="1114547" y="269093"/>
                </a:cubicBezTo>
                <a:cubicBezTo>
                  <a:pt x="1097778" y="269093"/>
                  <a:pt x="1084184" y="255499"/>
                  <a:pt x="1084184" y="238729"/>
                </a:cubicBezTo>
                <a:cubicBezTo>
                  <a:pt x="1084184" y="221960"/>
                  <a:pt x="1097778" y="208366"/>
                  <a:pt x="1114547" y="208366"/>
                </a:cubicBezTo>
                <a:close/>
                <a:moveTo>
                  <a:pt x="1041993" y="208366"/>
                </a:moveTo>
                <a:cubicBezTo>
                  <a:pt x="1058762" y="208366"/>
                  <a:pt x="1072356" y="221960"/>
                  <a:pt x="1072356" y="238729"/>
                </a:cubicBezTo>
                <a:cubicBezTo>
                  <a:pt x="1072356" y="255499"/>
                  <a:pt x="1058762" y="269093"/>
                  <a:pt x="1041993" y="269093"/>
                </a:cubicBezTo>
                <a:cubicBezTo>
                  <a:pt x="1025223" y="269093"/>
                  <a:pt x="1011629" y="255499"/>
                  <a:pt x="1011629" y="238729"/>
                </a:cubicBezTo>
                <a:cubicBezTo>
                  <a:pt x="1011629" y="221960"/>
                  <a:pt x="1025223" y="208366"/>
                  <a:pt x="1041993" y="208366"/>
                </a:cubicBezTo>
                <a:close/>
                <a:moveTo>
                  <a:pt x="969438" y="208366"/>
                </a:moveTo>
                <a:cubicBezTo>
                  <a:pt x="986208" y="208366"/>
                  <a:pt x="999801" y="221960"/>
                  <a:pt x="999801" y="238729"/>
                </a:cubicBezTo>
                <a:cubicBezTo>
                  <a:pt x="999801" y="255499"/>
                  <a:pt x="986208" y="269093"/>
                  <a:pt x="969438" y="269093"/>
                </a:cubicBezTo>
                <a:cubicBezTo>
                  <a:pt x="952669" y="269093"/>
                  <a:pt x="939075" y="255499"/>
                  <a:pt x="939075" y="238729"/>
                </a:cubicBezTo>
                <a:cubicBezTo>
                  <a:pt x="939075" y="221960"/>
                  <a:pt x="952669" y="208366"/>
                  <a:pt x="969438" y="208366"/>
                </a:cubicBezTo>
                <a:close/>
                <a:moveTo>
                  <a:pt x="896883" y="208366"/>
                </a:moveTo>
                <a:cubicBezTo>
                  <a:pt x="913653" y="208366"/>
                  <a:pt x="927247" y="221960"/>
                  <a:pt x="927247" y="238729"/>
                </a:cubicBezTo>
                <a:cubicBezTo>
                  <a:pt x="927247" y="255499"/>
                  <a:pt x="913653" y="269093"/>
                  <a:pt x="896883" y="269093"/>
                </a:cubicBezTo>
                <a:cubicBezTo>
                  <a:pt x="880114" y="269093"/>
                  <a:pt x="866520" y="255499"/>
                  <a:pt x="866520" y="238729"/>
                </a:cubicBezTo>
                <a:cubicBezTo>
                  <a:pt x="866520" y="221960"/>
                  <a:pt x="880114" y="208366"/>
                  <a:pt x="896883" y="208366"/>
                </a:cubicBezTo>
                <a:close/>
                <a:moveTo>
                  <a:pt x="824329" y="208366"/>
                </a:moveTo>
                <a:cubicBezTo>
                  <a:pt x="841098" y="208366"/>
                  <a:pt x="854692" y="221960"/>
                  <a:pt x="854692" y="238729"/>
                </a:cubicBezTo>
                <a:cubicBezTo>
                  <a:pt x="854692" y="255499"/>
                  <a:pt x="841098" y="269093"/>
                  <a:pt x="824329" y="269093"/>
                </a:cubicBezTo>
                <a:cubicBezTo>
                  <a:pt x="807559" y="269093"/>
                  <a:pt x="793965" y="255499"/>
                  <a:pt x="793965" y="238729"/>
                </a:cubicBezTo>
                <a:cubicBezTo>
                  <a:pt x="793965" y="221960"/>
                  <a:pt x="807559" y="208366"/>
                  <a:pt x="824329" y="208366"/>
                </a:cubicBezTo>
                <a:close/>
                <a:moveTo>
                  <a:pt x="751774" y="208366"/>
                </a:moveTo>
                <a:cubicBezTo>
                  <a:pt x="768544" y="208366"/>
                  <a:pt x="782138" y="221960"/>
                  <a:pt x="782138" y="238729"/>
                </a:cubicBezTo>
                <a:cubicBezTo>
                  <a:pt x="782138" y="255499"/>
                  <a:pt x="768544" y="269093"/>
                  <a:pt x="751774" y="269093"/>
                </a:cubicBezTo>
                <a:cubicBezTo>
                  <a:pt x="735005" y="269093"/>
                  <a:pt x="721411" y="255499"/>
                  <a:pt x="721411" y="238729"/>
                </a:cubicBezTo>
                <a:cubicBezTo>
                  <a:pt x="721411" y="221960"/>
                  <a:pt x="735005" y="208366"/>
                  <a:pt x="751774" y="208366"/>
                </a:cubicBezTo>
                <a:close/>
                <a:moveTo>
                  <a:pt x="679220" y="208366"/>
                </a:moveTo>
                <a:cubicBezTo>
                  <a:pt x="695989" y="208366"/>
                  <a:pt x="709583" y="221960"/>
                  <a:pt x="709583" y="238729"/>
                </a:cubicBezTo>
                <a:cubicBezTo>
                  <a:pt x="709583" y="255499"/>
                  <a:pt x="695989" y="269093"/>
                  <a:pt x="679220" y="269093"/>
                </a:cubicBezTo>
                <a:cubicBezTo>
                  <a:pt x="662450" y="269093"/>
                  <a:pt x="648856" y="255499"/>
                  <a:pt x="648856" y="238729"/>
                </a:cubicBezTo>
                <a:cubicBezTo>
                  <a:pt x="648856" y="221960"/>
                  <a:pt x="662450" y="208366"/>
                  <a:pt x="679220" y="208366"/>
                </a:cubicBezTo>
                <a:close/>
                <a:moveTo>
                  <a:pt x="606665" y="208366"/>
                </a:moveTo>
                <a:cubicBezTo>
                  <a:pt x="623435" y="208366"/>
                  <a:pt x="637029" y="221960"/>
                  <a:pt x="637029" y="238729"/>
                </a:cubicBezTo>
                <a:cubicBezTo>
                  <a:pt x="637029" y="255499"/>
                  <a:pt x="623435" y="269093"/>
                  <a:pt x="606665" y="269093"/>
                </a:cubicBezTo>
                <a:cubicBezTo>
                  <a:pt x="589896" y="269093"/>
                  <a:pt x="576302" y="255499"/>
                  <a:pt x="576302" y="238729"/>
                </a:cubicBezTo>
                <a:cubicBezTo>
                  <a:pt x="576302" y="221960"/>
                  <a:pt x="589896" y="208366"/>
                  <a:pt x="606665" y="208366"/>
                </a:cubicBezTo>
                <a:close/>
                <a:moveTo>
                  <a:pt x="534111" y="208366"/>
                </a:moveTo>
                <a:cubicBezTo>
                  <a:pt x="550880" y="208366"/>
                  <a:pt x="564474" y="221960"/>
                  <a:pt x="564474" y="238729"/>
                </a:cubicBezTo>
                <a:cubicBezTo>
                  <a:pt x="564474" y="255499"/>
                  <a:pt x="550880" y="269093"/>
                  <a:pt x="534111" y="269093"/>
                </a:cubicBezTo>
                <a:cubicBezTo>
                  <a:pt x="517341" y="269093"/>
                  <a:pt x="503747" y="255499"/>
                  <a:pt x="503747" y="238729"/>
                </a:cubicBezTo>
                <a:cubicBezTo>
                  <a:pt x="503747" y="221960"/>
                  <a:pt x="517341" y="208366"/>
                  <a:pt x="534111" y="208366"/>
                </a:cubicBezTo>
                <a:close/>
                <a:moveTo>
                  <a:pt x="461556" y="208366"/>
                </a:moveTo>
                <a:cubicBezTo>
                  <a:pt x="478326" y="208366"/>
                  <a:pt x="491920" y="221960"/>
                  <a:pt x="491920" y="238729"/>
                </a:cubicBezTo>
                <a:cubicBezTo>
                  <a:pt x="491920" y="255499"/>
                  <a:pt x="478326" y="269093"/>
                  <a:pt x="461556" y="269093"/>
                </a:cubicBezTo>
                <a:cubicBezTo>
                  <a:pt x="444787" y="269093"/>
                  <a:pt x="431192" y="255499"/>
                  <a:pt x="431192" y="238729"/>
                </a:cubicBezTo>
                <a:cubicBezTo>
                  <a:pt x="431192" y="221960"/>
                  <a:pt x="444787" y="208366"/>
                  <a:pt x="461556" y="208366"/>
                </a:cubicBezTo>
                <a:close/>
                <a:moveTo>
                  <a:pt x="389002" y="208366"/>
                </a:moveTo>
                <a:cubicBezTo>
                  <a:pt x="405771" y="208366"/>
                  <a:pt x="419365" y="221960"/>
                  <a:pt x="419365" y="238729"/>
                </a:cubicBezTo>
                <a:cubicBezTo>
                  <a:pt x="419365" y="255499"/>
                  <a:pt x="405771" y="269093"/>
                  <a:pt x="389002" y="269093"/>
                </a:cubicBezTo>
                <a:cubicBezTo>
                  <a:pt x="372232" y="269093"/>
                  <a:pt x="358638" y="255499"/>
                  <a:pt x="358638" y="238729"/>
                </a:cubicBezTo>
                <a:cubicBezTo>
                  <a:pt x="358638" y="221960"/>
                  <a:pt x="372232" y="208366"/>
                  <a:pt x="389002" y="208366"/>
                </a:cubicBezTo>
                <a:close/>
                <a:moveTo>
                  <a:pt x="316447" y="208366"/>
                </a:moveTo>
                <a:cubicBezTo>
                  <a:pt x="333216" y="208366"/>
                  <a:pt x="346810" y="221960"/>
                  <a:pt x="346810" y="238729"/>
                </a:cubicBezTo>
                <a:cubicBezTo>
                  <a:pt x="346810" y="255499"/>
                  <a:pt x="333216" y="269093"/>
                  <a:pt x="316447" y="269093"/>
                </a:cubicBezTo>
                <a:cubicBezTo>
                  <a:pt x="299677" y="269093"/>
                  <a:pt x="286084" y="255499"/>
                  <a:pt x="286084" y="238729"/>
                </a:cubicBezTo>
                <a:cubicBezTo>
                  <a:pt x="286084" y="221960"/>
                  <a:pt x="299677" y="208366"/>
                  <a:pt x="316447" y="208366"/>
                </a:cubicBezTo>
                <a:close/>
                <a:moveTo>
                  <a:pt x="243892" y="208366"/>
                </a:moveTo>
                <a:cubicBezTo>
                  <a:pt x="260662" y="208366"/>
                  <a:pt x="274256" y="221960"/>
                  <a:pt x="274256" y="238729"/>
                </a:cubicBezTo>
                <a:cubicBezTo>
                  <a:pt x="274256" y="255499"/>
                  <a:pt x="260662" y="269093"/>
                  <a:pt x="243892" y="269093"/>
                </a:cubicBezTo>
                <a:cubicBezTo>
                  <a:pt x="227123" y="269093"/>
                  <a:pt x="213529" y="255499"/>
                  <a:pt x="213529" y="238729"/>
                </a:cubicBezTo>
                <a:cubicBezTo>
                  <a:pt x="213529" y="221960"/>
                  <a:pt x="227123" y="208366"/>
                  <a:pt x="243892" y="208366"/>
                </a:cubicBezTo>
                <a:close/>
                <a:moveTo>
                  <a:pt x="171339" y="208366"/>
                </a:moveTo>
                <a:cubicBezTo>
                  <a:pt x="188107" y="208366"/>
                  <a:pt x="201701" y="221960"/>
                  <a:pt x="201701" y="238729"/>
                </a:cubicBezTo>
                <a:cubicBezTo>
                  <a:pt x="201701" y="255499"/>
                  <a:pt x="188107" y="269093"/>
                  <a:pt x="171339" y="269093"/>
                </a:cubicBezTo>
                <a:cubicBezTo>
                  <a:pt x="154697" y="269093"/>
                  <a:pt x="141102" y="255499"/>
                  <a:pt x="141102" y="238729"/>
                </a:cubicBezTo>
                <a:cubicBezTo>
                  <a:pt x="141102" y="221960"/>
                  <a:pt x="154697" y="208366"/>
                  <a:pt x="171339" y="208366"/>
                </a:cubicBezTo>
                <a:close/>
                <a:moveTo>
                  <a:pt x="98929" y="208366"/>
                </a:moveTo>
                <a:cubicBezTo>
                  <a:pt x="115688" y="208366"/>
                  <a:pt x="129282" y="221960"/>
                  <a:pt x="129282" y="238729"/>
                </a:cubicBezTo>
                <a:cubicBezTo>
                  <a:pt x="129282" y="255499"/>
                  <a:pt x="115688" y="269093"/>
                  <a:pt x="98929" y="269093"/>
                </a:cubicBezTo>
                <a:cubicBezTo>
                  <a:pt x="82155" y="269093"/>
                  <a:pt x="68561" y="255499"/>
                  <a:pt x="68561" y="238729"/>
                </a:cubicBezTo>
                <a:cubicBezTo>
                  <a:pt x="68561" y="221960"/>
                  <a:pt x="82155" y="208366"/>
                  <a:pt x="98929" y="208366"/>
                </a:cubicBezTo>
                <a:close/>
                <a:moveTo>
                  <a:pt x="26375" y="208366"/>
                </a:moveTo>
                <a:cubicBezTo>
                  <a:pt x="43137" y="208366"/>
                  <a:pt x="56732" y="221960"/>
                  <a:pt x="56732" y="238729"/>
                </a:cubicBezTo>
                <a:cubicBezTo>
                  <a:pt x="56732" y="255499"/>
                  <a:pt x="43137" y="269093"/>
                  <a:pt x="26375" y="269093"/>
                </a:cubicBezTo>
                <a:cubicBezTo>
                  <a:pt x="17989" y="269093"/>
                  <a:pt x="10398" y="265695"/>
                  <a:pt x="4903" y="260200"/>
                </a:cubicBezTo>
                <a:lnTo>
                  <a:pt x="0" y="248364"/>
                </a:lnTo>
                <a:lnTo>
                  <a:pt x="0" y="229094"/>
                </a:lnTo>
                <a:lnTo>
                  <a:pt x="4903" y="217259"/>
                </a:lnTo>
                <a:cubicBezTo>
                  <a:pt x="10398" y="211765"/>
                  <a:pt x="17989" y="208366"/>
                  <a:pt x="26375" y="208366"/>
                </a:cubicBezTo>
                <a:close/>
                <a:moveTo>
                  <a:pt x="1622429" y="127914"/>
                </a:moveTo>
                <a:cubicBezTo>
                  <a:pt x="1630814" y="127914"/>
                  <a:pt x="1638404" y="131313"/>
                  <a:pt x="1643899" y="136808"/>
                </a:cubicBezTo>
                <a:lnTo>
                  <a:pt x="1648931" y="148957"/>
                </a:lnTo>
                <a:lnTo>
                  <a:pt x="1651011" y="162579"/>
                </a:lnTo>
                <a:lnTo>
                  <a:pt x="1643899" y="179748"/>
                </a:lnTo>
                <a:cubicBezTo>
                  <a:pt x="1638404" y="185243"/>
                  <a:pt x="1630814" y="188641"/>
                  <a:pt x="1622429" y="188641"/>
                </a:cubicBezTo>
                <a:cubicBezTo>
                  <a:pt x="1605659" y="188641"/>
                  <a:pt x="1592066" y="175047"/>
                  <a:pt x="1592066" y="158278"/>
                </a:cubicBezTo>
                <a:cubicBezTo>
                  <a:pt x="1592066" y="141508"/>
                  <a:pt x="1605659" y="127914"/>
                  <a:pt x="1622429" y="127914"/>
                </a:cubicBezTo>
                <a:close/>
                <a:moveTo>
                  <a:pt x="1549874" y="127914"/>
                </a:moveTo>
                <a:cubicBezTo>
                  <a:pt x="1566644" y="127914"/>
                  <a:pt x="1580238" y="141508"/>
                  <a:pt x="1580238" y="158278"/>
                </a:cubicBezTo>
                <a:cubicBezTo>
                  <a:pt x="1580238" y="175047"/>
                  <a:pt x="1566644" y="188641"/>
                  <a:pt x="1549874" y="188641"/>
                </a:cubicBezTo>
                <a:cubicBezTo>
                  <a:pt x="1533105" y="188641"/>
                  <a:pt x="1519511" y="175047"/>
                  <a:pt x="1519511" y="158278"/>
                </a:cubicBezTo>
                <a:cubicBezTo>
                  <a:pt x="1519511" y="141508"/>
                  <a:pt x="1533105" y="127914"/>
                  <a:pt x="1549874" y="127914"/>
                </a:cubicBezTo>
                <a:close/>
                <a:moveTo>
                  <a:pt x="1477320" y="127914"/>
                </a:moveTo>
                <a:cubicBezTo>
                  <a:pt x="1494089" y="127914"/>
                  <a:pt x="1507683" y="141508"/>
                  <a:pt x="1507683" y="158278"/>
                </a:cubicBezTo>
                <a:cubicBezTo>
                  <a:pt x="1507683" y="175047"/>
                  <a:pt x="1494089" y="188641"/>
                  <a:pt x="1477320" y="188641"/>
                </a:cubicBezTo>
                <a:cubicBezTo>
                  <a:pt x="1460550" y="188641"/>
                  <a:pt x="1446956" y="175047"/>
                  <a:pt x="1446956" y="158278"/>
                </a:cubicBezTo>
                <a:cubicBezTo>
                  <a:pt x="1446956" y="141508"/>
                  <a:pt x="1460550" y="127914"/>
                  <a:pt x="1477320" y="127914"/>
                </a:cubicBezTo>
                <a:close/>
                <a:moveTo>
                  <a:pt x="1404765" y="127914"/>
                </a:moveTo>
                <a:cubicBezTo>
                  <a:pt x="1421535" y="127914"/>
                  <a:pt x="1435129" y="141508"/>
                  <a:pt x="1435129" y="158278"/>
                </a:cubicBezTo>
                <a:cubicBezTo>
                  <a:pt x="1435129" y="175047"/>
                  <a:pt x="1421535" y="188641"/>
                  <a:pt x="1404765" y="188641"/>
                </a:cubicBezTo>
                <a:cubicBezTo>
                  <a:pt x="1387996" y="188641"/>
                  <a:pt x="1374402" y="175047"/>
                  <a:pt x="1374402" y="158278"/>
                </a:cubicBezTo>
                <a:cubicBezTo>
                  <a:pt x="1374402" y="141508"/>
                  <a:pt x="1387996" y="127914"/>
                  <a:pt x="1404765" y="127914"/>
                </a:cubicBezTo>
                <a:close/>
                <a:moveTo>
                  <a:pt x="1332211" y="127914"/>
                </a:moveTo>
                <a:cubicBezTo>
                  <a:pt x="1348980" y="127914"/>
                  <a:pt x="1362574" y="141508"/>
                  <a:pt x="1362574" y="158278"/>
                </a:cubicBezTo>
                <a:cubicBezTo>
                  <a:pt x="1362574" y="175047"/>
                  <a:pt x="1348980" y="188641"/>
                  <a:pt x="1332211" y="188641"/>
                </a:cubicBezTo>
                <a:cubicBezTo>
                  <a:pt x="1315441" y="188641"/>
                  <a:pt x="1301847" y="175047"/>
                  <a:pt x="1301847" y="158278"/>
                </a:cubicBezTo>
                <a:cubicBezTo>
                  <a:pt x="1301847" y="141508"/>
                  <a:pt x="1315441" y="127914"/>
                  <a:pt x="1332211" y="127914"/>
                </a:cubicBezTo>
                <a:close/>
                <a:moveTo>
                  <a:pt x="1259656" y="127914"/>
                </a:moveTo>
                <a:cubicBezTo>
                  <a:pt x="1276426" y="127914"/>
                  <a:pt x="1290020" y="141508"/>
                  <a:pt x="1290020" y="158278"/>
                </a:cubicBezTo>
                <a:cubicBezTo>
                  <a:pt x="1290020" y="175047"/>
                  <a:pt x="1276426" y="188641"/>
                  <a:pt x="1259656" y="188641"/>
                </a:cubicBezTo>
                <a:cubicBezTo>
                  <a:pt x="1242887" y="188641"/>
                  <a:pt x="1229293" y="175047"/>
                  <a:pt x="1229293" y="158278"/>
                </a:cubicBezTo>
                <a:cubicBezTo>
                  <a:pt x="1229293" y="141508"/>
                  <a:pt x="1242887" y="127914"/>
                  <a:pt x="1259656" y="127914"/>
                </a:cubicBezTo>
                <a:close/>
                <a:moveTo>
                  <a:pt x="1187102" y="127914"/>
                </a:moveTo>
                <a:cubicBezTo>
                  <a:pt x="1203871" y="127914"/>
                  <a:pt x="1217465" y="141508"/>
                  <a:pt x="1217465" y="158278"/>
                </a:cubicBezTo>
                <a:cubicBezTo>
                  <a:pt x="1217465" y="175047"/>
                  <a:pt x="1203871" y="188641"/>
                  <a:pt x="1187102" y="188641"/>
                </a:cubicBezTo>
                <a:cubicBezTo>
                  <a:pt x="1170332" y="188641"/>
                  <a:pt x="1156738" y="175047"/>
                  <a:pt x="1156738" y="158278"/>
                </a:cubicBezTo>
                <a:cubicBezTo>
                  <a:pt x="1156738" y="141508"/>
                  <a:pt x="1170332" y="127914"/>
                  <a:pt x="1187102" y="127914"/>
                </a:cubicBezTo>
                <a:close/>
                <a:moveTo>
                  <a:pt x="1114547" y="127914"/>
                </a:moveTo>
                <a:cubicBezTo>
                  <a:pt x="1131317" y="127914"/>
                  <a:pt x="1144911" y="141508"/>
                  <a:pt x="1144911" y="158278"/>
                </a:cubicBezTo>
                <a:cubicBezTo>
                  <a:pt x="1144911" y="175047"/>
                  <a:pt x="1131317" y="188641"/>
                  <a:pt x="1114547" y="188641"/>
                </a:cubicBezTo>
                <a:cubicBezTo>
                  <a:pt x="1097778" y="188641"/>
                  <a:pt x="1084184" y="175047"/>
                  <a:pt x="1084184" y="158278"/>
                </a:cubicBezTo>
                <a:cubicBezTo>
                  <a:pt x="1084184" y="141508"/>
                  <a:pt x="1097778" y="127914"/>
                  <a:pt x="1114547" y="127914"/>
                </a:cubicBezTo>
                <a:close/>
                <a:moveTo>
                  <a:pt x="1041993" y="127914"/>
                </a:moveTo>
                <a:cubicBezTo>
                  <a:pt x="1058762" y="127914"/>
                  <a:pt x="1072356" y="141508"/>
                  <a:pt x="1072356" y="158278"/>
                </a:cubicBezTo>
                <a:cubicBezTo>
                  <a:pt x="1072356" y="175047"/>
                  <a:pt x="1058762" y="188641"/>
                  <a:pt x="1041993" y="188641"/>
                </a:cubicBezTo>
                <a:cubicBezTo>
                  <a:pt x="1025223" y="188641"/>
                  <a:pt x="1011629" y="175047"/>
                  <a:pt x="1011629" y="158278"/>
                </a:cubicBezTo>
                <a:cubicBezTo>
                  <a:pt x="1011629" y="141508"/>
                  <a:pt x="1025223" y="127914"/>
                  <a:pt x="1041993" y="127914"/>
                </a:cubicBezTo>
                <a:close/>
                <a:moveTo>
                  <a:pt x="969438" y="127914"/>
                </a:moveTo>
                <a:cubicBezTo>
                  <a:pt x="986208" y="127914"/>
                  <a:pt x="999801" y="141508"/>
                  <a:pt x="999801" y="158278"/>
                </a:cubicBezTo>
                <a:cubicBezTo>
                  <a:pt x="999801" y="175047"/>
                  <a:pt x="986208" y="188641"/>
                  <a:pt x="969438" y="188641"/>
                </a:cubicBezTo>
                <a:cubicBezTo>
                  <a:pt x="952669" y="188641"/>
                  <a:pt x="939075" y="175047"/>
                  <a:pt x="939075" y="158278"/>
                </a:cubicBezTo>
                <a:cubicBezTo>
                  <a:pt x="939075" y="141508"/>
                  <a:pt x="952669" y="127914"/>
                  <a:pt x="969438" y="127914"/>
                </a:cubicBezTo>
                <a:close/>
                <a:moveTo>
                  <a:pt x="896883" y="127914"/>
                </a:moveTo>
                <a:cubicBezTo>
                  <a:pt x="913653" y="127914"/>
                  <a:pt x="927247" y="141508"/>
                  <a:pt x="927247" y="158278"/>
                </a:cubicBezTo>
                <a:cubicBezTo>
                  <a:pt x="927247" y="175047"/>
                  <a:pt x="913653" y="188641"/>
                  <a:pt x="896883" y="188641"/>
                </a:cubicBezTo>
                <a:cubicBezTo>
                  <a:pt x="880114" y="188641"/>
                  <a:pt x="866520" y="175047"/>
                  <a:pt x="866520" y="158278"/>
                </a:cubicBezTo>
                <a:cubicBezTo>
                  <a:pt x="866520" y="141508"/>
                  <a:pt x="880114" y="127914"/>
                  <a:pt x="896883" y="127914"/>
                </a:cubicBezTo>
                <a:close/>
                <a:moveTo>
                  <a:pt x="824329" y="127914"/>
                </a:moveTo>
                <a:cubicBezTo>
                  <a:pt x="841098" y="127914"/>
                  <a:pt x="854692" y="141508"/>
                  <a:pt x="854692" y="158278"/>
                </a:cubicBezTo>
                <a:cubicBezTo>
                  <a:pt x="854692" y="175047"/>
                  <a:pt x="841098" y="188641"/>
                  <a:pt x="824329" y="188641"/>
                </a:cubicBezTo>
                <a:cubicBezTo>
                  <a:pt x="807559" y="188641"/>
                  <a:pt x="793965" y="175047"/>
                  <a:pt x="793965" y="158278"/>
                </a:cubicBezTo>
                <a:cubicBezTo>
                  <a:pt x="793965" y="141508"/>
                  <a:pt x="807559" y="127914"/>
                  <a:pt x="824329" y="127914"/>
                </a:cubicBezTo>
                <a:close/>
                <a:moveTo>
                  <a:pt x="751774" y="127914"/>
                </a:moveTo>
                <a:cubicBezTo>
                  <a:pt x="768544" y="127914"/>
                  <a:pt x="782138" y="141508"/>
                  <a:pt x="782138" y="158278"/>
                </a:cubicBezTo>
                <a:cubicBezTo>
                  <a:pt x="782138" y="175047"/>
                  <a:pt x="768544" y="188641"/>
                  <a:pt x="751774" y="188641"/>
                </a:cubicBezTo>
                <a:cubicBezTo>
                  <a:pt x="735005" y="188641"/>
                  <a:pt x="721411" y="175047"/>
                  <a:pt x="721411" y="158278"/>
                </a:cubicBezTo>
                <a:cubicBezTo>
                  <a:pt x="721411" y="141508"/>
                  <a:pt x="735005" y="127914"/>
                  <a:pt x="751774" y="127914"/>
                </a:cubicBezTo>
                <a:close/>
                <a:moveTo>
                  <a:pt x="679220" y="127914"/>
                </a:moveTo>
                <a:cubicBezTo>
                  <a:pt x="695989" y="127914"/>
                  <a:pt x="709583" y="141508"/>
                  <a:pt x="709583" y="158278"/>
                </a:cubicBezTo>
                <a:cubicBezTo>
                  <a:pt x="709583" y="175047"/>
                  <a:pt x="695989" y="188641"/>
                  <a:pt x="679220" y="188641"/>
                </a:cubicBezTo>
                <a:cubicBezTo>
                  <a:pt x="662450" y="188641"/>
                  <a:pt x="648856" y="175047"/>
                  <a:pt x="648856" y="158278"/>
                </a:cubicBezTo>
                <a:cubicBezTo>
                  <a:pt x="648856" y="141508"/>
                  <a:pt x="662450" y="127914"/>
                  <a:pt x="679220" y="127914"/>
                </a:cubicBezTo>
                <a:close/>
                <a:moveTo>
                  <a:pt x="606665" y="127914"/>
                </a:moveTo>
                <a:cubicBezTo>
                  <a:pt x="623435" y="127914"/>
                  <a:pt x="637029" y="141508"/>
                  <a:pt x="637029" y="158278"/>
                </a:cubicBezTo>
                <a:cubicBezTo>
                  <a:pt x="637029" y="175047"/>
                  <a:pt x="623435" y="188641"/>
                  <a:pt x="606665" y="188641"/>
                </a:cubicBezTo>
                <a:cubicBezTo>
                  <a:pt x="589896" y="188641"/>
                  <a:pt x="576302" y="175047"/>
                  <a:pt x="576302" y="158278"/>
                </a:cubicBezTo>
                <a:cubicBezTo>
                  <a:pt x="576302" y="141508"/>
                  <a:pt x="589896" y="127914"/>
                  <a:pt x="606665" y="127914"/>
                </a:cubicBezTo>
                <a:close/>
                <a:moveTo>
                  <a:pt x="534111" y="127914"/>
                </a:moveTo>
                <a:cubicBezTo>
                  <a:pt x="550880" y="127914"/>
                  <a:pt x="564474" y="141508"/>
                  <a:pt x="564474" y="158278"/>
                </a:cubicBezTo>
                <a:cubicBezTo>
                  <a:pt x="564474" y="175047"/>
                  <a:pt x="550880" y="188641"/>
                  <a:pt x="534111" y="188641"/>
                </a:cubicBezTo>
                <a:cubicBezTo>
                  <a:pt x="517341" y="188641"/>
                  <a:pt x="503747" y="175047"/>
                  <a:pt x="503747" y="158278"/>
                </a:cubicBezTo>
                <a:cubicBezTo>
                  <a:pt x="503747" y="141508"/>
                  <a:pt x="517341" y="127914"/>
                  <a:pt x="534111" y="127914"/>
                </a:cubicBezTo>
                <a:close/>
                <a:moveTo>
                  <a:pt x="461556" y="127914"/>
                </a:moveTo>
                <a:cubicBezTo>
                  <a:pt x="478326" y="127914"/>
                  <a:pt x="491920" y="141508"/>
                  <a:pt x="491920" y="158278"/>
                </a:cubicBezTo>
                <a:cubicBezTo>
                  <a:pt x="491920" y="175047"/>
                  <a:pt x="478326" y="188641"/>
                  <a:pt x="461556" y="188641"/>
                </a:cubicBezTo>
                <a:cubicBezTo>
                  <a:pt x="444787" y="188641"/>
                  <a:pt x="431192" y="175047"/>
                  <a:pt x="431192" y="158278"/>
                </a:cubicBezTo>
                <a:cubicBezTo>
                  <a:pt x="431192" y="141508"/>
                  <a:pt x="444787" y="127914"/>
                  <a:pt x="461556" y="127914"/>
                </a:cubicBezTo>
                <a:close/>
                <a:moveTo>
                  <a:pt x="389002" y="127914"/>
                </a:moveTo>
                <a:cubicBezTo>
                  <a:pt x="405771" y="127914"/>
                  <a:pt x="419365" y="141508"/>
                  <a:pt x="419365" y="158278"/>
                </a:cubicBezTo>
                <a:cubicBezTo>
                  <a:pt x="419365" y="175047"/>
                  <a:pt x="405771" y="188641"/>
                  <a:pt x="389002" y="188641"/>
                </a:cubicBezTo>
                <a:cubicBezTo>
                  <a:pt x="372232" y="188641"/>
                  <a:pt x="358638" y="175047"/>
                  <a:pt x="358638" y="158278"/>
                </a:cubicBezTo>
                <a:cubicBezTo>
                  <a:pt x="358638" y="141508"/>
                  <a:pt x="372232" y="127914"/>
                  <a:pt x="389002" y="127914"/>
                </a:cubicBezTo>
                <a:close/>
                <a:moveTo>
                  <a:pt x="316447" y="127914"/>
                </a:moveTo>
                <a:cubicBezTo>
                  <a:pt x="333216" y="127914"/>
                  <a:pt x="346810" y="141508"/>
                  <a:pt x="346810" y="158278"/>
                </a:cubicBezTo>
                <a:cubicBezTo>
                  <a:pt x="346810" y="175047"/>
                  <a:pt x="333216" y="188641"/>
                  <a:pt x="316447" y="188641"/>
                </a:cubicBezTo>
                <a:cubicBezTo>
                  <a:pt x="299677" y="188641"/>
                  <a:pt x="286084" y="175047"/>
                  <a:pt x="286084" y="158278"/>
                </a:cubicBezTo>
                <a:cubicBezTo>
                  <a:pt x="286084" y="141508"/>
                  <a:pt x="299677" y="127914"/>
                  <a:pt x="316447" y="127914"/>
                </a:cubicBezTo>
                <a:close/>
                <a:moveTo>
                  <a:pt x="243892" y="127914"/>
                </a:moveTo>
                <a:cubicBezTo>
                  <a:pt x="260662" y="127914"/>
                  <a:pt x="274256" y="141508"/>
                  <a:pt x="274256" y="158278"/>
                </a:cubicBezTo>
                <a:cubicBezTo>
                  <a:pt x="274256" y="175047"/>
                  <a:pt x="260662" y="188641"/>
                  <a:pt x="243892" y="188641"/>
                </a:cubicBezTo>
                <a:cubicBezTo>
                  <a:pt x="227123" y="188641"/>
                  <a:pt x="213529" y="175047"/>
                  <a:pt x="213529" y="158278"/>
                </a:cubicBezTo>
                <a:cubicBezTo>
                  <a:pt x="213529" y="141508"/>
                  <a:pt x="227123" y="127914"/>
                  <a:pt x="243892" y="127914"/>
                </a:cubicBezTo>
                <a:close/>
                <a:moveTo>
                  <a:pt x="171339" y="127914"/>
                </a:moveTo>
                <a:cubicBezTo>
                  <a:pt x="188107" y="127914"/>
                  <a:pt x="201701" y="141508"/>
                  <a:pt x="201701" y="158278"/>
                </a:cubicBezTo>
                <a:cubicBezTo>
                  <a:pt x="201701" y="175047"/>
                  <a:pt x="188107" y="188641"/>
                  <a:pt x="171339" y="188641"/>
                </a:cubicBezTo>
                <a:cubicBezTo>
                  <a:pt x="154702" y="188641"/>
                  <a:pt x="141108" y="175047"/>
                  <a:pt x="141108" y="158278"/>
                </a:cubicBezTo>
                <a:cubicBezTo>
                  <a:pt x="141108" y="141508"/>
                  <a:pt x="154702" y="127914"/>
                  <a:pt x="171339" y="127914"/>
                </a:cubicBezTo>
                <a:close/>
                <a:moveTo>
                  <a:pt x="98936" y="127914"/>
                </a:moveTo>
                <a:cubicBezTo>
                  <a:pt x="115695" y="127914"/>
                  <a:pt x="129288" y="141508"/>
                  <a:pt x="129288" y="158278"/>
                </a:cubicBezTo>
                <a:cubicBezTo>
                  <a:pt x="129288" y="175047"/>
                  <a:pt x="115695" y="188641"/>
                  <a:pt x="98936" y="188641"/>
                </a:cubicBezTo>
                <a:cubicBezTo>
                  <a:pt x="82162" y="188641"/>
                  <a:pt x="68567" y="175047"/>
                  <a:pt x="68567" y="158278"/>
                </a:cubicBezTo>
                <a:cubicBezTo>
                  <a:pt x="68567" y="141508"/>
                  <a:pt x="82162" y="127914"/>
                  <a:pt x="98936" y="127914"/>
                </a:cubicBezTo>
                <a:close/>
                <a:moveTo>
                  <a:pt x="26381" y="127914"/>
                </a:moveTo>
                <a:cubicBezTo>
                  <a:pt x="43143" y="127914"/>
                  <a:pt x="56738" y="141508"/>
                  <a:pt x="56738" y="158278"/>
                </a:cubicBezTo>
                <a:cubicBezTo>
                  <a:pt x="56738" y="175047"/>
                  <a:pt x="43143" y="188641"/>
                  <a:pt x="26381" y="188641"/>
                </a:cubicBezTo>
                <a:cubicBezTo>
                  <a:pt x="17995" y="188641"/>
                  <a:pt x="10404" y="185243"/>
                  <a:pt x="4909" y="179748"/>
                </a:cubicBezTo>
                <a:lnTo>
                  <a:pt x="0" y="167898"/>
                </a:lnTo>
                <a:lnTo>
                  <a:pt x="0" y="148658"/>
                </a:lnTo>
                <a:lnTo>
                  <a:pt x="4909" y="136807"/>
                </a:lnTo>
                <a:cubicBezTo>
                  <a:pt x="10404" y="131313"/>
                  <a:pt x="17995" y="127914"/>
                  <a:pt x="26381" y="127914"/>
                </a:cubicBezTo>
                <a:close/>
                <a:moveTo>
                  <a:pt x="1622429" y="47462"/>
                </a:moveTo>
                <a:lnTo>
                  <a:pt x="1625821" y="48147"/>
                </a:lnTo>
                <a:lnTo>
                  <a:pt x="1639701" y="102127"/>
                </a:lnTo>
                <a:lnTo>
                  <a:pt x="1634248" y="105804"/>
                </a:lnTo>
                <a:cubicBezTo>
                  <a:pt x="1630615" y="107340"/>
                  <a:pt x="1626621" y="108189"/>
                  <a:pt x="1622429" y="108189"/>
                </a:cubicBezTo>
                <a:cubicBezTo>
                  <a:pt x="1605659" y="108189"/>
                  <a:pt x="1592066" y="94595"/>
                  <a:pt x="1592066" y="77826"/>
                </a:cubicBezTo>
                <a:cubicBezTo>
                  <a:pt x="1592066" y="61056"/>
                  <a:pt x="1605659" y="47462"/>
                  <a:pt x="1622429" y="47462"/>
                </a:cubicBezTo>
                <a:close/>
                <a:moveTo>
                  <a:pt x="1549874" y="47462"/>
                </a:moveTo>
                <a:cubicBezTo>
                  <a:pt x="1566644" y="47462"/>
                  <a:pt x="1580238" y="61056"/>
                  <a:pt x="1580238" y="77826"/>
                </a:cubicBezTo>
                <a:cubicBezTo>
                  <a:pt x="1580238" y="94595"/>
                  <a:pt x="1566644" y="108189"/>
                  <a:pt x="1549874" y="108189"/>
                </a:cubicBezTo>
                <a:cubicBezTo>
                  <a:pt x="1533105" y="108189"/>
                  <a:pt x="1519511" y="94595"/>
                  <a:pt x="1519511" y="77826"/>
                </a:cubicBezTo>
                <a:cubicBezTo>
                  <a:pt x="1519511" y="61056"/>
                  <a:pt x="1533105" y="47462"/>
                  <a:pt x="1549874" y="47462"/>
                </a:cubicBezTo>
                <a:close/>
                <a:moveTo>
                  <a:pt x="1477320" y="47462"/>
                </a:moveTo>
                <a:cubicBezTo>
                  <a:pt x="1494089" y="47462"/>
                  <a:pt x="1507683" y="61056"/>
                  <a:pt x="1507683" y="77826"/>
                </a:cubicBezTo>
                <a:cubicBezTo>
                  <a:pt x="1507683" y="94595"/>
                  <a:pt x="1494089" y="108189"/>
                  <a:pt x="1477320" y="108189"/>
                </a:cubicBezTo>
                <a:cubicBezTo>
                  <a:pt x="1460550" y="108189"/>
                  <a:pt x="1446956" y="94595"/>
                  <a:pt x="1446956" y="77826"/>
                </a:cubicBezTo>
                <a:cubicBezTo>
                  <a:pt x="1446956" y="61056"/>
                  <a:pt x="1460550" y="47462"/>
                  <a:pt x="1477320" y="47462"/>
                </a:cubicBezTo>
                <a:close/>
                <a:moveTo>
                  <a:pt x="1404765" y="47462"/>
                </a:moveTo>
                <a:cubicBezTo>
                  <a:pt x="1421535" y="47462"/>
                  <a:pt x="1435129" y="61056"/>
                  <a:pt x="1435129" y="77826"/>
                </a:cubicBezTo>
                <a:cubicBezTo>
                  <a:pt x="1435129" y="94595"/>
                  <a:pt x="1421535" y="108189"/>
                  <a:pt x="1404765" y="108189"/>
                </a:cubicBezTo>
                <a:cubicBezTo>
                  <a:pt x="1387996" y="108189"/>
                  <a:pt x="1374402" y="94595"/>
                  <a:pt x="1374402" y="77826"/>
                </a:cubicBezTo>
                <a:cubicBezTo>
                  <a:pt x="1374402" y="61056"/>
                  <a:pt x="1387996" y="47462"/>
                  <a:pt x="1404765" y="47462"/>
                </a:cubicBezTo>
                <a:close/>
                <a:moveTo>
                  <a:pt x="1332211" y="47462"/>
                </a:moveTo>
                <a:cubicBezTo>
                  <a:pt x="1348980" y="47462"/>
                  <a:pt x="1362574" y="61056"/>
                  <a:pt x="1362574" y="77826"/>
                </a:cubicBezTo>
                <a:cubicBezTo>
                  <a:pt x="1362574" y="94595"/>
                  <a:pt x="1348980" y="108189"/>
                  <a:pt x="1332211" y="108189"/>
                </a:cubicBezTo>
                <a:cubicBezTo>
                  <a:pt x="1315441" y="108189"/>
                  <a:pt x="1301847" y="94595"/>
                  <a:pt x="1301847" y="77826"/>
                </a:cubicBezTo>
                <a:cubicBezTo>
                  <a:pt x="1301847" y="61056"/>
                  <a:pt x="1315441" y="47462"/>
                  <a:pt x="1332211" y="47462"/>
                </a:cubicBezTo>
                <a:close/>
                <a:moveTo>
                  <a:pt x="1259656" y="47462"/>
                </a:moveTo>
                <a:cubicBezTo>
                  <a:pt x="1276426" y="47462"/>
                  <a:pt x="1290020" y="61056"/>
                  <a:pt x="1290020" y="77826"/>
                </a:cubicBezTo>
                <a:cubicBezTo>
                  <a:pt x="1290020" y="94595"/>
                  <a:pt x="1276426" y="108189"/>
                  <a:pt x="1259656" y="108189"/>
                </a:cubicBezTo>
                <a:cubicBezTo>
                  <a:pt x="1242887" y="108189"/>
                  <a:pt x="1229293" y="94595"/>
                  <a:pt x="1229293" y="77826"/>
                </a:cubicBezTo>
                <a:cubicBezTo>
                  <a:pt x="1229293" y="61056"/>
                  <a:pt x="1242887" y="47462"/>
                  <a:pt x="1259656" y="47462"/>
                </a:cubicBezTo>
                <a:close/>
                <a:moveTo>
                  <a:pt x="1187102" y="47462"/>
                </a:moveTo>
                <a:cubicBezTo>
                  <a:pt x="1203871" y="47462"/>
                  <a:pt x="1217465" y="61056"/>
                  <a:pt x="1217465" y="77826"/>
                </a:cubicBezTo>
                <a:cubicBezTo>
                  <a:pt x="1217465" y="94595"/>
                  <a:pt x="1203871" y="108189"/>
                  <a:pt x="1187102" y="108189"/>
                </a:cubicBezTo>
                <a:cubicBezTo>
                  <a:pt x="1170332" y="108189"/>
                  <a:pt x="1156738" y="94595"/>
                  <a:pt x="1156738" y="77826"/>
                </a:cubicBezTo>
                <a:cubicBezTo>
                  <a:pt x="1156738" y="61056"/>
                  <a:pt x="1170332" y="47462"/>
                  <a:pt x="1187102" y="47462"/>
                </a:cubicBezTo>
                <a:close/>
                <a:moveTo>
                  <a:pt x="1114547" y="47462"/>
                </a:moveTo>
                <a:cubicBezTo>
                  <a:pt x="1131317" y="47462"/>
                  <a:pt x="1144911" y="61056"/>
                  <a:pt x="1144911" y="77826"/>
                </a:cubicBezTo>
                <a:cubicBezTo>
                  <a:pt x="1144911" y="94595"/>
                  <a:pt x="1131317" y="108189"/>
                  <a:pt x="1114547" y="108189"/>
                </a:cubicBezTo>
                <a:cubicBezTo>
                  <a:pt x="1097778" y="108189"/>
                  <a:pt x="1084184" y="94595"/>
                  <a:pt x="1084184" y="77826"/>
                </a:cubicBezTo>
                <a:cubicBezTo>
                  <a:pt x="1084184" y="61056"/>
                  <a:pt x="1097778" y="47462"/>
                  <a:pt x="1114547" y="47462"/>
                </a:cubicBezTo>
                <a:close/>
                <a:moveTo>
                  <a:pt x="1041993" y="47462"/>
                </a:moveTo>
                <a:cubicBezTo>
                  <a:pt x="1058762" y="47462"/>
                  <a:pt x="1072356" y="61056"/>
                  <a:pt x="1072356" y="77826"/>
                </a:cubicBezTo>
                <a:cubicBezTo>
                  <a:pt x="1072356" y="94595"/>
                  <a:pt x="1058762" y="108189"/>
                  <a:pt x="1041993" y="108189"/>
                </a:cubicBezTo>
                <a:cubicBezTo>
                  <a:pt x="1025223" y="108189"/>
                  <a:pt x="1011629" y="94595"/>
                  <a:pt x="1011629" y="77826"/>
                </a:cubicBezTo>
                <a:cubicBezTo>
                  <a:pt x="1011629" y="61056"/>
                  <a:pt x="1025223" y="47462"/>
                  <a:pt x="1041993" y="47462"/>
                </a:cubicBezTo>
                <a:close/>
                <a:moveTo>
                  <a:pt x="969438" y="47462"/>
                </a:moveTo>
                <a:cubicBezTo>
                  <a:pt x="986208" y="47462"/>
                  <a:pt x="999801" y="61056"/>
                  <a:pt x="999801" y="77826"/>
                </a:cubicBezTo>
                <a:cubicBezTo>
                  <a:pt x="999801" y="94595"/>
                  <a:pt x="986208" y="108189"/>
                  <a:pt x="969438" y="108189"/>
                </a:cubicBezTo>
                <a:cubicBezTo>
                  <a:pt x="952669" y="108189"/>
                  <a:pt x="939075" y="94595"/>
                  <a:pt x="939075" y="77826"/>
                </a:cubicBezTo>
                <a:cubicBezTo>
                  <a:pt x="939075" y="61056"/>
                  <a:pt x="952669" y="47462"/>
                  <a:pt x="969438" y="47462"/>
                </a:cubicBezTo>
                <a:close/>
                <a:moveTo>
                  <a:pt x="896883" y="47462"/>
                </a:moveTo>
                <a:cubicBezTo>
                  <a:pt x="913653" y="47462"/>
                  <a:pt x="927247" y="61056"/>
                  <a:pt x="927247" y="77826"/>
                </a:cubicBezTo>
                <a:cubicBezTo>
                  <a:pt x="927247" y="94595"/>
                  <a:pt x="913653" y="108189"/>
                  <a:pt x="896883" y="108189"/>
                </a:cubicBezTo>
                <a:cubicBezTo>
                  <a:pt x="880114" y="108189"/>
                  <a:pt x="866520" y="94595"/>
                  <a:pt x="866520" y="77826"/>
                </a:cubicBezTo>
                <a:cubicBezTo>
                  <a:pt x="866520" y="61056"/>
                  <a:pt x="880114" y="47462"/>
                  <a:pt x="896883" y="47462"/>
                </a:cubicBezTo>
                <a:close/>
                <a:moveTo>
                  <a:pt x="824329" y="47462"/>
                </a:moveTo>
                <a:cubicBezTo>
                  <a:pt x="841098" y="47462"/>
                  <a:pt x="854692" y="61056"/>
                  <a:pt x="854692" y="77826"/>
                </a:cubicBezTo>
                <a:cubicBezTo>
                  <a:pt x="854692" y="94595"/>
                  <a:pt x="841098" y="108189"/>
                  <a:pt x="824329" y="108189"/>
                </a:cubicBezTo>
                <a:cubicBezTo>
                  <a:pt x="807559" y="108189"/>
                  <a:pt x="793965" y="94595"/>
                  <a:pt x="793965" y="77826"/>
                </a:cubicBezTo>
                <a:cubicBezTo>
                  <a:pt x="793965" y="61056"/>
                  <a:pt x="807559" y="47462"/>
                  <a:pt x="824329" y="47462"/>
                </a:cubicBezTo>
                <a:close/>
                <a:moveTo>
                  <a:pt x="751774" y="47462"/>
                </a:moveTo>
                <a:cubicBezTo>
                  <a:pt x="768544" y="47462"/>
                  <a:pt x="782138" y="61056"/>
                  <a:pt x="782138" y="77826"/>
                </a:cubicBezTo>
                <a:cubicBezTo>
                  <a:pt x="782138" y="94595"/>
                  <a:pt x="768544" y="108189"/>
                  <a:pt x="751774" y="108189"/>
                </a:cubicBezTo>
                <a:cubicBezTo>
                  <a:pt x="735005" y="108189"/>
                  <a:pt x="721411" y="94595"/>
                  <a:pt x="721411" y="77826"/>
                </a:cubicBezTo>
                <a:cubicBezTo>
                  <a:pt x="721411" y="61056"/>
                  <a:pt x="735005" y="47462"/>
                  <a:pt x="751774" y="47462"/>
                </a:cubicBezTo>
                <a:close/>
                <a:moveTo>
                  <a:pt x="679220" y="47462"/>
                </a:moveTo>
                <a:cubicBezTo>
                  <a:pt x="695989" y="47462"/>
                  <a:pt x="709583" y="61056"/>
                  <a:pt x="709583" y="77826"/>
                </a:cubicBezTo>
                <a:cubicBezTo>
                  <a:pt x="709583" y="94595"/>
                  <a:pt x="695989" y="108189"/>
                  <a:pt x="679220" y="108189"/>
                </a:cubicBezTo>
                <a:cubicBezTo>
                  <a:pt x="662450" y="108189"/>
                  <a:pt x="648856" y="94595"/>
                  <a:pt x="648856" y="77826"/>
                </a:cubicBezTo>
                <a:cubicBezTo>
                  <a:pt x="648856" y="61056"/>
                  <a:pt x="662450" y="47462"/>
                  <a:pt x="679220" y="47462"/>
                </a:cubicBezTo>
                <a:close/>
                <a:moveTo>
                  <a:pt x="606665" y="47462"/>
                </a:moveTo>
                <a:cubicBezTo>
                  <a:pt x="623435" y="47462"/>
                  <a:pt x="637029" y="61056"/>
                  <a:pt x="637029" y="77826"/>
                </a:cubicBezTo>
                <a:cubicBezTo>
                  <a:pt x="637029" y="94595"/>
                  <a:pt x="623435" y="108189"/>
                  <a:pt x="606665" y="108189"/>
                </a:cubicBezTo>
                <a:cubicBezTo>
                  <a:pt x="589896" y="108189"/>
                  <a:pt x="576302" y="94595"/>
                  <a:pt x="576302" y="77826"/>
                </a:cubicBezTo>
                <a:cubicBezTo>
                  <a:pt x="576302" y="61056"/>
                  <a:pt x="589896" y="47462"/>
                  <a:pt x="606665" y="47462"/>
                </a:cubicBezTo>
                <a:close/>
                <a:moveTo>
                  <a:pt x="534111" y="47462"/>
                </a:moveTo>
                <a:cubicBezTo>
                  <a:pt x="550880" y="47462"/>
                  <a:pt x="564474" y="61056"/>
                  <a:pt x="564474" y="77826"/>
                </a:cubicBezTo>
                <a:cubicBezTo>
                  <a:pt x="564474" y="94595"/>
                  <a:pt x="550880" y="108189"/>
                  <a:pt x="534111" y="108189"/>
                </a:cubicBezTo>
                <a:cubicBezTo>
                  <a:pt x="517341" y="108189"/>
                  <a:pt x="503747" y="94595"/>
                  <a:pt x="503747" y="77826"/>
                </a:cubicBezTo>
                <a:cubicBezTo>
                  <a:pt x="503747" y="61056"/>
                  <a:pt x="517341" y="47462"/>
                  <a:pt x="534111" y="47462"/>
                </a:cubicBezTo>
                <a:close/>
                <a:moveTo>
                  <a:pt x="461556" y="47462"/>
                </a:moveTo>
                <a:cubicBezTo>
                  <a:pt x="478326" y="47462"/>
                  <a:pt x="491920" y="61056"/>
                  <a:pt x="491920" y="77826"/>
                </a:cubicBezTo>
                <a:cubicBezTo>
                  <a:pt x="491920" y="94595"/>
                  <a:pt x="478326" y="108189"/>
                  <a:pt x="461556" y="108189"/>
                </a:cubicBezTo>
                <a:cubicBezTo>
                  <a:pt x="444787" y="108189"/>
                  <a:pt x="431192" y="94595"/>
                  <a:pt x="431192" y="77826"/>
                </a:cubicBezTo>
                <a:cubicBezTo>
                  <a:pt x="431192" y="61056"/>
                  <a:pt x="444787" y="47462"/>
                  <a:pt x="461556" y="47462"/>
                </a:cubicBezTo>
                <a:close/>
                <a:moveTo>
                  <a:pt x="389002" y="47462"/>
                </a:moveTo>
                <a:cubicBezTo>
                  <a:pt x="405771" y="47462"/>
                  <a:pt x="419365" y="61056"/>
                  <a:pt x="419365" y="77826"/>
                </a:cubicBezTo>
                <a:cubicBezTo>
                  <a:pt x="419365" y="94595"/>
                  <a:pt x="405771" y="108189"/>
                  <a:pt x="389002" y="108189"/>
                </a:cubicBezTo>
                <a:cubicBezTo>
                  <a:pt x="372232" y="108189"/>
                  <a:pt x="358638" y="94595"/>
                  <a:pt x="358638" y="77826"/>
                </a:cubicBezTo>
                <a:cubicBezTo>
                  <a:pt x="358638" y="61056"/>
                  <a:pt x="372232" y="47462"/>
                  <a:pt x="389002" y="47462"/>
                </a:cubicBezTo>
                <a:close/>
                <a:moveTo>
                  <a:pt x="316447" y="47462"/>
                </a:moveTo>
                <a:cubicBezTo>
                  <a:pt x="333216" y="47462"/>
                  <a:pt x="346810" y="61056"/>
                  <a:pt x="346810" y="77826"/>
                </a:cubicBezTo>
                <a:cubicBezTo>
                  <a:pt x="346810" y="94595"/>
                  <a:pt x="333216" y="108189"/>
                  <a:pt x="316447" y="108189"/>
                </a:cubicBezTo>
                <a:cubicBezTo>
                  <a:pt x="299677" y="108189"/>
                  <a:pt x="286084" y="94595"/>
                  <a:pt x="286084" y="77826"/>
                </a:cubicBezTo>
                <a:cubicBezTo>
                  <a:pt x="286084" y="61056"/>
                  <a:pt x="299677" y="47462"/>
                  <a:pt x="316447" y="47462"/>
                </a:cubicBezTo>
                <a:close/>
                <a:moveTo>
                  <a:pt x="243892" y="47462"/>
                </a:moveTo>
                <a:cubicBezTo>
                  <a:pt x="260662" y="47462"/>
                  <a:pt x="274256" y="61056"/>
                  <a:pt x="274256" y="77826"/>
                </a:cubicBezTo>
                <a:cubicBezTo>
                  <a:pt x="274256" y="94595"/>
                  <a:pt x="260662" y="108189"/>
                  <a:pt x="243892" y="108189"/>
                </a:cubicBezTo>
                <a:cubicBezTo>
                  <a:pt x="227123" y="108189"/>
                  <a:pt x="213529" y="94595"/>
                  <a:pt x="213529" y="77826"/>
                </a:cubicBezTo>
                <a:cubicBezTo>
                  <a:pt x="213529" y="61056"/>
                  <a:pt x="227123" y="47462"/>
                  <a:pt x="243892" y="47462"/>
                </a:cubicBezTo>
                <a:close/>
                <a:moveTo>
                  <a:pt x="171339" y="47462"/>
                </a:moveTo>
                <a:cubicBezTo>
                  <a:pt x="188107" y="47462"/>
                  <a:pt x="201701" y="61056"/>
                  <a:pt x="201701" y="77826"/>
                </a:cubicBezTo>
                <a:cubicBezTo>
                  <a:pt x="201701" y="94595"/>
                  <a:pt x="188107" y="108189"/>
                  <a:pt x="171339" y="108189"/>
                </a:cubicBezTo>
                <a:cubicBezTo>
                  <a:pt x="154708" y="108189"/>
                  <a:pt x="141113" y="94595"/>
                  <a:pt x="141113" y="77826"/>
                </a:cubicBezTo>
                <a:cubicBezTo>
                  <a:pt x="141113" y="61056"/>
                  <a:pt x="154708" y="47462"/>
                  <a:pt x="171339" y="47462"/>
                </a:cubicBezTo>
                <a:close/>
                <a:moveTo>
                  <a:pt x="98942" y="47462"/>
                </a:moveTo>
                <a:cubicBezTo>
                  <a:pt x="115700" y="47462"/>
                  <a:pt x="129294" y="61056"/>
                  <a:pt x="129294" y="77826"/>
                </a:cubicBezTo>
                <a:cubicBezTo>
                  <a:pt x="129294" y="94595"/>
                  <a:pt x="115700" y="108189"/>
                  <a:pt x="98942" y="108189"/>
                </a:cubicBezTo>
                <a:cubicBezTo>
                  <a:pt x="82168" y="108189"/>
                  <a:pt x="68573" y="94595"/>
                  <a:pt x="68573" y="77826"/>
                </a:cubicBezTo>
                <a:cubicBezTo>
                  <a:pt x="68573" y="61056"/>
                  <a:pt x="82168" y="47462"/>
                  <a:pt x="98942" y="47462"/>
                </a:cubicBezTo>
                <a:close/>
                <a:moveTo>
                  <a:pt x="26388" y="47462"/>
                </a:moveTo>
                <a:cubicBezTo>
                  <a:pt x="43149" y="47462"/>
                  <a:pt x="56744" y="61056"/>
                  <a:pt x="56744" y="77826"/>
                </a:cubicBezTo>
                <a:cubicBezTo>
                  <a:pt x="56744" y="94595"/>
                  <a:pt x="43149" y="108189"/>
                  <a:pt x="26388" y="108189"/>
                </a:cubicBezTo>
                <a:cubicBezTo>
                  <a:pt x="18002" y="108189"/>
                  <a:pt x="10410" y="104791"/>
                  <a:pt x="4916" y="99296"/>
                </a:cubicBezTo>
                <a:lnTo>
                  <a:pt x="0" y="87429"/>
                </a:lnTo>
                <a:lnTo>
                  <a:pt x="0" y="68222"/>
                </a:lnTo>
                <a:lnTo>
                  <a:pt x="4916" y="56355"/>
                </a:lnTo>
                <a:cubicBezTo>
                  <a:pt x="10410" y="50861"/>
                  <a:pt x="18002" y="47462"/>
                  <a:pt x="26388" y="47462"/>
                </a:cubicBezTo>
                <a:close/>
                <a:moveTo>
                  <a:pt x="1592868" y="0"/>
                </a:moveTo>
                <a:lnTo>
                  <a:pt x="1613441" y="0"/>
                </a:lnTo>
                <a:lnTo>
                  <a:pt x="1620472" y="27343"/>
                </a:lnTo>
                <a:lnTo>
                  <a:pt x="1610610" y="25352"/>
                </a:lnTo>
                <a:cubicBezTo>
                  <a:pt x="1605161" y="23047"/>
                  <a:pt x="1600525" y="19197"/>
                  <a:pt x="1597251" y="14351"/>
                </a:cubicBezTo>
                <a:close/>
                <a:moveTo>
                  <a:pt x="1520598" y="0"/>
                </a:moveTo>
                <a:lnTo>
                  <a:pt x="1579150" y="0"/>
                </a:lnTo>
                <a:lnTo>
                  <a:pt x="1571345" y="18844"/>
                </a:lnTo>
                <a:cubicBezTo>
                  <a:pt x="1565850" y="24339"/>
                  <a:pt x="1558259" y="27738"/>
                  <a:pt x="1549874" y="27738"/>
                </a:cubicBezTo>
                <a:cubicBezTo>
                  <a:pt x="1541490" y="27738"/>
                  <a:pt x="1533899" y="24339"/>
                  <a:pt x="1528404" y="18844"/>
                </a:cubicBezTo>
                <a:close/>
                <a:moveTo>
                  <a:pt x="1448044" y="0"/>
                </a:moveTo>
                <a:lnTo>
                  <a:pt x="1506596" y="0"/>
                </a:lnTo>
                <a:lnTo>
                  <a:pt x="1498790" y="18844"/>
                </a:lnTo>
                <a:cubicBezTo>
                  <a:pt x="1493295" y="24339"/>
                  <a:pt x="1485705" y="27738"/>
                  <a:pt x="1477320" y="27738"/>
                </a:cubicBezTo>
                <a:cubicBezTo>
                  <a:pt x="1468935" y="27738"/>
                  <a:pt x="1461344" y="24339"/>
                  <a:pt x="1455850" y="18844"/>
                </a:cubicBezTo>
                <a:close/>
                <a:moveTo>
                  <a:pt x="1375489" y="0"/>
                </a:moveTo>
                <a:lnTo>
                  <a:pt x="1434041" y="0"/>
                </a:lnTo>
                <a:lnTo>
                  <a:pt x="1426236" y="18844"/>
                </a:lnTo>
                <a:cubicBezTo>
                  <a:pt x="1420741" y="24339"/>
                  <a:pt x="1413150" y="27738"/>
                  <a:pt x="1404765" y="27738"/>
                </a:cubicBezTo>
                <a:cubicBezTo>
                  <a:pt x="1396381" y="27738"/>
                  <a:pt x="1388790" y="24339"/>
                  <a:pt x="1383295" y="18844"/>
                </a:cubicBezTo>
                <a:close/>
                <a:moveTo>
                  <a:pt x="1302935" y="0"/>
                </a:moveTo>
                <a:lnTo>
                  <a:pt x="1361486" y="0"/>
                </a:lnTo>
                <a:lnTo>
                  <a:pt x="1353681" y="18844"/>
                </a:lnTo>
                <a:cubicBezTo>
                  <a:pt x="1348186" y="24339"/>
                  <a:pt x="1340596" y="27738"/>
                  <a:pt x="1332211" y="27738"/>
                </a:cubicBezTo>
                <a:cubicBezTo>
                  <a:pt x="1323826" y="27738"/>
                  <a:pt x="1316235" y="24339"/>
                  <a:pt x="1310740" y="18844"/>
                </a:cubicBezTo>
                <a:close/>
                <a:moveTo>
                  <a:pt x="1230380" y="0"/>
                </a:moveTo>
                <a:lnTo>
                  <a:pt x="1288932" y="0"/>
                </a:lnTo>
                <a:lnTo>
                  <a:pt x="1281126" y="18844"/>
                </a:lnTo>
                <a:cubicBezTo>
                  <a:pt x="1275632" y="24339"/>
                  <a:pt x="1268041" y="27738"/>
                  <a:pt x="1259656" y="27738"/>
                </a:cubicBezTo>
                <a:cubicBezTo>
                  <a:pt x="1251271" y="27738"/>
                  <a:pt x="1243680" y="24339"/>
                  <a:pt x="1238186" y="18844"/>
                </a:cubicBezTo>
                <a:close/>
                <a:moveTo>
                  <a:pt x="1157826" y="0"/>
                </a:moveTo>
                <a:lnTo>
                  <a:pt x="1216377" y="0"/>
                </a:lnTo>
                <a:lnTo>
                  <a:pt x="1208572" y="18844"/>
                </a:lnTo>
                <a:cubicBezTo>
                  <a:pt x="1203077" y="24339"/>
                  <a:pt x="1195486" y="27738"/>
                  <a:pt x="1187102" y="27738"/>
                </a:cubicBezTo>
                <a:cubicBezTo>
                  <a:pt x="1178717" y="27738"/>
                  <a:pt x="1171126" y="24339"/>
                  <a:pt x="1165631" y="18844"/>
                </a:cubicBezTo>
                <a:close/>
                <a:moveTo>
                  <a:pt x="1085271" y="0"/>
                </a:moveTo>
                <a:lnTo>
                  <a:pt x="1143823" y="0"/>
                </a:lnTo>
                <a:lnTo>
                  <a:pt x="1136017" y="18844"/>
                </a:lnTo>
                <a:cubicBezTo>
                  <a:pt x="1130523" y="24339"/>
                  <a:pt x="1122932" y="27738"/>
                  <a:pt x="1114547" y="27738"/>
                </a:cubicBezTo>
                <a:cubicBezTo>
                  <a:pt x="1106162" y="27738"/>
                  <a:pt x="1098571" y="24339"/>
                  <a:pt x="1093077" y="18844"/>
                </a:cubicBezTo>
                <a:close/>
                <a:moveTo>
                  <a:pt x="1012717" y="0"/>
                </a:moveTo>
                <a:lnTo>
                  <a:pt x="1071268" y="0"/>
                </a:lnTo>
                <a:lnTo>
                  <a:pt x="1063463" y="18844"/>
                </a:lnTo>
                <a:cubicBezTo>
                  <a:pt x="1057968" y="24339"/>
                  <a:pt x="1050377" y="27738"/>
                  <a:pt x="1041993" y="27738"/>
                </a:cubicBezTo>
                <a:cubicBezTo>
                  <a:pt x="1033608" y="27738"/>
                  <a:pt x="1026017" y="24339"/>
                  <a:pt x="1020522" y="18844"/>
                </a:cubicBezTo>
                <a:close/>
                <a:moveTo>
                  <a:pt x="940162" y="0"/>
                </a:moveTo>
                <a:lnTo>
                  <a:pt x="998714" y="0"/>
                </a:lnTo>
                <a:lnTo>
                  <a:pt x="990908" y="18844"/>
                </a:lnTo>
                <a:cubicBezTo>
                  <a:pt x="985414" y="24339"/>
                  <a:pt x="977823" y="27738"/>
                  <a:pt x="969438" y="27738"/>
                </a:cubicBezTo>
                <a:cubicBezTo>
                  <a:pt x="961053" y="27738"/>
                  <a:pt x="953462" y="24339"/>
                  <a:pt x="947968" y="18844"/>
                </a:cubicBezTo>
                <a:close/>
                <a:moveTo>
                  <a:pt x="867607" y="0"/>
                </a:moveTo>
                <a:lnTo>
                  <a:pt x="926159" y="0"/>
                </a:lnTo>
                <a:lnTo>
                  <a:pt x="918354" y="18844"/>
                </a:lnTo>
                <a:cubicBezTo>
                  <a:pt x="912859" y="24339"/>
                  <a:pt x="905268" y="27738"/>
                  <a:pt x="896883" y="27738"/>
                </a:cubicBezTo>
                <a:cubicBezTo>
                  <a:pt x="888499" y="27738"/>
                  <a:pt x="880908" y="24339"/>
                  <a:pt x="875413" y="18844"/>
                </a:cubicBezTo>
                <a:close/>
                <a:moveTo>
                  <a:pt x="795053" y="0"/>
                </a:moveTo>
                <a:lnTo>
                  <a:pt x="853605" y="0"/>
                </a:lnTo>
                <a:lnTo>
                  <a:pt x="845799" y="18844"/>
                </a:lnTo>
                <a:cubicBezTo>
                  <a:pt x="840304" y="24339"/>
                  <a:pt x="832714" y="27738"/>
                  <a:pt x="824329" y="27738"/>
                </a:cubicBezTo>
                <a:cubicBezTo>
                  <a:pt x="815944" y="27738"/>
                  <a:pt x="808353" y="24339"/>
                  <a:pt x="802858" y="18844"/>
                </a:cubicBezTo>
                <a:close/>
                <a:moveTo>
                  <a:pt x="722498" y="0"/>
                </a:moveTo>
                <a:lnTo>
                  <a:pt x="781050" y="0"/>
                </a:lnTo>
                <a:lnTo>
                  <a:pt x="773245" y="18844"/>
                </a:lnTo>
                <a:cubicBezTo>
                  <a:pt x="767750" y="24339"/>
                  <a:pt x="760159" y="27738"/>
                  <a:pt x="751774" y="27738"/>
                </a:cubicBezTo>
                <a:cubicBezTo>
                  <a:pt x="743390" y="27738"/>
                  <a:pt x="735799" y="24339"/>
                  <a:pt x="730304" y="18844"/>
                </a:cubicBezTo>
                <a:close/>
                <a:moveTo>
                  <a:pt x="649944" y="0"/>
                </a:moveTo>
                <a:lnTo>
                  <a:pt x="708496" y="0"/>
                </a:lnTo>
                <a:lnTo>
                  <a:pt x="700690" y="18844"/>
                </a:lnTo>
                <a:cubicBezTo>
                  <a:pt x="695195" y="24339"/>
                  <a:pt x="687604" y="27738"/>
                  <a:pt x="679220" y="27738"/>
                </a:cubicBezTo>
                <a:cubicBezTo>
                  <a:pt x="670835" y="27738"/>
                  <a:pt x="663244" y="24339"/>
                  <a:pt x="657749" y="18844"/>
                </a:cubicBezTo>
                <a:close/>
                <a:moveTo>
                  <a:pt x="577389" y="0"/>
                </a:moveTo>
                <a:lnTo>
                  <a:pt x="635941" y="0"/>
                </a:lnTo>
                <a:lnTo>
                  <a:pt x="628135" y="18844"/>
                </a:lnTo>
                <a:cubicBezTo>
                  <a:pt x="622641" y="24339"/>
                  <a:pt x="615050" y="27738"/>
                  <a:pt x="606665" y="27738"/>
                </a:cubicBezTo>
                <a:cubicBezTo>
                  <a:pt x="598280" y="27738"/>
                  <a:pt x="590690" y="24339"/>
                  <a:pt x="585195" y="18844"/>
                </a:cubicBezTo>
                <a:close/>
                <a:moveTo>
                  <a:pt x="504835" y="0"/>
                </a:moveTo>
                <a:lnTo>
                  <a:pt x="563386" y="0"/>
                </a:lnTo>
                <a:lnTo>
                  <a:pt x="555581" y="18844"/>
                </a:lnTo>
                <a:cubicBezTo>
                  <a:pt x="550086" y="24339"/>
                  <a:pt x="542495" y="27738"/>
                  <a:pt x="534111" y="27738"/>
                </a:cubicBezTo>
                <a:cubicBezTo>
                  <a:pt x="525726" y="27738"/>
                  <a:pt x="518135" y="24339"/>
                  <a:pt x="512640" y="18844"/>
                </a:cubicBezTo>
                <a:close/>
                <a:moveTo>
                  <a:pt x="432280" y="0"/>
                </a:moveTo>
                <a:lnTo>
                  <a:pt x="490832" y="0"/>
                </a:lnTo>
                <a:lnTo>
                  <a:pt x="483026" y="18844"/>
                </a:lnTo>
                <a:cubicBezTo>
                  <a:pt x="477532" y="24339"/>
                  <a:pt x="469941" y="27738"/>
                  <a:pt x="461556" y="27738"/>
                </a:cubicBezTo>
                <a:cubicBezTo>
                  <a:pt x="453171" y="27738"/>
                  <a:pt x="445580" y="24339"/>
                  <a:pt x="440086" y="18844"/>
                </a:cubicBezTo>
                <a:close/>
                <a:moveTo>
                  <a:pt x="359726" y="0"/>
                </a:moveTo>
                <a:lnTo>
                  <a:pt x="418277" y="0"/>
                </a:lnTo>
                <a:lnTo>
                  <a:pt x="410472" y="18844"/>
                </a:lnTo>
                <a:cubicBezTo>
                  <a:pt x="404977" y="24339"/>
                  <a:pt x="397386" y="27738"/>
                  <a:pt x="389002" y="27738"/>
                </a:cubicBezTo>
                <a:cubicBezTo>
                  <a:pt x="380617" y="27738"/>
                  <a:pt x="373026" y="24339"/>
                  <a:pt x="367531" y="18844"/>
                </a:cubicBezTo>
                <a:close/>
                <a:moveTo>
                  <a:pt x="287171" y="0"/>
                </a:moveTo>
                <a:lnTo>
                  <a:pt x="345723" y="0"/>
                </a:lnTo>
                <a:lnTo>
                  <a:pt x="337917" y="18844"/>
                </a:lnTo>
                <a:cubicBezTo>
                  <a:pt x="332423" y="24339"/>
                  <a:pt x="324832" y="27738"/>
                  <a:pt x="316447" y="27738"/>
                </a:cubicBezTo>
                <a:cubicBezTo>
                  <a:pt x="308062" y="27738"/>
                  <a:pt x="300471" y="24339"/>
                  <a:pt x="294977" y="18844"/>
                </a:cubicBezTo>
                <a:close/>
                <a:moveTo>
                  <a:pt x="214617" y="0"/>
                </a:moveTo>
                <a:lnTo>
                  <a:pt x="273168" y="0"/>
                </a:lnTo>
                <a:lnTo>
                  <a:pt x="265363" y="18844"/>
                </a:lnTo>
                <a:cubicBezTo>
                  <a:pt x="259868" y="24339"/>
                  <a:pt x="252277" y="27738"/>
                  <a:pt x="243892" y="27738"/>
                </a:cubicBezTo>
                <a:cubicBezTo>
                  <a:pt x="235508" y="27738"/>
                  <a:pt x="227917" y="24339"/>
                  <a:pt x="222422" y="18844"/>
                </a:cubicBezTo>
                <a:close/>
                <a:moveTo>
                  <a:pt x="142204" y="0"/>
                </a:moveTo>
                <a:lnTo>
                  <a:pt x="200614" y="0"/>
                </a:lnTo>
                <a:lnTo>
                  <a:pt x="192808" y="18844"/>
                </a:lnTo>
                <a:cubicBezTo>
                  <a:pt x="187314" y="24339"/>
                  <a:pt x="179723" y="27738"/>
                  <a:pt x="171339" y="27738"/>
                </a:cubicBezTo>
                <a:cubicBezTo>
                  <a:pt x="163026" y="27738"/>
                  <a:pt x="155471" y="24339"/>
                  <a:pt x="149994" y="18844"/>
                </a:cubicBezTo>
                <a:close/>
                <a:moveTo>
                  <a:pt x="69668" y="0"/>
                </a:moveTo>
                <a:lnTo>
                  <a:pt x="128212" y="0"/>
                </a:lnTo>
                <a:lnTo>
                  <a:pt x="120408" y="18844"/>
                </a:lnTo>
                <a:cubicBezTo>
                  <a:pt x="114915" y="24339"/>
                  <a:pt x="107328" y="27738"/>
                  <a:pt x="98949" y="27738"/>
                </a:cubicBezTo>
                <a:cubicBezTo>
                  <a:pt x="90562" y="27738"/>
                  <a:pt x="82969" y="24339"/>
                  <a:pt x="77474" y="18844"/>
                </a:cubicBezTo>
                <a:close/>
                <a:moveTo>
                  <a:pt x="0" y="0"/>
                </a:moveTo>
                <a:lnTo>
                  <a:pt x="55662" y="0"/>
                </a:lnTo>
                <a:lnTo>
                  <a:pt x="47858" y="18844"/>
                </a:lnTo>
                <a:cubicBezTo>
                  <a:pt x="42364" y="24339"/>
                  <a:pt x="34775" y="27738"/>
                  <a:pt x="26394" y="27738"/>
                </a:cubicBezTo>
                <a:cubicBezTo>
                  <a:pt x="18009" y="27738"/>
                  <a:pt x="10417" y="24339"/>
                  <a:pt x="4922" y="18844"/>
                </a:cubicBezTo>
                <a:lnTo>
                  <a:pt x="0" y="6962"/>
                </a:lnTo>
                <a:close/>
              </a:path>
            </a:pathLst>
          </a:custGeom>
          <a:solidFill>
            <a:schemeClr val="accent1">
              <a:alpha val="60000"/>
            </a:schemeClr>
          </a:soli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None/>
            </a:pPr>
            <a:endParaRPr sz="1867" b="0" i="0" u="none" strike="noStrike" cap="none" dirty="0">
              <a:solidFill>
                <a:schemeClr val="dk1"/>
              </a:solidFill>
              <a:latin typeface="Calibri"/>
              <a:ea typeface="Calibri"/>
              <a:cs typeface="Calibri"/>
              <a:sym typeface="Calibri"/>
            </a:endParaRPr>
          </a:p>
        </p:txBody>
      </p:sp>
      <p:sp>
        <p:nvSpPr>
          <p:cNvPr id="5" name="Google Shape;644;p25">
            <a:extLst>
              <a:ext uri="{FF2B5EF4-FFF2-40B4-BE49-F238E27FC236}">
                <a16:creationId xmlns:a16="http://schemas.microsoft.com/office/drawing/2014/main" id="{726E2788-5AF8-6047-A4C5-AB7BB9863BB9}"/>
              </a:ext>
            </a:extLst>
          </p:cNvPr>
          <p:cNvSpPr/>
          <p:nvPr/>
        </p:nvSpPr>
        <p:spPr>
          <a:xfrm>
            <a:off x="2" y="2"/>
            <a:ext cx="403373" cy="496797"/>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None/>
            </a:pPr>
            <a:endParaRPr sz="1867" b="0" i="0" u="none" strike="noStrike" cap="none" dirty="0">
              <a:solidFill>
                <a:schemeClr val="dk1"/>
              </a:solidFill>
              <a:latin typeface="Calibri"/>
              <a:ea typeface="Calibri"/>
              <a:cs typeface="Calibri"/>
              <a:sym typeface="Calibri"/>
            </a:endParaRPr>
          </a:p>
        </p:txBody>
      </p:sp>
      <p:sp>
        <p:nvSpPr>
          <p:cNvPr id="6" name="Google Shape;645;p25">
            <a:extLst>
              <a:ext uri="{FF2B5EF4-FFF2-40B4-BE49-F238E27FC236}">
                <a16:creationId xmlns:a16="http://schemas.microsoft.com/office/drawing/2014/main" id="{55EEA4CC-32F0-D547-B974-D0600AAFDFBE}"/>
              </a:ext>
            </a:extLst>
          </p:cNvPr>
          <p:cNvSpPr/>
          <p:nvPr/>
        </p:nvSpPr>
        <p:spPr>
          <a:xfrm>
            <a:off x="11792595" y="6494883"/>
            <a:ext cx="304800" cy="306000"/>
          </a:xfrm>
          <a:prstGeom prst="ellipse">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fld id="{00000000-1234-1234-1234-123412341234}" type="slidenum">
              <a:rPr lang="en" sz="933">
                <a:solidFill>
                  <a:schemeClr val="dk1"/>
                </a:solidFill>
                <a:latin typeface="Calibri"/>
                <a:ea typeface="Calibri"/>
                <a:cs typeface="Calibri"/>
                <a:sym typeface="Calibri"/>
              </a:rPr>
              <a:pPr marL="0" marR="0" lvl="0" indent="0" algn="r" rtl="0">
                <a:spcBef>
                  <a:spcPts val="0"/>
                </a:spcBef>
                <a:spcAft>
                  <a:spcPts val="0"/>
                </a:spcAft>
                <a:buNone/>
              </a:pPr>
              <a:t>‹#›</a:t>
            </a:fld>
            <a:endParaRPr sz="933" dirty="0">
              <a:solidFill>
                <a:schemeClr val="dk1"/>
              </a:solidFill>
              <a:latin typeface="Calibri"/>
              <a:ea typeface="Calibri"/>
              <a:cs typeface="Calibri"/>
              <a:sym typeface="Calibri"/>
            </a:endParaRPr>
          </a:p>
        </p:txBody>
      </p:sp>
      <p:sp>
        <p:nvSpPr>
          <p:cNvPr id="7" name="Google Shape;652;p25">
            <a:extLst>
              <a:ext uri="{FF2B5EF4-FFF2-40B4-BE49-F238E27FC236}">
                <a16:creationId xmlns:a16="http://schemas.microsoft.com/office/drawing/2014/main" id="{8CEC5513-470B-5B4B-898C-B7520857723A}"/>
              </a:ext>
            </a:extLst>
          </p:cNvPr>
          <p:cNvSpPr>
            <a:spLocks noGrp="1"/>
          </p:cNvSpPr>
          <p:nvPr>
            <p:ph type="pic" idx="2"/>
          </p:nvPr>
        </p:nvSpPr>
        <p:spPr>
          <a:xfrm>
            <a:off x="957133" y="2331959"/>
            <a:ext cx="1341200" cy="1341200"/>
          </a:xfrm>
          <a:prstGeom prst="ellipse">
            <a:avLst/>
          </a:prstGeom>
          <a:noFill/>
          <a:ln w="25400" cap="flat" cmpd="sng">
            <a:solidFill>
              <a:schemeClr val="bg2"/>
            </a:solidFill>
            <a:prstDash val="solid"/>
            <a:round/>
            <a:headEnd type="none" w="sm" len="sm"/>
            <a:tailEnd type="none" w="sm" len="sm"/>
          </a:ln>
        </p:spPr>
        <p:txBody>
          <a:bodyPr anchor="ctr"/>
          <a:lstStyle>
            <a:lvl1pPr marL="8466" indent="0" algn="ctr">
              <a:buNone/>
              <a:tabLst/>
              <a:defRPr sz="1867">
                <a:solidFill>
                  <a:schemeClr val="bg1"/>
                </a:solidFill>
                <a:latin typeface="+mn-lt"/>
              </a:defRPr>
            </a:lvl1pPr>
          </a:lstStyle>
          <a:p>
            <a:r>
              <a:rPr lang="en-US" dirty="0"/>
              <a:t>Click icon to add picture</a:t>
            </a:r>
          </a:p>
        </p:txBody>
      </p:sp>
      <p:sp>
        <p:nvSpPr>
          <p:cNvPr id="8" name="Google Shape;653;p25">
            <a:extLst>
              <a:ext uri="{FF2B5EF4-FFF2-40B4-BE49-F238E27FC236}">
                <a16:creationId xmlns:a16="http://schemas.microsoft.com/office/drawing/2014/main" id="{7E9704F9-E3B8-7342-B392-04D403537189}"/>
              </a:ext>
            </a:extLst>
          </p:cNvPr>
          <p:cNvSpPr/>
          <p:nvPr/>
        </p:nvSpPr>
        <p:spPr>
          <a:xfrm rot="5400000" flipH="1">
            <a:off x="1192305" y="2553705"/>
            <a:ext cx="870856" cy="1741712"/>
          </a:xfrm>
          <a:custGeom>
            <a:avLst/>
            <a:gdLst/>
            <a:ahLst/>
            <a:cxnLst/>
            <a:rect l="l" t="t" r="r" b="b"/>
            <a:pathLst>
              <a:path w="870856" h="1741712" extrusionOk="0">
                <a:moveTo>
                  <a:pt x="870856" y="0"/>
                </a:moveTo>
                <a:lnTo>
                  <a:pt x="870856" y="96856"/>
                </a:lnTo>
                <a:cubicBezTo>
                  <a:pt x="443388" y="96856"/>
                  <a:pt x="96856" y="443388"/>
                  <a:pt x="96856" y="870856"/>
                </a:cubicBezTo>
                <a:cubicBezTo>
                  <a:pt x="96856" y="1298324"/>
                  <a:pt x="443388" y="1644856"/>
                  <a:pt x="870856" y="1644856"/>
                </a:cubicBezTo>
                <a:lnTo>
                  <a:pt x="870856" y="1741712"/>
                </a:lnTo>
                <a:cubicBezTo>
                  <a:pt x="389896" y="1741712"/>
                  <a:pt x="0" y="1351816"/>
                  <a:pt x="0" y="870856"/>
                </a:cubicBezTo>
                <a:cubicBezTo>
                  <a:pt x="0" y="389896"/>
                  <a:pt x="389896" y="0"/>
                  <a:pt x="870856" y="0"/>
                </a:cubicBezTo>
                <a:close/>
              </a:path>
            </a:pathLst>
          </a:cu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mn-lt"/>
              <a:ea typeface="Calibri"/>
              <a:cs typeface="Calibri"/>
              <a:sym typeface="Calibri"/>
            </a:endParaRPr>
          </a:p>
        </p:txBody>
      </p:sp>
      <p:cxnSp>
        <p:nvCxnSpPr>
          <p:cNvPr id="9" name="Google Shape;654;p25">
            <a:extLst>
              <a:ext uri="{FF2B5EF4-FFF2-40B4-BE49-F238E27FC236}">
                <a16:creationId xmlns:a16="http://schemas.microsoft.com/office/drawing/2014/main" id="{A61BF22D-1DAB-494B-A154-C5C74E1DEA69}"/>
              </a:ext>
            </a:extLst>
          </p:cNvPr>
          <p:cNvCxnSpPr/>
          <p:nvPr/>
        </p:nvCxnSpPr>
        <p:spPr>
          <a:xfrm>
            <a:off x="827533" y="4777769"/>
            <a:ext cx="1600400" cy="0"/>
          </a:xfrm>
          <a:prstGeom prst="straightConnector1">
            <a:avLst/>
          </a:prstGeom>
          <a:noFill/>
          <a:ln w="9525" cap="flat" cmpd="sng">
            <a:solidFill>
              <a:srgbClr val="A2A2A2"/>
            </a:solidFill>
            <a:prstDash val="solid"/>
            <a:miter lim="800000"/>
            <a:headEnd type="none" w="sm" len="sm"/>
            <a:tailEnd type="none" w="sm" len="sm"/>
          </a:ln>
        </p:spPr>
      </p:cxnSp>
      <p:sp>
        <p:nvSpPr>
          <p:cNvPr id="10" name="Google Shape;658;p25">
            <a:extLst>
              <a:ext uri="{FF2B5EF4-FFF2-40B4-BE49-F238E27FC236}">
                <a16:creationId xmlns:a16="http://schemas.microsoft.com/office/drawing/2014/main" id="{EE76A93E-A0D6-F147-B1C1-FE49CCD1D2B7}"/>
              </a:ext>
            </a:extLst>
          </p:cNvPr>
          <p:cNvSpPr>
            <a:spLocks noGrp="1"/>
          </p:cNvSpPr>
          <p:nvPr>
            <p:ph type="pic" idx="5"/>
          </p:nvPr>
        </p:nvSpPr>
        <p:spPr>
          <a:xfrm>
            <a:off x="3191267" y="2331959"/>
            <a:ext cx="1341200" cy="1341200"/>
          </a:xfrm>
          <a:prstGeom prst="ellipse">
            <a:avLst/>
          </a:prstGeom>
          <a:noFill/>
          <a:ln w="25400" cap="flat" cmpd="sng">
            <a:solidFill>
              <a:schemeClr val="bg2"/>
            </a:solidFill>
            <a:prstDash val="solid"/>
            <a:round/>
            <a:headEnd type="none" w="sm" len="sm"/>
            <a:tailEnd type="none" w="sm" len="sm"/>
          </a:ln>
        </p:spPr>
        <p:txBody>
          <a:bodyPr anchor="ctr"/>
          <a:lstStyle>
            <a:lvl1pPr marL="8466" indent="0" algn="ctr">
              <a:buNone/>
              <a:tabLst/>
              <a:defRPr sz="1867">
                <a:solidFill>
                  <a:schemeClr val="bg1"/>
                </a:solidFill>
                <a:latin typeface="+mn-lt"/>
              </a:defRPr>
            </a:lvl1pPr>
          </a:lstStyle>
          <a:p>
            <a:r>
              <a:rPr lang="en-US" dirty="0"/>
              <a:t>Click icon to add picture</a:t>
            </a:r>
          </a:p>
        </p:txBody>
      </p:sp>
      <p:sp>
        <p:nvSpPr>
          <p:cNvPr id="11" name="Google Shape;659;p25">
            <a:extLst>
              <a:ext uri="{FF2B5EF4-FFF2-40B4-BE49-F238E27FC236}">
                <a16:creationId xmlns:a16="http://schemas.microsoft.com/office/drawing/2014/main" id="{E91DF743-92DC-444E-AC24-18CCEC247287}"/>
              </a:ext>
            </a:extLst>
          </p:cNvPr>
          <p:cNvSpPr/>
          <p:nvPr/>
        </p:nvSpPr>
        <p:spPr>
          <a:xfrm rot="5400000" flipH="1">
            <a:off x="3426439" y="2553705"/>
            <a:ext cx="870856" cy="1741712"/>
          </a:xfrm>
          <a:custGeom>
            <a:avLst/>
            <a:gdLst/>
            <a:ahLst/>
            <a:cxnLst/>
            <a:rect l="l" t="t" r="r" b="b"/>
            <a:pathLst>
              <a:path w="870856" h="1741712" extrusionOk="0">
                <a:moveTo>
                  <a:pt x="870856" y="0"/>
                </a:moveTo>
                <a:lnTo>
                  <a:pt x="870856" y="96856"/>
                </a:lnTo>
                <a:cubicBezTo>
                  <a:pt x="443388" y="96856"/>
                  <a:pt x="96856" y="443388"/>
                  <a:pt x="96856" y="870856"/>
                </a:cubicBezTo>
                <a:cubicBezTo>
                  <a:pt x="96856" y="1298324"/>
                  <a:pt x="443388" y="1644856"/>
                  <a:pt x="870856" y="1644856"/>
                </a:cubicBezTo>
                <a:lnTo>
                  <a:pt x="870856" y="1741712"/>
                </a:lnTo>
                <a:cubicBezTo>
                  <a:pt x="389896" y="1741712"/>
                  <a:pt x="0" y="1351816"/>
                  <a:pt x="0" y="870856"/>
                </a:cubicBezTo>
                <a:cubicBezTo>
                  <a:pt x="0" y="389896"/>
                  <a:pt x="389896" y="0"/>
                  <a:pt x="870856" y="0"/>
                </a:cubicBezTo>
                <a:close/>
              </a:path>
            </a:pathLst>
          </a:cu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mn-lt"/>
              <a:ea typeface="Calibri"/>
              <a:cs typeface="Calibri"/>
              <a:sym typeface="Calibri"/>
            </a:endParaRPr>
          </a:p>
        </p:txBody>
      </p:sp>
      <p:cxnSp>
        <p:nvCxnSpPr>
          <p:cNvPr id="12" name="Google Shape;660;p25">
            <a:extLst>
              <a:ext uri="{FF2B5EF4-FFF2-40B4-BE49-F238E27FC236}">
                <a16:creationId xmlns:a16="http://schemas.microsoft.com/office/drawing/2014/main" id="{D952A12B-D43A-5C4D-B411-0D38DEC6C69F}"/>
              </a:ext>
            </a:extLst>
          </p:cNvPr>
          <p:cNvCxnSpPr/>
          <p:nvPr/>
        </p:nvCxnSpPr>
        <p:spPr>
          <a:xfrm>
            <a:off x="3061667" y="4777769"/>
            <a:ext cx="1600400" cy="0"/>
          </a:xfrm>
          <a:prstGeom prst="straightConnector1">
            <a:avLst/>
          </a:prstGeom>
          <a:noFill/>
          <a:ln w="9525" cap="flat" cmpd="sng">
            <a:solidFill>
              <a:srgbClr val="A2A2A2"/>
            </a:solidFill>
            <a:prstDash val="solid"/>
            <a:miter lim="800000"/>
            <a:headEnd type="none" w="sm" len="sm"/>
            <a:tailEnd type="none" w="sm" len="sm"/>
          </a:ln>
        </p:spPr>
      </p:cxnSp>
      <p:sp>
        <p:nvSpPr>
          <p:cNvPr id="13" name="Google Shape;664;p25">
            <a:extLst>
              <a:ext uri="{FF2B5EF4-FFF2-40B4-BE49-F238E27FC236}">
                <a16:creationId xmlns:a16="http://schemas.microsoft.com/office/drawing/2014/main" id="{F4906338-44F7-384D-B11E-39F21973644E}"/>
              </a:ext>
            </a:extLst>
          </p:cNvPr>
          <p:cNvSpPr>
            <a:spLocks noGrp="1"/>
          </p:cNvSpPr>
          <p:nvPr>
            <p:ph type="pic" idx="9"/>
          </p:nvPr>
        </p:nvSpPr>
        <p:spPr>
          <a:xfrm>
            <a:off x="5425400" y="2331959"/>
            <a:ext cx="1341200" cy="1341200"/>
          </a:xfrm>
          <a:prstGeom prst="ellipse">
            <a:avLst/>
          </a:prstGeom>
          <a:noFill/>
          <a:ln w="25400" cap="flat" cmpd="sng">
            <a:solidFill>
              <a:schemeClr val="bg2"/>
            </a:solidFill>
            <a:prstDash val="solid"/>
            <a:round/>
            <a:headEnd type="none" w="sm" len="sm"/>
            <a:tailEnd type="none" w="sm" len="sm"/>
          </a:ln>
        </p:spPr>
        <p:txBody>
          <a:bodyPr anchor="ctr"/>
          <a:lstStyle>
            <a:lvl1pPr marL="8466" indent="0" algn="ctr">
              <a:buNone/>
              <a:tabLst/>
              <a:defRPr sz="1867">
                <a:solidFill>
                  <a:schemeClr val="bg1"/>
                </a:solidFill>
                <a:latin typeface="+mn-lt"/>
              </a:defRPr>
            </a:lvl1pPr>
          </a:lstStyle>
          <a:p>
            <a:r>
              <a:rPr lang="en-US" dirty="0"/>
              <a:t>Click icon to add picture</a:t>
            </a:r>
          </a:p>
        </p:txBody>
      </p:sp>
      <p:sp>
        <p:nvSpPr>
          <p:cNvPr id="14" name="Google Shape;665;p25">
            <a:extLst>
              <a:ext uri="{FF2B5EF4-FFF2-40B4-BE49-F238E27FC236}">
                <a16:creationId xmlns:a16="http://schemas.microsoft.com/office/drawing/2014/main" id="{13994AAF-A805-C144-B62F-D9CBB1BF764A}"/>
              </a:ext>
            </a:extLst>
          </p:cNvPr>
          <p:cNvSpPr/>
          <p:nvPr/>
        </p:nvSpPr>
        <p:spPr>
          <a:xfrm rot="5400000" flipH="1">
            <a:off x="5660572" y="2553705"/>
            <a:ext cx="870856" cy="1741712"/>
          </a:xfrm>
          <a:custGeom>
            <a:avLst/>
            <a:gdLst/>
            <a:ahLst/>
            <a:cxnLst/>
            <a:rect l="l" t="t" r="r" b="b"/>
            <a:pathLst>
              <a:path w="870856" h="1741712" extrusionOk="0">
                <a:moveTo>
                  <a:pt x="870856" y="0"/>
                </a:moveTo>
                <a:lnTo>
                  <a:pt x="870856" y="96856"/>
                </a:lnTo>
                <a:cubicBezTo>
                  <a:pt x="443388" y="96856"/>
                  <a:pt x="96856" y="443388"/>
                  <a:pt x="96856" y="870856"/>
                </a:cubicBezTo>
                <a:cubicBezTo>
                  <a:pt x="96856" y="1298324"/>
                  <a:pt x="443388" y="1644856"/>
                  <a:pt x="870856" y="1644856"/>
                </a:cubicBezTo>
                <a:lnTo>
                  <a:pt x="870856" y="1741712"/>
                </a:lnTo>
                <a:cubicBezTo>
                  <a:pt x="389896" y="1741712"/>
                  <a:pt x="0" y="1351816"/>
                  <a:pt x="0" y="870856"/>
                </a:cubicBezTo>
                <a:cubicBezTo>
                  <a:pt x="0" y="389896"/>
                  <a:pt x="389896" y="0"/>
                  <a:pt x="870856" y="0"/>
                </a:cubicBezTo>
                <a:close/>
              </a:path>
            </a:pathLst>
          </a:cu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mn-lt"/>
              <a:ea typeface="Calibri"/>
              <a:cs typeface="Calibri"/>
              <a:sym typeface="Calibri"/>
            </a:endParaRPr>
          </a:p>
        </p:txBody>
      </p:sp>
      <p:cxnSp>
        <p:nvCxnSpPr>
          <p:cNvPr id="15" name="Google Shape;666;p25">
            <a:extLst>
              <a:ext uri="{FF2B5EF4-FFF2-40B4-BE49-F238E27FC236}">
                <a16:creationId xmlns:a16="http://schemas.microsoft.com/office/drawing/2014/main" id="{1CDB73E0-59A6-774A-95C6-0F324107137F}"/>
              </a:ext>
            </a:extLst>
          </p:cNvPr>
          <p:cNvCxnSpPr/>
          <p:nvPr/>
        </p:nvCxnSpPr>
        <p:spPr>
          <a:xfrm>
            <a:off x="5295800" y="4777769"/>
            <a:ext cx="1600400" cy="0"/>
          </a:xfrm>
          <a:prstGeom prst="straightConnector1">
            <a:avLst/>
          </a:prstGeom>
          <a:noFill/>
          <a:ln w="9525" cap="flat" cmpd="sng">
            <a:solidFill>
              <a:srgbClr val="A2A2A2"/>
            </a:solidFill>
            <a:prstDash val="solid"/>
            <a:miter lim="800000"/>
            <a:headEnd type="none" w="sm" len="sm"/>
            <a:tailEnd type="none" w="sm" len="sm"/>
          </a:ln>
        </p:spPr>
      </p:cxnSp>
      <p:sp>
        <p:nvSpPr>
          <p:cNvPr id="16" name="Google Shape;670;p25">
            <a:extLst>
              <a:ext uri="{FF2B5EF4-FFF2-40B4-BE49-F238E27FC236}">
                <a16:creationId xmlns:a16="http://schemas.microsoft.com/office/drawing/2014/main" id="{69EE28B2-BE4A-9343-98A6-0FD0BFE0F714}"/>
              </a:ext>
            </a:extLst>
          </p:cNvPr>
          <p:cNvSpPr>
            <a:spLocks noGrp="1"/>
          </p:cNvSpPr>
          <p:nvPr>
            <p:ph type="pic" idx="16"/>
          </p:nvPr>
        </p:nvSpPr>
        <p:spPr>
          <a:xfrm>
            <a:off x="7659533" y="2331959"/>
            <a:ext cx="1341200" cy="1341200"/>
          </a:xfrm>
          <a:prstGeom prst="ellipse">
            <a:avLst/>
          </a:prstGeom>
          <a:noFill/>
          <a:ln w="25400" cap="flat" cmpd="sng">
            <a:solidFill>
              <a:schemeClr val="bg2"/>
            </a:solidFill>
            <a:prstDash val="solid"/>
            <a:round/>
            <a:headEnd type="none" w="sm" len="sm"/>
            <a:tailEnd type="none" w="sm" len="sm"/>
          </a:ln>
        </p:spPr>
        <p:txBody>
          <a:bodyPr anchor="ctr"/>
          <a:lstStyle>
            <a:lvl1pPr marL="8466" indent="0" algn="ctr">
              <a:buNone/>
              <a:tabLst/>
              <a:defRPr sz="1867">
                <a:solidFill>
                  <a:schemeClr val="bg1"/>
                </a:solidFill>
                <a:latin typeface="+mn-lt"/>
              </a:defRPr>
            </a:lvl1pPr>
          </a:lstStyle>
          <a:p>
            <a:r>
              <a:rPr lang="en-US" dirty="0"/>
              <a:t>Click icon to add picture</a:t>
            </a:r>
          </a:p>
        </p:txBody>
      </p:sp>
      <p:sp>
        <p:nvSpPr>
          <p:cNvPr id="17" name="Google Shape;671;p25">
            <a:extLst>
              <a:ext uri="{FF2B5EF4-FFF2-40B4-BE49-F238E27FC236}">
                <a16:creationId xmlns:a16="http://schemas.microsoft.com/office/drawing/2014/main" id="{7910AD93-08CD-164F-B896-80D9CAFF6172}"/>
              </a:ext>
            </a:extLst>
          </p:cNvPr>
          <p:cNvSpPr/>
          <p:nvPr/>
        </p:nvSpPr>
        <p:spPr>
          <a:xfrm rot="5400000" flipH="1">
            <a:off x="7894705" y="2553705"/>
            <a:ext cx="870856" cy="1741712"/>
          </a:xfrm>
          <a:custGeom>
            <a:avLst/>
            <a:gdLst/>
            <a:ahLst/>
            <a:cxnLst/>
            <a:rect l="l" t="t" r="r" b="b"/>
            <a:pathLst>
              <a:path w="870856" h="1741712" extrusionOk="0">
                <a:moveTo>
                  <a:pt x="870856" y="0"/>
                </a:moveTo>
                <a:lnTo>
                  <a:pt x="870856" y="96856"/>
                </a:lnTo>
                <a:cubicBezTo>
                  <a:pt x="443388" y="96856"/>
                  <a:pt x="96856" y="443388"/>
                  <a:pt x="96856" y="870856"/>
                </a:cubicBezTo>
                <a:cubicBezTo>
                  <a:pt x="96856" y="1298324"/>
                  <a:pt x="443388" y="1644856"/>
                  <a:pt x="870856" y="1644856"/>
                </a:cubicBezTo>
                <a:lnTo>
                  <a:pt x="870856" y="1741712"/>
                </a:lnTo>
                <a:cubicBezTo>
                  <a:pt x="389896" y="1741712"/>
                  <a:pt x="0" y="1351816"/>
                  <a:pt x="0" y="870856"/>
                </a:cubicBezTo>
                <a:cubicBezTo>
                  <a:pt x="0" y="389896"/>
                  <a:pt x="389896" y="0"/>
                  <a:pt x="870856" y="0"/>
                </a:cubicBezTo>
                <a:close/>
              </a:path>
            </a:pathLst>
          </a:cu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mn-lt"/>
              <a:ea typeface="Calibri"/>
              <a:cs typeface="Calibri"/>
              <a:sym typeface="Calibri"/>
            </a:endParaRPr>
          </a:p>
        </p:txBody>
      </p:sp>
      <p:cxnSp>
        <p:nvCxnSpPr>
          <p:cNvPr id="18" name="Google Shape;672;p25">
            <a:extLst>
              <a:ext uri="{FF2B5EF4-FFF2-40B4-BE49-F238E27FC236}">
                <a16:creationId xmlns:a16="http://schemas.microsoft.com/office/drawing/2014/main" id="{FB1E421E-522F-3D43-80DD-FEA31355DB7A}"/>
              </a:ext>
            </a:extLst>
          </p:cNvPr>
          <p:cNvCxnSpPr/>
          <p:nvPr/>
        </p:nvCxnSpPr>
        <p:spPr>
          <a:xfrm>
            <a:off x="7529933" y="4777769"/>
            <a:ext cx="1600400" cy="0"/>
          </a:xfrm>
          <a:prstGeom prst="straightConnector1">
            <a:avLst/>
          </a:prstGeom>
          <a:noFill/>
          <a:ln w="9525" cap="flat" cmpd="sng">
            <a:solidFill>
              <a:srgbClr val="A2A2A2"/>
            </a:solidFill>
            <a:prstDash val="solid"/>
            <a:miter lim="800000"/>
            <a:headEnd type="none" w="sm" len="sm"/>
            <a:tailEnd type="none" w="sm" len="sm"/>
          </a:ln>
        </p:spPr>
      </p:cxnSp>
      <p:sp>
        <p:nvSpPr>
          <p:cNvPr id="19" name="Google Shape;676;p25">
            <a:extLst>
              <a:ext uri="{FF2B5EF4-FFF2-40B4-BE49-F238E27FC236}">
                <a16:creationId xmlns:a16="http://schemas.microsoft.com/office/drawing/2014/main" id="{AA6535A7-68D8-6E40-939F-F877714C8E5C}"/>
              </a:ext>
            </a:extLst>
          </p:cNvPr>
          <p:cNvSpPr>
            <a:spLocks noGrp="1"/>
          </p:cNvSpPr>
          <p:nvPr>
            <p:ph type="pic" idx="20"/>
          </p:nvPr>
        </p:nvSpPr>
        <p:spPr>
          <a:xfrm>
            <a:off x="9893667" y="2331959"/>
            <a:ext cx="1341200" cy="1341200"/>
          </a:xfrm>
          <a:prstGeom prst="ellipse">
            <a:avLst/>
          </a:prstGeom>
          <a:noFill/>
          <a:ln w="25400" cap="flat" cmpd="sng">
            <a:solidFill>
              <a:schemeClr val="bg2"/>
            </a:solidFill>
            <a:prstDash val="solid"/>
            <a:round/>
            <a:headEnd type="none" w="sm" len="sm"/>
            <a:tailEnd type="none" w="sm" len="sm"/>
          </a:ln>
        </p:spPr>
        <p:txBody>
          <a:bodyPr anchor="ctr"/>
          <a:lstStyle>
            <a:lvl1pPr marL="8466" indent="0" algn="ctr">
              <a:buNone/>
              <a:tabLst/>
              <a:defRPr sz="1867">
                <a:solidFill>
                  <a:schemeClr val="bg1"/>
                </a:solidFill>
                <a:latin typeface="+mn-lt"/>
              </a:defRPr>
            </a:lvl1pPr>
          </a:lstStyle>
          <a:p>
            <a:r>
              <a:rPr lang="en-US" dirty="0"/>
              <a:t>Click icon to add picture</a:t>
            </a:r>
          </a:p>
        </p:txBody>
      </p:sp>
      <p:sp>
        <p:nvSpPr>
          <p:cNvPr id="20" name="Google Shape;677;p25">
            <a:extLst>
              <a:ext uri="{FF2B5EF4-FFF2-40B4-BE49-F238E27FC236}">
                <a16:creationId xmlns:a16="http://schemas.microsoft.com/office/drawing/2014/main" id="{FFED4CA8-AC39-8240-81C7-C61B1EBCB9C3}"/>
              </a:ext>
            </a:extLst>
          </p:cNvPr>
          <p:cNvSpPr/>
          <p:nvPr/>
        </p:nvSpPr>
        <p:spPr>
          <a:xfrm rot="5400000" flipH="1">
            <a:off x="10128839" y="2553705"/>
            <a:ext cx="870856" cy="1741712"/>
          </a:xfrm>
          <a:custGeom>
            <a:avLst/>
            <a:gdLst/>
            <a:ahLst/>
            <a:cxnLst/>
            <a:rect l="l" t="t" r="r" b="b"/>
            <a:pathLst>
              <a:path w="870856" h="1741712" extrusionOk="0">
                <a:moveTo>
                  <a:pt x="870856" y="0"/>
                </a:moveTo>
                <a:lnTo>
                  <a:pt x="870856" y="96856"/>
                </a:lnTo>
                <a:cubicBezTo>
                  <a:pt x="443388" y="96856"/>
                  <a:pt x="96856" y="443388"/>
                  <a:pt x="96856" y="870856"/>
                </a:cubicBezTo>
                <a:cubicBezTo>
                  <a:pt x="96856" y="1298324"/>
                  <a:pt x="443388" y="1644856"/>
                  <a:pt x="870856" y="1644856"/>
                </a:cubicBezTo>
                <a:lnTo>
                  <a:pt x="870856" y="1741712"/>
                </a:lnTo>
                <a:cubicBezTo>
                  <a:pt x="389896" y="1741712"/>
                  <a:pt x="0" y="1351816"/>
                  <a:pt x="0" y="870856"/>
                </a:cubicBezTo>
                <a:cubicBezTo>
                  <a:pt x="0" y="389896"/>
                  <a:pt x="389896" y="0"/>
                  <a:pt x="870856" y="0"/>
                </a:cubicBezTo>
                <a:close/>
              </a:path>
            </a:pathLst>
          </a:cu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mn-lt"/>
              <a:ea typeface="Calibri"/>
              <a:cs typeface="Calibri"/>
              <a:sym typeface="Calibri"/>
            </a:endParaRPr>
          </a:p>
        </p:txBody>
      </p:sp>
      <p:cxnSp>
        <p:nvCxnSpPr>
          <p:cNvPr id="21" name="Google Shape;678;p25">
            <a:extLst>
              <a:ext uri="{FF2B5EF4-FFF2-40B4-BE49-F238E27FC236}">
                <a16:creationId xmlns:a16="http://schemas.microsoft.com/office/drawing/2014/main" id="{84EA7B63-96B6-8C4B-8ACF-FC2347D60B7C}"/>
              </a:ext>
            </a:extLst>
          </p:cNvPr>
          <p:cNvCxnSpPr/>
          <p:nvPr/>
        </p:nvCxnSpPr>
        <p:spPr>
          <a:xfrm>
            <a:off x="9764067" y="4777769"/>
            <a:ext cx="1600400" cy="0"/>
          </a:xfrm>
          <a:prstGeom prst="straightConnector1">
            <a:avLst/>
          </a:prstGeom>
          <a:noFill/>
          <a:ln w="9525" cap="flat" cmpd="sng">
            <a:solidFill>
              <a:srgbClr val="A2A2A2"/>
            </a:solidFill>
            <a:prstDash val="solid"/>
            <a:miter lim="800000"/>
            <a:headEnd type="none" w="sm" len="sm"/>
            <a:tailEnd type="none" w="sm" len="sm"/>
          </a:ln>
        </p:spPr>
      </p:cxnSp>
      <p:grpSp>
        <p:nvGrpSpPr>
          <p:cNvPr id="22" name="Group 21">
            <a:extLst>
              <a:ext uri="{FF2B5EF4-FFF2-40B4-BE49-F238E27FC236}">
                <a16:creationId xmlns:a16="http://schemas.microsoft.com/office/drawing/2014/main" id="{1546F561-49EE-0947-AEC2-5235BA4F32F2}"/>
              </a:ext>
            </a:extLst>
          </p:cNvPr>
          <p:cNvGrpSpPr/>
          <p:nvPr/>
        </p:nvGrpSpPr>
        <p:grpSpPr>
          <a:xfrm>
            <a:off x="1" y="6814800"/>
            <a:ext cx="12179567" cy="43200"/>
            <a:chOff x="0" y="5111100"/>
            <a:chExt cx="9134675" cy="32400"/>
          </a:xfrm>
        </p:grpSpPr>
        <p:sp>
          <p:nvSpPr>
            <p:cNvPr id="23" name="Google Shape;455;p14">
              <a:extLst>
                <a:ext uri="{FF2B5EF4-FFF2-40B4-BE49-F238E27FC236}">
                  <a16:creationId xmlns:a16="http://schemas.microsoft.com/office/drawing/2014/main" id="{05B5FCF6-79F9-5A48-B21F-A36058962404}"/>
                </a:ext>
              </a:extLst>
            </p:cNvPr>
            <p:cNvSpPr/>
            <p:nvPr/>
          </p:nvSpPr>
          <p:spPr>
            <a:xfrm>
              <a:off x="8939030"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24" name="Google Shape;456;p14">
              <a:extLst>
                <a:ext uri="{FF2B5EF4-FFF2-40B4-BE49-F238E27FC236}">
                  <a16:creationId xmlns:a16="http://schemas.microsoft.com/office/drawing/2014/main" id="{8F64505C-D7C4-DE40-8896-28A23AED1FF1}"/>
                </a:ext>
              </a:extLst>
            </p:cNvPr>
            <p:cNvSpPr/>
            <p:nvPr/>
          </p:nvSpPr>
          <p:spPr>
            <a:xfrm>
              <a:off x="899344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25" name="Google Shape;457;p14">
              <a:extLst>
                <a:ext uri="{FF2B5EF4-FFF2-40B4-BE49-F238E27FC236}">
                  <a16:creationId xmlns:a16="http://schemas.microsoft.com/office/drawing/2014/main" id="{A85C269A-512A-F442-B098-E4CF1BFD27FA}"/>
                </a:ext>
              </a:extLst>
            </p:cNvPr>
            <p:cNvSpPr/>
            <p:nvPr/>
          </p:nvSpPr>
          <p:spPr>
            <a:xfrm>
              <a:off x="910227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26" name="Google Shape;458;p14">
              <a:extLst>
                <a:ext uri="{FF2B5EF4-FFF2-40B4-BE49-F238E27FC236}">
                  <a16:creationId xmlns:a16="http://schemas.microsoft.com/office/drawing/2014/main" id="{3DD183E1-6F3E-5046-ADE2-23349D607A49}"/>
                </a:ext>
              </a:extLst>
            </p:cNvPr>
            <p:cNvSpPr/>
            <p:nvPr/>
          </p:nvSpPr>
          <p:spPr>
            <a:xfrm>
              <a:off x="888461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27" name="Google Shape;459;p14">
              <a:extLst>
                <a:ext uri="{FF2B5EF4-FFF2-40B4-BE49-F238E27FC236}">
                  <a16:creationId xmlns:a16="http://schemas.microsoft.com/office/drawing/2014/main" id="{5B316768-582E-8D46-886B-07C7F728F337}"/>
                </a:ext>
              </a:extLst>
            </p:cNvPr>
            <p:cNvSpPr/>
            <p:nvPr/>
          </p:nvSpPr>
          <p:spPr>
            <a:xfrm>
              <a:off x="0" y="5112281"/>
              <a:ext cx="8862600" cy="31200"/>
            </a:xfrm>
            <a:prstGeom prst="roundRect">
              <a:avLst>
                <a:gd name="adj" fmla="val 16667"/>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28" name="Google Shape;457;p14">
              <a:extLst>
                <a:ext uri="{FF2B5EF4-FFF2-40B4-BE49-F238E27FC236}">
                  <a16:creationId xmlns:a16="http://schemas.microsoft.com/office/drawing/2014/main" id="{835EA1D6-E013-5E43-8F58-05999877B2E7}"/>
                </a:ext>
              </a:extLst>
            </p:cNvPr>
            <p:cNvSpPr/>
            <p:nvPr/>
          </p:nvSpPr>
          <p:spPr>
            <a:xfrm>
              <a:off x="9047860"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grpSp>
      <p:sp>
        <p:nvSpPr>
          <p:cNvPr id="29" name="Text Placeholder 4">
            <a:extLst>
              <a:ext uri="{FF2B5EF4-FFF2-40B4-BE49-F238E27FC236}">
                <a16:creationId xmlns:a16="http://schemas.microsoft.com/office/drawing/2014/main" id="{2E641FFB-1AA3-8141-90E6-51A63A54B55A}"/>
              </a:ext>
            </a:extLst>
          </p:cNvPr>
          <p:cNvSpPr>
            <a:spLocks noGrp="1"/>
          </p:cNvSpPr>
          <p:nvPr>
            <p:ph type="body" sz="quarter" idx="24"/>
          </p:nvPr>
        </p:nvSpPr>
        <p:spPr>
          <a:xfrm>
            <a:off x="591333" y="4067237"/>
            <a:ext cx="2072800" cy="244000"/>
          </a:xfrm>
          <a:prstGeom prst="rect">
            <a:avLst/>
          </a:prstGeom>
        </p:spPr>
        <p:txBody>
          <a:bodyPr lIns="0" tIns="0" rIns="0" bIns="0"/>
          <a:lstStyle>
            <a:lvl1pPr marL="8466" marR="0" indent="0" algn="ctr" rtl="0">
              <a:lnSpc>
                <a:spcPct val="100000"/>
              </a:lnSpc>
              <a:spcBef>
                <a:spcPts val="0"/>
              </a:spcBef>
              <a:spcAft>
                <a:spcPts val="0"/>
              </a:spcAft>
              <a:buClr>
                <a:schemeClr val="accent1"/>
              </a:buClr>
              <a:buSzPts val="1100"/>
              <a:buFont typeface="Arial"/>
              <a:buNone/>
              <a:tabLst/>
              <a:defRPr lang="en-US" sz="1467"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30" name="Text Placeholder 4">
            <a:extLst>
              <a:ext uri="{FF2B5EF4-FFF2-40B4-BE49-F238E27FC236}">
                <a16:creationId xmlns:a16="http://schemas.microsoft.com/office/drawing/2014/main" id="{9B9A0256-3DA6-5041-A8CE-647B821A79C8}"/>
              </a:ext>
            </a:extLst>
          </p:cNvPr>
          <p:cNvSpPr>
            <a:spLocks noGrp="1"/>
          </p:cNvSpPr>
          <p:nvPr>
            <p:ph type="body" sz="quarter" idx="25"/>
          </p:nvPr>
        </p:nvSpPr>
        <p:spPr>
          <a:xfrm>
            <a:off x="591333" y="4387560"/>
            <a:ext cx="2072800" cy="244000"/>
          </a:xfrm>
          <a:prstGeom prst="rect">
            <a:avLst/>
          </a:prstGeom>
        </p:spPr>
        <p:txBody>
          <a:bodyPr lIns="0" tIns="0" rIns="0" bIns="0"/>
          <a:lstStyle>
            <a:lvl1pPr marL="8466" marR="0" indent="0" algn="ctr" rtl="0">
              <a:lnSpc>
                <a:spcPct val="100000"/>
              </a:lnSpc>
              <a:spcBef>
                <a:spcPts val="0"/>
              </a:spcBef>
              <a:spcAft>
                <a:spcPts val="0"/>
              </a:spcAft>
              <a:buClr>
                <a:schemeClr val="dk1"/>
              </a:buClr>
              <a:buSzPts val="1100"/>
              <a:buFont typeface="Arial"/>
              <a:buNone/>
              <a:tabLst/>
              <a:defRPr lang="en-US" sz="1467"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31" name="Text Placeholder 4">
            <a:extLst>
              <a:ext uri="{FF2B5EF4-FFF2-40B4-BE49-F238E27FC236}">
                <a16:creationId xmlns:a16="http://schemas.microsoft.com/office/drawing/2014/main" id="{B60F17ED-4048-1149-9796-F061515E574D}"/>
              </a:ext>
            </a:extLst>
          </p:cNvPr>
          <p:cNvSpPr>
            <a:spLocks noGrp="1"/>
          </p:cNvSpPr>
          <p:nvPr>
            <p:ph type="body" sz="quarter" idx="27"/>
          </p:nvPr>
        </p:nvSpPr>
        <p:spPr>
          <a:xfrm>
            <a:off x="2825467" y="4952533"/>
            <a:ext cx="2072800" cy="244000"/>
          </a:xfrm>
          <a:prstGeom prst="rect">
            <a:avLst/>
          </a:prstGeom>
        </p:spPr>
        <p:txBody>
          <a:bodyPr lIns="0" tIns="0" rIns="0" bIns="0"/>
          <a:lstStyle>
            <a:lvl1pPr marL="8466" marR="0" indent="0" algn="ctr" rtl="0">
              <a:lnSpc>
                <a:spcPct val="100000"/>
              </a:lnSpc>
              <a:spcBef>
                <a:spcPts val="0"/>
              </a:spcBef>
              <a:spcAft>
                <a:spcPts val="0"/>
              </a:spcAft>
              <a:buClr>
                <a:schemeClr val="dk1"/>
              </a:buClr>
              <a:buSzPts val="900"/>
              <a:buFont typeface="Arial"/>
              <a:buNone/>
              <a:tabLst/>
              <a:defRPr lang="en-US" sz="1200"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32" name="Text Placeholder 4">
            <a:extLst>
              <a:ext uri="{FF2B5EF4-FFF2-40B4-BE49-F238E27FC236}">
                <a16:creationId xmlns:a16="http://schemas.microsoft.com/office/drawing/2014/main" id="{08676A73-6554-9345-A586-3B9C5EE9D5EB}"/>
              </a:ext>
            </a:extLst>
          </p:cNvPr>
          <p:cNvSpPr>
            <a:spLocks noGrp="1"/>
          </p:cNvSpPr>
          <p:nvPr>
            <p:ph type="body" sz="quarter" idx="28"/>
          </p:nvPr>
        </p:nvSpPr>
        <p:spPr>
          <a:xfrm>
            <a:off x="2825467" y="4067237"/>
            <a:ext cx="2072800" cy="244000"/>
          </a:xfrm>
          <a:prstGeom prst="rect">
            <a:avLst/>
          </a:prstGeom>
        </p:spPr>
        <p:txBody>
          <a:bodyPr lIns="0" tIns="0" rIns="0" bIns="0"/>
          <a:lstStyle>
            <a:lvl1pPr marL="8466" marR="0" indent="0" algn="ctr" rtl="0">
              <a:lnSpc>
                <a:spcPct val="100000"/>
              </a:lnSpc>
              <a:spcBef>
                <a:spcPts val="0"/>
              </a:spcBef>
              <a:spcAft>
                <a:spcPts val="0"/>
              </a:spcAft>
              <a:buClr>
                <a:schemeClr val="accent1"/>
              </a:buClr>
              <a:buSzPts val="1100"/>
              <a:buFont typeface="Arial"/>
              <a:buNone/>
              <a:tabLst/>
              <a:defRPr lang="en-US" sz="1467"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33" name="Text Placeholder 4">
            <a:extLst>
              <a:ext uri="{FF2B5EF4-FFF2-40B4-BE49-F238E27FC236}">
                <a16:creationId xmlns:a16="http://schemas.microsoft.com/office/drawing/2014/main" id="{E0713392-D8E5-6246-A0A7-249C628D5230}"/>
              </a:ext>
            </a:extLst>
          </p:cNvPr>
          <p:cNvSpPr>
            <a:spLocks noGrp="1"/>
          </p:cNvSpPr>
          <p:nvPr>
            <p:ph type="body" sz="quarter" idx="29"/>
          </p:nvPr>
        </p:nvSpPr>
        <p:spPr>
          <a:xfrm>
            <a:off x="2825467" y="4387560"/>
            <a:ext cx="2072800" cy="244000"/>
          </a:xfrm>
          <a:prstGeom prst="rect">
            <a:avLst/>
          </a:prstGeom>
        </p:spPr>
        <p:txBody>
          <a:bodyPr lIns="0" tIns="0" rIns="0" bIns="0"/>
          <a:lstStyle>
            <a:lvl1pPr marL="8466" marR="0" indent="0" algn="ctr" rtl="0">
              <a:lnSpc>
                <a:spcPct val="100000"/>
              </a:lnSpc>
              <a:spcBef>
                <a:spcPts val="0"/>
              </a:spcBef>
              <a:spcAft>
                <a:spcPts val="0"/>
              </a:spcAft>
              <a:buClr>
                <a:schemeClr val="dk1"/>
              </a:buClr>
              <a:buSzPts val="1100"/>
              <a:buFont typeface="Arial"/>
              <a:buNone/>
              <a:tabLst/>
              <a:defRPr lang="en-US" sz="1467"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34" name="Text Placeholder 4">
            <a:extLst>
              <a:ext uri="{FF2B5EF4-FFF2-40B4-BE49-F238E27FC236}">
                <a16:creationId xmlns:a16="http://schemas.microsoft.com/office/drawing/2014/main" id="{8090567B-B1C0-354B-A1E1-3D973E47EA7C}"/>
              </a:ext>
            </a:extLst>
          </p:cNvPr>
          <p:cNvSpPr>
            <a:spLocks noGrp="1"/>
          </p:cNvSpPr>
          <p:nvPr>
            <p:ph type="body" sz="quarter" idx="30"/>
          </p:nvPr>
        </p:nvSpPr>
        <p:spPr>
          <a:xfrm>
            <a:off x="5059600" y="4952533"/>
            <a:ext cx="2072800" cy="244000"/>
          </a:xfrm>
          <a:prstGeom prst="rect">
            <a:avLst/>
          </a:prstGeom>
        </p:spPr>
        <p:txBody>
          <a:bodyPr lIns="0" tIns="0" rIns="0" bIns="0"/>
          <a:lstStyle>
            <a:lvl1pPr marL="8466" marR="0" indent="0" algn="ctr" rtl="0">
              <a:lnSpc>
                <a:spcPct val="100000"/>
              </a:lnSpc>
              <a:spcBef>
                <a:spcPts val="0"/>
              </a:spcBef>
              <a:spcAft>
                <a:spcPts val="0"/>
              </a:spcAft>
              <a:buClr>
                <a:schemeClr val="dk1"/>
              </a:buClr>
              <a:buSzPts val="900"/>
              <a:buFont typeface="Arial"/>
              <a:buNone/>
              <a:tabLst/>
              <a:defRPr lang="en-US" sz="1200"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35" name="Text Placeholder 4">
            <a:extLst>
              <a:ext uri="{FF2B5EF4-FFF2-40B4-BE49-F238E27FC236}">
                <a16:creationId xmlns:a16="http://schemas.microsoft.com/office/drawing/2014/main" id="{897A5278-2343-1041-9168-327C732AA6C6}"/>
              </a:ext>
            </a:extLst>
          </p:cNvPr>
          <p:cNvSpPr>
            <a:spLocks noGrp="1"/>
          </p:cNvSpPr>
          <p:nvPr>
            <p:ph type="body" sz="quarter" idx="31"/>
          </p:nvPr>
        </p:nvSpPr>
        <p:spPr>
          <a:xfrm>
            <a:off x="5059600" y="4067237"/>
            <a:ext cx="2072800" cy="244000"/>
          </a:xfrm>
          <a:prstGeom prst="rect">
            <a:avLst/>
          </a:prstGeom>
        </p:spPr>
        <p:txBody>
          <a:bodyPr lIns="0" tIns="0" rIns="0" bIns="0"/>
          <a:lstStyle>
            <a:lvl1pPr marL="8466" marR="0" indent="0" algn="ctr" rtl="0">
              <a:lnSpc>
                <a:spcPct val="100000"/>
              </a:lnSpc>
              <a:spcBef>
                <a:spcPts val="0"/>
              </a:spcBef>
              <a:spcAft>
                <a:spcPts val="0"/>
              </a:spcAft>
              <a:buClr>
                <a:schemeClr val="accent1"/>
              </a:buClr>
              <a:buSzPts val="1100"/>
              <a:buFont typeface="Arial"/>
              <a:buNone/>
              <a:tabLst/>
              <a:defRPr lang="en-US" sz="1467"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36" name="Text Placeholder 4">
            <a:extLst>
              <a:ext uri="{FF2B5EF4-FFF2-40B4-BE49-F238E27FC236}">
                <a16:creationId xmlns:a16="http://schemas.microsoft.com/office/drawing/2014/main" id="{C4BD8D78-674D-2948-94FF-18468E26317F}"/>
              </a:ext>
            </a:extLst>
          </p:cNvPr>
          <p:cNvSpPr>
            <a:spLocks noGrp="1"/>
          </p:cNvSpPr>
          <p:nvPr>
            <p:ph type="body" sz="quarter" idx="32"/>
          </p:nvPr>
        </p:nvSpPr>
        <p:spPr>
          <a:xfrm>
            <a:off x="5059600" y="4387560"/>
            <a:ext cx="2072800" cy="244000"/>
          </a:xfrm>
          <a:prstGeom prst="rect">
            <a:avLst/>
          </a:prstGeom>
        </p:spPr>
        <p:txBody>
          <a:bodyPr lIns="0" tIns="0" rIns="0" bIns="0"/>
          <a:lstStyle>
            <a:lvl1pPr marL="8466" marR="0" indent="0" algn="ctr" rtl="0">
              <a:lnSpc>
                <a:spcPct val="100000"/>
              </a:lnSpc>
              <a:spcBef>
                <a:spcPts val="0"/>
              </a:spcBef>
              <a:spcAft>
                <a:spcPts val="0"/>
              </a:spcAft>
              <a:buClr>
                <a:schemeClr val="dk1"/>
              </a:buClr>
              <a:buSzPts val="1100"/>
              <a:buFont typeface="Arial"/>
              <a:buNone/>
              <a:tabLst/>
              <a:defRPr lang="en-US" sz="1467"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37" name="Text Placeholder 4">
            <a:extLst>
              <a:ext uri="{FF2B5EF4-FFF2-40B4-BE49-F238E27FC236}">
                <a16:creationId xmlns:a16="http://schemas.microsoft.com/office/drawing/2014/main" id="{B0764CF3-13B1-BF43-B66D-04A4BA01CE98}"/>
              </a:ext>
            </a:extLst>
          </p:cNvPr>
          <p:cNvSpPr>
            <a:spLocks noGrp="1"/>
          </p:cNvSpPr>
          <p:nvPr>
            <p:ph type="body" sz="quarter" idx="33"/>
          </p:nvPr>
        </p:nvSpPr>
        <p:spPr>
          <a:xfrm>
            <a:off x="7293733" y="4952533"/>
            <a:ext cx="2072800" cy="244000"/>
          </a:xfrm>
          <a:prstGeom prst="rect">
            <a:avLst/>
          </a:prstGeom>
        </p:spPr>
        <p:txBody>
          <a:bodyPr lIns="0" tIns="0" rIns="0" bIns="0"/>
          <a:lstStyle>
            <a:lvl1pPr marL="8466" marR="0" indent="0" algn="ctr" rtl="0">
              <a:lnSpc>
                <a:spcPct val="100000"/>
              </a:lnSpc>
              <a:spcBef>
                <a:spcPts val="0"/>
              </a:spcBef>
              <a:spcAft>
                <a:spcPts val="0"/>
              </a:spcAft>
              <a:buClr>
                <a:schemeClr val="dk1"/>
              </a:buClr>
              <a:buSzPts val="900"/>
              <a:buFont typeface="Arial"/>
              <a:buNone/>
              <a:tabLst/>
              <a:defRPr lang="en-US" sz="1200"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38" name="Text Placeholder 4">
            <a:extLst>
              <a:ext uri="{FF2B5EF4-FFF2-40B4-BE49-F238E27FC236}">
                <a16:creationId xmlns:a16="http://schemas.microsoft.com/office/drawing/2014/main" id="{2CC1BC19-F2FE-5D40-BC12-6497B62424DA}"/>
              </a:ext>
            </a:extLst>
          </p:cNvPr>
          <p:cNvSpPr>
            <a:spLocks noGrp="1"/>
          </p:cNvSpPr>
          <p:nvPr>
            <p:ph type="body" sz="quarter" idx="34"/>
          </p:nvPr>
        </p:nvSpPr>
        <p:spPr>
          <a:xfrm>
            <a:off x="7293733" y="4067237"/>
            <a:ext cx="2072800" cy="244000"/>
          </a:xfrm>
          <a:prstGeom prst="rect">
            <a:avLst/>
          </a:prstGeom>
        </p:spPr>
        <p:txBody>
          <a:bodyPr lIns="0" tIns="0" rIns="0" bIns="0"/>
          <a:lstStyle>
            <a:lvl1pPr marL="8466" marR="0" indent="0" algn="ctr" rtl="0">
              <a:lnSpc>
                <a:spcPct val="100000"/>
              </a:lnSpc>
              <a:spcBef>
                <a:spcPts val="0"/>
              </a:spcBef>
              <a:spcAft>
                <a:spcPts val="0"/>
              </a:spcAft>
              <a:buClr>
                <a:schemeClr val="accent1"/>
              </a:buClr>
              <a:buSzPts val="1100"/>
              <a:buFont typeface="Arial"/>
              <a:buNone/>
              <a:tabLst/>
              <a:defRPr lang="en-US" sz="1467"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39" name="Text Placeholder 4">
            <a:extLst>
              <a:ext uri="{FF2B5EF4-FFF2-40B4-BE49-F238E27FC236}">
                <a16:creationId xmlns:a16="http://schemas.microsoft.com/office/drawing/2014/main" id="{190EFB85-46D9-354B-9795-5E50533779DD}"/>
              </a:ext>
            </a:extLst>
          </p:cNvPr>
          <p:cNvSpPr>
            <a:spLocks noGrp="1"/>
          </p:cNvSpPr>
          <p:nvPr>
            <p:ph type="body" sz="quarter" idx="35"/>
          </p:nvPr>
        </p:nvSpPr>
        <p:spPr>
          <a:xfrm>
            <a:off x="7293733" y="4387560"/>
            <a:ext cx="2072800" cy="244000"/>
          </a:xfrm>
          <a:prstGeom prst="rect">
            <a:avLst/>
          </a:prstGeom>
        </p:spPr>
        <p:txBody>
          <a:bodyPr lIns="0" tIns="0" rIns="0" bIns="0"/>
          <a:lstStyle>
            <a:lvl1pPr marL="8466" marR="0" indent="0" algn="ctr" rtl="0">
              <a:lnSpc>
                <a:spcPct val="100000"/>
              </a:lnSpc>
              <a:spcBef>
                <a:spcPts val="0"/>
              </a:spcBef>
              <a:spcAft>
                <a:spcPts val="0"/>
              </a:spcAft>
              <a:buClr>
                <a:schemeClr val="dk1"/>
              </a:buClr>
              <a:buSzPts val="1100"/>
              <a:buFont typeface="Arial"/>
              <a:buNone/>
              <a:tabLst/>
              <a:defRPr lang="en-US" sz="1467"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40" name="Text Placeholder 4">
            <a:extLst>
              <a:ext uri="{FF2B5EF4-FFF2-40B4-BE49-F238E27FC236}">
                <a16:creationId xmlns:a16="http://schemas.microsoft.com/office/drawing/2014/main" id="{43844D30-824B-2248-B2EE-94A65E28EF9E}"/>
              </a:ext>
            </a:extLst>
          </p:cNvPr>
          <p:cNvSpPr>
            <a:spLocks noGrp="1"/>
          </p:cNvSpPr>
          <p:nvPr>
            <p:ph type="body" sz="quarter" idx="36"/>
          </p:nvPr>
        </p:nvSpPr>
        <p:spPr>
          <a:xfrm>
            <a:off x="9527867" y="4952533"/>
            <a:ext cx="2072800" cy="244000"/>
          </a:xfrm>
          <a:prstGeom prst="rect">
            <a:avLst/>
          </a:prstGeom>
        </p:spPr>
        <p:txBody>
          <a:bodyPr lIns="0" tIns="0" rIns="0" bIns="0"/>
          <a:lstStyle>
            <a:lvl1pPr marL="8466" marR="0" indent="0" algn="ctr" rtl="0">
              <a:lnSpc>
                <a:spcPct val="100000"/>
              </a:lnSpc>
              <a:spcBef>
                <a:spcPts val="0"/>
              </a:spcBef>
              <a:spcAft>
                <a:spcPts val="0"/>
              </a:spcAft>
              <a:buClr>
                <a:schemeClr val="dk1"/>
              </a:buClr>
              <a:buSzPts val="900"/>
              <a:buFont typeface="Arial"/>
              <a:buNone/>
              <a:tabLst/>
              <a:defRPr lang="en-US" sz="1200"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41" name="Text Placeholder 4">
            <a:extLst>
              <a:ext uri="{FF2B5EF4-FFF2-40B4-BE49-F238E27FC236}">
                <a16:creationId xmlns:a16="http://schemas.microsoft.com/office/drawing/2014/main" id="{8E21EB78-F9AD-3F4E-91B7-1A8BEF823E26}"/>
              </a:ext>
            </a:extLst>
          </p:cNvPr>
          <p:cNvSpPr>
            <a:spLocks noGrp="1"/>
          </p:cNvSpPr>
          <p:nvPr>
            <p:ph type="body" sz="quarter" idx="37"/>
          </p:nvPr>
        </p:nvSpPr>
        <p:spPr>
          <a:xfrm>
            <a:off x="9527867" y="4067237"/>
            <a:ext cx="2072800" cy="244000"/>
          </a:xfrm>
          <a:prstGeom prst="rect">
            <a:avLst/>
          </a:prstGeom>
        </p:spPr>
        <p:txBody>
          <a:bodyPr lIns="0" tIns="0" rIns="0" bIns="0"/>
          <a:lstStyle>
            <a:lvl1pPr marL="8466" marR="0" indent="0" algn="ctr" rtl="0">
              <a:lnSpc>
                <a:spcPct val="100000"/>
              </a:lnSpc>
              <a:spcBef>
                <a:spcPts val="0"/>
              </a:spcBef>
              <a:spcAft>
                <a:spcPts val="0"/>
              </a:spcAft>
              <a:buClr>
                <a:schemeClr val="accent1"/>
              </a:buClr>
              <a:buSzPts val="1100"/>
              <a:buFont typeface="Arial"/>
              <a:buNone/>
              <a:tabLst/>
              <a:defRPr lang="en-US" sz="1467"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42" name="Text Placeholder 4">
            <a:extLst>
              <a:ext uri="{FF2B5EF4-FFF2-40B4-BE49-F238E27FC236}">
                <a16:creationId xmlns:a16="http://schemas.microsoft.com/office/drawing/2014/main" id="{D0C6B9AD-0146-3942-9A20-D9AE8B31404E}"/>
              </a:ext>
            </a:extLst>
          </p:cNvPr>
          <p:cNvSpPr>
            <a:spLocks noGrp="1"/>
          </p:cNvSpPr>
          <p:nvPr>
            <p:ph type="body" sz="quarter" idx="38"/>
          </p:nvPr>
        </p:nvSpPr>
        <p:spPr>
          <a:xfrm>
            <a:off x="9527867" y="4387560"/>
            <a:ext cx="2072800" cy="244000"/>
          </a:xfrm>
          <a:prstGeom prst="rect">
            <a:avLst/>
          </a:prstGeom>
        </p:spPr>
        <p:txBody>
          <a:bodyPr lIns="0" tIns="0" rIns="0" bIns="0"/>
          <a:lstStyle>
            <a:lvl1pPr marL="8466" marR="0" indent="0" algn="ctr" rtl="0">
              <a:lnSpc>
                <a:spcPct val="100000"/>
              </a:lnSpc>
              <a:spcBef>
                <a:spcPts val="0"/>
              </a:spcBef>
              <a:spcAft>
                <a:spcPts val="0"/>
              </a:spcAft>
              <a:buClr>
                <a:schemeClr val="dk1"/>
              </a:buClr>
              <a:buSzPts val="1100"/>
              <a:buFont typeface="Arial"/>
              <a:buNone/>
              <a:tabLst/>
              <a:defRPr lang="en-US" sz="1467"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43" name="Text Placeholder 4">
            <a:extLst>
              <a:ext uri="{FF2B5EF4-FFF2-40B4-BE49-F238E27FC236}">
                <a16:creationId xmlns:a16="http://schemas.microsoft.com/office/drawing/2014/main" id="{E6ECEAF8-F0D7-034E-86F0-4C8FA51B1CCD}"/>
              </a:ext>
            </a:extLst>
          </p:cNvPr>
          <p:cNvSpPr>
            <a:spLocks noGrp="1"/>
          </p:cNvSpPr>
          <p:nvPr>
            <p:ph type="body" sz="quarter" idx="199"/>
          </p:nvPr>
        </p:nvSpPr>
        <p:spPr>
          <a:xfrm>
            <a:off x="527051" y="496800"/>
            <a:ext cx="11137900" cy="611600"/>
          </a:xfrm>
          <a:prstGeom prst="rect">
            <a:avLst/>
          </a:prstGeom>
        </p:spPr>
        <p:txBody>
          <a:bodyPr lIns="0" tIns="0" rIns="0" bIns="0" anchor="t"/>
          <a:lstStyle>
            <a:lvl1pPr marL="8466" marR="0" indent="0" algn="l" rtl="0">
              <a:lnSpc>
                <a:spcPct val="90000"/>
              </a:lnSpc>
              <a:spcBef>
                <a:spcPts val="0"/>
              </a:spcBef>
              <a:spcAft>
                <a:spcPts val="0"/>
              </a:spcAft>
              <a:buClr>
                <a:schemeClr val="dk1"/>
              </a:buClr>
              <a:buSzPts val="2000"/>
              <a:buFont typeface="Poppins Medium"/>
              <a:buNone/>
              <a:tabLst/>
              <a:defRPr lang="en-GB" sz="2400" b="0" i="0" u="none" strike="noStrike" cap="none" dirty="0" smtClean="0">
                <a:solidFill>
                  <a:schemeClr val="bg1"/>
                </a:solidFill>
                <a:latin typeface="Poppins Medium"/>
                <a:ea typeface="Poppins Medium"/>
                <a:cs typeface="Poppins Medium"/>
                <a:sym typeface="Poppins Medium"/>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Tree>
    <p:extLst>
      <p:ext uri="{BB962C8B-B14F-4D97-AF65-F5344CB8AC3E}">
        <p14:creationId xmlns:p14="http://schemas.microsoft.com/office/powerpoint/2010/main" val="3250507256"/>
      </p:ext>
    </p:extLst>
  </p:cSld>
  <p:clrMapOvr>
    <a:masterClrMapping/>
  </p:clrMapOvr>
  <p:extLst>
    <p:ext uri="{DCECCB84-F9BA-43D5-87BE-67443E8EF086}">
      <p15:sldGuideLst xmlns:p15="http://schemas.microsoft.com/office/powerpoint/2012/main">
        <p15:guide id="1" orient="horz" pos="531">
          <p15:clr>
            <a:srgbClr val="FBAE40"/>
          </p15:clr>
        </p15:guide>
        <p15:guide id="2" pos="249">
          <p15:clr>
            <a:srgbClr val="FBAE40"/>
          </p15:clr>
        </p15:guide>
        <p15:guide id="3" pos="5511">
          <p15:clr>
            <a:srgbClr val="FBAE40"/>
          </p15:clr>
        </p15:guide>
        <p15:guide id="4" orient="horz" pos="3072">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eam - 5 Photos (Gradient)">
    <p:spTree>
      <p:nvGrpSpPr>
        <p:cNvPr id="1" name=""/>
        <p:cNvGrpSpPr/>
        <p:nvPr/>
      </p:nvGrpSpPr>
      <p:grpSpPr>
        <a:xfrm>
          <a:off x="0" y="0"/>
          <a:ext cx="0" cy="0"/>
          <a:chOff x="0" y="0"/>
          <a:chExt cx="0" cy="0"/>
        </a:xfrm>
      </p:grpSpPr>
      <p:sp>
        <p:nvSpPr>
          <p:cNvPr id="44" name="Google Shape;642;p25">
            <a:extLst>
              <a:ext uri="{FF2B5EF4-FFF2-40B4-BE49-F238E27FC236}">
                <a16:creationId xmlns:a16="http://schemas.microsoft.com/office/drawing/2014/main" id="{423A350F-00D8-754E-A58B-083346BB26E5}"/>
              </a:ext>
            </a:extLst>
          </p:cNvPr>
          <p:cNvSpPr/>
          <p:nvPr/>
        </p:nvSpPr>
        <p:spPr>
          <a:xfrm>
            <a:off x="0" y="0"/>
            <a:ext cx="12192000" cy="2989133"/>
          </a:xfrm>
          <a:prstGeom prst="rect">
            <a:avLst/>
          </a:prstGeom>
          <a:gradFill>
            <a:gsLst>
              <a:gs pos="0">
                <a:srgbClr val="FF4E02"/>
              </a:gs>
              <a:gs pos="48000">
                <a:srgbClr val="F69323"/>
              </a:gs>
              <a:gs pos="100000">
                <a:srgbClr val="FABC75"/>
              </a:gs>
            </a:gsLst>
            <a:lin ang="16198662" scaled="0"/>
          </a:gradFill>
          <a:ln>
            <a:noFill/>
          </a:ln>
        </p:spPr>
        <p:txBody>
          <a:bodyPr spcFirstLastPara="1" wrap="square" lIns="91433" tIns="45700" rIns="91433" bIns="45700" anchor="ctr" anchorCtr="0">
            <a:noAutofit/>
          </a:bodyPr>
          <a:lstStyle/>
          <a:p>
            <a:pPr marL="0" lvl="0" indent="0" algn="ctr">
              <a:lnSpc>
                <a:spcPct val="90000"/>
              </a:lnSpc>
              <a:buNone/>
            </a:pPr>
            <a:endParaRPr sz="2400" dirty="0">
              <a:solidFill>
                <a:schemeClr val="dk1"/>
              </a:solidFill>
              <a:latin typeface="Calibri"/>
              <a:ea typeface="Calibri"/>
              <a:cs typeface="Calibri"/>
              <a:sym typeface="Calibri"/>
            </a:endParaRPr>
          </a:p>
        </p:txBody>
      </p:sp>
      <p:sp>
        <p:nvSpPr>
          <p:cNvPr id="45" name="Google Shape;684;p26">
            <a:extLst>
              <a:ext uri="{FF2B5EF4-FFF2-40B4-BE49-F238E27FC236}">
                <a16:creationId xmlns:a16="http://schemas.microsoft.com/office/drawing/2014/main" id="{A2FBDD21-81EE-BD40-8B1F-69429FFB3255}"/>
              </a:ext>
            </a:extLst>
          </p:cNvPr>
          <p:cNvSpPr/>
          <p:nvPr/>
        </p:nvSpPr>
        <p:spPr>
          <a:xfrm>
            <a:off x="11792595" y="6494883"/>
            <a:ext cx="304800" cy="306000"/>
          </a:xfrm>
          <a:prstGeom prst="ellipse">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fld id="{00000000-1234-1234-1234-123412341234}" type="slidenum">
              <a:rPr lang="en" sz="933">
                <a:solidFill>
                  <a:schemeClr val="dk1"/>
                </a:solidFill>
                <a:latin typeface="Calibri"/>
                <a:ea typeface="Calibri"/>
                <a:cs typeface="Calibri"/>
                <a:sym typeface="Calibri"/>
              </a:rPr>
              <a:pPr marL="0" marR="0" lvl="0" indent="0" algn="r" rtl="0">
                <a:spcBef>
                  <a:spcPts val="0"/>
                </a:spcBef>
                <a:spcAft>
                  <a:spcPts val="0"/>
                </a:spcAft>
                <a:buNone/>
              </a:pPr>
              <a:t>‹#›</a:t>
            </a:fld>
            <a:endParaRPr sz="933" dirty="0">
              <a:solidFill>
                <a:schemeClr val="dk1"/>
              </a:solidFill>
              <a:latin typeface="Calibri"/>
              <a:ea typeface="Calibri"/>
              <a:cs typeface="Calibri"/>
              <a:sym typeface="Calibri"/>
            </a:endParaRPr>
          </a:p>
        </p:txBody>
      </p:sp>
      <p:sp>
        <p:nvSpPr>
          <p:cNvPr id="46" name="Google Shape;652;p25">
            <a:extLst>
              <a:ext uri="{FF2B5EF4-FFF2-40B4-BE49-F238E27FC236}">
                <a16:creationId xmlns:a16="http://schemas.microsoft.com/office/drawing/2014/main" id="{D2974A92-009D-C44F-96B2-6F7B3CB292AA}"/>
              </a:ext>
            </a:extLst>
          </p:cNvPr>
          <p:cNvSpPr>
            <a:spLocks noGrp="1"/>
          </p:cNvSpPr>
          <p:nvPr>
            <p:ph type="pic" idx="2"/>
          </p:nvPr>
        </p:nvSpPr>
        <p:spPr>
          <a:xfrm>
            <a:off x="957133" y="2331959"/>
            <a:ext cx="1341200" cy="1341200"/>
          </a:xfrm>
          <a:prstGeom prst="ellipse">
            <a:avLst/>
          </a:prstGeom>
          <a:noFill/>
          <a:ln w="25400" cap="flat" cmpd="sng">
            <a:solidFill>
              <a:schemeClr val="dk2"/>
            </a:solidFill>
            <a:prstDash val="solid"/>
            <a:round/>
            <a:headEnd type="none" w="sm" len="sm"/>
            <a:tailEnd type="none" w="sm" len="sm"/>
          </a:ln>
        </p:spPr>
        <p:txBody>
          <a:bodyPr anchor="ctr"/>
          <a:lstStyle>
            <a:lvl1pPr marL="8466" indent="0" algn="ctr">
              <a:buNone/>
              <a:tabLst/>
              <a:defRPr sz="1867">
                <a:solidFill>
                  <a:schemeClr val="bg1"/>
                </a:solidFill>
                <a:latin typeface="+mn-lt"/>
              </a:defRPr>
            </a:lvl1pPr>
          </a:lstStyle>
          <a:p>
            <a:r>
              <a:rPr lang="en-US" dirty="0"/>
              <a:t>Click icon to add picture</a:t>
            </a:r>
          </a:p>
        </p:txBody>
      </p:sp>
      <p:sp>
        <p:nvSpPr>
          <p:cNvPr id="47" name="Google Shape;653;p25">
            <a:extLst>
              <a:ext uri="{FF2B5EF4-FFF2-40B4-BE49-F238E27FC236}">
                <a16:creationId xmlns:a16="http://schemas.microsoft.com/office/drawing/2014/main" id="{4FDDEE50-F5BD-3F4B-9C86-2F341AF4CB67}"/>
              </a:ext>
            </a:extLst>
          </p:cNvPr>
          <p:cNvSpPr/>
          <p:nvPr/>
        </p:nvSpPr>
        <p:spPr>
          <a:xfrm rot="5400000" flipH="1">
            <a:off x="1192305" y="2553705"/>
            <a:ext cx="870856" cy="1741712"/>
          </a:xfrm>
          <a:custGeom>
            <a:avLst/>
            <a:gdLst/>
            <a:ahLst/>
            <a:cxnLst/>
            <a:rect l="l" t="t" r="r" b="b"/>
            <a:pathLst>
              <a:path w="870856" h="1741712" extrusionOk="0">
                <a:moveTo>
                  <a:pt x="870856" y="0"/>
                </a:moveTo>
                <a:lnTo>
                  <a:pt x="870856" y="96856"/>
                </a:lnTo>
                <a:cubicBezTo>
                  <a:pt x="443388" y="96856"/>
                  <a:pt x="96856" y="443388"/>
                  <a:pt x="96856" y="870856"/>
                </a:cubicBezTo>
                <a:cubicBezTo>
                  <a:pt x="96856" y="1298324"/>
                  <a:pt x="443388" y="1644856"/>
                  <a:pt x="870856" y="1644856"/>
                </a:cubicBezTo>
                <a:lnTo>
                  <a:pt x="870856" y="1741712"/>
                </a:lnTo>
                <a:cubicBezTo>
                  <a:pt x="389896" y="1741712"/>
                  <a:pt x="0" y="1351816"/>
                  <a:pt x="0" y="870856"/>
                </a:cubicBezTo>
                <a:cubicBezTo>
                  <a:pt x="0" y="389896"/>
                  <a:pt x="389896" y="0"/>
                  <a:pt x="870856" y="0"/>
                </a:cubicBezTo>
                <a:close/>
              </a:path>
            </a:pathLst>
          </a:custGeom>
          <a:solidFill>
            <a:srgbClr val="000000">
              <a:alpha val="14900"/>
            </a:srgbClr>
          </a:solidFill>
          <a:ln>
            <a:noFill/>
          </a:ln>
        </p:spPr>
        <p:txBody>
          <a:bodyPr spcFirstLastPara="1" wrap="square" lIns="91433" tIns="45700" rIns="91433" bIns="45700" anchor="ctr" anchorCtr="0">
            <a:noAutofit/>
          </a:bodyPr>
          <a:lstStyle/>
          <a:p>
            <a:pPr marL="0" lvl="0" indent="0" algn="ctr">
              <a:lnSpc>
                <a:spcPct val="90000"/>
              </a:lnSpc>
              <a:buNone/>
            </a:pPr>
            <a:endParaRPr sz="2400" dirty="0">
              <a:solidFill>
                <a:schemeClr val="dk1"/>
              </a:solidFill>
              <a:latin typeface="Calibri"/>
              <a:ea typeface="Calibri"/>
              <a:cs typeface="Calibri"/>
              <a:sym typeface="Calibri"/>
            </a:endParaRPr>
          </a:p>
        </p:txBody>
      </p:sp>
      <p:sp>
        <p:nvSpPr>
          <p:cNvPr id="48" name="Google Shape;658;p25">
            <a:extLst>
              <a:ext uri="{FF2B5EF4-FFF2-40B4-BE49-F238E27FC236}">
                <a16:creationId xmlns:a16="http://schemas.microsoft.com/office/drawing/2014/main" id="{C3DEC8EF-6B1A-9E41-8660-BF9286394B1C}"/>
              </a:ext>
            </a:extLst>
          </p:cNvPr>
          <p:cNvSpPr>
            <a:spLocks noGrp="1"/>
          </p:cNvSpPr>
          <p:nvPr>
            <p:ph type="pic" idx="5"/>
          </p:nvPr>
        </p:nvSpPr>
        <p:spPr>
          <a:xfrm>
            <a:off x="3191267" y="2331959"/>
            <a:ext cx="1341200" cy="1341200"/>
          </a:xfrm>
          <a:prstGeom prst="ellipse">
            <a:avLst/>
          </a:prstGeom>
          <a:noFill/>
          <a:ln w="25400" cap="flat" cmpd="sng">
            <a:solidFill>
              <a:schemeClr val="dk2"/>
            </a:solidFill>
            <a:prstDash val="solid"/>
            <a:round/>
            <a:headEnd type="none" w="sm" len="sm"/>
            <a:tailEnd type="none" w="sm" len="sm"/>
          </a:ln>
        </p:spPr>
        <p:txBody>
          <a:bodyPr anchor="ctr"/>
          <a:lstStyle>
            <a:lvl1pPr marL="8466" indent="0" algn="ctr">
              <a:buNone/>
              <a:tabLst/>
              <a:defRPr sz="1867">
                <a:solidFill>
                  <a:schemeClr val="bg1"/>
                </a:solidFill>
                <a:latin typeface="+mn-lt"/>
              </a:defRPr>
            </a:lvl1pPr>
          </a:lstStyle>
          <a:p>
            <a:r>
              <a:rPr lang="en-US" dirty="0"/>
              <a:t>Click icon to add picture</a:t>
            </a:r>
          </a:p>
        </p:txBody>
      </p:sp>
      <p:sp>
        <p:nvSpPr>
          <p:cNvPr id="49" name="Google Shape;659;p25">
            <a:extLst>
              <a:ext uri="{FF2B5EF4-FFF2-40B4-BE49-F238E27FC236}">
                <a16:creationId xmlns:a16="http://schemas.microsoft.com/office/drawing/2014/main" id="{9BF96245-480F-AD41-A1FB-092B7AD69117}"/>
              </a:ext>
            </a:extLst>
          </p:cNvPr>
          <p:cNvSpPr/>
          <p:nvPr/>
        </p:nvSpPr>
        <p:spPr>
          <a:xfrm rot="5400000" flipH="1">
            <a:off x="3426439" y="2553705"/>
            <a:ext cx="870856" cy="1741712"/>
          </a:xfrm>
          <a:custGeom>
            <a:avLst/>
            <a:gdLst/>
            <a:ahLst/>
            <a:cxnLst/>
            <a:rect l="l" t="t" r="r" b="b"/>
            <a:pathLst>
              <a:path w="870856" h="1741712" extrusionOk="0">
                <a:moveTo>
                  <a:pt x="870856" y="0"/>
                </a:moveTo>
                <a:lnTo>
                  <a:pt x="870856" y="96856"/>
                </a:lnTo>
                <a:cubicBezTo>
                  <a:pt x="443388" y="96856"/>
                  <a:pt x="96856" y="443388"/>
                  <a:pt x="96856" y="870856"/>
                </a:cubicBezTo>
                <a:cubicBezTo>
                  <a:pt x="96856" y="1298324"/>
                  <a:pt x="443388" y="1644856"/>
                  <a:pt x="870856" y="1644856"/>
                </a:cubicBezTo>
                <a:lnTo>
                  <a:pt x="870856" y="1741712"/>
                </a:lnTo>
                <a:cubicBezTo>
                  <a:pt x="389896" y="1741712"/>
                  <a:pt x="0" y="1351816"/>
                  <a:pt x="0" y="870856"/>
                </a:cubicBezTo>
                <a:cubicBezTo>
                  <a:pt x="0" y="389896"/>
                  <a:pt x="389896" y="0"/>
                  <a:pt x="870856" y="0"/>
                </a:cubicBezTo>
                <a:close/>
              </a:path>
            </a:pathLst>
          </a:custGeom>
          <a:solidFill>
            <a:srgbClr val="000000">
              <a:alpha val="14900"/>
            </a:srgbClr>
          </a:solidFill>
          <a:ln>
            <a:noFill/>
          </a:ln>
        </p:spPr>
        <p:txBody>
          <a:bodyPr spcFirstLastPara="1" wrap="square" lIns="91433" tIns="45700" rIns="91433" bIns="45700" anchor="ctr" anchorCtr="0">
            <a:noAutofit/>
          </a:bodyPr>
          <a:lstStyle/>
          <a:p>
            <a:pPr marL="0" lvl="0" indent="0" algn="ctr">
              <a:lnSpc>
                <a:spcPct val="90000"/>
              </a:lnSpc>
              <a:buNone/>
            </a:pPr>
            <a:endParaRPr sz="2400" dirty="0">
              <a:solidFill>
                <a:schemeClr val="dk1"/>
              </a:solidFill>
              <a:latin typeface="Calibri"/>
              <a:ea typeface="Calibri"/>
              <a:cs typeface="Calibri"/>
              <a:sym typeface="Calibri"/>
            </a:endParaRPr>
          </a:p>
        </p:txBody>
      </p:sp>
      <p:sp>
        <p:nvSpPr>
          <p:cNvPr id="50" name="Google Shape;664;p25">
            <a:extLst>
              <a:ext uri="{FF2B5EF4-FFF2-40B4-BE49-F238E27FC236}">
                <a16:creationId xmlns:a16="http://schemas.microsoft.com/office/drawing/2014/main" id="{2D78BA21-BB2D-5448-87EF-290A2798A865}"/>
              </a:ext>
            </a:extLst>
          </p:cNvPr>
          <p:cNvSpPr>
            <a:spLocks noGrp="1"/>
          </p:cNvSpPr>
          <p:nvPr>
            <p:ph type="pic" idx="9"/>
          </p:nvPr>
        </p:nvSpPr>
        <p:spPr>
          <a:xfrm>
            <a:off x="5425400" y="2331959"/>
            <a:ext cx="1341200" cy="1341200"/>
          </a:xfrm>
          <a:prstGeom prst="ellipse">
            <a:avLst/>
          </a:prstGeom>
          <a:noFill/>
          <a:ln w="25400" cap="flat" cmpd="sng">
            <a:solidFill>
              <a:schemeClr val="dk2"/>
            </a:solidFill>
            <a:prstDash val="solid"/>
            <a:round/>
            <a:headEnd type="none" w="sm" len="sm"/>
            <a:tailEnd type="none" w="sm" len="sm"/>
          </a:ln>
        </p:spPr>
        <p:txBody>
          <a:bodyPr anchor="ctr"/>
          <a:lstStyle>
            <a:lvl1pPr marL="8466" indent="0" algn="ctr">
              <a:buNone/>
              <a:tabLst/>
              <a:defRPr sz="1867">
                <a:solidFill>
                  <a:schemeClr val="bg1"/>
                </a:solidFill>
                <a:latin typeface="+mn-lt"/>
              </a:defRPr>
            </a:lvl1pPr>
          </a:lstStyle>
          <a:p>
            <a:r>
              <a:rPr lang="en-US" dirty="0"/>
              <a:t>Click icon to add picture</a:t>
            </a:r>
          </a:p>
        </p:txBody>
      </p:sp>
      <p:sp>
        <p:nvSpPr>
          <p:cNvPr id="51" name="Google Shape;665;p25">
            <a:extLst>
              <a:ext uri="{FF2B5EF4-FFF2-40B4-BE49-F238E27FC236}">
                <a16:creationId xmlns:a16="http://schemas.microsoft.com/office/drawing/2014/main" id="{1B4A0056-468F-B949-BCA5-6F207CBB9CE6}"/>
              </a:ext>
            </a:extLst>
          </p:cNvPr>
          <p:cNvSpPr/>
          <p:nvPr/>
        </p:nvSpPr>
        <p:spPr>
          <a:xfrm rot="5400000" flipH="1">
            <a:off x="5660572" y="2553705"/>
            <a:ext cx="870856" cy="1741712"/>
          </a:xfrm>
          <a:custGeom>
            <a:avLst/>
            <a:gdLst/>
            <a:ahLst/>
            <a:cxnLst/>
            <a:rect l="l" t="t" r="r" b="b"/>
            <a:pathLst>
              <a:path w="870856" h="1741712" extrusionOk="0">
                <a:moveTo>
                  <a:pt x="870856" y="0"/>
                </a:moveTo>
                <a:lnTo>
                  <a:pt x="870856" y="96856"/>
                </a:lnTo>
                <a:cubicBezTo>
                  <a:pt x="443388" y="96856"/>
                  <a:pt x="96856" y="443388"/>
                  <a:pt x="96856" y="870856"/>
                </a:cubicBezTo>
                <a:cubicBezTo>
                  <a:pt x="96856" y="1298324"/>
                  <a:pt x="443388" y="1644856"/>
                  <a:pt x="870856" y="1644856"/>
                </a:cubicBezTo>
                <a:lnTo>
                  <a:pt x="870856" y="1741712"/>
                </a:lnTo>
                <a:cubicBezTo>
                  <a:pt x="389896" y="1741712"/>
                  <a:pt x="0" y="1351816"/>
                  <a:pt x="0" y="870856"/>
                </a:cubicBezTo>
                <a:cubicBezTo>
                  <a:pt x="0" y="389896"/>
                  <a:pt x="389896" y="0"/>
                  <a:pt x="870856" y="0"/>
                </a:cubicBezTo>
                <a:close/>
              </a:path>
            </a:pathLst>
          </a:custGeom>
          <a:solidFill>
            <a:srgbClr val="000000">
              <a:alpha val="14900"/>
            </a:srgbClr>
          </a:solidFill>
          <a:ln>
            <a:noFill/>
          </a:ln>
        </p:spPr>
        <p:txBody>
          <a:bodyPr spcFirstLastPara="1" wrap="square" lIns="91433" tIns="45700" rIns="91433" bIns="45700" anchor="ctr" anchorCtr="0">
            <a:noAutofit/>
          </a:bodyPr>
          <a:lstStyle/>
          <a:p>
            <a:pPr marL="0" lvl="0" indent="0" algn="ctr">
              <a:lnSpc>
                <a:spcPct val="90000"/>
              </a:lnSpc>
              <a:buNone/>
            </a:pPr>
            <a:endParaRPr sz="2400" dirty="0">
              <a:solidFill>
                <a:schemeClr val="dk1"/>
              </a:solidFill>
              <a:latin typeface="Calibri"/>
              <a:ea typeface="Calibri"/>
              <a:cs typeface="Calibri"/>
              <a:sym typeface="Calibri"/>
            </a:endParaRPr>
          </a:p>
        </p:txBody>
      </p:sp>
      <p:sp>
        <p:nvSpPr>
          <p:cNvPr id="52" name="Google Shape;670;p25">
            <a:extLst>
              <a:ext uri="{FF2B5EF4-FFF2-40B4-BE49-F238E27FC236}">
                <a16:creationId xmlns:a16="http://schemas.microsoft.com/office/drawing/2014/main" id="{07C6F9BB-0CE1-B348-B9A6-F7EB5BA60287}"/>
              </a:ext>
            </a:extLst>
          </p:cNvPr>
          <p:cNvSpPr>
            <a:spLocks noGrp="1"/>
          </p:cNvSpPr>
          <p:nvPr>
            <p:ph type="pic" idx="16"/>
          </p:nvPr>
        </p:nvSpPr>
        <p:spPr>
          <a:xfrm>
            <a:off x="7659533" y="2331959"/>
            <a:ext cx="1341200" cy="1341200"/>
          </a:xfrm>
          <a:prstGeom prst="ellipse">
            <a:avLst/>
          </a:prstGeom>
          <a:noFill/>
          <a:ln w="25400" cap="flat" cmpd="sng">
            <a:solidFill>
              <a:schemeClr val="dk2"/>
            </a:solidFill>
            <a:prstDash val="solid"/>
            <a:round/>
            <a:headEnd type="none" w="sm" len="sm"/>
            <a:tailEnd type="none" w="sm" len="sm"/>
          </a:ln>
        </p:spPr>
        <p:txBody>
          <a:bodyPr anchor="ctr"/>
          <a:lstStyle>
            <a:lvl1pPr marL="8466" indent="0" algn="ctr">
              <a:buNone/>
              <a:tabLst/>
              <a:defRPr sz="1867">
                <a:solidFill>
                  <a:schemeClr val="bg1"/>
                </a:solidFill>
                <a:latin typeface="+mn-lt"/>
              </a:defRPr>
            </a:lvl1pPr>
          </a:lstStyle>
          <a:p>
            <a:r>
              <a:rPr lang="en-US" dirty="0"/>
              <a:t>Click icon to add picture</a:t>
            </a:r>
          </a:p>
        </p:txBody>
      </p:sp>
      <p:sp>
        <p:nvSpPr>
          <p:cNvPr id="53" name="Google Shape;671;p25">
            <a:extLst>
              <a:ext uri="{FF2B5EF4-FFF2-40B4-BE49-F238E27FC236}">
                <a16:creationId xmlns:a16="http://schemas.microsoft.com/office/drawing/2014/main" id="{2959B3B4-CAD0-B143-84F3-C12A15521A1A}"/>
              </a:ext>
            </a:extLst>
          </p:cNvPr>
          <p:cNvSpPr/>
          <p:nvPr/>
        </p:nvSpPr>
        <p:spPr>
          <a:xfrm rot="5400000" flipH="1">
            <a:off x="7894705" y="2553705"/>
            <a:ext cx="870856" cy="1741712"/>
          </a:xfrm>
          <a:custGeom>
            <a:avLst/>
            <a:gdLst/>
            <a:ahLst/>
            <a:cxnLst/>
            <a:rect l="l" t="t" r="r" b="b"/>
            <a:pathLst>
              <a:path w="870856" h="1741712" extrusionOk="0">
                <a:moveTo>
                  <a:pt x="870856" y="0"/>
                </a:moveTo>
                <a:lnTo>
                  <a:pt x="870856" y="96856"/>
                </a:lnTo>
                <a:cubicBezTo>
                  <a:pt x="443388" y="96856"/>
                  <a:pt x="96856" y="443388"/>
                  <a:pt x="96856" y="870856"/>
                </a:cubicBezTo>
                <a:cubicBezTo>
                  <a:pt x="96856" y="1298324"/>
                  <a:pt x="443388" y="1644856"/>
                  <a:pt x="870856" y="1644856"/>
                </a:cubicBezTo>
                <a:lnTo>
                  <a:pt x="870856" y="1741712"/>
                </a:lnTo>
                <a:cubicBezTo>
                  <a:pt x="389896" y="1741712"/>
                  <a:pt x="0" y="1351816"/>
                  <a:pt x="0" y="870856"/>
                </a:cubicBezTo>
                <a:cubicBezTo>
                  <a:pt x="0" y="389896"/>
                  <a:pt x="389896" y="0"/>
                  <a:pt x="870856" y="0"/>
                </a:cubicBezTo>
                <a:close/>
              </a:path>
            </a:pathLst>
          </a:custGeom>
          <a:solidFill>
            <a:srgbClr val="000000">
              <a:alpha val="14900"/>
            </a:srgbClr>
          </a:solidFill>
          <a:ln>
            <a:noFill/>
          </a:ln>
        </p:spPr>
        <p:txBody>
          <a:bodyPr spcFirstLastPara="1" wrap="square" lIns="91433" tIns="45700" rIns="91433" bIns="45700" anchor="ctr" anchorCtr="0">
            <a:noAutofit/>
          </a:bodyPr>
          <a:lstStyle/>
          <a:p>
            <a:pPr marL="0" lvl="0" indent="0" algn="ctr">
              <a:lnSpc>
                <a:spcPct val="90000"/>
              </a:lnSpc>
              <a:buNone/>
            </a:pPr>
            <a:endParaRPr sz="2400" dirty="0">
              <a:solidFill>
                <a:schemeClr val="dk1"/>
              </a:solidFill>
              <a:latin typeface="Calibri"/>
              <a:ea typeface="Calibri"/>
              <a:cs typeface="Calibri"/>
              <a:sym typeface="Calibri"/>
            </a:endParaRPr>
          </a:p>
        </p:txBody>
      </p:sp>
      <p:sp>
        <p:nvSpPr>
          <p:cNvPr id="54" name="Google Shape;676;p25">
            <a:extLst>
              <a:ext uri="{FF2B5EF4-FFF2-40B4-BE49-F238E27FC236}">
                <a16:creationId xmlns:a16="http://schemas.microsoft.com/office/drawing/2014/main" id="{095248D0-B865-1C47-ADAE-FFBF2070C062}"/>
              </a:ext>
            </a:extLst>
          </p:cNvPr>
          <p:cNvSpPr>
            <a:spLocks noGrp="1"/>
          </p:cNvSpPr>
          <p:nvPr>
            <p:ph type="pic" idx="20"/>
          </p:nvPr>
        </p:nvSpPr>
        <p:spPr>
          <a:xfrm>
            <a:off x="9893667" y="2331959"/>
            <a:ext cx="1341200" cy="1341200"/>
          </a:xfrm>
          <a:prstGeom prst="ellipse">
            <a:avLst/>
          </a:prstGeom>
          <a:noFill/>
          <a:ln w="25400" cap="flat" cmpd="sng">
            <a:solidFill>
              <a:schemeClr val="dk2"/>
            </a:solidFill>
            <a:prstDash val="solid"/>
            <a:round/>
            <a:headEnd type="none" w="sm" len="sm"/>
            <a:tailEnd type="none" w="sm" len="sm"/>
          </a:ln>
        </p:spPr>
        <p:txBody>
          <a:bodyPr anchor="ctr"/>
          <a:lstStyle>
            <a:lvl1pPr marL="8466" indent="0" algn="ctr">
              <a:buNone/>
              <a:tabLst/>
              <a:defRPr sz="1867">
                <a:solidFill>
                  <a:schemeClr val="bg1"/>
                </a:solidFill>
                <a:latin typeface="+mn-lt"/>
              </a:defRPr>
            </a:lvl1pPr>
          </a:lstStyle>
          <a:p>
            <a:r>
              <a:rPr lang="en-US" dirty="0"/>
              <a:t>Click icon to add picture</a:t>
            </a:r>
          </a:p>
        </p:txBody>
      </p:sp>
      <p:sp>
        <p:nvSpPr>
          <p:cNvPr id="55" name="Google Shape;677;p25">
            <a:extLst>
              <a:ext uri="{FF2B5EF4-FFF2-40B4-BE49-F238E27FC236}">
                <a16:creationId xmlns:a16="http://schemas.microsoft.com/office/drawing/2014/main" id="{50C97331-5CA8-E148-ACD3-4E717C2877DF}"/>
              </a:ext>
            </a:extLst>
          </p:cNvPr>
          <p:cNvSpPr/>
          <p:nvPr/>
        </p:nvSpPr>
        <p:spPr>
          <a:xfrm rot="5400000" flipH="1">
            <a:off x="10128839" y="2553705"/>
            <a:ext cx="870856" cy="1741712"/>
          </a:xfrm>
          <a:custGeom>
            <a:avLst/>
            <a:gdLst/>
            <a:ahLst/>
            <a:cxnLst/>
            <a:rect l="l" t="t" r="r" b="b"/>
            <a:pathLst>
              <a:path w="870856" h="1741712" extrusionOk="0">
                <a:moveTo>
                  <a:pt x="870856" y="0"/>
                </a:moveTo>
                <a:lnTo>
                  <a:pt x="870856" y="96856"/>
                </a:lnTo>
                <a:cubicBezTo>
                  <a:pt x="443388" y="96856"/>
                  <a:pt x="96856" y="443388"/>
                  <a:pt x="96856" y="870856"/>
                </a:cubicBezTo>
                <a:cubicBezTo>
                  <a:pt x="96856" y="1298324"/>
                  <a:pt x="443388" y="1644856"/>
                  <a:pt x="870856" y="1644856"/>
                </a:cubicBezTo>
                <a:lnTo>
                  <a:pt x="870856" y="1741712"/>
                </a:lnTo>
                <a:cubicBezTo>
                  <a:pt x="389896" y="1741712"/>
                  <a:pt x="0" y="1351816"/>
                  <a:pt x="0" y="870856"/>
                </a:cubicBezTo>
                <a:cubicBezTo>
                  <a:pt x="0" y="389896"/>
                  <a:pt x="389896" y="0"/>
                  <a:pt x="870856" y="0"/>
                </a:cubicBezTo>
                <a:close/>
              </a:path>
            </a:pathLst>
          </a:custGeom>
          <a:solidFill>
            <a:srgbClr val="000000">
              <a:alpha val="14900"/>
            </a:srgbClr>
          </a:solidFill>
          <a:ln>
            <a:noFill/>
          </a:ln>
        </p:spPr>
        <p:txBody>
          <a:bodyPr spcFirstLastPara="1" wrap="square" lIns="91433" tIns="45700" rIns="91433" bIns="45700" anchor="ctr" anchorCtr="0">
            <a:noAutofit/>
          </a:bodyPr>
          <a:lstStyle/>
          <a:p>
            <a:pPr marL="0" lvl="0" indent="0" algn="ctr">
              <a:lnSpc>
                <a:spcPct val="90000"/>
              </a:lnSpc>
              <a:buNone/>
            </a:pPr>
            <a:endParaRPr sz="2400" dirty="0">
              <a:solidFill>
                <a:schemeClr val="dk1"/>
              </a:solidFill>
              <a:latin typeface="Calibri"/>
              <a:ea typeface="Calibri"/>
              <a:cs typeface="Calibri"/>
              <a:sym typeface="Calibri"/>
            </a:endParaRPr>
          </a:p>
        </p:txBody>
      </p:sp>
      <p:grpSp>
        <p:nvGrpSpPr>
          <p:cNvPr id="56" name="Group 55">
            <a:extLst>
              <a:ext uri="{FF2B5EF4-FFF2-40B4-BE49-F238E27FC236}">
                <a16:creationId xmlns:a16="http://schemas.microsoft.com/office/drawing/2014/main" id="{09D0658F-4F6C-8240-A13E-8FC931EA10F6}"/>
              </a:ext>
            </a:extLst>
          </p:cNvPr>
          <p:cNvGrpSpPr/>
          <p:nvPr/>
        </p:nvGrpSpPr>
        <p:grpSpPr>
          <a:xfrm>
            <a:off x="1" y="6814800"/>
            <a:ext cx="12179567" cy="43200"/>
            <a:chOff x="0" y="5111100"/>
            <a:chExt cx="9134675" cy="32400"/>
          </a:xfrm>
        </p:grpSpPr>
        <p:sp>
          <p:nvSpPr>
            <p:cNvPr id="57" name="Google Shape;455;p14">
              <a:extLst>
                <a:ext uri="{FF2B5EF4-FFF2-40B4-BE49-F238E27FC236}">
                  <a16:creationId xmlns:a16="http://schemas.microsoft.com/office/drawing/2014/main" id="{20572971-55F8-2C4E-9753-42B7132EA59D}"/>
                </a:ext>
              </a:extLst>
            </p:cNvPr>
            <p:cNvSpPr/>
            <p:nvPr/>
          </p:nvSpPr>
          <p:spPr>
            <a:xfrm>
              <a:off x="8939030"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58" name="Google Shape;456;p14">
              <a:extLst>
                <a:ext uri="{FF2B5EF4-FFF2-40B4-BE49-F238E27FC236}">
                  <a16:creationId xmlns:a16="http://schemas.microsoft.com/office/drawing/2014/main" id="{48124B4A-9ED2-D247-9D35-B2F9E6A4291F}"/>
                </a:ext>
              </a:extLst>
            </p:cNvPr>
            <p:cNvSpPr/>
            <p:nvPr/>
          </p:nvSpPr>
          <p:spPr>
            <a:xfrm>
              <a:off x="899344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59" name="Google Shape;457;p14">
              <a:extLst>
                <a:ext uri="{FF2B5EF4-FFF2-40B4-BE49-F238E27FC236}">
                  <a16:creationId xmlns:a16="http://schemas.microsoft.com/office/drawing/2014/main" id="{724FD7DF-700E-0045-9AE0-AEB286D347B3}"/>
                </a:ext>
              </a:extLst>
            </p:cNvPr>
            <p:cNvSpPr/>
            <p:nvPr/>
          </p:nvSpPr>
          <p:spPr>
            <a:xfrm>
              <a:off x="910227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60" name="Google Shape;458;p14">
              <a:extLst>
                <a:ext uri="{FF2B5EF4-FFF2-40B4-BE49-F238E27FC236}">
                  <a16:creationId xmlns:a16="http://schemas.microsoft.com/office/drawing/2014/main" id="{42F67100-15CF-6442-BC7E-384E8121925D}"/>
                </a:ext>
              </a:extLst>
            </p:cNvPr>
            <p:cNvSpPr/>
            <p:nvPr/>
          </p:nvSpPr>
          <p:spPr>
            <a:xfrm>
              <a:off x="888461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61" name="Google Shape;459;p14">
              <a:extLst>
                <a:ext uri="{FF2B5EF4-FFF2-40B4-BE49-F238E27FC236}">
                  <a16:creationId xmlns:a16="http://schemas.microsoft.com/office/drawing/2014/main" id="{0CC6C066-4EBC-804A-B45D-3A634BFB50A3}"/>
                </a:ext>
              </a:extLst>
            </p:cNvPr>
            <p:cNvSpPr/>
            <p:nvPr/>
          </p:nvSpPr>
          <p:spPr>
            <a:xfrm>
              <a:off x="0" y="5112281"/>
              <a:ext cx="8862600" cy="31200"/>
            </a:xfrm>
            <a:prstGeom prst="roundRect">
              <a:avLst>
                <a:gd name="adj" fmla="val 16667"/>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62" name="Google Shape;457;p14">
              <a:extLst>
                <a:ext uri="{FF2B5EF4-FFF2-40B4-BE49-F238E27FC236}">
                  <a16:creationId xmlns:a16="http://schemas.microsoft.com/office/drawing/2014/main" id="{BDF57A5F-AACF-B244-83E8-017BEB89E42A}"/>
                </a:ext>
              </a:extLst>
            </p:cNvPr>
            <p:cNvSpPr/>
            <p:nvPr/>
          </p:nvSpPr>
          <p:spPr>
            <a:xfrm>
              <a:off x="9047860"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grpSp>
      <p:sp>
        <p:nvSpPr>
          <p:cNvPr id="63" name="Text Placeholder 4">
            <a:extLst>
              <a:ext uri="{FF2B5EF4-FFF2-40B4-BE49-F238E27FC236}">
                <a16:creationId xmlns:a16="http://schemas.microsoft.com/office/drawing/2014/main" id="{7A1DF335-04F4-5C4E-8AEA-17037CDA261E}"/>
              </a:ext>
            </a:extLst>
          </p:cNvPr>
          <p:cNvSpPr>
            <a:spLocks noGrp="1"/>
          </p:cNvSpPr>
          <p:nvPr>
            <p:ph type="body" sz="quarter" idx="26"/>
          </p:nvPr>
        </p:nvSpPr>
        <p:spPr>
          <a:xfrm>
            <a:off x="591333" y="4952533"/>
            <a:ext cx="2072800" cy="244000"/>
          </a:xfrm>
          <a:prstGeom prst="rect">
            <a:avLst/>
          </a:prstGeom>
        </p:spPr>
        <p:txBody>
          <a:bodyPr lIns="0" tIns="0" rIns="0" bIns="0"/>
          <a:lstStyle>
            <a:lvl1pPr marL="8466" marR="0" indent="0" algn="ctr" rtl="0">
              <a:lnSpc>
                <a:spcPct val="100000"/>
              </a:lnSpc>
              <a:spcBef>
                <a:spcPts val="0"/>
              </a:spcBef>
              <a:spcAft>
                <a:spcPts val="0"/>
              </a:spcAft>
              <a:buClr>
                <a:schemeClr val="dk1"/>
              </a:buClr>
              <a:buSzPts val="900"/>
              <a:buFont typeface="Arial"/>
              <a:buNone/>
              <a:tabLst/>
              <a:defRPr lang="en-US" sz="1200"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cxnSp>
        <p:nvCxnSpPr>
          <p:cNvPr id="64" name="Google Shape;654;p25">
            <a:extLst>
              <a:ext uri="{FF2B5EF4-FFF2-40B4-BE49-F238E27FC236}">
                <a16:creationId xmlns:a16="http://schemas.microsoft.com/office/drawing/2014/main" id="{BC32925C-5F60-F045-8DDD-3EE0CD94AB9C}"/>
              </a:ext>
            </a:extLst>
          </p:cNvPr>
          <p:cNvCxnSpPr/>
          <p:nvPr/>
        </p:nvCxnSpPr>
        <p:spPr>
          <a:xfrm>
            <a:off x="827533" y="4777769"/>
            <a:ext cx="1600400" cy="0"/>
          </a:xfrm>
          <a:prstGeom prst="straightConnector1">
            <a:avLst/>
          </a:prstGeom>
          <a:noFill/>
          <a:ln w="9525" cap="flat" cmpd="sng">
            <a:solidFill>
              <a:srgbClr val="A2A2A2"/>
            </a:solidFill>
            <a:prstDash val="solid"/>
            <a:miter lim="800000"/>
            <a:headEnd type="none" w="sm" len="sm"/>
            <a:tailEnd type="none" w="sm" len="sm"/>
          </a:ln>
        </p:spPr>
      </p:cxnSp>
      <p:cxnSp>
        <p:nvCxnSpPr>
          <p:cNvPr id="65" name="Google Shape;660;p25">
            <a:extLst>
              <a:ext uri="{FF2B5EF4-FFF2-40B4-BE49-F238E27FC236}">
                <a16:creationId xmlns:a16="http://schemas.microsoft.com/office/drawing/2014/main" id="{D47EF68C-DF7F-F241-B940-9458FEE29241}"/>
              </a:ext>
            </a:extLst>
          </p:cNvPr>
          <p:cNvCxnSpPr/>
          <p:nvPr/>
        </p:nvCxnSpPr>
        <p:spPr>
          <a:xfrm>
            <a:off x="3061667" y="4777769"/>
            <a:ext cx="1600400" cy="0"/>
          </a:xfrm>
          <a:prstGeom prst="straightConnector1">
            <a:avLst/>
          </a:prstGeom>
          <a:noFill/>
          <a:ln w="9525" cap="flat" cmpd="sng">
            <a:solidFill>
              <a:srgbClr val="A2A2A2"/>
            </a:solidFill>
            <a:prstDash val="solid"/>
            <a:miter lim="800000"/>
            <a:headEnd type="none" w="sm" len="sm"/>
            <a:tailEnd type="none" w="sm" len="sm"/>
          </a:ln>
        </p:spPr>
      </p:cxnSp>
      <p:cxnSp>
        <p:nvCxnSpPr>
          <p:cNvPr id="66" name="Google Shape;666;p25">
            <a:extLst>
              <a:ext uri="{FF2B5EF4-FFF2-40B4-BE49-F238E27FC236}">
                <a16:creationId xmlns:a16="http://schemas.microsoft.com/office/drawing/2014/main" id="{62DE9A56-C53D-2B40-B31E-DBDEB0495FF8}"/>
              </a:ext>
            </a:extLst>
          </p:cNvPr>
          <p:cNvCxnSpPr/>
          <p:nvPr/>
        </p:nvCxnSpPr>
        <p:spPr>
          <a:xfrm>
            <a:off x="5295800" y="4777769"/>
            <a:ext cx="1600400" cy="0"/>
          </a:xfrm>
          <a:prstGeom prst="straightConnector1">
            <a:avLst/>
          </a:prstGeom>
          <a:noFill/>
          <a:ln w="9525" cap="flat" cmpd="sng">
            <a:solidFill>
              <a:srgbClr val="A2A2A2"/>
            </a:solidFill>
            <a:prstDash val="solid"/>
            <a:miter lim="800000"/>
            <a:headEnd type="none" w="sm" len="sm"/>
            <a:tailEnd type="none" w="sm" len="sm"/>
          </a:ln>
        </p:spPr>
      </p:cxnSp>
      <p:cxnSp>
        <p:nvCxnSpPr>
          <p:cNvPr id="67" name="Google Shape;672;p25">
            <a:extLst>
              <a:ext uri="{FF2B5EF4-FFF2-40B4-BE49-F238E27FC236}">
                <a16:creationId xmlns:a16="http://schemas.microsoft.com/office/drawing/2014/main" id="{C21AE3CB-2E4B-6F44-B9FE-DD8F30025E65}"/>
              </a:ext>
            </a:extLst>
          </p:cNvPr>
          <p:cNvCxnSpPr/>
          <p:nvPr/>
        </p:nvCxnSpPr>
        <p:spPr>
          <a:xfrm>
            <a:off x="7529933" y="4777769"/>
            <a:ext cx="1600400" cy="0"/>
          </a:xfrm>
          <a:prstGeom prst="straightConnector1">
            <a:avLst/>
          </a:prstGeom>
          <a:noFill/>
          <a:ln w="9525" cap="flat" cmpd="sng">
            <a:solidFill>
              <a:srgbClr val="A2A2A2"/>
            </a:solidFill>
            <a:prstDash val="solid"/>
            <a:miter lim="800000"/>
            <a:headEnd type="none" w="sm" len="sm"/>
            <a:tailEnd type="none" w="sm" len="sm"/>
          </a:ln>
        </p:spPr>
      </p:cxnSp>
      <p:cxnSp>
        <p:nvCxnSpPr>
          <p:cNvPr id="68" name="Google Shape;678;p25">
            <a:extLst>
              <a:ext uri="{FF2B5EF4-FFF2-40B4-BE49-F238E27FC236}">
                <a16:creationId xmlns:a16="http://schemas.microsoft.com/office/drawing/2014/main" id="{EE8F3279-FE43-624A-B1F5-9DA35402B7EB}"/>
              </a:ext>
            </a:extLst>
          </p:cNvPr>
          <p:cNvCxnSpPr/>
          <p:nvPr/>
        </p:nvCxnSpPr>
        <p:spPr>
          <a:xfrm>
            <a:off x="9764067" y="4777769"/>
            <a:ext cx="1600400" cy="0"/>
          </a:xfrm>
          <a:prstGeom prst="straightConnector1">
            <a:avLst/>
          </a:prstGeom>
          <a:noFill/>
          <a:ln w="9525" cap="flat" cmpd="sng">
            <a:solidFill>
              <a:srgbClr val="A2A2A2"/>
            </a:solidFill>
            <a:prstDash val="solid"/>
            <a:miter lim="800000"/>
            <a:headEnd type="none" w="sm" len="sm"/>
            <a:tailEnd type="none" w="sm" len="sm"/>
          </a:ln>
        </p:spPr>
      </p:cxnSp>
      <p:sp>
        <p:nvSpPr>
          <p:cNvPr id="69" name="Text Placeholder 4">
            <a:extLst>
              <a:ext uri="{FF2B5EF4-FFF2-40B4-BE49-F238E27FC236}">
                <a16:creationId xmlns:a16="http://schemas.microsoft.com/office/drawing/2014/main" id="{3BA6CB65-6418-DF49-9665-5EB88D57B88F}"/>
              </a:ext>
            </a:extLst>
          </p:cNvPr>
          <p:cNvSpPr>
            <a:spLocks noGrp="1"/>
          </p:cNvSpPr>
          <p:nvPr>
            <p:ph type="body" sz="quarter" idx="24"/>
          </p:nvPr>
        </p:nvSpPr>
        <p:spPr>
          <a:xfrm>
            <a:off x="591333" y="4067237"/>
            <a:ext cx="2072800" cy="244000"/>
          </a:xfrm>
          <a:prstGeom prst="rect">
            <a:avLst/>
          </a:prstGeom>
        </p:spPr>
        <p:txBody>
          <a:bodyPr lIns="0" tIns="0" rIns="0" bIns="0"/>
          <a:lstStyle>
            <a:lvl1pPr marL="8466" marR="0" indent="0" algn="ctr" rtl="0">
              <a:lnSpc>
                <a:spcPct val="100000"/>
              </a:lnSpc>
              <a:spcBef>
                <a:spcPts val="0"/>
              </a:spcBef>
              <a:spcAft>
                <a:spcPts val="0"/>
              </a:spcAft>
              <a:buClr>
                <a:schemeClr val="accent1"/>
              </a:buClr>
              <a:buSzPts val="1100"/>
              <a:buFont typeface="Arial"/>
              <a:buNone/>
              <a:tabLst/>
              <a:defRPr lang="en-US" sz="1467"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70" name="Text Placeholder 4">
            <a:extLst>
              <a:ext uri="{FF2B5EF4-FFF2-40B4-BE49-F238E27FC236}">
                <a16:creationId xmlns:a16="http://schemas.microsoft.com/office/drawing/2014/main" id="{9C788D4D-F535-6B49-9D27-7BFD9F6FAD94}"/>
              </a:ext>
            </a:extLst>
          </p:cNvPr>
          <p:cNvSpPr>
            <a:spLocks noGrp="1"/>
          </p:cNvSpPr>
          <p:nvPr>
            <p:ph type="body" sz="quarter" idx="25"/>
          </p:nvPr>
        </p:nvSpPr>
        <p:spPr>
          <a:xfrm>
            <a:off x="591333" y="4387560"/>
            <a:ext cx="2072800" cy="244000"/>
          </a:xfrm>
          <a:prstGeom prst="rect">
            <a:avLst/>
          </a:prstGeom>
        </p:spPr>
        <p:txBody>
          <a:bodyPr lIns="0" tIns="0" rIns="0" bIns="0"/>
          <a:lstStyle>
            <a:lvl1pPr marL="8466" marR="0" indent="0" algn="ctr" rtl="0">
              <a:lnSpc>
                <a:spcPct val="100000"/>
              </a:lnSpc>
              <a:spcBef>
                <a:spcPts val="0"/>
              </a:spcBef>
              <a:spcAft>
                <a:spcPts val="0"/>
              </a:spcAft>
              <a:buClr>
                <a:schemeClr val="dk1"/>
              </a:buClr>
              <a:buSzPts val="1100"/>
              <a:buFont typeface="Arial"/>
              <a:buNone/>
              <a:tabLst/>
              <a:defRPr lang="en-US" sz="1467"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71" name="Text Placeholder 4">
            <a:extLst>
              <a:ext uri="{FF2B5EF4-FFF2-40B4-BE49-F238E27FC236}">
                <a16:creationId xmlns:a16="http://schemas.microsoft.com/office/drawing/2014/main" id="{C1815B35-5553-3240-A8F4-32C1392B7757}"/>
              </a:ext>
            </a:extLst>
          </p:cNvPr>
          <p:cNvSpPr>
            <a:spLocks noGrp="1"/>
          </p:cNvSpPr>
          <p:nvPr>
            <p:ph type="body" sz="quarter" idx="27"/>
          </p:nvPr>
        </p:nvSpPr>
        <p:spPr>
          <a:xfrm>
            <a:off x="2825467" y="4952533"/>
            <a:ext cx="2072800" cy="244000"/>
          </a:xfrm>
          <a:prstGeom prst="rect">
            <a:avLst/>
          </a:prstGeom>
        </p:spPr>
        <p:txBody>
          <a:bodyPr lIns="0" tIns="0" rIns="0" bIns="0"/>
          <a:lstStyle>
            <a:lvl1pPr marL="8466" marR="0" indent="0" algn="ctr" rtl="0">
              <a:lnSpc>
                <a:spcPct val="100000"/>
              </a:lnSpc>
              <a:spcBef>
                <a:spcPts val="0"/>
              </a:spcBef>
              <a:spcAft>
                <a:spcPts val="0"/>
              </a:spcAft>
              <a:buClr>
                <a:schemeClr val="dk1"/>
              </a:buClr>
              <a:buSzPts val="900"/>
              <a:buFont typeface="Arial"/>
              <a:buNone/>
              <a:tabLst/>
              <a:defRPr lang="en-US" sz="1200"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72" name="Text Placeholder 4">
            <a:extLst>
              <a:ext uri="{FF2B5EF4-FFF2-40B4-BE49-F238E27FC236}">
                <a16:creationId xmlns:a16="http://schemas.microsoft.com/office/drawing/2014/main" id="{554FD579-CAEB-9C4E-BEDC-3B8BB045444E}"/>
              </a:ext>
            </a:extLst>
          </p:cNvPr>
          <p:cNvSpPr>
            <a:spLocks noGrp="1"/>
          </p:cNvSpPr>
          <p:nvPr>
            <p:ph type="body" sz="quarter" idx="28"/>
          </p:nvPr>
        </p:nvSpPr>
        <p:spPr>
          <a:xfrm>
            <a:off x="2825467" y="4067237"/>
            <a:ext cx="2072800" cy="244000"/>
          </a:xfrm>
          <a:prstGeom prst="rect">
            <a:avLst/>
          </a:prstGeom>
        </p:spPr>
        <p:txBody>
          <a:bodyPr lIns="0" tIns="0" rIns="0" bIns="0"/>
          <a:lstStyle>
            <a:lvl1pPr marL="8466" marR="0" indent="0" algn="ctr" rtl="0">
              <a:lnSpc>
                <a:spcPct val="100000"/>
              </a:lnSpc>
              <a:spcBef>
                <a:spcPts val="0"/>
              </a:spcBef>
              <a:spcAft>
                <a:spcPts val="0"/>
              </a:spcAft>
              <a:buClr>
                <a:schemeClr val="accent1"/>
              </a:buClr>
              <a:buSzPts val="1100"/>
              <a:buFont typeface="Arial"/>
              <a:buNone/>
              <a:tabLst/>
              <a:defRPr lang="en-US" sz="1467"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73" name="Text Placeholder 4">
            <a:extLst>
              <a:ext uri="{FF2B5EF4-FFF2-40B4-BE49-F238E27FC236}">
                <a16:creationId xmlns:a16="http://schemas.microsoft.com/office/drawing/2014/main" id="{45580F30-CDD4-ED46-9698-33118FF7D50C}"/>
              </a:ext>
            </a:extLst>
          </p:cNvPr>
          <p:cNvSpPr>
            <a:spLocks noGrp="1"/>
          </p:cNvSpPr>
          <p:nvPr>
            <p:ph type="body" sz="quarter" idx="29"/>
          </p:nvPr>
        </p:nvSpPr>
        <p:spPr>
          <a:xfrm>
            <a:off x="2825467" y="4387560"/>
            <a:ext cx="2072800" cy="244000"/>
          </a:xfrm>
          <a:prstGeom prst="rect">
            <a:avLst/>
          </a:prstGeom>
        </p:spPr>
        <p:txBody>
          <a:bodyPr lIns="0" tIns="0" rIns="0" bIns="0"/>
          <a:lstStyle>
            <a:lvl1pPr marL="8466" marR="0" indent="0" algn="ctr" rtl="0">
              <a:lnSpc>
                <a:spcPct val="100000"/>
              </a:lnSpc>
              <a:spcBef>
                <a:spcPts val="0"/>
              </a:spcBef>
              <a:spcAft>
                <a:spcPts val="0"/>
              </a:spcAft>
              <a:buClr>
                <a:schemeClr val="dk1"/>
              </a:buClr>
              <a:buSzPts val="1100"/>
              <a:buFont typeface="Arial"/>
              <a:buNone/>
              <a:tabLst/>
              <a:defRPr lang="en-US" sz="1467"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74" name="Text Placeholder 4">
            <a:extLst>
              <a:ext uri="{FF2B5EF4-FFF2-40B4-BE49-F238E27FC236}">
                <a16:creationId xmlns:a16="http://schemas.microsoft.com/office/drawing/2014/main" id="{50B4F8C5-3E95-ED4E-BF92-690B3B206E46}"/>
              </a:ext>
            </a:extLst>
          </p:cNvPr>
          <p:cNvSpPr>
            <a:spLocks noGrp="1"/>
          </p:cNvSpPr>
          <p:nvPr>
            <p:ph type="body" sz="quarter" idx="30"/>
          </p:nvPr>
        </p:nvSpPr>
        <p:spPr>
          <a:xfrm>
            <a:off x="5059600" y="4952533"/>
            <a:ext cx="2072800" cy="244000"/>
          </a:xfrm>
          <a:prstGeom prst="rect">
            <a:avLst/>
          </a:prstGeom>
        </p:spPr>
        <p:txBody>
          <a:bodyPr lIns="0" tIns="0" rIns="0" bIns="0"/>
          <a:lstStyle>
            <a:lvl1pPr marL="8466" marR="0" indent="0" algn="ctr" rtl="0">
              <a:lnSpc>
                <a:spcPct val="100000"/>
              </a:lnSpc>
              <a:spcBef>
                <a:spcPts val="0"/>
              </a:spcBef>
              <a:spcAft>
                <a:spcPts val="0"/>
              </a:spcAft>
              <a:buClr>
                <a:schemeClr val="dk1"/>
              </a:buClr>
              <a:buSzPts val="900"/>
              <a:buFont typeface="Arial"/>
              <a:buNone/>
              <a:tabLst/>
              <a:defRPr lang="en-US" sz="1200"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75" name="Text Placeholder 4">
            <a:extLst>
              <a:ext uri="{FF2B5EF4-FFF2-40B4-BE49-F238E27FC236}">
                <a16:creationId xmlns:a16="http://schemas.microsoft.com/office/drawing/2014/main" id="{D44BE5F4-0939-2D42-A432-E24C2D1FA9D4}"/>
              </a:ext>
            </a:extLst>
          </p:cNvPr>
          <p:cNvSpPr>
            <a:spLocks noGrp="1"/>
          </p:cNvSpPr>
          <p:nvPr>
            <p:ph type="body" sz="quarter" idx="31"/>
          </p:nvPr>
        </p:nvSpPr>
        <p:spPr>
          <a:xfrm>
            <a:off x="5059600" y="4067237"/>
            <a:ext cx="2072800" cy="244000"/>
          </a:xfrm>
          <a:prstGeom prst="rect">
            <a:avLst/>
          </a:prstGeom>
        </p:spPr>
        <p:txBody>
          <a:bodyPr lIns="0" tIns="0" rIns="0" bIns="0"/>
          <a:lstStyle>
            <a:lvl1pPr marL="8466" marR="0" indent="0" algn="ctr" rtl="0">
              <a:lnSpc>
                <a:spcPct val="100000"/>
              </a:lnSpc>
              <a:spcBef>
                <a:spcPts val="0"/>
              </a:spcBef>
              <a:spcAft>
                <a:spcPts val="0"/>
              </a:spcAft>
              <a:buClr>
                <a:schemeClr val="accent1"/>
              </a:buClr>
              <a:buSzPts val="1100"/>
              <a:buFont typeface="Arial"/>
              <a:buNone/>
              <a:tabLst/>
              <a:defRPr lang="en-US" sz="1467"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76" name="Text Placeholder 4">
            <a:extLst>
              <a:ext uri="{FF2B5EF4-FFF2-40B4-BE49-F238E27FC236}">
                <a16:creationId xmlns:a16="http://schemas.microsoft.com/office/drawing/2014/main" id="{9D33EE44-8E60-3F4C-A27B-231E2709E94A}"/>
              </a:ext>
            </a:extLst>
          </p:cNvPr>
          <p:cNvSpPr>
            <a:spLocks noGrp="1"/>
          </p:cNvSpPr>
          <p:nvPr>
            <p:ph type="body" sz="quarter" idx="32"/>
          </p:nvPr>
        </p:nvSpPr>
        <p:spPr>
          <a:xfrm>
            <a:off x="5059600" y="4387560"/>
            <a:ext cx="2072800" cy="244000"/>
          </a:xfrm>
          <a:prstGeom prst="rect">
            <a:avLst/>
          </a:prstGeom>
        </p:spPr>
        <p:txBody>
          <a:bodyPr lIns="0" tIns="0" rIns="0" bIns="0"/>
          <a:lstStyle>
            <a:lvl1pPr marL="8466" marR="0" indent="0" algn="ctr" rtl="0">
              <a:lnSpc>
                <a:spcPct val="100000"/>
              </a:lnSpc>
              <a:spcBef>
                <a:spcPts val="0"/>
              </a:spcBef>
              <a:spcAft>
                <a:spcPts val="0"/>
              </a:spcAft>
              <a:buClr>
                <a:schemeClr val="dk1"/>
              </a:buClr>
              <a:buSzPts val="1100"/>
              <a:buFont typeface="Arial"/>
              <a:buNone/>
              <a:tabLst/>
              <a:defRPr lang="en-US" sz="1467"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77" name="Text Placeholder 4">
            <a:extLst>
              <a:ext uri="{FF2B5EF4-FFF2-40B4-BE49-F238E27FC236}">
                <a16:creationId xmlns:a16="http://schemas.microsoft.com/office/drawing/2014/main" id="{835FE50C-C900-E042-ABD5-3F6FDE7A4DF2}"/>
              </a:ext>
            </a:extLst>
          </p:cNvPr>
          <p:cNvSpPr>
            <a:spLocks noGrp="1"/>
          </p:cNvSpPr>
          <p:nvPr>
            <p:ph type="body" sz="quarter" idx="33"/>
          </p:nvPr>
        </p:nvSpPr>
        <p:spPr>
          <a:xfrm>
            <a:off x="7293733" y="4952533"/>
            <a:ext cx="2072800" cy="244000"/>
          </a:xfrm>
          <a:prstGeom prst="rect">
            <a:avLst/>
          </a:prstGeom>
        </p:spPr>
        <p:txBody>
          <a:bodyPr lIns="0" tIns="0" rIns="0" bIns="0"/>
          <a:lstStyle>
            <a:lvl1pPr marL="8466" marR="0" indent="0" algn="ctr" rtl="0">
              <a:lnSpc>
                <a:spcPct val="100000"/>
              </a:lnSpc>
              <a:spcBef>
                <a:spcPts val="0"/>
              </a:spcBef>
              <a:spcAft>
                <a:spcPts val="0"/>
              </a:spcAft>
              <a:buClr>
                <a:schemeClr val="dk1"/>
              </a:buClr>
              <a:buSzPts val="900"/>
              <a:buFont typeface="Arial"/>
              <a:buNone/>
              <a:tabLst/>
              <a:defRPr lang="en-US" sz="1200"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78" name="Text Placeholder 4">
            <a:extLst>
              <a:ext uri="{FF2B5EF4-FFF2-40B4-BE49-F238E27FC236}">
                <a16:creationId xmlns:a16="http://schemas.microsoft.com/office/drawing/2014/main" id="{2657CDCF-5FFE-F040-9B1F-18667AF28703}"/>
              </a:ext>
            </a:extLst>
          </p:cNvPr>
          <p:cNvSpPr>
            <a:spLocks noGrp="1"/>
          </p:cNvSpPr>
          <p:nvPr>
            <p:ph type="body" sz="quarter" idx="34"/>
          </p:nvPr>
        </p:nvSpPr>
        <p:spPr>
          <a:xfrm>
            <a:off x="7293733" y="4067237"/>
            <a:ext cx="2072800" cy="244000"/>
          </a:xfrm>
          <a:prstGeom prst="rect">
            <a:avLst/>
          </a:prstGeom>
        </p:spPr>
        <p:txBody>
          <a:bodyPr lIns="0" tIns="0" rIns="0" bIns="0"/>
          <a:lstStyle>
            <a:lvl1pPr marL="8466" marR="0" indent="0" algn="ctr" rtl="0">
              <a:lnSpc>
                <a:spcPct val="100000"/>
              </a:lnSpc>
              <a:spcBef>
                <a:spcPts val="0"/>
              </a:spcBef>
              <a:spcAft>
                <a:spcPts val="0"/>
              </a:spcAft>
              <a:buClr>
                <a:schemeClr val="accent1"/>
              </a:buClr>
              <a:buSzPts val="1100"/>
              <a:buFont typeface="Arial"/>
              <a:buNone/>
              <a:tabLst/>
              <a:defRPr lang="en-US" sz="1467"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79" name="Text Placeholder 4">
            <a:extLst>
              <a:ext uri="{FF2B5EF4-FFF2-40B4-BE49-F238E27FC236}">
                <a16:creationId xmlns:a16="http://schemas.microsoft.com/office/drawing/2014/main" id="{C234BF7C-6AF7-EC4A-97A7-6B2C96603BD9}"/>
              </a:ext>
            </a:extLst>
          </p:cNvPr>
          <p:cNvSpPr>
            <a:spLocks noGrp="1"/>
          </p:cNvSpPr>
          <p:nvPr>
            <p:ph type="body" sz="quarter" idx="35"/>
          </p:nvPr>
        </p:nvSpPr>
        <p:spPr>
          <a:xfrm>
            <a:off x="7293733" y="4387560"/>
            <a:ext cx="2072800" cy="244000"/>
          </a:xfrm>
          <a:prstGeom prst="rect">
            <a:avLst/>
          </a:prstGeom>
        </p:spPr>
        <p:txBody>
          <a:bodyPr lIns="0" tIns="0" rIns="0" bIns="0"/>
          <a:lstStyle>
            <a:lvl1pPr marL="8466" marR="0" indent="0" algn="ctr" rtl="0">
              <a:lnSpc>
                <a:spcPct val="100000"/>
              </a:lnSpc>
              <a:spcBef>
                <a:spcPts val="0"/>
              </a:spcBef>
              <a:spcAft>
                <a:spcPts val="0"/>
              </a:spcAft>
              <a:buClr>
                <a:schemeClr val="dk1"/>
              </a:buClr>
              <a:buSzPts val="1100"/>
              <a:buFont typeface="Arial"/>
              <a:buNone/>
              <a:tabLst/>
              <a:defRPr lang="en-US" sz="1467"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80" name="Text Placeholder 4">
            <a:extLst>
              <a:ext uri="{FF2B5EF4-FFF2-40B4-BE49-F238E27FC236}">
                <a16:creationId xmlns:a16="http://schemas.microsoft.com/office/drawing/2014/main" id="{89286FD3-FF1D-BE4B-9A0B-BB72393A2B68}"/>
              </a:ext>
            </a:extLst>
          </p:cNvPr>
          <p:cNvSpPr>
            <a:spLocks noGrp="1"/>
          </p:cNvSpPr>
          <p:nvPr>
            <p:ph type="body" sz="quarter" idx="36"/>
          </p:nvPr>
        </p:nvSpPr>
        <p:spPr>
          <a:xfrm>
            <a:off x="9527867" y="4952533"/>
            <a:ext cx="2072800" cy="244000"/>
          </a:xfrm>
          <a:prstGeom prst="rect">
            <a:avLst/>
          </a:prstGeom>
        </p:spPr>
        <p:txBody>
          <a:bodyPr lIns="0" tIns="0" rIns="0" bIns="0"/>
          <a:lstStyle>
            <a:lvl1pPr marL="8466" marR="0" indent="0" algn="ctr" rtl="0">
              <a:lnSpc>
                <a:spcPct val="100000"/>
              </a:lnSpc>
              <a:spcBef>
                <a:spcPts val="0"/>
              </a:spcBef>
              <a:spcAft>
                <a:spcPts val="0"/>
              </a:spcAft>
              <a:buClr>
                <a:schemeClr val="dk1"/>
              </a:buClr>
              <a:buSzPts val="900"/>
              <a:buFont typeface="Arial"/>
              <a:buNone/>
              <a:tabLst/>
              <a:defRPr lang="en-US" sz="1200"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81" name="Text Placeholder 4">
            <a:extLst>
              <a:ext uri="{FF2B5EF4-FFF2-40B4-BE49-F238E27FC236}">
                <a16:creationId xmlns:a16="http://schemas.microsoft.com/office/drawing/2014/main" id="{804B1EC3-5B2B-7C4F-867C-386BAEC9BD53}"/>
              </a:ext>
            </a:extLst>
          </p:cNvPr>
          <p:cNvSpPr>
            <a:spLocks noGrp="1"/>
          </p:cNvSpPr>
          <p:nvPr>
            <p:ph type="body" sz="quarter" idx="37"/>
          </p:nvPr>
        </p:nvSpPr>
        <p:spPr>
          <a:xfrm>
            <a:off x="9527867" y="4067237"/>
            <a:ext cx="2072800" cy="244000"/>
          </a:xfrm>
          <a:prstGeom prst="rect">
            <a:avLst/>
          </a:prstGeom>
        </p:spPr>
        <p:txBody>
          <a:bodyPr lIns="0" tIns="0" rIns="0" bIns="0"/>
          <a:lstStyle>
            <a:lvl1pPr marL="8466" marR="0" indent="0" algn="ctr" rtl="0">
              <a:lnSpc>
                <a:spcPct val="100000"/>
              </a:lnSpc>
              <a:spcBef>
                <a:spcPts val="0"/>
              </a:spcBef>
              <a:spcAft>
                <a:spcPts val="0"/>
              </a:spcAft>
              <a:buClr>
                <a:schemeClr val="accent1"/>
              </a:buClr>
              <a:buSzPts val="1100"/>
              <a:buFont typeface="Arial"/>
              <a:buNone/>
              <a:tabLst/>
              <a:defRPr lang="en-US" sz="1467"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82" name="Text Placeholder 4">
            <a:extLst>
              <a:ext uri="{FF2B5EF4-FFF2-40B4-BE49-F238E27FC236}">
                <a16:creationId xmlns:a16="http://schemas.microsoft.com/office/drawing/2014/main" id="{BF8DF053-BF43-F444-A84D-30FD0794B00C}"/>
              </a:ext>
            </a:extLst>
          </p:cNvPr>
          <p:cNvSpPr>
            <a:spLocks noGrp="1"/>
          </p:cNvSpPr>
          <p:nvPr>
            <p:ph type="body" sz="quarter" idx="38"/>
          </p:nvPr>
        </p:nvSpPr>
        <p:spPr>
          <a:xfrm>
            <a:off x="9527867" y="4387560"/>
            <a:ext cx="2072800" cy="244000"/>
          </a:xfrm>
          <a:prstGeom prst="rect">
            <a:avLst/>
          </a:prstGeom>
        </p:spPr>
        <p:txBody>
          <a:bodyPr lIns="0" tIns="0" rIns="0" bIns="0"/>
          <a:lstStyle>
            <a:lvl1pPr marL="8466" marR="0" indent="0" algn="ctr" rtl="0">
              <a:lnSpc>
                <a:spcPct val="100000"/>
              </a:lnSpc>
              <a:spcBef>
                <a:spcPts val="0"/>
              </a:spcBef>
              <a:spcAft>
                <a:spcPts val="0"/>
              </a:spcAft>
              <a:buClr>
                <a:schemeClr val="dk1"/>
              </a:buClr>
              <a:buSzPts val="1100"/>
              <a:buFont typeface="Arial"/>
              <a:buNone/>
              <a:tabLst/>
              <a:defRPr lang="en-US" sz="1467"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42" name="Text Placeholder 4">
            <a:extLst>
              <a:ext uri="{FF2B5EF4-FFF2-40B4-BE49-F238E27FC236}">
                <a16:creationId xmlns:a16="http://schemas.microsoft.com/office/drawing/2014/main" id="{043F7F88-091B-DD4F-BAA4-66BA4CCD5148}"/>
              </a:ext>
            </a:extLst>
          </p:cNvPr>
          <p:cNvSpPr>
            <a:spLocks noGrp="1"/>
          </p:cNvSpPr>
          <p:nvPr>
            <p:ph type="body" sz="quarter" idx="199"/>
          </p:nvPr>
        </p:nvSpPr>
        <p:spPr>
          <a:xfrm>
            <a:off x="527051" y="496800"/>
            <a:ext cx="11137900" cy="611600"/>
          </a:xfrm>
          <a:prstGeom prst="rect">
            <a:avLst/>
          </a:prstGeom>
        </p:spPr>
        <p:txBody>
          <a:bodyPr lIns="0" tIns="0" rIns="0" bIns="0" anchor="t"/>
          <a:lstStyle>
            <a:lvl1pPr marL="8466" marR="0" indent="0" algn="l" rtl="0">
              <a:lnSpc>
                <a:spcPct val="90000"/>
              </a:lnSpc>
              <a:spcBef>
                <a:spcPts val="0"/>
              </a:spcBef>
              <a:spcAft>
                <a:spcPts val="0"/>
              </a:spcAft>
              <a:buClr>
                <a:schemeClr val="dk1"/>
              </a:buClr>
              <a:buSzPts val="2000"/>
              <a:buFont typeface="Poppins Medium"/>
              <a:buNone/>
              <a:tabLst/>
              <a:defRPr lang="en-GB" sz="2400" b="0" i="0" u="none" strike="noStrike" cap="none" dirty="0" smtClean="0">
                <a:solidFill>
                  <a:schemeClr val="bg1"/>
                </a:solidFill>
                <a:latin typeface="Poppins Medium"/>
                <a:ea typeface="Poppins Medium"/>
                <a:cs typeface="Poppins Medium"/>
                <a:sym typeface="Poppins Medium"/>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Tree>
    <p:extLst>
      <p:ext uri="{BB962C8B-B14F-4D97-AF65-F5344CB8AC3E}">
        <p14:creationId xmlns:p14="http://schemas.microsoft.com/office/powerpoint/2010/main" val="3504415504"/>
      </p:ext>
    </p:extLst>
  </p:cSld>
  <p:clrMapOvr>
    <a:masterClrMapping/>
  </p:clrMapOvr>
  <p:extLst>
    <p:ext uri="{DCECCB84-F9BA-43D5-87BE-67443E8EF086}">
      <p15:sldGuideLst xmlns:p15="http://schemas.microsoft.com/office/powerpoint/2012/main">
        <p15:guide id="1" orient="horz" pos="531">
          <p15:clr>
            <a:srgbClr val="FBAE40"/>
          </p15:clr>
        </p15:guide>
        <p15:guide id="2" pos="249">
          <p15:clr>
            <a:srgbClr val="FBAE40"/>
          </p15:clr>
        </p15:guide>
        <p15:guide id="3" pos="5511">
          <p15:clr>
            <a:srgbClr val="FBAE40"/>
          </p15:clr>
        </p15:guide>
        <p15:guide id="4" orient="horz" pos="3072">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eam - 10 Photos">
    <p:spTree>
      <p:nvGrpSpPr>
        <p:cNvPr id="1" name=""/>
        <p:cNvGrpSpPr/>
        <p:nvPr/>
      </p:nvGrpSpPr>
      <p:grpSpPr>
        <a:xfrm>
          <a:off x="0" y="0"/>
          <a:ext cx="0" cy="0"/>
          <a:chOff x="0" y="0"/>
          <a:chExt cx="0" cy="0"/>
        </a:xfrm>
      </p:grpSpPr>
      <p:sp>
        <p:nvSpPr>
          <p:cNvPr id="2" name="Google Shape;100;p10">
            <a:extLst>
              <a:ext uri="{FF2B5EF4-FFF2-40B4-BE49-F238E27FC236}">
                <a16:creationId xmlns:a16="http://schemas.microsoft.com/office/drawing/2014/main" id="{75319296-4017-9C4B-A5B8-3E91620F7E72}"/>
              </a:ext>
            </a:extLst>
          </p:cNvPr>
          <p:cNvSpPr/>
          <p:nvPr/>
        </p:nvSpPr>
        <p:spPr>
          <a:xfrm>
            <a:off x="7175584" y="1100100"/>
            <a:ext cx="2253200" cy="5394800"/>
          </a:xfrm>
          <a:prstGeom prst="rect">
            <a:avLst/>
          </a:prstGeom>
          <a:solidFill>
            <a:srgbClr val="EFEFEF"/>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b="0" i="0" dirty="0">
              <a:latin typeface="+mn-lt"/>
              <a:cs typeface="Calibri" panose="020F0502020204030204" pitchFamily="34" charset="0"/>
            </a:endParaRPr>
          </a:p>
        </p:txBody>
      </p:sp>
      <p:sp>
        <p:nvSpPr>
          <p:cNvPr id="3" name="Google Shape;101;p10">
            <a:extLst>
              <a:ext uri="{FF2B5EF4-FFF2-40B4-BE49-F238E27FC236}">
                <a16:creationId xmlns:a16="http://schemas.microsoft.com/office/drawing/2014/main" id="{2F53D596-E14D-C44F-9995-0C879AF83CC8}"/>
              </a:ext>
            </a:extLst>
          </p:cNvPr>
          <p:cNvSpPr/>
          <p:nvPr/>
        </p:nvSpPr>
        <p:spPr>
          <a:xfrm>
            <a:off x="2757617" y="1100100"/>
            <a:ext cx="2253200" cy="5394800"/>
          </a:xfrm>
          <a:prstGeom prst="rect">
            <a:avLst/>
          </a:prstGeom>
          <a:solidFill>
            <a:srgbClr val="EFEFEF"/>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b="0" i="0" dirty="0">
              <a:latin typeface="+mn-lt"/>
              <a:cs typeface="Calibri" panose="020F0502020204030204" pitchFamily="34" charset="0"/>
            </a:endParaRPr>
          </a:p>
        </p:txBody>
      </p:sp>
      <p:sp>
        <p:nvSpPr>
          <p:cNvPr id="4" name="Google Shape;103;p10">
            <a:extLst>
              <a:ext uri="{FF2B5EF4-FFF2-40B4-BE49-F238E27FC236}">
                <a16:creationId xmlns:a16="http://schemas.microsoft.com/office/drawing/2014/main" id="{6C4B2545-39D0-314F-9BA0-5F4AD767B07A}"/>
              </a:ext>
            </a:extLst>
          </p:cNvPr>
          <p:cNvSpPr/>
          <p:nvPr/>
        </p:nvSpPr>
        <p:spPr>
          <a:xfrm>
            <a:off x="11792595" y="6494883"/>
            <a:ext cx="304800" cy="306000"/>
          </a:xfrm>
          <a:prstGeom prst="ellipse">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fld id="{00000000-1234-1234-1234-123412341234}" type="slidenum">
              <a:rPr lang="en" sz="933" b="0" i="0" u="none" strike="noStrike" cap="none">
                <a:solidFill>
                  <a:schemeClr val="dk1"/>
                </a:solidFill>
                <a:latin typeface="+mn-lt"/>
                <a:ea typeface="Calibri"/>
                <a:cs typeface="Calibri"/>
                <a:sym typeface="Calibri"/>
              </a:rPr>
              <a:pPr marL="0" marR="0" lvl="0" indent="0" algn="r" rtl="0">
                <a:spcBef>
                  <a:spcPts val="0"/>
                </a:spcBef>
                <a:spcAft>
                  <a:spcPts val="0"/>
                </a:spcAft>
                <a:buNone/>
              </a:pPr>
              <a:t>‹#›</a:t>
            </a:fld>
            <a:endParaRPr sz="933" b="0" i="0" u="none" strike="noStrike" cap="none" dirty="0">
              <a:solidFill>
                <a:schemeClr val="dk1"/>
              </a:solidFill>
              <a:latin typeface="+mn-lt"/>
              <a:ea typeface="Calibri"/>
              <a:cs typeface="Calibri"/>
              <a:sym typeface="Calibri"/>
            </a:endParaRPr>
          </a:p>
        </p:txBody>
      </p:sp>
      <p:sp>
        <p:nvSpPr>
          <p:cNvPr id="5" name="Google Shape;104;p10">
            <a:extLst>
              <a:ext uri="{FF2B5EF4-FFF2-40B4-BE49-F238E27FC236}">
                <a16:creationId xmlns:a16="http://schemas.microsoft.com/office/drawing/2014/main" id="{07EF58A2-3471-A948-AD73-B986F208FFD4}"/>
              </a:ext>
            </a:extLst>
          </p:cNvPr>
          <p:cNvSpPr/>
          <p:nvPr/>
        </p:nvSpPr>
        <p:spPr>
          <a:xfrm>
            <a:off x="3" y="1"/>
            <a:ext cx="301543" cy="347263"/>
          </a:xfrm>
          <a:custGeom>
            <a:avLst/>
            <a:gdLst/>
            <a:ahLst/>
            <a:cxnLst/>
            <a:rect l="l" t="t" r="r" b="b"/>
            <a:pathLst>
              <a:path w="1675237" h="1929234" extrusionOk="0">
                <a:moveTo>
                  <a:pt x="461556" y="1897854"/>
                </a:moveTo>
                <a:lnTo>
                  <a:pt x="469774" y="1899513"/>
                </a:lnTo>
                <a:lnTo>
                  <a:pt x="443985" y="1904118"/>
                </a:lnTo>
                <a:lnTo>
                  <a:pt x="449737" y="1900240"/>
                </a:lnTo>
                <a:cubicBezTo>
                  <a:pt x="453370" y="1898704"/>
                  <a:pt x="457364" y="1897854"/>
                  <a:pt x="461556" y="1897854"/>
                </a:cubicBezTo>
                <a:close/>
                <a:moveTo>
                  <a:pt x="389002" y="1897854"/>
                </a:moveTo>
                <a:cubicBezTo>
                  <a:pt x="397386" y="1897854"/>
                  <a:pt x="404977" y="1901253"/>
                  <a:pt x="410472" y="1906747"/>
                </a:cubicBezTo>
                <a:lnTo>
                  <a:pt x="411766" y="1909872"/>
                </a:lnTo>
                <a:lnTo>
                  <a:pt x="400388" y="1911904"/>
                </a:lnTo>
                <a:lnTo>
                  <a:pt x="363451" y="1916598"/>
                </a:lnTo>
                <a:lnTo>
                  <a:pt x="367531" y="1906747"/>
                </a:lnTo>
                <a:cubicBezTo>
                  <a:pt x="373026" y="1901253"/>
                  <a:pt x="380617" y="1897854"/>
                  <a:pt x="389002" y="1897854"/>
                </a:cubicBezTo>
                <a:close/>
                <a:moveTo>
                  <a:pt x="316447" y="1897854"/>
                </a:moveTo>
                <a:cubicBezTo>
                  <a:pt x="324832" y="1897854"/>
                  <a:pt x="332422" y="1901253"/>
                  <a:pt x="337917" y="1906747"/>
                </a:cubicBezTo>
                <a:lnTo>
                  <a:pt x="343070" y="1919187"/>
                </a:lnTo>
                <a:lnTo>
                  <a:pt x="325117" y="1921469"/>
                </a:lnTo>
                <a:lnTo>
                  <a:pt x="287700" y="1924314"/>
                </a:lnTo>
                <a:lnTo>
                  <a:pt x="294977" y="1906747"/>
                </a:lnTo>
                <a:cubicBezTo>
                  <a:pt x="300471" y="1901253"/>
                  <a:pt x="308062" y="1897854"/>
                  <a:pt x="316447" y="1897854"/>
                </a:cubicBezTo>
                <a:close/>
                <a:moveTo>
                  <a:pt x="243892" y="1897854"/>
                </a:moveTo>
                <a:cubicBezTo>
                  <a:pt x="252277" y="1897854"/>
                  <a:pt x="259868" y="1901253"/>
                  <a:pt x="265363" y="1906747"/>
                </a:cubicBezTo>
                <a:lnTo>
                  <a:pt x="273099" y="1925425"/>
                </a:lnTo>
                <a:lnTo>
                  <a:pt x="248735" y="1927277"/>
                </a:lnTo>
                <a:lnTo>
                  <a:pt x="213550" y="1928167"/>
                </a:lnTo>
                <a:lnTo>
                  <a:pt x="222422" y="1906747"/>
                </a:lnTo>
                <a:cubicBezTo>
                  <a:pt x="227917" y="1901253"/>
                  <a:pt x="235508" y="1897854"/>
                  <a:pt x="243892" y="1897854"/>
                </a:cubicBezTo>
                <a:close/>
                <a:moveTo>
                  <a:pt x="171339" y="1897854"/>
                </a:moveTo>
                <a:cubicBezTo>
                  <a:pt x="188107" y="1897854"/>
                  <a:pt x="201701" y="1911448"/>
                  <a:pt x="201701" y="1928218"/>
                </a:cubicBezTo>
                <a:lnTo>
                  <a:pt x="201597" y="1928469"/>
                </a:lnTo>
                <a:lnTo>
                  <a:pt x="171336" y="1929234"/>
                </a:lnTo>
                <a:lnTo>
                  <a:pt x="141087" y="1928469"/>
                </a:lnTo>
                <a:lnTo>
                  <a:pt x="140982" y="1928218"/>
                </a:lnTo>
                <a:cubicBezTo>
                  <a:pt x="140982" y="1911448"/>
                  <a:pt x="154577" y="1897854"/>
                  <a:pt x="171339" y="1897854"/>
                </a:cubicBezTo>
                <a:close/>
                <a:moveTo>
                  <a:pt x="98792" y="1897854"/>
                </a:moveTo>
                <a:cubicBezTo>
                  <a:pt x="107177" y="1897854"/>
                  <a:pt x="114768" y="1901253"/>
                  <a:pt x="120263" y="1906747"/>
                </a:cubicBezTo>
                <a:lnTo>
                  <a:pt x="129135" y="1928167"/>
                </a:lnTo>
                <a:lnTo>
                  <a:pt x="93938" y="1927277"/>
                </a:lnTo>
                <a:lnTo>
                  <a:pt x="69586" y="1925425"/>
                </a:lnTo>
                <a:lnTo>
                  <a:pt x="77322" y="1906747"/>
                </a:lnTo>
                <a:cubicBezTo>
                  <a:pt x="82817" y="1901253"/>
                  <a:pt x="90408" y="1897854"/>
                  <a:pt x="98792" y="1897854"/>
                </a:cubicBezTo>
                <a:close/>
                <a:moveTo>
                  <a:pt x="26239" y="1897854"/>
                </a:moveTo>
                <a:cubicBezTo>
                  <a:pt x="34623" y="1897854"/>
                  <a:pt x="42214" y="1901253"/>
                  <a:pt x="47709" y="1906747"/>
                </a:cubicBezTo>
                <a:lnTo>
                  <a:pt x="54985" y="1924315"/>
                </a:lnTo>
                <a:lnTo>
                  <a:pt x="17556" y="1921469"/>
                </a:lnTo>
                <a:lnTo>
                  <a:pt x="0" y="1919238"/>
                </a:lnTo>
                <a:lnTo>
                  <a:pt x="0" y="1918259"/>
                </a:lnTo>
                <a:lnTo>
                  <a:pt x="4768" y="1906747"/>
                </a:lnTo>
                <a:cubicBezTo>
                  <a:pt x="10263" y="1901253"/>
                  <a:pt x="17854" y="1897854"/>
                  <a:pt x="26239" y="1897854"/>
                </a:cubicBezTo>
                <a:close/>
                <a:moveTo>
                  <a:pt x="679220" y="1817400"/>
                </a:moveTo>
                <a:cubicBezTo>
                  <a:pt x="687604" y="1817400"/>
                  <a:pt x="695195" y="1820799"/>
                  <a:pt x="700690" y="1826293"/>
                </a:cubicBezTo>
                <a:lnTo>
                  <a:pt x="702587" y="1830873"/>
                </a:lnTo>
                <a:lnTo>
                  <a:pt x="649855" y="1850174"/>
                </a:lnTo>
                <a:lnTo>
                  <a:pt x="648856" y="1847763"/>
                </a:lnTo>
                <a:cubicBezTo>
                  <a:pt x="648856" y="1830994"/>
                  <a:pt x="662450" y="1817400"/>
                  <a:pt x="679220" y="1817400"/>
                </a:cubicBezTo>
                <a:close/>
                <a:moveTo>
                  <a:pt x="606665" y="1817400"/>
                </a:moveTo>
                <a:cubicBezTo>
                  <a:pt x="623435" y="1817400"/>
                  <a:pt x="637029" y="1830994"/>
                  <a:pt x="637029" y="1847763"/>
                </a:cubicBezTo>
                <a:lnTo>
                  <a:pt x="633560" y="1856138"/>
                </a:lnTo>
                <a:lnTo>
                  <a:pt x="618594" y="1861615"/>
                </a:lnTo>
                <a:lnTo>
                  <a:pt x="587142" y="1870547"/>
                </a:lnTo>
                <a:lnTo>
                  <a:pt x="585195" y="1869234"/>
                </a:lnTo>
                <a:cubicBezTo>
                  <a:pt x="579700" y="1863739"/>
                  <a:pt x="576302" y="1856148"/>
                  <a:pt x="576302" y="1847763"/>
                </a:cubicBezTo>
                <a:cubicBezTo>
                  <a:pt x="576302" y="1830994"/>
                  <a:pt x="589896" y="1817400"/>
                  <a:pt x="606665" y="1817400"/>
                </a:cubicBezTo>
                <a:close/>
                <a:moveTo>
                  <a:pt x="534111" y="1817400"/>
                </a:moveTo>
                <a:cubicBezTo>
                  <a:pt x="550880" y="1817400"/>
                  <a:pt x="564474" y="1830994"/>
                  <a:pt x="564474" y="1847763"/>
                </a:cubicBezTo>
                <a:cubicBezTo>
                  <a:pt x="564474" y="1864533"/>
                  <a:pt x="550880" y="1878127"/>
                  <a:pt x="534111" y="1878127"/>
                </a:cubicBezTo>
                <a:cubicBezTo>
                  <a:pt x="517341" y="1878127"/>
                  <a:pt x="503747" y="1864533"/>
                  <a:pt x="503747" y="1847763"/>
                </a:cubicBezTo>
                <a:cubicBezTo>
                  <a:pt x="503747" y="1830994"/>
                  <a:pt x="517341" y="1817400"/>
                  <a:pt x="534111" y="1817400"/>
                </a:cubicBezTo>
                <a:close/>
                <a:moveTo>
                  <a:pt x="461556" y="1817400"/>
                </a:moveTo>
                <a:cubicBezTo>
                  <a:pt x="478326" y="1817400"/>
                  <a:pt x="491920" y="1830994"/>
                  <a:pt x="491920" y="1847763"/>
                </a:cubicBezTo>
                <a:cubicBezTo>
                  <a:pt x="491920" y="1864533"/>
                  <a:pt x="478326" y="1878127"/>
                  <a:pt x="461556" y="1878127"/>
                </a:cubicBezTo>
                <a:cubicBezTo>
                  <a:pt x="444787" y="1878127"/>
                  <a:pt x="431192" y="1864533"/>
                  <a:pt x="431192" y="1847763"/>
                </a:cubicBezTo>
                <a:cubicBezTo>
                  <a:pt x="431192" y="1830994"/>
                  <a:pt x="444787" y="1817400"/>
                  <a:pt x="461556" y="1817400"/>
                </a:cubicBezTo>
                <a:close/>
                <a:moveTo>
                  <a:pt x="389002" y="1817400"/>
                </a:moveTo>
                <a:cubicBezTo>
                  <a:pt x="405771" y="1817400"/>
                  <a:pt x="419365" y="1830994"/>
                  <a:pt x="419365" y="1847763"/>
                </a:cubicBezTo>
                <a:cubicBezTo>
                  <a:pt x="419365" y="1864533"/>
                  <a:pt x="405771" y="1878127"/>
                  <a:pt x="389002" y="1878127"/>
                </a:cubicBezTo>
                <a:cubicBezTo>
                  <a:pt x="372232" y="1878127"/>
                  <a:pt x="358638" y="1864533"/>
                  <a:pt x="358638" y="1847763"/>
                </a:cubicBezTo>
                <a:cubicBezTo>
                  <a:pt x="358638" y="1830994"/>
                  <a:pt x="372232" y="1817400"/>
                  <a:pt x="389002" y="1817400"/>
                </a:cubicBezTo>
                <a:close/>
                <a:moveTo>
                  <a:pt x="316447" y="1817400"/>
                </a:moveTo>
                <a:cubicBezTo>
                  <a:pt x="333216" y="1817400"/>
                  <a:pt x="346810" y="1830994"/>
                  <a:pt x="346810" y="1847763"/>
                </a:cubicBezTo>
                <a:cubicBezTo>
                  <a:pt x="346810" y="1864533"/>
                  <a:pt x="333216" y="1878127"/>
                  <a:pt x="316447" y="1878127"/>
                </a:cubicBezTo>
                <a:cubicBezTo>
                  <a:pt x="299677" y="1878127"/>
                  <a:pt x="286084" y="1864533"/>
                  <a:pt x="286084" y="1847763"/>
                </a:cubicBezTo>
                <a:cubicBezTo>
                  <a:pt x="286084" y="1830994"/>
                  <a:pt x="299677" y="1817400"/>
                  <a:pt x="316447" y="1817400"/>
                </a:cubicBezTo>
                <a:close/>
                <a:moveTo>
                  <a:pt x="243892" y="1817400"/>
                </a:moveTo>
                <a:cubicBezTo>
                  <a:pt x="260662" y="1817400"/>
                  <a:pt x="274256" y="1830994"/>
                  <a:pt x="274256" y="1847763"/>
                </a:cubicBezTo>
                <a:cubicBezTo>
                  <a:pt x="274256" y="1864533"/>
                  <a:pt x="260662" y="1878127"/>
                  <a:pt x="243892" y="1878127"/>
                </a:cubicBezTo>
                <a:cubicBezTo>
                  <a:pt x="227123" y="1878127"/>
                  <a:pt x="213529" y="1864533"/>
                  <a:pt x="213529" y="1847763"/>
                </a:cubicBezTo>
                <a:cubicBezTo>
                  <a:pt x="213529" y="1830994"/>
                  <a:pt x="227123" y="1817400"/>
                  <a:pt x="243892" y="1817400"/>
                </a:cubicBezTo>
                <a:close/>
                <a:moveTo>
                  <a:pt x="171339" y="1817400"/>
                </a:moveTo>
                <a:cubicBezTo>
                  <a:pt x="188107" y="1817400"/>
                  <a:pt x="201701" y="1830994"/>
                  <a:pt x="201701" y="1847763"/>
                </a:cubicBezTo>
                <a:cubicBezTo>
                  <a:pt x="201701" y="1864533"/>
                  <a:pt x="188107" y="1878127"/>
                  <a:pt x="171339" y="1878127"/>
                </a:cubicBezTo>
                <a:cubicBezTo>
                  <a:pt x="154583" y="1878127"/>
                  <a:pt x="140989" y="1864533"/>
                  <a:pt x="140989" y="1847763"/>
                </a:cubicBezTo>
                <a:cubicBezTo>
                  <a:pt x="140989" y="1830994"/>
                  <a:pt x="154583" y="1817400"/>
                  <a:pt x="171339" y="1817400"/>
                </a:cubicBezTo>
                <a:close/>
                <a:moveTo>
                  <a:pt x="98799" y="1817400"/>
                </a:moveTo>
                <a:cubicBezTo>
                  <a:pt x="115568" y="1817400"/>
                  <a:pt x="129162" y="1830994"/>
                  <a:pt x="129162" y="1847763"/>
                </a:cubicBezTo>
                <a:cubicBezTo>
                  <a:pt x="129162" y="1864533"/>
                  <a:pt x="115568" y="1878127"/>
                  <a:pt x="98799" y="1878127"/>
                </a:cubicBezTo>
                <a:cubicBezTo>
                  <a:pt x="82029" y="1878127"/>
                  <a:pt x="68435" y="1864533"/>
                  <a:pt x="68435" y="1847763"/>
                </a:cubicBezTo>
                <a:cubicBezTo>
                  <a:pt x="68435" y="1830994"/>
                  <a:pt x="82029" y="1817400"/>
                  <a:pt x="98799" y="1817400"/>
                </a:cubicBezTo>
                <a:close/>
                <a:moveTo>
                  <a:pt x="26245" y="1817400"/>
                </a:moveTo>
                <a:cubicBezTo>
                  <a:pt x="43014" y="1817400"/>
                  <a:pt x="56608" y="1830994"/>
                  <a:pt x="56608" y="1847763"/>
                </a:cubicBezTo>
                <a:cubicBezTo>
                  <a:pt x="56608" y="1864533"/>
                  <a:pt x="43014" y="1878127"/>
                  <a:pt x="26245" y="1878127"/>
                </a:cubicBezTo>
                <a:cubicBezTo>
                  <a:pt x="17860" y="1878127"/>
                  <a:pt x="10269" y="1874729"/>
                  <a:pt x="4775" y="1869234"/>
                </a:cubicBezTo>
                <a:lnTo>
                  <a:pt x="0" y="1857707"/>
                </a:lnTo>
                <a:lnTo>
                  <a:pt x="0" y="1837819"/>
                </a:lnTo>
                <a:lnTo>
                  <a:pt x="4775" y="1826293"/>
                </a:lnTo>
                <a:cubicBezTo>
                  <a:pt x="10269" y="1820799"/>
                  <a:pt x="17860" y="1817400"/>
                  <a:pt x="26245" y="1817400"/>
                </a:cubicBezTo>
                <a:close/>
                <a:moveTo>
                  <a:pt x="896883" y="1736948"/>
                </a:moveTo>
                <a:lnTo>
                  <a:pt x="903696" y="1738324"/>
                </a:lnTo>
                <a:lnTo>
                  <a:pt x="888255" y="1747704"/>
                </a:lnTo>
                <a:lnTo>
                  <a:pt x="871248" y="1755896"/>
                </a:lnTo>
                <a:lnTo>
                  <a:pt x="875413" y="1745841"/>
                </a:lnTo>
                <a:cubicBezTo>
                  <a:pt x="880908" y="1740347"/>
                  <a:pt x="888499" y="1736948"/>
                  <a:pt x="896883" y="1736948"/>
                </a:cubicBezTo>
                <a:close/>
                <a:moveTo>
                  <a:pt x="824329" y="1736948"/>
                </a:moveTo>
                <a:cubicBezTo>
                  <a:pt x="832714" y="1736948"/>
                  <a:pt x="840304" y="1740347"/>
                  <a:pt x="845799" y="1745841"/>
                </a:cubicBezTo>
                <a:lnTo>
                  <a:pt x="853504" y="1764444"/>
                </a:lnTo>
                <a:lnTo>
                  <a:pt x="802910" y="1788817"/>
                </a:lnTo>
                <a:lnTo>
                  <a:pt x="802858" y="1788782"/>
                </a:lnTo>
                <a:cubicBezTo>
                  <a:pt x="797364" y="1783287"/>
                  <a:pt x="793965" y="1775696"/>
                  <a:pt x="793965" y="1767312"/>
                </a:cubicBezTo>
                <a:cubicBezTo>
                  <a:pt x="793965" y="1750542"/>
                  <a:pt x="807559" y="1736948"/>
                  <a:pt x="824329" y="1736948"/>
                </a:cubicBezTo>
                <a:close/>
                <a:moveTo>
                  <a:pt x="751774" y="1736948"/>
                </a:moveTo>
                <a:cubicBezTo>
                  <a:pt x="768544" y="1736948"/>
                  <a:pt x="782138" y="1750542"/>
                  <a:pt x="782138" y="1767312"/>
                </a:cubicBezTo>
                <a:cubicBezTo>
                  <a:pt x="782138" y="1784081"/>
                  <a:pt x="768544" y="1797675"/>
                  <a:pt x="751774" y="1797675"/>
                </a:cubicBezTo>
                <a:cubicBezTo>
                  <a:pt x="735005" y="1797675"/>
                  <a:pt x="721411" y="1784081"/>
                  <a:pt x="721411" y="1767312"/>
                </a:cubicBezTo>
                <a:cubicBezTo>
                  <a:pt x="721411" y="1750542"/>
                  <a:pt x="735005" y="1736948"/>
                  <a:pt x="751774" y="1736948"/>
                </a:cubicBezTo>
                <a:close/>
                <a:moveTo>
                  <a:pt x="679220" y="1736948"/>
                </a:moveTo>
                <a:cubicBezTo>
                  <a:pt x="695989" y="1736948"/>
                  <a:pt x="709583" y="1750542"/>
                  <a:pt x="709583" y="1767312"/>
                </a:cubicBezTo>
                <a:cubicBezTo>
                  <a:pt x="709583" y="1784081"/>
                  <a:pt x="695989" y="1797675"/>
                  <a:pt x="679220" y="1797675"/>
                </a:cubicBezTo>
                <a:cubicBezTo>
                  <a:pt x="662450" y="1797675"/>
                  <a:pt x="648856" y="1784081"/>
                  <a:pt x="648856" y="1767312"/>
                </a:cubicBezTo>
                <a:cubicBezTo>
                  <a:pt x="648856" y="1750542"/>
                  <a:pt x="662450" y="1736948"/>
                  <a:pt x="679220" y="1736948"/>
                </a:cubicBezTo>
                <a:close/>
                <a:moveTo>
                  <a:pt x="606665" y="1736948"/>
                </a:moveTo>
                <a:cubicBezTo>
                  <a:pt x="623435" y="1736948"/>
                  <a:pt x="637029" y="1750542"/>
                  <a:pt x="637029" y="1767312"/>
                </a:cubicBezTo>
                <a:cubicBezTo>
                  <a:pt x="637029" y="1784081"/>
                  <a:pt x="623435" y="1797675"/>
                  <a:pt x="606665" y="1797675"/>
                </a:cubicBezTo>
                <a:cubicBezTo>
                  <a:pt x="589896" y="1797675"/>
                  <a:pt x="576302" y="1784081"/>
                  <a:pt x="576302" y="1767312"/>
                </a:cubicBezTo>
                <a:cubicBezTo>
                  <a:pt x="576302" y="1750542"/>
                  <a:pt x="589896" y="1736948"/>
                  <a:pt x="606665" y="1736948"/>
                </a:cubicBezTo>
                <a:close/>
                <a:moveTo>
                  <a:pt x="534111" y="1736948"/>
                </a:moveTo>
                <a:cubicBezTo>
                  <a:pt x="550880" y="1736948"/>
                  <a:pt x="564474" y="1750542"/>
                  <a:pt x="564474" y="1767312"/>
                </a:cubicBezTo>
                <a:cubicBezTo>
                  <a:pt x="564474" y="1784081"/>
                  <a:pt x="550880" y="1797675"/>
                  <a:pt x="534111" y="1797675"/>
                </a:cubicBezTo>
                <a:cubicBezTo>
                  <a:pt x="517341" y="1797675"/>
                  <a:pt x="503747" y="1784081"/>
                  <a:pt x="503747" y="1767312"/>
                </a:cubicBezTo>
                <a:cubicBezTo>
                  <a:pt x="503747" y="1750542"/>
                  <a:pt x="517341" y="1736948"/>
                  <a:pt x="534111" y="1736948"/>
                </a:cubicBezTo>
                <a:close/>
                <a:moveTo>
                  <a:pt x="461556" y="1736948"/>
                </a:moveTo>
                <a:cubicBezTo>
                  <a:pt x="478326" y="1736948"/>
                  <a:pt x="491920" y="1750542"/>
                  <a:pt x="491920" y="1767312"/>
                </a:cubicBezTo>
                <a:cubicBezTo>
                  <a:pt x="491920" y="1784081"/>
                  <a:pt x="478326" y="1797675"/>
                  <a:pt x="461556" y="1797675"/>
                </a:cubicBezTo>
                <a:cubicBezTo>
                  <a:pt x="444787" y="1797675"/>
                  <a:pt x="431192" y="1784081"/>
                  <a:pt x="431192" y="1767312"/>
                </a:cubicBezTo>
                <a:cubicBezTo>
                  <a:pt x="431192" y="1750542"/>
                  <a:pt x="444787" y="1736948"/>
                  <a:pt x="461556" y="1736948"/>
                </a:cubicBezTo>
                <a:close/>
                <a:moveTo>
                  <a:pt x="389002" y="1736948"/>
                </a:moveTo>
                <a:cubicBezTo>
                  <a:pt x="405771" y="1736948"/>
                  <a:pt x="419365" y="1750542"/>
                  <a:pt x="419365" y="1767312"/>
                </a:cubicBezTo>
                <a:cubicBezTo>
                  <a:pt x="419365" y="1784081"/>
                  <a:pt x="405771" y="1797675"/>
                  <a:pt x="389002" y="1797675"/>
                </a:cubicBezTo>
                <a:cubicBezTo>
                  <a:pt x="372232" y="1797675"/>
                  <a:pt x="358638" y="1784081"/>
                  <a:pt x="358638" y="1767312"/>
                </a:cubicBezTo>
                <a:cubicBezTo>
                  <a:pt x="358638" y="1750542"/>
                  <a:pt x="372232" y="1736948"/>
                  <a:pt x="389002" y="1736948"/>
                </a:cubicBezTo>
                <a:close/>
                <a:moveTo>
                  <a:pt x="316447" y="1736948"/>
                </a:moveTo>
                <a:cubicBezTo>
                  <a:pt x="333216" y="1736948"/>
                  <a:pt x="346810" y="1750542"/>
                  <a:pt x="346810" y="1767312"/>
                </a:cubicBezTo>
                <a:cubicBezTo>
                  <a:pt x="346810" y="1784081"/>
                  <a:pt x="333216" y="1797675"/>
                  <a:pt x="316447" y="1797675"/>
                </a:cubicBezTo>
                <a:cubicBezTo>
                  <a:pt x="299677" y="1797675"/>
                  <a:pt x="286084" y="1784081"/>
                  <a:pt x="286084" y="1767312"/>
                </a:cubicBezTo>
                <a:cubicBezTo>
                  <a:pt x="286084" y="1750542"/>
                  <a:pt x="299677" y="1736948"/>
                  <a:pt x="316447" y="1736948"/>
                </a:cubicBezTo>
                <a:close/>
                <a:moveTo>
                  <a:pt x="243892" y="1736948"/>
                </a:moveTo>
                <a:cubicBezTo>
                  <a:pt x="260662" y="1736948"/>
                  <a:pt x="274256" y="1750542"/>
                  <a:pt x="274256" y="1767312"/>
                </a:cubicBezTo>
                <a:cubicBezTo>
                  <a:pt x="274256" y="1784081"/>
                  <a:pt x="260662" y="1797675"/>
                  <a:pt x="243892" y="1797675"/>
                </a:cubicBezTo>
                <a:cubicBezTo>
                  <a:pt x="227123" y="1797675"/>
                  <a:pt x="213529" y="1784081"/>
                  <a:pt x="213529" y="1767312"/>
                </a:cubicBezTo>
                <a:cubicBezTo>
                  <a:pt x="213529" y="1750542"/>
                  <a:pt x="227123" y="1736948"/>
                  <a:pt x="243892" y="1736948"/>
                </a:cubicBezTo>
                <a:close/>
                <a:moveTo>
                  <a:pt x="171339" y="1736948"/>
                </a:moveTo>
                <a:cubicBezTo>
                  <a:pt x="188107" y="1736948"/>
                  <a:pt x="201701" y="1750542"/>
                  <a:pt x="201701" y="1767312"/>
                </a:cubicBezTo>
                <a:cubicBezTo>
                  <a:pt x="201701" y="1784081"/>
                  <a:pt x="188107" y="1797675"/>
                  <a:pt x="171339" y="1797675"/>
                </a:cubicBezTo>
                <a:cubicBezTo>
                  <a:pt x="154588" y="1797675"/>
                  <a:pt x="140995" y="1784081"/>
                  <a:pt x="140995" y="1767312"/>
                </a:cubicBezTo>
                <a:cubicBezTo>
                  <a:pt x="140995" y="1750542"/>
                  <a:pt x="154588" y="1736948"/>
                  <a:pt x="171339" y="1736948"/>
                </a:cubicBezTo>
                <a:close/>
                <a:moveTo>
                  <a:pt x="98806" y="1736948"/>
                </a:moveTo>
                <a:cubicBezTo>
                  <a:pt x="115574" y="1736948"/>
                  <a:pt x="129168" y="1750542"/>
                  <a:pt x="129168" y="1767312"/>
                </a:cubicBezTo>
                <a:cubicBezTo>
                  <a:pt x="129168" y="1784081"/>
                  <a:pt x="115574" y="1797675"/>
                  <a:pt x="98806" y="1797675"/>
                </a:cubicBezTo>
                <a:cubicBezTo>
                  <a:pt x="82035" y="1797675"/>
                  <a:pt x="68442" y="1784081"/>
                  <a:pt x="68442" y="1767312"/>
                </a:cubicBezTo>
                <a:cubicBezTo>
                  <a:pt x="68442" y="1750542"/>
                  <a:pt x="82035" y="1736948"/>
                  <a:pt x="98806" y="1736948"/>
                </a:cubicBezTo>
                <a:close/>
                <a:moveTo>
                  <a:pt x="26251" y="1736948"/>
                </a:moveTo>
                <a:cubicBezTo>
                  <a:pt x="43020" y="1736948"/>
                  <a:pt x="56614" y="1750542"/>
                  <a:pt x="56614" y="1767312"/>
                </a:cubicBezTo>
                <a:cubicBezTo>
                  <a:pt x="56614" y="1784081"/>
                  <a:pt x="43020" y="1797675"/>
                  <a:pt x="26251" y="1797675"/>
                </a:cubicBezTo>
                <a:cubicBezTo>
                  <a:pt x="17866" y="1797675"/>
                  <a:pt x="10276" y="1794277"/>
                  <a:pt x="4781" y="1788782"/>
                </a:cubicBezTo>
                <a:lnTo>
                  <a:pt x="0" y="1777239"/>
                </a:lnTo>
                <a:lnTo>
                  <a:pt x="0" y="1757384"/>
                </a:lnTo>
                <a:lnTo>
                  <a:pt x="4781" y="1745841"/>
                </a:lnTo>
                <a:cubicBezTo>
                  <a:pt x="10276" y="1740347"/>
                  <a:pt x="17866" y="1736948"/>
                  <a:pt x="26251" y="1736948"/>
                </a:cubicBezTo>
                <a:close/>
                <a:moveTo>
                  <a:pt x="1030341" y="1658849"/>
                </a:moveTo>
                <a:lnTo>
                  <a:pt x="1020041" y="1666551"/>
                </a:lnTo>
                <a:lnTo>
                  <a:pt x="1020522" y="1665390"/>
                </a:lnTo>
                <a:cubicBezTo>
                  <a:pt x="1023269" y="1662642"/>
                  <a:pt x="1026541" y="1660419"/>
                  <a:pt x="1030173" y="1658883"/>
                </a:cubicBezTo>
                <a:close/>
                <a:moveTo>
                  <a:pt x="969438" y="1656497"/>
                </a:moveTo>
                <a:cubicBezTo>
                  <a:pt x="977823" y="1656497"/>
                  <a:pt x="985413" y="1659895"/>
                  <a:pt x="990908" y="1665390"/>
                </a:cubicBezTo>
                <a:lnTo>
                  <a:pt x="997511" y="1681329"/>
                </a:lnTo>
                <a:lnTo>
                  <a:pt x="950384" y="1709959"/>
                </a:lnTo>
                <a:lnTo>
                  <a:pt x="947968" y="1708330"/>
                </a:lnTo>
                <a:cubicBezTo>
                  <a:pt x="942473" y="1702836"/>
                  <a:pt x="939075" y="1695245"/>
                  <a:pt x="939075" y="1686860"/>
                </a:cubicBezTo>
                <a:cubicBezTo>
                  <a:pt x="939075" y="1670091"/>
                  <a:pt x="952669" y="1656497"/>
                  <a:pt x="969438" y="1656497"/>
                </a:cubicBezTo>
                <a:close/>
                <a:moveTo>
                  <a:pt x="896883" y="1656497"/>
                </a:moveTo>
                <a:cubicBezTo>
                  <a:pt x="913653" y="1656497"/>
                  <a:pt x="927247" y="1670091"/>
                  <a:pt x="927247" y="1686860"/>
                </a:cubicBezTo>
                <a:cubicBezTo>
                  <a:pt x="927247" y="1703630"/>
                  <a:pt x="913653" y="1717224"/>
                  <a:pt x="896883" y="1717224"/>
                </a:cubicBezTo>
                <a:cubicBezTo>
                  <a:pt x="880114" y="1717224"/>
                  <a:pt x="866520" y="1703630"/>
                  <a:pt x="866520" y="1686860"/>
                </a:cubicBezTo>
                <a:cubicBezTo>
                  <a:pt x="866520" y="1670091"/>
                  <a:pt x="880114" y="1656497"/>
                  <a:pt x="896883" y="1656497"/>
                </a:cubicBezTo>
                <a:close/>
                <a:moveTo>
                  <a:pt x="824329" y="1656497"/>
                </a:moveTo>
                <a:cubicBezTo>
                  <a:pt x="841098" y="1656497"/>
                  <a:pt x="854692" y="1670091"/>
                  <a:pt x="854692" y="1686860"/>
                </a:cubicBezTo>
                <a:cubicBezTo>
                  <a:pt x="854692" y="1703630"/>
                  <a:pt x="841098" y="1717224"/>
                  <a:pt x="824329" y="1717224"/>
                </a:cubicBezTo>
                <a:cubicBezTo>
                  <a:pt x="807559" y="1717224"/>
                  <a:pt x="793965" y="1703630"/>
                  <a:pt x="793965" y="1686860"/>
                </a:cubicBezTo>
                <a:cubicBezTo>
                  <a:pt x="793965" y="1670091"/>
                  <a:pt x="807559" y="1656497"/>
                  <a:pt x="824329" y="1656497"/>
                </a:cubicBezTo>
                <a:close/>
                <a:moveTo>
                  <a:pt x="751774" y="1656497"/>
                </a:moveTo>
                <a:cubicBezTo>
                  <a:pt x="768544" y="1656497"/>
                  <a:pt x="782138" y="1670091"/>
                  <a:pt x="782138" y="1686860"/>
                </a:cubicBezTo>
                <a:cubicBezTo>
                  <a:pt x="782138" y="1703630"/>
                  <a:pt x="768544" y="1717224"/>
                  <a:pt x="751774" y="1717224"/>
                </a:cubicBezTo>
                <a:cubicBezTo>
                  <a:pt x="735005" y="1717224"/>
                  <a:pt x="721411" y="1703630"/>
                  <a:pt x="721411" y="1686860"/>
                </a:cubicBezTo>
                <a:cubicBezTo>
                  <a:pt x="721411" y="1670091"/>
                  <a:pt x="735005" y="1656497"/>
                  <a:pt x="751774" y="1656497"/>
                </a:cubicBezTo>
                <a:close/>
                <a:moveTo>
                  <a:pt x="679220" y="1656497"/>
                </a:moveTo>
                <a:cubicBezTo>
                  <a:pt x="695989" y="1656497"/>
                  <a:pt x="709583" y="1670091"/>
                  <a:pt x="709583" y="1686860"/>
                </a:cubicBezTo>
                <a:cubicBezTo>
                  <a:pt x="709583" y="1703630"/>
                  <a:pt x="695989" y="1717224"/>
                  <a:pt x="679220" y="1717224"/>
                </a:cubicBezTo>
                <a:cubicBezTo>
                  <a:pt x="662450" y="1717224"/>
                  <a:pt x="648856" y="1703630"/>
                  <a:pt x="648856" y="1686860"/>
                </a:cubicBezTo>
                <a:cubicBezTo>
                  <a:pt x="648856" y="1670091"/>
                  <a:pt x="662450" y="1656497"/>
                  <a:pt x="679220" y="1656497"/>
                </a:cubicBezTo>
                <a:close/>
                <a:moveTo>
                  <a:pt x="606665" y="1656497"/>
                </a:moveTo>
                <a:cubicBezTo>
                  <a:pt x="623435" y="1656497"/>
                  <a:pt x="637029" y="1670091"/>
                  <a:pt x="637029" y="1686860"/>
                </a:cubicBezTo>
                <a:cubicBezTo>
                  <a:pt x="637029" y="1703630"/>
                  <a:pt x="623435" y="1717224"/>
                  <a:pt x="606665" y="1717224"/>
                </a:cubicBezTo>
                <a:cubicBezTo>
                  <a:pt x="589896" y="1717224"/>
                  <a:pt x="576302" y="1703630"/>
                  <a:pt x="576302" y="1686860"/>
                </a:cubicBezTo>
                <a:cubicBezTo>
                  <a:pt x="576302" y="1670091"/>
                  <a:pt x="589896" y="1656497"/>
                  <a:pt x="606665" y="1656497"/>
                </a:cubicBezTo>
                <a:close/>
                <a:moveTo>
                  <a:pt x="534111" y="1656497"/>
                </a:moveTo>
                <a:cubicBezTo>
                  <a:pt x="550880" y="1656497"/>
                  <a:pt x="564474" y="1670091"/>
                  <a:pt x="564474" y="1686860"/>
                </a:cubicBezTo>
                <a:cubicBezTo>
                  <a:pt x="564474" y="1703630"/>
                  <a:pt x="550880" y="1717224"/>
                  <a:pt x="534111" y="1717224"/>
                </a:cubicBezTo>
                <a:cubicBezTo>
                  <a:pt x="517341" y="1717224"/>
                  <a:pt x="503747" y="1703630"/>
                  <a:pt x="503747" y="1686860"/>
                </a:cubicBezTo>
                <a:cubicBezTo>
                  <a:pt x="503747" y="1670091"/>
                  <a:pt x="517341" y="1656497"/>
                  <a:pt x="534111" y="1656497"/>
                </a:cubicBezTo>
                <a:close/>
                <a:moveTo>
                  <a:pt x="461556" y="1656497"/>
                </a:moveTo>
                <a:cubicBezTo>
                  <a:pt x="478326" y="1656497"/>
                  <a:pt x="491920" y="1670091"/>
                  <a:pt x="491920" y="1686860"/>
                </a:cubicBezTo>
                <a:cubicBezTo>
                  <a:pt x="491920" y="1703630"/>
                  <a:pt x="478326" y="1717224"/>
                  <a:pt x="461556" y="1717224"/>
                </a:cubicBezTo>
                <a:cubicBezTo>
                  <a:pt x="444787" y="1717224"/>
                  <a:pt x="431192" y="1703630"/>
                  <a:pt x="431192" y="1686860"/>
                </a:cubicBezTo>
                <a:cubicBezTo>
                  <a:pt x="431192" y="1670091"/>
                  <a:pt x="444787" y="1656497"/>
                  <a:pt x="461556" y="1656497"/>
                </a:cubicBezTo>
                <a:close/>
                <a:moveTo>
                  <a:pt x="389002" y="1656497"/>
                </a:moveTo>
                <a:cubicBezTo>
                  <a:pt x="405771" y="1656497"/>
                  <a:pt x="419365" y="1670091"/>
                  <a:pt x="419365" y="1686860"/>
                </a:cubicBezTo>
                <a:cubicBezTo>
                  <a:pt x="419365" y="1703630"/>
                  <a:pt x="405771" y="1717224"/>
                  <a:pt x="389002" y="1717224"/>
                </a:cubicBezTo>
                <a:cubicBezTo>
                  <a:pt x="372232" y="1717224"/>
                  <a:pt x="358638" y="1703630"/>
                  <a:pt x="358638" y="1686860"/>
                </a:cubicBezTo>
                <a:cubicBezTo>
                  <a:pt x="358638" y="1670091"/>
                  <a:pt x="372232" y="1656497"/>
                  <a:pt x="389002" y="1656497"/>
                </a:cubicBezTo>
                <a:close/>
                <a:moveTo>
                  <a:pt x="316447" y="1656497"/>
                </a:moveTo>
                <a:cubicBezTo>
                  <a:pt x="333216" y="1656497"/>
                  <a:pt x="346810" y="1670091"/>
                  <a:pt x="346810" y="1686860"/>
                </a:cubicBezTo>
                <a:cubicBezTo>
                  <a:pt x="346810" y="1703630"/>
                  <a:pt x="333216" y="1717224"/>
                  <a:pt x="316447" y="1717224"/>
                </a:cubicBezTo>
                <a:cubicBezTo>
                  <a:pt x="299677" y="1717224"/>
                  <a:pt x="286084" y="1703630"/>
                  <a:pt x="286084" y="1686860"/>
                </a:cubicBezTo>
                <a:cubicBezTo>
                  <a:pt x="286084" y="1670091"/>
                  <a:pt x="299677" y="1656497"/>
                  <a:pt x="316447" y="1656497"/>
                </a:cubicBezTo>
                <a:close/>
                <a:moveTo>
                  <a:pt x="243892" y="1656497"/>
                </a:moveTo>
                <a:cubicBezTo>
                  <a:pt x="260662" y="1656497"/>
                  <a:pt x="274256" y="1670091"/>
                  <a:pt x="274256" y="1686860"/>
                </a:cubicBezTo>
                <a:cubicBezTo>
                  <a:pt x="274256" y="1703630"/>
                  <a:pt x="260662" y="1717224"/>
                  <a:pt x="243892" y="1717224"/>
                </a:cubicBezTo>
                <a:cubicBezTo>
                  <a:pt x="227123" y="1717224"/>
                  <a:pt x="213529" y="1703630"/>
                  <a:pt x="213529" y="1686860"/>
                </a:cubicBezTo>
                <a:cubicBezTo>
                  <a:pt x="213529" y="1670091"/>
                  <a:pt x="227123" y="1656497"/>
                  <a:pt x="243892" y="1656497"/>
                </a:cubicBezTo>
                <a:close/>
                <a:moveTo>
                  <a:pt x="171339" y="1656497"/>
                </a:moveTo>
                <a:cubicBezTo>
                  <a:pt x="188107" y="1656497"/>
                  <a:pt x="201701" y="1670091"/>
                  <a:pt x="201701" y="1686860"/>
                </a:cubicBezTo>
                <a:cubicBezTo>
                  <a:pt x="201701" y="1703630"/>
                  <a:pt x="188107" y="1717224"/>
                  <a:pt x="171339" y="1717224"/>
                </a:cubicBezTo>
                <a:cubicBezTo>
                  <a:pt x="154594" y="1717224"/>
                  <a:pt x="141001" y="1703630"/>
                  <a:pt x="141001" y="1686860"/>
                </a:cubicBezTo>
                <a:cubicBezTo>
                  <a:pt x="141001" y="1670091"/>
                  <a:pt x="154594" y="1656497"/>
                  <a:pt x="171339" y="1656497"/>
                </a:cubicBezTo>
                <a:close/>
                <a:moveTo>
                  <a:pt x="98812" y="1656497"/>
                </a:moveTo>
                <a:cubicBezTo>
                  <a:pt x="115580" y="1656497"/>
                  <a:pt x="129174" y="1670091"/>
                  <a:pt x="129174" y="1686860"/>
                </a:cubicBezTo>
                <a:cubicBezTo>
                  <a:pt x="129174" y="1703630"/>
                  <a:pt x="115580" y="1717224"/>
                  <a:pt x="98812" y="1717224"/>
                </a:cubicBezTo>
                <a:cubicBezTo>
                  <a:pt x="82042" y="1717224"/>
                  <a:pt x="68448" y="1703630"/>
                  <a:pt x="68448" y="1686860"/>
                </a:cubicBezTo>
                <a:cubicBezTo>
                  <a:pt x="68448" y="1670091"/>
                  <a:pt x="82042" y="1656497"/>
                  <a:pt x="98812" y="1656497"/>
                </a:cubicBezTo>
                <a:close/>
                <a:moveTo>
                  <a:pt x="26257" y="1656497"/>
                </a:moveTo>
                <a:cubicBezTo>
                  <a:pt x="43026" y="1656497"/>
                  <a:pt x="56620" y="1670091"/>
                  <a:pt x="56620" y="1686860"/>
                </a:cubicBezTo>
                <a:cubicBezTo>
                  <a:pt x="56620" y="1703630"/>
                  <a:pt x="43026" y="1717224"/>
                  <a:pt x="26257" y="1717224"/>
                </a:cubicBezTo>
                <a:cubicBezTo>
                  <a:pt x="17873" y="1717224"/>
                  <a:pt x="10282" y="1713826"/>
                  <a:pt x="4787" y="1708331"/>
                </a:cubicBezTo>
                <a:lnTo>
                  <a:pt x="0" y="1696773"/>
                </a:lnTo>
                <a:lnTo>
                  <a:pt x="0" y="1676947"/>
                </a:lnTo>
                <a:lnTo>
                  <a:pt x="4787" y="1665390"/>
                </a:lnTo>
                <a:cubicBezTo>
                  <a:pt x="10282" y="1659896"/>
                  <a:pt x="17873" y="1656497"/>
                  <a:pt x="26257" y="1656497"/>
                </a:cubicBezTo>
                <a:close/>
                <a:moveTo>
                  <a:pt x="1114547" y="1576045"/>
                </a:moveTo>
                <a:cubicBezTo>
                  <a:pt x="1118739" y="1576045"/>
                  <a:pt x="1122733" y="1576894"/>
                  <a:pt x="1126366" y="1578431"/>
                </a:cubicBezTo>
                <a:lnTo>
                  <a:pt x="1131977" y="1582214"/>
                </a:lnTo>
                <a:lnTo>
                  <a:pt x="1128051" y="1585783"/>
                </a:lnTo>
                <a:lnTo>
                  <a:pt x="1088035" y="1615706"/>
                </a:lnTo>
                <a:lnTo>
                  <a:pt x="1084184" y="1606408"/>
                </a:lnTo>
                <a:cubicBezTo>
                  <a:pt x="1084184" y="1589639"/>
                  <a:pt x="1097778" y="1576045"/>
                  <a:pt x="1114547" y="1576045"/>
                </a:cubicBezTo>
                <a:close/>
                <a:moveTo>
                  <a:pt x="1041993" y="1576045"/>
                </a:moveTo>
                <a:cubicBezTo>
                  <a:pt x="1058762" y="1576045"/>
                  <a:pt x="1072356" y="1589639"/>
                  <a:pt x="1072356" y="1606408"/>
                </a:cubicBezTo>
                <a:cubicBezTo>
                  <a:pt x="1072356" y="1623178"/>
                  <a:pt x="1058762" y="1636772"/>
                  <a:pt x="1041993" y="1636772"/>
                </a:cubicBezTo>
                <a:cubicBezTo>
                  <a:pt x="1025223" y="1636772"/>
                  <a:pt x="1011629" y="1623178"/>
                  <a:pt x="1011629" y="1606408"/>
                </a:cubicBezTo>
                <a:cubicBezTo>
                  <a:pt x="1011629" y="1589639"/>
                  <a:pt x="1025223" y="1576045"/>
                  <a:pt x="1041993" y="1576045"/>
                </a:cubicBezTo>
                <a:close/>
                <a:moveTo>
                  <a:pt x="969438" y="1576045"/>
                </a:moveTo>
                <a:cubicBezTo>
                  <a:pt x="986208" y="1576045"/>
                  <a:pt x="999801" y="1589639"/>
                  <a:pt x="999801" y="1606408"/>
                </a:cubicBezTo>
                <a:cubicBezTo>
                  <a:pt x="999801" y="1623178"/>
                  <a:pt x="986208" y="1636772"/>
                  <a:pt x="969438" y="1636772"/>
                </a:cubicBezTo>
                <a:cubicBezTo>
                  <a:pt x="952669" y="1636772"/>
                  <a:pt x="939075" y="1623178"/>
                  <a:pt x="939075" y="1606408"/>
                </a:cubicBezTo>
                <a:cubicBezTo>
                  <a:pt x="939075" y="1589639"/>
                  <a:pt x="952669" y="1576045"/>
                  <a:pt x="969438" y="1576045"/>
                </a:cubicBezTo>
                <a:close/>
                <a:moveTo>
                  <a:pt x="896883" y="1576045"/>
                </a:moveTo>
                <a:cubicBezTo>
                  <a:pt x="913653" y="1576045"/>
                  <a:pt x="927247" y="1589639"/>
                  <a:pt x="927247" y="1606408"/>
                </a:cubicBezTo>
                <a:cubicBezTo>
                  <a:pt x="927247" y="1623178"/>
                  <a:pt x="913653" y="1636772"/>
                  <a:pt x="896883" y="1636772"/>
                </a:cubicBezTo>
                <a:cubicBezTo>
                  <a:pt x="880114" y="1636772"/>
                  <a:pt x="866520" y="1623178"/>
                  <a:pt x="866520" y="1606408"/>
                </a:cubicBezTo>
                <a:cubicBezTo>
                  <a:pt x="866520" y="1589639"/>
                  <a:pt x="880114" y="1576045"/>
                  <a:pt x="896883" y="1576045"/>
                </a:cubicBezTo>
                <a:close/>
                <a:moveTo>
                  <a:pt x="824329" y="1576045"/>
                </a:moveTo>
                <a:cubicBezTo>
                  <a:pt x="841098" y="1576045"/>
                  <a:pt x="854692" y="1589639"/>
                  <a:pt x="854692" y="1606408"/>
                </a:cubicBezTo>
                <a:cubicBezTo>
                  <a:pt x="854692" y="1623178"/>
                  <a:pt x="841098" y="1636772"/>
                  <a:pt x="824329" y="1636772"/>
                </a:cubicBezTo>
                <a:cubicBezTo>
                  <a:pt x="807559" y="1636772"/>
                  <a:pt x="793965" y="1623178"/>
                  <a:pt x="793965" y="1606408"/>
                </a:cubicBezTo>
                <a:cubicBezTo>
                  <a:pt x="793965" y="1589639"/>
                  <a:pt x="807559" y="1576045"/>
                  <a:pt x="824329" y="1576045"/>
                </a:cubicBezTo>
                <a:close/>
                <a:moveTo>
                  <a:pt x="751774" y="1576045"/>
                </a:moveTo>
                <a:cubicBezTo>
                  <a:pt x="768544" y="1576045"/>
                  <a:pt x="782138" y="1589639"/>
                  <a:pt x="782138" y="1606408"/>
                </a:cubicBezTo>
                <a:cubicBezTo>
                  <a:pt x="782138" y="1623178"/>
                  <a:pt x="768544" y="1636772"/>
                  <a:pt x="751774" y="1636772"/>
                </a:cubicBezTo>
                <a:cubicBezTo>
                  <a:pt x="735005" y="1636772"/>
                  <a:pt x="721411" y="1623178"/>
                  <a:pt x="721411" y="1606408"/>
                </a:cubicBezTo>
                <a:cubicBezTo>
                  <a:pt x="721411" y="1589639"/>
                  <a:pt x="735005" y="1576045"/>
                  <a:pt x="751774" y="1576045"/>
                </a:cubicBezTo>
                <a:close/>
                <a:moveTo>
                  <a:pt x="679220" y="1576045"/>
                </a:moveTo>
                <a:cubicBezTo>
                  <a:pt x="695989" y="1576045"/>
                  <a:pt x="709583" y="1589639"/>
                  <a:pt x="709583" y="1606408"/>
                </a:cubicBezTo>
                <a:cubicBezTo>
                  <a:pt x="709583" y="1623178"/>
                  <a:pt x="695989" y="1636772"/>
                  <a:pt x="679220" y="1636772"/>
                </a:cubicBezTo>
                <a:cubicBezTo>
                  <a:pt x="662450" y="1636772"/>
                  <a:pt x="648856" y="1623178"/>
                  <a:pt x="648856" y="1606408"/>
                </a:cubicBezTo>
                <a:cubicBezTo>
                  <a:pt x="648856" y="1589639"/>
                  <a:pt x="662450" y="1576045"/>
                  <a:pt x="679220" y="1576045"/>
                </a:cubicBezTo>
                <a:close/>
                <a:moveTo>
                  <a:pt x="606665" y="1576045"/>
                </a:moveTo>
                <a:cubicBezTo>
                  <a:pt x="623435" y="1576045"/>
                  <a:pt x="637029" y="1589639"/>
                  <a:pt x="637029" y="1606408"/>
                </a:cubicBezTo>
                <a:cubicBezTo>
                  <a:pt x="637029" y="1623178"/>
                  <a:pt x="623435" y="1636772"/>
                  <a:pt x="606665" y="1636772"/>
                </a:cubicBezTo>
                <a:cubicBezTo>
                  <a:pt x="589896" y="1636772"/>
                  <a:pt x="576302" y="1623178"/>
                  <a:pt x="576302" y="1606408"/>
                </a:cubicBezTo>
                <a:cubicBezTo>
                  <a:pt x="576302" y="1589639"/>
                  <a:pt x="589896" y="1576045"/>
                  <a:pt x="606665" y="1576045"/>
                </a:cubicBezTo>
                <a:close/>
                <a:moveTo>
                  <a:pt x="534111" y="1576045"/>
                </a:moveTo>
                <a:cubicBezTo>
                  <a:pt x="550880" y="1576045"/>
                  <a:pt x="564474" y="1589639"/>
                  <a:pt x="564474" y="1606408"/>
                </a:cubicBezTo>
                <a:cubicBezTo>
                  <a:pt x="564474" y="1623178"/>
                  <a:pt x="550880" y="1636772"/>
                  <a:pt x="534111" y="1636772"/>
                </a:cubicBezTo>
                <a:cubicBezTo>
                  <a:pt x="517341" y="1636772"/>
                  <a:pt x="503747" y="1623178"/>
                  <a:pt x="503747" y="1606408"/>
                </a:cubicBezTo>
                <a:cubicBezTo>
                  <a:pt x="503747" y="1589639"/>
                  <a:pt x="517341" y="1576045"/>
                  <a:pt x="534111" y="1576045"/>
                </a:cubicBezTo>
                <a:close/>
                <a:moveTo>
                  <a:pt x="461556" y="1576045"/>
                </a:moveTo>
                <a:cubicBezTo>
                  <a:pt x="478326" y="1576045"/>
                  <a:pt x="491920" y="1589639"/>
                  <a:pt x="491920" y="1606408"/>
                </a:cubicBezTo>
                <a:cubicBezTo>
                  <a:pt x="491920" y="1623178"/>
                  <a:pt x="478326" y="1636772"/>
                  <a:pt x="461556" y="1636772"/>
                </a:cubicBezTo>
                <a:cubicBezTo>
                  <a:pt x="444787" y="1636772"/>
                  <a:pt x="431192" y="1623178"/>
                  <a:pt x="431192" y="1606408"/>
                </a:cubicBezTo>
                <a:cubicBezTo>
                  <a:pt x="431192" y="1589639"/>
                  <a:pt x="444787" y="1576045"/>
                  <a:pt x="461556" y="1576045"/>
                </a:cubicBezTo>
                <a:close/>
                <a:moveTo>
                  <a:pt x="389002" y="1576045"/>
                </a:moveTo>
                <a:cubicBezTo>
                  <a:pt x="405771" y="1576045"/>
                  <a:pt x="419365" y="1589639"/>
                  <a:pt x="419365" y="1606408"/>
                </a:cubicBezTo>
                <a:cubicBezTo>
                  <a:pt x="419365" y="1623178"/>
                  <a:pt x="405771" y="1636772"/>
                  <a:pt x="389002" y="1636772"/>
                </a:cubicBezTo>
                <a:cubicBezTo>
                  <a:pt x="372232" y="1636772"/>
                  <a:pt x="358638" y="1623178"/>
                  <a:pt x="358638" y="1606408"/>
                </a:cubicBezTo>
                <a:cubicBezTo>
                  <a:pt x="358638" y="1589639"/>
                  <a:pt x="372232" y="1576045"/>
                  <a:pt x="389002" y="1576045"/>
                </a:cubicBezTo>
                <a:close/>
                <a:moveTo>
                  <a:pt x="316447" y="1576045"/>
                </a:moveTo>
                <a:cubicBezTo>
                  <a:pt x="333216" y="1576045"/>
                  <a:pt x="346810" y="1589639"/>
                  <a:pt x="346810" y="1606408"/>
                </a:cubicBezTo>
                <a:cubicBezTo>
                  <a:pt x="346810" y="1623178"/>
                  <a:pt x="333216" y="1636772"/>
                  <a:pt x="316447" y="1636772"/>
                </a:cubicBezTo>
                <a:cubicBezTo>
                  <a:pt x="299677" y="1636772"/>
                  <a:pt x="286084" y="1623178"/>
                  <a:pt x="286084" y="1606408"/>
                </a:cubicBezTo>
                <a:cubicBezTo>
                  <a:pt x="286084" y="1589639"/>
                  <a:pt x="299677" y="1576045"/>
                  <a:pt x="316447" y="1576045"/>
                </a:cubicBezTo>
                <a:close/>
                <a:moveTo>
                  <a:pt x="243892" y="1576045"/>
                </a:moveTo>
                <a:cubicBezTo>
                  <a:pt x="260662" y="1576045"/>
                  <a:pt x="274256" y="1589639"/>
                  <a:pt x="274256" y="1606408"/>
                </a:cubicBezTo>
                <a:cubicBezTo>
                  <a:pt x="274256" y="1623178"/>
                  <a:pt x="260662" y="1636772"/>
                  <a:pt x="243892" y="1636772"/>
                </a:cubicBezTo>
                <a:cubicBezTo>
                  <a:pt x="227123" y="1636772"/>
                  <a:pt x="213529" y="1623178"/>
                  <a:pt x="213529" y="1606408"/>
                </a:cubicBezTo>
                <a:cubicBezTo>
                  <a:pt x="213529" y="1589639"/>
                  <a:pt x="227123" y="1576045"/>
                  <a:pt x="243892" y="1576045"/>
                </a:cubicBezTo>
                <a:close/>
                <a:moveTo>
                  <a:pt x="171339" y="1576045"/>
                </a:moveTo>
                <a:cubicBezTo>
                  <a:pt x="188107" y="1576045"/>
                  <a:pt x="201701" y="1589639"/>
                  <a:pt x="201701" y="1606408"/>
                </a:cubicBezTo>
                <a:cubicBezTo>
                  <a:pt x="201701" y="1623178"/>
                  <a:pt x="188107" y="1636772"/>
                  <a:pt x="171339" y="1636772"/>
                </a:cubicBezTo>
                <a:cubicBezTo>
                  <a:pt x="154599" y="1636772"/>
                  <a:pt x="141006" y="1623178"/>
                  <a:pt x="141006" y="1606408"/>
                </a:cubicBezTo>
                <a:cubicBezTo>
                  <a:pt x="141006" y="1589639"/>
                  <a:pt x="154599" y="1576045"/>
                  <a:pt x="171339" y="1576045"/>
                </a:cubicBezTo>
                <a:close/>
                <a:moveTo>
                  <a:pt x="98818" y="1576045"/>
                </a:moveTo>
                <a:cubicBezTo>
                  <a:pt x="115586" y="1576045"/>
                  <a:pt x="129180" y="1589639"/>
                  <a:pt x="129180" y="1606408"/>
                </a:cubicBezTo>
                <a:cubicBezTo>
                  <a:pt x="129180" y="1623178"/>
                  <a:pt x="115586" y="1636772"/>
                  <a:pt x="98818" y="1636772"/>
                </a:cubicBezTo>
                <a:cubicBezTo>
                  <a:pt x="82048" y="1636772"/>
                  <a:pt x="68454" y="1623178"/>
                  <a:pt x="68454" y="1606408"/>
                </a:cubicBezTo>
                <a:cubicBezTo>
                  <a:pt x="68454" y="1589639"/>
                  <a:pt x="82048" y="1576045"/>
                  <a:pt x="98818" y="1576045"/>
                </a:cubicBezTo>
                <a:close/>
                <a:moveTo>
                  <a:pt x="26264" y="1576045"/>
                </a:moveTo>
                <a:cubicBezTo>
                  <a:pt x="43032" y="1576045"/>
                  <a:pt x="56626" y="1589639"/>
                  <a:pt x="56626" y="1606408"/>
                </a:cubicBezTo>
                <a:cubicBezTo>
                  <a:pt x="56626" y="1623178"/>
                  <a:pt x="43032" y="1636772"/>
                  <a:pt x="26264" y="1636772"/>
                </a:cubicBezTo>
                <a:cubicBezTo>
                  <a:pt x="17880" y="1636772"/>
                  <a:pt x="10289" y="1633374"/>
                  <a:pt x="4794" y="1627879"/>
                </a:cubicBezTo>
                <a:lnTo>
                  <a:pt x="0" y="1616304"/>
                </a:lnTo>
                <a:lnTo>
                  <a:pt x="0" y="1596512"/>
                </a:lnTo>
                <a:lnTo>
                  <a:pt x="4794" y="1584938"/>
                </a:lnTo>
                <a:cubicBezTo>
                  <a:pt x="10289" y="1579444"/>
                  <a:pt x="17880" y="1576045"/>
                  <a:pt x="26264" y="1576045"/>
                </a:cubicBezTo>
                <a:close/>
                <a:moveTo>
                  <a:pt x="1187102" y="1495593"/>
                </a:moveTo>
                <a:cubicBezTo>
                  <a:pt x="1195486" y="1495593"/>
                  <a:pt x="1203077" y="1498992"/>
                  <a:pt x="1208572" y="1504486"/>
                </a:cubicBezTo>
                <a:lnTo>
                  <a:pt x="1211014" y="1510381"/>
                </a:lnTo>
                <a:lnTo>
                  <a:pt x="1168285" y="1549216"/>
                </a:lnTo>
                <a:lnTo>
                  <a:pt x="1165631" y="1547427"/>
                </a:lnTo>
                <a:cubicBezTo>
                  <a:pt x="1160137" y="1541932"/>
                  <a:pt x="1156738" y="1534341"/>
                  <a:pt x="1156738" y="1525957"/>
                </a:cubicBezTo>
                <a:cubicBezTo>
                  <a:pt x="1156738" y="1509187"/>
                  <a:pt x="1170332" y="1495593"/>
                  <a:pt x="1187102" y="1495593"/>
                </a:cubicBezTo>
                <a:close/>
                <a:moveTo>
                  <a:pt x="1114547" y="1495593"/>
                </a:moveTo>
                <a:cubicBezTo>
                  <a:pt x="1131317" y="1495593"/>
                  <a:pt x="1144911" y="1509187"/>
                  <a:pt x="1144911" y="1525957"/>
                </a:cubicBezTo>
                <a:cubicBezTo>
                  <a:pt x="1144911" y="1542726"/>
                  <a:pt x="1131317" y="1556320"/>
                  <a:pt x="1114547" y="1556320"/>
                </a:cubicBezTo>
                <a:cubicBezTo>
                  <a:pt x="1097778" y="1556320"/>
                  <a:pt x="1084184" y="1542726"/>
                  <a:pt x="1084184" y="1525957"/>
                </a:cubicBezTo>
                <a:cubicBezTo>
                  <a:pt x="1084184" y="1509187"/>
                  <a:pt x="1097778" y="1495593"/>
                  <a:pt x="1114547" y="1495593"/>
                </a:cubicBezTo>
                <a:close/>
                <a:moveTo>
                  <a:pt x="1041993" y="1495593"/>
                </a:moveTo>
                <a:cubicBezTo>
                  <a:pt x="1058762" y="1495593"/>
                  <a:pt x="1072356" y="1509187"/>
                  <a:pt x="1072356" y="1525957"/>
                </a:cubicBezTo>
                <a:cubicBezTo>
                  <a:pt x="1072356" y="1542726"/>
                  <a:pt x="1058762" y="1556320"/>
                  <a:pt x="1041993" y="1556320"/>
                </a:cubicBezTo>
                <a:cubicBezTo>
                  <a:pt x="1025223" y="1556320"/>
                  <a:pt x="1011629" y="1542726"/>
                  <a:pt x="1011629" y="1525957"/>
                </a:cubicBezTo>
                <a:cubicBezTo>
                  <a:pt x="1011629" y="1509187"/>
                  <a:pt x="1025223" y="1495593"/>
                  <a:pt x="1041993" y="1495593"/>
                </a:cubicBezTo>
                <a:close/>
                <a:moveTo>
                  <a:pt x="969438" y="1495593"/>
                </a:moveTo>
                <a:cubicBezTo>
                  <a:pt x="986208" y="1495593"/>
                  <a:pt x="999801" y="1509187"/>
                  <a:pt x="999801" y="1525957"/>
                </a:cubicBezTo>
                <a:cubicBezTo>
                  <a:pt x="999801" y="1542726"/>
                  <a:pt x="986208" y="1556320"/>
                  <a:pt x="969438" y="1556320"/>
                </a:cubicBezTo>
                <a:cubicBezTo>
                  <a:pt x="952669" y="1556320"/>
                  <a:pt x="939075" y="1542726"/>
                  <a:pt x="939075" y="1525957"/>
                </a:cubicBezTo>
                <a:cubicBezTo>
                  <a:pt x="939075" y="1509187"/>
                  <a:pt x="952669" y="1495593"/>
                  <a:pt x="969438" y="1495593"/>
                </a:cubicBezTo>
                <a:close/>
                <a:moveTo>
                  <a:pt x="896883" y="1495593"/>
                </a:moveTo>
                <a:cubicBezTo>
                  <a:pt x="913653" y="1495593"/>
                  <a:pt x="927247" y="1509187"/>
                  <a:pt x="927247" y="1525957"/>
                </a:cubicBezTo>
                <a:cubicBezTo>
                  <a:pt x="927247" y="1542726"/>
                  <a:pt x="913653" y="1556320"/>
                  <a:pt x="896883" y="1556320"/>
                </a:cubicBezTo>
                <a:cubicBezTo>
                  <a:pt x="880114" y="1556320"/>
                  <a:pt x="866520" y="1542726"/>
                  <a:pt x="866520" y="1525957"/>
                </a:cubicBezTo>
                <a:cubicBezTo>
                  <a:pt x="866520" y="1509187"/>
                  <a:pt x="880114" y="1495593"/>
                  <a:pt x="896883" y="1495593"/>
                </a:cubicBezTo>
                <a:close/>
                <a:moveTo>
                  <a:pt x="824329" y="1495593"/>
                </a:moveTo>
                <a:cubicBezTo>
                  <a:pt x="841098" y="1495593"/>
                  <a:pt x="854692" y="1509187"/>
                  <a:pt x="854692" y="1525957"/>
                </a:cubicBezTo>
                <a:cubicBezTo>
                  <a:pt x="854692" y="1542726"/>
                  <a:pt x="841098" y="1556320"/>
                  <a:pt x="824329" y="1556320"/>
                </a:cubicBezTo>
                <a:cubicBezTo>
                  <a:pt x="807559" y="1556320"/>
                  <a:pt x="793965" y="1542726"/>
                  <a:pt x="793965" y="1525957"/>
                </a:cubicBezTo>
                <a:cubicBezTo>
                  <a:pt x="793965" y="1509187"/>
                  <a:pt x="807559" y="1495593"/>
                  <a:pt x="824329" y="1495593"/>
                </a:cubicBezTo>
                <a:close/>
                <a:moveTo>
                  <a:pt x="751774" y="1495593"/>
                </a:moveTo>
                <a:cubicBezTo>
                  <a:pt x="768544" y="1495593"/>
                  <a:pt x="782138" y="1509187"/>
                  <a:pt x="782138" y="1525957"/>
                </a:cubicBezTo>
                <a:cubicBezTo>
                  <a:pt x="782138" y="1542726"/>
                  <a:pt x="768544" y="1556320"/>
                  <a:pt x="751774" y="1556320"/>
                </a:cubicBezTo>
                <a:cubicBezTo>
                  <a:pt x="735005" y="1556320"/>
                  <a:pt x="721411" y="1542726"/>
                  <a:pt x="721411" y="1525957"/>
                </a:cubicBezTo>
                <a:cubicBezTo>
                  <a:pt x="721411" y="1509187"/>
                  <a:pt x="735005" y="1495593"/>
                  <a:pt x="751774" y="1495593"/>
                </a:cubicBezTo>
                <a:close/>
                <a:moveTo>
                  <a:pt x="679220" y="1495593"/>
                </a:moveTo>
                <a:cubicBezTo>
                  <a:pt x="695989" y="1495593"/>
                  <a:pt x="709583" y="1509187"/>
                  <a:pt x="709583" y="1525957"/>
                </a:cubicBezTo>
                <a:cubicBezTo>
                  <a:pt x="709583" y="1542726"/>
                  <a:pt x="695989" y="1556320"/>
                  <a:pt x="679220" y="1556320"/>
                </a:cubicBezTo>
                <a:cubicBezTo>
                  <a:pt x="662450" y="1556320"/>
                  <a:pt x="648856" y="1542726"/>
                  <a:pt x="648856" y="1525957"/>
                </a:cubicBezTo>
                <a:cubicBezTo>
                  <a:pt x="648856" y="1509187"/>
                  <a:pt x="662450" y="1495593"/>
                  <a:pt x="679220" y="1495593"/>
                </a:cubicBezTo>
                <a:close/>
                <a:moveTo>
                  <a:pt x="606665" y="1495593"/>
                </a:moveTo>
                <a:cubicBezTo>
                  <a:pt x="623435" y="1495593"/>
                  <a:pt x="637029" y="1509187"/>
                  <a:pt x="637029" y="1525957"/>
                </a:cubicBezTo>
                <a:cubicBezTo>
                  <a:pt x="637029" y="1542726"/>
                  <a:pt x="623435" y="1556320"/>
                  <a:pt x="606665" y="1556320"/>
                </a:cubicBezTo>
                <a:cubicBezTo>
                  <a:pt x="589896" y="1556320"/>
                  <a:pt x="576302" y="1542726"/>
                  <a:pt x="576302" y="1525957"/>
                </a:cubicBezTo>
                <a:cubicBezTo>
                  <a:pt x="576302" y="1509187"/>
                  <a:pt x="589896" y="1495593"/>
                  <a:pt x="606665" y="1495593"/>
                </a:cubicBezTo>
                <a:close/>
                <a:moveTo>
                  <a:pt x="534111" y="1495593"/>
                </a:moveTo>
                <a:cubicBezTo>
                  <a:pt x="550880" y="1495593"/>
                  <a:pt x="564474" y="1509187"/>
                  <a:pt x="564474" y="1525957"/>
                </a:cubicBezTo>
                <a:cubicBezTo>
                  <a:pt x="564474" y="1542726"/>
                  <a:pt x="550880" y="1556320"/>
                  <a:pt x="534111" y="1556320"/>
                </a:cubicBezTo>
                <a:cubicBezTo>
                  <a:pt x="517341" y="1556320"/>
                  <a:pt x="503747" y="1542726"/>
                  <a:pt x="503747" y="1525957"/>
                </a:cubicBezTo>
                <a:cubicBezTo>
                  <a:pt x="503747" y="1509187"/>
                  <a:pt x="517341" y="1495593"/>
                  <a:pt x="534111" y="1495593"/>
                </a:cubicBezTo>
                <a:close/>
                <a:moveTo>
                  <a:pt x="461556" y="1495593"/>
                </a:moveTo>
                <a:cubicBezTo>
                  <a:pt x="478326" y="1495593"/>
                  <a:pt x="491920" y="1509187"/>
                  <a:pt x="491920" y="1525957"/>
                </a:cubicBezTo>
                <a:cubicBezTo>
                  <a:pt x="491920" y="1542726"/>
                  <a:pt x="478326" y="1556320"/>
                  <a:pt x="461556" y="1556320"/>
                </a:cubicBezTo>
                <a:cubicBezTo>
                  <a:pt x="444787" y="1556320"/>
                  <a:pt x="431192" y="1542726"/>
                  <a:pt x="431192" y="1525957"/>
                </a:cubicBezTo>
                <a:cubicBezTo>
                  <a:pt x="431192" y="1509187"/>
                  <a:pt x="444787" y="1495593"/>
                  <a:pt x="461556" y="1495593"/>
                </a:cubicBezTo>
                <a:close/>
                <a:moveTo>
                  <a:pt x="389002" y="1495593"/>
                </a:moveTo>
                <a:cubicBezTo>
                  <a:pt x="405771" y="1495593"/>
                  <a:pt x="419365" y="1509187"/>
                  <a:pt x="419365" y="1525957"/>
                </a:cubicBezTo>
                <a:cubicBezTo>
                  <a:pt x="419365" y="1542726"/>
                  <a:pt x="405771" y="1556320"/>
                  <a:pt x="389002" y="1556320"/>
                </a:cubicBezTo>
                <a:cubicBezTo>
                  <a:pt x="372232" y="1556320"/>
                  <a:pt x="358638" y="1542726"/>
                  <a:pt x="358638" y="1525957"/>
                </a:cubicBezTo>
                <a:cubicBezTo>
                  <a:pt x="358638" y="1509187"/>
                  <a:pt x="372232" y="1495593"/>
                  <a:pt x="389002" y="1495593"/>
                </a:cubicBezTo>
                <a:close/>
                <a:moveTo>
                  <a:pt x="316447" y="1495593"/>
                </a:moveTo>
                <a:cubicBezTo>
                  <a:pt x="333216" y="1495593"/>
                  <a:pt x="346810" y="1509187"/>
                  <a:pt x="346810" y="1525957"/>
                </a:cubicBezTo>
                <a:cubicBezTo>
                  <a:pt x="346810" y="1542726"/>
                  <a:pt x="333216" y="1556320"/>
                  <a:pt x="316447" y="1556320"/>
                </a:cubicBezTo>
                <a:cubicBezTo>
                  <a:pt x="299677" y="1556320"/>
                  <a:pt x="286084" y="1542726"/>
                  <a:pt x="286084" y="1525957"/>
                </a:cubicBezTo>
                <a:cubicBezTo>
                  <a:pt x="286084" y="1509187"/>
                  <a:pt x="299677" y="1495593"/>
                  <a:pt x="316447" y="1495593"/>
                </a:cubicBezTo>
                <a:close/>
                <a:moveTo>
                  <a:pt x="243892" y="1495593"/>
                </a:moveTo>
                <a:cubicBezTo>
                  <a:pt x="260662" y="1495593"/>
                  <a:pt x="274256" y="1509187"/>
                  <a:pt x="274256" y="1525957"/>
                </a:cubicBezTo>
                <a:cubicBezTo>
                  <a:pt x="274256" y="1542726"/>
                  <a:pt x="260662" y="1556320"/>
                  <a:pt x="243892" y="1556320"/>
                </a:cubicBezTo>
                <a:cubicBezTo>
                  <a:pt x="227123" y="1556320"/>
                  <a:pt x="213529" y="1542726"/>
                  <a:pt x="213529" y="1525957"/>
                </a:cubicBezTo>
                <a:cubicBezTo>
                  <a:pt x="213529" y="1509187"/>
                  <a:pt x="227123" y="1495593"/>
                  <a:pt x="243892" y="1495593"/>
                </a:cubicBezTo>
                <a:close/>
                <a:moveTo>
                  <a:pt x="171339" y="1495593"/>
                </a:moveTo>
                <a:cubicBezTo>
                  <a:pt x="188107" y="1495593"/>
                  <a:pt x="201701" y="1509187"/>
                  <a:pt x="201701" y="1525957"/>
                </a:cubicBezTo>
                <a:cubicBezTo>
                  <a:pt x="201701" y="1542726"/>
                  <a:pt x="188107" y="1556320"/>
                  <a:pt x="171339" y="1556320"/>
                </a:cubicBezTo>
                <a:cubicBezTo>
                  <a:pt x="154606" y="1556320"/>
                  <a:pt x="141012" y="1542726"/>
                  <a:pt x="141012" y="1525957"/>
                </a:cubicBezTo>
                <a:cubicBezTo>
                  <a:pt x="141012" y="1509187"/>
                  <a:pt x="154606" y="1495593"/>
                  <a:pt x="171339" y="1495593"/>
                </a:cubicBezTo>
                <a:close/>
                <a:moveTo>
                  <a:pt x="98825" y="1495593"/>
                </a:moveTo>
                <a:cubicBezTo>
                  <a:pt x="115592" y="1495593"/>
                  <a:pt x="129186" y="1509187"/>
                  <a:pt x="129186" y="1525957"/>
                </a:cubicBezTo>
                <a:cubicBezTo>
                  <a:pt x="129186" y="1542726"/>
                  <a:pt x="115592" y="1556320"/>
                  <a:pt x="98825" y="1556320"/>
                </a:cubicBezTo>
                <a:cubicBezTo>
                  <a:pt x="82054" y="1556320"/>
                  <a:pt x="68461" y="1542726"/>
                  <a:pt x="68461" y="1525957"/>
                </a:cubicBezTo>
                <a:cubicBezTo>
                  <a:pt x="68461" y="1509187"/>
                  <a:pt x="82054" y="1495593"/>
                  <a:pt x="98825" y="1495593"/>
                </a:cubicBezTo>
                <a:close/>
                <a:moveTo>
                  <a:pt x="26270" y="1495593"/>
                </a:moveTo>
                <a:cubicBezTo>
                  <a:pt x="43038" y="1495593"/>
                  <a:pt x="56632" y="1509187"/>
                  <a:pt x="56632" y="1525957"/>
                </a:cubicBezTo>
                <a:cubicBezTo>
                  <a:pt x="56632" y="1542726"/>
                  <a:pt x="43038" y="1556320"/>
                  <a:pt x="26270" y="1556320"/>
                </a:cubicBezTo>
                <a:cubicBezTo>
                  <a:pt x="17886" y="1556320"/>
                  <a:pt x="10295" y="1552922"/>
                  <a:pt x="4801" y="1547427"/>
                </a:cubicBezTo>
                <a:lnTo>
                  <a:pt x="0" y="1535836"/>
                </a:lnTo>
                <a:lnTo>
                  <a:pt x="0" y="1516078"/>
                </a:lnTo>
                <a:lnTo>
                  <a:pt x="4801" y="1504486"/>
                </a:lnTo>
                <a:cubicBezTo>
                  <a:pt x="10295" y="1498992"/>
                  <a:pt x="17886" y="1495593"/>
                  <a:pt x="26270" y="1495593"/>
                </a:cubicBezTo>
                <a:close/>
                <a:moveTo>
                  <a:pt x="1259656" y="1415141"/>
                </a:moveTo>
                <a:cubicBezTo>
                  <a:pt x="1268041" y="1415141"/>
                  <a:pt x="1275632" y="1418540"/>
                  <a:pt x="1281127" y="1424035"/>
                </a:cubicBezTo>
                <a:lnTo>
                  <a:pt x="1285044" y="1433492"/>
                </a:lnTo>
                <a:lnTo>
                  <a:pt x="1248565" y="1473629"/>
                </a:lnTo>
                <a:lnTo>
                  <a:pt x="1247837" y="1473482"/>
                </a:lnTo>
                <a:cubicBezTo>
                  <a:pt x="1236940" y="1468873"/>
                  <a:pt x="1229293" y="1458082"/>
                  <a:pt x="1229293" y="1445505"/>
                </a:cubicBezTo>
                <a:cubicBezTo>
                  <a:pt x="1229293" y="1428735"/>
                  <a:pt x="1242887" y="1415141"/>
                  <a:pt x="1259656" y="1415141"/>
                </a:cubicBezTo>
                <a:close/>
                <a:moveTo>
                  <a:pt x="1187102" y="1415141"/>
                </a:moveTo>
                <a:cubicBezTo>
                  <a:pt x="1203871" y="1415141"/>
                  <a:pt x="1217465" y="1428735"/>
                  <a:pt x="1217465" y="1445505"/>
                </a:cubicBezTo>
                <a:cubicBezTo>
                  <a:pt x="1217465" y="1462274"/>
                  <a:pt x="1203871" y="1475868"/>
                  <a:pt x="1187102" y="1475868"/>
                </a:cubicBezTo>
                <a:cubicBezTo>
                  <a:pt x="1170332" y="1475868"/>
                  <a:pt x="1156738" y="1462274"/>
                  <a:pt x="1156738" y="1445505"/>
                </a:cubicBezTo>
                <a:cubicBezTo>
                  <a:pt x="1156738" y="1428735"/>
                  <a:pt x="1170332" y="1415141"/>
                  <a:pt x="1187102" y="1415141"/>
                </a:cubicBezTo>
                <a:close/>
                <a:moveTo>
                  <a:pt x="1114547" y="1415141"/>
                </a:moveTo>
                <a:cubicBezTo>
                  <a:pt x="1131317" y="1415141"/>
                  <a:pt x="1144911" y="1428735"/>
                  <a:pt x="1144911" y="1445505"/>
                </a:cubicBezTo>
                <a:cubicBezTo>
                  <a:pt x="1144911" y="1462274"/>
                  <a:pt x="1131317" y="1475868"/>
                  <a:pt x="1114547" y="1475868"/>
                </a:cubicBezTo>
                <a:cubicBezTo>
                  <a:pt x="1097778" y="1475868"/>
                  <a:pt x="1084184" y="1462274"/>
                  <a:pt x="1084184" y="1445505"/>
                </a:cubicBezTo>
                <a:cubicBezTo>
                  <a:pt x="1084184" y="1428735"/>
                  <a:pt x="1097778" y="1415141"/>
                  <a:pt x="1114547" y="1415141"/>
                </a:cubicBezTo>
                <a:close/>
                <a:moveTo>
                  <a:pt x="1041993" y="1415141"/>
                </a:moveTo>
                <a:cubicBezTo>
                  <a:pt x="1058762" y="1415141"/>
                  <a:pt x="1072356" y="1428735"/>
                  <a:pt x="1072356" y="1445505"/>
                </a:cubicBezTo>
                <a:cubicBezTo>
                  <a:pt x="1072356" y="1462274"/>
                  <a:pt x="1058762" y="1475868"/>
                  <a:pt x="1041993" y="1475868"/>
                </a:cubicBezTo>
                <a:cubicBezTo>
                  <a:pt x="1025223" y="1475868"/>
                  <a:pt x="1011629" y="1462274"/>
                  <a:pt x="1011629" y="1445505"/>
                </a:cubicBezTo>
                <a:cubicBezTo>
                  <a:pt x="1011629" y="1428735"/>
                  <a:pt x="1025223" y="1415141"/>
                  <a:pt x="1041993" y="1415141"/>
                </a:cubicBezTo>
                <a:close/>
                <a:moveTo>
                  <a:pt x="969438" y="1415141"/>
                </a:moveTo>
                <a:cubicBezTo>
                  <a:pt x="986208" y="1415141"/>
                  <a:pt x="999801" y="1428735"/>
                  <a:pt x="999801" y="1445505"/>
                </a:cubicBezTo>
                <a:cubicBezTo>
                  <a:pt x="999801" y="1462274"/>
                  <a:pt x="986208" y="1475868"/>
                  <a:pt x="969438" y="1475868"/>
                </a:cubicBezTo>
                <a:cubicBezTo>
                  <a:pt x="952669" y="1475868"/>
                  <a:pt x="939075" y="1462274"/>
                  <a:pt x="939075" y="1445505"/>
                </a:cubicBezTo>
                <a:cubicBezTo>
                  <a:pt x="939075" y="1428735"/>
                  <a:pt x="952669" y="1415141"/>
                  <a:pt x="969438" y="1415141"/>
                </a:cubicBezTo>
                <a:close/>
                <a:moveTo>
                  <a:pt x="896883" y="1415141"/>
                </a:moveTo>
                <a:cubicBezTo>
                  <a:pt x="913653" y="1415141"/>
                  <a:pt x="927247" y="1428735"/>
                  <a:pt x="927247" y="1445505"/>
                </a:cubicBezTo>
                <a:cubicBezTo>
                  <a:pt x="927247" y="1462274"/>
                  <a:pt x="913653" y="1475868"/>
                  <a:pt x="896883" y="1475868"/>
                </a:cubicBezTo>
                <a:cubicBezTo>
                  <a:pt x="880114" y="1475868"/>
                  <a:pt x="866520" y="1462274"/>
                  <a:pt x="866520" y="1445505"/>
                </a:cubicBezTo>
                <a:cubicBezTo>
                  <a:pt x="866520" y="1428735"/>
                  <a:pt x="880114" y="1415141"/>
                  <a:pt x="896883" y="1415141"/>
                </a:cubicBezTo>
                <a:close/>
                <a:moveTo>
                  <a:pt x="824329" y="1415141"/>
                </a:moveTo>
                <a:cubicBezTo>
                  <a:pt x="841098" y="1415141"/>
                  <a:pt x="854692" y="1428735"/>
                  <a:pt x="854692" y="1445505"/>
                </a:cubicBezTo>
                <a:cubicBezTo>
                  <a:pt x="854692" y="1462274"/>
                  <a:pt x="841098" y="1475868"/>
                  <a:pt x="824329" y="1475868"/>
                </a:cubicBezTo>
                <a:cubicBezTo>
                  <a:pt x="807559" y="1475868"/>
                  <a:pt x="793965" y="1462274"/>
                  <a:pt x="793965" y="1445505"/>
                </a:cubicBezTo>
                <a:cubicBezTo>
                  <a:pt x="793965" y="1428735"/>
                  <a:pt x="807559" y="1415141"/>
                  <a:pt x="824329" y="1415141"/>
                </a:cubicBezTo>
                <a:close/>
                <a:moveTo>
                  <a:pt x="751774" y="1415141"/>
                </a:moveTo>
                <a:cubicBezTo>
                  <a:pt x="768544" y="1415141"/>
                  <a:pt x="782138" y="1428735"/>
                  <a:pt x="782138" y="1445505"/>
                </a:cubicBezTo>
                <a:cubicBezTo>
                  <a:pt x="782138" y="1462274"/>
                  <a:pt x="768544" y="1475868"/>
                  <a:pt x="751774" y="1475868"/>
                </a:cubicBezTo>
                <a:cubicBezTo>
                  <a:pt x="735005" y="1475868"/>
                  <a:pt x="721411" y="1462274"/>
                  <a:pt x="721411" y="1445505"/>
                </a:cubicBezTo>
                <a:cubicBezTo>
                  <a:pt x="721411" y="1428735"/>
                  <a:pt x="735005" y="1415141"/>
                  <a:pt x="751774" y="1415141"/>
                </a:cubicBezTo>
                <a:close/>
                <a:moveTo>
                  <a:pt x="679220" y="1415141"/>
                </a:moveTo>
                <a:cubicBezTo>
                  <a:pt x="695989" y="1415141"/>
                  <a:pt x="709583" y="1428735"/>
                  <a:pt x="709583" y="1445505"/>
                </a:cubicBezTo>
                <a:cubicBezTo>
                  <a:pt x="709583" y="1462274"/>
                  <a:pt x="695989" y="1475868"/>
                  <a:pt x="679220" y="1475868"/>
                </a:cubicBezTo>
                <a:cubicBezTo>
                  <a:pt x="662450" y="1475868"/>
                  <a:pt x="648856" y="1462274"/>
                  <a:pt x="648856" y="1445505"/>
                </a:cubicBezTo>
                <a:cubicBezTo>
                  <a:pt x="648856" y="1428735"/>
                  <a:pt x="662450" y="1415141"/>
                  <a:pt x="679220" y="1415141"/>
                </a:cubicBezTo>
                <a:close/>
                <a:moveTo>
                  <a:pt x="606665" y="1415141"/>
                </a:moveTo>
                <a:cubicBezTo>
                  <a:pt x="623435" y="1415141"/>
                  <a:pt x="637029" y="1428735"/>
                  <a:pt x="637029" y="1445505"/>
                </a:cubicBezTo>
                <a:cubicBezTo>
                  <a:pt x="637029" y="1462274"/>
                  <a:pt x="623435" y="1475868"/>
                  <a:pt x="606665" y="1475868"/>
                </a:cubicBezTo>
                <a:cubicBezTo>
                  <a:pt x="589896" y="1475868"/>
                  <a:pt x="576302" y="1462274"/>
                  <a:pt x="576302" y="1445505"/>
                </a:cubicBezTo>
                <a:cubicBezTo>
                  <a:pt x="576302" y="1428735"/>
                  <a:pt x="589896" y="1415141"/>
                  <a:pt x="606665" y="1415141"/>
                </a:cubicBezTo>
                <a:close/>
                <a:moveTo>
                  <a:pt x="534111" y="1415141"/>
                </a:moveTo>
                <a:cubicBezTo>
                  <a:pt x="550880" y="1415141"/>
                  <a:pt x="564474" y="1428735"/>
                  <a:pt x="564474" y="1445505"/>
                </a:cubicBezTo>
                <a:cubicBezTo>
                  <a:pt x="564474" y="1462274"/>
                  <a:pt x="550880" y="1475868"/>
                  <a:pt x="534111" y="1475868"/>
                </a:cubicBezTo>
                <a:cubicBezTo>
                  <a:pt x="517341" y="1475868"/>
                  <a:pt x="503747" y="1462274"/>
                  <a:pt x="503747" y="1445505"/>
                </a:cubicBezTo>
                <a:cubicBezTo>
                  <a:pt x="503747" y="1428735"/>
                  <a:pt x="517341" y="1415141"/>
                  <a:pt x="534111" y="1415141"/>
                </a:cubicBezTo>
                <a:close/>
                <a:moveTo>
                  <a:pt x="461556" y="1415141"/>
                </a:moveTo>
                <a:cubicBezTo>
                  <a:pt x="478326" y="1415141"/>
                  <a:pt x="491920" y="1428735"/>
                  <a:pt x="491920" y="1445505"/>
                </a:cubicBezTo>
                <a:cubicBezTo>
                  <a:pt x="491920" y="1462274"/>
                  <a:pt x="478326" y="1475868"/>
                  <a:pt x="461556" y="1475868"/>
                </a:cubicBezTo>
                <a:cubicBezTo>
                  <a:pt x="444787" y="1475868"/>
                  <a:pt x="431192" y="1462274"/>
                  <a:pt x="431192" y="1445505"/>
                </a:cubicBezTo>
                <a:cubicBezTo>
                  <a:pt x="431192" y="1428735"/>
                  <a:pt x="444787" y="1415141"/>
                  <a:pt x="461556" y="1415141"/>
                </a:cubicBezTo>
                <a:close/>
                <a:moveTo>
                  <a:pt x="389002" y="1415141"/>
                </a:moveTo>
                <a:cubicBezTo>
                  <a:pt x="405771" y="1415141"/>
                  <a:pt x="419365" y="1428735"/>
                  <a:pt x="419365" y="1445505"/>
                </a:cubicBezTo>
                <a:cubicBezTo>
                  <a:pt x="419365" y="1462274"/>
                  <a:pt x="405771" y="1475868"/>
                  <a:pt x="389002" y="1475868"/>
                </a:cubicBezTo>
                <a:cubicBezTo>
                  <a:pt x="372232" y="1475868"/>
                  <a:pt x="358638" y="1462274"/>
                  <a:pt x="358638" y="1445505"/>
                </a:cubicBezTo>
                <a:cubicBezTo>
                  <a:pt x="358638" y="1428735"/>
                  <a:pt x="372232" y="1415141"/>
                  <a:pt x="389002" y="1415141"/>
                </a:cubicBezTo>
                <a:close/>
                <a:moveTo>
                  <a:pt x="316447" y="1415141"/>
                </a:moveTo>
                <a:cubicBezTo>
                  <a:pt x="333216" y="1415141"/>
                  <a:pt x="346810" y="1428735"/>
                  <a:pt x="346810" y="1445505"/>
                </a:cubicBezTo>
                <a:cubicBezTo>
                  <a:pt x="346810" y="1462274"/>
                  <a:pt x="333216" y="1475868"/>
                  <a:pt x="316447" y="1475868"/>
                </a:cubicBezTo>
                <a:cubicBezTo>
                  <a:pt x="299677" y="1475868"/>
                  <a:pt x="286084" y="1462274"/>
                  <a:pt x="286084" y="1445505"/>
                </a:cubicBezTo>
                <a:cubicBezTo>
                  <a:pt x="286084" y="1428735"/>
                  <a:pt x="299677" y="1415141"/>
                  <a:pt x="316447" y="1415141"/>
                </a:cubicBezTo>
                <a:close/>
                <a:moveTo>
                  <a:pt x="243892" y="1415141"/>
                </a:moveTo>
                <a:cubicBezTo>
                  <a:pt x="260662" y="1415141"/>
                  <a:pt x="274256" y="1428735"/>
                  <a:pt x="274256" y="1445505"/>
                </a:cubicBezTo>
                <a:cubicBezTo>
                  <a:pt x="274256" y="1462274"/>
                  <a:pt x="260662" y="1475868"/>
                  <a:pt x="243892" y="1475868"/>
                </a:cubicBezTo>
                <a:cubicBezTo>
                  <a:pt x="227123" y="1475868"/>
                  <a:pt x="213529" y="1462274"/>
                  <a:pt x="213529" y="1445505"/>
                </a:cubicBezTo>
                <a:cubicBezTo>
                  <a:pt x="213529" y="1428735"/>
                  <a:pt x="227123" y="1415141"/>
                  <a:pt x="243892" y="1415141"/>
                </a:cubicBezTo>
                <a:close/>
                <a:moveTo>
                  <a:pt x="171339" y="1415141"/>
                </a:moveTo>
                <a:cubicBezTo>
                  <a:pt x="188107" y="1415141"/>
                  <a:pt x="201701" y="1428735"/>
                  <a:pt x="201701" y="1445505"/>
                </a:cubicBezTo>
                <a:cubicBezTo>
                  <a:pt x="201701" y="1462274"/>
                  <a:pt x="188107" y="1475868"/>
                  <a:pt x="171339" y="1475868"/>
                </a:cubicBezTo>
                <a:cubicBezTo>
                  <a:pt x="154611" y="1475868"/>
                  <a:pt x="141018" y="1462274"/>
                  <a:pt x="141018" y="1445505"/>
                </a:cubicBezTo>
                <a:cubicBezTo>
                  <a:pt x="141018" y="1428735"/>
                  <a:pt x="154611" y="1415141"/>
                  <a:pt x="171339" y="1415141"/>
                </a:cubicBezTo>
                <a:close/>
                <a:moveTo>
                  <a:pt x="98831" y="1415141"/>
                </a:moveTo>
                <a:cubicBezTo>
                  <a:pt x="115598" y="1415141"/>
                  <a:pt x="129192" y="1428735"/>
                  <a:pt x="129192" y="1445505"/>
                </a:cubicBezTo>
                <a:cubicBezTo>
                  <a:pt x="129192" y="1462274"/>
                  <a:pt x="115598" y="1475868"/>
                  <a:pt x="98831" y="1475868"/>
                </a:cubicBezTo>
                <a:cubicBezTo>
                  <a:pt x="82060" y="1475868"/>
                  <a:pt x="68467" y="1462274"/>
                  <a:pt x="68467" y="1445505"/>
                </a:cubicBezTo>
                <a:cubicBezTo>
                  <a:pt x="68467" y="1428735"/>
                  <a:pt x="82060" y="1415141"/>
                  <a:pt x="98831" y="1415141"/>
                </a:cubicBezTo>
                <a:close/>
                <a:moveTo>
                  <a:pt x="26277" y="1415141"/>
                </a:moveTo>
                <a:cubicBezTo>
                  <a:pt x="43044" y="1415141"/>
                  <a:pt x="56638" y="1428735"/>
                  <a:pt x="56638" y="1445505"/>
                </a:cubicBezTo>
                <a:cubicBezTo>
                  <a:pt x="56638" y="1462274"/>
                  <a:pt x="43044" y="1475868"/>
                  <a:pt x="26277" y="1475868"/>
                </a:cubicBezTo>
                <a:cubicBezTo>
                  <a:pt x="17892" y="1475868"/>
                  <a:pt x="10301" y="1472470"/>
                  <a:pt x="4807" y="1466975"/>
                </a:cubicBezTo>
                <a:lnTo>
                  <a:pt x="0" y="1455370"/>
                </a:lnTo>
                <a:lnTo>
                  <a:pt x="0" y="1435640"/>
                </a:lnTo>
                <a:lnTo>
                  <a:pt x="4807" y="1424034"/>
                </a:lnTo>
                <a:cubicBezTo>
                  <a:pt x="10301" y="1418540"/>
                  <a:pt x="17892" y="1415141"/>
                  <a:pt x="26277" y="1415141"/>
                </a:cubicBezTo>
                <a:close/>
                <a:moveTo>
                  <a:pt x="1332211" y="1334690"/>
                </a:moveTo>
                <a:cubicBezTo>
                  <a:pt x="1340596" y="1334690"/>
                  <a:pt x="1348186" y="1338088"/>
                  <a:pt x="1353681" y="1343583"/>
                </a:cubicBezTo>
                <a:lnTo>
                  <a:pt x="1356143" y="1349526"/>
                </a:lnTo>
                <a:lnTo>
                  <a:pt x="1331934" y="1381900"/>
                </a:lnTo>
                <a:lnTo>
                  <a:pt x="1321597" y="1393274"/>
                </a:lnTo>
                <a:lnTo>
                  <a:pt x="1320392" y="1393030"/>
                </a:lnTo>
                <a:cubicBezTo>
                  <a:pt x="1309494" y="1388421"/>
                  <a:pt x="1301847" y="1377631"/>
                  <a:pt x="1301847" y="1365053"/>
                </a:cubicBezTo>
                <a:cubicBezTo>
                  <a:pt x="1301847" y="1348284"/>
                  <a:pt x="1315441" y="1334690"/>
                  <a:pt x="1332211" y="1334690"/>
                </a:cubicBezTo>
                <a:close/>
                <a:moveTo>
                  <a:pt x="1259656" y="1334690"/>
                </a:moveTo>
                <a:cubicBezTo>
                  <a:pt x="1276426" y="1334690"/>
                  <a:pt x="1290020" y="1348284"/>
                  <a:pt x="1290020" y="1365053"/>
                </a:cubicBezTo>
                <a:cubicBezTo>
                  <a:pt x="1290020" y="1381823"/>
                  <a:pt x="1276426" y="1395417"/>
                  <a:pt x="1259656" y="1395417"/>
                </a:cubicBezTo>
                <a:cubicBezTo>
                  <a:pt x="1242887" y="1395417"/>
                  <a:pt x="1229293" y="1381823"/>
                  <a:pt x="1229293" y="1365053"/>
                </a:cubicBezTo>
                <a:cubicBezTo>
                  <a:pt x="1229293" y="1348284"/>
                  <a:pt x="1242887" y="1334690"/>
                  <a:pt x="1259656" y="1334690"/>
                </a:cubicBezTo>
                <a:close/>
                <a:moveTo>
                  <a:pt x="1187102" y="1334690"/>
                </a:moveTo>
                <a:cubicBezTo>
                  <a:pt x="1203871" y="1334690"/>
                  <a:pt x="1217465" y="1348284"/>
                  <a:pt x="1217465" y="1365053"/>
                </a:cubicBezTo>
                <a:cubicBezTo>
                  <a:pt x="1217465" y="1381823"/>
                  <a:pt x="1203871" y="1395417"/>
                  <a:pt x="1187102" y="1395417"/>
                </a:cubicBezTo>
                <a:cubicBezTo>
                  <a:pt x="1170332" y="1395417"/>
                  <a:pt x="1156738" y="1381823"/>
                  <a:pt x="1156738" y="1365053"/>
                </a:cubicBezTo>
                <a:cubicBezTo>
                  <a:pt x="1156738" y="1348284"/>
                  <a:pt x="1170332" y="1334690"/>
                  <a:pt x="1187102" y="1334690"/>
                </a:cubicBezTo>
                <a:close/>
                <a:moveTo>
                  <a:pt x="1114547" y="1334690"/>
                </a:moveTo>
                <a:cubicBezTo>
                  <a:pt x="1131317" y="1334690"/>
                  <a:pt x="1144911" y="1348284"/>
                  <a:pt x="1144911" y="1365053"/>
                </a:cubicBezTo>
                <a:cubicBezTo>
                  <a:pt x="1144911" y="1381823"/>
                  <a:pt x="1131317" y="1395417"/>
                  <a:pt x="1114547" y="1395417"/>
                </a:cubicBezTo>
                <a:cubicBezTo>
                  <a:pt x="1097778" y="1395417"/>
                  <a:pt x="1084184" y="1381823"/>
                  <a:pt x="1084184" y="1365053"/>
                </a:cubicBezTo>
                <a:cubicBezTo>
                  <a:pt x="1084184" y="1348284"/>
                  <a:pt x="1097778" y="1334690"/>
                  <a:pt x="1114547" y="1334690"/>
                </a:cubicBezTo>
                <a:close/>
                <a:moveTo>
                  <a:pt x="1041993" y="1334690"/>
                </a:moveTo>
                <a:cubicBezTo>
                  <a:pt x="1058762" y="1334690"/>
                  <a:pt x="1072356" y="1348284"/>
                  <a:pt x="1072356" y="1365053"/>
                </a:cubicBezTo>
                <a:cubicBezTo>
                  <a:pt x="1072356" y="1381823"/>
                  <a:pt x="1058762" y="1395417"/>
                  <a:pt x="1041993" y="1395417"/>
                </a:cubicBezTo>
                <a:cubicBezTo>
                  <a:pt x="1025223" y="1395417"/>
                  <a:pt x="1011629" y="1381823"/>
                  <a:pt x="1011629" y="1365053"/>
                </a:cubicBezTo>
                <a:cubicBezTo>
                  <a:pt x="1011629" y="1348284"/>
                  <a:pt x="1025223" y="1334690"/>
                  <a:pt x="1041993" y="1334690"/>
                </a:cubicBezTo>
                <a:close/>
                <a:moveTo>
                  <a:pt x="969438" y="1334690"/>
                </a:moveTo>
                <a:cubicBezTo>
                  <a:pt x="986208" y="1334690"/>
                  <a:pt x="999801" y="1348284"/>
                  <a:pt x="999801" y="1365053"/>
                </a:cubicBezTo>
                <a:cubicBezTo>
                  <a:pt x="999801" y="1381823"/>
                  <a:pt x="986208" y="1395417"/>
                  <a:pt x="969438" y="1395417"/>
                </a:cubicBezTo>
                <a:cubicBezTo>
                  <a:pt x="952669" y="1395417"/>
                  <a:pt x="939075" y="1381823"/>
                  <a:pt x="939075" y="1365053"/>
                </a:cubicBezTo>
                <a:cubicBezTo>
                  <a:pt x="939075" y="1348284"/>
                  <a:pt x="952669" y="1334690"/>
                  <a:pt x="969438" y="1334690"/>
                </a:cubicBezTo>
                <a:close/>
                <a:moveTo>
                  <a:pt x="896883" y="1334690"/>
                </a:moveTo>
                <a:cubicBezTo>
                  <a:pt x="913653" y="1334690"/>
                  <a:pt x="927247" y="1348284"/>
                  <a:pt x="927247" y="1365053"/>
                </a:cubicBezTo>
                <a:cubicBezTo>
                  <a:pt x="927247" y="1381823"/>
                  <a:pt x="913653" y="1395417"/>
                  <a:pt x="896883" y="1395417"/>
                </a:cubicBezTo>
                <a:cubicBezTo>
                  <a:pt x="880114" y="1395417"/>
                  <a:pt x="866520" y="1381823"/>
                  <a:pt x="866520" y="1365053"/>
                </a:cubicBezTo>
                <a:cubicBezTo>
                  <a:pt x="866520" y="1348284"/>
                  <a:pt x="880114" y="1334690"/>
                  <a:pt x="896883" y="1334690"/>
                </a:cubicBezTo>
                <a:close/>
                <a:moveTo>
                  <a:pt x="824329" y="1334690"/>
                </a:moveTo>
                <a:cubicBezTo>
                  <a:pt x="841098" y="1334690"/>
                  <a:pt x="854692" y="1348284"/>
                  <a:pt x="854692" y="1365053"/>
                </a:cubicBezTo>
                <a:cubicBezTo>
                  <a:pt x="854692" y="1381823"/>
                  <a:pt x="841098" y="1395417"/>
                  <a:pt x="824329" y="1395417"/>
                </a:cubicBezTo>
                <a:cubicBezTo>
                  <a:pt x="807559" y="1395417"/>
                  <a:pt x="793965" y="1381823"/>
                  <a:pt x="793965" y="1365053"/>
                </a:cubicBezTo>
                <a:cubicBezTo>
                  <a:pt x="793965" y="1348284"/>
                  <a:pt x="807559" y="1334690"/>
                  <a:pt x="824329" y="1334690"/>
                </a:cubicBezTo>
                <a:close/>
                <a:moveTo>
                  <a:pt x="751774" y="1334690"/>
                </a:moveTo>
                <a:cubicBezTo>
                  <a:pt x="768544" y="1334690"/>
                  <a:pt x="782138" y="1348284"/>
                  <a:pt x="782138" y="1365053"/>
                </a:cubicBezTo>
                <a:cubicBezTo>
                  <a:pt x="782138" y="1381823"/>
                  <a:pt x="768544" y="1395417"/>
                  <a:pt x="751774" y="1395417"/>
                </a:cubicBezTo>
                <a:cubicBezTo>
                  <a:pt x="735005" y="1395417"/>
                  <a:pt x="721411" y="1381823"/>
                  <a:pt x="721411" y="1365053"/>
                </a:cubicBezTo>
                <a:cubicBezTo>
                  <a:pt x="721411" y="1348284"/>
                  <a:pt x="735005" y="1334690"/>
                  <a:pt x="751774" y="1334690"/>
                </a:cubicBezTo>
                <a:close/>
                <a:moveTo>
                  <a:pt x="679220" y="1334690"/>
                </a:moveTo>
                <a:cubicBezTo>
                  <a:pt x="695989" y="1334690"/>
                  <a:pt x="709583" y="1348284"/>
                  <a:pt x="709583" y="1365053"/>
                </a:cubicBezTo>
                <a:cubicBezTo>
                  <a:pt x="709583" y="1381823"/>
                  <a:pt x="695989" y="1395417"/>
                  <a:pt x="679220" y="1395417"/>
                </a:cubicBezTo>
                <a:cubicBezTo>
                  <a:pt x="662450" y="1395417"/>
                  <a:pt x="648856" y="1381823"/>
                  <a:pt x="648856" y="1365053"/>
                </a:cubicBezTo>
                <a:cubicBezTo>
                  <a:pt x="648856" y="1348284"/>
                  <a:pt x="662450" y="1334690"/>
                  <a:pt x="679220" y="1334690"/>
                </a:cubicBezTo>
                <a:close/>
                <a:moveTo>
                  <a:pt x="606665" y="1334690"/>
                </a:moveTo>
                <a:cubicBezTo>
                  <a:pt x="623435" y="1334690"/>
                  <a:pt x="637029" y="1348284"/>
                  <a:pt x="637029" y="1365053"/>
                </a:cubicBezTo>
                <a:cubicBezTo>
                  <a:pt x="637029" y="1381823"/>
                  <a:pt x="623435" y="1395417"/>
                  <a:pt x="606665" y="1395417"/>
                </a:cubicBezTo>
                <a:cubicBezTo>
                  <a:pt x="589896" y="1395417"/>
                  <a:pt x="576302" y="1381823"/>
                  <a:pt x="576302" y="1365053"/>
                </a:cubicBezTo>
                <a:cubicBezTo>
                  <a:pt x="576302" y="1348284"/>
                  <a:pt x="589896" y="1334690"/>
                  <a:pt x="606665" y="1334690"/>
                </a:cubicBezTo>
                <a:close/>
                <a:moveTo>
                  <a:pt x="534111" y="1334690"/>
                </a:moveTo>
                <a:cubicBezTo>
                  <a:pt x="550880" y="1334690"/>
                  <a:pt x="564474" y="1348284"/>
                  <a:pt x="564474" y="1365053"/>
                </a:cubicBezTo>
                <a:cubicBezTo>
                  <a:pt x="564474" y="1381823"/>
                  <a:pt x="550880" y="1395417"/>
                  <a:pt x="534111" y="1395417"/>
                </a:cubicBezTo>
                <a:cubicBezTo>
                  <a:pt x="517341" y="1395417"/>
                  <a:pt x="503747" y="1381823"/>
                  <a:pt x="503747" y="1365053"/>
                </a:cubicBezTo>
                <a:cubicBezTo>
                  <a:pt x="503747" y="1348284"/>
                  <a:pt x="517341" y="1334690"/>
                  <a:pt x="534111" y="1334690"/>
                </a:cubicBezTo>
                <a:close/>
                <a:moveTo>
                  <a:pt x="461556" y="1334690"/>
                </a:moveTo>
                <a:cubicBezTo>
                  <a:pt x="478326" y="1334690"/>
                  <a:pt x="491920" y="1348284"/>
                  <a:pt x="491920" y="1365053"/>
                </a:cubicBezTo>
                <a:cubicBezTo>
                  <a:pt x="491920" y="1381823"/>
                  <a:pt x="478326" y="1395417"/>
                  <a:pt x="461556" y="1395417"/>
                </a:cubicBezTo>
                <a:cubicBezTo>
                  <a:pt x="444787" y="1395417"/>
                  <a:pt x="431192" y="1381823"/>
                  <a:pt x="431192" y="1365053"/>
                </a:cubicBezTo>
                <a:cubicBezTo>
                  <a:pt x="431192" y="1348284"/>
                  <a:pt x="444787" y="1334690"/>
                  <a:pt x="461556" y="1334690"/>
                </a:cubicBezTo>
                <a:close/>
                <a:moveTo>
                  <a:pt x="389002" y="1334690"/>
                </a:moveTo>
                <a:cubicBezTo>
                  <a:pt x="405771" y="1334690"/>
                  <a:pt x="419365" y="1348284"/>
                  <a:pt x="419365" y="1365053"/>
                </a:cubicBezTo>
                <a:cubicBezTo>
                  <a:pt x="419365" y="1381823"/>
                  <a:pt x="405771" y="1395417"/>
                  <a:pt x="389002" y="1395417"/>
                </a:cubicBezTo>
                <a:cubicBezTo>
                  <a:pt x="372232" y="1395417"/>
                  <a:pt x="358638" y="1381823"/>
                  <a:pt x="358638" y="1365053"/>
                </a:cubicBezTo>
                <a:cubicBezTo>
                  <a:pt x="358638" y="1348284"/>
                  <a:pt x="372232" y="1334690"/>
                  <a:pt x="389002" y="1334690"/>
                </a:cubicBezTo>
                <a:close/>
                <a:moveTo>
                  <a:pt x="316447" y="1334690"/>
                </a:moveTo>
                <a:cubicBezTo>
                  <a:pt x="333216" y="1334690"/>
                  <a:pt x="346810" y="1348284"/>
                  <a:pt x="346810" y="1365053"/>
                </a:cubicBezTo>
                <a:cubicBezTo>
                  <a:pt x="346810" y="1381823"/>
                  <a:pt x="333216" y="1395417"/>
                  <a:pt x="316447" y="1395417"/>
                </a:cubicBezTo>
                <a:cubicBezTo>
                  <a:pt x="299677" y="1395417"/>
                  <a:pt x="286084" y="1381823"/>
                  <a:pt x="286084" y="1365053"/>
                </a:cubicBezTo>
                <a:cubicBezTo>
                  <a:pt x="286084" y="1348284"/>
                  <a:pt x="299677" y="1334690"/>
                  <a:pt x="316447" y="1334690"/>
                </a:cubicBezTo>
                <a:close/>
                <a:moveTo>
                  <a:pt x="243892" y="1334690"/>
                </a:moveTo>
                <a:cubicBezTo>
                  <a:pt x="260662" y="1334690"/>
                  <a:pt x="274256" y="1348284"/>
                  <a:pt x="274256" y="1365053"/>
                </a:cubicBezTo>
                <a:cubicBezTo>
                  <a:pt x="274256" y="1381823"/>
                  <a:pt x="260662" y="1395417"/>
                  <a:pt x="243892" y="1395417"/>
                </a:cubicBezTo>
                <a:cubicBezTo>
                  <a:pt x="227123" y="1395417"/>
                  <a:pt x="213529" y="1381823"/>
                  <a:pt x="213529" y="1365053"/>
                </a:cubicBezTo>
                <a:cubicBezTo>
                  <a:pt x="213529" y="1348284"/>
                  <a:pt x="227123" y="1334690"/>
                  <a:pt x="243892" y="1334690"/>
                </a:cubicBezTo>
                <a:close/>
                <a:moveTo>
                  <a:pt x="171339" y="1334690"/>
                </a:moveTo>
                <a:cubicBezTo>
                  <a:pt x="188107" y="1334690"/>
                  <a:pt x="201701" y="1348284"/>
                  <a:pt x="201701" y="1365053"/>
                </a:cubicBezTo>
                <a:cubicBezTo>
                  <a:pt x="201701" y="1381823"/>
                  <a:pt x="188107" y="1395417"/>
                  <a:pt x="171339" y="1395417"/>
                </a:cubicBezTo>
                <a:cubicBezTo>
                  <a:pt x="154616" y="1395417"/>
                  <a:pt x="141023" y="1381823"/>
                  <a:pt x="141023" y="1365053"/>
                </a:cubicBezTo>
                <a:cubicBezTo>
                  <a:pt x="141023" y="1348284"/>
                  <a:pt x="154616" y="1334690"/>
                  <a:pt x="171339" y="1334690"/>
                </a:cubicBezTo>
                <a:close/>
                <a:moveTo>
                  <a:pt x="98838" y="1334690"/>
                </a:moveTo>
                <a:cubicBezTo>
                  <a:pt x="115605" y="1334690"/>
                  <a:pt x="129198" y="1348284"/>
                  <a:pt x="129198" y="1365053"/>
                </a:cubicBezTo>
                <a:cubicBezTo>
                  <a:pt x="129198" y="1381823"/>
                  <a:pt x="115605" y="1395417"/>
                  <a:pt x="98838" y="1395417"/>
                </a:cubicBezTo>
                <a:cubicBezTo>
                  <a:pt x="82067" y="1395417"/>
                  <a:pt x="68474" y="1381823"/>
                  <a:pt x="68474" y="1365053"/>
                </a:cubicBezTo>
                <a:cubicBezTo>
                  <a:pt x="68474" y="1348284"/>
                  <a:pt x="82067" y="1334690"/>
                  <a:pt x="98838" y="1334690"/>
                </a:cubicBezTo>
                <a:close/>
                <a:moveTo>
                  <a:pt x="26283" y="1334690"/>
                </a:moveTo>
                <a:cubicBezTo>
                  <a:pt x="43051" y="1334690"/>
                  <a:pt x="56645" y="1348284"/>
                  <a:pt x="56645" y="1365053"/>
                </a:cubicBezTo>
                <a:cubicBezTo>
                  <a:pt x="56645" y="1381823"/>
                  <a:pt x="43051" y="1395417"/>
                  <a:pt x="26283" y="1395417"/>
                </a:cubicBezTo>
                <a:cubicBezTo>
                  <a:pt x="17898" y="1395417"/>
                  <a:pt x="10308" y="1392019"/>
                  <a:pt x="4813" y="1386524"/>
                </a:cubicBezTo>
                <a:lnTo>
                  <a:pt x="0" y="1374903"/>
                </a:lnTo>
                <a:lnTo>
                  <a:pt x="0" y="1355203"/>
                </a:lnTo>
                <a:lnTo>
                  <a:pt x="4813" y="1343583"/>
                </a:lnTo>
                <a:cubicBezTo>
                  <a:pt x="10308" y="1338089"/>
                  <a:pt x="17898" y="1334690"/>
                  <a:pt x="26283" y="1334690"/>
                </a:cubicBezTo>
                <a:close/>
                <a:moveTo>
                  <a:pt x="1404765" y="1254238"/>
                </a:moveTo>
                <a:cubicBezTo>
                  <a:pt x="1408957" y="1254238"/>
                  <a:pt x="1412951" y="1255088"/>
                  <a:pt x="1416584" y="1256624"/>
                </a:cubicBezTo>
                <a:lnTo>
                  <a:pt x="1422045" y="1260306"/>
                </a:lnTo>
                <a:lnTo>
                  <a:pt x="1418517" y="1266114"/>
                </a:lnTo>
                <a:lnTo>
                  <a:pt x="1386846" y="1308466"/>
                </a:lnTo>
                <a:lnTo>
                  <a:pt x="1383295" y="1306072"/>
                </a:lnTo>
                <a:cubicBezTo>
                  <a:pt x="1377800" y="1300577"/>
                  <a:pt x="1374402" y="1292986"/>
                  <a:pt x="1374402" y="1284602"/>
                </a:cubicBezTo>
                <a:cubicBezTo>
                  <a:pt x="1374402" y="1267832"/>
                  <a:pt x="1387996" y="1254238"/>
                  <a:pt x="1404765" y="1254238"/>
                </a:cubicBezTo>
                <a:close/>
                <a:moveTo>
                  <a:pt x="1332211" y="1254238"/>
                </a:moveTo>
                <a:cubicBezTo>
                  <a:pt x="1348980" y="1254238"/>
                  <a:pt x="1362574" y="1267832"/>
                  <a:pt x="1362574" y="1284602"/>
                </a:cubicBezTo>
                <a:cubicBezTo>
                  <a:pt x="1362574" y="1301371"/>
                  <a:pt x="1348980" y="1314965"/>
                  <a:pt x="1332211" y="1314965"/>
                </a:cubicBezTo>
                <a:cubicBezTo>
                  <a:pt x="1315441" y="1314965"/>
                  <a:pt x="1301847" y="1301371"/>
                  <a:pt x="1301847" y="1284602"/>
                </a:cubicBezTo>
                <a:cubicBezTo>
                  <a:pt x="1301847" y="1267832"/>
                  <a:pt x="1315441" y="1254238"/>
                  <a:pt x="1332211" y="1254238"/>
                </a:cubicBezTo>
                <a:close/>
                <a:moveTo>
                  <a:pt x="1259656" y="1254238"/>
                </a:moveTo>
                <a:cubicBezTo>
                  <a:pt x="1276426" y="1254238"/>
                  <a:pt x="1290020" y="1267832"/>
                  <a:pt x="1290020" y="1284602"/>
                </a:cubicBezTo>
                <a:cubicBezTo>
                  <a:pt x="1290020" y="1301371"/>
                  <a:pt x="1276426" y="1314965"/>
                  <a:pt x="1259656" y="1314965"/>
                </a:cubicBezTo>
                <a:cubicBezTo>
                  <a:pt x="1242887" y="1314965"/>
                  <a:pt x="1229293" y="1301371"/>
                  <a:pt x="1229293" y="1284602"/>
                </a:cubicBezTo>
                <a:cubicBezTo>
                  <a:pt x="1229293" y="1267832"/>
                  <a:pt x="1242887" y="1254238"/>
                  <a:pt x="1259656" y="1254238"/>
                </a:cubicBezTo>
                <a:close/>
                <a:moveTo>
                  <a:pt x="1187102" y="1254238"/>
                </a:moveTo>
                <a:cubicBezTo>
                  <a:pt x="1203871" y="1254238"/>
                  <a:pt x="1217465" y="1267832"/>
                  <a:pt x="1217465" y="1284602"/>
                </a:cubicBezTo>
                <a:cubicBezTo>
                  <a:pt x="1217465" y="1301371"/>
                  <a:pt x="1203871" y="1314965"/>
                  <a:pt x="1187102" y="1314965"/>
                </a:cubicBezTo>
                <a:cubicBezTo>
                  <a:pt x="1170332" y="1314965"/>
                  <a:pt x="1156738" y="1301371"/>
                  <a:pt x="1156738" y="1284602"/>
                </a:cubicBezTo>
                <a:cubicBezTo>
                  <a:pt x="1156738" y="1267832"/>
                  <a:pt x="1170332" y="1254238"/>
                  <a:pt x="1187102" y="1254238"/>
                </a:cubicBezTo>
                <a:close/>
                <a:moveTo>
                  <a:pt x="1114547" y="1254238"/>
                </a:moveTo>
                <a:cubicBezTo>
                  <a:pt x="1131317" y="1254238"/>
                  <a:pt x="1144911" y="1267832"/>
                  <a:pt x="1144911" y="1284602"/>
                </a:cubicBezTo>
                <a:cubicBezTo>
                  <a:pt x="1144911" y="1301371"/>
                  <a:pt x="1131317" y="1314965"/>
                  <a:pt x="1114547" y="1314965"/>
                </a:cubicBezTo>
                <a:cubicBezTo>
                  <a:pt x="1097778" y="1314965"/>
                  <a:pt x="1084184" y="1301371"/>
                  <a:pt x="1084184" y="1284602"/>
                </a:cubicBezTo>
                <a:cubicBezTo>
                  <a:pt x="1084184" y="1267832"/>
                  <a:pt x="1097778" y="1254238"/>
                  <a:pt x="1114547" y="1254238"/>
                </a:cubicBezTo>
                <a:close/>
                <a:moveTo>
                  <a:pt x="1041993" y="1254238"/>
                </a:moveTo>
                <a:cubicBezTo>
                  <a:pt x="1058762" y="1254238"/>
                  <a:pt x="1072356" y="1267832"/>
                  <a:pt x="1072356" y="1284602"/>
                </a:cubicBezTo>
                <a:cubicBezTo>
                  <a:pt x="1072356" y="1301371"/>
                  <a:pt x="1058762" y="1314965"/>
                  <a:pt x="1041993" y="1314965"/>
                </a:cubicBezTo>
                <a:cubicBezTo>
                  <a:pt x="1025223" y="1314965"/>
                  <a:pt x="1011629" y="1301371"/>
                  <a:pt x="1011629" y="1284602"/>
                </a:cubicBezTo>
                <a:cubicBezTo>
                  <a:pt x="1011629" y="1267832"/>
                  <a:pt x="1025223" y="1254238"/>
                  <a:pt x="1041993" y="1254238"/>
                </a:cubicBezTo>
                <a:close/>
                <a:moveTo>
                  <a:pt x="969438" y="1254238"/>
                </a:moveTo>
                <a:cubicBezTo>
                  <a:pt x="986208" y="1254238"/>
                  <a:pt x="999801" y="1267832"/>
                  <a:pt x="999801" y="1284602"/>
                </a:cubicBezTo>
                <a:cubicBezTo>
                  <a:pt x="999801" y="1301371"/>
                  <a:pt x="986208" y="1314965"/>
                  <a:pt x="969438" y="1314965"/>
                </a:cubicBezTo>
                <a:cubicBezTo>
                  <a:pt x="952669" y="1314965"/>
                  <a:pt x="939075" y="1301371"/>
                  <a:pt x="939075" y="1284602"/>
                </a:cubicBezTo>
                <a:cubicBezTo>
                  <a:pt x="939075" y="1267832"/>
                  <a:pt x="952669" y="1254238"/>
                  <a:pt x="969438" y="1254238"/>
                </a:cubicBezTo>
                <a:close/>
                <a:moveTo>
                  <a:pt x="896883" y="1254238"/>
                </a:moveTo>
                <a:cubicBezTo>
                  <a:pt x="913653" y="1254238"/>
                  <a:pt x="927247" y="1267832"/>
                  <a:pt x="927247" y="1284602"/>
                </a:cubicBezTo>
                <a:cubicBezTo>
                  <a:pt x="927247" y="1301371"/>
                  <a:pt x="913653" y="1314965"/>
                  <a:pt x="896883" y="1314965"/>
                </a:cubicBezTo>
                <a:cubicBezTo>
                  <a:pt x="880114" y="1314965"/>
                  <a:pt x="866520" y="1301371"/>
                  <a:pt x="866520" y="1284602"/>
                </a:cubicBezTo>
                <a:cubicBezTo>
                  <a:pt x="866520" y="1267832"/>
                  <a:pt x="880114" y="1254238"/>
                  <a:pt x="896883" y="1254238"/>
                </a:cubicBezTo>
                <a:close/>
                <a:moveTo>
                  <a:pt x="824329" y="1254238"/>
                </a:moveTo>
                <a:cubicBezTo>
                  <a:pt x="841098" y="1254238"/>
                  <a:pt x="854692" y="1267832"/>
                  <a:pt x="854692" y="1284602"/>
                </a:cubicBezTo>
                <a:cubicBezTo>
                  <a:pt x="854692" y="1301371"/>
                  <a:pt x="841098" y="1314965"/>
                  <a:pt x="824329" y="1314965"/>
                </a:cubicBezTo>
                <a:cubicBezTo>
                  <a:pt x="807559" y="1314965"/>
                  <a:pt x="793965" y="1301371"/>
                  <a:pt x="793965" y="1284602"/>
                </a:cubicBezTo>
                <a:cubicBezTo>
                  <a:pt x="793965" y="1267832"/>
                  <a:pt x="807559" y="1254238"/>
                  <a:pt x="824329" y="1254238"/>
                </a:cubicBezTo>
                <a:close/>
                <a:moveTo>
                  <a:pt x="751774" y="1254238"/>
                </a:moveTo>
                <a:cubicBezTo>
                  <a:pt x="768544" y="1254238"/>
                  <a:pt x="782138" y="1267832"/>
                  <a:pt x="782138" y="1284602"/>
                </a:cubicBezTo>
                <a:cubicBezTo>
                  <a:pt x="782138" y="1301371"/>
                  <a:pt x="768544" y="1314965"/>
                  <a:pt x="751774" y="1314965"/>
                </a:cubicBezTo>
                <a:cubicBezTo>
                  <a:pt x="735005" y="1314965"/>
                  <a:pt x="721411" y="1301371"/>
                  <a:pt x="721411" y="1284602"/>
                </a:cubicBezTo>
                <a:cubicBezTo>
                  <a:pt x="721411" y="1267832"/>
                  <a:pt x="735005" y="1254238"/>
                  <a:pt x="751774" y="1254238"/>
                </a:cubicBezTo>
                <a:close/>
                <a:moveTo>
                  <a:pt x="679220" y="1254238"/>
                </a:moveTo>
                <a:cubicBezTo>
                  <a:pt x="695989" y="1254238"/>
                  <a:pt x="709583" y="1267832"/>
                  <a:pt x="709583" y="1284602"/>
                </a:cubicBezTo>
                <a:cubicBezTo>
                  <a:pt x="709583" y="1301371"/>
                  <a:pt x="695989" y="1314965"/>
                  <a:pt x="679220" y="1314965"/>
                </a:cubicBezTo>
                <a:cubicBezTo>
                  <a:pt x="662450" y="1314965"/>
                  <a:pt x="648856" y="1301371"/>
                  <a:pt x="648856" y="1284602"/>
                </a:cubicBezTo>
                <a:cubicBezTo>
                  <a:pt x="648856" y="1267832"/>
                  <a:pt x="662450" y="1254238"/>
                  <a:pt x="679220" y="1254238"/>
                </a:cubicBezTo>
                <a:close/>
                <a:moveTo>
                  <a:pt x="606665" y="1254238"/>
                </a:moveTo>
                <a:cubicBezTo>
                  <a:pt x="623435" y="1254238"/>
                  <a:pt x="637029" y="1267832"/>
                  <a:pt x="637029" y="1284602"/>
                </a:cubicBezTo>
                <a:cubicBezTo>
                  <a:pt x="637029" y="1301371"/>
                  <a:pt x="623435" y="1314965"/>
                  <a:pt x="606665" y="1314965"/>
                </a:cubicBezTo>
                <a:cubicBezTo>
                  <a:pt x="589896" y="1314965"/>
                  <a:pt x="576302" y="1301371"/>
                  <a:pt x="576302" y="1284602"/>
                </a:cubicBezTo>
                <a:cubicBezTo>
                  <a:pt x="576302" y="1267832"/>
                  <a:pt x="589896" y="1254238"/>
                  <a:pt x="606665" y="1254238"/>
                </a:cubicBezTo>
                <a:close/>
                <a:moveTo>
                  <a:pt x="534111" y="1254238"/>
                </a:moveTo>
                <a:cubicBezTo>
                  <a:pt x="550880" y="1254238"/>
                  <a:pt x="564474" y="1267832"/>
                  <a:pt x="564474" y="1284602"/>
                </a:cubicBezTo>
                <a:cubicBezTo>
                  <a:pt x="564474" y="1301371"/>
                  <a:pt x="550880" y="1314965"/>
                  <a:pt x="534111" y="1314965"/>
                </a:cubicBezTo>
                <a:cubicBezTo>
                  <a:pt x="517341" y="1314965"/>
                  <a:pt x="503747" y="1301371"/>
                  <a:pt x="503747" y="1284602"/>
                </a:cubicBezTo>
                <a:cubicBezTo>
                  <a:pt x="503747" y="1267832"/>
                  <a:pt x="517341" y="1254238"/>
                  <a:pt x="534111" y="1254238"/>
                </a:cubicBezTo>
                <a:close/>
                <a:moveTo>
                  <a:pt x="461556" y="1254238"/>
                </a:moveTo>
                <a:cubicBezTo>
                  <a:pt x="478326" y="1254238"/>
                  <a:pt x="491920" y="1267832"/>
                  <a:pt x="491920" y="1284602"/>
                </a:cubicBezTo>
                <a:cubicBezTo>
                  <a:pt x="491920" y="1301371"/>
                  <a:pt x="478326" y="1314965"/>
                  <a:pt x="461556" y="1314965"/>
                </a:cubicBezTo>
                <a:cubicBezTo>
                  <a:pt x="444787" y="1314965"/>
                  <a:pt x="431192" y="1301371"/>
                  <a:pt x="431192" y="1284602"/>
                </a:cubicBezTo>
                <a:cubicBezTo>
                  <a:pt x="431192" y="1267832"/>
                  <a:pt x="444787" y="1254238"/>
                  <a:pt x="461556" y="1254238"/>
                </a:cubicBezTo>
                <a:close/>
                <a:moveTo>
                  <a:pt x="389002" y="1254238"/>
                </a:moveTo>
                <a:cubicBezTo>
                  <a:pt x="405771" y="1254238"/>
                  <a:pt x="419365" y="1267832"/>
                  <a:pt x="419365" y="1284602"/>
                </a:cubicBezTo>
                <a:cubicBezTo>
                  <a:pt x="419365" y="1301371"/>
                  <a:pt x="405771" y="1314965"/>
                  <a:pt x="389002" y="1314965"/>
                </a:cubicBezTo>
                <a:cubicBezTo>
                  <a:pt x="372232" y="1314965"/>
                  <a:pt x="358638" y="1301371"/>
                  <a:pt x="358638" y="1284602"/>
                </a:cubicBezTo>
                <a:cubicBezTo>
                  <a:pt x="358638" y="1267832"/>
                  <a:pt x="372232" y="1254238"/>
                  <a:pt x="389002" y="1254238"/>
                </a:cubicBezTo>
                <a:close/>
                <a:moveTo>
                  <a:pt x="316447" y="1254238"/>
                </a:moveTo>
                <a:cubicBezTo>
                  <a:pt x="333216" y="1254238"/>
                  <a:pt x="346810" y="1267832"/>
                  <a:pt x="346810" y="1284602"/>
                </a:cubicBezTo>
                <a:cubicBezTo>
                  <a:pt x="346810" y="1301371"/>
                  <a:pt x="333216" y="1314965"/>
                  <a:pt x="316447" y="1314965"/>
                </a:cubicBezTo>
                <a:cubicBezTo>
                  <a:pt x="299677" y="1314965"/>
                  <a:pt x="286084" y="1301371"/>
                  <a:pt x="286084" y="1284602"/>
                </a:cubicBezTo>
                <a:cubicBezTo>
                  <a:pt x="286084" y="1267832"/>
                  <a:pt x="299677" y="1254238"/>
                  <a:pt x="316447" y="1254238"/>
                </a:cubicBezTo>
                <a:close/>
                <a:moveTo>
                  <a:pt x="243892" y="1254238"/>
                </a:moveTo>
                <a:cubicBezTo>
                  <a:pt x="260662" y="1254238"/>
                  <a:pt x="274256" y="1267832"/>
                  <a:pt x="274256" y="1284602"/>
                </a:cubicBezTo>
                <a:cubicBezTo>
                  <a:pt x="274256" y="1301371"/>
                  <a:pt x="260662" y="1314965"/>
                  <a:pt x="243892" y="1314965"/>
                </a:cubicBezTo>
                <a:cubicBezTo>
                  <a:pt x="227123" y="1314965"/>
                  <a:pt x="213529" y="1301371"/>
                  <a:pt x="213529" y="1284602"/>
                </a:cubicBezTo>
                <a:cubicBezTo>
                  <a:pt x="213529" y="1267832"/>
                  <a:pt x="227123" y="1254238"/>
                  <a:pt x="243892" y="1254238"/>
                </a:cubicBezTo>
                <a:close/>
                <a:moveTo>
                  <a:pt x="171339" y="1254238"/>
                </a:moveTo>
                <a:cubicBezTo>
                  <a:pt x="188107" y="1254238"/>
                  <a:pt x="201701" y="1267832"/>
                  <a:pt x="201701" y="1284602"/>
                </a:cubicBezTo>
                <a:cubicBezTo>
                  <a:pt x="201701" y="1301371"/>
                  <a:pt x="188107" y="1314965"/>
                  <a:pt x="171339" y="1314965"/>
                </a:cubicBezTo>
                <a:cubicBezTo>
                  <a:pt x="154622" y="1314965"/>
                  <a:pt x="141029" y="1301371"/>
                  <a:pt x="141029" y="1284602"/>
                </a:cubicBezTo>
                <a:cubicBezTo>
                  <a:pt x="141029" y="1267832"/>
                  <a:pt x="154622" y="1254238"/>
                  <a:pt x="171339" y="1254238"/>
                </a:cubicBezTo>
                <a:close/>
                <a:moveTo>
                  <a:pt x="98845" y="1254238"/>
                </a:moveTo>
                <a:cubicBezTo>
                  <a:pt x="115610" y="1254238"/>
                  <a:pt x="129204" y="1267832"/>
                  <a:pt x="129204" y="1284602"/>
                </a:cubicBezTo>
                <a:cubicBezTo>
                  <a:pt x="129204" y="1301371"/>
                  <a:pt x="115610" y="1314965"/>
                  <a:pt x="98845" y="1314965"/>
                </a:cubicBezTo>
                <a:cubicBezTo>
                  <a:pt x="82074" y="1314965"/>
                  <a:pt x="68480" y="1301371"/>
                  <a:pt x="68480" y="1284602"/>
                </a:cubicBezTo>
                <a:cubicBezTo>
                  <a:pt x="68480" y="1267832"/>
                  <a:pt x="82074" y="1254238"/>
                  <a:pt x="98845" y="1254238"/>
                </a:cubicBezTo>
                <a:close/>
                <a:moveTo>
                  <a:pt x="26290" y="1254238"/>
                </a:moveTo>
                <a:cubicBezTo>
                  <a:pt x="43057" y="1254238"/>
                  <a:pt x="56651" y="1267832"/>
                  <a:pt x="56651" y="1284602"/>
                </a:cubicBezTo>
                <a:cubicBezTo>
                  <a:pt x="56651" y="1301371"/>
                  <a:pt x="43057" y="1314965"/>
                  <a:pt x="26290" y="1314965"/>
                </a:cubicBezTo>
                <a:cubicBezTo>
                  <a:pt x="17905" y="1314965"/>
                  <a:pt x="10314" y="1311567"/>
                  <a:pt x="4819" y="1306072"/>
                </a:cubicBezTo>
                <a:lnTo>
                  <a:pt x="0" y="1294437"/>
                </a:lnTo>
                <a:lnTo>
                  <a:pt x="0" y="1274766"/>
                </a:lnTo>
                <a:lnTo>
                  <a:pt x="4819" y="1263131"/>
                </a:lnTo>
                <a:cubicBezTo>
                  <a:pt x="10314" y="1257637"/>
                  <a:pt x="17905" y="1254238"/>
                  <a:pt x="26290" y="1254238"/>
                </a:cubicBezTo>
                <a:close/>
                <a:moveTo>
                  <a:pt x="1474228" y="1174410"/>
                </a:moveTo>
                <a:lnTo>
                  <a:pt x="1450688" y="1213159"/>
                </a:lnTo>
                <a:lnTo>
                  <a:pt x="1446956" y="1204150"/>
                </a:lnTo>
                <a:cubicBezTo>
                  <a:pt x="1446956" y="1191573"/>
                  <a:pt x="1454603" y="1180782"/>
                  <a:pt x="1465501" y="1176173"/>
                </a:cubicBezTo>
                <a:close/>
                <a:moveTo>
                  <a:pt x="1404765" y="1173786"/>
                </a:moveTo>
                <a:cubicBezTo>
                  <a:pt x="1421535" y="1173786"/>
                  <a:pt x="1435129" y="1187380"/>
                  <a:pt x="1435129" y="1204150"/>
                </a:cubicBezTo>
                <a:cubicBezTo>
                  <a:pt x="1435129" y="1220919"/>
                  <a:pt x="1421535" y="1234513"/>
                  <a:pt x="1404765" y="1234513"/>
                </a:cubicBezTo>
                <a:cubicBezTo>
                  <a:pt x="1387996" y="1234513"/>
                  <a:pt x="1374402" y="1220919"/>
                  <a:pt x="1374402" y="1204150"/>
                </a:cubicBezTo>
                <a:cubicBezTo>
                  <a:pt x="1374402" y="1187380"/>
                  <a:pt x="1387996" y="1173786"/>
                  <a:pt x="1404765" y="1173786"/>
                </a:cubicBezTo>
                <a:close/>
                <a:moveTo>
                  <a:pt x="1332211" y="1173786"/>
                </a:moveTo>
                <a:cubicBezTo>
                  <a:pt x="1348980" y="1173786"/>
                  <a:pt x="1362574" y="1187380"/>
                  <a:pt x="1362574" y="1204150"/>
                </a:cubicBezTo>
                <a:cubicBezTo>
                  <a:pt x="1362574" y="1220919"/>
                  <a:pt x="1348980" y="1234513"/>
                  <a:pt x="1332211" y="1234513"/>
                </a:cubicBezTo>
                <a:cubicBezTo>
                  <a:pt x="1315441" y="1234513"/>
                  <a:pt x="1301847" y="1220919"/>
                  <a:pt x="1301847" y="1204150"/>
                </a:cubicBezTo>
                <a:cubicBezTo>
                  <a:pt x="1301847" y="1187380"/>
                  <a:pt x="1315441" y="1173786"/>
                  <a:pt x="1332211" y="1173786"/>
                </a:cubicBezTo>
                <a:close/>
                <a:moveTo>
                  <a:pt x="1259656" y="1173786"/>
                </a:moveTo>
                <a:cubicBezTo>
                  <a:pt x="1276426" y="1173786"/>
                  <a:pt x="1290020" y="1187380"/>
                  <a:pt x="1290020" y="1204150"/>
                </a:cubicBezTo>
                <a:cubicBezTo>
                  <a:pt x="1290020" y="1220919"/>
                  <a:pt x="1276426" y="1234513"/>
                  <a:pt x="1259656" y="1234513"/>
                </a:cubicBezTo>
                <a:cubicBezTo>
                  <a:pt x="1242887" y="1234513"/>
                  <a:pt x="1229293" y="1220919"/>
                  <a:pt x="1229293" y="1204150"/>
                </a:cubicBezTo>
                <a:cubicBezTo>
                  <a:pt x="1229293" y="1187380"/>
                  <a:pt x="1242887" y="1173786"/>
                  <a:pt x="1259656" y="1173786"/>
                </a:cubicBezTo>
                <a:close/>
                <a:moveTo>
                  <a:pt x="1187102" y="1173786"/>
                </a:moveTo>
                <a:cubicBezTo>
                  <a:pt x="1203871" y="1173786"/>
                  <a:pt x="1217465" y="1187380"/>
                  <a:pt x="1217465" y="1204150"/>
                </a:cubicBezTo>
                <a:cubicBezTo>
                  <a:pt x="1217465" y="1220919"/>
                  <a:pt x="1203871" y="1234513"/>
                  <a:pt x="1187102" y="1234513"/>
                </a:cubicBezTo>
                <a:cubicBezTo>
                  <a:pt x="1170332" y="1234513"/>
                  <a:pt x="1156738" y="1220919"/>
                  <a:pt x="1156738" y="1204150"/>
                </a:cubicBezTo>
                <a:cubicBezTo>
                  <a:pt x="1156738" y="1187380"/>
                  <a:pt x="1170332" y="1173786"/>
                  <a:pt x="1187102" y="1173786"/>
                </a:cubicBezTo>
                <a:close/>
                <a:moveTo>
                  <a:pt x="1114547" y="1173786"/>
                </a:moveTo>
                <a:cubicBezTo>
                  <a:pt x="1131317" y="1173786"/>
                  <a:pt x="1144911" y="1187380"/>
                  <a:pt x="1144911" y="1204150"/>
                </a:cubicBezTo>
                <a:cubicBezTo>
                  <a:pt x="1144911" y="1220919"/>
                  <a:pt x="1131317" y="1234513"/>
                  <a:pt x="1114547" y="1234513"/>
                </a:cubicBezTo>
                <a:cubicBezTo>
                  <a:pt x="1097778" y="1234513"/>
                  <a:pt x="1084184" y="1220919"/>
                  <a:pt x="1084184" y="1204150"/>
                </a:cubicBezTo>
                <a:cubicBezTo>
                  <a:pt x="1084184" y="1187380"/>
                  <a:pt x="1097778" y="1173786"/>
                  <a:pt x="1114547" y="1173786"/>
                </a:cubicBezTo>
                <a:close/>
                <a:moveTo>
                  <a:pt x="1041993" y="1173786"/>
                </a:moveTo>
                <a:cubicBezTo>
                  <a:pt x="1058762" y="1173786"/>
                  <a:pt x="1072356" y="1187380"/>
                  <a:pt x="1072356" y="1204150"/>
                </a:cubicBezTo>
                <a:cubicBezTo>
                  <a:pt x="1072356" y="1220919"/>
                  <a:pt x="1058762" y="1234513"/>
                  <a:pt x="1041993" y="1234513"/>
                </a:cubicBezTo>
                <a:cubicBezTo>
                  <a:pt x="1025223" y="1234513"/>
                  <a:pt x="1011629" y="1220919"/>
                  <a:pt x="1011629" y="1204150"/>
                </a:cubicBezTo>
                <a:cubicBezTo>
                  <a:pt x="1011629" y="1187380"/>
                  <a:pt x="1025223" y="1173786"/>
                  <a:pt x="1041993" y="1173786"/>
                </a:cubicBezTo>
                <a:close/>
                <a:moveTo>
                  <a:pt x="969438" y="1173786"/>
                </a:moveTo>
                <a:cubicBezTo>
                  <a:pt x="986208" y="1173786"/>
                  <a:pt x="999801" y="1187380"/>
                  <a:pt x="999801" y="1204150"/>
                </a:cubicBezTo>
                <a:cubicBezTo>
                  <a:pt x="999801" y="1220919"/>
                  <a:pt x="986208" y="1234513"/>
                  <a:pt x="969438" y="1234513"/>
                </a:cubicBezTo>
                <a:cubicBezTo>
                  <a:pt x="952669" y="1234513"/>
                  <a:pt x="939075" y="1220919"/>
                  <a:pt x="939075" y="1204150"/>
                </a:cubicBezTo>
                <a:cubicBezTo>
                  <a:pt x="939075" y="1187380"/>
                  <a:pt x="952669" y="1173786"/>
                  <a:pt x="969438" y="1173786"/>
                </a:cubicBezTo>
                <a:close/>
                <a:moveTo>
                  <a:pt x="896883" y="1173786"/>
                </a:moveTo>
                <a:cubicBezTo>
                  <a:pt x="913653" y="1173786"/>
                  <a:pt x="927247" y="1187380"/>
                  <a:pt x="927247" y="1204150"/>
                </a:cubicBezTo>
                <a:cubicBezTo>
                  <a:pt x="927247" y="1220919"/>
                  <a:pt x="913653" y="1234513"/>
                  <a:pt x="896883" y="1234513"/>
                </a:cubicBezTo>
                <a:cubicBezTo>
                  <a:pt x="880114" y="1234513"/>
                  <a:pt x="866520" y="1220919"/>
                  <a:pt x="866520" y="1204150"/>
                </a:cubicBezTo>
                <a:cubicBezTo>
                  <a:pt x="866520" y="1187380"/>
                  <a:pt x="880114" y="1173786"/>
                  <a:pt x="896883" y="1173786"/>
                </a:cubicBezTo>
                <a:close/>
                <a:moveTo>
                  <a:pt x="824329" y="1173786"/>
                </a:moveTo>
                <a:cubicBezTo>
                  <a:pt x="841098" y="1173786"/>
                  <a:pt x="854692" y="1187380"/>
                  <a:pt x="854692" y="1204150"/>
                </a:cubicBezTo>
                <a:cubicBezTo>
                  <a:pt x="854692" y="1220919"/>
                  <a:pt x="841098" y="1234513"/>
                  <a:pt x="824329" y="1234513"/>
                </a:cubicBezTo>
                <a:cubicBezTo>
                  <a:pt x="807559" y="1234513"/>
                  <a:pt x="793965" y="1220919"/>
                  <a:pt x="793965" y="1204150"/>
                </a:cubicBezTo>
                <a:cubicBezTo>
                  <a:pt x="793965" y="1187380"/>
                  <a:pt x="807559" y="1173786"/>
                  <a:pt x="824329" y="1173786"/>
                </a:cubicBezTo>
                <a:close/>
                <a:moveTo>
                  <a:pt x="751774" y="1173786"/>
                </a:moveTo>
                <a:cubicBezTo>
                  <a:pt x="768544" y="1173786"/>
                  <a:pt x="782138" y="1187380"/>
                  <a:pt x="782138" y="1204150"/>
                </a:cubicBezTo>
                <a:cubicBezTo>
                  <a:pt x="782138" y="1220919"/>
                  <a:pt x="768544" y="1234513"/>
                  <a:pt x="751774" y="1234513"/>
                </a:cubicBezTo>
                <a:cubicBezTo>
                  <a:pt x="735005" y="1234513"/>
                  <a:pt x="721411" y="1220919"/>
                  <a:pt x="721411" y="1204150"/>
                </a:cubicBezTo>
                <a:cubicBezTo>
                  <a:pt x="721411" y="1187380"/>
                  <a:pt x="735005" y="1173786"/>
                  <a:pt x="751774" y="1173786"/>
                </a:cubicBezTo>
                <a:close/>
                <a:moveTo>
                  <a:pt x="679220" y="1173786"/>
                </a:moveTo>
                <a:cubicBezTo>
                  <a:pt x="695989" y="1173786"/>
                  <a:pt x="709583" y="1187380"/>
                  <a:pt x="709583" y="1204150"/>
                </a:cubicBezTo>
                <a:cubicBezTo>
                  <a:pt x="709583" y="1220919"/>
                  <a:pt x="695989" y="1234513"/>
                  <a:pt x="679220" y="1234513"/>
                </a:cubicBezTo>
                <a:cubicBezTo>
                  <a:pt x="662450" y="1234513"/>
                  <a:pt x="648856" y="1220919"/>
                  <a:pt x="648856" y="1204150"/>
                </a:cubicBezTo>
                <a:cubicBezTo>
                  <a:pt x="648856" y="1187380"/>
                  <a:pt x="662450" y="1173786"/>
                  <a:pt x="679220" y="1173786"/>
                </a:cubicBezTo>
                <a:close/>
                <a:moveTo>
                  <a:pt x="606665" y="1173786"/>
                </a:moveTo>
                <a:cubicBezTo>
                  <a:pt x="623435" y="1173786"/>
                  <a:pt x="637029" y="1187380"/>
                  <a:pt x="637029" y="1204150"/>
                </a:cubicBezTo>
                <a:cubicBezTo>
                  <a:pt x="637029" y="1220919"/>
                  <a:pt x="623435" y="1234513"/>
                  <a:pt x="606665" y="1234513"/>
                </a:cubicBezTo>
                <a:cubicBezTo>
                  <a:pt x="589896" y="1234513"/>
                  <a:pt x="576302" y="1220919"/>
                  <a:pt x="576302" y="1204150"/>
                </a:cubicBezTo>
                <a:cubicBezTo>
                  <a:pt x="576302" y="1187380"/>
                  <a:pt x="589896" y="1173786"/>
                  <a:pt x="606665" y="1173786"/>
                </a:cubicBezTo>
                <a:close/>
                <a:moveTo>
                  <a:pt x="534111" y="1173786"/>
                </a:moveTo>
                <a:cubicBezTo>
                  <a:pt x="550880" y="1173786"/>
                  <a:pt x="564474" y="1187380"/>
                  <a:pt x="564474" y="1204150"/>
                </a:cubicBezTo>
                <a:cubicBezTo>
                  <a:pt x="564474" y="1220919"/>
                  <a:pt x="550880" y="1234513"/>
                  <a:pt x="534111" y="1234513"/>
                </a:cubicBezTo>
                <a:cubicBezTo>
                  <a:pt x="517341" y="1234513"/>
                  <a:pt x="503747" y="1220919"/>
                  <a:pt x="503747" y="1204150"/>
                </a:cubicBezTo>
                <a:cubicBezTo>
                  <a:pt x="503747" y="1187380"/>
                  <a:pt x="517341" y="1173786"/>
                  <a:pt x="534111" y="1173786"/>
                </a:cubicBezTo>
                <a:close/>
                <a:moveTo>
                  <a:pt x="461556" y="1173786"/>
                </a:moveTo>
                <a:cubicBezTo>
                  <a:pt x="478326" y="1173786"/>
                  <a:pt x="491920" y="1187380"/>
                  <a:pt x="491920" y="1204150"/>
                </a:cubicBezTo>
                <a:cubicBezTo>
                  <a:pt x="491920" y="1220919"/>
                  <a:pt x="478326" y="1234513"/>
                  <a:pt x="461556" y="1234513"/>
                </a:cubicBezTo>
                <a:cubicBezTo>
                  <a:pt x="444787" y="1234513"/>
                  <a:pt x="431192" y="1220919"/>
                  <a:pt x="431192" y="1204150"/>
                </a:cubicBezTo>
                <a:cubicBezTo>
                  <a:pt x="431192" y="1187380"/>
                  <a:pt x="444787" y="1173786"/>
                  <a:pt x="461556" y="1173786"/>
                </a:cubicBezTo>
                <a:close/>
                <a:moveTo>
                  <a:pt x="389002" y="1173786"/>
                </a:moveTo>
                <a:cubicBezTo>
                  <a:pt x="405771" y="1173786"/>
                  <a:pt x="419365" y="1187380"/>
                  <a:pt x="419365" y="1204150"/>
                </a:cubicBezTo>
                <a:cubicBezTo>
                  <a:pt x="419365" y="1220919"/>
                  <a:pt x="405771" y="1234513"/>
                  <a:pt x="389002" y="1234513"/>
                </a:cubicBezTo>
                <a:cubicBezTo>
                  <a:pt x="372232" y="1234513"/>
                  <a:pt x="358638" y="1220919"/>
                  <a:pt x="358638" y="1204150"/>
                </a:cubicBezTo>
                <a:cubicBezTo>
                  <a:pt x="358638" y="1187380"/>
                  <a:pt x="372232" y="1173786"/>
                  <a:pt x="389002" y="1173786"/>
                </a:cubicBezTo>
                <a:close/>
                <a:moveTo>
                  <a:pt x="316447" y="1173786"/>
                </a:moveTo>
                <a:cubicBezTo>
                  <a:pt x="333216" y="1173786"/>
                  <a:pt x="346810" y="1187380"/>
                  <a:pt x="346810" y="1204150"/>
                </a:cubicBezTo>
                <a:cubicBezTo>
                  <a:pt x="346810" y="1220919"/>
                  <a:pt x="333216" y="1234513"/>
                  <a:pt x="316447" y="1234513"/>
                </a:cubicBezTo>
                <a:cubicBezTo>
                  <a:pt x="299677" y="1234513"/>
                  <a:pt x="286084" y="1220919"/>
                  <a:pt x="286084" y="1204150"/>
                </a:cubicBezTo>
                <a:cubicBezTo>
                  <a:pt x="286084" y="1187380"/>
                  <a:pt x="299677" y="1173786"/>
                  <a:pt x="316447" y="1173786"/>
                </a:cubicBezTo>
                <a:close/>
                <a:moveTo>
                  <a:pt x="243892" y="1173786"/>
                </a:moveTo>
                <a:cubicBezTo>
                  <a:pt x="260662" y="1173786"/>
                  <a:pt x="274256" y="1187380"/>
                  <a:pt x="274256" y="1204150"/>
                </a:cubicBezTo>
                <a:cubicBezTo>
                  <a:pt x="274256" y="1220919"/>
                  <a:pt x="260662" y="1234513"/>
                  <a:pt x="243892" y="1234513"/>
                </a:cubicBezTo>
                <a:cubicBezTo>
                  <a:pt x="227123" y="1234513"/>
                  <a:pt x="213529" y="1220919"/>
                  <a:pt x="213529" y="1204150"/>
                </a:cubicBezTo>
                <a:cubicBezTo>
                  <a:pt x="213529" y="1187380"/>
                  <a:pt x="227123" y="1173786"/>
                  <a:pt x="243892" y="1173786"/>
                </a:cubicBezTo>
                <a:close/>
                <a:moveTo>
                  <a:pt x="171339" y="1173786"/>
                </a:moveTo>
                <a:cubicBezTo>
                  <a:pt x="188107" y="1173786"/>
                  <a:pt x="201701" y="1187380"/>
                  <a:pt x="201701" y="1204150"/>
                </a:cubicBezTo>
                <a:cubicBezTo>
                  <a:pt x="201701" y="1220919"/>
                  <a:pt x="188107" y="1234513"/>
                  <a:pt x="171339" y="1234513"/>
                </a:cubicBezTo>
                <a:cubicBezTo>
                  <a:pt x="154627" y="1234513"/>
                  <a:pt x="141034" y="1220919"/>
                  <a:pt x="141034" y="1204150"/>
                </a:cubicBezTo>
                <a:cubicBezTo>
                  <a:pt x="141034" y="1187380"/>
                  <a:pt x="154627" y="1173786"/>
                  <a:pt x="171339" y="1173786"/>
                </a:cubicBezTo>
                <a:close/>
                <a:moveTo>
                  <a:pt x="98852" y="1173786"/>
                </a:moveTo>
                <a:cubicBezTo>
                  <a:pt x="115616" y="1173786"/>
                  <a:pt x="129210" y="1187380"/>
                  <a:pt x="129210" y="1204150"/>
                </a:cubicBezTo>
                <a:cubicBezTo>
                  <a:pt x="129210" y="1220919"/>
                  <a:pt x="115616" y="1234513"/>
                  <a:pt x="98852" y="1234513"/>
                </a:cubicBezTo>
                <a:cubicBezTo>
                  <a:pt x="82080" y="1234513"/>
                  <a:pt x="68486" y="1220919"/>
                  <a:pt x="68486" y="1204150"/>
                </a:cubicBezTo>
                <a:cubicBezTo>
                  <a:pt x="68486" y="1187380"/>
                  <a:pt x="82080" y="1173786"/>
                  <a:pt x="98852" y="1173786"/>
                </a:cubicBezTo>
                <a:close/>
                <a:moveTo>
                  <a:pt x="26297" y="1173786"/>
                </a:moveTo>
                <a:cubicBezTo>
                  <a:pt x="43063" y="1173786"/>
                  <a:pt x="56658" y="1187380"/>
                  <a:pt x="56658" y="1204150"/>
                </a:cubicBezTo>
                <a:cubicBezTo>
                  <a:pt x="56658" y="1220919"/>
                  <a:pt x="43063" y="1234513"/>
                  <a:pt x="26297" y="1234513"/>
                </a:cubicBezTo>
                <a:cubicBezTo>
                  <a:pt x="17912" y="1234513"/>
                  <a:pt x="10321" y="1231115"/>
                  <a:pt x="4826" y="1225620"/>
                </a:cubicBezTo>
                <a:lnTo>
                  <a:pt x="0" y="1213970"/>
                </a:lnTo>
                <a:lnTo>
                  <a:pt x="0" y="1194329"/>
                </a:lnTo>
                <a:lnTo>
                  <a:pt x="4826" y="1182679"/>
                </a:lnTo>
                <a:cubicBezTo>
                  <a:pt x="10321" y="1177185"/>
                  <a:pt x="17912" y="1173786"/>
                  <a:pt x="26297" y="1173786"/>
                </a:cubicBezTo>
                <a:close/>
                <a:moveTo>
                  <a:pt x="1477320" y="1093335"/>
                </a:moveTo>
                <a:cubicBezTo>
                  <a:pt x="1485705" y="1093335"/>
                  <a:pt x="1493295" y="1096733"/>
                  <a:pt x="1498790" y="1102228"/>
                </a:cubicBezTo>
                <a:lnTo>
                  <a:pt x="1505389" y="1118160"/>
                </a:lnTo>
                <a:lnTo>
                  <a:pt x="1493855" y="1142105"/>
                </a:lnTo>
                <a:lnTo>
                  <a:pt x="1487887" y="1151929"/>
                </a:lnTo>
                <a:lnTo>
                  <a:pt x="1477320" y="1154062"/>
                </a:lnTo>
                <a:cubicBezTo>
                  <a:pt x="1460550" y="1154062"/>
                  <a:pt x="1446956" y="1140468"/>
                  <a:pt x="1446956" y="1123698"/>
                </a:cubicBezTo>
                <a:cubicBezTo>
                  <a:pt x="1446956" y="1106929"/>
                  <a:pt x="1460550" y="1093335"/>
                  <a:pt x="1477320" y="1093335"/>
                </a:cubicBezTo>
                <a:close/>
                <a:moveTo>
                  <a:pt x="1404765" y="1093335"/>
                </a:moveTo>
                <a:cubicBezTo>
                  <a:pt x="1421535" y="1093335"/>
                  <a:pt x="1435129" y="1106929"/>
                  <a:pt x="1435129" y="1123698"/>
                </a:cubicBezTo>
                <a:cubicBezTo>
                  <a:pt x="1435129" y="1140468"/>
                  <a:pt x="1421535" y="1154062"/>
                  <a:pt x="1404765" y="1154062"/>
                </a:cubicBezTo>
                <a:cubicBezTo>
                  <a:pt x="1387996" y="1154062"/>
                  <a:pt x="1374402" y="1140468"/>
                  <a:pt x="1374402" y="1123698"/>
                </a:cubicBezTo>
                <a:cubicBezTo>
                  <a:pt x="1374402" y="1106929"/>
                  <a:pt x="1387996" y="1093335"/>
                  <a:pt x="1404765" y="1093335"/>
                </a:cubicBezTo>
                <a:close/>
                <a:moveTo>
                  <a:pt x="1332211" y="1093335"/>
                </a:moveTo>
                <a:cubicBezTo>
                  <a:pt x="1348980" y="1093335"/>
                  <a:pt x="1362574" y="1106929"/>
                  <a:pt x="1362574" y="1123698"/>
                </a:cubicBezTo>
                <a:cubicBezTo>
                  <a:pt x="1362574" y="1140468"/>
                  <a:pt x="1348980" y="1154062"/>
                  <a:pt x="1332211" y="1154062"/>
                </a:cubicBezTo>
                <a:cubicBezTo>
                  <a:pt x="1315441" y="1154062"/>
                  <a:pt x="1301847" y="1140468"/>
                  <a:pt x="1301847" y="1123698"/>
                </a:cubicBezTo>
                <a:cubicBezTo>
                  <a:pt x="1301847" y="1106929"/>
                  <a:pt x="1315441" y="1093335"/>
                  <a:pt x="1332211" y="1093335"/>
                </a:cubicBezTo>
                <a:close/>
                <a:moveTo>
                  <a:pt x="1259656" y="1093335"/>
                </a:moveTo>
                <a:cubicBezTo>
                  <a:pt x="1276426" y="1093335"/>
                  <a:pt x="1290020" y="1106929"/>
                  <a:pt x="1290020" y="1123698"/>
                </a:cubicBezTo>
                <a:cubicBezTo>
                  <a:pt x="1290020" y="1140468"/>
                  <a:pt x="1276426" y="1154062"/>
                  <a:pt x="1259656" y="1154062"/>
                </a:cubicBezTo>
                <a:cubicBezTo>
                  <a:pt x="1242887" y="1154062"/>
                  <a:pt x="1229293" y="1140468"/>
                  <a:pt x="1229293" y="1123698"/>
                </a:cubicBezTo>
                <a:cubicBezTo>
                  <a:pt x="1229293" y="1106929"/>
                  <a:pt x="1242887" y="1093335"/>
                  <a:pt x="1259656" y="1093335"/>
                </a:cubicBezTo>
                <a:close/>
                <a:moveTo>
                  <a:pt x="1187102" y="1093335"/>
                </a:moveTo>
                <a:cubicBezTo>
                  <a:pt x="1203871" y="1093335"/>
                  <a:pt x="1217465" y="1106929"/>
                  <a:pt x="1217465" y="1123698"/>
                </a:cubicBezTo>
                <a:cubicBezTo>
                  <a:pt x="1217465" y="1140468"/>
                  <a:pt x="1203871" y="1154062"/>
                  <a:pt x="1187102" y="1154062"/>
                </a:cubicBezTo>
                <a:cubicBezTo>
                  <a:pt x="1170332" y="1154062"/>
                  <a:pt x="1156738" y="1140468"/>
                  <a:pt x="1156738" y="1123698"/>
                </a:cubicBezTo>
                <a:cubicBezTo>
                  <a:pt x="1156738" y="1106929"/>
                  <a:pt x="1170332" y="1093335"/>
                  <a:pt x="1187102" y="1093335"/>
                </a:cubicBezTo>
                <a:close/>
                <a:moveTo>
                  <a:pt x="1114547" y="1093335"/>
                </a:moveTo>
                <a:cubicBezTo>
                  <a:pt x="1131317" y="1093335"/>
                  <a:pt x="1144911" y="1106929"/>
                  <a:pt x="1144911" y="1123698"/>
                </a:cubicBezTo>
                <a:cubicBezTo>
                  <a:pt x="1144911" y="1140468"/>
                  <a:pt x="1131317" y="1154062"/>
                  <a:pt x="1114547" y="1154062"/>
                </a:cubicBezTo>
                <a:cubicBezTo>
                  <a:pt x="1097778" y="1154062"/>
                  <a:pt x="1084184" y="1140468"/>
                  <a:pt x="1084184" y="1123698"/>
                </a:cubicBezTo>
                <a:cubicBezTo>
                  <a:pt x="1084184" y="1106929"/>
                  <a:pt x="1097778" y="1093335"/>
                  <a:pt x="1114547" y="1093335"/>
                </a:cubicBezTo>
                <a:close/>
                <a:moveTo>
                  <a:pt x="1041993" y="1093335"/>
                </a:moveTo>
                <a:cubicBezTo>
                  <a:pt x="1058762" y="1093335"/>
                  <a:pt x="1072356" y="1106929"/>
                  <a:pt x="1072356" y="1123698"/>
                </a:cubicBezTo>
                <a:cubicBezTo>
                  <a:pt x="1072356" y="1140468"/>
                  <a:pt x="1058762" y="1154062"/>
                  <a:pt x="1041993" y="1154062"/>
                </a:cubicBezTo>
                <a:cubicBezTo>
                  <a:pt x="1025223" y="1154062"/>
                  <a:pt x="1011629" y="1140468"/>
                  <a:pt x="1011629" y="1123698"/>
                </a:cubicBezTo>
                <a:cubicBezTo>
                  <a:pt x="1011629" y="1106929"/>
                  <a:pt x="1025223" y="1093335"/>
                  <a:pt x="1041993" y="1093335"/>
                </a:cubicBezTo>
                <a:close/>
                <a:moveTo>
                  <a:pt x="969438" y="1093335"/>
                </a:moveTo>
                <a:cubicBezTo>
                  <a:pt x="986208" y="1093335"/>
                  <a:pt x="999801" y="1106929"/>
                  <a:pt x="999801" y="1123698"/>
                </a:cubicBezTo>
                <a:cubicBezTo>
                  <a:pt x="999801" y="1140468"/>
                  <a:pt x="986208" y="1154062"/>
                  <a:pt x="969438" y="1154062"/>
                </a:cubicBezTo>
                <a:cubicBezTo>
                  <a:pt x="952669" y="1154062"/>
                  <a:pt x="939075" y="1140468"/>
                  <a:pt x="939075" y="1123698"/>
                </a:cubicBezTo>
                <a:cubicBezTo>
                  <a:pt x="939075" y="1106929"/>
                  <a:pt x="952669" y="1093335"/>
                  <a:pt x="969438" y="1093335"/>
                </a:cubicBezTo>
                <a:close/>
                <a:moveTo>
                  <a:pt x="896883" y="1093335"/>
                </a:moveTo>
                <a:cubicBezTo>
                  <a:pt x="913653" y="1093335"/>
                  <a:pt x="927247" y="1106929"/>
                  <a:pt x="927247" y="1123698"/>
                </a:cubicBezTo>
                <a:cubicBezTo>
                  <a:pt x="927247" y="1140468"/>
                  <a:pt x="913653" y="1154062"/>
                  <a:pt x="896883" y="1154062"/>
                </a:cubicBezTo>
                <a:cubicBezTo>
                  <a:pt x="880114" y="1154062"/>
                  <a:pt x="866520" y="1140468"/>
                  <a:pt x="866520" y="1123698"/>
                </a:cubicBezTo>
                <a:cubicBezTo>
                  <a:pt x="866520" y="1106929"/>
                  <a:pt x="880114" y="1093335"/>
                  <a:pt x="896883" y="1093335"/>
                </a:cubicBezTo>
                <a:close/>
                <a:moveTo>
                  <a:pt x="824329" y="1093335"/>
                </a:moveTo>
                <a:cubicBezTo>
                  <a:pt x="841098" y="1093335"/>
                  <a:pt x="854692" y="1106929"/>
                  <a:pt x="854692" y="1123698"/>
                </a:cubicBezTo>
                <a:cubicBezTo>
                  <a:pt x="854692" y="1140468"/>
                  <a:pt x="841098" y="1154062"/>
                  <a:pt x="824329" y="1154062"/>
                </a:cubicBezTo>
                <a:cubicBezTo>
                  <a:pt x="807559" y="1154062"/>
                  <a:pt x="793965" y="1140468"/>
                  <a:pt x="793965" y="1123698"/>
                </a:cubicBezTo>
                <a:cubicBezTo>
                  <a:pt x="793965" y="1106929"/>
                  <a:pt x="807559" y="1093335"/>
                  <a:pt x="824329" y="1093335"/>
                </a:cubicBezTo>
                <a:close/>
                <a:moveTo>
                  <a:pt x="751774" y="1093335"/>
                </a:moveTo>
                <a:cubicBezTo>
                  <a:pt x="768544" y="1093335"/>
                  <a:pt x="782138" y="1106929"/>
                  <a:pt x="782138" y="1123698"/>
                </a:cubicBezTo>
                <a:cubicBezTo>
                  <a:pt x="782138" y="1140468"/>
                  <a:pt x="768544" y="1154062"/>
                  <a:pt x="751774" y="1154062"/>
                </a:cubicBezTo>
                <a:cubicBezTo>
                  <a:pt x="735005" y="1154062"/>
                  <a:pt x="721411" y="1140468"/>
                  <a:pt x="721411" y="1123698"/>
                </a:cubicBezTo>
                <a:cubicBezTo>
                  <a:pt x="721411" y="1106929"/>
                  <a:pt x="735005" y="1093335"/>
                  <a:pt x="751774" y="1093335"/>
                </a:cubicBezTo>
                <a:close/>
                <a:moveTo>
                  <a:pt x="679220" y="1093335"/>
                </a:moveTo>
                <a:cubicBezTo>
                  <a:pt x="695989" y="1093335"/>
                  <a:pt x="709583" y="1106929"/>
                  <a:pt x="709583" y="1123698"/>
                </a:cubicBezTo>
                <a:cubicBezTo>
                  <a:pt x="709583" y="1140468"/>
                  <a:pt x="695989" y="1154062"/>
                  <a:pt x="679220" y="1154062"/>
                </a:cubicBezTo>
                <a:cubicBezTo>
                  <a:pt x="662450" y="1154062"/>
                  <a:pt x="648856" y="1140468"/>
                  <a:pt x="648856" y="1123698"/>
                </a:cubicBezTo>
                <a:cubicBezTo>
                  <a:pt x="648856" y="1106929"/>
                  <a:pt x="662450" y="1093335"/>
                  <a:pt x="679220" y="1093335"/>
                </a:cubicBezTo>
                <a:close/>
                <a:moveTo>
                  <a:pt x="606665" y="1093335"/>
                </a:moveTo>
                <a:cubicBezTo>
                  <a:pt x="623435" y="1093335"/>
                  <a:pt x="637029" y="1106929"/>
                  <a:pt x="637029" y="1123698"/>
                </a:cubicBezTo>
                <a:cubicBezTo>
                  <a:pt x="637029" y="1140468"/>
                  <a:pt x="623435" y="1154062"/>
                  <a:pt x="606665" y="1154062"/>
                </a:cubicBezTo>
                <a:cubicBezTo>
                  <a:pt x="589896" y="1154062"/>
                  <a:pt x="576302" y="1140468"/>
                  <a:pt x="576302" y="1123698"/>
                </a:cubicBezTo>
                <a:cubicBezTo>
                  <a:pt x="576302" y="1106929"/>
                  <a:pt x="589896" y="1093335"/>
                  <a:pt x="606665" y="1093335"/>
                </a:cubicBezTo>
                <a:close/>
                <a:moveTo>
                  <a:pt x="534111" y="1093335"/>
                </a:moveTo>
                <a:cubicBezTo>
                  <a:pt x="550880" y="1093335"/>
                  <a:pt x="564474" y="1106929"/>
                  <a:pt x="564474" y="1123698"/>
                </a:cubicBezTo>
                <a:cubicBezTo>
                  <a:pt x="564474" y="1140468"/>
                  <a:pt x="550880" y="1154062"/>
                  <a:pt x="534111" y="1154062"/>
                </a:cubicBezTo>
                <a:cubicBezTo>
                  <a:pt x="517341" y="1154062"/>
                  <a:pt x="503747" y="1140468"/>
                  <a:pt x="503747" y="1123698"/>
                </a:cubicBezTo>
                <a:cubicBezTo>
                  <a:pt x="503747" y="1106929"/>
                  <a:pt x="517341" y="1093335"/>
                  <a:pt x="534111" y="1093335"/>
                </a:cubicBezTo>
                <a:close/>
                <a:moveTo>
                  <a:pt x="461556" y="1093335"/>
                </a:moveTo>
                <a:cubicBezTo>
                  <a:pt x="478326" y="1093335"/>
                  <a:pt x="491920" y="1106929"/>
                  <a:pt x="491920" y="1123698"/>
                </a:cubicBezTo>
                <a:cubicBezTo>
                  <a:pt x="491920" y="1140468"/>
                  <a:pt x="478326" y="1154062"/>
                  <a:pt x="461556" y="1154062"/>
                </a:cubicBezTo>
                <a:cubicBezTo>
                  <a:pt x="444787" y="1154062"/>
                  <a:pt x="431192" y="1140468"/>
                  <a:pt x="431192" y="1123698"/>
                </a:cubicBezTo>
                <a:cubicBezTo>
                  <a:pt x="431192" y="1106929"/>
                  <a:pt x="444787" y="1093335"/>
                  <a:pt x="461556" y="1093335"/>
                </a:cubicBezTo>
                <a:close/>
                <a:moveTo>
                  <a:pt x="389002" y="1093335"/>
                </a:moveTo>
                <a:cubicBezTo>
                  <a:pt x="405771" y="1093335"/>
                  <a:pt x="419365" y="1106929"/>
                  <a:pt x="419365" y="1123698"/>
                </a:cubicBezTo>
                <a:cubicBezTo>
                  <a:pt x="419365" y="1140468"/>
                  <a:pt x="405771" y="1154062"/>
                  <a:pt x="389002" y="1154062"/>
                </a:cubicBezTo>
                <a:cubicBezTo>
                  <a:pt x="372232" y="1154062"/>
                  <a:pt x="358638" y="1140468"/>
                  <a:pt x="358638" y="1123698"/>
                </a:cubicBezTo>
                <a:cubicBezTo>
                  <a:pt x="358638" y="1106929"/>
                  <a:pt x="372232" y="1093335"/>
                  <a:pt x="389002" y="1093335"/>
                </a:cubicBezTo>
                <a:close/>
                <a:moveTo>
                  <a:pt x="316447" y="1093335"/>
                </a:moveTo>
                <a:cubicBezTo>
                  <a:pt x="333216" y="1093335"/>
                  <a:pt x="346810" y="1106929"/>
                  <a:pt x="346810" y="1123698"/>
                </a:cubicBezTo>
                <a:cubicBezTo>
                  <a:pt x="346810" y="1140468"/>
                  <a:pt x="333216" y="1154062"/>
                  <a:pt x="316447" y="1154062"/>
                </a:cubicBezTo>
                <a:cubicBezTo>
                  <a:pt x="299677" y="1154062"/>
                  <a:pt x="286084" y="1140468"/>
                  <a:pt x="286084" y="1123698"/>
                </a:cubicBezTo>
                <a:cubicBezTo>
                  <a:pt x="286084" y="1106929"/>
                  <a:pt x="299677" y="1093335"/>
                  <a:pt x="316447" y="1093335"/>
                </a:cubicBezTo>
                <a:close/>
                <a:moveTo>
                  <a:pt x="243892" y="1093335"/>
                </a:moveTo>
                <a:cubicBezTo>
                  <a:pt x="260662" y="1093335"/>
                  <a:pt x="274256" y="1106929"/>
                  <a:pt x="274256" y="1123698"/>
                </a:cubicBezTo>
                <a:cubicBezTo>
                  <a:pt x="274256" y="1140468"/>
                  <a:pt x="260662" y="1154062"/>
                  <a:pt x="243892" y="1154062"/>
                </a:cubicBezTo>
                <a:cubicBezTo>
                  <a:pt x="227123" y="1154062"/>
                  <a:pt x="213529" y="1140468"/>
                  <a:pt x="213529" y="1123698"/>
                </a:cubicBezTo>
                <a:cubicBezTo>
                  <a:pt x="213529" y="1106929"/>
                  <a:pt x="227123" y="1093335"/>
                  <a:pt x="243892" y="1093335"/>
                </a:cubicBezTo>
                <a:close/>
                <a:moveTo>
                  <a:pt x="171339" y="1093335"/>
                </a:moveTo>
                <a:cubicBezTo>
                  <a:pt x="188107" y="1093335"/>
                  <a:pt x="201701" y="1106929"/>
                  <a:pt x="201701" y="1123698"/>
                </a:cubicBezTo>
                <a:cubicBezTo>
                  <a:pt x="201701" y="1140468"/>
                  <a:pt x="188107" y="1154062"/>
                  <a:pt x="171339" y="1154062"/>
                </a:cubicBezTo>
                <a:cubicBezTo>
                  <a:pt x="154633" y="1154062"/>
                  <a:pt x="141040" y="1140468"/>
                  <a:pt x="141040" y="1123698"/>
                </a:cubicBezTo>
                <a:cubicBezTo>
                  <a:pt x="141040" y="1106929"/>
                  <a:pt x="154633" y="1093335"/>
                  <a:pt x="171339" y="1093335"/>
                </a:cubicBezTo>
                <a:close/>
                <a:moveTo>
                  <a:pt x="98858" y="1093335"/>
                </a:moveTo>
                <a:cubicBezTo>
                  <a:pt x="115622" y="1093335"/>
                  <a:pt x="129216" y="1106929"/>
                  <a:pt x="129216" y="1123698"/>
                </a:cubicBezTo>
                <a:cubicBezTo>
                  <a:pt x="129216" y="1140468"/>
                  <a:pt x="115622" y="1154062"/>
                  <a:pt x="98858" y="1154062"/>
                </a:cubicBezTo>
                <a:cubicBezTo>
                  <a:pt x="82086" y="1154062"/>
                  <a:pt x="68492" y="1140468"/>
                  <a:pt x="68492" y="1123698"/>
                </a:cubicBezTo>
                <a:cubicBezTo>
                  <a:pt x="68492" y="1106929"/>
                  <a:pt x="82086" y="1093335"/>
                  <a:pt x="98858" y="1093335"/>
                </a:cubicBezTo>
                <a:close/>
                <a:moveTo>
                  <a:pt x="26303" y="1093335"/>
                </a:moveTo>
                <a:cubicBezTo>
                  <a:pt x="43069" y="1093335"/>
                  <a:pt x="56664" y="1106929"/>
                  <a:pt x="56664" y="1123698"/>
                </a:cubicBezTo>
                <a:cubicBezTo>
                  <a:pt x="56664" y="1140468"/>
                  <a:pt x="43069" y="1154062"/>
                  <a:pt x="26303" y="1154062"/>
                </a:cubicBezTo>
                <a:cubicBezTo>
                  <a:pt x="17918" y="1154062"/>
                  <a:pt x="10327" y="1150664"/>
                  <a:pt x="4832" y="1145169"/>
                </a:cubicBezTo>
                <a:lnTo>
                  <a:pt x="0" y="1133503"/>
                </a:lnTo>
                <a:lnTo>
                  <a:pt x="0" y="1113894"/>
                </a:lnTo>
                <a:lnTo>
                  <a:pt x="4832" y="1102228"/>
                </a:lnTo>
                <a:cubicBezTo>
                  <a:pt x="10327" y="1096734"/>
                  <a:pt x="17918" y="1093335"/>
                  <a:pt x="26303" y="1093335"/>
                </a:cubicBezTo>
                <a:close/>
                <a:moveTo>
                  <a:pt x="1549874" y="1012883"/>
                </a:moveTo>
                <a:lnTo>
                  <a:pt x="1555552" y="1014029"/>
                </a:lnTo>
                <a:lnTo>
                  <a:pt x="1530465" y="1066106"/>
                </a:lnTo>
                <a:lnTo>
                  <a:pt x="1528404" y="1064717"/>
                </a:lnTo>
                <a:cubicBezTo>
                  <a:pt x="1522910" y="1059222"/>
                  <a:pt x="1519511" y="1051631"/>
                  <a:pt x="1519511" y="1043246"/>
                </a:cubicBezTo>
                <a:cubicBezTo>
                  <a:pt x="1519511" y="1026477"/>
                  <a:pt x="1533105" y="1012883"/>
                  <a:pt x="1549874" y="1012883"/>
                </a:cubicBezTo>
                <a:close/>
                <a:moveTo>
                  <a:pt x="1477320" y="1012883"/>
                </a:moveTo>
                <a:cubicBezTo>
                  <a:pt x="1494089" y="1012883"/>
                  <a:pt x="1507683" y="1026477"/>
                  <a:pt x="1507683" y="1043246"/>
                </a:cubicBezTo>
                <a:cubicBezTo>
                  <a:pt x="1507683" y="1060016"/>
                  <a:pt x="1494089" y="1073610"/>
                  <a:pt x="1477320" y="1073610"/>
                </a:cubicBezTo>
                <a:cubicBezTo>
                  <a:pt x="1460550" y="1073610"/>
                  <a:pt x="1446956" y="1060016"/>
                  <a:pt x="1446956" y="1043246"/>
                </a:cubicBezTo>
                <a:cubicBezTo>
                  <a:pt x="1446956" y="1026477"/>
                  <a:pt x="1460550" y="1012883"/>
                  <a:pt x="1477320" y="1012883"/>
                </a:cubicBezTo>
                <a:close/>
                <a:moveTo>
                  <a:pt x="1404765" y="1012883"/>
                </a:moveTo>
                <a:cubicBezTo>
                  <a:pt x="1421535" y="1012883"/>
                  <a:pt x="1435129" y="1026477"/>
                  <a:pt x="1435129" y="1043246"/>
                </a:cubicBezTo>
                <a:cubicBezTo>
                  <a:pt x="1435129" y="1060016"/>
                  <a:pt x="1421535" y="1073610"/>
                  <a:pt x="1404765" y="1073610"/>
                </a:cubicBezTo>
                <a:cubicBezTo>
                  <a:pt x="1387996" y="1073610"/>
                  <a:pt x="1374402" y="1060016"/>
                  <a:pt x="1374402" y="1043246"/>
                </a:cubicBezTo>
                <a:cubicBezTo>
                  <a:pt x="1374402" y="1026477"/>
                  <a:pt x="1387996" y="1012883"/>
                  <a:pt x="1404765" y="1012883"/>
                </a:cubicBezTo>
                <a:close/>
                <a:moveTo>
                  <a:pt x="1332211" y="1012883"/>
                </a:moveTo>
                <a:cubicBezTo>
                  <a:pt x="1348980" y="1012883"/>
                  <a:pt x="1362574" y="1026477"/>
                  <a:pt x="1362574" y="1043246"/>
                </a:cubicBezTo>
                <a:cubicBezTo>
                  <a:pt x="1362574" y="1060016"/>
                  <a:pt x="1348980" y="1073610"/>
                  <a:pt x="1332211" y="1073610"/>
                </a:cubicBezTo>
                <a:cubicBezTo>
                  <a:pt x="1315441" y="1073610"/>
                  <a:pt x="1301847" y="1060016"/>
                  <a:pt x="1301847" y="1043246"/>
                </a:cubicBezTo>
                <a:cubicBezTo>
                  <a:pt x="1301847" y="1026477"/>
                  <a:pt x="1315441" y="1012883"/>
                  <a:pt x="1332211" y="1012883"/>
                </a:cubicBezTo>
                <a:close/>
                <a:moveTo>
                  <a:pt x="1259656" y="1012883"/>
                </a:moveTo>
                <a:cubicBezTo>
                  <a:pt x="1276426" y="1012883"/>
                  <a:pt x="1290020" y="1026477"/>
                  <a:pt x="1290020" y="1043246"/>
                </a:cubicBezTo>
                <a:cubicBezTo>
                  <a:pt x="1290020" y="1060016"/>
                  <a:pt x="1276426" y="1073610"/>
                  <a:pt x="1259656" y="1073610"/>
                </a:cubicBezTo>
                <a:cubicBezTo>
                  <a:pt x="1242887" y="1073610"/>
                  <a:pt x="1229293" y="1060016"/>
                  <a:pt x="1229293" y="1043246"/>
                </a:cubicBezTo>
                <a:cubicBezTo>
                  <a:pt x="1229293" y="1026477"/>
                  <a:pt x="1242887" y="1012883"/>
                  <a:pt x="1259656" y="1012883"/>
                </a:cubicBezTo>
                <a:close/>
                <a:moveTo>
                  <a:pt x="1187102" y="1012883"/>
                </a:moveTo>
                <a:cubicBezTo>
                  <a:pt x="1203871" y="1012883"/>
                  <a:pt x="1217465" y="1026477"/>
                  <a:pt x="1217465" y="1043246"/>
                </a:cubicBezTo>
                <a:cubicBezTo>
                  <a:pt x="1217465" y="1060016"/>
                  <a:pt x="1203871" y="1073610"/>
                  <a:pt x="1187102" y="1073610"/>
                </a:cubicBezTo>
                <a:cubicBezTo>
                  <a:pt x="1170332" y="1073610"/>
                  <a:pt x="1156738" y="1060016"/>
                  <a:pt x="1156738" y="1043246"/>
                </a:cubicBezTo>
                <a:cubicBezTo>
                  <a:pt x="1156738" y="1026477"/>
                  <a:pt x="1170332" y="1012883"/>
                  <a:pt x="1187102" y="1012883"/>
                </a:cubicBezTo>
                <a:close/>
                <a:moveTo>
                  <a:pt x="1114547" y="1012883"/>
                </a:moveTo>
                <a:cubicBezTo>
                  <a:pt x="1131317" y="1012883"/>
                  <a:pt x="1144911" y="1026477"/>
                  <a:pt x="1144911" y="1043246"/>
                </a:cubicBezTo>
                <a:cubicBezTo>
                  <a:pt x="1144911" y="1060016"/>
                  <a:pt x="1131317" y="1073610"/>
                  <a:pt x="1114547" y="1073610"/>
                </a:cubicBezTo>
                <a:cubicBezTo>
                  <a:pt x="1097778" y="1073610"/>
                  <a:pt x="1084184" y="1060016"/>
                  <a:pt x="1084184" y="1043246"/>
                </a:cubicBezTo>
                <a:cubicBezTo>
                  <a:pt x="1084184" y="1026477"/>
                  <a:pt x="1097778" y="1012883"/>
                  <a:pt x="1114547" y="1012883"/>
                </a:cubicBezTo>
                <a:close/>
                <a:moveTo>
                  <a:pt x="1041993" y="1012883"/>
                </a:moveTo>
                <a:cubicBezTo>
                  <a:pt x="1058762" y="1012883"/>
                  <a:pt x="1072356" y="1026477"/>
                  <a:pt x="1072356" y="1043246"/>
                </a:cubicBezTo>
                <a:cubicBezTo>
                  <a:pt x="1072356" y="1060016"/>
                  <a:pt x="1058762" y="1073610"/>
                  <a:pt x="1041993" y="1073610"/>
                </a:cubicBezTo>
                <a:cubicBezTo>
                  <a:pt x="1025223" y="1073610"/>
                  <a:pt x="1011629" y="1060016"/>
                  <a:pt x="1011629" y="1043246"/>
                </a:cubicBezTo>
                <a:cubicBezTo>
                  <a:pt x="1011629" y="1026477"/>
                  <a:pt x="1025223" y="1012883"/>
                  <a:pt x="1041993" y="1012883"/>
                </a:cubicBezTo>
                <a:close/>
                <a:moveTo>
                  <a:pt x="969438" y="1012883"/>
                </a:moveTo>
                <a:cubicBezTo>
                  <a:pt x="986208" y="1012883"/>
                  <a:pt x="999801" y="1026477"/>
                  <a:pt x="999801" y="1043246"/>
                </a:cubicBezTo>
                <a:cubicBezTo>
                  <a:pt x="999801" y="1060016"/>
                  <a:pt x="986208" y="1073610"/>
                  <a:pt x="969438" y="1073610"/>
                </a:cubicBezTo>
                <a:cubicBezTo>
                  <a:pt x="952669" y="1073610"/>
                  <a:pt x="939075" y="1060016"/>
                  <a:pt x="939075" y="1043246"/>
                </a:cubicBezTo>
                <a:cubicBezTo>
                  <a:pt x="939075" y="1026477"/>
                  <a:pt x="952669" y="1012883"/>
                  <a:pt x="969438" y="1012883"/>
                </a:cubicBezTo>
                <a:close/>
                <a:moveTo>
                  <a:pt x="896883" y="1012883"/>
                </a:moveTo>
                <a:cubicBezTo>
                  <a:pt x="913653" y="1012883"/>
                  <a:pt x="927247" y="1026477"/>
                  <a:pt x="927247" y="1043246"/>
                </a:cubicBezTo>
                <a:cubicBezTo>
                  <a:pt x="927247" y="1060016"/>
                  <a:pt x="913653" y="1073610"/>
                  <a:pt x="896883" y="1073610"/>
                </a:cubicBezTo>
                <a:cubicBezTo>
                  <a:pt x="880114" y="1073610"/>
                  <a:pt x="866520" y="1060016"/>
                  <a:pt x="866520" y="1043246"/>
                </a:cubicBezTo>
                <a:cubicBezTo>
                  <a:pt x="866520" y="1026477"/>
                  <a:pt x="880114" y="1012883"/>
                  <a:pt x="896883" y="1012883"/>
                </a:cubicBezTo>
                <a:close/>
                <a:moveTo>
                  <a:pt x="824329" y="1012883"/>
                </a:moveTo>
                <a:cubicBezTo>
                  <a:pt x="841098" y="1012883"/>
                  <a:pt x="854692" y="1026477"/>
                  <a:pt x="854692" y="1043246"/>
                </a:cubicBezTo>
                <a:cubicBezTo>
                  <a:pt x="854692" y="1060016"/>
                  <a:pt x="841098" y="1073610"/>
                  <a:pt x="824329" y="1073610"/>
                </a:cubicBezTo>
                <a:cubicBezTo>
                  <a:pt x="807559" y="1073610"/>
                  <a:pt x="793965" y="1060016"/>
                  <a:pt x="793965" y="1043246"/>
                </a:cubicBezTo>
                <a:cubicBezTo>
                  <a:pt x="793965" y="1026477"/>
                  <a:pt x="807559" y="1012883"/>
                  <a:pt x="824329" y="1012883"/>
                </a:cubicBezTo>
                <a:close/>
                <a:moveTo>
                  <a:pt x="751774" y="1012883"/>
                </a:moveTo>
                <a:cubicBezTo>
                  <a:pt x="768544" y="1012883"/>
                  <a:pt x="782138" y="1026477"/>
                  <a:pt x="782138" y="1043246"/>
                </a:cubicBezTo>
                <a:cubicBezTo>
                  <a:pt x="782138" y="1060016"/>
                  <a:pt x="768544" y="1073610"/>
                  <a:pt x="751774" y="1073610"/>
                </a:cubicBezTo>
                <a:cubicBezTo>
                  <a:pt x="735005" y="1073610"/>
                  <a:pt x="721411" y="1060016"/>
                  <a:pt x="721411" y="1043246"/>
                </a:cubicBezTo>
                <a:cubicBezTo>
                  <a:pt x="721411" y="1026477"/>
                  <a:pt x="735005" y="1012883"/>
                  <a:pt x="751774" y="1012883"/>
                </a:cubicBezTo>
                <a:close/>
                <a:moveTo>
                  <a:pt x="679220" y="1012883"/>
                </a:moveTo>
                <a:cubicBezTo>
                  <a:pt x="695989" y="1012883"/>
                  <a:pt x="709583" y="1026477"/>
                  <a:pt x="709583" y="1043246"/>
                </a:cubicBezTo>
                <a:cubicBezTo>
                  <a:pt x="709583" y="1060016"/>
                  <a:pt x="695989" y="1073610"/>
                  <a:pt x="679220" y="1073610"/>
                </a:cubicBezTo>
                <a:cubicBezTo>
                  <a:pt x="662450" y="1073610"/>
                  <a:pt x="648856" y="1060016"/>
                  <a:pt x="648856" y="1043246"/>
                </a:cubicBezTo>
                <a:cubicBezTo>
                  <a:pt x="648856" y="1026477"/>
                  <a:pt x="662450" y="1012883"/>
                  <a:pt x="679220" y="1012883"/>
                </a:cubicBezTo>
                <a:close/>
                <a:moveTo>
                  <a:pt x="606665" y="1012883"/>
                </a:moveTo>
                <a:cubicBezTo>
                  <a:pt x="623435" y="1012883"/>
                  <a:pt x="637029" y="1026477"/>
                  <a:pt x="637029" y="1043246"/>
                </a:cubicBezTo>
                <a:cubicBezTo>
                  <a:pt x="637029" y="1060016"/>
                  <a:pt x="623435" y="1073610"/>
                  <a:pt x="606665" y="1073610"/>
                </a:cubicBezTo>
                <a:cubicBezTo>
                  <a:pt x="589896" y="1073610"/>
                  <a:pt x="576302" y="1060016"/>
                  <a:pt x="576302" y="1043246"/>
                </a:cubicBezTo>
                <a:cubicBezTo>
                  <a:pt x="576302" y="1026477"/>
                  <a:pt x="589896" y="1012883"/>
                  <a:pt x="606665" y="1012883"/>
                </a:cubicBezTo>
                <a:close/>
                <a:moveTo>
                  <a:pt x="534111" y="1012883"/>
                </a:moveTo>
                <a:cubicBezTo>
                  <a:pt x="550880" y="1012883"/>
                  <a:pt x="564474" y="1026477"/>
                  <a:pt x="564474" y="1043246"/>
                </a:cubicBezTo>
                <a:cubicBezTo>
                  <a:pt x="564474" y="1060016"/>
                  <a:pt x="550880" y="1073610"/>
                  <a:pt x="534111" y="1073610"/>
                </a:cubicBezTo>
                <a:cubicBezTo>
                  <a:pt x="517341" y="1073610"/>
                  <a:pt x="503747" y="1060016"/>
                  <a:pt x="503747" y="1043246"/>
                </a:cubicBezTo>
                <a:cubicBezTo>
                  <a:pt x="503747" y="1026477"/>
                  <a:pt x="517341" y="1012883"/>
                  <a:pt x="534111" y="1012883"/>
                </a:cubicBezTo>
                <a:close/>
                <a:moveTo>
                  <a:pt x="461556" y="1012883"/>
                </a:moveTo>
                <a:cubicBezTo>
                  <a:pt x="478326" y="1012883"/>
                  <a:pt x="491920" y="1026477"/>
                  <a:pt x="491920" y="1043246"/>
                </a:cubicBezTo>
                <a:cubicBezTo>
                  <a:pt x="491920" y="1060016"/>
                  <a:pt x="478326" y="1073610"/>
                  <a:pt x="461556" y="1073610"/>
                </a:cubicBezTo>
                <a:cubicBezTo>
                  <a:pt x="444787" y="1073610"/>
                  <a:pt x="431192" y="1060016"/>
                  <a:pt x="431192" y="1043246"/>
                </a:cubicBezTo>
                <a:cubicBezTo>
                  <a:pt x="431192" y="1026477"/>
                  <a:pt x="444787" y="1012883"/>
                  <a:pt x="461556" y="1012883"/>
                </a:cubicBezTo>
                <a:close/>
                <a:moveTo>
                  <a:pt x="389002" y="1012883"/>
                </a:moveTo>
                <a:cubicBezTo>
                  <a:pt x="405771" y="1012883"/>
                  <a:pt x="419365" y="1026477"/>
                  <a:pt x="419365" y="1043246"/>
                </a:cubicBezTo>
                <a:cubicBezTo>
                  <a:pt x="419365" y="1060016"/>
                  <a:pt x="405771" y="1073610"/>
                  <a:pt x="389002" y="1073610"/>
                </a:cubicBezTo>
                <a:cubicBezTo>
                  <a:pt x="372232" y="1073610"/>
                  <a:pt x="358638" y="1060016"/>
                  <a:pt x="358638" y="1043246"/>
                </a:cubicBezTo>
                <a:cubicBezTo>
                  <a:pt x="358638" y="1026477"/>
                  <a:pt x="372232" y="1012883"/>
                  <a:pt x="389002" y="1012883"/>
                </a:cubicBezTo>
                <a:close/>
                <a:moveTo>
                  <a:pt x="316447" y="1012883"/>
                </a:moveTo>
                <a:cubicBezTo>
                  <a:pt x="333216" y="1012883"/>
                  <a:pt x="346810" y="1026477"/>
                  <a:pt x="346810" y="1043246"/>
                </a:cubicBezTo>
                <a:cubicBezTo>
                  <a:pt x="346810" y="1060016"/>
                  <a:pt x="333216" y="1073610"/>
                  <a:pt x="316447" y="1073610"/>
                </a:cubicBezTo>
                <a:cubicBezTo>
                  <a:pt x="299677" y="1073610"/>
                  <a:pt x="286084" y="1060016"/>
                  <a:pt x="286084" y="1043246"/>
                </a:cubicBezTo>
                <a:cubicBezTo>
                  <a:pt x="286084" y="1026477"/>
                  <a:pt x="299677" y="1012883"/>
                  <a:pt x="316447" y="1012883"/>
                </a:cubicBezTo>
                <a:close/>
                <a:moveTo>
                  <a:pt x="243892" y="1012883"/>
                </a:moveTo>
                <a:cubicBezTo>
                  <a:pt x="260662" y="1012883"/>
                  <a:pt x="274256" y="1026477"/>
                  <a:pt x="274256" y="1043246"/>
                </a:cubicBezTo>
                <a:cubicBezTo>
                  <a:pt x="274256" y="1060016"/>
                  <a:pt x="260662" y="1073610"/>
                  <a:pt x="243892" y="1073610"/>
                </a:cubicBezTo>
                <a:cubicBezTo>
                  <a:pt x="227123" y="1073610"/>
                  <a:pt x="213529" y="1060016"/>
                  <a:pt x="213529" y="1043246"/>
                </a:cubicBezTo>
                <a:cubicBezTo>
                  <a:pt x="213529" y="1026477"/>
                  <a:pt x="227123" y="1012883"/>
                  <a:pt x="243892" y="1012883"/>
                </a:cubicBezTo>
                <a:close/>
                <a:moveTo>
                  <a:pt x="171339" y="1012883"/>
                </a:moveTo>
                <a:cubicBezTo>
                  <a:pt x="188107" y="1012883"/>
                  <a:pt x="201701" y="1026477"/>
                  <a:pt x="201701" y="1043246"/>
                </a:cubicBezTo>
                <a:cubicBezTo>
                  <a:pt x="201701" y="1060016"/>
                  <a:pt x="188107" y="1073610"/>
                  <a:pt x="171339" y="1073610"/>
                </a:cubicBezTo>
                <a:cubicBezTo>
                  <a:pt x="154639" y="1073610"/>
                  <a:pt x="141045" y="1060016"/>
                  <a:pt x="141045" y="1043246"/>
                </a:cubicBezTo>
                <a:cubicBezTo>
                  <a:pt x="141045" y="1026477"/>
                  <a:pt x="154639" y="1012883"/>
                  <a:pt x="171339" y="1012883"/>
                </a:cubicBezTo>
                <a:close/>
                <a:moveTo>
                  <a:pt x="98865" y="1012883"/>
                </a:moveTo>
                <a:cubicBezTo>
                  <a:pt x="115628" y="1012883"/>
                  <a:pt x="129222" y="1026477"/>
                  <a:pt x="129222" y="1043246"/>
                </a:cubicBezTo>
                <a:cubicBezTo>
                  <a:pt x="129222" y="1060016"/>
                  <a:pt x="115628" y="1073610"/>
                  <a:pt x="98865" y="1073610"/>
                </a:cubicBezTo>
                <a:cubicBezTo>
                  <a:pt x="82093" y="1073610"/>
                  <a:pt x="68498" y="1060016"/>
                  <a:pt x="68498" y="1043246"/>
                </a:cubicBezTo>
                <a:cubicBezTo>
                  <a:pt x="68498" y="1026477"/>
                  <a:pt x="82093" y="1012883"/>
                  <a:pt x="98865" y="1012883"/>
                </a:cubicBezTo>
                <a:close/>
                <a:moveTo>
                  <a:pt x="26309" y="1012883"/>
                </a:moveTo>
                <a:cubicBezTo>
                  <a:pt x="43075" y="1012883"/>
                  <a:pt x="56670" y="1026477"/>
                  <a:pt x="56670" y="1043246"/>
                </a:cubicBezTo>
                <a:cubicBezTo>
                  <a:pt x="56670" y="1060016"/>
                  <a:pt x="43075" y="1073610"/>
                  <a:pt x="26309" y="1073610"/>
                </a:cubicBezTo>
                <a:cubicBezTo>
                  <a:pt x="17924" y="1073610"/>
                  <a:pt x="10333" y="1070212"/>
                  <a:pt x="4838" y="1064717"/>
                </a:cubicBezTo>
                <a:lnTo>
                  <a:pt x="0" y="1053036"/>
                </a:lnTo>
                <a:lnTo>
                  <a:pt x="0" y="1033457"/>
                </a:lnTo>
                <a:lnTo>
                  <a:pt x="4838" y="1021776"/>
                </a:lnTo>
                <a:cubicBezTo>
                  <a:pt x="10333" y="1016282"/>
                  <a:pt x="17924" y="1012883"/>
                  <a:pt x="26309" y="1012883"/>
                </a:cubicBezTo>
                <a:close/>
                <a:moveTo>
                  <a:pt x="1549874" y="932431"/>
                </a:moveTo>
                <a:cubicBezTo>
                  <a:pt x="1558259" y="932431"/>
                  <a:pt x="1565850" y="935830"/>
                  <a:pt x="1571345" y="941324"/>
                </a:cubicBezTo>
                <a:lnTo>
                  <a:pt x="1577296" y="955693"/>
                </a:lnTo>
                <a:lnTo>
                  <a:pt x="1565363" y="988298"/>
                </a:lnTo>
                <a:lnTo>
                  <a:pt x="1561694" y="990772"/>
                </a:lnTo>
                <a:cubicBezTo>
                  <a:pt x="1558061" y="992309"/>
                  <a:pt x="1554067" y="993158"/>
                  <a:pt x="1549874" y="993158"/>
                </a:cubicBezTo>
                <a:cubicBezTo>
                  <a:pt x="1533105" y="993158"/>
                  <a:pt x="1519511" y="979564"/>
                  <a:pt x="1519511" y="962795"/>
                </a:cubicBezTo>
                <a:cubicBezTo>
                  <a:pt x="1519511" y="946025"/>
                  <a:pt x="1533105" y="932431"/>
                  <a:pt x="1549874" y="932431"/>
                </a:cubicBezTo>
                <a:close/>
                <a:moveTo>
                  <a:pt x="1477320" y="932431"/>
                </a:moveTo>
                <a:cubicBezTo>
                  <a:pt x="1494089" y="932431"/>
                  <a:pt x="1507683" y="946025"/>
                  <a:pt x="1507683" y="962795"/>
                </a:cubicBezTo>
                <a:cubicBezTo>
                  <a:pt x="1507683" y="979564"/>
                  <a:pt x="1494089" y="993158"/>
                  <a:pt x="1477320" y="993158"/>
                </a:cubicBezTo>
                <a:cubicBezTo>
                  <a:pt x="1460550" y="993158"/>
                  <a:pt x="1446956" y="979564"/>
                  <a:pt x="1446956" y="962795"/>
                </a:cubicBezTo>
                <a:cubicBezTo>
                  <a:pt x="1446956" y="946025"/>
                  <a:pt x="1460550" y="932431"/>
                  <a:pt x="1477320" y="932431"/>
                </a:cubicBezTo>
                <a:close/>
                <a:moveTo>
                  <a:pt x="1404765" y="932431"/>
                </a:moveTo>
                <a:cubicBezTo>
                  <a:pt x="1421535" y="932431"/>
                  <a:pt x="1435129" y="946025"/>
                  <a:pt x="1435129" y="962795"/>
                </a:cubicBezTo>
                <a:cubicBezTo>
                  <a:pt x="1435129" y="979564"/>
                  <a:pt x="1421535" y="993158"/>
                  <a:pt x="1404765" y="993158"/>
                </a:cubicBezTo>
                <a:cubicBezTo>
                  <a:pt x="1387996" y="993158"/>
                  <a:pt x="1374402" y="979564"/>
                  <a:pt x="1374402" y="962795"/>
                </a:cubicBezTo>
                <a:cubicBezTo>
                  <a:pt x="1374402" y="946025"/>
                  <a:pt x="1387996" y="932431"/>
                  <a:pt x="1404765" y="932431"/>
                </a:cubicBezTo>
                <a:close/>
                <a:moveTo>
                  <a:pt x="1332211" y="932431"/>
                </a:moveTo>
                <a:cubicBezTo>
                  <a:pt x="1348980" y="932431"/>
                  <a:pt x="1362574" y="946025"/>
                  <a:pt x="1362574" y="962795"/>
                </a:cubicBezTo>
                <a:cubicBezTo>
                  <a:pt x="1362574" y="979564"/>
                  <a:pt x="1348980" y="993158"/>
                  <a:pt x="1332211" y="993158"/>
                </a:cubicBezTo>
                <a:cubicBezTo>
                  <a:pt x="1315441" y="993158"/>
                  <a:pt x="1301847" y="979564"/>
                  <a:pt x="1301847" y="962795"/>
                </a:cubicBezTo>
                <a:cubicBezTo>
                  <a:pt x="1301847" y="946025"/>
                  <a:pt x="1315441" y="932431"/>
                  <a:pt x="1332211" y="932431"/>
                </a:cubicBezTo>
                <a:close/>
                <a:moveTo>
                  <a:pt x="1259656" y="932431"/>
                </a:moveTo>
                <a:cubicBezTo>
                  <a:pt x="1276426" y="932431"/>
                  <a:pt x="1290020" y="946025"/>
                  <a:pt x="1290020" y="962795"/>
                </a:cubicBezTo>
                <a:cubicBezTo>
                  <a:pt x="1290020" y="979564"/>
                  <a:pt x="1276426" y="993158"/>
                  <a:pt x="1259656" y="993158"/>
                </a:cubicBezTo>
                <a:cubicBezTo>
                  <a:pt x="1242887" y="993158"/>
                  <a:pt x="1229293" y="979564"/>
                  <a:pt x="1229293" y="962795"/>
                </a:cubicBezTo>
                <a:cubicBezTo>
                  <a:pt x="1229293" y="946025"/>
                  <a:pt x="1242887" y="932431"/>
                  <a:pt x="1259656" y="932431"/>
                </a:cubicBezTo>
                <a:close/>
                <a:moveTo>
                  <a:pt x="1187102" y="932431"/>
                </a:moveTo>
                <a:cubicBezTo>
                  <a:pt x="1203871" y="932431"/>
                  <a:pt x="1217465" y="946025"/>
                  <a:pt x="1217465" y="962795"/>
                </a:cubicBezTo>
                <a:cubicBezTo>
                  <a:pt x="1217465" y="979564"/>
                  <a:pt x="1203871" y="993158"/>
                  <a:pt x="1187102" y="993158"/>
                </a:cubicBezTo>
                <a:cubicBezTo>
                  <a:pt x="1170332" y="993158"/>
                  <a:pt x="1156738" y="979564"/>
                  <a:pt x="1156738" y="962795"/>
                </a:cubicBezTo>
                <a:cubicBezTo>
                  <a:pt x="1156738" y="946025"/>
                  <a:pt x="1170332" y="932431"/>
                  <a:pt x="1187102" y="932431"/>
                </a:cubicBezTo>
                <a:close/>
                <a:moveTo>
                  <a:pt x="1114547" y="932431"/>
                </a:moveTo>
                <a:cubicBezTo>
                  <a:pt x="1131317" y="932431"/>
                  <a:pt x="1144911" y="946025"/>
                  <a:pt x="1144911" y="962795"/>
                </a:cubicBezTo>
                <a:cubicBezTo>
                  <a:pt x="1144911" y="979564"/>
                  <a:pt x="1131317" y="993158"/>
                  <a:pt x="1114547" y="993158"/>
                </a:cubicBezTo>
                <a:cubicBezTo>
                  <a:pt x="1097778" y="993158"/>
                  <a:pt x="1084184" y="979564"/>
                  <a:pt x="1084184" y="962795"/>
                </a:cubicBezTo>
                <a:cubicBezTo>
                  <a:pt x="1084184" y="946025"/>
                  <a:pt x="1097778" y="932431"/>
                  <a:pt x="1114547" y="932431"/>
                </a:cubicBezTo>
                <a:close/>
                <a:moveTo>
                  <a:pt x="1041993" y="932431"/>
                </a:moveTo>
                <a:cubicBezTo>
                  <a:pt x="1058762" y="932431"/>
                  <a:pt x="1072356" y="946025"/>
                  <a:pt x="1072356" y="962795"/>
                </a:cubicBezTo>
                <a:cubicBezTo>
                  <a:pt x="1072356" y="979564"/>
                  <a:pt x="1058762" y="993158"/>
                  <a:pt x="1041993" y="993158"/>
                </a:cubicBezTo>
                <a:cubicBezTo>
                  <a:pt x="1025223" y="993158"/>
                  <a:pt x="1011629" y="979564"/>
                  <a:pt x="1011629" y="962795"/>
                </a:cubicBezTo>
                <a:cubicBezTo>
                  <a:pt x="1011629" y="946025"/>
                  <a:pt x="1025223" y="932431"/>
                  <a:pt x="1041993" y="932431"/>
                </a:cubicBezTo>
                <a:close/>
                <a:moveTo>
                  <a:pt x="969438" y="932431"/>
                </a:moveTo>
                <a:cubicBezTo>
                  <a:pt x="986208" y="932431"/>
                  <a:pt x="999801" y="946025"/>
                  <a:pt x="999801" y="962795"/>
                </a:cubicBezTo>
                <a:cubicBezTo>
                  <a:pt x="999801" y="979564"/>
                  <a:pt x="986208" y="993158"/>
                  <a:pt x="969438" y="993158"/>
                </a:cubicBezTo>
                <a:cubicBezTo>
                  <a:pt x="952669" y="993158"/>
                  <a:pt x="939075" y="979564"/>
                  <a:pt x="939075" y="962795"/>
                </a:cubicBezTo>
                <a:cubicBezTo>
                  <a:pt x="939075" y="946025"/>
                  <a:pt x="952669" y="932431"/>
                  <a:pt x="969438" y="932431"/>
                </a:cubicBezTo>
                <a:close/>
                <a:moveTo>
                  <a:pt x="896883" y="932431"/>
                </a:moveTo>
                <a:cubicBezTo>
                  <a:pt x="913653" y="932431"/>
                  <a:pt x="927247" y="946025"/>
                  <a:pt x="927247" y="962795"/>
                </a:cubicBezTo>
                <a:cubicBezTo>
                  <a:pt x="927247" y="979564"/>
                  <a:pt x="913653" y="993158"/>
                  <a:pt x="896883" y="993158"/>
                </a:cubicBezTo>
                <a:cubicBezTo>
                  <a:pt x="880114" y="993158"/>
                  <a:pt x="866520" y="979564"/>
                  <a:pt x="866520" y="962795"/>
                </a:cubicBezTo>
                <a:cubicBezTo>
                  <a:pt x="866520" y="946025"/>
                  <a:pt x="880114" y="932431"/>
                  <a:pt x="896883" y="932431"/>
                </a:cubicBezTo>
                <a:close/>
                <a:moveTo>
                  <a:pt x="824329" y="932431"/>
                </a:moveTo>
                <a:cubicBezTo>
                  <a:pt x="841098" y="932431"/>
                  <a:pt x="854692" y="946025"/>
                  <a:pt x="854692" y="962795"/>
                </a:cubicBezTo>
                <a:cubicBezTo>
                  <a:pt x="854692" y="979564"/>
                  <a:pt x="841098" y="993158"/>
                  <a:pt x="824329" y="993158"/>
                </a:cubicBezTo>
                <a:cubicBezTo>
                  <a:pt x="807559" y="993158"/>
                  <a:pt x="793965" y="979564"/>
                  <a:pt x="793965" y="962795"/>
                </a:cubicBezTo>
                <a:cubicBezTo>
                  <a:pt x="793965" y="946025"/>
                  <a:pt x="807559" y="932431"/>
                  <a:pt x="824329" y="932431"/>
                </a:cubicBezTo>
                <a:close/>
                <a:moveTo>
                  <a:pt x="751774" y="932431"/>
                </a:moveTo>
                <a:cubicBezTo>
                  <a:pt x="768544" y="932431"/>
                  <a:pt x="782138" y="946025"/>
                  <a:pt x="782138" y="962795"/>
                </a:cubicBezTo>
                <a:cubicBezTo>
                  <a:pt x="782138" y="979564"/>
                  <a:pt x="768544" y="993158"/>
                  <a:pt x="751774" y="993158"/>
                </a:cubicBezTo>
                <a:cubicBezTo>
                  <a:pt x="735005" y="993158"/>
                  <a:pt x="721411" y="979564"/>
                  <a:pt x="721411" y="962795"/>
                </a:cubicBezTo>
                <a:cubicBezTo>
                  <a:pt x="721411" y="946025"/>
                  <a:pt x="735005" y="932431"/>
                  <a:pt x="751774" y="932431"/>
                </a:cubicBezTo>
                <a:close/>
                <a:moveTo>
                  <a:pt x="679220" y="932431"/>
                </a:moveTo>
                <a:cubicBezTo>
                  <a:pt x="695989" y="932431"/>
                  <a:pt x="709583" y="946025"/>
                  <a:pt x="709583" y="962795"/>
                </a:cubicBezTo>
                <a:cubicBezTo>
                  <a:pt x="709583" y="979564"/>
                  <a:pt x="695989" y="993158"/>
                  <a:pt x="679220" y="993158"/>
                </a:cubicBezTo>
                <a:cubicBezTo>
                  <a:pt x="662450" y="993158"/>
                  <a:pt x="648856" y="979564"/>
                  <a:pt x="648856" y="962795"/>
                </a:cubicBezTo>
                <a:cubicBezTo>
                  <a:pt x="648856" y="946025"/>
                  <a:pt x="662450" y="932431"/>
                  <a:pt x="679220" y="932431"/>
                </a:cubicBezTo>
                <a:close/>
                <a:moveTo>
                  <a:pt x="606665" y="932431"/>
                </a:moveTo>
                <a:cubicBezTo>
                  <a:pt x="623435" y="932431"/>
                  <a:pt x="637029" y="946025"/>
                  <a:pt x="637029" y="962795"/>
                </a:cubicBezTo>
                <a:cubicBezTo>
                  <a:pt x="637029" y="979564"/>
                  <a:pt x="623435" y="993158"/>
                  <a:pt x="606665" y="993158"/>
                </a:cubicBezTo>
                <a:cubicBezTo>
                  <a:pt x="589896" y="993158"/>
                  <a:pt x="576302" y="979564"/>
                  <a:pt x="576302" y="962795"/>
                </a:cubicBezTo>
                <a:cubicBezTo>
                  <a:pt x="576302" y="946025"/>
                  <a:pt x="589896" y="932431"/>
                  <a:pt x="606665" y="932431"/>
                </a:cubicBezTo>
                <a:close/>
                <a:moveTo>
                  <a:pt x="534111" y="932431"/>
                </a:moveTo>
                <a:cubicBezTo>
                  <a:pt x="550880" y="932431"/>
                  <a:pt x="564474" y="946025"/>
                  <a:pt x="564474" y="962795"/>
                </a:cubicBezTo>
                <a:cubicBezTo>
                  <a:pt x="564474" y="979564"/>
                  <a:pt x="550880" y="993158"/>
                  <a:pt x="534111" y="993158"/>
                </a:cubicBezTo>
                <a:cubicBezTo>
                  <a:pt x="517341" y="993158"/>
                  <a:pt x="503747" y="979564"/>
                  <a:pt x="503747" y="962795"/>
                </a:cubicBezTo>
                <a:cubicBezTo>
                  <a:pt x="503747" y="946025"/>
                  <a:pt x="517341" y="932431"/>
                  <a:pt x="534111" y="932431"/>
                </a:cubicBezTo>
                <a:close/>
                <a:moveTo>
                  <a:pt x="461556" y="932431"/>
                </a:moveTo>
                <a:cubicBezTo>
                  <a:pt x="478326" y="932431"/>
                  <a:pt x="491920" y="946025"/>
                  <a:pt x="491920" y="962795"/>
                </a:cubicBezTo>
                <a:cubicBezTo>
                  <a:pt x="491920" y="979564"/>
                  <a:pt x="478326" y="993158"/>
                  <a:pt x="461556" y="993158"/>
                </a:cubicBezTo>
                <a:cubicBezTo>
                  <a:pt x="444787" y="993158"/>
                  <a:pt x="431192" y="979564"/>
                  <a:pt x="431192" y="962795"/>
                </a:cubicBezTo>
                <a:cubicBezTo>
                  <a:pt x="431192" y="946025"/>
                  <a:pt x="444787" y="932431"/>
                  <a:pt x="461556" y="932431"/>
                </a:cubicBezTo>
                <a:close/>
                <a:moveTo>
                  <a:pt x="389002" y="932431"/>
                </a:moveTo>
                <a:cubicBezTo>
                  <a:pt x="405771" y="932431"/>
                  <a:pt x="419365" y="946025"/>
                  <a:pt x="419365" y="962795"/>
                </a:cubicBezTo>
                <a:cubicBezTo>
                  <a:pt x="419365" y="979564"/>
                  <a:pt x="405771" y="993158"/>
                  <a:pt x="389002" y="993158"/>
                </a:cubicBezTo>
                <a:cubicBezTo>
                  <a:pt x="372232" y="993158"/>
                  <a:pt x="358638" y="979564"/>
                  <a:pt x="358638" y="962795"/>
                </a:cubicBezTo>
                <a:cubicBezTo>
                  <a:pt x="358638" y="946025"/>
                  <a:pt x="372232" y="932431"/>
                  <a:pt x="389002" y="932431"/>
                </a:cubicBezTo>
                <a:close/>
                <a:moveTo>
                  <a:pt x="316447" y="932431"/>
                </a:moveTo>
                <a:cubicBezTo>
                  <a:pt x="333216" y="932431"/>
                  <a:pt x="346810" y="946025"/>
                  <a:pt x="346810" y="962795"/>
                </a:cubicBezTo>
                <a:cubicBezTo>
                  <a:pt x="346810" y="979564"/>
                  <a:pt x="333216" y="993158"/>
                  <a:pt x="316447" y="993158"/>
                </a:cubicBezTo>
                <a:cubicBezTo>
                  <a:pt x="299677" y="993158"/>
                  <a:pt x="286084" y="979564"/>
                  <a:pt x="286084" y="962795"/>
                </a:cubicBezTo>
                <a:cubicBezTo>
                  <a:pt x="286084" y="946025"/>
                  <a:pt x="299677" y="932431"/>
                  <a:pt x="316447" y="932431"/>
                </a:cubicBezTo>
                <a:close/>
                <a:moveTo>
                  <a:pt x="243892" y="932431"/>
                </a:moveTo>
                <a:cubicBezTo>
                  <a:pt x="260662" y="932431"/>
                  <a:pt x="274256" y="946025"/>
                  <a:pt x="274256" y="962795"/>
                </a:cubicBezTo>
                <a:cubicBezTo>
                  <a:pt x="274256" y="979564"/>
                  <a:pt x="260662" y="993158"/>
                  <a:pt x="243892" y="993158"/>
                </a:cubicBezTo>
                <a:cubicBezTo>
                  <a:pt x="227123" y="993158"/>
                  <a:pt x="213529" y="979564"/>
                  <a:pt x="213529" y="962795"/>
                </a:cubicBezTo>
                <a:cubicBezTo>
                  <a:pt x="213529" y="946025"/>
                  <a:pt x="227123" y="932431"/>
                  <a:pt x="243892" y="932431"/>
                </a:cubicBezTo>
                <a:close/>
                <a:moveTo>
                  <a:pt x="171339" y="932431"/>
                </a:moveTo>
                <a:cubicBezTo>
                  <a:pt x="188107" y="932431"/>
                  <a:pt x="201701" y="946025"/>
                  <a:pt x="201701" y="962795"/>
                </a:cubicBezTo>
                <a:cubicBezTo>
                  <a:pt x="201701" y="979564"/>
                  <a:pt x="188107" y="993158"/>
                  <a:pt x="171339" y="993158"/>
                </a:cubicBezTo>
                <a:cubicBezTo>
                  <a:pt x="154645" y="993158"/>
                  <a:pt x="141051" y="979564"/>
                  <a:pt x="141051" y="962795"/>
                </a:cubicBezTo>
                <a:cubicBezTo>
                  <a:pt x="141051" y="946025"/>
                  <a:pt x="154645" y="932431"/>
                  <a:pt x="171339" y="932431"/>
                </a:cubicBezTo>
                <a:close/>
                <a:moveTo>
                  <a:pt x="98870" y="932431"/>
                </a:moveTo>
                <a:cubicBezTo>
                  <a:pt x="115634" y="932431"/>
                  <a:pt x="129228" y="946025"/>
                  <a:pt x="129228" y="962795"/>
                </a:cubicBezTo>
                <a:cubicBezTo>
                  <a:pt x="129228" y="979564"/>
                  <a:pt x="115634" y="993158"/>
                  <a:pt x="98870" y="993158"/>
                </a:cubicBezTo>
                <a:cubicBezTo>
                  <a:pt x="82099" y="993158"/>
                  <a:pt x="68505" y="979564"/>
                  <a:pt x="68505" y="962795"/>
                </a:cubicBezTo>
                <a:cubicBezTo>
                  <a:pt x="68505" y="946025"/>
                  <a:pt x="82099" y="932431"/>
                  <a:pt x="98870" y="932431"/>
                </a:cubicBezTo>
                <a:close/>
                <a:moveTo>
                  <a:pt x="26316" y="932431"/>
                </a:moveTo>
                <a:cubicBezTo>
                  <a:pt x="43081" y="932431"/>
                  <a:pt x="56676" y="946025"/>
                  <a:pt x="56676" y="962795"/>
                </a:cubicBezTo>
                <a:cubicBezTo>
                  <a:pt x="56676" y="979564"/>
                  <a:pt x="43081" y="993158"/>
                  <a:pt x="26316" y="993158"/>
                </a:cubicBezTo>
                <a:cubicBezTo>
                  <a:pt x="17931" y="993158"/>
                  <a:pt x="10340" y="989760"/>
                  <a:pt x="4845" y="984265"/>
                </a:cubicBezTo>
                <a:lnTo>
                  <a:pt x="0" y="972570"/>
                </a:lnTo>
                <a:lnTo>
                  <a:pt x="0" y="953020"/>
                </a:lnTo>
                <a:lnTo>
                  <a:pt x="4845" y="941324"/>
                </a:lnTo>
                <a:cubicBezTo>
                  <a:pt x="10340" y="935830"/>
                  <a:pt x="17931" y="932431"/>
                  <a:pt x="26316" y="932431"/>
                </a:cubicBezTo>
                <a:close/>
                <a:moveTo>
                  <a:pt x="1612513" y="853981"/>
                </a:moveTo>
                <a:lnTo>
                  <a:pt x="1607766" y="872445"/>
                </a:lnTo>
                <a:lnTo>
                  <a:pt x="1598477" y="897823"/>
                </a:lnTo>
                <a:lnTo>
                  <a:pt x="1592066" y="882343"/>
                </a:lnTo>
                <a:cubicBezTo>
                  <a:pt x="1592066" y="869766"/>
                  <a:pt x="1599712" y="858975"/>
                  <a:pt x="1610610" y="854366"/>
                </a:cubicBezTo>
                <a:close/>
                <a:moveTo>
                  <a:pt x="1549874" y="851979"/>
                </a:moveTo>
                <a:cubicBezTo>
                  <a:pt x="1566644" y="851979"/>
                  <a:pt x="1580238" y="865573"/>
                  <a:pt x="1580238" y="882343"/>
                </a:cubicBezTo>
                <a:cubicBezTo>
                  <a:pt x="1580238" y="899112"/>
                  <a:pt x="1566644" y="912706"/>
                  <a:pt x="1549874" y="912706"/>
                </a:cubicBezTo>
                <a:cubicBezTo>
                  <a:pt x="1533105" y="912706"/>
                  <a:pt x="1519511" y="899112"/>
                  <a:pt x="1519511" y="882343"/>
                </a:cubicBezTo>
                <a:cubicBezTo>
                  <a:pt x="1519511" y="865573"/>
                  <a:pt x="1533105" y="851979"/>
                  <a:pt x="1549874" y="851979"/>
                </a:cubicBezTo>
                <a:close/>
                <a:moveTo>
                  <a:pt x="1477320" y="851979"/>
                </a:moveTo>
                <a:cubicBezTo>
                  <a:pt x="1494089" y="851979"/>
                  <a:pt x="1507683" y="865573"/>
                  <a:pt x="1507683" y="882343"/>
                </a:cubicBezTo>
                <a:cubicBezTo>
                  <a:pt x="1507683" y="899112"/>
                  <a:pt x="1494089" y="912706"/>
                  <a:pt x="1477320" y="912706"/>
                </a:cubicBezTo>
                <a:cubicBezTo>
                  <a:pt x="1460550" y="912706"/>
                  <a:pt x="1446956" y="899112"/>
                  <a:pt x="1446956" y="882343"/>
                </a:cubicBezTo>
                <a:cubicBezTo>
                  <a:pt x="1446956" y="865573"/>
                  <a:pt x="1460550" y="851979"/>
                  <a:pt x="1477320" y="851979"/>
                </a:cubicBezTo>
                <a:close/>
                <a:moveTo>
                  <a:pt x="1404765" y="851979"/>
                </a:moveTo>
                <a:cubicBezTo>
                  <a:pt x="1421535" y="851979"/>
                  <a:pt x="1435129" y="865573"/>
                  <a:pt x="1435129" y="882343"/>
                </a:cubicBezTo>
                <a:cubicBezTo>
                  <a:pt x="1435129" y="899112"/>
                  <a:pt x="1421535" y="912706"/>
                  <a:pt x="1404765" y="912706"/>
                </a:cubicBezTo>
                <a:cubicBezTo>
                  <a:pt x="1387996" y="912706"/>
                  <a:pt x="1374402" y="899112"/>
                  <a:pt x="1374402" y="882343"/>
                </a:cubicBezTo>
                <a:cubicBezTo>
                  <a:pt x="1374402" y="865573"/>
                  <a:pt x="1387996" y="851979"/>
                  <a:pt x="1404765" y="851979"/>
                </a:cubicBezTo>
                <a:close/>
                <a:moveTo>
                  <a:pt x="1332211" y="851979"/>
                </a:moveTo>
                <a:cubicBezTo>
                  <a:pt x="1348980" y="851979"/>
                  <a:pt x="1362574" y="865573"/>
                  <a:pt x="1362574" y="882343"/>
                </a:cubicBezTo>
                <a:cubicBezTo>
                  <a:pt x="1362574" y="899112"/>
                  <a:pt x="1348980" y="912706"/>
                  <a:pt x="1332211" y="912706"/>
                </a:cubicBezTo>
                <a:cubicBezTo>
                  <a:pt x="1315441" y="912706"/>
                  <a:pt x="1301847" y="899112"/>
                  <a:pt x="1301847" y="882343"/>
                </a:cubicBezTo>
                <a:cubicBezTo>
                  <a:pt x="1301847" y="865573"/>
                  <a:pt x="1315441" y="851979"/>
                  <a:pt x="1332211" y="851979"/>
                </a:cubicBezTo>
                <a:close/>
                <a:moveTo>
                  <a:pt x="1259656" y="851979"/>
                </a:moveTo>
                <a:cubicBezTo>
                  <a:pt x="1276426" y="851979"/>
                  <a:pt x="1290020" y="865573"/>
                  <a:pt x="1290020" y="882343"/>
                </a:cubicBezTo>
                <a:cubicBezTo>
                  <a:pt x="1290020" y="899112"/>
                  <a:pt x="1276426" y="912706"/>
                  <a:pt x="1259656" y="912706"/>
                </a:cubicBezTo>
                <a:cubicBezTo>
                  <a:pt x="1242887" y="912706"/>
                  <a:pt x="1229293" y="899112"/>
                  <a:pt x="1229293" y="882343"/>
                </a:cubicBezTo>
                <a:cubicBezTo>
                  <a:pt x="1229293" y="865573"/>
                  <a:pt x="1242887" y="851979"/>
                  <a:pt x="1259656" y="851979"/>
                </a:cubicBezTo>
                <a:close/>
                <a:moveTo>
                  <a:pt x="1187102" y="851979"/>
                </a:moveTo>
                <a:cubicBezTo>
                  <a:pt x="1203871" y="851979"/>
                  <a:pt x="1217465" y="865573"/>
                  <a:pt x="1217465" y="882343"/>
                </a:cubicBezTo>
                <a:cubicBezTo>
                  <a:pt x="1217465" y="899112"/>
                  <a:pt x="1203871" y="912706"/>
                  <a:pt x="1187102" y="912706"/>
                </a:cubicBezTo>
                <a:cubicBezTo>
                  <a:pt x="1170332" y="912706"/>
                  <a:pt x="1156738" y="899112"/>
                  <a:pt x="1156738" y="882343"/>
                </a:cubicBezTo>
                <a:cubicBezTo>
                  <a:pt x="1156738" y="865573"/>
                  <a:pt x="1170332" y="851979"/>
                  <a:pt x="1187102" y="851979"/>
                </a:cubicBezTo>
                <a:close/>
                <a:moveTo>
                  <a:pt x="1114547" y="851979"/>
                </a:moveTo>
                <a:cubicBezTo>
                  <a:pt x="1131317" y="851979"/>
                  <a:pt x="1144911" y="865573"/>
                  <a:pt x="1144911" y="882343"/>
                </a:cubicBezTo>
                <a:cubicBezTo>
                  <a:pt x="1144911" y="899112"/>
                  <a:pt x="1131317" y="912706"/>
                  <a:pt x="1114547" y="912706"/>
                </a:cubicBezTo>
                <a:cubicBezTo>
                  <a:pt x="1097778" y="912706"/>
                  <a:pt x="1084184" y="899112"/>
                  <a:pt x="1084184" y="882343"/>
                </a:cubicBezTo>
                <a:cubicBezTo>
                  <a:pt x="1084184" y="865573"/>
                  <a:pt x="1097778" y="851979"/>
                  <a:pt x="1114547" y="851979"/>
                </a:cubicBezTo>
                <a:close/>
                <a:moveTo>
                  <a:pt x="1041993" y="851979"/>
                </a:moveTo>
                <a:cubicBezTo>
                  <a:pt x="1058762" y="851979"/>
                  <a:pt x="1072356" y="865573"/>
                  <a:pt x="1072356" y="882343"/>
                </a:cubicBezTo>
                <a:cubicBezTo>
                  <a:pt x="1072356" y="899112"/>
                  <a:pt x="1058762" y="912706"/>
                  <a:pt x="1041993" y="912706"/>
                </a:cubicBezTo>
                <a:cubicBezTo>
                  <a:pt x="1025223" y="912706"/>
                  <a:pt x="1011629" y="899112"/>
                  <a:pt x="1011629" y="882343"/>
                </a:cubicBezTo>
                <a:cubicBezTo>
                  <a:pt x="1011629" y="865573"/>
                  <a:pt x="1025223" y="851979"/>
                  <a:pt x="1041993" y="851979"/>
                </a:cubicBezTo>
                <a:close/>
                <a:moveTo>
                  <a:pt x="969438" y="851979"/>
                </a:moveTo>
                <a:cubicBezTo>
                  <a:pt x="986208" y="851979"/>
                  <a:pt x="999801" y="865573"/>
                  <a:pt x="999801" y="882343"/>
                </a:cubicBezTo>
                <a:cubicBezTo>
                  <a:pt x="999801" y="899112"/>
                  <a:pt x="986208" y="912706"/>
                  <a:pt x="969438" y="912706"/>
                </a:cubicBezTo>
                <a:cubicBezTo>
                  <a:pt x="952669" y="912706"/>
                  <a:pt x="939075" y="899112"/>
                  <a:pt x="939075" y="882343"/>
                </a:cubicBezTo>
                <a:cubicBezTo>
                  <a:pt x="939075" y="865573"/>
                  <a:pt x="952669" y="851979"/>
                  <a:pt x="969438" y="851979"/>
                </a:cubicBezTo>
                <a:close/>
                <a:moveTo>
                  <a:pt x="896883" y="851979"/>
                </a:moveTo>
                <a:cubicBezTo>
                  <a:pt x="913653" y="851979"/>
                  <a:pt x="927247" y="865573"/>
                  <a:pt x="927247" y="882343"/>
                </a:cubicBezTo>
                <a:cubicBezTo>
                  <a:pt x="927247" y="899112"/>
                  <a:pt x="913653" y="912706"/>
                  <a:pt x="896883" y="912706"/>
                </a:cubicBezTo>
                <a:cubicBezTo>
                  <a:pt x="880114" y="912706"/>
                  <a:pt x="866520" y="899112"/>
                  <a:pt x="866520" y="882343"/>
                </a:cubicBezTo>
                <a:cubicBezTo>
                  <a:pt x="866520" y="865573"/>
                  <a:pt x="880114" y="851979"/>
                  <a:pt x="896883" y="851979"/>
                </a:cubicBezTo>
                <a:close/>
                <a:moveTo>
                  <a:pt x="824329" y="851979"/>
                </a:moveTo>
                <a:cubicBezTo>
                  <a:pt x="841098" y="851979"/>
                  <a:pt x="854692" y="865573"/>
                  <a:pt x="854692" y="882343"/>
                </a:cubicBezTo>
                <a:cubicBezTo>
                  <a:pt x="854692" y="899112"/>
                  <a:pt x="841098" y="912706"/>
                  <a:pt x="824329" y="912706"/>
                </a:cubicBezTo>
                <a:cubicBezTo>
                  <a:pt x="807559" y="912706"/>
                  <a:pt x="793965" y="899112"/>
                  <a:pt x="793965" y="882343"/>
                </a:cubicBezTo>
                <a:cubicBezTo>
                  <a:pt x="793965" y="865573"/>
                  <a:pt x="807559" y="851979"/>
                  <a:pt x="824329" y="851979"/>
                </a:cubicBezTo>
                <a:close/>
                <a:moveTo>
                  <a:pt x="751774" y="851979"/>
                </a:moveTo>
                <a:cubicBezTo>
                  <a:pt x="768544" y="851979"/>
                  <a:pt x="782138" y="865573"/>
                  <a:pt x="782138" y="882343"/>
                </a:cubicBezTo>
                <a:cubicBezTo>
                  <a:pt x="782138" y="899112"/>
                  <a:pt x="768544" y="912706"/>
                  <a:pt x="751774" y="912706"/>
                </a:cubicBezTo>
                <a:cubicBezTo>
                  <a:pt x="735005" y="912706"/>
                  <a:pt x="721411" y="899112"/>
                  <a:pt x="721411" y="882343"/>
                </a:cubicBezTo>
                <a:cubicBezTo>
                  <a:pt x="721411" y="865573"/>
                  <a:pt x="735005" y="851979"/>
                  <a:pt x="751774" y="851979"/>
                </a:cubicBezTo>
                <a:close/>
                <a:moveTo>
                  <a:pt x="679220" y="851979"/>
                </a:moveTo>
                <a:cubicBezTo>
                  <a:pt x="695989" y="851979"/>
                  <a:pt x="709583" y="865573"/>
                  <a:pt x="709583" y="882343"/>
                </a:cubicBezTo>
                <a:cubicBezTo>
                  <a:pt x="709583" y="899112"/>
                  <a:pt x="695989" y="912706"/>
                  <a:pt x="679220" y="912706"/>
                </a:cubicBezTo>
                <a:cubicBezTo>
                  <a:pt x="662450" y="912706"/>
                  <a:pt x="648856" y="899112"/>
                  <a:pt x="648856" y="882343"/>
                </a:cubicBezTo>
                <a:cubicBezTo>
                  <a:pt x="648856" y="865573"/>
                  <a:pt x="662450" y="851979"/>
                  <a:pt x="679220" y="851979"/>
                </a:cubicBezTo>
                <a:close/>
                <a:moveTo>
                  <a:pt x="606665" y="851979"/>
                </a:moveTo>
                <a:cubicBezTo>
                  <a:pt x="623435" y="851979"/>
                  <a:pt x="637029" y="865573"/>
                  <a:pt x="637029" y="882343"/>
                </a:cubicBezTo>
                <a:cubicBezTo>
                  <a:pt x="637029" y="899112"/>
                  <a:pt x="623435" y="912706"/>
                  <a:pt x="606665" y="912706"/>
                </a:cubicBezTo>
                <a:cubicBezTo>
                  <a:pt x="589896" y="912706"/>
                  <a:pt x="576302" y="899112"/>
                  <a:pt x="576302" y="882343"/>
                </a:cubicBezTo>
                <a:cubicBezTo>
                  <a:pt x="576302" y="865573"/>
                  <a:pt x="589896" y="851979"/>
                  <a:pt x="606665" y="851979"/>
                </a:cubicBezTo>
                <a:close/>
                <a:moveTo>
                  <a:pt x="534111" y="851979"/>
                </a:moveTo>
                <a:cubicBezTo>
                  <a:pt x="550880" y="851979"/>
                  <a:pt x="564474" y="865573"/>
                  <a:pt x="564474" y="882343"/>
                </a:cubicBezTo>
                <a:cubicBezTo>
                  <a:pt x="564474" y="899112"/>
                  <a:pt x="550880" y="912706"/>
                  <a:pt x="534111" y="912706"/>
                </a:cubicBezTo>
                <a:cubicBezTo>
                  <a:pt x="517341" y="912706"/>
                  <a:pt x="503747" y="899112"/>
                  <a:pt x="503747" y="882343"/>
                </a:cubicBezTo>
                <a:cubicBezTo>
                  <a:pt x="503747" y="865573"/>
                  <a:pt x="517341" y="851979"/>
                  <a:pt x="534111" y="851979"/>
                </a:cubicBezTo>
                <a:close/>
                <a:moveTo>
                  <a:pt x="461556" y="851979"/>
                </a:moveTo>
                <a:cubicBezTo>
                  <a:pt x="478326" y="851979"/>
                  <a:pt x="491920" y="865573"/>
                  <a:pt x="491920" y="882343"/>
                </a:cubicBezTo>
                <a:cubicBezTo>
                  <a:pt x="491920" y="899112"/>
                  <a:pt x="478326" y="912706"/>
                  <a:pt x="461556" y="912706"/>
                </a:cubicBezTo>
                <a:cubicBezTo>
                  <a:pt x="444787" y="912706"/>
                  <a:pt x="431192" y="899112"/>
                  <a:pt x="431192" y="882343"/>
                </a:cubicBezTo>
                <a:cubicBezTo>
                  <a:pt x="431192" y="865573"/>
                  <a:pt x="444787" y="851979"/>
                  <a:pt x="461556" y="851979"/>
                </a:cubicBezTo>
                <a:close/>
                <a:moveTo>
                  <a:pt x="389002" y="851979"/>
                </a:moveTo>
                <a:cubicBezTo>
                  <a:pt x="405771" y="851979"/>
                  <a:pt x="419365" y="865573"/>
                  <a:pt x="419365" y="882343"/>
                </a:cubicBezTo>
                <a:cubicBezTo>
                  <a:pt x="419365" y="899112"/>
                  <a:pt x="405771" y="912706"/>
                  <a:pt x="389002" y="912706"/>
                </a:cubicBezTo>
                <a:cubicBezTo>
                  <a:pt x="372232" y="912706"/>
                  <a:pt x="358638" y="899112"/>
                  <a:pt x="358638" y="882343"/>
                </a:cubicBezTo>
                <a:cubicBezTo>
                  <a:pt x="358638" y="865573"/>
                  <a:pt x="372232" y="851979"/>
                  <a:pt x="389002" y="851979"/>
                </a:cubicBezTo>
                <a:close/>
                <a:moveTo>
                  <a:pt x="316447" y="851979"/>
                </a:moveTo>
                <a:cubicBezTo>
                  <a:pt x="333216" y="851979"/>
                  <a:pt x="346810" y="865573"/>
                  <a:pt x="346810" y="882343"/>
                </a:cubicBezTo>
                <a:cubicBezTo>
                  <a:pt x="346810" y="899112"/>
                  <a:pt x="333216" y="912706"/>
                  <a:pt x="316447" y="912706"/>
                </a:cubicBezTo>
                <a:cubicBezTo>
                  <a:pt x="299677" y="912706"/>
                  <a:pt x="286084" y="899112"/>
                  <a:pt x="286084" y="882343"/>
                </a:cubicBezTo>
                <a:cubicBezTo>
                  <a:pt x="286084" y="865573"/>
                  <a:pt x="299677" y="851979"/>
                  <a:pt x="316447" y="851979"/>
                </a:cubicBezTo>
                <a:close/>
                <a:moveTo>
                  <a:pt x="243892" y="851979"/>
                </a:moveTo>
                <a:cubicBezTo>
                  <a:pt x="260662" y="851979"/>
                  <a:pt x="274256" y="865573"/>
                  <a:pt x="274256" y="882343"/>
                </a:cubicBezTo>
                <a:cubicBezTo>
                  <a:pt x="274256" y="899112"/>
                  <a:pt x="260662" y="912706"/>
                  <a:pt x="243892" y="912706"/>
                </a:cubicBezTo>
                <a:cubicBezTo>
                  <a:pt x="227123" y="912706"/>
                  <a:pt x="213529" y="899112"/>
                  <a:pt x="213529" y="882343"/>
                </a:cubicBezTo>
                <a:cubicBezTo>
                  <a:pt x="213529" y="865573"/>
                  <a:pt x="227123" y="851979"/>
                  <a:pt x="243892" y="851979"/>
                </a:cubicBezTo>
                <a:close/>
                <a:moveTo>
                  <a:pt x="171339" y="851979"/>
                </a:moveTo>
                <a:cubicBezTo>
                  <a:pt x="188107" y="851979"/>
                  <a:pt x="201701" y="865573"/>
                  <a:pt x="201701" y="882343"/>
                </a:cubicBezTo>
                <a:cubicBezTo>
                  <a:pt x="201701" y="899112"/>
                  <a:pt x="188107" y="912706"/>
                  <a:pt x="171339" y="912706"/>
                </a:cubicBezTo>
                <a:cubicBezTo>
                  <a:pt x="154651" y="912706"/>
                  <a:pt x="141056" y="899112"/>
                  <a:pt x="141056" y="882343"/>
                </a:cubicBezTo>
                <a:cubicBezTo>
                  <a:pt x="141056" y="865573"/>
                  <a:pt x="154651" y="851979"/>
                  <a:pt x="171339" y="851979"/>
                </a:cubicBezTo>
                <a:close/>
                <a:moveTo>
                  <a:pt x="98877" y="851979"/>
                </a:moveTo>
                <a:cubicBezTo>
                  <a:pt x="115640" y="851979"/>
                  <a:pt x="129234" y="865573"/>
                  <a:pt x="129234" y="882343"/>
                </a:cubicBezTo>
                <a:cubicBezTo>
                  <a:pt x="129234" y="899112"/>
                  <a:pt x="115640" y="912706"/>
                  <a:pt x="98877" y="912706"/>
                </a:cubicBezTo>
                <a:cubicBezTo>
                  <a:pt x="82106" y="912706"/>
                  <a:pt x="68511" y="899112"/>
                  <a:pt x="68511" y="882343"/>
                </a:cubicBezTo>
                <a:cubicBezTo>
                  <a:pt x="68511" y="865573"/>
                  <a:pt x="82106" y="851979"/>
                  <a:pt x="98877" y="851979"/>
                </a:cubicBezTo>
                <a:close/>
                <a:moveTo>
                  <a:pt x="26322" y="851979"/>
                </a:moveTo>
                <a:cubicBezTo>
                  <a:pt x="43087" y="851979"/>
                  <a:pt x="56682" y="865573"/>
                  <a:pt x="56682" y="882343"/>
                </a:cubicBezTo>
                <a:cubicBezTo>
                  <a:pt x="56682" y="899112"/>
                  <a:pt x="43087" y="912706"/>
                  <a:pt x="26322" y="912706"/>
                </a:cubicBezTo>
                <a:cubicBezTo>
                  <a:pt x="17937" y="912706"/>
                  <a:pt x="10346" y="909308"/>
                  <a:pt x="4851" y="903813"/>
                </a:cubicBezTo>
                <a:lnTo>
                  <a:pt x="0" y="892101"/>
                </a:lnTo>
                <a:lnTo>
                  <a:pt x="0" y="872585"/>
                </a:lnTo>
                <a:lnTo>
                  <a:pt x="4851" y="860872"/>
                </a:lnTo>
                <a:cubicBezTo>
                  <a:pt x="10346" y="855378"/>
                  <a:pt x="17937" y="851979"/>
                  <a:pt x="26322" y="851979"/>
                </a:cubicBezTo>
                <a:close/>
                <a:moveTo>
                  <a:pt x="1622429" y="771528"/>
                </a:moveTo>
                <a:lnTo>
                  <a:pt x="1633158" y="773694"/>
                </a:lnTo>
                <a:lnTo>
                  <a:pt x="1618313" y="831424"/>
                </a:lnTo>
                <a:lnTo>
                  <a:pt x="1610610" y="829868"/>
                </a:lnTo>
                <a:cubicBezTo>
                  <a:pt x="1599712" y="825259"/>
                  <a:pt x="1592066" y="814469"/>
                  <a:pt x="1592066" y="801891"/>
                </a:cubicBezTo>
                <a:cubicBezTo>
                  <a:pt x="1592066" y="785122"/>
                  <a:pt x="1605659" y="771528"/>
                  <a:pt x="1622429" y="771528"/>
                </a:cubicBezTo>
                <a:close/>
                <a:moveTo>
                  <a:pt x="1549874" y="771528"/>
                </a:moveTo>
                <a:cubicBezTo>
                  <a:pt x="1566644" y="771528"/>
                  <a:pt x="1580238" y="785122"/>
                  <a:pt x="1580238" y="801891"/>
                </a:cubicBezTo>
                <a:cubicBezTo>
                  <a:pt x="1580238" y="818661"/>
                  <a:pt x="1566644" y="832255"/>
                  <a:pt x="1549874" y="832255"/>
                </a:cubicBezTo>
                <a:cubicBezTo>
                  <a:pt x="1533105" y="832255"/>
                  <a:pt x="1519511" y="818661"/>
                  <a:pt x="1519511" y="801891"/>
                </a:cubicBezTo>
                <a:cubicBezTo>
                  <a:pt x="1519511" y="785122"/>
                  <a:pt x="1533105" y="771528"/>
                  <a:pt x="1549874" y="771528"/>
                </a:cubicBezTo>
                <a:close/>
                <a:moveTo>
                  <a:pt x="1477320" y="771528"/>
                </a:moveTo>
                <a:cubicBezTo>
                  <a:pt x="1494089" y="771528"/>
                  <a:pt x="1507683" y="785122"/>
                  <a:pt x="1507683" y="801891"/>
                </a:cubicBezTo>
                <a:cubicBezTo>
                  <a:pt x="1507683" y="818661"/>
                  <a:pt x="1494089" y="832255"/>
                  <a:pt x="1477320" y="832255"/>
                </a:cubicBezTo>
                <a:cubicBezTo>
                  <a:pt x="1460550" y="832255"/>
                  <a:pt x="1446956" y="818661"/>
                  <a:pt x="1446956" y="801891"/>
                </a:cubicBezTo>
                <a:cubicBezTo>
                  <a:pt x="1446956" y="785122"/>
                  <a:pt x="1460550" y="771528"/>
                  <a:pt x="1477320" y="771528"/>
                </a:cubicBezTo>
                <a:close/>
                <a:moveTo>
                  <a:pt x="1404765" y="771528"/>
                </a:moveTo>
                <a:cubicBezTo>
                  <a:pt x="1421535" y="771528"/>
                  <a:pt x="1435129" y="785122"/>
                  <a:pt x="1435129" y="801891"/>
                </a:cubicBezTo>
                <a:cubicBezTo>
                  <a:pt x="1435129" y="818661"/>
                  <a:pt x="1421535" y="832255"/>
                  <a:pt x="1404765" y="832255"/>
                </a:cubicBezTo>
                <a:cubicBezTo>
                  <a:pt x="1387996" y="832255"/>
                  <a:pt x="1374402" y="818661"/>
                  <a:pt x="1374402" y="801891"/>
                </a:cubicBezTo>
                <a:cubicBezTo>
                  <a:pt x="1374402" y="785122"/>
                  <a:pt x="1387996" y="771528"/>
                  <a:pt x="1404765" y="771528"/>
                </a:cubicBezTo>
                <a:close/>
                <a:moveTo>
                  <a:pt x="1332211" y="771528"/>
                </a:moveTo>
                <a:cubicBezTo>
                  <a:pt x="1348980" y="771528"/>
                  <a:pt x="1362574" y="785122"/>
                  <a:pt x="1362574" y="801891"/>
                </a:cubicBezTo>
                <a:cubicBezTo>
                  <a:pt x="1362574" y="818661"/>
                  <a:pt x="1348980" y="832255"/>
                  <a:pt x="1332211" y="832255"/>
                </a:cubicBezTo>
                <a:cubicBezTo>
                  <a:pt x="1315441" y="832255"/>
                  <a:pt x="1301847" y="818661"/>
                  <a:pt x="1301847" y="801891"/>
                </a:cubicBezTo>
                <a:cubicBezTo>
                  <a:pt x="1301847" y="785122"/>
                  <a:pt x="1315441" y="771528"/>
                  <a:pt x="1332211" y="771528"/>
                </a:cubicBezTo>
                <a:close/>
                <a:moveTo>
                  <a:pt x="1259656" y="771528"/>
                </a:moveTo>
                <a:cubicBezTo>
                  <a:pt x="1276426" y="771528"/>
                  <a:pt x="1290020" y="785122"/>
                  <a:pt x="1290020" y="801891"/>
                </a:cubicBezTo>
                <a:cubicBezTo>
                  <a:pt x="1290020" y="818661"/>
                  <a:pt x="1276426" y="832255"/>
                  <a:pt x="1259656" y="832255"/>
                </a:cubicBezTo>
                <a:cubicBezTo>
                  <a:pt x="1242887" y="832255"/>
                  <a:pt x="1229293" y="818661"/>
                  <a:pt x="1229293" y="801891"/>
                </a:cubicBezTo>
                <a:cubicBezTo>
                  <a:pt x="1229293" y="785122"/>
                  <a:pt x="1242887" y="771528"/>
                  <a:pt x="1259656" y="771528"/>
                </a:cubicBezTo>
                <a:close/>
                <a:moveTo>
                  <a:pt x="1187102" y="771528"/>
                </a:moveTo>
                <a:cubicBezTo>
                  <a:pt x="1203871" y="771528"/>
                  <a:pt x="1217465" y="785122"/>
                  <a:pt x="1217465" y="801891"/>
                </a:cubicBezTo>
                <a:cubicBezTo>
                  <a:pt x="1217465" y="818661"/>
                  <a:pt x="1203871" y="832255"/>
                  <a:pt x="1187102" y="832255"/>
                </a:cubicBezTo>
                <a:cubicBezTo>
                  <a:pt x="1170332" y="832255"/>
                  <a:pt x="1156738" y="818661"/>
                  <a:pt x="1156738" y="801891"/>
                </a:cubicBezTo>
                <a:cubicBezTo>
                  <a:pt x="1156738" y="785122"/>
                  <a:pt x="1170332" y="771528"/>
                  <a:pt x="1187102" y="771528"/>
                </a:cubicBezTo>
                <a:close/>
                <a:moveTo>
                  <a:pt x="1114547" y="771528"/>
                </a:moveTo>
                <a:cubicBezTo>
                  <a:pt x="1131317" y="771528"/>
                  <a:pt x="1144911" y="785122"/>
                  <a:pt x="1144911" y="801891"/>
                </a:cubicBezTo>
                <a:cubicBezTo>
                  <a:pt x="1144911" y="818661"/>
                  <a:pt x="1131317" y="832255"/>
                  <a:pt x="1114547" y="832255"/>
                </a:cubicBezTo>
                <a:cubicBezTo>
                  <a:pt x="1097778" y="832255"/>
                  <a:pt x="1084184" y="818661"/>
                  <a:pt x="1084184" y="801891"/>
                </a:cubicBezTo>
                <a:cubicBezTo>
                  <a:pt x="1084184" y="785122"/>
                  <a:pt x="1097778" y="771528"/>
                  <a:pt x="1114547" y="771528"/>
                </a:cubicBezTo>
                <a:close/>
                <a:moveTo>
                  <a:pt x="1041993" y="771528"/>
                </a:moveTo>
                <a:cubicBezTo>
                  <a:pt x="1058762" y="771528"/>
                  <a:pt x="1072356" y="785122"/>
                  <a:pt x="1072356" y="801891"/>
                </a:cubicBezTo>
                <a:cubicBezTo>
                  <a:pt x="1072356" y="818661"/>
                  <a:pt x="1058762" y="832255"/>
                  <a:pt x="1041993" y="832255"/>
                </a:cubicBezTo>
                <a:cubicBezTo>
                  <a:pt x="1025223" y="832255"/>
                  <a:pt x="1011629" y="818661"/>
                  <a:pt x="1011629" y="801891"/>
                </a:cubicBezTo>
                <a:cubicBezTo>
                  <a:pt x="1011629" y="785122"/>
                  <a:pt x="1025223" y="771528"/>
                  <a:pt x="1041993" y="771528"/>
                </a:cubicBezTo>
                <a:close/>
                <a:moveTo>
                  <a:pt x="969438" y="771528"/>
                </a:moveTo>
                <a:cubicBezTo>
                  <a:pt x="986208" y="771528"/>
                  <a:pt x="999801" y="785122"/>
                  <a:pt x="999801" y="801891"/>
                </a:cubicBezTo>
                <a:cubicBezTo>
                  <a:pt x="999801" y="818661"/>
                  <a:pt x="986208" y="832255"/>
                  <a:pt x="969438" y="832255"/>
                </a:cubicBezTo>
                <a:cubicBezTo>
                  <a:pt x="952669" y="832255"/>
                  <a:pt x="939075" y="818661"/>
                  <a:pt x="939075" y="801891"/>
                </a:cubicBezTo>
                <a:cubicBezTo>
                  <a:pt x="939075" y="785122"/>
                  <a:pt x="952669" y="771528"/>
                  <a:pt x="969438" y="771528"/>
                </a:cubicBezTo>
                <a:close/>
                <a:moveTo>
                  <a:pt x="896883" y="771528"/>
                </a:moveTo>
                <a:cubicBezTo>
                  <a:pt x="913653" y="771528"/>
                  <a:pt x="927247" y="785122"/>
                  <a:pt x="927247" y="801891"/>
                </a:cubicBezTo>
                <a:cubicBezTo>
                  <a:pt x="927247" y="818661"/>
                  <a:pt x="913653" y="832255"/>
                  <a:pt x="896883" y="832255"/>
                </a:cubicBezTo>
                <a:cubicBezTo>
                  <a:pt x="880114" y="832255"/>
                  <a:pt x="866520" y="818661"/>
                  <a:pt x="866520" y="801891"/>
                </a:cubicBezTo>
                <a:cubicBezTo>
                  <a:pt x="866520" y="785122"/>
                  <a:pt x="880114" y="771528"/>
                  <a:pt x="896883" y="771528"/>
                </a:cubicBezTo>
                <a:close/>
                <a:moveTo>
                  <a:pt x="824329" y="771528"/>
                </a:moveTo>
                <a:cubicBezTo>
                  <a:pt x="841098" y="771528"/>
                  <a:pt x="854692" y="785122"/>
                  <a:pt x="854692" y="801891"/>
                </a:cubicBezTo>
                <a:cubicBezTo>
                  <a:pt x="854692" y="818661"/>
                  <a:pt x="841098" y="832255"/>
                  <a:pt x="824329" y="832255"/>
                </a:cubicBezTo>
                <a:cubicBezTo>
                  <a:pt x="807559" y="832255"/>
                  <a:pt x="793965" y="818661"/>
                  <a:pt x="793965" y="801891"/>
                </a:cubicBezTo>
                <a:cubicBezTo>
                  <a:pt x="793965" y="785122"/>
                  <a:pt x="807559" y="771528"/>
                  <a:pt x="824329" y="771528"/>
                </a:cubicBezTo>
                <a:close/>
                <a:moveTo>
                  <a:pt x="751774" y="771528"/>
                </a:moveTo>
                <a:cubicBezTo>
                  <a:pt x="768544" y="771528"/>
                  <a:pt x="782138" y="785122"/>
                  <a:pt x="782138" y="801891"/>
                </a:cubicBezTo>
                <a:cubicBezTo>
                  <a:pt x="782138" y="818661"/>
                  <a:pt x="768544" y="832255"/>
                  <a:pt x="751774" y="832255"/>
                </a:cubicBezTo>
                <a:cubicBezTo>
                  <a:pt x="735005" y="832255"/>
                  <a:pt x="721411" y="818661"/>
                  <a:pt x="721411" y="801891"/>
                </a:cubicBezTo>
                <a:cubicBezTo>
                  <a:pt x="721411" y="785122"/>
                  <a:pt x="735005" y="771528"/>
                  <a:pt x="751774" y="771528"/>
                </a:cubicBezTo>
                <a:close/>
                <a:moveTo>
                  <a:pt x="679220" y="771528"/>
                </a:moveTo>
                <a:cubicBezTo>
                  <a:pt x="695989" y="771528"/>
                  <a:pt x="709583" y="785122"/>
                  <a:pt x="709583" y="801891"/>
                </a:cubicBezTo>
                <a:cubicBezTo>
                  <a:pt x="709583" y="818661"/>
                  <a:pt x="695989" y="832255"/>
                  <a:pt x="679220" y="832255"/>
                </a:cubicBezTo>
                <a:cubicBezTo>
                  <a:pt x="662450" y="832255"/>
                  <a:pt x="648856" y="818661"/>
                  <a:pt x="648856" y="801891"/>
                </a:cubicBezTo>
                <a:cubicBezTo>
                  <a:pt x="648856" y="785122"/>
                  <a:pt x="662450" y="771528"/>
                  <a:pt x="679220" y="771528"/>
                </a:cubicBezTo>
                <a:close/>
                <a:moveTo>
                  <a:pt x="606665" y="771528"/>
                </a:moveTo>
                <a:cubicBezTo>
                  <a:pt x="623435" y="771528"/>
                  <a:pt x="637029" y="785122"/>
                  <a:pt x="637029" y="801891"/>
                </a:cubicBezTo>
                <a:cubicBezTo>
                  <a:pt x="637029" y="818661"/>
                  <a:pt x="623435" y="832255"/>
                  <a:pt x="606665" y="832255"/>
                </a:cubicBezTo>
                <a:cubicBezTo>
                  <a:pt x="589896" y="832255"/>
                  <a:pt x="576302" y="818661"/>
                  <a:pt x="576302" y="801891"/>
                </a:cubicBezTo>
                <a:cubicBezTo>
                  <a:pt x="576302" y="785122"/>
                  <a:pt x="589896" y="771528"/>
                  <a:pt x="606665" y="771528"/>
                </a:cubicBezTo>
                <a:close/>
                <a:moveTo>
                  <a:pt x="534111" y="771528"/>
                </a:moveTo>
                <a:cubicBezTo>
                  <a:pt x="550880" y="771528"/>
                  <a:pt x="564474" y="785122"/>
                  <a:pt x="564474" y="801891"/>
                </a:cubicBezTo>
                <a:cubicBezTo>
                  <a:pt x="564474" y="818661"/>
                  <a:pt x="550880" y="832255"/>
                  <a:pt x="534111" y="832255"/>
                </a:cubicBezTo>
                <a:cubicBezTo>
                  <a:pt x="517341" y="832255"/>
                  <a:pt x="503747" y="818661"/>
                  <a:pt x="503747" y="801891"/>
                </a:cubicBezTo>
                <a:cubicBezTo>
                  <a:pt x="503747" y="785122"/>
                  <a:pt x="517341" y="771528"/>
                  <a:pt x="534111" y="771528"/>
                </a:cubicBezTo>
                <a:close/>
                <a:moveTo>
                  <a:pt x="461556" y="771528"/>
                </a:moveTo>
                <a:cubicBezTo>
                  <a:pt x="478326" y="771528"/>
                  <a:pt x="491920" y="785122"/>
                  <a:pt x="491920" y="801891"/>
                </a:cubicBezTo>
                <a:cubicBezTo>
                  <a:pt x="491920" y="818661"/>
                  <a:pt x="478326" y="832255"/>
                  <a:pt x="461556" y="832255"/>
                </a:cubicBezTo>
                <a:cubicBezTo>
                  <a:pt x="444787" y="832255"/>
                  <a:pt x="431192" y="818661"/>
                  <a:pt x="431192" y="801891"/>
                </a:cubicBezTo>
                <a:cubicBezTo>
                  <a:pt x="431192" y="785122"/>
                  <a:pt x="444787" y="771528"/>
                  <a:pt x="461556" y="771528"/>
                </a:cubicBezTo>
                <a:close/>
                <a:moveTo>
                  <a:pt x="389002" y="771528"/>
                </a:moveTo>
                <a:cubicBezTo>
                  <a:pt x="405771" y="771528"/>
                  <a:pt x="419365" y="785122"/>
                  <a:pt x="419365" y="801891"/>
                </a:cubicBezTo>
                <a:cubicBezTo>
                  <a:pt x="419365" y="818661"/>
                  <a:pt x="405771" y="832255"/>
                  <a:pt x="389002" y="832255"/>
                </a:cubicBezTo>
                <a:cubicBezTo>
                  <a:pt x="372232" y="832255"/>
                  <a:pt x="358638" y="818661"/>
                  <a:pt x="358638" y="801891"/>
                </a:cubicBezTo>
                <a:cubicBezTo>
                  <a:pt x="358638" y="785122"/>
                  <a:pt x="372232" y="771528"/>
                  <a:pt x="389002" y="771528"/>
                </a:cubicBezTo>
                <a:close/>
                <a:moveTo>
                  <a:pt x="316447" y="771528"/>
                </a:moveTo>
                <a:cubicBezTo>
                  <a:pt x="333216" y="771528"/>
                  <a:pt x="346810" y="785122"/>
                  <a:pt x="346810" y="801891"/>
                </a:cubicBezTo>
                <a:cubicBezTo>
                  <a:pt x="346810" y="818661"/>
                  <a:pt x="333216" y="832255"/>
                  <a:pt x="316447" y="832255"/>
                </a:cubicBezTo>
                <a:cubicBezTo>
                  <a:pt x="299677" y="832255"/>
                  <a:pt x="286084" y="818661"/>
                  <a:pt x="286084" y="801891"/>
                </a:cubicBezTo>
                <a:cubicBezTo>
                  <a:pt x="286084" y="785122"/>
                  <a:pt x="299677" y="771528"/>
                  <a:pt x="316447" y="771528"/>
                </a:cubicBezTo>
                <a:close/>
                <a:moveTo>
                  <a:pt x="243892" y="771528"/>
                </a:moveTo>
                <a:cubicBezTo>
                  <a:pt x="260662" y="771528"/>
                  <a:pt x="274256" y="785122"/>
                  <a:pt x="274256" y="801891"/>
                </a:cubicBezTo>
                <a:cubicBezTo>
                  <a:pt x="274256" y="818661"/>
                  <a:pt x="260662" y="832255"/>
                  <a:pt x="243892" y="832255"/>
                </a:cubicBezTo>
                <a:cubicBezTo>
                  <a:pt x="227123" y="832255"/>
                  <a:pt x="213529" y="818661"/>
                  <a:pt x="213529" y="801891"/>
                </a:cubicBezTo>
                <a:cubicBezTo>
                  <a:pt x="213529" y="785122"/>
                  <a:pt x="227123" y="771528"/>
                  <a:pt x="243892" y="771528"/>
                </a:cubicBezTo>
                <a:close/>
                <a:moveTo>
                  <a:pt x="171339" y="771528"/>
                </a:moveTo>
                <a:cubicBezTo>
                  <a:pt x="188107" y="771528"/>
                  <a:pt x="201701" y="785122"/>
                  <a:pt x="201701" y="801891"/>
                </a:cubicBezTo>
                <a:cubicBezTo>
                  <a:pt x="201701" y="818661"/>
                  <a:pt x="188107" y="832255"/>
                  <a:pt x="171339" y="832255"/>
                </a:cubicBezTo>
                <a:cubicBezTo>
                  <a:pt x="154656" y="832255"/>
                  <a:pt x="141062" y="818661"/>
                  <a:pt x="141062" y="801891"/>
                </a:cubicBezTo>
                <a:cubicBezTo>
                  <a:pt x="141062" y="785122"/>
                  <a:pt x="154656" y="771528"/>
                  <a:pt x="171339" y="771528"/>
                </a:cubicBezTo>
                <a:close/>
                <a:moveTo>
                  <a:pt x="98884" y="771528"/>
                </a:moveTo>
                <a:cubicBezTo>
                  <a:pt x="115646" y="771528"/>
                  <a:pt x="129240" y="785122"/>
                  <a:pt x="129240" y="801891"/>
                </a:cubicBezTo>
                <a:cubicBezTo>
                  <a:pt x="129240" y="818661"/>
                  <a:pt x="115646" y="832255"/>
                  <a:pt x="98884" y="832255"/>
                </a:cubicBezTo>
                <a:cubicBezTo>
                  <a:pt x="82112" y="832255"/>
                  <a:pt x="68517" y="818661"/>
                  <a:pt x="68517" y="801891"/>
                </a:cubicBezTo>
                <a:cubicBezTo>
                  <a:pt x="68517" y="785122"/>
                  <a:pt x="82112" y="771528"/>
                  <a:pt x="98884" y="771528"/>
                </a:cubicBezTo>
                <a:close/>
                <a:moveTo>
                  <a:pt x="26329" y="771528"/>
                </a:moveTo>
                <a:cubicBezTo>
                  <a:pt x="43093" y="771528"/>
                  <a:pt x="56688" y="785122"/>
                  <a:pt x="56688" y="801891"/>
                </a:cubicBezTo>
                <a:cubicBezTo>
                  <a:pt x="56688" y="818661"/>
                  <a:pt x="43093" y="832255"/>
                  <a:pt x="26329" y="832255"/>
                </a:cubicBezTo>
                <a:cubicBezTo>
                  <a:pt x="17944" y="832255"/>
                  <a:pt x="10353" y="828857"/>
                  <a:pt x="4858" y="823362"/>
                </a:cubicBezTo>
                <a:lnTo>
                  <a:pt x="0" y="811633"/>
                </a:lnTo>
                <a:lnTo>
                  <a:pt x="0" y="792150"/>
                </a:lnTo>
                <a:lnTo>
                  <a:pt x="4858" y="780421"/>
                </a:lnTo>
                <a:cubicBezTo>
                  <a:pt x="10353" y="774927"/>
                  <a:pt x="17944" y="771528"/>
                  <a:pt x="26329" y="771528"/>
                </a:cubicBezTo>
                <a:close/>
                <a:moveTo>
                  <a:pt x="1622429" y="691076"/>
                </a:moveTo>
                <a:cubicBezTo>
                  <a:pt x="1630814" y="691076"/>
                  <a:pt x="1638404" y="694475"/>
                  <a:pt x="1643899" y="699969"/>
                </a:cubicBezTo>
                <a:lnTo>
                  <a:pt x="1647739" y="709237"/>
                </a:lnTo>
                <a:lnTo>
                  <a:pt x="1644828" y="728305"/>
                </a:lnTo>
                <a:lnTo>
                  <a:pt x="1640480" y="745215"/>
                </a:lnTo>
                <a:lnTo>
                  <a:pt x="1634248" y="749417"/>
                </a:lnTo>
                <a:cubicBezTo>
                  <a:pt x="1630615" y="750953"/>
                  <a:pt x="1626621" y="751803"/>
                  <a:pt x="1622429" y="751803"/>
                </a:cubicBezTo>
                <a:cubicBezTo>
                  <a:pt x="1605659" y="751803"/>
                  <a:pt x="1592066" y="738209"/>
                  <a:pt x="1592066" y="721440"/>
                </a:cubicBezTo>
                <a:cubicBezTo>
                  <a:pt x="1592066" y="704670"/>
                  <a:pt x="1605659" y="691076"/>
                  <a:pt x="1622429" y="691076"/>
                </a:cubicBezTo>
                <a:close/>
                <a:moveTo>
                  <a:pt x="1549874" y="691076"/>
                </a:moveTo>
                <a:cubicBezTo>
                  <a:pt x="1566644" y="691076"/>
                  <a:pt x="1580238" y="704670"/>
                  <a:pt x="1580238" y="721440"/>
                </a:cubicBezTo>
                <a:cubicBezTo>
                  <a:pt x="1580238" y="738209"/>
                  <a:pt x="1566644" y="751803"/>
                  <a:pt x="1549874" y="751803"/>
                </a:cubicBezTo>
                <a:cubicBezTo>
                  <a:pt x="1533105" y="751803"/>
                  <a:pt x="1519511" y="738209"/>
                  <a:pt x="1519511" y="721440"/>
                </a:cubicBezTo>
                <a:cubicBezTo>
                  <a:pt x="1519511" y="704670"/>
                  <a:pt x="1533105" y="691076"/>
                  <a:pt x="1549874" y="691076"/>
                </a:cubicBezTo>
                <a:close/>
                <a:moveTo>
                  <a:pt x="1477320" y="691076"/>
                </a:moveTo>
                <a:cubicBezTo>
                  <a:pt x="1494089" y="691076"/>
                  <a:pt x="1507683" y="704670"/>
                  <a:pt x="1507683" y="721440"/>
                </a:cubicBezTo>
                <a:cubicBezTo>
                  <a:pt x="1507683" y="738209"/>
                  <a:pt x="1494089" y="751803"/>
                  <a:pt x="1477320" y="751803"/>
                </a:cubicBezTo>
                <a:cubicBezTo>
                  <a:pt x="1460550" y="751803"/>
                  <a:pt x="1446956" y="738209"/>
                  <a:pt x="1446956" y="721440"/>
                </a:cubicBezTo>
                <a:cubicBezTo>
                  <a:pt x="1446956" y="704670"/>
                  <a:pt x="1460550" y="691076"/>
                  <a:pt x="1477320" y="691076"/>
                </a:cubicBezTo>
                <a:close/>
                <a:moveTo>
                  <a:pt x="1404765" y="691076"/>
                </a:moveTo>
                <a:cubicBezTo>
                  <a:pt x="1421535" y="691076"/>
                  <a:pt x="1435129" y="704670"/>
                  <a:pt x="1435129" y="721440"/>
                </a:cubicBezTo>
                <a:cubicBezTo>
                  <a:pt x="1435129" y="738209"/>
                  <a:pt x="1421535" y="751803"/>
                  <a:pt x="1404765" y="751803"/>
                </a:cubicBezTo>
                <a:cubicBezTo>
                  <a:pt x="1387996" y="751803"/>
                  <a:pt x="1374402" y="738209"/>
                  <a:pt x="1374402" y="721440"/>
                </a:cubicBezTo>
                <a:cubicBezTo>
                  <a:pt x="1374402" y="704670"/>
                  <a:pt x="1387996" y="691076"/>
                  <a:pt x="1404765" y="691076"/>
                </a:cubicBezTo>
                <a:close/>
                <a:moveTo>
                  <a:pt x="1332211" y="691076"/>
                </a:moveTo>
                <a:cubicBezTo>
                  <a:pt x="1348980" y="691076"/>
                  <a:pt x="1362574" y="704670"/>
                  <a:pt x="1362574" y="721440"/>
                </a:cubicBezTo>
                <a:cubicBezTo>
                  <a:pt x="1362574" y="738209"/>
                  <a:pt x="1348980" y="751803"/>
                  <a:pt x="1332211" y="751803"/>
                </a:cubicBezTo>
                <a:cubicBezTo>
                  <a:pt x="1315441" y="751803"/>
                  <a:pt x="1301847" y="738209"/>
                  <a:pt x="1301847" y="721440"/>
                </a:cubicBezTo>
                <a:cubicBezTo>
                  <a:pt x="1301847" y="704670"/>
                  <a:pt x="1315441" y="691076"/>
                  <a:pt x="1332211" y="691076"/>
                </a:cubicBezTo>
                <a:close/>
                <a:moveTo>
                  <a:pt x="1259656" y="691076"/>
                </a:moveTo>
                <a:cubicBezTo>
                  <a:pt x="1276426" y="691076"/>
                  <a:pt x="1290020" y="704670"/>
                  <a:pt x="1290020" y="721440"/>
                </a:cubicBezTo>
                <a:cubicBezTo>
                  <a:pt x="1290020" y="738209"/>
                  <a:pt x="1276426" y="751803"/>
                  <a:pt x="1259656" y="751803"/>
                </a:cubicBezTo>
                <a:cubicBezTo>
                  <a:pt x="1242887" y="751803"/>
                  <a:pt x="1229293" y="738209"/>
                  <a:pt x="1229293" y="721440"/>
                </a:cubicBezTo>
                <a:cubicBezTo>
                  <a:pt x="1229293" y="704670"/>
                  <a:pt x="1242887" y="691076"/>
                  <a:pt x="1259656" y="691076"/>
                </a:cubicBezTo>
                <a:close/>
                <a:moveTo>
                  <a:pt x="1187102" y="691076"/>
                </a:moveTo>
                <a:cubicBezTo>
                  <a:pt x="1203871" y="691076"/>
                  <a:pt x="1217465" y="704670"/>
                  <a:pt x="1217465" y="721440"/>
                </a:cubicBezTo>
                <a:cubicBezTo>
                  <a:pt x="1217465" y="738209"/>
                  <a:pt x="1203871" y="751803"/>
                  <a:pt x="1187102" y="751803"/>
                </a:cubicBezTo>
                <a:cubicBezTo>
                  <a:pt x="1170332" y="751803"/>
                  <a:pt x="1156738" y="738209"/>
                  <a:pt x="1156738" y="721440"/>
                </a:cubicBezTo>
                <a:cubicBezTo>
                  <a:pt x="1156738" y="704670"/>
                  <a:pt x="1170332" y="691076"/>
                  <a:pt x="1187102" y="691076"/>
                </a:cubicBezTo>
                <a:close/>
                <a:moveTo>
                  <a:pt x="1114547" y="691076"/>
                </a:moveTo>
                <a:cubicBezTo>
                  <a:pt x="1131317" y="691076"/>
                  <a:pt x="1144911" y="704670"/>
                  <a:pt x="1144911" y="721440"/>
                </a:cubicBezTo>
                <a:cubicBezTo>
                  <a:pt x="1144911" y="738209"/>
                  <a:pt x="1131317" y="751803"/>
                  <a:pt x="1114547" y="751803"/>
                </a:cubicBezTo>
                <a:cubicBezTo>
                  <a:pt x="1097778" y="751803"/>
                  <a:pt x="1084184" y="738209"/>
                  <a:pt x="1084184" y="721440"/>
                </a:cubicBezTo>
                <a:cubicBezTo>
                  <a:pt x="1084184" y="704670"/>
                  <a:pt x="1097778" y="691076"/>
                  <a:pt x="1114547" y="691076"/>
                </a:cubicBezTo>
                <a:close/>
                <a:moveTo>
                  <a:pt x="1041993" y="691076"/>
                </a:moveTo>
                <a:cubicBezTo>
                  <a:pt x="1058762" y="691076"/>
                  <a:pt x="1072356" y="704670"/>
                  <a:pt x="1072356" y="721440"/>
                </a:cubicBezTo>
                <a:cubicBezTo>
                  <a:pt x="1072356" y="738209"/>
                  <a:pt x="1058762" y="751803"/>
                  <a:pt x="1041993" y="751803"/>
                </a:cubicBezTo>
                <a:cubicBezTo>
                  <a:pt x="1025223" y="751803"/>
                  <a:pt x="1011629" y="738209"/>
                  <a:pt x="1011629" y="721440"/>
                </a:cubicBezTo>
                <a:cubicBezTo>
                  <a:pt x="1011629" y="704670"/>
                  <a:pt x="1025223" y="691076"/>
                  <a:pt x="1041993" y="691076"/>
                </a:cubicBezTo>
                <a:close/>
                <a:moveTo>
                  <a:pt x="969438" y="691076"/>
                </a:moveTo>
                <a:cubicBezTo>
                  <a:pt x="986208" y="691076"/>
                  <a:pt x="999801" y="704670"/>
                  <a:pt x="999801" y="721440"/>
                </a:cubicBezTo>
                <a:cubicBezTo>
                  <a:pt x="999801" y="738209"/>
                  <a:pt x="986208" y="751803"/>
                  <a:pt x="969438" y="751803"/>
                </a:cubicBezTo>
                <a:cubicBezTo>
                  <a:pt x="952669" y="751803"/>
                  <a:pt x="939075" y="738209"/>
                  <a:pt x="939075" y="721440"/>
                </a:cubicBezTo>
                <a:cubicBezTo>
                  <a:pt x="939075" y="704670"/>
                  <a:pt x="952669" y="691076"/>
                  <a:pt x="969438" y="691076"/>
                </a:cubicBezTo>
                <a:close/>
                <a:moveTo>
                  <a:pt x="896883" y="691076"/>
                </a:moveTo>
                <a:cubicBezTo>
                  <a:pt x="913653" y="691076"/>
                  <a:pt x="927247" y="704670"/>
                  <a:pt x="927247" y="721440"/>
                </a:cubicBezTo>
                <a:cubicBezTo>
                  <a:pt x="927247" y="738209"/>
                  <a:pt x="913653" y="751803"/>
                  <a:pt x="896883" y="751803"/>
                </a:cubicBezTo>
                <a:cubicBezTo>
                  <a:pt x="880114" y="751803"/>
                  <a:pt x="866520" y="738209"/>
                  <a:pt x="866520" y="721440"/>
                </a:cubicBezTo>
                <a:cubicBezTo>
                  <a:pt x="866520" y="704670"/>
                  <a:pt x="880114" y="691076"/>
                  <a:pt x="896883" y="691076"/>
                </a:cubicBezTo>
                <a:close/>
                <a:moveTo>
                  <a:pt x="824329" y="691076"/>
                </a:moveTo>
                <a:cubicBezTo>
                  <a:pt x="841098" y="691076"/>
                  <a:pt x="854692" y="704670"/>
                  <a:pt x="854692" y="721440"/>
                </a:cubicBezTo>
                <a:cubicBezTo>
                  <a:pt x="854692" y="738209"/>
                  <a:pt x="841098" y="751803"/>
                  <a:pt x="824329" y="751803"/>
                </a:cubicBezTo>
                <a:cubicBezTo>
                  <a:pt x="807559" y="751803"/>
                  <a:pt x="793965" y="738209"/>
                  <a:pt x="793965" y="721440"/>
                </a:cubicBezTo>
                <a:cubicBezTo>
                  <a:pt x="793965" y="704670"/>
                  <a:pt x="807559" y="691076"/>
                  <a:pt x="824329" y="691076"/>
                </a:cubicBezTo>
                <a:close/>
                <a:moveTo>
                  <a:pt x="751774" y="691076"/>
                </a:moveTo>
                <a:cubicBezTo>
                  <a:pt x="768544" y="691076"/>
                  <a:pt x="782138" y="704670"/>
                  <a:pt x="782138" y="721440"/>
                </a:cubicBezTo>
                <a:cubicBezTo>
                  <a:pt x="782138" y="738209"/>
                  <a:pt x="768544" y="751803"/>
                  <a:pt x="751774" y="751803"/>
                </a:cubicBezTo>
                <a:cubicBezTo>
                  <a:pt x="735005" y="751803"/>
                  <a:pt x="721411" y="738209"/>
                  <a:pt x="721411" y="721440"/>
                </a:cubicBezTo>
                <a:cubicBezTo>
                  <a:pt x="721411" y="704670"/>
                  <a:pt x="735005" y="691076"/>
                  <a:pt x="751774" y="691076"/>
                </a:cubicBezTo>
                <a:close/>
                <a:moveTo>
                  <a:pt x="679220" y="691076"/>
                </a:moveTo>
                <a:cubicBezTo>
                  <a:pt x="695989" y="691076"/>
                  <a:pt x="709583" y="704670"/>
                  <a:pt x="709583" y="721440"/>
                </a:cubicBezTo>
                <a:cubicBezTo>
                  <a:pt x="709583" y="738209"/>
                  <a:pt x="695989" y="751803"/>
                  <a:pt x="679220" y="751803"/>
                </a:cubicBezTo>
                <a:cubicBezTo>
                  <a:pt x="662450" y="751803"/>
                  <a:pt x="648856" y="738209"/>
                  <a:pt x="648856" y="721440"/>
                </a:cubicBezTo>
                <a:cubicBezTo>
                  <a:pt x="648856" y="704670"/>
                  <a:pt x="662450" y="691076"/>
                  <a:pt x="679220" y="691076"/>
                </a:cubicBezTo>
                <a:close/>
                <a:moveTo>
                  <a:pt x="606665" y="691076"/>
                </a:moveTo>
                <a:cubicBezTo>
                  <a:pt x="623435" y="691076"/>
                  <a:pt x="637029" y="704670"/>
                  <a:pt x="637029" y="721440"/>
                </a:cubicBezTo>
                <a:cubicBezTo>
                  <a:pt x="637029" y="738209"/>
                  <a:pt x="623435" y="751803"/>
                  <a:pt x="606665" y="751803"/>
                </a:cubicBezTo>
                <a:cubicBezTo>
                  <a:pt x="589896" y="751803"/>
                  <a:pt x="576302" y="738209"/>
                  <a:pt x="576302" y="721440"/>
                </a:cubicBezTo>
                <a:cubicBezTo>
                  <a:pt x="576302" y="704670"/>
                  <a:pt x="589896" y="691076"/>
                  <a:pt x="606665" y="691076"/>
                </a:cubicBezTo>
                <a:close/>
                <a:moveTo>
                  <a:pt x="534111" y="691076"/>
                </a:moveTo>
                <a:cubicBezTo>
                  <a:pt x="550880" y="691076"/>
                  <a:pt x="564474" y="704670"/>
                  <a:pt x="564474" y="721440"/>
                </a:cubicBezTo>
                <a:cubicBezTo>
                  <a:pt x="564474" y="738209"/>
                  <a:pt x="550880" y="751803"/>
                  <a:pt x="534111" y="751803"/>
                </a:cubicBezTo>
                <a:cubicBezTo>
                  <a:pt x="517341" y="751803"/>
                  <a:pt x="503747" y="738209"/>
                  <a:pt x="503747" y="721440"/>
                </a:cubicBezTo>
                <a:cubicBezTo>
                  <a:pt x="503747" y="704670"/>
                  <a:pt x="517341" y="691076"/>
                  <a:pt x="534111" y="691076"/>
                </a:cubicBezTo>
                <a:close/>
                <a:moveTo>
                  <a:pt x="461556" y="691076"/>
                </a:moveTo>
                <a:cubicBezTo>
                  <a:pt x="478326" y="691076"/>
                  <a:pt x="491920" y="704670"/>
                  <a:pt x="491920" y="721440"/>
                </a:cubicBezTo>
                <a:cubicBezTo>
                  <a:pt x="491920" y="738209"/>
                  <a:pt x="478326" y="751803"/>
                  <a:pt x="461556" y="751803"/>
                </a:cubicBezTo>
                <a:cubicBezTo>
                  <a:pt x="444787" y="751803"/>
                  <a:pt x="431192" y="738209"/>
                  <a:pt x="431192" y="721440"/>
                </a:cubicBezTo>
                <a:cubicBezTo>
                  <a:pt x="431192" y="704670"/>
                  <a:pt x="444787" y="691076"/>
                  <a:pt x="461556" y="691076"/>
                </a:cubicBezTo>
                <a:close/>
                <a:moveTo>
                  <a:pt x="389002" y="691076"/>
                </a:moveTo>
                <a:cubicBezTo>
                  <a:pt x="405771" y="691076"/>
                  <a:pt x="419365" y="704670"/>
                  <a:pt x="419365" y="721440"/>
                </a:cubicBezTo>
                <a:cubicBezTo>
                  <a:pt x="419365" y="738209"/>
                  <a:pt x="405771" y="751803"/>
                  <a:pt x="389002" y="751803"/>
                </a:cubicBezTo>
                <a:cubicBezTo>
                  <a:pt x="372232" y="751803"/>
                  <a:pt x="358638" y="738209"/>
                  <a:pt x="358638" y="721440"/>
                </a:cubicBezTo>
                <a:cubicBezTo>
                  <a:pt x="358638" y="704670"/>
                  <a:pt x="372232" y="691076"/>
                  <a:pt x="389002" y="691076"/>
                </a:cubicBezTo>
                <a:close/>
                <a:moveTo>
                  <a:pt x="316447" y="691076"/>
                </a:moveTo>
                <a:cubicBezTo>
                  <a:pt x="333216" y="691076"/>
                  <a:pt x="346810" y="704670"/>
                  <a:pt x="346810" y="721440"/>
                </a:cubicBezTo>
                <a:cubicBezTo>
                  <a:pt x="346810" y="738209"/>
                  <a:pt x="333216" y="751803"/>
                  <a:pt x="316447" y="751803"/>
                </a:cubicBezTo>
                <a:cubicBezTo>
                  <a:pt x="299677" y="751803"/>
                  <a:pt x="286084" y="738209"/>
                  <a:pt x="286084" y="721440"/>
                </a:cubicBezTo>
                <a:cubicBezTo>
                  <a:pt x="286084" y="704670"/>
                  <a:pt x="299677" y="691076"/>
                  <a:pt x="316447" y="691076"/>
                </a:cubicBezTo>
                <a:close/>
                <a:moveTo>
                  <a:pt x="243892" y="691076"/>
                </a:moveTo>
                <a:cubicBezTo>
                  <a:pt x="260662" y="691076"/>
                  <a:pt x="274256" y="704670"/>
                  <a:pt x="274256" y="721440"/>
                </a:cubicBezTo>
                <a:cubicBezTo>
                  <a:pt x="274256" y="738209"/>
                  <a:pt x="260662" y="751803"/>
                  <a:pt x="243892" y="751803"/>
                </a:cubicBezTo>
                <a:cubicBezTo>
                  <a:pt x="227123" y="751803"/>
                  <a:pt x="213529" y="738209"/>
                  <a:pt x="213529" y="721440"/>
                </a:cubicBezTo>
                <a:cubicBezTo>
                  <a:pt x="213529" y="704670"/>
                  <a:pt x="227123" y="691076"/>
                  <a:pt x="243892" y="691076"/>
                </a:cubicBezTo>
                <a:close/>
                <a:moveTo>
                  <a:pt x="171339" y="691076"/>
                </a:moveTo>
                <a:cubicBezTo>
                  <a:pt x="188107" y="691076"/>
                  <a:pt x="201701" y="704670"/>
                  <a:pt x="201701" y="721440"/>
                </a:cubicBezTo>
                <a:cubicBezTo>
                  <a:pt x="201701" y="738209"/>
                  <a:pt x="188107" y="751803"/>
                  <a:pt x="171339" y="751803"/>
                </a:cubicBezTo>
                <a:cubicBezTo>
                  <a:pt x="154662" y="751803"/>
                  <a:pt x="141067" y="738209"/>
                  <a:pt x="141067" y="721440"/>
                </a:cubicBezTo>
                <a:cubicBezTo>
                  <a:pt x="141067" y="704670"/>
                  <a:pt x="154662" y="691076"/>
                  <a:pt x="171339" y="691076"/>
                </a:cubicBezTo>
                <a:close/>
                <a:moveTo>
                  <a:pt x="98890" y="691076"/>
                </a:moveTo>
                <a:cubicBezTo>
                  <a:pt x="115653" y="691076"/>
                  <a:pt x="129246" y="704670"/>
                  <a:pt x="129246" y="721440"/>
                </a:cubicBezTo>
                <a:cubicBezTo>
                  <a:pt x="129246" y="738209"/>
                  <a:pt x="115653" y="751803"/>
                  <a:pt x="98890" y="751803"/>
                </a:cubicBezTo>
                <a:cubicBezTo>
                  <a:pt x="82117" y="751803"/>
                  <a:pt x="68523" y="738209"/>
                  <a:pt x="68523" y="721440"/>
                </a:cubicBezTo>
                <a:cubicBezTo>
                  <a:pt x="68523" y="704670"/>
                  <a:pt x="82117" y="691076"/>
                  <a:pt x="98890" y="691076"/>
                </a:cubicBezTo>
                <a:close/>
                <a:moveTo>
                  <a:pt x="26336" y="691076"/>
                </a:moveTo>
                <a:cubicBezTo>
                  <a:pt x="43099" y="691076"/>
                  <a:pt x="56694" y="704670"/>
                  <a:pt x="56694" y="721440"/>
                </a:cubicBezTo>
                <a:cubicBezTo>
                  <a:pt x="56694" y="738209"/>
                  <a:pt x="43099" y="751803"/>
                  <a:pt x="26336" y="751803"/>
                </a:cubicBezTo>
                <a:cubicBezTo>
                  <a:pt x="17950" y="751803"/>
                  <a:pt x="10359" y="748405"/>
                  <a:pt x="4864" y="742910"/>
                </a:cubicBezTo>
                <a:lnTo>
                  <a:pt x="0" y="731167"/>
                </a:lnTo>
                <a:lnTo>
                  <a:pt x="0" y="711713"/>
                </a:lnTo>
                <a:lnTo>
                  <a:pt x="4864" y="699969"/>
                </a:lnTo>
                <a:cubicBezTo>
                  <a:pt x="10359" y="694475"/>
                  <a:pt x="17950" y="691076"/>
                  <a:pt x="26336" y="691076"/>
                </a:cubicBezTo>
                <a:close/>
                <a:moveTo>
                  <a:pt x="1622429" y="610624"/>
                </a:moveTo>
                <a:cubicBezTo>
                  <a:pt x="1639199" y="610624"/>
                  <a:pt x="1652792" y="624218"/>
                  <a:pt x="1652792" y="640988"/>
                </a:cubicBezTo>
                <a:cubicBezTo>
                  <a:pt x="1652792" y="657757"/>
                  <a:pt x="1639199" y="671351"/>
                  <a:pt x="1622429" y="671351"/>
                </a:cubicBezTo>
                <a:cubicBezTo>
                  <a:pt x="1605659" y="671351"/>
                  <a:pt x="1592066" y="657757"/>
                  <a:pt x="1592066" y="640988"/>
                </a:cubicBezTo>
                <a:cubicBezTo>
                  <a:pt x="1592066" y="624218"/>
                  <a:pt x="1605659" y="610624"/>
                  <a:pt x="1622429" y="610624"/>
                </a:cubicBezTo>
                <a:close/>
                <a:moveTo>
                  <a:pt x="1549874" y="610624"/>
                </a:moveTo>
                <a:cubicBezTo>
                  <a:pt x="1566644" y="610624"/>
                  <a:pt x="1580238" y="624218"/>
                  <a:pt x="1580238" y="640988"/>
                </a:cubicBezTo>
                <a:cubicBezTo>
                  <a:pt x="1580238" y="657757"/>
                  <a:pt x="1566644" y="671351"/>
                  <a:pt x="1549874" y="671351"/>
                </a:cubicBezTo>
                <a:cubicBezTo>
                  <a:pt x="1533105" y="671351"/>
                  <a:pt x="1519511" y="657757"/>
                  <a:pt x="1519511" y="640988"/>
                </a:cubicBezTo>
                <a:cubicBezTo>
                  <a:pt x="1519511" y="624218"/>
                  <a:pt x="1533105" y="610624"/>
                  <a:pt x="1549874" y="610624"/>
                </a:cubicBezTo>
                <a:close/>
                <a:moveTo>
                  <a:pt x="1477320" y="610624"/>
                </a:moveTo>
                <a:cubicBezTo>
                  <a:pt x="1494089" y="610624"/>
                  <a:pt x="1507683" y="624218"/>
                  <a:pt x="1507683" y="640988"/>
                </a:cubicBezTo>
                <a:cubicBezTo>
                  <a:pt x="1507683" y="657757"/>
                  <a:pt x="1494089" y="671351"/>
                  <a:pt x="1477320" y="671351"/>
                </a:cubicBezTo>
                <a:cubicBezTo>
                  <a:pt x="1460550" y="671351"/>
                  <a:pt x="1446956" y="657757"/>
                  <a:pt x="1446956" y="640988"/>
                </a:cubicBezTo>
                <a:cubicBezTo>
                  <a:pt x="1446956" y="624218"/>
                  <a:pt x="1460550" y="610624"/>
                  <a:pt x="1477320" y="610624"/>
                </a:cubicBezTo>
                <a:close/>
                <a:moveTo>
                  <a:pt x="1404765" y="610624"/>
                </a:moveTo>
                <a:cubicBezTo>
                  <a:pt x="1421535" y="610624"/>
                  <a:pt x="1435129" y="624218"/>
                  <a:pt x="1435129" y="640988"/>
                </a:cubicBezTo>
                <a:cubicBezTo>
                  <a:pt x="1435129" y="657757"/>
                  <a:pt x="1421535" y="671351"/>
                  <a:pt x="1404765" y="671351"/>
                </a:cubicBezTo>
                <a:cubicBezTo>
                  <a:pt x="1387996" y="671351"/>
                  <a:pt x="1374402" y="657757"/>
                  <a:pt x="1374402" y="640988"/>
                </a:cubicBezTo>
                <a:cubicBezTo>
                  <a:pt x="1374402" y="624218"/>
                  <a:pt x="1387996" y="610624"/>
                  <a:pt x="1404765" y="610624"/>
                </a:cubicBezTo>
                <a:close/>
                <a:moveTo>
                  <a:pt x="1332211" y="610624"/>
                </a:moveTo>
                <a:cubicBezTo>
                  <a:pt x="1348980" y="610624"/>
                  <a:pt x="1362574" y="624218"/>
                  <a:pt x="1362574" y="640988"/>
                </a:cubicBezTo>
                <a:cubicBezTo>
                  <a:pt x="1362574" y="657757"/>
                  <a:pt x="1348980" y="671351"/>
                  <a:pt x="1332211" y="671351"/>
                </a:cubicBezTo>
                <a:cubicBezTo>
                  <a:pt x="1315441" y="671351"/>
                  <a:pt x="1301847" y="657757"/>
                  <a:pt x="1301847" y="640988"/>
                </a:cubicBezTo>
                <a:cubicBezTo>
                  <a:pt x="1301847" y="624218"/>
                  <a:pt x="1315441" y="610624"/>
                  <a:pt x="1332211" y="610624"/>
                </a:cubicBezTo>
                <a:close/>
                <a:moveTo>
                  <a:pt x="1259656" y="610624"/>
                </a:moveTo>
                <a:cubicBezTo>
                  <a:pt x="1276426" y="610624"/>
                  <a:pt x="1290020" y="624218"/>
                  <a:pt x="1290020" y="640988"/>
                </a:cubicBezTo>
                <a:cubicBezTo>
                  <a:pt x="1290020" y="657757"/>
                  <a:pt x="1276426" y="671351"/>
                  <a:pt x="1259656" y="671351"/>
                </a:cubicBezTo>
                <a:cubicBezTo>
                  <a:pt x="1242887" y="671351"/>
                  <a:pt x="1229293" y="657757"/>
                  <a:pt x="1229293" y="640988"/>
                </a:cubicBezTo>
                <a:cubicBezTo>
                  <a:pt x="1229293" y="624218"/>
                  <a:pt x="1242887" y="610624"/>
                  <a:pt x="1259656" y="610624"/>
                </a:cubicBezTo>
                <a:close/>
                <a:moveTo>
                  <a:pt x="1187102" y="610624"/>
                </a:moveTo>
                <a:cubicBezTo>
                  <a:pt x="1203871" y="610624"/>
                  <a:pt x="1217465" y="624218"/>
                  <a:pt x="1217465" y="640988"/>
                </a:cubicBezTo>
                <a:cubicBezTo>
                  <a:pt x="1217465" y="657757"/>
                  <a:pt x="1203871" y="671351"/>
                  <a:pt x="1187102" y="671351"/>
                </a:cubicBezTo>
                <a:cubicBezTo>
                  <a:pt x="1170332" y="671351"/>
                  <a:pt x="1156738" y="657757"/>
                  <a:pt x="1156738" y="640988"/>
                </a:cubicBezTo>
                <a:cubicBezTo>
                  <a:pt x="1156738" y="624218"/>
                  <a:pt x="1170332" y="610624"/>
                  <a:pt x="1187102" y="610624"/>
                </a:cubicBezTo>
                <a:close/>
                <a:moveTo>
                  <a:pt x="1114547" y="610624"/>
                </a:moveTo>
                <a:cubicBezTo>
                  <a:pt x="1131317" y="610624"/>
                  <a:pt x="1144911" y="624218"/>
                  <a:pt x="1144911" y="640988"/>
                </a:cubicBezTo>
                <a:cubicBezTo>
                  <a:pt x="1144911" y="657757"/>
                  <a:pt x="1131317" y="671351"/>
                  <a:pt x="1114547" y="671351"/>
                </a:cubicBezTo>
                <a:cubicBezTo>
                  <a:pt x="1097778" y="671351"/>
                  <a:pt x="1084184" y="657757"/>
                  <a:pt x="1084184" y="640988"/>
                </a:cubicBezTo>
                <a:cubicBezTo>
                  <a:pt x="1084184" y="624218"/>
                  <a:pt x="1097778" y="610624"/>
                  <a:pt x="1114547" y="610624"/>
                </a:cubicBezTo>
                <a:close/>
                <a:moveTo>
                  <a:pt x="1041993" y="610624"/>
                </a:moveTo>
                <a:cubicBezTo>
                  <a:pt x="1058762" y="610624"/>
                  <a:pt x="1072356" y="624218"/>
                  <a:pt x="1072356" y="640988"/>
                </a:cubicBezTo>
                <a:cubicBezTo>
                  <a:pt x="1072356" y="657757"/>
                  <a:pt x="1058762" y="671351"/>
                  <a:pt x="1041993" y="671351"/>
                </a:cubicBezTo>
                <a:cubicBezTo>
                  <a:pt x="1025223" y="671351"/>
                  <a:pt x="1011629" y="657757"/>
                  <a:pt x="1011629" y="640988"/>
                </a:cubicBezTo>
                <a:cubicBezTo>
                  <a:pt x="1011629" y="624218"/>
                  <a:pt x="1025223" y="610624"/>
                  <a:pt x="1041993" y="610624"/>
                </a:cubicBezTo>
                <a:close/>
                <a:moveTo>
                  <a:pt x="969438" y="610624"/>
                </a:moveTo>
                <a:cubicBezTo>
                  <a:pt x="986208" y="610624"/>
                  <a:pt x="999801" y="624218"/>
                  <a:pt x="999801" y="640988"/>
                </a:cubicBezTo>
                <a:cubicBezTo>
                  <a:pt x="999801" y="657757"/>
                  <a:pt x="986208" y="671351"/>
                  <a:pt x="969438" y="671351"/>
                </a:cubicBezTo>
                <a:cubicBezTo>
                  <a:pt x="952669" y="671351"/>
                  <a:pt x="939075" y="657757"/>
                  <a:pt x="939075" y="640988"/>
                </a:cubicBezTo>
                <a:cubicBezTo>
                  <a:pt x="939075" y="624218"/>
                  <a:pt x="952669" y="610624"/>
                  <a:pt x="969438" y="610624"/>
                </a:cubicBezTo>
                <a:close/>
                <a:moveTo>
                  <a:pt x="896883" y="610624"/>
                </a:moveTo>
                <a:cubicBezTo>
                  <a:pt x="913653" y="610624"/>
                  <a:pt x="927247" y="624218"/>
                  <a:pt x="927247" y="640988"/>
                </a:cubicBezTo>
                <a:cubicBezTo>
                  <a:pt x="927247" y="657757"/>
                  <a:pt x="913653" y="671351"/>
                  <a:pt x="896883" y="671351"/>
                </a:cubicBezTo>
                <a:cubicBezTo>
                  <a:pt x="880114" y="671351"/>
                  <a:pt x="866520" y="657757"/>
                  <a:pt x="866520" y="640988"/>
                </a:cubicBezTo>
                <a:cubicBezTo>
                  <a:pt x="866520" y="624218"/>
                  <a:pt x="880114" y="610624"/>
                  <a:pt x="896883" y="610624"/>
                </a:cubicBezTo>
                <a:close/>
                <a:moveTo>
                  <a:pt x="824329" y="610624"/>
                </a:moveTo>
                <a:cubicBezTo>
                  <a:pt x="841098" y="610624"/>
                  <a:pt x="854692" y="624218"/>
                  <a:pt x="854692" y="640988"/>
                </a:cubicBezTo>
                <a:cubicBezTo>
                  <a:pt x="854692" y="657757"/>
                  <a:pt x="841098" y="671351"/>
                  <a:pt x="824329" y="671351"/>
                </a:cubicBezTo>
                <a:cubicBezTo>
                  <a:pt x="807559" y="671351"/>
                  <a:pt x="793965" y="657757"/>
                  <a:pt x="793965" y="640988"/>
                </a:cubicBezTo>
                <a:cubicBezTo>
                  <a:pt x="793965" y="624218"/>
                  <a:pt x="807559" y="610624"/>
                  <a:pt x="824329" y="610624"/>
                </a:cubicBezTo>
                <a:close/>
                <a:moveTo>
                  <a:pt x="751774" y="610624"/>
                </a:moveTo>
                <a:cubicBezTo>
                  <a:pt x="768544" y="610624"/>
                  <a:pt x="782138" y="624218"/>
                  <a:pt x="782138" y="640988"/>
                </a:cubicBezTo>
                <a:cubicBezTo>
                  <a:pt x="782138" y="657757"/>
                  <a:pt x="768544" y="671351"/>
                  <a:pt x="751774" y="671351"/>
                </a:cubicBezTo>
                <a:cubicBezTo>
                  <a:pt x="735005" y="671351"/>
                  <a:pt x="721411" y="657757"/>
                  <a:pt x="721411" y="640988"/>
                </a:cubicBezTo>
                <a:cubicBezTo>
                  <a:pt x="721411" y="624218"/>
                  <a:pt x="735005" y="610624"/>
                  <a:pt x="751774" y="610624"/>
                </a:cubicBezTo>
                <a:close/>
                <a:moveTo>
                  <a:pt x="679220" y="610624"/>
                </a:moveTo>
                <a:cubicBezTo>
                  <a:pt x="695989" y="610624"/>
                  <a:pt x="709583" y="624218"/>
                  <a:pt x="709583" y="640988"/>
                </a:cubicBezTo>
                <a:cubicBezTo>
                  <a:pt x="709583" y="657757"/>
                  <a:pt x="695989" y="671351"/>
                  <a:pt x="679220" y="671351"/>
                </a:cubicBezTo>
                <a:cubicBezTo>
                  <a:pt x="662450" y="671351"/>
                  <a:pt x="648856" y="657757"/>
                  <a:pt x="648856" y="640988"/>
                </a:cubicBezTo>
                <a:cubicBezTo>
                  <a:pt x="648856" y="624218"/>
                  <a:pt x="662450" y="610624"/>
                  <a:pt x="679220" y="610624"/>
                </a:cubicBezTo>
                <a:close/>
                <a:moveTo>
                  <a:pt x="606665" y="610624"/>
                </a:moveTo>
                <a:cubicBezTo>
                  <a:pt x="623435" y="610624"/>
                  <a:pt x="637029" y="624218"/>
                  <a:pt x="637029" y="640988"/>
                </a:cubicBezTo>
                <a:cubicBezTo>
                  <a:pt x="637029" y="657757"/>
                  <a:pt x="623435" y="671351"/>
                  <a:pt x="606665" y="671351"/>
                </a:cubicBezTo>
                <a:cubicBezTo>
                  <a:pt x="589896" y="671351"/>
                  <a:pt x="576302" y="657757"/>
                  <a:pt x="576302" y="640988"/>
                </a:cubicBezTo>
                <a:cubicBezTo>
                  <a:pt x="576302" y="624218"/>
                  <a:pt x="589896" y="610624"/>
                  <a:pt x="606665" y="610624"/>
                </a:cubicBezTo>
                <a:close/>
                <a:moveTo>
                  <a:pt x="534111" y="610624"/>
                </a:moveTo>
                <a:cubicBezTo>
                  <a:pt x="550880" y="610624"/>
                  <a:pt x="564474" y="624218"/>
                  <a:pt x="564474" y="640988"/>
                </a:cubicBezTo>
                <a:cubicBezTo>
                  <a:pt x="564474" y="657757"/>
                  <a:pt x="550880" y="671351"/>
                  <a:pt x="534111" y="671351"/>
                </a:cubicBezTo>
                <a:cubicBezTo>
                  <a:pt x="517341" y="671351"/>
                  <a:pt x="503747" y="657757"/>
                  <a:pt x="503747" y="640988"/>
                </a:cubicBezTo>
                <a:cubicBezTo>
                  <a:pt x="503747" y="624218"/>
                  <a:pt x="517341" y="610624"/>
                  <a:pt x="534111" y="610624"/>
                </a:cubicBezTo>
                <a:close/>
                <a:moveTo>
                  <a:pt x="461556" y="610624"/>
                </a:moveTo>
                <a:cubicBezTo>
                  <a:pt x="478326" y="610624"/>
                  <a:pt x="491920" y="624218"/>
                  <a:pt x="491920" y="640988"/>
                </a:cubicBezTo>
                <a:cubicBezTo>
                  <a:pt x="491920" y="657757"/>
                  <a:pt x="478326" y="671351"/>
                  <a:pt x="461556" y="671351"/>
                </a:cubicBezTo>
                <a:cubicBezTo>
                  <a:pt x="444787" y="671351"/>
                  <a:pt x="431192" y="657757"/>
                  <a:pt x="431192" y="640988"/>
                </a:cubicBezTo>
                <a:cubicBezTo>
                  <a:pt x="431192" y="624218"/>
                  <a:pt x="444787" y="610624"/>
                  <a:pt x="461556" y="610624"/>
                </a:cubicBezTo>
                <a:close/>
                <a:moveTo>
                  <a:pt x="389002" y="610624"/>
                </a:moveTo>
                <a:cubicBezTo>
                  <a:pt x="405771" y="610624"/>
                  <a:pt x="419365" y="624218"/>
                  <a:pt x="419365" y="640988"/>
                </a:cubicBezTo>
                <a:cubicBezTo>
                  <a:pt x="419365" y="657757"/>
                  <a:pt x="405771" y="671351"/>
                  <a:pt x="389002" y="671351"/>
                </a:cubicBezTo>
                <a:cubicBezTo>
                  <a:pt x="372232" y="671351"/>
                  <a:pt x="358638" y="657757"/>
                  <a:pt x="358638" y="640988"/>
                </a:cubicBezTo>
                <a:cubicBezTo>
                  <a:pt x="358638" y="624218"/>
                  <a:pt x="372232" y="610624"/>
                  <a:pt x="389002" y="610624"/>
                </a:cubicBezTo>
                <a:close/>
                <a:moveTo>
                  <a:pt x="316447" y="610624"/>
                </a:moveTo>
                <a:cubicBezTo>
                  <a:pt x="333216" y="610624"/>
                  <a:pt x="346810" y="624218"/>
                  <a:pt x="346810" y="640988"/>
                </a:cubicBezTo>
                <a:cubicBezTo>
                  <a:pt x="346810" y="657757"/>
                  <a:pt x="333216" y="671351"/>
                  <a:pt x="316447" y="671351"/>
                </a:cubicBezTo>
                <a:cubicBezTo>
                  <a:pt x="299677" y="671351"/>
                  <a:pt x="286084" y="657757"/>
                  <a:pt x="286084" y="640988"/>
                </a:cubicBezTo>
                <a:cubicBezTo>
                  <a:pt x="286084" y="624218"/>
                  <a:pt x="299677" y="610624"/>
                  <a:pt x="316447" y="610624"/>
                </a:cubicBezTo>
                <a:close/>
                <a:moveTo>
                  <a:pt x="243892" y="610624"/>
                </a:moveTo>
                <a:cubicBezTo>
                  <a:pt x="260662" y="610624"/>
                  <a:pt x="274256" y="624218"/>
                  <a:pt x="274256" y="640988"/>
                </a:cubicBezTo>
                <a:cubicBezTo>
                  <a:pt x="274256" y="657757"/>
                  <a:pt x="260662" y="671351"/>
                  <a:pt x="243892" y="671351"/>
                </a:cubicBezTo>
                <a:cubicBezTo>
                  <a:pt x="227123" y="671351"/>
                  <a:pt x="213529" y="657757"/>
                  <a:pt x="213529" y="640988"/>
                </a:cubicBezTo>
                <a:cubicBezTo>
                  <a:pt x="213529" y="624218"/>
                  <a:pt x="227123" y="610624"/>
                  <a:pt x="243892" y="610624"/>
                </a:cubicBezTo>
                <a:close/>
                <a:moveTo>
                  <a:pt x="171339" y="610624"/>
                </a:moveTo>
                <a:cubicBezTo>
                  <a:pt x="188107" y="610624"/>
                  <a:pt x="201701" y="624218"/>
                  <a:pt x="201701" y="640988"/>
                </a:cubicBezTo>
                <a:cubicBezTo>
                  <a:pt x="201701" y="657757"/>
                  <a:pt x="188107" y="671351"/>
                  <a:pt x="171339" y="671351"/>
                </a:cubicBezTo>
                <a:cubicBezTo>
                  <a:pt x="154667" y="671351"/>
                  <a:pt x="141073" y="657757"/>
                  <a:pt x="141073" y="640988"/>
                </a:cubicBezTo>
                <a:cubicBezTo>
                  <a:pt x="141073" y="624218"/>
                  <a:pt x="154667" y="610624"/>
                  <a:pt x="171339" y="610624"/>
                </a:cubicBezTo>
                <a:close/>
                <a:moveTo>
                  <a:pt x="98897" y="610624"/>
                </a:moveTo>
                <a:cubicBezTo>
                  <a:pt x="115658" y="610624"/>
                  <a:pt x="129252" y="624218"/>
                  <a:pt x="129252" y="640988"/>
                </a:cubicBezTo>
                <a:cubicBezTo>
                  <a:pt x="129252" y="657757"/>
                  <a:pt x="115658" y="671351"/>
                  <a:pt x="98897" y="671351"/>
                </a:cubicBezTo>
                <a:cubicBezTo>
                  <a:pt x="82124" y="671351"/>
                  <a:pt x="68530" y="657757"/>
                  <a:pt x="68530" y="640988"/>
                </a:cubicBezTo>
                <a:cubicBezTo>
                  <a:pt x="68530" y="624218"/>
                  <a:pt x="82124" y="610624"/>
                  <a:pt x="98897" y="610624"/>
                </a:cubicBezTo>
                <a:close/>
                <a:moveTo>
                  <a:pt x="26342" y="610624"/>
                </a:moveTo>
                <a:cubicBezTo>
                  <a:pt x="43106" y="610624"/>
                  <a:pt x="56701" y="624218"/>
                  <a:pt x="56701" y="640988"/>
                </a:cubicBezTo>
                <a:cubicBezTo>
                  <a:pt x="56701" y="657757"/>
                  <a:pt x="43106" y="671351"/>
                  <a:pt x="26342" y="671351"/>
                </a:cubicBezTo>
                <a:cubicBezTo>
                  <a:pt x="17956" y="671351"/>
                  <a:pt x="10365" y="667953"/>
                  <a:pt x="4871" y="662458"/>
                </a:cubicBezTo>
                <a:lnTo>
                  <a:pt x="0" y="650698"/>
                </a:lnTo>
                <a:lnTo>
                  <a:pt x="0" y="631277"/>
                </a:lnTo>
                <a:lnTo>
                  <a:pt x="4871" y="619517"/>
                </a:lnTo>
                <a:cubicBezTo>
                  <a:pt x="10365" y="614023"/>
                  <a:pt x="17956" y="610624"/>
                  <a:pt x="26342" y="610624"/>
                </a:cubicBezTo>
                <a:close/>
                <a:moveTo>
                  <a:pt x="1669096" y="549730"/>
                </a:moveTo>
                <a:lnTo>
                  <a:pt x="1668124" y="568994"/>
                </a:lnTo>
                <a:lnTo>
                  <a:pt x="1664620" y="560536"/>
                </a:lnTo>
                <a:close/>
                <a:moveTo>
                  <a:pt x="1622429" y="530173"/>
                </a:moveTo>
                <a:cubicBezTo>
                  <a:pt x="1639199" y="530173"/>
                  <a:pt x="1652792" y="543767"/>
                  <a:pt x="1652792" y="560536"/>
                </a:cubicBezTo>
                <a:cubicBezTo>
                  <a:pt x="1652792" y="577306"/>
                  <a:pt x="1639199" y="590900"/>
                  <a:pt x="1622429" y="590900"/>
                </a:cubicBezTo>
                <a:cubicBezTo>
                  <a:pt x="1605659" y="590900"/>
                  <a:pt x="1592066" y="577306"/>
                  <a:pt x="1592066" y="560536"/>
                </a:cubicBezTo>
                <a:cubicBezTo>
                  <a:pt x="1592066" y="543767"/>
                  <a:pt x="1605659" y="530173"/>
                  <a:pt x="1622429" y="530173"/>
                </a:cubicBezTo>
                <a:close/>
                <a:moveTo>
                  <a:pt x="1549874" y="530173"/>
                </a:moveTo>
                <a:cubicBezTo>
                  <a:pt x="1566644" y="530173"/>
                  <a:pt x="1580238" y="543767"/>
                  <a:pt x="1580238" y="560536"/>
                </a:cubicBezTo>
                <a:cubicBezTo>
                  <a:pt x="1580238" y="577306"/>
                  <a:pt x="1566644" y="590900"/>
                  <a:pt x="1549874" y="590900"/>
                </a:cubicBezTo>
                <a:cubicBezTo>
                  <a:pt x="1533105" y="590900"/>
                  <a:pt x="1519511" y="577306"/>
                  <a:pt x="1519511" y="560536"/>
                </a:cubicBezTo>
                <a:cubicBezTo>
                  <a:pt x="1519511" y="543767"/>
                  <a:pt x="1533105" y="530173"/>
                  <a:pt x="1549874" y="530173"/>
                </a:cubicBezTo>
                <a:close/>
                <a:moveTo>
                  <a:pt x="1477320" y="530173"/>
                </a:moveTo>
                <a:cubicBezTo>
                  <a:pt x="1494089" y="530173"/>
                  <a:pt x="1507683" y="543767"/>
                  <a:pt x="1507683" y="560536"/>
                </a:cubicBezTo>
                <a:cubicBezTo>
                  <a:pt x="1507683" y="577306"/>
                  <a:pt x="1494089" y="590900"/>
                  <a:pt x="1477320" y="590900"/>
                </a:cubicBezTo>
                <a:cubicBezTo>
                  <a:pt x="1460550" y="590900"/>
                  <a:pt x="1446956" y="577306"/>
                  <a:pt x="1446956" y="560536"/>
                </a:cubicBezTo>
                <a:cubicBezTo>
                  <a:pt x="1446956" y="543767"/>
                  <a:pt x="1460550" y="530173"/>
                  <a:pt x="1477320" y="530173"/>
                </a:cubicBezTo>
                <a:close/>
                <a:moveTo>
                  <a:pt x="1404765" y="530173"/>
                </a:moveTo>
                <a:cubicBezTo>
                  <a:pt x="1421535" y="530173"/>
                  <a:pt x="1435129" y="543767"/>
                  <a:pt x="1435129" y="560536"/>
                </a:cubicBezTo>
                <a:cubicBezTo>
                  <a:pt x="1435129" y="577306"/>
                  <a:pt x="1421535" y="590900"/>
                  <a:pt x="1404765" y="590900"/>
                </a:cubicBezTo>
                <a:cubicBezTo>
                  <a:pt x="1387996" y="590900"/>
                  <a:pt x="1374402" y="577306"/>
                  <a:pt x="1374402" y="560536"/>
                </a:cubicBezTo>
                <a:cubicBezTo>
                  <a:pt x="1374402" y="543767"/>
                  <a:pt x="1387996" y="530173"/>
                  <a:pt x="1404765" y="530173"/>
                </a:cubicBezTo>
                <a:close/>
                <a:moveTo>
                  <a:pt x="1332211" y="530173"/>
                </a:moveTo>
                <a:cubicBezTo>
                  <a:pt x="1348980" y="530173"/>
                  <a:pt x="1362574" y="543767"/>
                  <a:pt x="1362574" y="560536"/>
                </a:cubicBezTo>
                <a:cubicBezTo>
                  <a:pt x="1362574" y="577306"/>
                  <a:pt x="1348980" y="590900"/>
                  <a:pt x="1332211" y="590900"/>
                </a:cubicBezTo>
                <a:cubicBezTo>
                  <a:pt x="1315441" y="590900"/>
                  <a:pt x="1301847" y="577306"/>
                  <a:pt x="1301847" y="560536"/>
                </a:cubicBezTo>
                <a:cubicBezTo>
                  <a:pt x="1301847" y="543767"/>
                  <a:pt x="1315441" y="530173"/>
                  <a:pt x="1332211" y="530173"/>
                </a:cubicBezTo>
                <a:close/>
                <a:moveTo>
                  <a:pt x="1259656" y="530173"/>
                </a:moveTo>
                <a:cubicBezTo>
                  <a:pt x="1276426" y="530173"/>
                  <a:pt x="1290020" y="543767"/>
                  <a:pt x="1290020" y="560536"/>
                </a:cubicBezTo>
                <a:cubicBezTo>
                  <a:pt x="1290020" y="577306"/>
                  <a:pt x="1276426" y="590900"/>
                  <a:pt x="1259656" y="590900"/>
                </a:cubicBezTo>
                <a:cubicBezTo>
                  <a:pt x="1242887" y="590900"/>
                  <a:pt x="1229293" y="577306"/>
                  <a:pt x="1229293" y="560536"/>
                </a:cubicBezTo>
                <a:cubicBezTo>
                  <a:pt x="1229293" y="543767"/>
                  <a:pt x="1242887" y="530173"/>
                  <a:pt x="1259656" y="530173"/>
                </a:cubicBezTo>
                <a:close/>
                <a:moveTo>
                  <a:pt x="1187102" y="530173"/>
                </a:moveTo>
                <a:cubicBezTo>
                  <a:pt x="1203871" y="530173"/>
                  <a:pt x="1217465" y="543767"/>
                  <a:pt x="1217465" y="560536"/>
                </a:cubicBezTo>
                <a:cubicBezTo>
                  <a:pt x="1217465" y="577306"/>
                  <a:pt x="1203871" y="590900"/>
                  <a:pt x="1187102" y="590900"/>
                </a:cubicBezTo>
                <a:cubicBezTo>
                  <a:pt x="1170332" y="590900"/>
                  <a:pt x="1156738" y="577306"/>
                  <a:pt x="1156738" y="560536"/>
                </a:cubicBezTo>
                <a:cubicBezTo>
                  <a:pt x="1156738" y="543767"/>
                  <a:pt x="1170332" y="530173"/>
                  <a:pt x="1187102" y="530173"/>
                </a:cubicBezTo>
                <a:close/>
                <a:moveTo>
                  <a:pt x="1114547" y="530173"/>
                </a:moveTo>
                <a:cubicBezTo>
                  <a:pt x="1131317" y="530173"/>
                  <a:pt x="1144911" y="543767"/>
                  <a:pt x="1144911" y="560536"/>
                </a:cubicBezTo>
                <a:cubicBezTo>
                  <a:pt x="1144911" y="577306"/>
                  <a:pt x="1131317" y="590900"/>
                  <a:pt x="1114547" y="590900"/>
                </a:cubicBezTo>
                <a:cubicBezTo>
                  <a:pt x="1097778" y="590900"/>
                  <a:pt x="1084184" y="577306"/>
                  <a:pt x="1084184" y="560536"/>
                </a:cubicBezTo>
                <a:cubicBezTo>
                  <a:pt x="1084184" y="543767"/>
                  <a:pt x="1097778" y="530173"/>
                  <a:pt x="1114547" y="530173"/>
                </a:cubicBezTo>
                <a:close/>
                <a:moveTo>
                  <a:pt x="1041993" y="530173"/>
                </a:moveTo>
                <a:cubicBezTo>
                  <a:pt x="1058762" y="530173"/>
                  <a:pt x="1072356" y="543767"/>
                  <a:pt x="1072356" y="560536"/>
                </a:cubicBezTo>
                <a:cubicBezTo>
                  <a:pt x="1072356" y="577306"/>
                  <a:pt x="1058762" y="590900"/>
                  <a:pt x="1041993" y="590900"/>
                </a:cubicBezTo>
                <a:cubicBezTo>
                  <a:pt x="1025223" y="590900"/>
                  <a:pt x="1011629" y="577306"/>
                  <a:pt x="1011629" y="560536"/>
                </a:cubicBezTo>
                <a:cubicBezTo>
                  <a:pt x="1011629" y="543767"/>
                  <a:pt x="1025223" y="530173"/>
                  <a:pt x="1041993" y="530173"/>
                </a:cubicBezTo>
                <a:close/>
                <a:moveTo>
                  <a:pt x="969438" y="530173"/>
                </a:moveTo>
                <a:cubicBezTo>
                  <a:pt x="986208" y="530173"/>
                  <a:pt x="999801" y="543767"/>
                  <a:pt x="999801" y="560536"/>
                </a:cubicBezTo>
                <a:cubicBezTo>
                  <a:pt x="999801" y="577306"/>
                  <a:pt x="986208" y="590900"/>
                  <a:pt x="969438" y="590900"/>
                </a:cubicBezTo>
                <a:cubicBezTo>
                  <a:pt x="952669" y="590900"/>
                  <a:pt x="939075" y="577306"/>
                  <a:pt x="939075" y="560536"/>
                </a:cubicBezTo>
                <a:cubicBezTo>
                  <a:pt x="939075" y="543767"/>
                  <a:pt x="952669" y="530173"/>
                  <a:pt x="969438" y="530173"/>
                </a:cubicBezTo>
                <a:close/>
                <a:moveTo>
                  <a:pt x="896883" y="530173"/>
                </a:moveTo>
                <a:cubicBezTo>
                  <a:pt x="913653" y="530173"/>
                  <a:pt x="927247" y="543767"/>
                  <a:pt x="927247" y="560536"/>
                </a:cubicBezTo>
                <a:cubicBezTo>
                  <a:pt x="927247" y="577306"/>
                  <a:pt x="913653" y="590900"/>
                  <a:pt x="896883" y="590900"/>
                </a:cubicBezTo>
                <a:cubicBezTo>
                  <a:pt x="880114" y="590900"/>
                  <a:pt x="866520" y="577306"/>
                  <a:pt x="866520" y="560536"/>
                </a:cubicBezTo>
                <a:cubicBezTo>
                  <a:pt x="866520" y="543767"/>
                  <a:pt x="880114" y="530173"/>
                  <a:pt x="896883" y="530173"/>
                </a:cubicBezTo>
                <a:close/>
                <a:moveTo>
                  <a:pt x="824329" y="530173"/>
                </a:moveTo>
                <a:cubicBezTo>
                  <a:pt x="841098" y="530173"/>
                  <a:pt x="854692" y="543767"/>
                  <a:pt x="854692" y="560536"/>
                </a:cubicBezTo>
                <a:cubicBezTo>
                  <a:pt x="854692" y="577306"/>
                  <a:pt x="841098" y="590900"/>
                  <a:pt x="824329" y="590900"/>
                </a:cubicBezTo>
                <a:cubicBezTo>
                  <a:pt x="807559" y="590900"/>
                  <a:pt x="793965" y="577306"/>
                  <a:pt x="793965" y="560536"/>
                </a:cubicBezTo>
                <a:cubicBezTo>
                  <a:pt x="793965" y="543767"/>
                  <a:pt x="807559" y="530173"/>
                  <a:pt x="824329" y="530173"/>
                </a:cubicBezTo>
                <a:close/>
                <a:moveTo>
                  <a:pt x="751774" y="530173"/>
                </a:moveTo>
                <a:cubicBezTo>
                  <a:pt x="768544" y="530173"/>
                  <a:pt x="782138" y="543767"/>
                  <a:pt x="782138" y="560536"/>
                </a:cubicBezTo>
                <a:cubicBezTo>
                  <a:pt x="782138" y="577306"/>
                  <a:pt x="768544" y="590900"/>
                  <a:pt x="751774" y="590900"/>
                </a:cubicBezTo>
                <a:cubicBezTo>
                  <a:pt x="735005" y="590900"/>
                  <a:pt x="721411" y="577306"/>
                  <a:pt x="721411" y="560536"/>
                </a:cubicBezTo>
                <a:cubicBezTo>
                  <a:pt x="721411" y="543767"/>
                  <a:pt x="735005" y="530173"/>
                  <a:pt x="751774" y="530173"/>
                </a:cubicBezTo>
                <a:close/>
                <a:moveTo>
                  <a:pt x="679220" y="530173"/>
                </a:moveTo>
                <a:cubicBezTo>
                  <a:pt x="695989" y="530173"/>
                  <a:pt x="709583" y="543767"/>
                  <a:pt x="709583" y="560536"/>
                </a:cubicBezTo>
                <a:cubicBezTo>
                  <a:pt x="709583" y="577306"/>
                  <a:pt x="695989" y="590900"/>
                  <a:pt x="679220" y="590900"/>
                </a:cubicBezTo>
                <a:cubicBezTo>
                  <a:pt x="662450" y="590900"/>
                  <a:pt x="648856" y="577306"/>
                  <a:pt x="648856" y="560536"/>
                </a:cubicBezTo>
                <a:cubicBezTo>
                  <a:pt x="648856" y="543767"/>
                  <a:pt x="662450" y="530173"/>
                  <a:pt x="679220" y="530173"/>
                </a:cubicBezTo>
                <a:close/>
                <a:moveTo>
                  <a:pt x="606665" y="530173"/>
                </a:moveTo>
                <a:cubicBezTo>
                  <a:pt x="623435" y="530173"/>
                  <a:pt x="637029" y="543767"/>
                  <a:pt x="637029" y="560536"/>
                </a:cubicBezTo>
                <a:cubicBezTo>
                  <a:pt x="637029" y="577306"/>
                  <a:pt x="623435" y="590900"/>
                  <a:pt x="606665" y="590900"/>
                </a:cubicBezTo>
                <a:cubicBezTo>
                  <a:pt x="589896" y="590900"/>
                  <a:pt x="576302" y="577306"/>
                  <a:pt x="576302" y="560536"/>
                </a:cubicBezTo>
                <a:cubicBezTo>
                  <a:pt x="576302" y="543767"/>
                  <a:pt x="589896" y="530173"/>
                  <a:pt x="606665" y="530173"/>
                </a:cubicBezTo>
                <a:close/>
                <a:moveTo>
                  <a:pt x="534111" y="530173"/>
                </a:moveTo>
                <a:cubicBezTo>
                  <a:pt x="550880" y="530173"/>
                  <a:pt x="564474" y="543767"/>
                  <a:pt x="564474" y="560536"/>
                </a:cubicBezTo>
                <a:cubicBezTo>
                  <a:pt x="564474" y="577306"/>
                  <a:pt x="550880" y="590900"/>
                  <a:pt x="534111" y="590900"/>
                </a:cubicBezTo>
                <a:cubicBezTo>
                  <a:pt x="517341" y="590900"/>
                  <a:pt x="503747" y="577306"/>
                  <a:pt x="503747" y="560536"/>
                </a:cubicBezTo>
                <a:cubicBezTo>
                  <a:pt x="503747" y="543767"/>
                  <a:pt x="517341" y="530173"/>
                  <a:pt x="534111" y="530173"/>
                </a:cubicBezTo>
                <a:close/>
                <a:moveTo>
                  <a:pt x="461556" y="530173"/>
                </a:moveTo>
                <a:cubicBezTo>
                  <a:pt x="478326" y="530173"/>
                  <a:pt x="491920" y="543767"/>
                  <a:pt x="491920" y="560536"/>
                </a:cubicBezTo>
                <a:cubicBezTo>
                  <a:pt x="491920" y="577306"/>
                  <a:pt x="478326" y="590900"/>
                  <a:pt x="461556" y="590900"/>
                </a:cubicBezTo>
                <a:cubicBezTo>
                  <a:pt x="444787" y="590900"/>
                  <a:pt x="431192" y="577306"/>
                  <a:pt x="431192" y="560536"/>
                </a:cubicBezTo>
                <a:cubicBezTo>
                  <a:pt x="431192" y="543767"/>
                  <a:pt x="444787" y="530173"/>
                  <a:pt x="461556" y="530173"/>
                </a:cubicBezTo>
                <a:close/>
                <a:moveTo>
                  <a:pt x="389002" y="530173"/>
                </a:moveTo>
                <a:cubicBezTo>
                  <a:pt x="405771" y="530173"/>
                  <a:pt x="419365" y="543767"/>
                  <a:pt x="419365" y="560536"/>
                </a:cubicBezTo>
                <a:cubicBezTo>
                  <a:pt x="419365" y="577306"/>
                  <a:pt x="405771" y="590900"/>
                  <a:pt x="389002" y="590900"/>
                </a:cubicBezTo>
                <a:cubicBezTo>
                  <a:pt x="372232" y="590900"/>
                  <a:pt x="358638" y="577306"/>
                  <a:pt x="358638" y="560536"/>
                </a:cubicBezTo>
                <a:cubicBezTo>
                  <a:pt x="358638" y="543767"/>
                  <a:pt x="372232" y="530173"/>
                  <a:pt x="389002" y="530173"/>
                </a:cubicBezTo>
                <a:close/>
                <a:moveTo>
                  <a:pt x="316447" y="530173"/>
                </a:moveTo>
                <a:cubicBezTo>
                  <a:pt x="333216" y="530173"/>
                  <a:pt x="346810" y="543767"/>
                  <a:pt x="346810" y="560536"/>
                </a:cubicBezTo>
                <a:cubicBezTo>
                  <a:pt x="346810" y="577306"/>
                  <a:pt x="333216" y="590900"/>
                  <a:pt x="316447" y="590900"/>
                </a:cubicBezTo>
                <a:cubicBezTo>
                  <a:pt x="299677" y="590900"/>
                  <a:pt x="286084" y="577306"/>
                  <a:pt x="286084" y="560536"/>
                </a:cubicBezTo>
                <a:cubicBezTo>
                  <a:pt x="286084" y="543767"/>
                  <a:pt x="299677" y="530173"/>
                  <a:pt x="316447" y="530173"/>
                </a:cubicBezTo>
                <a:close/>
                <a:moveTo>
                  <a:pt x="243892" y="530173"/>
                </a:moveTo>
                <a:cubicBezTo>
                  <a:pt x="260662" y="530173"/>
                  <a:pt x="274256" y="543767"/>
                  <a:pt x="274256" y="560536"/>
                </a:cubicBezTo>
                <a:cubicBezTo>
                  <a:pt x="274256" y="577306"/>
                  <a:pt x="260662" y="590900"/>
                  <a:pt x="243892" y="590900"/>
                </a:cubicBezTo>
                <a:cubicBezTo>
                  <a:pt x="227123" y="590900"/>
                  <a:pt x="213529" y="577306"/>
                  <a:pt x="213529" y="560536"/>
                </a:cubicBezTo>
                <a:cubicBezTo>
                  <a:pt x="213529" y="543767"/>
                  <a:pt x="227123" y="530173"/>
                  <a:pt x="243892" y="530173"/>
                </a:cubicBezTo>
                <a:close/>
                <a:moveTo>
                  <a:pt x="171339" y="530173"/>
                </a:moveTo>
                <a:cubicBezTo>
                  <a:pt x="188107" y="530173"/>
                  <a:pt x="201701" y="543767"/>
                  <a:pt x="201701" y="560536"/>
                </a:cubicBezTo>
                <a:cubicBezTo>
                  <a:pt x="201701" y="577306"/>
                  <a:pt x="188107" y="590900"/>
                  <a:pt x="171339" y="590900"/>
                </a:cubicBezTo>
                <a:cubicBezTo>
                  <a:pt x="154673" y="590900"/>
                  <a:pt x="141079" y="577306"/>
                  <a:pt x="141079" y="560536"/>
                </a:cubicBezTo>
                <a:cubicBezTo>
                  <a:pt x="141079" y="543767"/>
                  <a:pt x="154673" y="530173"/>
                  <a:pt x="171339" y="530173"/>
                </a:cubicBezTo>
                <a:close/>
                <a:moveTo>
                  <a:pt x="98904" y="530173"/>
                </a:moveTo>
                <a:cubicBezTo>
                  <a:pt x="115664" y="530173"/>
                  <a:pt x="129258" y="543767"/>
                  <a:pt x="129258" y="560536"/>
                </a:cubicBezTo>
                <a:cubicBezTo>
                  <a:pt x="129258" y="577306"/>
                  <a:pt x="115664" y="590900"/>
                  <a:pt x="98904" y="590900"/>
                </a:cubicBezTo>
                <a:cubicBezTo>
                  <a:pt x="82130" y="590900"/>
                  <a:pt x="68536" y="577306"/>
                  <a:pt x="68536" y="560536"/>
                </a:cubicBezTo>
                <a:cubicBezTo>
                  <a:pt x="68536" y="543767"/>
                  <a:pt x="82130" y="530173"/>
                  <a:pt x="98904" y="530173"/>
                </a:cubicBezTo>
                <a:close/>
                <a:moveTo>
                  <a:pt x="26349" y="530173"/>
                </a:moveTo>
                <a:cubicBezTo>
                  <a:pt x="43112" y="530173"/>
                  <a:pt x="56707" y="543767"/>
                  <a:pt x="56707" y="560536"/>
                </a:cubicBezTo>
                <a:cubicBezTo>
                  <a:pt x="56707" y="577306"/>
                  <a:pt x="43112" y="590900"/>
                  <a:pt x="26349" y="590900"/>
                </a:cubicBezTo>
                <a:cubicBezTo>
                  <a:pt x="17963" y="590900"/>
                  <a:pt x="10372" y="587502"/>
                  <a:pt x="4877" y="582007"/>
                </a:cubicBezTo>
                <a:lnTo>
                  <a:pt x="0" y="570232"/>
                </a:lnTo>
                <a:lnTo>
                  <a:pt x="0" y="550840"/>
                </a:lnTo>
                <a:lnTo>
                  <a:pt x="4877" y="539066"/>
                </a:lnTo>
                <a:cubicBezTo>
                  <a:pt x="10372" y="533572"/>
                  <a:pt x="17963" y="530173"/>
                  <a:pt x="26349" y="530173"/>
                </a:cubicBezTo>
                <a:close/>
                <a:moveTo>
                  <a:pt x="1673704" y="458486"/>
                </a:moveTo>
                <a:lnTo>
                  <a:pt x="1671744" y="497284"/>
                </a:lnTo>
                <a:lnTo>
                  <a:pt x="1664620" y="480084"/>
                </a:lnTo>
                <a:cubicBezTo>
                  <a:pt x="1664620" y="471700"/>
                  <a:pt x="1668019" y="464109"/>
                  <a:pt x="1673514" y="458614"/>
                </a:cubicBezTo>
                <a:close/>
                <a:moveTo>
                  <a:pt x="1622429" y="449721"/>
                </a:moveTo>
                <a:cubicBezTo>
                  <a:pt x="1639199" y="449721"/>
                  <a:pt x="1652792" y="463315"/>
                  <a:pt x="1652792" y="480084"/>
                </a:cubicBezTo>
                <a:cubicBezTo>
                  <a:pt x="1652792" y="496854"/>
                  <a:pt x="1639199" y="510448"/>
                  <a:pt x="1622429" y="510448"/>
                </a:cubicBezTo>
                <a:cubicBezTo>
                  <a:pt x="1605659" y="510448"/>
                  <a:pt x="1592066" y="496854"/>
                  <a:pt x="1592066" y="480084"/>
                </a:cubicBezTo>
                <a:cubicBezTo>
                  <a:pt x="1592066" y="463315"/>
                  <a:pt x="1605659" y="449721"/>
                  <a:pt x="1622429" y="449721"/>
                </a:cubicBezTo>
                <a:close/>
                <a:moveTo>
                  <a:pt x="1549874" y="449721"/>
                </a:moveTo>
                <a:cubicBezTo>
                  <a:pt x="1566644" y="449721"/>
                  <a:pt x="1580238" y="463315"/>
                  <a:pt x="1580238" y="480084"/>
                </a:cubicBezTo>
                <a:cubicBezTo>
                  <a:pt x="1580238" y="496854"/>
                  <a:pt x="1566644" y="510448"/>
                  <a:pt x="1549874" y="510448"/>
                </a:cubicBezTo>
                <a:cubicBezTo>
                  <a:pt x="1533105" y="510448"/>
                  <a:pt x="1519511" y="496854"/>
                  <a:pt x="1519511" y="480084"/>
                </a:cubicBezTo>
                <a:cubicBezTo>
                  <a:pt x="1519511" y="463315"/>
                  <a:pt x="1533105" y="449721"/>
                  <a:pt x="1549874" y="449721"/>
                </a:cubicBezTo>
                <a:close/>
                <a:moveTo>
                  <a:pt x="1477320" y="449721"/>
                </a:moveTo>
                <a:cubicBezTo>
                  <a:pt x="1494089" y="449721"/>
                  <a:pt x="1507683" y="463315"/>
                  <a:pt x="1507683" y="480084"/>
                </a:cubicBezTo>
                <a:cubicBezTo>
                  <a:pt x="1507683" y="496854"/>
                  <a:pt x="1494089" y="510448"/>
                  <a:pt x="1477320" y="510448"/>
                </a:cubicBezTo>
                <a:cubicBezTo>
                  <a:pt x="1460550" y="510448"/>
                  <a:pt x="1446956" y="496854"/>
                  <a:pt x="1446956" y="480084"/>
                </a:cubicBezTo>
                <a:cubicBezTo>
                  <a:pt x="1446956" y="463315"/>
                  <a:pt x="1460550" y="449721"/>
                  <a:pt x="1477320" y="449721"/>
                </a:cubicBezTo>
                <a:close/>
                <a:moveTo>
                  <a:pt x="1404765" y="449721"/>
                </a:moveTo>
                <a:cubicBezTo>
                  <a:pt x="1421535" y="449721"/>
                  <a:pt x="1435129" y="463315"/>
                  <a:pt x="1435129" y="480084"/>
                </a:cubicBezTo>
                <a:cubicBezTo>
                  <a:pt x="1435129" y="496854"/>
                  <a:pt x="1421535" y="510448"/>
                  <a:pt x="1404765" y="510448"/>
                </a:cubicBezTo>
                <a:cubicBezTo>
                  <a:pt x="1387996" y="510448"/>
                  <a:pt x="1374402" y="496854"/>
                  <a:pt x="1374402" y="480084"/>
                </a:cubicBezTo>
                <a:cubicBezTo>
                  <a:pt x="1374402" y="463315"/>
                  <a:pt x="1387996" y="449721"/>
                  <a:pt x="1404765" y="449721"/>
                </a:cubicBezTo>
                <a:close/>
                <a:moveTo>
                  <a:pt x="1332211" y="449721"/>
                </a:moveTo>
                <a:cubicBezTo>
                  <a:pt x="1348980" y="449721"/>
                  <a:pt x="1362574" y="463315"/>
                  <a:pt x="1362574" y="480084"/>
                </a:cubicBezTo>
                <a:cubicBezTo>
                  <a:pt x="1362574" y="496854"/>
                  <a:pt x="1348980" y="510448"/>
                  <a:pt x="1332211" y="510448"/>
                </a:cubicBezTo>
                <a:cubicBezTo>
                  <a:pt x="1315441" y="510448"/>
                  <a:pt x="1301847" y="496854"/>
                  <a:pt x="1301847" y="480084"/>
                </a:cubicBezTo>
                <a:cubicBezTo>
                  <a:pt x="1301847" y="463315"/>
                  <a:pt x="1315441" y="449721"/>
                  <a:pt x="1332211" y="449721"/>
                </a:cubicBezTo>
                <a:close/>
                <a:moveTo>
                  <a:pt x="1259656" y="449721"/>
                </a:moveTo>
                <a:cubicBezTo>
                  <a:pt x="1276426" y="449721"/>
                  <a:pt x="1290020" y="463315"/>
                  <a:pt x="1290020" y="480084"/>
                </a:cubicBezTo>
                <a:cubicBezTo>
                  <a:pt x="1290020" y="496854"/>
                  <a:pt x="1276426" y="510448"/>
                  <a:pt x="1259656" y="510448"/>
                </a:cubicBezTo>
                <a:cubicBezTo>
                  <a:pt x="1242887" y="510448"/>
                  <a:pt x="1229293" y="496854"/>
                  <a:pt x="1229293" y="480084"/>
                </a:cubicBezTo>
                <a:cubicBezTo>
                  <a:pt x="1229293" y="463315"/>
                  <a:pt x="1242887" y="449721"/>
                  <a:pt x="1259656" y="449721"/>
                </a:cubicBezTo>
                <a:close/>
                <a:moveTo>
                  <a:pt x="1187102" y="449721"/>
                </a:moveTo>
                <a:cubicBezTo>
                  <a:pt x="1203871" y="449721"/>
                  <a:pt x="1217465" y="463315"/>
                  <a:pt x="1217465" y="480084"/>
                </a:cubicBezTo>
                <a:cubicBezTo>
                  <a:pt x="1217465" y="496854"/>
                  <a:pt x="1203871" y="510448"/>
                  <a:pt x="1187102" y="510448"/>
                </a:cubicBezTo>
                <a:cubicBezTo>
                  <a:pt x="1170332" y="510448"/>
                  <a:pt x="1156738" y="496854"/>
                  <a:pt x="1156738" y="480084"/>
                </a:cubicBezTo>
                <a:cubicBezTo>
                  <a:pt x="1156738" y="463315"/>
                  <a:pt x="1170332" y="449721"/>
                  <a:pt x="1187102" y="449721"/>
                </a:cubicBezTo>
                <a:close/>
                <a:moveTo>
                  <a:pt x="1114547" y="449721"/>
                </a:moveTo>
                <a:cubicBezTo>
                  <a:pt x="1131317" y="449721"/>
                  <a:pt x="1144911" y="463315"/>
                  <a:pt x="1144911" y="480084"/>
                </a:cubicBezTo>
                <a:cubicBezTo>
                  <a:pt x="1144911" y="496854"/>
                  <a:pt x="1131317" y="510448"/>
                  <a:pt x="1114547" y="510448"/>
                </a:cubicBezTo>
                <a:cubicBezTo>
                  <a:pt x="1097778" y="510448"/>
                  <a:pt x="1084184" y="496854"/>
                  <a:pt x="1084184" y="480084"/>
                </a:cubicBezTo>
                <a:cubicBezTo>
                  <a:pt x="1084184" y="463315"/>
                  <a:pt x="1097778" y="449721"/>
                  <a:pt x="1114547" y="449721"/>
                </a:cubicBezTo>
                <a:close/>
                <a:moveTo>
                  <a:pt x="1041993" y="449721"/>
                </a:moveTo>
                <a:cubicBezTo>
                  <a:pt x="1058762" y="449721"/>
                  <a:pt x="1072356" y="463315"/>
                  <a:pt x="1072356" y="480084"/>
                </a:cubicBezTo>
                <a:cubicBezTo>
                  <a:pt x="1072356" y="496854"/>
                  <a:pt x="1058762" y="510448"/>
                  <a:pt x="1041993" y="510448"/>
                </a:cubicBezTo>
                <a:cubicBezTo>
                  <a:pt x="1025223" y="510448"/>
                  <a:pt x="1011629" y="496854"/>
                  <a:pt x="1011629" y="480084"/>
                </a:cubicBezTo>
                <a:cubicBezTo>
                  <a:pt x="1011629" y="463315"/>
                  <a:pt x="1025223" y="449721"/>
                  <a:pt x="1041993" y="449721"/>
                </a:cubicBezTo>
                <a:close/>
                <a:moveTo>
                  <a:pt x="969438" y="449721"/>
                </a:moveTo>
                <a:cubicBezTo>
                  <a:pt x="986208" y="449721"/>
                  <a:pt x="999801" y="463315"/>
                  <a:pt x="999801" y="480084"/>
                </a:cubicBezTo>
                <a:cubicBezTo>
                  <a:pt x="999801" y="496854"/>
                  <a:pt x="986208" y="510448"/>
                  <a:pt x="969438" y="510448"/>
                </a:cubicBezTo>
                <a:cubicBezTo>
                  <a:pt x="952669" y="510448"/>
                  <a:pt x="939075" y="496854"/>
                  <a:pt x="939075" y="480084"/>
                </a:cubicBezTo>
                <a:cubicBezTo>
                  <a:pt x="939075" y="463315"/>
                  <a:pt x="952669" y="449721"/>
                  <a:pt x="969438" y="449721"/>
                </a:cubicBezTo>
                <a:close/>
                <a:moveTo>
                  <a:pt x="896883" y="449721"/>
                </a:moveTo>
                <a:cubicBezTo>
                  <a:pt x="913653" y="449721"/>
                  <a:pt x="927247" y="463315"/>
                  <a:pt x="927247" y="480084"/>
                </a:cubicBezTo>
                <a:cubicBezTo>
                  <a:pt x="927247" y="496854"/>
                  <a:pt x="913653" y="510448"/>
                  <a:pt x="896883" y="510448"/>
                </a:cubicBezTo>
                <a:cubicBezTo>
                  <a:pt x="880114" y="510448"/>
                  <a:pt x="866520" y="496854"/>
                  <a:pt x="866520" y="480084"/>
                </a:cubicBezTo>
                <a:cubicBezTo>
                  <a:pt x="866520" y="463315"/>
                  <a:pt x="880114" y="449721"/>
                  <a:pt x="896883" y="449721"/>
                </a:cubicBezTo>
                <a:close/>
                <a:moveTo>
                  <a:pt x="824329" y="449721"/>
                </a:moveTo>
                <a:cubicBezTo>
                  <a:pt x="841098" y="449721"/>
                  <a:pt x="854692" y="463315"/>
                  <a:pt x="854692" y="480084"/>
                </a:cubicBezTo>
                <a:cubicBezTo>
                  <a:pt x="854692" y="496854"/>
                  <a:pt x="841098" y="510448"/>
                  <a:pt x="824329" y="510448"/>
                </a:cubicBezTo>
                <a:cubicBezTo>
                  <a:pt x="807559" y="510448"/>
                  <a:pt x="793965" y="496854"/>
                  <a:pt x="793965" y="480084"/>
                </a:cubicBezTo>
                <a:cubicBezTo>
                  <a:pt x="793965" y="463315"/>
                  <a:pt x="807559" y="449721"/>
                  <a:pt x="824329" y="449721"/>
                </a:cubicBezTo>
                <a:close/>
                <a:moveTo>
                  <a:pt x="751774" y="449721"/>
                </a:moveTo>
                <a:cubicBezTo>
                  <a:pt x="768544" y="449721"/>
                  <a:pt x="782138" y="463315"/>
                  <a:pt x="782138" y="480084"/>
                </a:cubicBezTo>
                <a:cubicBezTo>
                  <a:pt x="782138" y="496854"/>
                  <a:pt x="768544" y="510448"/>
                  <a:pt x="751774" y="510448"/>
                </a:cubicBezTo>
                <a:cubicBezTo>
                  <a:pt x="735005" y="510448"/>
                  <a:pt x="721411" y="496854"/>
                  <a:pt x="721411" y="480084"/>
                </a:cubicBezTo>
                <a:cubicBezTo>
                  <a:pt x="721411" y="463315"/>
                  <a:pt x="735005" y="449721"/>
                  <a:pt x="751774" y="449721"/>
                </a:cubicBezTo>
                <a:close/>
                <a:moveTo>
                  <a:pt x="679220" y="449721"/>
                </a:moveTo>
                <a:cubicBezTo>
                  <a:pt x="695989" y="449721"/>
                  <a:pt x="709583" y="463315"/>
                  <a:pt x="709583" y="480084"/>
                </a:cubicBezTo>
                <a:cubicBezTo>
                  <a:pt x="709583" y="496854"/>
                  <a:pt x="695989" y="510448"/>
                  <a:pt x="679220" y="510448"/>
                </a:cubicBezTo>
                <a:cubicBezTo>
                  <a:pt x="662450" y="510448"/>
                  <a:pt x="648856" y="496854"/>
                  <a:pt x="648856" y="480084"/>
                </a:cubicBezTo>
                <a:cubicBezTo>
                  <a:pt x="648856" y="463315"/>
                  <a:pt x="662450" y="449721"/>
                  <a:pt x="679220" y="449721"/>
                </a:cubicBezTo>
                <a:close/>
                <a:moveTo>
                  <a:pt x="606665" y="449721"/>
                </a:moveTo>
                <a:cubicBezTo>
                  <a:pt x="623435" y="449721"/>
                  <a:pt x="637029" y="463315"/>
                  <a:pt x="637029" y="480084"/>
                </a:cubicBezTo>
                <a:cubicBezTo>
                  <a:pt x="637029" y="496854"/>
                  <a:pt x="623435" y="510448"/>
                  <a:pt x="606665" y="510448"/>
                </a:cubicBezTo>
                <a:cubicBezTo>
                  <a:pt x="589896" y="510448"/>
                  <a:pt x="576302" y="496854"/>
                  <a:pt x="576302" y="480084"/>
                </a:cubicBezTo>
                <a:cubicBezTo>
                  <a:pt x="576302" y="463315"/>
                  <a:pt x="589896" y="449721"/>
                  <a:pt x="606665" y="449721"/>
                </a:cubicBezTo>
                <a:close/>
                <a:moveTo>
                  <a:pt x="534111" y="449721"/>
                </a:moveTo>
                <a:cubicBezTo>
                  <a:pt x="550880" y="449721"/>
                  <a:pt x="564474" y="463315"/>
                  <a:pt x="564474" y="480084"/>
                </a:cubicBezTo>
                <a:cubicBezTo>
                  <a:pt x="564474" y="496854"/>
                  <a:pt x="550880" y="510448"/>
                  <a:pt x="534111" y="510448"/>
                </a:cubicBezTo>
                <a:cubicBezTo>
                  <a:pt x="517341" y="510448"/>
                  <a:pt x="503747" y="496854"/>
                  <a:pt x="503747" y="480084"/>
                </a:cubicBezTo>
                <a:cubicBezTo>
                  <a:pt x="503747" y="463315"/>
                  <a:pt x="517341" y="449721"/>
                  <a:pt x="534111" y="449721"/>
                </a:cubicBezTo>
                <a:close/>
                <a:moveTo>
                  <a:pt x="461556" y="449721"/>
                </a:moveTo>
                <a:cubicBezTo>
                  <a:pt x="478326" y="449721"/>
                  <a:pt x="491920" y="463315"/>
                  <a:pt x="491920" y="480084"/>
                </a:cubicBezTo>
                <a:cubicBezTo>
                  <a:pt x="491920" y="496854"/>
                  <a:pt x="478326" y="510448"/>
                  <a:pt x="461556" y="510448"/>
                </a:cubicBezTo>
                <a:cubicBezTo>
                  <a:pt x="444787" y="510448"/>
                  <a:pt x="431192" y="496854"/>
                  <a:pt x="431192" y="480084"/>
                </a:cubicBezTo>
                <a:cubicBezTo>
                  <a:pt x="431192" y="463315"/>
                  <a:pt x="444787" y="449721"/>
                  <a:pt x="461556" y="449721"/>
                </a:cubicBezTo>
                <a:close/>
                <a:moveTo>
                  <a:pt x="389002" y="449721"/>
                </a:moveTo>
                <a:cubicBezTo>
                  <a:pt x="405771" y="449721"/>
                  <a:pt x="419365" y="463315"/>
                  <a:pt x="419365" y="480084"/>
                </a:cubicBezTo>
                <a:cubicBezTo>
                  <a:pt x="419365" y="496854"/>
                  <a:pt x="405771" y="510448"/>
                  <a:pt x="389002" y="510448"/>
                </a:cubicBezTo>
                <a:cubicBezTo>
                  <a:pt x="372232" y="510448"/>
                  <a:pt x="358638" y="496854"/>
                  <a:pt x="358638" y="480084"/>
                </a:cubicBezTo>
                <a:cubicBezTo>
                  <a:pt x="358638" y="463315"/>
                  <a:pt x="372232" y="449721"/>
                  <a:pt x="389002" y="449721"/>
                </a:cubicBezTo>
                <a:close/>
                <a:moveTo>
                  <a:pt x="316447" y="449721"/>
                </a:moveTo>
                <a:cubicBezTo>
                  <a:pt x="333216" y="449721"/>
                  <a:pt x="346810" y="463315"/>
                  <a:pt x="346810" y="480084"/>
                </a:cubicBezTo>
                <a:cubicBezTo>
                  <a:pt x="346810" y="496854"/>
                  <a:pt x="333216" y="510448"/>
                  <a:pt x="316447" y="510448"/>
                </a:cubicBezTo>
                <a:cubicBezTo>
                  <a:pt x="299677" y="510448"/>
                  <a:pt x="286084" y="496854"/>
                  <a:pt x="286084" y="480084"/>
                </a:cubicBezTo>
                <a:cubicBezTo>
                  <a:pt x="286084" y="463315"/>
                  <a:pt x="299677" y="449721"/>
                  <a:pt x="316447" y="449721"/>
                </a:cubicBezTo>
                <a:close/>
                <a:moveTo>
                  <a:pt x="243892" y="449721"/>
                </a:moveTo>
                <a:cubicBezTo>
                  <a:pt x="260662" y="449721"/>
                  <a:pt x="274256" y="463315"/>
                  <a:pt x="274256" y="480084"/>
                </a:cubicBezTo>
                <a:cubicBezTo>
                  <a:pt x="274256" y="496854"/>
                  <a:pt x="260662" y="510448"/>
                  <a:pt x="243892" y="510448"/>
                </a:cubicBezTo>
                <a:cubicBezTo>
                  <a:pt x="227123" y="510448"/>
                  <a:pt x="213529" y="496854"/>
                  <a:pt x="213529" y="480084"/>
                </a:cubicBezTo>
                <a:cubicBezTo>
                  <a:pt x="213529" y="463315"/>
                  <a:pt x="227123" y="449721"/>
                  <a:pt x="243892" y="449721"/>
                </a:cubicBezTo>
                <a:close/>
                <a:moveTo>
                  <a:pt x="171339" y="449721"/>
                </a:moveTo>
                <a:cubicBezTo>
                  <a:pt x="188107" y="449721"/>
                  <a:pt x="201701" y="463315"/>
                  <a:pt x="201701" y="480084"/>
                </a:cubicBezTo>
                <a:cubicBezTo>
                  <a:pt x="201701" y="496854"/>
                  <a:pt x="188107" y="510448"/>
                  <a:pt x="171339" y="510448"/>
                </a:cubicBezTo>
                <a:cubicBezTo>
                  <a:pt x="154679" y="510448"/>
                  <a:pt x="141085" y="496854"/>
                  <a:pt x="141085" y="480084"/>
                </a:cubicBezTo>
                <a:cubicBezTo>
                  <a:pt x="141085" y="463315"/>
                  <a:pt x="154679" y="449721"/>
                  <a:pt x="171339" y="449721"/>
                </a:cubicBezTo>
                <a:close/>
                <a:moveTo>
                  <a:pt x="98910" y="449721"/>
                </a:moveTo>
                <a:cubicBezTo>
                  <a:pt x="115670" y="449721"/>
                  <a:pt x="129264" y="463315"/>
                  <a:pt x="129264" y="480084"/>
                </a:cubicBezTo>
                <a:cubicBezTo>
                  <a:pt x="129264" y="496854"/>
                  <a:pt x="115670" y="510448"/>
                  <a:pt x="98910" y="510448"/>
                </a:cubicBezTo>
                <a:cubicBezTo>
                  <a:pt x="82136" y="510448"/>
                  <a:pt x="68542" y="496854"/>
                  <a:pt x="68542" y="480084"/>
                </a:cubicBezTo>
                <a:cubicBezTo>
                  <a:pt x="68542" y="463315"/>
                  <a:pt x="82136" y="449721"/>
                  <a:pt x="98910" y="449721"/>
                </a:cubicBezTo>
                <a:close/>
                <a:moveTo>
                  <a:pt x="26355" y="449721"/>
                </a:moveTo>
                <a:cubicBezTo>
                  <a:pt x="43118" y="449721"/>
                  <a:pt x="56713" y="463315"/>
                  <a:pt x="56713" y="480084"/>
                </a:cubicBezTo>
                <a:cubicBezTo>
                  <a:pt x="56713" y="496854"/>
                  <a:pt x="43118" y="510448"/>
                  <a:pt x="26355" y="510448"/>
                </a:cubicBezTo>
                <a:cubicBezTo>
                  <a:pt x="17970" y="510448"/>
                  <a:pt x="10379" y="507050"/>
                  <a:pt x="4884" y="501555"/>
                </a:cubicBezTo>
                <a:lnTo>
                  <a:pt x="0" y="489763"/>
                </a:lnTo>
                <a:lnTo>
                  <a:pt x="0" y="470405"/>
                </a:lnTo>
                <a:lnTo>
                  <a:pt x="4884" y="458614"/>
                </a:lnTo>
                <a:cubicBezTo>
                  <a:pt x="10379" y="453120"/>
                  <a:pt x="17970" y="449721"/>
                  <a:pt x="26355" y="449721"/>
                </a:cubicBezTo>
                <a:close/>
                <a:moveTo>
                  <a:pt x="1673066" y="379245"/>
                </a:moveTo>
                <a:lnTo>
                  <a:pt x="1675237" y="422266"/>
                </a:lnTo>
                <a:lnTo>
                  <a:pt x="1673514" y="421103"/>
                </a:lnTo>
                <a:cubicBezTo>
                  <a:pt x="1668019" y="415609"/>
                  <a:pt x="1664620" y="408017"/>
                  <a:pt x="1664620" y="399633"/>
                </a:cubicBezTo>
                <a:close/>
                <a:moveTo>
                  <a:pt x="1622429" y="369269"/>
                </a:moveTo>
                <a:cubicBezTo>
                  <a:pt x="1639199" y="369269"/>
                  <a:pt x="1652792" y="382864"/>
                  <a:pt x="1652792" y="399633"/>
                </a:cubicBezTo>
                <a:cubicBezTo>
                  <a:pt x="1652792" y="416402"/>
                  <a:pt x="1639199" y="429997"/>
                  <a:pt x="1622429" y="429997"/>
                </a:cubicBezTo>
                <a:cubicBezTo>
                  <a:pt x="1605659" y="429997"/>
                  <a:pt x="1592066" y="416402"/>
                  <a:pt x="1592066" y="399633"/>
                </a:cubicBezTo>
                <a:cubicBezTo>
                  <a:pt x="1592066" y="382864"/>
                  <a:pt x="1605659" y="369269"/>
                  <a:pt x="1622429" y="369269"/>
                </a:cubicBezTo>
                <a:close/>
                <a:moveTo>
                  <a:pt x="1549874" y="369269"/>
                </a:moveTo>
                <a:cubicBezTo>
                  <a:pt x="1566644" y="369269"/>
                  <a:pt x="1580238" y="382864"/>
                  <a:pt x="1580238" y="399633"/>
                </a:cubicBezTo>
                <a:cubicBezTo>
                  <a:pt x="1580238" y="416402"/>
                  <a:pt x="1566644" y="429997"/>
                  <a:pt x="1549874" y="429997"/>
                </a:cubicBezTo>
                <a:cubicBezTo>
                  <a:pt x="1533105" y="429997"/>
                  <a:pt x="1519511" y="416402"/>
                  <a:pt x="1519511" y="399633"/>
                </a:cubicBezTo>
                <a:cubicBezTo>
                  <a:pt x="1519511" y="382864"/>
                  <a:pt x="1533105" y="369269"/>
                  <a:pt x="1549874" y="369269"/>
                </a:cubicBezTo>
                <a:close/>
                <a:moveTo>
                  <a:pt x="1477320" y="369269"/>
                </a:moveTo>
                <a:cubicBezTo>
                  <a:pt x="1494089" y="369269"/>
                  <a:pt x="1507683" y="382864"/>
                  <a:pt x="1507683" y="399633"/>
                </a:cubicBezTo>
                <a:cubicBezTo>
                  <a:pt x="1507683" y="416402"/>
                  <a:pt x="1494089" y="429997"/>
                  <a:pt x="1477320" y="429997"/>
                </a:cubicBezTo>
                <a:cubicBezTo>
                  <a:pt x="1460550" y="429997"/>
                  <a:pt x="1446956" y="416402"/>
                  <a:pt x="1446956" y="399633"/>
                </a:cubicBezTo>
                <a:cubicBezTo>
                  <a:pt x="1446956" y="382864"/>
                  <a:pt x="1460550" y="369269"/>
                  <a:pt x="1477320" y="369269"/>
                </a:cubicBezTo>
                <a:close/>
                <a:moveTo>
                  <a:pt x="1404765" y="369269"/>
                </a:moveTo>
                <a:cubicBezTo>
                  <a:pt x="1421535" y="369269"/>
                  <a:pt x="1435129" y="382864"/>
                  <a:pt x="1435129" y="399633"/>
                </a:cubicBezTo>
                <a:cubicBezTo>
                  <a:pt x="1435129" y="416402"/>
                  <a:pt x="1421535" y="429997"/>
                  <a:pt x="1404765" y="429997"/>
                </a:cubicBezTo>
                <a:cubicBezTo>
                  <a:pt x="1387996" y="429997"/>
                  <a:pt x="1374402" y="416402"/>
                  <a:pt x="1374402" y="399633"/>
                </a:cubicBezTo>
                <a:cubicBezTo>
                  <a:pt x="1374402" y="382864"/>
                  <a:pt x="1387996" y="369269"/>
                  <a:pt x="1404765" y="369269"/>
                </a:cubicBezTo>
                <a:close/>
                <a:moveTo>
                  <a:pt x="1332211" y="369269"/>
                </a:moveTo>
                <a:cubicBezTo>
                  <a:pt x="1348980" y="369269"/>
                  <a:pt x="1362574" y="382864"/>
                  <a:pt x="1362574" y="399633"/>
                </a:cubicBezTo>
                <a:cubicBezTo>
                  <a:pt x="1362574" y="416402"/>
                  <a:pt x="1348980" y="429997"/>
                  <a:pt x="1332211" y="429997"/>
                </a:cubicBezTo>
                <a:cubicBezTo>
                  <a:pt x="1315441" y="429997"/>
                  <a:pt x="1301847" y="416402"/>
                  <a:pt x="1301847" y="399633"/>
                </a:cubicBezTo>
                <a:cubicBezTo>
                  <a:pt x="1301847" y="382864"/>
                  <a:pt x="1315441" y="369269"/>
                  <a:pt x="1332211" y="369269"/>
                </a:cubicBezTo>
                <a:close/>
                <a:moveTo>
                  <a:pt x="1259656" y="369269"/>
                </a:moveTo>
                <a:cubicBezTo>
                  <a:pt x="1276426" y="369269"/>
                  <a:pt x="1290020" y="382864"/>
                  <a:pt x="1290020" y="399633"/>
                </a:cubicBezTo>
                <a:cubicBezTo>
                  <a:pt x="1290020" y="416402"/>
                  <a:pt x="1276426" y="429997"/>
                  <a:pt x="1259656" y="429997"/>
                </a:cubicBezTo>
                <a:cubicBezTo>
                  <a:pt x="1242887" y="429997"/>
                  <a:pt x="1229293" y="416402"/>
                  <a:pt x="1229293" y="399633"/>
                </a:cubicBezTo>
                <a:cubicBezTo>
                  <a:pt x="1229293" y="382864"/>
                  <a:pt x="1242887" y="369269"/>
                  <a:pt x="1259656" y="369269"/>
                </a:cubicBezTo>
                <a:close/>
                <a:moveTo>
                  <a:pt x="1187102" y="369269"/>
                </a:moveTo>
                <a:cubicBezTo>
                  <a:pt x="1203871" y="369269"/>
                  <a:pt x="1217465" y="382864"/>
                  <a:pt x="1217465" y="399633"/>
                </a:cubicBezTo>
                <a:cubicBezTo>
                  <a:pt x="1217465" y="416402"/>
                  <a:pt x="1203871" y="429997"/>
                  <a:pt x="1187102" y="429997"/>
                </a:cubicBezTo>
                <a:cubicBezTo>
                  <a:pt x="1170332" y="429997"/>
                  <a:pt x="1156738" y="416402"/>
                  <a:pt x="1156738" y="399633"/>
                </a:cubicBezTo>
                <a:cubicBezTo>
                  <a:pt x="1156738" y="382864"/>
                  <a:pt x="1170332" y="369269"/>
                  <a:pt x="1187102" y="369269"/>
                </a:cubicBezTo>
                <a:close/>
                <a:moveTo>
                  <a:pt x="1114547" y="369269"/>
                </a:moveTo>
                <a:cubicBezTo>
                  <a:pt x="1131317" y="369269"/>
                  <a:pt x="1144911" y="382864"/>
                  <a:pt x="1144911" y="399633"/>
                </a:cubicBezTo>
                <a:cubicBezTo>
                  <a:pt x="1144911" y="416402"/>
                  <a:pt x="1131317" y="429997"/>
                  <a:pt x="1114547" y="429997"/>
                </a:cubicBezTo>
                <a:cubicBezTo>
                  <a:pt x="1097778" y="429997"/>
                  <a:pt x="1084184" y="416402"/>
                  <a:pt x="1084184" y="399633"/>
                </a:cubicBezTo>
                <a:cubicBezTo>
                  <a:pt x="1084184" y="382864"/>
                  <a:pt x="1097778" y="369269"/>
                  <a:pt x="1114547" y="369269"/>
                </a:cubicBezTo>
                <a:close/>
                <a:moveTo>
                  <a:pt x="1041993" y="369269"/>
                </a:moveTo>
                <a:cubicBezTo>
                  <a:pt x="1058762" y="369269"/>
                  <a:pt x="1072356" y="382864"/>
                  <a:pt x="1072356" y="399633"/>
                </a:cubicBezTo>
                <a:cubicBezTo>
                  <a:pt x="1072356" y="416402"/>
                  <a:pt x="1058762" y="429997"/>
                  <a:pt x="1041993" y="429997"/>
                </a:cubicBezTo>
                <a:cubicBezTo>
                  <a:pt x="1025223" y="429997"/>
                  <a:pt x="1011629" y="416402"/>
                  <a:pt x="1011629" y="399633"/>
                </a:cubicBezTo>
                <a:cubicBezTo>
                  <a:pt x="1011629" y="382864"/>
                  <a:pt x="1025223" y="369269"/>
                  <a:pt x="1041993" y="369269"/>
                </a:cubicBezTo>
                <a:close/>
                <a:moveTo>
                  <a:pt x="969438" y="369269"/>
                </a:moveTo>
                <a:cubicBezTo>
                  <a:pt x="986208" y="369269"/>
                  <a:pt x="999801" y="382864"/>
                  <a:pt x="999801" y="399633"/>
                </a:cubicBezTo>
                <a:cubicBezTo>
                  <a:pt x="999801" y="416402"/>
                  <a:pt x="986208" y="429997"/>
                  <a:pt x="969438" y="429997"/>
                </a:cubicBezTo>
                <a:cubicBezTo>
                  <a:pt x="952669" y="429997"/>
                  <a:pt x="939075" y="416402"/>
                  <a:pt x="939075" y="399633"/>
                </a:cubicBezTo>
                <a:cubicBezTo>
                  <a:pt x="939075" y="382864"/>
                  <a:pt x="952669" y="369269"/>
                  <a:pt x="969438" y="369269"/>
                </a:cubicBezTo>
                <a:close/>
                <a:moveTo>
                  <a:pt x="896883" y="369269"/>
                </a:moveTo>
                <a:cubicBezTo>
                  <a:pt x="913653" y="369269"/>
                  <a:pt x="927247" y="382864"/>
                  <a:pt x="927247" y="399633"/>
                </a:cubicBezTo>
                <a:cubicBezTo>
                  <a:pt x="927247" y="416402"/>
                  <a:pt x="913653" y="429997"/>
                  <a:pt x="896883" y="429997"/>
                </a:cubicBezTo>
                <a:cubicBezTo>
                  <a:pt x="880114" y="429997"/>
                  <a:pt x="866520" y="416402"/>
                  <a:pt x="866520" y="399633"/>
                </a:cubicBezTo>
                <a:cubicBezTo>
                  <a:pt x="866520" y="382864"/>
                  <a:pt x="880114" y="369269"/>
                  <a:pt x="896883" y="369269"/>
                </a:cubicBezTo>
                <a:close/>
                <a:moveTo>
                  <a:pt x="824329" y="369269"/>
                </a:moveTo>
                <a:cubicBezTo>
                  <a:pt x="841098" y="369269"/>
                  <a:pt x="854692" y="382864"/>
                  <a:pt x="854692" y="399633"/>
                </a:cubicBezTo>
                <a:cubicBezTo>
                  <a:pt x="854692" y="416402"/>
                  <a:pt x="841098" y="429997"/>
                  <a:pt x="824329" y="429997"/>
                </a:cubicBezTo>
                <a:cubicBezTo>
                  <a:pt x="807559" y="429997"/>
                  <a:pt x="793965" y="416402"/>
                  <a:pt x="793965" y="399633"/>
                </a:cubicBezTo>
                <a:cubicBezTo>
                  <a:pt x="793965" y="382864"/>
                  <a:pt x="807559" y="369269"/>
                  <a:pt x="824329" y="369269"/>
                </a:cubicBezTo>
                <a:close/>
                <a:moveTo>
                  <a:pt x="751774" y="369269"/>
                </a:moveTo>
                <a:cubicBezTo>
                  <a:pt x="768544" y="369269"/>
                  <a:pt x="782138" y="382864"/>
                  <a:pt x="782138" y="399633"/>
                </a:cubicBezTo>
                <a:cubicBezTo>
                  <a:pt x="782138" y="416402"/>
                  <a:pt x="768544" y="429997"/>
                  <a:pt x="751774" y="429997"/>
                </a:cubicBezTo>
                <a:cubicBezTo>
                  <a:pt x="735005" y="429997"/>
                  <a:pt x="721411" y="416402"/>
                  <a:pt x="721411" y="399633"/>
                </a:cubicBezTo>
                <a:cubicBezTo>
                  <a:pt x="721411" y="382864"/>
                  <a:pt x="735005" y="369269"/>
                  <a:pt x="751774" y="369269"/>
                </a:cubicBezTo>
                <a:close/>
                <a:moveTo>
                  <a:pt x="679220" y="369269"/>
                </a:moveTo>
                <a:cubicBezTo>
                  <a:pt x="695989" y="369269"/>
                  <a:pt x="709583" y="382864"/>
                  <a:pt x="709583" y="399633"/>
                </a:cubicBezTo>
                <a:cubicBezTo>
                  <a:pt x="709583" y="416402"/>
                  <a:pt x="695989" y="429997"/>
                  <a:pt x="679220" y="429997"/>
                </a:cubicBezTo>
                <a:cubicBezTo>
                  <a:pt x="662450" y="429997"/>
                  <a:pt x="648856" y="416402"/>
                  <a:pt x="648856" y="399633"/>
                </a:cubicBezTo>
                <a:cubicBezTo>
                  <a:pt x="648856" y="382864"/>
                  <a:pt x="662450" y="369269"/>
                  <a:pt x="679220" y="369269"/>
                </a:cubicBezTo>
                <a:close/>
                <a:moveTo>
                  <a:pt x="606665" y="369269"/>
                </a:moveTo>
                <a:cubicBezTo>
                  <a:pt x="623435" y="369269"/>
                  <a:pt x="637029" y="382864"/>
                  <a:pt x="637029" y="399633"/>
                </a:cubicBezTo>
                <a:cubicBezTo>
                  <a:pt x="637029" y="416402"/>
                  <a:pt x="623435" y="429997"/>
                  <a:pt x="606665" y="429997"/>
                </a:cubicBezTo>
                <a:cubicBezTo>
                  <a:pt x="589896" y="429997"/>
                  <a:pt x="576302" y="416402"/>
                  <a:pt x="576302" y="399633"/>
                </a:cubicBezTo>
                <a:cubicBezTo>
                  <a:pt x="576302" y="382864"/>
                  <a:pt x="589896" y="369269"/>
                  <a:pt x="606665" y="369269"/>
                </a:cubicBezTo>
                <a:close/>
                <a:moveTo>
                  <a:pt x="534111" y="369269"/>
                </a:moveTo>
                <a:cubicBezTo>
                  <a:pt x="550880" y="369269"/>
                  <a:pt x="564474" y="382864"/>
                  <a:pt x="564474" y="399633"/>
                </a:cubicBezTo>
                <a:cubicBezTo>
                  <a:pt x="564474" y="416402"/>
                  <a:pt x="550880" y="429997"/>
                  <a:pt x="534111" y="429997"/>
                </a:cubicBezTo>
                <a:cubicBezTo>
                  <a:pt x="517341" y="429997"/>
                  <a:pt x="503747" y="416402"/>
                  <a:pt x="503747" y="399633"/>
                </a:cubicBezTo>
                <a:cubicBezTo>
                  <a:pt x="503747" y="382864"/>
                  <a:pt x="517341" y="369269"/>
                  <a:pt x="534111" y="369269"/>
                </a:cubicBezTo>
                <a:close/>
                <a:moveTo>
                  <a:pt x="461556" y="369269"/>
                </a:moveTo>
                <a:cubicBezTo>
                  <a:pt x="478326" y="369269"/>
                  <a:pt x="491920" y="382864"/>
                  <a:pt x="491920" y="399633"/>
                </a:cubicBezTo>
                <a:cubicBezTo>
                  <a:pt x="491920" y="416402"/>
                  <a:pt x="478326" y="429997"/>
                  <a:pt x="461556" y="429997"/>
                </a:cubicBezTo>
                <a:cubicBezTo>
                  <a:pt x="444787" y="429997"/>
                  <a:pt x="431192" y="416402"/>
                  <a:pt x="431192" y="399633"/>
                </a:cubicBezTo>
                <a:cubicBezTo>
                  <a:pt x="431192" y="382864"/>
                  <a:pt x="444787" y="369269"/>
                  <a:pt x="461556" y="369269"/>
                </a:cubicBezTo>
                <a:close/>
                <a:moveTo>
                  <a:pt x="389002" y="369269"/>
                </a:moveTo>
                <a:cubicBezTo>
                  <a:pt x="405771" y="369269"/>
                  <a:pt x="419365" y="382864"/>
                  <a:pt x="419365" y="399633"/>
                </a:cubicBezTo>
                <a:cubicBezTo>
                  <a:pt x="419365" y="416402"/>
                  <a:pt x="405771" y="429997"/>
                  <a:pt x="389002" y="429997"/>
                </a:cubicBezTo>
                <a:cubicBezTo>
                  <a:pt x="372232" y="429997"/>
                  <a:pt x="358638" y="416402"/>
                  <a:pt x="358638" y="399633"/>
                </a:cubicBezTo>
                <a:cubicBezTo>
                  <a:pt x="358638" y="382864"/>
                  <a:pt x="372232" y="369269"/>
                  <a:pt x="389002" y="369269"/>
                </a:cubicBezTo>
                <a:close/>
                <a:moveTo>
                  <a:pt x="316447" y="369269"/>
                </a:moveTo>
                <a:cubicBezTo>
                  <a:pt x="333216" y="369269"/>
                  <a:pt x="346810" y="382864"/>
                  <a:pt x="346810" y="399633"/>
                </a:cubicBezTo>
                <a:cubicBezTo>
                  <a:pt x="346810" y="416402"/>
                  <a:pt x="333216" y="429997"/>
                  <a:pt x="316447" y="429997"/>
                </a:cubicBezTo>
                <a:cubicBezTo>
                  <a:pt x="299677" y="429997"/>
                  <a:pt x="286084" y="416402"/>
                  <a:pt x="286084" y="399633"/>
                </a:cubicBezTo>
                <a:cubicBezTo>
                  <a:pt x="286084" y="382864"/>
                  <a:pt x="299677" y="369269"/>
                  <a:pt x="316447" y="369269"/>
                </a:cubicBezTo>
                <a:close/>
                <a:moveTo>
                  <a:pt x="243892" y="369269"/>
                </a:moveTo>
                <a:cubicBezTo>
                  <a:pt x="260662" y="369269"/>
                  <a:pt x="274256" y="382864"/>
                  <a:pt x="274256" y="399633"/>
                </a:cubicBezTo>
                <a:cubicBezTo>
                  <a:pt x="274256" y="416402"/>
                  <a:pt x="260662" y="429997"/>
                  <a:pt x="243892" y="429997"/>
                </a:cubicBezTo>
                <a:cubicBezTo>
                  <a:pt x="227123" y="429997"/>
                  <a:pt x="213529" y="416402"/>
                  <a:pt x="213529" y="399633"/>
                </a:cubicBezTo>
                <a:cubicBezTo>
                  <a:pt x="213529" y="382864"/>
                  <a:pt x="227123" y="369269"/>
                  <a:pt x="243892" y="369269"/>
                </a:cubicBezTo>
                <a:close/>
                <a:moveTo>
                  <a:pt x="171339" y="369269"/>
                </a:moveTo>
                <a:cubicBezTo>
                  <a:pt x="188107" y="369269"/>
                  <a:pt x="201701" y="382864"/>
                  <a:pt x="201701" y="399633"/>
                </a:cubicBezTo>
                <a:cubicBezTo>
                  <a:pt x="201701" y="416402"/>
                  <a:pt x="188107" y="429997"/>
                  <a:pt x="171339" y="429997"/>
                </a:cubicBezTo>
                <a:cubicBezTo>
                  <a:pt x="154685" y="429997"/>
                  <a:pt x="141090" y="416402"/>
                  <a:pt x="141090" y="399633"/>
                </a:cubicBezTo>
                <a:cubicBezTo>
                  <a:pt x="141090" y="382864"/>
                  <a:pt x="154685" y="369269"/>
                  <a:pt x="171339" y="369269"/>
                </a:cubicBezTo>
                <a:close/>
                <a:moveTo>
                  <a:pt x="98917" y="369269"/>
                </a:moveTo>
                <a:cubicBezTo>
                  <a:pt x="115677" y="369269"/>
                  <a:pt x="129270" y="382864"/>
                  <a:pt x="129270" y="399633"/>
                </a:cubicBezTo>
                <a:cubicBezTo>
                  <a:pt x="129270" y="416402"/>
                  <a:pt x="115677" y="429997"/>
                  <a:pt x="98917" y="429997"/>
                </a:cubicBezTo>
                <a:cubicBezTo>
                  <a:pt x="82143" y="429997"/>
                  <a:pt x="68549" y="416402"/>
                  <a:pt x="68549" y="399633"/>
                </a:cubicBezTo>
                <a:cubicBezTo>
                  <a:pt x="68549" y="382864"/>
                  <a:pt x="82143" y="369269"/>
                  <a:pt x="98917" y="369269"/>
                </a:cubicBezTo>
                <a:close/>
                <a:moveTo>
                  <a:pt x="26362" y="369269"/>
                </a:moveTo>
                <a:cubicBezTo>
                  <a:pt x="43124" y="369269"/>
                  <a:pt x="56719" y="382864"/>
                  <a:pt x="56719" y="399633"/>
                </a:cubicBezTo>
                <a:cubicBezTo>
                  <a:pt x="56719" y="416402"/>
                  <a:pt x="43124" y="429997"/>
                  <a:pt x="26362" y="429997"/>
                </a:cubicBezTo>
                <a:cubicBezTo>
                  <a:pt x="17976" y="429997"/>
                  <a:pt x="10385" y="426598"/>
                  <a:pt x="4890" y="421103"/>
                </a:cubicBezTo>
                <a:lnTo>
                  <a:pt x="0" y="409299"/>
                </a:lnTo>
                <a:lnTo>
                  <a:pt x="0" y="389967"/>
                </a:lnTo>
                <a:lnTo>
                  <a:pt x="4890" y="378163"/>
                </a:lnTo>
                <a:cubicBezTo>
                  <a:pt x="10385" y="372668"/>
                  <a:pt x="17976" y="369269"/>
                  <a:pt x="26362" y="369269"/>
                </a:cubicBezTo>
                <a:close/>
                <a:moveTo>
                  <a:pt x="1669444" y="307535"/>
                </a:moveTo>
                <a:lnTo>
                  <a:pt x="1670784" y="334061"/>
                </a:lnTo>
                <a:lnTo>
                  <a:pt x="1664620" y="319181"/>
                </a:lnTo>
                <a:close/>
                <a:moveTo>
                  <a:pt x="1622429" y="288818"/>
                </a:moveTo>
                <a:cubicBezTo>
                  <a:pt x="1639199" y="288818"/>
                  <a:pt x="1652792" y="302412"/>
                  <a:pt x="1652792" y="319181"/>
                </a:cubicBezTo>
                <a:cubicBezTo>
                  <a:pt x="1652792" y="335950"/>
                  <a:pt x="1639199" y="349545"/>
                  <a:pt x="1622429" y="349545"/>
                </a:cubicBezTo>
                <a:cubicBezTo>
                  <a:pt x="1605659" y="349545"/>
                  <a:pt x="1592066" y="335950"/>
                  <a:pt x="1592066" y="319181"/>
                </a:cubicBezTo>
                <a:cubicBezTo>
                  <a:pt x="1592066" y="302412"/>
                  <a:pt x="1605659" y="288818"/>
                  <a:pt x="1622429" y="288818"/>
                </a:cubicBezTo>
                <a:close/>
                <a:moveTo>
                  <a:pt x="1549874" y="288818"/>
                </a:moveTo>
                <a:cubicBezTo>
                  <a:pt x="1566644" y="288818"/>
                  <a:pt x="1580238" y="302412"/>
                  <a:pt x="1580238" y="319181"/>
                </a:cubicBezTo>
                <a:cubicBezTo>
                  <a:pt x="1580238" y="335950"/>
                  <a:pt x="1566644" y="349545"/>
                  <a:pt x="1549874" y="349545"/>
                </a:cubicBezTo>
                <a:cubicBezTo>
                  <a:pt x="1533105" y="349545"/>
                  <a:pt x="1519511" y="335950"/>
                  <a:pt x="1519511" y="319181"/>
                </a:cubicBezTo>
                <a:cubicBezTo>
                  <a:pt x="1519511" y="302412"/>
                  <a:pt x="1533105" y="288818"/>
                  <a:pt x="1549874" y="288818"/>
                </a:cubicBezTo>
                <a:close/>
                <a:moveTo>
                  <a:pt x="1477320" y="288818"/>
                </a:moveTo>
                <a:cubicBezTo>
                  <a:pt x="1494089" y="288818"/>
                  <a:pt x="1507683" y="302412"/>
                  <a:pt x="1507683" y="319181"/>
                </a:cubicBezTo>
                <a:cubicBezTo>
                  <a:pt x="1507683" y="335950"/>
                  <a:pt x="1494089" y="349545"/>
                  <a:pt x="1477320" y="349545"/>
                </a:cubicBezTo>
                <a:cubicBezTo>
                  <a:pt x="1460550" y="349545"/>
                  <a:pt x="1446956" y="335950"/>
                  <a:pt x="1446956" y="319181"/>
                </a:cubicBezTo>
                <a:cubicBezTo>
                  <a:pt x="1446956" y="302412"/>
                  <a:pt x="1460550" y="288818"/>
                  <a:pt x="1477320" y="288818"/>
                </a:cubicBezTo>
                <a:close/>
                <a:moveTo>
                  <a:pt x="1404765" y="288818"/>
                </a:moveTo>
                <a:cubicBezTo>
                  <a:pt x="1421535" y="288818"/>
                  <a:pt x="1435129" y="302412"/>
                  <a:pt x="1435129" y="319181"/>
                </a:cubicBezTo>
                <a:cubicBezTo>
                  <a:pt x="1435129" y="335950"/>
                  <a:pt x="1421535" y="349545"/>
                  <a:pt x="1404765" y="349545"/>
                </a:cubicBezTo>
                <a:cubicBezTo>
                  <a:pt x="1387996" y="349545"/>
                  <a:pt x="1374402" y="335950"/>
                  <a:pt x="1374402" y="319181"/>
                </a:cubicBezTo>
                <a:cubicBezTo>
                  <a:pt x="1374402" y="302412"/>
                  <a:pt x="1387996" y="288818"/>
                  <a:pt x="1404765" y="288818"/>
                </a:cubicBezTo>
                <a:close/>
                <a:moveTo>
                  <a:pt x="1332211" y="288818"/>
                </a:moveTo>
                <a:cubicBezTo>
                  <a:pt x="1348980" y="288818"/>
                  <a:pt x="1362574" y="302412"/>
                  <a:pt x="1362574" y="319181"/>
                </a:cubicBezTo>
                <a:cubicBezTo>
                  <a:pt x="1362574" y="335950"/>
                  <a:pt x="1348980" y="349545"/>
                  <a:pt x="1332211" y="349545"/>
                </a:cubicBezTo>
                <a:cubicBezTo>
                  <a:pt x="1315441" y="349545"/>
                  <a:pt x="1301847" y="335950"/>
                  <a:pt x="1301847" y="319181"/>
                </a:cubicBezTo>
                <a:cubicBezTo>
                  <a:pt x="1301847" y="302412"/>
                  <a:pt x="1315441" y="288818"/>
                  <a:pt x="1332211" y="288818"/>
                </a:cubicBezTo>
                <a:close/>
                <a:moveTo>
                  <a:pt x="1259656" y="288818"/>
                </a:moveTo>
                <a:cubicBezTo>
                  <a:pt x="1276426" y="288818"/>
                  <a:pt x="1290020" y="302412"/>
                  <a:pt x="1290020" y="319181"/>
                </a:cubicBezTo>
                <a:cubicBezTo>
                  <a:pt x="1290020" y="335950"/>
                  <a:pt x="1276426" y="349545"/>
                  <a:pt x="1259656" y="349545"/>
                </a:cubicBezTo>
                <a:cubicBezTo>
                  <a:pt x="1242887" y="349545"/>
                  <a:pt x="1229293" y="335950"/>
                  <a:pt x="1229293" y="319181"/>
                </a:cubicBezTo>
                <a:cubicBezTo>
                  <a:pt x="1229293" y="302412"/>
                  <a:pt x="1242887" y="288818"/>
                  <a:pt x="1259656" y="288818"/>
                </a:cubicBezTo>
                <a:close/>
                <a:moveTo>
                  <a:pt x="1187102" y="288818"/>
                </a:moveTo>
                <a:cubicBezTo>
                  <a:pt x="1203871" y="288818"/>
                  <a:pt x="1217465" y="302412"/>
                  <a:pt x="1217465" y="319181"/>
                </a:cubicBezTo>
                <a:cubicBezTo>
                  <a:pt x="1217465" y="335950"/>
                  <a:pt x="1203871" y="349545"/>
                  <a:pt x="1187102" y="349545"/>
                </a:cubicBezTo>
                <a:cubicBezTo>
                  <a:pt x="1170332" y="349545"/>
                  <a:pt x="1156738" y="335950"/>
                  <a:pt x="1156738" y="319181"/>
                </a:cubicBezTo>
                <a:cubicBezTo>
                  <a:pt x="1156738" y="302412"/>
                  <a:pt x="1170332" y="288818"/>
                  <a:pt x="1187102" y="288818"/>
                </a:cubicBezTo>
                <a:close/>
                <a:moveTo>
                  <a:pt x="1114547" y="288818"/>
                </a:moveTo>
                <a:cubicBezTo>
                  <a:pt x="1131317" y="288818"/>
                  <a:pt x="1144911" y="302412"/>
                  <a:pt x="1144911" y="319181"/>
                </a:cubicBezTo>
                <a:cubicBezTo>
                  <a:pt x="1144911" y="335950"/>
                  <a:pt x="1131317" y="349545"/>
                  <a:pt x="1114547" y="349545"/>
                </a:cubicBezTo>
                <a:cubicBezTo>
                  <a:pt x="1097778" y="349545"/>
                  <a:pt x="1084184" y="335950"/>
                  <a:pt x="1084184" y="319181"/>
                </a:cubicBezTo>
                <a:cubicBezTo>
                  <a:pt x="1084184" y="302412"/>
                  <a:pt x="1097778" y="288818"/>
                  <a:pt x="1114547" y="288818"/>
                </a:cubicBezTo>
                <a:close/>
                <a:moveTo>
                  <a:pt x="1041993" y="288818"/>
                </a:moveTo>
                <a:cubicBezTo>
                  <a:pt x="1058762" y="288818"/>
                  <a:pt x="1072356" y="302412"/>
                  <a:pt x="1072356" y="319181"/>
                </a:cubicBezTo>
                <a:cubicBezTo>
                  <a:pt x="1072356" y="335950"/>
                  <a:pt x="1058762" y="349545"/>
                  <a:pt x="1041993" y="349545"/>
                </a:cubicBezTo>
                <a:cubicBezTo>
                  <a:pt x="1025223" y="349545"/>
                  <a:pt x="1011629" y="335950"/>
                  <a:pt x="1011629" y="319181"/>
                </a:cubicBezTo>
                <a:cubicBezTo>
                  <a:pt x="1011629" y="302412"/>
                  <a:pt x="1025223" y="288818"/>
                  <a:pt x="1041993" y="288818"/>
                </a:cubicBezTo>
                <a:close/>
                <a:moveTo>
                  <a:pt x="969438" y="288818"/>
                </a:moveTo>
                <a:cubicBezTo>
                  <a:pt x="986208" y="288818"/>
                  <a:pt x="999801" y="302412"/>
                  <a:pt x="999801" y="319181"/>
                </a:cubicBezTo>
                <a:cubicBezTo>
                  <a:pt x="999801" y="335950"/>
                  <a:pt x="986208" y="349545"/>
                  <a:pt x="969438" y="349545"/>
                </a:cubicBezTo>
                <a:cubicBezTo>
                  <a:pt x="952669" y="349545"/>
                  <a:pt x="939075" y="335950"/>
                  <a:pt x="939075" y="319181"/>
                </a:cubicBezTo>
                <a:cubicBezTo>
                  <a:pt x="939075" y="302412"/>
                  <a:pt x="952669" y="288818"/>
                  <a:pt x="969438" y="288818"/>
                </a:cubicBezTo>
                <a:close/>
                <a:moveTo>
                  <a:pt x="896883" y="288818"/>
                </a:moveTo>
                <a:cubicBezTo>
                  <a:pt x="913653" y="288818"/>
                  <a:pt x="927247" y="302412"/>
                  <a:pt x="927247" y="319181"/>
                </a:cubicBezTo>
                <a:cubicBezTo>
                  <a:pt x="927247" y="335950"/>
                  <a:pt x="913653" y="349545"/>
                  <a:pt x="896883" y="349545"/>
                </a:cubicBezTo>
                <a:cubicBezTo>
                  <a:pt x="880114" y="349545"/>
                  <a:pt x="866520" y="335950"/>
                  <a:pt x="866520" y="319181"/>
                </a:cubicBezTo>
                <a:cubicBezTo>
                  <a:pt x="866520" y="302412"/>
                  <a:pt x="880114" y="288818"/>
                  <a:pt x="896883" y="288818"/>
                </a:cubicBezTo>
                <a:close/>
                <a:moveTo>
                  <a:pt x="824329" y="288818"/>
                </a:moveTo>
                <a:cubicBezTo>
                  <a:pt x="841098" y="288818"/>
                  <a:pt x="854692" y="302412"/>
                  <a:pt x="854692" y="319181"/>
                </a:cubicBezTo>
                <a:cubicBezTo>
                  <a:pt x="854692" y="335950"/>
                  <a:pt x="841098" y="349545"/>
                  <a:pt x="824329" y="349545"/>
                </a:cubicBezTo>
                <a:cubicBezTo>
                  <a:pt x="807559" y="349545"/>
                  <a:pt x="793965" y="335950"/>
                  <a:pt x="793965" y="319181"/>
                </a:cubicBezTo>
                <a:cubicBezTo>
                  <a:pt x="793965" y="302412"/>
                  <a:pt x="807559" y="288818"/>
                  <a:pt x="824329" y="288818"/>
                </a:cubicBezTo>
                <a:close/>
                <a:moveTo>
                  <a:pt x="751774" y="288818"/>
                </a:moveTo>
                <a:cubicBezTo>
                  <a:pt x="768544" y="288818"/>
                  <a:pt x="782138" y="302412"/>
                  <a:pt x="782138" y="319181"/>
                </a:cubicBezTo>
                <a:cubicBezTo>
                  <a:pt x="782138" y="335950"/>
                  <a:pt x="768544" y="349545"/>
                  <a:pt x="751774" y="349545"/>
                </a:cubicBezTo>
                <a:cubicBezTo>
                  <a:pt x="735005" y="349545"/>
                  <a:pt x="721411" y="335950"/>
                  <a:pt x="721411" y="319181"/>
                </a:cubicBezTo>
                <a:cubicBezTo>
                  <a:pt x="721411" y="302412"/>
                  <a:pt x="735005" y="288818"/>
                  <a:pt x="751774" y="288818"/>
                </a:cubicBezTo>
                <a:close/>
                <a:moveTo>
                  <a:pt x="679220" y="288818"/>
                </a:moveTo>
                <a:cubicBezTo>
                  <a:pt x="695989" y="288818"/>
                  <a:pt x="709583" y="302412"/>
                  <a:pt x="709583" y="319181"/>
                </a:cubicBezTo>
                <a:cubicBezTo>
                  <a:pt x="709583" y="335950"/>
                  <a:pt x="695989" y="349545"/>
                  <a:pt x="679220" y="349545"/>
                </a:cubicBezTo>
                <a:cubicBezTo>
                  <a:pt x="662450" y="349545"/>
                  <a:pt x="648856" y="335950"/>
                  <a:pt x="648856" y="319181"/>
                </a:cubicBezTo>
                <a:cubicBezTo>
                  <a:pt x="648856" y="302412"/>
                  <a:pt x="662450" y="288818"/>
                  <a:pt x="679220" y="288818"/>
                </a:cubicBezTo>
                <a:close/>
                <a:moveTo>
                  <a:pt x="606665" y="288818"/>
                </a:moveTo>
                <a:cubicBezTo>
                  <a:pt x="623435" y="288818"/>
                  <a:pt x="637029" y="302412"/>
                  <a:pt x="637029" y="319181"/>
                </a:cubicBezTo>
                <a:cubicBezTo>
                  <a:pt x="637029" y="335950"/>
                  <a:pt x="623435" y="349545"/>
                  <a:pt x="606665" y="349545"/>
                </a:cubicBezTo>
                <a:cubicBezTo>
                  <a:pt x="589896" y="349545"/>
                  <a:pt x="576302" y="335950"/>
                  <a:pt x="576302" y="319181"/>
                </a:cubicBezTo>
                <a:cubicBezTo>
                  <a:pt x="576302" y="302412"/>
                  <a:pt x="589896" y="288818"/>
                  <a:pt x="606665" y="288818"/>
                </a:cubicBezTo>
                <a:close/>
                <a:moveTo>
                  <a:pt x="534111" y="288818"/>
                </a:moveTo>
                <a:cubicBezTo>
                  <a:pt x="550880" y="288818"/>
                  <a:pt x="564474" y="302412"/>
                  <a:pt x="564474" y="319181"/>
                </a:cubicBezTo>
                <a:cubicBezTo>
                  <a:pt x="564474" y="335950"/>
                  <a:pt x="550880" y="349545"/>
                  <a:pt x="534111" y="349545"/>
                </a:cubicBezTo>
                <a:cubicBezTo>
                  <a:pt x="517341" y="349545"/>
                  <a:pt x="503747" y="335950"/>
                  <a:pt x="503747" y="319181"/>
                </a:cubicBezTo>
                <a:cubicBezTo>
                  <a:pt x="503747" y="302412"/>
                  <a:pt x="517341" y="288818"/>
                  <a:pt x="534111" y="288818"/>
                </a:cubicBezTo>
                <a:close/>
                <a:moveTo>
                  <a:pt x="461556" y="288818"/>
                </a:moveTo>
                <a:cubicBezTo>
                  <a:pt x="478326" y="288818"/>
                  <a:pt x="491920" y="302412"/>
                  <a:pt x="491920" y="319181"/>
                </a:cubicBezTo>
                <a:cubicBezTo>
                  <a:pt x="491920" y="335950"/>
                  <a:pt x="478326" y="349545"/>
                  <a:pt x="461556" y="349545"/>
                </a:cubicBezTo>
                <a:cubicBezTo>
                  <a:pt x="444787" y="349545"/>
                  <a:pt x="431192" y="335950"/>
                  <a:pt x="431192" y="319181"/>
                </a:cubicBezTo>
                <a:cubicBezTo>
                  <a:pt x="431192" y="302412"/>
                  <a:pt x="444787" y="288818"/>
                  <a:pt x="461556" y="288818"/>
                </a:cubicBezTo>
                <a:close/>
                <a:moveTo>
                  <a:pt x="389002" y="288818"/>
                </a:moveTo>
                <a:cubicBezTo>
                  <a:pt x="405771" y="288818"/>
                  <a:pt x="419365" y="302412"/>
                  <a:pt x="419365" y="319181"/>
                </a:cubicBezTo>
                <a:cubicBezTo>
                  <a:pt x="419365" y="335950"/>
                  <a:pt x="405771" y="349545"/>
                  <a:pt x="389002" y="349545"/>
                </a:cubicBezTo>
                <a:cubicBezTo>
                  <a:pt x="372232" y="349545"/>
                  <a:pt x="358638" y="335950"/>
                  <a:pt x="358638" y="319181"/>
                </a:cubicBezTo>
                <a:cubicBezTo>
                  <a:pt x="358638" y="302412"/>
                  <a:pt x="372232" y="288818"/>
                  <a:pt x="389002" y="288818"/>
                </a:cubicBezTo>
                <a:close/>
                <a:moveTo>
                  <a:pt x="316447" y="288818"/>
                </a:moveTo>
                <a:cubicBezTo>
                  <a:pt x="333216" y="288818"/>
                  <a:pt x="346810" y="302412"/>
                  <a:pt x="346810" y="319181"/>
                </a:cubicBezTo>
                <a:cubicBezTo>
                  <a:pt x="346810" y="335950"/>
                  <a:pt x="333216" y="349545"/>
                  <a:pt x="316447" y="349545"/>
                </a:cubicBezTo>
                <a:cubicBezTo>
                  <a:pt x="299677" y="349545"/>
                  <a:pt x="286084" y="335950"/>
                  <a:pt x="286084" y="319181"/>
                </a:cubicBezTo>
                <a:cubicBezTo>
                  <a:pt x="286084" y="302412"/>
                  <a:pt x="299677" y="288818"/>
                  <a:pt x="316447" y="288818"/>
                </a:cubicBezTo>
                <a:close/>
                <a:moveTo>
                  <a:pt x="243892" y="288818"/>
                </a:moveTo>
                <a:cubicBezTo>
                  <a:pt x="260662" y="288818"/>
                  <a:pt x="274256" y="302412"/>
                  <a:pt x="274256" y="319181"/>
                </a:cubicBezTo>
                <a:cubicBezTo>
                  <a:pt x="274256" y="335950"/>
                  <a:pt x="260662" y="349545"/>
                  <a:pt x="243892" y="349545"/>
                </a:cubicBezTo>
                <a:cubicBezTo>
                  <a:pt x="227123" y="349545"/>
                  <a:pt x="213529" y="335950"/>
                  <a:pt x="213529" y="319181"/>
                </a:cubicBezTo>
                <a:cubicBezTo>
                  <a:pt x="213529" y="302412"/>
                  <a:pt x="227123" y="288818"/>
                  <a:pt x="243892" y="288818"/>
                </a:cubicBezTo>
                <a:close/>
                <a:moveTo>
                  <a:pt x="171339" y="288818"/>
                </a:moveTo>
                <a:cubicBezTo>
                  <a:pt x="188107" y="288818"/>
                  <a:pt x="201701" y="302412"/>
                  <a:pt x="201701" y="319181"/>
                </a:cubicBezTo>
                <a:cubicBezTo>
                  <a:pt x="201701" y="335950"/>
                  <a:pt x="188107" y="349545"/>
                  <a:pt x="171339" y="349545"/>
                </a:cubicBezTo>
                <a:cubicBezTo>
                  <a:pt x="154691" y="349545"/>
                  <a:pt x="141096" y="335950"/>
                  <a:pt x="141096" y="319181"/>
                </a:cubicBezTo>
                <a:cubicBezTo>
                  <a:pt x="141096" y="302412"/>
                  <a:pt x="154691" y="288818"/>
                  <a:pt x="171339" y="288818"/>
                </a:cubicBezTo>
                <a:close/>
                <a:moveTo>
                  <a:pt x="98923" y="288818"/>
                </a:moveTo>
                <a:cubicBezTo>
                  <a:pt x="115682" y="288818"/>
                  <a:pt x="129276" y="302412"/>
                  <a:pt x="129276" y="319181"/>
                </a:cubicBezTo>
                <a:cubicBezTo>
                  <a:pt x="129276" y="335950"/>
                  <a:pt x="115682" y="349545"/>
                  <a:pt x="98923" y="349545"/>
                </a:cubicBezTo>
                <a:cubicBezTo>
                  <a:pt x="82149" y="349545"/>
                  <a:pt x="68554" y="335950"/>
                  <a:pt x="68554" y="319181"/>
                </a:cubicBezTo>
                <a:cubicBezTo>
                  <a:pt x="68554" y="302412"/>
                  <a:pt x="82149" y="288818"/>
                  <a:pt x="98923" y="288818"/>
                </a:cubicBezTo>
                <a:close/>
                <a:moveTo>
                  <a:pt x="26368" y="288818"/>
                </a:moveTo>
                <a:cubicBezTo>
                  <a:pt x="43131" y="288818"/>
                  <a:pt x="56725" y="302412"/>
                  <a:pt x="56725" y="319181"/>
                </a:cubicBezTo>
                <a:cubicBezTo>
                  <a:pt x="56725" y="335950"/>
                  <a:pt x="43131" y="349545"/>
                  <a:pt x="26368" y="349545"/>
                </a:cubicBezTo>
                <a:cubicBezTo>
                  <a:pt x="17983" y="349545"/>
                  <a:pt x="10391" y="346146"/>
                  <a:pt x="4896" y="340651"/>
                </a:cubicBezTo>
                <a:lnTo>
                  <a:pt x="0" y="328831"/>
                </a:lnTo>
                <a:lnTo>
                  <a:pt x="0" y="309532"/>
                </a:lnTo>
                <a:lnTo>
                  <a:pt x="4896" y="297711"/>
                </a:lnTo>
                <a:cubicBezTo>
                  <a:pt x="10391" y="292217"/>
                  <a:pt x="17983" y="288818"/>
                  <a:pt x="26368" y="288818"/>
                </a:cubicBezTo>
                <a:close/>
                <a:moveTo>
                  <a:pt x="1622429" y="208366"/>
                </a:moveTo>
                <a:cubicBezTo>
                  <a:pt x="1639199" y="208366"/>
                  <a:pt x="1652792" y="221960"/>
                  <a:pt x="1652792" y="238729"/>
                </a:cubicBezTo>
                <a:cubicBezTo>
                  <a:pt x="1652792" y="255499"/>
                  <a:pt x="1639199" y="269093"/>
                  <a:pt x="1622429" y="269093"/>
                </a:cubicBezTo>
                <a:cubicBezTo>
                  <a:pt x="1605659" y="269093"/>
                  <a:pt x="1592066" y="255499"/>
                  <a:pt x="1592066" y="238729"/>
                </a:cubicBezTo>
                <a:cubicBezTo>
                  <a:pt x="1592066" y="221960"/>
                  <a:pt x="1605659" y="208366"/>
                  <a:pt x="1622429" y="208366"/>
                </a:cubicBezTo>
                <a:close/>
                <a:moveTo>
                  <a:pt x="1549874" y="208366"/>
                </a:moveTo>
                <a:cubicBezTo>
                  <a:pt x="1566644" y="208366"/>
                  <a:pt x="1580238" y="221960"/>
                  <a:pt x="1580238" y="238729"/>
                </a:cubicBezTo>
                <a:cubicBezTo>
                  <a:pt x="1580238" y="255499"/>
                  <a:pt x="1566644" y="269093"/>
                  <a:pt x="1549874" y="269093"/>
                </a:cubicBezTo>
                <a:cubicBezTo>
                  <a:pt x="1533105" y="269093"/>
                  <a:pt x="1519511" y="255499"/>
                  <a:pt x="1519511" y="238729"/>
                </a:cubicBezTo>
                <a:cubicBezTo>
                  <a:pt x="1519511" y="221960"/>
                  <a:pt x="1533105" y="208366"/>
                  <a:pt x="1549874" y="208366"/>
                </a:cubicBezTo>
                <a:close/>
                <a:moveTo>
                  <a:pt x="1477320" y="208366"/>
                </a:moveTo>
                <a:cubicBezTo>
                  <a:pt x="1494089" y="208366"/>
                  <a:pt x="1507683" y="221960"/>
                  <a:pt x="1507683" y="238729"/>
                </a:cubicBezTo>
                <a:cubicBezTo>
                  <a:pt x="1507683" y="255499"/>
                  <a:pt x="1494089" y="269093"/>
                  <a:pt x="1477320" y="269093"/>
                </a:cubicBezTo>
                <a:cubicBezTo>
                  <a:pt x="1460550" y="269093"/>
                  <a:pt x="1446956" y="255499"/>
                  <a:pt x="1446956" y="238729"/>
                </a:cubicBezTo>
                <a:cubicBezTo>
                  <a:pt x="1446956" y="221960"/>
                  <a:pt x="1460550" y="208366"/>
                  <a:pt x="1477320" y="208366"/>
                </a:cubicBezTo>
                <a:close/>
                <a:moveTo>
                  <a:pt x="1404765" y="208366"/>
                </a:moveTo>
                <a:cubicBezTo>
                  <a:pt x="1421535" y="208366"/>
                  <a:pt x="1435129" y="221960"/>
                  <a:pt x="1435129" y="238729"/>
                </a:cubicBezTo>
                <a:cubicBezTo>
                  <a:pt x="1435129" y="255499"/>
                  <a:pt x="1421535" y="269093"/>
                  <a:pt x="1404765" y="269093"/>
                </a:cubicBezTo>
                <a:cubicBezTo>
                  <a:pt x="1387996" y="269093"/>
                  <a:pt x="1374402" y="255499"/>
                  <a:pt x="1374402" y="238729"/>
                </a:cubicBezTo>
                <a:cubicBezTo>
                  <a:pt x="1374402" y="221960"/>
                  <a:pt x="1387996" y="208366"/>
                  <a:pt x="1404765" y="208366"/>
                </a:cubicBezTo>
                <a:close/>
                <a:moveTo>
                  <a:pt x="1332211" y="208366"/>
                </a:moveTo>
                <a:cubicBezTo>
                  <a:pt x="1348980" y="208366"/>
                  <a:pt x="1362574" y="221960"/>
                  <a:pt x="1362574" y="238729"/>
                </a:cubicBezTo>
                <a:cubicBezTo>
                  <a:pt x="1362574" y="255499"/>
                  <a:pt x="1348980" y="269093"/>
                  <a:pt x="1332211" y="269093"/>
                </a:cubicBezTo>
                <a:cubicBezTo>
                  <a:pt x="1315441" y="269093"/>
                  <a:pt x="1301847" y="255499"/>
                  <a:pt x="1301847" y="238729"/>
                </a:cubicBezTo>
                <a:cubicBezTo>
                  <a:pt x="1301847" y="221960"/>
                  <a:pt x="1315441" y="208366"/>
                  <a:pt x="1332211" y="208366"/>
                </a:cubicBezTo>
                <a:close/>
                <a:moveTo>
                  <a:pt x="1259656" y="208366"/>
                </a:moveTo>
                <a:cubicBezTo>
                  <a:pt x="1276426" y="208366"/>
                  <a:pt x="1290020" y="221960"/>
                  <a:pt x="1290020" y="238729"/>
                </a:cubicBezTo>
                <a:cubicBezTo>
                  <a:pt x="1290020" y="255499"/>
                  <a:pt x="1276426" y="269093"/>
                  <a:pt x="1259656" y="269093"/>
                </a:cubicBezTo>
                <a:cubicBezTo>
                  <a:pt x="1242887" y="269093"/>
                  <a:pt x="1229293" y="255499"/>
                  <a:pt x="1229293" y="238729"/>
                </a:cubicBezTo>
                <a:cubicBezTo>
                  <a:pt x="1229293" y="221960"/>
                  <a:pt x="1242887" y="208366"/>
                  <a:pt x="1259656" y="208366"/>
                </a:cubicBezTo>
                <a:close/>
                <a:moveTo>
                  <a:pt x="1187102" y="208366"/>
                </a:moveTo>
                <a:cubicBezTo>
                  <a:pt x="1203871" y="208366"/>
                  <a:pt x="1217465" y="221960"/>
                  <a:pt x="1217465" y="238729"/>
                </a:cubicBezTo>
                <a:cubicBezTo>
                  <a:pt x="1217465" y="255499"/>
                  <a:pt x="1203871" y="269093"/>
                  <a:pt x="1187102" y="269093"/>
                </a:cubicBezTo>
                <a:cubicBezTo>
                  <a:pt x="1170332" y="269093"/>
                  <a:pt x="1156738" y="255499"/>
                  <a:pt x="1156738" y="238729"/>
                </a:cubicBezTo>
                <a:cubicBezTo>
                  <a:pt x="1156738" y="221960"/>
                  <a:pt x="1170332" y="208366"/>
                  <a:pt x="1187102" y="208366"/>
                </a:cubicBezTo>
                <a:close/>
                <a:moveTo>
                  <a:pt x="1114547" y="208366"/>
                </a:moveTo>
                <a:cubicBezTo>
                  <a:pt x="1131317" y="208366"/>
                  <a:pt x="1144911" y="221960"/>
                  <a:pt x="1144911" y="238729"/>
                </a:cubicBezTo>
                <a:cubicBezTo>
                  <a:pt x="1144911" y="255499"/>
                  <a:pt x="1131317" y="269093"/>
                  <a:pt x="1114547" y="269093"/>
                </a:cubicBezTo>
                <a:cubicBezTo>
                  <a:pt x="1097778" y="269093"/>
                  <a:pt x="1084184" y="255499"/>
                  <a:pt x="1084184" y="238729"/>
                </a:cubicBezTo>
                <a:cubicBezTo>
                  <a:pt x="1084184" y="221960"/>
                  <a:pt x="1097778" y="208366"/>
                  <a:pt x="1114547" y="208366"/>
                </a:cubicBezTo>
                <a:close/>
                <a:moveTo>
                  <a:pt x="1041993" y="208366"/>
                </a:moveTo>
                <a:cubicBezTo>
                  <a:pt x="1058762" y="208366"/>
                  <a:pt x="1072356" y="221960"/>
                  <a:pt x="1072356" y="238729"/>
                </a:cubicBezTo>
                <a:cubicBezTo>
                  <a:pt x="1072356" y="255499"/>
                  <a:pt x="1058762" y="269093"/>
                  <a:pt x="1041993" y="269093"/>
                </a:cubicBezTo>
                <a:cubicBezTo>
                  <a:pt x="1025223" y="269093"/>
                  <a:pt x="1011629" y="255499"/>
                  <a:pt x="1011629" y="238729"/>
                </a:cubicBezTo>
                <a:cubicBezTo>
                  <a:pt x="1011629" y="221960"/>
                  <a:pt x="1025223" y="208366"/>
                  <a:pt x="1041993" y="208366"/>
                </a:cubicBezTo>
                <a:close/>
                <a:moveTo>
                  <a:pt x="969438" y="208366"/>
                </a:moveTo>
                <a:cubicBezTo>
                  <a:pt x="986208" y="208366"/>
                  <a:pt x="999801" y="221960"/>
                  <a:pt x="999801" y="238729"/>
                </a:cubicBezTo>
                <a:cubicBezTo>
                  <a:pt x="999801" y="255499"/>
                  <a:pt x="986208" y="269093"/>
                  <a:pt x="969438" y="269093"/>
                </a:cubicBezTo>
                <a:cubicBezTo>
                  <a:pt x="952669" y="269093"/>
                  <a:pt x="939075" y="255499"/>
                  <a:pt x="939075" y="238729"/>
                </a:cubicBezTo>
                <a:cubicBezTo>
                  <a:pt x="939075" y="221960"/>
                  <a:pt x="952669" y="208366"/>
                  <a:pt x="969438" y="208366"/>
                </a:cubicBezTo>
                <a:close/>
                <a:moveTo>
                  <a:pt x="896883" y="208366"/>
                </a:moveTo>
                <a:cubicBezTo>
                  <a:pt x="913653" y="208366"/>
                  <a:pt x="927247" y="221960"/>
                  <a:pt x="927247" y="238729"/>
                </a:cubicBezTo>
                <a:cubicBezTo>
                  <a:pt x="927247" y="255499"/>
                  <a:pt x="913653" y="269093"/>
                  <a:pt x="896883" y="269093"/>
                </a:cubicBezTo>
                <a:cubicBezTo>
                  <a:pt x="880114" y="269093"/>
                  <a:pt x="866520" y="255499"/>
                  <a:pt x="866520" y="238729"/>
                </a:cubicBezTo>
                <a:cubicBezTo>
                  <a:pt x="866520" y="221960"/>
                  <a:pt x="880114" y="208366"/>
                  <a:pt x="896883" y="208366"/>
                </a:cubicBezTo>
                <a:close/>
                <a:moveTo>
                  <a:pt x="824329" y="208366"/>
                </a:moveTo>
                <a:cubicBezTo>
                  <a:pt x="841098" y="208366"/>
                  <a:pt x="854692" y="221960"/>
                  <a:pt x="854692" y="238729"/>
                </a:cubicBezTo>
                <a:cubicBezTo>
                  <a:pt x="854692" y="255499"/>
                  <a:pt x="841098" y="269093"/>
                  <a:pt x="824329" y="269093"/>
                </a:cubicBezTo>
                <a:cubicBezTo>
                  <a:pt x="807559" y="269093"/>
                  <a:pt x="793965" y="255499"/>
                  <a:pt x="793965" y="238729"/>
                </a:cubicBezTo>
                <a:cubicBezTo>
                  <a:pt x="793965" y="221960"/>
                  <a:pt x="807559" y="208366"/>
                  <a:pt x="824329" y="208366"/>
                </a:cubicBezTo>
                <a:close/>
                <a:moveTo>
                  <a:pt x="751774" y="208366"/>
                </a:moveTo>
                <a:cubicBezTo>
                  <a:pt x="768544" y="208366"/>
                  <a:pt x="782138" y="221960"/>
                  <a:pt x="782138" y="238729"/>
                </a:cubicBezTo>
                <a:cubicBezTo>
                  <a:pt x="782138" y="255499"/>
                  <a:pt x="768544" y="269093"/>
                  <a:pt x="751774" y="269093"/>
                </a:cubicBezTo>
                <a:cubicBezTo>
                  <a:pt x="735005" y="269093"/>
                  <a:pt x="721411" y="255499"/>
                  <a:pt x="721411" y="238729"/>
                </a:cubicBezTo>
                <a:cubicBezTo>
                  <a:pt x="721411" y="221960"/>
                  <a:pt x="735005" y="208366"/>
                  <a:pt x="751774" y="208366"/>
                </a:cubicBezTo>
                <a:close/>
                <a:moveTo>
                  <a:pt x="679220" y="208366"/>
                </a:moveTo>
                <a:cubicBezTo>
                  <a:pt x="695989" y="208366"/>
                  <a:pt x="709583" y="221960"/>
                  <a:pt x="709583" y="238729"/>
                </a:cubicBezTo>
                <a:cubicBezTo>
                  <a:pt x="709583" y="255499"/>
                  <a:pt x="695989" y="269093"/>
                  <a:pt x="679220" y="269093"/>
                </a:cubicBezTo>
                <a:cubicBezTo>
                  <a:pt x="662450" y="269093"/>
                  <a:pt x="648856" y="255499"/>
                  <a:pt x="648856" y="238729"/>
                </a:cubicBezTo>
                <a:cubicBezTo>
                  <a:pt x="648856" y="221960"/>
                  <a:pt x="662450" y="208366"/>
                  <a:pt x="679220" y="208366"/>
                </a:cubicBezTo>
                <a:close/>
                <a:moveTo>
                  <a:pt x="606665" y="208366"/>
                </a:moveTo>
                <a:cubicBezTo>
                  <a:pt x="623435" y="208366"/>
                  <a:pt x="637029" y="221960"/>
                  <a:pt x="637029" y="238729"/>
                </a:cubicBezTo>
                <a:cubicBezTo>
                  <a:pt x="637029" y="255499"/>
                  <a:pt x="623435" y="269093"/>
                  <a:pt x="606665" y="269093"/>
                </a:cubicBezTo>
                <a:cubicBezTo>
                  <a:pt x="589896" y="269093"/>
                  <a:pt x="576302" y="255499"/>
                  <a:pt x="576302" y="238729"/>
                </a:cubicBezTo>
                <a:cubicBezTo>
                  <a:pt x="576302" y="221960"/>
                  <a:pt x="589896" y="208366"/>
                  <a:pt x="606665" y="208366"/>
                </a:cubicBezTo>
                <a:close/>
                <a:moveTo>
                  <a:pt x="534111" y="208366"/>
                </a:moveTo>
                <a:cubicBezTo>
                  <a:pt x="550880" y="208366"/>
                  <a:pt x="564474" y="221960"/>
                  <a:pt x="564474" y="238729"/>
                </a:cubicBezTo>
                <a:cubicBezTo>
                  <a:pt x="564474" y="255499"/>
                  <a:pt x="550880" y="269093"/>
                  <a:pt x="534111" y="269093"/>
                </a:cubicBezTo>
                <a:cubicBezTo>
                  <a:pt x="517341" y="269093"/>
                  <a:pt x="503747" y="255499"/>
                  <a:pt x="503747" y="238729"/>
                </a:cubicBezTo>
                <a:cubicBezTo>
                  <a:pt x="503747" y="221960"/>
                  <a:pt x="517341" y="208366"/>
                  <a:pt x="534111" y="208366"/>
                </a:cubicBezTo>
                <a:close/>
                <a:moveTo>
                  <a:pt x="461556" y="208366"/>
                </a:moveTo>
                <a:cubicBezTo>
                  <a:pt x="478326" y="208366"/>
                  <a:pt x="491920" y="221960"/>
                  <a:pt x="491920" y="238729"/>
                </a:cubicBezTo>
                <a:cubicBezTo>
                  <a:pt x="491920" y="255499"/>
                  <a:pt x="478326" y="269093"/>
                  <a:pt x="461556" y="269093"/>
                </a:cubicBezTo>
                <a:cubicBezTo>
                  <a:pt x="444787" y="269093"/>
                  <a:pt x="431192" y="255499"/>
                  <a:pt x="431192" y="238729"/>
                </a:cubicBezTo>
                <a:cubicBezTo>
                  <a:pt x="431192" y="221960"/>
                  <a:pt x="444787" y="208366"/>
                  <a:pt x="461556" y="208366"/>
                </a:cubicBezTo>
                <a:close/>
                <a:moveTo>
                  <a:pt x="389002" y="208366"/>
                </a:moveTo>
                <a:cubicBezTo>
                  <a:pt x="405771" y="208366"/>
                  <a:pt x="419365" y="221960"/>
                  <a:pt x="419365" y="238729"/>
                </a:cubicBezTo>
                <a:cubicBezTo>
                  <a:pt x="419365" y="255499"/>
                  <a:pt x="405771" y="269093"/>
                  <a:pt x="389002" y="269093"/>
                </a:cubicBezTo>
                <a:cubicBezTo>
                  <a:pt x="372232" y="269093"/>
                  <a:pt x="358638" y="255499"/>
                  <a:pt x="358638" y="238729"/>
                </a:cubicBezTo>
                <a:cubicBezTo>
                  <a:pt x="358638" y="221960"/>
                  <a:pt x="372232" y="208366"/>
                  <a:pt x="389002" y="208366"/>
                </a:cubicBezTo>
                <a:close/>
                <a:moveTo>
                  <a:pt x="316447" y="208366"/>
                </a:moveTo>
                <a:cubicBezTo>
                  <a:pt x="333216" y="208366"/>
                  <a:pt x="346810" y="221960"/>
                  <a:pt x="346810" y="238729"/>
                </a:cubicBezTo>
                <a:cubicBezTo>
                  <a:pt x="346810" y="255499"/>
                  <a:pt x="333216" y="269093"/>
                  <a:pt x="316447" y="269093"/>
                </a:cubicBezTo>
                <a:cubicBezTo>
                  <a:pt x="299677" y="269093"/>
                  <a:pt x="286084" y="255499"/>
                  <a:pt x="286084" y="238729"/>
                </a:cubicBezTo>
                <a:cubicBezTo>
                  <a:pt x="286084" y="221960"/>
                  <a:pt x="299677" y="208366"/>
                  <a:pt x="316447" y="208366"/>
                </a:cubicBezTo>
                <a:close/>
                <a:moveTo>
                  <a:pt x="243892" y="208366"/>
                </a:moveTo>
                <a:cubicBezTo>
                  <a:pt x="260662" y="208366"/>
                  <a:pt x="274256" y="221960"/>
                  <a:pt x="274256" y="238729"/>
                </a:cubicBezTo>
                <a:cubicBezTo>
                  <a:pt x="274256" y="255499"/>
                  <a:pt x="260662" y="269093"/>
                  <a:pt x="243892" y="269093"/>
                </a:cubicBezTo>
                <a:cubicBezTo>
                  <a:pt x="227123" y="269093"/>
                  <a:pt x="213529" y="255499"/>
                  <a:pt x="213529" y="238729"/>
                </a:cubicBezTo>
                <a:cubicBezTo>
                  <a:pt x="213529" y="221960"/>
                  <a:pt x="227123" y="208366"/>
                  <a:pt x="243892" y="208366"/>
                </a:cubicBezTo>
                <a:close/>
                <a:moveTo>
                  <a:pt x="171339" y="208366"/>
                </a:moveTo>
                <a:cubicBezTo>
                  <a:pt x="188107" y="208366"/>
                  <a:pt x="201701" y="221960"/>
                  <a:pt x="201701" y="238729"/>
                </a:cubicBezTo>
                <a:cubicBezTo>
                  <a:pt x="201701" y="255499"/>
                  <a:pt x="188107" y="269093"/>
                  <a:pt x="171339" y="269093"/>
                </a:cubicBezTo>
                <a:cubicBezTo>
                  <a:pt x="154697" y="269093"/>
                  <a:pt x="141102" y="255499"/>
                  <a:pt x="141102" y="238729"/>
                </a:cubicBezTo>
                <a:cubicBezTo>
                  <a:pt x="141102" y="221960"/>
                  <a:pt x="154697" y="208366"/>
                  <a:pt x="171339" y="208366"/>
                </a:cubicBezTo>
                <a:close/>
                <a:moveTo>
                  <a:pt x="98929" y="208366"/>
                </a:moveTo>
                <a:cubicBezTo>
                  <a:pt x="115688" y="208366"/>
                  <a:pt x="129282" y="221960"/>
                  <a:pt x="129282" y="238729"/>
                </a:cubicBezTo>
                <a:cubicBezTo>
                  <a:pt x="129282" y="255499"/>
                  <a:pt x="115688" y="269093"/>
                  <a:pt x="98929" y="269093"/>
                </a:cubicBezTo>
                <a:cubicBezTo>
                  <a:pt x="82155" y="269093"/>
                  <a:pt x="68561" y="255499"/>
                  <a:pt x="68561" y="238729"/>
                </a:cubicBezTo>
                <a:cubicBezTo>
                  <a:pt x="68561" y="221960"/>
                  <a:pt x="82155" y="208366"/>
                  <a:pt x="98929" y="208366"/>
                </a:cubicBezTo>
                <a:close/>
                <a:moveTo>
                  <a:pt x="26375" y="208366"/>
                </a:moveTo>
                <a:cubicBezTo>
                  <a:pt x="43137" y="208366"/>
                  <a:pt x="56732" y="221960"/>
                  <a:pt x="56732" y="238729"/>
                </a:cubicBezTo>
                <a:cubicBezTo>
                  <a:pt x="56732" y="255499"/>
                  <a:pt x="43137" y="269093"/>
                  <a:pt x="26375" y="269093"/>
                </a:cubicBezTo>
                <a:cubicBezTo>
                  <a:pt x="17989" y="269093"/>
                  <a:pt x="10398" y="265695"/>
                  <a:pt x="4903" y="260200"/>
                </a:cubicBezTo>
                <a:lnTo>
                  <a:pt x="0" y="248364"/>
                </a:lnTo>
                <a:lnTo>
                  <a:pt x="0" y="229094"/>
                </a:lnTo>
                <a:lnTo>
                  <a:pt x="4903" y="217259"/>
                </a:lnTo>
                <a:cubicBezTo>
                  <a:pt x="10398" y="211765"/>
                  <a:pt x="17989" y="208366"/>
                  <a:pt x="26375" y="208366"/>
                </a:cubicBezTo>
                <a:close/>
                <a:moveTo>
                  <a:pt x="1622429" y="127914"/>
                </a:moveTo>
                <a:cubicBezTo>
                  <a:pt x="1630814" y="127914"/>
                  <a:pt x="1638404" y="131313"/>
                  <a:pt x="1643899" y="136808"/>
                </a:cubicBezTo>
                <a:lnTo>
                  <a:pt x="1648931" y="148957"/>
                </a:lnTo>
                <a:lnTo>
                  <a:pt x="1651011" y="162579"/>
                </a:lnTo>
                <a:lnTo>
                  <a:pt x="1643899" y="179748"/>
                </a:lnTo>
                <a:cubicBezTo>
                  <a:pt x="1638404" y="185243"/>
                  <a:pt x="1630814" y="188641"/>
                  <a:pt x="1622429" y="188641"/>
                </a:cubicBezTo>
                <a:cubicBezTo>
                  <a:pt x="1605659" y="188641"/>
                  <a:pt x="1592066" y="175047"/>
                  <a:pt x="1592066" y="158278"/>
                </a:cubicBezTo>
                <a:cubicBezTo>
                  <a:pt x="1592066" y="141508"/>
                  <a:pt x="1605659" y="127914"/>
                  <a:pt x="1622429" y="127914"/>
                </a:cubicBezTo>
                <a:close/>
                <a:moveTo>
                  <a:pt x="1549874" y="127914"/>
                </a:moveTo>
                <a:cubicBezTo>
                  <a:pt x="1566644" y="127914"/>
                  <a:pt x="1580238" y="141508"/>
                  <a:pt x="1580238" y="158278"/>
                </a:cubicBezTo>
                <a:cubicBezTo>
                  <a:pt x="1580238" y="175047"/>
                  <a:pt x="1566644" y="188641"/>
                  <a:pt x="1549874" y="188641"/>
                </a:cubicBezTo>
                <a:cubicBezTo>
                  <a:pt x="1533105" y="188641"/>
                  <a:pt x="1519511" y="175047"/>
                  <a:pt x="1519511" y="158278"/>
                </a:cubicBezTo>
                <a:cubicBezTo>
                  <a:pt x="1519511" y="141508"/>
                  <a:pt x="1533105" y="127914"/>
                  <a:pt x="1549874" y="127914"/>
                </a:cubicBezTo>
                <a:close/>
                <a:moveTo>
                  <a:pt x="1477320" y="127914"/>
                </a:moveTo>
                <a:cubicBezTo>
                  <a:pt x="1494089" y="127914"/>
                  <a:pt x="1507683" y="141508"/>
                  <a:pt x="1507683" y="158278"/>
                </a:cubicBezTo>
                <a:cubicBezTo>
                  <a:pt x="1507683" y="175047"/>
                  <a:pt x="1494089" y="188641"/>
                  <a:pt x="1477320" y="188641"/>
                </a:cubicBezTo>
                <a:cubicBezTo>
                  <a:pt x="1460550" y="188641"/>
                  <a:pt x="1446956" y="175047"/>
                  <a:pt x="1446956" y="158278"/>
                </a:cubicBezTo>
                <a:cubicBezTo>
                  <a:pt x="1446956" y="141508"/>
                  <a:pt x="1460550" y="127914"/>
                  <a:pt x="1477320" y="127914"/>
                </a:cubicBezTo>
                <a:close/>
                <a:moveTo>
                  <a:pt x="1404765" y="127914"/>
                </a:moveTo>
                <a:cubicBezTo>
                  <a:pt x="1421535" y="127914"/>
                  <a:pt x="1435129" y="141508"/>
                  <a:pt x="1435129" y="158278"/>
                </a:cubicBezTo>
                <a:cubicBezTo>
                  <a:pt x="1435129" y="175047"/>
                  <a:pt x="1421535" y="188641"/>
                  <a:pt x="1404765" y="188641"/>
                </a:cubicBezTo>
                <a:cubicBezTo>
                  <a:pt x="1387996" y="188641"/>
                  <a:pt x="1374402" y="175047"/>
                  <a:pt x="1374402" y="158278"/>
                </a:cubicBezTo>
                <a:cubicBezTo>
                  <a:pt x="1374402" y="141508"/>
                  <a:pt x="1387996" y="127914"/>
                  <a:pt x="1404765" y="127914"/>
                </a:cubicBezTo>
                <a:close/>
                <a:moveTo>
                  <a:pt x="1332211" y="127914"/>
                </a:moveTo>
                <a:cubicBezTo>
                  <a:pt x="1348980" y="127914"/>
                  <a:pt x="1362574" y="141508"/>
                  <a:pt x="1362574" y="158278"/>
                </a:cubicBezTo>
                <a:cubicBezTo>
                  <a:pt x="1362574" y="175047"/>
                  <a:pt x="1348980" y="188641"/>
                  <a:pt x="1332211" y="188641"/>
                </a:cubicBezTo>
                <a:cubicBezTo>
                  <a:pt x="1315441" y="188641"/>
                  <a:pt x="1301847" y="175047"/>
                  <a:pt x="1301847" y="158278"/>
                </a:cubicBezTo>
                <a:cubicBezTo>
                  <a:pt x="1301847" y="141508"/>
                  <a:pt x="1315441" y="127914"/>
                  <a:pt x="1332211" y="127914"/>
                </a:cubicBezTo>
                <a:close/>
                <a:moveTo>
                  <a:pt x="1259656" y="127914"/>
                </a:moveTo>
                <a:cubicBezTo>
                  <a:pt x="1276426" y="127914"/>
                  <a:pt x="1290020" y="141508"/>
                  <a:pt x="1290020" y="158278"/>
                </a:cubicBezTo>
                <a:cubicBezTo>
                  <a:pt x="1290020" y="175047"/>
                  <a:pt x="1276426" y="188641"/>
                  <a:pt x="1259656" y="188641"/>
                </a:cubicBezTo>
                <a:cubicBezTo>
                  <a:pt x="1242887" y="188641"/>
                  <a:pt x="1229293" y="175047"/>
                  <a:pt x="1229293" y="158278"/>
                </a:cubicBezTo>
                <a:cubicBezTo>
                  <a:pt x="1229293" y="141508"/>
                  <a:pt x="1242887" y="127914"/>
                  <a:pt x="1259656" y="127914"/>
                </a:cubicBezTo>
                <a:close/>
                <a:moveTo>
                  <a:pt x="1187102" y="127914"/>
                </a:moveTo>
                <a:cubicBezTo>
                  <a:pt x="1203871" y="127914"/>
                  <a:pt x="1217465" y="141508"/>
                  <a:pt x="1217465" y="158278"/>
                </a:cubicBezTo>
                <a:cubicBezTo>
                  <a:pt x="1217465" y="175047"/>
                  <a:pt x="1203871" y="188641"/>
                  <a:pt x="1187102" y="188641"/>
                </a:cubicBezTo>
                <a:cubicBezTo>
                  <a:pt x="1170332" y="188641"/>
                  <a:pt x="1156738" y="175047"/>
                  <a:pt x="1156738" y="158278"/>
                </a:cubicBezTo>
                <a:cubicBezTo>
                  <a:pt x="1156738" y="141508"/>
                  <a:pt x="1170332" y="127914"/>
                  <a:pt x="1187102" y="127914"/>
                </a:cubicBezTo>
                <a:close/>
                <a:moveTo>
                  <a:pt x="1114547" y="127914"/>
                </a:moveTo>
                <a:cubicBezTo>
                  <a:pt x="1131317" y="127914"/>
                  <a:pt x="1144911" y="141508"/>
                  <a:pt x="1144911" y="158278"/>
                </a:cubicBezTo>
                <a:cubicBezTo>
                  <a:pt x="1144911" y="175047"/>
                  <a:pt x="1131317" y="188641"/>
                  <a:pt x="1114547" y="188641"/>
                </a:cubicBezTo>
                <a:cubicBezTo>
                  <a:pt x="1097778" y="188641"/>
                  <a:pt x="1084184" y="175047"/>
                  <a:pt x="1084184" y="158278"/>
                </a:cubicBezTo>
                <a:cubicBezTo>
                  <a:pt x="1084184" y="141508"/>
                  <a:pt x="1097778" y="127914"/>
                  <a:pt x="1114547" y="127914"/>
                </a:cubicBezTo>
                <a:close/>
                <a:moveTo>
                  <a:pt x="1041993" y="127914"/>
                </a:moveTo>
                <a:cubicBezTo>
                  <a:pt x="1058762" y="127914"/>
                  <a:pt x="1072356" y="141508"/>
                  <a:pt x="1072356" y="158278"/>
                </a:cubicBezTo>
                <a:cubicBezTo>
                  <a:pt x="1072356" y="175047"/>
                  <a:pt x="1058762" y="188641"/>
                  <a:pt x="1041993" y="188641"/>
                </a:cubicBezTo>
                <a:cubicBezTo>
                  <a:pt x="1025223" y="188641"/>
                  <a:pt x="1011629" y="175047"/>
                  <a:pt x="1011629" y="158278"/>
                </a:cubicBezTo>
                <a:cubicBezTo>
                  <a:pt x="1011629" y="141508"/>
                  <a:pt x="1025223" y="127914"/>
                  <a:pt x="1041993" y="127914"/>
                </a:cubicBezTo>
                <a:close/>
                <a:moveTo>
                  <a:pt x="969438" y="127914"/>
                </a:moveTo>
                <a:cubicBezTo>
                  <a:pt x="986208" y="127914"/>
                  <a:pt x="999801" y="141508"/>
                  <a:pt x="999801" y="158278"/>
                </a:cubicBezTo>
                <a:cubicBezTo>
                  <a:pt x="999801" y="175047"/>
                  <a:pt x="986208" y="188641"/>
                  <a:pt x="969438" y="188641"/>
                </a:cubicBezTo>
                <a:cubicBezTo>
                  <a:pt x="952669" y="188641"/>
                  <a:pt x="939075" y="175047"/>
                  <a:pt x="939075" y="158278"/>
                </a:cubicBezTo>
                <a:cubicBezTo>
                  <a:pt x="939075" y="141508"/>
                  <a:pt x="952669" y="127914"/>
                  <a:pt x="969438" y="127914"/>
                </a:cubicBezTo>
                <a:close/>
                <a:moveTo>
                  <a:pt x="896883" y="127914"/>
                </a:moveTo>
                <a:cubicBezTo>
                  <a:pt x="913653" y="127914"/>
                  <a:pt x="927247" y="141508"/>
                  <a:pt x="927247" y="158278"/>
                </a:cubicBezTo>
                <a:cubicBezTo>
                  <a:pt x="927247" y="175047"/>
                  <a:pt x="913653" y="188641"/>
                  <a:pt x="896883" y="188641"/>
                </a:cubicBezTo>
                <a:cubicBezTo>
                  <a:pt x="880114" y="188641"/>
                  <a:pt x="866520" y="175047"/>
                  <a:pt x="866520" y="158278"/>
                </a:cubicBezTo>
                <a:cubicBezTo>
                  <a:pt x="866520" y="141508"/>
                  <a:pt x="880114" y="127914"/>
                  <a:pt x="896883" y="127914"/>
                </a:cubicBezTo>
                <a:close/>
                <a:moveTo>
                  <a:pt x="824329" y="127914"/>
                </a:moveTo>
                <a:cubicBezTo>
                  <a:pt x="841098" y="127914"/>
                  <a:pt x="854692" y="141508"/>
                  <a:pt x="854692" y="158278"/>
                </a:cubicBezTo>
                <a:cubicBezTo>
                  <a:pt x="854692" y="175047"/>
                  <a:pt x="841098" y="188641"/>
                  <a:pt x="824329" y="188641"/>
                </a:cubicBezTo>
                <a:cubicBezTo>
                  <a:pt x="807559" y="188641"/>
                  <a:pt x="793965" y="175047"/>
                  <a:pt x="793965" y="158278"/>
                </a:cubicBezTo>
                <a:cubicBezTo>
                  <a:pt x="793965" y="141508"/>
                  <a:pt x="807559" y="127914"/>
                  <a:pt x="824329" y="127914"/>
                </a:cubicBezTo>
                <a:close/>
                <a:moveTo>
                  <a:pt x="751774" y="127914"/>
                </a:moveTo>
                <a:cubicBezTo>
                  <a:pt x="768544" y="127914"/>
                  <a:pt x="782138" y="141508"/>
                  <a:pt x="782138" y="158278"/>
                </a:cubicBezTo>
                <a:cubicBezTo>
                  <a:pt x="782138" y="175047"/>
                  <a:pt x="768544" y="188641"/>
                  <a:pt x="751774" y="188641"/>
                </a:cubicBezTo>
                <a:cubicBezTo>
                  <a:pt x="735005" y="188641"/>
                  <a:pt x="721411" y="175047"/>
                  <a:pt x="721411" y="158278"/>
                </a:cubicBezTo>
                <a:cubicBezTo>
                  <a:pt x="721411" y="141508"/>
                  <a:pt x="735005" y="127914"/>
                  <a:pt x="751774" y="127914"/>
                </a:cubicBezTo>
                <a:close/>
                <a:moveTo>
                  <a:pt x="679220" y="127914"/>
                </a:moveTo>
                <a:cubicBezTo>
                  <a:pt x="695989" y="127914"/>
                  <a:pt x="709583" y="141508"/>
                  <a:pt x="709583" y="158278"/>
                </a:cubicBezTo>
                <a:cubicBezTo>
                  <a:pt x="709583" y="175047"/>
                  <a:pt x="695989" y="188641"/>
                  <a:pt x="679220" y="188641"/>
                </a:cubicBezTo>
                <a:cubicBezTo>
                  <a:pt x="662450" y="188641"/>
                  <a:pt x="648856" y="175047"/>
                  <a:pt x="648856" y="158278"/>
                </a:cubicBezTo>
                <a:cubicBezTo>
                  <a:pt x="648856" y="141508"/>
                  <a:pt x="662450" y="127914"/>
                  <a:pt x="679220" y="127914"/>
                </a:cubicBezTo>
                <a:close/>
                <a:moveTo>
                  <a:pt x="606665" y="127914"/>
                </a:moveTo>
                <a:cubicBezTo>
                  <a:pt x="623435" y="127914"/>
                  <a:pt x="637029" y="141508"/>
                  <a:pt x="637029" y="158278"/>
                </a:cubicBezTo>
                <a:cubicBezTo>
                  <a:pt x="637029" y="175047"/>
                  <a:pt x="623435" y="188641"/>
                  <a:pt x="606665" y="188641"/>
                </a:cubicBezTo>
                <a:cubicBezTo>
                  <a:pt x="589896" y="188641"/>
                  <a:pt x="576302" y="175047"/>
                  <a:pt x="576302" y="158278"/>
                </a:cubicBezTo>
                <a:cubicBezTo>
                  <a:pt x="576302" y="141508"/>
                  <a:pt x="589896" y="127914"/>
                  <a:pt x="606665" y="127914"/>
                </a:cubicBezTo>
                <a:close/>
                <a:moveTo>
                  <a:pt x="534111" y="127914"/>
                </a:moveTo>
                <a:cubicBezTo>
                  <a:pt x="550880" y="127914"/>
                  <a:pt x="564474" y="141508"/>
                  <a:pt x="564474" y="158278"/>
                </a:cubicBezTo>
                <a:cubicBezTo>
                  <a:pt x="564474" y="175047"/>
                  <a:pt x="550880" y="188641"/>
                  <a:pt x="534111" y="188641"/>
                </a:cubicBezTo>
                <a:cubicBezTo>
                  <a:pt x="517341" y="188641"/>
                  <a:pt x="503747" y="175047"/>
                  <a:pt x="503747" y="158278"/>
                </a:cubicBezTo>
                <a:cubicBezTo>
                  <a:pt x="503747" y="141508"/>
                  <a:pt x="517341" y="127914"/>
                  <a:pt x="534111" y="127914"/>
                </a:cubicBezTo>
                <a:close/>
                <a:moveTo>
                  <a:pt x="461556" y="127914"/>
                </a:moveTo>
                <a:cubicBezTo>
                  <a:pt x="478326" y="127914"/>
                  <a:pt x="491920" y="141508"/>
                  <a:pt x="491920" y="158278"/>
                </a:cubicBezTo>
                <a:cubicBezTo>
                  <a:pt x="491920" y="175047"/>
                  <a:pt x="478326" y="188641"/>
                  <a:pt x="461556" y="188641"/>
                </a:cubicBezTo>
                <a:cubicBezTo>
                  <a:pt x="444787" y="188641"/>
                  <a:pt x="431192" y="175047"/>
                  <a:pt x="431192" y="158278"/>
                </a:cubicBezTo>
                <a:cubicBezTo>
                  <a:pt x="431192" y="141508"/>
                  <a:pt x="444787" y="127914"/>
                  <a:pt x="461556" y="127914"/>
                </a:cubicBezTo>
                <a:close/>
                <a:moveTo>
                  <a:pt x="389002" y="127914"/>
                </a:moveTo>
                <a:cubicBezTo>
                  <a:pt x="405771" y="127914"/>
                  <a:pt x="419365" y="141508"/>
                  <a:pt x="419365" y="158278"/>
                </a:cubicBezTo>
                <a:cubicBezTo>
                  <a:pt x="419365" y="175047"/>
                  <a:pt x="405771" y="188641"/>
                  <a:pt x="389002" y="188641"/>
                </a:cubicBezTo>
                <a:cubicBezTo>
                  <a:pt x="372232" y="188641"/>
                  <a:pt x="358638" y="175047"/>
                  <a:pt x="358638" y="158278"/>
                </a:cubicBezTo>
                <a:cubicBezTo>
                  <a:pt x="358638" y="141508"/>
                  <a:pt x="372232" y="127914"/>
                  <a:pt x="389002" y="127914"/>
                </a:cubicBezTo>
                <a:close/>
                <a:moveTo>
                  <a:pt x="316447" y="127914"/>
                </a:moveTo>
                <a:cubicBezTo>
                  <a:pt x="333216" y="127914"/>
                  <a:pt x="346810" y="141508"/>
                  <a:pt x="346810" y="158278"/>
                </a:cubicBezTo>
                <a:cubicBezTo>
                  <a:pt x="346810" y="175047"/>
                  <a:pt x="333216" y="188641"/>
                  <a:pt x="316447" y="188641"/>
                </a:cubicBezTo>
                <a:cubicBezTo>
                  <a:pt x="299677" y="188641"/>
                  <a:pt x="286084" y="175047"/>
                  <a:pt x="286084" y="158278"/>
                </a:cubicBezTo>
                <a:cubicBezTo>
                  <a:pt x="286084" y="141508"/>
                  <a:pt x="299677" y="127914"/>
                  <a:pt x="316447" y="127914"/>
                </a:cubicBezTo>
                <a:close/>
                <a:moveTo>
                  <a:pt x="243892" y="127914"/>
                </a:moveTo>
                <a:cubicBezTo>
                  <a:pt x="260662" y="127914"/>
                  <a:pt x="274256" y="141508"/>
                  <a:pt x="274256" y="158278"/>
                </a:cubicBezTo>
                <a:cubicBezTo>
                  <a:pt x="274256" y="175047"/>
                  <a:pt x="260662" y="188641"/>
                  <a:pt x="243892" y="188641"/>
                </a:cubicBezTo>
                <a:cubicBezTo>
                  <a:pt x="227123" y="188641"/>
                  <a:pt x="213529" y="175047"/>
                  <a:pt x="213529" y="158278"/>
                </a:cubicBezTo>
                <a:cubicBezTo>
                  <a:pt x="213529" y="141508"/>
                  <a:pt x="227123" y="127914"/>
                  <a:pt x="243892" y="127914"/>
                </a:cubicBezTo>
                <a:close/>
                <a:moveTo>
                  <a:pt x="171339" y="127914"/>
                </a:moveTo>
                <a:cubicBezTo>
                  <a:pt x="188107" y="127914"/>
                  <a:pt x="201701" y="141508"/>
                  <a:pt x="201701" y="158278"/>
                </a:cubicBezTo>
                <a:cubicBezTo>
                  <a:pt x="201701" y="175047"/>
                  <a:pt x="188107" y="188641"/>
                  <a:pt x="171339" y="188641"/>
                </a:cubicBezTo>
                <a:cubicBezTo>
                  <a:pt x="154702" y="188641"/>
                  <a:pt x="141108" y="175047"/>
                  <a:pt x="141108" y="158278"/>
                </a:cubicBezTo>
                <a:cubicBezTo>
                  <a:pt x="141108" y="141508"/>
                  <a:pt x="154702" y="127914"/>
                  <a:pt x="171339" y="127914"/>
                </a:cubicBezTo>
                <a:close/>
                <a:moveTo>
                  <a:pt x="98936" y="127914"/>
                </a:moveTo>
                <a:cubicBezTo>
                  <a:pt x="115695" y="127914"/>
                  <a:pt x="129288" y="141508"/>
                  <a:pt x="129288" y="158278"/>
                </a:cubicBezTo>
                <a:cubicBezTo>
                  <a:pt x="129288" y="175047"/>
                  <a:pt x="115695" y="188641"/>
                  <a:pt x="98936" y="188641"/>
                </a:cubicBezTo>
                <a:cubicBezTo>
                  <a:pt x="82162" y="188641"/>
                  <a:pt x="68567" y="175047"/>
                  <a:pt x="68567" y="158278"/>
                </a:cubicBezTo>
                <a:cubicBezTo>
                  <a:pt x="68567" y="141508"/>
                  <a:pt x="82162" y="127914"/>
                  <a:pt x="98936" y="127914"/>
                </a:cubicBezTo>
                <a:close/>
                <a:moveTo>
                  <a:pt x="26381" y="127914"/>
                </a:moveTo>
                <a:cubicBezTo>
                  <a:pt x="43143" y="127914"/>
                  <a:pt x="56738" y="141508"/>
                  <a:pt x="56738" y="158278"/>
                </a:cubicBezTo>
                <a:cubicBezTo>
                  <a:pt x="56738" y="175047"/>
                  <a:pt x="43143" y="188641"/>
                  <a:pt x="26381" y="188641"/>
                </a:cubicBezTo>
                <a:cubicBezTo>
                  <a:pt x="17995" y="188641"/>
                  <a:pt x="10404" y="185243"/>
                  <a:pt x="4909" y="179748"/>
                </a:cubicBezTo>
                <a:lnTo>
                  <a:pt x="0" y="167898"/>
                </a:lnTo>
                <a:lnTo>
                  <a:pt x="0" y="148658"/>
                </a:lnTo>
                <a:lnTo>
                  <a:pt x="4909" y="136807"/>
                </a:lnTo>
                <a:cubicBezTo>
                  <a:pt x="10404" y="131313"/>
                  <a:pt x="17995" y="127914"/>
                  <a:pt x="26381" y="127914"/>
                </a:cubicBezTo>
                <a:close/>
                <a:moveTo>
                  <a:pt x="1622429" y="47462"/>
                </a:moveTo>
                <a:lnTo>
                  <a:pt x="1625821" y="48147"/>
                </a:lnTo>
                <a:lnTo>
                  <a:pt x="1639701" y="102127"/>
                </a:lnTo>
                <a:lnTo>
                  <a:pt x="1634248" y="105804"/>
                </a:lnTo>
                <a:cubicBezTo>
                  <a:pt x="1630615" y="107340"/>
                  <a:pt x="1626621" y="108189"/>
                  <a:pt x="1622429" y="108189"/>
                </a:cubicBezTo>
                <a:cubicBezTo>
                  <a:pt x="1605659" y="108189"/>
                  <a:pt x="1592066" y="94595"/>
                  <a:pt x="1592066" y="77826"/>
                </a:cubicBezTo>
                <a:cubicBezTo>
                  <a:pt x="1592066" y="61056"/>
                  <a:pt x="1605659" y="47462"/>
                  <a:pt x="1622429" y="47462"/>
                </a:cubicBezTo>
                <a:close/>
                <a:moveTo>
                  <a:pt x="1549874" y="47462"/>
                </a:moveTo>
                <a:cubicBezTo>
                  <a:pt x="1566644" y="47462"/>
                  <a:pt x="1580238" y="61056"/>
                  <a:pt x="1580238" y="77826"/>
                </a:cubicBezTo>
                <a:cubicBezTo>
                  <a:pt x="1580238" y="94595"/>
                  <a:pt x="1566644" y="108189"/>
                  <a:pt x="1549874" y="108189"/>
                </a:cubicBezTo>
                <a:cubicBezTo>
                  <a:pt x="1533105" y="108189"/>
                  <a:pt x="1519511" y="94595"/>
                  <a:pt x="1519511" y="77826"/>
                </a:cubicBezTo>
                <a:cubicBezTo>
                  <a:pt x="1519511" y="61056"/>
                  <a:pt x="1533105" y="47462"/>
                  <a:pt x="1549874" y="47462"/>
                </a:cubicBezTo>
                <a:close/>
                <a:moveTo>
                  <a:pt x="1477320" y="47462"/>
                </a:moveTo>
                <a:cubicBezTo>
                  <a:pt x="1494089" y="47462"/>
                  <a:pt x="1507683" y="61056"/>
                  <a:pt x="1507683" y="77826"/>
                </a:cubicBezTo>
                <a:cubicBezTo>
                  <a:pt x="1507683" y="94595"/>
                  <a:pt x="1494089" y="108189"/>
                  <a:pt x="1477320" y="108189"/>
                </a:cubicBezTo>
                <a:cubicBezTo>
                  <a:pt x="1460550" y="108189"/>
                  <a:pt x="1446956" y="94595"/>
                  <a:pt x="1446956" y="77826"/>
                </a:cubicBezTo>
                <a:cubicBezTo>
                  <a:pt x="1446956" y="61056"/>
                  <a:pt x="1460550" y="47462"/>
                  <a:pt x="1477320" y="47462"/>
                </a:cubicBezTo>
                <a:close/>
                <a:moveTo>
                  <a:pt x="1404765" y="47462"/>
                </a:moveTo>
                <a:cubicBezTo>
                  <a:pt x="1421535" y="47462"/>
                  <a:pt x="1435129" y="61056"/>
                  <a:pt x="1435129" y="77826"/>
                </a:cubicBezTo>
                <a:cubicBezTo>
                  <a:pt x="1435129" y="94595"/>
                  <a:pt x="1421535" y="108189"/>
                  <a:pt x="1404765" y="108189"/>
                </a:cubicBezTo>
                <a:cubicBezTo>
                  <a:pt x="1387996" y="108189"/>
                  <a:pt x="1374402" y="94595"/>
                  <a:pt x="1374402" y="77826"/>
                </a:cubicBezTo>
                <a:cubicBezTo>
                  <a:pt x="1374402" y="61056"/>
                  <a:pt x="1387996" y="47462"/>
                  <a:pt x="1404765" y="47462"/>
                </a:cubicBezTo>
                <a:close/>
                <a:moveTo>
                  <a:pt x="1332211" y="47462"/>
                </a:moveTo>
                <a:cubicBezTo>
                  <a:pt x="1348980" y="47462"/>
                  <a:pt x="1362574" y="61056"/>
                  <a:pt x="1362574" y="77826"/>
                </a:cubicBezTo>
                <a:cubicBezTo>
                  <a:pt x="1362574" y="94595"/>
                  <a:pt x="1348980" y="108189"/>
                  <a:pt x="1332211" y="108189"/>
                </a:cubicBezTo>
                <a:cubicBezTo>
                  <a:pt x="1315441" y="108189"/>
                  <a:pt x="1301847" y="94595"/>
                  <a:pt x="1301847" y="77826"/>
                </a:cubicBezTo>
                <a:cubicBezTo>
                  <a:pt x="1301847" y="61056"/>
                  <a:pt x="1315441" y="47462"/>
                  <a:pt x="1332211" y="47462"/>
                </a:cubicBezTo>
                <a:close/>
                <a:moveTo>
                  <a:pt x="1259656" y="47462"/>
                </a:moveTo>
                <a:cubicBezTo>
                  <a:pt x="1276426" y="47462"/>
                  <a:pt x="1290020" y="61056"/>
                  <a:pt x="1290020" y="77826"/>
                </a:cubicBezTo>
                <a:cubicBezTo>
                  <a:pt x="1290020" y="94595"/>
                  <a:pt x="1276426" y="108189"/>
                  <a:pt x="1259656" y="108189"/>
                </a:cubicBezTo>
                <a:cubicBezTo>
                  <a:pt x="1242887" y="108189"/>
                  <a:pt x="1229293" y="94595"/>
                  <a:pt x="1229293" y="77826"/>
                </a:cubicBezTo>
                <a:cubicBezTo>
                  <a:pt x="1229293" y="61056"/>
                  <a:pt x="1242887" y="47462"/>
                  <a:pt x="1259656" y="47462"/>
                </a:cubicBezTo>
                <a:close/>
                <a:moveTo>
                  <a:pt x="1187102" y="47462"/>
                </a:moveTo>
                <a:cubicBezTo>
                  <a:pt x="1203871" y="47462"/>
                  <a:pt x="1217465" y="61056"/>
                  <a:pt x="1217465" y="77826"/>
                </a:cubicBezTo>
                <a:cubicBezTo>
                  <a:pt x="1217465" y="94595"/>
                  <a:pt x="1203871" y="108189"/>
                  <a:pt x="1187102" y="108189"/>
                </a:cubicBezTo>
                <a:cubicBezTo>
                  <a:pt x="1170332" y="108189"/>
                  <a:pt x="1156738" y="94595"/>
                  <a:pt x="1156738" y="77826"/>
                </a:cubicBezTo>
                <a:cubicBezTo>
                  <a:pt x="1156738" y="61056"/>
                  <a:pt x="1170332" y="47462"/>
                  <a:pt x="1187102" y="47462"/>
                </a:cubicBezTo>
                <a:close/>
                <a:moveTo>
                  <a:pt x="1114547" y="47462"/>
                </a:moveTo>
                <a:cubicBezTo>
                  <a:pt x="1131317" y="47462"/>
                  <a:pt x="1144911" y="61056"/>
                  <a:pt x="1144911" y="77826"/>
                </a:cubicBezTo>
                <a:cubicBezTo>
                  <a:pt x="1144911" y="94595"/>
                  <a:pt x="1131317" y="108189"/>
                  <a:pt x="1114547" y="108189"/>
                </a:cubicBezTo>
                <a:cubicBezTo>
                  <a:pt x="1097778" y="108189"/>
                  <a:pt x="1084184" y="94595"/>
                  <a:pt x="1084184" y="77826"/>
                </a:cubicBezTo>
                <a:cubicBezTo>
                  <a:pt x="1084184" y="61056"/>
                  <a:pt x="1097778" y="47462"/>
                  <a:pt x="1114547" y="47462"/>
                </a:cubicBezTo>
                <a:close/>
                <a:moveTo>
                  <a:pt x="1041993" y="47462"/>
                </a:moveTo>
                <a:cubicBezTo>
                  <a:pt x="1058762" y="47462"/>
                  <a:pt x="1072356" y="61056"/>
                  <a:pt x="1072356" y="77826"/>
                </a:cubicBezTo>
                <a:cubicBezTo>
                  <a:pt x="1072356" y="94595"/>
                  <a:pt x="1058762" y="108189"/>
                  <a:pt x="1041993" y="108189"/>
                </a:cubicBezTo>
                <a:cubicBezTo>
                  <a:pt x="1025223" y="108189"/>
                  <a:pt x="1011629" y="94595"/>
                  <a:pt x="1011629" y="77826"/>
                </a:cubicBezTo>
                <a:cubicBezTo>
                  <a:pt x="1011629" y="61056"/>
                  <a:pt x="1025223" y="47462"/>
                  <a:pt x="1041993" y="47462"/>
                </a:cubicBezTo>
                <a:close/>
                <a:moveTo>
                  <a:pt x="969438" y="47462"/>
                </a:moveTo>
                <a:cubicBezTo>
                  <a:pt x="986208" y="47462"/>
                  <a:pt x="999801" y="61056"/>
                  <a:pt x="999801" y="77826"/>
                </a:cubicBezTo>
                <a:cubicBezTo>
                  <a:pt x="999801" y="94595"/>
                  <a:pt x="986208" y="108189"/>
                  <a:pt x="969438" y="108189"/>
                </a:cubicBezTo>
                <a:cubicBezTo>
                  <a:pt x="952669" y="108189"/>
                  <a:pt x="939075" y="94595"/>
                  <a:pt x="939075" y="77826"/>
                </a:cubicBezTo>
                <a:cubicBezTo>
                  <a:pt x="939075" y="61056"/>
                  <a:pt x="952669" y="47462"/>
                  <a:pt x="969438" y="47462"/>
                </a:cubicBezTo>
                <a:close/>
                <a:moveTo>
                  <a:pt x="896883" y="47462"/>
                </a:moveTo>
                <a:cubicBezTo>
                  <a:pt x="913653" y="47462"/>
                  <a:pt x="927247" y="61056"/>
                  <a:pt x="927247" y="77826"/>
                </a:cubicBezTo>
                <a:cubicBezTo>
                  <a:pt x="927247" y="94595"/>
                  <a:pt x="913653" y="108189"/>
                  <a:pt x="896883" y="108189"/>
                </a:cubicBezTo>
                <a:cubicBezTo>
                  <a:pt x="880114" y="108189"/>
                  <a:pt x="866520" y="94595"/>
                  <a:pt x="866520" y="77826"/>
                </a:cubicBezTo>
                <a:cubicBezTo>
                  <a:pt x="866520" y="61056"/>
                  <a:pt x="880114" y="47462"/>
                  <a:pt x="896883" y="47462"/>
                </a:cubicBezTo>
                <a:close/>
                <a:moveTo>
                  <a:pt x="824329" y="47462"/>
                </a:moveTo>
                <a:cubicBezTo>
                  <a:pt x="841098" y="47462"/>
                  <a:pt x="854692" y="61056"/>
                  <a:pt x="854692" y="77826"/>
                </a:cubicBezTo>
                <a:cubicBezTo>
                  <a:pt x="854692" y="94595"/>
                  <a:pt x="841098" y="108189"/>
                  <a:pt x="824329" y="108189"/>
                </a:cubicBezTo>
                <a:cubicBezTo>
                  <a:pt x="807559" y="108189"/>
                  <a:pt x="793965" y="94595"/>
                  <a:pt x="793965" y="77826"/>
                </a:cubicBezTo>
                <a:cubicBezTo>
                  <a:pt x="793965" y="61056"/>
                  <a:pt x="807559" y="47462"/>
                  <a:pt x="824329" y="47462"/>
                </a:cubicBezTo>
                <a:close/>
                <a:moveTo>
                  <a:pt x="751774" y="47462"/>
                </a:moveTo>
                <a:cubicBezTo>
                  <a:pt x="768544" y="47462"/>
                  <a:pt x="782138" y="61056"/>
                  <a:pt x="782138" y="77826"/>
                </a:cubicBezTo>
                <a:cubicBezTo>
                  <a:pt x="782138" y="94595"/>
                  <a:pt x="768544" y="108189"/>
                  <a:pt x="751774" y="108189"/>
                </a:cubicBezTo>
                <a:cubicBezTo>
                  <a:pt x="735005" y="108189"/>
                  <a:pt x="721411" y="94595"/>
                  <a:pt x="721411" y="77826"/>
                </a:cubicBezTo>
                <a:cubicBezTo>
                  <a:pt x="721411" y="61056"/>
                  <a:pt x="735005" y="47462"/>
                  <a:pt x="751774" y="47462"/>
                </a:cubicBezTo>
                <a:close/>
                <a:moveTo>
                  <a:pt x="679220" y="47462"/>
                </a:moveTo>
                <a:cubicBezTo>
                  <a:pt x="695989" y="47462"/>
                  <a:pt x="709583" y="61056"/>
                  <a:pt x="709583" y="77826"/>
                </a:cubicBezTo>
                <a:cubicBezTo>
                  <a:pt x="709583" y="94595"/>
                  <a:pt x="695989" y="108189"/>
                  <a:pt x="679220" y="108189"/>
                </a:cubicBezTo>
                <a:cubicBezTo>
                  <a:pt x="662450" y="108189"/>
                  <a:pt x="648856" y="94595"/>
                  <a:pt x="648856" y="77826"/>
                </a:cubicBezTo>
                <a:cubicBezTo>
                  <a:pt x="648856" y="61056"/>
                  <a:pt x="662450" y="47462"/>
                  <a:pt x="679220" y="47462"/>
                </a:cubicBezTo>
                <a:close/>
                <a:moveTo>
                  <a:pt x="606665" y="47462"/>
                </a:moveTo>
                <a:cubicBezTo>
                  <a:pt x="623435" y="47462"/>
                  <a:pt x="637029" y="61056"/>
                  <a:pt x="637029" y="77826"/>
                </a:cubicBezTo>
                <a:cubicBezTo>
                  <a:pt x="637029" y="94595"/>
                  <a:pt x="623435" y="108189"/>
                  <a:pt x="606665" y="108189"/>
                </a:cubicBezTo>
                <a:cubicBezTo>
                  <a:pt x="589896" y="108189"/>
                  <a:pt x="576302" y="94595"/>
                  <a:pt x="576302" y="77826"/>
                </a:cubicBezTo>
                <a:cubicBezTo>
                  <a:pt x="576302" y="61056"/>
                  <a:pt x="589896" y="47462"/>
                  <a:pt x="606665" y="47462"/>
                </a:cubicBezTo>
                <a:close/>
                <a:moveTo>
                  <a:pt x="534111" y="47462"/>
                </a:moveTo>
                <a:cubicBezTo>
                  <a:pt x="550880" y="47462"/>
                  <a:pt x="564474" y="61056"/>
                  <a:pt x="564474" y="77826"/>
                </a:cubicBezTo>
                <a:cubicBezTo>
                  <a:pt x="564474" y="94595"/>
                  <a:pt x="550880" y="108189"/>
                  <a:pt x="534111" y="108189"/>
                </a:cubicBezTo>
                <a:cubicBezTo>
                  <a:pt x="517341" y="108189"/>
                  <a:pt x="503747" y="94595"/>
                  <a:pt x="503747" y="77826"/>
                </a:cubicBezTo>
                <a:cubicBezTo>
                  <a:pt x="503747" y="61056"/>
                  <a:pt x="517341" y="47462"/>
                  <a:pt x="534111" y="47462"/>
                </a:cubicBezTo>
                <a:close/>
                <a:moveTo>
                  <a:pt x="461556" y="47462"/>
                </a:moveTo>
                <a:cubicBezTo>
                  <a:pt x="478326" y="47462"/>
                  <a:pt x="491920" y="61056"/>
                  <a:pt x="491920" y="77826"/>
                </a:cubicBezTo>
                <a:cubicBezTo>
                  <a:pt x="491920" y="94595"/>
                  <a:pt x="478326" y="108189"/>
                  <a:pt x="461556" y="108189"/>
                </a:cubicBezTo>
                <a:cubicBezTo>
                  <a:pt x="444787" y="108189"/>
                  <a:pt x="431192" y="94595"/>
                  <a:pt x="431192" y="77826"/>
                </a:cubicBezTo>
                <a:cubicBezTo>
                  <a:pt x="431192" y="61056"/>
                  <a:pt x="444787" y="47462"/>
                  <a:pt x="461556" y="47462"/>
                </a:cubicBezTo>
                <a:close/>
                <a:moveTo>
                  <a:pt x="389002" y="47462"/>
                </a:moveTo>
                <a:cubicBezTo>
                  <a:pt x="405771" y="47462"/>
                  <a:pt x="419365" y="61056"/>
                  <a:pt x="419365" y="77826"/>
                </a:cubicBezTo>
                <a:cubicBezTo>
                  <a:pt x="419365" y="94595"/>
                  <a:pt x="405771" y="108189"/>
                  <a:pt x="389002" y="108189"/>
                </a:cubicBezTo>
                <a:cubicBezTo>
                  <a:pt x="372232" y="108189"/>
                  <a:pt x="358638" y="94595"/>
                  <a:pt x="358638" y="77826"/>
                </a:cubicBezTo>
                <a:cubicBezTo>
                  <a:pt x="358638" y="61056"/>
                  <a:pt x="372232" y="47462"/>
                  <a:pt x="389002" y="47462"/>
                </a:cubicBezTo>
                <a:close/>
                <a:moveTo>
                  <a:pt x="316447" y="47462"/>
                </a:moveTo>
                <a:cubicBezTo>
                  <a:pt x="333216" y="47462"/>
                  <a:pt x="346810" y="61056"/>
                  <a:pt x="346810" y="77826"/>
                </a:cubicBezTo>
                <a:cubicBezTo>
                  <a:pt x="346810" y="94595"/>
                  <a:pt x="333216" y="108189"/>
                  <a:pt x="316447" y="108189"/>
                </a:cubicBezTo>
                <a:cubicBezTo>
                  <a:pt x="299677" y="108189"/>
                  <a:pt x="286084" y="94595"/>
                  <a:pt x="286084" y="77826"/>
                </a:cubicBezTo>
                <a:cubicBezTo>
                  <a:pt x="286084" y="61056"/>
                  <a:pt x="299677" y="47462"/>
                  <a:pt x="316447" y="47462"/>
                </a:cubicBezTo>
                <a:close/>
                <a:moveTo>
                  <a:pt x="243892" y="47462"/>
                </a:moveTo>
                <a:cubicBezTo>
                  <a:pt x="260662" y="47462"/>
                  <a:pt x="274256" y="61056"/>
                  <a:pt x="274256" y="77826"/>
                </a:cubicBezTo>
                <a:cubicBezTo>
                  <a:pt x="274256" y="94595"/>
                  <a:pt x="260662" y="108189"/>
                  <a:pt x="243892" y="108189"/>
                </a:cubicBezTo>
                <a:cubicBezTo>
                  <a:pt x="227123" y="108189"/>
                  <a:pt x="213529" y="94595"/>
                  <a:pt x="213529" y="77826"/>
                </a:cubicBezTo>
                <a:cubicBezTo>
                  <a:pt x="213529" y="61056"/>
                  <a:pt x="227123" y="47462"/>
                  <a:pt x="243892" y="47462"/>
                </a:cubicBezTo>
                <a:close/>
                <a:moveTo>
                  <a:pt x="171339" y="47462"/>
                </a:moveTo>
                <a:cubicBezTo>
                  <a:pt x="188107" y="47462"/>
                  <a:pt x="201701" y="61056"/>
                  <a:pt x="201701" y="77826"/>
                </a:cubicBezTo>
                <a:cubicBezTo>
                  <a:pt x="201701" y="94595"/>
                  <a:pt x="188107" y="108189"/>
                  <a:pt x="171339" y="108189"/>
                </a:cubicBezTo>
                <a:cubicBezTo>
                  <a:pt x="154708" y="108189"/>
                  <a:pt x="141113" y="94595"/>
                  <a:pt x="141113" y="77826"/>
                </a:cubicBezTo>
                <a:cubicBezTo>
                  <a:pt x="141113" y="61056"/>
                  <a:pt x="154708" y="47462"/>
                  <a:pt x="171339" y="47462"/>
                </a:cubicBezTo>
                <a:close/>
                <a:moveTo>
                  <a:pt x="98942" y="47462"/>
                </a:moveTo>
                <a:cubicBezTo>
                  <a:pt x="115700" y="47462"/>
                  <a:pt x="129294" y="61056"/>
                  <a:pt x="129294" y="77826"/>
                </a:cubicBezTo>
                <a:cubicBezTo>
                  <a:pt x="129294" y="94595"/>
                  <a:pt x="115700" y="108189"/>
                  <a:pt x="98942" y="108189"/>
                </a:cubicBezTo>
                <a:cubicBezTo>
                  <a:pt x="82168" y="108189"/>
                  <a:pt x="68573" y="94595"/>
                  <a:pt x="68573" y="77826"/>
                </a:cubicBezTo>
                <a:cubicBezTo>
                  <a:pt x="68573" y="61056"/>
                  <a:pt x="82168" y="47462"/>
                  <a:pt x="98942" y="47462"/>
                </a:cubicBezTo>
                <a:close/>
                <a:moveTo>
                  <a:pt x="26388" y="47462"/>
                </a:moveTo>
                <a:cubicBezTo>
                  <a:pt x="43149" y="47462"/>
                  <a:pt x="56744" y="61056"/>
                  <a:pt x="56744" y="77826"/>
                </a:cubicBezTo>
                <a:cubicBezTo>
                  <a:pt x="56744" y="94595"/>
                  <a:pt x="43149" y="108189"/>
                  <a:pt x="26388" y="108189"/>
                </a:cubicBezTo>
                <a:cubicBezTo>
                  <a:pt x="18002" y="108189"/>
                  <a:pt x="10410" y="104791"/>
                  <a:pt x="4916" y="99296"/>
                </a:cubicBezTo>
                <a:lnTo>
                  <a:pt x="0" y="87429"/>
                </a:lnTo>
                <a:lnTo>
                  <a:pt x="0" y="68222"/>
                </a:lnTo>
                <a:lnTo>
                  <a:pt x="4916" y="56355"/>
                </a:lnTo>
                <a:cubicBezTo>
                  <a:pt x="10410" y="50861"/>
                  <a:pt x="18002" y="47462"/>
                  <a:pt x="26388" y="47462"/>
                </a:cubicBezTo>
                <a:close/>
                <a:moveTo>
                  <a:pt x="1592868" y="0"/>
                </a:moveTo>
                <a:lnTo>
                  <a:pt x="1613441" y="0"/>
                </a:lnTo>
                <a:lnTo>
                  <a:pt x="1620472" y="27343"/>
                </a:lnTo>
                <a:lnTo>
                  <a:pt x="1610610" y="25352"/>
                </a:lnTo>
                <a:cubicBezTo>
                  <a:pt x="1605161" y="23047"/>
                  <a:pt x="1600525" y="19197"/>
                  <a:pt x="1597251" y="14351"/>
                </a:cubicBezTo>
                <a:close/>
                <a:moveTo>
                  <a:pt x="1520598" y="0"/>
                </a:moveTo>
                <a:lnTo>
                  <a:pt x="1579150" y="0"/>
                </a:lnTo>
                <a:lnTo>
                  <a:pt x="1571345" y="18844"/>
                </a:lnTo>
                <a:cubicBezTo>
                  <a:pt x="1565850" y="24339"/>
                  <a:pt x="1558259" y="27738"/>
                  <a:pt x="1549874" y="27738"/>
                </a:cubicBezTo>
                <a:cubicBezTo>
                  <a:pt x="1541490" y="27738"/>
                  <a:pt x="1533899" y="24339"/>
                  <a:pt x="1528404" y="18844"/>
                </a:cubicBezTo>
                <a:close/>
                <a:moveTo>
                  <a:pt x="1448044" y="0"/>
                </a:moveTo>
                <a:lnTo>
                  <a:pt x="1506596" y="0"/>
                </a:lnTo>
                <a:lnTo>
                  <a:pt x="1498790" y="18844"/>
                </a:lnTo>
                <a:cubicBezTo>
                  <a:pt x="1493295" y="24339"/>
                  <a:pt x="1485705" y="27738"/>
                  <a:pt x="1477320" y="27738"/>
                </a:cubicBezTo>
                <a:cubicBezTo>
                  <a:pt x="1468935" y="27738"/>
                  <a:pt x="1461344" y="24339"/>
                  <a:pt x="1455850" y="18844"/>
                </a:cubicBezTo>
                <a:close/>
                <a:moveTo>
                  <a:pt x="1375489" y="0"/>
                </a:moveTo>
                <a:lnTo>
                  <a:pt x="1434041" y="0"/>
                </a:lnTo>
                <a:lnTo>
                  <a:pt x="1426236" y="18844"/>
                </a:lnTo>
                <a:cubicBezTo>
                  <a:pt x="1420741" y="24339"/>
                  <a:pt x="1413150" y="27738"/>
                  <a:pt x="1404765" y="27738"/>
                </a:cubicBezTo>
                <a:cubicBezTo>
                  <a:pt x="1396381" y="27738"/>
                  <a:pt x="1388790" y="24339"/>
                  <a:pt x="1383295" y="18844"/>
                </a:cubicBezTo>
                <a:close/>
                <a:moveTo>
                  <a:pt x="1302935" y="0"/>
                </a:moveTo>
                <a:lnTo>
                  <a:pt x="1361486" y="0"/>
                </a:lnTo>
                <a:lnTo>
                  <a:pt x="1353681" y="18844"/>
                </a:lnTo>
                <a:cubicBezTo>
                  <a:pt x="1348186" y="24339"/>
                  <a:pt x="1340596" y="27738"/>
                  <a:pt x="1332211" y="27738"/>
                </a:cubicBezTo>
                <a:cubicBezTo>
                  <a:pt x="1323826" y="27738"/>
                  <a:pt x="1316235" y="24339"/>
                  <a:pt x="1310740" y="18844"/>
                </a:cubicBezTo>
                <a:close/>
                <a:moveTo>
                  <a:pt x="1230380" y="0"/>
                </a:moveTo>
                <a:lnTo>
                  <a:pt x="1288932" y="0"/>
                </a:lnTo>
                <a:lnTo>
                  <a:pt x="1281126" y="18844"/>
                </a:lnTo>
                <a:cubicBezTo>
                  <a:pt x="1275632" y="24339"/>
                  <a:pt x="1268041" y="27738"/>
                  <a:pt x="1259656" y="27738"/>
                </a:cubicBezTo>
                <a:cubicBezTo>
                  <a:pt x="1251271" y="27738"/>
                  <a:pt x="1243680" y="24339"/>
                  <a:pt x="1238186" y="18844"/>
                </a:cubicBezTo>
                <a:close/>
                <a:moveTo>
                  <a:pt x="1157826" y="0"/>
                </a:moveTo>
                <a:lnTo>
                  <a:pt x="1216377" y="0"/>
                </a:lnTo>
                <a:lnTo>
                  <a:pt x="1208572" y="18844"/>
                </a:lnTo>
                <a:cubicBezTo>
                  <a:pt x="1203077" y="24339"/>
                  <a:pt x="1195486" y="27738"/>
                  <a:pt x="1187102" y="27738"/>
                </a:cubicBezTo>
                <a:cubicBezTo>
                  <a:pt x="1178717" y="27738"/>
                  <a:pt x="1171126" y="24339"/>
                  <a:pt x="1165631" y="18844"/>
                </a:cubicBezTo>
                <a:close/>
                <a:moveTo>
                  <a:pt x="1085271" y="0"/>
                </a:moveTo>
                <a:lnTo>
                  <a:pt x="1143823" y="0"/>
                </a:lnTo>
                <a:lnTo>
                  <a:pt x="1136017" y="18844"/>
                </a:lnTo>
                <a:cubicBezTo>
                  <a:pt x="1130523" y="24339"/>
                  <a:pt x="1122932" y="27738"/>
                  <a:pt x="1114547" y="27738"/>
                </a:cubicBezTo>
                <a:cubicBezTo>
                  <a:pt x="1106162" y="27738"/>
                  <a:pt x="1098571" y="24339"/>
                  <a:pt x="1093077" y="18844"/>
                </a:cubicBezTo>
                <a:close/>
                <a:moveTo>
                  <a:pt x="1012717" y="0"/>
                </a:moveTo>
                <a:lnTo>
                  <a:pt x="1071268" y="0"/>
                </a:lnTo>
                <a:lnTo>
                  <a:pt x="1063463" y="18844"/>
                </a:lnTo>
                <a:cubicBezTo>
                  <a:pt x="1057968" y="24339"/>
                  <a:pt x="1050377" y="27738"/>
                  <a:pt x="1041993" y="27738"/>
                </a:cubicBezTo>
                <a:cubicBezTo>
                  <a:pt x="1033608" y="27738"/>
                  <a:pt x="1026017" y="24339"/>
                  <a:pt x="1020522" y="18844"/>
                </a:cubicBezTo>
                <a:close/>
                <a:moveTo>
                  <a:pt x="940162" y="0"/>
                </a:moveTo>
                <a:lnTo>
                  <a:pt x="998714" y="0"/>
                </a:lnTo>
                <a:lnTo>
                  <a:pt x="990908" y="18844"/>
                </a:lnTo>
                <a:cubicBezTo>
                  <a:pt x="985414" y="24339"/>
                  <a:pt x="977823" y="27738"/>
                  <a:pt x="969438" y="27738"/>
                </a:cubicBezTo>
                <a:cubicBezTo>
                  <a:pt x="961053" y="27738"/>
                  <a:pt x="953462" y="24339"/>
                  <a:pt x="947968" y="18844"/>
                </a:cubicBezTo>
                <a:close/>
                <a:moveTo>
                  <a:pt x="867607" y="0"/>
                </a:moveTo>
                <a:lnTo>
                  <a:pt x="926159" y="0"/>
                </a:lnTo>
                <a:lnTo>
                  <a:pt x="918354" y="18844"/>
                </a:lnTo>
                <a:cubicBezTo>
                  <a:pt x="912859" y="24339"/>
                  <a:pt x="905268" y="27738"/>
                  <a:pt x="896883" y="27738"/>
                </a:cubicBezTo>
                <a:cubicBezTo>
                  <a:pt x="888499" y="27738"/>
                  <a:pt x="880908" y="24339"/>
                  <a:pt x="875413" y="18844"/>
                </a:cubicBezTo>
                <a:close/>
                <a:moveTo>
                  <a:pt x="795053" y="0"/>
                </a:moveTo>
                <a:lnTo>
                  <a:pt x="853605" y="0"/>
                </a:lnTo>
                <a:lnTo>
                  <a:pt x="845799" y="18844"/>
                </a:lnTo>
                <a:cubicBezTo>
                  <a:pt x="840304" y="24339"/>
                  <a:pt x="832714" y="27738"/>
                  <a:pt x="824329" y="27738"/>
                </a:cubicBezTo>
                <a:cubicBezTo>
                  <a:pt x="815944" y="27738"/>
                  <a:pt x="808353" y="24339"/>
                  <a:pt x="802858" y="18844"/>
                </a:cubicBezTo>
                <a:close/>
                <a:moveTo>
                  <a:pt x="722498" y="0"/>
                </a:moveTo>
                <a:lnTo>
                  <a:pt x="781050" y="0"/>
                </a:lnTo>
                <a:lnTo>
                  <a:pt x="773245" y="18844"/>
                </a:lnTo>
                <a:cubicBezTo>
                  <a:pt x="767750" y="24339"/>
                  <a:pt x="760159" y="27738"/>
                  <a:pt x="751774" y="27738"/>
                </a:cubicBezTo>
                <a:cubicBezTo>
                  <a:pt x="743390" y="27738"/>
                  <a:pt x="735799" y="24339"/>
                  <a:pt x="730304" y="18844"/>
                </a:cubicBezTo>
                <a:close/>
                <a:moveTo>
                  <a:pt x="649944" y="0"/>
                </a:moveTo>
                <a:lnTo>
                  <a:pt x="708496" y="0"/>
                </a:lnTo>
                <a:lnTo>
                  <a:pt x="700690" y="18844"/>
                </a:lnTo>
                <a:cubicBezTo>
                  <a:pt x="695195" y="24339"/>
                  <a:pt x="687604" y="27738"/>
                  <a:pt x="679220" y="27738"/>
                </a:cubicBezTo>
                <a:cubicBezTo>
                  <a:pt x="670835" y="27738"/>
                  <a:pt x="663244" y="24339"/>
                  <a:pt x="657749" y="18844"/>
                </a:cubicBezTo>
                <a:close/>
                <a:moveTo>
                  <a:pt x="577389" y="0"/>
                </a:moveTo>
                <a:lnTo>
                  <a:pt x="635941" y="0"/>
                </a:lnTo>
                <a:lnTo>
                  <a:pt x="628135" y="18844"/>
                </a:lnTo>
                <a:cubicBezTo>
                  <a:pt x="622641" y="24339"/>
                  <a:pt x="615050" y="27738"/>
                  <a:pt x="606665" y="27738"/>
                </a:cubicBezTo>
                <a:cubicBezTo>
                  <a:pt x="598280" y="27738"/>
                  <a:pt x="590690" y="24339"/>
                  <a:pt x="585195" y="18844"/>
                </a:cubicBezTo>
                <a:close/>
                <a:moveTo>
                  <a:pt x="504835" y="0"/>
                </a:moveTo>
                <a:lnTo>
                  <a:pt x="563386" y="0"/>
                </a:lnTo>
                <a:lnTo>
                  <a:pt x="555581" y="18844"/>
                </a:lnTo>
                <a:cubicBezTo>
                  <a:pt x="550086" y="24339"/>
                  <a:pt x="542495" y="27738"/>
                  <a:pt x="534111" y="27738"/>
                </a:cubicBezTo>
                <a:cubicBezTo>
                  <a:pt x="525726" y="27738"/>
                  <a:pt x="518135" y="24339"/>
                  <a:pt x="512640" y="18844"/>
                </a:cubicBezTo>
                <a:close/>
                <a:moveTo>
                  <a:pt x="432280" y="0"/>
                </a:moveTo>
                <a:lnTo>
                  <a:pt x="490832" y="0"/>
                </a:lnTo>
                <a:lnTo>
                  <a:pt x="483026" y="18844"/>
                </a:lnTo>
                <a:cubicBezTo>
                  <a:pt x="477532" y="24339"/>
                  <a:pt x="469941" y="27738"/>
                  <a:pt x="461556" y="27738"/>
                </a:cubicBezTo>
                <a:cubicBezTo>
                  <a:pt x="453171" y="27738"/>
                  <a:pt x="445580" y="24339"/>
                  <a:pt x="440086" y="18844"/>
                </a:cubicBezTo>
                <a:close/>
                <a:moveTo>
                  <a:pt x="359726" y="0"/>
                </a:moveTo>
                <a:lnTo>
                  <a:pt x="418277" y="0"/>
                </a:lnTo>
                <a:lnTo>
                  <a:pt x="410472" y="18844"/>
                </a:lnTo>
                <a:cubicBezTo>
                  <a:pt x="404977" y="24339"/>
                  <a:pt x="397386" y="27738"/>
                  <a:pt x="389002" y="27738"/>
                </a:cubicBezTo>
                <a:cubicBezTo>
                  <a:pt x="380617" y="27738"/>
                  <a:pt x="373026" y="24339"/>
                  <a:pt x="367531" y="18844"/>
                </a:cubicBezTo>
                <a:close/>
                <a:moveTo>
                  <a:pt x="287171" y="0"/>
                </a:moveTo>
                <a:lnTo>
                  <a:pt x="345723" y="0"/>
                </a:lnTo>
                <a:lnTo>
                  <a:pt x="337917" y="18844"/>
                </a:lnTo>
                <a:cubicBezTo>
                  <a:pt x="332423" y="24339"/>
                  <a:pt x="324832" y="27738"/>
                  <a:pt x="316447" y="27738"/>
                </a:cubicBezTo>
                <a:cubicBezTo>
                  <a:pt x="308062" y="27738"/>
                  <a:pt x="300471" y="24339"/>
                  <a:pt x="294977" y="18844"/>
                </a:cubicBezTo>
                <a:close/>
                <a:moveTo>
                  <a:pt x="214617" y="0"/>
                </a:moveTo>
                <a:lnTo>
                  <a:pt x="273168" y="0"/>
                </a:lnTo>
                <a:lnTo>
                  <a:pt x="265363" y="18844"/>
                </a:lnTo>
                <a:cubicBezTo>
                  <a:pt x="259868" y="24339"/>
                  <a:pt x="252277" y="27738"/>
                  <a:pt x="243892" y="27738"/>
                </a:cubicBezTo>
                <a:cubicBezTo>
                  <a:pt x="235508" y="27738"/>
                  <a:pt x="227917" y="24339"/>
                  <a:pt x="222422" y="18844"/>
                </a:cubicBezTo>
                <a:close/>
                <a:moveTo>
                  <a:pt x="142204" y="0"/>
                </a:moveTo>
                <a:lnTo>
                  <a:pt x="200614" y="0"/>
                </a:lnTo>
                <a:lnTo>
                  <a:pt x="192808" y="18844"/>
                </a:lnTo>
                <a:cubicBezTo>
                  <a:pt x="187314" y="24339"/>
                  <a:pt x="179723" y="27738"/>
                  <a:pt x="171339" y="27738"/>
                </a:cubicBezTo>
                <a:cubicBezTo>
                  <a:pt x="163026" y="27738"/>
                  <a:pt x="155471" y="24339"/>
                  <a:pt x="149994" y="18844"/>
                </a:cubicBezTo>
                <a:close/>
                <a:moveTo>
                  <a:pt x="69668" y="0"/>
                </a:moveTo>
                <a:lnTo>
                  <a:pt x="128212" y="0"/>
                </a:lnTo>
                <a:lnTo>
                  <a:pt x="120408" y="18844"/>
                </a:lnTo>
                <a:cubicBezTo>
                  <a:pt x="114915" y="24339"/>
                  <a:pt x="107328" y="27738"/>
                  <a:pt x="98949" y="27738"/>
                </a:cubicBezTo>
                <a:cubicBezTo>
                  <a:pt x="90562" y="27738"/>
                  <a:pt x="82969" y="24339"/>
                  <a:pt x="77474" y="18844"/>
                </a:cubicBezTo>
                <a:close/>
                <a:moveTo>
                  <a:pt x="0" y="0"/>
                </a:moveTo>
                <a:lnTo>
                  <a:pt x="55662" y="0"/>
                </a:lnTo>
                <a:lnTo>
                  <a:pt x="47858" y="18844"/>
                </a:lnTo>
                <a:cubicBezTo>
                  <a:pt x="42364" y="24339"/>
                  <a:pt x="34775" y="27738"/>
                  <a:pt x="26394" y="27738"/>
                </a:cubicBezTo>
                <a:cubicBezTo>
                  <a:pt x="18009" y="27738"/>
                  <a:pt x="10417" y="24339"/>
                  <a:pt x="4922" y="18844"/>
                </a:cubicBezTo>
                <a:lnTo>
                  <a:pt x="0" y="6962"/>
                </a:lnTo>
                <a:close/>
              </a:path>
            </a:pathLst>
          </a:custGeom>
          <a:solidFill>
            <a:schemeClr val="accent1">
              <a:alpha val="60000"/>
            </a:schemeClr>
          </a:soli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None/>
            </a:pPr>
            <a:endParaRPr sz="1867" b="0" i="0" u="none" strike="noStrike" cap="none" dirty="0">
              <a:solidFill>
                <a:schemeClr val="dk1"/>
              </a:solidFill>
              <a:latin typeface="Calibri"/>
              <a:ea typeface="Calibri"/>
              <a:cs typeface="Calibri"/>
              <a:sym typeface="Calibri"/>
            </a:endParaRPr>
          </a:p>
        </p:txBody>
      </p:sp>
      <p:sp>
        <p:nvSpPr>
          <p:cNvPr id="6" name="Google Shape;105;p10">
            <a:extLst>
              <a:ext uri="{FF2B5EF4-FFF2-40B4-BE49-F238E27FC236}">
                <a16:creationId xmlns:a16="http://schemas.microsoft.com/office/drawing/2014/main" id="{A8E0022A-F44F-8045-B075-650B74CE47ED}"/>
              </a:ext>
            </a:extLst>
          </p:cNvPr>
          <p:cNvSpPr/>
          <p:nvPr/>
        </p:nvSpPr>
        <p:spPr>
          <a:xfrm>
            <a:off x="2" y="2"/>
            <a:ext cx="403373" cy="496797"/>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None/>
            </a:pPr>
            <a:endParaRPr sz="1867" b="0" i="0" u="none" strike="noStrike" cap="none" dirty="0">
              <a:solidFill>
                <a:schemeClr val="dk1"/>
              </a:solidFill>
              <a:latin typeface="Calibri"/>
              <a:ea typeface="Calibri"/>
              <a:cs typeface="Calibri"/>
              <a:sym typeface="Calibri"/>
            </a:endParaRPr>
          </a:p>
        </p:txBody>
      </p:sp>
      <p:sp>
        <p:nvSpPr>
          <p:cNvPr id="7" name="Google Shape;111;p10">
            <a:extLst>
              <a:ext uri="{FF2B5EF4-FFF2-40B4-BE49-F238E27FC236}">
                <a16:creationId xmlns:a16="http://schemas.microsoft.com/office/drawing/2014/main" id="{82F575C4-8981-7F4B-AFF4-8AEC76D9F245}"/>
              </a:ext>
            </a:extLst>
          </p:cNvPr>
          <p:cNvSpPr/>
          <p:nvPr/>
        </p:nvSpPr>
        <p:spPr>
          <a:xfrm>
            <a:off x="1126633" y="1369773"/>
            <a:ext cx="1097200" cy="10972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None/>
            </a:pPr>
            <a:endParaRPr sz="2400" dirty="0">
              <a:solidFill>
                <a:schemeClr val="dk1"/>
              </a:solidFill>
              <a:latin typeface="+mn-lt"/>
              <a:ea typeface="Calibri"/>
              <a:cs typeface="Calibri"/>
              <a:sym typeface="Calibri"/>
            </a:endParaRPr>
          </a:p>
        </p:txBody>
      </p:sp>
      <p:cxnSp>
        <p:nvCxnSpPr>
          <p:cNvPr id="8" name="Google Shape;112;p10">
            <a:extLst>
              <a:ext uri="{FF2B5EF4-FFF2-40B4-BE49-F238E27FC236}">
                <a16:creationId xmlns:a16="http://schemas.microsoft.com/office/drawing/2014/main" id="{7B676185-3748-B645-ADCC-FC563C9B528C}"/>
              </a:ext>
            </a:extLst>
          </p:cNvPr>
          <p:cNvCxnSpPr/>
          <p:nvPr/>
        </p:nvCxnSpPr>
        <p:spPr>
          <a:xfrm>
            <a:off x="1104033" y="3094797"/>
            <a:ext cx="1142400" cy="0"/>
          </a:xfrm>
          <a:prstGeom prst="straightConnector1">
            <a:avLst/>
          </a:prstGeom>
          <a:noFill/>
          <a:ln w="9525" cap="flat" cmpd="sng">
            <a:solidFill>
              <a:srgbClr val="A2A2A2"/>
            </a:solidFill>
            <a:prstDash val="solid"/>
            <a:miter lim="800000"/>
            <a:headEnd type="none" w="sm" len="sm"/>
            <a:tailEnd type="none" w="sm" len="sm"/>
          </a:ln>
        </p:spPr>
      </p:cxnSp>
      <p:sp>
        <p:nvSpPr>
          <p:cNvPr id="9" name="Google Shape;116;p10">
            <a:extLst>
              <a:ext uri="{FF2B5EF4-FFF2-40B4-BE49-F238E27FC236}">
                <a16:creationId xmlns:a16="http://schemas.microsoft.com/office/drawing/2014/main" id="{341D0CAA-A624-9742-A3C8-27A1B969115E}"/>
              </a:ext>
            </a:extLst>
          </p:cNvPr>
          <p:cNvSpPr>
            <a:spLocks noGrp="1"/>
          </p:cNvSpPr>
          <p:nvPr>
            <p:ph type="pic" idx="4"/>
          </p:nvPr>
        </p:nvSpPr>
        <p:spPr>
          <a:xfrm>
            <a:off x="1218033" y="1461173"/>
            <a:ext cx="914400" cy="914400"/>
          </a:xfrm>
          <a:prstGeom prst="ellipse">
            <a:avLst/>
          </a:prstGeom>
          <a:noFill/>
          <a:ln w="25400" cap="flat" cmpd="sng">
            <a:solidFill>
              <a:schemeClr val="dk2"/>
            </a:solidFill>
            <a:prstDash val="solid"/>
            <a:round/>
            <a:headEnd type="none" w="sm" len="sm"/>
            <a:tailEnd type="none" w="sm" len="sm"/>
          </a:ln>
        </p:spPr>
        <p:txBody>
          <a:bodyPr anchor="ctr"/>
          <a:lstStyle>
            <a:lvl1pPr marL="8466" indent="0" algn="ctr">
              <a:buNone/>
              <a:tabLst/>
              <a:defRPr sz="1067">
                <a:latin typeface="+mn-lt"/>
              </a:defRPr>
            </a:lvl1pPr>
          </a:lstStyle>
          <a:p>
            <a:r>
              <a:rPr lang="en-US" dirty="0"/>
              <a:t>Click icon to add picture</a:t>
            </a:r>
          </a:p>
        </p:txBody>
      </p:sp>
      <p:sp>
        <p:nvSpPr>
          <p:cNvPr id="10" name="Google Shape;117;p10">
            <a:extLst>
              <a:ext uri="{FF2B5EF4-FFF2-40B4-BE49-F238E27FC236}">
                <a16:creationId xmlns:a16="http://schemas.microsoft.com/office/drawing/2014/main" id="{2520884F-C872-0947-A260-BF5DCE72488E}"/>
              </a:ext>
            </a:extLst>
          </p:cNvPr>
          <p:cNvSpPr/>
          <p:nvPr/>
        </p:nvSpPr>
        <p:spPr>
          <a:xfrm>
            <a:off x="1126633" y="4044868"/>
            <a:ext cx="1097200" cy="10972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None/>
            </a:pPr>
            <a:endParaRPr sz="2400" dirty="0">
              <a:solidFill>
                <a:schemeClr val="dk1"/>
              </a:solidFill>
              <a:latin typeface="+mn-lt"/>
              <a:ea typeface="Calibri"/>
              <a:cs typeface="Calibri"/>
              <a:sym typeface="Calibri"/>
            </a:endParaRPr>
          </a:p>
        </p:txBody>
      </p:sp>
      <p:cxnSp>
        <p:nvCxnSpPr>
          <p:cNvPr id="11" name="Google Shape;118;p10">
            <a:extLst>
              <a:ext uri="{FF2B5EF4-FFF2-40B4-BE49-F238E27FC236}">
                <a16:creationId xmlns:a16="http://schemas.microsoft.com/office/drawing/2014/main" id="{B85F603D-45F3-0841-BCCD-5F5CBF9506A5}"/>
              </a:ext>
            </a:extLst>
          </p:cNvPr>
          <p:cNvCxnSpPr/>
          <p:nvPr/>
        </p:nvCxnSpPr>
        <p:spPr>
          <a:xfrm>
            <a:off x="1104033" y="5769892"/>
            <a:ext cx="1142400" cy="0"/>
          </a:xfrm>
          <a:prstGeom prst="straightConnector1">
            <a:avLst/>
          </a:prstGeom>
          <a:noFill/>
          <a:ln w="9525" cap="flat" cmpd="sng">
            <a:solidFill>
              <a:srgbClr val="A2A2A2"/>
            </a:solidFill>
            <a:prstDash val="solid"/>
            <a:miter lim="800000"/>
            <a:headEnd type="none" w="sm" len="sm"/>
            <a:tailEnd type="none" w="sm" len="sm"/>
          </a:ln>
        </p:spPr>
      </p:cxnSp>
      <p:sp>
        <p:nvSpPr>
          <p:cNvPr id="12" name="Google Shape;122;p10">
            <a:extLst>
              <a:ext uri="{FF2B5EF4-FFF2-40B4-BE49-F238E27FC236}">
                <a16:creationId xmlns:a16="http://schemas.microsoft.com/office/drawing/2014/main" id="{50758F33-0BBF-764F-B0A4-A06C43D54277}"/>
              </a:ext>
            </a:extLst>
          </p:cNvPr>
          <p:cNvSpPr>
            <a:spLocks noGrp="1"/>
          </p:cNvSpPr>
          <p:nvPr>
            <p:ph type="pic" idx="8"/>
          </p:nvPr>
        </p:nvSpPr>
        <p:spPr>
          <a:xfrm>
            <a:off x="1218033" y="4136268"/>
            <a:ext cx="914400" cy="914400"/>
          </a:xfrm>
          <a:prstGeom prst="ellipse">
            <a:avLst/>
          </a:prstGeom>
          <a:noFill/>
          <a:ln w="25400" cap="flat" cmpd="sng">
            <a:solidFill>
              <a:schemeClr val="dk2"/>
            </a:solidFill>
            <a:prstDash val="solid"/>
            <a:round/>
            <a:headEnd type="none" w="sm" len="sm"/>
            <a:tailEnd type="none" w="sm" len="sm"/>
          </a:ln>
        </p:spPr>
        <p:txBody>
          <a:bodyPr anchor="ctr"/>
          <a:lstStyle>
            <a:lvl1pPr marL="8466" indent="0" algn="ctr">
              <a:buNone/>
              <a:tabLst/>
              <a:defRPr sz="1067">
                <a:latin typeface="+mn-lt"/>
              </a:defRPr>
            </a:lvl1pPr>
          </a:lstStyle>
          <a:p>
            <a:r>
              <a:rPr lang="en-US" dirty="0"/>
              <a:t>Click icon to add picture</a:t>
            </a:r>
          </a:p>
        </p:txBody>
      </p:sp>
      <p:sp>
        <p:nvSpPr>
          <p:cNvPr id="13" name="Google Shape;123;p10">
            <a:extLst>
              <a:ext uri="{FF2B5EF4-FFF2-40B4-BE49-F238E27FC236}">
                <a16:creationId xmlns:a16="http://schemas.microsoft.com/office/drawing/2014/main" id="{6A059A77-15FD-1F43-AE1A-72021D1F2E6F}"/>
              </a:ext>
            </a:extLst>
          </p:cNvPr>
          <p:cNvSpPr/>
          <p:nvPr/>
        </p:nvSpPr>
        <p:spPr>
          <a:xfrm>
            <a:off x="3335617" y="1369773"/>
            <a:ext cx="1097200" cy="10972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None/>
            </a:pPr>
            <a:endParaRPr sz="2400" dirty="0">
              <a:solidFill>
                <a:schemeClr val="dk1"/>
              </a:solidFill>
              <a:latin typeface="+mn-lt"/>
              <a:ea typeface="Calibri"/>
              <a:cs typeface="Calibri"/>
              <a:sym typeface="Calibri"/>
            </a:endParaRPr>
          </a:p>
        </p:txBody>
      </p:sp>
      <p:cxnSp>
        <p:nvCxnSpPr>
          <p:cNvPr id="14" name="Google Shape;124;p10">
            <a:extLst>
              <a:ext uri="{FF2B5EF4-FFF2-40B4-BE49-F238E27FC236}">
                <a16:creationId xmlns:a16="http://schemas.microsoft.com/office/drawing/2014/main" id="{1989A9B9-BDB7-9445-BB60-319C96287B18}"/>
              </a:ext>
            </a:extLst>
          </p:cNvPr>
          <p:cNvCxnSpPr/>
          <p:nvPr/>
        </p:nvCxnSpPr>
        <p:spPr>
          <a:xfrm>
            <a:off x="3313017" y="3094797"/>
            <a:ext cx="1142400" cy="0"/>
          </a:xfrm>
          <a:prstGeom prst="straightConnector1">
            <a:avLst/>
          </a:prstGeom>
          <a:noFill/>
          <a:ln w="9525" cap="flat" cmpd="sng">
            <a:solidFill>
              <a:srgbClr val="A2A2A2"/>
            </a:solidFill>
            <a:prstDash val="solid"/>
            <a:miter lim="800000"/>
            <a:headEnd type="none" w="sm" len="sm"/>
            <a:tailEnd type="none" w="sm" len="sm"/>
          </a:ln>
        </p:spPr>
      </p:cxnSp>
      <p:sp>
        <p:nvSpPr>
          <p:cNvPr id="15" name="Google Shape;128;p10">
            <a:extLst>
              <a:ext uri="{FF2B5EF4-FFF2-40B4-BE49-F238E27FC236}">
                <a16:creationId xmlns:a16="http://schemas.microsoft.com/office/drawing/2014/main" id="{1C8C99CE-2E1D-2B4C-BCAD-A0E187E81A3A}"/>
              </a:ext>
            </a:extLst>
          </p:cNvPr>
          <p:cNvSpPr>
            <a:spLocks noGrp="1"/>
          </p:cNvSpPr>
          <p:nvPr>
            <p:ph type="pic" idx="15"/>
          </p:nvPr>
        </p:nvSpPr>
        <p:spPr>
          <a:xfrm>
            <a:off x="3427017" y="1461173"/>
            <a:ext cx="914400" cy="914400"/>
          </a:xfrm>
          <a:prstGeom prst="ellipse">
            <a:avLst/>
          </a:prstGeom>
          <a:noFill/>
          <a:ln w="25400" cap="flat" cmpd="sng">
            <a:solidFill>
              <a:schemeClr val="dk2"/>
            </a:solidFill>
            <a:prstDash val="solid"/>
            <a:round/>
            <a:headEnd type="none" w="sm" len="sm"/>
            <a:tailEnd type="none" w="sm" len="sm"/>
          </a:ln>
        </p:spPr>
        <p:txBody>
          <a:bodyPr anchor="ctr"/>
          <a:lstStyle>
            <a:lvl1pPr marL="8466" indent="0" algn="ctr">
              <a:buNone/>
              <a:tabLst/>
              <a:defRPr sz="1067">
                <a:latin typeface="+mn-lt"/>
              </a:defRPr>
            </a:lvl1pPr>
          </a:lstStyle>
          <a:p>
            <a:r>
              <a:rPr lang="en-US" dirty="0"/>
              <a:t>Click icon to add picture</a:t>
            </a:r>
          </a:p>
        </p:txBody>
      </p:sp>
      <p:sp>
        <p:nvSpPr>
          <p:cNvPr id="16" name="Google Shape;129;p10">
            <a:extLst>
              <a:ext uri="{FF2B5EF4-FFF2-40B4-BE49-F238E27FC236}">
                <a16:creationId xmlns:a16="http://schemas.microsoft.com/office/drawing/2014/main" id="{EF549519-CB13-1540-A1D6-F9396B25D141}"/>
              </a:ext>
            </a:extLst>
          </p:cNvPr>
          <p:cNvSpPr/>
          <p:nvPr/>
        </p:nvSpPr>
        <p:spPr>
          <a:xfrm>
            <a:off x="3335617" y="4044868"/>
            <a:ext cx="1097200" cy="10972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None/>
            </a:pPr>
            <a:endParaRPr sz="2400" dirty="0">
              <a:solidFill>
                <a:schemeClr val="dk1"/>
              </a:solidFill>
              <a:latin typeface="+mn-lt"/>
              <a:ea typeface="Calibri"/>
              <a:cs typeface="Calibri"/>
              <a:sym typeface="Calibri"/>
            </a:endParaRPr>
          </a:p>
        </p:txBody>
      </p:sp>
      <p:cxnSp>
        <p:nvCxnSpPr>
          <p:cNvPr id="17" name="Google Shape;130;p10">
            <a:extLst>
              <a:ext uri="{FF2B5EF4-FFF2-40B4-BE49-F238E27FC236}">
                <a16:creationId xmlns:a16="http://schemas.microsoft.com/office/drawing/2014/main" id="{427A6577-D46D-AB46-87AF-DED2CA160865}"/>
              </a:ext>
            </a:extLst>
          </p:cNvPr>
          <p:cNvCxnSpPr/>
          <p:nvPr/>
        </p:nvCxnSpPr>
        <p:spPr>
          <a:xfrm>
            <a:off x="3313017" y="5769892"/>
            <a:ext cx="1142400" cy="0"/>
          </a:xfrm>
          <a:prstGeom prst="straightConnector1">
            <a:avLst/>
          </a:prstGeom>
          <a:noFill/>
          <a:ln w="9525" cap="flat" cmpd="sng">
            <a:solidFill>
              <a:srgbClr val="A2A2A2"/>
            </a:solidFill>
            <a:prstDash val="solid"/>
            <a:miter lim="800000"/>
            <a:headEnd type="none" w="sm" len="sm"/>
            <a:tailEnd type="none" w="sm" len="sm"/>
          </a:ln>
        </p:spPr>
      </p:cxnSp>
      <p:sp>
        <p:nvSpPr>
          <p:cNvPr id="18" name="Google Shape;134;p10">
            <a:extLst>
              <a:ext uri="{FF2B5EF4-FFF2-40B4-BE49-F238E27FC236}">
                <a16:creationId xmlns:a16="http://schemas.microsoft.com/office/drawing/2014/main" id="{0788C68A-6A5E-5C42-BC51-CC14C7A78B59}"/>
              </a:ext>
            </a:extLst>
          </p:cNvPr>
          <p:cNvSpPr>
            <a:spLocks noGrp="1"/>
          </p:cNvSpPr>
          <p:nvPr>
            <p:ph type="pic" idx="19"/>
          </p:nvPr>
        </p:nvSpPr>
        <p:spPr>
          <a:xfrm>
            <a:off x="3427017" y="4136268"/>
            <a:ext cx="914400" cy="914400"/>
          </a:xfrm>
          <a:prstGeom prst="ellipse">
            <a:avLst/>
          </a:prstGeom>
          <a:noFill/>
          <a:ln w="25400" cap="flat" cmpd="sng">
            <a:solidFill>
              <a:schemeClr val="dk2"/>
            </a:solidFill>
            <a:prstDash val="solid"/>
            <a:round/>
            <a:headEnd type="none" w="sm" len="sm"/>
            <a:tailEnd type="none" w="sm" len="sm"/>
          </a:ln>
        </p:spPr>
        <p:txBody>
          <a:bodyPr anchor="ctr"/>
          <a:lstStyle>
            <a:lvl1pPr marL="8466" indent="0" algn="ctr">
              <a:buNone/>
              <a:tabLst/>
              <a:defRPr sz="1067">
                <a:latin typeface="+mn-lt"/>
              </a:defRPr>
            </a:lvl1pPr>
          </a:lstStyle>
          <a:p>
            <a:r>
              <a:rPr lang="en-US" dirty="0"/>
              <a:t>Click icon to add picture</a:t>
            </a:r>
          </a:p>
        </p:txBody>
      </p:sp>
      <p:sp>
        <p:nvSpPr>
          <p:cNvPr id="19" name="Google Shape;135;p10">
            <a:extLst>
              <a:ext uri="{FF2B5EF4-FFF2-40B4-BE49-F238E27FC236}">
                <a16:creationId xmlns:a16="http://schemas.microsoft.com/office/drawing/2014/main" id="{85F5ADC3-BF92-3147-9FEE-31D3FAAC6857}"/>
              </a:ext>
            </a:extLst>
          </p:cNvPr>
          <p:cNvSpPr/>
          <p:nvPr/>
        </p:nvSpPr>
        <p:spPr>
          <a:xfrm>
            <a:off x="5544600" y="1369773"/>
            <a:ext cx="1097200" cy="10972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None/>
            </a:pPr>
            <a:endParaRPr sz="2400" dirty="0">
              <a:solidFill>
                <a:schemeClr val="dk1"/>
              </a:solidFill>
              <a:latin typeface="+mn-lt"/>
              <a:ea typeface="Calibri"/>
              <a:cs typeface="Calibri"/>
              <a:sym typeface="Calibri"/>
            </a:endParaRPr>
          </a:p>
        </p:txBody>
      </p:sp>
      <p:cxnSp>
        <p:nvCxnSpPr>
          <p:cNvPr id="20" name="Google Shape;136;p10">
            <a:extLst>
              <a:ext uri="{FF2B5EF4-FFF2-40B4-BE49-F238E27FC236}">
                <a16:creationId xmlns:a16="http://schemas.microsoft.com/office/drawing/2014/main" id="{8367A61B-51F5-EC4E-A158-F9C2A971DF1C}"/>
              </a:ext>
            </a:extLst>
          </p:cNvPr>
          <p:cNvCxnSpPr/>
          <p:nvPr/>
        </p:nvCxnSpPr>
        <p:spPr>
          <a:xfrm>
            <a:off x="5522000" y="3094797"/>
            <a:ext cx="1142400" cy="0"/>
          </a:xfrm>
          <a:prstGeom prst="straightConnector1">
            <a:avLst/>
          </a:prstGeom>
          <a:noFill/>
          <a:ln w="9525" cap="flat" cmpd="sng">
            <a:solidFill>
              <a:srgbClr val="A2A2A2"/>
            </a:solidFill>
            <a:prstDash val="solid"/>
            <a:miter lim="800000"/>
            <a:headEnd type="none" w="sm" len="sm"/>
            <a:tailEnd type="none" w="sm" len="sm"/>
          </a:ln>
        </p:spPr>
      </p:cxnSp>
      <p:sp>
        <p:nvSpPr>
          <p:cNvPr id="21" name="Google Shape;140;p10">
            <a:extLst>
              <a:ext uri="{FF2B5EF4-FFF2-40B4-BE49-F238E27FC236}">
                <a16:creationId xmlns:a16="http://schemas.microsoft.com/office/drawing/2014/main" id="{A5125249-7A5B-6F45-9774-FE661F4C5B25}"/>
              </a:ext>
            </a:extLst>
          </p:cNvPr>
          <p:cNvSpPr>
            <a:spLocks noGrp="1"/>
          </p:cNvSpPr>
          <p:nvPr>
            <p:ph type="pic" idx="23"/>
          </p:nvPr>
        </p:nvSpPr>
        <p:spPr>
          <a:xfrm>
            <a:off x="5636000" y="1461173"/>
            <a:ext cx="914400" cy="914400"/>
          </a:xfrm>
          <a:prstGeom prst="ellipse">
            <a:avLst/>
          </a:prstGeom>
          <a:noFill/>
          <a:ln w="25400" cap="flat" cmpd="sng">
            <a:solidFill>
              <a:schemeClr val="dk2"/>
            </a:solidFill>
            <a:prstDash val="solid"/>
            <a:round/>
            <a:headEnd type="none" w="sm" len="sm"/>
            <a:tailEnd type="none" w="sm" len="sm"/>
          </a:ln>
        </p:spPr>
        <p:txBody>
          <a:bodyPr anchor="ctr"/>
          <a:lstStyle>
            <a:lvl1pPr marL="8466" indent="0" algn="ctr">
              <a:buFont typeface="Arial" panose="020B0604020202020204" pitchFamily="34" charset="0"/>
              <a:buNone/>
              <a:tabLst/>
              <a:defRPr sz="1067">
                <a:latin typeface="+mn-lt"/>
              </a:defRPr>
            </a:lvl1pPr>
          </a:lstStyle>
          <a:p>
            <a:r>
              <a:rPr lang="en-US" dirty="0"/>
              <a:t>Click icon to add picture</a:t>
            </a:r>
          </a:p>
        </p:txBody>
      </p:sp>
      <p:sp>
        <p:nvSpPr>
          <p:cNvPr id="22" name="Google Shape;141;p10">
            <a:extLst>
              <a:ext uri="{FF2B5EF4-FFF2-40B4-BE49-F238E27FC236}">
                <a16:creationId xmlns:a16="http://schemas.microsoft.com/office/drawing/2014/main" id="{25C34B31-BEC6-0E41-AEAF-A9C73DD625F6}"/>
              </a:ext>
            </a:extLst>
          </p:cNvPr>
          <p:cNvSpPr/>
          <p:nvPr/>
        </p:nvSpPr>
        <p:spPr>
          <a:xfrm>
            <a:off x="5544600" y="4044868"/>
            <a:ext cx="1097200" cy="10972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None/>
            </a:pPr>
            <a:endParaRPr sz="2400" dirty="0">
              <a:solidFill>
                <a:schemeClr val="dk1"/>
              </a:solidFill>
              <a:latin typeface="+mn-lt"/>
              <a:ea typeface="Calibri"/>
              <a:cs typeface="Calibri"/>
              <a:sym typeface="Calibri"/>
            </a:endParaRPr>
          </a:p>
        </p:txBody>
      </p:sp>
      <p:cxnSp>
        <p:nvCxnSpPr>
          <p:cNvPr id="23" name="Google Shape;142;p10">
            <a:extLst>
              <a:ext uri="{FF2B5EF4-FFF2-40B4-BE49-F238E27FC236}">
                <a16:creationId xmlns:a16="http://schemas.microsoft.com/office/drawing/2014/main" id="{3B94BB38-A0A4-3A42-8EEE-A0DC004C8731}"/>
              </a:ext>
            </a:extLst>
          </p:cNvPr>
          <p:cNvCxnSpPr/>
          <p:nvPr/>
        </p:nvCxnSpPr>
        <p:spPr>
          <a:xfrm>
            <a:off x="5522000" y="5769892"/>
            <a:ext cx="1142400" cy="0"/>
          </a:xfrm>
          <a:prstGeom prst="straightConnector1">
            <a:avLst/>
          </a:prstGeom>
          <a:noFill/>
          <a:ln w="9525" cap="flat" cmpd="sng">
            <a:solidFill>
              <a:srgbClr val="A2A2A2"/>
            </a:solidFill>
            <a:prstDash val="solid"/>
            <a:miter lim="800000"/>
            <a:headEnd type="none" w="sm" len="sm"/>
            <a:tailEnd type="none" w="sm" len="sm"/>
          </a:ln>
        </p:spPr>
      </p:cxnSp>
      <p:sp>
        <p:nvSpPr>
          <p:cNvPr id="24" name="Google Shape;146;p10">
            <a:extLst>
              <a:ext uri="{FF2B5EF4-FFF2-40B4-BE49-F238E27FC236}">
                <a16:creationId xmlns:a16="http://schemas.microsoft.com/office/drawing/2014/main" id="{D043DAB9-0743-5C47-BFAE-370AAFC4F39F}"/>
              </a:ext>
            </a:extLst>
          </p:cNvPr>
          <p:cNvSpPr>
            <a:spLocks noGrp="1"/>
          </p:cNvSpPr>
          <p:nvPr>
            <p:ph type="pic" idx="27"/>
          </p:nvPr>
        </p:nvSpPr>
        <p:spPr>
          <a:xfrm>
            <a:off x="5636000" y="4136268"/>
            <a:ext cx="914400" cy="914400"/>
          </a:xfrm>
          <a:prstGeom prst="ellipse">
            <a:avLst/>
          </a:prstGeom>
          <a:noFill/>
          <a:ln w="25400" cap="flat" cmpd="sng">
            <a:solidFill>
              <a:schemeClr val="dk2"/>
            </a:solidFill>
            <a:prstDash val="solid"/>
            <a:round/>
            <a:headEnd type="none" w="sm" len="sm"/>
            <a:tailEnd type="none" w="sm" len="sm"/>
          </a:ln>
        </p:spPr>
        <p:txBody>
          <a:bodyPr anchor="ctr"/>
          <a:lstStyle>
            <a:lvl1pPr marL="8466" indent="0" algn="ctr">
              <a:buNone/>
              <a:tabLst/>
              <a:defRPr sz="1067">
                <a:latin typeface="+mn-lt"/>
              </a:defRPr>
            </a:lvl1pPr>
          </a:lstStyle>
          <a:p>
            <a:r>
              <a:rPr lang="en-US" dirty="0"/>
              <a:t>Click icon to add picture</a:t>
            </a:r>
          </a:p>
        </p:txBody>
      </p:sp>
      <p:sp>
        <p:nvSpPr>
          <p:cNvPr id="25" name="Google Shape;147;p10">
            <a:extLst>
              <a:ext uri="{FF2B5EF4-FFF2-40B4-BE49-F238E27FC236}">
                <a16:creationId xmlns:a16="http://schemas.microsoft.com/office/drawing/2014/main" id="{91895563-B601-9345-A00C-432D387D95B4}"/>
              </a:ext>
            </a:extLst>
          </p:cNvPr>
          <p:cNvSpPr/>
          <p:nvPr/>
        </p:nvSpPr>
        <p:spPr>
          <a:xfrm>
            <a:off x="7753584" y="1369773"/>
            <a:ext cx="1097200" cy="10972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None/>
            </a:pPr>
            <a:endParaRPr sz="2400" dirty="0">
              <a:solidFill>
                <a:schemeClr val="dk1"/>
              </a:solidFill>
              <a:latin typeface="+mn-lt"/>
              <a:ea typeface="Calibri"/>
              <a:cs typeface="Calibri"/>
              <a:sym typeface="Calibri"/>
            </a:endParaRPr>
          </a:p>
        </p:txBody>
      </p:sp>
      <p:cxnSp>
        <p:nvCxnSpPr>
          <p:cNvPr id="26" name="Google Shape;148;p10">
            <a:extLst>
              <a:ext uri="{FF2B5EF4-FFF2-40B4-BE49-F238E27FC236}">
                <a16:creationId xmlns:a16="http://schemas.microsoft.com/office/drawing/2014/main" id="{F2FBEBC3-C77F-E942-AE9F-F6E99C0FC7D6}"/>
              </a:ext>
            </a:extLst>
          </p:cNvPr>
          <p:cNvCxnSpPr/>
          <p:nvPr/>
        </p:nvCxnSpPr>
        <p:spPr>
          <a:xfrm>
            <a:off x="7730984" y="3094797"/>
            <a:ext cx="1142400" cy="0"/>
          </a:xfrm>
          <a:prstGeom prst="straightConnector1">
            <a:avLst/>
          </a:prstGeom>
          <a:noFill/>
          <a:ln w="9525" cap="flat" cmpd="sng">
            <a:solidFill>
              <a:srgbClr val="A2A2A2"/>
            </a:solidFill>
            <a:prstDash val="solid"/>
            <a:miter lim="800000"/>
            <a:headEnd type="none" w="sm" len="sm"/>
            <a:tailEnd type="none" w="sm" len="sm"/>
          </a:ln>
        </p:spPr>
      </p:cxnSp>
      <p:sp>
        <p:nvSpPr>
          <p:cNvPr id="27" name="Google Shape;152;p10">
            <a:extLst>
              <a:ext uri="{FF2B5EF4-FFF2-40B4-BE49-F238E27FC236}">
                <a16:creationId xmlns:a16="http://schemas.microsoft.com/office/drawing/2014/main" id="{0F0D747B-06CB-1E4F-9967-23026EA83E40}"/>
              </a:ext>
            </a:extLst>
          </p:cNvPr>
          <p:cNvSpPr>
            <a:spLocks noGrp="1"/>
          </p:cNvSpPr>
          <p:nvPr>
            <p:ph type="pic" idx="31"/>
          </p:nvPr>
        </p:nvSpPr>
        <p:spPr>
          <a:xfrm>
            <a:off x="7844984" y="1461173"/>
            <a:ext cx="914400" cy="914400"/>
          </a:xfrm>
          <a:prstGeom prst="ellipse">
            <a:avLst/>
          </a:prstGeom>
          <a:noFill/>
          <a:ln w="25400" cap="flat" cmpd="sng">
            <a:solidFill>
              <a:schemeClr val="dk2"/>
            </a:solidFill>
            <a:prstDash val="solid"/>
            <a:round/>
            <a:headEnd type="none" w="sm" len="sm"/>
            <a:tailEnd type="none" w="sm" len="sm"/>
          </a:ln>
        </p:spPr>
        <p:txBody>
          <a:bodyPr anchor="ctr"/>
          <a:lstStyle>
            <a:lvl1pPr marL="8466" indent="0" algn="ctr">
              <a:buNone/>
              <a:tabLst/>
              <a:defRPr sz="1067">
                <a:latin typeface="+mn-lt"/>
              </a:defRPr>
            </a:lvl1pPr>
          </a:lstStyle>
          <a:p>
            <a:r>
              <a:rPr lang="en-US" dirty="0"/>
              <a:t>Click icon to add picture</a:t>
            </a:r>
          </a:p>
        </p:txBody>
      </p:sp>
      <p:sp>
        <p:nvSpPr>
          <p:cNvPr id="28" name="Google Shape;153;p10">
            <a:extLst>
              <a:ext uri="{FF2B5EF4-FFF2-40B4-BE49-F238E27FC236}">
                <a16:creationId xmlns:a16="http://schemas.microsoft.com/office/drawing/2014/main" id="{C75D5FF2-1CDF-0B48-8FEE-F9E93A1E1608}"/>
              </a:ext>
            </a:extLst>
          </p:cNvPr>
          <p:cNvSpPr/>
          <p:nvPr/>
        </p:nvSpPr>
        <p:spPr>
          <a:xfrm>
            <a:off x="7753584" y="4044868"/>
            <a:ext cx="1097200" cy="10972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None/>
            </a:pPr>
            <a:endParaRPr sz="2400" dirty="0">
              <a:solidFill>
                <a:schemeClr val="dk1"/>
              </a:solidFill>
              <a:latin typeface="+mn-lt"/>
              <a:ea typeface="Calibri"/>
              <a:cs typeface="Calibri"/>
              <a:sym typeface="Calibri"/>
            </a:endParaRPr>
          </a:p>
        </p:txBody>
      </p:sp>
      <p:cxnSp>
        <p:nvCxnSpPr>
          <p:cNvPr id="29" name="Google Shape;154;p10">
            <a:extLst>
              <a:ext uri="{FF2B5EF4-FFF2-40B4-BE49-F238E27FC236}">
                <a16:creationId xmlns:a16="http://schemas.microsoft.com/office/drawing/2014/main" id="{5A8D2D42-2A2E-2B42-BB9C-5C73FE845514}"/>
              </a:ext>
            </a:extLst>
          </p:cNvPr>
          <p:cNvCxnSpPr/>
          <p:nvPr/>
        </p:nvCxnSpPr>
        <p:spPr>
          <a:xfrm>
            <a:off x="7730984" y="5769892"/>
            <a:ext cx="1142400" cy="0"/>
          </a:xfrm>
          <a:prstGeom prst="straightConnector1">
            <a:avLst/>
          </a:prstGeom>
          <a:noFill/>
          <a:ln w="9525" cap="flat" cmpd="sng">
            <a:solidFill>
              <a:srgbClr val="A2A2A2"/>
            </a:solidFill>
            <a:prstDash val="solid"/>
            <a:miter lim="800000"/>
            <a:headEnd type="none" w="sm" len="sm"/>
            <a:tailEnd type="none" w="sm" len="sm"/>
          </a:ln>
        </p:spPr>
      </p:cxnSp>
      <p:sp>
        <p:nvSpPr>
          <p:cNvPr id="30" name="Google Shape;158;p10">
            <a:extLst>
              <a:ext uri="{FF2B5EF4-FFF2-40B4-BE49-F238E27FC236}">
                <a16:creationId xmlns:a16="http://schemas.microsoft.com/office/drawing/2014/main" id="{0CD53C02-8DFD-A144-8872-702621B5677E}"/>
              </a:ext>
            </a:extLst>
          </p:cNvPr>
          <p:cNvSpPr>
            <a:spLocks noGrp="1"/>
          </p:cNvSpPr>
          <p:nvPr>
            <p:ph type="pic" idx="35"/>
          </p:nvPr>
        </p:nvSpPr>
        <p:spPr>
          <a:xfrm>
            <a:off x="7844984" y="4136268"/>
            <a:ext cx="914400" cy="914400"/>
          </a:xfrm>
          <a:prstGeom prst="ellipse">
            <a:avLst/>
          </a:prstGeom>
          <a:noFill/>
          <a:ln w="25400" cap="flat" cmpd="sng">
            <a:solidFill>
              <a:schemeClr val="dk2"/>
            </a:solidFill>
            <a:prstDash val="solid"/>
            <a:round/>
            <a:headEnd type="none" w="sm" len="sm"/>
            <a:tailEnd type="none" w="sm" len="sm"/>
          </a:ln>
        </p:spPr>
        <p:txBody>
          <a:bodyPr anchor="ctr"/>
          <a:lstStyle>
            <a:lvl1pPr marL="8466" indent="0" algn="ctr">
              <a:buNone/>
              <a:tabLst/>
              <a:defRPr sz="1067">
                <a:latin typeface="+mn-lt"/>
              </a:defRPr>
            </a:lvl1pPr>
          </a:lstStyle>
          <a:p>
            <a:r>
              <a:rPr lang="en-US" dirty="0"/>
              <a:t>Click icon to add picture</a:t>
            </a:r>
          </a:p>
        </p:txBody>
      </p:sp>
      <p:sp>
        <p:nvSpPr>
          <p:cNvPr id="31" name="Google Shape;159;p10">
            <a:extLst>
              <a:ext uri="{FF2B5EF4-FFF2-40B4-BE49-F238E27FC236}">
                <a16:creationId xmlns:a16="http://schemas.microsoft.com/office/drawing/2014/main" id="{F5BA838E-13B9-294E-95CF-ECA8790255AD}"/>
              </a:ext>
            </a:extLst>
          </p:cNvPr>
          <p:cNvSpPr/>
          <p:nvPr/>
        </p:nvSpPr>
        <p:spPr>
          <a:xfrm>
            <a:off x="9962567" y="1369773"/>
            <a:ext cx="1097200" cy="10972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None/>
            </a:pPr>
            <a:endParaRPr sz="2400" dirty="0">
              <a:solidFill>
                <a:schemeClr val="dk1"/>
              </a:solidFill>
              <a:latin typeface="+mn-lt"/>
              <a:ea typeface="Calibri"/>
              <a:cs typeface="Calibri"/>
              <a:sym typeface="Calibri"/>
            </a:endParaRPr>
          </a:p>
        </p:txBody>
      </p:sp>
      <p:cxnSp>
        <p:nvCxnSpPr>
          <p:cNvPr id="32" name="Google Shape;160;p10">
            <a:extLst>
              <a:ext uri="{FF2B5EF4-FFF2-40B4-BE49-F238E27FC236}">
                <a16:creationId xmlns:a16="http://schemas.microsoft.com/office/drawing/2014/main" id="{65C91D37-7F8B-6340-B41E-80A18A1C8A2F}"/>
              </a:ext>
            </a:extLst>
          </p:cNvPr>
          <p:cNvCxnSpPr/>
          <p:nvPr/>
        </p:nvCxnSpPr>
        <p:spPr>
          <a:xfrm>
            <a:off x="9939967" y="3094797"/>
            <a:ext cx="1142400" cy="0"/>
          </a:xfrm>
          <a:prstGeom prst="straightConnector1">
            <a:avLst/>
          </a:prstGeom>
          <a:noFill/>
          <a:ln w="9525" cap="flat" cmpd="sng">
            <a:solidFill>
              <a:srgbClr val="A2A2A2"/>
            </a:solidFill>
            <a:prstDash val="solid"/>
            <a:miter lim="800000"/>
            <a:headEnd type="none" w="sm" len="sm"/>
            <a:tailEnd type="none" w="sm" len="sm"/>
          </a:ln>
        </p:spPr>
      </p:cxnSp>
      <p:sp>
        <p:nvSpPr>
          <p:cNvPr id="33" name="Google Shape;164;p10">
            <a:extLst>
              <a:ext uri="{FF2B5EF4-FFF2-40B4-BE49-F238E27FC236}">
                <a16:creationId xmlns:a16="http://schemas.microsoft.com/office/drawing/2014/main" id="{345A8216-5E80-3D4F-B499-9995D2256E4F}"/>
              </a:ext>
            </a:extLst>
          </p:cNvPr>
          <p:cNvSpPr>
            <a:spLocks noGrp="1"/>
          </p:cNvSpPr>
          <p:nvPr>
            <p:ph type="pic" idx="39"/>
          </p:nvPr>
        </p:nvSpPr>
        <p:spPr>
          <a:xfrm>
            <a:off x="10053967" y="1461173"/>
            <a:ext cx="914400" cy="914400"/>
          </a:xfrm>
          <a:prstGeom prst="ellipse">
            <a:avLst/>
          </a:prstGeom>
          <a:noFill/>
          <a:ln w="25400" cap="flat" cmpd="sng">
            <a:solidFill>
              <a:schemeClr val="dk2"/>
            </a:solidFill>
            <a:prstDash val="solid"/>
            <a:round/>
            <a:headEnd type="none" w="sm" len="sm"/>
            <a:tailEnd type="none" w="sm" len="sm"/>
          </a:ln>
        </p:spPr>
        <p:txBody>
          <a:bodyPr anchor="ctr"/>
          <a:lstStyle>
            <a:lvl1pPr marL="8466" indent="0" algn="ctr">
              <a:buNone/>
              <a:tabLst/>
              <a:defRPr sz="1067">
                <a:latin typeface="+mn-lt"/>
              </a:defRPr>
            </a:lvl1pPr>
          </a:lstStyle>
          <a:p>
            <a:r>
              <a:rPr lang="en-US" dirty="0"/>
              <a:t>Click icon to add picture</a:t>
            </a:r>
          </a:p>
        </p:txBody>
      </p:sp>
      <p:sp>
        <p:nvSpPr>
          <p:cNvPr id="34" name="Google Shape;165;p10">
            <a:extLst>
              <a:ext uri="{FF2B5EF4-FFF2-40B4-BE49-F238E27FC236}">
                <a16:creationId xmlns:a16="http://schemas.microsoft.com/office/drawing/2014/main" id="{6C22B316-1449-7840-9E65-2BE480EB4793}"/>
              </a:ext>
            </a:extLst>
          </p:cNvPr>
          <p:cNvSpPr/>
          <p:nvPr/>
        </p:nvSpPr>
        <p:spPr>
          <a:xfrm>
            <a:off x="9962567" y="4044868"/>
            <a:ext cx="1097200" cy="10972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None/>
            </a:pPr>
            <a:endParaRPr sz="2400" dirty="0">
              <a:solidFill>
                <a:schemeClr val="dk1"/>
              </a:solidFill>
              <a:latin typeface="+mn-lt"/>
              <a:ea typeface="Calibri"/>
              <a:cs typeface="Calibri"/>
              <a:sym typeface="Calibri"/>
            </a:endParaRPr>
          </a:p>
        </p:txBody>
      </p:sp>
      <p:cxnSp>
        <p:nvCxnSpPr>
          <p:cNvPr id="35" name="Google Shape;166;p10">
            <a:extLst>
              <a:ext uri="{FF2B5EF4-FFF2-40B4-BE49-F238E27FC236}">
                <a16:creationId xmlns:a16="http://schemas.microsoft.com/office/drawing/2014/main" id="{247C4055-6717-7743-93D7-70B109488038}"/>
              </a:ext>
            </a:extLst>
          </p:cNvPr>
          <p:cNvCxnSpPr/>
          <p:nvPr/>
        </p:nvCxnSpPr>
        <p:spPr>
          <a:xfrm>
            <a:off x="9939967" y="5769892"/>
            <a:ext cx="1142400" cy="0"/>
          </a:xfrm>
          <a:prstGeom prst="straightConnector1">
            <a:avLst/>
          </a:prstGeom>
          <a:noFill/>
          <a:ln w="9525" cap="flat" cmpd="sng">
            <a:solidFill>
              <a:srgbClr val="A2A2A2"/>
            </a:solidFill>
            <a:prstDash val="solid"/>
            <a:miter lim="800000"/>
            <a:headEnd type="none" w="sm" len="sm"/>
            <a:tailEnd type="none" w="sm" len="sm"/>
          </a:ln>
        </p:spPr>
      </p:cxnSp>
      <p:sp>
        <p:nvSpPr>
          <p:cNvPr id="36" name="Google Shape;170;p10">
            <a:extLst>
              <a:ext uri="{FF2B5EF4-FFF2-40B4-BE49-F238E27FC236}">
                <a16:creationId xmlns:a16="http://schemas.microsoft.com/office/drawing/2014/main" id="{385DF230-EC81-FA47-9EBD-E503163B9963}"/>
              </a:ext>
            </a:extLst>
          </p:cNvPr>
          <p:cNvSpPr>
            <a:spLocks noGrp="1"/>
          </p:cNvSpPr>
          <p:nvPr>
            <p:ph type="pic" idx="43"/>
          </p:nvPr>
        </p:nvSpPr>
        <p:spPr>
          <a:xfrm>
            <a:off x="10053967" y="4136268"/>
            <a:ext cx="914400" cy="914400"/>
          </a:xfrm>
          <a:prstGeom prst="ellipse">
            <a:avLst/>
          </a:prstGeom>
          <a:noFill/>
          <a:ln w="25400" cap="flat" cmpd="sng">
            <a:solidFill>
              <a:schemeClr val="dk2"/>
            </a:solidFill>
            <a:prstDash val="solid"/>
            <a:round/>
            <a:headEnd type="none" w="sm" len="sm"/>
            <a:tailEnd type="none" w="sm" len="sm"/>
          </a:ln>
        </p:spPr>
        <p:txBody>
          <a:bodyPr anchor="ctr"/>
          <a:lstStyle>
            <a:lvl1pPr marL="8466" indent="0" algn="ctr">
              <a:buNone/>
              <a:tabLst/>
              <a:defRPr sz="1067">
                <a:latin typeface="+mn-lt"/>
              </a:defRPr>
            </a:lvl1pPr>
          </a:lstStyle>
          <a:p>
            <a:r>
              <a:rPr lang="en-US" dirty="0"/>
              <a:t>Click icon to add picture</a:t>
            </a:r>
          </a:p>
        </p:txBody>
      </p:sp>
      <p:grpSp>
        <p:nvGrpSpPr>
          <p:cNvPr id="37" name="Group 36">
            <a:extLst>
              <a:ext uri="{FF2B5EF4-FFF2-40B4-BE49-F238E27FC236}">
                <a16:creationId xmlns:a16="http://schemas.microsoft.com/office/drawing/2014/main" id="{837C1AB1-640D-FE4F-BD12-E30E8084B928}"/>
              </a:ext>
            </a:extLst>
          </p:cNvPr>
          <p:cNvGrpSpPr/>
          <p:nvPr/>
        </p:nvGrpSpPr>
        <p:grpSpPr>
          <a:xfrm>
            <a:off x="1" y="6814800"/>
            <a:ext cx="12179567" cy="43200"/>
            <a:chOff x="0" y="5111100"/>
            <a:chExt cx="9134675" cy="32400"/>
          </a:xfrm>
        </p:grpSpPr>
        <p:sp>
          <p:nvSpPr>
            <p:cNvPr id="38" name="Google Shape;455;p14">
              <a:extLst>
                <a:ext uri="{FF2B5EF4-FFF2-40B4-BE49-F238E27FC236}">
                  <a16:creationId xmlns:a16="http://schemas.microsoft.com/office/drawing/2014/main" id="{2B022F68-85A0-3847-BE5A-8A625BA44DDE}"/>
                </a:ext>
              </a:extLst>
            </p:cNvPr>
            <p:cNvSpPr/>
            <p:nvPr/>
          </p:nvSpPr>
          <p:spPr>
            <a:xfrm>
              <a:off x="8939030"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39" name="Google Shape;456;p14">
              <a:extLst>
                <a:ext uri="{FF2B5EF4-FFF2-40B4-BE49-F238E27FC236}">
                  <a16:creationId xmlns:a16="http://schemas.microsoft.com/office/drawing/2014/main" id="{D653845B-73E6-EC49-A299-65CD1D394220}"/>
                </a:ext>
              </a:extLst>
            </p:cNvPr>
            <p:cNvSpPr/>
            <p:nvPr/>
          </p:nvSpPr>
          <p:spPr>
            <a:xfrm>
              <a:off x="899344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40" name="Google Shape;457;p14">
              <a:extLst>
                <a:ext uri="{FF2B5EF4-FFF2-40B4-BE49-F238E27FC236}">
                  <a16:creationId xmlns:a16="http://schemas.microsoft.com/office/drawing/2014/main" id="{4E11E8E1-07F8-FD4F-8EF3-678DE1EE6352}"/>
                </a:ext>
              </a:extLst>
            </p:cNvPr>
            <p:cNvSpPr/>
            <p:nvPr/>
          </p:nvSpPr>
          <p:spPr>
            <a:xfrm>
              <a:off x="910227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41" name="Google Shape;458;p14">
              <a:extLst>
                <a:ext uri="{FF2B5EF4-FFF2-40B4-BE49-F238E27FC236}">
                  <a16:creationId xmlns:a16="http://schemas.microsoft.com/office/drawing/2014/main" id="{5D7CA43D-57C6-A140-8ED5-067DB9B521F7}"/>
                </a:ext>
              </a:extLst>
            </p:cNvPr>
            <p:cNvSpPr/>
            <p:nvPr/>
          </p:nvSpPr>
          <p:spPr>
            <a:xfrm>
              <a:off x="888461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42" name="Google Shape;459;p14">
              <a:extLst>
                <a:ext uri="{FF2B5EF4-FFF2-40B4-BE49-F238E27FC236}">
                  <a16:creationId xmlns:a16="http://schemas.microsoft.com/office/drawing/2014/main" id="{BDCD36D8-815A-A94B-A151-154C6C35CEF0}"/>
                </a:ext>
              </a:extLst>
            </p:cNvPr>
            <p:cNvSpPr/>
            <p:nvPr/>
          </p:nvSpPr>
          <p:spPr>
            <a:xfrm>
              <a:off x="0" y="5112281"/>
              <a:ext cx="8862600" cy="31200"/>
            </a:xfrm>
            <a:prstGeom prst="roundRect">
              <a:avLst>
                <a:gd name="adj" fmla="val 16667"/>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43" name="Google Shape;457;p14">
              <a:extLst>
                <a:ext uri="{FF2B5EF4-FFF2-40B4-BE49-F238E27FC236}">
                  <a16:creationId xmlns:a16="http://schemas.microsoft.com/office/drawing/2014/main" id="{938A5B1D-C097-1541-8D2D-EB44494353C9}"/>
                </a:ext>
              </a:extLst>
            </p:cNvPr>
            <p:cNvSpPr/>
            <p:nvPr/>
          </p:nvSpPr>
          <p:spPr>
            <a:xfrm>
              <a:off x="9047860"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grpSp>
      <p:sp>
        <p:nvSpPr>
          <p:cNvPr id="44" name="Text Placeholder 4">
            <a:extLst>
              <a:ext uri="{FF2B5EF4-FFF2-40B4-BE49-F238E27FC236}">
                <a16:creationId xmlns:a16="http://schemas.microsoft.com/office/drawing/2014/main" id="{1A88C281-A425-AB40-AD2D-F6280CF29540}"/>
              </a:ext>
            </a:extLst>
          </p:cNvPr>
          <p:cNvSpPr>
            <a:spLocks noGrp="1"/>
          </p:cNvSpPr>
          <p:nvPr>
            <p:ph type="body" sz="quarter" idx="44"/>
          </p:nvPr>
        </p:nvSpPr>
        <p:spPr>
          <a:xfrm>
            <a:off x="760833" y="3178831"/>
            <a:ext cx="1828800" cy="244000"/>
          </a:xfrm>
          <a:prstGeom prst="rect">
            <a:avLst/>
          </a:prstGeom>
        </p:spPr>
        <p:txBody>
          <a:bodyPr lIns="0" tIns="0" rIns="0" bIns="0"/>
          <a:lstStyle>
            <a:lvl1pPr marL="8466" marR="0" indent="0" algn="ctr" rtl="0">
              <a:lnSpc>
                <a:spcPct val="100000"/>
              </a:lnSpc>
              <a:spcBef>
                <a:spcPts val="0"/>
              </a:spcBef>
              <a:spcAft>
                <a:spcPts val="0"/>
              </a:spcAft>
              <a:buClr>
                <a:schemeClr val="dk1"/>
              </a:buClr>
              <a:buSzPts val="800"/>
              <a:buFont typeface="Arial"/>
              <a:buNone/>
              <a:tabLst/>
              <a:defRPr lang="en-US" sz="1067"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45" name="Text Placeholder 4">
            <a:extLst>
              <a:ext uri="{FF2B5EF4-FFF2-40B4-BE49-F238E27FC236}">
                <a16:creationId xmlns:a16="http://schemas.microsoft.com/office/drawing/2014/main" id="{4124AA56-2C72-E044-95FF-F6723439892E}"/>
              </a:ext>
            </a:extLst>
          </p:cNvPr>
          <p:cNvSpPr>
            <a:spLocks noGrp="1"/>
          </p:cNvSpPr>
          <p:nvPr>
            <p:ph type="body" sz="quarter" idx="45"/>
          </p:nvPr>
        </p:nvSpPr>
        <p:spPr>
          <a:xfrm>
            <a:off x="760833" y="2588411"/>
            <a:ext cx="1828800" cy="244000"/>
          </a:xfrm>
          <a:prstGeom prst="rect">
            <a:avLst/>
          </a:prstGeom>
        </p:spPr>
        <p:txBody>
          <a:bodyPr lIns="0" tIns="0" rIns="0" bIns="0"/>
          <a:lstStyle>
            <a:lvl1pPr marL="8466" marR="0" indent="0" algn="ctr" rtl="0">
              <a:lnSpc>
                <a:spcPct val="100000"/>
              </a:lnSpc>
              <a:spcBef>
                <a:spcPts val="0"/>
              </a:spcBef>
              <a:spcAft>
                <a:spcPts val="0"/>
              </a:spcAft>
              <a:buClr>
                <a:schemeClr val="accent1"/>
              </a:buClr>
              <a:buSzPts val="1000"/>
              <a:buFont typeface="Arial"/>
              <a:buNone/>
              <a:tabLst/>
              <a:defRPr lang="en-US" sz="1333"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46" name="Text Placeholder 4">
            <a:extLst>
              <a:ext uri="{FF2B5EF4-FFF2-40B4-BE49-F238E27FC236}">
                <a16:creationId xmlns:a16="http://schemas.microsoft.com/office/drawing/2014/main" id="{25E660A7-B0F1-E248-B365-1AE661E0E442}"/>
              </a:ext>
            </a:extLst>
          </p:cNvPr>
          <p:cNvSpPr>
            <a:spLocks noGrp="1"/>
          </p:cNvSpPr>
          <p:nvPr>
            <p:ph type="body" sz="quarter" idx="46"/>
          </p:nvPr>
        </p:nvSpPr>
        <p:spPr>
          <a:xfrm>
            <a:off x="760833" y="2818003"/>
            <a:ext cx="1828800" cy="244000"/>
          </a:xfrm>
          <a:prstGeom prst="rect">
            <a:avLst/>
          </a:prstGeom>
        </p:spPr>
        <p:txBody>
          <a:bodyPr lIns="0" tIns="0" rIns="0" bIns="0"/>
          <a:lstStyle>
            <a:lvl1pPr marL="8466" marR="0" indent="0" algn="ctr" rtl="0">
              <a:lnSpc>
                <a:spcPct val="100000"/>
              </a:lnSpc>
              <a:spcBef>
                <a:spcPts val="0"/>
              </a:spcBef>
              <a:spcAft>
                <a:spcPts val="0"/>
              </a:spcAft>
              <a:buClr>
                <a:schemeClr val="dk1"/>
              </a:buClr>
              <a:buSzPts val="900"/>
              <a:buFont typeface="Arial"/>
              <a:buNone/>
              <a:tabLst/>
              <a:defRPr lang="en-US" sz="1200"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47" name="Text Placeholder 4">
            <a:extLst>
              <a:ext uri="{FF2B5EF4-FFF2-40B4-BE49-F238E27FC236}">
                <a16:creationId xmlns:a16="http://schemas.microsoft.com/office/drawing/2014/main" id="{9D59CB0C-87B4-C54C-9972-5F3334180FCB}"/>
              </a:ext>
            </a:extLst>
          </p:cNvPr>
          <p:cNvSpPr>
            <a:spLocks noGrp="1"/>
          </p:cNvSpPr>
          <p:nvPr>
            <p:ph type="body" sz="quarter" idx="47"/>
          </p:nvPr>
        </p:nvSpPr>
        <p:spPr>
          <a:xfrm>
            <a:off x="2969817" y="3178831"/>
            <a:ext cx="1828800" cy="244000"/>
          </a:xfrm>
          <a:prstGeom prst="rect">
            <a:avLst/>
          </a:prstGeom>
        </p:spPr>
        <p:txBody>
          <a:bodyPr lIns="0" tIns="0" rIns="0" bIns="0"/>
          <a:lstStyle>
            <a:lvl1pPr marL="8466" marR="0" indent="0" algn="ctr" rtl="0">
              <a:lnSpc>
                <a:spcPct val="100000"/>
              </a:lnSpc>
              <a:spcBef>
                <a:spcPts val="0"/>
              </a:spcBef>
              <a:spcAft>
                <a:spcPts val="0"/>
              </a:spcAft>
              <a:buClr>
                <a:schemeClr val="dk1"/>
              </a:buClr>
              <a:buSzPts val="800"/>
              <a:buFont typeface="Arial"/>
              <a:buNone/>
              <a:tabLst/>
              <a:defRPr lang="en-US" sz="1067"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48" name="Text Placeholder 4">
            <a:extLst>
              <a:ext uri="{FF2B5EF4-FFF2-40B4-BE49-F238E27FC236}">
                <a16:creationId xmlns:a16="http://schemas.microsoft.com/office/drawing/2014/main" id="{9DFB16D7-CA0F-FC44-8C0A-88C4022236EB}"/>
              </a:ext>
            </a:extLst>
          </p:cNvPr>
          <p:cNvSpPr>
            <a:spLocks noGrp="1"/>
          </p:cNvSpPr>
          <p:nvPr>
            <p:ph type="body" sz="quarter" idx="48"/>
          </p:nvPr>
        </p:nvSpPr>
        <p:spPr>
          <a:xfrm>
            <a:off x="2969817" y="2588411"/>
            <a:ext cx="1828800" cy="244000"/>
          </a:xfrm>
          <a:prstGeom prst="rect">
            <a:avLst/>
          </a:prstGeom>
        </p:spPr>
        <p:txBody>
          <a:bodyPr lIns="0" tIns="0" rIns="0" bIns="0"/>
          <a:lstStyle>
            <a:lvl1pPr marL="8466" marR="0" indent="0" algn="ctr" rtl="0">
              <a:lnSpc>
                <a:spcPct val="100000"/>
              </a:lnSpc>
              <a:spcBef>
                <a:spcPts val="0"/>
              </a:spcBef>
              <a:spcAft>
                <a:spcPts val="0"/>
              </a:spcAft>
              <a:buClr>
                <a:schemeClr val="accent1"/>
              </a:buClr>
              <a:buSzPts val="1000"/>
              <a:buFont typeface="Arial"/>
              <a:buNone/>
              <a:tabLst/>
              <a:defRPr lang="en-US" sz="1333"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49" name="Text Placeholder 4">
            <a:extLst>
              <a:ext uri="{FF2B5EF4-FFF2-40B4-BE49-F238E27FC236}">
                <a16:creationId xmlns:a16="http://schemas.microsoft.com/office/drawing/2014/main" id="{68BC822F-11B6-2140-9C61-A9645B50AA5F}"/>
              </a:ext>
            </a:extLst>
          </p:cNvPr>
          <p:cNvSpPr>
            <a:spLocks noGrp="1"/>
          </p:cNvSpPr>
          <p:nvPr>
            <p:ph type="body" sz="quarter" idx="49"/>
          </p:nvPr>
        </p:nvSpPr>
        <p:spPr>
          <a:xfrm>
            <a:off x="2969817" y="2818003"/>
            <a:ext cx="1828800" cy="244000"/>
          </a:xfrm>
          <a:prstGeom prst="rect">
            <a:avLst/>
          </a:prstGeom>
        </p:spPr>
        <p:txBody>
          <a:bodyPr lIns="0" tIns="0" rIns="0" bIns="0"/>
          <a:lstStyle>
            <a:lvl1pPr marL="8466" marR="0" indent="0" algn="ctr" rtl="0">
              <a:lnSpc>
                <a:spcPct val="100000"/>
              </a:lnSpc>
              <a:spcBef>
                <a:spcPts val="0"/>
              </a:spcBef>
              <a:spcAft>
                <a:spcPts val="0"/>
              </a:spcAft>
              <a:buClr>
                <a:schemeClr val="dk1"/>
              </a:buClr>
              <a:buSzPts val="900"/>
              <a:buFont typeface="Arial"/>
              <a:buNone/>
              <a:tabLst/>
              <a:defRPr lang="en-US" sz="1200"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50" name="Text Placeholder 4">
            <a:extLst>
              <a:ext uri="{FF2B5EF4-FFF2-40B4-BE49-F238E27FC236}">
                <a16:creationId xmlns:a16="http://schemas.microsoft.com/office/drawing/2014/main" id="{6FA6065F-8D5B-4647-AE74-A171F60FCE88}"/>
              </a:ext>
            </a:extLst>
          </p:cNvPr>
          <p:cNvSpPr>
            <a:spLocks noGrp="1"/>
          </p:cNvSpPr>
          <p:nvPr>
            <p:ph type="body" sz="quarter" idx="50"/>
          </p:nvPr>
        </p:nvSpPr>
        <p:spPr>
          <a:xfrm>
            <a:off x="5178800" y="3178831"/>
            <a:ext cx="1828800" cy="244000"/>
          </a:xfrm>
          <a:prstGeom prst="rect">
            <a:avLst/>
          </a:prstGeom>
        </p:spPr>
        <p:txBody>
          <a:bodyPr lIns="0" tIns="0" rIns="0" bIns="0"/>
          <a:lstStyle>
            <a:lvl1pPr marL="8466" marR="0" indent="0" algn="ctr" rtl="0">
              <a:lnSpc>
                <a:spcPct val="100000"/>
              </a:lnSpc>
              <a:spcBef>
                <a:spcPts val="0"/>
              </a:spcBef>
              <a:spcAft>
                <a:spcPts val="0"/>
              </a:spcAft>
              <a:buClr>
                <a:schemeClr val="dk1"/>
              </a:buClr>
              <a:buSzPts val="800"/>
              <a:buFont typeface="Arial"/>
              <a:buNone/>
              <a:tabLst/>
              <a:defRPr lang="en-US" sz="1067"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51" name="Text Placeholder 4">
            <a:extLst>
              <a:ext uri="{FF2B5EF4-FFF2-40B4-BE49-F238E27FC236}">
                <a16:creationId xmlns:a16="http://schemas.microsoft.com/office/drawing/2014/main" id="{99DDFF97-6043-5C49-AF74-E13AFABA1BB6}"/>
              </a:ext>
            </a:extLst>
          </p:cNvPr>
          <p:cNvSpPr>
            <a:spLocks noGrp="1"/>
          </p:cNvSpPr>
          <p:nvPr>
            <p:ph type="body" sz="quarter" idx="51"/>
          </p:nvPr>
        </p:nvSpPr>
        <p:spPr>
          <a:xfrm>
            <a:off x="5178800" y="2588411"/>
            <a:ext cx="1828800" cy="244000"/>
          </a:xfrm>
          <a:prstGeom prst="rect">
            <a:avLst/>
          </a:prstGeom>
        </p:spPr>
        <p:txBody>
          <a:bodyPr lIns="0" tIns="0" rIns="0" bIns="0"/>
          <a:lstStyle>
            <a:lvl1pPr marL="8466" marR="0" indent="0" algn="ctr" rtl="0">
              <a:lnSpc>
                <a:spcPct val="100000"/>
              </a:lnSpc>
              <a:spcBef>
                <a:spcPts val="0"/>
              </a:spcBef>
              <a:spcAft>
                <a:spcPts val="0"/>
              </a:spcAft>
              <a:buClr>
                <a:schemeClr val="accent1"/>
              </a:buClr>
              <a:buSzPts val="1000"/>
              <a:buFont typeface="Arial"/>
              <a:buNone/>
              <a:tabLst/>
              <a:defRPr lang="en-US" sz="1333"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52" name="Text Placeholder 4">
            <a:extLst>
              <a:ext uri="{FF2B5EF4-FFF2-40B4-BE49-F238E27FC236}">
                <a16:creationId xmlns:a16="http://schemas.microsoft.com/office/drawing/2014/main" id="{AFC39F3D-7BB4-914E-A7E5-FF78C2E9DB9F}"/>
              </a:ext>
            </a:extLst>
          </p:cNvPr>
          <p:cNvSpPr>
            <a:spLocks noGrp="1"/>
          </p:cNvSpPr>
          <p:nvPr>
            <p:ph type="body" sz="quarter" idx="52"/>
          </p:nvPr>
        </p:nvSpPr>
        <p:spPr>
          <a:xfrm>
            <a:off x="5178800" y="2818003"/>
            <a:ext cx="1828800" cy="244000"/>
          </a:xfrm>
          <a:prstGeom prst="rect">
            <a:avLst/>
          </a:prstGeom>
        </p:spPr>
        <p:txBody>
          <a:bodyPr lIns="0" tIns="0" rIns="0" bIns="0"/>
          <a:lstStyle>
            <a:lvl1pPr marL="8466" marR="0" indent="0" algn="ctr" rtl="0">
              <a:lnSpc>
                <a:spcPct val="100000"/>
              </a:lnSpc>
              <a:spcBef>
                <a:spcPts val="0"/>
              </a:spcBef>
              <a:spcAft>
                <a:spcPts val="0"/>
              </a:spcAft>
              <a:buClr>
                <a:schemeClr val="dk1"/>
              </a:buClr>
              <a:buSzPts val="900"/>
              <a:buFont typeface="Arial"/>
              <a:buNone/>
              <a:tabLst/>
              <a:defRPr lang="en-US" sz="1200"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53" name="Text Placeholder 4">
            <a:extLst>
              <a:ext uri="{FF2B5EF4-FFF2-40B4-BE49-F238E27FC236}">
                <a16:creationId xmlns:a16="http://schemas.microsoft.com/office/drawing/2014/main" id="{AA6DA9F8-D85C-C946-AE56-2B4815AC5D91}"/>
              </a:ext>
            </a:extLst>
          </p:cNvPr>
          <p:cNvSpPr>
            <a:spLocks noGrp="1"/>
          </p:cNvSpPr>
          <p:nvPr>
            <p:ph type="body" sz="quarter" idx="53"/>
          </p:nvPr>
        </p:nvSpPr>
        <p:spPr>
          <a:xfrm>
            <a:off x="7387784" y="3178831"/>
            <a:ext cx="1828800" cy="244000"/>
          </a:xfrm>
          <a:prstGeom prst="rect">
            <a:avLst/>
          </a:prstGeom>
        </p:spPr>
        <p:txBody>
          <a:bodyPr lIns="0" tIns="0" rIns="0" bIns="0"/>
          <a:lstStyle>
            <a:lvl1pPr marL="8466" marR="0" indent="0" algn="ctr" rtl="0">
              <a:lnSpc>
                <a:spcPct val="100000"/>
              </a:lnSpc>
              <a:spcBef>
                <a:spcPts val="0"/>
              </a:spcBef>
              <a:spcAft>
                <a:spcPts val="0"/>
              </a:spcAft>
              <a:buClr>
                <a:schemeClr val="dk1"/>
              </a:buClr>
              <a:buSzPts val="800"/>
              <a:buFont typeface="Arial"/>
              <a:buNone/>
              <a:tabLst/>
              <a:defRPr lang="en-US" sz="1067"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54" name="Text Placeholder 4">
            <a:extLst>
              <a:ext uri="{FF2B5EF4-FFF2-40B4-BE49-F238E27FC236}">
                <a16:creationId xmlns:a16="http://schemas.microsoft.com/office/drawing/2014/main" id="{2C9F71DD-86FC-694C-B7CF-6C1774AE8734}"/>
              </a:ext>
            </a:extLst>
          </p:cNvPr>
          <p:cNvSpPr>
            <a:spLocks noGrp="1"/>
          </p:cNvSpPr>
          <p:nvPr>
            <p:ph type="body" sz="quarter" idx="54"/>
          </p:nvPr>
        </p:nvSpPr>
        <p:spPr>
          <a:xfrm>
            <a:off x="7387784" y="2588411"/>
            <a:ext cx="1828800" cy="244000"/>
          </a:xfrm>
          <a:prstGeom prst="rect">
            <a:avLst/>
          </a:prstGeom>
        </p:spPr>
        <p:txBody>
          <a:bodyPr lIns="0" tIns="0" rIns="0" bIns="0"/>
          <a:lstStyle>
            <a:lvl1pPr marL="8466" marR="0" indent="0" algn="ctr" rtl="0">
              <a:lnSpc>
                <a:spcPct val="100000"/>
              </a:lnSpc>
              <a:spcBef>
                <a:spcPts val="0"/>
              </a:spcBef>
              <a:spcAft>
                <a:spcPts val="0"/>
              </a:spcAft>
              <a:buClr>
                <a:schemeClr val="accent1"/>
              </a:buClr>
              <a:buSzPts val="1000"/>
              <a:buFont typeface="Arial"/>
              <a:buNone/>
              <a:tabLst/>
              <a:defRPr lang="en-US" sz="1333"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55" name="Text Placeholder 4">
            <a:extLst>
              <a:ext uri="{FF2B5EF4-FFF2-40B4-BE49-F238E27FC236}">
                <a16:creationId xmlns:a16="http://schemas.microsoft.com/office/drawing/2014/main" id="{DC81A89C-5302-964C-88D8-C90D7CC999EA}"/>
              </a:ext>
            </a:extLst>
          </p:cNvPr>
          <p:cNvSpPr>
            <a:spLocks noGrp="1"/>
          </p:cNvSpPr>
          <p:nvPr>
            <p:ph type="body" sz="quarter" idx="55"/>
          </p:nvPr>
        </p:nvSpPr>
        <p:spPr>
          <a:xfrm>
            <a:off x="7387784" y="2818003"/>
            <a:ext cx="1828800" cy="244000"/>
          </a:xfrm>
          <a:prstGeom prst="rect">
            <a:avLst/>
          </a:prstGeom>
        </p:spPr>
        <p:txBody>
          <a:bodyPr lIns="0" tIns="0" rIns="0" bIns="0"/>
          <a:lstStyle>
            <a:lvl1pPr marL="8466" marR="0" indent="0" algn="ctr" rtl="0">
              <a:lnSpc>
                <a:spcPct val="100000"/>
              </a:lnSpc>
              <a:spcBef>
                <a:spcPts val="0"/>
              </a:spcBef>
              <a:spcAft>
                <a:spcPts val="0"/>
              </a:spcAft>
              <a:buClr>
                <a:schemeClr val="dk1"/>
              </a:buClr>
              <a:buSzPts val="900"/>
              <a:buFont typeface="Arial"/>
              <a:buNone/>
              <a:tabLst/>
              <a:defRPr lang="en-US" sz="1200"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56" name="Text Placeholder 4">
            <a:extLst>
              <a:ext uri="{FF2B5EF4-FFF2-40B4-BE49-F238E27FC236}">
                <a16:creationId xmlns:a16="http://schemas.microsoft.com/office/drawing/2014/main" id="{A8BA7499-0C9D-1F4C-B354-C66863623B86}"/>
              </a:ext>
            </a:extLst>
          </p:cNvPr>
          <p:cNvSpPr>
            <a:spLocks noGrp="1"/>
          </p:cNvSpPr>
          <p:nvPr>
            <p:ph type="body" sz="quarter" idx="56"/>
          </p:nvPr>
        </p:nvSpPr>
        <p:spPr>
          <a:xfrm>
            <a:off x="9596767" y="3178831"/>
            <a:ext cx="1828800" cy="244000"/>
          </a:xfrm>
          <a:prstGeom prst="rect">
            <a:avLst/>
          </a:prstGeom>
        </p:spPr>
        <p:txBody>
          <a:bodyPr lIns="0" tIns="0" rIns="0" bIns="0"/>
          <a:lstStyle>
            <a:lvl1pPr marL="8466" marR="0" indent="0" algn="ctr" rtl="0">
              <a:lnSpc>
                <a:spcPct val="100000"/>
              </a:lnSpc>
              <a:spcBef>
                <a:spcPts val="0"/>
              </a:spcBef>
              <a:spcAft>
                <a:spcPts val="0"/>
              </a:spcAft>
              <a:buClr>
                <a:schemeClr val="dk1"/>
              </a:buClr>
              <a:buSzPts val="800"/>
              <a:buFont typeface="Arial"/>
              <a:buNone/>
              <a:tabLst/>
              <a:defRPr lang="en-US" sz="1067"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57" name="Text Placeholder 4">
            <a:extLst>
              <a:ext uri="{FF2B5EF4-FFF2-40B4-BE49-F238E27FC236}">
                <a16:creationId xmlns:a16="http://schemas.microsoft.com/office/drawing/2014/main" id="{8C99FA0A-1FB4-2542-BF9B-27FF381D8C32}"/>
              </a:ext>
            </a:extLst>
          </p:cNvPr>
          <p:cNvSpPr>
            <a:spLocks noGrp="1"/>
          </p:cNvSpPr>
          <p:nvPr>
            <p:ph type="body" sz="quarter" idx="57"/>
          </p:nvPr>
        </p:nvSpPr>
        <p:spPr>
          <a:xfrm>
            <a:off x="9596767" y="2588411"/>
            <a:ext cx="1828800" cy="244000"/>
          </a:xfrm>
          <a:prstGeom prst="rect">
            <a:avLst/>
          </a:prstGeom>
        </p:spPr>
        <p:txBody>
          <a:bodyPr lIns="0" tIns="0" rIns="0" bIns="0"/>
          <a:lstStyle>
            <a:lvl1pPr marL="8466" marR="0" indent="0" algn="ctr" rtl="0">
              <a:lnSpc>
                <a:spcPct val="100000"/>
              </a:lnSpc>
              <a:spcBef>
                <a:spcPts val="0"/>
              </a:spcBef>
              <a:spcAft>
                <a:spcPts val="0"/>
              </a:spcAft>
              <a:buClr>
                <a:schemeClr val="accent1"/>
              </a:buClr>
              <a:buSzPts val="1000"/>
              <a:buFont typeface="Arial"/>
              <a:buNone/>
              <a:tabLst/>
              <a:defRPr lang="en-US" sz="1333"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58" name="Text Placeholder 4">
            <a:extLst>
              <a:ext uri="{FF2B5EF4-FFF2-40B4-BE49-F238E27FC236}">
                <a16:creationId xmlns:a16="http://schemas.microsoft.com/office/drawing/2014/main" id="{D88AF914-A14A-C044-A13D-0C4E40407444}"/>
              </a:ext>
            </a:extLst>
          </p:cNvPr>
          <p:cNvSpPr>
            <a:spLocks noGrp="1"/>
          </p:cNvSpPr>
          <p:nvPr>
            <p:ph type="body" sz="quarter" idx="58"/>
          </p:nvPr>
        </p:nvSpPr>
        <p:spPr>
          <a:xfrm>
            <a:off x="9596767" y="2818003"/>
            <a:ext cx="1828800" cy="244000"/>
          </a:xfrm>
          <a:prstGeom prst="rect">
            <a:avLst/>
          </a:prstGeom>
        </p:spPr>
        <p:txBody>
          <a:bodyPr lIns="0" tIns="0" rIns="0" bIns="0"/>
          <a:lstStyle>
            <a:lvl1pPr marL="8466" marR="0" indent="0" algn="ctr" rtl="0">
              <a:lnSpc>
                <a:spcPct val="100000"/>
              </a:lnSpc>
              <a:spcBef>
                <a:spcPts val="0"/>
              </a:spcBef>
              <a:spcAft>
                <a:spcPts val="0"/>
              </a:spcAft>
              <a:buClr>
                <a:schemeClr val="dk1"/>
              </a:buClr>
              <a:buSzPts val="900"/>
              <a:buFont typeface="Arial"/>
              <a:buNone/>
              <a:tabLst/>
              <a:defRPr lang="en-US" sz="1200"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59" name="Text Placeholder 4">
            <a:extLst>
              <a:ext uri="{FF2B5EF4-FFF2-40B4-BE49-F238E27FC236}">
                <a16:creationId xmlns:a16="http://schemas.microsoft.com/office/drawing/2014/main" id="{7413008F-E178-CF4D-8427-E20B946900F6}"/>
              </a:ext>
            </a:extLst>
          </p:cNvPr>
          <p:cNvSpPr>
            <a:spLocks noGrp="1"/>
          </p:cNvSpPr>
          <p:nvPr>
            <p:ph type="body" sz="quarter" idx="59"/>
          </p:nvPr>
        </p:nvSpPr>
        <p:spPr>
          <a:xfrm>
            <a:off x="760833" y="5853924"/>
            <a:ext cx="1828800" cy="244000"/>
          </a:xfrm>
          <a:prstGeom prst="rect">
            <a:avLst/>
          </a:prstGeom>
        </p:spPr>
        <p:txBody>
          <a:bodyPr lIns="0" tIns="0" rIns="0" bIns="0"/>
          <a:lstStyle>
            <a:lvl1pPr marL="8466" marR="0" indent="0" algn="ctr" rtl="0">
              <a:lnSpc>
                <a:spcPct val="100000"/>
              </a:lnSpc>
              <a:spcBef>
                <a:spcPts val="0"/>
              </a:spcBef>
              <a:spcAft>
                <a:spcPts val="0"/>
              </a:spcAft>
              <a:buClr>
                <a:schemeClr val="dk1"/>
              </a:buClr>
              <a:buSzPts val="800"/>
              <a:buFont typeface="Arial"/>
              <a:buNone/>
              <a:tabLst/>
              <a:defRPr lang="en-US" sz="1067"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60" name="Text Placeholder 4">
            <a:extLst>
              <a:ext uri="{FF2B5EF4-FFF2-40B4-BE49-F238E27FC236}">
                <a16:creationId xmlns:a16="http://schemas.microsoft.com/office/drawing/2014/main" id="{1CE4840A-56B4-5E44-86C1-3346C4B24E68}"/>
              </a:ext>
            </a:extLst>
          </p:cNvPr>
          <p:cNvSpPr>
            <a:spLocks noGrp="1"/>
          </p:cNvSpPr>
          <p:nvPr>
            <p:ph type="body" sz="quarter" idx="60"/>
          </p:nvPr>
        </p:nvSpPr>
        <p:spPr>
          <a:xfrm>
            <a:off x="760833" y="5263505"/>
            <a:ext cx="1828800" cy="244000"/>
          </a:xfrm>
          <a:prstGeom prst="rect">
            <a:avLst/>
          </a:prstGeom>
        </p:spPr>
        <p:txBody>
          <a:bodyPr lIns="0" tIns="0" rIns="0" bIns="0"/>
          <a:lstStyle>
            <a:lvl1pPr marL="8466" marR="0" indent="0" algn="ctr" rtl="0">
              <a:lnSpc>
                <a:spcPct val="100000"/>
              </a:lnSpc>
              <a:spcBef>
                <a:spcPts val="0"/>
              </a:spcBef>
              <a:spcAft>
                <a:spcPts val="0"/>
              </a:spcAft>
              <a:buClr>
                <a:schemeClr val="accent1"/>
              </a:buClr>
              <a:buSzPts val="1000"/>
              <a:buFont typeface="Arial"/>
              <a:buNone/>
              <a:tabLst/>
              <a:defRPr lang="en-US" sz="1333"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61" name="Text Placeholder 4">
            <a:extLst>
              <a:ext uri="{FF2B5EF4-FFF2-40B4-BE49-F238E27FC236}">
                <a16:creationId xmlns:a16="http://schemas.microsoft.com/office/drawing/2014/main" id="{DD92DBD6-78B0-BA4B-9E2B-D588641003BF}"/>
              </a:ext>
            </a:extLst>
          </p:cNvPr>
          <p:cNvSpPr>
            <a:spLocks noGrp="1"/>
          </p:cNvSpPr>
          <p:nvPr>
            <p:ph type="body" sz="quarter" idx="61"/>
          </p:nvPr>
        </p:nvSpPr>
        <p:spPr>
          <a:xfrm>
            <a:off x="760833" y="5493096"/>
            <a:ext cx="1828800" cy="244000"/>
          </a:xfrm>
          <a:prstGeom prst="rect">
            <a:avLst/>
          </a:prstGeom>
        </p:spPr>
        <p:txBody>
          <a:bodyPr lIns="0" tIns="0" rIns="0" bIns="0"/>
          <a:lstStyle>
            <a:lvl1pPr marL="8466" marR="0" indent="0" algn="ctr" rtl="0">
              <a:lnSpc>
                <a:spcPct val="100000"/>
              </a:lnSpc>
              <a:spcBef>
                <a:spcPts val="0"/>
              </a:spcBef>
              <a:spcAft>
                <a:spcPts val="0"/>
              </a:spcAft>
              <a:buClr>
                <a:schemeClr val="dk1"/>
              </a:buClr>
              <a:buSzPts val="900"/>
              <a:buFont typeface="Arial"/>
              <a:buNone/>
              <a:tabLst/>
              <a:defRPr lang="en-US" sz="1200"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62" name="Text Placeholder 4">
            <a:extLst>
              <a:ext uri="{FF2B5EF4-FFF2-40B4-BE49-F238E27FC236}">
                <a16:creationId xmlns:a16="http://schemas.microsoft.com/office/drawing/2014/main" id="{96AAB29F-9D8D-BA45-BEEA-3C50C09E327A}"/>
              </a:ext>
            </a:extLst>
          </p:cNvPr>
          <p:cNvSpPr>
            <a:spLocks noGrp="1"/>
          </p:cNvSpPr>
          <p:nvPr>
            <p:ph type="body" sz="quarter" idx="62"/>
          </p:nvPr>
        </p:nvSpPr>
        <p:spPr>
          <a:xfrm>
            <a:off x="2969817" y="5853924"/>
            <a:ext cx="1828800" cy="244000"/>
          </a:xfrm>
          <a:prstGeom prst="rect">
            <a:avLst/>
          </a:prstGeom>
        </p:spPr>
        <p:txBody>
          <a:bodyPr lIns="0" tIns="0" rIns="0" bIns="0"/>
          <a:lstStyle>
            <a:lvl1pPr marL="8466" marR="0" indent="0" algn="ctr" rtl="0">
              <a:lnSpc>
                <a:spcPct val="100000"/>
              </a:lnSpc>
              <a:spcBef>
                <a:spcPts val="0"/>
              </a:spcBef>
              <a:spcAft>
                <a:spcPts val="0"/>
              </a:spcAft>
              <a:buClr>
                <a:schemeClr val="dk1"/>
              </a:buClr>
              <a:buSzPts val="800"/>
              <a:buFont typeface="Arial"/>
              <a:buNone/>
              <a:tabLst/>
              <a:defRPr lang="en-US" sz="1067"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63" name="Text Placeholder 4">
            <a:extLst>
              <a:ext uri="{FF2B5EF4-FFF2-40B4-BE49-F238E27FC236}">
                <a16:creationId xmlns:a16="http://schemas.microsoft.com/office/drawing/2014/main" id="{43F3C09E-A1B0-4845-96F4-2A3C5B4642D9}"/>
              </a:ext>
            </a:extLst>
          </p:cNvPr>
          <p:cNvSpPr>
            <a:spLocks noGrp="1"/>
          </p:cNvSpPr>
          <p:nvPr>
            <p:ph type="body" sz="quarter" idx="63"/>
          </p:nvPr>
        </p:nvSpPr>
        <p:spPr>
          <a:xfrm>
            <a:off x="2969817" y="5263505"/>
            <a:ext cx="1828800" cy="244000"/>
          </a:xfrm>
          <a:prstGeom prst="rect">
            <a:avLst/>
          </a:prstGeom>
        </p:spPr>
        <p:txBody>
          <a:bodyPr lIns="0" tIns="0" rIns="0" bIns="0"/>
          <a:lstStyle>
            <a:lvl1pPr marL="8466" marR="0" indent="0" algn="ctr" rtl="0">
              <a:lnSpc>
                <a:spcPct val="100000"/>
              </a:lnSpc>
              <a:spcBef>
                <a:spcPts val="0"/>
              </a:spcBef>
              <a:spcAft>
                <a:spcPts val="0"/>
              </a:spcAft>
              <a:buClr>
                <a:schemeClr val="accent1"/>
              </a:buClr>
              <a:buSzPts val="1000"/>
              <a:buFont typeface="Arial"/>
              <a:buNone/>
              <a:tabLst/>
              <a:defRPr lang="en-US" sz="1333"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64" name="Text Placeholder 4">
            <a:extLst>
              <a:ext uri="{FF2B5EF4-FFF2-40B4-BE49-F238E27FC236}">
                <a16:creationId xmlns:a16="http://schemas.microsoft.com/office/drawing/2014/main" id="{B622018F-7E57-484C-A888-C6C0F282E2AE}"/>
              </a:ext>
            </a:extLst>
          </p:cNvPr>
          <p:cNvSpPr>
            <a:spLocks noGrp="1"/>
          </p:cNvSpPr>
          <p:nvPr>
            <p:ph type="body" sz="quarter" idx="64"/>
          </p:nvPr>
        </p:nvSpPr>
        <p:spPr>
          <a:xfrm>
            <a:off x="2969817" y="5493096"/>
            <a:ext cx="1828800" cy="244000"/>
          </a:xfrm>
          <a:prstGeom prst="rect">
            <a:avLst/>
          </a:prstGeom>
        </p:spPr>
        <p:txBody>
          <a:bodyPr lIns="0" tIns="0" rIns="0" bIns="0"/>
          <a:lstStyle>
            <a:lvl1pPr marL="8466" marR="0" indent="0" algn="ctr" rtl="0">
              <a:lnSpc>
                <a:spcPct val="100000"/>
              </a:lnSpc>
              <a:spcBef>
                <a:spcPts val="0"/>
              </a:spcBef>
              <a:spcAft>
                <a:spcPts val="0"/>
              </a:spcAft>
              <a:buClr>
                <a:schemeClr val="dk1"/>
              </a:buClr>
              <a:buSzPts val="900"/>
              <a:buFont typeface="Arial"/>
              <a:buNone/>
              <a:tabLst/>
              <a:defRPr lang="en-US" sz="1200"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65" name="Text Placeholder 4">
            <a:extLst>
              <a:ext uri="{FF2B5EF4-FFF2-40B4-BE49-F238E27FC236}">
                <a16:creationId xmlns:a16="http://schemas.microsoft.com/office/drawing/2014/main" id="{A948A0C1-F87A-464C-AB5B-A7923C128E49}"/>
              </a:ext>
            </a:extLst>
          </p:cNvPr>
          <p:cNvSpPr>
            <a:spLocks noGrp="1"/>
          </p:cNvSpPr>
          <p:nvPr>
            <p:ph type="body" sz="quarter" idx="65"/>
          </p:nvPr>
        </p:nvSpPr>
        <p:spPr>
          <a:xfrm>
            <a:off x="5178800" y="5853924"/>
            <a:ext cx="1828800" cy="244000"/>
          </a:xfrm>
          <a:prstGeom prst="rect">
            <a:avLst/>
          </a:prstGeom>
        </p:spPr>
        <p:txBody>
          <a:bodyPr lIns="0" tIns="0" rIns="0" bIns="0"/>
          <a:lstStyle>
            <a:lvl1pPr marL="8466" marR="0" indent="0" algn="ctr" rtl="0">
              <a:lnSpc>
                <a:spcPct val="100000"/>
              </a:lnSpc>
              <a:spcBef>
                <a:spcPts val="0"/>
              </a:spcBef>
              <a:spcAft>
                <a:spcPts val="0"/>
              </a:spcAft>
              <a:buClr>
                <a:schemeClr val="dk1"/>
              </a:buClr>
              <a:buSzPts val="800"/>
              <a:buFont typeface="Arial"/>
              <a:buNone/>
              <a:tabLst/>
              <a:defRPr lang="en-US" sz="1067"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66" name="Text Placeholder 4">
            <a:extLst>
              <a:ext uri="{FF2B5EF4-FFF2-40B4-BE49-F238E27FC236}">
                <a16:creationId xmlns:a16="http://schemas.microsoft.com/office/drawing/2014/main" id="{E1B1F52A-582D-1A45-99BE-BCAA5F0BAF09}"/>
              </a:ext>
            </a:extLst>
          </p:cNvPr>
          <p:cNvSpPr>
            <a:spLocks noGrp="1"/>
          </p:cNvSpPr>
          <p:nvPr>
            <p:ph type="body" sz="quarter" idx="66"/>
          </p:nvPr>
        </p:nvSpPr>
        <p:spPr>
          <a:xfrm>
            <a:off x="5178800" y="5263505"/>
            <a:ext cx="1828800" cy="244000"/>
          </a:xfrm>
          <a:prstGeom prst="rect">
            <a:avLst/>
          </a:prstGeom>
        </p:spPr>
        <p:txBody>
          <a:bodyPr lIns="0" tIns="0" rIns="0" bIns="0"/>
          <a:lstStyle>
            <a:lvl1pPr marL="8466" marR="0" indent="0" algn="ctr" rtl="0">
              <a:lnSpc>
                <a:spcPct val="100000"/>
              </a:lnSpc>
              <a:spcBef>
                <a:spcPts val="0"/>
              </a:spcBef>
              <a:spcAft>
                <a:spcPts val="0"/>
              </a:spcAft>
              <a:buClr>
                <a:schemeClr val="accent1"/>
              </a:buClr>
              <a:buSzPts val="1000"/>
              <a:buFont typeface="Arial"/>
              <a:buNone/>
              <a:tabLst/>
              <a:defRPr lang="en-US" sz="1333"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67" name="Text Placeholder 4">
            <a:extLst>
              <a:ext uri="{FF2B5EF4-FFF2-40B4-BE49-F238E27FC236}">
                <a16:creationId xmlns:a16="http://schemas.microsoft.com/office/drawing/2014/main" id="{2D4F2D30-6691-B44F-9943-C92E411CE9F2}"/>
              </a:ext>
            </a:extLst>
          </p:cNvPr>
          <p:cNvSpPr>
            <a:spLocks noGrp="1"/>
          </p:cNvSpPr>
          <p:nvPr>
            <p:ph type="body" sz="quarter" idx="67"/>
          </p:nvPr>
        </p:nvSpPr>
        <p:spPr>
          <a:xfrm>
            <a:off x="5178800" y="5493096"/>
            <a:ext cx="1828800" cy="244000"/>
          </a:xfrm>
          <a:prstGeom prst="rect">
            <a:avLst/>
          </a:prstGeom>
        </p:spPr>
        <p:txBody>
          <a:bodyPr lIns="0" tIns="0" rIns="0" bIns="0"/>
          <a:lstStyle>
            <a:lvl1pPr marL="8466" marR="0" indent="0" algn="ctr" rtl="0">
              <a:lnSpc>
                <a:spcPct val="100000"/>
              </a:lnSpc>
              <a:spcBef>
                <a:spcPts val="0"/>
              </a:spcBef>
              <a:spcAft>
                <a:spcPts val="0"/>
              </a:spcAft>
              <a:buClr>
                <a:schemeClr val="dk1"/>
              </a:buClr>
              <a:buSzPts val="900"/>
              <a:buFont typeface="Arial"/>
              <a:buNone/>
              <a:tabLst/>
              <a:defRPr lang="en-US" sz="1200"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68" name="Text Placeholder 4">
            <a:extLst>
              <a:ext uri="{FF2B5EF4-FFF2-40B4-BE49-F238E27FC236}">
                <a16:creationId xmlns:a16="http://schemas.microsoft.com/office/drawing/2014/main" id="{A34A9146-8E3D-9346-B5B5-D66B8EBFD7AF}"/>
              </a:ext>
            </a:extLst>
          </p:cNvPr>
          <p:cNvSpPr>
            <a:spLocks noGrp="1"/>
          </p:cNvSpPr>
          <p:nvPr>
            <p:ph type="body" sz="quarter" idx="68"/>
          </p:nvPr>
        </p:nvSpPr>
        <p:spPr>
          <a:xfrm>
            <a:off x="7387784" y="5853924"/>
            <a:ext cx="1828800" cy="244000"/>
          </a:xfrm>
          <a:prstGeom prst="rect">
            <a:avLst/>
          </a:prstGeom>
        </p:spPr>
        <p:txBody>
          <a:bodyPr lIns="0" tIns="0" rIns="0" bIns="0"/>
          <a:lstStyle>
            <a:lvl1pPr marL="8466" marR="0" indent="0" algn="ctr" rtl="0">
              <a:lnSpc>
                <a:spcPct val="100000"/>
              </a:lnSpc>
              <a:spcBef>
                <a:spcPts val="0"/>
              </a:spcBef>
              <a:spcAft>
                <a:spcPts val="0"/>
              </a:spcAft>
              <a:buClr>
                <a:schemeClr val="dk1"/>
              </a:buClr>
              <a:buSzPts val="800"/>
              <a:buFont typeface="Arial"/>
              <a:buNone/>
              <a:tabLst/>
              <a:defRPr lang="en-US" sz="1067"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69" name="Text Placeholder 4">
            <a:extLst>
              <a:ext uri="{FF2B5EF4-FFF2-40B4-BE49-F238E27FC236}">
                <a16:creationId xmlns:a16="http://schemas.microsoft.com/office/drawing/2014/main" id="{4ECD2D58-6A37-FD47-8529-EE7AFBAC996C}"/>
              </a:ext>
            </a:extLst>
          </p:cNvPr>
          <p:cNvSpPr>
            <a:spLocks noGrp="1"/>
          </p:cNvSpPr>
          <p:nvPr>
            <p:ph type="body" sz="quarter" idx="69"/>
          </p:nvPr>
        </p:nvSpPr>
        <p:spPr>
          <a:xfrm>
            <a:off x="7387784" y="5263505"/>
            <a:ext cx="1828800" cy="244000"/>
          </a:xfrm>
          <a:prstGeom prst="rect">
            <a:avLst/>
          </a:prstGeom>
        </p:spPr>
        <p:txBody>
          <a:bodyPr lIns="0" tIns="0" rIns="0" bIns="0"/>
          <a:lstStyle>
            <a:lvl1pPr marL="8466" marR="0" indent="0" algn="ctr" rtl="0">
              <a:lnSpc>
                <a:spcPct val="100000"/>
              </a:lnSpc>
              <a:spcBef>
                <a:spcPts val="0"/>
              </a:spcBef>
              <a:spcAft>
                <a:spcPts val="0"/>
              </a:spcAft>
              <a:buClr>
                <a:schemeClr val="accent1"/>
              </a:buClr>
              <a:buSzPts val="1000"/>
              <a:buFont typeface="Arial"/>
              <a:buNone/>
              <a:tabLst/>
              <a:defRPr lang="en-US" sz="1333"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70" name="Text Placeholder 4">
            <a:extLst>
              <a:ext uri="{FF2B5EF4-FFF2-40B4-BE49-F238E27FC236}">
                <a16:creationId xmlns:a16="http://schemas.microsoft.com/office/drawing/2014/main" id="{73D4EEE0-E5B9-1F48-83DE-20DC1F6E166A}"/>
              </a:ext>
            </a:extLst>
          </p:cNvPr>
          <p:cNvSpPr>
            <a:spLocks noGrp="1"/>
          </p:cNvSpPr>
          <p:nvPr>
            <p:ph type="body" sz="quarter" idx="70"/>
          </p:nvPr>
        </p:nvSpPr>
        <p:spPr>
          <a:xfrm>
            <a:off x="7387784" y="5493096"/>
            <a:ext cx="1828800" cy="244000"/>
          </a:xfrm>
          <a:prstGeom prst="rect">
            <a:avLst/>
          </a:prstGeom>
        </p:spPr>
        <p:txBody>
          <a:bodyPr lIns="0" tIns="0" rIns="0" bIns="0"/>
          <a:lstStyle>
            <a:lvl1pPr marL="8466" marR="0" indent="0" algn="ctr" rtl="0">
              <a:lnSpc>
                <a:spcPct val="100000"/>
              </a:lnSpc>
              <a:spcBef>
                <a:spcPts val="0"/>
              </a:spcBef>
              <a:spcAft>
                <a:spcPts val="0"/>
              </a:spcAft>
              <a:buClr>
                <a:schemeClr val="dk1"/>
              </a:buClr>
              <a:buSzPts val="900"/>
              <a:buFont typeface="Arial"/>
              <a:buNone/>
              <a:tabLst/>
              <a:defRPr lang="en-US" sz="1200"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71" name="Text Placeholder 4">
            <a:extLst>
              <a:ext uri="{FF2B5EF4-FFF2-40B4-BE49-F238E27FC236}">
                <a16:creationId xmlns:a16="http://schemas.microsoft.com/office/drawing/2014/main" id="{03B7DFFC-62F6-3042-8F0C-686B9EB5E1C7}"/>
              </a:ext>
            </a:extLst>
          </p:cNvPr>
          <p:cNvSpPr>
            <a:spLocks noGrp="1"/>
          </p:cNvSpPr>
          <p:nvPr>
            <p:ph type="body" sz="quarter" idx="71"/>
          </p:nvPr>
        </p:nvSpPr>
        <p:spPr>
          <a:xfrm>
            <a:off x="9596767" y="5853924"/>
            <a:ext cx="1828800" cy="244000"/>
          </a:xfrm>
          <a:prstGeom prst="rect">
            <a:avLst/>
          </a:prstGeom>
        </p:spPr>
        <p:txBody>
          <a:bodyPr lIns="0" tIns="0" rIns="0" bIns="0"/>
          <a:lstStyle>
            <a:lvl1pPr marL="8466" marR="0" indent="0" algn="ctr" rtl="0">
              <a:lnSpc>
                <a:spcPct val="100000"/>
              </a:lnSpc>
              <a:spcBef>
                <a:spcPts val="0"/>
              </a:spcBef>
              <a:spcAft>
                <a:spcPts val="0"/>
              </a:spcAft>
              <a:buClr>
                <a:schemeClr val="dk1"/>
              </a:buClr>
              <a:buSzPts val="800"/>
              <a:buFont typeface="Arial"/>
              <a:buNone/>
              <a:tabLst/>
              <a:defRPr lang="en-US" sz="1067"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72" name="Text Placeholder 4">
            <a:extLst>
              <a:ext uri="{FF2B5EF4-FFF2-40B4-BE49-F238E27FC236}">
                <a16:creationId xmlns:a16="http://schemas.microsoft.com/office/drawing/2014/main" id="{77965CFF-9B1D-D14D-AB22-E09D64C0236C}"/>
              </a:ext>
            </a:extLst>
          </p:cNvPr>
          <p:cNvSpPr>
            <a:spLocks noGrp="1"/>
          </p:cNvSpPr>
          <p:nvPr>
            <p:ph type="body" sz="quarter" idx="72"/>
          </p:nvPr>
        </p:nvSpPr>
        <p:spPr>
          <a:xfrm>
            <a:off x="9596767" y="5263505"/>
            <a:ext cx="1828800" cy="244000"/>
          </a:xfrm>
          <a:prstGeom prst="rect">
            <a:avLst/>
          </a:prstGeom>
        </p:spPr>
        <p:txBody>
          <a:bodyPr lIns="0" tIns="0" rIns="0" bIns="0"/>
          <a:lstStyle>
            <a:lvl1pPr marL="8466" marR="0" indent="0" algn="ctr" rtl="0">
              <a:lnSpc>
                <a:spcPct val="100000"/>
              </a:lnSpc>
              <a:spcBef>
                <a:spcPts val="0"/>
              </a:spcBef>
              <a:spcAft>
                <a:spcPts val="0"/>
              </a:spcAft>
              <a:buClr>
                <a:schemeClr val="accent1"/>
              </a:buClr>
              <a:buSzPts val="1000"/>
              <a:buFont typeface="Arial"/>
              <a:buNone/>
              <a:tabLst/>
              <a:defRPr lang="en-US" sz="1333"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73" name="Text Placeholder 4">
            <a:extLst>
              <a:ext uri="{FF2B5EF4-FFF2-40B4-BE49-F238E27FC236}">
                <a16:creationId xmlns:a16="http://schemas.microsoft.com/office/drawing/2014/main" id="{9E9C328E-C0E8-104A-BD2D-8D381D51D0E7}"/>
              </a:ext>
            </a:extLst>
          </p:cNvPr>
          <p:cNvSpPr>
            <a:spLocks noGrp="1"/>
          </p:cNvSpPr>
          <p:nvPr>
            <p:ph type="body" sz="quarter" idx="73"/>
          </p:nvPr>
        </p:nvSpPr>
        <p:spPr>
          <a:xfrm>
            <a:off x="9596767" y="5493096"/>
            <a:ext cx="1828800" cy="244000"/>
          </a:xfrm>
          <a:prstGeom prst="rect">
            <a:avLst/>
          </a:prstGeom>
        </p:spPr>
        <p:txBody>
          <a:bodyPr lIns="0" tIns="0" rIns="0" bIns="0"/>
          <a:lstStyle>
            <a:lvl1pPr marL="8466" marR="0" indent="0" algn="ctr" rtl="0">
              <a:lnSpc>
                <a:spcPct val="100000"/>
              </a:lnSpc>
              <a:spcBef>
                <a:spcPts val="0"/>
              </a:spcBef>
              <a:spcAft>
                <a:spcPts val="0"/>
              </a:spcAft>
              <a:buClr>
                <a:schemeClr val="dk1"/>
              </a:buClr>
              <a:buSzPts val="900"/>
              <a:buFont typeface="Arial"/>
              <a:buNone/>
              <a:tabLst/>
              <a:defRPr lang="en-US" sz="1200"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75" name="Text Placeholder 4">
            <a:extLst>
              <a:ext uri="{FF2B5EF4-FFF2-40B4-BE49-F238E27FC236}">
                <a16:creationId xmlns:a16="http://schemas.microsoft.com/office/drawing/2014/main" id="{A5D55B2D-ED49-FD47-9E8B-93A7BF920741}"/>
              </a:ext>
            </a:extLst>
          </p:cNvPr>
          <p:cNvSpPr>
            <a:spLocks noGrp="1"/>
          </p:cNvSpPr>
          <p:nvPr>
            <p:ph type="body" sz="quarter" idx="199"/>
          </p:nvPr>
        </p:nvSpPr>
        <p:spPr>
          <a:xfrm>
            <a:off x="527051" y="496800"/>
            <a:ext cx="11137900" cy="611600"/>
          </a:xfrm>
          <a:prstGeom prst="rect">
            <a:avLst/>
          </a:prstGeom>
        </p:spPr>
        <p:txBody>
          <a:bodyPr lIns="0" tIns="0" rIns="0" bIns="0" anchor="t"/>
          <a:lstStyle>
            <a:lvl1pPr marL="8466" marR="0" indent="0" algn="l" rtl="0">
              <a:lnSpc>
                <a:spcPct val="90000"/>
              </a:lnSpc>
              <a:spcBef>
                <a:spcPts val="0"/>
              </a:spcBef>
              <a:spcAft>
                <a:spcPts val="0"/>
              </a:spcAft>
              <a:buClr>
                <a:schemeClr val="dk1"/>
              </a:buClr>
              <a:buSzPts val="2000"/>
              <a:buFont typeface="Poppins Medium"/>
              <a:buNone/>
              <a:tabLst/>
              <a:defRPr lang="en-GB" sz="2400" b="0" i="0" u="none" strike="noStrike" cap="none" dirty="0" smtClean="0">
                <a:solidFill>
                  <a:schemeClr val="bg1"/>
                </a:solidFill>
                <a:latin typeface="Poppins Medium"/>
                <a:ea typeface="Poppins Medium"/>
                <a:cs typeface="Poppins Medium"/>
                <a:sym typeface="Poppins Medium"/>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Tree>
    <p:extLst>
      <p:ext uri="{BB962C8B-B14F-4D97-AF65-F5344CB8AC3E}">
        <p14:creationId xmlns:p14="http://schemas.microsoft.com/office/powerpoint/2010/main" val="1309895276"/>
      </p:ext>
    </p:extLst>
  </p:cSld>
  <p:clrMapOvr>
    <a:masterClrMapping/>
  </p:clrMapOvr>
  <p:extLst>
    <p:ext uri="{DCECCB84-F9BA-43D5-87BE-67443E8EF086}">
      <p15:sldGuideLst xmlns:p15="http://schemas.microsoft.com/office/powerpoint/2012/main">
        <p15:guide id="1" orient="horz" pos="531">
          <p15:clr>
            <a:srgbClr val="FBAE40"/>
          </p15:clr>
        </p15:guide>
        <p15:guide id="2" pos="249">
          <p15:clr>
            <a:srgbClr val="FBAE40"/>
          </p15:clr>
        </p15:guide>
        <p15:guide id="3" pos="5511">
          <p15:clr>
            <a:srgbClr val="FBAE40"/>
          </p15:clr>
        </p15:guide>
        <p15:guide id="4" orient="horz" pos="3072">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eam - 10 Photos (Org. Chart)">
    <p:spTree>
      <p:nvGrpSpPr>
        <p:cNvPr id="1" name=""/>
        <p:cNvGrpSpPr/>
        <p:nvPr/>
      </p:nvGrpSpPr>
      <p:grpSpPr>
        <a:xfrm>
          <a:off x="0" y="0"/>
          <a:ext cx="0" cy="0"/>
          <a:chOff x="0" y="0"/>
          <a:chExt cx="0" cy="0"/>
        </a:xfrm>
      </p:grpSpPr>
      <p:sp>
        <p:nvSpPr>
          <p:cNvPr id="2" name="Google Shape;283;p12">
            <a:extLst>
              <a:ext uri="{FF2B5EF4-FFF2-40B4-BE49-F238E27FC236}">
                <a16:creationId xmlns:a16="http://schemas.microsoft.com/office/drawing/2014/main" id="{72AA46F9-4F5E-7F42-97FB-B709296A121E}"/>
              </a:ext>
            </a:extLst>
          </p:cNvPr>
          <p:cNvSpPr/>
          <p:nvPr/>
        </p:nvSpPr>
        <p:spPr>
          <a:xfrm>
            <a:off x="11792595" y="6494883"/>
            <a:ext cx="304800" cy="306000"/>
          </a:xfrm>
          <a:prstGeom prst="ellipse">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fld id="{00000000-1234-1234-1234-123412341234}" type="slidenum">
              <a:rPr lang="en" sz="933" b="0" i="0" u="none" strike="noStrike" cap="none">
                <a:solidFill>
                  <a:schemeClr val="dk1"/>
                </a:solidFill>
                <a:latin typeface="+mn-lt"/>
                <a:ea typeface="Calibri"/>
                <a:cs typeface="Calibri"/>
                <a:sym typeface="Calibri"/>
              </a:rPr>
              <a:pPr marL="0" marR="0" lvl="0" indent="0" algn="r" rtl="0">
                <a:spcBef>
                  <a:spcPts val="0"/>
                </a:spcBef>
                <a:spcAft>
                  <a:spcPts val="0"/>
                </a:spcAft>
                <a:buNone/>
              </a:pPr>
              <a:t>‹#›</a:t>
            </a:fld>
            <a:endParaRPr sz="933" b="0" i="0" u="none" strike="noStrike" cap="none" dirty="0">
              <a:solidFill>
                <a:schemeClr val="dk1"/>
              </a:solidFill>
              <a:latin typeface="+mn-lt"/>
              <a:ea typeface="Calibri"/>
              <a:cs typeface="Calibri"/>
              <a:sym typeface="Calibri"/>
            </a:endParaRPr>
          </a:p>
        </p:txBody>
      </p:sp>
      <p:sp>
        <p:nvSpPr>
          <p:cNvPr id="3" name="Google Shape;284;p12">
            <a:extLst>
              <a:ext uri="{FF2B5EF4-FFF2-40B4-BE49-F238E27FC236}">
                <a16:creationId xmlns:a16="http://schemas.microsoft.com/office/drawing/2014/main" id="{BB188AA9-B9BA-2242-ABCB-9626603C81C7}"/>
              </a:ext>
            </a:extLst>
          </p:cNvPr>
          <p:cNvSpPr/>
          <p:nvPr/>
        </p:nvSpPr>
        <p:spPr>
          <a:xfrm>
            <a:off x="3" y="1"/>
            <a:ext cx="301543" cy="347263"/>
          </a:xfrm>
          <a:custGeom>
            <a:avLst/>
            <a:gdLst/>
            <a:ahLst/>
            <a:cxnLst/>
            <a:rect l="l" t="t" r="r" b="b"/>
            <a:pathLst>
              <a:path w="1675237" h="1929234" extrusionOk="0">
                <a:moveTo>
                  <a:pt x="461556" y="1897854"/>
                </a:moveTo>
                <a:lnTo>
                  <a:pt x="469774" y="1899513"/>
                </a:lnTo>
                <a:lnTo>
                  <a:pt x="443985" y="1904118"/>
                </a:lnTo>
                <a:lnTo>
                  <a:pt x="449737" y="1900240"/>
                </a:lnTo>
                <a:cubicBezTo>
                  <a:pt x="453370" y="1898704"/>
                  <a:pt x="457364" y="1897854"/>
                  <a:pt x="461556" y="1897854"/>
                </a:cubicBezTo>
                <a:close/>
                <a:moveTo>
                  <a:pt x="389002" y="1897854"/>
                </a:moveTo>
                <a:cubicBezTo>
                  <a:pt x="397386" y="1897854"/>
                  <a:pt x="404977" y="1901253"/>
                  <a:pt x="410472" y="1906747"/>
                </a:cubicBezTo>
                <a:lnTo>
                  <a:pt x="411766" y="1909872"/>
                </a:lnTo>
                <a:lnTo>
                  <a:pt x="400388" y="1911904"/>
                </a:lnTo>
                <a:lnTo>
                  <a:pt x="363451" y="1916598"/>
                </a:lnTo>
                <a:lnTo>
                  <a:pt x="367531" y="1906747"/>
                </a:lnTo>
                <a:cubicBezTo>
                  <a:pt x="373026" y="1901253"/>
                  <a:pt x="380617" y="1897854"/>
                  <a:pt x="389002" y="1897854"/>
                </a:cubicBezTo>
                <a:close/>
                <a:moveTo>
                  <a:pt x="316447" y="1897854"/>
                </a:moveTo>
                <a:cubicBezTo>
                  <a:pt x="324832" y="1897854"/>
                  <a:pt x="332422" y="1901253"/>
                  <a:pt x="337917" y="1906747"/>
                </a:cubicBezTo>
                <a:lnTo>
                  <a:pt x="343070" y="1919187"/>
                </a:lnTo>
                <a:lnTo>
                  <a:pt x="325117" y="1921469"/>
                </a:lnTo>
                <a:lnTo>
                  <a:pt x="287700" y="1924314"/>
                </a:lnTo>
                <a:lnTo>
                  <a:pt x="294977" y="1906747"/>
                </a:lnTo>
                <a:cubicBezTo>
                  <a:pt x="300471" y="1901253"/>
                  <a:pt x="308062" y="1897854"/>
                  <a:pt x="316447" y="1897854"/>
                </a:cubicBezTo>
                <a:close/>
                <a:moveTo>
                  <a:pt x="243892" y="1897854"/>
                </a:moveTo>
                <a:cubicBezTo>
                  <a:pt x="252277" y="1897854"/>
                  <a:pt x="259868" y="1901253"/>
                  <a:pt x="265363" y="1906747"/>
                </a:cubicBezTo>
                <a:lnTo>
                  <a:pt x="273099" y="1925425"/>
                </a:lnTo>
                <a:lnTo>
                  <a:pt x="248735" y="1927277"/>
                </a:lnTo>
                <a:lnTo>
                  <a:pt x="213550" y="1928167"/>
                </a:lnTo>
                <a:lnTo>
                  <a:pt x="222422" y="1906747"/>
                </a:lnTo>
                <a:cubicBezTo>
                  <a:pt x="227917" y="1901253"/>
                  <a:pt x="235508" y="1897854"/>
                  <a:pt x="243892" y="1897854"/>
                </a:cubicBezTo>
                <a:close/>
                <a:moveTo>
                  <a:pt x="171339" y="1897854"/>
                </a:moveTo>
                <a:cubicBezTo>
                  <a:pt x="188107" y="1897854"/>
                  <a:pt x="201701" y="1911448"/>
                  <a:pt x="201701" y="1928218"/>
                </a:cubicBezTo>
                <a:lnTo>
                  <a:pt x="201597" y="1928469"/>
                </a:lnTo>
                <a:lnTo>
                  <a:pt x="171336" y="1929234"/>
                </a:lnTo>
                <a:lnTo>
                  <a:pt x="141087" y="1928469"/>
                </a:lnTo>
                <a:lnTo>
                  <a:pt x="140982" y="1928218"/>
                </a:lnTo>
                <a:cubicBezTo>
                  <a:pt x="140982" y="1911448"/>
                  <a:pt x="154577" y="1897854"/>
                  <a:pt x="171339" y="1897854"/>
                </a:cubicBezTo>
                <a:close/>
                <a:moveTo>
                  <a:pt x="98792" y="1897854"/>
                </a:moveTo>
                <a:cubicBezTo>
                  <a:pt x="107177" y="1897854"/>
                  <a:pt x="114768" y="1901253"/>
                  <a:pt x="120263" y="1906747"/>
                </a:cubicBezTo>
                <a:lnTo>
                  <a:pt x="129135" y="1928167"/>
                </a:lnTo>
                <a:lnTo>
                  <a:pt x="93938" y="1927277"/>
                </a:lnTo>
                <a:lnTo>
                  <a:pt x="69586" y="1925425"/>
                </a:lnTo>
                <a:lnTo>
                  <a:pt x="77322" y="1906747"/>
                </a:lnTo>
                <a:cubicBezTo>
                  <a:pt x="82817" y="1901253"/>
                  <a:pt x="90408" y="1897854"/>
                  <a:pt x="98792" y="1897854"/>
                </a:cubicBezTo>
                <a:close/>
                <a:moveTo>
                  <a:pt x="26239" y="1897854"/>
                </a:moveTo>
                <a:cubicBezTo>
                  <a:pt x="34623" y="1897854"/>
                  <a:pt x="42214" y="1901253"/>
                  <a:pt x="47709" y="1906747"/>
                </a:cubicBezTo>
                <a:lnTo>
                  <a:pt x="54985" y="1924315"/>
                </a:lnTo>
                <a:lnTo>
                  <a:pt x="17556" y="1921469"/>
                </a:lnTo>
                <a:lnTo>
                  <a:pt x="0" y="1919238"/>
                </a:lnTo>
                <a:lnTo>
                  <a:pt x="0" y="1918259"/>
                </a:lnTo>
                <a:lnTo>
                  <a:pt x="4768" y="1906747"/>
                </a:lnTo>
                <a:cubicBezTo>
                  <a:pt x="10263" y="1901253"/>
                  <a:pt x="17854" y="1897854"/>
                  <a:pt x="26239" y="1897854"/>
                </a:cubicBezTo>
                <a:close/>
                <a:moveTo>
                  <a:pt x="679220" y="1817400"/>
                </a:moveTo>
                <a:cubicBezTo>
                  <a:pt x="687604" y="1817400"/>
                  <a:pt x="695195" y="1820799"/>
                  <a:pt x="700690" y="1826293"/>
                </a:cubicBezTo>
                <a:lnTo>
                  <a:pt x="702587" y="1830873"/>
                </a:lnTo>
                <a:lnTo>
                  <a:pt x="649855" y="1850174"/>
                </a:lnTo>
                <a:lnTo>
                  <a:pt x="648856" y="1847763"/>
                </a:lnTo>
                <a:cubicBezTo>
                  <a:pt x="648856" y="1830994"/>
                  <a:pt x="662450" y="1817400"/>
                  <a:pt x="679220" y="1817400"/>
                </a:cubicBezTo>
                <a:close/>
                <a:moveTo>
                  <a:pt x="606665" y="1817400"/>
                </a:moveTo>
                <a:cubicBezTo>
                  <a:pt x="623435" y="1817400"/>
                  <a:pt x="637029" y="1830994"/>
                  <a:pt x="637029" y="1847763"/>
                </a:cubicBezTo>
                <a:lnTo>
                  <a:pt x="633560" y="1856138"/>
                </a:lnTo>
                <a:lnTo>
                  <a:pt x="618594" y="1861615"/>
                </a:lnTo>
                <a:lnTo>
                  <a:pt x="587142" y="1870547"/>
                </a:lnTo>
                <a:lnTo>
                  <a:pt x="585195" y="1869234"/>
                </a:lnTo>
                <a:cubicBezTo>
                  <a:pt x="579700" y="1863739"/>
                  <a:pt x="576302" y="1856148"/>
                  <a:pt x="576302" y="1847763"/>
                </a:cubicBezTo>
                <a:cubicBezTo>
                  <a:pt x="576302" y="1830994"/>
                  <a:pt x="589896" y="1817400"/>
                  <a:pt x="606665" y="1817400"/>
                </a:cubicBezTo>
                <a:close/>
                <a:moveTo>
                  <a:pt x="534111" y="1817400"/>
                </a:moveTo>
                <a:cubicBezTo>
                  <a:pt x="550880" y="1817400"/>
                  <a:pt x="564474" y="1830994"/>
                  <a:pt x="564474" y="1847763"/>
                </a:cubicBezTo>
                <a:cubicBezTo>
                  <a:pt x="564474" y="1864533"/>
                  <a:pt x="550880" y="1878127"/>
                  <a:pt x="534111" y="1878127"/>
                </a:cubicBezTo>
                <a:cubicBezTo>
                  <a:pt x="517341" y="1878127"/>
                  <a:pt x="503747" y="1864533"/>
                  <a:pt x="503747" y="1847763"/>
                </a:cubicBezTo>
                <a:cubicBezTo>
                  <a:pt x="503747" y="1830994"/>
                  <a:pt x="517341" y="1817400"/>
                  <a:pt x="534111" y="1817400"/>
                </a:cubicBezTo>
                <a:close/>
                <a:moveTo>
                  <a:pt x="461556" y="1817400"/>
                </a:moveTo>
                <a:cubicBezTo>
                  <a:pt x="478326" y="1817400"/>
                  <a:pt x="491920" y="1830994"/>
                  <a:pt x="491920" y="1847763"/>
                </a:cubicBezTo>
                <a:cubicBezTo>
                  <a:pt x="491920" y="1864533"/>
                  <a:pt x="478326" y="1878127"/>
                  <a:pt x="461556" y="1878127"/>
                </a:cubicBezTo>
                <a:cubicBezTo>
                  <a:pt x="444787" y="1878127"/>
                  <a:pt x="431192" y="1864533"/>
                  <a:pt x="431192" y="1847763"/>
                </a:cubicBezTo>
                <a:cubicBezTo>
                  <a:pt x="431192" y="1830994"/>
                  <a:pt x="444787" y="1817400"/>
                  <a:pt x="461556" y="1817400"/>
                </a:cubicBezTo>
                <a:close/>
                <a:moveTo>
                  <a:pt x="389002" y="1817400"/>
                </a:moveTo>
                <a:cubicBezTo>
                  <a:pt x="405771" y="1817400"/>
                  <a:pt x="419365" y="1830994"/>
                  <a:pt x="419365" y="1847763"/>
                </a:cubicBezTo>
                <a:cubicBezTo>
                  <a:pt x="419365" y="1864533"/>
                  <a:pt x="405771" y="1878127"/>
                  <a:pt x="389002" y="1878127"/>
                </a:cubicBezTo>
                <a:cubicBezTo>
                  <a:pt x="372232" y="1878127"/>
                  <a:pt x="358638" y="1864533"/>
                  <a:pt x="358638" y="1847763"/>
                </a:cubicBezTo>
                <a:cubicBezTo>
                  <a:pt x="358638" y="1830994"/>
                  <a:pt x="372232" y="1817400"/>
                  <a:pt x="389002" y="1817400"/>
                </a:cubicBezTo>
                <a:close/>
                <a:moveTo>
                  <a:pt x="316447" y="1817400"/>
                </a:moveTo>
                <a:cubicBezTo>
                  <a:pt x="333216" y="1817400"/>
                  <a:pt x="346810" y="1830994"/>
                  <a:pt x="346810" y="1847763"/>
                </a:cubicBezTo>
                <a:cubicBezTo>
                  <a:pt x="346810" y="1864533"/>
                  <a:pt x="333216" y="1878127"/>
                  <a:pt x="316447" y="1878127"/>
                </a:cubicBezTo>
                <a:cubicBezTo>
                  <a:pt x="299677" y="1878127"/>
                  <a:pt x="286084" y="1864533"/>
                  <a:pt x="286084" y="1847763"/>
                </a:cubicBezTo>
                <a:cubicBezTo>
                  <a:pt x="286084" y="1830994"/>
                  <a:pt x="299677" y="1817400"/>
                  <a:pt x="316447" y="1817400"/>
                </a:cubicBezTo>
                <a:close/>
                <a:moveTo>
                  <a:pt x="243892" y="1817400"/>
                </a:moveTo>
                <a:cubicBezTo>
                  <a:pt x="260662" y="1817400"/>
                  <a:pt x="274256" y="1830994"/>
                  <a:pt x="274256" y="1847763"/>
                </a:cubicBezTo>
                <a:cubicBezTo>
                  <a:pt x="274256" y="1864533"/>
                  <a:pt x="260662" y="1878127"/>
                  <a:pt x="243892" y="1878127"/>
                </a:cubicBezTo>
                <a:cubicBezTo>
                  <a:pt x="227123" y="1878127"/>
                  <a:pt x="213529" y="1864533"/>
                  <a:pt x="213529" y="1847763"/>
                </a:cubicBezTo>
                <a:cubicBezTo>
                  <a:pt x="213529" y="1830994"/>
                  <a:pt x="227123" y="1817400"/>
                  <a:pt x="243892" y="1817400"/>
                </a:cubicBezTo>
                <a:close/>
                <a:moveTo>
                  <a:pt x="171339" y="1817400"/>
                </a:moveTo>
                <a:cubicBezTo>
                  <a:pt x="188107" y="1817400"/>
                  <a:pt x="201701" y="1830994"/>
                  <a:pt x="201701" y="1847763"/>
                </a:cubicBezTo>
                <a:cubicBezTo>
                  <a:pt x="201701" y="1864533"/>
                  <a:pt x="188107" y="1878127"/>
                  <a:pt x="171339" y="1878127"/>
                </a:cubicBezTo>
                <a:cubicBezTo>
                  <a:pt x="154583" y="1878127"/>
                  <a:pt x="140989" y="1864533"/>
                  <a:pt x="140989" y="1847763"/>
                </a:cubicBezTo>
                <a:cubicBezTo>
                  <a:pt x="140989" y="1830994"/>
                  <a:pt x="154583" y="1817400"/>
                  <a:pt x="171339" y="1817400"/>
                </a:cubicBezTo>
                <a:close/>
                <a:moveTo>
                  <a:pt x="98799" y="1817400"/>
                </a:moveTo>
                <a:cubicBezTo>
                  <a:pt x="115568" y="1817400"/>
                  <a:pt x="129162" y="1830994"/>
                  <a:pt x="129162" y="1847763"/>
                </a:cubicBezTo>
                <a:cubicBezTo>
                  <a:pt x="129162" y="1864533"/>
                  <a:pt x="115568" y="1878127"/>
                  <a:pt x="98799" y="1878127"/>
                </a:cubicBezTo>
                <a:cubicBezTo>
                  <a:pt x="82029" y="1878127"/>
                  <a:pt x="68435" y="1864533"/>
                  <a:pt x="68435" y="1847763"/>
                </a:cubicBezTo>
                <a:cubicBezTo>
                  <a:pt x="68435" y="1830994"/>
                  <a:pt x="82029" y="1817400"/>
                  <a:pt x="98799" y="1817400"/>
                </a:cubicBezTo>
                <a:close/>
                <a:moveTo>
                  <a:pt x="26245" y="1817400"/>
                </a:moveTo>
                <a:cubicBezTo>
                  <a:pt x="43014" y="1817400"/>
                  <a:pt x="56608" y="1830994"/>
                  <a:pt x="56608" y="1847763"/>
                </a:cubicBezTo>
                <a:cubicBezTo>
                  <a:pt x="56608" y="1864533"/>
                  <a:pt x="43014" y="1878127"/>
                  <a:pt x="26245" y="1878127"/>
                </a:cubicBezTo>
                <a:cubicBezTo>
                  <a:pt x="17860" y="1878127"/>
                  <a:pt x="10269" y="1874729"/>
                  <a:pt x="4775" y="1869234"/>
                </a:cubicBezTo>
                <a:lnTo>
                  <a:pt x="0" y="1857707"/>
                </a:lnTo>
                <a:lnTo>
                  <a:pt x="0" y="1837819"/>
                </a:lnTo>
                <a:lnTo>
                  <a:pt x="4775" y="1826293"/>
                </a:lnTo>
                <a:cubicBezTo>
                  <a:pt x="10269" y="1820799"/>
                  <a:pt x="17860" y="1817400"/>
                  <a:pt x="26245" y="1817400"/>
                </a:cubicBezTo>
                <a:close/>
                <a:moveTo>
                  <a:pt x="896883" y="1736948"/>
                </a:moveTo>
                <a:lnTo>
                  <a:pt x="903696" y="1738324"/>
                </a:lnTo>
                <a:lnTo>
                  <a:pt x="888255" y="1747704"/>
                </a:lnTo>
                <a:lnTo>
                  <a:pt x="871248" y="1755896"/>
                </a:lnTo>
                <a:lnTo>
                  <a:pt x="875413" y="1745841"/>
                </a:lnTo>
                <a:cubicBezTo>
                  <a:pt x="880908" y="1740347"/>
                  <a:pt x="888499" y="1736948"/>
                  <a:pt x="896883" y="1736948"/>
                </a:cubicBezTo>
                <a:close/>
                <a:moveTo>
                  <a:pt x="824329" y="1736948"/>
                </a:moveTo>
                <a:cubicBezTo>
                  <a:pt x="832714" y="1736948"/>
                  <a:pt x="840304" y="1740347"/>
                  <a:pt x="845799" y="1745841"/>
                </a:cubicBezTo>
                <a:lnTo>
                  <a:pt x="853504" y="1764444"/>
                </a:lnTo>
                <a:lnTo>
                  <a:pt x="802910" y="1788817"/>
                </a:lnTo>
                <a:lnTo>
                  <a:pt x="802858" y="1788782"/>
                </a:lnTo>
                <a:cubicBezTo>
                  <a:pt x="797364" y="1783287"/>
                  <a:pt x="793965" y="1775696"/>
                  <a:pt x="793965" y="1767312"/>
                </a:cubicBezTo>
                <a:cubicBezTo>
                  <a:pt x="793965" y="1750542"/>
                  <a:pt x="807559" y="1736948"/>
                  <a:pt x="824329" y="1736948"/>
                </a:cubicBezTo>
                <a:close/>
                <a:moveTo>
                  <a:pt x="751774" y="1736948"/>
                </a:moveTo>
                <a:cubicBezTo>
                  <a:pt x="768544" y="1736948"/>
                  <a:pt x="782138" y="1750542"/>
                  <a:pt x="782138" y="1767312"/>
                </a:cubicBezTo>
                <a:cubicBezTo>
                  <a:pt x="782138" y="1784081"/>
                  <a:pt x="768544" y="1797675"/>
                  <a:pt x="751774" y="1797675"/>
                </a:cubicBezTo>
                <a:cubicBezTo>
                  <a:pt x="735005" y="1797675"/>
                  <a:pt x="721411" y="1784081"/>
                  <a:pt x="721411" y="1767312"/>
                </a:cubicBezTo>
                <a:cubicBezTo>
                  <a:pt x="721411" y="1750542"/>
                  <a:pt x="735005" y="1736948"/>
                  <a:pt x="751774" y="1736948"/>
                </a:cubicBezTo>
                <a:close/>
                <a:moveTo>
                  <a:pt x="679220" y="1736948"/>
                </a:moveTo>
                <a:cubicBezTo>
                  <a:pt x="695989" y="1736948"/>
                  <a:pt x="709583" y="1750542"/>
                  <a:pt x="709583" y="1767312"/>
                </a:cubicBezTo>
                <a:cubicBezTo>
                  <a:pt x="709583" y="1784081"/>
                  <a:pt x="695989" y="1797675"/>
                  <a:pt x="679220" y="1797675"/>
                </a:cubicBezTo>
                <a:cubicBezTo>
                  <a:pt x="662450" y="1797675"/>
                  <a:pt x="648856" y="1784081"/>
                  <a:pt x="648856" y="1767312"/>
                </a:cubicBezTo>
                <a:cubicBezTo>
                  <a:pt x="648856" y="1750542"/>
                  <a:pt x="662450" y="1736948"/>
                  <a:pt x="679220" y="1736948"/>
                </a:cubicBezTo>
                <a:close/>
                <a:moveTo>
                  <a:pt x="606665" y="1736948"/>
                </a:moveTo>
                <a:cubicBezTo>
                  <a:pt x="623435" y="1736948"/>
                  <a:pt x="637029" y="1750542"/>
                  <a:pt x="637029" y="1767312"/>
                </a:cubicBezTo>
                <a:cubicBezTo>
                  <a:pt x="637029" y="1784081"/>
                  <a:pt x="623435" y="1797675"/>
                  <a:pt x="606665" y="1797675"/>
                </a:cubicBezTo>
                <a:cubicBezTo>
                  <a:pt x="589896" y="1797675"/>
                  <a:pt x="576302" y="1784081"/>
                  <a:pt x="576302" y="1767312"/>
                </a:cubicBezTo>
                <a:cubicBezTo>
                  <a:pt x="576302" y="1750542"/>
                  <a:pt x="589896" y="1736948"/>
                  <a:pt x="606665" y="1736948"/>
                </a:cubicBezTo>
                <a:close/>
                <a:moveTo>
                  <a:pt x="534111" y="1736948"/>
                </a:moveTo>
                <a:cubicBezTo>
                  <a:pt x="550880" y="1736948"/>
                  <a:pt x="564474" y="1750542"/>
                  <a:pt x="564474" y="1767312"/>
                </a:cubicBezTo>
                <a:cubicBezTo>
                  <a:pt x="564474" y="1784081"/>
                  <a:pt x="550880" y="1797675"/>
                  <a:pt x="534111" y="1797675"/>
                </a:cubicBezTo>
                <a:cubicBezTo>
                  <a:pt x="517341" y="1797675"/>
                  <a:pt x="503747" y="1784081"/>
                  <a:pt x="503747" y="1767312"/>
                </a:cubicBezTo>
                <a:cubicBezTo>
                  <a:pt x="503747" y="1750542"/>
                  <a:pt x="517341" y="1736948"/>
                  <a:pt x="534111" y="1736948"/>
                </a:cubicBezTo>
                <a:close/>
                <a:moveTo>
                  <a:pt x="461556" y="1736948"/>
                </a:moveTo>
                <a:cubicBezTo>
                  <a:pt x="478326" y="1736948"/>
                  <a:pt x="491920" y="1750542"/>
                  <a:pt x="491920" y="1767312"/>
                </a:cubicBezTo>
                <a:cubicBezTo>
                  <a:pt x="491920" y="1784081"/>
                  <a:pt x="478326" y="1797675"/>
                  <a:pt x="461556" y="1797675"/>
                </a:cubicBezTo>
                <a:cubicBezTo>
                  <a:pt x="444787" y="1797675"/>
                  <a:pt x="431192" y="1784081"/>
                  <a:pt x="431192" y="1767312"/>
                </a:cubicBezTo>
                <a:cubicBezTo>
                  <a:pt x="431192" y="1750542"/>
                  <a:pt x="444787" y="1736948"/>
                  <a:pt x="461556" y="1736948"/>
                </a:cubicBezTo>
                <a:close/>
                <a:moveTo>
                  <a:pt x="389002" y="1736948"/>
                </a:moveTo>
                <a:cubicBezTo>
                  <a:pt x="405771" y="1736948"/>
                  <a:pt x="419365" y="1750542"/>
                  <a:pt x="419365" y="1767312"/>
                </a:cubicBezTo>
                <a:cubicBezTo>
                  <a:pt x="419365" y="1784081"/>
                  <a:pt x="405771" y="1797675"/>
                  <a:pt x="389002" y="1797675"/>
                </a:cubicBezTo>
                <a:cubicBezTo>
                  <a:pt x="372232" y="1797675"/>
                  <a:pt x="358638" y="1784081"/>
                  <a:pt x="358638" y="1767312"/>
                </a:cubicBezTo>
                <a:cubicBezTo>
                  <a:pt x="358638" y="1750542"/>
                  <a:pt x="372232" y="1736948"/>
                  <a:pt x="389002" y="1736948"/>
                </a:cubicBezTo>
                <a:close/>
                <a:moveTo>
                  <a:pt x="316447" y="1736948"/>
                </a:moveTo>
                <a:cubicBezTo>
                  <a:pt x="333216" y="1736948"/>
                  <a:pt x="346810" y="1750542"/>
                  <a:pt x="346810" y="1767312"/>
                </a:cubicBezTo>
                <a:cubicBezTo>
                  <a:pt x="346810" y="1784081"/>
                  <a:pt x="333216" y="1797675"/>
                  <a:pt x="316447" y="1797675"/>
                </a:cubicBezTo>
                <a:cubicBezTo>
                  <a:pt x="299677" y="1797675"/>
                  <a:pt x="286084" y="1784081"/>
                  <a:pt x="286084" y="1767312"/>
                </a:cubicBezTo>
                <a:cubicBezTo>
                  <a:pt x="286084" y="1750542"/>
                  <a:pt x="299677" y="1736948"/>
                  <a:pt x="316447" y="1736948"/>
                </a:cubicBezTo>
                <a:close/>
                <a:moveTo>
                  <a:pt x="243892" y="1736948"/>
                </a:moveTo>
                <a:cubicBezTo>
                  <a:pt x="260662" y="1736948"/>
                  <a:pt x="274256" y="1750542"/>
                  <a:pt x="274256" y="1767312"/>
                </a:cubicBezTo>
                <a:cubicBezTo>
                  <a:pt x="274256" y="1784081"/>
                  <a:pt x="260662" y="1797675"/>
                  <a:pt x="243892" y="1797675"/>
                </a:cubicBezTo>
                <a:cubicBezTo>
                  <a:pt x="227123" y="1797675"/>
                  <a:pt x="213529" y="1784081"/>
                  <a:pt x="213529" y="1767312"/>
                </a:cubicBezTo>
                <a:cubicBezTo>
                  <a:pt x="213529" y="1750542"/>
                  <a:pt x="227123" y="1736948"/>
                  <a:pt x="243892" y="1736948"/>
                </a:cubicBezTo>
                <a:close/>
                <a:moveTo>
                  <a:pt x="171339" y="1736948"/>
                </a:moveTo>
                <a:cubicBezTo>
                  <a:pt x="188107" y="1736948"/>
                  <a:pt x="201701" y="1750542"/>
                  <a:pt x="201701" y="1767312"/>
                </a:cubicBezTo>
                <a:cubicBezTo>
                  <a:pt x="201701" y="1784081"/>
                  <a:pt x="188107" y="1797675"/>
                  <a:pt x="171339" y="1797675"/>
                </a:cubicBezTo>
                <a:cubicBezTo>
                  <a:pt x="154588" y="1797675"/>
                  <a:pt x="140995" y="1784081"/>
                  <a:pt x="140995" y="1767312"/>
                </a:cubicBezTo>
                <a:cubicBezTo>
                  <a:pt x="140995" y="1750542"/>
                  <a:pt x="154588" y="1736948"/>
                  <a:pt x="171339" y="1736948"/>
                </a:cubicBezTo>
                <a:close/>
                <a:moveTo>
                  <a:pt x="98806" y="1736948"/>
                </a:moveTo>
                <a:cubicBezTo>
                  <a:pt x="115574" y="1736948"/>
                  <a:pt x="129168" y="1750542"/>
                  <a:pt x="129168" y="1767312"/>
                </a:cubicBezTo>
                <a:cubicBezTo>
                  <a:pt x="129168" y="1784081"/>
                  <a:pt x="115574" y="1797675"/>
                  <a:pt x="98806" y="1797675"/>
                </a:cubicBezTo>
                <a:cubicBezTo>
                  <a:pt x="82035" y="1797675"/>
                  <a:pt x="68442" y="1784081"/>
                  <a:pt x="68442" y="1767312"/>
                </a:cubicBezTo>
                <a:cubicBezTo>
                  <a:pt x="68442" y="1750542"/>
                  <a:pt x="82035" y="1736948"/>
                  <a:pt x="98806" y="1736948"/>
                </a:cubicBezTo>
                <a:close/>
                <a:moveTo>
                  <a:pt x="26251" y="1736948"/>
                </a:moveTo>
                <a:cubicBezTo>
                  <a:pt x="43020" y="1736948"/>
                  <a:pt x="56614" y="1750542"/>
                  <a:pt x="56614" y="1767312"/>
                </a:cubicBezTo>
                <a:cubicBezTo>
                  <a:pt x="56614" y="1784081"/>
                  <a:pt x="43020" y="1797675"/>
                  <a:pt x="26251" y="1797675"/>
                </a:cubicBezTo>
                <a:cubicBezTo>
                  <a:pt x="17866" y="1797675"/>
                  <a:pt x="10276" y="1794277"/>
                  <a:pt x="4781" y="1788782"/>
                </a:cubicBezTo>
                <a:lnTo>
                  <a:pt x="0" y="1777239"/>
                </a:lnTo>
                <a:lnTo>
                  <a:pt x="0" y="1757384"/>
                </a:lnTo>
                <a:lnTo>
                  <a:pt x="4781" y="1745841"/>
                </a:lnTo>
                <a:cubicBezTo>
                  <a:pt x="10276" y="1740347"/>
                  <a:pt x="17866" y="1736948"/>
                  <a:pt x="26251" y="1736948"/>
                </a:cubicBezTo>
                <a:close/>
                <a:moveTo>
                  <a:pt x="1030341" y="1658849"/>
                </a:moveTo>
                <a:lnTo>
                  <a:pt x="1020041" y="1666551"/>
                </a:lnTo>
                <a:lnTo>
                  <a:pt x="1020522" y="1665390"/>
                </a:lnTo>
                <a:cubicBezTo>
                  <a:pt x="1023269" y="1662642"/>
                  <a:pt x="1026541" y="1660419"/>
                  <a:pt x="1030173" y="1658883"/>
                </a:cubicBezTo>
                <a:close/>
                <a:moveTo>
                  <a:pt x="969438" y="1656497"/>
                </a:moveTo>
                <a:cubicBezTo>
                  <a:pt x="977823" y="1656497"/>
                  <a:pt x="985413" y="1659895"/>
                  <a:pt x="990908" y="1665390"/>
                </a:cubicBezTo>
                <a:lnTo>
                  <a:pt x="997511" y="1681329"/>
                </a:lnTo>
                <a:lnTo>
                  <a:pt x="950384" y="1709959"/>
                </a:lnTo>
                <a:lnTo>
                  <a:pt x="947968" y="1708330"/>
                </a:lnTo>
                <a:cubicBezTo>
                  <a:pt x="942473" y="1702836"/>
                  <a:pt x="939075" y="1695245"/>
                  <a:pt x="939075" y="1686860"/>
                </a:cubicBezTo>
                <a:cubicBezTo>
                  <a:pt x="939075" y="1670091"/>
                  <a:pt x="952669" y="1656497"/>
                  <a:pt x="969438" y="1656497"/>
                </a:cubicBezTo>
                <a:close/>
                <a:moveTo>
                  <a:pt x="896883" y="1656497"/>
                </a:moveTo>
                <a:cubicBezTo>
                  <a:pt x="913653" y="1656497"/>
                  <a:pt x="927247" y="1670091"/>
                  <a:pt x="927247" y="1686860"/>
                </a:cubicBezTo>
                <a:cubicBezTo>
                  <a:pt x="927247" y="1703630"/>
                  <a:pt x="913653" y="1717224"/>
                  <a:pt x="896883" y="1717224"/>
                </a:cubicBezTo>
                <a:cubicBezTo>
                  <a:pt x="880114" y="1717224"/>
                  <a:pt x="866520" y="1703630"/>
                  <a:pt x="866520" y="1686860"/>
                </a:cubicBezTo>
                <a:cubicBezTo>
                  <a:pt x="866520" y="1670091"/>
                  <a:pt x="880114" y="1656497"/>
                  <a:pt x="896883" y="1656497"/>
                </a:cubicBezTo>
                <a:close/>
                <a:moveTo>
                  <a:pt x="824329" y="1656497"/>
                </a:moveTo>
                <a:cubicBezTo>
                  <a:pt x="841098" y="1656497"/>
                  <a:pt x="854692" y="1670091"/>
                  <a:pt x="854692" y="1686860"/>
                </a:cubicBezTo>
                <a:cubicBezTo>
                  <a:pt x="854692" y="1703630"/>
                  <a:pt x="841098" y="1717224"/>
                  <a:pt x="824329" y="1717224"/>
                </a:cubicBezTo>
                <a:cubicBezTo>
                  <a:pt x="807559" y="1717224"/>
                  <a:pt x="793965" y="1703630"/>
                  <a:pt x="793965" y="1686860"/>
                </a:cubicBezTo>
                <a:cubicBezTo>
                  <a:pt x="793965" y="1670091"/>
                  <a:pt x="807559" y="1656497"/>
                  <a:pt x="824329" y="1656497"/>
                </a:cubicBezTo>
                <a:close/>
                <a:moveTo>
                  <a:pt x="751774" y="1656497"/>
                </a:moveTo>
                <a:cubicBezTo>
                  <a:pt x="768544" y="1656497"/>
                  <a:pt x="782138" y="1670091"/>
                  <a:pt x="782138" y="1686860"/>
                </a:cubicBezTo>
                <a:cubicBezTo>
                  <a:pt x="782138" y="1703630"/>
                  <a:pt x="768544" y="1717224"/>
                  <a:pt x="751774" y="1717224"/>
                </a:cubicBezTo>
                <a:cubicBezTo>
                  <a:pt x="735005" y="1717224"/>
                  <a:pt x="721411" y="1703630"/>
                  <a:pt x="721411" y="1686860"/>
                </a:cubicBezTo>
                <a:cubicBezTo>
                  <a:pt x="721411" y="1670091"/>
                  <a:pt x="735005" y="1656497"/>
                  <a:pt x="751774" y="1656497"/>
                </a:cubicBezTo>
                <a:close/>
                <a:moveTo>
                  <a:pt x="679220" y="1656497"/>
                </a:moveTo>
                <a:cubicBezTo>
                  <a:pt x="695989" y="1656497"/>
                  <a:pt x="709583" y="1670091"/>
                  <a:pt x="709583" y="1686860"/>
                </a:cubicBezTo>
                <a:cubicBezTo>
                  <a:pt x="709583" y="1703630"/>
                  <a:pt x="695989" y="1717224"/>
                  <a:pt x="679220" y="1717224"/>
                </a:cubicBezTo>
                <a:cubicBezTo>
                  <a:pt x="662450" y="1717224"/>
                  <a:pt x="648856" y="1703630"/>
                  <a:pt x="648856" y="1686860"/>
                </a:cubicBezTo>
                <a:cubicBezTo>
                  <a:pt x="648856" y="1670091"/>
                  <a:pt x="662450" y="1656497"/>
                  <a:pt x="679220" y="1656497"/>
                </a:cubicBezTo>
                <a:close/>
                <a:moveTo>
                  <a:pt x="606665" y="1656497"/>
                </a:moveTo>
                <a:cubicBezTo>
                  <a:pt x="623435" y="1656497"/>
                  <a:pt x="637029" y="1670091"/>
                  <a:pt x="637029" y="1686860"/>
                </a:cubicBezTo>
                <a:cubicBezTo>
                  <a:pt x="637029" y="1703630"/>
                  <a:pt x="623435" y="1717224"/>
                  <a:pt x="606665" y="1717224"/>
                </a:cubicBezTo>
                <a:cubicBezTo>
                  <a:pt x="589896" y="1717224"/>
                  <a:pt x="576302" y="1703630"/>
                  <a:pt x="576302" y="1686860"/>
                </a:cubicBezTo>
                <a:cubicBezTo>
                  <a:pt x="576302" y="1670091"/>
                  <a:pt x="589896" y="1656497"/>
                  <a:pt x="606665" y="1656497"/>
                </a:cubicBezTo>
                <a:close/>
                <a:moveTo>
                  <a:pt x="534111" y="1656497"/>
                </a:moveTo>
                <a:cubicBezTo>
                  <a:pt x="550880" y="1656497"/>
                  <a:pt x="564474" y="1670091"/>
                  <a:pt x="564474" y="1686860"/>
                </a:cubicBezTo>
                <a:cubicBezTo>
                  <a:pt x="564474" y="1703630"/>
                  <a:pt x="550880" y="1717224"/>
                  <a:pt x="534111" y="1717224"/>
                </a:cubicBezTo>
                <a:cubicBezTo>
                  <a:pt x="517341" y="1717224"/>
                  <a:pt x="503747" y="1703630"/>
                  <a:pt x="503747" y="1686860"/>
                </a:cubicBezTo>
                <a:cubicBezTo>
                  <a:pt x="503747" y="1670091"/>
                  <a:pt x="517341" y="1656497"/>
                  <a:pt x="534111" y="1656497"/>
                </a:cubicBezTo>
                <a:close/>
                <a:moveTo>
                  <a:pt x="461556" y="1656497"/>
                </a:moveTo>
                <a:cubicBezTo>
                  <a:pt x="478326" y="1656497"/>
                  <a:pt x="491920" y="1670091"/>
                  <a:pt x="491920" y="1686860"/>
                </a:cubicBezTo>
                <a:cubicBezTo>
                  <a:pt x="491920" y="1703630"/>
                  <a:pt x="478326" y="1717224"/>
                  <a:pt x="461556" y="1717224"/>
                </a:cubicBezTo>
                <a:cubicBezTo>
                  <a:pt x="444787" y="1717224"/>
                  <a:pt x="431192" y="1703630"/>
                  <a:pt x="431192" y="1686860"/>
                </a:cubicBezTo>
                <a:cubicBezTo>
                  <a:pt x="431192" y="1670091"/>
                  <a:pt x="444787" y="1656497"/>
                  <a:pt x="461556" y="1656497"/>
                </a:cubicBezTo>
                <a:close/>
                <a:moveTo>
                  <a:pt x="389002" y="1656497"/>
                </a:moveTo>
                <a:cubicBezTo>
                  <a:pt x="405771" y="1656497"/>
                  <a:pt x="419365" y="1670091"/>
                  <a:pt x="419365" y="1686860"/>
                </a:cubicBezTo>
                <a:cubicBezTo>
                  <a:pt x="419365" y="1703630"/>
                  <a:pt x="405771" y="1717224"/>
                  <a:pt x="389002" y="1717224"/>
                </a:cubicBezTo>
                <a:cubicBezTo>
                  <a:pt x="372232" y="1717224"/>
                  <a:pt x="358638" y="1703630"/>
                  <a:pt x="358638" y="1686860"/>
                </a:cubicBezTo>
                <a:cubicBezTo>
                  <a:pt x="358638" y="1670091"/>
                  <a:pt x="372232" y="1656497"/>
                  <a:pt x="389002" y="1656497"/>
                </a:cubicBezTo>
                <a:close/>
                <a:moveTo>
                  <a:pt x="316447" y="1656497"/>
                </a:moveTo>
                <a:cubicBezTo>
                  <a:pt x="333216" y="1656497"/>
                  <a:pt x="346810" y="1670091"/>
                  <a:pt x="346810" y="1686860"/>
                </a:cubicBezTo>
                <a:cubicBezTo>
                  <a:pt x="346810" y="1703630"/>
                  <a:pt x="333216" y="1717224"/>
                  <a:pt x="316447" y="1717224"/>
                </a:cubicBezTo>
                <a:cubicBezTo>
                  <a:pt x="299677" y="1717224"/>
                  <a:pt x="286084" y="1703630"/>
                  <a:pt x="286084" y="1686860"/>
                </a:cubicBezTo>
                <a:cubicBezTo>
                  <a:pt x="286084" y="1670091"/>
                  <a:pt x="299677" y="1656497"/>
                  <a:pt x="316447" y="1656497"/>
                </a:cubicBezTo>
                <a:close/>
                <a:moveTo>
                  <a:pt x="243892" y="1656497"/>
                </a:moveTo>
                <a:cubicBezTo>
                  <a:pt x="260662" y="1656497"/>
                  <a:pt x="274256" y="1670091"/>
                  <a:pt x="274256" y="1686860"/>
                </a:cubicBezTo>
                <a:cubicBezTo>
                  <a:pt x="274256" y="1703630"/>
                  <a:pt x="260662" y="1717224"/>
                  <a:pt x="243892" y="1717224"/>
                </a:cubicBezTo>
                <a:cubicBezTo>
                  <a:pt x="227123" y="1717224"/>
                  <a:pt x="213529" y="1703630"/>
                  <a:pt x="213529" y="1686860"/>
                </a:cubicBezTo>
                <a:cubicBezTo>
                  <a:pt x="213529" y="1670091"/>
                  <a:pt x="227123" y="1656497"/>
                  <a:pt x="243892" y="1656497"/>
                </a:cubicBezTo>
                <a:close/>
                <a:moveTo>
                  <a:pt x="171339" y="1656497"/>
                </a:moveTo>
                <a:cubicBezTo>
                  <a:pt x="188107" y="1656497"/>
                  <a:pt x="201701" y="1670091"/>
                  <a:pt x="201701" y="1686860"/>
                </a:cubicBezTo>
                <a:cubicBezTo>
                  <a:pt x="201701" y="1703630"/>
                  <a:pt x="188107" y="1717224"/>
                  <a:pt x="171339" y="1717224"/>
                </a:cubicBezTo>
                <a:cubicBezTo>
                  <a:pt x="154594" y="1717224"/>
                  <a:pt x="141001" y="1703630"/>
                  <a:pt x="141001" y="1686860"/>
                </a:cubicBezTo>
                <a:cubicBezTo>
                  <a:pt x="141001" y="1670091"/>
                  <a:pt x="154594" y="1656497"/>
                  <a:pt x="171339" y="1656497"/>
                </a:cubicBezTo>
                <a:close/>
                <a:moveTo>
                  <a:pt x="98812" y="1656497"/>
                </a:moveTo>
                <a:cubicBezTo>
                  <a:pt x="115580" y="1656497"/>
                  <a:pt x="129174" y="1670091"/>
                  <a:pt x="129174" y="1686860"/>
                </a:cubicBezTo>
                <a:cubicBezTo>
                  <a:pt x="129174" y="1703630"/>
                  <a:pt x="115580" y="1717224"/>
                  <a:pt x="98812" y="1717224"/>
                </a:cubicBezTo>
                <a:cubicBezTo>
                  <a:pt x="82042" y="1717224"/>
                  <a:pt x="68448" y="1703630"/>
                  <a:pt x="68448" y="1686860"/>
                </a:cubicBezTo>
                <a:cubicBezTo>
                  <a:pt x="68448" y="1670091"/>
                  <a:pt x="82042" y="1656497"/>
                  <a:pt x="98812" y="1656497"/>
                </a:cubicBezTo>
                <a:close/>
                <a:moveTo>
                  <a:pt x="26257" y="1656497"/>
                </a:moveTo>
                <a:cubicBezTo>
                  <a:pt x="43026" y="1656497"/>
                  <a:pt x="56620" y="1670091"/>
                  <a:pt x="56620" y="1686860"/>
                </a:cubicBezTo>
                <a:cubicBezTo>
                  <a:pt x="56620" y="1703630"/>
                  <a:pt x="43026" y="1717224"/>
                  <a:pt x="26257" y="1717224"/>
                </a:cubicBezTo>
                <a:cubicBezTo>
                  <a:pt x="17873" y="1717224"/>
                  <a:pt x="10282" y="1713826"/>
                  <a:pt x="4787" y="1708331"/>
                </a:cubicBezTo>
                <a:lnTo>
                  <a:pt x="0" y="1696773"/>
                </a:lnTo>
                <a:lnTo>
                  <a:pt x="0" y="1676947"/>
                </a:lnTo>
                <a:lnTo>
                  <a:pt x="4787" y="1665390"/>
                </a:lnTo>
                <a:cubicBezTo>
                  <a:pt x="10282" y="1659896"/>
                  <a:pt x="17873" y="1656497"/>
                  <a:pt x="26257" y="1656497"/>
                </a:cubicBezTo>
                <a:close/>
                <a:moveTo>
                  <a:pt x="1114547" y="1576045"/>
                </a:moveTo>
                <a:cubicBezTo>
                  <a:pt x="1118739" y="1576045"/>
                  <a:pt x="1122733" y="1576894"/>
                  <a:pt x="1126366" y="1578431"/>
                </a:cubicBezTo>
                <a:lnTo>
                  <a:pt x="1131977" y="1582214"/>
                </a:lnTo>
                <a:lnTo>
                  <a:pt x="1128051" y="1585783"/>
                </a:lnTo>
                <a:lnTo>
                  <a:pt x="1088035" y="1615706"/>
                </a:lnTo>
                <a:lnTo>
                  <a:pt x="1084184" y="1606408"/>
                </a:lnTo>
                <a:cubicBezTo>
                  <a:pt x="1084184" y="1589639"/>
                  <a:pt x="1097778" y="1576045"/>
                  <a:pt x="1114547" y="1576045"/>
                </a:cubicBezTo>
                <a:close/>
                <a:moveTo>
                  <a:pt x="1041993" y="1576045"/>
                </a:moveTo>
                <a:cubicBezTo>
                  <a:pt x="1058762" y="1576045"/>
                  <a:pt x="1072356" y="1589639"/>
                  <a:pt x="1072356" y="1606408"/>
                </a:cubicBezTo>
                <a:cubicBezTo>
                  <a:pt x="1072356" y="1623178"/>
                  <a:pt x="1058762" y="1636772"/>
                  <a:pt x="1041993" y="1636772"/>
                </a:cubicBezTo>
                <a:cubicBezTo>
                  <a:pt x="1025223" y="1636772"/>
                  <a:pt x="1011629" y="1623178"/>
                  <a:pt x="1011629" y="1606408"/>
                </a:cubicBezTo>
                <a:cubicBezTo>
                  <a:pt x="1011629" y="1589639"/>
                  <a:pt x="1025223" y="1576045"/>
                  <a:pt x="1041993" y="1576045"/>
                </a:cubicBezTo>
                <a:close/>
                <a:moveTo>
                  <a:pt x="969438" y="1576045"/>
                </a:moveTo>
                <a:cubicBezTo>
                  <a:pt x="986208" y="1576045"/>
                  <a:pt x="999801" y="1589639"/>
                  <a:pt x="999801" y="1606408"/>
                </a:cubicBezTo>
                <a:cubicBezTo>
                  <a:pt x="999801" y="1623178"/>
                  <a:pt x="986208" y="1636772"/>
                  <a:pt x="969438" y="1636772"/>
                </a:cubicBezTo>
                <a:cubicBezTo>
                  <a:pt x="952669" y="1636772"/>
                  <a:pt x="939075" y="1623178"/>
                  <a:pt x="939075" y="1606408"/>
                </a:cubicBezTo>
                <a:cubicBezTo>
                  <a:pt x="939075" y="1589639"/>
                  <a:pt x="952669" y="1576045"/>
                  <a:pt x="969438" y="1576045"/>
                </a:cubicBezTo>
                <a:close/>
                <a:moveTo>
                  <a:pt x="896883" y="1576045"/>
                </a:moveTo>
                <a:cubicBezTo>
                  <a:pt x="913653" y="1576045"/>
                  <a:pt x="927247" y="1589639"/>
                  <a:pt x="927247" y="1606408"/>
                </a:cubicBezTo>
                <a:cubicBezTo>
                  <a:pt x="927247" y="1623178"/>
                  <a:pt x="913653" y="1636772"/>
                  <a:pt x="896883" y="1636772"/>
                </a:cubicBezTo>
                <a:cubicBezTo>
                  <a:pt x="880114" y="1636772"/>
                  <a:pt x="866520" y="1623178"/>
                  <a:pt x="866520" y="1606408"/>
                </a:cubicBezTo>
                <a:cubicBezTo>
                  <a:pt x="866520" y="1589639"/>
                  <a:pt x="880114" y="1576045"/>
                  <a:pt x="896883" y="1576045"/>
                </a:cubicBezTo>
                <a:close/>
                <a:moveTo>
                  <a:pt x="824329" y="1576045"/>
                </a:moveTo>
                <a:cubicBezTo>
                  <a:pt x="841098" y="1576045"/>
                  <a:pt x="854692" y="1589639"/>
                  <a:pt x="854692" y="1606408"/>
                </a:cubicBezTo>
                <a:cubicBezTo>
                  <a:pt x="854692" y="1623178"/>
                  <a:pt x="841098" y="1636772"/>
                  <a:pt x="824329" y="1636772"/>
                </a:cubicBezTo>
                <a:cubicBezTo>
                  <a:pt x="807559" y="1636772"/>
                  <a:pt x="793965" y="1623178"/>
                  <a:pt x="793965" y="1606408"/>
                </a:cubicBezTo>
                <a:cubicBezTo>
                  <a:pt x="793965" y="1589639"/>
                  <a:pt x="807559" y="1576045"/>
                  <a:pt x="824329" y="1576045"/>
                </a:cubicBezTo>
                <a:close/>
                <a:moveTo>
                  <a:pt x="751774" y="1576045"/>
                </a:moveTo>
                <a:cubicBezTo>
                  <a:pt x="768544" y="1576045"/>
                  <a:pt x="782138" y="1589639"/>
                  <a:pt x="782138" y="1606408"/>
                </a:cubicBezTo>
                <a:cubicBezTo>
                  <a:pt x="782138" y="1623178"/>
                  <a:pt x="768544" y="1636772"/>
                  <a:pt x="751774" y="1636772"/>
                </a:cubicBezTo>
                <a:cubicBezTo>
                  <a:pt x="735005" y="1636772"/>
                  <a:pt x="721411" y="1623178"/>
                  <a:pt x="721411" y="1606408"/>
                </a:cubicBezTo>
                <a:cubicBezTo>
                  <a:pt x="721411" y="1589639"/>
                  <a:pt x="735005" y="1576045"/>
                  <a:pt x="751774" y="1576045"/>
                </a:cubicBezTo>
                <a:close/>
                <a:moveTo>
                  <a:pt x="679220" y="1576045"/>
                </a:moveTo>
                <a:cubicBezTo>
                  <a:pt x="695989" y="1576045"/>
                  <a:pt x="709583" y="1589639"/>
                  <a:pt x="709583" y="1606408"/>
                </a:cubicBezTo>
                <a:cubicBezTo>
                  <a:pt x="709583" y="1623178"/>
                  <a:pt x="695989" y="1636772"/>
                  <a:pt x="679220" y="1636772"/>
                </a:cubicBezTo>
                <a:cubicBezTo>
                  <a:pt x="662450" y="1636772"/>
                  <a:pt x="648856" y="1623178"/>
                  <a:pt x="648856" y="1606408"/>
                </a:cubicBezTo>
                <a:cubicBezTo>
                  <a:pt x="648856" y="1589639"/>
                  <a:pt x="662450" y="1576045"/>
                  <a:pt x="679220" y="1576045"/>
                </a:cubicBezTo>
                <a:close/>
                <a:moveTo>
                  <a:pt x="606665" y="1576045"/>
                </a:moveTo>
                <a:cubicBezTo>
                  <a:pt x="623435" y="1576045"/>
                  <a:pt x="637029" y="1589639"/>
                  <a:pt x="637029" y="1606408"/>
                </a:cubicBezTo>
                <a:cubicBezTo>
                  <a:pt x="637029" y="1623178"/>
                  <a:pt x="623435" y="1636772"/>
                  <a:pt x="606665" y="1636772"/>
                </a:cubicBezTo>
                <a:cubicBezTo>
                  <a:pt x="589896" y="1636772"/>
                  <a:pt x="576302" y="1623178"/>
                  <a:pt x="576302" y="1606408"/>
                </a:cubicBezTo>
                <a:cubicBezTo>
                  <a:pt x="576302" y="1589639"/>
                  <a:pt x="589896" y="1576045"/>
                  <a:pt x="606665" y="1576045"/>
                </a:cubicBezTo>
                <a:close/>
                <a:moveTo>
                  <a:pt x="534111" y="1576045"/>
                </a:moveTo>
                <a:cubicBezTo>
                  <a:pt x="550880" y="1576045"/>
                  <a:pt x="564474" y="1589639"/>
                  <a:pt x="564474" y="1606408"/>
                </a:cubicBezTo>
                <a:cubicBezTo>
                  <a:pt x="564474" y="1623178"/>
                  <a:pt x="550880" y="1636772"/>
                  <a:pt x="534111" y="1636772"/>
                </a:cubicBezTo>
                <a:cubicBezTo>
                  <a:pt x="517341" y="1636772"/>
                  <a:pt x="503747" y="1623178"/>
                  <a:pt x="503747" y="1606408"/>
                </a:cubicBezTo>
                <a:cubicBezTo>
                  <a:pt x="503747" y="1589639"/>
                  <a:pt x="517341" y="1576045"/>
                  <a:pt x="534111" y="1576045"/>
                </a:cubicBezTo>
                <a:close/>
                <a:moveTo>
                  <a:pt x="461556" y="1576045"/>
                </a:moveTo>
                <a:cubicBezTo>
                  <a:pt x="478326" y="1576045"/>
                  <a:pt x="491920" y="1589639"/>
                  <a:pt x="491920" y="1606408"/>
                </a:cubicBezTo>
                <a:cubicBezTo>
                  <a:pt x="491920" y="1623178"/>
                  <a:pt x="478326" y="1636772"/>
                  <a:pt x="461556" y="1636772"/>
                </a:cubicBezTo>
                <a:cubicBezTo>
                  <a:pt x="444787" y="1636772"/>
                  <a:pt x="431192" y="1623178"/>
                  <a:pt x="431192" y="1606408"/>
                </a:cubicBezTo>
                <a:cubicBezTo>
                  <a:pt x="431192" y="1589639"/>
                  <a:pt x="444787" y="1576045"/>
                  <a:pt x="461556" y="1576045"/>
                </a:cubicBezTo>
                <a:close/>
                <a:moveTo>
                  <a:pt x="389002" y="1576045"/>
                </a:moveTo>
                <a:cubicBezTo>
                  <a:pt x="405771" y="1576045"/>
                  <a:pt x="419365" y="1589639"/>
                  <a:pt x="419365" y="1606408"/>
                </a:cubicBezTo>
                <a:cubicBezTo>
                  <a:pt x="419365" y="1623178"/>
                  <a:pt x="405771" y="1636772"/>
                  <a:pt x="389002" y="1636772"/>
                </a:cubicBezTo>
                <a:cubicBezTo>
                  <a:pt x="372232" y="1636772"/>
                  <a:pt x="358638" y="1623178"/>
                  <a:pt x="358638" y="1606408"/>
                </a:cubicBezTo>
                <a:cubicBezTo>
                  <a:pt x="358638" y="1589639"/>
                  <a:pt x="372232" y="1576045"/>
                  <a:pt x="389002" y="1576045"/>
                </a:cubicBezTo>
                <a:close/>
                <a:moveTo>
                  <a:pt x="316447" y="1576045"/>
                </a:moveTo>
                <a:cubicBezTo>
                  <a:pt x="333216" y="1576045"/>
                  <a:pt x="346810" y="1589639"/>
                  <a:pt x="346810" y="1606408"/>
                </a:cubicBezTo>
                <a:cubicBezTo>
                  <a:pt x="346810" y="1623178"/>
                  <a:pt x="333216" y="1636772"/>
                  <a:pt x="316447" y="1636772"/>
                </a:cubicBezTo>
                <a:cubicBezTo>
                  <a:pt x="299677" y="1636772"/>
                  <a:pt x="286084" y="1623178"/>
                  <a:pt x="286084" y="1606408"/>
                </a:cubicBezTo>
                <a:cubicBezTo>
                  <a:pt x="286084" y="1589639"/>
                  <a:pt x="299677" y="1576045"/>
                  <a:pt x="316447" y="1576045"/>
                </a:cubicBezTo>
                <a:close/>
                <a:moveTo>
                  <a:pt x="243892" y="1576045"/>
                </a:moveTo>
                <a:cubicBezTo>
                  <a:pt x="260662" y="1576045"/>
                  <a:pt x="274256" y="1589639"/>
                  <a:pt x="274256" y="1606408"/>
                </a:cubicBezTo>
                <a:cubicBezTo>
                  <a:pt x="274256" y="1623178"/>
                  <a:pt x="260662" y="1636772"/>
                  <a:pt x="243892" y="1636772"/>
                </a:cubicBezTo>
                <a:cubicBezTo>
                  <a:pt x="227123" y="1636772"/>
                  <a:pt x="213529" y="1623178"/>
                  <a:pt x="213529" y="1606408"/>
                </a:cubicBezTo>
                <a:cubicBezTo>
                  <a:pt x="213529" y="1589639"/>
                  <a:pt x="227123" y="1576045"/>
                  <a:pt x="243892" y="1576045"/>
                </a:cubicBezTo>
                <a:close/>
                <a:moveTo>
                  <a:pt x="171339" y="1576045"/>
                </a:moveTo>
                <a:cubicBezTo>
                  <a:pt x="188107" y="1576045"/>
                  <a:pt x="201701" y="1589639"/>
                  <a:pt x="201701" y="1606408"/>
                </a:cubicBezTo>
                <a:cubicBezTo>
                  <a:pt x="201701" y="1623178"/>
                  <a:pt x="188107" y="1636772"/>
                  <a:pt x="171339" y="1636772"/>
                </a:cubicBezTo>
                <a:cubicBezTo>
                  <a:pt x="154599" y="1636772"/>
                  <a:pt x="141006" y="1623178"/>
                  <a:pt x="141006" y="1606408"/>
                </a:cubicBezTo>
                <a:cubicBezTo>
                  <a:pt x="141006" y="1589639"/>
                  <a:pt x="154599" y="1576045"/>
                  <a:pt x="171339" y="1576045"/>
                </a:cubicBezTo>
                <a:close/>
                <a:moveTo>
                  <a:pt x="98818" y="1576045"/>
                </a:moveTo>
                <a:cubicBezTo>
                  <a:pt x="115586" y="1576045"/>
                  <a:pt x="129180" y="1589639"/>
                  <a:pt x="129180" y="1606408"/>
                </a:cubicBezTo>
                <a:cubicBezTo>
                  <a:pt x="129180" y="1623178"/>
                  <a:pt x="115586" y="1636772"/>
                  <a:pt x="98818" y="1636772"/>
                </a:cubicBezTo>
                <a:cubicBezTo>
                  <a:pt x="82048" y="1636772"/>
                  <a:pt x="68454" y="1623178"/>
                  <a:pt x="68454" y="1606408"/>
                </a:cubicBezTo>
                <a:cubicBezTo>
                  <a:pt x="68454" y="1589639"/>
                  <a:pt x="82048" y="1576045"/>
                  <a:pt x="98818" y="1576045"/>
                </a:cubicBezTo>
                <a:close/>
                <a:moveTo>
                  <a:pt x="26264" y="1576045"/>
                </a:moveTo>
                <a:cubicBezTo>
                  <a:pt x="43032" y="1576045"/>
                  <a:pt x="56626" y="1589639"/>
                  <a:pt x="56626" y="1606408"/>
                </a:cubicBezTo>
                <a:cubicBezTo>
                  <a:pt x="56626" y="1623178"/>
                  <a:pt x="43032" y="1636772"/>
                  <a:pt x="26264" y="1636772"/>
                </a:cubicBezTo>
                <a:cubicBezTo>
                  <a:pt x="17880" y="1636772"/>
                  <a:pt x="10289" y="1633374"/>
                  <a:pt x="4794" y="1627879"/>
                </a:cubicBezTo>
                <a:lnTo>
                  <a:pt x="0" y="1616304"/>
                </a:lnTo>
                <a:lnTo>
                  <a:pt x="0" y="1596512"/>
                </a:lnTo>
                <a:lnTo>
                  <a:pt x="4794" y="1584938"/>
                </a:lnTo>
                <a:cubicBezTo>
                  <a:pt x="10289" y="1579444"/>
                  <a:pt x="17880" y="1576045"/>
                  <a:pt x="26264" y="1576045"/>
                </a:cubicBezTo>
                <a:close/>
                <a:moveTo>
                  <a:pt x="1187102" y="1495593"/>
                </a:moveTo>
                <a:cubicBezTo>
                  <a:pt x="1195486" y="1495593"/>
                  <a:pt x="1203077" y="1498992"/>
                  <a:pt x="1208572" y="1504486"/>
                </a:cubicBezTo>
                <a:lnTo>
                  <a:pt x="1211014" y="1510381"/>
                </a:lnTo>
                <a:lnTo>
                  <a:pt x="1168285" y="1549216"/>
                </a:lnTo>
                <a:lnTo>
                  <a:pt x="1165631" y="1547427"/>
                </a:lnTo>
                <a:cubicBezTo>
                  <a:pt x="1160137" y="1541932"/>
                  <a:pt x="1156738" y="1534341"/>
                  <a:pt x="1156738" y="1525957"/>
                </a:cubicBezTo>
                <a:cubicBezTo>
                  <a:pt x="1156738" y="1509187"/>
                  <a:pt x="1170332" y="1495593"/>
                  <a:pt x="1187102" y="1495593"/>
                </a:cubicBezTo>
                <a:close/>
                <a:moveTo>
                  <a:pt x="1114547" y="1495593"/>
                </a:moveTo>
                <a:cubicBezTo>
                  <a:pt x="1131317" y="1495593"/>
                  <a:pt x="1144911" y="1509187"/>
                  <a:pt x="1144911" y="1525957"/>
                </a:cubicBezTo>
                <a:cubicBezTo>
                  <a:pt x="1144911" y="1542726"/>
                  <a:pt x="1131317" y="1556320"/>
                  <a:pt x="1114547" y="1556320"/>
                </a:cubicBezTo>
                <a:cubicBezTo>
                  <a:pt x="1097778" y="1556320"/>
                  <a:pt x="1084184" y="1542726"/>
                  <a:pt x="1084184" y="1525957"/>
                </a:cubicBezTo>
                <a:cubicBezTo>
                  <a:pt x="1084184" y="1509187"/>
                  <a:pt x="1097778" y="1495593"/>
                  <a:pt x="1114547" y="1495593"/>
                </a:cubicBezTo>
                <a:close/>
                <a:moveTo>
                  <a:pt x="1041993" y="1495593"/>
                </a:moveTo>
                <a:cubicBezTo>
                  <a:pt x="1058762" y="1495593"/>
                  <a:pt x="1072356" y="1509187"/>
                  <a:pt x="1072356" y="1525957"/>
                </a:cubicBezTo>
                <a:cubicBezTo>
                  <a:pt x="1072356" y="1542726"/>
                  <a:pt x="1058762" y="1556320"/>
                  <a:pt x="1041993" y="1556320"/>
                </a:cubicBezTo>
                <a:cubicBezTo>
                  <a:pt x="1025223" y="1556320"/>
                  <a:pt x="1011629" y="1542726"/>
                  <a:pt x="1011629" y="1525957"/>
                </a:cubicBezTo>
                <a:cubicBezTo>
                  <a:pt x="1011629" y="1509187"/>
                  <a:pt x="1025223" y="1495593"/>
                  <a:pt x="1041993" y="1495593"/>
                </a:cubicBezTo>
                <a:close/>
                <a:moveTo>
                  <a:pt x="969438" y="1495593"/>
                </a:moveTo>
                <a:cubicBezTo>
                  <a:pt x="986208" y="1495593"/>
                  <a:pt x="999801" y="1509187"/>
                  <a:pt x="999801" y="1525957"/>
                </a:cubicBezTo>
                <a:cubicBezTo>
                  <a:pt x="999801" y="1542726"/>
                  <a:pt x="986208" y="1556320"/>
                  <a:pt x="969438" y="1556320"/>
                </a:cubicBezTo>
                <a:cubicBezTo>
                  <a:pt x="952669" y="1556320"/>
                  <a:pt x="939075" y="1542726"/>
                  <a:pt x="939075" y="1525957"/>
                </a:cubicBezTo>
                <a:cubicBezTo>
                  <a:pt x="939075" y="1509187"/>
                  <a:pt x="952669" y="1495593"/>
                  <a:pt x="969438" y="1495593"/>
                </a:cubicBezTo>
                <a:close/>
                <a:moveTo>
                  <a:pt x="896883" y="1495593"/>
                </a:moveTo>
                <a:cubicBezTo>
                  <a:pt x="913653" y="1495593"/>
                  <a:pt x="927247" y="1509187"/>
                  <a:pt x="927247" y="1525957"/>
                </a:cubicBezTo>
                <a:cubicBezTo>
                  <a:pt x="927247" y="1542726"/>
                  <a:pt x="913653" y="1556320"/>
                  <a:pt x="896883" y="1556320"/>
                </a:cubicBezTo>
                <a:cubicBezTo>
                  <a:pt x="880114" y="1556320"/>
                  <a:pt x="866520" y="1542726"/>
                  <a:pt x="866520" y="1525957"/>
                </a:cubicBezTo>
                <a:cubicBezTo>
                  <a:pt x="866520" y="1509187"/>
                  <a:pt x="880114" y="1495593"/>
                  <a:pt x="896883" y="1495593"/>
                </a:cubicBezTo>
                <a:close/>
                <a:moveTo>
                  <a:pt x="824329" y="1495593"/>
                </a:moveTo>
                <a:cubicBezTo>
                  <a:pt x="841098" y="1495593"/>
                  <a:pt x="854692" y="1509187"/>
                  <a:pt x="854692" y="1525957"/>
                </a:cubicBezTo>
                <a:cubicBezTo>
                  <a:pt x="854692" y="1542726"/>
                  <a:pt x="841098" y="1556320"/>
                  <a:pt x="824329" y="1556320"/>
                </a:cubicBezTo>
                <a:cubicBezTo>
                  <a:pt x="807559" y="1556320"/>
                  <a:pt x="793965" y="1542726"/>
                  <a:pt x="793965" y="1525957"/>
                </a:cubicBezTo>
                <a:cubicBezTo>
                  <a:pt x="793965" y="1509187"/>
                  <a:pt x="807559" y="1495593"/>
                  <a:pt x="824329" y="1495593"/>
                </a:cubicBezTo>
                <a:close/>
                <a:moveTo>
                  <a:pt x="751774" y="1495593"/>
                </a:moveTo>
                <a:cubicBezTo>
                  <a:pt x="768544" y="1495593"/>
                  <a:pt x="782138" y="1509187"/>
                  <a:pt x="782138" y="1525957"/>
                </a:cubicBezTo>
                <a:cubicBezTo>
                  <a:pt x="782138" y="1542726"/>
                  <a:pt x="768544" y="1556320"/>
                  <a:pt x="751774" y="1556320"/>
                </a:cubicBezTo>
                <a:cubicBezTo>
                  <a:pt x="735005" y="1556320"/>
                  <a:pt x="721411" y="1542726"/>
                  <a:pt x="721411" y="1525957"/>
                </a:cubicBezTo>
                <a:cubicBezTo>
                  <a:pt x="721411" y="1509187"/>
                  <a:pt x="735005" y="1495593"/>
                  <a:pt x="751774" y="1495593"/>
                </a:cubicBezTo>
                <a:close/>
                <a:moveTo>
                  <a:pt x="679220" y="1495593"/>
                </a:moveTo>
                <a:cubicBezTo>
                  <a:pt x="695989" y="1495593"/>
                  <a:pt x="709583" y="1509187"/>
                  <a:pt x="709583" y="1525957"/>
                </a:cubicBezTo>
                <a:cubicBezTo>
                  <a:pt x="709583" y="1542726"/>
                  <a:pt x="695989" y="1556320"/>
                  <a:pt x="679220" y="1556320"/>
                </a:cubicBezTo>
                <a:cubicBezTo>
                  <a:pt x="662450" y="1556320"/>
                  <a:pt x="648856" y="1542726"/>
                  <a:pt x="648856" y="1525957"/>
                </a:cubicBezTo>
                <a:cubicBezTo>
                  <a:pt x="648856" y="1509187"/>
                  <a:pt x="662450" y="1495593"/>
                  <a:pt x="679220" y="1495593"/>
                </a:cubicBezTo>
                <a:close/>
                <a:moveTo>
                  <a:pt x="606665" y="1495593"/>
                </a:moveTo>
                <a:cubicBezTo>
                  <a:pt x="623435" y="1495593"/>
                  <a:pt x="637029" y="1509187"/>
                  <a:pt x="637029" y="1525957"/>
                </a:cubicBezTo>
                <a:cubicBezTo>
                  <a:pt x="637029" y="1542726"/>
                  <a:pt x="623435" y="1556320"/>
                  <a:pt x="606665" y="1556320"/>
                </a:cubicBezTo>
                <a:cubicBezTo>
                  <a:pt x="589896" y="1556320"/>
                  <a:pt x="576302" y="1542726"/>
                  <a:pt x="576302" y="1525957"/>
                </a:cubicBezTo>
                <a:cubicBezTo>
                  <a:pt x="576302" y="1509187"/>
                  <a:pt x="589896" y="1495593"/>
                  <a:pt x="606665" y="1495593"/>
                </a:cubicBezTo>
                <a:close/>
                <a:moveTo>
                  <a:pt x="534111" y="1495593"/>
                </a:moveTo>
                <a:cubicBezTo>
                  <a:pt x="550880" y="1495593"/>
                  <a:pt x="564474" y="1509187"/>
                  <a:pt x="564474" y="1525957"/>
                </a:cubicBezTo>
                <a:cubicBezTo>
                  <a:pt x="564474" y="1542726"/>
                  <a:pt x="550880" y="1556320"/>
                  <a:pt x="534111" y="1556320"/>
                </a:cubicBezTo>
                <a:cubicBezTo>
                  <a:pt x="517341" y="1556320"/>
                  <a:pt x="503747" y="1542726"/>
                  <a:pt x="503747" y="1525957"/>
                </a:cubicBezTo>
                <a:cubicBezTo>
                  <a:pt x="503747" y="1509187"/>
                  <a:pt x="517341" y="1495593"/>
                  <a:pt x="534111" y="1495593"/>
                </a:cubicBezTo>
                <a:close/>
                <a:moveTo>
                  <a:pt x="461556" y="1495593"/>
                </a:moveTo>
                <a:cubicBezTo>
                  <a:pt x="478326" y="1495593"/>
                  <a:pt x="491920" y="1509187"/>
                  <a:pt x="491920" y="1525957"/>
                </a:cubicBezTo>
                <a:cubicBezTo>
                  <a:pt x="491920" y="1542726"/>
                  <a:pt x="478326" y="1556320"/>
                  <a:pt x="461556" y="1556320"/>
                </a:cubicBezTo>
                <a:cubicBezTo>
                  <a:pt x="444787" y="1556320"/>
                  <a:pt x="431192" y="1542726"/>
                  <a:pt x="431192" y="1525957"/>
                </a:cubicBezTo>
                <a:cubicBezTo>
                  <a:pt x="431192" y="1509187"/>
                  <a:pt x="444787" y="1495593"/>
                  <a:pt x="461556" y="1495593"/>
                </a:cubicBezTo>
                <a:close/>
                <a:moveTo>
                  <a:pt x="389002" y="1495593"/>
                </a:moveTo>
                <a:cubicBezTo>
                  <a:pt x="405771" y="1495593"/>
                  <a:pt x="419365" y="1509187"/>
                  <a:pt x="419365" y="1525957"/>
                </a:cubicBezTo>
                <a:cubicBezTo>
                  <a:pt x="419365" y="1542726"/>
                  <a:pt x="405771" y="1556320"/>
                  <a:pt x="389002" y="1556320"/>
                </a:cubicBezTo>
                <a:cubicBezTo>
                  <a:pt x="372232" y="1556320"/>
                  <a:pt x="358638" y="1542726"/>
                  <a:pt x="358638" y="1525957"/>
                </a:cubicBezTo>
                <a:cubicBezTo>
                  <a:pt x="358638" y="1509187"/>
                  <a:pt x="372232" y="1495593"/>
                  <a:pt x="389002" y="1495593"/>
                </a:cubicBezTo>
                <a:close/>
                <a:moveTo>
                  <a:pt x="316447" y="1495593"/>
                </a:moveTo>
                <a:cubicBezTo>
                  <a:pt x="333216" y="1495593"/>
                  <a:pt x="346810" y="1509187"/>
                  <a:pt x="346810" y="1525957"/>
                </a:cubicBezTo>
                <a:cubicBezTo>
                  <a:pt x="346810" y="1542726"/>
                  <a:pt x="333216" y="1556320"/>
                  <a:pt x="316447" y="1556320"/>
                </a:cubicBezTo>
                <a:cubicBezTo>
                  <a:pt x="299677" y="1556320"/>
                  <a:pt x="286084" y="1542726"/>
                  <a:pt x="286084" y="1525957"/>
                </a:cubicBezTo>
                <a:cubicBezTo>
                  <a:pt x="286084" y="1509187"/>
                  <a:pt x="299677" y="1495593"/>
                  <a:pt x="316447" y="1495593"/>
                </a:cubicBezTo>
                <a:close/>
                <a:moveTo>
                  <a:pt x="243892" y="1495593"/>
                </a:moveTo>
                <a:cubicBezTo>
                  <a:pt x="260662" y="1495593"/>
                  <a:pt x="274256" y="1509187"/>
                  <a:pt x="274256" y="1525957"/>
                </a:cubicBezTo>
                <a:cubicBezTo>
                  <a:pt x="274256" y="1542726"/>
                  <a:pt x="260662" y="1556320"/>
                  <a:pt x="243892" y="1556320"/>
                </a:cubicBezTo>
                <a:cubicBezTo>
                  <a:pt x="227123" y="1556320"/>
                  <a:pt x="213529" y="1542726"/>
                  <a:pt x="213529" y="1525957"/>
                </a:cubicBezTo>
                <a:cubicBezTo>
                  <a:pt x="213529" y="1509187"/>
                  <a:pt x="227123" y="1495593"/>
                  <a:pt x="243892" y="1495593"/>
                </a:cubicBezTo>
                <a:close/>
                <a:moveTo>
                  <a:pt x="171339" y="1495593"/>
                </a:moveTo>
                <a:cubicBezTo>
                  <a:pt x="188107" y="1495593"/>
                  <a:pt x="201701" y="1509187"/>
                  <a:pt x="201701" y="1525957"/>
                </a:cubicBezTo>
                <a:cubicBezTo>
                  <a:pt x="201701" y="1542726"/>
                  <a:pt x="188107" y="1556320"/>
                  <a:pt x="171339" y="1556320"/>
                </a:cubicBezTo>
                <a:cubicBezTo>
                  <a:pt x="154606" y="1556320"/>
                  <a:pt x="141012" y="1542726"/>
                  <a:pt x="141012" y="1525957"/>
                </a:cubicBezTo>
                <a:cubicBezTo>
                  <a:pt x="141012" y="1509187"/>
                  <a:pt x="154606" y="1495593"/>
                  <a:pt x="171339" y="1495593"/>
                </a:cubicBezTo>
                <a:close/>
                <a:moveTo>
                  <a:pt x="98825" y="1495593"/>
                </a:moveTo>
                <a:cubicBezTo>
                  <a:pt x="115592" y="1495593"/>
                  <a:pt x="129186" y="1509187"/>
                  <a:pt x="129186" y="1525957"/>
                </a:cubicBezTo>
                <a:cubicBezTo>
                  <a:pt x="129186" y="1542726"/>
                  <a:pt x="115592" y="1556320"/>
                  <a:pt x="98825" y="1556320"/>
                </a:cubicBezTo>
                <a:cubicBezTo>
                  <a:pt x="82054" y="1556320"/>
                  <a:pt x="68461" y="1542726"/>
                  <a:pt x="68461" y="1525957"/>
                </a:cubicBezTo>
                <a:cubicBezTo>
                  <a:pt x="68461" y="1509187"/>
                  <a:pt x="82054" y="1495593"/>
                  <a:pt x="98825" y="1495593"/>
                </a:cubicBezTo>
                <a:close/>
                <a:moveTo>
                  <a:pt x="26270" y="1495593"/>
                </a:moveTo>
                <a:cubicBezTo>
                  <a:pt x="43038" y="1495593"/>
                  <a:pt x="56632" y="1509187"/>
                  <a:pt x="56632" y="1525957"/>
                </a:cubicBezTo>
                <a:cubicBezTo>
                  <a:pt x="56632" y="1542726"/>
                  <a:pt x="43038" y="1556320"/>
                  <a:pt x="26270" y="1556320"/>
                </a:cubicBezTo>
                <a:cubicBezTo>
                  <a:pt x="17886" y="1556320"/>
                  <a:pt x="10295" y="1552922"/>
                  <a:pt x="4801" y="1547427"/>
                </a:cubicBezTo>
                <a:lnTo>
                  <a:pt x="0" y="1535836"/>
                </a:lnTo>
                <a:lnTo>
                  <a:pt x="0" y="1516078"/>
                </a:lnTo>
                <a:lnTo>
                  <a:pt x="4801" y="1504486"/>
                </a:lnTo>
                <a:cubicBezTo>
                  <a:pt x="10295" y="1498992"/>
                  <a:pt x="17886" y="1495593"/>
                  <a:pt x="26270" y="1495593"/>
                </a:cubicBezTo>
                <a:close/>
                <a:moveTo>
                  <a:pt x="1259656" y="1415141"/>
                </a:moveTo>
                <a:cubicBezTo>
                  <a:pt x="1268041" y="1415141"/>
                  <a:pt x="1275632" y="1418540"/>
                  <a:pt x="1281127" y="1424035"/>
                </a:cubicBezTo>
                <a:lnTo>
                  <a:pt x="1285044" y="1433492"/>
                </a:lnTo>
                <a:lnTo>
                  <a:pt x="1248565" y="1473629"/>
                </a:lnTo>
                <a:lnTo>
                  <a:pt x="1247837" y="1473482"/>
                </a:lnTo>
                <a:cubicBezTo>
                  <a:pt x="1236940" y="1468873"/>
                  <a:pt x="1229293" y="1458082"/>
                  <a:pt x="1229293" y="1445505"/>
                </a:cubicBezTo>
                <a:cubicBezTo>
                  <a:pt x="1229293" y="1428735"/>
                  <a:pt x="1242887" y="1415141"/>
                  <a:pt x="1259656" y="1415141"/>
                </a:cubicBezTo>
                <a:close/>
                <a:moveTo>
                  <a:pt x="1187102" y="1415141"/>
                </a:moveTo>
                <a:cubicBezTo>
                  <a:pt x="1203871" y="1415141"/>
                  <a:pt x="1217465" y="1428735"/>
                  <a:pt x="1217465" y="1445505"/>
                </a:cubicBezTo>
                <a:cubicBezTo>
                  <a:pt x="1217465" y="1462274"/>
                  <a:pt x="1203871" y="1475868"/>
                  <a:pt x="1187102" y="1475868"/>
                </a:cubicBezTo>
                <a:cubicBezTo>
                  <a:pt x="1170332" y="1475868"/>
                  <a:pt x="1156738" y="1462274"/>
                  <a:pt x="1156738" y="1445505"/>
                </a:cubicBezTo>
                <a:cubicBezTo>
                  <a:pt x="1156738" y="1428735"/>
                  <a:pt x="1170332" y="1415141"/>
                  <a:pt x="1187102" y="1415141"/>
                </a:cubicBezTo>
                <a:close/>
                <a:moveTo>
                  <a:pt x="1114547" y="1415141"/>
                </a:moveTo>
                <a:cubicBezTo>
                  <a:pt x="1131317" y="1415141"/>
                  <a:pt x="1144911" y="1428735"/>
                  <a:pt x="1144911" y="1445505"/>
                </a:cubicBezTo>
                <a:cubicBezTo>
                  <a:pt x="1144911" y="1462274"/>
                  <a:pt x="1131317" y="1475868"/>
                  <a:pt x="1114547" y="1475868"/>
                </a:cubicBezTo>
                <a:cubicBezTo>
                  <a:pt x="1097778" y="1475868"/>
                  <a:pt x="1084184" y="1462274"/>
                  <a:pt x="1084184" y="1445505"/>
                </a:cubicBezTo>
                <a:cubicBezTo>
                  <a:pt x="1084184" y="1428735"/>
                  <a:pt x="1097778" y="1415141"/>
                  <a:pt x="1114547" y="1415141"/>
                </a:cubicBezTo>
                <a:close/>
                <a:moveTo>
                  <a:pt x="1041993" y="1415141"/>
                </a:moveTo>
                <a:cubicBezTo>
                  <a:pt x="1058762" y="1415141"/>
                  <a:pt x="1072356" y="1428735"/>
                  <a:pt x="1072356" y="1445505"/>
                </a:cubicBezTo>
                <a:cubicBezTo>
                  <a:pt x="1072356" y="1462274"/>
                  <a:pt x="1058762" y="1475868"/>
                  <a:pt x="1041993" y="1475868"/>
                </a:cubicBezTo>
                <a:cubicBezTo>
                  <a:pt x="1025223" y="1475868"/>
                  <a:pt x="1011629" y="1462274"/>
                  <a:pt x="1011629" y="1445505"/>
                </a:cubicBezTo>
                <a:cubicBezTo>
                  <a:pt x="1011629" y="1428735"/>
                  <a:pt x="1025223" y="1415141"/>
                  <a:pt x="1041993" y="1415141"/>
                </a:cubicBezTo>
                <a:close/>
                <a:moveTo>
                  <a:pt x="969438" y="1415141"/>
                </a:moveTo>
                <a:cubicBezTo>
                  <a:pt x="986208" y="1415141"/>
                  <a:pt x="999801" y="1428735"/>
                  <a:pt x="999801" y="1445505"/>
                </a:cubicBezTo>
                <a:cubicBezTo>
                  <a:pt x="999801" y="1462274"/>
                  <a:pt x="986208" y="1475868"/>
                  <a:pt x="969438" y="1475868"/>
                </a:cubicBezTo>
                <a:cubicBezTo>
                  <a:pt x="952669" y="1475868"/>
                  <a:pt x="939075" y="1462274"/>
                  <a:pt x="939075" y="1445505"/>
                </a:cubicBezTo>
                <a:cubicBezTo>
                  <a:pt x="939075" y="1428735"/>
                  <a:pt x="952669" y="1415141"/>
                  <a:pt x="969438" y="1415141"/>
                </a:cubicBezTo>
                <a:close/>
                <a:moveTo>
                  <a:pt x="896883" y="1415141"/>
                </a:moveTo>
                <a:cubicBezTo>
                  <a:pt x="913653" y="1415141"/>
                  <a:pt x="927247" y="1428735"/>
                  <a:pt x="927247" y="1445505"/>
                </a:cubicBezTo>
                <a:cubicBezTo>
                  <a:pt x="927247" y="1462274"/>
                  <a:pt x="913653" y="1475868"/>
                  <a:pt x="896883" y="1475868"/>
                </a:cubicBezTo>
                <a:cubicBezTo>
                  <a:pt x="880114" y="1475868"/>
                  <a:pt x="866520" y="1462274"/>
                  <a:pt x="866520" y="1445505"/>
                </a:cubicBezTo>
                <a:cubicBezTo>
                  <a:pt x="866520" y="1428735"/>
                  <a:pt x="880114" y="1415141"/>
                  <a:pt x="896883" y="1415141"/>
                </a:cubicBezTo>
                <a:close/>
                <a:moveTo>
                  <a:pt x="824329" y="1415141"/>
                </a:moveTo>
                <a:cubicBezTo>
                  <a:pt x="841098" y="1415141"/>
                  <a:pt x="854692" y="1428735"/>
                  <a:pt x="854692" y="1445505"/>
                </a:cubicBezTo>
                <a:cubicBezTo>
                  <a:pt x="854692" y="1462274"/>
                  <a:pt x="841098" y="1475868"/>
                  <a:pt x="824329" y="1475868"/>
                </a:cubicBezTo>
                <a:cubicBezTo>
                  <a:pt x="807559" y="1475868"/>
                  <a:pt x="793965" y="1462274"/>
                  <a:pt x="793965" y="1445505"/>
                </a:cubicBezTo>
                <a:cubicBezTo>
                  <a:pt x="793965" y="1428735"/>
                  <a:pt x="807559" y="1415141"/>
                  <a:pt x="824329" y="1415141"/>
                </a:cubicBezTo>
                <a:close/>
                <a:moveTo>
                  <a:pt x="751774" y="1415141"/>
                </a:moveTo>
                <a:cubicBezTo>
                  <a:pt x="768544" y="1415141"/>
                  <a:pt x="782138" y="1428735"/>
                  <a:pt x="782138" y="1445505"/>
                </a:cubicBezTo>
                <a:cubicBezTo>
                  <a:pt x="782138" y="1462274"/>
                  <a:pt x="768544" y="1475868"/>
                  <a:pt x="751774" y="1475868"/>
                </a:cubicBezTo>
                <a:cubicBezTo>
                  <a:pt x="735005" y="1475868"/>
                  <a:pt x="721411" y="1462274"/>
                  <a:pt x="721411" y="1445505"/>
                </a:cubicBezTo>
                <a:cubicBezTo>
                  <a:pt x="721411" y="1428735"/>
                  <a:pt x="735005" y="1415141"/>
                  <a:pt x="751774" y="1415141"/>
                </a:cubicBezTo>
                <a:close/>
                <a:moveTo>
                  <a:pt x="679220" y="1415141"/>
                </a:moveTo>
                <a:cubicBezTo>
                  <a:pt x="695989" y="1415141"/>
                  <a:pt x="709583" y="1428735"/>
                  <a:pt x="709583" y="1445505"/>
                </a:cubicBezTo>
                <a:cubicBezTo>
                  <a:pt x="709583" y="1462274"/>
                  <a:pt x="695989" y="1475868"/>
                  <a:pt x="679220" y="1475868"/>
                </a:cubicBezTo>
                <a:cubicBezTo>
                  <a:pt x="662450" y="1475868"/>
                  <a:pt x="648856" y="1462274"/>
                  <a:pt x="648856" y="1445505"/>
                </a:cubicBezTo>
                <a:cubicBezTo>
                  <a:pt x="648856" y="1428735"/>
                  <a:pt x="662450" y="1415141"/>
                  <a:pt x="679220" y="1415141"/>
                </a:cubicBezTo>
                <a:close/>
                <a:moveTo>
                  <a:pt x="606665" y="1415141"/>
                </a:moveTo>
                <a:cubicBezTo>
                  <a:pt x="623435" y="1415141"/>
                  <a:pt x="637029" y="1428735"/>
                  <a:pt x="637029" y="1445505"/>
                </a:cubicBezTo>
                <a:cubicBezTo>
                  <a:pt x="637029" y="1462274"/>
                  <a:pt x="623435" y="1475868"/>
                  <a:pt x="606665" y="1475868"/>
                </a:cubicBezTo>
                <a:cubicBezTo>
                  <a:pt x="589896" y="1475868"/>
                  <a:pt x="576302" y="1462274"/>
                  <a:pt x="576302" y="1445505"/>
                </a:cubicBezTo>
                <a:cubicBezTo>
                  <a:pt x="576302" y="1428735"/>
                  <a:pt x="589896" y="1415141"/>
                  <a:pt x="606665" y="1415141"/>
                </a:cubicBezTo>
                <a:close/>
                <a:moveTo>
                  <a:pt x="534111" y="1415141"/>
                </a:moveTo>
                <a:cubicBezTo>
                  <a:pt x="550880" y="1415141"/>
                  <a:pt x="564474" y="1428735"/>
                  <a:pt x="564474" y="1445505"/>
                </a:cubicBezTo>
                <a:cubicBezTo>
                  <a:pt x="564474" y="1462274"/>
                  <a:pt x="550880" y="1475868"/>
                  <a:pt x="534111" y="1475868"/>
                </a:cubicBezTo>
                <a:cubicBezTo>
                  <a:pt x="517341" y="1475868"/>
                  <a:pt x="503747" y="1462274"/>
                  <a:pt x="503747" y="1445505"/>
                </a:cubicBezTo>
                <a:cubicBezTo>
                  <a:pt x="503747" y="1428735"/>
                  <a:pt x="517341" y="1415141"/>
                  <a:pt x="534111" y="1415141"/>
                </a:cubicBezTo>
                <a:close/>
                <a:moveTo>
                  <a:pt x="461556" y="1415141"/>
                </a:moveTo>
                <a:cubicBezTo>
                  <a:pt x="478326" y="1415141"/>
                  <a:pt x="491920" y="1428735"/>
                  <a:pt x="491920" y="1445505"/>
                </a:cubicBezTo>
                <a:cubicBezTo>
                  <a:pt x="491920" y="1462274"/>
                  <a:pt x="478326" y="1475868"/>
                  <a:pt x="461556" y="1475868"/>
                </a:cubicBezTo>
                <a:cubicBezTo>
                  <a:pt x="444787" y="1475868"/>
                  <a:pt x="431192" y="1462274"/>
                  <a:pt x="431192" y="1445505"/>
                </a:cubicBezTo>
                <a:cubicBezTo>
                  <a:pt x="431192" y="1428735"/>
                  <a:pt x="444787" y="1415141"/>
                  <a:pt x="461556" y="1415141"/>
                </a:cubicBezTo>
                <a:close/>
                <a:moveTo>
                  <a:pt x="389002" y="1415141"/>
                </a:moveTo>
                <a:cubicBezTo>
                  <a:pt x="405771" y="1415141"/>
                  <a:pt x="419365" y="1428735"/>
                  <a:pt x="419365" y="1445505"/>
                </a:cubicBezTo>
                <a:cubicBezTo>
                  <a:pt x="419365" y="1462274"/>
                  <a:pt x="405771" y="1475868"/>
                  <a:pt x="389002" y="1475868"/>
                </a:cubicBezTo>
                <a:cubicBezTo>
                  <a:pt x="372232" y="1475868"/>
                  <a:pt x="358638" y="1462274"/>
                  <a:pt x="358638" y="1445505"/>
                </a:cubicBezTo>
                <a:cubicBezTo>
                  <a:pt x="358638" y="1428735"/>
                  <a:pt x="372232" y="1415141"/>
                  <a:pt x="389002" y="1415141"/>
                </a:cubicBezTo>
                <a:close/>
                <a:moveTo>
                  <a:pt x="316447" y="1415141"/>
                </a:moveTo>
                <a:cubicBezTo>
                  <a:pt x="333216" y="1415141"/>
                  <a:pt x="346810" y="1428735"/>
                  <a:pt x="346810" y="1445505"/>
                </a:cubicBezTo>
                <a:cubicBezTo>
                  <a:pt x="346810" y="1462274"/>
                  <a:pt x="333216" y="1475868"/>
                  <a:pt x="316447" y="1475868"/>
                </a:cubicBezTo>
                <a:cubicBezTo>
                  <a:pt x="299677" y="1475868"/>
                  <a:pt x="286084" y="1462274"/>
                  <a:pt x="286084" y="1445505"/>
                </a:cubicBezTo>
                <a:cubicBezTo>
                  <a:pt x="286084" y="1428735"/>
                  <a:pt x="299677" y="1415141"/>
                  <a:pt x="316447" y="1415141"/>
                </a:cubicBezTo>
                <a:close/>
                <a:moveTo>
                  <a:pt x="243892" y="1415141"/>
                </a:moveTo>
                <a:cubicBezTo>
                  <a:pt x="260662" y="1415141"/>
                  <a:pt x="274256" y="1428735"/>
                  <a:pt x="274256" y="1445505"/>
                </a:cubicBezTo>
                <a:cubicBezTo>
                  <a:pt x="274256" y="1462274"/>
                  <a:pt x="260662" y="1475868"/>
                  <a:pt x="243892" y="1475868"/>
                </a:cubicBezTo>
                <a:cubicBezTo>
                  <a:pt x="227123" y="1475868"/>
                  <a:pt x="213529" y="1462274"/>
                  <a:pt x="213529" y="1445505"/>
                </a:cubicBezTo>
                <a:cubicBezTo>
                  <a:pt x="213529" y="1428735"/>
                  <a:pt x="227123" y="1415141"/>
                  <a:pt x="243892" y="1415141"/>
                </a:cubicBezTo>
                <a:close/>
                <a:moveTo>
                  <a:pt x="171339" y="1415141"/>
                </a:moveTo>
                <a:cubicBezTo>
                  <a:pt x="188107" y="1415141"/>
                  <a:pt x="201701" y="1428735"/>
                  <a:pt x="201701" y="1445505"/>
                </a:cubicBezTo>
                <a:cubicBezTo>
                  <a:pt x="201701" y="1462274"/>
                  <a:pt x="188107" y="1475868"/>
                  <a:pt x="171339" y="1475868"/>
                </a:cubicBezTo>
                <a:cubicBezTo>
                  <a:pt x="154611" y="1475868"/>
                  <a:pt x="141018" y="1462274"/>
                  <a:pt x="141018" y="1445505"/>
                </a:cubicBezTo>
                <a:cubicBezTo>
                  <a:pt x="141018" y="1428735"/>
                  <a:pt x="154611" y="1415141"/>
                  <a:pt x="171339" y="1415141"/>
                </a:cubicBezTo>
                <a:close/>
                <a:moveTo>
                  <a:pt x="98831" y="1415141"/>
                </a:moveTo>
                <a:cubicBezTo>
                  <a:pt x="115598" y="1415141"/>
                  <a:pt x="129192" y="1428735"/>
                  <a:pt x="129192" y="1445505"/>
                </a:cubicBezTo>
                <a:cubicBezTo>
                  <a:pt x="129192" y="1462274"/>
                  <a:pt x="115598" y="1475868"/>
                  <a:pt x="98831" y="1475868"/>
                </a:cubicBezTo>
                <a:cubicBezTo>
                  <a:pt x="82060" y="1475868"/>
                  <a:pt x="68467" y="1462274"/>
                  <a:pt x="68467" y="1445505"/>
                </a:cubicBezTo>
                <a:cubicBezTo>
                  <a:pt x="68467" y="1428735"/>
                  <a:pt x="82060" y="1415141"/>
                  <a:pt x="98831" y="1415141"/>
                </a:cubicBezTo>
                <a:close/>
                <a:moveTo>
                  <a:pt x="26277" y="1415141"/>
                </a:moveTo>
                <a:cubicBezTo>
                  <a:pt x="43044" y="1415141"/>
                  <a:pt x="56638" y="1428735"/>
                  <a:pt x="56638" y="1445505"/>
                </a:cubicBezTo>
                <a:cubicBezTo>
                  <a:pt x="56638" y="1462274"/>
                  <a:pt x="43044" y="1475868"/>
                  <a:pt x="26277" y="1475868"/>
                </a:cubicBezTo>
                <a:cubicBezTo>
                  <a:pt x="17892" y="1475868"/>
                  <a:pt x="10301" y="1472470"/>
                  <a:pt x="4807" y="1466975"/>
                </a:cubicBezTo>
                <a:lnTo>
                  <a:pt x="0" y="1455370"/>
                </a:lnTo>
                <a:lnTo>
                  <a:pt x="0" y="1435640"/>
                </a:lnTo>
                <a:lnTo>
                  <a:pt x="4807" y="1424034"/>
                </a:lnTo>
                <a:cubicBezTo>
                  <a:pt x="10301" y="1418540"/>
                  <a:pt x="17892" y="1415141"/>
                  <a:pt x="26277" y="1415141"/>
                </a:cubicBezTo>
                <a:close/>
                <a:moveTo>
                  <a:pt x="1332211" y="1334690"/>
                </a:moveTo>
                <a:cubicBezTo>
                  <a:pt x="1340596" y="1334690"/>
                  <a:pt x="1348186" y="1338088"/>
                  <a:pt x="1353681" y="1343583"/>
                </a:cubicBezTo>
                <a:lnTo>
                  <a:pt x="1356143" y="1349526"/>
                </a:lnTo>
                <a:lnTo>
                  <a:pt x="1331934" y="1381900"/>
                </a:lnTo>
                <a:lnTo>
                  <a:pt x="1321597" y="1393274"/>
                </a:lnTo>
                <a:lnTo>
                  <a:pt x="1320392" y="1393030"/>
                </a:lnTo>
                <a:cubicBezTo>
                  <a:pt x="1309494" y="1388421"/>
                  <a:pt x="1301847" y="1377631"/>
                  <a:pt x="1301847" y="1365053"/>
                </a:cubicBezTo>
                <a:cubicBezTo>
                  <a:pt x="1301847" y="1348284"/>
                  <a:pt x="1315441" y="1334690"/>
                  <a:pt x="1332211" y="1334690"/>
                </a:cubicBezTo>
                <a:close/>
                <a:moveTo>
                  <a:pt x="1259656" y="1334690"/>
                </a:moveTo>
                <a:cubicBezTo>
                  <a:pt x="1276426" y="1334690"/>
                  <a:pt x="1290020" y="1348284"/>
                  <a:pt x="1290020" y="1365053"/>
                </a:cubicBezTo>
                <a:cubicBezTo>
                  <a:pt x="1290020" y="1381823"/>
                  <a:pt x="1276426" y="1395417"/>
                  <a:pt x="1259656" y="1395417"/>
                </a:cubicBezTo>
                <a:cubicBezTo>
                  <a:pt x="1242887" y="1395417"/>
                  <a:pt x="1229293" y="1381823"/>
                  <a:pt x="1229293" y="1365053"/>
                </a:cubicBezTo>
                <a:cubicBezTo>
                  <a:pt x="1229293" y="1348284"/>
                  <a:pt x="1242887" y="1334690"/>
                  <a:pt x="1259656" y="1334690"/>
                </a:cubicBezTo>
                <a:close/>
                <a:moveTo>
                  <a:pt x="1187102" y="1334690"/>
                </a:moveTo>
                <a:cubicBezTo>
                  <a:pt x="1203871" y="1334690"/>
                  <a:pt x="1217465" y="1348284"/>
                  <a:pt x="1217465" y="1365053"/>
                </a:cubicBezTo>
                <a:cubicBezTo>
                  <a:pt x="1217465" y="1381823"/>
                  <a:pt x="1203871" y="1395417"/>
                  <a:pt x="1187102" y="1395417"/>
                </a:cubicBezTo>
                <a:cubicBezTo>
                  <a:pt x="1170332" y="1395417"/>
                  <a:pt x="1156738" y="1381823"/>
                  <a:pt x="1156738" y="1365053"/>
                </a:cubicBezTo>
                <a:cubicBezTo>
                  <a:pt x="1156738" y="1348284"/>
                  <a:pt x="1170332" y="1334690"/>
                  <a:pt x="1187102" y="1334690"/>
                </a:cubicBezTo>
                <a:close/>
                <a:moveTo>
                  <a:pt x="1114547" y="1334690"/>
                </a:moveTo>
                <a:cubicBezTo>
                  <a:pt x="1131317" y="1334690"/>
                  <a:pt x="1144911" y="1348284"/>
                  <a:pt x="1144911" y="1365053"/>
                </a:cubicBezTo>
                <a:cubicBezTo>
                  <a:pt x="1144911" y="1381823"/>
                  <a:pt x="1131317" y="1395417"/>
                  <a:pt x="1114547" y="1395417"/>
                </a:cubicBezTo>
                <a:cubicBezTo>
                  <a:pt x="1097778" y="1395417"/>
                  <a:pt x="1084184" y="1381823"/>
                  <a:pt x="1084184" y="1365053"/>
                </a:cubicBezTo>
                <a:cubicBezTo>
                  <a:pt x="1084184" y="1348284"/>
                  <a:pt x="1097778" y="1334690"/>
                  <a:pt x="1114547" y="1334690"/>
                </a:cubicBezTo>
                <a:close/>
                <a:moveTo>
                  <a:pt x="1041993" y="1334690"/>
                </a:moveTo>
                <a:cubicBezTo>
                  <a:pt x="1058762" y="1334690"/>
                  <a:pt x="1072356" y="1348284"/>
                  <a:pt x="1072356" y="1365053"/>
                </a:cubicBezTo>
                <a:cubicBezTo>
                  <a:pt x="1072356" y="1381823"/>
                  <a:pt x="1058762" y="1395417"/>
                  <a:pt x="1041993" y="1395417"/>
                </a:cubicBezTo>
                <a:cubicBezTo>
                  <a:pt x="1025223" y="1395417"/>
                  <a:pt x="1011629" y="1381823"/>
                  <a:pt x="1011629" y="1365053"/>
                </a:cubicBezTo>
                <a:cubicBezTo>
                  <a:pt x="1011629" y="1348284"/>
                  <a:pt x="1025223" y="1334690"/>
                  <a:pt x="1041993" y="1334690"/>
                </a:cubicBezTo>
                <a:close/>
                <a:moveTo>
                  <a:pt x="969438" y="1334690"/>
                </a:moveTo>
                <a:cubicBezTo>
                  <a:pt x="986208" y="1334690"/>
                  <a:pt x="999801" y="1348284"/>
                  <a:pt x="999801" y="1365053"/>
                </a:cubicBezTo>
                <a:cubicBezTo>
                  <a:pt x="999801" y="1381823"/>
                  <a:pt x="986208" y="1395417"/>
                  <a:pt x="969438" y="1395417"/>
                </a:cubicBezTo>
                <a:cubicBezTo>
                  <a:pt x="952669" y="1395417"/>
                  <a:pt x="939075" y="1381823"/>
                  <a:pt x="939075" y="1365053"/>
                </a:cubicBezTo>
                <a:cubicBezTo>
                  <a:pt x="939075" y="1348284"/>
                  <a:pt x="952669" y="1334690"/>
                  <a:pt x="969438" y="1334690"/>
                </a:cubicBezTo>
                <a:close/>
                <a:moveTo>
                  <a:pt x="896883" y="1334690"/>
                </a:moveTo>
                <a:cubicBezTo>
                  <a:pt x="913653" y="1334690"/>
                  <a:pt x="927247" y="1348284"/>
                  <a:pt x="927247" y="1365053"/>
                </a:cubicBezTo>
                <a:cubicBezTo>
                  <a:pt x="927247" y="1381823"/>
                  <a:pt x="913653" y="1395417"/>
                  <a:pt x="896883" y="1395417"/>
                </a:cubicBezTo>
                <a:cubicBezTo>
                  <a:pt x="880114" y="1395417"/>
                  <a:pt x="866520" y="1381823"/>
                  <a:pt x="866520" y="1365053"/>
                </a:cubicBezTo>
                <a:cubicBezTo>
                  <a:pt x="866520" y="1348284"/>
                  <a:pt x="880114" y="1334690"/>
                  <a:pt x="896883" y="1334690"/>
                </a:cubicBezTo>
                <a:close/>
                <a:moveTo>
                  <a:pt x="824329" y="1334690"/>
                </a:moveTo>
                <a:cubicBezTo>
                  <a:pt x="841098" y="1334690"/>
                  <a:pt x="854692" y="1348284"/>
                  <a:pt x="854692" y="1365053"/>
                </a:cubicBezTo>
                <a:cubicBezTo>
                  <a:pt x="854692" y="1381823"/>
                  <a:pt x="841098" y="1395417"/>
                  <a:pt x="824329" y="1395417"/>
                </a:cubicBezTo>
                <a:cubicBezTo>
                  <a:pt x="807559" y="1395417"/>
                  <a:pt x="793965" y="1381823"/>
                  <a:pt x="793965" y="1365053"/>
                </a:cubicBezTo>
                <a:cubicBezTo>
                  <a:pt x="793965" y="1348284"/>
                  <a:pt x="807559" y="1334690"/>
                  <a:pt x="824329" y="1334690"/>
                </a:cubicBezTo>
                <a:close/>
                <a:moveTo>
                  <a:pt x="751774" y="1334690"/>
                </a:moveTo>
                <a:cubicBezTo>
                  <a:pt x="768544" y="1334690"/>
                  <a:pt x="782138" y="1348284"/>
                  <a:pt x="782138" y="1365053"/>
                </a:cubicBezTo>
                <a:cubicBezTo>
                  <a:pt x="782138" y="1381823"/>
                  <a:pt x="768544" y="1395417"/>
                  <a:pt x="751774" y="1395417"/>
                </a:cubicBezTo>
                <a:cubicBezTo>
                  <a:pt x="735005" y="1395417"/>
                  <a:pt x="721411" y="1381823"/>
                  <a:pt x="721411" y="1365053"/>
                </a:cubicBezTo>
                <a:cubicBezTo>
                  <a:pt x="721411" y="1348284"/>
                  <a:pt x="735005" y="1334690"/>
                  <a:pt x="751774" y="1334690"/>
                </a:cubicBezTo>
                <a:close/>
                <a:moveTo>
                  <a:pt x="679220" y="1334690"/>
                </a:moveTo>
                <a:cubicBezTo>
                  <a:pt x="695989" y="1334690"/>
                  <a:pt x="709583" y="1348284"/>
                  <a:pt x="709583" y="1365053"/>
                </a:cubicBezTo>
                <a:cubicBezTo>
                  <a:pt x="709583" y="1381823"/>
                  <a:pt x="695989" y="1395417"/>
                  <a:pt x="679220" y="1395417"/>
                </a:cubicBezTo>
                <a:cubicBezTo>
                  <a:pt x="662450" y="1395417"/>
                  <a:pt x="648856" y="1381823"/>
                  <a:pt x="648856" y="1365053"/>
                </a:cubicBezTo>
                <a:cubicBezTo>
                  <a:pt x="648856" y="1348284"/>
                  <a:pt x="662450" y="1334690"/>
                  <a:pt x="679220" y="1334690"/>
                </a:cubicBezTo>
                <a:close/>
                <a:moveTo>
                  <a:pt x="606665" y="1334690"/>
                </a:moveTo>
                <a:cubicBezTo>
                  <a:pt x="623435" y="1334690"/>
                  <a:pt x="637029" y="1348284"/>
                  <a:pt x="637029" y="1365053"/>
                </a:cubicBezTo>
                <a:cubicBezTo>
                  <a:pt x="637029" y="1381823"/>
                  <a:pt x="623435" y="1395417"/>
                  <a:pt x="606665" y="1395417"/>
                </a:cubicBezTo>
                <a:cubicBezTo>
                  <a:pt x="589896" y="1395417"/>
                  <a:pt x="576302" y="1381823"/>
                  <a:pt x="576302" y="1365053"/>
                </a:cubicBezTo>
                <a:cubicBezTo>
                  <a:pt x="576302" y="1348284"/>
                  <a:pt x="589896" y="1334690"/>
                  <a:pt x="606665" y="1334690"/>
                </a:cubicBezTo>
                <a:close/>
                <a:moveTo>
                  <a:pt x="534111" y="1334690"/>
                </a:moveTo>
                <a:cubicBezTo>
                  <a:pt x="550880" y="1334690"/>
                  <a:pt x="564474" y="1348284"/>
                  <a:pt x="564474" y="1365053"/>
                </a:cubicBezTo>
                <a:cubicBezTo>
                  <a:pt x="564474" y="1381823"/>
                  <a:pt x="550880" y="1395417"/>
                  <a:pt x="534111" y="1395417"/>
                </a:cubicBezTo>
                <a:cubicBezTo>
                  <a:pt x="517341" y="1395417"/>
                  <a:pt x="503747" y="1381823"/>
                  <a:pt x="503747" y="1365053"/>
                </a:cubicBezTo>
                <a:cubicBezTo>
                  <a:pt x="503747" y="1348284"/>
                  <a:pt x="517341" y="1334690"/>
                  <a:pt x="534111" y="1334690"/>
                </a:cubicBezTo>
                <a:close/>
                <a:moveTo>
                  <a:pt x="461556" y="1334690"/>
                </a:moveTo>
                <a:cubicBezTo>
                  <a:pt x="478326" y="1334690"/>
                  <a:pt x="491920" y="1348284"/>
                  <a:pt x="491920" y="1365053"/>
                </a:cubicBezTo>
                <a:cubicBezTo>
                  <a:pt x="491920" y="1381823"/>
                  <a:pt x="478326" y="1395417"/>
                  <a:pt x="461556" y="1395417"/>
                </a:cubicBezTo>
                <a:cubicBezTo>
                  <a:pt x="444787" y="1395417"/>
                  <a:pt x="431192" y="1381823"/>
                  <a:pt x="431192" y="1365053"/>
                </a:cubicBezTo>
                <a:cubicBezTo>
                  <a:pt x="431192" y="1348284"/>
                  <a:pt x="444787" y="1334690"/>
                  <a:pt x="461556" y="1334690"/>
                </a:cubicBezTo>
                <a:close/>
                <a:moveTo>
                  <a:pt x="389002" y="1334690"/>
                </a:moveTo>
                <a:cubicBezTo>
                  <a:pt x="405771" y="1334690"/>
                  <a:pt x="419365" y="1348284"/>
                  <a:pt x="419365" y="1365053"/>
                </a:cubicBezTo>
                <a:cubicBezTo>
                  <a:pt x="419365" y="1381823"/>
                  <a:pt x="405771" y="1395417"/>
                  <a:pt x="389002" y="1395417"/>
                </a:cubicBezTo>
                <a:cubicBezTo>
                  <a:pt x="372232" y="1395417"/>
                  <a:pt x="358638" y="1381823"/>
                  <a:pt x="358638" y="1365053"/>
                </a:cubicBezTo>
                <a:cubicBezTo>
                  <a:pt x="358638" y="1348284"/>
                  <a:pt x="372232" y="1334690"/>
                  <a:pt x="389002" y="1334690"/>
                </a:cubicBezTo>
                <a:close/>
                <a:moveTo>
                  <a:pt x="316447" y="1334690"/>
                </a:moveTo>
                <a:cubicBezTo>
                  <a:pt x="333216" y="1334690"/>
                  <a:pt x="346810" y="1348284"/>
                  <a:pt x="346810" y="1365053"/>
                </a:cubicBezTo>
                <a:cubicBezTo>
                  <a:pt x="346810" y="1381823"/>
                  <a:pt x="333216" y="1395417"/>
                  <a:pt x="316447" y="1395417"/>
                </a:cubicBezTo>
                <a:cubicBezTo>
                  <a:pt x="299677" y="1395417"/>
                  <a:pt x="286084" y="1381823"/>
                  <a:pt x="286084" y="1365053"/>
                </a:cubicBezTo>
                <a:cubicBezTo>
                  <a:pt x="286084" y="1348284"/>
                  <a:pt x="299677" y="1334690"/>
                  <a:pt x="316447" y="1334690"/>
                </a:cubicBezTo>
                <a:close/>
                <a:moveTo>
                  <a:pt x="243892" y="1334690"/>
                </a:moveTo>
                <a:cubicBezTo>
                  <a:pt x="260662" y="1334690"/>
                  <a:pt x="274256" y="1348284"/>
                  <a:pt x="274256" y="1365053"/>
                </a:cubicBezTo>
                <a:cubicBezTo>
                  <a:pt x="274256" y="1381823"/>
                  <a:pt x="260662" y="1395417"/>
                  <a:pt x="243892" y="1395417"/>
                </a:cubicBezTo>
                <a:cubicBezTo>
                  <a:pt x="227123" y="1395417"/>
                  <a:pt x="213529" y="1381823"/>
                  <a:pt x="213529" y="1365053"/>
                </a:cubicBezTo>
                <a:cubicBezTo>
                  <a:pt x="213529" y="1348284"/>
                  <a:pt x="227123" y="1334690"/>
                  <a:pt x="243892" y="1334690"/>
                </a:cubicBezTo>
                <a:close/>
                <a:moveTo>
                  <a:pt x="171339" y="1334690"/>
                </a:moveTo>
                <a:cubicBezTo>
                  <a:pt x="188107" y="1334690"/>
                  <a:pt x="201701" y="1348284"/>
                  <a:pt x="201701" y="1365053"/>
                </a:cubicBezTo>
                <a:cubicBezTo>
                  <a:pt x="201701" y="1381823"/>
                  <a:pt x="188107" y="1395417"/>
                  <a:pt x="171339" y="1395417"/>
                </a:cubicBezTo>
                <a:cubicBezTo>
                  <a:pt x="154616" y="1395417"/>
                  <a:pt x="141023" y="1381823"/>
                  <a:pt x="141023" y="1365053"/>
                </a:cubicBezTo>
                <a:cubicBezTo>
                  <a:pt x="141023" y="1348284"/>
                  <a:pt x="154616" y="1334690"/>
                  <a:pt x="171339" y="1334690"/>
                </a:cubicBezTo>
                <a:close/>
                <a:moveTo>
                  <a:pt x="98838" y="1334690"/>
                </a:moveTo>
                <a:cubicBezTo>
                  <a:pt x="115605" y="1334690"/>
                  <a:pt x="129198" y="1348284"/>
                  <a:pt x="129198" y="1365053"/>
                </a:cubicBezTo>
                <a:cubicBezTo>
                  <a:pt x="129198" y="1381823"/>
                  <a:pt x="115605" y="1395417"/>
                  <a:pt x="98838" y="1395417"/>
                </a:cubicBezTo>
                <a:cubicBezTo>
                  <a:pt x="82067" y="1395417"/>
                  <a:pt x="68474" y="1381823"/>
                  <a:pt x="68474" y="1365053"/>
                </a:cubicBezTo>
                <a:cubicBezTo>
                  <a:pt x="68474" y="1348284"/>
                  <a:pt x="82067" y="1334690"/>
                  <a:pt x="98838" y="1334690"/>
                </a:cubicBezTo>
                <a:close/>
                <a:moveTo>
                  <a:pt x="26283" y="1334690"/>
                </a:moveTo>
                <a:cubicBezTo>
                  <a:pt x="43051" y="1334690"/>
                  <a:pt x="56645" y="1348284"/>
                  <a:pt x="56645" y="1365053"/>
                </a:cubicBezTo>
                <a:cubicBezTo>
                  <a:pt x="56645" y="1381823"/>
                  <a:pt x="43051" y="1395417"/>
                  <a:pt x="26283" y="1395417"/>
                </a:cubicBezTo>
                <a:cubicBezTo>
                  <a:pt x="17898" y="1395417"/>
                  <a:pt x="10308" y="1392019"/>
                  <a:pt x="4813" y="1386524"/>
                </a:cubicBezTo>
                <a:lnTo>
                  <a:pt x="0" y="1374903"/>
                </a:lnTo>
                <a:lnTo>
                  <a:pt x="0" y="1355203"/>
                </a:lnTo>
                <a:lnTo>
                  <a:pt x="4813" y="1343583"/>
                </a:lnTo>
                <a:cubicBezTo>
                  <a:pt x="10308" y="1338089"/>
                  <a:pt x="17898" y="1334690"/>
                  <a:pt x="26283" y="1334690"/>
                </a:cubicBezTo>
                <a:close/>
                <a:moveTo>
                  <a:pt x="1404765" y="1254238"/>
                </a:moveTo>
                <a:cubicBezTo>
                  <a:pt x="1408957" y="1254238"/>
                  <a:pt x="1412951" y="1255088"/>
                  <a:pt x="1416584" y="1256624"/>
                </a:cubicBezTo>
                <a:lnTo>
                  <a:pt x="1422045" y="1260306"/>
                </a:lnTo>
                <a:lnTo>
                  <a:pt x="1418517" y="1266114"/>
                </a:lnTo>
                <a:lnTo>
                  <a:pt x="1386846" y="1308466"/>
                </a:lnTo>
                <a:lnTo>
                  <a:pt x="1383295" y="1306072"/>
                </a:lnTo>
                <a:cubicBezTo>
                  <a:pt x="1377800" y="1300577"/>
                  <a:pt x="1374402" y="1292986"/>
                  <a:pt x="1374402" y="1284602"/>
                </a:cubicBezTo>
                <a:cubicBezTo>
                  <a:pt x="1374402" y="1267832"/>
                  <a:pt x="1387996" y="1254238"/>
                  <a:pt x="1404765" y="1254238"/>
                </a:cubicBezTo>
                <a:close/>
                <a:moveTo>
                  <a:pt x="1332211" y="1254238"/>
                </a:moveTo>
                <a:cubicBezTo>
                  <a:pt x="1348980" y="1254238"/>
                  <a:pt x="1362574" y="1267832"/>
                  <a:pt x="1362574" y="1284602"/>
                </a:cubicBezTo>
                <a:cubicBezTo>
                  <a:pt x="1362574" y="1301371"/>
                  <a:pt x="1348980" y="1314965"/>
                  <a:pt x="1332211" y="1314965"/>
                </a:cubicBezTo>
                <a:cubicBezTo>
                  <a:pt x="1315441" y="1314965"/>
                  <a:pt x="1301847" y="1301371"/>
                  <a:pt x="1301847" y="1284602"/>
                </a:cubicBezTo>
                <a:cubicBezTo>
                  <a:pt x="1301847" y="1267832"/>
                  <a:pt x="1315441" y="1254238"/>
                  <a:pt x="1332211" y="1254238"/>
                </a:cubicBezTo>
                <a:close/>
                <a:moveTo>
                  <a:pt x="1259656" y="1254238"/>
                </a:moveTo>
                <a:cubicBezTo>
                  <a:pt x="1276426" y="1254238"/>
                  <a:pt x="1290020" y="1267832"/>
                  <a:pt x="1290020" y="1284602"/>
                </a:cubicBezTo>
                <a:cubicBezTo>
                  <a:pt x="1290020" y="1301371"/>
                  <a:pt x="1276426" y="1314965"/>
                  <a:pt x="1259656" y="1314965"/>
                </a:cubicBezTo>
                <a:cubicBezTo>
                  <a:pt x="1242887" y="1314965"/>
                  <a:pt x="1229293" y="1301371"/>
                  <a:pt x="1229293" y="1284602"/>
                </a:cubicBezTo>
                <a:cubicBezTo>
                  <a:pt x="1229293" y="1267832"/>
                  <a:pt x="1242887" y="1254238"/>
                  <a:pt x="1259656" y="1254238"/>
                </a:cubicBezTo>
                <a:close/>
                <a:moveTo>
                  <a:pt x="1187102" y="1254238"/>
                </a:moveTo>
                <a:cubicBezTo>
                  <a:pt x="1203871" y="1254238"/>
                  <a:pt x="1217465" y="1267832"/>
                  <a:pt x="1217465" y="1284602"/>
                </a:cubicBezTo>
                <a:cubicBezTo>
                  <a:pt x="1217465" y="1301371"/>
                  <a:pt x="1203871" y="1314965"/>
                  <a:pt x="1187102" y="1314965"/>
                </a:cubicBezTo>
                <a:cubicBezTo>
                  <a:pt x="1170332" y="1314965"/>
                  <a:pt x="1156738" y="1301371"/>
                  <a:pt x="1156738" y="1284602"/>
                </a:cubicBezTo>
                <a:cubicBezTo>
                  <a:pt x="1156738" y="1267832"/>
                  <a:pt x="1170332" y="1254238"/>
                  <a:pt x="1187102" y="1254238"/>
                </a:cubicBezTo>
                <a:close/>
                <a:moveTo>
                  <a:pt x="1114547" y="1254238"/>
                </a:moveTo>
                <a:cubicBezTo>
                  <a:pt x="1131317" y="1254238"/>
                  <a:pt x="1144911" y="1267832"/>
                  <a:pt x="1144911" y="1284602"/>
                </a:cubicBezTo>
                <a:cubicBezTo>
                  <a:pt x="1144911" y="1301371"/>
                  <a:pt x="1131317" y="1314965"/>
                  <a:pt x="1114547" y="1314965"/>
                </a:cubicBezTo>
                <a:cubicBezTo>
                  <a:pt x="1097778" y="1314965"/>
                  <a:pt x="1084184" y="1301371"/>
                  <a:pt x="1084184" y="1284602"/>
                </a:cubicBezTo>
                <a:cubicBezTo>
                  <a:pt x="1084184" y="1267832"/>
                  <a:pt x="1097778" y="1254238"/>
                  <a:pt x="1114547" y="1254238"/>
                </a:cubicBezTo>
                <a:close/>
                <a:moveTo>
                  <a:pt x="1041993" y="1254238"/>
                </a:moveTo>
                <a:cubicBezTo>
                  <a:pt x="1058762" y="1254238"/>
                  <a:pt x="1072356" y="1267832"/>
                  <a:pt x="1072356" y="1284602"/>
                </a:cubicBezTo>
                <a:cubicBezTo>
                  <a:pt x="1072356" y="1301371"/>
                  <a:pt x="1058762" y="1314965"/>
                  <a:pt x="1041993" y="1314965"/>
                </a:cubicBezTo>
                <a:cubicBezTo>
                  <a:pt x="1025223" y="1314965"/>
                  <a:pt x="1011629" y="1301371"/>
                  <a:pt x="1011629" y="1284602"/>
                </a:cubicBezTo>
                <a:cubicBezTo>
                  <a:pt x="1011629" y="1267832"/>
                  <a:pt x="1025223" y="1254238"/>
                  <a:pt x="1041993" y="1254238"/>
                </a:cubicBezTo>
                <a:close/>
                <a:moveTo>
                  <a:pt x="969438" y="1254238"/>
                </a:moveTo>
                <a:cubicBezTo>
                  <a:pt x="986208" y="1254238"/>
                  <a:pt x="999801" y="1267832"/>
                  <a:pt x="999801" y="1284602"/>
                </a:cubicBezTo>
                <a:cubicBezTo>
                  <a:pt x="999801" y="1301371"/>
                  <a:pt x="986208" y="1314965"/>
                  <a:pt x="969438" y="1314965"/>
                </a:cubicBezTo>
                <a:cubicBezTo>
                  <a:pt x="952669" y="1314965"/>
                  <a:pt x="939075" y="1301371"/>
                  <a:pt x="939075" y="1284602"/>
                </a:cubicBezTo>
                <a:cubicBezTo>
                  <a:pt x="939075" y="1267832"/>
                  <a:pt x="952669" y="1254238"/>
                  <a:pt x="969438" y="1254238"/>
                </a:cubicBezTo>
                <a:close/>
                <a:moveTo>
                  <a:pt x="896883" y="1254238"/>
                </a:moveTo>
                <a:cubicBezTo>
                  <a:pt x="913653" y="1254238"/>
                  <a:pt x="927247" y="1267832"/>
                  <a:pt x="927247" y="1284602"/>
                </a:cubicBezTo>
                <a:cubicBezTo>
                  <a:pt x="927247" y="1301371"/>
                  <a:pt x="913653" y="1314965"/>
                  <a:pt x="896883" y="1314965"/>
                </a:cubicBezTo>
                <a:cubicBezTo>
                  <a:pt x="880114" y="1314965"/>
                  <a:pt x="866520" y="1301371"/>
                  <a:pt x="866520" y="1284602"/>
                </a:cubicBezTo>
                <a:cubicBezTo>
                  <a:pt x="866520" y="1267832"/>
                  <a:pt x="880114" y="1254238"/>
                  <a:pt x="896883" y="1254238"/>
                </a:cubicBezTo>
                <a:close/>
                <a:moveTo>
                  <a:pt x="824329" y="1254238"/>
                </a:moveTo>
                <a:cubicBezTo>
                  <a:pt x="841098" y="1254238"/>
                  <a:pt x="854692" y="1267832"/>
                  <a:pt x="854692" y="1284602"/>
                </a:cubicBezTo>
                <a:cubicBezTo>
                  <a:pt x="854692" y="1301371"/>
                  <a:pt x="841098" y="1314965"/>
                  <a:pt x="824329" y="1314965"/>
                </a:cubicBezTo>
                <a:cubicBezTo>
                  <a:pt x="807559" y="1314965"/>
                  <a:pt x="793965" y="1301371"/>
                  <a:pt x="793965" y="1284602"/>
                </a:cubicBezTo>
                <a:cubicBezTo>
                  <a:pt x="793965" y="1267832"/>
                  <a:pt x="807559" y="1254238"/>
                  <a:pt x="824329" y="1254238"/>
                </a:cubicBezTo>
                <a:close/>
                <a:moveTo>
                  <a:pt x="751774" y="1254238"/>
                </a:moveTo>
                <a:cubicBezTo>
                  <a:pt x="768544" y="1254238"/>
                  <a:pt x="782138" y="1267832"/>
                  <a:pt x="782138" y="1284602"/>
                </a:cubicBezTo>
                <a:cubicBezTo>
                  <a:pt x="782138" y="1301371"/>
                  <a:pt x="768544" y="1314965"/>
                  <a:pt x="751774" y="1314965"/>
                </a:cubicBezTo>
                <a:cubicBezTo>
                  <a:pt x="735005" y="1314965"/>
                  <a:pt x="721411" y="1301371"/>
                  <a:pt x="721411" y="1284602"/>
                </a:cubicBezTo>
                <a:cubicBezTo>
                  <a:pt x="721411" y="1267832"/>
                  <a:pt x="735005" y="1254238"/>
                  <a:pt x="751774" y="1254238"/>
                </a:cubicBezTo>
                <a:close/>
                <a:moveTo>
                  <a:pt x="679220" y="1254238"/>
                </a:moveTo>
                <a:cubicBezTo>
                  <a:pt x="695989" y="1254238"/>
                  <a:pt x="709583" y="1267832"/>
                  <a:pt x="709583" y="1284602"/>
                </a:cubicBezTo>
                <a:cubicBezTo>
                  <a:pt x="709583" y="1301371"/>
                  <a:pt x="695989" y="1314965"/>
                  <a:pt x="679220" y="1314965"/>
                </a:cubicBezTo>
                <a:cubicBezTo>
                  <a:pt x="662450" y="1314965"/>
                  <a:pt x="648856" y="1301371"/>
                  <a:pt x="648856" y="1284602"/>
                </a:cubicBezTo>
                <a:cubicBezTo>
                  <a:pt x="648856" y="1267832"/>
                  <a:pt x="662450" y="1254238"/>
                  <a:pt x="679220" y="1254238"/>
                </a:cubicBezTo>
                <a:close/>
                <a:moveTo>
                  <a:pt x="606665" y="1254238"/>
                </a:moveTo>
                <a:cubicBezTo>
                  <a:pt x="623435" y="1254238"/>
                  <a:pt x="637029" y="1267832"/>
                  <a:pt x="637029" y="1284602"/>
                </a:cubicBezTo>
                <a:cubicBezTo>
                  <a:pt x="637029" y="1301371"/>
                  <a:pt x="623435" y="1314965"/>
                  <a:pt x="606665" y="1314965"/>
                </a:cubicBezTo>
                <a:cubicBezTo>
                  <a:pt x="589896" y="1314965"/>
                  <a:pt x="576302" y="1301371"/>
                  <a:pt x="576302" y="1284602"/>
                </a:cubicBezTo>
                <a:cubicBezTo>
                  <a:pt x="576302" y="1267832"/>
                  <a:pt x="589896" y="1254238"/>
                  <a:pt x="606665" y="1254238"/>
                </a:cubicBezTo>
                <a:close/>
                <a:moveTo>
                  <a:pt x="534111" y="1254238"/>
                </a:moveTo>
                <a:cubicBezTo>
                  <a:pt x="550880" y="1254238"/>
                  <a:pt x="564474" y="1267832"/>
                  <a:pt x="564474" y="1284602"/>
                </a:cubicBezTo>
                <a:cubicBezTo>
                  <a:pt x="564474" y="1301371"/>
                  <a:pt x="550880" y="1314965"/>
                  <a:pt x="534111" y="1314965"/>
                </a:cubicBezTo>
                <a:cubicBezTo>
                  <a:pt x="517341" y="1314965"/>
                  <a:pt x="503747" y="1301371"/>
                  <a:pt x="503747" y="1284602"/>
                </a:cubicBezTo>
                <a:cubicBezTo>
                  <a:pt x="503747" y="1267832"/>
                  <a:pt x="517341" y="1254238"/>
                  <a:pt x="534111" y="1254238"/>
                </a:cubicBezTo>
                <a:close/>
                <a:moveTo>
                  <a:pt x="461556" y="1254238"/>
                </a:moveTo>
                <a:cubicBezTo>
                  <a:pt x="478326" y="1254238"/>
                  <a:pt x="491920" y="1267832"/>
                  <a:pt x="491920" y="1284602"/>
                </a:cubicBezTo>
                <a:cubicBezTo>
                  <a:pt x="491920" y="1301371"/>
                  <a:pt x="478326" y="1314965"/>
                  <a:pt x="461556" y="1314965"/>
                </a:cubicBezTo>
                <a:cubicBezTo>
                  <a:pt x="444787" y="1314965"/>
                  <a:pt x="431192" y="1301371"/>
                  <a:pt x="431192" y="1284602"/>
                </a:cubicBezTo>
                <a:cubicBezTo>
                  <a:pt x="431192" y="1267832"/>
                  <a:pt x="444787" y="1254238"/>
                  <a:pt x="461556" y="1254238"/>
                </a:cubicBezTo>
                <a:close/>
                <a:moveTo>
                  <a:pt x="389002" y="1254238"/>
                </a:moveTo>
                <a:cubicBezTo>
                  <a:pt x="405771" y="1254238"/>
                  <a:pt x="419365" y="1267832"/>
                  <a:pt x="419365" y="1284602"/>
                </a:cubicBezTo>
                <a:cubicBezTo>
                  <a:pt x="419365" y="1301371"/>
                  <a:pt x="405771" y="1314965"/>
                  <a:pt x="389002" y="1314965"/>
                </a:cubicBezTo>
                <a:cubicBezTo>
                  <a:pt x="372232" y="1314965"/>
                  <a:pt x="358638" y="1301371"/>
                  <a:pt x="358638" y="1284602"/>
                </a:cubicBezTo>
                <a:cubicBezTo>
                  <a:pt x="358638" y="1267832"/>
                  <a:pt x="372232" y="1254238"/>
                  <a:pt x="389002" y="1254238"/>
                </a:cubicBezTo>
                <a:close/>
                <a:moveTo>
                  <a:pt x="316447" y="1254238"/>
                </a:moveTo>
                <a:cubicBezTo>
                  <a:pt x="333216" y="1254238"/>
                  <a:pt x="346810" y="1267832"/>
                  <a:pt x="346810" y="1284602"/>
                </a:cubicBezTo>
                <a:cubicBezTo>
                  <a:pt x="346810" y="1301371"/>
                  <a:pt x="333216" y="1314965"/>
                  <a:pt x="316447" y="1314965"/>
                </a:cubicBezTo>
                <a:cubicBezTo>
                  <a:pt x="299677" y="1314965"/>
                  <a:pt x="286084" y="1301371"/>
                  <a:pt x="286084" y="1284602"/>
                </a:cubicBezTo>
                <a:cubicBezTo>
                  <a:pt x="286084" y="1267832"/>
                  <a:pt x="299677" y="1254238"/>
                  <a:pt x="316447" y="1254238"/>
                </a:cubicBezTo>
                <a:close/>
                <a:moveTo>
                  <a:pt x="243892" y="1254238"/>
                </a:moveTo>
                <a:cubicBezTo>
                  <a:pt x="260662" y="1254238"/>
                  <a:pt x="274256" y="1267832"/>
                  <a:pt x="274256" y="1284602"/>
                </a:cubicBezTo>
                <a:cubicBezTo>
                  <a:pt x="274256" y="1301371"/>
                  <a:pt x="260662" y="1314965"/>
                  <a:pt x="243892" y="1314965"/>
                </a:cubicBezTo>
                <a:cubicBezTo>
                  <a:pt x="227123" y="1314965"/>
                  <a:pt x="213529" y="1301371"/>
                  <a:pt x="213529" y="1284602"/>
                </a:cubicBezTo>
                <a:cubicBezTo>
                  <a:pt x="213529" y="1267832"/>
                  <a:pt x="227123" y="1254238"/>
                  <a:pt x="243892" y="1254238"/>
                </a:cubicBezTo>
                <a:close/>
                <a:moveTo>
                  <a:pt x="171339" y="1254238"/>
                </a:moveTo>
                <a:cubicBezTo>
                  <a:pt x="188107" y="1254238"/>
                  <a:pt x="201701" y="1267832"/>
                  <a:pt x="201701" y="1284602"/>
                </a:cubicBezTo>
                <a:cubicBezTo>
                  <a:pt x="201701" y="1301371"/>
                  <a:pt x="188107" y="1314965"/>
                  <a:pt x="171339" y="1314965"/>
                </a:cubicBezTo>
                <a:cubicBezTo>
                  <a:pt x="154622" y="1314965"/>
                  <a:pt x="141029" y="1301371"/>
                  <a:pt x="141029" y="1284602"/>
                </a:cubicBezTo>
                <a:cubicBezTo>
                  <a:pt x="141029" y="1267832"/>
                  <a:pt x="154622" y="1254238"/>
                  <a:pt x="171339" y="1254238"/>
                </a:cubicBezTo>
                <a:close/>
                <a:moveTo>
                  <a:pt x="98845" y="1254238"/>
                </a:moveTo>
                <a:cubicBezTo>
                  <a:pt x="115610" y="1254238"/>
                  <a:pt x="129204" y="1267832"/>
                  <a:pt x="129204" y="1284602"/>
                </a:cubicBezTo>
                <a:cubicBezTo>
                  <a:pt x="129204" y="1301371"/>
                  <a:pt x="115610" y="1314965"/>
                  <a:pt x="98845" y="1314965"/>
                </a:cubicBezTo>
                <a:cubicBezTo>
                  <a:pt x="82074" y="1314965"/>
                  <a:pt x="68480" y="1301371"/>
                  <a:pt x="68480" y="1284602"/>
                </a:cubicBezTo>
                <a:cubicBezTo>
                  <a:pt x="68480" y="1267832"/>
                  <a:pt x="82074" y="1254238"/>
                  <a:pt x="98845" y="1254238"/>
                </a:cubicBezTo>
                <a:close/>
                <a:moveTo>
                  <a:pt x="26290" y="1254238"/>
                </a:moveTo>
                <a:cubicBezTo>
                  <a:pt x="43057" y="1254238"/>
                  <a:pt x="56651" y="1267832"/>
                  <a:pt x="56651" y="1284602"/>
                </a:cubicBezTo>
                <a:cubicBezTo>
                  <a:pt x="56651" y="1301371"/>
                  <a:pt x="43057" y="1314965"/>
                  <a:pt x="26290" y="1314965"/>
                </a:cubicBezTo>
                <a:cubicBezTo>
                  <a:pt x="17905" y="1314965"/>
                  <a:pt x="10314" y="1311567"/>
                  <a:pt x="4819" y="1306072"/>
                </a:cubicBezTo>
                <a:lnTo>
                  <a:pt x="0" y="1294437"/>
                </a:lnTo>
                <a:lnTo>
                  <a:pt x="0" y="1274766"/>
                </a:lnTo>
                <a:lnTo>
                  <a:pt x="4819" y="1263131"/>
                </a:lnTo>
                <a:cubicBezTo>
                  <a:pt x="10314" y="1257637"/>
                  <a:pt x="17905" y="1254238"/>
                  <a:pt x="26290" y="1254238"/>
                </a:cubicBezTo>
                <a:close/>
                <a:moveTo>
                  <a:pt x="1474228" y="1174410"/>
                </a:moveTo>
                <a:lnTo>
                  <a:pt x="1450688" y="1213159"/>
                </a:lnTo>
                <a:lnTo>
                  <a:pt x="1446956" y="1204150"/>
                </a:lnTo>
                <a:cubicBezTo>
                  <a:pt x="1446956" y="1191573"/>
                  <a:pt x="1454603" y="1180782"/>
                  <a:pt x="1465501" y="1176173"/>
                </a:cubicBezTo>
                <a:close/>
                <a:moveTo>
                  <a:pt x="1404765" y="1173786"/>
                </a:moveTo>
                <a:cubicBezTo>
                  <a:pt x="1421535" y="1173786"/>
                  <a:pt x="1435129" y="1187380"/>
                  <a:pt x="1435129" y="1204150"/>
                </a:cubicBezTo>
                <a:cubicBezTo>
                  <a:pt x="1435129" y="1220919"/>
                  <a:pt x="1421535" y="1234513"/>
                  <a:pt x="1404765" y="1234513"/>
                </a:cubicBezTo>
                <a:cubicBezTo>
                  <a:pt x="1387996" y="1234513"/>
                  <a:pt x="1374402" y="1220919"/>
                  <a:pt x="1374402" y="1204150"/>
                </a:cubicBezTo>
                <a:cubicBezTo>
                  <a:pt x="1374402" y="1187380"/>
                  <a:pt x="1387996" y="1173786"/>
                  <a:pt x="1404765" y="1173786"/>
                </a:cubicBezTo>
                <a:close/>
                <a:moveTo>
                  <a:pt x="1332211" y="1173786"/>
                </a:moveTo>
                <a:cubicBezTo>
                  <a:pt x="1348980" y="1173786"/>
                  <a:pt x="1362574" y="1187380"/>
                  <a:pt x="1362574" y="1204150"/>
                </a:cubicBezTo>
                <a:cubicBezTo>
                  <a:pt x="1362574" y="1220919"/>
                  <a:pt x="1348980" y="1234513"/>
                  <a:pt x="1332211" y="1234513"/>
                </a:cubicBezTo>
                <a:cubicBezTo>
                  <a:pt x="1315441" y="1234513"/>
                  <a:pt x="1301847" y="1220919"/>
                  <a:pt x="1301847" y="1204150"/>
                </a:cubicBezTo>
                <a:cubicBezTo>
                  <a:pt x="1301847" y="1187380"/>
                  <a:pt x="1315441" y="1173786"/>
                  <a:pt x="1332211" y="1173786"/>
                </a:cubicBezTo>
                <a:close/>
                <a:moveTo>
                  <a:pt x="1259656" y="1173786"/>
                </a:moveTo>
                <a:cubicBezTo>
                  <a:pt x="1276426" y="1173786"/>
                  <a:pt x="1290020" y="1187380"/>
                  <a:pt x="1290020" y="1204150"/>
                </a:cubicBezTo>
                <a:cubicBezTo>
                  <a:pt x="1290020" y="1220919"/>
                  <a:pt x="1276426" y="1234513"/>
                  <a:pt x="1259656" y="1234513"/>
                </a:cubicBezTo>
                <a:cubicBezTo>
                  <a:pt x="1242887" y="1234513"/>
                  <a:pt x="1229293" y="1220919"/>
                  <a:pt x="1229293" y="1204150"/>
                </a:cubicBezTo>
                <a:cubicBezTo>
                  <a:pt x="1229293" y="1187380"/>
                  <a:pt x="1242887" y="1173786"/>
                  <a:pt x="1259656" y="1173786"/>
                </a:cubicBezTo>
                <a:close/>
                <a:moveTo>
                  <a:pt x="1187102" y="1173786"/>
                </a:moveTo>
                <a:cubicBezTo>
                  <a:pt x="1203871" y="1173786"/>
                  <a:pt x="1217465" y="1187380"/>
                  <a:pt x="1217465" y="1204150"/>
                </a:cubicBezTo>
                <a:cubicBezTo>
                  <a:pt x="1217465" y="1220919"/>
                  <a:pt x="1203871" y="1234513"/>
                  <a:pt x="1187102" y="1234513"/>
                </a:cubicBezTo>
                <a:cubicBezTo>
                  <a:pt x="1170332" y="1234513"/>
                  <a:pt x="1156738" y="1220919"/>
                  <a:pt x="1156738" y="1204150"/>
                </a:cubicBezTo>
                <a:cubicBezTo>
                  <a:pt x="1156738" y="1187380"/>
                  <a:pt x="1170332" y="1173786"/>
                  <a:pt x="1187102" y="1173786"/>
                </a:cubicBezTo>
                <a:close/>
                <a:moveTo>
                  <a:pt x="1114547" y="1173786"/>
                </a:moveTo>
                <a:cubicBezTo>
                  <a:pt x="1131317" y="1173786"/>
                  <a:pt x="1144911" y="1187380"/>
                  <a:pt x="1144911" y="1204150"/>
                </a:cubicBezTo>
                <a:cubicBezTo>
                  <a:pt x="1144911" y="1220919"/>
                  <a:pt x="1131317" y="1234513"/>
                  <a:pt x="1114547" y="1234513"/>
                </a:cubicBezTo>
                <a:cubicBezTo>
                  <a:pt x="1097778" y="1234513"/>
                  <a:pt x="1084184" y="1220919"/>
                  <a:pt x="1084184" y="1204150"/>
                </a:cubicBezTo>
                <a:cubicBezTo>
                  <a:pt x="1084184" y="1187380"/>
                  <a:pt x="1097778" y="1173786"/>
                  <a:pt x="1114547" y="1173786"/>
                </a:cubicBezTo>
                <a:close/>
                <a:moveTo>
                  <a:pt x="1041993" y="1173786"/>
                </a:moveTo>
                <a:cubicBezTo>
                  <a:pt x="1058762" y="1173786"/>
                  <a:pt x="1072356" y="1187380"/>
                  <a:pt x="1072356" y="1204150"/>
                </a:cubicBezTo>
                <a:cubicBezTo>
                  <a:pt x="1072356" y="1220919"/>
                  <a:pt x="1058762" y="1234513"/>
                  <a:pt x="1041993" y="1234513"/>
                </a:cubicBezTo>
                <a:cubicBezTo>
                  <a:pt x="1025223" y="1234513"/>
                  <a:pt x="1011629" y="1220919"/>
                  <a:pt x="1011629" y="1204150"/>
                </a:cubicBezTo>
                <a:cubicBezTo>
                  <a:pt x="1011629" y="1187380"/>
                  <a:pt x="1025223" y="1173786"/>
                  <a:pt x="1041993" y="1173786"/>
                </a:cubicBezTo>
                <a:close/>
                <a:moveTo>
                  <a:pt x="969438" y="1173786"/>
                </a:moveTo>
                <a:cubicBezTo>
                  <a:pt x="986208" y="1173786"/>
                  <a:pt x="999801" y="1187380"/>
                  <a:pt x="999801" y="1204150"/>
                </a:cubicBezTo>
                <a:cubicBezTo>
                  <a:pt x="999801" y="1220919"/>
                  <a:pt x="986208" y="1234513"/>
                  <a:pt x="969438" y="1234513"/>
                </a:cubicBezTo>
                <a:cubicBezTo>
                  <a:pt x="952669" y="1234513"/>
                  <a:pt x="939075" y="1220919"/>
                  <a:pt x="939075" y="1204150"/>
                </a:cubicBezTo>
                <a:cubicBezTo>
                  <a:pt x="939075" y="1187380"/>
                  <a:pt x="952669" y="1173786"/>
                  <a:pt x="969438" y="1173786"/>
                </a:cubicBezTo>
                <a:close/>
                <a:moveTo>
                  <a:pt x="896883" y="1173786"/>
                </a:moveTo>
                <a:cubicBezTo>
                  <a:pt x="913653" y="1173786"/>
                  <a:pt x="927247" y="1187380"/>
                  <a:pt x="927247" y="1204150"/>
                </a:cubicBezTo>
                <a:cubicBezTo>
                  <a:pt x="927247" y="1220919"/>
                  <a:pt x="913653" y="1234513"/>
                  <a:pt x="896883" y="1234513"/>
                </a:cubicBezTo>
                <a:cubicBezTo>
                  <a:pt x="880114" y="1234513"/>
                  <a:pt x="866520" y="1220919"/>
                  <a:pt x="866520" y="1204150"/>
                </a:cubicBezTo>
                <a:cubicBezTo>
                  <a:pt x="866520" y="1187380"/>
                  <a:pt x="880114" y="1173786"/>
                  <a:pt x="896883" y="1173786"/>
                </a:cubicBezTo>
                <a:close/>
                <a:moveTo>
                  <a:pt x="824329" y="1173786"/>
                </a:moveTo>
                <a:cubicBezTo>
                  <a:pt x="841098" y="1173786"/>
                  <a:pt x="854692" y="1187380"/>
                  <a:pt x="854692" y="1204150"/>
                </a:cubicBezTo>
                <a:cubicBezTo>
                  <a:pt x="854692" y="1220919"/>
                  <a:pt x="841098" y="1234513"/>
                  <a:pt x="824329" y="1234513"/>
                </a:cubicBezTo>
                <a:cubicBezTo>
                  <a:pt x="807559" y="1234513"/>
                  <a:pt x="793965" y="1220919"/>
                  <a:pt x="793965" y="1204150"/>
                </a:cubicBezTo>
                <a:cubicBezTo>
                  <a:pt x="793965" y="1187380"/>
                  <a:pt x="807559" y="1173786"/>
                  <a:pt x="824329" y="1173786"/>
                </a:cubicBezTo>
                <a:close/>
                <a:moveTo>
                  <a:pt x="751774" y="1173786"/>
                </a:moveTo>
                <a:cubicBezTo>
                  <a:pt x="768544" y="1173786"/>
                  <a:pt x="782138" y="1187380"/>
                  <a:pt x="782138" y="1204150"/>
                </a:cubicBezTo>
                <a:cubicBezTo>
                  <a:pt x="782138" y="1220919"/>
                  <a:pt x="768544" y="1234513"/>
                  <a:pt x="751774" y="1234513"/>
                </a:cubicBezTo>
                <a:cubicBezTo>
                  <a:pt x="735005" y="1234513"/>
                  <a:pt x="721411" y="1220919"/>
                  <a:pt x="721411" y="1204150"/>
                </a:cubicBezTo>
                <a:cubicBezTo>
                  <a:pt x="721411" y="1187380"/>
                  <a:pt x="735005" y="1173786"/>
                  <a:pt x="751774" y="1173786"/>
                </a:cubicBezTo>
                <a:close/>
                <a:moveTo>
                  <a:pt x="679220" y="1173786"/>
                </a:moveTo>
                <a:cubicBezTo>
                  <a:pt x="695989" y="1173786"/>
                  <a:pt x="709583" y="1187380"/>
                  <a:pt x="709583" y="1204150"/>
                </a:cubicBezTo>
                <a:cubicBezTo>
                  <a:pt x="709583" y="1220919"/>
                  <a:pt x="695989" y="1234513"/>
                  <a:pt x="679220" y="1234513"/>
                </a:cubicBezTo>
                <a:cubicBezTo>
                  <a:pt x="662450" y="1234513"/>
                  <a:pt x="648856" y="1220919"/>
                  <a:pt x="648856" y="1204150"/>
                </a:cubicBezTo>
                <a:cubicBezTo>
                  <a:pt x="648856" y="1187380"/>
                  <a:pt x="662450" y="1173786"/>
                  <a:pt x="679220" y="1173786"/>
                </a:cubicBezTo>
                <a:close/>
                <a:moveTo>
                  <a:pt x="606665" y="1173786"/>
                </a:moveTo>
                <a:cubicBezTo>
                  <a:pt x="623435" y="1173786"/>
                  <a:pt x="637029" y="1187380"/>
                  <a:pt x="637029" y="1204150"/>
                </a:cubicBezTo>
                <a:cubicBezTo>
                  <a:pt x="637029" y="1220919"/>
                  <a:pt x="623435" y="1234513"/>
                  <a:pt x="606665" y="1234513"/>
                </a:cubicBezTo>
                <a:cubicBezTo>
                  <a:pt x="589896" y="1234513"/>
                  <a:pt x="576302" y="1220919"/>
                  <a:pt x="576302" y="1204150"/>
                </a:cubicBezTo>
                <a:cubicBezTo>
                  <a:pt x="576302" y="1187380"/>
                  <a:pt x="589896" y="1173786"/>
                  <a:pt x="606665" y="1173786"/>
                </a:cubicBezTo>
                <a:close/>
                <a:moveTo>
                  <a:pt x="534111" y="1173786"/>
                </a:moveTo>
                <a:cubicBezTo>
                  <a:pt x="550880" y="1173786"/>
                  <a:pt x="564474" y="1187380"/>
                  <a:pt x="564474" y="1204150"/>
                </a:cubicBezTo>
                <a:cubicBezTo>
                  <a:pt x="564474" y="1220919"/>
                  <a:pt x="550880" y="1234513"/>
                  <a:pt x="534111" y="1234513"/>
                </a:cubicBezTo>
                <a:cubicBezTo>
                  <a:pt x="517341" y="1234513"/>
                  <a:pt x="503747" y="1220919"/>
                  <a:pt x="503747" y="1204150"/>
                </a:cubicBezTo>
                <a:cubicBezTo>
                  <a:pt x="503747" y="1187380"/>
                  <a:pt x="517341" y="1173786"/>
                  <a:pt x="534111" y="1173786"/>
                </a:cubicBezTo>
                <a:close/>
                <a:moveTo>
                  <a:pt x="461556" y="1173786"/>
                </a:moveTo>
                <a:cubicBezTo>
                  <a:pt x="478326" y="1173786"/>
                  <a:pt x="491920" y="1187380"/>
                  <a:pt x="491920" y="1204150"/>
                </a:cubicBezTo>
                <a:cubicBezTo>
                  <a:pt x="491920" y="1220919"/>
                  <a:pt x="478326" y="1234513"/>
                  <a:pt x="461556" y="1234513"/>
                </a:cubicBezTo>
                <a:cubicBezTo>
                  <a:pt x="444787" y="1234513"/>
                  <a:pt x="431192" y="1220919"/>
                  <a:pt x="431192" y="1204150"/>
                </a:cubicBezTo>
                <a:cubicBezTo>
                  <a:pt x="431192" y="1187380"/>
                  <a:pt x="444787" y="1173786"/>
                  <a:pt x="461556" y="1173786"/>
                </a:cubicBezTo>
                <a:close/>
                <a:moveTo>
                  <a:pt x="389002" y="1173786"/>
                </a:moveTo>
                <a:cubicBezTo>
                  <a:pt x="405771" y="1173786"/>
                  <a:pt x="419365" y="1187380"/>
                  <a:pt x="419365" y="1204150"/>
                </a:cubicBezTo>
                <a:cubicBezTo>
                  <a:pt x="419365" y="1220919"/>
                  <a:pt x="405771" y="1234513"/>
                  <a:pt x="389002" y="1234513"/>
                </a:cubicBezTo>
                <a:cubicBezTo>
                  <a:pt x="372232" y="1234513"/>
                  <a:pt x="358638" y="1220919"/>
                  <a:pt x="358638" y="1204150"/>
                </a:cubicBezTo>
                <a:cubicBezTo>
                  <a:pt x="358638" y="1187380"/>
                  <a:pt x="372232" y="1173786"/>
                  <a:pt x="389002" y="1173786"/>
                </a:cubicBezTo>
                <a:close/>
                <a:moveTo>
                  <a:pt x="316447" y="1173786"/>
                </a:moveTo>
                <a:cubicBezTo>
                  <a:pt x="333216" y="1173786"/>
                  <a:pt x="346810" y="1187380"/>
                  <a:pt x="346810" y="1204150"/>
                </a:cubicBezTo>
                <a:cubicBezTo>
                  <a:pt x="346810" y="1220919"/>
                  <a:pt x="333216" y="1234513"/>
                  <a:pt x="316447" y="1234513"/>
                </a:cubicBezTo>
                <a:cubicBezTo>
                  <a:pt x="299677" y="1234513"/>
                  <a:pt x="286084" y="1220919"/>
                  <a:pt x="286084" y="1204150"/>
                </a:cubicBezTo>
                <a:cubicBezTo>
                  <a:pt x="286084" y="1187380"/>
                  <a:pt x="299677" y="1173786"/>
                  <a:pt x="316447" y="1173786"/>
                </a:cubicBezTo>
                <a:close/>
                <a:moveTo>
                  <a:pt x="243892" y="1173786"/>
                </a:moveTo>
                <a:cubicBezTo>
                  <a:pt x="260662" y="1173786"/>
                  <a:pt x="274256" y="1187380"/>
                  <a:pt x="274256" y="1204150"/>
                </a:cubicBezTo>
                <a:cubicBezTo>
                  <a:pt x="274256" y="1220919"/>
                  <a:pt x="260662" y="1234513"/>
                  <a:pt x="243892" y="1234513"/>
                </a:cubicBezTo>
                <a:cubicBezTo>
                  <a:pt x="227123" y="1234513"/>
                  <a:pt x="213529" y="1220919"/>
                  <a:pt x="213529" y="1204150"/>
                </a:cubicBezTo>
                <a:cubicBezTo>
                  <a:pt x="213529" y="1187380"/>
                  <a:pt x="227123" y="1173786"/>
                  <a:pt x="243892" y="1173786"/>
                </a:cubicBezTo>
                <a:close/>
                <a:moveTo>
                  <a:pt x="171339" y="1173786"/>
                </a:moveTo>
                <a:cubicBezTo>
                  <a:pt x="188107" y="1173786"/>
                  <a:pt x="201701" y="1187380"/>
                  <a:pt x="201701" y="1204150"/>
                </a:cubicBezTo>
                <a:cubicBezTo>
                  <a:pt x="201701" y="1220919"/>
                  <a:pt x="188107" y="1234513"/>
                  <a:pt x="171339" y="1234513"/>
                </a:cubicBezTo>
                <a:cubicBezTo>
                  <a:pt x="154627" y="1234513"/>
                  <a:pt x="141034" y="1220919"/>
                  <a:pt x="141034" y="1204150"/>
                </a:cubicBezTo>
                <a:cubicBezTo>
                  <a:pt x="141034" y="1187380"/>
                  <a:pt x="154627" y="1173786"/>
                  <a:pt x="171339" y="1173786"/>
                </a:cubicBezTo>
                <a:close/>
                <a:moveTo>
                  <a:pt x="98852" y="1173786"/>
                </a:moveTo>
                <a:cubicBezTo>
                  <a:pt x="115616" y="1173786"/>
                  <a:pt x="129210" y="1187380"/>
                  <a:pt x="129210" y="1204150"/>
                </a:cubicBezTo>
                <a:cubicBezTo>
                  <a:pt x="129210" y="1220919"/>
                  <a:pt x="115616" y="1234513"/>
                  <a:pt x="98852" y="1234513"/>
                </a:cubicBezTo>
                <a:cubicBezTo>
                  <a:pt x="82080" y="1234513"/>
                  <a:pt x="68486" y="1220919"/>
                  <a:pt x="68486" y="1204150"/>
                </a:cubicBezTo>
                <a:cubicBezTo>
                  <a:pt x="68486" y="1187380"/>
                  <a:pt x="82080" y="1173786"/>
                  <a:pt x="98852" y="1173786"/>
                </a:cubicBezTo>
                <a:close/>
                <a:moveTo>
                  <a:pt x="26297" y="1173786"/>
                </a:moveTo>
                <a:cubicBezTo>
                  <a:pt x="43063" y="1173786"/>
                  <a:pt x="56658" y="1187380"/>
                  <a:pt x="56658" y="1204150"/>
                </a:cubicBezTo>
                <a:cubicBezTo>
                  <a:pt x="56658" y="1220919"/>
                  <a:pt x="43063" y="1234513"/>
                  <a:pt x="26297" y="1234513"/>
                </a:cubicBezTo>
                <a:cubicBezTo>
                  <a:pt x="17912" y="1234513"/>
                  <a:pt x="10321" y="1231115"/>
                  <a:pt x="4826" y="1225620"/>
                </a:cubicBezTo>
                <a:lnTo>
                  <a:pt x="0" y="1213970"/>
                </a:lnTo>
                <a:lnTo>
                  <a:pt x="0" y="1194329"/>
                </a:lnTo>
                <a:lnTo>
                  <a:pt x="4826" y="1182679"/>
                </a:lnTo>
                <a:cubicBezTo>
                  <a:pt x="10321" y="1177185"/>
                  <a:pt x="17912" y="1173786"/>
                  <a:pt x="26297" y="1173786"/>
                </a:cubicBezTo>
                <a:close/>
                <a:moveTo>
                  <a:pt x="1477320" y="1093335"/>
                </a:moveTo>
                <a:cubicBezTo>
                  <a:pt x="1485705" y="1093335"/>
                  <a:pt x="1493295" y="1096733"/>
                  <a:pt x="1498790" y="1102228"/>
                </a:cubicBezTo>
                <a:lnTo>
                  <a:pt x="1505389" y="1118160"/>
                </a:lnTo>
                <a:lnTo>
                  <a:pt x="1493855" y="1142105"/>
                </a:lnTo>
                <a:lnTo>
                  <a:pt x="1487887" y="1151929"/>
                </a:lnTo>
                <a:lnTo>
                  <a:pt x="1477320" y="1154062"/>
                </a:lnTo>
                <a:cubicBezTo>
                  <a:pt x="1460550" y="1154062"/>
                  <a:pt x="1446956" y="1140468"/>
                  <a:pt x="1446956" y="1123698"/>
                </a:cubicBezTo>
                <a:cubicBezTo>
                  <a:pt x="1446956" y="1106929"/>
                  <a:pt x="1460550" y="1093335"/>
                  <a:pt x="1477320" y="1093335"/>
                </a:cubicBezTo>
                <a:close/>
                <a:moveTo>
                  <a:pt x="1404765" y="1093335"/>
                </a:moveTo>
                <a:cubicBezTo>
                  <a:pt x="1421535" y="1093335"/>
                  <a:pt x="1435129" y="1106929"/>
                  <a:pt x="1435129" y="1123698"/>
                </a:cubicBezTo>
                <a:cubicBezTo>
                  <a:pt x="1435129" y="1140468"/>
                  <a:pt x="1421535" y="1154062"/>
                  <a:pt x="1404765" y="1154062"/>
                </a:cubicBezTo>
                <a:cubicBezTo>
                  <a:pt x="1387996" y="1154062"/>
                  <a:pt x="1374402" y="1140468"/>
                  <a:pt x="1374402" y="1123698"/>
                </a:cubicBezTo>
                <a:cubicBezTo>
                  <a:pt x="1374402" y="1106929"/>
                  <a:pt x="1387996" y="1093335"/>
                  <a:pt x="1404765" y="1093335"/>
                </a:cubicBezTo>
                <a:close/>
                <a:moveTo>
                  <a:pt x="1332211" y="1093335"/>
                </a:moveTo>
                <a:cubicBezTo>
                  <a:pt x="1348980" y="1093335"/>
                  <a:pt x="1362574" y="1106929"/>
                  <a:pt x="1362574" y="1123698"/>
                </a:cubicBezTo>
                <a:cubicBezTo>
                  <a:pt x="1362574" y="1140468"/>
                  <a:pt x="1348980" y="1154062"/>
                  <a:pt x="1332211" y="1154062"/>
                </a:cubicBezTo>
                <a:cubicBezTo>
                  <a:pt x="1315441" y="1154062"/>
                  <a:pt x="1301847" y="1140468"/>
                  <a:pt x="1301847" y="1123698"/>
                </a:cubicBezTo>
                <a:cubicBezTo>
                  <a:pt x="1301847" y="1106929"/>
                  <a:pt x="1315441" y="1093335"/>
                  <a:pt x="1332211" y="1093335"/>
                </a:cubicBezTo>
                <a:close/>
                <a:moveTo>
                  <a:pt x="1259656" y="1093335"/>
                </a:moveTo>
                <a:cubicBezTo>
                  <a:pt x="1276426" y="1093335"/>
                  <a:pt x="1290020" y="1106929"/>
                  <a:pt x="1290020" y="1123698"/>
                </a:cubicBezTo>
                <a:cubicBezTo>
                  <a:pt x="1290020" y="1140468"/>
                  <a:pt x="1276426" y="1154062"/>
                  <a:pt x="1259656" y="1154062"/>
                </a:cubicBezTo>
                <a:cubicBezTo>
                  <a:pt x="1242887" y="1154062"/>
                  <a:pt x="1229293" y="1140468"/>
                  <a:pt x="1229293" y="1123698"/>
                </a:cubicBezTo>
                <a:cubicBezTo>
                  <a:pt x="1229293" y="1106929"/>
                  <a:pt x="1242887" y="1093335"/>
                  <a:pt x="1259656" y="1093335"/>
                </a:cubicBezTo>
                <a:close/>
                <a:moveTo>
                  <a:pt x="1187102" y="1093335"/>
                </a:moveTo>
                <a:cubicBezTo>
                  <a:pt x="1203871" y="1093335"/>
                  <a:pt x="1217465" y="1106929"/>
                  <a:pt x="1217465" y="1123698"/>
                </a:cubicBezTo>
                <a:cubicBezTo>
                  <a:pt x="1217465" y="1140468"/>
                  <a:pt x="1203871" y="1154062"/>
                  <a:pt x="1187102" y="1154062"/>
                </a:cubicBezTo>
                <a:cubicBezTo>
                  <a:pt x="1170332" y="1154062"/>
                  <a:pt x="1156738" y="1140468"/>
                  <a:pt x="1156738" y="1123698"/>
                </a:cubicBezTo>
                <a:cubicBezTo>
                  <a:pt x="1156738" y="1106929"/>
                  <a:pt x="1170332" y="1093335"/>
                  <a:pt x="1187102" y="1093335"/>
                </a:cubicBezTo>
                <a:close/>
                <a:moveTo>
                  <a:pt x="1114547" y="1093335"/>
                </a:moveTo>
                <a:cubicBezTo>
                  <a:pt x="1131317" y="1093335"/>
                  <a:pt x="1144911" y="1106929"/>
                  <a:pt x="1144911" y="1123698"/>
                </a:cubicBezTo>
                <a:cubicBezTo>
                  <a:pt x="1144911" y="1140468"/>
                  <a:pt x="1131317" y="1154062"/>
                  <a:pt x="1114547" y="1154062"/>
                </a:cubicBezTo>
                <a:cubicBezTo>
                  <a:pt x="1097778" y="1154062"/>
                  <a:pt x="1084184" y="1140468"/>
                  <a:pt x="1084184" y="1123698"/>
                </a:cubicBezTo>
                <a:cubicBezTo>
                  <a:pt x="1084184" y="1106929"/>
                  <a:pt x="1097778" y="1093335"/>
                  <a:pt x="1114547" y="1093335"/>
                </a:cubicBezTo>
                <a:close/>
                <a:moveTo>
                  <a:pt x="1041993" y="1093335"/>
                </a:moveTo>
                <a:cubicBezTo>
                  <a:pt x="1058762" y="1093335"/>
                  <a:pt x="1072356" y="1106929"/>
                  <a:pt x="1072356" y="1123698"/>
                </a:cubicBezTo>
                <a:cubicBezTo>
                  <a:pt x="1072356" y="1140468"/>
                  <a:pt x="1058762" y="1154062"/>
                  <a:pt x="1041993" y="1154062"/>
                </a:cubicBezTo>
                <a:cubicBezTo>
                  <a:pt x="1025223" y="1154062"/>
                  <a:pt x="1011629" y="1140468"/>
                  <a:pt x="1011629" y="1123698"/>
                </a:cubicBezTo>
                <a:cubicBezTo>
                  <a:pt x="1011629" y="1106929"/>
                  <a:pt x="1025223" y="1093335"/>
                  <a:pt x="1041993" y="1093335"/>
                </a:cubicBezTo>
                <a:close/>
                <a:moveTo>
                  <a:pt x="969438" y="1093335"/>
                </a:moveTo>
                <a:cubicBezTo>
                  <a:pt x="986208" y="1093335"/>
                  <a:pt x="999801" y="1106929"/>
                  <a:pt x="999801" y="1123698"/>
                </a:cubicBezTo>
                <a:cubicBezTo>
                  <a:pt x="999801" y="1140468"/>
                  <a:pt x="986208" y="1154062"/>
                  <a:pt x="969438" y="1154062"/>
                </a:cubicBezTo>
                <a:cubicBezTo>
                  <a:pt x="952669" y="1154062"/>
                  <a:pt x="939075" y="1140468"/>
                  <a:pt x="939075" y="1123698"/>
                </a:cubicBezTo>
                <a:cubicBezTo>
                  <a:pt x="939075" y="1106929"/>
                  <a:pt x="952669" y="1093335"/>
                  <a:pt x="969438" y="1093335"/>
                </a:cubicBezTo>
                <a:close/>
                <a:moveTo>
                  <a:pt x="896883" y="1093335"/>
                </a:moveTo>
                <a:cubicBezTo>
                  <a:pt x="913653" y="1093335"/>
                  <a:pt x="927247" y="1106929"/>
                  <a:pt x="927247" y="1123698"/>
                </a:cubicBezTo>
                <a:cubicBezTo>
                  <a:pt x="927247" y="1140468"/>
                  <a:pt x="913653" y="1154062"/>
                  <a:pt x="896883" y="1154062"/>
                </a:cubicBezTo>
                <a:cubicBezTo>
                  <a:pt x="880114" y="1154062"/>
                  <a:pt x="866520" y="1140468"/>
                  <a:pt x="866520" y="1123698"/>
                </a:cubicBezTo>
                <a:cubicBezTo>
                  <a:pt x="866520" y="1106929"/>
                  <a:pt x="880114" y="1093335"/>
                  <a:pt x="896883" y="1093335"/>
                </a:cubicBezTo>
                <a:close/>
                <a:moveTo>
                  <a:pt x="824329" y="1093335"/>
                </a:moveTo>
                <a:cubicBezTo>
                  <a:pt x="841098" y="1093335"/>
                  <a:pt x="854692" y="1106929"/>
                  <a:pt x="854692" y="1123698"/>
                </a:cubicBezTo>
                <a:cubicBezTo>
                  <a:pt x="854692" y="1140468"/>
                  <a:pt x="841098" y="1154062"/>
                  <a:pt x="824329" y="1154062"/>
                </a:cubicBezTo>
                <a:cubicBezTo>
                  <a:pt x="807559" y="1154062"/>
                  <a:pt x="793965" y="1140468"/>
                  <a:pt x="793965" y="1123698"/>
                </a:cubicBezTo>
                <a:cubicBezTo>
                  <a:pt x="793965" y="1106929"/>
                  <a:pt x="807559" y="1093335"/>
                  <a:pt x="824329" y="1093335"/>
                </a:cubicBezTo>
                <a:close/>
                <a:moveTo>
                  <a:pt x="751774" y="1093335"/>
                </a:moveTo>
                <a:cubicBezTo>
                  <a:pt x="768544" y="1093335"/>
                  <a:pt x="782138" y="1106929"/>
                  <a:pt x="782138" y="1123698"/>
                </a:cubicBezTo>
                <a:cubicBezTo>
                  <a:pt x="782138" y="1140468"/>
                  <a:pt x="768544" y="1154062"/>
                  <a:pt x="751774" y="1154062"/>
                </a:cubicBezTo>
                <a:cubicBezTo>
                  <a:pt x="735005" y="1154062"/>
                  <a:pt x="721411" y="1140468"/>
                  <a:pt x="721411" y="1123698"/>
                </a:cubicBezTo>
                <a:cubicBezTo>
                  <a:pt x="721411" y="1106929"/>
                  <a:pt x="735005" y="1093335"/>
                  <a:pt x="751774" y="1093335"/>
                </a:cubicBezTo>
                <a:close/>
                <a:moveTo>
                  <a:pt x="679220" y="1093335"/>
                </a:moveTo>
                <a:cubicBezTo>
                  <a:pt x="695989" y="1093335"/>
                  <a:pt x="709583" y="1106929"/>
                  <a:pt x="709583" y="1123698"/>
                </a:cubicBezTo>
                <a:cubicBezTo>
                  <a:pt x="709583" y="1140468"/>
                  <a:pt x="695989" y="1154062"/>
                  <a:pt x="679220" y="1154062"/>
                </a:cubicBezTo>
                <a:cubicBezTo>
                  <a:pt x="662450" y="1154062"/>
                  <a:pt x="648856" y="1140468"/>
                  <a:pt x="648856" y="1123698"/>
                </a:cubicBezTo>
                <a:cubicBezTo>
                  <a:pt x="648856" y="1106929"/>
                  <a:pt x="662450" y="1093335"/>
                  <a:pt x="679220" y="1093335"/>
                </a:cubicBezTo>
                <a:close/>
                <a:moveTo>
                  <a:pt x="606665" y="1093335"/>
                </a:moveTo>
                <a:cubicBezTo>
                  <a:pt x="623435" y="1093335"/>
                  <a:pt x="637029" y="1106929"/>
                  <a:pt x="637029" y="1123698"/>
                </a:cubicBezTo>
                <a:cubicBezTo>
                  <a:pt x="637029" y="1140468"/>
                  <a:pt x="623435" y="1154062"/>
                  <a:pt x="606665" y="1154062"/>
                </a:cubicBezTo>
                <a:cubicBezTo>
                  <a:pt x="589896" y="1154062"/>
                  <a:pt x="576302" y="1140468"/>
                  <a:pt x="576302" y="1123698"/>
                </a:cubicBezTo>
                <a:cubicBezTo>
                  <a:pt x="576302" y="1106929"/>
                  <a:pt x="589896" y="1093335"/>
                  <a:pt x="606665" y="1093335"/>
                </a:cubicBezTo>
                <a:close/>
                <a:moveTo>
                  <a:pt x="534111" y="1093335"/>
                </a:moveTo>
                <a:cubicBezTo>
                  <a:pt x="550880" y="1093335"/>
                  <a:pt x="564474" y="1106929"/>
                  <a:pt x="564474" y="1123698"/>
                </a:cubicBezTo>
                <a:cubicBezTo>
                  <a:pt x="564474" y="1140468"/>
                  <a:pt x="550880" y="1154062"/>
                  <a:pt x="534111" y="1154062"/>
                </a:cubicBezTo>
                <a:cubicBezTo>
                  <a:pt x="517341" y="1154062"/>
                  <a:pt x="503747" y="1140468"/>
                  <a:pt x="503747" y="1123698"/>
                </a:cubicBezTo>
                <a:cubicBezTo>
                  <a:pt x="503747" y="1106929"/>
                  <a:pt x="517341" y="1093335"/>
                  <a:pt x="534111" y="1093335"/>
                </a:cubicBezTo>
                <a:close/>
                <a:moveTo>
                  <a:pt x="461556" y="1093335"/>
                </a:moveTo>
                <a:cubicBezTo>
                  <a:pt x="478326" y="1093335"/>
                  <a:pt x="491920" y="1106929"/>
                  <a:pt x="491920" y="1123698"/>
                </a:cubicBezTo>
                <a:cubicBezTo>
                  <a:pt x="491920" y="1140468"/>
                  <a:pt x="478326" y="1154062"/>
                  <a:pt x="461556" y="1154062"/>
                </a:cubicBezTo>
                <a:cubicBezTo>
                  <a:pt x="444787" y="1154062"/>
                  <a:pt x="431192" y="1140468"/>
                  <a:pt x="431192" y="1123698"/>
                </a:cubicBezTo>
                <a:cubicBezTo>
                  <a:pt x="431192" y="1106929"/>
                  <a:pt x="444787" y="1093335"/>
                  <a:pt x="461556" y="1093335"/>
                </a:cubicBezTo>
                <a:close/>
                <a:moveTo>
                  <a:pt x="389002" y="1093335"/>
                </a:moveTo>
                <a:cubicBezTo>
                  <a:pt x="405771" y="1093335"/>
                  <a:pt x="419365" y="1106929"/>
                  <a:pt x="419365" y="1123698"/>
                </a:cubicBezTo>
                <a:cubicBezTo>
                  <a:pt x="419365" y="1140468"/>
                  <a:pt x="405771" y="1154062"/>
                  <a:pt x="389002" y="1154062"/>
                </a:cubicBezTo>
                <a:cubicBezTo>
                  <a:pt x="372232" y="1154062"/>
                  <a:pt x="358638" y="1140468"/>
                  <a:pt x="358638" y="1123698"/>
                </a:cubicBezTo>
                <a:cubicBezTo>
                  <a:pt x="358638" y="1106929"/>
                  <a:pt x="372232" y="1093335"/>
                  <a:pt x="389002" y="1093335"/>
                </a:cubicBezTo>
                <a:close/>
                <a:moveTo>
                  <a:pt x="316447" y="1093335"/>
                </a:moveTo>
                <a:cubicBezTo>
                  <a:pt x="333216" y="1093335"/>
                  <a:pt x="346810" y="1106929"/>
                  <a:pt x="346810" y="1123698"/>
                </a:cubicBezTo>
                <a:cubicBezTo>
                  <a:pt x="346810" y="1140468"/>
                  <a:pt x="333216" y="1154062"/>
                  <a:pt x="316447" y="1154062"/>
                </a:cubicBezTo>
                <a:cubicBezTo>
                  <a:pt x="299677" y="1154062"/>
                  <a:pt x="286084" y="1140468"/>
                  <a:pt x="286084" y="1123698"/>
                </a:cubicBezTo>
                <a:cubicBezTo>
                  <a:pt x="286084" y="1106929"/>
                  <a:pt x="299677" y="1093335"/>
                  <a:pt x="316447" y="1093335"/>
                </a:cubicBezTo>
                <a:close/>
                <a:moveTo>
                  <a:pt x="243892" y="1093335"/>
                </a:moveTo>
                <a:cubicBezTo>
                  <a:pt x="260662" y="1093335"/>
                  <a:pt x="274256" y="1106929"/>
                  <a:pt x="274256" y="1123698"/>
                </a:cubicBezTo>
                <a:cubicBezTo>
                  <a:pt x="274256" y="1140468"/>
                  <a:pt x="260662" y="1154062"/>
                  <a:pt x="243892" y="1154062"/>
                </a:cubicBezTo>
                <a:cubicBezTo>
                  <a:pt x="227123" y="1154062"/>
                  <a:pt x="213529" y="1140468"/>
                  <a:pt x="213529" y="1123698"/>
                </a:cubicBezTo>
                <a:cubicBezTo>
                  <a:pt x="213529" y="1106929"/>
                  <a:pt x="227123" y="1093335"/>
                  <a:pt x="243892" y="1093335"/>
                </a:cubicBezTo>
                <a:close/>
                <a:moveTo>
                  <a:pt x="171339" y="1093335"/>
                </a:moveTo>
                <a:cubicBezTo>
                  <a:pt x="188107" y="1093335"/>
                  <a:pt x="201701" y="1106929"/>
                  <a:pt x="201701" y="1123698"/>
                </a:cubicBezTo>
                <a:cubicBezTo>
                  <a:pt x="201701" y="1140468"/>
                  <a:pt x="188107" y="1154062"/>
                  <a:pt x="171339" y="1154062"/>
                </a:cubicBezTo>
                <a:cubicBezTo>
                  <a:pt x="154633" y="1154062"/>
                  <a:pt x="141040" y="1140468"/>
                  <a:pt x="141040" y="1123698"/>
                </a:cubicBezTo>
                <a:cubicBezTo>
                  <a:pt x="141040" y="1106929"/>
                  <a:pt x="154633" y="1093335"/>
                  <a:pt x="171339" y="1093335"/>
                </a:cubicBezTo>
                <a:close/>
                <a:moveTo>
                  <a:pt x="98858" y="1093335"/>
                </a:moveTo>
                <a:cubicBezTo>
                  <a:pt x="115622" y="1093335"/>
                  <a:pt x="129216" y="1106929"/>
                  <a:pt x="129216" y="1123698"/>
                </a:cubicBezTo>
                <a:cubicBezTo>
                  <a:pt x="129216" y="1140468"/>
                  <a:pt x="115622" y="1154062"/>
                  <a:pt x="98858" y="1154062"/>
                </a:cubicBezTo>
                <a:cubicBezTo>
                  <a:pt x="82086" y="1154062"/>
                  <a:pt x="68492" y="1140468"/>
                  <a:pt x="68492" y="1123698"/>
                </a:cubicBezTo>
                <a:cubicBezTo>
                  <a:pt x="68492" y="1106929"/>
                  <a:pt x="82086" y="1093335"/>
                  <a:pt x="98858" y="1093335"/>
                </a:cubicBezTo>
                <a:close/>
                <a:moveTo>
                  <a:pt x="26303" y="1093335"/>
                </a:moveTo>
                <a:cubicBezTo>
                  <a:pt x="43069" y="1093335"/>
                  <a:pt x="56664" y="1106929"/>
                  <a:pt x="56664" y="1123698"/>
                </a:cubicBezTo>
                <a:cubicBezTo>
                  <a:pt x="56664" y="1140468"/>
                  <a:pt x="43069" y="1154062"/>
                  <a:pt x="26303" y="1154062"/>
                </a:cubicBezTo>
                <a:cubicBezTo>
                  <a:pt x="17918" y="1154062"/>
                  <a:pt x="10327" y="1150664"/>
                  <a:pt x="4832" y="1145169"/>
                </a:cubicBezTo>
                <a:lnTo>
                  <a:pt x="0" y="1133503"/>
                </a:lnTo>
                <a:lnTo>
                  <a:pt x="0" y="1113894"/>
                </a:lnTo>
                <a:lnTo>
                  <a:pt x="4832" y="1102228"/>
                </a:lnTo>
                <a:cubicBezTo>
                  <a:pt x="10327" y="1096734"/>
                  <a:pt x="17918" y="1093335"/>
                  <a:pt x="26303" y="1093335"/>
                </a:cubicBezTo>
                <a:close/>
                <a:moveTo>
                  <a:pt x="1549874" y="1012883"/>
                </a:moveTo>
                <a:lnTo>
                  <a:pt x="1555552" y="1014029"/>
                </a:lnTo>
                <a:lnTo>
                  <a:pt x="1530465" y="1066106"/>
                </a:lnTo>
                <a:lnTo>
                  <a:pt x="1528404" y="1064717"/>
                </a:lnTo>
                <a:cubicBezTo>
                  <a:pt x="1522910" y="1059222"/>
                  <a:pt x="1519511" y="1051631"/>
                  <a:pt x="1519511" y="1043246"/>
                </a:cubicBezTo>
                <a:cubicBezTo>
                  <a:pt x="1519511" y="1026477"/>
                  <a:pt x="1533105" y="1012883"/>
                  <a:pt x="1549874" y="1012883"/>
                </a:cubicBezTo>
                <a:close/>
                <a:moveTo>
                  <a:pt x="1477320" y="1012883"/>
                </a:moveTo>
                <a:cubicBezTo>
                  <a:pt x="1494089" y="1012883"/>
                  <a:pt x="1507683" y="1026477"/>
                  <a:pt x="1507683" y="1043246"/>
                </a:cubicBezTo>
                <a:cubicBezTo>
                  <a:pt x="1507683" y="1060016"/>
                  <a:pt x="1494089" y="1073610"/>
                  <a:pt x="1477320" y="1073610"/>
                </a:cubicBezTo>
                <a:cubicBezTo>
                  <a:pt x="1460550" y="1073610"/>
                  <a:pt x="1446956" y="1060016"/>
                  <a:pt x="1446956" y="1043246"/>
                </a:cubicBezTo>
                <a:cubicBezTo>
                  <a:pt x="1446956" y="1026477"/>
                  <a:pt x="1460550" y="1012883"/>
                  <a:pt x="1477320" y="1012883"/>
                </a:cubicBezTo>
                <a:close/>
                <a:moveTo>
                  <a:pt x="1404765" y="1012883"/>
                </a:moveTo>
                <a:cubicBezTo>
                  <a:pt x="1421535" y="1012883"/>
                  <a:pt x="1435129" y="1026477"/>
                  <a:pt x="1435129" y="1043246"/>
                </a:cubicBezTo>
                <a:cubicBezTo>
                  <a:pt x="1435129" y="1060016"/>
                  <a:pt x="1421535" y="1073610"/>
                  <a:pt x="1404765" y="1073610"/>
                </a:cubicBezTo>
                <a:cubicBezTo>
                  <a:pt x="1387996" y="1073610"/>
                  <a:pt x="1374402" y="1060016"/>
                  <a:pt x="1374402" y="1043246"/>
                </a:cubicBezTo>
                <a:cubicBezTo>
                  <a:pt x="1374402" y="1026477"/>
                  <a:pt x="1387996" y="1012883"/>
                  <a:pt x="1404765" y="1012883"/>
                </a:cubicBezTo>
                <a:close/>
                <a:moveTo>
                  <a:pt x="1332211" y="1012883"/>
                </a:moveTo>
                <a:cubicBezTo>
                  <a:pt x="1348980" y="1012883"/>
                  <a:pt x="1362574" y="1026477"/>
                  <a:pt x="1362574" y="1043246"/>
                </a:cubicBezTo>
                <a:cubicBezTo>
                  <a:pt x="1362574" y="1060016"/>
                  <a:pt x="1348980" y="1073610"/>
                  <a:pt x="1332211" y="1073610"/>
                </a:cubicBezTo>
                <a:cubicBezTo>
                  <a:pt x="1315441" y="1073610"/>
                  <a:pt x="1301847" y="1060016"/>
                  <a:pt x="1301847" y="1043246"/>
                </a:cubicBezTo>
                <a:cubicBezTo>
                  <a:pt x="1301847" y="1026477"/>
                  <a:pt x="1315441" y="1012883"/>
                  <a:pt x="1332211" y="1012883"/>
                </a:cubicBezTo>
                <a:close/>
                <a:moveTo>
                  <a:pt x="1259656" y="1012883"/>
                </a:moveTo>
                <a:cubicBezTo>
                  <a:pt x="1276426" y="1012883"/>
                  <a:pt x="1290020" y="1026477"/>
                  <a:pt x="1290020" y="1043246"/>
                </a:cubicBezTo>
                <a:cubicBezTo>
                  <a:pt x="1290020" y="1060016"/>
                  <a:pt x="1276426" y="1073610"/>
                  <a:pt x="1259656" y="1073610"/>
                </a:cubicBezTo>
                <a:cubicBezTo>
                  <a:pt x="1242887" y="1073610"/>
                  <a:pt x="1229293" y="1060016"/>
                  <a:pt x="1229293" y="1043246"/>
                </a:cubicBezTo>
                <a:cubicBezTo>
                  <a:pt x="1229293" y="1026477"/>
                  <a:pt x="1242887" y="1012883"/>
                  <a:pt x="1259656" y="1012883"/>
                </a:cubicBezTo>
                <a:close/>
                <a:moveTo>
                  <a:pt x="1187102" y="1012883"/>
                </a:moveTo>
                <a:cubicBezTo>
                  <a:pt x="1203871" y="1012883"/>
                  <a:pt x="1217465" y="1026477"/>
                  <a:pt x="1217465" y="1043246"/>
                </a:cubicBezTo>
                <a:cubicBezTo>
                  <a:pt x="1217465" y="1060016"/>
                  <a:pt x="1203871" y="1073610"/>
                  <a:pt x="1187102" y="1073610"/>
                </a:cubicBezTo>
                <a:cubicBezTo>
                  <a:pt x="1170332" y="1073610"/>
                  <a:pt x="1156738" y="1060016"/>
                  <a:pt x="1156738" y="1043246"/>
                </a:cubicBezTo>
                <a:cubicBezTo>
                  <a:pt x="1156738" y="1026477"/>
                  <a:pt x="1170332" y="1012883"/>
                  <a:pt x="1187102" y="1012883"/>
                </a:cubicBezTo>
                <a:close/>
                <a:moveTo>
                  <a:pt x="1114547" y="1012883"/>
                </a:moveTo>
                <a:cubicBezTo>
                  <a:pt x="1131317" y="1012883"/>
                  <a:pt x="1144911" y="1026477"/>
                  <a:pt x="1144911" y="1043246"/>
                </a:cubicBezTo>
                <a:cubicBezTo>
                  <a:pt x="1144911" y="1060016"/>
                  <a:pt x="1131317" y="1073610"/>
                  <a:pt x="1114547" y="1073610"/>
                </a:cubicBezTo>
                <a:cubicBezTo>
                  <a:pt x="1097778" y="1073610"/>
                  <a:pt x="1084184" y="1060016"/>
                  <a:pt x="1084184" y="1043246"/>
                </a:cubicBezTo>
                <a:cubicBezTo>
                  <a:pt x="1084184" y="1026477"/>
                  <a:pt x="1097778" y="1012883"/>
                  <a:pt x="1114547" y="1012883"/>
                </a:cubicBezTo>
                <a:close/>
                <a:moveTo>
                  <a:pt x="1041993" y="1012883"/>
                </a:moveTo>
                <a:cubicBezTo>
                  <a:pt x="1058762" y="1012883"/>
                  <a:pt x="1072356" y="1026477"/>
                  <a:pt x="1072356" y="1043246"/>
                </a:cubicBezTo>
                <a:cubicBezTo>
                  <a:pt x="1072356" y="1060016"/>
                  <a:pt x="1058762" y="1073610"/>
                  <a:pt x="1041993" y="1073610"/>
                </a:cubicBezTo>
                <a:cubicBezTo>
                  <a:pt x="1025223" y="1073610"/>
                  <a:pt x="1011629" y="1060016"/>
                  <a:pt x="1011629" y="1043246"/>
                </a:cubicBezTo>
                <a:cubicBezTo>
                  <a:pt x="1011629" y="1026477"/>
                  <a:pt x="1025223" y="1012883"/>
                  <a:pt x="1041993" y="1012883"/>
                </a:cubicBezTo>
                <a:close/>
                <a:moveTo>
                  <a:pt x="969438" y="1012883"/>
                </a:moveTo>
                <a:cubicBezTo>
                  <a:pt x="986208" y="1012883"/>
                  <a:pt x="999801" y="1026477"/>
                  <a:pt x="999801" y="1043246"/>
                </a:cubicBezTo>
                <a:cubicBezTo>
                  <a:pt x="999801" y="1060016"/>
                  <a:pt x="986208" y="1073610"/>
                  <a:pt x="969438" y="1073610"/>
                </a:cubicBezTo>
                <a:cubicBezTo>
                  <a:pt x="952669" y="1073610"/>
                  <a:pt x="939075" y="1060016"/>
                  <a:pt x="939075" y="1043246"/>
                </a:cubicBezTo>
                <a:cubicBezTo>
                  <a:pt x="939075" y="1026477"/>
                  <a:pt x="952669" y="1012883"/>
                  <a:pt x="969438" y="1012883"/>
                </a:cubicBezTo>
                <a:close/>
                <a:moveTo>
                  <a:pt x="896883" y="1012883"/>
                </a:moveTo>
                <a:cubicBezTo>
                  <a:pt x="913653" y="1012883"/>
                  <a:pt x="927247" y="1026477"/>
                  <a:pt x="927247" y="1043246"/>
                </a:cubicBezTo>
                <a:cubicBezTo>
                  <a:pt x="927247" y="1060016"/>
                  <a:pt x="913653" y="1073610"/>
                  <a:pt x="896883" y="1073610"/>
                </a:cubicBezTo>
                <a:cubicBezTo>
                  <a:pt x="880114" y="1073610"/>
                  <a:pt x="866520" y="1060016"/>
                  <a:pt x="866520" y="1043246"/>
                </a:cubicBezTo>
                <a:cubicBezTo>
                  <a:pt x="866520" y="1026477"/>
                  <a:pt x="880114" y="1012883"/>
                  <a:pt x="896883" y="1012883"/>
                </a:cubicBezTo>
                <a:close/>
                <a:moveTo>
                  <a:pt x="824329" y="1012883"/>
                </a:moveTo>
                <a:cubicBezTo>
                  <a:pt x="841098" y="1012883"/>
                  <a:pt x="854692" y="1026477"/>
                  <a:pt x="854692" y="1043246"/>
                </a:cubicBezTo>
                <a:cubicBezTo>
                  <a:pt x="854692" y="1060016"/>
                  <a:pt x="841098" y="1073610"/>
                  <a:pt x="824329" y="1073610"/>
                </a:cubicBezTo>
                <a:cubicBezTo>
                  <a:pt x="807559" y="1073610"/>
                  <a:pt x="793965" y="1060016"/>
                  <a:pt x="793965" y="1043246"/>
                </a:cubicBezTo>
                <a:cubicBezTo>
                  <a:pt x="793965" y="1026477"/>
                  <a:pt x="807559" y="1012883"/>
                  <a:pt x="824329" y="1012883"/>
                </a:cubicBezTo>
                <a:close/>
                <a:moveTo>
                  <a:pt x="751774" y="1012883"/>
                </a:moveTo>
                <a:cubicBezTo>
                  <a:pt x="768544" y="1012883"/>
                  <a:pt x="782138" y="1026477"/>
                  <a:pt x="782138" y="1043246"/>
                </a:cubicBezTo>
                <a:cubicBezTo>
                  <a:pt x="782138" y="1060016"/>
                  <a:pt x="768544" y="1073610"/>
                  <a:pt x="751774" y="1073610"/>
                </a:cubicBezTo>
                <a:cubicBezTo>
                  <a:pt x="735005" y="1073610"/>
                  <a:pt x="721411" y="1060016"/>
                  <a:pt x="721411" y="1043246"/>
                </a:cubicBezTo>
                <a:cubicBezTo>
                  <a:pt x="721411" y="1026477"/>
                  <a:pt x="735005" y="1012883"/>
                  <a:pt x="751774" y="1012883"/>
                </a:cubicBezTo>
                <a:close/>
                <a:moveTo>
                  <a:pt x="679220" y="1012883"/>
                </a:moveTo>
                <a:cubicBezTo>
                  <a:pt x="695989" y="1012883"/>
                  <a:pt x="709583" y="1026477"/>
                  <a:pt x="709583" y="1043246"/>
                </a:cubicBezTo>
                <a:cubicBezTo>
                  <a:pt x="709583" y="1060016"/>
                  <a:pt x="695989" y="1073610"/>
                  <a:pt x="679220" y="1073610"/>
                </a:cubicBezTo>
                <a:cubicBezTo>
                  <a:pt x="662450" y="1073610"/>
                  <a:pt x="648856" y="1060016"/>
                  <a:pt x="648856" y="1043246"/>
                </a:cubicBezTo>
                <a:cubicBezTo>
                  <a:pt x="648856" y="1026477"/>
                  <a:pt x="662450" y="1012883"/>
                  <a:pt x="679220" y="1012883"/>
                </a:cubicBezTo>
                <a:close/>
                <a:moveTo>
                  <a:pt x="606665" y="1012883"/>
                </a:moveTo>
                <a:cubicBezTo>
                  <a:pt x="623435" y="1012883"/>
                  <a:pt x="637029" y="1026477"/>
                  <a:pt x="637029" y="1043246"/>
                </a:cubicBezTo>
                <a:cubicBezTo>
                  <a:pt x="637029" y="1060016"/>
                  <a:pt x="623435" y="1073610"/>
                  <a:pt x="606665" y="1073610"/>
                </a:cubicBezTo>
                <a:cubicBezTo>
                  <a:pt x="589896" y="1073610"/>
                  <a:pt x="576302" y="1060016"/>
                  <a:pt x="576302" y="1043246"/>
                </a:cubicBezTo>
                <a:cubicBezTo>
                  <a:pt x="576302" y="1026477"/>
                  <a:pt x="589896" y="1012883"/>
                  <a:pt x="606665" y="1012883"/>
                </a:cubicBezTo>
                <a:close/>
                <a:moveTo>
                  <a:pt x="534111" y="1012883"/>
                </a:moveTo>
                <a:cubicBezTo>
                  <a:pt x="550880" y="1012883"/>
                  <a:pt x="564474" y="1026477"/>
                  <a:pt x="564474" y="1043246"/>
                </a:cubicBezTo>
                <a:cubicBezTo>
                  <a:pt x="564474" y="1060016"/>
                  <a:pt x="550880" y="1073610"/>
                  <a:pt x="534111" y="1073610"/>
                </a:cubicBezTo>
                <a:cubicBezTo>
                  <a:pt x="517341" y="1073610"/>
                  <a:pt x="503747" y="1060016"/>
                  <a:pt x="503747" y="1043246"/>
                </a:cubicBezTo>
                <a:cubicBezTo>
                  <a:pt x="503747" y="1026477"/>
                  <a:pt x="517341" y="1012883"/>
                  <a:pt x="534111" y="1012883"/>
                </a:cubicBezTo>
                <a:close/>
                <a:moveTo>
                  <a:pt x="461556" y="1012883"/>
                </a:moveTo>
                <a:cubicBezTo>
                  <a:pt x="478326" y="1012883"/>
                  <a:pt x="491920" y="1026477"/>
                  <a:pt x="491920" y="1043246"/>
                </a:cubicBezTo>
                <a:cubicBezTo>
                  <a:pt x="491920" y="1060016"/>
                  <a:pt x="478326" y="1073610"/>
                  <a:pt x="461556" y="1073610"/>
                </a:cubicBezTo>
                <a:cubicBezTo>
                  <a:pt x="444787" y="1073610"/>
                  <a:pt x="431192" y="1060016"/>
                  <a:pt x="431192" y="1043246"/>
                </a:cubicBezTo>
                <a:cubicBezTo>
                  <a:pt x="431192" y="1026477"/>
                  <a:pt x="444787" y="1012883"/>
                  <a:pt x="461556" y="1012883"/>
                </a:cubicBezTo>
                <a:close/>
                <a:moveTo>
                  <a:pt x="389002" y="1012883"/>
                </a:moveTo>
                <a:cubicBezTo>
                  <a:pt x="405771" y="1012883"/>
                  <a:pt x="419365" y="1026477"/>
                  <a:pt x="419365" y="1043246"/>
                </a:cubicBezTo>
                <a:cubicBezTo>
                  <a:pt x="419365" y="1060016"/>
                  <a:pt x="405771" y="1073610"/>
                  <a:pt x="389002" y="1073610"/>
                </a:cubicBezTo>
                <a:cubicBezTo>
                  <a:pt x="372232" y="1073610"/>
                  <a:pt x="358638" y="1060016"/>
                  <a:pt x="358638" y="1043246"/>
                </a:cubicBezTo>
                <a:cubicBezTo>
                  <a:pt x="358638" y="1026477"/>
                  <a:pt x="372232" y="1012883"/>
                  <a:pt x="389002" y="1012883"/>
                </a:cubicBezTo>
                <a:close/>
                <a:moveTo>
                  <a:pt x="316447" y="1012883"/>
                </a:moveTo>
                <a:cubicBezTo>
                  <a:pt x="333216" y="1012883"/>
                  <a:pt x="346810" y="1026477"/>
                  <a:pt x="346810" y="1043246"/>
                </a:cubicBezTo>
                <a:cubicBezTo>
                  <a:pt x="346810" y="1060016"/>
                  <a:pt x="333216" y="1073610"/>
                  <a:pt x="316447" y="1073610"/>
                </a:cubicBezTo>
                <a:cubicBezTo>
                  <a:pt x="299677" y="1073610"/>
                  <a:pt x="286084" y="1060016"/>
                  <a:pt x="286084" y="1043246"/>
                </a:cubicBezTo>
                <a:cubicBezTo>
                  <a:pt x="286084" y="1026477"/>
                  <a:pt x="299677" y="1012883"/>
                  <a:pt x="316447" y="1012883"/>
                </a:cubicBezTo>
                <a:close/>
                <a:moveTo>
                  <a:pt x="243892" y="1012883"/>
                </a:moveTo>
                <a:cubicBezTo>
                  <a:pt x="260662" y="1012883"/>
                  <a:pt x="274256" y="1026477"/>
                  <a:pt x="274256" y="1043246"/>
                </a:cubicBezTo>
                <a:cubicBezTo>
                  <a:pt x="274256" y="1060016"/>
                  <a:pt x="260662" y="1073610"/>
                  <a:pt x="243892" y="1073610"/>
                </a:cubicBezTo>
                <a:cubicBezTo>
                  <a:pt x="227123" y="1073610"/>
                  <a:pt x="213529" y="1060016"/>
                  <a:pt x="213529" y="1043246"/>
                </a:cubicBezTo>
                <a:cubicBezTo>
                  <a:pt x="213529" y="1026477"/>
                  <a:pt x="227123" y="1012883"/>
                  <a:pt x="243892" y="1012883"/>
                </a:cubicBezTo>
                <a:close/>
                <a:moveTo>
                  <a:pt x="171339" y="1012883"/>
                </a:moveTo>
                <a:cubicBezTo>
                  <a:pt x="188107" y="1012883"/>
                  <a:pt x="201701" y="1026477"/>
                  <a:pt x="201701" y="1043246"/>
                </a:cubicBezTo>
                <a:cubicBezTo>
                  <a:pt x="201701" y="1060016"/>
                  <a:pt x="188107" y="1073610"/>
                  <a:pt x="171339" y="1073610"/>
                </a:cubicBezTo>
                <a:cubicBezTo>
                  <a:pt x="154639" y="1073610"/>
                  <a:pt x="141045" y="1060016"/>
                  <a:pt x="141045" y="1043246"/>
                </a:cubicBezTo>
                <a:cubicBezTo>
                  <a:pt x="141045" y="1026477"/>
                  <a:pt x="154639" y="1012883"/>
                  <a:pt x="171339" y="1012883"/>
                </a:cubicBezTo>
                <a:close/>
                <a:moveTo>
                  <a:pt x="98865" y="1012883"/>
                </a:moveTo>
                <a:cubicBezTo>
                  <a:pt x="115628" y="1012883"/>
                  <a:pt x="129222" y="1026477"/>
                  <a:pt x="129222" y="1043246"/>
                </a:cubicBezTo>
                <a:cubicBezTo>
                  <a:pt x="129222" y="1060016"/>
                  <a:pt x="115628" y="1073610"/>
                  <a:pt x="98865" y="1073610"/>
                </a:cubicBezTo>
                <a:cubicBezTo>
                  <a:pt x="82093" y="1073610"/>
                  <a:pt x="68498" y="1060016"/>
                  <a:pt x="68498" y="1043246"/>
                </a:cubicBezTo>
                <a:cubicBezTo>
                  <a:pt x="68498" y="1026477"/>
                  <a:pt x="82093" y="1012883"/>
                  <a:pt x="98865" y="1012883"/>
                </a:cubicBezTo>
                <a:close/>
                <a:moveTo>
                  <a:pt x="26309" y="1012883"/>
                </a:moveTo>
                <a:cubicBezTo>
                  <a:pt x="43075" y="1012883"/>
                  <a:pt x="56670" y="1026477"/>
                  <a:pt x="56670" y="1043246"/>
                </a:cubicBezTo>
                <a:cubicBezTo>
                  <a:pt x="56670" y="1060016"/>
                  <a:pt x="43075" y="1073610"/>
                  <a:pt x="26309" y="1073610"/>
                </a:cubicBezTo>
                <a:cubicBezTo>
                  <a:pt x="17924" y="1073610"/>
                  <a:pt x="10333" y="1070212"/>
                  <a:pt x="4838" y="1064717"/>
                </a:cubicBezTo>
                <a:lnTo>
                  <a:pt x="0" y="1053036"/>
                </a:lnTo>
                <a:lnTo>
                  <a:pt x="0" y="1033457"/>
                </a:lnTo>
                <a:lnTo>
                  <a:pt x="4838" y="1021776"/>
                </a:lnTo>
                <a:cubicBezTo>
                  <a:pt x="10333" y="1016282"/>
                  <a:pt x="17924" y="1012883"/>
                  <a:pt x="26309" y="1012883"/>
                </a:cubicBezTo>
                <a:close/>
                <a:moveTo>
                  <a:pt x="1549874" y="932431"/>
                </a:moveTo>
                <a:cubicBezTo>
                  <a:pt x="1558259" y="932431"/>
                  <a:pt x="1565850" y="935830"/>
                  <a:pt x="1571345" y="941324"/>
                </a:cubicBezTo>
                <a:lnTo>
                  <a:pt x="1577296" y="955693"/>
                </a:lnTo>
                <a:lnTo>
                  <a:pt x="1565363" y="988298"/>
                </a:lnTo>
                <a:lnTo>
                  <a:pt x="1561694" y="990772"/>
                </a:lnTo>
                <a:cubicBezTo>
                  <a:pt x="1558061" y="992309"/>
                  <a:pt x="1554067" y="993158"/>
                  <a:pt x="1549874" y="993158"/>
                </a:cubicBezTo>
                <a:cubicBezTo>
                  <a:pt x="1533105" y="993158"/>
                  <a:pt x="1519511" y="979564"/>
                  <a:pt x="1519511" y="962795"/>
                </a:cubicBezTo>
                <a:cubicBezTo>
                  <a:pt x="1519511" y="946025"/>
                  <a:pt x="1533105" y="932431"/>
                  <a:pt x="1549874" y="932431"/>
                </a:cubicBezTo>
                <a:close/>
                <a:moveTo>
                  <a:pt x="1477320" y="932431"/>
                </a:moveTo>
                <a:cubicBezTo>
                  <a:pt x="1494089" y="932431"/>
                  <a:pt x="1507683" y="946025"/>
                  <a:pt x="1507683" y="962795"/>
                </a:cubicBezTo>
                <a:cubicBezTo>
                  <a:pt x="1507683" y="979564"/>
                  <a:pt x="1494089" y="993158"/>
                  <a:pt x="1477320" y="993158"/>
                </a:cubicBezTo>
                <a:cubicBezTo>
                  <a:pt x="1460550" y="993158"/>
                  <a:pt x="1446956" y="979564"/>
                  <a:pt x="1446956" y="962795"/>
                </a:cubicBezTo>
                <a:cubicBezTo>
                  <a:pt x="1446956" y="946025"/>
                  <a:pt x="1460550" y="932431"/>
                  <a:pt x="1477320" y="932431"/>
                </a:cubicBezTo>
                <a:close/>
                <a:moveTo>
                  <a:pt x="1404765" y="932431"/>
                </a:moveTo>
                <a:cubicBezTo>
                  <a:pt x="1421535" y="932431"/>
                  <a:pt x="1435129" y="946025"/>
                  <a:pt x="1435129" y="962795"/>
                </a:cubicBezTo>
                <a:cubicBezTo>
                  <a:pt x="1435129" y="979564"/>
                  <a:pt x="1421535" y="993158"/>
                  <a:pt x="1404765" y="993158"/>
                </a:cubicBezTo>
                <a:cubicBezTo>
                  <a:pt x="1387996" y="993158"/>
                  <a:pt x="1374402" y="979564"/>
                  <a:pt x="1374402" y="962795"/>
                </a:cubicBezTo>
                <a:cubicBezTo>
                  <a:pt x="1374402" y="946025"/>
                  <a:pt x="1387996" y="932431"/>
                  <a:pt x="1404765" y="932431"/>
                </a:cubicBezTo>
                <a:close/>
                <a:moveTo>
                  <a:pt x="1332211" y="932431"/>
                </a:moveTo>
                <a:cubicBezTo>
                  <a:pt x="1348980" y="932431"/>
                  <a:pt x="1362574" y="946025"/>
                  <a:pt x="1362574" y="962795"/>
                </a:cubicBezTo>
                <a:cubicBezTo>
                  <a:pt x="1362574" y="979564"/>
                  <a:pt x="1348980" y="993158"/>
                  <a:pt x="1332211" y="993158"/>
                </a:cubicBezTo>
                <a:cubicBezTo>
                  <a:pt x="1315441" y="993158"/>
                  <a:pt x="1301847" y="979564"/>
                  <a:pt x="1301847" y="962795"/>
                </a:cubicBezTo>
                <a:cubicBezTo>
                  <a:pt x="1301847" y="946025"/>
                  <a:pt x="1315441" y="932431"/>
                  <a:pt x="1332211" y="932431"/>
                </a:cubicBezTo>
                <a:close/>
                <a:moveTo>
                  <a:pt x="1259656" y="932431"/>
                </a:moveTo>
                <a:cubicBezTo>
                  <a:pt x="1276426" y="932431"/>
                  <a:pt x="1290020" y="946025"/>
                  <a:pt x="1290020" y="962795"/>
                </a:cubicBezTo>
                <a:cubicBezTo>
                  <a:pt x="1290020" y="979564"/>
                  <a:pt x="1276426" y="993158"/>
                  <a:pt x="1259656" y="993158"/>
                </a:cubicBezTo>
                <a:cubicBezTo>
                  <a:pt x="1242887" y="993158"/>
                  <a:pt x="1229293" y="979564"/>
                  <a:pt x="1229293" y="962795"/>
                </a:cubicBezTo>
                <a:cubicBezTo>
                  <a:pt x="1229293" y="946025"/>
                  <a:pt x="1242887" y="932431"/>
                  <a:pt x="1259656" y="932431"/>
                </a:cubicBezTo>
                <a:close/>
                <a:moveTo>
                  <a:pt x="1187102" y="932431"/>
                </a:moveTo>
                <a:cubicBezTo>
                  <a:pt x="1203871" y="932431"/>
                  <a:pt x="1217465" y="946025"/>
                  <a:pt x="1217465" y="962795"/>
                </a:cubicBezTo>
                <a:cubicBezTo>
                  <a:pt x="1217465" y="979564"/>
                  <a:pt x="1203871" y="993158"/>
                  <a:pt x="1187102" y="993158"/>
                </a:cubicBezTo>
                <a:cubicBezTo>
                  <a:pt x="1170332" y="993158"/>
                  <a:pt x="1156738" y="979564"/>
                  <a:pt x="1156738" y="962795"/>
                </a:cubicBezTo>
                <a:cubicBezTo>
                  <a:pt x="1156738" y="946025"/>
                  <a:pt x="1170332" y="932431"/>
                  <a:pt x="1187102" y="932431"/>
                </a:cubicBezTo>
                <a:close/>
                <a:moveTo>
                  <a:pt x="1114547" y="932431"/>
                </a:moveTo>
                <a:cubicBezTo>
                  <a:pt x="1131317" y="932431"/>
                  <a:pt x="1144911" y="946025"/>
                  <a:pt x="1144911" y="962795"/>
                </a:cubicBezTo>
                <a:cubicBezTo>
                  <a:pt x="1144911" y="979564"/>
                  <a:pt x="1131317" y="993158"/>
                  <a:pt x="1114547" y="993158"/>
                </a:cubicBezTo>
                <a:cubicBezTo>
                  <a:pt x="1097778" y="993158"/>
                  <a:pt x="1084184" y="979564"/>
                  <a:pt x="1084184" y="962795"/>
                </a:cubicBezTo>
                <a:cubicBezTo>
                  <a:pt x="1084184" y="946025"/>
                  <a:pt x="1097778" y="932431"/>
                  <a:pt x="1114547" y="932431"/>
                </a:cubicBezTo>
                <a:close/>
                <a:moveTo>
                  <a:pt x="1041993" y="932431"/>
                </a:moveTo>
                <a:cubicBezTo>
                  <a:pt x="1058762" y="932431"/>
                  <a:pt x="1072356" y="946025"/>
                  <a:pt x="1072356" y="962795"/>
                </a:cubicBezTo>
                <a:cubicBezTo>
                  <a:pt x="1072356" y="979564"/>
                  <a:pt x="1058762" y="993158"/>
                  <a:pt x="1041993" y="993158"/>
                </a:cubicBezTo>
                <a:cubicBezTo>
                  <a:pt x="1025223" y="993158"/>
                  <a:pt x="1011629" y="979564"/>
                  <a:pt x="1011629" y="962795"/>
                </a:cubicBezTo>
                <a:cubicBezTo>
                  <a:pt x="1011629" y="946025"/>
                  <a:pt x="1025223" y="932431"/>
                  <a:pt x="1041993" y="932431"/>
                </a:cubicBezTo>
                <a:close/>
                <a:moveTo>
                  <a:pt x="969438" y="932431"/>
                </a:moveTo>
                <a:cubicBezTo>
                  <a:pt x="986208" y="932431"/>
                  <a:pt x="999801" y="946025"/>
                  <a:pt x="999801" y="962795"/>
                </a:cubicBezTo>
                <a:cubicBezTo>
                  <a:pt x="999801" y="979564"/>
                  <a:pt x="986208" y="993158"/>
                  <a:pt x="969438" y="993158"/>
                </a:cubicBezTo>
                <a:cubicBezTo>
                  <a:pt x="952669" y="993158"/>
                  <a:pt x="939075" y="979564"/>
                  <a:pt x="939075" y="962795"/>
                </a:cubicBezTo>
                <a:cubicBezTo>
                  <a:pt x="939075" y="946025"/>
                  <a:pt x="952669" y="932431"/>
                  <a:pt x="969438" y="932431"/>
                </a:cubicBezTo>
                <a:close/>
                <a:moveTo>
                  <a:pt x="896883" y="932431"/>
                </a:moveTo>
                <a:cubicBezTo>
                  <a:pt x="913653" y="932431"/>
                  <a:pt x="927247" y="946025"/>
                  <a:pt x="927247" y="962795"/>
                </a:cubicBezTo>
                <a:cubicBezTo>
                  <a:pt x="927247" y="979564"/>
                  <a:pt x="913653" y="993158"/>
                  <a:pt x="896883" y="993158"/>
                </a:cubicBezTo>
                <a:cubicBezTo>
                  <a:pt x="880114" y="993158"/>
                  <a:pt x="866520" y="979564"/>
                  <a:pt x="866520" y="962795"/>
                </a:cubicBezTo>
                <a:cubicBezTo>
                  <a:pt x="866520" y="946025"/>
                  <a:pt x="880114" y="932431"/>
                  <a:pt x="896883" y="932431"/>
                </a:cubicBezTo>
                <a:close/>
                <a:moveTo>
                  <a:pt x="824329" y="932431"/>
                </a:moveTo>
                <a:cubicBezTo>
                  <a:pt x="841098" y="932431"/>
                  <a:pt x="854692" y="946025"/>
                  <a:pt x="854692" y="962795"/>
                </a:cubicBezTo>
                <a:cubicBezTo>
                  <a:pt x="854692" y="979564"/>
                  <a:pt x="841098" y="993158"/>
                  <a:pt x="824329" y="993158"/>
                </a:cubicBezTo>
                <a:cubicBezTo>
                  <a:pt x="807559" y="993158"/>
                  <a:pt x="793965" y="979564"/>
                  <a:pt x="793965" y="962795"/>
                </a:cubicBezTo>
                <a:cubicBezTo>
                  <a:pt x="793965" y="946025"/>
                  <a:pt x="807559" y="932431"/>
                  <a:pt x="824329" y="932431"/>
                </a:cubicBezTo>
                <a:close/>
                <a:moveTo>
                  <a:pt x="751774" y="932431"/>
                </a:moveTo>
                <a:cubicBezTo>
                  <a:pt x="768544" y="932431"/>
                  <a:pt x="782138" y="946025"/>
                  <a:pt x="782138" y="962795"/>
                </a:cubicBezTo>
                <a:cubicBezTo>
                  <a:pt x="782138" y="979564"/>
                  <a:pt x="768544" y="993158"/>
                  <a:pt x="751774" y="993158"/>
                </a:cubicBezTo>
                <a:cubicBezTo>
                  <a:pt x="735005" y="993158"/>
                  <a:pt x="721411" y="979564"/>
                  <a:pt x="721411" y="962795"/>
                </a:cubicBezTo>
                <a:cubicBezTo>
                  <a:pt x="721411" y="946025"/>
                  <a:pt x="735005" y="932431"/>
                  <a:pt x="751774" y="932431"/>
                </a:cubicBezTo>
                <a:close/>
                <a:moveTo>
                  <a:pt x="679220" y="932431"/>
                </a:moveTo>
                <a:cubicBezTo>
                  <a:pt x="695989" y="932431"/>
                  <a:pt x="709583" y="946025"/>
                  <a:pt x="709583" y="962795"/>
                </a:cubicBezTo>
                <a:cubicBezTo>
                  <a:pt x="709583" y="979564"/>
                  <a:pt x="695989" y="993158"/>
                  <a:pt x="679220" y="993158"/>
                </a:cubicBezTo>
                <a:cubicBezTo>
                  <a:pt x="662450" y="993158"/>
                  <a:pt x="648856" y="979564"/>
                  <a:pt x="648856" y="962795"/>
                </a:cubicBezTo>
                <a:cubicBezTo>
                  <a:pt x="648856" y="946025"/>
                  <a:pt x="662450" y="932431"/>
                  <a:pt x="679220" y="932431"/>
                </a:cubicBezTo>
                <a:close/>
                <a:moveTo>
                  <a:pt x="606665" y="932431"/>
                </a:moveTo>
                <a:cubicBezTo>
                  <a:pt x="623435" y="932431"/>
                  <a:pt x="637029" y="946025"/>
                  <a:pt x="637029" y="962795"/>
                </a:cubicBezTo>
                <a:cubicBezTo>
                  <a:pt x="637029" y="979564"/>
                  <a:pt x="623435" y="993158"/>
                  <a:pt x="606665" y="993158"/>
                </a:cubicBezTo>
                <a:cubicBezTo>
                  <a:pt x="589896" y="993158"/>
                  <a:pt x="576302" y="979564"/>
                  <a:pt x="576302" y="962795"/>
                </a:cubicBezTo>
                <a:cubicBezTo>
                  <a:pt x="576302" y="946025"/>
                  <a:pt x="589896" y="932431"/>
                  <a:pt x="606665" y="932431"/>
                </a:cubicBezTo>
                <a:close/>
                <a:moveTo>
                  <a:pt x="534111" y="932431"/>
                </a:moveTo>
                <a:cubicBezTo>
                  <a:pt x="550880" y="932431"/>
                  <a:pt x="564474" y="946025"/>
                  <a:pt x="564474" y="962795"/>
                </a:cubicBezTo>
                <a:cubicBezTo>
                  <a:pt x="564474" y="979564"/>
                  <a:pt x="550880" y="993158"/>
                  <a:pt x="534111" y="993158"/>
                </a:cubicBezTo>
                <a:cubicBezTo>
                  <a:pt x="517341" y="993158"/>
                  <a:pt x="503747" y="979564"/>
                  <a:pt x="503747" y="962795"/>
                </a:cubicBezTo>
                <a:cubicBezTo>
                  <a:pt x="503747" y="946025"/>
                  <a:pt x="517341" y="932431"/>
                  <a:pt x="534111" y="932431"/>
                </a:cubicBezTo>
                <a:close/>
                <a:moveTo>
                  <a:pt x="461556" y="932431"/>
                </a:moveTo>
                <a:cubicBezTo>
                  <a:pt x="478326" y="932431"/>
                  <a:pt x="491920" y="946025"/>
                  <a:pt x="491920" y="962795"/>
                </a:cubicBezTo>
                <a:cubicBezTo>
                  <a:pt x="491920" y="979564"/>
                  <a:pt x="478326" y="993158"/>
                  <a:pt x="461556" y="993158"/>
                </a:cubicBezTo>
                <a:cubicBezTo>
                  <a:pt x="444787" y="993158"/>
                  <a:pt x="431192" y="979564"/>
                  <a:pt x="431192" y="962795"/>
                </a:cubicBezTo>
                <a:cubicBezTo>
                  <a:pt x="431192" y="946025"/>
                  <a:pt x="444787" y="932431"/>
                  <a:pt x="461556" y="932431"/>
                </a:cubicBezTo>
                <a:close/>
                <a:moveTo>
                  <a:pt x="389002" y="932431"/>
                </a:moveTo>
                <a:cubicBezTo>
                  <a:pt x="405771" y="932431"/>
                  <a:pt x="419365" y="946025"/>
                  <a:pt x="419365" y="962795"/>
                </a:cubicBezTo>
                <a:cubicBezTo>
                  <a:pt x="419365" y="979564"/>
                  <a:pt x="405771" y="993158"/>
                  <a:pt x="389002" y="993158"/>
                </a:cubicBezTo>
                <a:cubicBezTo>
                  <a:pt x="372232" y="993158"/>
                  <a:pt x="358638" y="979564"/>
                  <a:pt x="358638" y="962795"/>
                </a:cubicBezTo>
                <a:cubicBezTo>
                  <a:pt x="358638" y="946025"/>
                  <a:pt x="372232" y="932431"/>
                  <a:pt x="389002" y="932431"/>
                </a:cubicBezTo>
                <a:close/>
                <a:moveTo>
                  <a:pt x="316447" y="932431"/>
                </a:moveTo>
                <a:cubicBezTo>
                  <a:pt x="333216" y="932431"/>
                  <a:pt x="346810" y="946025"/>
                  <a:pt x="346810" y="962795"/>
                </a:cubicBezTo>
                <a:cubicBezTo>
                  <a:pt x="346810" y="979564"/>
                  <a:pt x="333216" y="993158"/>
                  <a:pt x="316447" y="993158"/>
                </a:cubicBezTo>
                <a:cubicBezTo>
                  <a:pt x="299677" y="993158"/>
                  <a:pt x="286084" y="979564"/>
                  <a:pt x="286084" y="962795"/>
                </a:cubicBezTo>
                <a:cubicBezTo>
                  <a:pt x="286084" y="946025"/>
                  <a:pt x="299677" y="932431"/>
                  <a:pt x="316447" y="932431"/>
                </a:cubicBezTo>
                <a:close/>
                <a:moveTo>
                  <a:pt x="243892" y="932431"/>
                </a:moveTo>
                <a:cubicBezTo>
                  <a:pt x="260662" y="932431"/>
                  <a:pt x="274256" y="946025"/>
                  <a:pt x="274256" y="962795"/>
                </a:cubicBezTo>
                <a:cubicBezTo>
                  <a:pt x="274256" y="979564"/>
                  <a:pt x="260662" y="993158"/>
                  <a:pt x="243892" y="993158"/>
                </a:cubicBezTo>
                <a:cubicBezTo>
                  <a:pt x="227123" y="993158"/>
                  <a:pt x="213529" y="979564"/>
                  <a:pt x="213529" y="962795"/>
                </a:cubicBezTo>
                <a:cubicBezTo>
                  <a:pt x="213529" y="946025"/>
                  <a:pt x="227123" y="932431"/>
                  <a:pt x="243892" y="932431"/>
                </a:cubicBezTo>
                <a:close/>
                <a:moveTo>
                  <a:pt x="171339" y="932431"/>
                </a:moveTo>
                <a:cubicBezTo>
                  <a:pt x="188107" y="932431"/>
                  <a:pt x="201701" y="946025"/>
                  <a:pt x="201701" y="962795"/>
                </a:cubicBezTo>
                <a:cubicBezTo>
                  <a:pt x="201701" y="979564"/>
                  <a:pt x="188107" y="993158"/>
                  <a:pt x="171339" y="993158"/>
                </a:cubicBezTo>
                <a:cubicBezTo>
                  <a:pt x="154645" y="993158"/>
                  <a:pt x="141051" y="979564"/>
                  <a:pt x="141051" y="962795"/>
                </a:cubicBezTo>
                <a:cubicBezTo>
                  <a:pt x="141051" y="946025"/>
                  <a:pt x="154645" y="932431"/>
                  <a:pt x="171339" y="932431"/>
                </a:cubicBezTo>
                <a:close/>
                <a:moveTo>
                  <a:pt x="98870" y="932431"/>
                </a:moveTo>
                <a:cubicBezTo>
                  <a:pt x="115634" y="932431"/>
                  <a:pt x="129228" y="946025"/>
                  <a:pt x="129228" y="962795"/>
                </a:cubicBezTo>
                <a:cubicBezTo>
                  <a:pt x="129228" y="979564"/>
                  <a:pt x="115634" y="993158"/>
                  <a:pt x="98870" y="993158"/>
                </a:cubicBezTo>
                <a:cubicBezTo>
                  <a:pt x="82099" y="993158"/>
                  <a:pt x="68505" y="979564"/>
                  <a:pt x="68505" y="962795"/>
                </a:cubicBezTo>
                <a:cubicBezTo>
                  <a:pt x="68505" y="946025"/>
                  <a:pt x="82099" y="932431"/>
                  <a:pt x="98870" y="932431"/>
                </a:cubicBezTo>
                <a:close/>
                <a:moveTo>
                  <a:pt x="26316" y="932431"/>
                </a:moveTo>
                <a:cubicBezTo>
                  <a:pt x="43081" y="932431"/>
                  <a:pt x="56676" y="946025"/>
                  <a:pt x="56676" y="962795"/>
                </a:cubicBezTo>
                <a:cubicBezTo>
                  <a:pt x="56676" y="979564"/>
                  <a:pt x="43081" y="993158"/>
                  <a:pt x="26316" y="993158"/>
                </a:cubicBezTo>
                <a:cubicBezTo>
                  <a:pt x="17931" y="993158"/>
                  <a:pt x="10340" y="989760"/>
                  <a:pt x="4845" y="984265"/>
                </a:cubicBezTo>
                <a:lnTo>
                  <a:pt x="0" y="972570"/>
                </a:lnTo>
                <a:lnTo>
                  <a:pt x="0" y="953020"/>
                </a:lnTo>
                <a:lnTo>
                  <a:pt x="4845" y="941324"/>
                </a:lnTo>
                <a:cubicBezTo>
                  <a:pt x="10340" y="935830"/>
                  <a:pt x="17931" y="932431"/>
                  <a:pt x="26316" y="932431"/>
                </a:cubicBezTo>
                <a:close/>
                <a:moveTo>
                  <a:pt x="1612513" y="853981"/>
                </a:moveTo>
                <a:lnTo>
                  <a:pt x="1607766" y="872445"/>
                </a:lnTo>
                <a:lnTo>
                  <a:pt x="1598477" y="897823"/>
                </a:lnTo>
                <a:lnTo>
                  <a:pt x="1592066" y="882343"/>
                </a:lnTo>
                <a:cubicBezTo>
                  <a:pt x="1592066" y="869766"/>
                  <a:pt x="1599712" y="858975"/>
                  <a:pt x="1610610" y="854366"/>
                </a:cubicBezTo>
                <a:close/>
                <a:moveTo>
                  <a:pt x="1549874" y="851979"/>
                </a:moveTo>
                <a:cubicBezTo>
                  <a:pt x="1566644" y="851979"/>
                  <a:pt x="1580238" y="865573"/>
                  <a:pt x="1580238" y="882343"/>
                </a:cubicBezTo>
                <a:cubicBezTo>
                  <a:pt x="1580238" y="899112"/>
                  <a:pt x="1566644" y="912706"/>
                  <a:pt x="1549874" y="912706"/>
                </a:cubicBezTo>
                <a:cubicBezTo>
                  <a:pt x="1533105" y="912706"/>
                  <a:pt x="1519511" y="899112"/>
                  <a:pt x="1519511" y="882343"/>
                </a:cubicBezTo>
                <a:cubicBezTo>
                  <a:pt x="1519511" y="865573"/>
                  <a:pt x="1533105" y="851979"/>
                  <a:pt x="1549874" y="851979"/>
                </a:cubicBezTo>
                <a:close/>
                <a:moveTo>
                  <a:pt x="1477320" y="851979"/>
                </a:moveTo>
                <a:cubicBezTo>
                  <a:pt x="1494089" y="851979"/>
                  <a:pt x="1507683" y="865573"/>
                  <a:pt x="1507683" y="882343"/>
                </a:cubicBezTo>
                <a:cubicBezTo>
                  <a:pt x="1507683" y="899112"/>
                  <a:pt x="1494089" y="912706"/>
                  <a:pt x="1477320" y="912706"/>
                </a:cubicBezTo>
                <a:cubicBezTo>
                  <a:pt x="1460550" y="912706"/>
                  <a:pt x="1446956" y="899112"/>
                  <a:pt x="1446956" y="882343"/>
                </a:cubicBezTo>
                <a:cubicBezTo>
                  <a:pt x="1446956" y="865573"/>
                  <a:pt x="1460550" y="851979"/>
                  <a:pt x="1477320" y="851979"/>
                </a:cubicBezTo>
                <a:close/>
                <a:moveTo>
                  <a:pt x="1404765" y="851979"/>
                </a:moveTo>
                <a:cubicBezTo>
                  <a:pt x="1421535" y="851979"/>
                  <a:pt x="1435129" y="865573"/>
                  <a:pt x="1435129" y="882343"/>
                </a:cubicBezTo>
                <a:cubicBezTo>
                  <a:pt x="1435129" y="899112"/>
                  <a:pt x="1421535" y="912706"/>
                  <a:pt x="1404765" y="912706"/>
                </a:cubicBezTo>
                <a:cubicBezTo>
                  <a:pt x="1387996" y="912706"/>
                  <a:pt x="1374402" y="899112"/>
                  <a:pt x="1374402" y="882343"/>
                </a:cubicBezTo>
                <a:cubicBezTo>
                  <a:pt x="1374402" y="865573"/>
                  <a:pt x="1387996" y="851979"/>
                  <a:pt x="1404765" y="851979"/>
                </a:cubicBezTo>
                <a:close/>
                <a:moveTo>
                  <a:pt x="1332211" y="851979"/>
                </a:moveTo>
                <a:cubicBezTo>
                  <a:pt x="1348980" y="851979"/>
                  <a:pt x="1362574" y="865573"/>
                  <a:pt x="1362574" y="882343"/>
                </a:cubicBezTo>
                <a:cubicBezTo>
                  <a:pt x="1362574" y="899112"/>
                  <a:pt x="1348980" y="912706"/>
                  <a:pt x="1332211" y="912706"/>
                </a:cubicBezTo>
                <a:cubicBezTo>
                  <a:pt x="1315441" y="912706"/>
                  <a:pt x="1301847" y="899112"/>
                  <a:pt x="1301847" y="882343"/>
                </a:cubicBezTo>
                <a:cubicBezTo>
                  <a:pt x="1301847" y="865573"/>
                  <a:pt x="1315441" y="851979"/>
                  <a:pt x="1332211" y="851979"/>
                </a:cubicBezTo>
                <a:close/>
                <a:moveTo>
                  <a:pt x="1259656" y="851979"/>
                </a:moveTo>
                <a:cubicBezTo>
                  <a:pt x="1276426" y="851979"/>
                  <a:pt x="1290020" y="865573"/>
                  <a:pt x="1290020" y="882343"/>
                </a:cubicBezTo>
                <a:cubicBezTo>
                  <a:pt x="1290020" y="899112"/>
                  <a:pt x="1276426" y="912706"/>
                  <a:pt x="1259656" y="912706"/>
                </a:cubicBezTo>
                <a:cubicBezTo>
                  <a:pt x="1242887" y="912706"/>
                  <a:pt x="1229293" y="899112"/>
                  <a:pt x="1229293" y="882343"/>
                </a:cubicBezTo>
                <a:cubicBezTo>
                  <a:pt x="1229293" y="865573"/>
                  <a:pt x="1242887" y="851979"/>
                  <a:pt x="1259656" y="851979"/>
                </a:cubicBezTo>
                <a:close/>
                <a:moveTo>
                  <a:pt x="1187102" y="851979"/>
                </a:moveTo>
                <a:cubicBezTo>
                  <a:pt x="1203871" y="851979"/>
                  <a:pt x="1217465" y="865573"/>
                  <a:pt x="1217465" y="882343"/>
                </a:cubicBezTo>
                <a:cubicBezTo>
                  <a:pt x="1217465" y="899112"/>
                  <a:pt x="1203871" y="912706"/>
                  <a:pt x="1187102" y="912706"/>
                </a:cubicBezTo>
                <a:cubicBezTo>
                  <a:pt x="1170332" y="912706"/>
                  <a:pt x="1156738" y="899112"/>
                  <a:pt x="1156738" y="882343"/>
                </a:cubicBezTo>
                <a:cubicBezTo>
                  <a:pt x="1156738" y="865573"/>
                  <a:pt x="1170332" y="851979"/>
                  <a:pt x="1187102" y="851979"/>
                </a:cubicBezTo>
                <a:close/>
                <a:moveTo>
                  <a:pt x="1114547" y="851979"/>
                </a:moveTo>
                <a:cubicBezTo>
                  <a:pt x="1131317" y="851979"/>
                  <a:pt x="1144911" y="865573"/>
                  <a:pt x="1144911" y="882343"/>
                </a:cubicBezTo>
                <a:cubicBezTo>
                  <a:pt x="1144911" y="899112"/>
                  <a:pt x="1131317" y="912706"/>
                  <a:pt x="1114547" y="912706"/>
                </a:cubicBezTo>
                <a:cubicBezTo>
                  <a:pt x="1097778" y="912706"/>
                  <a:pt x="1084184" y="899112"/>
                  <a:pt x="1084184" y="882343"/>
                </a:cubicBezTo>
                <a:cubicBezTo>
                  <a:pt x="1084184" y="865573"/>
                  <a:pt x="1097778" y="851979"/>
                  <a:pt x="1114547" y="851979"/>
                </a:cubicBezTo>
                <a:close/>
                <a:moveTo>
                  <a:pt x="1041993" y="851979"/>
                </a:moveTo>
                <a:cubicBezTo>
                  <a:pt x="1058762" y="851979"/>
                  <a:pt x="1072356" y="865573"/>
                  <a:pt x="1072356" y="882343"/>
                </a:cubicBezTo>
                <a:cubicBezTo>
                  <a:pt x="1072356" y="899112"/>
                  <a:pt x="1058762" y="912706"/>
                  <a:pt x="1041993" y="912706"/>
                </a:cubicBezTo>
                <a:cubicBezTo>
                  <a:pt x="1025223" y="912706"/>
                  <a:pt x="1011629" y="899112"/>
                  <a:pt x="1011629" y="882343"/>
                </a:cubicBezTo>
                <a:cubicBezTo>
                  <a:pt x="1011629" y="865573"/>
                  <a:pt x="1025223" y="851979"/>
                  <a:pt x="1041993" y="851979"/>
                </a:cubicBezTo>
                <a:close/>
                <a:moveTo>
                  <a:pt x="969438" y="851979"/>
                </a:moveTo>
                <a:cubicBezTo>
                  <a:pt x="986208" y="851979"/>
                  <a:pt x="999801" y="865573"/>
                  <a:pt x="999801" y="882343"/>
                </a:cubicBezTo>
                <a:cubicBezTo>
                  <a:pt x="999801" y="899112"/>
                  <a:pt x="986208" y="912706"/>
                  <a:pt x="969438" y="912706"/>
                </a:cubicBezTo>
                <a:cubicBezTo>
                  <a:pt x="952669" y="912706"/>
                  <a:pt x="939075" y="899112"/>
                  <a:pt x="939075" y="882343"/>
                </a:cubicBezTo>
                <a:cubicBezTo>
                  <a:pt x="939075" y="865573"/>
                  <a:pt x="952669" y="851979"/>
                  <a:pt x="969438" y="851979"/>
                </a:cubicBezTo>
                <a:close/>
                <a:moveTo>
                  <a:pt x="896883" y="851979"/>
                </a:moveTo>
                <a:cubicBezTo>
                  <a:pt x="913653" y="851979"/>
                  <a:pt x="927247" y="865573"/>
                  <a:pt x="927247" y="882343"/>
                </a:cubicBezTo>
                <a:cubicBezTo>
                  <a:pt x="927247" y="899112"/>
                  <a:pt x="913653" y="912706"/>
                  <a:pt x="896883" y="912706"/>
                </a:cubicBezTo>
                <a:cubicBezTo>
                  <a:pt x="880114" y="912706"/>
                  <a:pt x="866520" y="899112"/>
                  <a:pt x="866520" y="882343"/>
                </a:cubicBezTo>
                <a:cubicBezTo>
                  <a:pt x="866520" y="865573"/>
                  <a:pt x="880114" y="851979"/>
                  <a:pt x="896883" y="851979"/>
                </a:cubicBezTo>
                <a:close/>
                <a:moveTo>
                  <a:pt x="824329" y="851979"/>
                </a:moveTo>
                <a:cubicBezTo>
                  <a:pt x="841098" y="851979"/>
                  <a:pt x="854692" y="865573"/>
                  <a:pt x="854692" y="882343"/>
                </a:cubicBezTo>
                <a:cubicBezTo>
                  <a:pt x="854692" y="899112"/>
                  <a:pt x="841098" y="912706"/>
                  <a:pt x="824329" y="912706"/>
                </a:cubicBezTo>
                <a:cubicBezTo>
                  <a:pt x="807559" y="912706"/>
                  <a:pt x="793965" y="899112"/>
                  <a:pt x="793965" y="882343"/>
                </a:cubicBezTo>
                <a:cubicBezTo>
                  <a:pt x="793965" y="865573"/>
                  <a:pt x="807559" y="851979"/>
                  <a:pt x="824329" y="851979"/>
                </a:cubicBezTo>
                <a:close/>
                <a:moveTo>
                  <a:pt x="751774" y="851979"/>
                </a:moveTo>
                <a:cubicBezTo>
                  <a:pt x="768544" y="851979"/>
                  <a:pt x="782138" y="865573"/>
                  <a:pt x="782138" y="882343"/>
                </a:cubicBezTo>
                <a:cubicBezTo>
                  <a:pt x="782138" y="899112"/>
                  <a:pt x="768544" y="912706"/>
                  <a:pt x="751774" y="912706"/>
                </a:cubicBezTo>
                <a:cubicBezTo>
                  <a:pt x="735005" y="912706"/>
                  <a:pt x="721411" y="899112"/>
                  <a:pt x="721411" y="882343"/>
                </a:cubicBezTo>
                <a:cubicBezTo>
                  <a:pt x="721411" y="865573"/>
                  <a:pt x="735005" y="851979"/>
                  <a:pt x="751774" y="851979"/>
                </a:cubicBezTo>
                <a:close/>
                <a:moveTo>
                  <a:pt x="679220" y="851979"/>
                </a:moveTo>
                <a:cubicBezTo>
                  <a:pt x="695989" y="851979"/>
                  <a:pt x="709583" y="865573"/>
                  <a:pt x="709583" y="882343"/>
                </a:cubicBezTo>
                <a:cubicBezTo>
                  <a:pt x="709583" y="899112"/>
                  <a:pt x="695989" y="912706"/>
                  <a:pt x="679220" y="912706"/>
                </a:cubicBezTo>
                <a:cubicBezTo>
                  <a:pt x="662450" y="912706"/>
                  <a:pt x="648856" y="899112"/>
                  <a:pt x="648856" y="882343"/>
                </a:cubicBezTo>
                <a:cubicBezTo>
                  <a:pt x="648856" y="865573"/>
                  <a:pt x="662450" y="851979"/>
                  <a:pt x="679220" y="851979"/>
                </a:cubicBezTo>
                <a:close/>
                <a:moveTo>
                  <a:pt x="606665" y="851979"/>
                </a:moveTo>
                <a:cubicBezTo>
                  <a:pt x="623435" y="851979"/>
                  <a:pt x="637029" y="865573"/>
                  <a:pt x="637029" y="882343"/>
                </a:cubicBezTo>
                <a:cubicBezTo>
                  <a:pt x="637029" y="899112"/>
                  <a:pt x="623435" y="912706"/>
                  <a:pt x="606665" y="912706"/>
                </a:cubicBezTo>
                <a:cubicBezTo>
                  <a:pt x="589896" y="912706"/>
                  <a:pt x="576302" y="899112"/>
                  <a:pt x="576302" y="882343"/>
                </a:cubicBezTo>
                <a:cubicBezTo>
                  <a:pt x="576302" y="865573"/>
                  <a:pt x="589896" y="851979"/>
                  <a:pt x="606665" y="851979"/>
                </a:cubicBezTo>
                <a:close/>
                <a:moveTo>
                  <a:pt x="534111" y="851979"/>
                </a:moveTo>
                <a:cubicBezTo>
                  <a:pt x="550880" y="851979"/>
                  <a:pt x="564474" y="865573"/>
                  <a:pt x="564474" y="882343"/>
                </a:cubicBezTo>
                <a:cubicBezTo>
                  <a:pt x="564474" y="899112"/>
                  <a:pt x="550880" y="912706"/>
                  <a:pt x="534111" y="912706"/>
                </a:cubicBezTo>
                <a:cubicBezTo>
                  <a:pt x="517341" y="912706"/>
                  <a:pt x="503747" y="899112"/>
                  <a:pt x="503747" y="882343"/>
                </a:cubicBezTo>
                <a:cubicBezTo>
                  <a:pt x="503747" y="865573"/>
                  <a:pt x="517341" y="851979"/>
                  <a:pt x="534111" y="851979"/>
                </a:cubicBezTo>
                <a:close/>
                <a:moveTo>
                  <a:pt x="461556" y="851979"/>
                </a:moveTo>
                <a:cubicBezTo>
                  <a:pt x="478326" y="851979"/>
                  <a:pt x="491920" y="865573"/>
                  <a:pt x="491920" y="882343"/>
                </a:cubicBezTo>
                <a:cubicBezTo>
                  <a:pt x="491920" y="899112"/>
                  <a:pt x="478326" y="912706"/>
                  <a:pt x="461556" y="912706"/>
                </a:cubicBezTo>
                <a:cubicBezTo>
                  <a:pt x="444787" y="912706"/>
                  <a:pt x="431192" y="899112"/>
                  <a:pt x="431192" y="882343"/>
                </a:cubicBezTo>
                <a:cubicBezTo>
                  <a:pt x="431192" y="865573"/>
                  <a:pt x="444787" y="851979"/>
                  <a:pt x="461556" y="851979"/>
                </a:cubicBezTo>
                <a:close/>
                <a:moveTo>
                  <a:pt x="389002" y="851979"/>
                </a:moveTo>
                <a:cubicBezTo>
                  <a:pt x="405771" y="851979"/>
                  <a:pt x="419365" y="865573"/>
                  <a:pt x="419365" y="882343"/>
                </a:cubicBezTo>
                <a:cubicBezTo>
                  <a:pt x="419365" y="899112"/>
                  <a:pt x="405771" y="912706"/>
                  <a:pt x="389002" y="912706"/>
                </a:cubicBezTo>
                <a:cubicBezTo>
                  <a:pt x="372232" y="912706"/>
                  <a:pt x="358638" y="899112"/>
                  <a:pt x="358638" y="882343"/>
                </a:cubicBezTo>
                <a:cubicBezTo>
                  <a:pt x="358638" y="865573"/>
                  <a:pt x="372232" y="851979"/>
                  <a:pt x="389002" y="851979"/>
                </a:cubicBezTo>
                <a:close/>
                <a:moveTo>
                  <a:pt x="316447" y="851979"/>
                </a:moveTo>
                <a:cubicBezTo>
                  <a:pt x="333216" y="851979"/>
                  <a:pt x="346810" y="865573"/>
                  <a:pt x="346810" y="882343"/>
                </a:cubicBezTo>
                <a:cubicBezTo>
                  <a:pt x="346810" y="899112"/>
                  <a:pt x="333216" y="912706"/>
                  <a:pt x="316447" y="912706"/>
                </a:cubicBezTo>
                <a:cubicBezTo>
                  <a:pt x="299677" y="912706"/>
                  <a:pt x="286084" y="899112"/>
                  <a:pt x="286084" y="882343"/>
                </a:cubicBezTo>
                <a:cubicBezTo>
                  <a:pt x="286084" y="865573"/>
                  <a:pt x="299677" y="851979"/>
                  <a:pt x="316447" y="851979"/>
                </a:cubicBezTo>
                <a:close/>
                <a:moveTo>
                  <a:pt x="243892" y="851979"/>
                </a:moveTo>
                <a:cubicBezTo>
                  <a:pt x="260662" y="851979"/>
                  <a:pt x="274256" y="865573"/>
                  <a:pt x="274256" y="882343"/>
                </a:cubicBezTo>
                <a:cubicBezTo>
                  <a:pt x="274256" y="899112"/>
                  <a:pt x="260662" y="912706"/>
                  <a:pt x="243892" y="912706"/>
                </a:cubicBezTo>
                <a:cubicBezTo>
                  <a:pt x="227123" y="912706"/>
                  <a:pt x="213529" y="899112"/>
                  <a:pt x="213529" y="882343"/>
                </a:cubicBezTo>
                <a:cubicBezTo>
                  <a:pt x="213529" y="865573"/>
                  <a:pt x="227123" y="851979"/>
                  <a:pt x="243892" y="851979"/>
                </a:cubicBezTo>
                <a:close/>
                <a:moveTo>
                  <a:pt x="171339" y="851979"/>
                </a:moveTo>
                <a:cubicBezTo>
                  <a:pt x="188107" y="851979"/>
                  <a:pt x="201701" y="865573"/>
                  <a:pt x="201701" y="882343"/>
                </a:cubicBezTo>
                <a:cubicBezTo>
                  <a:pt x="201701" y="899112"/>
                  <a:pt x="188107" y="912706"/>
                  <a:pt x="171339" y="912706"/>
                </a:cubicBezTo>
                <a:cubicBezTo>
                  <a:pt x="154651" y="912706"/>
                  <a:pt x="141056" y="899112"/>
                  <a:pt x="141056" y="882343"/>
                </a:cubicBezTo>
                <a:cubicBezTo>
                  <a:pt x="141056" y="865573"/>
                  <a:pt x="154651" y="851979"/>
                  <a:pt x="171339" y="851979"/>
                </a:cubicBezTo>
                <a:close/>
                <a:moveTo>
                  <a:pt x="98877" y="851979"/>
                </a:moveTo>
                <a:cubicBezTo>
                  <a:pt x="115640" y="851979"/>
                  <a:pt x="129234" y="865573"/>
                  <a:pt x="129234" y="882343"/>
                </a:cubicBezTo>
                <a:cubicBezTo>
                  <a:pt x="129234" y="899112"/>
                  <a:pt x="115640" y="912706"/>
                  <a:pt x="98877" y="912706"/>
                </a:cubicBezTo>
                <a:cubicBezTo>
                  <a:pt x="82106" y="912706"/>
                  <a:pt x="68511" y="899112"/>
                  <a:pt x="68511" y="882343"/>
                </a:cubicBezTo>
                <a:cubicBezTo>
                  <a:pt x="68511" y="865573"/>
                  <a:pt x="82106" y="851979"/>
                  <a:pt x="98877" y="851979"/>
                </a:cubicBezTo>
                <a:close/>
                <a:moveTo>
                  <a:pt x="26322" y="851979"/>
                </a:moveTo>
                <a:cubicBezTo>
                  <a:pt x="43087" y="851979"/>
                  <a:pt x="56682" y="865573"/>
                  <a:pt x="56682" y="882343"/>
                </a:cubicBezTo>
                <a:cubicBezTo>
                  <a:pt x="56682" y="899112"/>
                  <a:pt x="43087" y="912706"/>
                  <a:pt x="26322" y="912706"/>
                </a:cubicBezTo>
                <a:cubicBezTo>
                  <a:pt x="17937" y="912706"/>
                  <a:pt x="10346" y="909308"/>
                  <a:pt x="4851" y="903813"/>
                </a:cubicBezTo>
                <a:lnTo>
                  <a:pt x="0" y="892101"/>
                </a:lnTo>
                <a:lnTo>
                  <a:pt x="0" y="872585"/>
                </a:lnTo>
                <a:lnTo>
                  <a:pt x="4851" y="860872"/>
                </a:lnTo>
                <a:cubicBezTo>
                  <a:pt x="10346" y="855378"/>
                  <a:pt x="17937" y="851979"/>
                  <a:pt x="26322" y="851979"/>
                </a:cubicBezTo>
                <a:close/>
                <a:moveTo>
                  <a:pt x="1622429" y="771528"/>
                </a:moveTo>
                <a:lnTo>
                  <a:pt x="1633158" y="773694"/>
                </a:lnTo>
                <a:lnTo>
                  <a:pt x="1618313" y="831424"/>
                </a:lnTo>
                <a:lnTo>
                  <a:pt x="1610610" y="829868"/>
                </a:lnTo>
                <a:cubicBezTo>
                  <a:pt x="1599712" y="825259"/>
                  <a:pt x="1592066" y="814469"/>
                  <a:pt x="1592066" y="801891"/>
                </a:cubicBezTo>
                <a:cubicBezTo>
                  <a:pt x="1592066" y="785122"/>
                  <a:pt x="1605659" y="771528"/>
                  <a:pt x="1622429" y="771528"/>
                </a:cubicBezTo>
                <a:close/>
                <a:moveTo>
                  <a:pt x="1549874" y="771528"/>
                </a:moveTo>
                <a:cubicBezTo>
                  <a:pt x="1566644" y="771528"/>
                  <a:pt x="1580238" y="785122"/>
                  <a:pt x="1580238" y="801891"/>
                </a:cubicBezTo>
                <a:cubicBezTo>
                  <a:pt x="1580238" y="818661"/>
                  <a:pt x="1566644" y="832255"/>
                  <a:pt x="1549874" y="832255"/>
                </a:cubicBezTo>
                <a:cubicBezTo>
                  <a:pt x="1533105" y="832255"/>
                  <a:pt x="1519511" y="818661"/>
                  <a:pt x="1519511" y="801891"/>
                </a:cubicBezTo>
                <a:cubicBezTo>
                  <a:pt x="1519511" y="785122"/>
                  <a:pt x="1533105" y="771528"/>
                  <a:pt x="1549874" y="771528"/>
                </a:cubicBezTo>
                <a:close/>
                <a:moveTo>
                  <a:pt x="1477320" y="771528"/>
                </a:moveTo>
                <a:cubicBezTo>
                  <a:pt x="1494089" y="771528"/>
                  <a:pt x="1507683" y="785122"/>
                  <a:pt x="1507683" y="801891"/>
                </a:cubicBezTo>
                <a:cubicBezTo>
                  <a:pt x="1507683" y="818661"/>
                  <a:pt x="1494089" y="832255"/>
                  <a:pt x="1477320" y="832255"/>
                </a:cubicBezTo>
                <a:cubicBezTo>
                  <a:pt x="1460550" y="832255"/>
                  <a:pt x="1446956" y="818661"/>
                  <a:pt x="1446956" y="801891"/>
                </a:cubicBezTo>
                <a:cubicBezTo>
                  <a:pt x="1446956" y="785122"/>
                  <a:pt x="1460550" y="771528"/>
                  <a:pt x="1477320" y="771528"/>
                </a:cubicBezTo>
                <a:close/>
                <a:moveTo>
                  <a:pt x="1404765" y="771528"/>
                </a:moveTo>
                <a:cubicBezTo>
                  <a:pt x="1421535" y="771528"/>
                  <a:pt x="1435129" y="785122"/>
                  <a:pt x="1435129" y="801891"/>
                </a:cubicBezTo>
                <a:cubicBezTo>
                  <a:pt x="1435129" y="818661"/>
                  <a:pt x="1421535" y="832255"/>
                  <a:pt x="1404765" y="832255"/>
                </a:cubicBezTo>
                <a:cubicBezTo>
                  <a:pt x="1387996" y="832255"/>
                  <a:pt x="1374402" y="818661"/>
                  <a:pt x="1374402" y="801891"/>
                </a:cubicBezTo>
                <a:cubicBezTo>
                  <a:pt x="1374402" y="785122"/>
                  <a:pt x="1387996" y="771528"/>
                  <a:pt x="1404765" y="771528"/>
                </a:cubicBezTo>
                <a:close/>
                <a:moveTo>
                  <a:pt x="1332211" y="771528"/>
                </a:moveTo>
                <a:cubicBezTo>
                  <a:pt x="1348980" y="771528"/>
                  <a:pt x="1362574" y="785122"/>
                  <a:pt x="1362574" y="801891"/>
                </a:cubicBezTo>
                <a:cubicBezTo>
                  <a:pt x="1362574" y="818661"/>
                  <a:pt x="1348980" y="832255"/>
                  <a:pt x="1332211" y="832255"/>
                </a:cubicBezTo>
                <a:cubicBezTo>
                  <a:pt x="1315441" y="832255"/>
                  <a:pt x="1301847" y="818661"/>
                  <a:pt x="1301847" y="801891"/>
                </a:cubicBezTo>
                <a:cubicBezTo>
                  <a:pt x="1301847" y="785122"/>
                  <a:pt x="1315441" y="771528"/>
                  <a:pt x="1332211" y="771528"/>
                </a:cubicBezTo>
                <a:close/>
                <a:moveTo>
                  <a:pt x="1259656" y="771528"/>
                </a:moveTo>
                <a:cubicBezTo>
                  <a:pt x="1276426" y="771528"/>
                  <a:pt x="1290020" y="785122"/>
                  <a:pt x="1290020" y="801891"/>
                </a:cubicBezTo>
                <a:cubicBezTo>
                  <a:pt x="1290020" y="818661"/>
                  <a:pt x="1276426" y="832255"/>
                  <a:pt x="1259656" y="832255"/>
                </a:cubicBezTo>
                <a:cubicBezTo>
                  <a:pt x="1242887" y="832255"/>
                  <a:pt x="1229293" y="818661"/>
                  <a:pt x="1229293" y="801891"/>
                </a:cubicBezTo>
                <a:cubicBezTo>
                  <a:pt x="1229293" y="785122"/>
                  <a:pt x="1242887" y="771528"/>
                  <a:pt x="1259656" y="771528"/>
                </a:cubicBezTo>
                <a:close/>
                <a:moveTo>
                  <a:pt x="1187102" y="771528"/>
                </a:moveTo>
                <a:cubicBezTo>
                  <a:pt x="1203871" y="771528"/>
                  <a:pt x="1217465" y="785122"/>
                  <a:pt x="1217465" y="801891"/>
                </a:cubicBezTo>
                <a:cubicBezTo>
                  <a:pt x="1217465" y="818661"/>
                  <a:pt x="1203871" y="832255"/>
                  <a:pt x="1187102" y="832255"/>
                </a:cubicBezTo>
                <a:cubicBezTo>
                  <a:pt x="1170332" y="832255"/>
                  <a:pt x="1156738" y="818661"/>
                  <a:pt x="1156738" y="801891"/>
                </a:cubicBezTo>
                <a:cubicBezTo>
                  <a:pt x="1156738" y="785122"/>
                  <a:pt x="1170332" y="771528"/>
                  <a:pt x="1187102" y="771528"/>
                </a:cubicBezTo>
                <a:close/>
                <a:moveTo>
                  <a:pt x="1114547" y="771528"/>
                </a:moveTo>
                <a:cubicBezTo>
                  <a:pt x="1131317" y="771528"/>
                  <a:pt x="1144911" y="785122"/>
                  <a:pt x="1144911" y="801891"/>
                </a:cubicBezTo>
                <a:cubicBezTo>
                  <a:pt x="1144911" y="818661"/>
                  <a:pt x="1131317" y="832255"/>
                  <a:pt x="1114547" y="832255"/>
                </a:cubicBezTo>
                <a:cubicBezTo>
                  <a:pt x="1097778" y="832255"/>
                  <a:pt x="1084184" y="818661"/>
                  <a:pt x="1084184" y="801891"/>
                </a:cubicBezTo>
                <a:cubicBezTo>
                  <a:pt x="1084184" y="785122"/>
                  <a:pt x="1097778" y="771528"/>
                  <a:pt x="1114547" y="771528"/>
                </a:cubicBezTo>
                <a:close/>
                <a:moveTo>
                  <a:pt x="1041993" y="771528"/>
                </a:moveTo>
                <a:cubicBezTo>
                  <a:pt x="1058762" y="771528"/>
                  <a:pt x="1072356" y="785122"/>
                  <a:pt x="1072356" y="801891"/>
                </a:cubicBezTo>
                <a:cubicBezTo>
                  <a:pt x="1072356" y="818661"/>
                  <a:pt x="1058762" y="832255"/>
                  <a:pt x="1041993" y="832255"/>
                </a:cubicBezTo>
                <a:cubicBezTo>
                  <a:pt x="1025223" y="832255"/>
                  <a:pt x="1011629" y="818661"/>
                  <a:pt x="1011629" y="801891"/>
                </a:cubicBezTo>
                <a:cubicBezTo>
                  <a:pt x="1011629" y="785122"/>
                  <a:pt x="1025223" y="771528"/>
                  <a:pt x="1041993" y="771528"/>
                </a:cubicBezTo>
                <a:close/>
                <a:moveTo>
                  <a:pt x="969438" y="771528"/>
                </a:moveTo>
                <a:cubicBezTo>
                  <a:pt x="986208" y="771528"/>
                  <a:pt x="999801" y="785122"/>
                  <a:pt x="999801" y="801891"/>
                </a:cubicBezTo>
                <a:cubicBezTo>
                  <a:pt x="999801" y="818661"/>
                  <a:pt x="986208" y="832255"/>
                  <a:pt x="969438" y="832255"/>
                </a:cubicBezTo>
                <a:cubicBezTo>
                  <a:pt x="952669" y="832255"/>
                  <a:pt x="939075" y="818661"/>
                  <a:pt x="939075" y="801891"/>
                </a:cubicBezTo>
                <a:cubicBezTo>
                  <a:pt x="939075" y="785122"/>
                  <a:pt x="952669" y="771528"/>
                  <a:pt x="969438" y="771528"/>
                </a:cubicBezTo>
                <a:close/>
                <a:moveTo>
                  <a:pt x="896883" y="771528"/>
                </a:moveTo>
                <a:cubicBezTo>
                  <a:pt x="913653" y="771528"/>
                  <a:pt x="927247" y="785122"/>
                  <a:pt x="927247" y="801891"/>
                </a:cubicBezTo>
                <a:cubicBezTo>
                  <a:pt x="927247" y="818661"/>
                  <a:pt x="913653" y="832255"/>
                  <a:pt x="896883" y="832255"/>
                </a:cubicBezTo>
                <a:cubicBezTo>
                  <a:pt x="880114" y="832255"/>
                  <a:pt x="866520" y="818661"/>
                  <a:pt x="866520" y="801891"/>
                </a:cubicBezTo>
                <a:cubicBezTo>
                  <a:pt x="866520" y="785122"/>
                  <a:pt x="880114" y="771528"/>
                  <a:pt x="896883" y="771528"/>
                </a:cubicBezTo>
                <a:close/>
                <a:moveTo>
                  <a:pt x="824329" y="771528"/>
                </a:moveTo>
                <a:cubicBezTo>
                  <a:pt x="841098" y="771528"/>
                  <a:pt x="854692" y="785122"/>
                  <a:pt x="854692" y="801891"/>
                </a:cubicBezTo>
                <a:cubicBezTo>
                  <a:pt x="854692" y="818661"/>
                  <a:pt x="841098" y="832255"/>
                  <a:pt x="824329" y="832255"/>
                </a:cubicBezTo>
                <a:cubicBezTo>
                  <a:pt x="807559" y="832255"/>
                  <a:pt x="793965" y="818661"/>
                  <a:pt x="793965" y="801891"/>
                </a:cubicBezTo>
                <a:cubicBezTo>
                  <a:pt x="793965" y="785122"/>
                  <a:pt x="807559" y="771528"/>
                  <a:pt x="824329" y="771528"/>
                </a:cubicBezTo>
                <a:close/>
                <a:moveTo>
                  <a:pt x="751774" y="771528"/>
                </a:moveTo>
                <a:cubicBezTo>
                  <a:pt x="768544" y="771528"/>
                  <a:pt x="782138" y="785122"/>
                  <a:pt x="782138" y="801891"/>
                </a:cubicBezTo>
                <a:cubicBezTo>
                  <a:pt x="782138" y="818661"/>
                  <a:pt x="768544" y="832255"/>
                  <a:pt x="751774" y="832255"/>
                </a:cubicBezTo>
                <a:cubicBezTo>
                  <a:pt x="735005" y="832255"/>
                  <a:pt x="721411" y="818661"/>
                  <a:pt x="721411" y="801891"/>
                </a:cubicBezTo>
                <a:cubicBezTo>
                  <a:pt x="721411" y="785122"/>
                  <a:pt x="735005" y="771528"/>
                  <a:pt x="751774" y="771528"/>
                </a:cubicBezTo>
                <a:close/>
                <a:moveTo>
                  <a:pt x="679220" y="771528"/>
                </a:moveTo>
                <a:cubicBezTo>
                  <a:pt x="695989" y="771528"/>
                  <a:pt x="709583" y="785122"/>
                  <a:pt x="709583" y="801891"/>
                </a:cubicBezTo>
                <a:cubicBezTo>
                  <a:pt x="709583" y="818661"/>
                  <a:pt x="695989" y="832255"/>
                  <a:pt x="679220" y="832255"/>
                </a:cubicBezTo>
                <a:cubicBezTo>
                  <a:pt x="662450" y="832255"/>
                  <a:pt x="648856" y="818661"/>
                  <a:pt x="648856" y="801891"/>
                </a:cubicBezTo>
                <a:cubicBezTo>
                  <a:pt x="648856" y="785122"/>
                  <a:pt x="662450" y="771528"/>
                  <a:pt x="679220" y="771528"/>
                </a:cubicBezTo>
                <a:close/>
                <a:moveTo>
                  <a:pt x="606665" y="771528"/>
                </a:moveTo>
                <a:cubicBezTo>
                  <a:pt x="623435" y="771528"/>
                  <a:pt x="637029" y="785122"/>
                  <a:pt x="637029" y="801891"/>
                </a:cubicBezTo>
                <a:cubicBezTo>
                  <a:pt x="637029" y="818661"/>
                  <a:pt x="623435" y="832255"/>
                  <a:pt x="606665" y="832255"/>
                </a:cubicBezTo>
                <a:cubicBezTo>
                  <a:pt x="589896" y="832255"/>
                  <a:pt x="576302" y="818661"/>
                  <a:pt x="576302" y="801891"/>
                </a:cubicBezTo>
                <a:cubicBezTo>
                  <a:pt x="576302" y="785122"/>
                  <a:pt x="589896" y="771528"/>
                  <a:pt x="606665" y="771528"/>
                </a:cubicBezTo>
                <a:close/>
                <a:moveTo>
                  <a:pt x="534111" y="771528"/>
                </a:moveTo>
                <a:cubicBezTo>
                  <a:pt x="550880" y="771528"/>
                  <a:pt x="564474" y="785122"/>
                  <a:pt x="564474" y="801891"/>
                </a:cubicBezTo>
                <a:cubicBezTo>
                  <a:pt x="564474" y="818661"/>
                  <a:pt x="550880" y="832255"/>
                  <a:pt x="534111" y="832255"/>
                </a:cubicBezTo>
                <a:cubicBezTo>
                  <a:pt x="517341" y="832255"/>
                  <a:pt x="503747" y="818661"/>
                  <a:pt x="503747" y="801891"/>
                </a:cubicBezTo>
                <a:cubicBezTo>
                  <a:pt x="503747" y="785122"/>
                  <a:pt x="517341" y="771528"/>
                  <a:pt x="534111" y="771528"/>
                </a:cubicBezTo>
                <a:close/>
                <a:moveTo>
                  <a:pt x="461556" y="771528"/>
                </a:moveTo>
                <a:cubicBezTo>
                  <a:pt x="478326" y="771528"/>
                  <a:pt x="491920" y="785122"/>
                  <a:pt x="491920" y="801891"/>
                </a:cubicBezTo>
                <a:cubicBezTo>
                  <a:pt x="491920" y="818661"/>
                  <a:pt x="478326" y="832255"/>
                  <a:pt x="461556" y="832255"/>
                </a:cubicBezTo>
                <a:cubicBezTo>
                  <a:pt x="444787" y="832255"/>
                  <a:pt x="431192" y="818661"/>
                  <a:pt x="431192" y="801891"/>
                </a:cubicBezTo>
                <a:cubicBezTo>
                  <a:pt x="431192" y="785122"/>
                  <a:pt x="444787" y="771528"/>
                  <a:pt x="461556" y="771528"/>
                </a:cubicBezTo>
                <a:close/>
                <a:moveTo>
                  <a:pt x="389002" y="771528"/>
                </a:moveTo>
                <a:cubicBezTo>
                  <a:pt x="405771" y="771528"/>
                  <a:pt x="419365" y="785122"/>
                  <a:pt x="419365" y="801891"/>
                </a:cubicBezTo>
                <a:cubicBezTo>
                  <a:pt x="419365" y="818661"/>
                  <a:pt x="405771" y="832255"/>
                  <a:pt x="389002" y="832255"/>
                </a:cubicBezTo>
                <a:cubicBezTo>
                  <a:pt x="372232" y="832255"/>
                  <a:pt x="358638" y="818661"/>
                  <a:pt x="358638" y="801891"/>
                </a:cubicBezTo>
                <a:cubicBezTo>
                  <a:pt x="358638" y="785122"/>
                  <a:pt x="372232" y="771528"/>
                  <a:pt x="389002" y="771528"/>
                </a:cubicBezTo>
                <a:close/>
                <a:moveTo>
                  <a:pt x="316447" y="771528"/>
                </a:moveTo>
                <a:cubicBezTo>
                  <a:pt x="333216" y="771528"/>
                  <a:pt x="346810" y="785122"/>
                  <a:pt x="346810" y="801891"/>
                </a:cubicBezTo>
                <a:cubicBezTo>
                  <a:pt x="346810" y="818661"/>
                  <a:pt x="333216" y="832255"/>
                  <a:pt x="316447" y="832255"/>
                </a:cubicBezTo>
                <a:cubicBezTo>
                  <a:pt x="299677" y="832255"/>
                  <a:pt x="286084" y="818661"/>
                  <a:pt x="286084" y="801891"/>
                </a:cubicBezTo>
                <a:cubicBezTo>
                  <a:pt x="286084" y="785122"/>
                  <a:pt x="299677" y="771528"/>
                  <a:pt x="316447" y="771528"/>
                </a:cubicBezTo>
                <a:close/>
                <a:moveTo>
                  <a:pt x="243892" y="771528"/>
                </a:moveTo>
                <a:cubicBezTo>
                  <a:pt x="260662" y="771528"/>
                  <a:pt x="274256" y="785122"/>
                  <a:pt x="274256" y="801891"/>
                </a:cubicBezTo>
                <a:cubicBezTo>
                  <a:pt x="274256" y="818661"/>
                  <a:pt x="260662" y="832255"/>
                  <a:pt x="243892" y="832255"/>
                </a:cubicBezTo>
                <a:cubicBezTo>
                  <a:pt x="227123" y="832255"/>
                  <a:pt x="213529" y="818661"/>
                  <a:pt x="213529" y="801891"/>
                </a:cubicBezTo>
                <a:cubicBezTo>
                  <a:pt x="213529" y="785122"/>
                  <a:pt x="227123" y="771528"/>
                  <a:pt x="243892" y="771528"/>
                </a:cubicBezTo>
                <a:close/>
                <a:moveTo>
                  <a:pt x="171339" y="771528"/>
                </a:moveTo>
                <a:cubicBezTo>
                  <a:pt x="188107" y="771528"/>
                  <a:pt x="201701" y="785122"/>
                  <a:pt x="201701" y="801891"/>
                </a:cubicBezTo>
                <a:cubicBezTo>
                  <a:pt x="201701" y="818661"/>
                  <a:pt x="188107" y="832255"/>
                  <a:pt x="171339" y="832255"/>
                </a:cubicBezTo>
                <a:cubicBezTo>
                  <a:pt x="154656" y="832255"/>
                  <a:pt x="141062" y="818661"/>
                  <a:pt x="141062" y="801891"/>
                </a:cubicBezTo>
                <a:cubicBezTo>
                  <a:pt x="141062" y="785122"/>
                  <a:pt x="154656" y="771528"/>
                  <a:pt x="171339" y="771528"/>
                </a:cubicBezTo>
                <a:close/>
                <a:moveTo>
                  <a:pt x="98884" y="771528"/>
                </a:moveTo>
                <a:cubicBezTo>
                  <a:pt x="115646" y="771528"/>
                  <a:pt x="129240" y="785122"/>
                  <a:pt x="129240" y="801891"/>
                </a:cubicBezTo>
                <a:cubicBezTo>
                  <a:pt x="129240" y="818661"/>
                  <a:pt x="115646" y="832255"/>
                  <a:pt x="98884" y="832255"/>
                </a:cubicBezTo>
                <a:cubicBezTo>
                  <a:pt x="82112" y="832255"/>
                  <a:pt x="68517" y="818661"/>
                  <a:pt x="68517" y="801891"/>
                </a:cubicBezTo>
                <a:cubicBezTo>
                  <a:pt x="68517" y="785122"/>
                  <a:pt x="82112" y="771528"/>
                  <a:pt x="98884" y="771528"/>
                </a:cubicBezTo>
                <a:close/>
                <a:moveTo>
                  <a:pt x="26329" y="771528"/>
                </a:moveTo>
                <a:cubicBezTo>
                  <a:pt x="43093" y="771528"/>
                  <a:pt x="56688" y="785122"/>
                  <a:pt x="56688" y="801891"/>
                </a:cubicBezTo>
                <a:cubicBezTo>
                  <a:pt x="56688" y="818661"/>
                  <a:pt x="43093" y="832255"/>
                  <a:pt x="26329" y="832255"/>
                </a:cubicBezTo>
                <a:cubicBezTo>
                  <a:pt x="17944" y="832255"/>
                  <a:pt x="10353" y="828857"/>
                  <a:pt x="4858" y="823362"/>
                </a:cubicBezTo>
                <a:lnTo>
                  <a:pt x="0" y="811633"/>
                </a:lnTo>
                <a:lnTo>
                  <a:pt x="0" y="792150"/>
                </a:lnTo>
                <a:lnTo>
                  <a:pt x="4858" y="780421"/>
                </a:lnTo>
                <a:cubicBezTo>
                  <a:pt x="10353" y="774927"/>
                  <a:pt x="17944" y="771528"/>
                  <a:pt x="26329" y="771528"/>
                </a:cubicBezTo>
                <a:close/>
                <a:moveTo>
                  <a:pt x="1622429" y="691076"/>
                </a:moveTo>
                <a:cubicBezTo>
                  <a:pt x="1630814" y="691076"/>
                  <a:pt x="1638404" y="694475"/>
                  <a:pt x="1643899" y="699969"/>
                </a:cubicBezTo>
                <a:lnTo>
                  <a:pt x="1647739" y="709237"/>
                </a:lnTo>
                <a:lnTo>
                  <a:pt x="1644828" y="728305"/>
                </a:lnTo>
                <a:lnTo>
                  <a:pt x="1640480" y="745215"/>
                </a:lnTo>
                <a:lnTo>
                  <a:pt x="1634248" y="749417"/>
                </a:lnTo>
                <a:cubicBezTo>
                  <a:pt x="1630615" y="750953"/>
                  <a:pt x="1626621" y="751803"/>
                  <a:pt x="1622429" y="751803"/>
                </a:cubicBezTo>
                <a:cubicBezTo>
                  <a:pt x="1605659" y="751803"/>
                  <a:pt x="1592066" y="738209"/>
                  <a:pt x="1592066" y="721440"/>
                </a:cubicBezTo>
                <a:cubicBezTo>
                  <a:pt x="1592066" y="704670"/>
                  <a:pt x="1605659" y="691076"/>
                  <a:pt x="1622429" y="691076"/>
                </a:cubicBezTo>
                <a:close/>
                <a:moveTo>
                  <a:pt x="1549874" y="691076"/>
                </a:moveTo>
                <a:cubicBezTo>
                  <a:pt x="1566644" y="691076"/>
                  <a:pt x="1580238" y="704670"/>
                  <a:pt x="1580238" y="721440"/>
                </a:cubicBezTo>
                <a:cubicBezTo>
                  <a:pt x="1580238" y="738209"/>
                  <a:pt x="1566644" y="751803"/>
                  <a:pt x="1549874" y="751803"/>
                </a:cubicBezTo>
                <a:cubicBezTo>
                  <a:pt x="1533105" y="751803"/>
                  <a:pt x="1519511" y="738209"/>
                  <a:pt x="1519511" y="721440"/>
                </a:cubicBezTo>
                <a:cubicBezTo>
                  <a:pt x="1519511" y="704670"/>
                  <a:pt x="1533105" y="691076"/>
                  <a:pt x="1549874" y="691076"/>
                </a:cubicBezTo>
                <a:close/>
                <a:moveTo>
                  <a:pt x="1477320" y="691076"/>
                </a:moveTo>
                <a:cubicBezTo>
                  <a:pt x="1494089" y="691076"/>
                  <a:pt x="1507683" y="704670"/>
                  <a:pt x="1507683" y="721440"/>
                </a:cubicBezTo>
                <a:cubicBezTo>
                  <a:pt x="1507683" y="738209"/>
                  <a:pt x="1494089" y="751803"/>
                  <a:pt x="1477320" y="751803"/>
                </a:cubicBezTo>
                <a:cubicBezTo>
                  <a:pt x="1460550" y="751803"/>
                  <a:pt x="1446956" y="738209"/>
                  <a:pt x="1446956" y="721440"/>
                </a:cubicBezTo>
                <a:cubicBezTo>
                  <a:pt x="1446956" y="704670"/>
                  <a:pt x="1460550" y="691076"/>
                  <a:pt x="1477320" y="691076"/>
                </a:cubicBezTo>
                <a:close/>
                <a:moveTo>
                  <a:pt x="1404765" y="691076"/>
                </a:moveTo>
                <a:cubicBezTo>
                  <a:pt x="1421535" y="691076"/>
                  <a:pt x="1435129" y="704670"/>
                  <a:pt x="1435129" y="721440"/>
                </a:cubicBezTo>
                <a:cubicBezTo>
                  <a:pt x="1435129" y="738209"/>
                  <a:pt x="1421535" y="751803"/>
                  <a:pt x="1404765" y="751803"/>
                </a:cubicBezTo>
                <a:cubicBezTo>
                  <a:pt x="1387996" y="751803"/>
                  <a:pt x="1374402" y="738209"/>
                  <a:pt x="1374402" y="721440"/>
                </a:cubicBezTo>
                <a:cubicBezTo>
                  <a:pt x="1374402" y="704670"/>
                  <a:pt x="1387996" y="691076"/>
                  <a:pt x="1404765" y="691076"/>
                </a:cubicBezTo>
                <a:close/>
                <a:moveTo>
                  <a:pt x="1332211" y="691076"/>
                </a:moveTo>
                <a:cubicBezTo>
                  <a:pt x="1348980" y="691076"/>
                  <a:pt x="1362574" y="704670"/>
                  <a:pt x="1362574" y="721440"/>
                </a:cubicBezTo>
                <a:cubicBezTo>
                  <a:pt x="1362574" y="738209"/>
                  <a:pt x="1348980" y="751803"/>
                  <a:pt x="1332211" y="751803"/>
                </a:cubicBezTo>
                <a:cubicBezTo>
                  <a:pt x="1315441" y="751803"/>
                  <a:pt x="1301847" y="738209"/>
                  <a:pt x="1301847" y="721440"/>
                </a:cubicBezTo>
                <a:cubicBezTo>
                  <a:pt x="1301847" y="704670"/>
                  <a:pt x="1315441" y="691076"/>
                  <a:pt x="1332211" y="691076"/>
                </a:cubicBezTo>
                <a:close/>
                <a:moveTo>
                  <a:pt x="1259656" y="691076"/>
                </a:moveTo>
                <a:cubicBezTo>
                  <a:pt x="1276426" y="691076"/>
                  <a:pt x="1290020" y="704670"/>
                  <a:pt x="1290020" y="721440"/>
                </a:cubicBezTo>
                <a:cubicBezTo>
                  <a:pt x="1290020" y="738209"/>
                  <a:pt x="1276426" y="751803"/>
                  <a:pt x="1259656" y="751803"/>
                </a:cubicBezTo>
                <a:cubicBezTo>
                  <a:pt x="1242887" y="751803"/>
                  <a:pt x="1229293" y="738209"/>
                  <a:pt x="1229293" y="721440"/>
                </a:cubicBezTo>
                <a:cubicBezTo>
                  <a:pt x="1229293" y="704670"/>
                  <a:pt x="1242887" y="691076"/>
                  <a:pt x="1259656" y="691076"/>
                </a:cubicBezTo>
                <a:close/>
                <a:moveTo>
                  <a:pt x="1187102" y="691076"/>
                </a:moveTo>
                <a:cubicBezTo>
                  <a:pt x="1203871" y="691076"/>
                  <a:pt x="1217465" y="704670"/>
                  <a:pt x="1217465" y="721440"/>
                </a:cubicBezTo>
                <a:cubicBezTo>
                  <a:pt x="1217465" y="738209"/>
                  <a:pt x="1203871" y="751803"/>
                  <a:pt x="1187102" y="751803"/>
                </a:cubicBezTo>
                <a:cubicBezTo>
                  <a:pt x="1170332" y="751803"/>
                  <a:pt x="1156738" y="738209"/>
                  <a:pt x="1156738" y="721440"/>
                </a:cubicBezTo>
                <a:cubicBezTo>
                  <a:pt x="1156738" y="704670"/>
                  <a:pt x="1170332" y="691076"/>
                  <a:pt x="1187102" y="691076"/>
                </a:cubicBezTo>
                <a:close/>
                <a:moveTo>
                  <a:pt x="1114547" y="691076"/>
                </a:moveTo>
                <a:cubicBezTo>
                  <a:pt x="1131317" y="691076"/>
                  <a:pt x="1144911" y="704670"/>
                  <a:pt x="1144911" y="721440"/>
                </a:cubicBezTo>
                <a:cubicBezTo>
                  <a:pt x="1144911" y="738209"/>
                  <a:pt x="1131317" y="751803"/>
                  <a:pt x="1114547" y="751803"/>
                </a:cubicBezTo>
                <a:cubicBezTo>
                  <a:pt x="1097778" y="751803"/>
                  <a:pt x="1084184" y="738209"/>
                  <a:pt x="1084184" y="721440"/>
                </a:cubicBezTo>
                <a:cubicBezTo>
                  <a:pt x="1084184" y="704670"/>
                  <a:pt x="1097778" y="691076"/>
                  <a:pt x="1114547" y="691076"/>
                </a:cubicBezTo>
                <a:close/>
                <a:moveTo>
                  <a:pt x="1041993" y="691076"/>
                </a:moveTo>
                <a:cubicBezTo>
                  <a:pt x="1058762" y="691076"/>
                  <a:pt x="1072356" y="704670"/>
                  <a:pt x="1072356" y="721440"/>
                </a:cubicBezTo>
                <a:cubicBezTo>
                  <a:pt x="1072356" y="738209"/>
                  <a:pt x="1058762" y="751803"/>
                  <a:pt x="1041993" y="751803"/>
                </a:cubicBezTo>
                <a:cubicBezTo>
                  <a:pt x="1025223" y="751803"/>
                  <a:pt x="1011629" y="738209"/>
                  <a:pt x="1011629" y="721440"/>
                </a:cubicBezTo>
                <a:cubicBezTo>
                  <a:pt x="1011629" y="704670"/>
                  <a:pt x="1025223" y="691076"/>
                  <a:pt x="1041993" y="691076"/>
                </a:cubicBezTo>
                <a:close/>
                <a:moveTo>
                  <a:pt x="969438" y="691076"/>
                </a:moveTo>
                <a:cubicBezTo>
                  <a:pt x="986208" y="691076"/>
                  <a:pt x="999801" y="704670"/>
                  <a:pt x="999801" y="721440"/>
                </a:cubicBezTo>
                <a:cubicBezTo>
                  <a:pt x="999801" y="738209"/>
                  <a:pt x="986208" y="751803"/>
                  <a:pt x="969438" y="751803"/>
                </a:cubicBezTo>
                <a:cubicBezTo>
                  <a:pt x="952669" y="751803"/>
                  <a:pt x="939075" y="738209"/>
                  <a:pt x="939075" y="721440"/>
                </a:cubicBezTo>
                <a:cubicBezTo>
                  <a:pt x="939075" y="704670"/>
                  <a:pt x="952669" y="691076"/>
                  <a:pt x="969438" y="691076"/>
                </a:cubicBezTo>
                <a:close/>
                <a:moveTo>
                  <a:pt x="896883" y="691076"/>
                </a:moveTo>
                <a:cubicBezTo>
                  <a:pt x="913653" y="691076"/>
                  <a:pt x="927247" y="704670"/>
                  <a:pt x="927247" y="721440"/>
                </a:cubicBezTo>
                <a:cubicBezTo>
                  <a:pt x="927247" y="738209"/>
                  <a:pt x="913653" y="751803"/>
                  <a:pt x="896883" y="751803"/>
                </a:cubicBezTo>
                <a:cubicBezTo>
                  <a:pt x="880114" y="751803"/>
                  <a:pt x="866520" y="738209"/>
                  <a:pt x="866520" y="721440"/>
                </a:cubicBezTo>
                <a:cubicBezTo>
                  <a:pt x="866520" y="704670"/>
                  <a:pt x="880114" y="691076"/>
                  <a:pt x="896883" y="691076"/>
                </a:cubicBezTo>
                <a:close/>
                <a:moveTo>
                  <a:pt x="824329" y="691076"/>
                </a:moveTo>
                <a:cubicBezTo>
                  <a:pt x="841098" y="691076"/>
                  <a:pt x="854692" y="704670"/>
                  <a:pt x="854692" y="721440"/>
                </a:cubicBezTo>
                <a:cubicBezTo>
                  <a:pt x="854692" y="738209"/>
                  <a:pt x="841098" y="751803"/>
                  <a:pt x="824329" y="751803"/>
                </a:cubicBezTo>
                <a:cubicBezTo>
                  <a:pt x="807559" y="751803"/>
                  <a:pt x="793965" y="738209"/>
                  <a:pt x="793965" y="721440"/>
                </a:cubicBezTo>
                <a:cubicBezTo>
                  <a:pt x="793965" y="704670"/>
                  <a:pt x="807559" y="691076"/>
                  <a:pt x="824329" y="691076"/>
                </a:cubicBezTo>
                <a:close/>
                <a:moveTo>
                  <a:pt x="751774" y="691076"/>
                </a:moveTo>
                <a:cubicBezTo>
                  <a:pt x="768544" y="691076"/>
                  <a:pt x="782138" y="704670"/>
                  <a:pt x="782138" y="721440"/>
                </a:cubicBezTo>
                <a:cubicBezTo>
                  <a:pt x="782138" y="738209"/>
                  <a:pt x="768544" y="751803"/>
                  <a:pt x="751774" y="751803"/>
                </a:cubicBezTo>
                <a:cubicBezTo>
                  <a:pt x="735005" y="751803"/>
                  <a:pt x="721411" y="738209"/>
                  <a:pt x="721411" y="721440"/>
                </a:cubicBezTo>
                <a:cubicBezTo>
                  <a:pt x="721411" y="704670"/>
                  <a:pt x="735005" y="691076"/>
                  <a:pt x="751774" y="691076"/>
                </a:cubicBezTo>
                <a:close/>
                <a:moveTo>
                  <a:pt x="679220" y="691076"/>
                </a:moveTo>
                <a:cubicBezTo>
                  <a:pt x="695989" y="691076"/>
                  <a:pt x="709583" y="704670"/>
                  <a:pt x="709583" y="721440"/>
                </a:cubicBezTo>
                <a:cubicBezTo>
                  <a:pt x="709583" y="738209"/>
                  <a:pt x="695989" y="751803"/>
                  <a:pt x="679220" y="751803"/>
                </a:cubicBezTo>
                <a:cubicBezTo>
                  <a:pt x="662450" y="751803"/>
                  <a:pt x="648856" y="738209"/>
                  <a:pt x="648856" y="721440"/>
                </a:cubicBezTo>
                <a:cubicBezTo>
                  <a:pt x="648856" y="704670"/>
                  <a:pt x="662450" y="691076"/>
                  <a:pt x="679220" y="691076"/>
                </a:cubicBezTo>
                <a:close/>
                <a:moveTo>
                  <a:pt x="606665" y="691076"/>
                </a:moveTo>
                <a:cubicBezTo>
                  <a:pt x="623435" y="691076"/>
                  <a:pt x="637029" y="704670"/>
                  <a:pt x="637029" y="721440"/>
                </a:cubicBezTo>
                <a:cubicBezTo>
                  <a:pt x="637029" y="738209"/>
                  <a:pt x="623435" y="751803"/>
                  <a:pt x="606665" y="751803"/>
                </a:cubicBezTo>
                <a:cubicBezTo>
                  <a:pt x="589896" y="751803"/>
                  <a:pt x="576302" y="738209"/>
                  <a:pt x="576302" y="721440"/>
                </a:cubicBezTo>
                <a:cubicBezTo>
                  <a:pt x="576302" y="704670"/>
                  <a:pt x="589896" y="691076"/>
                  <a:pt x="606665" y="691076"/>
                </a:cubicBezTo>
                <a:close/>
                <a:moveTo>
                  <a:pt x="534111" y="691076"/>
                </a:moveTo>
                <a:cubicBezTo>
                  <a:pt x="550880" y="691076"/>
                  <a:pt x="564474" y="704670"/>
                  <a:pt x="564474" y="721440"/>
                </a:cubicBezTo>
                <a:cubicBezTo>
                  <a:pt x="564474" y="738209"/>
                  <a:pt x="550880" y="751803"/>
                  <a:pt x="534111" y="751803"/>
                </a:cubicBezTo>
                <a:cubicBezTo>
                  <a:pt x="517341" y="751803"/>
                  <a:pt x="503747" y="738209"/>
                  <a:pt x="503747" y="721440"/>
                </a:cubicBezTo>
                <a:cubicBezTo>
                  <a:pt x="503747" y="704670"/>
                  <a:pt x="517341" y="691076"/>
                  <a:pt x="534111" y="691076"/>
                </a:cubicBezTo>
                <a:close/>
                <a:moveTo>
                  <a:pt x="461556" y="691076"/>
                </a:moveTo>
                <a:cubicBezTo>
                  <a:pt x="478326" y="691076"/>
                  <a:pt x="491920" y="704670"/>
                  <a:pt x="491920" y="721440"/>
                </a:cubicBezTo>
                <a:cubicBezTo>
                  <a:pt x="491920" y="738209"/>
                  <a:pt x="478326" y="751803"/>
                  <a:pt x="461556" y="751803"/>
                </a:cubicBezTo>
                <a:cubicBezTo>
                  <a:pt x="444787" y="751803"/>
                  <a:pt x="431192" y="738209"/>
                  <a:pt x="431192" y="721440"/>
                </a:cubicBezTo>
                <a:cubicBezTo>
                  <a:pt x="431192" y="704670"/>
                  <a:pt x="444787" y="691076"/>
                  <a:pt x="461556" y="691076"/>
                </a:cubicBezTo>
                <a:close/>
                <a:moveTo>
                  <a:pt x="389002" y="691076"/>
                </a:moveTo>
                <a:cubicBezTo>
                  <a:pt x="405771" y="691076"/>
                  <a:pt x="419365" y="704670"/>
                  <a:pt x="419365" y="721440"/>
                </a:cubicBezTo>
                <a:cubicBezTo>
                  <a:pt x="419365" y="738209"/>
                  <a:pt x="405771" y="751803"/>
                  <a:pt x="389002" y="751803"/>
                </a:cubicBezTo>
                <a:cubicBezTo>
                  <a:pt x="372232" y="751803"/>
                  <a:pt x="358638" y="738209"/>
                  <a:pt x="358638" y="721440"/>
                </a:cubicBezTo>
                <a:cubicBezTo>
                  <a:pt x="358638" y="704670"/>
                  <a:pt x="372232" y="691076"/>
                  <a:pt x="389002" y="691076"/>
                </a:cubicBezTo>
                <a:close/>
                <a:moveTo>
                  <a:pt x="316447" y="691076"/>
                </a:moveTo>
                <a:cubicBezTo>
                  <a:pt x="333216" y="691076"/>
                  <a:pt x="346810" y="704670"/>
                  <a:pt x="346810" y="721440"/>
                </a:cubicBezTo>
                <a:cubicBezTo>
                  <a:pt x="346810" y="738209"/>
                  <a:pt x="333216" y="751803"/>
                  <a:pt x="316447" y="751803"/>
                </a:cubicBezTo>
                <a:cubicBezTo>
                  <a:pt x="299677" y="751803"/>
                  <a:pt x="286084" y="738209"/>
                  <a:pt x="286084" y="721440"/>
                </a:cubicBezTo>
                <a:cubicBezTo>
                  <a:pt x="286084" y="704670"/>
                  <a:pt x="299677" y="691076"/>
                  <a:pt x="316447" y="691076"/>
                </a:cubicBezTo>
                <a:close/>
                <a:moveTo>
                  <a:pt x="243892" y="691076"/>
                </a:moveTo>
                <a:cubicBezTo>
                  <a:pt x="260662" y="691076"/>
                  <a:pt x="274256" y="704670"/>
                  <a:pt x="274256" y="721440"/>
                </a:cubicBezTo>
                <a:cubicBezTo>
                  <a:pt x="274256" y="738209"/>
                  <a:pt x="260662" y="751803"/>
                  <a:pt x="243892" y="751803"/>
                </a:cubicBezTo>
                <a:cubicBezTo>
                  <a:pt x="227123" y="751803"/>
                  <a:pt x="213529" y="738209"/>
                  <a:pt x="213529" y="721440"/>
                </a:cubicBezTo>
                <a:cubicBezTo>
                  <a:pt x="213529" y="704670"/>
                  <a:pt x="227123" y="691076"/>
                  <a:pt x="243892" y="691076"/>
                </a:cubicBezTo>
                <a:close/>
                <a:moveTo>
                  <a:pt x="171339" y="691076"/>
                </a:moveTo>
                <a:cubicBezTo>
                  <a:pt x="188107" y="691076"/>
                  <a:pt x="201701" y="704670"/>
                  <a:pt x="201701" y="721440"/>
                </a:cubicBezTo>
                <a:cubicBezTo>
                  <a:pt x="201701" y="738209"/>
                  <a:pt x="188107" y="751803"/>
                  <a:pt x="171339" y="751803"/>
                </a:cubicBezTo>
                <a:cubicBezTo>
                  <a:pt x="154662" y="751803"/>
                  <a:pt x="141067" y="738209"/>
                  <a:pt x="141067" y="721440"/>
                </a:cubicBezTo>
                <a:cubicBezTo>
                  <a:pt x="141067" y="704670"/>
                  <a:pt x="154662" y="691076"/>
                  <a:pt x="171339" y="691076"/>
                </a:cubicBezTo>
                <a:close/>
                <a:moveTo>
                  <a:pt x="98890" y="691076"/>
                </a:moveTo>
                <a:cubicBezTo>
                  <a:pt x="115653" y="691076"/>
                  <a:pt x="129246" y="704670"/>
                  <a:pt x="129246" y="721440"/>
                </a:cubicBezTo>
                <a:cubicBezTo>
                  <a:pt x="129246" y="738209"/>
                  <a:pt x="115653" y="751803"/>
                  <a:pt x="98890" y="751803"/>
                </a:cubicBezTo>
                <a:cubicBezTo>
                  <a:pt x="82117" y="751803"/>
                  <a:pt x="68523" y="738209"/>
                  <a:pt x="68523" y="721440"/>
                </a:cubicBezTo>
                <a:cubicBezTo>
                  <a:pt x="68523" y="704670"/>
                  <a:pt x="82117" y="691076"/>
                  <a:pt x="98890" y="691076"/>
                </a:cubicBezTo>
                <a:close/>
                <a:moveTo>
                  <a:pt x="26336" y="691076"/>
                </a:moveTo>
                <a:cubicBezTo>
                  <a:pt x="43099" y="691076"/>
                  <a:pt x="56694" y="704670"/>
                  <a:pt x="56694" y="721440"/>
                </a:cubicBezTo>
                <a:cubicBezTo>
                  <a:pt x="56694" y="738209"/>
                  <a:pt x="43099" y="751803"/>
                  <a:pt x="26336" y="751803"/>
                </a:cubicBezTo>
                <a:cubicBezTo>
                  <a:pt x="17950" y="751803"/>
                  <a:pt x="10359" y="748405"/>
                  <a:pt x="4864" y="742910"/>
                </a:cubicBezTo>
                <a:lnTo>
                  <a:pt x="0" y="731167"/>
                </a:lnTo>
                <a:lnTo>
                  <a:pt x="0" y="711713"/>
                </a:lnTo>
                <a:lnTo>
                  <a:pt x="4864" y="699969"/>
                </a:lnTo>
                <a:cubicBezTo>
                  <a:pt x="10359" y="694475"/>
                  <a:pt x="17950" y="691076"/>
                  <a:pt x="26336" y="691076"/>
                </a:cubicBezTo>
                <a:close/>
                <a:moveTo>
                  <a:pt x="1622429" y="610624"/>
                </a:moveTo>
                <a:cubicBezTo>
                  <a:pt x="1639199" y="610624"/>
                  <a:pt x="1652792" y="624218"/>
                  <a:pt x="1652792" y="640988"/>
                </a:cubicBezTo>
                <a:cubicBezTo>
                  <a:pt x="1652792" y="657757"/>
                  <a:pt x="1639199" y="671351"/>
                  <a:pt x="1622429" y="671351"/>
                </a:cubicBezTo>
                <a:cubicBezTo>
                  <a:pt x="1605659" y="671351"/>
                  <a:pt x="1592066" y="657757"/>
                  <a:pt x="1592066" y="640988"/>
                </a:cubicBezTo>
                <a:cubicBezTo>
                  <a:pt x="1592066" y="624218"/>
                  <a:pt x="1605659" y="610624"/>
                  <a:pt x="1622429" y="610624"/>
                </a:cubicBezTo>
                <a:close/>
                <a:moveTo>
                  <a:pt x="1549874" y="610624"/>
                </a:moveTo>
                <a:cubicBezTo>
                  <a:pt x="1566644" y="610624"/>
                  <a:pt x="1580238" y="624218"/>
                  <a:pt x="1580238" y="640988"/>
                </a:cubicBezTo>
                <a:cubicBezTo>
                  <a:pt x="1580238" y="657757"/>
                  <a:pt x="1566644" y="671351"/>
                  <a:pt x="1549874" y="671351"/>
                </a:cubicBezTo>
                <a:cubicBezTo>
                  <a:pt x="1533105" y="671351"/>
                  <a:pt x="1519511" y="657757"/>
                  <a:pt x="1519511" y="640988"/>
                </a:cubicBezTo>
                <a:cubicBezTo>
                  <a:pt x="1519511" y="624218"/>
                  <a:pt x="1533105" y="610624"/>
                  <a:pt x="1549874" y="610624"/>
                </a:cubicBezTo>
                <a:close/>
                <a:moveTo>
                  <a:pt x="1477320" y="610624"/>
                </a:moveTo>
                <a:cubicBezTo>
                  <a:pt x="1494089" y="610624"/>
                  <a:pt x="1507683" y="624218"/>
                  <a:pt x="1507683" y="640988"/>
                </a:cubicBezTo>
                <a:cubicBezTo>
                  <a:pt x="1507683" y="657757"/>
                  <a:pt x="1494089" y="671351"/>
                  <a:pt x="1477320" y="671351"/>
                </a:cubicBezTo>
                <a:cubicBezTo>
                  <a:pt x="1460550" y="671351"/>
                  <a:pt x="1446956" y="657757"/>
                  <a:pt x="1446956" y="640988"/>
                </a:cubicBezTo>
                <a:cubicBezTo>
                  <a:pt x="1446956" y="624218"/>
                  <a:pt x="1460550" y="610624"/>
                  <a:pt x="1477320" y="610624"/>
                </a:cubicBezTo>
                <a:close/>
                <a:moveTo>
                  <a:pt x="1404765" y="610624"/>
                </a:moveTo>
                <a:cubicBezTo>
                  <a:pt x="1421535" y="610624"/>
                  <a:pt x="1435129" y="624218"/>
                  <a:pt x="1435129" y="640988"/>
                </a:cubicBezTo>
                <a:cubicBezTo>
                  <a:pt x="1435129" y="657757"/>
                  <a:pt x="1421535" y="671351"/>
                  <a:pt x="1404765" y="671351"/>
                </a:cubicBezTo>
                <a:cubicBezTo>
                  <a:pt x="1387996" y="671351"/>
                  <a:pt x="1374402" y="657757"/>
                  <a:pt x="1374402" y="640988"/>
                </a:cubicBezTo>
                <a:cubicBezTo>
                  <a:pt x="1374402" y="624218"/>
                  <a:pt x="1387996" y="610624"/>
                  <a:pt x="1404765" y="610624"/>
                </a:cubicBezTo>
                <a:close/>
                <a:moveTo>
                  <a:pt x="1332211" y="610624"/>
                </a:moveTo>
                <a:cubicBezTo>
                  <a:pt x="1348980" y="610624"/>
                  <a:pt x="1362574" y="624218"/>
                  <a:pt x="1362574" y="640988"/>
                </a:cubicBezTo>
                <a:cubicBezTo>
                  <a:pt x="1362574" y="657757"/>
                  <a:pt x="1348980" y="671351"/>
                  <a:pt x="1332211" y="671351"/>
                </a:cubicBezTo>
                <a:cubicBezTo>
                  <a:pt x="1315441" y="671351"/>
                  <a:pt x="1301847" y="657757"/>
                  <a:pt x="1301847" y="640988"/>
                </a:cubicBezTo>
                <a:cubicBezTo>
                  <a:pt x="1301847" y="624218"/>
                  <a:pt x="1315441" y="610624"/>
                  <a:pt x="1332211" y="610624"/>
                </a:cubicBezTo>
                <a:close/>
                <a:moveTo>
                  <a:pt x="1259656" y="610624"/>
                </a:moveTo>
                <a:cubicBezTo>
                  <a:pt x="1276426" y="610624"/>
                  <a:pt x="1290020" y="624218"/>
                  <a:pt x="1290020" y="640988"/>
                </a:cubicBezTo>
                <a:cubicBezTo>
                  <a:pt x="1290020" y="657757"/>
                  <a:pt x="1276426" y="671351"/>
                  <a:pt x="1259656" y="671351"/>
                </a:cubicBezTo>
                <a:cubicBezTo>
                  <a:pt x="1242887" y="671351"/>
                  <a:pt x="1229293" y="657757"/>
                  <a:pt x="1229293" y="640988"/>
                </a:cubicBezTo>
                <a:cubicBezTo>
                  <a:pt x="1229293" y="624218"/>
                  <a:pt x="1242887" y="610624"/>
                  <a:pt x="1259656" y="610624"/>
                </a:cubicBezTo>
                <a:close/>
                <a:moveTo>
                  <a:pt x="1187102" y="610624"/>
                </a:moveTo>
                <a:cubicBezTo>
                  <a:pt x="1203871" y="610624"/>
                  <a:pt x="1217465" y="624218"/>
                  <a:pt x="1217465" y="640988"/>
                </a:cubicBezTo>
                <a:cubicBezTo>
                  <a:pt x="1217465" y="657757"/>
                  <a:pt x="1203871" y="671351"/>
                  <a:pt x="1187102" y="671351"/>
                </a:cubicBezTo>
                <a:cubicBezTo>
                  <a:pt x="1170332" y="671351"/>
                  <a:pt x="1156738" y="657757"/>
                  <a:pt x="1156738" y="640988"/>
                </a:cubicBezTo>
                <a:cubicBezTo>
                  <a:pt x="1156738" y="624218"/>
                  <a:pt x="1170332" y="610624"/>
                  <a:pt x="1187102" y="610624"/>
                </a:cubicBezTo>
                <a:close/>
                <a:moveTo>
                  <a:pt x="1114547" y="610624"/>
                </a:moveTo>
                <a:cubicBezTo>
                  <a:pt x="1131317" y="610624"/>
                  <a:pt x="1144911" y="624218"/>
                  <a:pt x="1144911" y="640988"/>
                </a:cubicBezTo>
                <a:cubicBezTo>
                  <a:pt x="1144911" y="657757"/>
                  <a:pt x="1131317" y="671351"/>
                  <a:pt x="1114547" y="671351"/>
                </a:cubicBezTo>
                <a:cubicBezTo>
                  <a:pt x="1097778" y="671351"/>
                  <a:pt x="1084184" y="657757"/>
                  <a:pt x="1084184" y="640988"/>
                </a:cubicBezTo>
                <a:cubicBezTo>
                  <a:pt x="1084184" y="624218"/>
                  <a:pt x="1097778" y="610624"/>
                  <a:pt x="1114547" y="610624"/>
                </a:cubicBezTo>
                <a:close/>
                <a:moveTo>
                  <a:pt x="1041993" y="610624"/>
                </a:moveTo>
                <a:cubicBezTo>
                  <a:pt x="1058762" y="610624"/>
                  <a:pt x="1072356" y="624218"/>
                  <a:pt x="1072356" y="640988"/>
                </a:cubicBezTo>
                <a:cubicBezTo>
                  <a:pt x="1072356" y="657757"/>
                  <a:pt x="1058762" y="671351"/>
                  <a:pt x="1041993" y="671351"/>
                </a:cubicBezTo>
                <a:cubicBezTo>
                  <a:pt x="1025223" y="671351"/>
                  <a:pt x="1011629" y="657757"/>
                  <a:pt x="1011629" y="640988"/>
                </a:cubicBezTo>
                <a:cubicBezTo>
                  <a:pt x="1011629" y="624218"/>
                  <a:pt x="1025223" y="610624"/>
                  <a:pt x="1041993" y="610624"/>
                </a:cubicBezTo>
                <a:close/>
                <a:moveTo>
                  <a:pt x="969438" y="610624"/>
                </a:moveTo>
                <a:cubicBezTo>
                  <a:pt x="986208" y="610624"/>
                  <a:pt x="999801" y="624218"/>
                  <a:pt x="999801" y="640988"/>
                </a:cubicBezTo>
                <a:cubicBezTo>
                  <a:pt x="999801" y="657757"/>
                  <a:pt x="986208" y="671351"/>
                  <a:pt x="969438" y="671351"/>
                </a:cubicBezTo>
                <a:cubicBezTo>
                  <a:pt x="952669" y="671351"/>
                  <a:pt x="939075" y="657757"/>
                  <a:pt x="939075" y="640988"/>
                </a:cubicBezTo>
                <a:cubicBezTo>
                  <a:pt x="939075" y="624218"/>
                  <a:pt x="952669" y="610624"/>
                  <a:pt x="969438" y="610624"/>
                </a:cubicBezTo>
                <a:close/>
                <a:moveTo>
                  <a:pt x="896883" y="610624"/>
                </a:moveTo>
                <a:cubicBezTo>
                  <a:pt x="913653" y="610624"/>
                  <a:pt x="927247" y="624218"/>
                  <a:pt x="927247" y="640988"/>
                </a:cubicBezTo>
                <a:cubicBezTo>
                  <a:pt x="927247" y="657757"/>
                  <a:pt x="913653" y="671351"/>
                  <a:pt x="896883" y="671351"/>
                </a:cubicBezTo>
                <a:cubicBezTo>
                  <a:pt x="880114" y="671351"/>
                  <a:pt x="866520" y="657757"/>
                  <a:pt x="866520" y="640988"/>
                </a:cubicBezTo>
                <a:cubicBezTo>
                  <a:pt x="866520" y="624218"/>
                  <a:pt x="880114" y="610624"/>
                  <a:pt x="896883" y="610624"/>
                </a:cubicBezTo>
                <a:close/>
                <a:moveTo>
                  <a:pt x="824329" y="610624"/>
                </a:moveTo>
                <a:cubicBezTo>
                  <a:pt x="841098" y="610624"/>
                  <a:pt x="854692" y="624218"/>
                  <a:pt x="854692" y="640988"/>
                </a:cubicBezTo>
                <a:cubicBezTo>
                  <a:pt x="854692" y="657757"/>
                  <a:pt x="841098" y="671351"/>
                  <a:pt x="824329" y="671351"/>
                </a:cubicBezTo>
                <a:cubicBezTo>
                  <a:pt x="807559" y="671351"/>
                  <a:pt x="793965" y="657757"/>
                  <a:pt x="793965" y="640988"/>
                </a:cubicBezTo>
                <a:cubicBezTo>
                  <a:pt x="793965" y="624218"/>
                  <a:pt x="807559" y="610624"/>
                  <a:pt x="824329" y="610624"/>
                </a:cubicBezTo>
                <a:close/>
                <a:moveTo>
                  <a:pt x="751774" y="610624"/>
                </a:moveTo>
                <a:cubicBezTo>
                  <a:pt x="768544" y="610624"/>
                  <a:pt x="782138" y="624218"/>
                  <a:pt x="782138" y="640988"/>
                </a:cubicBezTo>
                <a:cubicBezTo>
                  <a:pt x="782138" y="657757"/>
                  <a:pt x="768544" y="671351"/>
                  <a:pt x="751774" y="671351"/>
                </a:cubicBezTo>
                <a:cubicBezTo>
                  <a:pt x="735005" y="671351"/>
                  <a:pt x="721411" y="657757"/>
                  <a:pt x="721411" y="640988"/>
                </a:cubicBezTo>
                <a:cubicBezTo>
                  <a:pt x="721411" y="624218"/>
                  <a:pt x="735005" y="610624"/>
                  <a:pt x="751774" y="610624"/>
                </a:cubicBezTo>
                <a:close/>
                <a:moveTo>
                  <a:pt x="679220" y="610624"/>
                </a:moveTo>
                <a:cubicBezTo>
                  <a:pt x="695989" y="610624"/>
                  <a:pt x="709583" y="624218"/>
                  <a:pt x="709583" y="640988"/>
                </a:cubicBezTo>
                <a:cubicBezTo>
                  <a:pt x="709583" y="657757"/>
                  <a:pt x="695989" y="671351"/>
                  <a:pt x="679220" y="671351"/>
                </a:cubicBezTo>
                <a:cubicBezTo>
                  <a:pt x="662450" y="671351"/>
                  <a:pt x="648856" y="657757"/>
                  <a:pt x="648856" y="640988"/>
                </a:cubicBezTo>
                <a:cubicBezTo>
                  <a:pt x="648856" y="624218"/>
                  <a:pt x="662450" y="610624"/>
                  <a:pt x="679220" y="610624"/>
                </a:cubicBezTo>
                <a:close/>
                <a:moveTo>
                  <a:pt x="606665" y="610624"/>
                </a:moveTo>
                <a:cubicBezTo>
                  <a:pt x="623435" y="610624"/>
                  <a:pt x="637029" y="624218"/>
                  <a:pt x="637029" y="640988"/>
                </a:cubicBezTo>
                <a:cubicBezTo>
                  <a:pt x="637029" y="657757"/>
                  <a:pt x="623435" y="671351"/>
                  <a:pt x="606665" y="671351"/>
                </a:cubicBezTo>
                <a:cubicBezTo>
                  <a:pt x="589896" y="671351"/>
                  <a:pt x="576302" y="657757"/>
                  <a:pt x="576302" y="640988"/>
                </a:cubicBezTo>
                <a:cubicBezTo>
                  <a:pt x="576302" y="624218"/>
                  <a:pt x="589896" y="610624"/>
                  <a:pt x="606665" y="610624"/>
                </a:cubicBezTo>
                <a:close/>
                <a:moveTo>
                  <a:pt x="534111" y="610624"/>
                </a:moveTo>
                <a:cubicBezTo>
                  <a:pt x="550880" y="610624"/>
                  <a:pt x="564474" y="624218"/>
                  <a:pt x="564474" y="640988"/>
                </a:cubicBezTo>
                <a:cubicBezTo>
                  <a:pt x="564474" y="657757"/>
                  <a:pt x="550880" y="671351"/>
                  <a:pt x="534111" y="671351"/>
                </a:cubicBezTo>
                <a:cubicBezTo>
                  <a:pt x="517341" y="671351"/>
                  <a:pt x="503747" y="657757"/>
                  <a:pt x="503747" y="640988"/>
                </a:cubicBezTo>
                <a:cubicBezTo>
                  <a:pt x="503747" y="624218"/>
                  <a:pt x="517341" y="610624"/>
                  <a:pt x="534111" y="610624"/>
                </a:cubicBezTo>
                <a:close/>
                <a:moveTo>
                  <a:pt x="461556" y="610624"/>
                </a:moveTo>
                <a:cubicBezTo>
                  <a:pt x="478326" y="610624"/>
                  <a:pt x="491920" y="624218"/>
                  <a:pt x="491920" y="640988"/>
                </a:cubicBezTo>
                <a:cubicBezTo>
                  <a:pt x="491920" y="657757"/>
                  <a:pt x="478326" y="671351"/>
                  <a:pt x="461556" y="671351"/>
                </a:cubicBezTo>
                <a:cubicBezTo>
                  <a:pt x="444787" y="671351"/>
                  <a:pt x="431192" y="657757"/>
                  <a:pt x="431192" y="640988"/>
                </a:cubicBezTo>
                <a:cubicBezTo>
                  <a:pt x="431192" y="624218"/>
                  <a:pt x="444787" y="610624"/>
                  <a:pt x="461556" y="610624"/>
                </a:cubicBezTo>
                <a:close/>
                <a:moveTo>
                  <a:pt x="389002" y="610624"/>
                </a:moveTo>
                <a:cubicBezTo>
                  <a:pt x="405771" y="610624"/>
                  <a:pt x="419365" y="624218"/>
                  <a:pt x="419365" y="640988"/>
                </a:cubicBezTo>
                <a:cubicBezTo>
                  <a:pt x="419365" y="657757"/>
                  <a:pt x="405771" y="671351"/>
                  <a:pt x="389002" y="671351"/>
                </a:cubicBezTo>
                <a:cubicBezTo>
                  <a:pt x="372232" y="671351"/>
                  <a:pt x="358638" y="657757"/>
                  <a:pt x="358638" y="640988"/>
                </a:cubicBezTo>
                <a:cubicBezTo>
                  <a:pt x="358638" y="624218"/>
                  <a:pt x="372232" y="610624"/>
                  <a:pt x="389002" y="610624"/>
                </a:cubicBezTo>
                <a:close/>
                <a:moveTo>
                  <a:pt x="316447" y="610624"/>
                </a:moveTo>
                <a:cubicBezTo>
                  <a:pt x="333216" y="610624"/>
                  <a:pt x="346810" y="624218"/>
                  <a:pt x="346810" y="640988"/>
                </a:cubicBezTo>
                <a:cubicBezTo>
                  <a:pt x="346810" y="657757"/>
                  <a:pt x="333216" y="671351"/>
                  <a:pt x="316447" y="671351"/>
                </a:cubicBezTo>
                <a:cubicBezTo>
                  <a:pt x="299677" y="671351"/>
                  <a:pt x="286084" y="657757"/>
                  <a:pt x="286084" y="640988"/>
                </a:cubicBezTo>
                <a:cubicBezTo>
                  <a:pt x="286084" y="624218"/>
                  <a:pt x="299677" y="610624"/>
                  <a:pt x="316447" y="610624"/>
                </a:cubicBezTo>
                <a:close/>
                <a:moveTo>
                  <a:pt x="243892" y="610624"/>
                </a:moveTo>
                <a:cubicBezTo>
                  <a:pt x="260662" y="610624"/>
                  <a:pt x="274256" y="624218"/>
                  <a:pt x="274256" y="640988"/>
                </a:cubicBezTo>
                <a:cubicBezTo>
                  <a:pt x="274256" y="657757"/>
                  <a:pt x="260662" y="671351"/>
                  <a:pt x="243892" y="671351"/>
                </a:cubicBezTo>
                <a:cubicBezTo>
                  <a:pt x="227123" y="671351"/>
                  <a:pt x="213529" y="657757"/>
                  <a:pt x="213529" y="640988"/>
                </a:cubicBezTo>
                <a:cubicBezTo>
                  <a:pt x="213529" y="624218"/>
                  <a:pt x="227123" y="610624"/>
                  <a:pt x="243892" y="610624"/>
                </a:cubicBezTo>
                <a:close/>
                <a:moveTo>
                  <a:pt x="171339" y="610624"/>
                </a:moveTo>
                <a:cubicBezTo>
                  <a:pt x="188107" y="610624"/>
                  <a:pt x="201701" y="624218"/>
                  <a:pt x="201701" y="640988"/>
                </a:cubicBezTo>
                <a:cubicBezTo>
                  <a:pt x="201701" y="657757"/>
                  <a:pt x="188107" y="671351"/>
                  <a:pt x="171339" y="671351"/>
                </a:cubicBezTo>
                <a:cubicBezTo>
                  <a:pt x="154667" y="671351"/>
                  <a:pt x="141073" y="657757"/>
                  <a:pt x="141073" y="640988"/>
                </a:cubicBezTo>
                <a:cubicBezTo>
                  <a:pt x="141073" y="624218"/>
                  <a:pt x="154667" y="610624"/>
                  <a:pt x="171339" y="610624"/>
                </a:cubicBezTo>
                <a:close/>
                <a:moveTo>
                  <a:pt x="98897" y="610624"/>
                </a:moveTo>
                <a:cubicBezTo>
                  <a:pt x="115658" y="610624"/>
                  <a:pt x="129252" y="624218"/>
                  <a:pt x="129252" y="640988"/>
                </a:cubicBezTo>
                <a:cubicBezTo>
                  <a:pt x="129252" y="657757"/>
                  <a:pt x="115658" y="671351"/>
                  <a:pt x="98897" y="671351"/>
                </a:cubicBezTo>
                <a:cubicBezTo>
                  <a:pt x="82124" y="671351"/>
                  <a:pt x="68530" y="657757"/>
                  <a:pt x="68530" y="640988"/>
                </a:cubicBezTo>
                <a:cubicBezTo>
                  <a:pt x="68530" y="624218"/>
                  <a:pt x="82124" y="610624"/>
                  <a:pt x="98897" y="610624"/>
                </a:cubicBezTo>
                <a:close/>
                <a:moveTo>
                  <a:pt x="26342" y="610624"/>
                </a:moveTo>
                <a:cubicBezTo>
                  <a:pt x="43106" y="610624"/>
                  <a:pt x="56701" y="624218"/>
                  <a:pt x="56701" y="640988"/>
                </a:cubicBezTo>
                <a:cubicBezTo>
                  <a:pt x="56701" y="657757"/>
                  <a:pt x="43106" y="671351"/>
                  <a:pt x="26342" y="671351"/>
                </a:cubicBezTo>
                <a:cubicBezTo>
                  <a:pt x="17956" y="671351"/>
                  <a:pt x="10365" y="667953"/>
                  <a:pt x="4871" y="662458"/>
                </a:cubicBezTo>
                <a:lnTo>
                  <a:pt x="0" y="650698"/>
                </a:lnTo>
                <a:lnTo>
                  <a:pt x="0" y="631277"/>
                </a:lnTo>
                <a:lnTo>
                  <a:pt x="4871" y="619517"/>
                </a:lnTo>
                <a:cubicBezTo>
                  <a:pt x="10365" y="614023"/>
                  <a:pt x="17956" y="610624"/>
                  <a:pt x="26342" y="610624"/>
                </a:cubicBezTo>
                <a:close/>
                <a:moveTo>
                  <a:pt x="1669096" y="549730"/>
                </a:moveTo>
                <a:lnTo>
                  <a:pt x="1668124" y="568994"/>
                </a:lnTo>
                <a:lnTo>
                  <a:pt x="1664620" y="560536"/>
                </a:lnTo>
                <a:close/>
                <a:moveTo>
                  <a:pt x="1622429" y="530173"/>
                </a:moveTo>
                <a:cubicBezTo>
                  <a:pt x="1639199" y="530173"/>
                  <a:pt x="1652792" y="543767"/>
                  <a:pt x="1652792" y="560536"/>
                </a:cubicBezTo>
                <a:cubicBezTo>
                  <a:pt x="1652792" y="577306"/>
                  <a:pt x="1639199" y="590900"/>
                  <a:pt x="1622429" y="590900"/>
                </a:cubicBezTo>
                <a:cubicBezTo>
                  <a:pt x="1605659" y="590900"/>
                  <a:pt x="1592066" y="577306"/>
                  <a:pt x="1592066" y="560536"/>
                </a:cubicBezTo>
                <a:cubicBezTo>
                  <a:pt x="1592066" y="543767"/>
                  <a:pt x="1605659" y="530173"/>
                  <a:pt x="1622429" y="530173"/>
                </a:cubicBezTo>
                <a:close/>
                <a:moveTo>
                  <a:pt x="1549874" y="530173"/>
                </a:moveTo>
                <a:cubicBezTo>
                  <a:pt x="1566644" y="530173"/>
                  <a:pt x="1580238" y="543767"/>
                  <a:pt x="1580238" y="560536"/>
                </a:cubicBezTo>
                <a:cubicBezTo>
                  <a:pt x="1580238" y="577306"/>
                  <a:pt x="1566644" y="590900"/>
                  <a:pt x="1549874" y="590900"/>
                </a:cubicBezTo>
                <a:cubicBezTo>
                  <a:pt x="1533105" y="590900"/>
                  <a:pt x="1519511" y="577306"/>
                  <a:pt x="1519511" y="560536"/>
                </a:cubicBezTo>
                <a:cubicBezTo>
                  <a:pt x="1519511" y="543767"/>
                  <a:pt x="1533105" y="530173"/>
                  <a:pt x="1549874" y="530173"/>
                </a:cubicBezTo>
                <a:close/>
                <a:moveTo>
                  <a:pt x="1477320" y="530173"/>
                </a:moveTo>
                <a:cubicBezTo>
                  <a:pt x="1494089" y="530173"/>
                  <a:pt x="1507683" y="543767"/>
                  <a:pt x="1507683" y="560536"/>
                </a:cubicBezTo>
                <a:cubicBezTo>
                  <a:pt x="1507683" y="577306"/>
                  <a:pt x="1494089" y="590900"/>
                  <a:pt x="1477320" y="590900"/>
                </a:cubicBezTo>
                <a:cubicBezTo>
                  <a:pt x="1460550" y="590900"/>
                  <a:pt x="1446956" y="577306"/>
                  <a:pt x="1446956" y="560536"/>
                </a:cubicBezTo>
                <a:cubicBezTo>
                  <a:pt x="1446956" y="543767"/>
                  <a:pt x="1460550" y="530173"/>
                  <a:pt x="1477320" y="530173"/>
                </a:cubicBezTo>
                <a:close/>
                <a:moveTo>
                  <a:pt x="1404765" y="530173"/>
                </a:moveTo>
                <a:cubicBezTo>
                  <a:pt x="1421535" y="530173"/>
                  <a:pt x="1435129" y="543767"/>
                  <a:pt x="1435129" y="560536"/>
                </a:cubicBezTo>
                <a:cubicBezTo>
                  <a:pt x="1435129" y="577306"/>
                  <a:pt x="1421535" y="590900"/>
                  <a:pt x="1404765" y="590900"/>
                </a:cubicBezTo>
                <a:cubicBezTo>
                  <a:pt x="1387996" y="590900"/>
                  <a:pt x="1374402" y="577306"/>
                  <a:pt x="1374402" y="560536"/>
                </a:cubicBezTo>
                <a:cubicBezTo>
                  <a:pt x="1374402" y="543767"/>
                  <a:pt x="1387996" y="530173"/>
                  <a:pt x="1404765" y="530173"/>
                </a:cubicBezTo>
                <a:close/>
                <a:moveTo>
                  <a:pt x="1332211" y="530173"/>
                </a:moveTo>
                <a:cubicBezTo>
                  <a:pt x="1348980" y="530173"/>
                  <a:pt x="1362574" y="543767"/>
                  <a:pt x="1362574" y="560536"/>
                </a:cubicBezTo>
                <a:cubicBezTo>
                  <a:pt x="1362574" y="577306"/>
                  <a:pt x="1348980" y="590900"/>
                  <a:pt x="1332211" y="590900"/>
                </a:cubicBezTo>
                <a:cubicBezTo>
                  <a:pt x="1315441" y="590900"/>
                  <a:pt x="1301847" y="577306"/>
                  <a:pt x="1301847" y="560536"/>
                </a:cubicBezTo>
                <a:cubicBezTo>
                  <a:pt x="1301847" y="543767"/>
                  <a:pt x="1315441" y="530173"/>
                  <a:pt x="1332211" y="530173"/>
                </a:cubicBezTo>
                <a:close/>
                <a:moveTo>
                  <a:pt x="1259656" y="530173"/>
                </a:moveTo>
                <a:cubicBezTo>
                  <a:pt x="1276426" y="530173"/>
                  <a:pt x="1290020" y="543767"/>
                  <a:pt x="1290020" y="560536"/>
                </a:cubicBezTo>
                <a:cubicBezTo>
                  <a:pt x="1290020" y="577306"/>
                  <a:pt x="1276426" y="590900"/>
                  <a:pt x="1259656" y="590900"/>
                </a:cubicBezTo>
                <a:cubicBezTo>
                  <a:pt x="1242887" y="590900"/>
                  <a:pt x="1229293" y="577306"/>
                  <a:pt x="1229293" y="560536"/>
                </a:cubicBezTo>
                <a:cubicBezTo>
                  <a:pt x="1229293" y="543767"/>
                  <a:pt x="1242887" y="530173"/>
                  <a:pt x="1259656" y="530173"/>
                </a:cubicBezTo>
                <a:close/>
                <a:moveTo>
                  <a:pt x="1187102" y="530173"/>
                </a:moveTo>
                <a:cubicBezTo>
                  <a:pt x="1203871" y="530173"/>
                  <a:pt x="1217465" y="543767"/>
                  <a:pt x="1217465" y="560536"/>
                </a:cubicBezTo>
                <a:cubicBezTo>
                  <a:pt x="1217465" y="577306"/>
                  <a:pt x="1203871" y="590900"/>
                  <a:pt x="1187102" y="590900"/>
                </a:cubicBezTo>
                <a:cubicBezTo>
                  <a:pt x="1170332" y="590900"/>
                  <a:pt x="1156738" y="577306"/>
                  <a:pt x="1156738" y="560536"/>
                </a:cubicBezTo>
                <a:cubicBezTo>
                  <a:pt x="1156738" y="543767"/>
                  <a:pt x="1170332" y="530173"/>
                  <a:pt x="1187102" y="530173"/>
                </a:cubicBezTo>
                <a:close/>
                <a:moveTo>
                  <a:pt x="1114547" y="530173"/>
                </a:moveTo>
                <a:cubicBezTo>
                  <a:pt x="1131317" y="530173"/>
                  <a:pt x="1144911" y="543767"/>
                  <a:pt x="1144911" y="560536"/>
                </a:cubicBezTo>
                <a:cubicBezTo>
                  <a:pt x="1144911" y="577306"/>
                  <a:pt x="1131317" y="590900"/>
                  <a:pt x="1114547" y="590900"/>
                </a:cubicBezTo>
                <a:cubicBezTo>
                  <a:pt x="1097778" y="590900"/>
                  <a:pt x="1084184" y="577306"/>
                  <a:pt x="1084184" y="560536"/>
                </a:cubicBezTo>
                <a:cubicBezTo>
                  <a:pt x="1084184" y="543767"/>
                  <a:pt x="1097778" y="530173"/>
                  <a:pt x="1114547" y="530173"/>
                </a:cubicBezTo>
                <a:close/>
                <a:moveTo>
                  <a:pt x="1041993" y="530173"/>
                </a:moveTo>
                <a:cubicBezTo>
                  <a:pt x="1058762" y="530173"/>
                  <a:pt x="1072356" y="543767"/>
                  <a:pt x="1072356" y="560536"/>
                </a:cubicBezTo>
                <a:cubicBezTo>
                  <a:pt x="1072356" y="577306"/>
                  <a:pt x="1058762" y="590900"/>
                  <a:pt x="1041993" y="590900"/>
                </a:cubicBezTo>
                <a:cubicBezTo>
                  <a:pt x="1025223" y="590900"/>
                  <a:pt x="1011629" y="577306"/>
                  <a:pt x="1011629" y="560536"/>
                </a:cubicBezTo>
                <a:cubicBezTo>
                  <a:pt x="1011629" y="543767"/>
                  <a:pt x="1025223" y="530173"/>
                  <a:pt x="1041993" y="530173"/>
                </a:cubicBezTo>
                <a:close/>
                <a:moveTo>
                  <a:pt x="969438" y="530173"/>
                </a:moveTo>
                <a:cubicBezTo>
                  <a:pt x="986208" y="530173"/>
                  <a:pt x="999801" y="543767"/>
                  <a:pt x="999801" y="560536"/>
                </a:cubicBezTo>
                <a:cubicBezTo>
                  <a:pt x="999801" y="577306"/>
                  <a:pt x="986208" y="590900"/>
                  <a:pt x="969438" y="590900"/>
                </a:cubicBezTo>
                <a:cubicBezTo>
                  <a:pt x="952669" y="590900"/>
                  <a:pt x="939075" y="577306"/>
                  <a:pt x="939075" y="560536"/>
                </a:cubicBezTo>
                <a:cubicBezTo>
                  <a:pt x="939075" y="543767"/>
                  <a:pt x="952669" y="530173"/>
                  <a:pt x="969438" y="530173"/>
                </a:cubicBezTo>
                <a:close/>
                <a:moveTo>
                  <a:pt x="896883" y="530173"/>
                </a:moveTo>
                <a:cubicBezTo>
                  <a:pt x="913653" y="530173"/>
                  <a:pt x="927247" y="543767"/>
                  <a:pt x="927247" y="560536"/>
                </a:cubicBezTo>
                <a:cubicBezTo>
                  <a:pt x="927247" y="577306"/>
                  <a:pt x="913653" y="590900"/>
                  <a:pt x="896883" y="590900"/>
                </a:cubicBezTo>
                <a:cubicBezTo>
                  <a:pt x="880114" y="590900"/>
                  <a:pt x="866520" y="577306"/>
                  <a:pt x="866520" y="560536"/>
                </a:cubicBezTo>
                <a:cubicBezTo>
                  <a:pt x="866520" y="543767"/>
                  <a:pt x="880114" y="530173"/>
                  <a:pt x="896883" y="530173"/>
                </a:cubicBezTo>
                <a:close/>
                <a:moveTo>
                  <a:pt x="824329" y="530173"/>
                </a:moveTo>
                <a:cubicBezTo>
                  <a:pt x="841098" y="530173"/>
                  <a:pt x="854692" y="543767"/>
                  <a:pt x="854692" y="560536"/>
                </a:cubicBezTo>
                <a:cubicBezTo>
                  <a:pt x="854692" y="577306"/>
                  <a:pt x="841098" y="590900"/>
                  <a:pt x="824329" y="590900"/>
                </a:cubicBezTo>
                <a:cubicBezTo>
                  <a:pt x="807559" y="590900"/>
                  <a:pt x="793965" y="577306"/>
                  <a:pt x="793965" y="560536"/>
                </a:cubicBezTo>
                <a:cubicBezTo>
                  <a:pt x="793965" y="543767"/>
                  <a:pt x="807559" y="530173"/>
                  <a:pt x="824329" y="530173"/>
                </a:cubicBezTo>
                <a:close/>
                <a:moveTo>
                  <a:pt x="751774" y="530173"/>
                </a:moveTo>
                <a:cubicBezTo>
                  <a:pt x="768544" y="530173"/>
                  <a:pt x="782138" y="543767"/>
                  <a:pt x="782138" y="560536"/>
                </a:cubicBezTo>
                <a:cubicBezTo>
                  <a:pt x="782138" y="577306"/>
                  <a:pt x="768544" y="590900"/>
                  <a:pt x="751774" y="590900"/>
                </a:cubicBezTo>
                <a:cubicBezTo>
                  <a:pt x="735005" y="590900"/>
                  <a:pt x="721411" y="577306"/>
                  <a:pt x="721411" y="560536"/>
                </a:cubicBezTo>
                <a:cubicBezTo>
                  <a:pt x="721411" y="543767"/>
                  <a:pt x="735005" y="530173"/>
                  <a:pt x="751774" y="530173"/>
                </a:cubicBezTo>
                <a:close/>
                <a:moveTo>
                  <a:pt x="679220" y="530173"/>
                </a:moveTo>
                <a:cubicBezTo>
                  <a:pt x="695989" y="530173"/>
                  <a:pt x="709583" y="543767"/>
                  <a:pt x="709583" y="560536"/>
                </a:cubicBezTo>
                <a:cubicBezTo>
                  <a:pt x="709583" y="577306"/>
                  <a:pt x="695989" y="590900"/>
                  <a:pt x="679220" y="590900"/>
                </a:cubicBezTo>
                <a:cubicBezTo>
                  <a:pt x="662450" y="590900"/>
                  <a:pt x="648856" y="577306"/>
                  <a:pt x="648856" y="560536"/>
                </a:cubicBezTo>
                <a:cubicBezTo>
                  <a:pt x="648856" y="543767"/>
                  <a:pt x="662450" y="530173"/>
                  <a:pt x="679220" y="530173"/>
                </a:cubicBezTo>
                <a:close/>
                <a:moveTo>
                  <a:pt x="606665" y="530173"/>
                </a:moveTo>
                <a:cubicBezTo>
                  <a:pt x="623435" y="530173"/>
                  <a:pt x="637029" y="543767"/>
                  <a:pt x="637029" y="560536"/>
                </a:cubicBezTo>
                <a:cubicBezTo>
                  <a:pt x="637029" y="577306"/>
                  <a:pt x="623435" y="590900"/>
                  <a:pt x="606665" y="590900"/>
                </a:cubicBezTo>
                <a:cubicBezTo>
                  <a:pt x="589896" y="590900"/>
                  <a:pt x="576302" y="577306"/>
                  <a:pt x="576302" y="560536"/>
                </a:cubicBezTo>
                <a:cubicBezTo>
                  <a:pt x="576302" y="543767"/>
                  <a:pt x="589896" y="530173"/>
                  <a:pt x="606665" y="530173"/>
                </a:cubicBezTo>
                <a:close/>
                <a:moveTo>
                  <a:pt x="534111" y="530173"/>
                </a:moveTo>
                <a:cubicBezTo>
                  <a:pt x="550880" y="530173"/>
                  <a:pt x="564474" y="543767"/>
                  <a:pt x="564474" y="560536"/>
                </a:cubicBezTo>
                <a:cubicBezTo>
                  <a:pt x="564474" y="577306"/>
                  <a:pt x="550880" y="590900"/>
                  <a:pt x="534111" y="590900"/>
                </a:cubicBezTo>
                <a:cubicBezTo>
                  <a:pt x="517341" y="590900"/>
                  <a:pt x="503747" y="577306"/>
                  <a:pt x="503747" y="560536"/>
                </a:cubicBezTo>
                <a:cubicBezTo>
                  <a:pt x="503747" y="543767"/>
                  <a:pt x="517341" y="530173"/>
                  <a:pt x="534111" y="530173"/>
                </a:cubicBezTo>
                <a:close/>
                <a:moveTo>
                  <a:pt x="461556" y="530173"/>
                </a:moveTo>
                <a:cubicBezTo>
                  <a:pt x="478326" y="530173"/>
                  <a:pt x="491920" y="543767"/>
                  <a:pt x="491920" y="560536"/>
                </a:cubicBezTo>
                <a:cubicBezTo>
                  <a:pt x="491920" y="577306"/>
                  <a:pt x="478326" y="590900"/>
                  <a:pt x="461556" y="590900"/>
                </a:cubicBezTo>
                <a:cubicBezTo>
                  <a:pt x="444787" y="590900"/>
                  <a:pt x="431192" y="577306"/>
                  <a:pt x="431192" y="560536"/>
                </a:cubicBezTo>
                <a:cubicBezTo>
                  <a:pt x="431192" y="543767"/>
                  <a:pt x="444787" y="530173"/>
                  <a:pt x="461556" y="530173"/>
                </a:cubicBezTo>
                <a:close/>
                <a:moveTo>
                  <a:pt x="389002" y="530173"/>
                </a:moveTo>
                <a:cubicBezTo>
                  <a:pt x="405771" y="530173"/>
                  <a:pt x="419365" y="543767"/>
                  <a:pt x="419365" y="560536"/>
                </a:cubicBezTo>
                <a:cubicBezTo>
                  <a:pt x="419365" y="577306"/>
                  <a:pt x="405771" y="590900"/>
                  <a:pt x="389002" y="590900"/>
                </a:cubicBezTo>
                <a:cubicBezTo>
                  <a:pt x="372232" y="590900"/>
                  <a:pt x="358638" y="577306"/>
                  <a:pt x="358638" y="560536"/>
                </a:cubicBezTo>
                <a:cubicBezTo>
                  <a:pt x="358638" y="543767"/>
                  <a:pt x="372232" y="530173"/>
                  <a:pt x="389002" y="530173"/>
                </a:cubicBezTo>
                <a:close/>
                <a:moveTo>
                  <a:pt x="316447" y="530173"/>
                </a:moveTo>
                <a:cubicBezTo>
                  <a:pt x="333216" y="530173"/>
                  <a:pt x="346810" y="543767"/>
                  <a:pt x="346810" y="560536"/>
                </a:cubicBezTo>
                <a:cubicBezTo>
                  <a:pt x="346810" y="577306"/>
                  <a:pt x="333216" y="590900"/>
                  <a:pt x="316447" y="590900"/>
                </a:cubicBezTo>
                <a:cubicBezTo>
                  <a:pt x="299677" y="590900"/>
                  <a:pt x="286084" y="577306"/>
                  <a:pt x="286084" y="560536"/>
                </a:cubicBezTo>
                <a:cubicBezTo>
                  <a:pt x="286084" y="543767"/>
                  <a:pt x="299677" y="530173"/>
                  <a:pt x="316447" y="530173"/>
                </a:cubicBezTo>
                <a:close/>
                <a:moveTo>
                  <a:pt x="243892" y="530173"/>
                </a:moveTo>
                <a:cubicBezTo>
                  <a:pt x="260662" y="530173"/>
                  <a:pt x="274256" y="543767"/>
                  <a:pt x="274256" y="560536"/>
                </a:cubicBezTo>
                <a:cubicBezTo>
                  <a:pt x="274256" y="577306"/>
                  <a:pt x="260662" y="590900"/>
                  <a:pt x="243892" y="590900"/>
                </a:cubicBezTo>
                <a:cubicBezTo>
                  <a:pt x="227123" y="590900"/>
                  <a:pt x="213529" y="577306"/>
                  <a:pt x="213529" y="560536"/>
                </a:cubicBezTo>
                <a:cubicBezTo>
                  <a:pt x="213529" y="543767"/>
                  <a:pt x="227123" y="530173"/>
                  <a:pt x="243892" y="530173"/>
                </a:cubicBezTo>
                <a:close/>
                <a:moveTo>
                  <a:pt x="171339" y="530173"/>
                </a:moveTo>
                <a:cubicBezTo>
                  <a:pt x="188107" y="530173"/>
                  <a:pt x="201701" y="543767"/>
                  <a:pt x="201701" y="560536"/>
                </a:cubicBezTo>
                <a:cubicBezTo>
                  <a:pt x="201701" y="577306"/>
                  <a:pt x="188107" y="590900"/>
                  <a:pt x="171339" y="590900"/>
                </a:cubicBezTo>
                <a:cubicBezTo>
                  <a:pt x="154673" y="590900"/>
                  <a:pt x="141079" y="577306"/>
                  <a:pt x="141079" y="560536"/>
                </a:cubicBezTo>
                <a:cubicBezTo>
                  <a:pt x="141079" y="543767"/>
                  <a:pt x="154673" y="530173"/>
                  <a:pt x="171339" y="530173"/>
                </a:cubicBezTo>
                <a:close/>
                <a:moveTo>
                  <a:pt x="98904" y="530173"/>
                </a:moveTo>
                <a:cubicBezTo>
                  <a:pt x="115664" y="530173"/>
                  <a:pt x="129258" y="543767"/>
                  <a:pt x="129258" y="560536"/>
                </a:cubicBezTo>
                <a:cubicBezTo>
                  <a:pt x="129258" y="577306"/>
                  <a:pt x="115664" y="590900"/>
                  <a:pt x="98904" y="590900"/>
                </a:cubicBezTo>
                <a:cubicBezTo>
                  <a:pt x="82130" y="590900"/>
                  <a:pt x="68536" y="577306"/>
                  <a:pt x="68536" y="560536"/>
                </a:cubicBezTo>
                <a:cubicBezTo>
                  <a:pt x="68536" y="543767"/>
                  <a:pt x="82130" y="530173"/>
                  <a:pt x="98904" y="530173"/>
                </a:cubicBezTo>
                <a:close/>
                <a:moveTo>
                  <a:pt x="26349" y="530173"/>
                </a:moveTo>
                <a:cubicBezTo>
                  <a:pt x="43112" y="530173"/>
                  <a:pt x="56707" y="543767"/>
                  <a:pt x="56707" y="560536"/>
                </a:cubicBezTo>
                <a:cubicBezTo>
                  <a:pt x="56707" y="577306"/>
                  <a:pt x="43112" y="590900"/>
                  <a:pt x="26349" y="590900"/>
                </a:cubicBezTo>
                <a:cubicBezTo>
                  <a:pt x="17963" y="590900"/>
                  <a:pt x="10372" y="587502"/>
                  <a:pt x="4877" y="582007"/>
                </a:cubicBezTo>
                <a:lnTo>
                  <a:pt x="0" y="570232"/>
                </a:lnTo>
                <a:lnTo>
                  <a:pt x="0" y="550840"/>
                </a:lnTo>
                <a:lnTo>
                  <a:pt x="4877" y="539066"/>
                </a:lnTo>
                <a:cubicBezTo>
                  <a:pt x="10372" y="533572"/>
                  <a:pt x="17963" y="530173"/>
                  <a:pt x="26349" y="530173"/>
                </a:cubicBezTo>
                <a:close/>
                <a:moveTo>
                  <a:pt x="1673704" y="458486"/>
                </a:moveTo>
                <a:lnTo>
                  <a:pt x="1671744" y="497284"/>
                </a:lnTo>
                <a:lnTo>
                  <a:pt x="1664620" y="480084"/>
                </a:lnTo>
                <a:cubicBezTo>
                  <a:pt x="1664620" y="471700"/>
                  <a:pt x="1668019" y="464109"/>
                  <a:pt x="1673514" y="458614"/>
                </a:cubicBezTo>
                <a:close/>
                <a:moveTo>
                  <a:pt x="1622429" y="449721"/>
                </a:moveTo>
                <a:cubicBezTo>
                  <a:pt x="1639199" y="449721"/>
                  <a:pt x="1652792" y="463315"/>
                  <a:pt x="1652792" y="480084"/>
                </a:cubicBezTo>
                <a:cubicBezTo>
                  <a:pt x="1652792" y="496854"/>
                  <a:pt x="1639199" y="510448"/>
                  <a:pt x="1622429" y="510448"/>
                </a:cubicBezTo>
                <a:cubicBezTo>
                  <a:pt x="1605659" y="510448"/>
                  <a:pt x="1592066" y="496854"/>
                  <a:pt x="1592066" y="480084"/>
                </a:cubicBezTo>
                <a:cubicBezTo>
                  <a:pt x="1592066" y="463315"/>
                  <a:pt x="1605659" y="449721"/>
                  <a:pt x="1622429" y="449721"/>
                </a:cubicBezTo>
                <a:close/>
                <a:moveTo>
                  <a:pt x="1549874" y="449721"/>
                </a:moveTo>
                <a:cubicBezTo>
                  <a:pt x="1566644" y="449721"/>
                  <a:pt x="1580238" y="463315"/>
                  <a:pt x="1580238" y="480084"/>
                </a:cubicBezTo>
                <a:cubicBezTo>
                  <a:pt x="1580238" y="496854"/>
                  <a:pt x="1566644" y="510448"/>
                  <a:pt x="1549874" y="510448"/>
                </a:cubicBezTo>
                <a:cubicBezTo>
                  <a:pt x="1533105" y="510448"/>
                  <a:pt x="1519511" y="496854"/>
                  <a:pt x="1519511" y="480084"/>
                </a:cubicBezTo>
                <a:cubicBezTo>
                  <a:pt x="1519511" y="463315"/>
                  <a:pt x="1533105" y="449721"/>
                  <a:pt x="1549874" y="449721"/>
                </a:cubicBezTo>
                <a:close/>
                <a:moveTo>
                  <a:pt x="1477320" y="449721"/>
                </a:moveTo>
                <a:cubicBezTo>
                  <a:pt x="1494089" y="449721"/>
                  <a:pt x="1507683" y="463315"/>
                  <a:pt x="1507683" y="480084"/>
                </a:cubicBezTo>
                <a:cubicBezTo>
                  <a:pt x="1507683" y="496854"/>
                  <a:pt x="1494089" y="510448"/>
                  <a:pt x="1477320" y="510448"/>
                </a:cubicBezTo>
                <a:cubicBezTo>
                  <a:pt x="1460550" y="510448"/>
                  <a:pt x="1446956" y="496854"/>
                  <a:pt x="1446956" y="480084"/>
                </a:cubicBezTo>
                <a:cubicBezTo>
                  <a:pt x="1446956" y="463315"/>
                  <a:pt x="1460550" y="449721"/>
                  <a:pt x="1477320" y="449721"/>
                </a:cubicBezTo>
                <a:close/>
                <a:moveTo>
                  <a:pt x="1404765" y="449721"/>
                </a:moveTo>
                <a:cubicBezTo>
                  <a:pt x="1421535" y="449721"/>
                  <a:pt x="1435129" y="463315"/>
                  <a:pt x="1435129" y="480084"/>
                </a:cubicBezTo>
                <a:cubicBezTo>
                  <a:pt x="1435129" y="496854"/>
                  <a:pt x="1421535" y="510448"/>
                  <a:pt x="1404765" y="510448"/>
                </a:cubicBezTo>
                <a:cubicBezTo>
                  <a:pt x="1387996" y="510448"/>
                  <a:pt x="1374402" y="496854"/>
                  <a:pt x="1374402" y="480084"/>
                </a:cubicBezTo>
                <a:cubicBezTo>
                  <a:pt x="1374402" y="463315"/>
                  <a:pt x="1387996" y="449721"/>
                  <a:pt x="1404765" y="449721"/>
                </a:cubicBezTo>
                <a:close/>
                <a:moveTo>
                  <a:pt x="1332211" y="449721"/>
                </a:moveTo>
                <a:cubicBezTo>
                  <a:pt x="1348980" y="449721"/>
                  <a:pt x="1362574" y="463315"/>
                  <a:pt x="1362574" y="480084"/>
                </a:cubicBezTo>
                <a:cubicBezTo>
                  <a:pt x="1362574" y="496854"/>
                  <a:pt x="1348980" y="510448"/>
                  <a:pt x="1332211" y="510448"/>
                </a:cubicBezTo>
                <a:cubicBezTo>
                  <a:pt x="1315441" y="510448"/>
                  <a:pt x="1301847" y="496854"/>
                  <a:pt x="1301847" y="480084"/>
                </a:cubicBezTo>
                <a:cubicBezTo>
                  <a:pt x="1301847" y="463315"/>
                  <a:pt x="1315441" y="449721"/>
                  <a:pt x="1332211" y="449721"/>
                </a:cubicBezTo>
                <a:close/>
                <a:moveTo>
                  <a:pt x="1259656" y="449721"/>
                </a:moveTo>
                <a:cubicBezTo>
                  <a:pt x="1276426" y="449721"/>
                  <a:pt x="1290020" y="463315"/>
                  <a:pt x="1290020" y="480084"/>
                </a:cubicBezTo>
                <a:cubicBezTo>
                  <a:pt x="1290020" y="496854"/>
                  <a:pt x="1276426" y="510448"/>
                  <a:pt x="1259656" y="510448"/>
                </a:cubicBezTo>
                <a:cubicBezTo>
                  <a:pt x="1242887" y="510448"/>
                  <a:pt x="1229293" y="496854"/>
                  <a:pt x="1229293" y="480084"/>
                </a:cubicBezTo>
                <a:cubicBezTo>
                  <a:pt x="1229293" y="463315"/>
                  <a:pt x="1242887" y="449721"/>
                  <a:pt x="1259656" y="449721"/>
                </a:cubicBezTo>
                <a:close/>
                <a:moveTo>
                  <a:pt x="1187102" y="449721"/>
                </a:moveTo>
                <a:cubicBezTo>
                  <a:pt x="1203871" y="449721"/>
                  <a:pt x="1217465" y="463315"/>
                  <a:pt x="1217465" y="480084"/>
                </a:cubicBezTo>
                <a:cubicBezTo>
                  <a:pt x="1217465" y="496854"/>
                  <a:pt x="1203871" y="510448"/>
                  <a:pt x="1187102" y="510448"/>
                </a:cubicBezTo>
                <a:cubicBezTo>
                  <a:pt x="1170332" y="510448"/>
                  <a:pt x="1156738" y="496854"/>
                  <a:pt x="1156738" y="480084"/>
                </a:cubicBezTo>
                <a:cubicBezTo>
                  <a:pt x="1156738" y="463315"/>
                  <a:pt x="1170332" y="449721"/>
                  <a:pt x="1187102" y="449721"/>
                </a:cubicBezTo>
                <a:close/>
                <a:moveTo>
                  <a:pt x="1114547" y="449721"/>
                </a:moveTo>
                <a:cubicBezTo>
                  <a:pt x="1131317" y="449721"/>
                  <a:pt x="1144911" y="463315"/>
                  <a:pt x="1144911" y="480084"/>
                </a:cubicBezTo>
                <a:cubicBezTo>
                  <a:pt x="1144911" y="496854"/>
                  <a:pt x="1131317" y="510448"/>
                  <a:pt x="1114547" y="510448"/>
                </a:cubicBezTo>
                <a:cubicBezTo>
                  <a:pt x="1097778" y="510448"/>
                  <a:pt x="1084184" y="496854"/>
                  <a:pt x="1084184" y="480084"/>
                </a:cubicBezTo>
                <a:cubicBezTo>
                  <a:pt x="1084184" y="463315"/>
                  <a:pt x="1097778" y="449721"/>
                  <a:pt x="1114547" y="449721"/>
                </a:cubicBezTo>
                <a:close/>
                <a:moveTo>
                  <a:pt x="1041993" y="449721"/>
                </a:moveTo>
                <a:cubicBezTo>
                  <a:pt x="1058762" y="449721"/>
                  <a:pt x="1072356" y="463315"/>
                  <a:pt x="1072356" y="480084"/>
                </a:cubicBezTo>
                <a:cubicBezTo>
                  <a:pt x="1072356" y="496854"/>
                  <a:pt x="1058762" y="510448"/>
                  <a:pt x="1041993" y="510448"/>
                </a:cubicBezTo>
                <a:cubicBezTo>
                  <a:pt x="1025223" y="510448"/>
                  <a:pt x="1011629" y="496854"/>
                  <a:pt x="1011629" y="480084"/>
                </a:cubicBezTo>
                <a:cubicBezTo>
                  <a:pt x="1011629" y="463315"/>
                  <a:pt x="1025223" y="449721"/>
                  <a:pt x="1041993" y="449721"/>
                </a:cubicBezTo>
                <a:close/>
                <a:moveTo>
                  <a:pt x="969438" y="449721"/>
                </a:moveTo>
                <a:cubicBezTo>
                  <a:pt x="986208" y="449721"/>
                  <a:pt x="999801" y="463315"/>
                  <a:pt x="999801" y="480084"/>
                </a:cubicBezTo>
                <a:cubicBezTo>
                  <a:pt x="999801" y="496854"/>
                  <a:pt x="986208" y="510448"/>
                  <a:pt x="969438" y="510448"/>
                </a:cubicBezTo>
                <a:cubicBezTo>
                  <a:pt x="952669" y="510448"/>
                  <a:pt x="939075" y="496854"/>
                  <a:pt x="939075" y="480084"/>
                </a:cubicBezTo>
                <a:cubicBezTo>
                  <a:pt x="939075" y="463315"/>
                  <a:pt x="952669" y="449721"/>
                  <a:pt x="969438" y="449721"/>
                </a:cubicBezTo>
                <a:close/>
                <a:moveTo>
                  <a:pt x="896883" y="449721"/>
                </a:moveTo>
                <a:cubicBezTo>
                  <a:pt x="913653" y="449721"/>
                  <a:pt x="927247" y="463315"/>
                  <a:pt x="927247" y="480084"/>
                </a:cubicBezTo>
                <a:cubicBezTo>
                  <a:pt x="927247" y="496854"/>
                  <a:pt x="913653" y="510448"/>
                  <a:pt x="896883" y="510448"/>
                </a:cubicBezTo>
                <a:cubicBezTo>
                  <a:pt x="880114" y="510448"/>
                  <a:pt x="866520" y="496854"/>
                  <a:pt x="866520" y="480084"/>
                </a:cubicBezTo>
                <a:cubicBezTo>
                  <a:pt x="866520" y="463315"/>
                  <a:pt x="880114" y="449721"/>
                  <a:pt x="896883" y="449721"/>
                </a:cubicBezTo>
                <a:close/>
                <a:moveTo>
                  <a:pt x="824329" y="449721"/>
                </a:moveTo>
                <a:cubicBezTo>
                  <a:pt x="841098" y="449721"/>
                  <a:pt x="854692" y="463315"/>
                  <a:pt x="854692" y="480084"/>
                </a:cubicBezTo>
                <a:cubicBezTo>
                  <a:pt x="854692" y="496854"/>
                  <a:pt x="841098" y="510448"/>
                  <a:pt x="824329" y="510448"/>
                </a:cubicBezTo>
                <a:cubicBezTo>
                  <a:pt x="807559" y="510448"/>
                  <a:pt x="793965" y="496854"/>
                  <a:pt x="793965" y="480084"/>
                </a:cubicBezTo>
                <a:cubicBezTo>
                  <a:pt x="793965" y="463315"/>
                  <a:pt x="807559" y="449721"/>
                  <a:pt x="824329" y="449721"/>
                </a:cubicBezTo>
                <a:close/>
                <a:moveTo>
                  <a:pt x="751774" y="449721"/>
                </a:moveTo>
                <a:cubicBezTo>
                  <a:pt x="768544" y="449721"/>
                  <a:pt x="782138" y="463315"/>
                  <a:pt x="782138" y="480084"/>
                </a:cubicBezTo>
                <a:cubicBezTo>
                  <a:pt x="782138" y="496854"/>
                  <a:pt x="768544" y="510448"/>
                  <a:pt x="751774" y="510448"/>
                </a:cubicBezTo>
                <a:cubicBezTo>
                  <a:pt x="735005" y="510448"/>
                  <a:pt x="721411" y="496854"/>
                  <a:pt x="721411" y="480084"/>
                </a:cubicBezTo>
                <a:cubicBezTo>
                  <a:pt x="721411" y="463315"/>
                  <a:pt x="735005" y="449721"/>
                  <a:pt x="751774" y="449721"/>
                </a:cubicBezTo>
                <a:close/>
                <a:moveTo>
                  <a:pt x="679220" y="449721"/>
                </a:moveTo>
                <a:cubicBezTo>
                  <a:pt x="695989" y="449721"/>
                  <a:pt x="709583" y="463315"/>
                  <a:pt x="709583" y="480084"/>
                </a:cubicBezTo>
                <a:cubicBezTo>
                  <a:pt x="709583" y="496854"/>
                  <a:pt x="695989" y="510448"/>
                  <a:pt x="679220" y="510448"/>
                </a:cubicBezTo>
                <a:cubicBezTo>
                  <a:pt x="662450" y="510448"/>
                  <a:pt x="648856" y="496854"/>
                  <a:pt x="648856" y="480084"/>
                </a:cubicBezTo>
                <a:cubicBezTo>
                  <a:pt x="648856" y="463315"/>
                  <a:pt x="662450" y="449721"/>
                  <a:pt x="679220" y="449721"/>
                </a:cubicBezTo>
                <a:close/>
                <a:moveTo>
                  <a:pt x="606665" y="449721"/>
                </a:moveTo>
                <a:cubicBezTo>
                  <a:pt x="623435" y="449721"/>
                  <a:pt x="637029" y="463315"/>
                  <a:pt x="637029" y="480084"/>
                </a:cubicBezTo>
                <a:cubicBezTo>
                  <a:pt x="637029" y="496854"/>
                  <a:pt x="623435" y="510448"/>
                  <a:pt x="606665" y="510448"/>
                </a:cubicBezTo>
                <a:cubicBezTo>
                  <a:pt x="589896" y="510448"/>
                  <a:pt x="576302" y="496854"/>
                  <a:pt x="576302" y="480084"/>
                </a:cubicBezTo>
                <a:cubicBezTo>
                  <a:pt x="576302" y="463315"/>
                  <a:pt x="589896" y="449721"/>
                  <a:pt x="606665" y="449721"/>
                </a:cubicBezTo>
                <a:close/>
                <a:moveTo>
                  <a:pt x="534111" y="449721"/>
                </a:moveTo>
                <a:cubicBezTo>
                  <a:pt x="550880" y="449721"/>
                  <a:pt x="564474" y="463315"/>
                  <a:pt x="564474" y="480084"/>
                </a:cubicBezTo>
                <a:cubicBezTo>
                  <a:pt x="564474" y="496854"/>
                  <a:pt x="550880" y="510448"/>
                  <a:pt x="534111" y="510448"/>
                </a:cubicBezTo>
                <a:cubicBezTo>
                  <a:pt x="517341" y="510448"/>
                  <a:pt x="503747" y="496854"/>
                  <a:pt x="503747" y="480084"/>
                </a:cubicBezTo>
                <a:cubicBezTo>
                  <a:pt x="503747" y="463315"/>
                  <a:pt x="517341" y="449721"/>
                  <a:pt x="534111" y="449721"/>
                </a:cubicBezTo>
                <a:close/>
                <a:moveTo>
                  <a:pt x="461556" y="449721"/>
                </a:moveTo>
                <a:cubicBezTo>
                  <a:pt x="478326" y="449721"/>
                  <a:pt x="491920" y="463315"/>
                  <a:pt x="491920" y="480084"/>
                </a:cubicBezTo>
                <a:cubicBezTo>
                  <a:pt x="491920" y="496854"/>
                  <a:pt x="478326" y="510448"/>
                  <a:pt x="461556" y="510448"/>
                </a:cubicBezTo>
                <a:cubicBezTo>
                  <a:pt x="444787" y="510448"/>
                  <a:pt x="431192" y="496854"/>
                  <a:pt x="431192" y="480084"/>
                </a:cubicBezTo>
                <a:cubicBezTo>
                  <a:pt x="431192" y="463315"/>
                  <a:pt x="444787" y="449721"/>
                  <a:pt x="461556" y="449721"/>
                </a:cubicBezTo>
                <a:close/>
                <a:moveTo>
                  <a:pt x="389002" y="449721"/>
                </a:moveTo>
                <a:cubicBezTo>
                  <a:pt x="405771" y="449721"/>
                  <a:pt x="419365" y="463315"/>
                  <a:pt x="419365" y="480084"/>
                </a:cubicBezTo>
                <a:cubicBezTo>
                  <a:pt x="419365" y="496854"/>
                  <a:pt x="405771" y="510448"/>
                  <a:pt x="389002" y="510448"/>
                </a:cubicBezTo>
                <a:cubicBezTo>
                  <a:pt x="372232" y="510448"/>
                  <a:pt x="358638" y="496854"/>
                  <a:pt x="358638" y="480084"/>
                </a:cubicBezTo>
                <a:cubicBezTo>
                  <a:pt x="358638" y="463315"/>
                  <a:pt x="372232" y="449721"/>
                  <a:pt x="389002" y="449721"/>
                </a:cubicBezTo>
                <a:close/>
                <a:moveTo>
                  <a:pt x="316447" y="449721"/>
                </a:moveTo>
                <a:cubicBezTo>
                  <a:pt x="333216" y="449721"/>
                  <a:pt x="346810" y="463315"/>
                  <a:pt x="346810" y="480084"/>
                </a:cubicBezTo>
                <a:cubicBezTo>
                  <a:pt x="346810" y="496854"/>
                  <a:pt x="333216" y="510448"/>
                  <a:pt x="316447" y="510448"/>
                </a:cubicBezTo>
                <a:cubicBezTo>
                  <a:pt x="299677" y="510448"/>
                  <a:pt x="286084" y="496854"/>
                  <a:pt x="286084" y="480084"/>
                </a:cubicBezTo>
                <a:cubicBezTo>
                  <a:pt x="286084" y="463315"/>
                  <a:pt x="299677" y="449721"/>
                  <a:pt x="316447" y="449721"/>
                </a:cubicBezTo>
                <a:close/>
                <a:moveTo>
                  <a:pt x="243892" y="449721"/>
                </a:moveTo>
                <a:cubicBezTo>
                  <a:pt x="260662" y="449721"/>
                  <a:pt x="274256" y="463315"/>
                  <a:pt x="274256" y="480084"/>
                </a:cubicBezTo>
                <a:cubicBezTo>
                  <a:pt x="274256" y="496854"/>
                  <a:pt x="260662" y="510448"/>
                  <a:pt x="243892" y="510448"/>
                </a:cubicBezTo>
                <a:cubicBezTo>
                  <a:pt x="227123" y="510448"/>
                  <a:pt x="213529" y="496854"/>
                  <a:pt x="213529" y="480084"/>
                </a:cubicBezTo>
                <a:cubicBezTo>
                  <a:pt x="213529" y="463315"/>
                  <a:pt x="227123" y="449721"/>
                  <a:pt x="243892" y="449721"/>
                </a:cubicBezTo>
                <a:close/>
                <a:moveTo>
                  <a:pt x="171339" y="449721"/>
                </a:moveTo>
                <a:cubicBezTo>
                  <a:pt x="188107" y="449721"/>
                  <a:pt x="201701" y="463315"/>
                  <a:pt x="201701" y="480084"/>
                </a:cubicBezTo>
                <a:cubicBezTo>
                  <a:pt x="201701" y="496854"/>
                  <a:pt x="188107" y="510448"/>
                  <a:pt x="171339" y="510448"/>
                </a:cubicBezTo>
                <a:cubicBezTo>
                  <a:pt x="154679" y="510448"/>
                  <a:pt x="141085" y="496854"/>
                  <a:pt x="141085" y="480084"/>
                </a:cubicBezTo>
                <a:cubicBezTo>
                  <a:pt x="141085" y="463315"/>
                  <a:pt x="154679" y="449721"/>
                  <a:pt x="171339" y="449721"/>
                </a:cubicBezTo>
                <a:close/>
                <a:moveTo>
                  <a:pt x="98910" y="449721"/>
                </a:moveTo>
                <a:cubicBezTo>
                  <a:pt x="115670" y="449721"/>
                  <a:pt x="129264" y="463315"/>
                  <a:pt x="129264" y="480084"/>
                </a:cubicBezTo>
                <a:cubicBezTo>
                  <a:pt x="129264" y="496854"/>
                  <a:pt x="115670" y="510448"/>
                  <a:pt x="98910" y="510448"/>
                </a:cubicBezTo>
                <a:cubicBezTo>
                  <a:pt x="82136" y="510448"/>
                  <a:pt x="68542" y="496854"/>
                  <a:pt x="68542" y="480084"/>
                </a:cubicBezTo>
                <a:cubicBezTo>
                  <a:pt x="68542" y="463315"/>
                  <a:pt x="82136" y="449721"/>
                  <a:pt x="98910" y="449721"/>
                </a:cubicBezTo>
                <a:close/>
                <a:moveTo>
                  <a:pt x="26355" y="449721"/>
                </a:moveTo>
                <a:cubicBezTo>
                  <a:pt x="43118" y="449721"/>
                  <a:pt x="56713" y="463315"/>
                  <a:pt x="56713" y="480084"/>
                </a:cubicBezTo>
                <a:cubicBezTo>
                  <a:pt x="56713" y="496854"/>
                  <a:pt x="43118" y="510448"/>
                  <a:pt x="26355" y="510448"/>
                </a:cubicBezTo>
                <a:cubicBezTo>
                  <a:pt x="17970" y="510448"/>
                  <a:pt x="10379" y="507050"/>
                  <a:pt x="4884" y="501555"/>
                </a:cubicBezTo>
                <a:lnTo>
                  <a:pt x="0" y="489763"/>
                </a:lnTo>
                <a:lnTo>
                  <a:pt x="0" y="470405"/>
                </a:lnTo>
                <a:lnTo>
                  <a:pt x="4884" y="458614"/>
                </a:lnTo>
                <a:cubicBezTo>
                  <a:pt x="10379" y="453120"/>
                  <a:pt x="17970" y="449721"/>
                  <a:pt x="26355" y="449721"/>
                </a:cubicBezTo>
                <a:close/>
                <a:moveTo>
                  <a:pt x="1673066" y="379245"/>
                </a:moveTo>
                <a:lnTo>
                  <a:pt x="1675237" y="422266"/>
                </a:lnTo>
                <a:lnTo>
                  <a:pt x="1673514" y="421103"/>
                </a:lnTo>
                <a:cubicBezTo>
                  <a:pt x="1668019" y="415609"/>
                  <a:pt x="1664620" y="408017"/>
                  <a:pt x="1664620" y="399633"/>
                </a:cubicBezTo>
                <a:close/>
                <a:moveTo>
                  <a:pt x="1622429" y="369269"/>
                </a:moveTo>
                <a:cubicBezTo>
                  <a:pt x="1639199" y="369269"/>
                  <a:pt x="1652792" y="382864"/>
                  <a:pt x="1652792" y="399633"/>
                </a:cubicBezTo>
                <a:cubicBezTo>
                  <a:pt x="1652792" y="416402"/>
                  <a:pt x="1639199" y="429997"/>
                  <a:pt x="1622429" y="429997"/>
                </a:cubicBezTo>
                <a:cubicBezTo>
                  <a:pt x="1605659" y="429997"/>
                  <a:pt x="1592066" y="416402"/>
                  <a:pt x="1592066" y="399633"/>
                </a:cubicBezTo>
                <a:cubicBezTo>
                  <a:pt x="1592066" y="382864"/>
                  <a:pt x="1605659" y="369269"/>
                  <a:pt x="1622429" y="369269"/>
                </a:cubicBezTo>
                <a:close/>
                <a:moveTo>
                  <a:pt x="1549874" y="369269"/>
                </a:moveTo>
                <a:cubicBezTo>
                  <a:pt x="1566644" y="369269"/>
                  <a:pt x="1580238" y="382864"/>
                  <a:pt x="1580238" y="399633"/>
                </a:cubicBezTo>
                <a:cubicBezTo>
                  <a:pt x="1580238" y="416402"/>
                  <a:pt x="1566644" y="429997"/>
                  <a:pt x="1549874" y="429997"/>
                </a:cubicBezTo>
                <a:cubicBezTo>
                  <a:pt x="1533105" y="429997"/>
                  <a:pt x="1519511" y="416402"/>
                  <a:pt x="1519511" y="399633"/>
                </a:cubicBezTo>
                <a:cubicBezTo>
                  <a:pt x="1519511" y="382864"/>
                  <a:pt x="1533105" y="369269"/>
                  <a:pt x="1549874" y="369269"/>
                </a:cubicBezTo>
                <a:close/>
                <a:moveTo>
                  <a:pt x="1477320" y="369269"/>
                </a:moveTo>
                <a:cubicBezTo>
                  <a:pt x="1494089" y="369269"/>
                  <a:pt x="1507683" y="382864"/>
                  <a:pt x="1507683" y="399633"/>
                </a:cubicBezTo>
                <a:cubicBezTo>
                  <a:pt x="1507683" y="416402"/>
                  <a:pt x="1494089" y="429997"/>
                  <a:pt x="1477320" y="429997"/>
                </a:cubicBezTo>
                <a:cubicBezTo>
                  <a:pt x="1460550" y="429997"/>
                  <a:pt x="1446956" y="416402"/>
                  <a:pt x="1446956" y="399633"/>
                </a:cubicBezTo>
                <a:cubicBezTo>
                  <a:pt x="1446956" y="382864"/>
                  <a:pt x="1460550" y="369269"/>
                  <a:pt x="1477320" y="369269"/>
                </a:cubicBezTo>
                <a:close/>
                <a:moveTo>
                  <a:pt x="1404765" y="369269"/>
                </a:moveTo>
                <a:cubicBezTo>
                  <a:pt x="1421535" y="369269"/>
                  <a:pt x="1435129" y="382864"/>
                  <a:pt x="1435129" y="399633"/>
                </a:cubicBezTo>
                <a:cubicBezTo>
                  <a:pt x="1435129" y="416402"/>
                  <a:pt x="1421535" y="429997"/>
                  <a:pt x="1404765" y="429997"/>
                </a:cubicBezTo>
                <a:cubicBezTo>
                  <a:pt x="1387996" y="429997"/>
                  <a:pt x="1374402" y="416402"/>
                  <a:pt x="1374402" y="399633"/>
                </a:cubicBezTo>
                <a:cubicBezTo>
                  <a:pt x="1374402" y="382864"/>
                  <a:pt x="1387996" y="369269"/>
                  <a:pt x="1404765" y="369269"/>
                </a:cubicBezTo>
                <a:close/>
                <a:moveTo>
                  <a:pt x="1332211" y="369269"/>
                </a:moveTo>
                <a:cubicBezTo>
                  <a:pt x="1348980" y="369269"/>
                  <a:pt x="1362574" y="382864"/>
                  <a:pt x="1362574" y="399633"/>
                </a:cubicBezTo>
                <a:cubicBezTo>
                  <a:pt x="1362574" y="416402"/>
                  <a:pt x="1348980" y="429997"/>
                  <a:pt x="1332211" y="429997"/>
                </a:cubicBezTo>
                <a:cubicBezTo>
                  <a:pt x="1315441" y="429997"/>
                  <a:pt x="1301847" y="416402"/>
                  <a:pt x="1301847" y="399633"/>
                </a:cubicBezTo>
                <a:cubicBezTo>
                  <a:pt x="1301847" y="382864"/>
                  <a:pt x="1315441" y="369269"/>
                  <a:pt x="1332211" y="369269"/>
                </a:cubicBezTo>
                <a:close/>
                <a:moveTo>
                  <a:pt x="1259656" y="369269"/>
                </a:moveTo>
                <a:cubicBezTo>
                  <a:pt x="1276426" y="369269"/>
                  <a:pt x="1290020" y="382864"/>
                  <a:pt x="1290020" y="399633"/>
                </a:cubicBezTo>
                <a:cubicBezTo>
                  <a:pt x="1290020" y="416402"/>
                  <a:pt x="1276426" y="429997"/>
                  <a:pt x="1259656" y="429997"/>
                </a:cubicBezTo>
                <a:cubicBezTo>
                  <a:pt x="1242887" y="429997"/>
                  <a:pt x="1229293" y="416402"/>
                  <a:pt x="1229293" y="399633"/>
                </a:cubicBezTo>
                <a:cubicBezTo>
                  <a:pt x="1229293" y="382864"/>
                  <a:pt x="1242887" y="369269"/>
                  <a:pt x="1259656" y="369269"/>
                </a:cubicBezTo>
                <a:close/>
                <a:moveTo>
                  <a:pt x="1187102" y="369269"/>
                </a:moveTo>
                <a:cubicBezTo>
                  <a:pt x="1203871" y="369269"/>
                  <a:pt x="1217465" y="382864"/>
                  <a:pt x="1217465" y="399633"/>
                </a:cubicBezTo>
                <a:cubicBezTo>
                  <a:pt x="1217465" y="416402"/>
                  <a:pt x="1203871" y="429997"/>
                  <a:pt x="1187102" y="429997"/>
                </a:cubicBezTo>
                <a:cubicBezTo>
                  <a:pt x="1170332" y="429997"/>
                  <a:pt x="1156738" y="416402"/>
                  <a:pt x="1156738" y="399633"/>
                </a:cubicBezTo>
                <a:cubicBezTo>
                  <a:pt x="1156738" y="382864"/>
                  <a:pt x="1170332" y="369269"/>
                  <a:pt x="1187102" y="369269"/>
                </a:cubicBezTo>
                <a:close/>
                <a:moveTo>
                  <a:pt x="1114547" y="369269"/>
                </a:moveTo>
                <a:cubicBezTo>
                  <a:pt x="1131317" y="369269"/>
                  <a:pt x="1144911" y="382864"/>
                  <a:pt x="1144911" y="399633"/>
                </a:cubicBezTo>
                <a:cubicBezTo>
                  <a:pt x="1144911" y="416402"/>
                  <a:pt x="1131317" y="429997"/>
                  <a:pt x="1114547" y="429997"/>
                </a:cubicBezTo>
                <a:cubicBezTo>
                  <a:pt x="1097778" y="429997"/>
                  <a:pt x="1084184" y="416402"/>
                  <a:pt x="1084184" y="399633"/>
                </a:cubicBezTo>
                <a:cubicBezTo>
                  <a:pt x="1084184" y="382864"/>
                  <a:pt x="1097778" y="369269"/>
                  <a:pt x="1114547" y="369269"/>
                </a:cubicBezTo>
                <a:close/>
                <a:moveTo>
                  <a:pt x="1041993" y="369269"/>
                </a:moveTo>
                <a:cubicBezTo>
                  <a:pt x="1058762" y="369269"/>
                  <a:pt x="1072356" y="382864"/>
                  <a:pt x="1072356" y="399633"/>
                </a:cubicBezTo>
                <a:cubicBezTo>
                  <a:pt x="1072356" y="416402"/>
                  <a:pt x="1058762" y="429997"/>
                  <a:pt x="1041993" y="429997"/>
                </a:cubicBezTo>
                <a:cubicBezTo>
                  <a:pt x="1025223" y="429997"/>
                  <a:pt x="1011629" y="416402"/>
                  <a:pt x="1011629" y="399633"/>
                </a:cubicBezTo>
                <a:cubicBezTo>
                  <a:pt x="1011629" y="382864"/>
                  <a:pt x="1025223" y="369269"/>
                  <a:pt x="1041993" y="369269"/>
                </a:cubicBezTo>
                <a:close/>
                <a:moveTo>
                  <a:pt x="969438" y="369269"/>
                </a:moveTo>
                <a:cubicBezTo>
                  <a:pt x="986208" y="369269"/>
                  <a:pt x="999801" y="382864"/>
                  <a:pt x="999801" y="399633"/>
                </a:cubicBezTo>
                <a:cubicBezTo>
                  <a:pt x="999801" y="416402"/>
                  <a:pt x="986208" y="429997"/>
                  <a:pt x="969438" y="429997"/>
                </a:cubicBezTo>
                <a:cubicBezTo>
                  <a:pt x="952669" y="429997"/>
                  <a:pt x="939075" y="416402"/>
                  <a:pt x="939075" y="399633"/>
                </a:cubicBezTo>
                <a:cubicBezTo>
                  <a:pt x="939075" y="382864"/>
                  <a:pt x="952669" y="369269"/>
                  <a:pt x="969438" y="369269"/>
                </a:cubicBezTo>
                <a:close/>
                <a:moveTo>
                  <a:pt x="896883" y="369269"/>
                </a:moveTo>
                <a:cubicBezTo>
                  <a:pt x="913653" y="369269"/>
                  <a:pt x="927247" y="382864"/>
                  <a:pt x="927247" y="399633"/>
                </a:cubicBezTo>
                <a:cubicBezTo>
                  <a:pt x="927247" y="416402"/>
                  <a:pt x="913653" y="429997"/>
                  <a:pt x="896883" y="429997"/>
                </a:cubicBezTo>
                <a:cubicBezTo>
                  <a:pt x="880114" y="429997"/>
                  <a:pt x="866520" y="416402"/>
                  <a:pt x="866520" y="399633"/>
                </a:cubicBezTo>
                <a:cubicBezTo>
                  <a:pt x="866520" y="382864"/>
                  <a:pt x="880114" y="369269"/>
                  <a:pt x="896883" y="369269"/>
                </a:cubicBezTo>
                <a:close/>
                <a:moveTo>
                  <a:pt x="824329" y="369269"/>
                </a:moveTo>
                <a:cubicBezTo>
                  <a:pt x="841098" y="369269"/>
                  <a:pt x="854692" y="382864"/>
                  <a:pt x="854692" y="399633"/>
                </a:cubicBezTo>
                <a:cubicBezTo>
                  <a:pt x="854692" y="416402"/>
                  <a:pt x="841098" y="429997"/>
                  <a:pt x="824329" y="429997"/>
                </a:cubicBezTo>
                <a:cubicBezTo>
                  <a:pt x="807559" y="429997"/>
                  <a:pt x="793965" y="416402"/>
                  <a:pt x="793965" y="399633"/>
                </a:cubicBezTo>
                <a:cubicBezTo>
                  <a:pt x="793965" y="382864"/>
                  <a:pt x="807559" y="369269"/>
                  <a:pt x="824329" y="369269"/>
                </a:cubicBezTo>
                <a:close/>
                <a:moveTo>
                  <a:pt x="751774" y="369269"/>
                </a:moveTo>
                <a:cubicBezTo>
                  <a:pt x="768544" y="369269"/>
                  <a:pt x="782138" y="382864"/>
                  <a:pt x="782138" y="399633"/>
                </a:cubicBezTo>
                <a:cubicBezTo>
                  <a:pt x="782138" y="416402"/>
                  <a:pt x="768544" y="429997"/>
                  <a:pt x="751774" y="429997"/>
                </a:cubicBezTo>
                <a:cubicBezTo>
                  <a:pt x="735005" y="429997"/>
                  <a:pt x="721411" y="416402"/>
                  <a:pt x="721411" y="399633"/>
                </a:cubicBezTo>
                <a:cubicBezTo>
                  <a:pt x="721411" y="382864"/>
                  <a:pt x="735005" y="369269"/>
                  <a:pt x="751774" y="369269"/>
                </a:cubicBezTo>
                <a:close/>
                <a:moveTo>
                  <a:pt x="679220" y="369269"/>
                </a:moveTo>
                <a:cubicBezTo>
                  <a:pt x="695989" y="369269"/>
                  <a:pt x="709583" y="382864"/>
                  <a:pt x="709583" y="399633"/>
                </a:cubicBezTo>
                <a:cubicBezTo>
                  <a:pt x="709583" y="416402"/>
                  <a:pt x="695989" y="429997"/>
                  <a:pt x="679220" y="429997"/>
                </a:cubicBezTo>
                <a:cubicBezTo>
                  <a:pt x="662450" y="429997"/>
                  <a:pt x="648856" y="416402"/>
                  <a:pt x="648856" y="399633"/>
                </a:cubicBezTo>
                <a:cubicBezTo>
                  <a:pt x="648856" y="382864"/>
                  <a:pt x="662450" y="369269"/>
                  <a:pt x="679220" y="369269"/>
                </a:cubicBezTo>
                <a:close/>
                <a:moveTo>
                  <a:pt x="606665" y="369269"/>
                </a:moveTo>
                <a:cubicBezTo>
                  <a:pt x="623435" y="369269"/>
                  <a:pt x="637029" y="382864"/>
                  <a:pt x="637029" y="399633"/>
                </a:cubicBezTo>
                <a:cubicBezTo>
                  <a:pt x="637029" y="416402"/>
                  <a:pt x="623435" y="429997"/>
                  <a:pt x="606665" y="429997"/>
                </a:cubicBezTo>
                <a:cubicBezTo>
                  <a:pt x="589896" y="429997"/>
                  <a:pt x="576302" y="416402"/>
                  <a:pt x="576302" y="399633"/>
                </a:cubicBezTo>
                <a:cubicBezTo>
                  <a:pt x="576302" y="382864"/>
                  <a:pt x="589896" y="369269"/>
                  <a:pt x="606665" y="369269"/>
                </a:cubicBezTo>
                <a:close/>
                <a:moveTo>
                  <a:pt x="534111" y="369269"/>
                </a:moveTo>
                <a:cubicBezTo>
                  <a:pt x="550880" y="369269"/>
                  <a:pt x="564474" y="382864"/>
                  <a:pt x="564474" y="399633"/>
                </a:cubicBezTo>
                <a:cubicBezTo>
                  <a:pt x="564474" y="416402"/>
                  <a:pt x="550880" y="429997"/>
                  <a:pt x="534111" y="429997"/>
                </a:cubicBezTo>
                <a:cubicBezTo>
                  <a:pt x="517341" y="429997"/>
                  <a:pt x="503747" y="416402"/>
                  <a:pt x="503747" y="399633"/>
                </a:cubicBezTo>
                <a:cubicBezTo>
                  <a:pt x="503747" y="382864"/>
                  <a:pt x="517341" y="369269"/>
                  <a:pt x="534111" y="369269"/>
                </a:cubicBezTo>
                <a:close/>
                <a:moveTo>
                  <a:pt x="461556" y="369269"/>
                </a:moveTo>
                <a:cubicBezTo>
                  <a:pt x="478326" y="369269"/>
                  <a:pt x="491920" y="382864"/>
                  <a:pt x="491920" y="399633"/>
                </a:cubicBezTo>
                <a:cubicBezTo>
                  <a:pt x="491920" y="416402"/>
                  <a:pt x="478326" y="429997"/>
                  <a:pt x="461556" y="429997"/>
                </a:cubicBezTo>
                <a:cubicBezTo>
                  <a:pt x="444787" y="429997"/>
                  <a:pt x="431192" y="416402"/>
                  <a:pt x="431192" y="399633"/>
                </a:cubicBezTo>
                <a:cubicBezTo>
                  <a:pt x="431192" y="382864"/>
                  <a:pt x="444787" y="369269"/>
                  <a:pt x="461556" y="369269"/>
                </a:cubicBezTo>
                <a:close/>
                <a:moveTo>
                  <a:pt x="389002" y="369269"/>
                </a:moveTo>
                <a:cubicBezTo>
                  <a:pt x="405771" y="369269"/>
                  <a:pt x="419365" y="382864"/>
                  <a:pt x="419365" y="399633"/>
                </a:cubicBezTo>
                <a:cubicBezTo>
                  <a:pt x="419365" y="416402"/>
                  <a:pt x="405771" y="429997"/>
                  <a:pt x="389002" y="429997"/>
                </a:cubicBezTo>
                <a:cubicBezTo>
                  <a:pt x="372232" y="429997"/>
                  <a:pt x="358638" y="416402"/>
                  <a:pt x="358638" y="399633"/>
                </a:cubicBezTo>
                <a:cubicBezTo>
                  <a:pt x="358638" y="382864"/>
                  <a:pt x="372232" y="369269"/>
                  <a:pt x="389002" y="369269"/>
                </a:cubicBezTo>
                <a:close/>
                <a:moveTo>
                  <a:pt x="316447" y="369269"/>
                </a:moveTo>
                <a:cubicBezTo>
                  <a:pt x="333216" y="369269"/>
                  <a:pt x="346810" y="382864"/>
                  <a:pt x="346810" y="399633"/>
                </a:cubicBezTo>
                <a:cubicBezTo>
                  <a:pt x="346810" y="416402"/>
                  <a:pt x="333216" y="429997"/>
                  <a:pt x="316447" y="429997"/>
                </a:cubicBezTo>
                <a:cubicBezTo>
                  <a:pt x="299677" y="429997"/>
                  <a:pt x="286084" y="416402"/>
                  <a:pt x="286084" y="399633"/>
                </a:cubicBezTo>
                <a:cubicBezTo>
                  <a:pt x="286084" y="382864"/>
                  <a:pt x="299677" y="369269"/>
                  <a:pt x="316447" y="369269"/>
                </a:cubicBezTo>
                <a:close/>
                <a:moveTo>
                  <a:pt x="243892" y="369269"/>
                </a:moveTo>
                <a:cubicBezTo>
                  <a:pt x="260662" y="369269"/>
                  <a:pt x="274256" y="382864"/>
                  <a:pt x="274256" y="399633"/>
                </a:cubicBezTo>
                <a:cubicBezTo>
                  <a:pt x="274256" y="416402"/>
                  <a:pt x="260662" y="429997"/>
                  <a:pt x="243892" y="429997"/>
                </a:cubicBezTo>
                <a:cubicBezTo>
                  <a:pt x="227123" y="429997"/>
                  <a:pt x="213529" y="416402"/>
                  <a:pt x="213529" y="399633"/>
                </a:cubicBezTo>
                <a:cubicBezTo>
                  <a:pt x="213529" y="382864"/>
                  <a:pt x="227123" y="369269"/>
                  <a:pt x="243892" y="369269"/>
                </a:cubicBezTo>
                <a:close/>
                <a:moveTo>
                  <a:pt x="171339" y="369269"/>
                </a:moveTo>
                <a:cubicBezTo>
                  <a:pt x="188107" y="369269"/>
                  <a:pt x="201701" y="382864"/>
                  <a:pt x="201701" y="399633"/>
                </a:cubicBezTo>
                <a:cubicBezTo>
                  <a:pt x="201701" y="416402"/>
                  <a:pt x="188107" y="429997"/>
                  <a:pt x="171339" y="429997"/>
                </a:cubicBezTo>
                <a:cubicBezTo>
                  <a:pt x="154685" y="429997"/>
                  <a:pt x="141090" y="416402"/>
                  <a:pt x="141090" y="399633"/>
                </a:cubicBezTo>
                <a:cubicBezTo>
                  <a:pt x="141090" y="382864"/>
                  <a:pt x="154685" y="369269"/>
                  <a:pt x="171339" y="369269"/>
                </a:cubicBezTo>
                <a:close/>
                <a:moveTo>
                  <a:pt x="98917" y="369269"/>
                </a:moveTo>
                <a:cubicBezTo>
                  <a:pt x="115677" y="369269"/>
                  <a:pt x="129270" y="382864"/>
                  <a:pt x="129270" y="399633"/>
                </a:cubicBezTo>
                <a:cubicBezTo>
                  <a:pt x="129270" y="416402"/>
                  <a:pt x="115677" y="429997"/>
                  <a:pt x="98917" y="429997"/>
                </a:cubicBezTo>
                <a:cubicBezTo>
                  <a:pt x="82143" y="429997"/>
                  <a:pt x="68549" y="416402"/>
                  <a:pt x="68549" y="399633"/>
                </a:cubicBezTo>
                <a:cubicBezTo>
                  <a:pt x="68549" y="382864"/>
                  <a:pt x="82143" y="369269"/>
                  <a:pt x="98917" y="369269"/>
                </a:cubicBezTo>
                <a:close/>
                <a:moveTo>
                  <a:pt x="26362" y="369269"/>
                </a:moveTo>
                <a:cubicBezTo>
                  <a:pt x="43124" y="369269"/>
                  <a:pt x="56719" y="382864"/>
                  <a:pt x="56719" y="399633"/>
                </a:cubicBezTo>
                <a:cubicBezTo>
                  <a:pt x="56719" y="416402"/>
                  <a:pt x="43124" y="429997"/>
                  <a:pt x="26362" y="429997"/>
                </a:cubicBezTo>
                <a:cubicBezTo>
                  <a:pt x="17976" y="429997"/>
                  <a:pt x="10385" y="426598"/>
                  <a:pt x="4890" y="421103"/>
                </a:cubicBezTo>
                <a:lnTo>
                  <a:pt x="0" y="409299"/>
                </a:lnTo>
                <a:lnTo>
                  <a:pt x="0" y="389967"/>
                </a:lnTo>
                <a:lnTo>
                  <a:pt x="4890" y="378163"/>
                </a:lnTo>
                <a:cubicBezTo>
                  <a:pt x="10385" y="372668"/>
                  <a:pt x="17976" y="369269"/>
                  <a:pt x="26362" y="369269"/>
                </a:cubicBezTo>
                <a:close/>
                <a:moveTo>
                  <a:pt x="1669444" y="307535"/>
                </a:moveTo>
                <a:lnTo>
                  <a:pt x="1670784" y="334061"/>
                </a:lnTo>
                <a:lnTo>
                  <a:pt x="1664620" y="319181"/>
                </a:lnTo>
                <a:close/>
                <a:moveTo>
                  <a:pt x="1622429" y="288818"/>
                </a:moveTo>
                <a:cubicBezTo>
                  <a:pt x="1639199" y="288818"/>
                  <a:pt x="1652792" y="302412"/>
                  <a:pt x="1652792" y="319181"/>
                </a:cubicBezTo>
                <a:cubicBezTo>
                  <a:pt x="1652792" y="335950"/>
                  <a:pt x="1639199" y="349545"/>
                  <a:pt x="1622429" y="349545"/>
                </a:cubicBezTo>
                <a:cubicBezTo>
                  <a:pt x="1605659" y="349545"/>
                  <a:pt x="1592066" y="335950"/>
                  <a:pt x="1592066" y="319181"/>
                </a:cubicBezTo>
                <a:cubicBezTo>
                  <a:pt x="1592066" y="302412"/>
                  <a:pt x="1605659" y="288818"/>
                  <a:pt x="1622429" y="288818"/>
                </a:cubicBezTo>
                <a:close/>
                <a:moveTo>
                  <a:pt x="1549874" y="288818"/>
                </a:moveTo>
                <a:cubicBezTo>
                  <a:pt x="1566644" y="288818"/>
                  <a:pt x="1580238" y="302412"/>
                  <a:pt x="1580238" y="319181"/>
                </a:cubicBezTo>
                <a:cubicBezTo>
                  <a:pt x="1580238" y="335950"/>
                  <a:pt x="1566644" y="349545"/>
                  <a:pt x="1549874" y="349545"/>
                </a:cubicBezTo>
                <a:cubicBezTo>
                  <a:pt x="1533105" y="349545"/>
                  <a:pt x="1519511" y="335950"/>
                  <a:pt x="1519511" y="319181"/>
                </a:cubicBezTo>
                <a:cubicBezTo>
                  <a:pt x="1519511" y="302412"/>
                  <a:pt x="1533105" y="288818"/>
                  <a:pt x="1549874" y="288818"/>
                </a:cubicBezTo>
                <a:close/>
                <a:moveTo>
                  <a:pt x="1477320" y="288818"/>
                </a:moveTo>
                <a:cubicBezTo>
                  <a:pt x="1494089" y="288818"/>
                  <a:pt x="1507683" y="302412"/>
                  <a:pt x="1507683" y="319181"/>
                </a:cubicBezTo>
                <a:cubicBezTo>
                  <a:pt x="1507683" y="335950"/>
                  <a:pt x="1494089" y="349545"/>
                  <a:pt x="1477320" y="349545"/>
                </a:cubicBezTo>
                <a:cubicBezTo>
                  <a:pt x="1460550" y="349545"/>
                  <a:pt x="1446956" y="335950"/>
                  <a:pt x="1446956" y="319181"/>
                </a:cubicBezTo>
                <a:cubicBezTo>
                  <a:pt x="1446956" y="302412"/>
                  <a:pt x="1460550" y="288818"/>
                  <a:pt x="1477320" y="288818"/>
                </a:cubicBezTo>
                <a:close/>
                <a:moveTo>
                  <a:pt x="1404765" y="288818"/>
                </a:moveTo>
                <a:cubicBezTo>
                  <a:pt x="1421535" y="288818"/>
                  <a:pt x="1435129" y="302412"/>
                  <a:pt x="1435129" y="319181"/>
                </a:cubicBezTo>
                <a:cubicBezTo>
                  <a:pt x="1435129" y="335950"/>
                  <a:pt x="1421535" y="349545"/>
                  <a:pt x="1404765" y="349545"/>
                </a:cubicBezTo>
                <a:cubicBezTo>
                  <a:pt x="1387996" y="349545"/>
                  <a:pt x="1374402" y="335950"/>
                  <a:pt x="1374402" y="319181"/>
                </a:cubicBezTo>
                <a:cubicBezTo>
                  <a:pt x="1374402" y="302412"/>
                  <a:pt x="1387996" y="288818"/>
                  <a:pt x="1404765" y="288818"/>
                </a:cubicBezTo>
                <a:close/>
                <a:moveTo>
                  <a:pt x="1332211" y="288818"/>
                </a:moveTo>
                <a:cubicBezTo>
                  <a:pt x="1348980" y="288818"/>
                  <a:pt x="1362574" y="302412"/>
                  <a:pt x="1362574" y="319181"/>
                </a:cubicBezTo>
                <a:cubicBezTo>
                  <a:pt x="1362574" y="335950"/>
                  <a:pt x="1348980" y="349545"/>
                  <a:pt x="1332211" y="349545"/>
                </a:cubicBezTo>
                <a:cubicBezTo>
                  <a:pt x="1315441" y="349545"/>
                  <a:pt x="1301847" y="335950"/>
                  <a:pt x="1301847" y="319181"/>
                </a:cubicBezTo>
                <a:cubicBezTo>
                  <a:pt x="1301847" y="302412"/>
                  <a:pt x="1315441" y="288818"/>
                  <a:pt x="1332211" y="288818"/>
                </a:cubicBezTo>
                <a:close/>
                <a:moveTo>
                  <a:pt x="1259656" y="288818"/>
                </a:moveTo>
                <a:cubicBezTo>
                  <a:pt x="1276426" y="288818"/>
                  <a:pt x="1290020" y="302412"/>
                  <a:pt x="1290020" y="319181"/>
                </a:cubicBezTo>
                <a:cubicBezTo>
                  <a:pt x="1290020" y="335950"/>
                  <a:pt x="1276426" y="349545"/>
                  <a:pt x="1259656" y="349545"/>
                </a:cubicBezTo>
                <a:cubicBezTo>
                  <a:pt x="1242887" y="349545"/>
                  <a:pt x="1229293" y="335950"/>
                  <a:pt x="1229293" y="319181"/>
                </a:cubicBezTo>
                <a:cubicBezTo>
                  <a:pt x="1229293" y="302412"/>
                  <a:pt x="1242887" y="288818"/>
                  <a:pt x="1259656" y="288818"/>
                </a:cubicBezTo>
                <a:close/>
                <a:moveTo>
                  <a:pt x="1187102" y="288818"/>
                </a:moveTo>
                <a:cubicBezTo>
                  <a:pt x="1203871" y="288818"/>
                  <a:pt x="1217465" y="302412"/>
                  <a:pt x="1217465" y="319181"/>
                </a:cubicBezTo>
                <a:cubicBezTo>
                  <a:pt x="1217465" y="335950"/>
                  <a:pt x="1203871" y="349545"/>
                  <a:pt x="1187102" y="349545"/>
                </a:cubicBezTo>
                <a:cubicBezTo>
                  <a:pt x="1170332" y="349545"/>
                  <a:pt x="1156738" y="335950"/>
                  <a:pt x="1156738" y="319181"/>
                </a:cubicBezTo>
                <a:cubicBezTo>
                  <a:pt x="1156738" y="302412"/>
                  <a:pt x="1170332" y="288818"/>
                  <a:pt x="1187102" y="288818"/>
                </a:cubicBezTo>
                <a:close/>
                <a:moveTo>
                  <a:pt x="1114547" y="288818"/>
                </a:moveTo>
                <a:cubicBezTo>
                  <a:pt x="1131317" y="288818"/>
                  <a:pt x="1144911" y="302412"/>
                  <a:pt x="1144911" y="319181"/>
                </a:cubicBezTo>
                <a:cubicBezTo>
                  <a:pt x="1144911" y="335950"/>
                  <a:pt x="1131317" y="349545"/>
                  <a:pt x="1114547" y="349545"/>
                </a:cubicBezTo>
                <a:cubicBezTo>
                  <a:pt x="1097778" y="349545"/>
                  <a:pt x="1084184" y="335950"/>
                  <a:pt x="1084184" y="319181"/>
                </a:cubicBezTo>
                <a:cubicBezTo>
                  <a:pt x="1084184" y="302412"/>
                  <a:pt x="1097778" y="288818"/>
                  <a:pt x="1114547" y="288818"/>
                </a:cubicBezTo>
                <a:close/>
                <a:moveTo>
                  <a:pt x="1041993" y="288818"/>
                </a:moveTo>
                <a:cubicBezTo>
                  <a:pt x="1058762" y="288818"/>
                  <a:pt x="1072356" y="302412"/>
                  <a:pt x="1072356" y="319181"/>
                </a:cubicBezTo>
                <a:cubicBezTo>
                  <a:pt x="1072356" y="335950"/>
                  <a:pt x="1058762" y="349545"/>
                  <a:pt x="1041993" y="349545"/>
                </a:cubicBezTo>
                <a:cubicBezTo>
                  <a:pt x="1025223" y="349545"/>
                  <a:pt x="1011629" y="335950"/>
                  <a:pt x="1011629" y="319181"/>
                </a:cubicBezTo>
                <a:cubicBezTo>
                  <a:pt x="1011629" y="302412"/>
                  <a:pt x="1025223" y="288818"/>
                  <a:pt x="1041993" y="288818"/>
                </a:cubicBezTo>
                <a:close/>
                <a:moveTo>
                  <a:pt x="969438" y="288818"/>
                </a:moveTo>
                <a:cubicBezTo>
                  <a:pt x="986208" y="288818"/>
                  <a:pt x="999801" y="302412"/>
                  <a:pt x="999801" y="319181"/>
                </a:cubicBezTo>
                <a:cubicBezTo>
                  <a:pt x="999801" y="335950"/>
                  <a:pt x="986208" y="349545"/>
                  <a:pt x="969438" y="349545"/>
                </a:cubicBezTo>
                <a:cubicBezTo>
                  <a:pt x="952669" y="349545"/>
                  <a:pt x="939075" y="335950"/>
                  <a:pt x="939075" y="319181"/>
                </a:cubicBezTo>
                <a:cubicBezTo>
                  <a:pt x="939075" y="302412"/>
                  <a:pt x="952669" y="288818"/>
                  <a:pt x="969438" y="288818"/>
                </a:cubicBezTo>
                <a:close/>
                <a:moveTo>
                  <a:pt x="896883" y="288818"/>
                </a:moveTo>
                <a:cubicBezTo>
                  <a:pt x="913653" y="288818"/>
                  <a:pt x="927247" y="302412"/>
                  <a:pt x="927247" y="319181"/>
                </a:cubicBezTo>
                <a:cubicBezTo>
                  <a:pt x="927247" y="335950"/>
                  <a:pt x="913653" y="349545"/>
                  <a:pt x="896883" y="349545"/>
                </a:cubicBezTo>
                <a:cubicBezTo>
                  <a:pt x="880114" y="349545"/>
                  <a:pt x="866520" y="335950"/>
                  <a:pt x="866520" y="319181"/>
                </a:cubicBezTo>
                <a:cubicBezTo>
                  <a:pt x="866520" y="302412"/>
                  <a:pt x="880114" y="288818"/>
                  <a:pt x="896883" y="288818"/>
                </a:cubicBezTo>
                <a:close/>
                <a:moveTo>
                  <a:pt x="824329" y="288818"/>
                </a:moveTo>
                <a:cubicBezTo>
                  <a:pt x="841098" y="288818"/>
                  <a:pt x="854692" y="302412"/>
                  <a:pt x="854692" y="319181"/>
                </a:cubicBezTo>
                <a:cubicBezTo>
                  <a:pt x="854692" y="335950"/>
                  <a:pt x="841098" y="349545"/>
                  <a:pt x="824329" y="349545"/>
                </a:cubicBezTo>
                <a:cubicBezTo>
                  <a:pt x="807559" y="349545"/>
                  <a:pt x="793965" y="335950"/>
                  <a:pt x="793965" y="319181"/>
                </a:cubicBezTo>
                <a:cubicBezTo>
                  <a:pt x="793965" y="302412"/>
                  <a:pt x="807559" y="288818"/>
                  <a:pt x="824329" y="288818"/>
                </a:cubicBezTo>
                <a:close/>
                <a:moveTo>
                  <a:pt x="751774" y="288818"/>
                </a:moveTo>
                <a:cubicBezTo>
                  <a:pt x="768544" y="288818"/>
                  <a:pt x="782138" y="302412"/>
                  <a:pt x="782138" y="319181"/>
                </a:cubicBezTo>
                <a:cubicBezTo>
                  <a:pt x="782138" y="335950"/>
                  <a:pt x="768544" y="349545"/>
                  <a:pt x="751774" y="349545"/>
                </a:cubicBezTo>
                <a:cubicBezTo>
                  <a:pt x="735005" y="349545"/>
                  <a:pt x="721411" y="335950"/>
                  <a:pt x="721411" y="319181"/>
                </a:cubicBezTo>
                <a:cubicBezTo>
                  <a:pt x="721411" y="302412"/>
                  <a:pt x="735005" y="288818"/>
                  <a:pt x="751774" y="288818"/>
                </a:cubicBezTo>
                <a:close/>
                <a:moveTo>
                  <a:pt x="679220" y="288818"/>
                </a:moveTo>
                <a:cubicBezTo>
                  <a:pt x="695989" y="288818"/>
                  <a:pt x="709583" y="302412"/>
                  <a:pt x="709583" y="319181"/>
                </a:cubicBezTo>
                <a:cubicBezTo>
                  <a:pt x="709583" y="335950"/>
                  <a:pt x="695989" y="349545"/>
                  <a:pt x="679220" y="349545"/>
                </a:cubicBezTo>
                <a:cubicBezTo>
                  <a:pt x="662450" y="349545"/>
                  <a:pt x="648856" y="335950"/>
                  <a:pt x="648856" y="319181"/>
                </a:cubicBezTo>
                <a:cubicBezTo>
                  <a:pt x="648856" y="302412"/>
                  <a:pt x="662450" y="288818"/>
                  <a:pt x="679220" y="288818"/>
                </a:cubicBezTo>
                <a:close/>
                <a:moveTo>
                  <a:pt x="606665" y="288818"/>
                </a:moveTo>
                <a:cubicBezTo>
                  <a:pt x="623435" y="288818"/>
                  <a:pt x="637029" y="302412"/>
                  <a:pt x="637029" y="319181"/>
                </a:cubicBezTo>
                <a:cubicBezTo>
                  <a:pt x="637029" y="335950"/>
                  <a:pt x="623435" y="349545"/>
                  <a:pt x="606665" y="349545"/>
                </a:cubicBezTo>
                <a:cubicBezTo>
                  <a:pt x="589896" y="349545"/>
                  <a:pt x="576302" y="335950"/>
                  <a:pt x="576302" y="319181"/>
                </a:cubicBezTo>
                <a:cubicBezTo>
                  <a:pt x="576302" y="302412"/>
                  <a:pt x="589896" y="288818"/>
                  <a:pt x="606665" y="288818"/>
                </a:cubicBezTo>
                <a:close/>
                <a:moveTo>
                  <a:pt x="534111" y="288818"/>
                </a:moveTo>
                <a:cubicBezTo>
                  <a:pt x="550880" y="288818"/>
                  <a:pt x="564474" y="302412"/>
                  <a:pt x="564474" y="319181"/>
                </a:cubicBezTo>
                <a:cubicBezTo>
                  <a:pt x="564474" y="335950"/>
                  <a:pt x="550880" y="349545"/>
                  <a:pt x="534111" y="349545"/>
                </a:cubicBezTo>
                <a:cubicBezTo>
                  <a:pt x="517341" y="349545"/>
                  <a:pt x="503747" y="335950"/>
                  <a:pt x="503747" y="319181"/>
                </a:cubicBezTo>
                <a:cubicBezTo>
                  <a:pt x="503747" y="302412"/>
                  <a:pt x="517341" y="288818"/>
                  <a:pt x="534111" y="288818"/>
                </a:cubicBezTo>
                <a:close/>
                <a:moveTo>
                  <a:pt x="461556" y="288818"/>
                </a:moveTo>
                <a:cubicBezTo>
                  <a:pt x="478326" y="288818"/>
                  <a:pt x="491920" y="302412"/>
                  <a:pt x="491920" y="319181"/>
                </a:cubicBezTo>
                <a:cubicBezTo>
                  <a:pt x="491920" y="335950"/>
                  <a:pt x="478326" y="349545"/>
                  <a:pt x="461556" y="349545"/>
                </a:cubicBezTo>
                <a:cubicBezTo>
                  <a:pt x="444787" y="349545"/>
                  <a:pt x="431192" y="335950"/>
                  <a:pt x="431192" y="319181"/>
                </a:cubicBezTo>
                <a:cubicBezTo>
                  <a:pt x="431192" y="302412"/>
                  <a:pt x="444787" y="288818"/>
                  <a:pt x="461556" y="288818"/>
                </a:cubicBezTo>
                <a:close/>
                <a:moveTo>
                  <a:pt x="389002" y="288818"/>
                </a:moveTo>
                <a:cubicBezTo>
                  <a:pt x="405771" y="288818"/>
                  <a:pt x="419365" y="302412"/>
                  <a:pt x="419365" y="319181"/>
                </a:cubicBezTo>
                <a:cubicBezTo>
                  <a:pt x="419365" y="335950"/>
                  <a:pt x="405771" y="349545"/>
                  <a:pt x="389002" y="349545"/>
                </a:cubicBezTo>
                <a:cubicBezTo>
                  <a:pt x="372232" y="349545"/>
                  <a:pt x="358638" y="335950"/>
                  <a:pt x="358638" y="319181"/>
                </a:cubicBezTo>
                <a:cubicBezTo>
                  <a:pt x="358638" y="302412"/>
                  <a:pt x="372232" y="288818"/>
                  <a:pt x="389002" y="288818"/>
                </a:cubicBezTo>
                <a:close/>
                <a:moveTo>
                  <a:pt x="316447" y="288818"/>
                </a:moveTo>
                <a:cubicBezTo>
                  <a:pt x="333216" y="288818"/>
                  <a:pt x="346810" y="302412"/>
                  <a:pt x="346810" y="319181"/>
                </a:cubicBezTo>
                <a:cubicBezTo>
                  <a:pt x="346810" y="335950"/>
                  <a:pt x="333216" y="349545"/>
                  <a:pt x="316447" y="349545"/>
                </a:cubicBezTo>
                <a:cubicBezTo>
                  <a:pt x="299677" y="349545"/>
                  <a:pt x="286084" y="335950"/>
                  <a:pt x="286084" y="319181"/>
                </a:cubicBezTo>
                <a:cubicBezTo>
                  <a:pt x="286084" y="302412"/>
                  <a:pt x="299677" y="288818"/>
                  <a:pt x="316447" y="288818"/>
                </a:cubicBezTo>
                <a:close/>
                <a:moveTo>
                  <a:pt x="243892" y="288818"/>
                </a:moveTo>
                <a:cubicBezTo>
                  <a:pt x="260662" y="288818"/>
                  <a:pt x="274256" y="302412"/>
                  <a:pt x="274256" y="319181"/>
                </a:cubicBezTo>
                <a:cubicBezTo>
                  <a:pt x="274256" y="335950"/>
                  <a:pt x="260662" y="349545"/>
                  <a:pt x="243892" y="349545"/>
                </a:cubicBezTo>
                <a:cubicBezTo>
                  <a:pt x="227123" y="349545"/>
                  <a:pt x="213529" y="335950"/>
                  <a:pt x="213529" y="319181"/>
                </a:cubicBezTo>
                <a:cubicBezTo>
                  <a:pt x="213529" y="302412"/>
                  <a:pt x="227123" y="288818"/>
                  <a:pt x="243892" y="288818"/>
                </a:cubicBezTo>
                <a:close/>
                <a:moveTo>
                  <a:pt x="171339" y="288818"/>
                </a:moveTo>
                <a:cubicBezTo>
                  <a:pt x="188107" y="288818"/>
                  <a:pt x="201701" y="302412"/>
                  <a:pt x="201701" y="319181"/>
                </a:cubicBezTo>
                <a:cubicBezTo>
                  <a:pt x="201701" y="335950"/>
                  <a:pt x="188107" y="349545"/>
                  <a:pt x="171339" y="349545"/>
                </a:cubicBezTo>
                <a:cubicBezTo>
                  <a:pt x="154691" y="349545"/>
                  <a:pt x="141096" y="335950"/>
                  <a:pt x="141096" y="319181"/>
                </a:cubicBezTo>
                <a:cubicBezTo>
                  <a:pt x="141096" y="302412"/>
                  <a:pt x="154691" y="288818"/>
                  <a:pt x="171339" y="288818"/>
                </a:cubicBezTo>
                <a:close/>
                <a:moveTo>
                  <a:pt x="98923" y="288818"/>
                </a:moveTo>
                <a:cubicBezTo>
                  <a:pt x="115682" y="288818"/>
                  <a:pt x="129276" y="302412"/>
                  <a:pt x="129276" y="319181"/>
                </a:cubicBezTo>
                <a:cubicBezTo>
                  <a:pt x="129276" y="335950"/>
                  <a:pt x="115682" y="349545"/>
                  <a:pt x="98923" y="349545"/>
                </a:cubicBezTo>
                <a:cubicBezTo>
                  <a:pt x="82149" y="349545"/>
                  <a:pt x="68554" y="335950"/>
                  <a:pt x="68554" y="319181"/>
                </a:cubicBezTo>
                <a:cubicBezTo>
                  <a:pt x="68554" y="302412"/>
                  <a:pt x="82149" y="288818"/>
                  <a:pt x="98923" y="288818"/>
                </a:cubicBezTo>
                <a:close/>
                <a:moveTo>
                  <a:pt x="26368" y="288818"/>
                </a:moveTo>
                <a:cubicBezTo>
                  <a:pt x="43131" y="288818"/>
                  <a:pt x="56725" y="302412"/>
                  <a:pt x="56725" y="319181"/>
                </a:cubicBezTo>
                <a:cubicBezTo>
                  <a:pt x="56725" y="335950"/>
                  <a:pt x="43131" y="349545"/>
                  <a:pt x="26368" y="349545"/>
                </a:cubicBezTo>
                <a:cubicBezTo>
                  <a:pt x="17983" y="349545"/>
                  <a:pt x="10391" y="346146"/>
                  <a:pt x="4896" y="340651"/>
                </a:cubicBezTo>
                <a:lnTo>
                  <a:pt x="0" y="328831"/>
                </a:lnTo>
                <a:lnTo>
                  <a:pt x="0" y="309532"/>
                </a:lnTo>
                <a:lnTo>
                  <a:pt x="4896" y="297711"/>
                </a:lnTo>
                <a:cubicBezTo>
                  <a:pt x="10391" y="292217"/>
                  <a:pt x="17983" y="288818"/>
                  <a:pt x="26368" y="288818"/>
                </a:cubicBezTo>
                <a:close/>
                <a:moveTo>
                  <a:pt x="1622429" y="208366"/>
                </a:moveTo>
                <a:cubicBezTo>
                  <a:pt x="1639199" y="208366"/>
                  <a:pt x="1652792" y="221960"/>
                  <a:pt x="1652792" y="238729"/>
                </a:cubicBezTo>
                <a:cubicBezTo>
                  <a:pt x="1652792" y="255499"/>
                  <a:pt x="1639199" y="269093"/>
                  <a:pt x="1622429" y="269093"/>
                </a:cubicBezTo>
                <a:cubicBezTo>
                  <a:pt x="1605659" y="269093"/>
                  <a:pt x="1592066" y="255499"/>
                  <a:pt x="1592066" y="238729"/>
                </a:cubicBezTo>
                <a:cubicBezTo>
                  <a:pt x="1592066" y="221960"/>
                  <a:pt x="1605659" y="208366"/>
                  <a:pt x="1622429" y="208366"/>
                </a:cubicBezTo>
                <a:close/>
                <a:moveTo>
                  <a:pt x="1549874" y="208366"/>
                </a:moveTo>
                <a:cubicBezTo>
                  <a:pt x="1566644" y="208366"/>
                  <a:pt x="1580238" y="221960"/>
                  <a:pt x="1580238" y="238729"/>
                </a:cubicBezTo>
                <a:cubicBezTo>
                  <a:pt x="1580238" y="255499"/>
                  <a:pt x="1566644" y="269093"/>
                  <a:pt x="1549874" y="269093"/>
                </a:cubicBezTo>
                <a:cubicBezTo>
                  <a:pt x="1533105" y="269093"/>
                  <a:pt x="1519511" y="255499"/>
                  <a:pt x="1519511" y="238729"/>
                </a:cubicBezTo>
                <a:cubicBezTo>
                  <a:pt x="1519511" y="221960"/>
                  <a:pt x="1533105" y="208366"/>
                  <a:pt x="1549874" y="208366"/>
                </a:cubicBezTo>
                <a:close/>
                <a:moveTo>
                  <a:pt x="1477320" y="208366"/>
                </a:moveTo>
                <a:cubicBezTo>
                  <a:pt x="1494089" y="208366"/>
                  <a:pt x="1507683" y="221960"/>
                  <a:pt x="1507683" y="238729"/>
                </a:cubicBezTo>
                <a:cubicBezTo>
                  <a:pt x="1507683" y="255499"/>
                  <a:pt x="1494089" y="269093"/>
                  <a:pt x="1477320" y="269093"/>
                </a:cubicBezTo>
                <a:cubicBezTo>
                  <a:pt x="1460550" y="269093"/>
                  <a:pt x="1446956" y="255499"/>
                  <a:pt x="1446956" y="238729"/>
                </a:cubicBezTo>
                <a:cubicBezTo>
                  <a:pt x="1446956" y="221960"/>
                  <a:pt x="1460550" y="208366"/>
                  <a:pt x="1477320" y="208366"/>
                </a:cubicBezTo>
                <a:close/>
                <a:moveTo>
                  <a:pt x="1404765" y="208366"/>
                </a:moveTo>
                <a:cubicBezTo>
                  <a:pt x="1421535" y="208366"/>
                  <a:pt x="1435129" y="221960"/>
                  <a:pt x="1435129" y="238729"/>
                </a:cubicBezTo>
                <a:cubicBezTo>
                  <a:pt x="1435129" y="255499"/>
                  <a:pt x="1421535" y="269093"/>
                  <a:pt x="1404765" y="269093"/>
                </a:cubicBezTo>
                <a:cubicBezTo>
                  <a:pt x="1387996" y="269093"/>
                  <a:pt x="1374402" y="255499"/>
                  <a:pt x="1374402" y="238729"/>
                </a:cubicBezTo>
                <a:cubicBezTo>
                  <a:pt x="1374402" y="221960"/>
                  <a:pt x="1387996" y="208366"/>
                  <a:pt x="1404765" y="208366"/>
                </a:cubicBezTo>
                <a:close/>
                <a:moveTo>
                  <a:pt x="1332211" y="208366"/>
                </a:moveTo>
                <a:cubicBezTo>
                  <a:pt x="1348980" y="208366"/>
                  <a:pt x="1362574" y="221960"/>
                  <a:pt x="1362574" y="238729"/>
                </a:cubicBezTo>
                <a:cubicBezTo>
                  <a:pt x="1362574" y="255499"/>
                  <a:pt x="1348980" y="269093"/>
                  <a:pt x="1332211" y="269093"/>
                </a:cubicBezTo>
                <a:cubicBezTo>
                  <a:pt x="1315441" y="269093"/>
                  <a:pt x="1301847" y="255499"/>
                  <a:pt x="1301847" y="238729"/>
                </a:cubicBezTo>
                <a:cubicBezTo>
                  <a:pt x="1301847" y="221960"/>
                  <a:pt x="1315441" y="208366"/>
                  <a:pt x="1332211" y="208366"/>
                </a:cubicBezTo>
                <a:close/>
                <a:moveTo>
                  <a:pt x="1259656" y="208366"/>
                </a:moveTo>
                <a:cubicBezTo>
                  <a:pt x="1276426" y="208366"/>
                  <a:pt x="1290020" y="221960"/>
                  <a:pt x="1290020" y="238729"/>
                </a:cubicBezTo>
                <a:cubicBezTo>
                  <a:pt x="1290020" y="255499"/>
                  <a:pt x="1276426" y="269093"/>
                  <a:pt x="1259656" y="269093"/>
                </a:cubicBezTo>
                <a:cubicBezTo>
                  <a:pt x="1242887" y="269093"/>
                  <a:pt x="1229293" y="255499"/>
                  <a:pt x="1229293" y="238729"/>
                </a:cubicBezTo>
                <a:cubicBezTo>
                  <a:pt x="1229293" y="221960"/>
                  <a:pt x="1242887" y="208366"/>
                  <a:pt x="1259656" y="208366"/>
                </a:cubicBezTo>
                <a:close/>
                <a:moveTo>
                  <a:pt x="1187102" y="208366"/>
                </a:moveTo>
                <a:cubicBezTo>
                  <a:pt x="1203871" y="208366"/>
                  <a:pt x="1217465" y="221960"/>
                  <a:pt x="1217465" y="238729"/>
                </a:cubicBezTo>
                <a:cubicBezTo>
                  <a:pt x="1217465" y="255499"/>
                  <a:pt x="1203871" y="269093"/>
                  <a:pt x="1187102" y="269093"/>
                </a:cubicBezTo>
                <a:cubicBezTo>
                  <a:pt x="1170332" y="269093"/>
                  <a:pt x="1156738" y="255499"/>
                  <a:pt x="1156738" y="238729"/>
                </a:cubicBezTo>
                <a:cubicBezTo>
                  <a:pt x="1156738" y="221960"/>
                  <a:pt x="1170332" y="208366"/>
                  <a:pt x="1187102" y="208366"/>
                </a:cubicBezTo>
                <a:close/>
                <a:moveTo>
                  <a:pt x="1114547" y="208366"/>
                </a:moveTo>
                <a:cubicBezTo>
                  <a:pt x="1131317" y="208366"/>
                  <a:pt x="1144911" y="221960"/>
                  <a:pt x="1144911" y="238729"/>
                </a:cubicBezTo>
                <a:cubicBezTo>
                  <a:pt x="1144911" y="255499"/>
                  <a:pt x="1131317" y="269093"/>
                  <a:pt x="1114547" y="269093"/>
                </a:cubicBezTo>
                <a:cubicBezTo>
                  <a:pt x="1097778" y="269093"/>
                  <a:pt x="1084184" y="255499"/>
                  <a:pt x="1084184" y="238729"/>
                </a:cubicBezTo>
                <a:cubicBezTo>
                  <a:pt x="1084184" y="221960"/>
                  <a:pt x="1097778" y="208366"/>
                  <a:pt x="1114547" y="208366"/>
                </a:cubicBezTo>
                <a:close/>
                <a:moveTo>
                  <a:pt x="1041993" y="208366"/>
                </a:moveTo>
                <a:cubicBezTo>
                  <a:pt x="1058762" y="208366"/>
                  <a:pt x="1072356" y="221960"/>
                  <a:pt x="1072356" y="238729"/>
                </a:cubicBezTo>
                <a:cubicBezTo>
                  <a:pt x="1072356" y="255499"/>
                  <a:pt x="1058762" y="269093"/>
                  <a:pt x="1041993" y="269093"/>
                </a:cubicBezTo>
                <a:cubicBezTo>
                  <a:pt x="1025223" y="269093"/>
                  <a:pt x="1011629" y="255499"/>
                  <a:pt x="1011629" y="238729"/>
                </a:cubicBezTo>
                <a:cubicBezTo>
                  <a:pt x="1011629" y="221960"/>
                  <a:pt x="1025223" y="208366"/>
                  <a:pt x="1041993" y="208366"/>
                </a:cubicBezTo>
                <a:close/>
                <a:moveTo>
                  <a:pt x="969438" y="208366"/>
                </a:moveTo>
                <a:cubicBezTo>
                  <a:pt x="986208" y="208366"/>
                  <a:pt x="999801" y="221960"/>
                  <a:pt x="999801" y="238729"/>
                </a:cubicBezTo>
                <a:cubicBezTo>
                  <a:pt x="999801" y="255499"/>
                  <a:pt x="986208" y="269093"/>
                  <a:pt x="969438" y="269093"/>
                </a:cubicBezTo>
                <a:cubicBezTo>
                  <a:pt x="952669" y="269093"/>
                  <a:pt x="939075" y="255499"/>
                  <a:pt x="939075" y="238729"/>
                </a:cubicBezTo>
                <a:cubicBezTo>
                  <a:pt x="939075" y="221960"/>
                  <a:pt x="952669" y="208366"/>
                  <a:pt x="969438" y="208366"/>
                </a:cubicBezTo>
                <a:close/>
                <a:moveTo>
                  <a:pt x="896883" y="208366"/>
                </a:moveTo>
                <a:cubicBezTo>
                  <a:pt x="913653" y="208366"/>
                  <a:pt x="927247" y="221960"/>
                  <a:pt x="927247" y="238729"/>
                </a:cubicBezTo>
                <a:cubicBezTo>
                  <a:pt x="927247" y="255499"/>
                  <a:pt x="913653" y="269093"/>
                  <a:pt x="896883" y="269093"/>
                </a:cubicBezTo>
                <a:cubicBezTo>
                  <a:pt x="880114" y="269093"/>
                  <a:pt x="866520" y="255499"/>
                  <a:pt x="866520" y="238729"/>
                </a:cubicBezTo>
                <a:cubicBezTo>
                  <a:pt x="866520" y="221960"/>
                  <a:pt x="880114" y="208366"/>
                  <a:pt x="896883" y="208366"/>
                </a:cubicBezTo>
                <a:close/>
                <a:moveTo>
                  <a:pt x="824329" y="208366"/>
                </a:moveTo>
                <a:cubicBezTo>
                  <a:pt x="841098" y="208366"/>
                  <a:pt x="854692" y="221960"/>
                  <a:pt x="854692" y="238729"/>
                </a:cubicBezTo>
                <a:cubicBezTo>
                  <a:pt x="854692" y="255499"/>
                  <a:pt x="841098" y="269093"/>
                  <a:pt x="824329" y="269093"/>
                </a:cubicBezTo>
                <a:cubicBezTo>
                  <a:pt x="807559" y="269093"/>
                  <a:pt x="793965" y="255499"/>
                  <a:pt x="793965" y="238729"/>
                </a:cubicBezTo>
                <a:cubicBezTo>
                  <a:pt x="793965" y="221960"/>
                  <a:pt x="807559" y="208366"/>
                  <a:pt x="824329" y="208366"/>
                </a:cubicBezTo>
                <a:close/>
                <a:moveTo>
                  <a:pt x="751774" y="208366"/>
                </a:moveTo>
                <a:cubicBezTo>
                  <a:pt x="768544" y="208366"/>
                  <a:pt x="782138" y="221960"/>
                  <a:pt x="782138" y="238729"/>
                </a:cubicBezTo>
                <a:cubicBezTo>
                  <a:pt x="782138" y="255499"/>
                  <a:pt x="768544" y="269093"/>
                  <a:pt x="751774" y="269093"/>
                </a:cubicBezTo>
                <a:cubicBezTo>
                  <a:pt x="735005" y="269093"/>
                  <a:pt x="721411" y="255499"/>
                  <a:pt x="721411" y="238729"/>
                </a:cubicBezTo>
                <a:cubicBezTo>
                  <a:pt x="721411" y="221960"/>
                  <a:pt x="735005" y="208366"/>
                  <a:pt x="751774" y="208366"/>
                </a:cubicBezTo>
                <a:close/>
                <a:moveTo>
                  <a:pt x="679220" y="208366"/>
                </a:moveTo>
                <a:cubicBezTo>
                  <a:pt x="695989" y="208366"/>
                  <a:pt x="709583" y="221960"/>
                  <a:pt x="709583" y="238729"/>
                </a:cubicBezTo>
                <a:cubicBezTo>
                  <a:pt x="709583" y="255499"/>
                  <a:pt x="695989" y="269093"/>
                  <a:pt x="679220" y="269093"/>
                </a:cubicBezTo>
                <a:cubicBezTo>
                  <a:pt x="662450" y="269093"/>
                  <a:pt x="648856" y="255499"/>
                  <a:pt x="648856" y="238729"/>
                </a:cubicBezTo>
                <a:cubicBezTo>
                  <a:pt x="648856" y="221960"/>
                  <a:pt x="662450" y="208366"/>
                  <a:pt x="679220" y="208366"/>
                </a:cubicBezTo>
                <a:close/>
                <a:moveTo>
                  <a:pt x="606665" y="208366"/>
                </a:moveTo>
                <a:cubicBezTo>
                  <a:pt x="623435" y="208366"/>
                  <a:pt x="637029" y="221960"/>
                  <a:pt x="637029" y="238729"/>
                </a:cubicBezTo>
                <a:cubicBezTo>
                  <a:pt x="637029" y="255499"/>
                  <a:pt x="623435" y="269093"/>
                  <a:pt x="606665" y="269093"/>
                </a:cubicBezTo>
                <a:cubicBezTo>
                  <a:pt x="589896" y="269093"/>
                  <a:pt x="576302" y="255499"/>
                  <a:pt x="576302" y="238729"/>
                </a:cubicBezTo>
                <a:cubicBezTo>
                  <a:pt x="576302" y="221960"/>
                  <a:pt x="589896" y="208366"/>
                  <a:pt x="606665" y="208366"/>
                </a:cubicBezTo>
                <a:close/>
                <a:moveTo>
                  <a:pt x="534111" y="208366"/>
                </a:moveTo>
                <a:cubicBezTo>
                  <a:pt x="550880" y="208366"/>
                  <a:pt x="564474" y="221960"/>
                  <a:pt x="564474" y="238729"/>
                </a:cubicBezTo>
                <a:cubicBezTo>
                  <a:pt x="564474" y="255499"/>
                  <a:pt x="550880" y="269093"/>
                  <a:pt x="534111" y="269093"/>
                </a:cubicBezTo>
                <a:cubicBezTo>
                  <a:pt x="517341" y="269093"/>
                  <a:pt x="503747" y="255499"/>
                  <a:pt x="503747" y="238729"/>
                </a:cubicBezTo>
                <a:cubicBezTo>
                  <a:pt x="503747" y="221960"/>
                  <a:pt x="517341" y="208366"/>
                  <a:pt x="534111" y="208366"/>
                </a:cubicBezTo>
                <a:close/>
                <a:moveTo>
                  <a:pt x="461556" y="208366"/>
                </a:moveTo>
                <a:cubicBezTo>
                  <a:pt x="478326" y="208366"/>
                  <a:pt x="491920" y="221960"/>
                  <a:pt x="491920" y="238729"/>
                </a:cubicBezTo>
                <a:cubicBezTo>
                  <a:pt x="491920" y="255499"/>
                  <a:pt x="478326" y="269093"/>
                  <a:pt x="461556" y="269093"/>
                </a:cubicBezTo>
                <a:cubicBezTo>
                  <a:pt x="444787" y="269093"/>
                  <a:pt x="431192" y="255499"/>
                  <a:pt x="431192" y="238729"/>
                </a:cubicBezTo>
                <a:cubicBezTo>
                  <a:pt x="431192" y="221960"/>
                  <a:pt x="444787" y="208366"/>
                  <a:pt x="461556" y="208366"/>
                </a:cubicBezTo>
                <a:close/>
                <a:moveTo>
                  <a:pt x="389002" y="208366"/>
                </a:moveTo>
                <a:cubicBezTo>
                  <a:pt x="405771" y="208366"/>
                  <a:pt x="419365" y="221960"/>
                  <a:pt x="419365" y="238729"/>
                </a:cubicBezTo>
                <a:cubicBezTo>
                  <a:pt x="419365" y="255499"/>
                  <a:pt x="405771" y="269093"/>
                  <a:pt x="389002" y="269093"/>
                </a:cubicBezTo>
                <a:cubicBezTo>
                  <a:pt x="372232" y="269093"/>
                  <a:pt x="358638" y="255499"/>
                  <a:pt x="358638" y="238729"/>
                </a:cubicBezTo>
                <a:cubicBezTo>
                  <a:pt x="358638" y="221960"/>
                  <a:pt x="372232" y="208366"/>
                  <a:pt x="389002" y="208366"/>
                </a:cubicBezTo>
                <a:close/>
                <a:moveTo>
                  <a:pt x="316447" y="208366"/>
                </a:moveTo>
                <a:cubicBezTo>
                  <a:pt x="333216" y="208366"/>
                  <a:pt x="346810" y="221960"/>
                  <a:pt x="346810" y="238729"/>
                </a:cubicBezTo>
                <a:cubicBezTo>
                  <a:pt x="346810" y="255499"/>
                  <a:pt x="333216" y="269093"/>
                  <a:pt x="316447" y="269093"/>
                </a:cubicBezTo>
                <a:cubicBezTo>
                  <a:pt x="299677" y="269093"/>
                  <a:pt x="286084" y="255499"/>
                  <a:pt x="286084" y="238729"/>
                </a:cubicBezTo>
                <a:cubicBezTo>
                  <a:pt x="286084" y="221960"/>
                  <a:pt x="299677" y="208366"/>
                  <a:pt x="316447" y="208366"/>
                </a:cubicBezTo>
                <a:close/>
                <a:moveTo>
                  <a:pt x="243892" y="208366"/>
                </a:moveTo>
                <a:cubicBezTo>
                  <a:pt x="260662" y="208366"/>
                  <a:pt x="274256" y="221960"/>
                  <a:pt x="274256" y="238729"/>
                </a:cubicBezTo>
                <a:cubicBezTo>
                  <a:pt x="274256" y="255499"/>
                  <a:pt x="260662" y="269093"/>
                  <a:pt x="243892" y="269093"/>
                </a:cubicBezTo>
                <a:cubicBezTo>
                  <a:pt x="227123" y="269093"/>
                  <a:pt x="213529" y="255499"/>
                  <a:pt x="213529" y="238729"/>
                </a:cubicBezTo>
                <a:cubicBezTo>
                  <a:pt x="213529" y="221960"/>
                  <a:pt x="227123" y="208366"/>
                  <a:pt x="243892" y="208366"/>
                </a:cubicBezTo>
                <a:close/>
                <a:moveTo>
                  <a:pt x="171339" y="208366"/>
                </a:moveTo>
                <a:cubicBezTo>
                  <a:pt x="188107" y="208366"/>
                  <a:pt x="201701" y="221960"/>
                  <a:pt x="201701" y="238729"/>
                </a:cubicBezTo>
                <a:cubicBezTo>
                  <a:pt x="201701" y="255499"/>
                  <a:pt x="188107" y="269093"/>
                  <a:pt x="171339" y="269093"/>
                </a:cubicBezTo>
                <a:cubicBezTo>
                  <a:pt x="154697" y="269093"/>
                  <a:pt x="141102" y="255499"/>
                  <a:pt x="141102" y="238729"/>
                </a:cubicBezTo>
                <a:cubicBezTo>
                  <a:pt x="141102" y="221960"/>
                  <a:pt x="154697" y="208366"/>
                  <a:pt x="171339" y="208366"/>
                </a:cubicBezTo>
                <a:close/>
                <a:moveTo>
                  <a:pt x="98929" y="208366"/>
                </a:moveTo>
                <a:cubicBezTo>
                  <a:pt x="115688" y="208366"/>
                  <a:pt x="129282" y="221960"/>
                  <a:pt x="129282" y="238729"/>
                </a:cubicBezTo>
                <a:cubicBezTo>
                  <a:pt x="129282" y="255499"/>
                  <a:pt x="115688" y="269093"/>
                  <a:pt x="98929" y="269093"/>
                </a:cubicBezTo>
                <a:cubicBezTo>
                  <a:pt x="82155" y="269093"/>
                  <a:pt x="68561" y="255499"/>
                  <a:pt x="68561" y="238729"/>
                </a:cubicBezTo>
                <a:cubicBezTo>
                  <a:pt x="68561" y="221960"/>
                  <a:pt x="82155" y="208366"/>
                  <a:pt x="98929" y="208366"/>
                </a:cubicBezTo>
                <a:close/>
                <a:moveTo>
                  <a:pt x="26375" y="208366"/>
                </a:moveTo>
                <a:cubicBezTo>
                  <a:pt x="43137" y="208366"/>
                  <a:pt x="56732" y="221960"/>
                  <a:pt x="56732" y="238729"/>
                </a:cubicBezTo>
                <a:cubicBezTo>
                  <a:pt x="56732" y="255499"/>
                  <a:pt x="43137" y="269093"/>
                  <a:pt x="26375" y="269093"/>
                </a:cubicBezTo>
                <a:cubicBezTo>
                  <a:pt x="17989" y="269093"/>
                  <a:pt x="10398" y="265695"/>
                  <a:pt x="4903" y="260200"/>
                </a:cubicBezTo>
                <a:lnTo>
                  <a:pt x="0" y="248364"/>
                </a:lnTo>
                <a:lnTo>
                  <a:pt x="0" y="229094"/>
                </a:lnTo>
                <a:lnTo>
                  <a:pt x="4903" y="217259"/>
                </a:lnTo>
                <a:cubicBezTo>
                  <a:pt x="10398" y="211765"/>
                  <a:pt x="17989" y="208366"/>
                  <a:pt x="26375" y="208366"/>
                </a:cubicBezTo>
                <a:close/>
                <a:moveTo>
                  <a:pt x="1622429" y="127914"/>
                </a:moveTo>
                <a:cubicBezTo>
                  <a:pt x="1630814" y="127914"/>
                  <a:pt x="1638404" y="131313"/>
                  <a:pt x="1643899" y="136808"/>
                </a:cubicBezTo>
                <a:lnTo>
                  <a:pt x="1648931" y="148957"/>
                </a:lnTo>
                <a:lnTo>
                  <a:pt x="1651011" y="162579"/>
                </a:lnTo>
                <a:lnTo>
                  <a:pt x="1643899" y="179748"/>
                </a:lnTo>
                <a:cubicBezTo>
                  <a:pt x="1638404" y="185243"/>
                  <a:pt x="1630814" y="188641"/>
                  <a:pt x="1622429" y="188641"/>
                </a:cubicBezTo>
                <a:cubicBezTo>
                  <a:pt x="1605659" y="188641"/>
                  <a:pt x="1592066" y="175047"/>
                  <a:pt x="1592066" y="158278"/>
                </a:cubicBezTo>
                <a:cubicBezTo>
                  <a:pt x="1592066" y="141508"/>
                  <a:pt x="1605659" y="127914"/>
                  <a:pt x="1622429" y="127914"/>
                </a:cubicBezTo>
                <a:close/>
                <a:moveTo>
                  <a:pt x="1549874" y="127914"/>
                </a:moveTo>
                <a:cubicBezTo>
                  <a:pt x="1566644" y="127914"/>
                  <a:pt x="1580238" y="141508"/>
                  <a:pt x="1580238" y="158278"/>
                </a:cubicBezTo>
                <a:cubicBezTo>
                  <a:pt x="1580238" y="175047"/>
                  <a:pt x="1566644" y="188641"/>
                  <a:pt x="1549874" y="188641"/>
                </a:cubicBezTo>
                <a:cubicBezTo>
                  <a:pt x="1533105" y="188641"/>
                  <a:pt x="1519511" y="175047"/>
                  <a:pt x="1519511" y="158278"/>
                </a:cubicBezTo>
                <a:cubicBezTo>
                  <a:pt x="1519511" y="141508"/>
                  <a:pt x="1533105" y="127914"/>
                  <a:pt x="1549874" y="127914"/>
                </a:cubicBezTo>
                <a:close/>
                <a:moveTo>
                  <a:pt x="1477320" y="127914"/>
                </a:moveTo>
                <a:cubicBezTo>
                  <a:pt x="1494089" y="127914"/>
                  <a:pt x="1507683" y="141508"/>
                  <a:pt x="1507683" y="158278"/>
                </a:cubicBezTo>
                <a:cubicBezTo>
                  <a:pt x="1507683" y="175047"/>
                  <a:pt x="1494089" y="188641"/>
                  <a:pt x="1477320" y="188641"/>
                </a:cubicBezTo>
                <a:cubicBezTo>
                  <a:pt x="1460550" y="188641"/>
                  <a:pt x="1446956" y="175047"/>
                  <a:pt x="1446956" y="158278"/>
                </a:cubicBezTo>
                <a:cubicBezTo>
                  <a:pt x="1446956" y="141508"/>
                  <a:pt x="1460550" y="127914"/>
                  <a:pt x="1477320" y="127914"/>
                </a:cubicBezTo>
                <a:close/>
                <a:moveTo>
                  <a:pt x="1404765" y="127914"/>
                </a:moveTo>
                <a:cubicBezTo>
                  <a:pt x="1421535" y="127914"/>
                  <a:pt x="1435129" y="141508"/>
                  <a:pt x="1435129" y="158278"/>
                </a:cubicBezTo>
                <a:cubicBezTo>
                  <a:pt x="1435129" y="175047"/>
                  <a:pt x="1421535" y="188641"/>
                  <a:pt x="1404765" y="188641"/>
                </a:cubicBezTo>
                <a:cubicBezTo>
                  <a:pt x="1387996" y="188641"/>
                  <a:pt x="1374402" y="175047"/>
                  <a:pt x="1374402" y="158278"/>
                </a:cubicBezTo>
                <a:cubicBezTo>
                  <a:pt x="1374402" y="141508"/>
                  <a:pt x="1387996" y="127914"/>
                  <a:pt x="1404765" y="127914"/>
                </a:cubicBezTo>
                <a:close/>
                <a:moveTo>
                  <a:pt x="1332211" y="127914"/>
                </a:moveTo>
                <a:cubicBezTo>
                  <a:pt x="1348980" y="127914"/>
                  <a:pt x="1362574" y="141508"/>
                  <a:pt x="1362574" y="158278"/>
                </a:cubicBezTo>
                <a:cubicBezTo>
                  <a:pt x="1362574" y="175047"/>
                  <a:pt x="1348980" y="188641"/>
                  <a:pt x="1332211" y="188641"/>
                </a:cubicBezTo>
                <a:cubicBezTo>
                  <a:pt x="1315441" y="188641"/>
                  <a:pt x="1301847" y="175047"/>
                  <a:pt x="1301847" y="158278"/>
                </a:cubicBezTo>
                <a:cubicBezTo>
                  <a:pt x="1301847" y="141508"/>
                  <a:pt x="1315441" y="127914"/>
                  <a:pt x="1332211" y="127914"/>
                </a:cubicBezTo>
                <a:close/>
                <a:moveTo>
                  <a:pt x="1259656" y="127914"/>
                </a:moveTo>
                <a:cubicBezTo>
                  <a:pt x="1276426" y="127914"/>
                  <a:pt x="1290020" y="141508"/>
                  <a:pt x="1290020" y="158278"/>
                </a:cubicBezTo>
                <a:cubicBezTo>
                  <a:pt x="1290020" y="175047"/>
                  <a:pt x="1276426" y="188641"/>
                  <a:pt x="1259656" y="188641"/>
                </a:cubicBezTo>
                <a:cubicBezTo>
                  <a:pt x="1242887" y="188641"/>
                  <a:pt x="1229293" y="175047"/>
                  <a:pt x="1229293" y="158278"/>
                </a:cubicBezTo>
                <a:cubicBezTo>
                  <a:pt x="1229293" y="141508"/>
                  <a:pt x="1242887" y="127914"/>
                  <a:pt x="1259656" y="127914"/>
                </a:cubicBezTo>
                <a:close/>
                <a:moveTo>
                  <a:pt x="1187102" y="127914"/>
                </a:moveTo>
                <a:cubicBezTo>
                  <a:pt x="1203871" y="127914"/>
                  <a:pt x="1217465" y="141508"/>
                  <a:pt x="1217465" y="158278"/>
                </a:cubicBezTo>
                <a:cubicBezTo>
                  <a:pt x="1217465" y="175047"/>
                  <a:pt x="1203871" y="188641"/>
                  <a:pt x="1187102" y="188641"/>
                </a:cubicBezTo>
                <a:cubicBezTo>
                  <a:pt x="1170332" y="188641"/>
                  <a:pt x="1156738" y="175047"/>
                  <a:pt x="1156738" y="158278"/>
                </a:cubicBezTo>
                <a:cubicBezTo>
                  <a:pt x="1156738" y="141508"/>
                  <a:pt x="1170332" y="127914"/>
                  <a:pt x="1187102" y="127914"/>
                </a:cubicBezTo>
                <a:close/>
                <a:moveTo>
                  <a:pt x="1114547" y="127914"/>
                </a:moveTo>
                <a:cubicBezTo>
                  <a:pt x="1131317" y="127914"/>
                  <a:pt x="1144911" y="141508"/>
                  <a:pt x="1144911" y="158278"/>
                </a:cubicBezTo>
                <a:cubicBezTo>
                  <a:pt x="1144911" y="175047"/>
                  <a:pt x="1131317" y="188641"/>
                  <a:pt x="1114547" y="188641"/>
                </a:cubicBezTo>
                <a:cubicBezTo>
                  <a:pt x="1097778" y="188641"/>
                  <a:pt x="1084184" y="175047"/>
                  <a:pt x="1084184" y="158278"/>
                </a:cubicBezTo>
                <a:cubicBezTo>
                  <a:pt x="1084184" y="141508"/>
                  <a:pt x="1097778" y="127914"/>
                  <a:pt x="1114547" y="127914"/>
                </a:cubicBezTo>
                <a:close/>
                <a:moveTo>
                  <a:pt x="1041993" y="127914"/>
                </a:moveTo>
                <a:cubicBezTo>
                  <a:pt x="1058762" y="127914"/>
                  <a:pt x="1072356" y="141508"/>
                  <a:pt x="1072356" y="158278"/>
                </a:cubicBezTo>
                <a:cubicBezTo>
                  <a:pt x="1072356" y="175047"/>
                  <a:pt x="1058762" y="188641"/>
                  <a:pt x="1041993" y="188641"/>
                </a:cubicBezTo>
                <a:cubicBezTo>
                  <a:pt x="1025223" y="188641"/>
                  <a:pt x="1011629" y="175047"/>
                  <a:pt x="1011629" y="158278"/>
                </a:cubicBezTo>
                <a:cubicBezTo>
                  <a:pt x="1011629" y="141508"/>
                  <a:pt x="1025223" y="127914"/>
                  <a:pt x="1041993" y="127914"/>
                </a:cubicBezTo>
                <a:close/>
                <a:moveTo>
                  <a:pt x="969438" y="127914"/>
                </a:moveTo>
                <a:cubicBezTo>
                  <a:pt x="986208" y="127914"/>
                  <a:pt x="999801" y="141508"/>
                  <a:pt x="999801" y="158278"/>
                </a:cubicBezTo>
                <a:cubicBezTo>
                  <a:pt x="999801" y="175047"/>
                  <a:pt x="986208" y="188641"/>
                  <a:pt x="969438" y="188641"/>
                </a:cubicBezTo>
                <a:cubicBezTo>
                  <a:pt x="952669" y="188641"/>
                  <a:pt x="939075" y="175047"/>
                  <a:pt x="939075" y="158278"/>
                </a:cubicBezTo>
                <a:cubicBezTo>
                  <a:pt x="939075" y="141508"/>
                  <a:pt x="952669" y="127914"/>
                  <a:pt x="969438" y="127914"/>
                </a:cubicBezTo>
                <a:close/>
                <a:moveTo>
                  <a:pt x="896883" y="127914"/>
                </a:moveTo>
                <a:cubicBezTo>
                  <a:pt x="913653" y="127914"/>
                  <a:pt x="927247" y="141508"/>
                  <a:pt x="927247" y="158278"/>
                </a:cubicBezTo>
                <a:cubicBezTo>
                  <a:pt x="927247" y="175047"/>
                  <a:pt x="913653" y="188641"/>
                  <a:pt x="896883" y="188641"/>
                </a:cubicBezTo>
                <a:cubicBezTo>
                  <a:pt x="880114" y="188641"/>
                  <a:pt x="866520" y="175047"/>
                  <a:pt x="866520" y="158278"/>
                </a:cubicBezTo>
                <a:cubicBezTo>
                  <a:pt x="866520" y="141508"/>
                  <a:pt x="880114" y="127914"/>
                  <a:pt x="896883" y="127914"/>
                </a:cubicBezTo>
                <a:close/>
                <a:moveTo>
                  <a:pt x="824329" y="127914"/>
                </a:moveTo>
                <a:cubicBezTo>
                  <a:pt x="841098" y="127914"/>
                  <a:pt x="854692" y="141508"/>
                  <a:pt x="854692" y="158278"/>
                </a:cubicBezTo>
                <a:cubicBezTo>
                  <a:pt x="854692" y="175047"/>
                  <a:pt x="841098" y="188641"/>
                  <a:pt x="824329" y="188641"/>
                </a:cubicBezTo>
                <a:cubicBezTo>
                  <a:pt x="807559" y="188641"/>
                  <a:pt x="793965" y="175047"/>
                  <a:pt x="793965" y="158278"/>
                </a:cubicBezTo>
                <a:cubicBezTo>
                  <a:pt x="793965" y="141508"/>
                  <a:pt x="807559" y="127914"/>
                  <a:pt x="824329" y="127914"/>
                </a:cubicBezTo>
                <a:close/>
                <a:moveTo>
                  <a:pt x="751774" y="127914"/>
                </a:moveTo>
                <a:cubicBezTo>
                  <a:pt x="768544" y="127914"/>
                  <a:pt x="782138" y="141508"/>
                  <a:pt x="782138" y="158278"/>
                </a:cubicBezTo>
                <a:cubicBezTo>
                  <a:pt x="782138" y="175047"/>
                  <a:pt x="768544" y="188641"/>
                  <a:pt x="751774" y="188641"/>
                </a:cubicBezTo>
                <a:cubicBezTo>
                  <a:pt x="735005" y="188641"/>
                  <a:pt x="721411" y="175047"/>
                  <a:pt x="721411" y="158278"/>
                </a:cubicBezTo>
                <a:cubicBezTo>
                  <a:pt x="721411" y="141508"/>
                  <a:pt x="735005" y="127914"/>
                  <a:pt x="751774" y="127914"/>
                </a:cubicBezTo>
                <a:close/>
                <a:moveTo>
                  <a:pt x="679220" y="127914"/>
                </a:moveTo>
                <a:cubicBezTo>
                  <a:pt x="695989" y="127914"/>
                  <a:pt x="709583" y="141508"/>
                  <a:pt x="709583" y="158278"/>
                </a:cubicBezTo>
                <a:cubicBezTo>
                  <a:pt x="709583" y="175047"/>
                  <a:pt x="695989" y="188641"/>
                  <a:pt x="679220" y="188641"/>
                </a:cubicBezTo>
                <a:cubicBezTo>
                  <a:pt x="662450" y="188641"/>
                  <a:pt x="648856" y="175047"/>
                  <a:pt x="648856" y="158278"/>
                </a:cubicBezTo>
                <a:cubicBezTo>
                  <a:pt x="648856" y="141508"/>
                  <a:pt x="662450" y="127914"/>
                  <a:pt x="679220" y="127914"/>
                </a:cubicBezTo>
                <a:close/>
                <a:moveTo>
                  <a:pt x="606665" y="127914"/>
                </a:moveTo>
                <a:cubicBezTo>
                  <a:pt x="623435" y="127914"/>
                  <a:pt x="637029" y="141508"/>
                  <a:pt x="637029" y="158278"/>
                </a:cubicBezTo>
                <a:cubicBezTo>
                  <a:pt x="637029" y="175047"/>
                  <a:pt x="623435" y="188641"/>
                  <a:pt x="606665" y="188641"/>
                </a:cubicBezTo>
                <a:cubicBezTo>
                  <a:pt x="589896" y="188641"/>
                  <a:pt x="576302" y="175047"/>
                  <a:pt x="576302" y="158278"/>
                </a:cubicBezTo>
                <a:cubicBezTo>
                  <a:pt x="576302" y="141508"/>
                  <a:pt x="589896" y="127914"/>
                  <a:pt x="606665" y="127914"/>
                </a:cubicBezTo>
                <a:close/>
                <a:moveTo>
                  <a:pt x="534111" y="127914"/>
                </a:moveTo>
                <a:cubicBezTo>
                  <a:pt x="550880" y="127914"/>
                  <a:pt x="564474" y="141508"/>
                  <a:pt x="564474" y="158278"/>
                </a:cubicBezTo>
                <a:cubicBezTo>
                  <a:pt x="564474" y="175047"/>
                  <a:pt x="550880" y="188641"/>
                  <a:pt x="534111" y="188641"/>
                </a:cubicBezTo>
                <a:cubicBezTo>
                  <a:pt x="517341" y="188641"/>
                  <a:pt x="503747" y="175047"/>
                  <a:pt x="503747" y="158278"/>
                </a:cubicBezTo>
                <a:cubicBezTo>
                  <a:pt x="503747" y="141508"/>
                  <a:pt x="517341" y="127914"/>
                  <a:pt x="534111" y="127914"/>
                </a:cubicBezTo>
                <a:close/>
                <a:moveTo>
                  <a:pt x="461556" y="127914"/>
                </a:moveTo>
                <a:cubicBezTo>
                  <a:pt x="478326" y="127914"/>
                  <a:pt x="491920" y="141508"/>
                  <a:pt x="491920" y="158278"/>
                </a:cubicBezTo>
                <a:cubicBezTo>
                  <a:pt x="491920" y="175047"/>
                  <a:pt x="478326" y="188641"/>
                  <a:pt x="461556" y="188641"/>
                </a:cubicBezTo>
                <a:cubicBezTo>
                  <a:pt x="444787" y="188641"/>
                  <a:pt x="431192" y="175047"/>
                  <a:pt x="431192" y="158278"/>
                </a:cubicBezTo>
                <a:cubicBezTo>
                  <a:pt x="431192" y="141508"/>
                  <a:pt x="444787" y="127914"/>
                  <a:pt x="461556" y="127914"/>
                </a:cubicBezTo>
                <a:close/>
                <a:moveTo>
                  <a:pt x="389002" y="127914"/>
                </a:moveTo>
                <a:cubicBezTo>
                  <a:pt x="405771" y="127914"/>
                  <a:pt x="419365" y="141508"/>
                  <a:pt x="419365" y="158278"/>
                </a:cubicBezTo>
                <a:cubicBezTo>
                  <a:pt x="419365" y="175047"/>
                  <a:pt x="405771" y="188641"/>
                  <a:pt x="389002" y="188641"/>
                </a:cubicBezTo>
                <a:cubicBezTo>
                  <a:pt x="372232" y="188641"/>
                  <a:pt x="358638" y="175047"/>
                  <a:pt x="358638" y="158278"/>
                </a:cubicBezTo>
                <a:cubicBezTo>
                  <a:pt x="358638" y="141508"/>
                  <a:pt x="372232" y="127914"/>
                  <a:pt x="389002" y="127914"/>
                </a:cubicBezTo>
                <a:close/>
                <a:moveTo>
                  <a:pt x="316447" y="127914"/>
                </a:moveTo>
                <a:cubicBezTo>
                  <a:pt x="333216" y="127914"/>
                  <a:pt x="346810" y="141508"/>
                  <a:pt x="346810" y="158278"/>
                </a:cubicBezTo>
                <a:cubicBezTo>
                  <a:pt x="346810" y="175047"/>
                  <a:pt x="333216" y="188641"/>
                  <a:pt x="316447" y="188641"/>
                </a:cubicBezTo>
                <a:cubicBezTo>
                  <a:pt x="299677" y="188641"/>
                  <a:pt x="286084" y="175047"/>
                  <a:pt x="286084" y="158278"/>
                </a:cubicBezTo>
                <a:cubicBezTo>
                  <a:pt x="286084" y="141508"/>
                  <a:pt x="299677" y="127914"/>
                  <a:pt x="316447" y="127914"/>
                </a:cubicBezTo>
                <a:close/>
                <a:moveTo>
                  <a:pt x="243892" y="127914"/>
                </a:moveTo>
                <a:cubicBezTo>
                  <a:pt x="260662" y="127914"/>
                  <a:pt x="274256" y="141508"/>
                  <a:pt x="274256" y="158278"/>
                </a:cubicBezTo>
                <a:cubicBezTo>
                  <a:pt x="274256" y="175047"/>
                  <a:pt x="260662" y="188641"/>
                  <a:pt x="243892" y="188641"/>
                </a:cubicBezTo>
                <a:cubicBezTo>
                  <a:pt x="227123" y="188641"/>
                  <a:pt x="213529" y="175047"/>
                  <a:pt x="213529" y="158278"/>
                </a:cubicBezTo>
                <a:cubicBezTo>
                  <a:pt x="213529" y="141508"/>
                  <a:pt x="227123" y="127914"/>
                  <a:pt x="243892" y="127914"/>
                </a:cubicBezTo>
                <a:close/>
                <a:moveTo>
                  <a:pt x="171339" y="127914"/>
                </a:moveTo>
                <a:cubicBezTo>
                  <a:pt x="188107" y="127914"/>
                  <a:pt x="201701" y="141508"/>
                  <a:pt x="201701" y="158278"/>
                </a:cubicBezTo>
                <a:cubicBezTo>
                  <a:pt x="201701" y="175047"/>
                  <a:pt x="188107" y="188641"/>
                  <a:pt x="171339" y="188641"/>
                </a:cubicBezTo>
                <a:cubicBezTo>
                  <a:pt x="154702" y="188641"/>
                  <a:pt x="141108" y="175047"/>
                  <a:pt x="141108" y="158278"/>
                </a:cubicBezTo>
                <a:cubicBezTo>
                  <a:pt x="141108" y="141508"/>
                  <a:pt x="154702" y="127914"/>
                  <a:pt x="171339" y="127914"/>
                </a:cubicBezTo>
                <a:close/>
                <a:moveTo>
                  <a:pt x="98936" y="127914"/>
                </a:moveTo>
                <a:cubicBezTo>
                  <a:pt x="115695" y="127914"/>
                  <a:pt x="129288" y="141508"/>
                  <a:pt x="129288" y="158278"/>
                </a:cubicBezTo>
                <a:cubicBezTo>
                  <a:pt x="129288" y="175047"/>
                  <a:pt x="115695" y="188641"/>
                  <a:pt x="98936" y="188641"/>
                </a:cubicBezTo>
                <a:cubicBezTo>
                  <a:pt x="82162" y="188641"/>
                  <a:pt x="68567" y="175047"/>
                  <a:pt x="68567" y="158278"/>
                </a:cubicBezTo>
                <a:cubicBezTo>
                  <a:pt x="68567" y="141508"/>
                  <a:pt x="82162" y="127914"/>
                  <a:pt x="98936" y="127914"/>
                </a:cubicBezTo>
                <a:close/>
                <a:moveTo>
                  <a:pt x="26381" y="127914"/>
                </a:moveTo>
                <a:cubicBezTo>
                  <a:pt x="43143" y="127914"/>
                  <a:pt x="56738" y="141508"/>
                  <a:pt x="56738" y="158278"/>
                </a:cubicBezTo>
                <a:cubicBezTo>
                  <a:pt x="56738" y="175047"/>
                  <a:pt x="43143" y="188641"/>
                  <a:pt x="26381" y="188641"/>
                </a:cubicBezTo>
                <a:cubicBezTo>
                  <a:pt x="17995" y="188641"/>
                  <a:pt x="10404" y="185243"/>
                  <a:pt x="4909" y="179748"/>
                </a:cubicBezTo>
                <a:lnTo>
                  <a:pt x="0" y="167898"/>
                </a:lnTo>
                <a:lnTo>
                  <a:pt x="0" y="148658"/>
                </a:lnTo>
                <a:lnTo>
                  <a:pt x="4909" y="136807"/>
                </a:lnTo>
                <a:cubicBezTo>
                  <a:pt x="10404" y="131313"/>
                  <a:pt x="17995" y="127914"/>
                  <a:pt x="26381" y="127914"/>
                </a:cubicBezTo>
                <a:close/>
                <a:moveTo>
                  <a:pt x="1622429" y="47462"/>
                </a:moveTo>
                <a:lnTo>
                  <a:pt x="1625821" y="48147"/>
                </a:lnTo>
                <a:lnTo>
                  <a:pt x="1639701" y="102127"/>
                </a:lnTo>
                <a:lnTo>
                  <a:pt x="1634248" y="105804"/>
                </a:lnTo>
                <a:cubicBezTo>
                  <a:pt x="1630615" y="107340"/>
                  <a:pt x="1626621" y="108189"/>
                  <a:pt x="1622429" y="108189"/>
                </a:cubicBezTo>
                <a:cubicBezTo>
                  <a:pt x="1605659" y="108189"/>
                  <a:pt x="1592066" y="94595"/>
                  <a:pt x="1592066" y="77826"/>
                </a:cubicBezTo>
                <a:cubicBezTo>
                  <a:pt x="1592066" y="61056"/>
                  <a:pt x="1605659" y="47462"/>
                  <a:pt x="1622429" y="47462"/>
                </a:cubicBezTo>
                <a:close/>
                <a:moveTo>
                  <a:pt x="1549874" y="47462"/>
                </a:moveTo>
                <a:cubicBezTo>
                  <a:pt x="1566644" y="47462"/>
                  <a:pt x="1580238" y="61056"/>
                  <a:pt x="1580238" y="77826"/>
                </a:cubicBezTo>
                <a:cubicBezTo>
                  <a:pt x="1580238" y="94595"/>
                  <a:pt x="1566644" y="108189"/>
                  <a:pt x="1549874" y="108189"/>
                </a:cubicBezTo>
                <a:cubicBezTo>
                  <a:pt x="1533105" y="108189"/>
                  <a:pt x="1519511" y="94595"/>
                  <a:pt x="1519511" y="77826"/>
                </a:cubicBezTo>
                <a:cubicBezTo>
                  <a:pt x="1519511" y="61056"/>
                  <a:pt x="1533105" y="47462"/>
                  <a:pt x="1549874" y="47462"/>
                </a:cubicBezTo>
                <a:close/>
                <a:moveTo>
                  <a:pt x="1477320" y="47462"/>
                </a:moveTo>
                <a:cubicBezTo>
                  <a:pt x="1494089" y="47462"/>
                  <a:pt x="1507683" y="61056"/>
                  <a:pt x="1507683" y="77826"/>
                </a:cubicBezTo>
                <a:cubicBezTo>
                  <a:pt x="1507683" y="94595"/>
                  <a:pt x="1494089" y="108189"/>
                  <a:pt x="1477320" y="108189"/>
                </a:cubicBezTo>
                <a:cubicBezTo>
                  <a:pt x="1460550" y="108189"/>
                  <a:pt x="1446956" y="94595"/>
                  <a:pt x="1446956" y="77826"/>
                </a:cubicBezTo>
                <a:cubicBezTo>
                  <a:pt x="1446956" y="61056"/>
                  <a:pt x="1460550" y="47462"/>
                  <a:pt x="1477320" y="47462"/>
                </a:cubicBezTo>
                <a:close/>
                <a:moveTo>
                  <a:pt x="1404765" y="47462"/>
                </a:moveTo>
                <a:cubicBezTo>
                  <a:pt x="1421535" y="47462"/>
                  <a:pt x="1435129" y="61056"/>
                  <a:pt x="1435129" y="77826"/>
                </a:cubicBezTo>
                <a:cubicBezTo>
                  <a:pt x="1435129" y="94595"/>
                  <a:pt x="1421535" y="108189"/>
                  <a:pt x="1404765" y="108189"/>
                </a:cubicBezTo>
                <a:cubicBezTo>
                  <a:pt x="1387996" y="108189"/>
                  <a:pt x="1374402" y="94595"/>
                  <a:pt x="1374402" y="77826"/>
                </a:cubicBezTo>
                <a:cubicBezTo>
                  <a:pt x="1374402" y="61056"/>
                  <a:pt x="1387996" y="47462"/>
                  <a:pt x="1404765" y="47462"/>
                </a:cubicBezTo>
                <a:close/>
                <a:moveTo>
                  <a:pt x="1332211" y="47462"/>
                </a:moveTo>
                <a:cubicBezTo>
                  <a:pt x="1348980" y="47462"/>
                  <a:pt x="1362574" y="61056"/>
                  <a:pt x="1362574" y="77826"/>
                </a:cubicBezTo>
                <a:cubicBezTo>
                  <a:pt x="1362574" y="94595"/>
                  <a:pt x="1348980" y="108189"/>
                  <a:pt x="1332211" y="108189"/>
                </a:cubicBezTo>
                <a:cubicBezTo>
                  <a:pt x="1315441" y="108189"/>
                  <a:pt x="1301847" y="94595"/>
                  <a:pt x="1301847" y="77826"/>
                </a:cubicBezTo>
                <a:cubicBezTo>
                  <a:pt x="1301847" y="61056"/>
                  <a:pt x="1315441" y="47462"/>
                  <a:pt x="1332211" y="47462"/>
                </a:cubicBezTo>
                <a:close/>
                <a:moveTo>
                  <a:pt x="1259656" y="47462"/>
                </a:moveTo>
                <a:cubicBezTo>
                  <a:pt x="1276426" y="47462"/>
                  <a:pt x="1290020" y="61056"/>
                  <a:pt x="1290020" y="77826"/>
                </a:cubicBezTo>
                <a:cubicBezTo>
                  <a:pt x="1290020" y="94595"/>
                  <a:pt x="1276426" y="108189"/>
                  <a:pt x="1259656" y="108189"/>
                </a:cubicBezTo>
                <a:cubicBezTo>
                  <a:pt x="1242887" y="108189"/>
                  <a:pt x="1229293" y="94595"/>
                  <a:pt x="1229293" y="77826"/>
                </a:cubicBezTo>
                <a:cubicBezTo>
                  <a:pt x="1229293" y="61056"/>
                  <a:pt x="1242887" y="47462"/>
                  <a:pt x="1259656" y="47462"/>
                </a:cubicBezTo>
                <a:close/>
                <a:moveTo>
                  <a:pt x="1187102" y="47462"/>
                </a:moveTo>
                <a:cubicBezTo>
                  <a:pt x="1203871" y="47462"/>
                  <a:pt x="1217465" y="61056"/>
                  <a:pt x="1217465" y="77826"/>
                </a:cubicBezTo>
                <a:cubicBezTo>
                  <a:pt x="1217465" y="94595"/>
                  <a:pt x="1203871" y="108189"/>
                  <a:pt x="1187102" y="108189"/>
                </a:cubicBezTo>
                <a:cubicBezTo>
                  <a:pt x="1170332" y="108189"/>
                  <a:pt x="1156738" y="94595"/>
                  <a:pt x="1156738" y="77826"/>
                </a:cubicBezTo>
                <a:cubicBezTo>
                  <a:pt x="1156738" y="61056"/>
                  <a:pt x="1170332" y="47462"/>
                  <a:pt x="1187102" y="47462"/>
                </a:cubicBezTo>
                <a:close/>
                <a:moveTo>
                  <a:pt x="1114547" y="47462"/>
                </a:moveTo>
                <a:cubicBezTo>
                  <a:pt x="1131317" y="47462"/>
                  <a:pt x="1144911" y="61056"/>
                  <a:pt x="1144911" y="77826"/>
                </a:cubicBezTo>
                <a:cubicBezTo>
                  <a:pt x="1144911" y="94595"/>
                  <a:pt x="1131317" y="108189"/>
                  <a:pt x="1114547" y="108189"/>
                </a:cubicBezTo>
                <a:cubicBezTo>
                  <a:pt x="1097778" y="108189"/>
                  <a:pt x="1084184" y="94595"/>
                  <a:pt x="1084184" y="77826"/>
                </a:cubicBezTo>
                <a:cubicBezTo>
                  <a:pt x="1084184" y="61056"/>
                  <a:pt x="1097778" y="47462"/>
                  <a:pt x="1114547" y="47462"/>
                </a:cubicBezTo>
                <a:close/>
                <a:moveTo>
                  <a:pt x="1041993" y="47462"/>
                </a:moveTo>
                <a:cubicBezTo>
                  <a:pt x="1058762" y="47462"/>
                  <a:pt x="1072356" y="61056"/>
                  <a:pt x="1072356" y="77826"/>
                </a:cubicBezTo>
                <a:cubicBezTo>
                  <a:pt x="1072356" y="94595"/>
                  <a:pt x="1058762" y="108189"/>
                  <a:pt x="1041993" y="108189"/>
                </a:cubicBezTo>
                <a:cubicBezTo>
                  <a:pt x="1025223" y="108189"/>
                  <a:pt x="1011629" y="94595"/>
                  <a:pt x="1011629" y="77826"/>
                </a:cubicBezTo>
                <a:cubicBezTo>
                  <a:pt x="1011629" y="61056"/>
                  <a:pt x="1025223" y="47462"/>
                  <a:pt x="1041993" y="47462"/>
                </a:cubicBezTo>
                <a:close/>
                <a:moveTo>
                  <a:pt x="969438" y="47462"/>
                </a:moveTo>
                <a:cubicBezTo>
                  <a:pt x="986208" y="47462"/>
                  <a:pt x="999801" y="61056"/>
                  <a:pt x="999801" y="77826"/>
                </a:cubicBezTo>
                <a:cubicBezTo>
                  <a:pt x="999801" y="94595"/>
                  <a:pt x="986208" y="108189"/>
                  <a:pt x="969438" y="108189"/>
                </a:cubicBezTo>
                <a:cubicBezTo>
                  <a:pt x="952669" y="108189"/>
                  <a:pt x="939075" y="94595"/>
                  <a:pt x="939075" y="77826"/>
                </a:cubicBezTo>
                <a:cubicBezTo>
                  <a:pt x="939075" y="61056"/>
                  <a:pt x="952669" y="47462"/>
                  <a:pt x="969438" y="47462"/>
                </a:cubicBezTo>
                <a:close/>
                <a:moveTo>
                  <a:pt x="896883" y="47462"/>
                </a:moveTo>
                <a:cubicBezTo>
                  <a:pt x="913653" y="47462"/>
                  <a:pt x="927247" y="61056"/>
                  <a:pt x="927247" y="77826"/>
                </a:cubicBezTo>
                <a:cubicBezTo>
                  <a:pt x="927247" y="94595"/>
                  <a:pt x="913653" y="108189"/>
                  <a:pt x="896883" y="108189"/>
                </a:cubicBezTo>
                <a:cubicBezTo>
                  <a:pt x="880114" y="108189"/>
                  <a:pt x="866520" y="94595"/>
                  <a:pt x="866520" y="77826"/>
                </a:cubicBezTo>
                <a:cubicBezTo>
                  <a:pt x="866520" y="61056"/>
                  <a:pt x="880114" y="47462"/>
                  <a:pt x="896883" y="47462"/>
                </a:cubicBezTo>
                <a:close/>
                <a:moveTo>
                  <a:pt x="824329" y="47462"/>
                </a:moveTo>
                <a:cubicBezTo>
                  <a:pt x="841098" y="47462"/>
                  <a:pt x="854692" y="61056"/>
                  <a:pt x="854692" y="77826"/>
                </a:cubicBezTo>
                <a:cubicBezTo>
                  <a:pt x="854692" y="94595"/>
                  <a:pt x="841098" y="108189"/>
                  <a:pt x="824329" y="108189"/>
                </a:cubicBezTo>
                <a:cubicBezTo>
                  <a:pt x="807559" y="108189"/>
                  <a:pt x="793965" y="94595"/>
                  <a:pt x="793965" y="77826"/>
                </a:cubicBezTo>
                <a:cubicBezTo>
                  <a:pt x="793965" y="61056"/>
                  <a:pt x="807559" y="47462"/>
                  <a:pt x="824329" y="47462"/>
                </a:cubicBezTo>
                <a:close/>
                <a:moveTo>
                  <a:pt x="751774" y="47462"/>
                </a:moveTo>
                <a:cubicBezTo>
                  <a:pt x="768544" y="47462"/>
                  <a:pt x="782138" y="61056"/>
                  <a:pt x="782138" y="77826"/>
                </a:cubicBezTo>
                <a:cubicBezTo>
                  <a:pt x="782138" y="94595"/>
                  <a:pt x="768544" y="108189"/>
                  <a:pt x="751774" y="108189"/>
                </a:cubicBezTo>
                <a:cubicBezTo>
                  <a:pt x="735005" y="108189"/>
                  <a:pt x="721411" y="94595"/>
                  <a:pt x="721411" y="77826"/>
                </a:cubicBezTo>
                <a:cubicBezTo>
                  <a:pt x="721411" y="61056"/>
                  <a:pt x="735005" y="47462"/>
                  <a:pt x="751774" y="47462"/>
                </a:cubicBezTo>
                <a:close/>
                <a:moveTo>
                  <a:pt x="679220" y="47462"/>
                </a:moveTo>
                <a:cubicBezTo>
                  <a:pt x="695989" y="47462"/>
                  <a:pt x="709583" y="61056"/>
                  <a:pt x="709583" y="77826"/>
                </a:cubicBezTo>
                <a:cubicBezTo>
                  <a:pt x="709583" y="94595"/>
                  <a:pt x="695989" y="108189"/>
                  <a:pt x="679220" y="108189"/>
                </a:cubicBezTo>
                <a:cubicBezTo>
                  <a:pt x="662450" y="108189"/>
                  <a:pt x="648856" y="94595"/>
                  <a:pt x="648856" y="77826"/>
                </a:cubicBezTo>
                <a:cubicBezTo>
                  <a:pt x="648856" y="61056"/>
                  <a:pt x="662450" y="47462"/>
                  <a:pt x="679220" y="47462"/>
                </a:cubicBezTo>
                <a:close/>
                <a:moveTo>
                  <a:pt x="606665" y="47462"/>
                </a:moveTo>
                <a:cubicBezTo>
                  <a:pt x="623435" y="47462"/>
                  <a:pt x="637029" y="61056"/>
                  <a:pt x="637029" y="77826"/>
                </a:cubicBezTo>
                <a:cubicBezTo>
                  <a:pt x="637029" y="94595"/>
                  <a:pt x="623435" y="108189"/>
                  <a:pt x="606665" y="108189"/>
                </a:cubicBezTo>
                <a:cubicBezTo>
                  <a:pt x="589896" y="108189"/>
                  <a:pt x="576302" y="94595"/>
                  <a:pt x="576302" y="77826"/>
                </a:cubicBezTo>
                <a:cubicBezTo>
                  <a:pt x="576302" y="61056"/>
                  <a:pt x="589896" y="47462"/>
                  <a:pt x="606665" y="47462"/>
                </a:cubicBezTo>
                <a:close/>
                <a:moveTo>
                  <a:pt x="534111" y="47462"/>
                </a:moveTo>
                <a:cubicBezTo>
                  <a:pt x="550880" y="47462"/>
                  <a:pt x="564474" y="61056"/>
                  <a:pt x="564474" y="77826"/>
                </a:cubicBezTo>
                <a:cubicBezTo>
                  <a:pt x="564474" y="94595"/>
                  <a:pt x="550880" y="108189"/>
                  <a:pt x="534111" y="108189"/>
                </a:cubicBezTo>
                <a:cubicBezTo>
                  <a:pt x="517341" y="108189"/>
                  <a:pt x="503747" y="94595"/>
                  <a:pt x="503747" y="77826"/>
                </a:cubicBezTo>
                <a:cubicBezTo>
                  <a:pt x="503747" y="61056"/>
                  <a:pt x="517341" y="47462"/>
                  <a:pt x="534111" y="47462"/>
                </a:cubicBezTo>
                <a:close/>
                <a:moveTo>
                  <a:pt x="461556" y="47462"/>
                </a:moveTo>
                <a:cubicBezTo>
                  <a:pt x="478326" y="47462"/>
                  <a:pt x="491920" y="61056"/>
                  <a:pt x="491920" y="77826"/>
                </a:cubicBezTo>
                <a:cubicBezTo>
                  <a:pt x="491920" y="94595"/>
                  <a:pt x="478326" y="108189"/>
                  <a:pt x="461556" y="108189"/>
                </a:cubicBezTo>
                <a:cubicBezTo>
                  <a:pt x="444787" y="108189"/>
                  <a:pt x="431192" y="94595"/>
                  <a:pt x="431192" y="77826"/>
                </a:cubicBezTo>
                <a:cubicBezTo>
                  <a:pt x="431192" y="61056"/>
                  <a:pt x="444787" y="47462"/>
                  <a:pt x="461556" y="47462"/>
                </a:cubicBezTo>
                <a:close/>
                <a:moveTo>
                  <a:pt x="389002" y="47462"/>
                </a:moveTo>
                <a:cubicBezTo>
                  <a:pt x="405771" y="47462"/>
                  <a:pt x="419365" y="61056"/>
                  <a:pt x="419365" y="77826"/>
                </a:cubicBezTo>
                <a:cubicBezTo>
                  <a:pt x="419365" y="94595"/>
                  <a:pt x="405771" y="108189"/>
                  <a:pt x="389002" y="108189"/>
                </a:cubicBezTo>
                <a:cubicBezTo>
                  <a:pt x="372232" y="108189"/>
                  <a:pt x="358638" y="94595"/>
                  <a:pt x="358638" y="77826"/>
                </a:cubicBezTo>
                <a:cubicBezTo>
                  <a:pt x="358638" y="61056"/>
                  <a:pt x="372232" y="47462"/>
                  <a:pt x="389002" y="47462"/>
                </a:cubicBezTo>
                <a:close/>
                <a:moveTo>
                  <a:pt x="316447" y="47462"/>
                </a:moveTo>
                <a:cubicBezTo>
                  <a:pt x="333216" y="47462"/>
                  <a:pt x="346810" y="61056"/>
                  <a:pt x="346810" y="77826"/>
                </a:cubicBezTo>
                <a:cubicBezTo>
                  <a:pt x="346810" y="94595"/>
                  <a:pt x="333216" y="108189"/>
                  <a:pt x="316447" y="108189"/>
                </a:cubicBezTo>
                <a:cubicBezTo>
                  <a:pt x="299677" y="108189"/>
                  <a:pt x="286084" y="94595"/>
                  <a:pt x="286084" y="77826"/>
                </a:cubicBezTo>
                <a:cubicBezTo>
                  <a:pt x="286084" y="61056"/>
                  <a:pt x="299677" y="47462"/>
                  <a:pt x="316447" y="47462"/>
                </a:cubicBezTo>
                <a:close/>
                <a:moveTo>
                  <a:pt x="243892" y="47462"/>
                </a:moveTo>
                <a:cubicBezTo>
                  <a:pt x="260662" y="47462"/>
                  <a:pt x="274256" y="61056"/>
                  <a:pt x="274256" y="77826"/>
                </a:cubicBezTo>
                <a:cubicBezTo>
                  <a:pt x="274256" y="94595"/>
                  <a:pt x="260662" y="108189"/>
                  <a:pt x="243892" y="108189"/>
                </a:cubicBezTo>
                <a:cubicBezTo>
                  <a:pt x="227123" y="108189"/>
                  <a:pt x="213529" y="94595"/>
                  <a:pt x="213529" y="77826"/>
                </a:cubicBezTo>
                <a:cubicBezTo>
                  <a:pt x="213529" y="61056"/>
                  <a:pt x="227123" y="47462"/>
                  <a:pt x="243892" y="47462"/>
                </a:cubicBezTo>
                <a:close/>
                <a:moveTo>
                  <a:pt x="171339" y="47462"/>
                </a:moveTo>
                <a:cubicBezTo>
                  <a:pt x="188107" y="47462"/>
                  <a:pt x="201701" y="61056"/>
                  <a:pt x="201701" y="77826"/>
                </a:cubicBezTo>
                <a:cubicBezTo>
                  <a:pt x="201701" y="94595"/>
                  <a:pt x="188107" y="108189"/>
                  <a:pt x="171339" y="108189"/>
                </a:cubicBezTo>
                <a:cubicBezTo>
                  <a:pt x="154708" y="108189"/>
                  <a:pt x="141113" y="94595"/>
                  <a:pt x="141113" y="77826"/>
                </a:cubicBezTo>
                <a:cubicBezTo>
                  <a:pt x="141113" y="61056"/>
                  <a:pt x="154708" y="47462"/>
                  <a:pt x="171339" y="47462"/>
                </a:cubicBezTo>
                <a:close/>
                <a:moveTo>
                  <a:pt x="98942" y="47462"/>
                </a:moveTo>
                <a:cubicBezTo>
                  <a:pt x="115700" y="47462"/>
                  <a:pt x="129294" y="61056"/>
                  <a:pt x="129294" y="77826"/>
                </a:cubicBezTo>
                <a:cubicBezTo>
                  <a:pt x="129294" y="94595"/>
                  <a:pt x="115700" y="108189"/>
                  <a:pt x="98942" y="108189"/>
                </a:cubicBezTo>
                <a:cubicBezTo>
                  <a:pt x="82168" y="108189"/>
                  <a:pt x="68573" y="94595"/>
                  <a:pt x="68573" y="77826"/>
                </a:cubicBezTo>
                <a:cubicBezTo>
                  <a:pt x="68573" y="61056"/>
                  <a:pt x="82168" y="47462"/>
                  <a:pt x="98942" y="47462"/>
                </a:cubicBezTo>
                <a:close/>
                <a:moveTo>
                  <a:pt x="26388" y="47462"/>
                </a:moveTo>
                <a:cubicBezTo>
                  <a:pt x="43149" y="47462"/>
                  <a:pt x="56744" y="61056"/>
                  <a:pt x="56744" y="77826"/>
                </a:cubicBezTo>
                <a:cubicBezTo>
                  <a:pt x="56744" y="94595"/>
                  <a:pt x="43149" y="108189"/>
                  <a:pt x="26388" y="108189"/>
                </a:cubicBezTo>
                <a:cubicBezTo>
                  <a:pt x="18002" y="108189"/>
                  <a:pt x="10410" y="104791"/>
                  <a:pt x="4916" y="99296"/>
                </a:cubicBezTo>
                <a:lnTo>
                  <a:pt x="0" y="87429"/>
                </a:lnTo>
                <a:lnTo>
                  <a:pt x="0" y="68222"/>
                </a:lnTo>
                <a:lnTo>
                  <a:pt x="4916" y="56355"/>
                </a:lnTo>
                <a:cubicBezTo>
                  <a:pt x="10410" y="50861"/>
                  <a:pt x="18002" y="47462"/>
                  <a:pt x="26388" y="47462"/>
                </a:cubicBezTo>
                <a:close/>
                <a:moveTo>
                  <a:pt x="1592868" y="0"/>
                </a:moveTo>
                <a:lnTo>
                  <a:pt x="1613441" y="0"/>
                </a:lnTo>
                <a:lnTo>
                  <a:pt x="1620472" y="27343"/>
                </a:lnTo>
                <a:lnTo>
                  <a:pt x="1610610" y="25352"/>
                </a:lnTo>
                <a:cubicBezTo>
                  <a:pt x="1605161" y="23047"/>
                  <a:pt x="1600525" y="19197"/>
                  <a:pt x="1597251" y="14351"/>
                </a:cubicBezTo>
                <a:close/>
                <a:moveTo>
                  <a:pt x="1520598" y="0"/>
                </a:moveTo>
                <a:lnTo>
                  <a:pt x="1579150" y="0"/>
                </a:lnTo>
                <a:lnTo>
                  <a:pt x="1571345" y="18844"/>
                </a:lnTo>
                <a:cubicBezTo>
                  <a:pt x="1565850" y="24339"/>
                  <a:pt x="1558259" y="27738"/>
                  <a:pt x="1549874" y="27738"/>
                </a:cubicBezTo>
                <a:cubicBezTo>
                  <a:pt x="1541490" y="27738"/>
                  <a:pt x="1533899" y="24339"/>
                  <a:pt x="1528404" y="18844"/>
                </a:cubicBezTo>
                <a:close/>
                <a:moveTo>
                  <a:pt x="1448044" y="0"/>
                </a:moveTo>
                <a:lnTo>
                  <a:pt x="1506596" y="0"/>
                </a:lnTo>
                <a:lnTo>
                  <a:pt x="1498790" y="18844"/>
                </a:lnTo>
                <a:cubicBezTo>
                  <a:pt x="1493295" y="24339"/>
                  <a:pt x="1485705" y="27738"/>
                  <a:pt x="1477320" y="27738"/>
                </a:cubicBezTo>
                <a:cubicBezTo>
                  <a:pt x="1468935" y="27738"/>
                  <a:pt x="1461344" y="24339"/>
                  <a:pt x="1455850" y="18844"/>
                </a:cubicBezTo>
                <a:close/>
                <a:moveTo>
                  <a:pt x="1375489" y="0"/>
                </a:moveTo>
                <a:lnTo>
                  <a:pt x="1434041" y="0"/>
                </a:lnTo>
                <a:lnTo>
                  <a:pt x="1426236" y="18844"/>
                </a:lnTo>
                <a:cubicBezTo>
                  <a:pt x="1420741" y="24339"/>
                  <a:pt x="1413150" y="27738"/>
                  <a:pt x="1404765" y="27738"/>
                </a:cubicBezTo>
                <a:cubicBezTo>
                  <a:pt x="1396381" y="27738"/>
                  <a:pt x="1388790" y="24339"/>
                  <a:pt x="1383295" y="18844"/>
                </a:cubicBezTo>
                <a:close/>
                <a:moveTo>
                  <a:pt x="1302935" y="0"/>
                </a:moveTo>
                <a:lnTo>
                  <a:pt x="1361486" y="0"/>
                </a:lnTo>
                <a:lnTo>
                  <a:pt x="1353681" y="18844"/>
                </a:lnTo>
                <a:cubicBezTo>
                  <a:pt x="1348186" y="24339"/>
                  <a:pt x="1340596" y="27738"/>
                  <a:pt x="1332211" y="27738"/>
                </a:cubicBezTo>
                <a:cubicBezTo>
                  <a:pt x="1323826" y="27738"/>
                  <a:pt x="1316235" y="24339"/>
                  <a:pt x="1310740" y="18844"/>
                </a:cubicBezTo>
                <a:close/>
                <a:moveTo>
                  <a:pt x="1230380" y="0"/>
                </a:moveTo>
                <a:lnTo>
                  <a:pt x="1288932" y="0"/>
                </a:lnTo>
                <a:lnTo>
                  <a:pt x="1281126" y="18844"/>
                </a:lnTo>
                <a:cubicBezTo>
                  <a:pt x="1275632" y="24339"/>
                  <a:pt x="1268041" y="27738"/>
                  <a:pt x="1259656" y="27738"/>
                </a:cubicBezTo>
                <a:cubicBezTo>
                  <a:pt x="1251271" y="27738"/>
                  <a:pt x="1243680" y="24339"/>
                  <a:pt x="1238186" y="18844"/>
                </a:cubicBezTo>
                <a:close/>
                <a:moveTo>
                  <a:pt x="1157826" y="0"/>
                </a:moveTo>
                <a:lnTo>
                  <a:pt x="1216377" y="0"/>
                </a:lnTo>
                <a:lnTo>
                  <a:pt x="1208572" y="18844"/>
                </a:lnTo>
                <a:cubicBezTo>
                  <a:pt x="1203077" y="24339"/>
                  <a:pt x="1195486" y="27738"/>
                  <a:pt x="1187102" y="27738"/>
                </a:cubicBezTo>
                <a:cubicBezTo>
                  <a:pt x="1178717" y="27738"/>
                  <a:pt x="1171126" y="24339"/>
                  <a:pt x="1165631" y="18844"/>
                </a:cubicBezTo>
                <a:close/>
                <a:moveTo>
                  <a:pt x="1085271" y="0"/>
                </a:moveTo>
                <a:lnTo>
                  <a:pt x="1143823" y="0"/>
                </a:lnTo>
                <a:lnTo>
                  <a:pt x="1136017" y="18844"/>
                </a:lnTo>
                <a:cubicBezTo>
                  <a:pt x="1130523" y="24339"/>
                  <a:pt x="1122932" y="27738"/>
                  <a:pt x="1114547" y="27738"/>
                </a:cubicBezTo>
                <a:cubicBezTo>
                  <a:pt x="1106162" y="27738"/>
                  <a:pt x="1098571" y="24339"/>
                  <a:pt x="1093077" y="18844"/>
                </a:cubicBezTo>
                <a:close/>
                <a:moveTo>
                  <a:pt x="1012717" y="0"/>
                </a:moveTo>
                <a:lnTo>
                  <a:pt x="1071268" y="0"/>
                </a:lnTo>
                <a:lnTo>
                  <a:pt x="1063463" y="18844"/>
                </a:lnTo>
                <a:cubicBezTo>
                  <a:pt x="1057968" y="24339"/>
                  <a:pt x="1050377" y="27738"/>
                  <a:pt x="1041993" y="27738"/>
                </a:cubicBezTo>
                <a:cubicBezTo>
                  <a:pt x="1033608" y="27738"/>
                  <a:pt x="1026017" y="24339"/>
                  <a:pt x="1020522" y="18844"/>
                </a:cubicBezTo>
                <a:close/>
                <a:moveTo>
                  <a:pt x="940162" y="0"/>
                </a:moveTo>
                <a:lnTo>
                  <a:pt x="998714" y="0"/>
                </a:lnTo>
                <a:lnTo>
                  <a:pt x="990908" y="18844"/>
                </a:lnTo>
                <a:cubicBezTo>
                  <a:pt x="985414" y="24339"/>
                  <a:pt x="977823" y="27738"/>
                  <a:pt x="969438" y="27738"/>
                </a:cubicBezTo>
                <a:cubicBezTo>
                  <a:pt x="961053" y="27738"/>
                  <a:pt x="953462" y="24339"/>
                  <a:pt x="947968" y="18844"/>
                </a:cubicBezTo>
                <a:close/>
                <a:moveTo>
                  <a:pt x="867607" y="0"/>
                </a:moveTo>
                <a:lnTo>
                  <a:pt x="926159" y="0"/>
                </a:lnTo>
                <a:lnTo>
                  <a:pt x="918354" y="18844"/>
                </a:lnTo>
                <a:cubicBezTo>
                  <a:pt x="912859" y="24339"/>
                  <a:pt x="905268" y="27738"/>
                  <a:pt x="896883" y="27738"/>
                </a:cubicBezTo>
                <a:cubicBezTo>
                  <a:pt x="888499" y="27738"/>
                  <a:pt x="880908" y="24339"/>
                  <a:pt x="875413" y="18844"/>
                </a:cubicBezTo>
                <a:close/>
                <a:moveTo>
                  <a:pt x="795053" y="0"/>
                </a:moveTo>
                <a:lnTo>
                  <a:pt x="853605" y="0"/>
                </a:lnTo>
                <a:lnTo>
                  <a:pt x="845799" y="18844"/>
                </a:lnTo>
                <a:cubicBezTo>
                  <a:pt x="840304" y="24339"/>
                  <a:pt x="832714" y="27738"/>
                  <a:pt x="824329" y="27738"/>
                </a:cubicBezTo>
                <a:cubicBezTo>
                  <a:pt x="815944" y="27738"/>
                  <a:pt x="808353" y="24339"/>
                  <a:pt x="802858" y="18844"/>
                </a:cubicBezTo>
                <a:close/>
                <a:moveTo>
                  <a:pt x="722498" y="0"/>
                </a:moveTo>
                <a:lnTo>
                  <a:pt x="781050" y="0"/>
                </a:lnTo>
                <a:lnTo>
                  <a:pt x="773245" y="18844"/>
                </a:lnTo>
                <a:cubicBezTo>
                  <a:pt x="767750" y="24339"/>
                  <a:pt x="760159" y="27738"/>
                  <a:pt x="751774" y="27738"/>
                </a:cubicBezTo>
                <a:cubicBezTo>
                  <a:pt x="743390" y="27738"/>
                  <a:pt x="735799" y="24339"/>
                  <a:pt x="730304" y="18844"/>
                </a:cubicBezTo>
                <a:close/>
                <a:moveTo>
                  <a:pt x="649944" y="0"/>
                </a:moveTo>
                <a:lnTo>
                  <a:pt x="708496" y="0"/>
                </a:lnTo>
                <a:lnTo>
                  <a:pt x="700690" y="18844"/>
                </a:lnTo>
                <a:cubicBezTo>
                  <a:pt x="695195" y="24339"/>
                  <a:pt x="687604" y="27738"/>
                  <a:pt x="679220" y="27738"/>
                </a:cubicBezTo>
                <a:cubicBezTo>
                  <a:pt x="670835" y="27738"/>
                  <a:pt x="663244" y="24339"/>
                  <a:pt x="657749" y="18844"/>
                </a:cubicBezTo>
                <a:close/>
                <a:moveTo>
                  <a:pt x="577389" y="0"/>
                </a:moveTo>
                <a:lnTo>
                  <a:pt x="635941" y="0"/>
                </a:lnTo>
                <a:lnTo>
                  <a:pt x="628135" y="18844"/>
                </a:lnTo>
                <a:cubicBezTo>
                  <a:pt x="622641" y="24339"/>
                  <a:pt x="615050" y="27738"/>
                  <a:pt x="606665" y="27738"/>
                </a:cubicBezTo>
                <a:cubicBezTo>
                  <a:pt x="598280" y="27738"/>
                  <a:pt x="590690" y="24339"/>
                  <a:pt x="585195" y="18844"/>
                </a:cubicBezTo>
                <a:close/>
                <a:moveTo>
                  <a:pt x="504835" y="0"/>
                </a:moveTo>
                <a:lnTo>
                  <a:pt x="563386" y="0"/>
                </a:lnTo>
                <a:lnTo>
                  <a:pt x="555581" y="18844"/>
                </a:lnTo>
                <a:cubicBezTo>
                  <a:pt x="550086" y="24339"/>
                  <a:pt x="542495" y="27738"/>
                  <a:pt x="534111" y="27738"/>
                </a:cubicBezTo>
                <a:cubicBezTo>
                  <a:pt x="525726" y="27738"/>
                  <a:pt x="518135" y="24339"/>
                  <a:pt x="512640" y="18844"/>
                </a:cubicBezTo>
                <a:close/>
                <a:moveTo>
                  <a:pt x="432280" y="0"/>
                </a:moveTo>
                <a:lnTo>
                  <a:pt x="490832" y="0"/>
                </a:lnTo>
                <a:lnTo>
                  <a:pt x="483026" y="18844"/>
                </a:lnTo>
                <a:cubicBezTo>
                  <a:pt x="477532" y="24339"/>
                  <a:pt x="469941" y="27738"/>
                  <a:pt x="461556" y="27738"/>
                </a:cubicBezTo>
                <a:cubicBezTo>
                  <a:pt x="453171" y="27738"/>
                  <a:pt x="445580" y="24339"/>
                  <a:pt x="440086" y="18844"/>
                </a:cubicBezTo>
                <a:close/>
                <a:moveTo>
                  <a:pt x="359726" y="0"/>
                </a:moveTo>
                <a:lnTo>
                  <a:pt x="418277" y="0"/>
                </a:lnTo>
                <a:lnTo>
                  <a:pt x="410472" y="18844"/>
                </a:lnTo>
                <a:cubicBezTo>
                  <a:pt x="404977" y="24339"/>
                  <a:pt x="397386" y="27738"/>
                  <a:pt x="389002" y="27738"/>
                </a:cubicBezTo>
                <a:cubicBezTo>
                  <a:pt x="380617" y="27738"/>
                  <a:pt x="373026" y="24339"/>
                  <a:pt x="367531" y="18844"/>
                </a:cubicBezTo>
                <a:close/>
                <a:moveTo>
                  <a:pt x="287171" y="0"/>
                </a:moveTo>
                <a:lnTo>
                  <a:pt x="345723" y="0"/>
                </a:lnTo>
                <a:lnTo>
                  <a:pt x="337917" y="18844"/>
                </a:lnTo>
                <a:cubicBezTo>
                  <a:pt x="332423" y="24339"/>
                  <a:pt x="324832" y="27738"/>
                  <a:pt x="316447" y="27738"/>
                </a:cubicBezTo>
                <a:cubicBezTo>
                  <a:pt x="308062" y="27738"/>
                  <a:pt x="300471" y="24339"/>
                  <a:pt x="294977" y="18844"/>
                </a:cubicBezTo>
                <a:close/>
                <a:moveTo>
                  <a:pt x="214617" y="0"/>
                </a:moveTo>
                <a:lnTo>
                  <a:pt x="273168" y="0"/>
                </a:lnTo>
                <a:lnTo>
                  <a:pt x="265363" y="18844"/>
                </a:lnTo>
                <a:cubicBezTo>
                  <a:pt x="259868" y="24339"/>
                  <a:pt x="252277" y="27738"/>
                  <a:pt x="243892" y="27738"/>
                </a:cubicBezTo>
                <a:cubicBezTo>
                  <a:pt x="235508" y="27738"/>
                  <a:pt x="227917" y="24339"/>
                  <a:pt x="222422" y="18844"/>
                </a:cubicBezTo>
                <a:close/>
                <a:moveTo>
                  <a:pt x="142204" y="0"/>
                </a:moveTo>
                <a:lnTo>
                  <a:pt x="200614" y="0"/>
                </a:lnTo>
                <a:lnTo>
                  <a:pt x="192808" y="18844"/>
                </a:lnTo>
                <a:cubicBezTo>
                  <a:pt x="187314" y="24339"/>
                  <a:pt x="179723" y="27738"/>
                  <a:pt x="171339" y="27738"/>
                </a:cubicBezTo>
                <a:cubicBezTo>
                  <a:pt x="163026" y="27738"/>
                  <a:pt x="155471" y="24339"/>
                  <a:pt x="149994" y="18844"/>
                </a:cubicBezTo>
                <a:close/>
                <a:moveTo>
                  <a:pt x="69668" y="0"/>
                </a:moveTo>
                <a:lnTo>
                  <a:pt x="128212" y="0"/>
                </a:lnTo>
                <a:lnTo>
                  <a:pt x="120408" y="18844"/>
                </a:lnTo>
                <a:cubicBezTo>
                  <a:pt x="114915" y="24339"/>
                  <a:pt x="107328" y="27738"/>
                  <a:pt x="98949" y="27738"/>
                </a:cubicBezTo>
                <a:cubicBezTo>
                  <a:pt x="90562" y="27738"/>
                  <a:pt x="82969" y="24339"/>
                  <a:pt x="77474" y="18844"/>
                </a:cubicBezTo>
                <a:close/>
                <a:moveTo>
                  <a:pt x="0" y="0"/>
                </a:moveTo>
                <a:lnTo>
                  <a:pt x="55662" y="0"/>
                </a:lnTo>
                <a:lnTo>
                  <a:pt x="47858" y="18844"/>
                </a:lnTo>
                <a:cubicBezTo>
                  <a:pt x="42364" y="24339"/>
                  <a:pt x="34775" y="27738"/>
                  <a:pt x="26394" y="27738"/>
                </a:cubicBezTo>
                <a:cubicBezTo>
                  <a:pt x="18009" y="27738"/>
                  <a:pt x="10417" y="24339"/>
                  <a:pt x="4922" y="18844"/>
                </a:cubicBezTo>
                <a:lnTo>
                  <a:pt x="0" y="6962"/>
                </a:lnTo>
                <a:close/>
              </a:path>
            </a:pathLst>
          </a:custGeom>
          <a:solidFill>
            <a:schemeClr val="accent1">
              <a:alpha val="60000"/>
            </a:schemeClr>
          </a:soli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None/>
            </a:pPr>
            <a:endParaRPr sz="1867" b="0" i="0" u="none" strike="noStrike" cap="none" dirty="0">
              <a:solidFill>
                <a:schemeClr val="dk1"/>
              </a:solidFill>
              <a:latin typeface="Calibri"/>
              <a:ea typeface="Calibri"/>
              <a:cs typeface="Calibri"/>
              <a:sym typeface="Calibri"/>
            </a:endParaRPr>
          </a:p>
        </p:txBody>
      </p:sp>
      <p:sp>
        <p:nvSpPr>
          <p:cNvPr id="4" name="Google Shape;285;p12">
            <a:extLst>
              <a:ext uri="{FF2B5EF4-FFF2-40B4-BE49-F238E27FC236}">
                <a16:creationId xmlns:a16="http://schemas.microsoft.com/office/drawing/2014/main" id="{AEC08278-4D54-D54C-B394-0FFB96BAEDCA}"/>
              </a:ext>
            </a:extLst>
          </p:cNvPr>
          <p:cNvSpPr/>
          <p:nvPr/>
        </p:nvSpPr>
        <p:spPr>
          <a:xfrm>
            <a:off x="2" y="2"/>
            <a:ext cx="403373" cy="496797"/>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None/>
            </a:pPr>
            <a:endParaRPr sz="1867" b="0" i="0" u="none" strike="noStrike" cap="none" dirty="0">
              <a:solidFill>
                <a:schemeClr val="dk1"/>
              </a:solidFill>
              <a:latin typeface="Calibri"/>
              <a:ea typeface="Calibri"/>
              <a:cs typeface="Calibri"/>
              <a:sym typeface="Calibri"/>
            </a:endParaRPr>
          </a:p>
        </p:txBody>
      </p:sp>
      <p:sp>
        <p:nvSpPr>
          <p:cNvPr id="5" name="Google Shape;293;p12">
            <a:extLst>
              <a:ext uri="{FF2B5EF4-FFF2-40B4-BE49-F238E27FC236}">
                <a16:creationId xmlns:a16="http://schemas.microsoft.com/office/drawing/2014/main" id="{F3956B47-3AB8-6347-9EB0-482D180C5451}"/>
              </a:ext>
            </a:extLst>
          </p:cNvPr>
          <p:cNvSpPr/>
          <p:nvPr/>
        </p:nvSpPr>
        <p:spPr>
          <a:xfrm>
            <a:off x="5673283" y="1253989"/>
            <a:ext cx="856400" cy="8536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8466" marR="0" lvl="0" indent="0" algn="ctr" rtl="0">
              <a:lnSpc>
                <a:spcPct val="90000"/>
              </a:lnSpc>
              <a:spcBef>
                <a:spcPts val="0"/>
              </a:spcBef>
              <a:spcAft>
                <a:spcPts val="0"/>
              </a:spcAft>
              <a:buNone/>
              <a:tabLst/>
            </a:pPr>
            <a:endParaRPr sz="2400" dirty="0">
              <a:solidFill>
                <a:schemeClr val="dk1"/>
              </a:solidFill>
              <a:latin typeface="+mn-lt"/>
              <a:ea typeface="Calibri"/>
              <a:cs typeface="Calibri"/>
              <a:sym typeface="Calibri"/>
            </a:endParaRPr>
          </a:p>
        </p:txBody>
      </p:sp>
      <p:sp>
        <p:nvSpPr>
          <p:cNvPr id="6" name="Google Shape;294;p12">
            <a:extLst>
              <a:ext uri="{FF2B5EF4-FFF2-40B4-BE49-F238E27FC236}">
                <a16:creationId xmlns:a16="http://schemas.microsoft.com/office/drawing/2014/main" id="{E6921E83-1A29-AF4B-BC58-B0108C484381}"/>
              </a:ext>
            </a:extLst>
          </p:cNvPr>
          <p:cNvSpPr/>
          <p:nvPr/>
        </p:nvSpPr>
        <p:spPr>
          <a:xfrm>
            <a:off x="1893763" y="3029957"/>
            <a:ext cx="856400" cy="853600"/>
          </a:xfrm>
          <a:prstGeom prst="ellipse">
            <a:avLst/>
          </a:prstGeom>
          <a:gradFill>
            <a:gsLst>
              <a:gs pos="0">
                <a:srgbClr val="219FD5"/>
              </a:gs>
              <a:gs pos="100000">
                <a:srgbClr val="144960"/>
              </a:gs>
            </a:gsLst>
            <a:lin ang="10800025" scaled="0"/>
          </a:gradFill>
          <a:ln>
            <a:noFill/>
          </a:ln>
        </p:spPr>
        <p:txBody>
          <a:bodyPr spcFirstLastPara="1" wrap="square" lIns="91433" tIns="45700" rIns="91433" bIns="45700" anchor="ctr" anchorCtr="0">
            <a:noAutofit/>
          </a:bodyPr>
          <a:lstStyle/>
          <a:p>
            <a:pPr marL="8466" marR="0" lvl="0" indent="0" algn="ctr" rtl="0">
              <a:lnSpc>
                <a:spcPct val="90000"/>
              </a:lnSpc>
              <a:spcBef>
                <a:spcPts val="0"/>
              </a:spcBef>
              <a:spcAft>
                <a:spcPts val="0"/>
              </a:spcAft>
              <a:buNone/>
              <a:tabLst/>
            </a:pPr>
            <a:endParaRPr sz="2400" dirty="0">
              <a:solidFill>
                <a:schemeClr val="dk1"/>
              </a:solidFill>
              <a:latin typeface="+mn-lt"/>
              <a:ea typeface="Calibri"/>
              <a:cs typeface="Calibri"/>
              <a:sym typeface="Calibri"/>
            </a:endParaRPr>
          </a:p>
        </p:txBody>
      </p:sp>
      <p:sp>
        <p:nvSpPr>
          <p:cNvPr id="7" name="Google Shape;295;p12">
            <a:extLst>
              <a:ext uri="{FF2B5EF4-FFF2-40B4-BE49-F238E27FC236}">
                <a16:creationId xmlns:a16="http://schemas.microsoft.com/office/drawing/2014/main" id="{58535605-9F84-0649-8C05-BF0E966C5314}"/>
              </a:ext>
            </a:extLst>
          </p:cNvPr>
          <p:cNvSpPr/>
          <p:nvPr/>
        </p:nvSpPr>
        <p:spPr>
          <a:xfrm>
            <a:off x="5673283" y="3029959"/>
            <a:ext cx="856400" cy="853600"/>
          </a:xfrm>
          <a:prstGeom prst="ellipse">
            <a:avLst/>
          </a:prstGeom>
          <a:gradFill>
            <a:gsLst>
              <a:gs pos="0">
                <a:srgbClr val="219FD5"/>
              </a:gs>
              <a:gs pos="100000">
                <a:srgbClr val="144960"/>
              </a:gs>
            </a:gsLst>
            <a:lin ang="10800025" scaled="0"/>
          </a:gradFill>
          <a:ln>
            <a:noFill/>
          </a:ln>
        </p:spPr>
        <p:txBody>
          <a:bodyPr spcFirstLastPara="1" wrap="square" lIns="91433" tIns="45700" rIns="91433" bIns="45700" anchor="ctr" anchorCtr="0">
            <a:noAutofit/>
          </a:bodyPr>
          <a:lstStyle/>
          <a:p>
            <a:pPr marL="8466" marR="0" lvl="0" indent="0" algn="ctr" rtl="0">
              <a:lnSpc>
                <a:spcPct val="90000"/>
              </a:lnSpc>
              <a:spcBef>
                <a:spcPts val="0"/>
              </a:spcBef>
              <a:spcAft>
                <a:spcPts val="0"/>
              </a:spcAft>
              <a:buNone/>
              <a:tabLst/>
            </a:pPr>
            <a:endParaRPr sz="2400" dirty="0">
              <a:solidFill>
                <a:schemeClr val="dk1"/>
              </a:solidFill>
              <a:latin typeface="+mn-lt"/>
              <a:ea typeface="Calibri"/>
              <a:cs typeface="Calibri"/>
              <a:sym typeface="Calibri"/>
            </a:endParaRPr>
          </a:p>
        </p:txBody>
      </p:sp>
      <p:sp>
        <p:nvSpPr>
          <p:cNvPr id="8" name="Google Shape;296;p12">
            <a:extLst>
              <a:ext uri="{FF2B5EF4-FFF2-40B4-BE49-F238E27FC236}">
                <a16:creationId xmlns:a16="http://schemas.microsoft.com/office/drawing/2014/main" id="{110A760A-7361-9045-A1FC-C6E2CDB719AF}"/>
              </a:ext>
            </a:extLst>
          </p:cNvPr>
          <p:cNvSpPr/>
          <p:nvPr/>
        </p:nvSpPr>
        <p:spPr>
          <a:xfrm>
            <a:off x="9452803" y="3029959"/>
            <a:ext cx="856400" cy="853600"/>
          </a:xfrm>
          <a:prstGeom prst="ellipse">
            <a:avLst/>
          </a:prstGeom>
          <a:gradFill>
            <a:gsLst>
              <a:gs pos="0">
                <a:srgbClr val="219FD5"/>
              </a:gs>
              <a:gs pos="100000">
                <a:srgbClr val="144960"/>
              </a:gs>
            </a:gsLst>
            <a:lin ang="10800025" scaled="0"/>
          </a:gradFill>
          <a:ln>
            <a:noFill/>
          </a:ln>
        </p:spPr>
        <p:txBody>
          <a:bodyPr spcFirstLastPara="1" wrap="square" lIns="91433" tIns="45700" rIns="91433" bIns="45700" anchor="ctr" anchorCtr="0">
            <a:noAutofit/>
          </a:bodyPr>
          <a:lstStyle/>
          <a:p>
            <a:pPr marL="8466" marR="0" lvl="0" indent="0" algn="ctr" rtl="0">
              <a:lnSpc>
                <a:spcPct val="90000"/>
              </a:lnSpc>
              <a:spcBef>
                <a:spcPts val="0"/>
              </a:spcBef>
              <a:spcAft>
                <a:spcPts val="0"/>
              </a:spcAft>
              <a:buNone/>
              <a:tabLst/>
            </a:pPr>
            <a:endParaRPr sz="2400" dirty="0">
              <a:solidFill>
                <a:schemeClr val="dk1"/>
              </a:solidFill>
              <a:latin typeface="+mn-lt"/>
              <a:ea typeface="Calibri"/>
              <a:cs typeface="Calibri"/>
              <a:sym typeface="Calibri"/>
            </a:endParaRPr>
          </a:p>
        </p:txBody>
      </p:sp>
      <p:sp>
        <p:nvSpPr>
          <p:cNvPr id="9" name="Google Shape;297;p12">
            <a:extLst>
              <a:ext uri="{FF2B5EF4-FFF2-40B4-BE49-F238E27FC236}">
                <a16:creationId xmlns:a16="http://schemas.microsoft.com/office/drawing/2014/main" id="{8E133E4F-2798-894B-B9D3-F79DC60DE98B}"/>
              </a:ext>
            </a:extLst>
          </p:cNvPr>
          <p:cNvSpPr/>
          <p:nvPr/>
        </p:nvSpPr>
        <p:spPr>
          <a:xfrm>
            <a:off x="948883" y="4805927"/>
            <a:ext cx="856400" cy="853600"/>
          </a:xfrm>
          <a:prstGeom prst="ellipse">
            <a:avLst/>
          </a:prstGeom>
          <a:gradFill>
            <a:gsLst>
              <a:gs pos="0">
                <a:srgbClr val="F9CD5D"/>
              </a:gs>
              <a:gs pos="100000">
                <a:srgbClr val="C5910F"/>
              </a:gs>
            </a:gsLst>
            <a:lin ang="10800025" scaled="0"/>
          </a:gradFill>
          <a:ln>
            <a:noFill/>
          </a:ln>
        </p:spPr>
        <p:txBody>
          <a:bodyPr spcFirstLastPara="1" wrap="square" lIns="91433" tIns="45700" rIns="91433" bIns="45700" anchor="ctr" anchorCtr="0">
            <a:noAutofit/>
          </a:bodyPr>
          <a:lstStyle/>
          <a:p>
            <a:pPr marL="8466" marR="0" lvl="0" indent="0" algn="ctr" rtl="0">
              <a:lnSpc>
                <a:spcPct val="90000"/>
              </a:lnSpc>
              <a:spcBef>
                <a:spcPts val="0"/>
              </a:spcBef>
              <a:spcAft>
                <a:spcPts val="0"/>
              </a:spcAft>
              <a:buNone/>
              <a:tabLst/>
            </a:pPr>
            <a:endParaRPr sz="2400" dirty="0">
              <a:solidFill>
                <a:schemeClr val="dk1"/>
              </a:solidFill>
              <a:latin typeface="+mn-lt"/>
              <a:ea typeface="Calibri"/>
              <a:cs typeface="Calibri"/>
              <a:sym typeface="Calibri"/>
            </a:endParaRPr>
          </a:p>
        </p:txBody>
      </p:sp>
      <p:sp>
        <p:nvSpPr>
          <p:cNvPr id="10" name="Google Shape;298;p12">
            <a:extLst>
              <a:ext uri="{FF2B5EF4-FFF2-40B4-BE49-F238E27FC236}">
                <a16:creationId xmlns:a16="http://schemas.microsoft.com/office/drawing/2014/main" id="{19B74666-03F0-694B-8A3D-079BB1D4AFA2}"/>
              </a:ext>
            </a:extLst>
          </p:cNvPr>
          <p:cNvSpPr/>
          <p:nvPr/>
        </p:nvSpPr>
        <p:spPr>
          <a:xfrm>
            <a:off x="2838643" y="4805927"/>
            <a:ext cx="856400" cy="853600"/>
          </a:xfrm>
          <a:prstGeom prst="ellipse">
            <a:avLst/>
          </a:prstGeom>
          <a:gradFill>
            <a:gsLst>
              <a:gs pos="0">
                <a:srgbClr val="F9CD5D"/>
              </a:gs>
              <a:gs pos="100000">
                <a:srgbClr val="C5910F"/>
              </a:gs>
            </a:gsLst>
            <a:lin ang="10800025" scaled="0"/>
          </a:gradFill>
          <a:ln>
            <a:noFill/>
          </a:ln>
        </p:spPr>
        <p:txBody>
          <a:bodyPr spcFirstLastPara="1" wrap="square" lIns="91433" tIns="45700" rIns="91433" bIns="45700" anchor="ctr" anchorCtr="0">
            <a:noAutofit/>
          </a:bodyPr>
          <a:lstStyle/>
          <a:p>
            <a:pPr marL="8466" marR="0" lvl="0" indent="0" algn="ctr" rtl="0">
              <a:lnSpc>
                <a:spcPct val="90000"/>
              </a:lnSpc>
              <a:spcBef>
                <a:spcPts val="0"/>
              </a:spcBef>
              <a:spcAft>
                <a:spcPts val="0"/>
              </a:spcAft>
              <a:buNone/>
              <a:tabLst/>
            </a:pPr>
            <a:endParaRPr sz="2400" dirty="0">
              <a:solidFill>
                <a:schemeClr val="dk1"/>
              </a:solidFill>
              <a:latin typeface="+mn-lt"/>
              <a:ea typeface="Calibri"/>
              <a:cs typeface="Calibri"/>
              <a:sym typeface="Calibri"/>
            </a:endParaRPr>
          </a:p>
        </p:txBody>
      </p:sp>
      <p:sp>
        <p:nvSpPr>
          <p:cNvPr id="11" name="Google Shape;299;p12">
            <a:extLst>
              <a:ext uri="{FF2B5EF4-FFF2-40B4-BE49-F238E27FC236}">
                <a16:creationId xmlns:a16="http://schemas.microsoft.com/office/drawing/2014/main" id="{B12A9CC9-207C-0343-A847-ED7F862C45E3}"/>
              </a:ext>
            </a:extLst>
          </p:cNvPr>
          <p:cNvSpPr/>
          <p:nvPr/>
        </p:nvSpPr>
        <p:spPr>
          <a:xfrm>
            <a:off x="4728403" y="4805927"/>
            <a:ext cx="856400" cy="853600"/>
          </a:xfrm>
          <a:prstGeom prst="ellipse">
            <a:avLst/>
          </a:prstGeom>
          <a:gradFill>
            <a:gsLst>
              <a:gs pos="0">
                <a:srgbClr val="F9CD5D"/>
              </a:gs>
              <a:gs pos="100000">
                <a:srgbClr val="C5910F"/>
              </a:gs>
            </a:gsLst>
            <a:lin ang="10800025" scaled="0"/>
          </a:gradFill>
          <a:ln>
            <a:noFill/>
          </a:ln>
        </p:spPr>
        <p:txBody>
          <a:bodyPr spcFirstLastPara="1" wrap="square" lIns="91433" tIns="45700" rIns="91433" bIns="45700" anchor="ctr" anchorCtr="0">
            <a:noAutofit/>
          </a:bodyPr>
          <a:lstStyle/>
          <a:p>
            <a:pPr marL="8466" marR="0" lvl="0" indent="0" algn="ctr" rtl="0">
              <a:lnSpc>
                <a:spcPct val="90000"/>
              </a:lnSpc>
              <a:spcBef>
                <a:spcPts val="0"/>
              </a:spcBef>
              <a:spcAft>
                <a:spcPts val="0"/>
              </a:spcAft>
              <a:buNone/>
              <a:tabLst/>
            </a:pPr>
            <a:endParaRPr sz="2400" dirty="0">
              <a:solidFill>
                <a:schemeClr val="dk1"/>
              </a:solidFill>
              <a:latin typeface="+mn-lt"/>
              <a:ea typeface="Calibri"/>
              <a:cs typeface="Calibri"/>
              <a:sym typeface="Calibri"/>
            </a:endParaRPr>
          </a:p>
        </p:txBody>
      </p:sp>
      <p:sp>
        <p:nvSpPr>
          <p:cNvPr id="12" name="Google Shape;300;p12">
            <a:extLst>
              <a:ext uri="{FF2B5EF4-FFF2-40B4-BE49-F238E27FC236}">
                <a16:creationId xmlns:a16="http://schemas.microsoft.com/office/drawing/2014/main" id="{4A99D40E-2CE9-FC48-9661-BB59B13207EB}"/>
              </a:ext>
            </a:extLst>
          </p:cNvPr>
          <p:cNvSpPr/>
          <p:nvPr/>
        </p:nvSpPr>
        <p:spPr>
          <a:xfrm>
            <a:off x="6618163" y="4805927"/>
            <a:ext cx="856400" cy="853600"/>
          </a:xfrm>
          <a:prstGeom prst="ellipse">
            <a:avLst/>
          </a:prstGeom>
          <a:gradFill>
            <a:gsLst>
              <a:gs pos="0">
                <a:srgbClr val="F9CD5D"/>
              </a:gs>
              <a:gs pos="100000">
                <a:srgbClr val="C5910F"/>
              </a:gs>
            </a:gsLst>
            <a:lin ang="10800025" scaled="0"/>
          </a:gradFill>
          <a:ln>
            <a:noFill/>
          </a:ln>
        </p:spPr>
        <p:txBody>
          <a:bodyPr spcFirstLastPara="1" wrap="square" lIns="91433" tIns="45700" rIns="91433" bIns="45700" anchor="ctr" anchorCtr="0">
            <a:noAutofit/>
          </a:bodyPr>
          <a:lstStyle/>
          <a:p>
            <a:pPr marL="8466" marR="0" lvl="0" indent="0" algn="ctr" rtl="0">
              <a:lnSpc>
                <a:spcPct val="90000"/>
              </a:lnSpc>
              <a:spcBef>
                <a:spcPts val="0"/>
              </a:spcBef>
              <a:spcAft>
                <a:spcPts val="0"/>
              </a:spcAft>
              <a:buNone/>
              <a:tabLst/>
            </a:pPr>
            <a:endParaRPr sz="2400" dirty="0">
              <a:solidFill>
                <a:schemeClr val="dk1"/>
              </a:solidFill>
              <a:latin typeface="+mn-lt"/>
              <a:ea typeface="Calibri"/>
              <a:cs typeface="Calibri"/>
              <a:sym typeface="Calibri"/>
            </a:endParaRPr>
          </a:p>
        </p:txBody>
      </p:sp>
      <p:sp>
        <p:nvSpPr>
          <p:cNvPr id="13" name="Google Shape;301;p12">
            <a:extLst>
              <a:ext uri="{FF2B5EF4-FFF2-40B4-BE49-F238E27FC236}">
                <a16:creationId xmlns:a16="http://schemas.microsoft.com/office/drawing/2014/main" id="{BF1FB73B-E6EA-C046-809D-C1BD875AE774}"/>
              </a:ext>
            </a:extLst>
          </p:cNvPr>
          <p:cNvSpPr/>
          <p:nvPr/>
        </p:nvSpPr>
        <p:spPr>
          <a:xfrm>
            <a:off x="8507923" y="4805927"/>
            <a:ext cx="856400" cy="853600"/>
          </a:xfrm>
          <a:prstGeom prst="ellipse">
            <a:avLst/>
          </a:prstGeom>
          <a:gradFill>
            <a:gsLst>
              <a:gs pos="0">
                <a:srgbClr val="F9CD5D"/>
              </a:gs>
              <a:gs pos="100000">
                <a:srgbClr val="C5910F"/>
              </a:gs>
            </a:gsLst>
            <a:lin ang="10800025" scaled="0"/>
          </a:gradFill>
          <a:ln>
            <a:noFill/>
          </a:ln>
        </p:spPr>
        <p:txBody>
          <a:bodyPr spcFirstLastPara="1" wrap="square" lIns="91433" tIns="45700" rIns="91433" bIns="45700" anchor="ctr" anchorCtr="0">
            <a:noAutofit/>
          </a:bodyPr>
          <a:lstStyle/>
          <a:p>
            <a:pPr marL="8466" marR="0" lvl="0" indent="0" algn="ctr" rtl="0">
              <a:lnSpc>
                <a:spcPct val="90000"/>
              </a:lnSpc>
              <a:spcBef>
                <a:spcPts val="0"/>
              </a:spcBef>
              <a:spcAft>
                <a:spcPts val="0"/>
              </a:spcAft>
              <a:buNone/>
              <a:tabLst/>
            </a:pPr>
            <a:endParaRPr sz="2400" dirty="0">
              <a:solidFill>
                <a:schemeClr val="dk1"/>
              </a:solidFill>
              <a:latin typeface="+mn-lt"/>
              <a:ea typeface="Calibri"/>
              <a:cs typeface="Calibri"/>
              <a:sym typeface="Calibri"/>
            </a:endParaRPr>
          </a:p>
        </p:txBody>
      </p:sp>
      <p:sp>
        <p:nvSpPr>
          <p:cNvPr id="14" name="Google Shape;302;p12">
            <a:extLst>
              <a:ext uri="{FF2B5EF4-FFF2-40B4-BE49-F238E27FC236}">
                <a16:creationId xmlns:a16="http://schemas.microsoft.com/office/drawing/2014/main" id="{9B4B6FFD-4FF2-BF4B-9FD2-0FCAC35D925C}"/>
              </a:ext>
            </a:extLst>
          </p:cNvPr>
          <p:cNvSpPr/>
          <p:nvPr/>
        </p:nvSpPr>
        <p:spPr>
          <a:xfrm>
            <a:off x="10397683" y="4805927"/>
            <a:ext cx="856400" cy="853600"/>
          </a:xfrm>
          <a:prstGeom prst="ellipse">
            <a:avLst/>
          </a:prstGeom>
          <a:gradFill>
            <a:gsLst>
              <a:gs pos="0">
                <a:srgbClr val="F9CD5D"/>
              </a:gs>
              <a:gs pos="100000">
                <a:srgbClr val="C5910F"/>
              </a:gs>
            </a:gsLst>
            <a:lin ang="10800025" scaled="0"/>
          </a:gradFill>
          <a:ln>
            <a:noFill/>
          </a:ln>
        </p:spPr>
        <p:txBody>
          <a:bodyPr spcFirstLastPara="1" wrap="square" lIns="91433" tIns="45700" rIns="91433" bIns="45700" anchor="ctr" anchorCtr="0">
            <a:noAutofit/>
          </a:bodyPr>
          <a:lstStyle/>
          <a:p>
            <a:pPr marL="8466" marR="0" lvl="0" indent="0" algn="ctr" rtl="0">
              <a:lnSpc>
                <a:spcPct val="90000"/>
              </a:lnSpc>
              <a:spcBef>
                <a:spcPts val="0"/>
              </a:spcBef>
              <a:spcAft>
                <a:spcPts val="0"/>
              </a:spcAft>
              <a:buNone/>
              <a:tabLst/>
            </a:pPr>
            <a:endParaRPr sz="2400" dirty="0">
              <a:solidFill>
                <a:schemeClr val="dk1"/>
              </a:solidFill>
              <a:latin typeface="+mn-lt"/>
              <a:ea typeface="Calibri"/>
              <a:cs typeface="Calibri"/>
              <a:sym typeface="Calibri"/>
            </a:endParaRPr>
          </a:p>
        </p:txBody>
      </p:sp>
      <p:cxnSp>
        <p:nvCxnSpPr>
          <p:cNvPr id="15" name="Google Shape;303;p12">
            <a:extLst>
              <a:ext uri="{FF2B5EF4-FFF2-40B4-BE49-F238E27FC236}">
                <a16:creationId xmlns:a16="http://schemas.microsoft.com/office/drawing/2014/main" id="{F1998A7D-402E-AF4A-9BF6-E4F4AF66A2D2}"/>
              </a:ext>
            </a:extLst>
          </p:cNvPr>
          <p:cNvCxnSpPr>
            <a:stCxn id="5" idx="4"/>
            <a:endCxn id="6" idx="0"/>
          </p:cNvCxnSpPr>
          <p:nvPr/>
        </p:nvCxnSpPr>
        <p:spPr>
          <a:xfrm rot="5400000">
            <a:off x="3750483" y="678989"/>
            <a:ext cx="922400" cy="3779600"/>
          </a:xfrm>
          <a:prstGeom prst="bentConnector3">
            <a:avLst>
              <a:gd name="adj1" fmla="val 49998"/>
            </a:avLst>
          </a:prstGeom>
          <a:noFill/>
          <a:ln w="9525" cap="flat" cmpd="sng">
            <a:solidFill>
              <a:schemeClr val="accent6"/>
            </a:solidFill>
            <a:prstDash val="solid"/>
            <a:round/>
            <a:headEnd type="none" w="med" len="med"/>
            <a:tailEnd type="none" w="med" len="med"/>
          </a:ln>
        </p:spPr>
      </p:cxnSp>
      <p:cxnSp>
        <p:nvCxnSpPr>
          <p:cNvPr id="16" name="Google Shape;304;p12">
            <a:extLst>
              <a:ext uri="{FF2B5EF4-FFF2-40B4-BE49-F238E27FC236}">
                <a16:creationId xmlns:a16="http://schemas.microsoft.com/office/drawing/2014/main" id="{2499B600-9D1D-DB49-9660-2DAC87DE8D03}"/>
              </a:ext>
            </a:extLst>
          </p:cNvPr>
          <p:cNvCxnSpPr>
            <a:stCxn id="5" idx="4"/>
            <a:endCxn id="8" idx="0"/>
          </p:cNvCxnSpPr>
          <p:nvPr/>
        </p:nvCxnSpPr>
        <p:spPr>
          <a:xfrm rot="-5400000" flipH="1">
            <a:off x="7530083" y="678989"/>
            <a:ext cx="922400" cy="3779600"/>
          </a:xfrm>
          <a:prstGeom prst="bentConnector3">
            <a:avLst>
              <a:gd name="adj1" fmla="val 49998"/>
            </a:avLst>
          </a:prstGeom>
          <a:noFill/>
          <a:ln w="9525" cap="flat" cmpd="sng">
            <a:solidFill>
              <a:schemeClr val="accent6"/>
            </a:solidFill>
            <a:prstDash val="solid"/>
            <a:round/>
            <a:headEnd type="none" w="med" len="med"/>
            <a:tailEnd type="none" w="med" len="med"/>
          </a:ln>
        </p:spPr>
      </p:cxnSp>
      <p:cxnSp>
        <p:nvCxnSpPr>
          <p:cNvPr id="17" name="Google Shape;305;p12">
            <a:extLst>
              <a:ext uri="{FF2B5EF4-FFF2-40B4-BE49-F238E27FC236}">
                <a16:creationId xmlns:a16="http://schemas.microsoft.com/office/drawing/2014/main" id="{E9A0D2F5-BBEA-394C-B015-A65F415FA585}"/>
              </a:ext>
            </a:extLst>
          </p:cNvPr>
          <p:cNvCxnSpPr>
            <a:stCxn id="5" idx="4"/>
            <a:endCxn id="7" idx="0"/>
          </p:cNvCxnSpPr>
          <p:nvPr/>
        </p:nvCxnSpPr>
        <p:spPr>
          <a:xfrm rot="-5400000" flipH="1">
            <a:off x="5640683" y="2568389"/>
            <a:ext cx="922400" cy="800"/>
          </a:xfrm>
          <a:prstGeom prst="bentConnector3">
            <a:avLst>
              <a:gd name="adj1" fmla="val 49998"/>
            </a:avLst>
          </a:prstGeom>
          <a:noFill/>
          <a:ln w="9525" cap="flat" cmpd="sng">
            <a:solidFill>
              <a:schemeClr val="accent6"/>
            </a:solidFill>
            <a:prstDash val="solid"/>
            <a:round/>
            <a:headEnd type="none" w="med" len="med"/>
            <a:tailEnd type="none" w="med" len="med"/>
          </a:ln>
        </p:spPr>
      </p:cxnSp>
      <p:cxnSp>
        <p:nvCxnSpPr>
          <p:cNvPr id="18" name="Google Shape;306;p12">
            <a:extLst>
              <a:ext uri="{FF2B5EF4-FFF2-40B4-BE49-F238E27FC236}">
                <a16:creationId xmlns:a16="http://schemas.microsoft.com/office/drawing/2014/main" id="{6DEC4CDD-5516-4343-A2BB-0F3A3475BA67}"/>
              </a:ext>
            </a:extLst>
          </p:cNvPr>
          <p:cNvCxnSpPr>
            <a:stCxn id="6" idx="4"/>
            <a:endCxn id="9" idx="0"/>
          </p:cNvCxnSpPr>
          <p:nvPr/>
        </p:nvCxnSpPr>
        <p:spPr>
          <a:xfrm rot="5400000">
            <a:off x="1388363" y="3872357"/>
            <a:ext cx="922400" cy="944800"/>
          </a:xfrm>
          <a:prstGeom prst="bentConnector3">
            <a:avLst>
              <a:gd name="adj1" fmla="val 49998"/>
            </a:avLst>
          </a:prstGeom>
          <a:noFill/>
          <a:ln w="9525" cap="flat" cmpd="sng">
            <a:solidFill>
              <a:schemeClr val="accent6"/>
            </a:solidFill>
            <a:prstDash val="solid"/>
            <a:round/>
            <a:headEnd type="none" w="med" len="med"/>
            <a:tailEnd type="none" w="med" len="med"/>
          </a:ln>
        </p:spPr>
      </p:cxnSp>
      <p:cxnSp>
        <p:nvCxnSpPr>
          <p:cNvPr id="19" name="Google Shape;307;p12">
            <a:extLst>
              <a:ext uri="{FF2B5EF4-FFF2-40B4-BE49-F238E27FC236}">
                <a16:creationId xmlns:a16="http://schemas.microsoft.com/office/drawing/2014/main" id="{CF7DDBD5-BD8F-C84B-9C89-C4A5C97CB514}"/>
              </a:ext>
            </a:extLst>
          </p:cNvPr>
          <p:cNvCxnSpPr>
            <a:stCxn id="6" idx="4"/>
            <a:endCxn id="10" idx="0"/>
          </p:cNvCxnSpPr>
          <p:nvPr/>
        </p:nvCxnSpPr>
        <p:spPr>
          <a:xfrm rot="-5400000" flipH="1">
            <a:off x="2333163" y="3872357"/>
            <a:ext cx="922400" cy="944800"/>
          </a:xfrm>
          <a:prstGeom prst="bentConnector3">
            <a:avLst>
              <a:gd name="adj1" fmla="val 49998"/>
            </a:avLst>
          </a:prstGeom>
          <a:noFill/>
          <a:ln w="9525" cap="flat" cmpd="sng">
            <a:solidFill>
              <a:schemeClr val="accent6"/>
            </a:solidFill>
            <a:prstDash val="solid"/>
            <a:round/>
            <a:headEnd type="none" w="med" len="med"/>
            <a:tailEnd type="none" w="med" len="med"/>
          </a:ln>
        </p:spPr>
      </p:cxnSp>
      <p:cxnSp>
        <p:nvCxnSpPr>
          <p:cNvPr id="20" name="Google Shape;308;p12">
            <a:extLst>
              <a:ext uri="{FF2B5EF4-FFF2-40B4-BE49-F238E27FC236}">
                <a16:creationId xmlns:a16="http://schemas.microsoft.com/office/drawing/2014/main" id="{6E79B1F3-3076-8C49-AF7A-754F14C6A50C}"/>
              </a:ext>
            </a:extLst>
          </p:cNvPr>
          <p:cNvCxnSpPr>
            <a:stCxn id="7" idx="4"/>
            <a:endCxn id="11" idx="0"/>
          </p:cNvCxnSpPr>
          <p:nvPr/>
        </p:nvCxnSpPr>
        <p:spPr>
          <a:xfrm rot="5400000">
            <a:off x="5167883" y="3872359"/>
            <a:ext cx="922400" cy="944800"/>
          </a:xfrm>
          <a:prstGeom prst="bentConnector3">
            <a:avLst>
              <a:gd name="adj1" fmla="val 49998"/>
            </a:avLst>
          </a:prstGeom>
          <a:noFill/>
          <a:ln w="9525" cap="flat" cmpd="sng">
            <a:solidFill>
              <a:schemeClr val="accent6"/>
            </a:solidFill>
            <a:prstDash val="solid"/>
            <a:round/>
            <a:headEnd type="none" w="med" len="med"/>
            <a:tailEnd type="none" w="med" len="med"/>
          </a:ln>
        </p:spPr>
      </p:cxnSp>
      <p:cxnSp>
        <p:nvCxnSpPr>
          <p:cNvPr id="21" name="Google Shape;309;p12">
            <a:extLst>
              <a:ext uri="{FF2B5EF4-FFF2-40B4-BE49-F238E27FC236}">
                <a16:creationId xmlns:a16="http://schemas.microsoft.com/office/drawing/2014/main" id="{29978332-05F6-7E42-93B2-168F4ADF6290}"/>
              </a:ext>
            </a:extLst>
          </p:cNvPr>
          <p:cNvCxnSpPr>
            <a:stCxn id="7" idx="4"/>
            <a:endCxn id="12" idx="0"/>
          </p:cNvCxnSpPr>
          <p:nvPr/>
        </p:nvCxnSpPr>
        <p:spPr>
          <a:xfrm rot="-5400000" flipH="1">
            <a:off x="6112683" y="3872359"/>
            <a:ext cx="922400" cy="944800"/>
          </a:xfrm>
          <a:prstGeom prst="bentConnector3">
            <a:avLst>
              <a:gd name="adj1" fmla="val 49998"/>
            </a:avLst>
          </a:prstGeom>
          <a:noFill/>
          <a:ln w="9525" cap="flat" cmpd="sng">
            <a:solidFill>
              <a:schemeClr val="accent6"/>
            </a:solidFill>
            <a:prstDash val="solid"/>
            <a:round/>
            <a:headEnd type="none" w="med" len="med"/>
            <a:tailEnd type="none" w="med" len="med"/>
          </a:ln>
        </p:spPr>
      </p:cxnSp>
      <p:cxnSp>
        <p:nvCxnSpPr>
          <p:cNvPr id="22" name="Google Shape;310;p12">
            <a:extLst>
              <a:ext uri="{FF2B5EF4-FFF2-40B4-BE49-F238E27FC236}">
                <a16:creationId xmlns:a16="http://schemas.microsoft.com/office/drawing/2014/main" id="{A6D2F576-80CC-B846-854E-2DE5C6D53E95}"/>
              </a:ext>
            </a:extLst>
          </p:cNvPr>
          <p:cNvCxnSpPr>
            <a:stCxn id="8" idx="4"/>
            <a:endCxn id="13" idx="0"/>
          </p:cNvCxnSpPr>
          <p:nvPr/>
        </p:nvCxnSpPr>
        <p:spPr>
          <a:xfrm rot="5400000">
            <a:off x="8947403" y="3872359"/>
            <a:ext cx="922400" cy="944800"/>
          </a:xfrm>
          <a:prstGeom prst="bentConnector3">
            <a:avLst>
              <a:gd name="adj1" fmla="val 49998"/>
            </a:avLst>
          </a:prstGeom>
          <a:noFill/>
          <a:ln w="9525" cap="flat" cmpd="sng">
            <a:solidFill>
              <a:schemeClr val="accent6"/>
            </a:solidFill>
            <a:prstDash val="solid"/>
            <a:round/>
            <a:headEnd type="none" w="med" len="med"/>
            <a:tailEnd type="none" w="med" len="med"/>
          </a:ln>
        </p:spPr>
      </p:cxnSp>
      <p:cxnSp>
        <p:nvCxnSpPr>
          <p:cNvPr id="23" name="Google Shape;311;p12">
            <a:extLst>
              <a:ext uri="{FF2B5EF4-FFF2-40B4-BE49-F238E27FC236}">
                <a16:creationId xmlns:a16="http://schemas.microsoft.com/office/drawing/2014/main" id="{DEC9CDB4-8117-8C4A-A1A9-455D0548DE42}"/>
              </a:ext>
            </a:extLst>
          </p:cNvPr>
          <p:cNvCxnSpPr>
            <a:stCxn id="8" idx="4"/>
            <a:endCxn id="14" idx="0"/>
          </p:cNvCxnSpPr>
          <p:nvPr/>
        </p:nvCxnSpPr>
        <p:spPr>
          <a:xfrm rot="-5400000" flipH="1">
            <a:off x="9892203" y="3872359"/>
            <a:ext cx="922400" cy="944800"/>
          </a:xfrm>
          <a:prstGeom prst="bentConnector3">
            <a:avLst>
              <a:gd name="adj1" fmla="val 49998"/>
            </a:avLst>
          </a:prstGeom>
          <a:noFill/>
          <a:ln w="9525" cap="flat" cmpd="sng">
            <a:solidFill>
              <a:schemeClr val="accent6"/>
            </a:solidFill>
            <a:prstDash val="solid"/>
            <a:round/>
            <a:headEnd type="none" w="med" len="med"/>
            <a:tailEnd type="none" w="med" len="med"/>
          </a:ln>
        </p:spPr>
      </p:cxnSp>
      <p:sp>
        <p:nvSpPr>
          <p:cNvPr id="24" name="Google Shape;313;p12">
            <a:extLst>
              <a:ext uri="{FF2B5EF4-FFF2-40B4-BE49-F238E27FC236}">
                <a16:creationId xmlns:a16="http://schemas.microsoft.com/office/drawing/2014/main" id="{200B74AA-A330-9B43-8A7B-A4C42C98AB11}"/>
              </a:ext>
            </a:extLst>
          </p:cNvPr>
          <p:cNvSpPr>
            <a:spLocks noGrp="1"/>
          </p:cNvSpPr>
          <p:nvPr>
            <p:ph type="pic" idx="4"/>
          </p:nvPr>
        </p:nvSpPr>
        <p:spPr>
          <a:xfrm>
            <a:off x="5735683" y="1314989"/>
            <a:ext cx="731600" cy="731600"/>
          </a:xfrm>
          <a:prstGeom prst="ellipse">
            <a:avLst/>
          </a:prstGeom>
          <a:noFill/>
          <a:ln w="25400" cap="flat" cmpd="sng">
            <a:solidFill>
              <a:schemeClr val="dk2"/>
            </a:solidFill>
            <a:prstDash val="solid"/>
            <a:round/>
            <a:headEnd type="none" w="sm" len="sm"/>
            <a:tailEnd type="none" w="sm" len="sm"/>
          </a:ln>
        </p:spPr>
        <p:txBody>
          <a:bodyPr anchor="ctr"/>
          <a:lstStyle>
            <a:lvl1pPr marL="8466" indent="0" algn="ctr">
              <a:tabLst/>
              <a:defRPr sz="667">
                <a:latin typeface="+mn-lt"/>
              </a:defRPr>
            </a:lvl1pPr>
          </a:lstStyle>
          <a:p>
            <a:r>
              <a:rPr lang="en-US" dirty="0"/>
              <a:t>Click icon to add picture</a:t>
            </a:r>
          </a:p>
        </p:txBody>
      </p:sp>
      <p:sp>
        <p:nvSpPr>
          <p:cNvPr id="25" name="Google Shape;314;p12">
            <a:extLst>
              <a:ext uri="{FF2B5EF4-FFF2-40B4-BE49-F238E27FC236}">
                <a16:creationId xmlns:a16="http://schemas.microsoft.com/office/drawing/2014/main" id="{D42A2D49-DE22-5C4E-AD21-85D73AF80471}"/>
              </a:ext>
            </a:extLst>
          </p:cNvPr>
          <p:cNvSpPr>
            <a:spLocks noGrp="1"/>
          </p:cNvSpPr>
          <p:nvPr>
            <p:ph type="pic" idx="5"/>
          </p:nvPr>
        </p:nvSpPr>
        <p:spPr>
          <a:xfrm>
            <a:off x="1956163" y="3090957"/>
            <a:ext cx="731600" cy="731600"/>
          </a:xfrm>
          <a:prstGeom prst="ellipse">
            <a:avLst/>
          </a:prstGeom>
          <a:noFill/>
          <a:ln w="25400" cap="flat" cmpd="sng">
            <a:solidFill>
              <a:schemeClr val="dk2"/>
            </a:solidFill>
            <a:prstDash val="solid"/>
            <a:round/>
            <a:headEnd type="none" w="sm" len="sm"/>
            <a:tailEnd type="none" w="sm" len="sm"/>
          </a:ln>
        </p:spPr>
        <p:txBody>
          <a:bodyPr anchor="ctr"/>
          <a:lstStyle>
            <a:lvl1pPr marL="8466" indent="0" algn="ctr">
              <a:tabLst/>
              <a:defRPr sz="667">
                <a:latin typeface="+mn-lt"/>
              </a:defRPr>
            </a:lvl1pPr>
          </a:lstStyle>
          <a:p>
            <a:r>
              <a:rPr lang="en-US" dirty="0"/>
              <a:t>Click icon to add picture</a:t>
            </a:r>
          </a:p>
        </p:txBody>
      </p:sp>
      <p:sp>
        <p:nvSpPr>
          <p:cNvPr id="26" name="Google Shape;315;p12">
            <a:extLst>
              <a:ext uri="{FF2B5EF4-FFF2-40B4-BE49-F238E27FC236}">
                <a16:creationId xmlns:a16="http://schemas.microsoft.com/office/drawing/2014/main" id="{62A10AB3-4B01-4E48-8FE4-250F17286FAD}"/>
              </a:ext>
            </a:extLst>
          </p:cNvPr>
          <p:cNvSpPr>
            <a:spLocks noGrp="1"/>
          </p:cNvSpPr>
          <p:nvPr>
            <p:ph type="pic" idx="6"/>
          </p:nvPr>
        </p:nvSpPr>
        <p:spPr>
          <a:xfrm>
            <a:off x="5735683" y="3090959"/>
            <a:ext cx="731600" cy="731600"/>
          </a:xfrm>
          <a:prstGeom prst="ellipse">
            <a:avLst/>
          </a:prstGeom>
          <a:noFill/>
          <a:ln w="25400" cap="flat" cmpd="sng">
            <a:solidFill>
              <a:schemeClr val="dk2"/>
            </a:solidFill>
            <a:prstDash val="solid"/>
            <a:round/>
            <a:headEnd type="none" w="sm" len="sm"/>
            <a:tailEnd type="none" w="sm" len="sm"/>
          </a:ln>
        </p:spPr>
        <p:txBody>
          <a:bodyPr anchor="ctr"/>
          <a:lstStyle>
            <a:lvl1pPr marL="8466" indent="0" algn="ctr">
              <a:tabLst/>
              <a:defRPr sz="667">
                <a:latin typeface="+mn-lt"/>
              </a:defRPr>
            </a:lvl1pPr>
          </a:lstStyle>
          <a:p>
            <a:r>
              <a:rPr lang="en-US" dirty="0"/>
              <a:t>Click icon to add picture</a:t>
            </a:r>
          </a:p>
        </p:txBody>
      </p:sp>
      <p:sp>
        <p:nvSpPr>
          <p:cNvPr id="27" name="Google Shape;316;p12">
            <a:extLst>
              <a:ext uri="{FF2B5EF4-FFF2-40B4-BE49-F238E27FC236}">
                <a16:creationId xmlns:a16="http://schemas.microsoft.com/office/drawing/2014/main" id="{CD2DA667-6433-0C40-AD54-7F0B65F83B30}"/>
              </a:ext>
            </a:extLst>
          </p:cNvPr>
          <p:cNvSpPr>
            <a:spLocks noGrp="1"/>
          </p:cNvSpPr>
          <p:nvPr>
            <p:ph type="pic" idx="7"/>
          </p:nvPr>
        </p:nvSpPr>
        <p:spPr>
          <a:xfrm>
            <a:off x="9515203" y="3090959"/>
            <a:ext cx="731600" cy="731600"/>
          </a:xfrm>
          <a:prstGeom prst="ellipse">
            <a:avLst/>
          </a:prstGeom>
          <a:noFill/>
          <a:ln w="25400" cap="flat" cmpd="sng">
            <a:solidFill>
              <a:schemeClr val="dk2"/>
            </a:solidFill>
            <a:prstDash val="solid"/>
            <a:round/>
            <a:headEnd type="none" w="sm" len="sm"/>
            <a:tailEnd type="none" w="sm" len="sm"/>
          </a:ln>
        </p:spPr>
        <p:txBody>
          <a:bodyPr anchor="ctr"/>
          <a:lstStyle>
            <a:lvl1pPr marL="8466" indent="0" algn="ctr">
              <a:tabLst/>
              <a:defRPr sz="667">
                <a:latin typeface="+mn-lt"/>
              </a:defRPr>
            </a:lvl1pPr>
          </a:lstStyle>
          <a:p>
            <a:r>
              <a:rPr lang="en-US" dirty="0"/>
              <a:t>Click icon to add picture</a:t>
            </a:r>
          </a:p>
        </p:txBody>
      </p:sp>
      <p:sp>
        <p:nvSpPr>
          <p:cNvPr id="28" name="Google Shape;317;p12">
            <a:extLst>
              <a:ext uri="{FF2B5EF4-FFF2-40B4-BE49-F238E27FC236}">
                <a16:creationId xmlns:a16="http://schemas.microsoft.com/office/drawing/2014/main" id="{ED853809-1C36-0B41-8716-B36FEB3CE332}"/>
              </a:ext>
            </a:extLst>
          </p:cNvPr>
          <p:cNvSpPr>
            <a:spLocks noGrp="1"/>
          </p:cNvSpPr>
          <p:nvPr>
            <p:ph type="pic" idx="8"/>
          </p:nvPr>
        </p:nvSpPr>
        <p:spPr>
          <a:xfrm>
            <a:off x="10460083" y="4866927"/>
            <a:ext cx="731600" cy="731600"/>
          </a:xfrm>
          <a:prstGeom prst="ellipse">
            <a:avLst/>
          </a:prstGeom>
          <a:noFill/>
          <a:ln w="25400" cap="flat" cmpd="sng">
            <a:solidFill>
              <a:schemeClr val="dk2"/>
            </a:solidFill>
            <a:prstDash val="solid"/>
            <a:round/>
            <a:headEnd type="none" w="sm" len="sm"/>
            <a:tailEnd type="none" w="sm" len="sm"/>
          </a:ln>
        </p:spPr>
        <p:txBody>
          <a:bodyPr anchor="ctr"/>
          <a:lstStyle>
            <a:lvl1pPr marL="8466" indent="0" algn="ctr">
              <a:tabLst/>
              <a:defRPr sz="667">
                <a:latin typeface="+mn-lt"/>
              </a:defRPr>
            </a:lvl1pPr>
          </a:lstStyle>
          <a:p>
            <a:r>
              <a:rPr lang="en-US" dirty="0"/>
              <a:t>Click icon to add picture</a:t>
            </a:r>
          </a:p>
        </p:txBody>
      </p:sp>
      <p:sp>
        <p:nvSpPr>
          <p:cNvPr id="29" name="Google Shape;318;p12">
            <a:extLst>
              <a:ext uri="{FF2B5EF4-FFF2-40B4-BE49-F238E27FC236}">
                <a16:creationId xmlns:a16="http://schemas.microsoft.com/office/drawing/2014/main" id="{C801D115-5F86-0B40-8DD7-3F50E3268318}"/>
              </a:ext>
            </a:extLst>
          </p:cNvPr>
          <p:cNvSpPr>
            <a:spLocks noGrp="1"/>
          </p:cNvSpPr>
          <p:nvPr>
            <p:ph type="pic" idx="9"/>
          </p:nvPr>
        </p:nvSpPr>
        <p:spPr>
          <a:xfrm>
            <a:off x="8570323" y="4866927"/>
            <a:ext cx="731600" cy="731600"/>
          </a:xfrm>
          <a:prstGeom prst="ellipse">
            <a:avLst/>
          </a:prstGeom>
          <a:noFill/>
          <a:ln w="25400" cap="flat" cmpd="sng">
            <a:solidFill>
              <a:schemeClr val="dk2"/>
            </a:solidFill>
            <a:prstDash val="solid"/>
            <a:round/>
            <a:headEnd type="none" w="sm" len="sm"/>
            <a:tailEnd type="none" w="sm" len="sm"/>
          </a:ln>
        </p:spPr>
        <p:txBody>
          <a:bodyPr anchor="ctr"/>
          <a:lstStyle>
            <a:lvl1pPr marL="8466" indent="0" algn="ctr">
              <a:tabLst/>
              <a:defRPr sz="667">
                <a:latin typeface="+mn-lt"/>
              </a:defRPr>
            </a:lvl1pPr>
          </a:lstStyle>
          <a:p>
            <a:r>
              <a:rPr lang="en-US" dirty="0"/>
              <a:t>Click icon to add picture</a:t>
            </a:r>
          </a:p>
        </p:txBody>
      </p:sp>
      <p:sp>
        <p:nvSpPr>
          <p:cNvPr id="30" name="Google Shape;319;p12">
            <a:extLst>
              <a:ext uri="{FF2B5EF4-FFF2-40B4-BE49-F238E27FC236}">
                <a16:creationId xmlns:a16="http://schemas.microsoft.com/office/drawing/2014/main" id="{91BC097B-E7FF-FB4F-8AC7-59F908B6EA39}"/>
              </a:ext>
            </a:extLst>
          </p:cNvPr>
          <p:cNvSpPr>
            <a:spLocks noGrp="1"/>
          </p:cNvSpPr>
          <p:nvPr>
            <p:ph type="pic" idx="13"/>
          </p:nvPr>
        </p:nvSpPr>
        <p:spPr>
          <a:xfrm>
            <a:off x="6680563" y="4866927"/>
            <a:ext cx="731600" cy="731600"/>
          </a:xfrm>
          <a:prstGeom prst="ellipse">
            <a:avLst/>
          </a:prstGeom>
          <a:noFill/>
          <a:ln w="25400" cap="flat" cmpd="sng">
            <a:solidFill>
              <a:schemeClr val="dk2"/>
            </a:solidFill>
            <a:prstDash val="solid"/>
            <a:round/>
            <a:headEnd type="none" w="sm" len="sm"/>
            <a:tailEnd type="none" w="sm" len="sm"/>
          </a:ln>
        </p:spPr>
        <p:txBody>
          <a:bodyPr anchor="ctr"/>
          <a:lstStyle>
            <a:lvl1pPr marL="8466" indent="0" algn="ctr">
              <a:tabLst/>
              <a:defRPr sz="667">
                <a:latin typeface="+mn-lt"/>
              </a:defRPr>
            </a:lvl1pPr>
          </a:lstStyle>
          <a:p>
            <a:r>
              <a:rPr lang="en-US" dirty="0"/>
              <a:t>Click icon to add picture</a:t>
            </a:r>
          </a:p>
        </p:txBody>
      </p:sp>
      <p:sp>
        <p:nvSpPr>
          <p:cNvPr id="31" name="Google Shape;320;p12">
            <a:extLst>
              <a:ext uri="{FF2B5EF4-FFF2-40B4-BE49-F238E27FC236}">
                <a16:creationId xmlns:a16="http://schemas.microsoft.com/office/drawing/2014/main" id="{DE8533AA-60B2-664E-A551-99FABFF2776C}"/>
              </a:ext>
            </a:extLst>
          </p:cNvPr>
          <p:cNvSpPr>
            <a:spLocks noGrp="1"/>
          </p:cNvSpPr>
          <p:nvPr>
            <p:ph type="pic" idx="14"/>
          </p:nvPr>
        </p:nvSpPr>
        <p:spPr>
          <a:xfrm>
            <a:off x="4790803" y="4866927"/>
            <a:ext cx="731600" cy="731600"/>
          </a:xfrm>
          <a:prstGeom prst="ellipse">
            <a:avLst/>
          </a:prstGeom>
          <a:noFill/>
          <a:ln w="25400" cap="flat" cmpd="sng">
            <a:solidFill>
              <a:schemeClr val="dk2"/>
            </a:solidFill>
            <a:prstDash val="solid"/>
            <a:round/>
            <a:headEnd type="none" w="sm" len="sm"/>
            <a:tailEnd type="none" w="sm" len="sm"/>
          </a:ln>
        </p:spPr>
        <p:txBody>
          <a:bodyPr anchor="ctr"/>
          <a:lstStyle>
            <a:lvl1pPr marL="8466" indent="0" algn="ctr">
              <a:tabLst/>
              <a:defRPr sz="667">
                <a:latin typeface="+mn-lt"/>
              </a:defRPr>
            </a:lvl1pPr>
          </a:lstStyle>
          <a:p>
            <a:r>
              <a:rPr lang="en-US" dirty="0"/>
              <a:t>Click icon to add picture</a:t>
            </a:r>
          </a:p>
        </p:txBody>
      </p:sp>
      <p:sp>
        <p:nvSpPr>
          <p:cNvPr id="32" name="Google Shape;321;p12">
            <a:extLst>
              <a:ext uri="{FF2B5EF4-FFF2-40B4-BE49-F238E27FC236}">
                <a16:creationId xmlns:a16="http://schemas.microsoft.com/office/drawing/2014/main" id="{7FD1308A-50ED-D140-B6E7-B1465BCC4F74}"/>
              </a:ext>
            </a:extLst>
          </p:cNvPr>
          <p:cNvSpPr>
            <a:spLocks noGrp="1"/>
          </p:cNvSpPr>
          <p:nvPr>
            <p:ph type="pic" idx="15"/>
          </p:nvPr>
        </p:nvSpPr>
        <p:spPr>
          <a:xfrm>
            <a:off x="2901043" y="4866927"/>
            <a:ext cx="731600" cy="731600"/>
          </a:xfrm>
          <a:prstGeom prst="ellipse">
            <a:avLst/>
          </a:prstGeom>
          <a:noFill/>
          <a:ln w="25400" cap="flat" cmpd="sng">
            <a:solidFill>
              <a:schemeClr val="dk2"/>
            </a:solidFill>
            <a:prstDash val="solid"/>
            <a:round/>
            <a:headEnd type="none" w="sm" len="sm"/>
            <a:tailEnd type="none" w="sm" len="sm"/>
          </a:ln>
        </p:spPr>
        <p:txBody>
          <a:bodyPr anchor="ctr"/>
          <a:lstStyle>
            <a:lvl1pPr marL="8466" indent="0" algn="ctr">
              <a:tabLst/>
              <a:defRPr sz="667">
                <a:latin typeface="+mn-lt"/>
              </a:defRPr>
            </a:lvl1pPr>
          </a:lstStyle>
          <a:p>
            <a:r>
              <a:rPr lang="en-US" dirty="0"/>
              <a:t>Click icon to add picture</a:t>
            </a:r>
          </a:p>
        </p:txBody>
      </p:sp>
      <p:sp>
        <p:nvSpPr>
          <p:cNvPr id="33" name="Google Shape;322;p12">
            <a:extLst>
              <a:ext uri="{FF2B5EF4-FFF2-40B4-BE49-F238E27FC236}">
                <a16:creationId xmlns:a16="http://schemas.microsoft.com/office/drawing/2014/main" id="{65C3AF66-580F-F647-B942-359C4EC2E1F0}"/>
              </a:ext>
            </a:extLst>
          </p:cNvPr>
          <p:cNvSpPr>
            <a:spLocks noGrp="1"/>
          </p:cNvSpPr>
          <p:nvPr>
            <p:ph type="pic" idx="16"/>
          </p:nvPr>
        </p:nvSpPr>
        <p:spPr>
          <a:xfrm>
            <a:off x="1011283" y="4866927"/>
            <a:ext cx="731600" cy="731600"/>
          </a:xfrm>
          <a:prstGeom prst="ellipse">
            <a:avLst/>
          </a:prstGeom>
          <a:noFill/>
          <a:ln w="25400" cap="flat" cmpd="sng">
            <a:solidFill>
              <a:schemeClr val="dk2"/>
            </a:solidFill>
            <a:prstDash val="solid"/>
            <a:round/>
            <a:headEnd type="none" w="sm" len="sm"/>
            <a:tailEnd type="none" w="sm" len="sm"/>
          </a:ln>
        </p:spPr>
        <p:txBody>
          <a:bodyPr anchor="ctr"/>
          <a:lstStyle>
            <a:lvl1pPr marL="8466" indent="0" algn="ctr">
              <a:tabLst/>
              <a:defRPr sz="667">
                <a:latin typeface="+mn-lt"/>
              </a:defRPr>
            </a:lvl1pPr>
          </a:lstStyle>
          <a:p>
            <a:r>
              <a:rPr lang="en-US" dirty="0"/>
              <a:t>Click icon to add picture</a:t>
            </a:r>
          </a:p>
        </p:txBody>
      </p:sp>
      <p:grpSp>
        <p:nvGrpSpPr>
          <p:cNvPr id="34" name="Group 33">
            <a:extLst>
              <a:ext uri="{FF2B5EF4-FFF2-40B4-BE49-F238E27FC236}">
                <a16:creationId xmlns:a16="http://schemas.microsoft.com/office/drawing/2014/main" id="{ECCF082E-6BAE-7F4F-841E-1362105954AE}"/>
              </a:ext>
            </a:extLst>
          </p:cNvPr>
          <p:cNvGrpSpPr/>
          <p:nvPr/>
        </p:nvGrpSpPr>
        <p:grpSpPr>
          <a:xfrm>
            <a:off x="1" y="6814800"/>
            <a:ext cx="12179567" cy="43200"/>
            <a:chOff x="0" y="5111100"/>
            <a:chExt cx="9134675" cy="32400"/>
          </a:xfrm>
        </p:grpSpPr>
        <p:sp>
          <p:nvSpPr>
            <p:cNvPr id="35" name="Google Shape;455;p14">
              <a:extLst>
                <a:ext uri="{FF2B5EF4-FFF2-40B4-BE49-F238E27FC236}">
                  <a16:creationId xmlns:a16="http://schemas.microsoft.com/office/drawing/2014/main" id="{83446047-E1B5-5B4F-8862-AAA8FCF12C4A}"/>
                </a:ext>
              </a:extLst>
            </p:cNvPr>
            <p:cNvSpPr/>
            <p:nvPr/>
          </p:nvSpPr>
          <p:spPr>
            <a:xfrm>
              <a:off x="8939030"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36" name="Google Shape;456;p14">
              <a:extLst>
                <a:ext uri="{FF2B5EF4-FFF2-40B4-BE49-F238E27FC236}">
                  <a16:creationId xmlns:a16="http://schemas.microsoft.com/office/drawing/2014/main" id="{532D645C-0DD4-AF47-B18B-CB784A769DE3}"/>
                </a:ext>
              </a:extLst>
            </p:cNvPr>
            <p:cNvSpPr/>
            <p:nvPr/>
          </p:nvSpPr>
          <p:spPr>
            <a:xfrm>
              <a:off x="899344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37" name="Google Shape;457;p14">
              <a:extLst>
                <a:ext uri="{FF2B5EF4-FFF2-40B4-BE49-F238E27FC236}">
                  <a16:creationId xmlns:a16="http://schemas.microsoft.com/office/drawing/2014/main" id="{0540B594-48ED-E641-91CB-FC65C7D2B98F}"/>
                </a:ext>
              </a:extLst>
            </p:cNvPr>
            <p:cNvSpPr/>
            <p:nvPr/>
          </p:nvSpPr>
          <p:spPr>
            <a:xfrm>
              <a:off x="910227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38" name="Google Shape;458;p14">
              <a:extLst>
                <a:ext uri="{FF2B5EF4-FFF2-40B4-BE49-F238E27FC236}">
                  <a16:creationId xmlns:a16="http://schemas.microsoft.com/office/drawing/2014/main" id="{ED03556B-D95D-F84D-9987-8FECB4B18615}"/>
                </a:ext>
              </a:extLst>
            </p:cNvPr>
            <p:cNvSpPr/>
            <p:nvPr/>
          </p:nvSpPr>
          <p:spPr>
            <a:xfrm>
              <a:off x="888461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39" name="Google Shape;459;p14">
              <a:extLst>
                <a:ext uri="{FF2B5EF4-FFF2-40B4-BE49-F238E27FC236}">
                  <a16:creationId xmlns:a16="http://schemas.microsoft.com/office/drawing/2014/main" id="{CAF6F568-8CBD-F64D-92D0-B573829D4B2C}"/>
                </a:ext>
              </a:extLst>
            </p:cNvPr>
            <p:cNvSpPr/>
            <p:nvPr/>
          </p:nvSpPr>
          <p:spPr>
            <a:xfrm>
              <a:off x="0" y="5112281"/>
              <a:ext cx="8862600" cy="31200"/>
            </a:xfrm>
            <a:prstGeom prst="roundRect">
              <a:avLst>
                <a:gd name="adj" fmla="val 16667"/>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40" name="Google Shape;457;p14">
              <a:extLst>
                <a:ext uri="{FF2B5EF4-FFF2-40B4-BE49-F238E27FC236}">
                  <a16:creationId xmlns:a16="http://schemas.microsoft.com/office/drawing/2014/main" id="{977F15A5-13A2-9E47-8805-D237F7FB89A3}"/>
                </a:ext>
              </a:extLst>
            </p:cNvPr>
            <p:cNvSpPr/>
            <p:nvPr/>
          </p:nvSpPr>
          <p:spPr>
            <a:xfrm>
              <a:off x="9047860"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grpSp>
      <p:sp>
        <p:nvSpPr>
          <p:cNvPr id="41" name="Text Placeholder 4">
            <a:extLst>
              <a:ext uri="{FF2B5EF4-FFF2-40B4-BE49-F238E27FC236}">
                <a16:creationId xmlns:a16="http://schemas.microsoft.com/office/drawing/2014/main" id="{9EF86081-628F-0841-89C1-66883A649809}"/>
              </a:ext>
            </a:extLst>
          </p:cNvPr>
          <p:cNvSpPr>
            <a:spLocks noGrp="1"/>
          </p:cNvSpPr>
          <p:nvPr>
            <p:ph type="body" sz="quarter" idx="44"/>
          </p:nvPr>
        </p:nvSpPr>
        <p:spPr>
          <a:xfrm>
            <a:off x="527051" y="1591469"/>
            <a:ext cx="331789" cy="244000"/>
          </a:xfrm>
          <a:prstGeom prst="rect">
            <a:avLst/>
          </a:prstGeom>
        </p:spPr>
        <p:txBody>
          <a:bodyPr lIns="0" tIns="0" rIns="0" bIns="0"/>
          <a:lstStyle>
            <a:lvl1pPr marL="8466" marR="0" indent="0" algn="l" rtl="0">
              <a:lnSpc>
                <a:spcPct val="100000"/>
              </a:lnSpc>
              <a:spcBef>
                <a:spcPts val="0"/>
              </a:spcBef>
              <a:spcAft>
                <a:spcPts val="0"/>
              </a:spcAft>
              <a:buClr>
                <a:schemeClr val="accent1"/>
              </a:buClr>
              <a:buSzPts val="900"/>
              <a:buFont typeface="Arial"/>
              <a:buNone/>
              <a:tabLst/>
              <a:defRPr lang="en-US" sz="1200" b="0" i="0" u="none" strike="noStrike" cap="none" dirty="0">
                <a:solidFill>
                  <a:schemeClr val="tx2"/>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42" name="Text Placeholder 4">
            <a:extLst>
              <a:ext uri="{FF2B5EF4-FFF2-40B4-BE49-F238E27FC236}">
                <a16:creationId xmlns:a16="http://schemas.microsoft.com/office/drawing/2014/main" id="{9D920E63-93DA-7D41-A9AB-E105C8FAE2F7}"/>
              </a:ext>
            </a:extLst>
          </p:cNvPr>
          <p:cNvSpPr>
            <a:spLocks noGrp="1"/>
          </p:cNvSpPr>
          <p:nvPr>
            <p:ph type="body" sz="quarter" idx="45"/>
          </p:nvPr>
        </p:nvSpPr>
        <p:spPr>
          <a:xfrm>
            <a:off x="583520" y="5706477"/>
            <a:ext cx="1584800" cy="244000"/>
          </a:xfrm>
          <a:prstGeom prst="rect">
            <a:avLst/>
          </a:prstGeom>
        </p:spPr>
        <p:txBody>
          <a:bodyPr lIns="0" tIns="0" rIns="0" bIns="0"/>
          <a:lstStyle>
            <a:lvl1pPr marL="8466" marR="0" indent="0" algn="ctr" rtl="0">
              <a:lnSpc>
                <a:spcPct val="100000"/>
              </a:lnSpc>
              <a:spcBef>
                <a:spcPts val="0"/>
              </a:spcBef>
              <a:spcAft>
                <a:spcPts val="0"/>
              </a:spcAft>
              <a:buClr>
                <a:srgbClr val="BF9000"/>
              </a:buClr>
              <a:buSzPts val="900"/>
              <a:buFont typeface="Arial"/>
              <a:buNone/>
              <a:tabLst/>
              <a:defRPr lang="en-US" sz="1200" b="0" i="0" u="none" strike="noStrike" cap="none" dirty="0">
                <a:solidFill>
                  <a:schemeClr val="accent4">
                    <a:lumMod val="75000"/>
                  </a:schemeClr>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43" name="Text Placeholder 4">
            <a:extLst>
              <a:ext uri="{FF2B5EF4-FFF2-40B4-BE49-F238E27FC236}">
                <a16:creationId xmlns:a16="http://schemas.microsoft.com/office/drawing/2014/main" id="{90A931A8-95A2-D842-8B33-C731719335D8}"/>
              </a:ext>
            </a:extLst>
          </p:cNvPr>
          <p:cNvSpPr>
            <a:spLocks noGrp="1"/>
          </p:cNvSpPr>
          <p:nvPr>
            <p:ph type="body" sz="quarter" idx="46"/>
          </p:nvPr>
        </p:nvSpPr>
        <p:spPr>
          <a:xfrm>
            <a:off x="583520" y="5930711"/>
            <a:ext cx="1584800" cy="244000"/>
          </a:xfrm>
          <a:prstGeom prst="rect">
            <a:avLst/>
          </a:prstGeom>
        </p:spPr>
        <p:txBody>
          <a:bodyPr lIns="0" tIns="0" rIns="0" bIns="0"/>
          <a:lstStyle>
            <a:lvl1pPr marL="8466" marR="0" indent="0" algn="ctr" rtl="0">
              <a:lnSpc>
                <a:spcPct val="100000"/>
              </a:lnSpc>
              <a:spcBef>
                <a:spcPts val="0"/>
              </a:spcBef>
              <a:spcAft>
                <a:spcPts val="0"/>
              </a:spcAft>
              <a:buClr>
                <a:schemeClr val="dk1"/>
              </a:buClr>
              <a:buSzPts val="800"/>
              <a:buFont typeface="Arial"/>
              <a:buNone/>
              <a:tabLst/>
              <a:defRPr lang="en-US" sz="1067"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44" name="Text Placeholder 4">
            <a:extLst>
              <a:ext uri="{FF2B5EF4-FFF2-40B4-BE49-F238E27FC236}">
                <a16:creationId xmlns:a16="http://schemas.microsoft.com/office/drawing/2014/main" id="{E0DBD48D-C122-744D-B337-FFC71C7E0EF0}"/>
              </a:ext>
            </a:extLst>
          </p:cNvPr>
          <p:cNvSpPr>
            <a:spLocks noGrp="1"/>
          </p:cNvSpPr>
          <p:nvPr>
            <p:ph type="body" sz="quarter" idx="47"/>
          </p:nvPr>
        </p:nvSpPr>
        <p:spPr>
          <a:xfrm>
            <a:off x="527051" y="3368637"/>
            <a:ext cx="331789" cy="244000"/>
          </a:xfrm>
          <a:prstGeom prst="rect">
            <a:avLst/>
          </a:prstGeom>
        </p:spPr>
        <p:txBody>
          <a:bodyPr lIns="0" tIns="0" rIns="0" bIns="0"/>
          <a:lstStyle>
            <a:lvl1pPr marL="8466" marR="0" indent="0" algn="l" rtl="0">
              <a:lnSpc>
                <a:spcPct val="100000"/>
              </a:lnSpc>
              <a:spcBef>
                <a:spcPts val="0"/>
              </a:spcBef>
              <a:spcAft>
                <a:spcPts val="0"/>
              </a:spcAft>
              <a:buClr>
                <a:schemeClr val="accent1"/>
              </a:buClr>
              <a:buSzPts val="900"/>
              <a:buFont typeface="Arial"/>
              <a:buNone/>
              <a:tabLst/>
              <a:defRPr lang="en-US" sz="1200" b="0" i="0" u="none" strike="noStrike" cap="none" dirty="0">
                <a:solidFill>
                  <a:schemeClr val="tx2"/>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45" name="Text Placeholder 4">
            <a:extLst>
              <a:ext uri="{FF2B5EF4-FFF2-40B4-BE49-F238E27FC236}">
                <a16:creationId xmlns:a16="http://schemas.microsoft.com/office/drawing/2014/main" id="{84AFC663-05D3-3343-9D7A-6CF8A82A242C}"/>
              </a:ext>
            </a:extLst>
          </p:cNvPr>
          <p:cNvSpPr>
            <a:spLocks noGrp="1"/>
          </p:cNvSpPr>
          <p:nvPr>
            <p:ph type="body" sz="quarter" idx="48"/>
          </p:nvPr>
        </p:nvSpPr>
        <p:spPr>
          <a:xfrm>
            <a:off x="527051" y="5144605"/>
            <a:ext cx="331789" cy="244000"/>
          </a:xfrm>
          <a:prstGeom prst="rect">
            <a:avLst/>
          </a:prstGeom>
        </p:spPr>
        <p:txBody>
          <a:bodyPr lIns="0" tIns="0" rIns="0" bIns="0"/>
          <a:lstStyle>
            <a:lvl1pPr marL="8466" marR="0" indent="0" algn="l" rtl="0">
              <a:lnSpc>
                <a:spcPct val="100000"/>
              </a:lnSpc>
              <a:spcBef>
                <a:spcPts val="0"/>
              </a:spcBef>
              <a:spcAft>
                <a:spcPts val="0"/>
              </a:spcAft>
              <a:buClr>
                <a:schemeClr val="accent1"/>
              </a:buClr>
              <a:buSzPts val="900"/>
              <a:buFont typeface="Arial"/>
              <a:buNone/>
              <a:tabLst/>
              <a:defRPr lang="en-US" sz="1200" b="0" i="0" u="none" strike="noStrike" cap="none" dirty="0">
                <a:solidFill>
                  <a:schemeClr val="tx2"/>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46" name="Text Placeholder 4">
            <a:extLst>
              <a:ext uri="{FF2B5EF4-FFF2-40B4-BE49-F238E27FC236}">
                <a16:creationId xmlns:a16="http://schemas.microsoft.com/office/drawing/2014/main" id="{C41CAB96-1B77-F748-95E0-6894ACF3AAE3}"/>
              </a:ext>
            </a:extLst>
          </p:cNvPr>
          <p:cNvSpPr>
            <a:spLocks noGrp="1"/>
          </p:cNvSpPr>
          <p:nvPr>
            <p:ph type="body" sz="quarter" idx="49"/>
          </p:nvPr>
        </p:nvSpPr>
        <p:spPr>
          <a:xfrm>
            <a:off x="2477225" y="5706477"/>
            <a:ext cx="1584800" cy="244000"/>
          </a:xfrm>
          <a:prstGeom prst="rect">
            <a:avLst/>
          </a:prstGeom>
        </p:spPr>
        <p:txBody>
          <a:bodyPr lIns="0" tIns="0" rIns="0" bIns="0"/>
          <a:lstStyle>
            <a:lvl1pPr marL="8466" marR="0" indent="0" algn="ctr" rtl="0">
              <a:lnSpc>
                <a:spcPct val="100000"/>
              </a:lnSpc>
              <a:spcBef>
                <a:spcPts val="0"/>
              </a:spcBef>
              <a:spcAft>
                <a:spcPts val="0"/>
              </a:spcAft>
              <a:buClr>
                <a:srgbClr val="BF9000"/>
              </a:buClr>
              <a:buSzPts val="900"/>
              <a:buFont typeface="Arial"/>
              <a:buNone/>
              <a:tabLst/>
              <a:defRPr lang="en-US" sz="1200" b="0" i="0" u="none" strike="noStrike" cap="none" dirty="0">
                <a:solidFill>
                  <a:schemeClr val="accent4">
                    <a:lumMod val="75000"/>
                  </a:schemeClr>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47" name="Text Placeholder 4">
            <a:extLst>
              <a:ext uri="{FF2B5EF4-FFF2-40B4-BE49-F238E27FC236}">
                <a16:creationId xmlns:a16="http://schemas.microsoft.com/office/drawing/2014/main" id="{AFD8EBCA-366C-544C-AC75-4F2E19C972C2}"/>
              </a:ext>
            </a:extLst>
          </p:cNvPr>
          <p:cNvSpPr>
            <a:spLocks noGrp="1"/>
          </p:cNvSpPr>
          <p:nvPr>
            <p:ph type="body" sz="quarter" idx="50"/>
          </p:nvPr>
        </p:nvSpPr>
        <p:spPr>
          <a:xfrm>
            <a:off x="2477225" y="5930711"/>
            <a:ext cx="1584800" cy="244000"/>
          </a:xfrm>
          <a:prstGeom prst="rect">
            <a:avLst/>
          </a:prstGeom>
        </p:spPr>
        <p:txBody>
          <a:bodyPr lIns="0" tIns="0" rIns="0" bIns="0"/>
          <a:lstStyle>
            <a:lvl1pPr marL="8466" marR="0" indent="0" algn="ctr" rtl="0">
              <a:lnSpc>
                <a:spcPct val="100000"/>
              </a:lnSpc>
              <a:spcBef>
                <a:spcPts val="0"/>
              </a:spcBef>
              <a:spcAft>
                <a:spcPts val="0"/>
              </a:spcAft>
              <a:buClr>
                <a:schemeClr val="dk1"/>
              </a:buClr>
              <a:buSzPts val="800"/>
              <a:buFont typeface="Arial"/>
              <a:buNone/>
              <a:tabLst/>
              <a:defRPr lang="en-US" sz="1067"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48" name="Text Placeholder 4">
            <a:extLst>
              <a:ext uri="{FF2B5EF4-FFF2-40B4-BE49-F238E27FC236}">
                <a16:creationId xmlns:a16="http://schemas.microsoft.com/office/drawing/2014/main" id="{9C1D9C3B-C4A4-F04F-98D9-BA906799C59B}"/>
              </a:ext>
            </a:extLst>
          </p:cNvPr>
          <p:cNvSpPr>
            <a:spLocks noGrp="1"/>
          </p:cNvSpPr>
          <p:nvPr>
            <p:ph type="body" sz="quarter" idx="51"/>
          </p:nvPr>
        </p:nvSpPr>
        <p:spPr>
          <a:xfrm>
            <a:off x="4366064" y="5706477"/>
            <a:ext cx="1584800" cy="244000"/>
          </a:xfrm>
          <a:prstGeom prst="rect">
            <a:avLst/>
          </a:prstGeom>
        </p:spPr>
        <p:txBody>
          <a:bodyPr lIns="0" tIns="0" rIns="0" bIns="0"/>
          <a:lstStyle>
            <a:lvl1pPr marL="8466" marR="0" indent="0" algn="ctr" rtl="0">
              <a:lnSpc>
                <a:spcPct val="100000"/>
              </a:lnSpc>
              <a:spcBef>
                <a:spcPts val="0"/>
              </a:spcBef>
              <a:spcAft>
                <a:spcPts val="0"/>
              </a:spcAft>
              <a:buClr>
                <a:srgbClr val="BF9000"/>
              </a:buClr>
              <a:buSzPts val="900"/>
              <a:buFont typeface="Arial"/>
              <a:buNone/>
              <a:tabLst/>
              <a:defRPr lang="en-US" sz="1200" b="0" i="0" u="none" strike="noStrike" cap="none" dirty="0">
                <a:solidFill>
                  <a:schemeClr val="accent4">
                    <a:lumMod val="75000"/>
                  </a:schemeClr>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49" name="Text Placeholder 4">
            <a:extLst>
              <a:ext uri="{FF2B5EF4-FFF2-40B4-BE49-F238E27FC236}">
                <a16:creationId xmlns:a16="http://schemas.microsoft.com/office/drawing/2014/main" id="{2930555E-BD4F-D945-AAE1-F00B02AF3097}"/>
              </a:ext>
            </a:extLst>
          </p:cNvPr>
          <p:cNvSpPr>
            <a:spLocks noGrp="1"/>
          </p:cNvSpPr>
          <p:nvPr>
            <p:ph type="body" sz="quarter" idx="52"/>
          </p:nvPr>
        </p:nvSpPr>
        <p:spPr>
          <a:xfrm>
            <a:off x="4366064" y="5930711"/>
            <a:ext cx="1584800" cy="244000"/>
          </a:xfrm>
          <a:prstGeom prst="rect">
            <a:avLst/>
          </a:prstGeom>
        </p:spPr>
        <p:txBody>
          <a:bodyPr lIns="0" tIns="0" rIns="0" bIns="0"/>
          <a:lstStyle>
            <a:lvl1pPr marL="8466" marR="0" indent="0" algn="ctr" rtl="0">
              <a:lnSpc>
                <a:spcPct val="100000"/>
              </a:lnSpc>
              <a:spcBef>
                <a:spcPts val="0"/>
              </a:spcBef>
              <a:spcAft>
                <a:spcPts val="0"/>
              </a:spcAft>
              <a:buClr>
                <a:schemeClr val="dk1"/>
              </a:buClr>
              <a:buSzPts val="800"/>
              <a:buFont typeface="Arial"/>
              <a:buNone/>
              <a:tabLst/>
              <a:defRPr lang="en-US" sz="1067"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50" name="Text Placeholder 4">
            <a:extLst>
              <a:ext uri="{FF2B5EF4-FFF2-40B4-BE49-F238E27FC236}">
                <a16:creationId xmlns:a16="http://schemas.microsoft.com/office/drawing/2014/main" id="{2FE44911-7F58-994F-ACDA-0EBF33B3B0AF}"/>
              </a:ext>
            </a:extLst>
          </p:cNvPr>
          <p:cNvSpPr>
            <a:spLocks noGrp="1"/>
          </p:cNvSpPr>
          <p:nvPr>
            <p:ph type="body" sz="quarter" idx="53"/>
          </p:nvPr>
        </p:nvSpPr>
        <p:spPr>
          <a:xfrm>
            <a:off x="6253975" y="5706477"/>
            <a:ext cx="1584800" cy="244000"/>
          </a:xfrm>
          <a:prstGeom prst="rect">
            <a:avLst/>
          </a:prstGeom>
        </p:spPr>
        <p:txBody>
          <a:bodyPr lIns="0" tIns="0" rIns="0" bIns="0"/>
          <a:lstStyle>
            <a:lvl1pPr marL="8466" marR="0" indent="0" algn="ctr" rtl="0">
              <a:lnSpc>
                <a:spcPct val="100000"/>
              </a:lnSpc>
              <a:spcBef>
                <a:spcPts val="0"/>
              </a:spcBef>
              <a:spcAft>
                <a:spcPts val="0"/>
              </a:spcAft>
              <a:buClr>
                <a:srgbClr val="BF9000"/>
              </a:buClr>
              <a:buSzPts val="900"/>
              <a:buFont typeface="Arial"/>
              <a:buNone/>
              <a:tabLst/>
              <a:defRPr lang="en-US" sz="1200" b="0" i="0" u="none" strike="noStrike" cap="none" dirty="0">
                <a:solidFill>
                  <a:schemeClr val="accent4">
                    <a:lumMod val="75000"/>
                  </a:schemeClr>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51" name="Text Placeholder 4">
            <a:extLst>
              <a:ext uri="{FF2B5EF4-FFF2-40B4-BE49-F238E27FC236}">
                <a16:creationId xmlns:a16="http://schemas.microsoft.com/office/drawing/2014/main" id="{F28AB99B-E217-2748-A6E9-17D1F721931F}"/>
              </a:ext>
            </a:extLst>
          </p:cNvPr>
          <p:cNvSpPr>
            <a:spLocks noGrp="1"/>
          </p:cNvSpPr>
          <p:nvPr>
            <p:ph type="body" sz="quarter" idx="54"/>
          </p:nvPr>
        </p:nvSpPr>
        <p:spPr>
          <a:xfrm>
            <a:off x="6253975" y="5930711"/>
            <a:ext cx="1584800" cy="244000"/>
          </a:xfrm>
          <a:prstGeom prst="rect">
            <a:avLst/>
          </a:prstGeom>
        </p:spPr>
        <p:txBody>
          <a:bodyPr lIns="0" tIns="0" rIns="0" bIns="0"/>
          <a:lstStyle>
            <a:lvl1pPr marL="8466" marR="0" indent="0" algn="ctr" rtl="0">
              <a:lnSpc>
                <a:spcPct val="100000"/>
              </a:lnSpc>
              <a:spcBef>
                <a:spcPts val="0"/>
              </a:spcBef>
              <a:spcAft>
                <a:spcPts val="0"/>
              </a:spcAft>
              <a:buClr>
                <a:schemeClr val="dk1"/>
              </a:buClr>
              <a:buSzPts val="800"/>
              <a:buFont typeface="Arial"/>
              <a:buNone/>
              <a:tabLst/>
              <a:defRPr lang="en-US" sz="1067"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52" name="Text Placeholder 4">
            <a:extLst>
              <a:ext uri="{FF2B5EF4-FFF2-40B4-BE49-F238E27FC236}">
                <a16:creationId xmlns:a16="http://schemas.microsoft.com/office/drawing/2014/main" id="{AD8560C1-7CD5-0543-8DA1-EC859B55EA01}"/>
              </a:ext>
            </a:extLst>
          </p:cNvPr>
          <p:cNvSpPr>
            <a:spLocks noGrp="1"/>
          </p:cNvSpPr>
          <p:nvPr>
            <p:ph type="body" sz="quarter" idx="55"/>
          </p:nvPr>
        </p:nvSpPr>
        <p:spPr>
          <a:xfrm>
            <a:off x="8143741" y="5706477"/>
            <a:ext cx="1584800" cy="244000"/>
          </a:xfrm>
          <a:prstGeom prst="rect">
            <a:avLst/>
          </a:prstGeom>
        </p:spPr>
        <p:txBody>
          <a:bodyPr lIns="0" tIns="0" rIns="0" bIns="0"/>
          <a:lstStyle>
            <a:lvl1pPr marL="8466" marR="0" indent="0" algn="ctr" rtl="0">
              <a:lnSpc>
                <a:spcPct val="100000"/>
              </a:lnSpc>
              <a:spcBef>
                <a:spcPts val="0"/>
              </a:spcBef>
              <a:spcAft>
                <a:spcPts val="0"/>
              </a:spcAft>
              <a:buClr>
                <a:srgbClr val="BF9000"/>
              </a:buClr>
              <a:buSzPts val="900"/>
              <a:buFont typeface="Arial"/>
              <a:buNone/>
              <a:tabLst/>
              <a:defRPr lang="en-US" sz="1200" b="0" i="0" u="none" strike="noStrike" cap="none" dirty="0">
                <a:solidFill>
                  <a:schemeClr val="accent4">
                    <a:lumMod val="75000"/>
                  </a:schemeClr>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53" name="Text Placeholder 4">
            <a:extLst>
              <a:ext uri="{FF2B5EF4-FFF2-40B4-BE49-F238E27FC236}">
                <a16:creationId xmlns:a16="http://schemas.microsoft.com/office/drawing/2014/main" id="{1635BEBD-09D1-7140-BF18-5CEB3EAB8311}"/>
              </a:ext>
            </a:extLst>
          </p:cNvPr>
          <p:cNvSpPr>
            <a:spLocks noGrp="1"/>
          </p:cNvSpPr>
          <p:nvPr>
            <p:ph type="body" sz="quarter" idx="56"/>
          </p:nvPr>
        </p:nvSpPr>
        <p:spPr>
          <a:xfrm>
            <a:off x="8143741" y="5930711"/>
            <a:ext cx="1584800" cy="244000"/>
          </a:xfrm>
          <a:prstGeom prst="rect">
            <a:avLst/>
          </a:prstGeom>
        </p:spPr>
        <p:txBody>
          <a:bodyPr lIns="0" tIns="0" rIns="0" bIns="0"/>
          <a:lstStyle>
            <a:lvl1pPr marL="8466" marR="0" indent="0" algn="ctr" rtl="0">
              <a:lnSpc>
                <a:spcPct val="100000"/>
              </a:lnSpc>
              <a:spcBef>
                <a:spcPts val="0"/>
              </a:spcBef>
              <a:spcAft>
                <a:spcPts val="0"/>
              </a:spcAft>
              <a:buClr>
                <a:schemeClr val="dk1"/>
              </a:buClr>
              <a:buSzPts val="800"/>
              <a:buFont typeface="Arial"/>
              <a:buNone/>
              <a:tabLst/>
              <a:defRPr lang="en-US" sz="1067"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54" name="Text Placeholder 4">
            <a:extLst>
              <a:ext uri="{FF2B5EF4-FFF2-40B4-BE49-F238E27FC236}">
                <a16:creationId xmlns:a16="http://schemas.microsoft.com/office/drawing/2014/main" id="{BAF4A565-CF0C-BA40-84DE-B3E541B6799B}"/>
              </a:ext>
            </a:extLst>
          </p:cNvPr>
          <p:cNvSpPr>
            <a:spLocks noGrp="1"/>
          </p:cNvSpPr>
          <p:nvPr>
            <p:ph type="body" sz="quarter" idx="57"/>
          </p:nvPr>
        </p:nvSpPr>
        <p:spPr>
          <a:xfrm>
            <a:off x="10047936" y="5706477"/>
            <a:ext cx="1584800" cy="244000"/>
          </a:xfrm>
          <a:prstGeom prst="rect">
            <a:avLst/>
          </a:prstGeom>
        </p:spPr>
        <p:txBody>
          <a:bodyPr lIns="0" tIns="0" rIns="0" bIns="0"/>
          <a:lstStyle>
            <a:lvl1pPr marL="8466" marR="0" indent="0" algn="ctr" rtl="0">
              <a:lnSpc>
                <a:spcPct val="100000"/>
              </a:lnSpc>
              <a:spcBef>
                <a:spcPts val="0"/>
              </a:spcBef>
              <a:spcAft>
                <a:spcPts val="0"/>
              </a:spcAft>
              <a:buClr>
                <a:srgbClr val="BF9000"/>
              </a:buClr>
              <a:buSzPts val="900"/>
              <a:buFont typeface="Arial"/>
              <a:buNone/>
              <a:tabLst/>
              <a:defRPr lang="en-US" sz="1200" b="0" i="0" u="none" strike="noStrike" cap="none" dirty="0">
                <a:solidFill>
                  <a:schemeClr val="accent4">
                    <a:lumMod val="75000"/>
                  </a:schemeClr>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55" name="Text Placeholder 4">
            <a:extLst>
              <a:ext uri="{FF2B5EF4-FFF2-40B4-BE49-F238E27FC236}">
                <a16:creationId xmlns:a16="http://schemas.microsoft.com/office/drawing/2014/main" id="{E518EABA-BDF3-2841-9530-6FF48CE92294}"/>
              </a:ext>
            </a:extLst>
          </p:cNvPr>
          <p:cNvSpPr>
            <a:spLocks noGrp="1"/>
          </p:cNvSpPr>
          <p:nvPr>
            <p:ph type="body" sz="quarter" idx="58"/>
          </p:nvPr>
        </p:nvSpPr>
        <p:spPr>
          <a:xfrm>
            <a:off x="10047936" y="5930711"/>
            <a:ext cx="1584800" cy="244000"/>
          </a:xfrm>
          <a:prstGeom prst="rect">
            <a:avLst/>
          </a:prstGeom>
        </p:spPr>
        <p:txBody>
          <a:bodyPr lIns="0" tIns="0" rIns="0" bIns="0"/>
          <a:lstStyle>
            <a:lvl1pPr marL="8466" marR="0" indent="0" algn="ctr" rtl="0">
              <a:lnSpc>
                <a:spcPct val="100000"/>
              </a:lnSpc>
              <a:spcBef>
                <a:spcPts val="0"/>
              </a:spcBef>
              <a:spcAft>
                <a:spcPts val="0"/>
              </a:spcAft>
              <a:buClr>
                <a:schemeClr val="dk1"/>
              </a:buClr>
              <a:buSzPts val="800"/>
              <a:buFont typeface="Arial"/>
              <a:buNone/>
              <a:tabLst/>
              <a:defRPr lang="en-US" sz="1067"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56" name="Text Placeholder 4">
            <a:extLst>
              <a:ext uri="{FF2B5EF4-FFF2-40B4-BE49-F238E27FC236}">
                <a16:creationId xmlns:a16="http://schemas.microsoft.com/office/drawing/2014/main" id="{6830A616-03C0-FA4C-883F-BB347991F07B}"/>
              </a:ext>
            </a:extLst>
          </p:cNvPr>
          <p:cNvSpPr>
            <a:spLocks noGrp="1"/>
          </p:cNvSpPr>
          <p:nvPr>
            <p:ph type="body" sz="quarter" idx="59"/>
          </p:nvPr>
        </p:nvSpPr>
        <p:spPr>
          <a:xfrm>
            <a:off x="2839591" y="3173300"/>
            <a:ext cx="1219200" cy="244000"/>
          </a:xfrm>
          <a:prstGeom prst="rect">
            <a:avLst/>
          </a:prstGeom>
        </p:spPr>
        <p:txBody>
          <a:bodyPr lIns="0" tIns="0" rIns="0" bIns="0"/>
          <a:lstStyle>
            <a:lvl1pPr marL="8466" marR="0" indent="0" algn="l" rtl="0">
              <a:lnSpc>
                <a:spcPct val="100000"/>
              </a:lnSpc>
              <a:spcBef>
                <a:spcPts val="0"/>
              </a:spcBef>
              <a:spcAft>
                <a:spcPts val="0"/>
              </a:spcAft>
              <a:buClr>
                <a:schemeClr val="accent3"/>
              </a:buClr>
              <a:buSzPts val="900"/>
              <a:buFont typeface="Arial"/>
              <a:buNone/>
              <a:tabLst/>
              <a:defRPr lang="en-US" sz="1200" b="0" i="0" u="none" strike="noStrike" cap="none" dirty="0">
                <a:solidFill>
                  <a:schemeClr val="accent3"/>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57" name="Text Placeholder 4">
            <a:extLst>
              <a:ext uri="{FF2B5EF4-FFF2-40B4-BE49-F238E27FC236}">
                <a16:creationId xmlns:a16="http://schemas.microsoft.com/office/drawing/2014/main" id="{74E393E2-79F9-B940-B9CB-F46176DF03F2}"/>
              </a:ext>
            </a:extLst>
          </p:cNvPr>
          <p:cNvSpPr>
            <a:spLocks noGrp="1"/>
          </p:cNvSpPr>
          <p:nvPr>
            <p:ph type="body" sz="quarter" idx="60"/>
          </p:nvPr>
        </p:nvSpPr>
        <p:spPr>
          <a:xfrm>
            <a:off x="2839591" y="3397533"/>
            <a:ext cx="1219200" cy="244000"/>
          </a:xfrm>
          <a:prstGeom prst="rect">
            <a:avLst/>
          </a:prstGeom>
        </p:spPr>
        <p:txBody>
          <a:bodyPr lIns="0" tIns="0" rIns="0" bIns="0"/>
          <a:lstStyle>
            <a:lvl1pPr marL="8466" marR="0" indent="0" algn="l" rtl="0">
              <a:lnSpc>
                <a:spcPct val="100000"/>
              </a:lnSpc>
              <a:spcBef>
                <a:spcPts val="0"/>
              </a:spcBef>
              <a:spcAft>
                <a:spcPts val="0"/>
              </a:spcAft>
              <a:buClr>
                <a:schemeClr val="dk1"/>
              </a:buClr>
              <a:buSzPts val="800"/>
              <a:buFont typeface="Arial"/>
              <a:buNone/>
              <a:tabLst/>
              <a:defRPr lang="en-US" sz="1067"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58" name="Text Placeholder 4">
            <a:extLst>
              <a:ext uri="{FF2B5EF4-FFF2-40B4-BE49-F238E27FC236}">
                <a16:creationId xmlns:a16="http://schemas.microsoft.com/office/drawing/2014/main" id="{77E487EB-649F-E848-8253-28FD65A19C40}"/>
              </a:ext>
            </a:extLst>
          </p:cNvPr>
          <p:cNvSpPr>
            <a:spLocks noGrp="1"/>
          </p:cNvSpPr>
          <p:nvPr>
            <p:ph type="body" sz="quarter" idx="61"/>
          </p:nvPr>
        </p:nvSpPr>
        <p:spPr>
          <a:xfrm>
            <a:off x="6636108" y="3173300"/>
            <a:ext cx="1219200" cy="244000"/>
          </a:xfrm>
          <a:prstGeom prst="rect">
            <a:avLst/>
          </a:prstGeom>
        </p:spPr>
        <p:txBody>
          <a:bodyPr lIns="0" tIns="0" rIns="0" bIns="0"/>
          <a:lstStyle>
            <a:lvl1pPr marL="8466" marR="0" indent="0" algn="l" rtl="0">
              <a:lnSpc>
                <a:spcPct val="100000"/>
              </a:lnSpc>
              <a:spcBef>
                <a:spcPts val="0"/>
              </a:spcBef>
              <a:spcAft>
                <a:spcPts val="0"/>
              </a:spcAft>
              <a:buClr>
                <a:schemeClr val="accent3"/>
              </a:buClr>
              <a:buSzPts val="900"/>
              <a:buFont typeface="Arial"/>
              <a:buNone/>
              <a:tabLst/>
              <a:defRPr lang="en-US" sz="1200" b="0" i="0" u="none" strike="noStrike" cap="none" dirty="0">
                <a:solidFill>
                  <a:schemeClr val="accent3"/>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59" name="Text Placeholder 4">
            <a:extLst>
              <a:ext uri="{FF2B5EF4-FFF2-40B4-BE49-F238E27FC236}">
                <a16:creationId xmlns:a16="http://schemas.microsoft.com/office/drawing/2014/main" id="{1C99CD36-7DD9-1948-82E9-5554DA2D51A2}"/>
              </a:ext>
            </a:extLst>
          </p:cNvPr>
          <p:cNvSpPr>
            <a:spLocks noGrp="1"/>
          </p:cNvSpPr>
          <p:nvPr>
            <p:ph type="body" sz="quarter" idx="62"/>
          </p:nvPr>
        </p:nvSpPr>
        <p:spPr>
          <a:xfrm>
            <a:off x="6636108" y="3397533"/>
            <a:ext cx="1219200" cy="244000"/>
          </a:xfrm>
          <a:prstGeom prst="rect">
            <a:avLst/>
          </a:prstGeom>
        </p:spPr>
        <p:txBody>
          <a:bodyPr lIns="0" tIns="0" rIns="0" bIns="0"/>
          <a:lstStyle>
            <a:lvl1pPr marL="8466" marR="0" indent="0" algn="l" rtl="0">
              <a:lnSpc>
                <a:spcPct val="100000"/>
              </a:lnSpc>
              <a:spcBef>
                <a:spcPts val="0"/>
              </a:spcBef>
              <a:spcAft>
                <a:spcPts val="0"/>
              </a:spcAft>
              <a:buClr>
                <a:schemeClr val="dk1"/>
              </a:buClr>
              <a:buSzPts val="800"/>
              <a:buFont typeface="Arial"/>
              <a:buNone/>
              <a:tabLst/>
              <a:defRPr lang="en-US" sz="1067"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60" name="Text Placeholder 4">
            <a:extLst>
              <a:ext uri="{FF2B5EF4-FFF2-40B4-BE49-F238E27FC236}">
                <a16:creationId xmlns:a16="http://schemas.microsoft.com/office/drawing/2014/main" id="{0DF56BF3-0184-8D4A-8CF0-C698F1E804E5}"/>
              </a:ext>
            </a:extLst>
          </p:cNvPr>
          <p:cNvSpPr>
            <a:spLocks noGrp="1"/>
          </p:cNvSpPr>
          <p:nvPr>
            <p:ph type="body" sz="quarter" idx="63"/>
          </p:nvPr>
        </p:nvSpPr>
        <p:spPr>
          <a:xfrm>
            <a:off x="10399168" y="3173300"/>
            <a:ext cx="1219200" cy="244000"/>
          </a:xfrm>
          <a:prstGeom prst="rect">
            <a:avLst/>
          </a:prstGeom>
        </p:spPr>
        <p:txBody>
          <a:bodyPr lIns="0" tIns="0" rIns="0" bIns="0"/>
          <a:lstStyle>
            <a:lvl1pPr marL="8466" marR="0" indent="0" algn="l" rtl="0">
              <a:lnSpc>
                <a:spcPct val="100000"/>
              </a:lnSpc>
              <a:spcBef>
                <a:spcPts val="0"/>
              </a:spcBef>
              <a:spcAft>
                <a:spcPts val="0"/>
              </a:spcAft>
              <a:buClr>
                <a:schemeClr val="accent3"/>
              </a:buClr>
              <a:buSzPts val="900"/>
              <a:buFont typeface="Arial"/>
              <a:buNone/>
              <a:tabLst/>
              <a:defRPr lang="en-US" sz="1200" b="0" i="0" u="none" strike="noStrike" cap="none" dirty="0">
                <a:solidFill>
                  <a:schemeClr val="accent3"/>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61" name="Text Placeholder 4">
            <a:extLst>
              <a:ext uri="{FF2B5EF4-FFF2-40B4-BE49-F238E27FC236}">
                <a16:creationId xmlns:a16="http://schemas.microsoft.com/office/drawing/2014/main" id="{072B870B-74D0-5C42-ABD4-BAB687B2D3FE}"/>
              </a:ext>
            </a:extLst>
          </p:cNvPr>
          <p:cNvSpPr>
            <a:spLocks noGrp="1"/>
          </p:cNvSpPr>
          <p:nvPr>
            <p:ph type="body" sz="quarter" idx="64"/>
          </p:nvPr>
        </p:nvSpPr>
        <p:spPr>
          <a:xfrm>
            <a:off x="10399168" y="3397533"/>
            <a:ext cx="1219200" cy="244000"/>
          </a:xfrm>
          <a:prstGeom prst="rect">
            <a:avLst/>
          </a:prstGeom>
        </p:spPr>
        <p:txBody>
          <a:bodyPr lIns="0" tIns="0" rIns="0" bIns="0"/>
          <a:lstStyle>
            <a:lvl1pPr marL="8466" marR="0" indent="0" algn="l" rtl="0">
              <a:lnSpc>
                <a:spcPct val="100000"/>
              </a:lnSpc>
              <a:spcBef>
                <a:spcPts val="0"/>
              </a:spcBef>
              <a:spcAft>
                <a:spcPts val="0"/>
              </a:spcAft>
              <a:buClr>
                <a:schemeClr val="dk1"/>
              </a:buClr>
              <a:buSzPts val="800"/>
              <a:buFont typeface="Arial"/>
              <a:buNone/>
              <a:tabLst/>
              <a:defRPr lang="en-US" sz="1067"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62" name="Text Placeholder 4">
            <a:extLst>
              <a:ext uri="{FF2B5EF4-FFF2-40B4-BE49-F238E27FC236}">
                <a16:creationId xmlns:a16="http://schemas.microsoft.com/office/drawing/2014/main" id="{2ECE5E76-519F-744C-B7A0-C1A282EEF1E4}"/>
              </a:ext>
            </a:extLst>
          </p:cNvPr>
          <p:cNvSpPr>
            <a:spLocks noGrp="1"/>
          </p:cNvSpPr>
          <p:nvPr>
            <p:ph type="body" sz="quarter" idx="65"/>
          </p:nvPr>
        </p:nvSpPr>
        <p:spPr>
          <a:xfrm>
            <a:off x="6636108" y="1389644"/>
            <a:ext cx="1828800" cy="244000"/>
          </a:xfrm>
          <a:prstGeom prst="rect">
            <a:avLst/>
          </a:prstGeom>
        </p:spPr>
        <p:txBody>
          <a:bodyPr lIns="0" tIns="0" rIns="0" bIns="0"/>
          <a:lstStyle>
            <a:lvl1pPr marL="8466" marR="0" indent="0" algn="l" rtl="0">
              <a:lnSpc>
                <a:spcPct val="100000"/>
              </a:lnSpc>
              <a:spcBef>
                <a:spcPts val="0"/>
              </a:spcBef>
              <a:spcAft>
                <a:spcPts val="0"/>
              </a:spcAft>
              <a:buClr>
                <a:schemeClr val="accent1"/>
              </a:buClr>
              <a:buSzPts val="900"/>
              <a:buFont typeface="Arial"/>
              <a:buNone/>
              <a:tabLst/>
              <a:defRPr lang="en-US" sz="1200"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63" name="Text Placeholder 4">
            <a:extLst>
              <a:ext uri="{FF2B5EF4-FFF2-40B4-BE49-F238E27FC236}">
                <a16:creationId xmlns:a16="http://schemas.microsoft.com/office/drawing/2014/main" id="{0A67C9AC-5ECF-2B4B-8A61-569912357106}"/>
              </a:ext>
            </a:extLst>
          </p:cNvPr>
          <p:cNvSpPr>
            <a:spLocks noGrp="1"/>
          </p:cNvSpPr>
          <p:nvPr>
            <p:ph type="body" sz="quarter" idx="66"/>
          </p:nvPr>
        </p:nvSpPr>
        <p:spPr>
          <a:xfrm>
            <a:off x="6636108" y="1613877"/>
            <a:ext cx="1828800" cy="244000"/>
          </a:xfrm>
          <a:prstGeom prst="rect">
            <a:avLst/>
          </a:prstGeom>
        </p:spPr>
        <p:txBody>
          <a:bodyPr lIns="0" tIns="0" rIns="0" bIns="0"/>
          <a:lstStyle>
            <a:lvl1pPr marL="8466" marR="0" indent="0" algn="l" rtl="0">
              <a:lnSpc>
                <a:spcPct val="100000"/>
              </a:lnSpc>
              <a:spcBef>
                <a:spcPts val="0"/>
              </a:spcBef>
              <a:spcAft>
                <a:spcPts val="0"/>
              </a:spcAft>
              <a:buClr>
                <a:schemeClr val="dk1"/>
              </a:buClr>
              <a:buSzPts val="800"/>
              <a:buFont typeface="Arial"/>
              <a:buNone/>
              <a:tabLst/>
              <a:defRPr lang="en-US" sz="1067"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65" name="Text Placeholder 4">
            <a:extLst>
              <a:ext uri="{FF2B5EF4-FFF2-40B4-BE49-F238E27FC236}">
                <a16:creationId xmlns:a16="http://schemas.microsoft.com/office/drawing/2014/main" id="{BA4AD257-FFE0-6B4D-A3DD-7A4A7ACB3E55}"/>
              </a:ext>
            </a:extLst>
          </p:cNvPr>
          <p:cNvSpPr>
            <a:spLocks noGrp="1"/>
          </p:cNvSpPr>
          <p:nvPr>
            <p:ph type="body" sz="quarter" idx="199"/>
          </p:nvPr>
        </p:nvSpPr>
        <p:spPr>
          <a:xfrm>
            <a:off x="527051" y="496800"/>
            <a:ext cx="11137900" cy="611600"/>
          </a:xfrm>
          <a:prstGeom prst="rect">
            <a:avLst/>
          </a:prstGeom>
        </p:spPr>
        <p:txBody>
          <a:bodyPr lIns="0" tIns="0" rIns="0" bIns="0" anchor="t"/>
          <a:lstStyle>
            <a:lvl1pPr marL="8466" marR="0" indent="0" algn="l" rtl="0">
              <a:lnSpc>
                <a:spcPct val="90000"/>
              </a:lnSpc>
              <a:spcBef>
                <a:spcPts val="0"/>
              </a:spcBef>
              <a:spcAft>
                <a:spcPts val="0"/>
              </a:spcAft>
              <a:buClr>
                <a:schemeClr val="dk1"/>
              </a:buClr>
              <a:buSzPts val="2000"/>
              <a:buFont typeface="Poppins Medium"/>
              <a:buNone/>
              <a:tabLst/>
              <a:defRPr lang="en-GB" sz="2400" b="0" i="0" u="none" strike="noStrike" cap="none" dirty="0" smtClean="0">
                <a:solidFill>
                  <a:schemeClr val="bg1"/>
                </a:solidFill>
                <a:latin typeface="Poppins Medium"/>
                <a:ea typeface="Poppins Medium"/>
                <a:cs typeface="Poppins Medium"/>
                <a:sym typeface="Poppins Medium"/>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Tree>
    <p:extLst>
      <p:ext uri="{BB962C8B-B14F-4D97-AF65-F5344CB8AC3E}">
        <p14:creationId xmlns:p14="http://schemas.microsoft.com/office/powerpoint/2010/main" val="1225875150"/>
      </p:ext>
    </p:extLst>
  </p:cSld>
  <p:clrMapOvr>
    <a:masterClrMapping/>
  </p:clrMapOvr>
  <p:extLst>
    <p:ext uri="{DCECCB84-F9BA-43D5-87BE-67443E8EF086}">
      <p15:sldGuideLst xmlns:p15="http://schemas.microsoft.com/office/powerpoint/2012/main">
        <p15:guide id="1" orient="horz" pos="531">
          <p15:clr>
            <a:srgbClr val="FBAE40"/>
          </p15:clr>
        </p15:guide>
        <p15:guide id="2" pos="249">
          <p15:clr>
            <a:srgbClr val="FBAE40"/>
          </p15:clr>
        </p15:guide>
        <p15:guide id="3" pos="5511">
          <p15:clr>
            <a:srgbClr val="FBAE40"/>
          </p15:clr>
        </p15:guide>
        <p15:guide id="4" orient="horz" pos="3072">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eam - 19 Photos (Org. Chart)">
    <p:spTree>
      <p:nvGrpSpPr>
        <p:cNvPr id="1" name=""/>
        <p:cNvGrpSpPr/>
        <p:nvPr/>
      </p:nvGrpSpPr>
      <p:grpSpPr>
        <a:xfrm>
          <a:off x="0" y="0"/>
          <a:ext cx="0" cy="0"/>
          <a:chOff x="0" y="0"/>
          <a:chExt cx="0" cy="0"/>
        </a:xfrm>
      </p:grpSpPr>
      <p:sp>
        <p:nvSpPr>
          <p:cNvPr id="2" name="Google Shape;345;p13">
            <a:extLst>
              <a:ext uri="{FF2B5EF4-FFF2-40B4-BE49-F238E27FC236}">
                <a16:creationId xmlns:a16="http://schemas.microsoft.com/office/drawing/2014/main" id="{74C2E1A3-F563-414F-98EE-CFD9EF8D3BF9}"/>
              </a:ext>
            </a:extLst>
          </p:cNvPr>
          <p:cNvSpPr/>
          <p:nvPr/>
        </p:nvSpPr>
        <p:spPr>
          <a:xfrm>
            <a:off x="11792595" y="6494883"/>
            <a:ext cx="304800" cy="306000"/>
          </a:xfrm>
          <a:prstGeom prst="ellipse">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fld id="{00000000-1234-1234-1234-123412341234}" type="slidenum">
              <a:rPr lang="en" sz="933" b="0" i="0" u="none" strike="noStrike" cap="none">
                <a:solidFill>
                  <a:schemeClr val="dk1"/>
                </a:solidFill>
                <a:latin typeface="+mn-lt"/>
                <a:ea typeface="Calibri"/>
                <a:cs typeface="Calibri"/>
                <a:sym typeface="Calibri"/>
              </a:rPr>
              <a:pPr marL="0" marR="0" lvl="0" indent="0" algn="r" rtl="0">
                <a:spcBef>
                  <a:spcPts val="0"/>
                </a:spcBef>
                <a:spcAft>
                  <a:spcPts val="0"/>
                </a:spcAft>
                <a:buNone/>
              </a:pPr>
              <a:t>‹#›</a:t>
            </a:fld>
            <a:endParaRPr sz="933" b="0" i="0" u="none" strike="noStrike" cap="none" dirty="0">
              <a:solidFill>
                <a:schemeClr val="dk1"/>
              </a:solidFill>
              <a:latin typeface="+mn-lt"/>
              <a:ea typeface="Calibri"/>
              <a:cs typeface="Calibri"/>
              <a:sym typeface="Calibri"/>
            </a:endParaRPr>
          </a:p>
        </p:txBody>
      </p:sp>
      <p:sp>
        <p:nvSpPr>
          <p:cNvPr id="3" name="Google Shape;346;p13">
            <a:extLst>
              <a:ext uri="{FF2B5EF4-FFF2-40B4-BE49-F238E27FC236}">
                <a16:creationId xmlns:a16="http://schemas.microsoft.com/office/drawing/2014/main" id="{EB08BD6C-1F32-B949-AF8E-325B4A0EE37F}"/>
              </a:ext>
            </a:extLst>
          </p:cNvPr>
          <p:cNvSpPr/>
          <p:nvPr/>
        </p:nvSpPr>
        <p:spPr>
          <a:xfrm>
            <a:off x="3" y="1"/>
            <a:ext cx="301543" cy="347263"/>
          </a:xfrm>
          <a:custGeom>
            <a:avLst/>
            <a:gdLst/>
            <a:ahLst/>
            <a:cxnLst/>
            <a:rect l="l" t="t" r="r" b="b"/>
            <a:pathLst>
              <a:path w="1675237" h="1929234" extrusionOk="0">
                <a:moveTo>
                  <a:pt x="461556" y="1897854"/>
                </a:moveTo>
                <a:lnTo>
                  <a:pt x="469774" y="1899513"/>
                </a:lnTo>
                <a:lnTo>
                  <a:pt x="443985" y="1904118"/>
                </a:lnTo>
                <a:lnTo>
                  <a:pt x="449737" y="1900240"/>
                </a:lnTo>
                <a:cubicBezTo>
                  <a:pt x="453370" y="1898704"/>
                  <a:pt x="457364" y="1897854"/>
                  <a:pt x="461556" y="1897854"/>
                </a:cubicBezTo>
                <a:close/>
                <a:moveTo>
                  <a:pt x="389002" y="1897854"/>
                </a:moveTo>
                <a:cubicBezTo>
                  <a:pt x="397386" y="1897854"/>
                  <a:pt x="404977" y="1901253"/>
                  <a:pt x="410472" y="1906747"/>
                </a:cubicBezTo>
                <a:lnTo>
                  <a:pt x="411766" y="1909872"/>
                </a:lnTo>
                <a:lnTo>
                  <a:pt x="400388" y="1911904"/>
                </a:lnTo>
                <a:lnTo>
                  <a:pt x="363451" y="1916598"/>
                </a:lnTo>
                <a:lnTo>
                  <a:pt x="367531" y="1906747"/>
                </a:lnTo>
                <a:cubicBezTo>
                  <a:pt x="373026" y="1901253"/>
                  <a:pt x="380617" y="1897854"/>
                  <a:pt x="389002" y="1897854"/>
                </a:cubicBezTo>
                <a:close/>
                <a:moveTo>
                  <a:pt x="316447" y="1897854"/>
                </a:moveTo>
                <a:cubicBezTo>
                  <a:pt x="324832" y="1897854"/>
                  <a:pt x="332422" y="1901253"/>
                  <a:pt x="337917" y="1906747"/>
                </a:cubicBezTo>
                <a:lnTo>
                  <a:pt x="343070" y="1919187"/>
                </a:lnTo>
                <a:lnTo>
                  <a:pt x="325117" y="1921469"/>
                </a:lnTo>
                <a:lnTo>
                  <a:pt x="287700" y="1924314"/>
                </a:lnTo>
                <a:lnTo>
                  <a:pt x="294977" y="1906747"/>
                </a:lnTo>
                <a:cubicBezTo>
                  <a:pt x="300471" y="1901253"/>
                  <a:pt x="308062" y="1897854"/>
                  <a:pt x="316447" y="1897854"/>
                </a:cubicBezTo>
                <a:close/>
                <a:moveTo>
                  <a:pt x="243892" y="1897854"/>
                </a:moveTo>
                <a:cubicBezTo>
                  <a:pt x="252277" y="1897854"/>
                  <a:pt x="259868" y="1901253"/>
                  <a:pt x="265363" y="1906747"/>
                </a:cubicBezTo>
                <a:lnTo>
                  <a:pt x="273099" y="1925425"/>
                </a:lnTo>
                <a:lnTo>
                  <a:pt x="248735" y="1927277"/>
                </a:lnTo>
                <a:lnTo>
                  <a:pt x="213550" y="1928167"/>
                </a:lnTo>
                <a:lnTo>
                  <a:pt x="222422" y="1906747"/>
                </a:lnTo>
                <a:cubicBezTo>
                  <a:pt x="227917" y="1901253"/>
                  <a:pt x="235508" y="1897854"/>
                  <a:pt x="243892" y="1897854"/>
                </a:cubicBezTo>
                <a:close/>
                <a:moveTo>
                  <a:pt x="171339" y="1897854"/>
                </a:moveTo>
                <a:cubicBezTo>
                  <a:pt x="188107" y="1897854"/>
                  <a:pt x="201701" y="1911448"/>
                  <a:pt x="201701" y="1928218"/>
                </a:cubicBezTo>
                <a:lnTo>
                  <a:pt x="201597" y="1928469"/>
                </a:lnTo>
                <a:lnTo>
                  <a:pt x="171336" y="1929234"/>
                </a:lnTo>
                <a:lnTo>
                  <a:pt x="141087" y="1928469"/>
                </a:lnTo>
                <a:lnTo>
                  <a:pt x="140982" y="1928218"/>
                </a:lnTo>
                <a:cubicBezTo>
                  <a:pt x="140982" y="1911448"/>
                  <a:pt x="154577" y="1897854"/>
                  <a:pt x="171339" y="1897854"/>
                </a:cubicBezTo>
                <a:close/>
                <a:moveTo>
                  <a:pt x="98792" y="1897854"/>
                </a:moveTo>
                <a:cubicBezTo>
                  <a:pt x="107177" y="1897854"/>
                  <a:pt x="114768" y="1901253"/>
                  <a:pt x="120263" y="1906747"/>
                </a:cubicBezTo>
                <a:lnTo>
                  <a:pt x="129135" y="1928167"/>
                </a:lnTo>
                <a:lnTo>
                  <a:pt x="93938" y="1927277"/>
                </a:lnTo>
                <a:lnTo>
                  <a:pt x="69586" y="1925425"/>
                </a:lnTo>
                <a:lnTo>
                  <a:pt x="77322" y="1906747"/>
                </a:lnTo>
                <a:cubicBezTo>
                  <a:pt x="82817" y="1901253"/>
                  <a:pt x="90408" y="1897854"/>
                  <a:pt x="98792" y="1897854"/>
                </a:cubicBezTo>
                <a:close/>
                <a:moveTo>
                  <a:pt x="26239" y="1897854"/>
                </a:moveTo>
                <a:cubicBezTo>
                  <a:pt x="34623" y="1897854"/>
                  <a:pt x="42214" y="1901253"/>
                  <a:pt x="47709" y="1906747"/>
                </a:cubicBezTo>
                <a:lnTo>
                  <a:pt x="54985" y="1924315"/>
                </a:lnTo>
                <a:lnTo>
                  <a:pt x="17556" y="1921469"/>
                </a:lnTo>
                <a:lnTo>
                  <a:pt x="0" y="1919238"/>
                </a:lnTo>
                <a:lnTo>
                  <a:pt x="0" y="1918259"/>
                </a:lnTo>
                <a:lnTo>
                  <a:pt x="4768" y="1906747"/>
                </a:lnTo>
                <a:cubicBezTo>
                  <a:pt x="10263" y="1901253"/>
                  <a:pt x="17854" y="1897854"/>
                  <a:pt x="26239" y="1897854"/>
                </a:cubicBezTo>
                <a:close/>
                <a:moveTo>
                  <a:pt x="679220" y="1817400"/>
                </a:moveTo>
                <a:cubicBezTo>
                  <a:pt x="687604" y="1817400"/>
                  <a:pt x="695195" y="1820799"/>
                  <a:pt x="700690" y="1826293"/>
                </a:cubicBezTo>
                <a:lnTo>
                  <a:pt x="702587" y="1830873"/>
                </a:lnTo>
                <a:lnTo>
                  <a:pt x="649855" y="1850174"/>
                </a:lnTo>
                <a:lnTo>
                  <a:pt x="648856" y="1847763"/>
                </a:lnTo>
                <a:cubicBezTo>
                  <a:pt x="648856" y="1830994"/>
                  <a:pt x="662450" y="1817400"/>
                  <a:pt x="679220" y="1817400"/>
                </a:cubicBezTo>
                <a:close/>
                <a:moveTo>
                  <a:pt x="606665" y="1817400"/>
                </a:moveTo>
                <a:cubicBezTo>
                  <a:pt x="623435" y="1817400"/>
                  <a:pt x="637029" y="1830994"/>
                  <a:pt x="637029" y="1847763"/>
                </a:cubicBezTo>
                <a:lnTo>
                  <a:pt x="633560" y="1856138"/>
                </a:lnTo>
                <a:lnTo>
                  <a:pt x="618594" y="1861615"/>
                </a:lnTo>
                <a:lnTo>
                  <a:pt x="587142" y="1870547"/>
                </a:lnTo>
                <a:lnTo>
                  <a:pt x="585195" y="1869234"/>
                </a:lnTo>
                <a:cubicBezTo>
                  <a:pt x="579700" y="1863739"/>
                  <a:pt x="576302" y="1856148"/>
                  <a:pt x="576302" y="1847763"/>
                </a:cubicBezTo>
                <a:cubicBezTo>
                  <a:pt x="576302" y="1830994"/>
                  <a:pt x="589896" y="1817400"/>
                  <a:pt x="606665" y="1817400"/>
                </a:cubicBezTo>
                <a:close/>
                <a:moveTo>
                  <a:pt x="534111" y="1817400"/>
                </a:moveTo>
                <a:cubicBezTo>
                  <a:pt x="550880" y="1817400"/>
                  <a:pt x="564474" y="1830994"/>
                  <a:pt x="564474" y="1847763"/>
                </a:cubicBezTo>
                <a:cubicBezTo>
                  <a:pt x="564474" y="1864533"/>
                  <a:pt x="550880" y="1878127"/>
                  <a:pt x="534111" y="1878127"/>
                </a:cubicBezTo>
                <a:cubicBezTo>
                  <a:pt x="517341" y="1878127"/>
                  <a:pt x="503747" y="1864533"/>
                  <a:pt x="503747" y="1847763"/>
                </a:cubicBezTo>
                <a:cubicBezTo>
                  <a:pt x="503747" y="1830994"/>
                  <a:pt x="517341" y="1817400"/>
                  <a:pt x="534111" y="1817400"/>
                </a:cubicBezTo>
                <a:close/>
                <a:moveTo>
                  <a:pt x="461556" y="1817400"/>
                </a:moveTo>
                <a:cubicBezTo>
                  <a:pt x="478326" y="1817400"/>
                  <a:pt x="491920" y="1830994"/>
                  <a:pt x="491920" y="1847763"/>
                </a:cubicBezTo>
                <a:cubicBezTo>
                  <a:pt x="491920" y="1864533"/>
                  <a:pt x="478326" y="1878127"/>
                  <a:pt x="461556" y="1878127"/>
                </a:cubicBezTo>
                <a:cubicBezTo>
                  <a:pt x="444787" y="1878127"/>
                  <a:pt x="431192" y="1864533"/>
                  <a:pt x="431192" y="1847763"/>
                </a:cubicBezTo>
                <a:cubicBezTo>
                  <a:pt x="431192" y="1830994"/>
                  <a:pt x="444787" y="1817400"/>
                  <a:pt x="461556" y="1817400"/>
                </a:cubicBezTo>
                <a:close/>
                <a:moveTo>
                  <a:pt x="389002" y="1817400"/>
                </a:moveTo>
                <a:cubicBezTo>
                  <a:pt x="405771" y="1817400"/>
                  <a:pt x="419365" y="1830994"/>
                  <a:pt x="419365" y="1847763"/>
                </a:cubicBezTo>
                <a:cubicBezTo>
                  <a:pt x="419365" y="1864533"/>
                  <a:pt x="405771" y="1878127"/>
                  <a:pt x="389002" y="1878127"/>
                </a:cubicBezTo>
                <a:cubicBezTo>
                  <a:pt x="372232" y="1878127"/>
                  <a:pt x="358638" y="1864533"/>
                  <a:pt x="358638" y="1847763"/>
                </a:cubicBezTo>
                <a:cubicBezTo>
                  <a:pt x="358638" y="1830994"/>
                  <a:pt x="372232" y="1817400"/>
                  <a:pt x="389002" y="1817400"/>
                </a:cubicBezTo>
                <a:close/>
                <a:moveTo>
                  <a:pt x="316447" y="1817400"/>
                </a:moveTo>
                <a:cubicBezTo>
                  <a:pt x="333216" y="1817400"/>
                  <a:pt x="346810" y="1830994"/>
                  <a:pt x="346810" y="1847763"/>
                </a:cubicBezTo>
                <a:cubicBezTo>
                  <a:pt x="346810" y="1864533"/>
                  <a:pt x="333216" y="1878127"/>
                  <a:pt x="316447" y="1878127"/>
                </a:cubicBezTo>
                <a:cubicBezTo>
                  <a:pt x="299677" y="1878127"/>
                  <a:pt x="286084" y="1864533"/>
                  <a:pt x="286084" y="1847763"/>
                </a:cubicBezTo>
                <a:cubicBezTo>
                  <a:pt x="286084" y="1830994"/>
                  <a:pt x="299677" y="1817400"/>
                  <a:pt x="316447" y="1817400"/>
                </a:cubicBezTo>
                <a:close/>
                <a:moveTo>
                  <a:pt x="243892" y="1817400"/>
                </a:moveTo>
                <a:cubicBezTo>
                  <a:pt x="260662" y="1817400"/>
                  <a:pt x="274256" y="1830994"/>
                  <a:pt x="274256" y="1847763"/>
                </a:cubicBezTo>
                <a:cubicBezTo>
                  <a:pt x="274256" y="1864533"/>
                  <a:pt x="260662" y="1878127"/>
                  <a:pt x="243892" y="1878127"/>
                </a:cubicBezTo>
                <a:cubicBezTo>
                  <a:pt x="227123" y="1878127"/>
                  <a:pt x="213529" y="1864533"/>
                  <a:pt x="213529" y="1847763"/>
                </a:cubicBezTo>
                <a:cubicBezTo>
                  <a:pt x="213529" y="1830994"/>
                  <a:pt x="227123" y="1817400"/>
                  <a:pt x="243892" y="1817400"/>
                </a:cubicBezTo>
                <a:close/>
                <a:moveTo>
                  <a:pt x="171339" y="1817400"/>
                </a:moveTo>
                <a:cubicBezTo>
                  <a:pt x="188107" y="1817400"/>
                  <a:pt x="201701" y="1830994"/>
                  <a:pt x="201701" y="1847763"/>
                </a:cubicBezTo>
                <a:cubicBezTo>
                  <a:pt x="201701" y="1864533"/>
                  <a:pt x="188107" y="1878127"/>
                  <a:pt x="171339" y="1878127"/>
                </a:cubicBezTo>
                <a:cubicBezTo>
                  <a:pt x="154583" y="1878127"/>
                  <a:pt x="140989" y="1864533"/>
                  <a:pt x="140989" y="1847763"/>
                </a:cubicBezTo>
                <a:cubicBezTo>
                  <a:pt x="140989" y="1830994"/>
                  <a:pt x="154583" y="1817400"/>
                  <a:pt x="171339" y="1817400"/>
                </a:cubicBezTo>
                <a:close/>
                <a:moveTo>
                  <a:pt x="98799" y="1817400"/>
                </a:moveTo>
                <a:cubicBezTo>
                  <a:pt x="115568" y="1817400"/>
                  <a:pt x="129162" y="1830994"/>
                  <a:pt x="129162" y="1847763"/>
                </a:cubicBezTo>
                <a:cubicBezTo>
                  <a:pt x="129162" y="1864533"/>
                  <a:pt x="115568" y="1878127"/>
                  <a:pt x="98799" y="1878127"/>
                </a:cubicBezTo>
                <a:cubicBezTo>
                  <a:pt x="82029" y="1878127"/>
                  <a:pt x="68435" y="1864533"/>
                  <a:pt x="68435" y="1847763"/>
                </a:cubicBezTo>
                <a:cubicBezTo>
                  <a:pt x="68435" y="1830994"/>
                  <a:pt x="82029" y="1817400"/>
                  <a:pt x="98799" y="1817400"/>
                </a:cubicBezTo>
                <a:close/>
                <a:moveTo>
                  <a:pt x="26245" y="1817400"/>
                </a:moveTo>
                <a:cubicBezTo>
                  <a:pt x="43014" y="1817400"/>
                  <a:pt x="56608" y="1830994"/>
                  <a:pt x="56608" y="1847763"/>
                </a:cubicBezTo>
                <a:cubicBezTo>
                  <a:pt x="56608" y="1864533"/>
                  <a:pt x="43014" y="1878127"/>
                  <a:pt x="26245" y="1878127"/>
                </a:cubicBezTo>
                <a:cubicBezTo>
                  <a:pt x="17860" y="1878127"/>
                  <a:pt x="10269" y="1874729"/>
                  <a:pt x="4775" y="1869234"/>
                </a:cubicBezTo>
                <a:lnTo>
                  <a:pt x="0" y="1857707"/>
                </a:lnTo>
                <a:lnTo>
                  <a:pt x="0" y="1837819"/>
                </a:lnTo>
                <a:lnTo>
                  <a:pt x="4775" y="1826293"/>
                </a:lnTo>
                <a:cubicBezTo>
                  <a:pt x="10269" y="1820799"/>
                  <a:pt x="17860" y="1817400"/>
                  <a:pt x="26245" y="1817400"/>
                </a:cubicBezTo>
                <a:close/>
                <a:moveTo>
                  <a:pt x="896883" y="1736948"/>
                </a:moveTo>
                <a:lnTo>
                  <a:pt x="903696" y="1738324"/>
                </a:lnTo>
                <a:lnTo>
                  <a:pt x="888255" y="1747704"/>
                </a:lnTo>
                <a:lnTo>
                  <a:pt x="871248" y="1755896"/>
                </a:lnTo>
                <a:lnTo>
                  <a:pt x="875413" y="1745841"/>
                </a:lnTo>
                <a:cubicBezTo>
                  <a:pt x="880908" y="1740347"/>
                  <a:pt x="888499" y="1736948"/>
                  <a:pt x="896883" y="1736948"/>
                </a:cubicBezTo>
                <a:close/>
                <a:moveTo>
                  <a:pt x="824329" y="1736948"/>
                </a:moveTo>
                <a:cubicBezTo>
                  <a:pt x="832714" y="1736948"/>
                  <a:pt x="840304" y="1740347"/>
                  <a:pt x="845799" y="1745841"/>
                </a:cubicBezTo>
                <a:lnTo>
                  <a:pt x="853504" y="1764444"/>
                </a:lnTo>
                <a:lnTo>
                  <a:pt x="802910" y="1788817"/>
                </a:lnTo>
                <a:lnTo>
                  <a:pt x="802858" y="1788782"/>
                </a:lnTo>
                <a:cubicBezTo>
                  <a:pt x="797364" y="1783287"/>
                  <a:pt x="793965" y="1775696"/>
                  <a:pt x="793965" y="1767312"/>
                </a:cubicBezTo>
                <a:cubicBezTo>
                  <a:pt x="793965" y="1750542"/>
                  <a:pt x="807559" y="1736948"/>
                  <a:pt x="824329" y="1736948"/>
                </a:cubicBezTo>
                <a:close/>
                <a:moveTo>
                  <a:pt x="751774" y="1736948"/>
                </a:moveTo>
                <a:cubicBezTo>
                  <a:pt x="768544" y="1736948"/>
                  <a:pt x="782138" y="1750542"/>
                  <a:pt x="782138" y="1767312"/>
                </a:cubicBezTo>
                <a:cubicBezTo>
                  <a:pt x="782138" y="1784081"/>
                  <a:pt x="768544" y="1797675"/>
                  <a:pt x="751774" y="1797675"/>
                </a:cubicBezTo>
                <a:cubicBezTo>
                  <a:pt x="735005" y="1797675"/>
                  <a:pt x="721411" y="1784081"/>
                  <a:pt x="721411" y="1767312"/>
                </a:cubicBezTo>
                <a:cubicBezTo>
                  <a:pt x="721411" y="1750542"/>
                  <a:pt x="735005" y="1736948"/>
                  <a:pt x="751774" y="1736948"/>
                </a:cubicBezTo>
                <a:close/>
                <a:moveTo>
                  <a:pt x="679220" y="1736948"/>
                </a:moveTo>
                <a:cubicBezTo>
                  <a:pt x="695989" y="1736948"/>
                  <a:pt x="709583" y="1750542"/>
                  <a:pt x="709583" y="1767312"/>
                </a:cubicBezTo>
                <a:cubicBezTo>
                  <a:pt x="709583" y="1784081"/>
                  <a:pt x="695989" y="1797675"/>
                  <a:pt x="679220" y="1797675"/>
                </a:cubicBezTo>
                <a:cubicBezTo>
                  <a:pt x="662450" y="1797675"/>
                  <a:pt x="648856" y="1784081"/>
                  <a:pt x="648856" y="1767312"/>
                </a:cubicBezTo>
                <a:cubicBezTo>
                  <a:pt x="648856" y="1750542"/>
                  <a:pt x="662450" y="1736948"/>
                  <a:pt x="679220" y="1736948"/>
                </a:cubicBezTo>
                <a:close/>
                <a:moveTo>
                  <a:pt x="606665" y="1736948"/>
                </a:moveTo>
                <a:cubicBezTo>
                  <a:pt x="623435" y="1736948"/>
                  <a:pt x="637029" y="1750542"/>
                  <a:pt x="637029" y="1767312"/>
                </a:cubicBezTo>
                <a:cubicBezTo>
                  <a:pt x="637029" y="1784081"/>
                  <a:pt x="623435" y="1797675"/>
                  <a:pt x="606665" y="1797675"/>
                </a:cubicBezTo>
                <a:cubicBezTo>
                  <a:pt x="589896" y="1797675"/>
                  <a:pt x="576302" y="1784081"/>
                  <a:pt x="576302" y="1767312"/>
                </a:cubicBezTo>
                <a:cubicBezTo>
                  <a:pt x="576302" y="1750542"/>
                  <a:pt x="589896" y="1736948"/>
                  <a:pt x="606665" y="1736948"/>
                </a:cubicBezTo>
                <a:close/>
                <a:moveTo>
                  <a:pt x="534111" y="1736948"/>
                </a:moveTo>
                <a:cubicBezTo>
                  <a:pt x="550880" y="1736948"/>
                  <a:pt x="564474" y="1750542"/>
                  <a:pt x="564474" y="1767312"/>
                </a:cubicBezTo>
                <a:cubicBezTo>
                  <a:pt x="564474" y="1784081"/>
                  <a:pt x="550880" y="1797675"/>
                  <a:pt x="534111" y="1797675"/>
                </a:cubicBezTo>
                <a:cubicBezTo>
                  <a:pt x="517341" y="1797675"/>
                  <a:pt x="503747" y="1784081"/>
                  <a:pt x="503747" y="1767312"/>
                </a:cubicBezTo>
                <a:cubicBezTo>
                  <a:pt x="503747" y="1750542"/>
                  <a:pt x="517341" y="1736948"/>
                  <a:pt x="534111" y="1736948"/>
                </a:cubicBezTo>
                <a:close/>
                <a:moveTo>
                  <a:pt x="461556" y="1736948"/>
                </a:moveTo>
                <a:cubicBezTo>
                  <a:pt x="478326" y="1736948"/>
                  <a:pt x="491920" y="1750542"/>
                  <a:pt x="491920" y="1767312"/>
                </a:cubicBezTo>
                <a:cubicBezTo>
                  <a:pt x="491920" y="1784081"/>
                  <a:pt x="478326" y="1797675"/>
                  <a:pt x="461556" y="1797675"/>
                </a:cubicBezTo>
                <a:cubicBezTo>
                  <a:pt x="444787" y="1797675"/>
                  <a:pt x="431192" y="1784081"/>
                  <a:pt x="431192" y="1767312"/>
                </a:cubicBezTo>
                <a:cubicBezTo>
                  <a:pt x="431192" y="1750542"/>
                  <a:pt x="444787" y="1736948"/>
                  <a:pt x="461556" y="1736948"/>
                </a:cubicBezTo>
                <a:close/>
                <a:moveTo>
                  <a:pt x="389002" y="1736948"/>
                </a:moveTo>
                <a:cubicBezTo>
                  <a:pt x="405771" y="1736948"/>
                  <a:pt x="419365" y="1750542"/>
                  <a:pt x="419365" y="1767312"/>
                </a:cubicBezTo>
                <a:cubicBezTo>
                  <a:pt x="419365" y="1784081"/>
                  <a:pt x="405771" y="1797675"/>
                  <a:pt x="389002" y="1797675"/>
                </a:cubicBezTo>
                <a:cubicBezTo>
                  <a:pt x="372232" y="1797675"/>
                  <a:pt x="358638" y="1784081"/>
                  <a:pt x="358638" y="1767312"/>
                </a:cubicBezTo>
                <a:cubicBezTo>
                  <a:pt x="358638" y="1750542"/>
                  <a:pt x="372232" y="1736948"/>
                  <a:pt x="389002" y="1736948"/>
                </a:cubicBezTo>
                <a:close/>
                <a:moveTo>
                  <a:pt x="316447" y="1736948"/>
                </a:moveTo>
                <a:cubicBezTo>
                  <a:pt x="333216" y="1736948"/>
                  <a:pt x="346810" y="1750542"/>
                  <a:pt x="346810" y="1767312"/>
                </a:cubicBezTo>
                <a:cubicBezTo>
                  <a:pt x="346810" y="1784081"/>
                  <a:pt x="333216" y="1797675"/>
                  <a:pt x="316447" y="1797675"/>
                </a:cubicBezTo>
                <a:cubicBezTo>
                  <a:pt x="299677" y="1797675"/>
                  <a:pt x="286084" y="1784081"/>
                  <a:pt x="286084" y="1767312"/>
                </a:cubicBezTo>
                <a:cubicBezTo>
                  <a:pt x="286084" y="1750542"/>
                  <a:pt x="299677" y="1736948"/>
                  <a:pt x="316447" y="1736948"/>
                </a:cubicBezTo>
                <a:close/>
                <a:moveTo>
                  <a:pt x="243892" y="1736948"/>
                </a:moveTo>
                <a:cubicBezTo>
                  <a:pt x="260662" y="1736948"/>
                  <a:pt x="274256" y="1750542"/>
                  <a:pt x="274256" y="1767312"/>
                </a:cubicBezTo>
                <a:cubicBezTo>
                  <a:pt x="274256" y="1784081"/>
                  <a:pt x="260662" y="1797675"/>
                  <a:pt x="243892" y="1797675"/>
                </a:cubicBezTo>
                <a:cubicBezTo>
                  <a:pt x="227123" y="1797675"/>
                  <a:pt x="213529" y="1784081"/>
                  <a:pt x="213529" y="1767312"/>
                </a:cubicBezTo>
                <a:cubicBezTo>
                  <a:pt x="213529" y="1750542"/>
                  <a:pt x="227123" y="1736948"/>
                  <a:pt x="243892" y="1736948"/>
                </a:cubicBezTo>
                <a:close/>
                <a:moveTo>
                  <a:pt x="171339" y="1736948"/>
                </a:moveTo>
                <a:cubicBezTo>
                  <a:pt x="188107" y="1736948"/>
                  <a:pt x="201701" y="1750542"/>
                  <a:pt x="201701" y="1767312"/>
                </a:cubicBezTo>
                <a:cubicBezTo>
                  <a:pt x="201701" y="1784081"/>
                  <a:pt x="188107" y="1797675"/>
                  <a:pt x="171339" y="1797675"/>
                </a:cubicBezTo>
                <a:cubicBezTo>
                  <a:pt x="154588" y="1797675"/>
                  <a:pt x="140995" y="1784081"/>
                  <a:pt x="140995" y="1767312"/>
                </a:cubicBezTo>
                <a:cubicBezTo>
                  <a:pt x="140995" y="1750542"/>
                  <a:pt x="154588" y="1736948"/>
                  <a:pt x="171339" y="1736948"/>
                </a:cubicBezTo>
                <a:close/>
                <a:moveTo>
                  <a:pt x="98806" y="1736948"/>
                </a:moveTo>
                <a:cubicBezTo>
                  <a:pt x="115574" y="1736948"/>
                  <a:pt x="129168" y="1750542"/>
                  <a:pt x="129168" y="1767312"/>
                </a:cubicBezTo>
                <a:cubicBezTo>
                  <a:pt x="129168" y="1784081"/>
                  <a:pt x="115574" y="1797675"/>
                  <a:pt x="98806" y="1797675"/>
                </a:cubicBezTo>
                <a:cubicBezTo>
                  <a:pt x="82035" y="1797675"/>
                  <a:pt x="68442" y="1784081"/>
                  <a:pt x="68442" y="1767312"/>
                </a:cubicBezTo>
                <a:cubicBezTo>
                  <a:pt x="68442" y="1750542"/>
                  <a:pt x="82035" y="1736948"/>
                  <a:pt x="98806" y="1736948"/>
                </a:cubicBezTo>
                <a:close/>
                <a:moveTo>
                  <a:pt x="26251" y="1736948"/>
                </a:moveTo>
                <a:cubicBezTo>
                  <a:pt x="43020" y="1736948"/>
                  <a:pt x="56614" y="1750542"/>
                  <a:pt x="56614" y="1767312"/>
                </a:cubicBezTo>
                <a:cubicBezTo>
                  <a:pt x="56614" y="1784081"/>
                  <a:pt x="43020" y="1797675"/>
                  <a:pt x="26251" y="1797675"/>
                </a:cubicBezTo>
                <a:cubicBezTo>
                  <a:pt x="17866" y="1797675"/>
                  <a:pt x="10276" y="1794277"/>
                  <a:pt x="4781" y="1788782"/>
                </a:cubicBezTo>
                <a:lnTo>
                  <a:pt x="0" y="1777239"/>
                </a:lnTo>
                <a:lnTo>
                  <a:pt x="0" y="1757384"/>
                </a:lnTo>
                <a:lnTo>
                  <a:pt x="4781" y="1745841"/>
                </a:lnTo>
                <a:cubicBezTo>
                  <a:pt x="10276" y="1740347"/>
                  <a:pt x="17866" y="1736948"/>
                  <a:pt x="26251" y="1736948"/>
                </a:cubicBezTo>
                <a:close/>
                <a:moveTo>
                  <a:pt x="1030341" y="1658849"/>
                </a:moveTo>
                <a:lnTo>
                  <a:pt x="1020041" y="1666551"/>
                </a:lnTo>
                <a:lnTo>
                  <a:pt x="1020522" y="1665390"/>
                </a:lnTo>
                <a:cubicBezTo>
                  <a:pt x="1023269" y="1662642"/>
                  <a:pt x="1026541" y="1660419"/>
                  <a:pt x="1030173" y="1658883"/>
                </a:cubicBezTo>
                <a:close/>
                <a:moveTo>
                  <a:pt x="969438" y="1656497"/>
                </a:moveTo>
                <a:cubicBezTo>
                  <a:pt x="977823" y="1656497"/>
                  <a:pt x="985413" y="1659895"/>
                  <a:pt x="990908" y="1665390"/>
                </a:cubicBezTo>
                <a:lnTo>
                  <a:pt x="997511" y="1681329"/>
                </a:lnTo>
                <a:lnTo>
                  <a:pt x="950384" y="1709959"/>
                </a:lnTo>
                <a:lnTo>
                  <a:pt x="947968" y="1708330"/>
                </a:lnTo>
                <a:cubicBezTo>
                  <a:pt x="942473" y="1702836"/>
                  <a:pt x="939075" y="1695245"/>
                  <a:pt x="939075" y="1686860"/>
                </a:cubicBezTo>
                <a:cubicBezTo>
                  <a:pt x="939075" y="1670091"/>
                  <a:pt x="952669" y="1656497"/>
                  <a:pt x="969438" y="1656497"/>
                </a:cubicBezTo>
                <a:close/>
                <a:moveTo>
                  <a:pt x="896883" y="1656497"/>
                </a:moveTo>
                <a:cubicBezTo>
                  <a:pt x="913653" y="1656497"/>
                  <a:pt x="927247" y="1670091"/>
                  <a:pt x="927247" y="1686860"/>
                </a:cubicBezTo>
                <a:cubicBezTo>
                  <a:pt x="927247" y="1703630"/>
                  <a:pt x="913653" y="1717224"/>
                  <a:pt x="896883" y="1717224"/>
                </a:cubicBezTo>
                <a:cubicBezTo>
                  <a:pt x="880114" y="1717224"/>
                  <a:pt x="866520" y="1703630"/>
                  <a:pt x="866520" y="1686860"/>
                </a:cubicBezTo>
                <a:cubicBezTo>
                  <a:pt x="866520" y="1670091"/>
                  <a:pt x="880114" y="1656497"/>
                  <a:pt x="896883" y="1656497"/>
                </a:cubicBezTo>
                <a:close/>
                <a:moveTo>
                  <a:pt x="824329" y="1656497"/>
                </a:moveTo>
                <a:cubicBezTo>
                  <a:pt x="841098" y="1656497"/>
                  <a:pt x="854692" y="1670091"/>
                  <a:pt x="854692" y="1686860"/>
                </a:cubicBezTo>
                <a:cubicBezTo>
                  <a:pt x="854692" y="1703630"/>
                  <a:pt x="841098" y="1717224"/>
                  <a:pt x="824329" y="1717224"/>
                </a:cubicBezTo>
                <a:cubicBezTo>
                  <a:pt x="807559" y="1717224"/>
                  <a:pt x="793965" y="1703630"/>
                  <a:pt x="793965" y="1686860"/>
                </a:cubicBezTo>
                <a:cubicBezTo>
                  <a:pt x="793965" y="1670091"/>
                  <a:pt x="807559" y="1656497"/>
                  <a:pt x="824329" y="1656497"/>
                </a:cubicBezTo>
                <a:close/>
                <a:moveTo>
                  <a:pt x="751774" y="1656497"/>
                </a:moveTo>
                <a:cubicBezTo>
                  <a:pt x="768544" y="1656497"/>
                  <a:pt x="782138" y="1670091"/>
                  <a:pt x="782138" y="1686860"/>
                </a:cubicBezTo>
                <a:cubicBezTo>
                  <a:pt x="782138" y="1703630"/>
                  <a:pt x="768544" y="1717224"/>
                  <a:pt x="751774" y="1717224"/>
                </a:cubicBezTo>
                <a:cubicBezTo>
                  <a:pt x="735005" y="1717224"/>
                  <a:pt x="721411" y="1703630"/>
                  <a:pt x="721411" y="1686860"/>
                </a:cubicBezTo>
                <a:cubicBezTo>
                  <a:pt x="721411" y="1670091"/>
                  <a:pt x="735005" y="1656497"/>
                  <a:pt x="751774" y="1656497"/>
                </a:cubicBezTo>
                <a:close/>
                <a:moveTo>
                  <a:pt x="679220" y="1656497"/>
                </a:moveTo>
                <a:cubicBezTo>
                  <a:pt x="695989" y="1656497"/>
                  <a:pt x="709583" y="1670091"/>
                  <a:pt x="709583" y="1686860"/>
                </a:cubicBezTo>
                <a:cubicBezTo>
                  <a:pt x="709583" y="1703630"/>
                  <a:pt x="695989" y="1717224"/>
                  <a:pt x="679220" y="1717224"/>
                </a:cubicBezTo>
                <a:cubicBezTo>
                  <a:pt x="662450" y="1717224"/>
                  <a:pt x="648856" y="1703630"/>
                  <a:pt x="648856" y="1686860"/>
                </a:cubicBezTo>
                <a:cubicBezTo>
                  <a:pt x="648856" y="1670091"/>
                  <a:pt x="662450" y="1656497"/>
                  <a:pt x="679220" y="1656497"/>
                </a:cubicBezTo>
                <a:close/>
                <a:moveTo>
                  <a:pt x="606665" y="1656497"/>
                </a:moveTo>
                <a:cubicBezTo>
                  <a:pt x="623435" y="1656497"/>
                  <a:pt x="637029" y="1670091"/>
                  <a:pt x="637029" y="1686860"/>
                </a:cubicBezTo>
                <a:cubicBezTo>
                  <a:pt x="637029" y="1703630"/>
                  <a:pt x="623435" y="1717224"/>
                  <a:pt x="606665" y="1717224"/>
                </a:cubicBezTo>
                <a:cubicBezTo>
                  <a:pt x="589896" y="1717224"/>
                  <a:pt x="576302" y="1703630"/>
                  <a:pt x="576302" y="1686860"/>
                </a:cubicBezTo>
                <a:cubicBezTo>
                  <a:pt x="576302" y="1670091"/>
                  <a:pt x="589896" y="1656497"/>
                  <a:pt x="606665" y="1656497"/>
                </a:cubicBezTo>
                <a:close/>
                <a:moveTo>
                  <a:pt x="534111" y="1656497"/>
                </a:moveTo>
                <a:cubicBezTo>
                  <a:pt x="550880" y="1656497"/>
                  <a:pt x="564474" y="1670091"/>
                  <a:pt x="564474" y="1686860"/>
                </a:cubicBezTo>
                <a:cubicBezTo>
                  <a:pt x="564474" y="1703630"/>
                  <a:pt x="550880" y="1717224"/>
                  <a:pt x="534111" y="1717224"/>
                </a:cubicBezTo>
                <a:cubicBezTo>
                  <a:pt x="517341" y="1717224"/>
                  <a:pt x="503747" y="1703630"/>
                  <a:pt x="503747" y="1686860"/>
                </a:cubicBezTo>
                <a:cubicBezTo>
                  <a:pt x="503747" y="1670091"/>
                  <a:pt x="517341" y="1656497"/>
                  <a:pt x="534111" y="1656497"/>
                </a:cubicBezTo>
                <a:close/>
                <a:moveTo>
                  <a:pt x="461556" y="1656497"/>
                </a:moveTo>
                <a:cubicBezTo>
                  <a:pt x="478326" y="1656497"/>
                  <a:pt x="491920" y="1670091"/>
                  <a:pt x="491920" y="1686860"/>
                </a:cubicBezTo>
                <a:cubicBezTo>
                  <a:pt x="491920" y="1703630"/>
                  <a:pt x="478326" y="1717224"/>
                  <a:pt x="461556" y="1717224"/>
                </a:cubicBezTo>
                <a:cubicBezTo>
                  <a:pt x="444787" y="1717224"/>
                  <a:pt x="431192" y="1703630"/>
                  <a:pt x="431192" y="1686860"/>
                </a:cubicBezTo>
                <a:cubicBezTo>
                  <a:pt x="431192" y="1670091"/>
                  <a:pt x="444787" y="1656497"/>
                  <a:pt x="461556" y="1656497"/>
                </a:cubicBezTo>
                <a:close/>
                <a:moveTo>
                  <a:pt x="389002" y="1656497"/>
                </a:moveTo>
                <a:cubicBezTo>
                  <a:pt x="405771" y="1656497"/>
                  <a:pt x="419365" y="1670091"/>
                  <a:pt x="419365" y="1686860"/>
                </a:cubicBezTo>
                <a:cubicBezTo>
                  <a:pt x="419365" y="1703630"/>
                  <a:pt x="405771" y="1717224"/>
                  <a:pt x="389002" y="1717224"/>
                </a:cubicBezTo>
                <a:cubicBezTo>
                  <a:pt x="372232" y="1717224"/>
                  <a:pt x="358638" y="1703630"/>
                  <a:pt x="358638" y="1686860"/>
                </a:cubicBezTo>
                <a:cubicBezTo>
                  <a:pt x="358638" y="1670091"/>
                  <a:pt x="372232" y="1656497"/>
                  <a:pt x="389002" y="1656497"/>
                </a:cubicBezTo>
                <a:close/>
                <a:moveTo>
                  <a:pt x="316447" y="1656497"/>
                </a:moveTo>
                <a:cubicBezTo>
                  <a:pt x="333216" y="1656497"/>
                  <a:pt x="346810" y="1670091"/>
                  <a:pt x="346810" y="1686860"/>
                </a:cubicBezTo>
                <a:cubicBezTo>
                  <a:pt x="346810" y="1703630"/>
                  <a:pt x="333216" y="1717224"/>
                  <a:pt x="316447" y="1717224"/>
                </a:cubicBezTo>
                <a:cubicBezTo>
                  <a:pt x="299677" y="1717224"/>
                  <a:pt x="286084" y="1703630"/>
                  <a:pt x="286084" y="1686860"/>
                </a:cubicBezTo>
                <a:cubicBezTo>
                  <a:pt x="286084" y="1670091"/>
                  <a:pt x="299677" y="1656497"/>
                  <a:pt x="316447" y="1656497"/>
                </a:cubicBezTo>
                <a:close/>
                <a:moveTo>
                  <a:pt x="243892" y="1656497"/>
                </a:moveTo>
                <a:cubicBezTo>
                  <a:pt x="260662" y="1656497"/>
                  <a:pt x="274256" y="1670091"/>
                  <a:pt x="274256" y="1686860"/>
                </a:cubicBezTo>
                <a:cubicBezTo>
                  <a:pt x="274256" y="1703630"/>
                  <a:pt x="260662" y="1717224"/>
                  <a:pt x="243892" y="1717224"/>
                </a:cubicBezTo>
                <a:cubicBezTo>
                  <a:pt x="227123" y="1717224"/>
                  <a:pt x="213529" y="1703630"/>
                  <a:pt x="213529" y="1686860"/>
                </a:cubicBezTo>
                <a:cubicBezTo>
                  <a:pt x="213529" y="1670091"/>
                  <a:pt x="227123" y="1656497"/>
                  <a:pt x="243892" y="1656497"/>
                </a:cubicBezTo>
                <a:close/>
                <a:moveTo>
                  <a:pt x="171339" y="1656497"/>
                </a:moveTo>
                <a:cubicBezTo>
                  <a:pt x="188107" y="1656497"/>
                  <a:pt x="201701" y="1670091"/>
                  <a:pt x="201701" y="1686860"/>
                </a:cubicBezTo>
                <a:cubicBezTo>
                  <a:pt x="201701" y="1703630"/>
                  <a:pt x="188107" y="1717224"/>
                  <a:pt x="171339" y="1717224"/>
                </a:cubicBezTo>
                <a:cubicBezTo>
                  <a:pt x="154594" y="1717224"/>
                  <a:pt x="141001" y="1703630"/>
                  <a:pt x="141001" y="1686860"/>
                </a:cubicBezTo>
                <a:cubicBezTo>
                  <a:pt x="141001" y="1670091"/>
                  <a:pt x="154594" y="1656497"/>
                  <a:pt x="171339" y="1656497"/>
                </a:cubicBezTo>
                <a:close/>
                <a:moveTo>
                  <a:pt x="98812" y="1656497"/>
                </a:moveTo>
                <a:cubicBezTo>
                  <a:pt x="115580" y="1656497"/>
                  <a:pt x="129174" y="1670091"/>
                  <a:pt x="129174" y="1686860"/>
                </a:cubicBezTo>
                <a:cubicBezTo>
                  <a:pt x="129174" y="1703630"/>
                  <a:pt x="115580" y="1717224"/>
                  <a:pt x="98812" y="1717224"/>
                </a:cubicBezTo>
                <a:cubicBezTo>
                  <a:pt x="82042" y="1717224"/>
                  <a:pt x="68448" y="1703630"/>
                  <a:pt x="68448" y="1686860"/>
                </a:cubicBezTo>
                <a:cubicBezTo>
                  <a:pt x="68448" y="1670091"/>
                  <a:pt x="82042" y="1656497"/>
                  <a:pt x="98812" y="1656497"/>
                </a:cubicBezTo>
                <a:close/>
                <a:moveTo>
                  <a:pt x="26257" y="1656497"/>
                </a:moveTo>
                <a:cubicBezTo>
                  <a:pt x="43026" y="1656497"/>
                  <a:pt x="56620" y="1670091"/>
                  <a:pt x="56620" y="1686860"/>
                </a:cubicBezTo>
                <a:cubicBezTo>
                  <a:pt x="56620" y="1703630"/>
                  <a:pt x="43026" y="1717224"/>
                  <a:pt x="26257" y="1717224"/>
                </a:cubicBezTo>
                <a:cubicBezTo>
                  <a:pt x="17873" y="1717224"/>
                  <a:pt x="10282" y="1713826"/>
                  <a:pt x="4787" y="1708331"/>
                </a:cubicBezTo>
                <a:lnTo>
                  <a:pt x="0" y="1696773"/>
                </a:lnTo>
                <a:lnTo>
                  <a:pt x="0" y="1676947"/>
                </a:lnTo>
                <a:lnTo>
                  <a:pt x="4787" y="1665390"/>
                </a:lnTo>
                <a:cubicBezTo>
                  <a:pt x="10282" y="1659896"/>
                  <a:pt x="17873" y="1656497"/>
                  <a:pt x="26257" y="1656497"/>
                </a:cubicBezTo>
                <a:close/>
                <a:moveTo>
                  <a:pt x="1114547" y="1576045"/>
                </a:moveTo>
                <a:cubicBezTo>
                  <a:pt x="1118739" y="1576045"/>
                  <a:pt x="1122733" y="1576894"/>
                  <a:pt x="1126366" y="1578431"/>
                </a:cubicBezTo>
                <a:lnTo>
                  <a:pt x="1131977" y="1582214"/>
                </a:lnTo>
                <a:lnTo>
                  <a:pt x="1128051" y="1585783"/>
                </a:lnTo>
                <a:lnTo>
                  <a:pt x="1088035" y="1615706"/>
                </a:lnTo>
                <a:lnTo>
                  <a:pt x="1084184" y="1606408"/>
                </a:lnTo>
                <a:cubicBezTo>
                  <a:pt x="1084184" y="1589639"/>
                  <a:pt x="1097778" y="1576045"/>
                  <a:pt x="1114547" y="1576045"/>
                </a:cubicBezTo>
                <a:close/>
                <a:moveTo>
                  <a:pt x="1041993" y="1576045"/>
                </a:moveTo>
                <a:cubicBezTo>
                  <a:pt x="1058762" y="1576045"/>
                  <a:pt x="1072356" y="1589639"/>
                  <a:pt x="1072356" y="1606408"/>
                </a:cubicBezTo>
                <a:cubicBezTo>
                  <a:pt x="1072356" y="1623178"/>
                  <a:pt x="1058762" y="1636772"/>
                  <a:pt x="1041993" y="1636772"/>
                </a:cubicBezTo>
                <a:cubicBezTo>
                  <a:pt x="1025223" y="1636772"/>
                  <a:pt x="1011629" y="1623178"/>
                  <a:pt x="1011629" y="1606408"/>
                </a:cubicBezTo>
                <a:cubicBezTo>
                  <a:pt x="1011629" y="1589639"/>
                  <a:pt x="1025223" y="1576045"/>
                  <a:pt x="1041993" y="1576045"/>
                </a:cubicBezTo>
                <a:close/>
                <a:moveTo>
                  <a:pt x="969438" y="1576045"/>
                </a:moveTo>
                <a:cubicBezTo>
                  <a:pt x="986208" y="1576045"/>
                  <a:pt x="999801" y="1589639"/>
                  <a:pt x="999801" y="1606408"/>
                </a:cubicBezTo>
                <a:cubicBezTo>
                  <a:pt x="999801" y="1623178"/>
                  <a:pt x="986208" y="1636772"/>
                  <a:pt x="969438" y="1636772"/>
                </a:cubicBezTo>
                <a:cubicBezTo>
                  <a:pt x="952669" y="1636772"/>
                  <a:pt x="939075" y="1623178"/>
                  <a:pt x="939075" y="1606408"/>
                </a:cubicBezTo>
                <a:cubicBezTo>
                  <a:pt x="939075" y="1589639"/>
                  <a:pt x="952669" y="1576045"/>
                  <a:pt x="969438" y="1576045"/>
                </a:cubicBezTo>
                <a:close/>
                <a:moveTo>
                  <a:pt x="896883" y="1576045"/>
                </a:moveTo>
                <a:cubicBezTo>
                  <a:pt x="913653" y="1576045"/>
                  <a:pt x="927247" y="1589639"/>
                  <a:pt x="927247" y="1606408"/>
                </a:cubicBezTo>
                <a:cubicBezTo>
                  <a:pt x="927247" y="1623178"/>
                  <a:pt x="913653" y="1636772"/>
                  <a:pt x="896883" y="1636772"/>
                </a:cubicBezTo>
                <a:cubicBezTo>
                  <a:pt x="880114" y="1636772"/>
                  <a:pt x="866520" y="1623178"/>
                  <a:pt x="866520" y="1606408"/>
                </a:cubicBezTo>
                <a:cubicBezTo>
                  <a:pt x="866520" y="1589639"/>
                  <a:pt x="880114" y="1576045"/>
                  <a:pt x="896883" y="1576045"/>
                </a:cubicBezTo>
                <a:close/>
                <a:moveTo>
                  <a:pt x="824329" y="1576045"/>
                </a:moveTo>
                <a:cubicBezTo>
                  <a:pt x="841098" y="1576045"/>
                  <a:pt x="854692" y="1589639"/>
                  <a:pt x="854692" y="1606408"/>
                </a:cubicBezTo>
                <a:cubicBezTo>
                  <a:pt x="854692" y="1623178"/>
                  <a:pt x="841098" y="1636772"/>
                  <a:pt x="824329" y="1636772"/>
                </a:cubicBezTo>
                <a:cubicBezTo>
                  <a:pt x="807559" y="1636772"/>
                  <a:pt x="793965" y="1623178"/>
                  <a:pt x="793965" y="1606408"/>
                </a:cubicBezTo>
                <a:cubicBezTo>
                  <a:pt x="793965" y="1589639"/>
                  <a:pt x="807559" y="1576045"/>
                  <a:pt x="824329" y="1576045"/>
                </a:cubicBezTo>
                <a:close/>
                <a:moveTo>
                  <a:pt x="751774" y="1576045"/>
                </a:moveTo>
                <a:cubicBezTo>
                  <a:pt x="768544" y="1576045"/>
                  <a:pt x="782138" y="1589639"/>
                  <a:pt x="782138" y="1606408"/>
                </a:cubicBezTo>
                <a:cubicBezTo>
                  <a:pt x="782138" y="1623178"/>
                  <a:pt x="768544" y="1636772"/>
                  <a:pt x="751774" y="1636772"/>
                </a:cubicBezTo>
                <a:cubicBezTo>
                  <a:pt x="735005" y="1636772"/>
                  <a:pt x="721411" y="1623178"/>
                  <a:pt x="721411" y="1606408"/>
                </a:cubicBezTo>
                <a:cubicBezTo>
                  <a:pt x="721411" y="1589639"/>
                  <a:pt x="735005" y="1576045"/>
                  <a:pt x="751774" y="1576045"/>
                </a:cubicBezTo>
                <a:close/>
                <a:moveTo>
                  <a:pt x="679220" y="1576045"/>
                </a:moveTo>
                <a:cubicBezTo>
                  <a:pt x="695989" y="1576045"/>
                  <a:pt x="709583" y="1589639"/>
                  <a:pt x="709583" y="1606408"/>
                </a:cubicBezTo>
                <a:cubicBezTo>
                  <a:pt x="709583" y="1623178"/>
                  <a:pt x="695989" y="1636772"/>
                  <a:pt x="679220" y="1636772"/>
                </a:cubicBezTo>
                <a:cubicBezTo>
                  <a:pt x="662450" y="1636772"/>
                  <a:pt x="648856" y="1623178"/>
                  <a:pt x="648856" y="1606408"/>
                </a:cubicBezTo>
                <a:cubicBezTo>
                  <a:pt x="648856" y="1589639"/>
                  <a:pt x="662450" y="1576045"/>
                  <a:pt x="679220" y="1576045"/>
                </a:cubicBezTo>
                <a:close/>
                <a:moveTo>
                  <a:pt x="606665" y="1576045"/>
                </a:moveTo>
                <a:cubicBezTo>
                  <a:pt x="623435" y="1576045"/>
                  <a:pt x="637029" y="1589639"/>
                  <a:pt x="637029" y="1606408"/>
                </a:cubicBezTo>
                <a:cubicBezTo>
                  <a:pt x="637029" y="1623178"/>
                  <a:pt x="623435" y="1636772"/>
                  <a:pt x="606665" y="1636772"/>
                </a:cubicBezTo>
                <a:cubicBezTo>
                  <a:pt x="589896" y="1636772"/>
                  <a:pt x="576302" y="1623178"/>
                  <a:pt x="576302" y="1606408"/>
                </a:cubicBezTo>
                <a:cubicBezTo>
                  <a:pt x="576302" y="1589639"/>
                  <a:pt x="589896" y="1576045"/>
                  <a:pt x="606665" y="1576045"/>
                </a:cubicBezTo>
                <a:close/>
                <a:moveTo>
                  <a:pt x="534111" y="1576045"/>
                </a:moveTo>
                <a:cubicBezTo>
                  <a:pt x="550880" y="1576045"/>
                  <a:pt x="564474" y="1589639"/>
                  <a:pt x="564474" y="1606408"/>
                </a:cubicBezTo>
                <a:cubicBezTo>
                  <a:pt x="564474" y="1623178"/>
                  <a:pt x="550880" y="1636772"/>
                  <a:pt x="534111" y="1636772"/>
                </a:cubicBezTo>
                <a:cubicBezTo>
                  <a:pt x="517341" y="1636772"/>
                  <a:pt x="503747" y="1623178"/>
                  <a:pt x="503747" y="1606408"/>
                </a:cubicBezTo>
                <a:cubicBezTo>
                  <a:pt x="503747" y="1589639"/>
                  <a:pt x="517341" y="1576045"/>
                  <a:pt x="534111" y="1576045"/>
                </a:cubicBezTo>
                <a:close/>
                <a:moveTo>
                  <a:pt x="461556" y="1576045"/>
                </a:moveTo>
                <a:cubicBezTo>
                  <a:pt x="478326" y="1576045"/>
                  <a:pt x="491920" y="1589639"/>
                  <a:pt x="491920" y="1606408"/>
                </a:cubicBezTo>
                <a:cubicBezTo>
                  <a:pt x="491920" y="1623178"/>
                  <a:pt x="478326" y="1636772"/>
                  <a:pt x="461556" y="1636772"/>
                </a:cubicBezTo>
                <a:cubicBezTo>
                  <a:pt x="444787" y="1636772"/>
                  <a:pt x="431192" y="1623178"/>
                  <a:pt x="431192" y="1606408"/>
                </a:cubicBezTo>
                <a:cubicBezTo>
                  <a:pt x="431192" y="1589639"/>
                  <a:pt x="444787" y="1576045"/>
                  <a:pt x="461556" y="1576045"/>
                </a:cubicBezTo>
                <a:close/>
                <a:moveTo>
                  <a:pt x="389002" y="1576045"/>
                </a:moveTo>
                <a:cubicBezTo>
                  <a:pt x="405771" y="1576045"/>
                  <a:pt x="419365" y="1589639"/>
                  <a:pt x="419365" y="1606408"/>
                </a:cubicBezTo>
                <a:cubicBezTo>
                  <a:pt x="419365" y="1623178"/>
                  <a:pt x="405771" y="1636772"/>
                  <a:pt x="389002" y="1636772"/>
                </a:cubicBezTo>
                <a:cubicBezTo>
                  <a:pt x="372232" y="1636772"/>
                  <a:pt x="358638" y="1623178"/>
                  <a:pt x="358638" y="1606408"/>
                </a:cubicBezTo>
                <a:cubicBezTo>
                  <a:pt x="358638" y="1589639"/>
                  <a:pt x="372232" y="1576045"/>
                  <a:pt x="389002" y="1576045"/>
                </a:cubicBezTo>
                <a:close/>
                <a:moveTo>
                  <a:pt x="316447" y="1576045"/>
                </a:moveTo>
                <a:cubicBezTo>
                  <a:pt x="333216" y="1576045"/>
                  <a:pt x="346810" y="1589639"/>
                  <a:pt x="346810" y="1606408"/>
                </a:cubicBezTo>
                <a:cubicBezTo>
                  <a:pt x="346810" y="1623178"/>
                  <a:pt x="333216" y="1636772"/>
                  <a:pt x="316447" y="1636772"/>
                </a:cubicBezTo>
                <a:cubicBezTo>
                  <a:pt x="299677" y="1636772"/>
                  <a:pt x="286084" y="1623178"/>
                  <a:pt x="286084" y="1606408"/>
                </a:cubicBezTo>
                <a:cubicBezTo>
                  <a:pt x="286084" y="1589639"/>
                  <a:pt x="299677" y="1576045"/>
                  <a:pt x="316447" y="1576045"/>
                </a:cubicBezTo>
                <a:close/>
                <a:moveTo>
                  <a:pt x="243892" y="1576045"/>
                </a:moveTo>
                <a:cubicBezTo>
                  <a:pt x="260662" y="1576045"/>
                  <a:pt x="274256" y="1589639"/>
                  <a:pt x="274256" y="1606408"/>
                </a:cubicBezTo>
                <a:cubicBezTo>
                  <a:pt x="274256" y="1623178"/>
                  <a:pt x="260662" y="1636772"/>
                  <a:pt x="243892" y="1636772"/>
                </a:cubicBezTo>
                <a:cubicBezTo>
                  <a:pt x="227123" y="1636772"/>
                  <a:pt x="213529" y="1623178"/>
                  <a:pt x="213529" y="1606408"/>
                </a:cubicBezTo>
                <a:cubicBezTo>
                  <a:pt x="213529" y="1589639"/>
                  <a:pt x="227123" y="1576045"/>
                  <a:pt x="243892" y="1576045"/>
                </a:cubicBezTo>
                <a:close/>
                <a:moveTo>
                  <a:pt x="171339" y="1576045"/>
                </a:moveTo>
                <a:cubicBezTo>
                  <a:pt x="188107" y="1576045"/>
                  <a:pt x="201701" y="1589639"/>
                  <a:pt x="201701" y="1606408"/>
                </a:cubicBezTo>
                <a:cubicBezTo>
                  <a:pt x="201701" y="1623178"/>
                  <a:pt x="188107" y="1636772"/>
                  <a:pt x="171339" y="1636772"/>
                </a:cubicBezTo>
                <a:cubicBezTo>
                  <a:pt x="154599" y="1636772"/>
                  <a:pt x="141006" y="1623178"/>
                  <a:pt x="141006" y="1606408"/>
                </a:cubicBezTo>
                <a:cubicBezTo>
                  <a:pt x="141006" y="1589639"/>
                  <a:pt x="154599" y="1576045"/>
                  <a:pt x="171339" y="1576045"/>
                </a:cubicBezTo>
                <a:close/>
                <a:moveTo>
                  <a:pt x="98818" y="1576045"/>
                </a:moveTo>
                <a:cubicBezTo>
                  <a:pt x="115586" y="1576045"/>
                  <a:pt x="129180" y="1589639"/>
                  <a:pt x="129180" y="1606408"/>
                </a:cubicBezTo>
                <a:cubicBezTo>
                  <a:pt x="129180" y="1623178"/>
                  <a:pt x="115586" y="1636772"/>
                  <a:pt x="98818" y="1636772"/>
                </a:cubicBezTo>
                <a:cubicBezTo>
                  <a:pt x="82048" y="1636772"/>
                  <a:pt x="68454" y="1623178"/>
                  <a:pt x="68454" y="1606408"/>
                </a:cubicBezTo>
                <a:cubicBezTo>
                  <a:pt x="68454" y="1589639"/>
                  <a:pt x="82048" y="1576045"/>
                  <a:pt x="98818" y="1576045"/>
                </a:cubicBezTo>
                <a:close/>
                <a:moveTo>
                  <a:pt x="26264" y="1576045"/>
                </a:moveTo>
                <a:cubicBezTo>
                  <a:pt x="43032" y="1576045"/>
                  <a:pt x="56626" y="1589639"/>
                  <a:pt x="56626" y="1606408"/>
                </a:cubicBezTo>
                <a:cubicBezTo>
                  <a:pt x="56626" y="1623178"/>
                  <a:pt x="43032" y="1636772"/>
                  <a:pt x="26264" y="1636772"/>
                </a:cubicBezTo>
                <a:cubicBezTo>
                  <a:pt x="17880" y="1636772"/>
                  <a:pt x="10289" y="1633374"/>
                  <a:pt x="4794" y="1627879"/>
                </a:cubicBezTo>
                <a:lnTo>
                  <a:pt x="0" y="1616304"/>
                </a:lnTo>
                <a:lnTo>
                  <a:pt x="0" y="1596512"/>
                </a:lnTo>
                <a:lnTo>
                  <a:pt x="4794" y="1584938"/>
                </a:lnTo>
                <a:cubicBezTo>
                  <a:pt x="10289" y="1579444"/>
                  <a:pt x="17880" y="1576045"/>
                  <a:pt x="26264" y="1576045"/>
                </a:cubicBezTo>
                <a:close/>
                <a:moveTo>
                  <a:pt x="1187102" y="1495593"/>
                </a:moveTo>
                <a:cubicBezTo>
                  <a:pt x="1195486" y="1495593"/>
                  <a:pt x="1203077" y="1498992"/>
                  <a:pt x="1208572" y="1504486"/>
                </a:cubicBezTo>
                <a:lnTo>
                  <a:pt x="1211014" y="1510381"/>
                </a:lnTo>
                <a:lnTo>
                  <a:pt x="1168285" y="1549216"/>
                </a:lnTo>
                <a:lnTo>
                  <a:pt x="1165631" y="1547427"/>
                </a:lnTo>
                <a:cubicBezTo>
                  <a:pt x="1160137" y="1541932"/>
                  <a:pt x="1156738" y="1534341"/>
                  <a:pt x="1156738" y="1525957"/>
                </a:cubicBezTo>
                <a:cubicBezTo>
                  <a:pt x="1156738" y="1509187"/>
                  <a:pt x="1170332" y="1495593"/>
                  <a:pt x="1187102" y="1495593"/>
                </a:cubicBezTo>
                <a:close/>
                <a:moveTo>
                  <a:pt x="1114547" y="1495593"/>
                </a:moveTo>
                <a:cubicBezTo>
                  <a:pt x="1131317" y="1495593"/>
                  <a:pt x="1144911" y="1509187"/>
                  <a:pt x="1144911" y="1525957"/>
                </a:cubicBezTo>
                <a:cubicBezTo>
                  <a:pt x="1144911" y="1542726"/>
                  <a:pt x="1131317" y="1556320"/>
                  <a:pt x="1114547" y="1556320"/>
                </a:cubicBezTo>
                <a:cubicBezTo>
                  <a:pt x="1097778" y="1556320"/>
                  <a:pt x="1084184" y="1542726"/>
                  <a:pt x="1084184" y="1525957"/>
                </a:cubicBezTo>
                <a:cubicBezTo>
                  <a:pt x="1084184" y="1509187"/>
                  <a:pt x="1097778" y="1495593"/>
                  <a:pt x="1114547" y="1495593"/>
                </a:cubicBezTo>
                <a:close/>
                <a:moveTo>
                  <a:pt x="1041993" y="1495593"/>
                </a:moveTo>
                <a:cubicBezTo>
                  <a:pt x="1058762" y="1495593"/>
                  <a:pt x="1072356" y="1509187"/>
                  <a:pt x="1072356" y="1525957"/>
                </a:cubicBezTo>
                <a:cubicBezTo>
                  <a:pt x="1072356" y="1542726"/>
                  <a:pt x="1058762" y="1556320"/>
                  <a:pt x="1041993" y="1556320"/>
                </a:cubicBezTo>
                <a:cubicBezTo>
                  <a:pt x="1025223" y="1556320"/>
                  <a:pt x="1011629" y="1542726"/>
                  <a:pt x="1011629" y="1525957"/>
                </a:cubicBezTo>
                <a:cubicBezTo>
                  <a:pt x="1011629" y="1509187"/>
                  <a:pt x="1025223" y="1495593"/>
                  <a:pt x="1041993" y="1495593"/>
                </a:cubicBezTo>
                <a:close/>
                <a:moveTo>
                  <a:pt x="969438" y="1495593"/>
                </a:moveTo>
                <a:cubicBezTo>
                  <a:pt x="986208" y="1495593"/>
                  <a:pt x="999801" y="1509187"/>
                  <a:pt x="999801" y="1525957"/>
                </a:cubicBezTo>
                <a:cubicBezTo>
                  <a:pt x="999801" y="1542726"/>
                  <a:pt x="986208" y="1556320"/>
                  <a:pt x="969438" y="1556320"/>
                </a:cubicBezTo>
                <a:cubicBezTo>
                  <a:pt x="952669" y="1556320"/>
                  <a:pt x="939075" y="1542726"/>
                  <a:pt x="939075" y="1525957"/>
                </a:cubicBezTo>
                <a:cubicBezTo>
                  <a:pt x="939075" y="1509187"/>
                  <a:pt x="952669" y="1495593"/>
                  <a:pt x="969438" y="1495593"/>
                </a:cubicBezTo>
                <a:close/>
                <a:moveTo>
                  <a:pt x="896883" y="1495593"/>
                </a:moveTo>
                <a:cubicBezTo>
                  <a:pt x="913653" y="1495593"/>
                  <a:pt x="927247" y="1509187"/>
                  <a:pt x="927247" y="1525957"/>
                </a:cubicBezTo>
                <a:cubicBezTo>
                  <a:pt x="927247" y="1542726"/>
                  <a:pt x="913653" y="1556320"/>
                  <a:pt x="896883" y="1556320"/>
                </a:cubicBezTo>
                <a:cubicBezTo>
                  <a:pt x="880114" y="1556320"/>
                  <a:pt x="866520" y="1542726"/>
                  <a:pt x="866520" y="1525957"/>
                </a:cubicBezTo>
                <a:cubicBezTo>
                  <a:pt x="866520" y="1509187"/>
                  <a:pt x="880114" y="1495593"/>
                  <a:pt x="896883" y="1495593"/>
                </a:cubicBezTo>
                <a:close/>
                <a:moveTo>
                  <a:pt x="824329" y="1495593"/>
                </a:moveTo>
                <a:cubicBezTo>
                  <a:pt x="841098" y="1495593"/>
                  <a:pt x="854692" y="1509187"/>
                  <a:pt x="854692" y="1525957"/>
                </a:cubicBezTo>
                <a:cubicBezTo>
                  <a:pt x="854692" y="1542726"/>
                  <a:pt x="841098" y="1556320"/>
                  <a:pt x="824329" y="1556320"/>
                </a:cubicBezTo>
                <a:cubicBezTo>
                  <a:pt x="807559" y="1556320"/>
                  <a:pt x="793965" y="1542726"/>
                  <a:pt x="793965" y="1525957"/>
                </a:cubicBezTo>
                <a:cubicBezTo>
                  <a:pt x="793965" y="1509187"/>
                  <a:pt x="807559" y="1495593"/>
                  <a:pt x="824329" y="1495593"/>
                </a:cubicBezTo>
                <a:close/>
                <a:moveTo>
                  <a:pt x="751774" y="1495593"/>
                </a:moveTo>
                <a:cubicBezTo>
                  <a:pt x="768544" y="1495593"/>
                  <a:pt x="782138" y="1509187"/>
                  <a:pt x="782138" y="1525957"/>
                </a:cubicBezTo>
                <a:cubicBezTo>
                  <a:pt x="782138" y="1542726"/>
                  <a:pt x="768544" y="1556320"/>
                  <a:pt x="751774" y="1556320"/>
                </a:cubicBezTo>
                <a:cubicBezTo>
                  <a:pt x="735005" y="1556320"/>
                  <a:pt x="721411" y="1542726"/>
                  <a:pt x="721411" y="1525957"/>
                </a:cubicBezTo>
                <a:cubicBezTo>
                  <a:pt x="721411" y="1509187"/>
                  <a:pt x="735005" y="1495593"/>
                  <a:pt x="751774" y="1495593"/>
                </a:cubicBezTo>
                <a:close/>
                <a:moveTo>
                  <a:pt x="679220" y="1495593"/>
                </a:moveTo>
                <a:cubicBezTo>
                  <a:pt x="695989" y="1495593"/>
                  <a:pt x="709583" y="1509187"/>
                  <a:pt x="709583" y="1525957"/>
                </a:cubicBezTo>
                <a:cubicBezTo>
                  <a:pt x="709583" y="1542726"/>
                  <a:pt x="695989" y="1556320"/>
                  <a:pt x="679220" y="1556320"/>
                </a:cubicBezTo>
                <a:cubicBezTo>
                  <a:pt x="662450" y="1556320"/>
                  <a:pt x="648856" y="1542726"/>
                  <a:pt x="648856" y="1525957"/>
                </a:cubicBezTo>
                <a:cubicBezTo>
                  <a:pt x="648856" y="1509187"/>
                  <a:pt x="662450" y="1495593"/>
                  <a:pt x="679220" y="1495593"/>
                </a:cubicBezTo>
                <a:close/>
                <a:moveTo>
                  <a:pt x="606665" y="1495593"/>
                </a:moveTo>
                <a:cubicBezTo>
                  <a:pt x="623435" y="1495593"/>
                  <a:pt x="637029" y="1509187"/>
                  <a:pt x="637029" y="1525957"/>
                </a:cubicBezTo>
                <a:cubicBezTo>
                  <a:pt x="637029" y="1542726"/>
                  <a:pt x="623435" y="1556320"/>
                  <a:pt x="606665" y="1556320"/>
                </a:cubicBezTo>
                <a:cubicBezTo>
                  <a:pt x="589896" y="1556320"/>
                  <a:pt x="576302" y="1542726"/>
                  <a:pt x="576302" y="1525957"/>
                </a:cubicBezTo>
                <a:cubicBezTo>
                  <a:pt x="576302" y="1509187"/>
                  <a:pt x="589896" y="1495593"/>
                  <a:pt x="606665" y="1495593"/>
                </a:cubicBezTo>
                <a:close/>
                <a:moveTo>
                  <a:pt x="534111" y="1495593"/>
                </a:moveTo>
                <a:cubicBezTo>
                  <a:pt x="550880" y="1495593"/>
                  <a:pt x="564474" y="1509187"/>
                  <a:pt x="564474" y="1525957"/>
                </a:cubicBezTo>
                <a:cubicBezTo>
                  <a:pt x="564474" y="1542726"/>
                  <a:pt x="550880" y="1556320"/>
                  <a:pt x="534111" y="1556320"/>
                </a:cubicBezTo>
                <a:cubicBezTo>
                  <a:pt x="517341" y="1556320"/>
                  <a:pt x="503747" y="1542726"/>
                  <a:pt x="503747" y="1525957"/>
                </a:cubicBezTo>
                <a:cubicBezTo>
                  <a:pt x="503747" y="1509187"/>
                  <a:pt x="517341" y="1495593"/>
                  <a:pt x="534111" y="1495593"/>
                </a:cubicBezTo>
                <a:close/>
                <a:moveTo>
                  <a:pt x="461556" y="1495593"/>
                </a:moveTo>
                <a:cubicBezTo>
                  <a:pt x="478326" y="1495593"/>
                  <a:pt x="491920" y="1509187"/>
                  <a:pt x="491920" y="1525957"/>
                </a:cubicBezTo>
                <a:cubicBezTo>
                  <a:pt x="491920" y="1542726"/>
                  <a:pt x="478326" y="1556320"/>
                  <a:pt x="461556" y="1556320"/>
                </a:cubicBezTo>
                <a:cubicBezTo>
                  <a:pt x="444787" y="1556320"/>
                  <a:pt x="431192" y="1542726"/>
                  <a:pt x="431192" y="1525957"/>
                </a:cubicBezTo>
                <a:cubicBezTo>
                  <a:pt x="431192" y="1509187"/>
                  <a:pt x="444787" y="1495593"/>
                  <a:pt x="461556" y="1495593"/>
                </a:cubicBezTo>
                <a:close/>
                <a:moveTo>
                  <a:pt x="389002" y="1495593"/>
                </a:moveTo>
                <a:cubicBezTo>
                  <a:pt x="405771" y="1495593"/>
                  <a:pt x="419365" y="1509187"/>
                  <a:pt x="419365" y="1525957"/>
                </a:cubicBezTo>
                <a:cubicBezTo>
                  <a:pt x="419365" y="1542726"/>
                  <a:pt x="405771" y="1556320"/>
                  <a:pt x="389002" y="1556320"/>
                </a:cubicBezTo>
                <a:cubicBezTo>
                  <a:pt x="372232" y="1556320"/>
                  <a:pt x="358638" y="1542726"/>
                  <a:pt x="358638" y="1525957"/>
                </a:cubicBezTo>
                <a:cubicBezTo>
                  <a:pt x="358638" y="1509187"/>
                  <a:pt x="372232" y="1495593"/>
                  <a:pt x="389002" y="1495593"/>
                </a:cubicBezTo>
                <a:close/>
                <a:moveTo>
                  <a:pt x="316447" y="1495593"/>
                </a:moveTo>
                <a:cubicBezTo>
                  <a:pt x="333216" y="1495593"/>
                  <a:pt x="346810" y="1509187"/>
                  <a:pt x="346810" y="1525957"/>
                </a:cubicBezTo>
                <a:cubicBezTo>
                  <a:pt x="346810" y="1542726"/>
                  <a:pt x="333216" y="1556320"/>
                  <a:pt x="316447" y="1556320"/>
                </a:cubicBezTo>
                <a:cubicBezTo>
                  <a:pt x="299677" y="1556320"/>
                  <a:pt x="286084" y="1542726"/>
                  <a:pt x="286084" y="1525957"/>
                </a:cubicBezTo>
                <a:cubicBezTo>
                  <a:pt x="286084" y="1509187"/>
                  <a:pt x="299677" y="1495593"/>
                  <a:pt x="316447" y="1495593"/>
                </a:cubicBezTo>
                <a:close/>
                <a:moveTo>
                  <a:pt x="243892" y="1495593"/>
                </a:moveTo>
                <a:cubicBezTo>
                  <a:pt x="260662" y="1495593"/>
                  <a:pt x="274256" y="1509187"/>
                  <a:pt x="274256" y="1525957"/>
                </a:cubicBezTo>
                <a:cubicBezTo>
                  <a:pt x="274256" y="1542726"/>
                  <a:pt x="260662" y="1556320"/>
                  <a:pt x="243892" y="1556320"/>
                </a:cubicBezTo>
                <a:cubicBezTo>
                  <a:pt x="227123" y="1556320"/>
                  <a:pt x="213529" y="1542726"/>
                  <a:pt x="213529" y="1525957"/>
                </a:cubicBezTo>
                <a:cubicBezTo>
                  <a:pt x="213529" y="1509187"/>
                  <a:pt x="227123" y="1495593"/>
                  <a:pt x="243892" y="1495593"/>
                </a:cubicBezTo>
                <a:close/>
                <a:moveTo>
                  <a:pt x="171339" y="1495593"/>
                </a:moveTo>
                <a:cubicBezTo>
                  <a:pt x="188107" y="1495593"/>
                  <a:pt x="201701" y="1509187"/>
                  <a:pt x="201701" y="1525957"/>
                </a:cubicBezTo>
                <a:cubicBezTo>
                  <a:pt x="201701" y="1542726"/>
                  <a:pt x="188107" y="1556320"/>
                  <a:pt x="171339" y="1556320"/>
                </a:cubicBezTo>
                <a:cubicBezTo>
                  <a:pt x="154606" y="1556320"/>
                  <a:pt x="141012" y="1542726"/>
                  <a:pt x="141012" y="1525957"/>
                </a:cubicBezTo>
                <a:cubicBezTo>
                  <a:pt x="141012" y="1509187"/>
                  <a:pt x="154606" y="1495593"/>
                  <a:pt x="171339" y="1495593"/>
                </a:cubicBezTo>
                <a:close/>
                <a:moveTo>
                  <a:pt x="98825" y="1495593"/>
                </a:moveTo>
                <a:cubicBezTo>
                  <a:pt x="115592" y="1495593"/>
                  <a:pt x="129186" y="1509187"/>
                  <a:pt x="129186" y="1525957"/>
                </a:cubicBezTo>
                <a:cubicBezTo>
                  <a:pt x="129186" y="1542726"/>
                  <a:pt x="115592" y="1556320"/>
                  <a:pt x="98825" y="1556320"/>
                </a:cubicBezTo>
                <a:cubicBezTo>
                  <a:pt x="82054" y="1556320"/>
                  <a:pt x="68461" y="1542726"/>
                  <a:pt x="68461" y="1525957"/>
                </a:cubicBezTo>
                <a:cubicBezTo>
                  <a:pt x="68461" y="1509187"/>
                  <a:pt x="82054" y="1495593"/>
                  <a:pt x="98825" y="1495593"/>
                </a:cubicBezTo>
                <a:close/>
                <a:moveTo>
                  <a:pt x="26270" y="1495593"/>
                </a:moveTo>
                <a:cubicBezTo>
                  <a:pt x="43038" y="1495593"/>
                  <a:pt x="56632" y="1509187"/>
                  <a:pt x="56632" y="1525957"/>
                </a:cubicBezTo>
                <a:cubicBezTo>
                  <a:pt x="56632" y="1542726"/>
                  <a:pt x="43038" y="1556320"/>
                  <a:pt x="26270" y="1556320"/>
                </a:cubicBezTo>
                <a:cubicBezTo>
                  <a:pt x="17886" y="1556320"/>
                  <a:pt x="10295" y="1552922"/>
                  <a:pt x="4801" y="1547427"/>
                </a:cubicBezTo>
                <a:lnTo>
                  <a:pt x="0" y="1535836"/>
                </a:lnTo>
                <a:lnTo>
                  <a:pt x="0" y="1516078"/>
                </a:lnTo>
                <a:lnTo>
                  <a:pt x="4801" y="1504486"/>
                </a:lnTo>
                <a:cubicBezTo>
                  <a:pt x="10295" y="1498992"/>
                  <a:pt x="17886" y="1495593"/>
                  <a:pt x="26270" y="1495593"/>
                </a:cubicBezTo>
                <a:close/>
                <a:moveTo>
                  <a:pt x="1259656" y="1415141"/>
                </a:moveTo>
                <a:cubicBezTo>
                  <a:pt x="1268041" y="1415141"/>
                  <a:pt x="1275632" y="1418540"/>
                  <a:pt x="1281127" y="1424035"/>
                </a:cubicBezTo>
                <a:lnTo>
                  <a:pt x="1285044" y="1433492"/>
                </a:lnTo>
                <a:lnTo>
                  <a:pt x="1248565" y="1473629"/>
                </a:lnTo>
                <a:lnTo>
                  <a:pt x="1247837" y="1473482"/>
                </a:lnTo>
                <a:cubicBezTo>
                  <a:pt x="1236940" y="1468873"/>
                  <a:pt x="1229293" y="1458082"/>
                  <a:pt x="1229293" y="1445505"/>
                </a:cubicBezTo>
                <a:cubicBezTo>
                  <a:pt x="1229293" y="1428735"/>
                  <a:pt x="1242887" y="1415141"/>
                  <a:pt x="1259656" y="1415141"/>
                </a:cubicBezTo>
                <a:close/>
                <a:moveTo>
                  <a:pt x="1187102" y="1415141"/>
                </a:moveTo>
                <a:cubicBezTo>
                  <a:pt x="1203871" y="1415141"/>
                  <a:pt x="1217465" y="1428735"/>
                  <a:pt x="1217465" y="1445505"/>
                </a:cubicBezTo>
                <a:cubicBezTo>
                  <a:pt x="1217465" y="1462274"/>
                  <a:pt x="1203871" y="1475868"/>
                  <a:pt x="1187102" y="1475868"/>
                </a:cubicBezTo>
                <a:cubicBezTo>
                  <a:pt x="1170332" y="1475868"/>
                  <a:pt x="1156738" y="1462274"/>
                  <a:pt x="1156738" y="1445505"/>
                </a:cubicBezTo>
                <a:cubicBezTo>
                  <a:pt x="1156738" y="1428735"/>
                  <a:pt x="1170332" y="1415141"/>
                  <a:pt x="1187102" y="1415141"/>
                </a:cubicBezTo>
                <a:close/>
                <a:moveTo>
                  <a:pt x="1114547" y="1415141"/>
                </a:moveTo>
                <a:cubicBezTo>
                  <a:pt x="1131317" y="1415141"/>
                  <a:pt x="1144911" y="1428735"/>
                  <a:pt x="1144911" y="1445505"/>
                </a:cubicBezTo>
                <a:cubicBezTo>
                  <a:pt x="1144911" y="1462274"/>
                  <a:pt x="1131317" y="1475868"/>
                  <a:pt x="1114547" y="1475868"/>
                </a:cubicBezTo>
                <a:cubicBezTo>
                  <a:pt x="1097778" y="1475868"/>
                  <a:pt x="1084184" y="1462274"/>
                  <a:pt x="1084184" y="1445505"/>
                </a:cubicBezTo>
                <a:cubicBezTo>
                  <a:pt x="1084184" y="1428735"/>
                  <a:pt x="1097778" y="1415141"/>
                  <a:pt x="1114547" y="1415141"/>
                </a:cubicBezTo>
                <a:close/>
                <a:moveTo>
                  <a:pt x="1041993" y="1415141"/>
                </a:moveTo>
                <a:cubicBezTo>
                  <a:pt x="1058762" y="1415141"/>
                  <a:pt x="1072356" y="1428735"/>
                  <a:pt x="1072356" y="1445505"/>
                </a:cubicBezTo>
                <a:cubicBezTo>
                  <a:pt x="1072356" y="1462274"/>
                  <a:pt x="1058762" y="1475868"/>
                  <a:pt x="1041993" y="1475868"/>
                </a:cubicBezTo>
                <a:cubicBezTo>
                  <a:pt x="1025223" y="1475868"/>
                  <a:pt x="1011629" y="1462274"/>
                  <a:pt x="1011629" y="1445505"/>
                </a:cubicBezTo>
                <a:cubicBezTo>
                  <a:pt x="1011629" y="1428735"/>
                  <a:pt x="1025223" y="1415141"/>
                  <a:pt x="1041993" y="1415141"/>
                </a:cubicBezTo>
                <a:close/>
                <a:moveTo>
                  <a:pt x="969438" y="1415141"/>
                </a:moveTo>
                <a:cubicBezTo>
                  <a:pt x="986208" y="1415141"/>
                  <a:pt x="999801" y="1428735"/>
                  <a:pt x="999801" y="1445505"/>
                </a:cubicBezTo>
                <a:cubicBezTo>
                  <a:pt x="999801" y="1462274"/>
                  <a:pt x="986208" y="1475868"/>
                  <a:pt x="969438" y="1475868"/>
                </a:cubicBezTo>
                <a:cubicBezTo>
                  <a:pt x="952669" y="1475868"/>
                  <a:pt x="939075" y="1462274"/>
                  <a:pt x="939075" y="1445505"/>
                </a:cubicBezTo>
                <a:cubicBezTo>
                  <a:pt x="939075" y="1428735"/>
                  <a:pt x="952669" y="1415141"/>
                  <a:pt x="969438" y="1415141"/>
                </a:cubicBezTo>
                <a:close/>
                <a:moveTo>
                  <a:pt x="896883" y="1415141"/>
                </a:moveTo>
                <a:cubicBezTo>
                  <a:pt x="913653" y="1415141"/>
                  <a:pt x="927247" y="1428735"/>
                  <a:pt x="927247" y="1445505"/>
                </a:cubicBezTo>
                <a:cubicBezTo>
                  <a:pt x="927247" y="1462274"/>
                  <a:pt x="913653" y="1475868"/>
                  <a:pt x="896883" y="1475868"/>
                </a:cubicBezTo>
                <a:cubicBezTo>
                  <a:pt x="880114" y="1475868"/>
                  <a:pt x="866520" y="1462274"/>
                  <a:pt x="866520" y="1445505"/>
                </a:cubicBezTo>
                <a:cubicBezTo>
                  <a:pt x="866520" y="1428735"/>
                  <a:pt x="880114" y="1415141"/>
                  <a:pt x="896883" y="1415141"/>
                </a:cubicBezTo>
                <a:close/>
                <a:moveTo>
                  <a:pt x="824329" y="1415141"/>
                </a:moveTo>
                <a:cubicBezTo>
                  <a:pt x="841098" y="1415141"/>
                  <a:pt x="854692" y="1428735"/>
                  <a:pt x="854692" y="1445505"/>
                </a:cubicBezTo>
                <a:cubicBezTo>
                  <a:pt x="854692" y="1462274"/>
                  <a:pt x="841098" y="1475868"/>
                  <a:pt x="824329" y="1475868"/>
                </a:cubicBezTo>
                <a:cubicBezTo>
                  <a:pt x="807559" y="1475868"/>
                  <a:pt x="793965" y="1462274"/>
                  <a:pt x="793965" y="1445505"/>
                </a:cubicBezTo>
                <a:cubicBezTo>
                  <a:pt x="793965" y="1428735"/>
                  <a:pt x="807559" y="1415141"/>
                  <a:pt x="824329" y="1415141"/>
                </a:cubicBezTo>
                <a:close/>
                <a:moveTo>
                  <a:pt x="751774" y="1415141"/>
                </a:moveTo>
                <a:cubicBezTo>
                  <a:pt x="768544" y="1415141"/>
                  <a:pt x="782138" y="1428735"/>
                  <a:pt x="782138" y="1445505"/>
                </a:cubicBezTo>
                <a:cubicBezTo>
                  <a:pt x="782138" y="1462274"/>
                  <a:pt x="768544" y="1475868"/>
                  <a:pt x="751774" y="1475868"/>
                </a:cubicBezTo>
                <a:cubicBezTo>
                  <a:pt x="735005" y="1475868"/>
                  <a:pt x="721411" y="1462274"/>
                  <a:pt x="721411" y="1445505"/>
                </a:cubicBezTo>
                <a:cubicBezTo>
                  <a:pt x="721411" y="1428735"/>
                  <a:pt x="735005" y="1415141"/>
                  <a:pt x="751774" y="1415141"/>
                </a:cubicBezTo>
                <a:close/>
                <a:moveTo>
                  <a:pt x="679220" y="1415141"/>
                </a:moveTo>
                <a:cubicBezTo>
                  <a:pt x="695989" y="1415141"/>
                  <a:pt x="709583" y="1428735"/>
                  <a:pt x="709583" y="1445505"/>
                </a:cubicBezTo>
                <a:cubicBezTo>
                  <a:pt x="709583" y="1462274"/>
                  <a:pt x="695989" y="1475868"/>
                  <a:pt x="679220" y="1475868"/>
                </a:cubicBezTo>
                <a:cubicBezTo>
                  <a:pt x="662450" y="1475868"/>
                  <a:pt x="648856" y="1462274"/>
                  <a:pt x="648856" y="1445505"/>
                </a:cubicBezTo>
                <a:cubicBezTo>
                  <a:pt x="648856" y="1428735"/>
                  <a:pt x="662450" y="1415141"/>
                  <a:pt x="679220" y="1415141"/>
                </a:cubicBezTo>
                <a:close/>
                <a:moveTo>
                  <a:pt x="606665" y="1415141"/>
                </a:moveTo>
                <a:cubicBezTo>
                  <a:pt x="623435" y="1415141"/>
                  <a:pt x="637029" y="1428735"/>
                  <a:pt x="637029" y="1445505"/>
                </a:cubicBezTo>
                <a:cubicBezTo>
                  <a:pt x="637029" y="1462274"/>
                  <a:pt x="623435" y="1475868"/>
                  <a:pt x="606665" y="1475868"/>
                </a:cubicBezTo>
                <a:cubicBezTo>
                  <a:pt x="589896" y="1475868"/>
                  <a:pt x="576302" y="1462274"/>
                  <a:pt x="576302" y="1445505"/>
                </a:cubicBezTo>
                <a:cubicBezTo>
                  <a:pt x="576302" y="1428735"/>
                  <a:pt x="589896" y="1415141"/>
                  <a:pt x="606665" y="1415141"/>
                </a:cubicBezTo>
                <a:close/>
                <a:moveTo>
                  <a:pt x="534111" y="1415141"/>
                </a:moveTo>
                <a:cubicBezTo>
                  <a:pt x="550880" y="1415141"/>
                  <a:pt x="564474" y="1428735"/>
                  <a:pt x="564474" y="1445505"/>
                </a:cubicBezTo>
                <a:cubicBezTo>
                  <a:pt x="564474" y="1462274"/>
                  <a:pt x="550880" y="1475868"/>
                  <a:pt x="534111" y="1475868"/>
                </a:cubicBezTo>
                <a:cubicBezTo>
                  <a:pt x="517341" y="1475868"/>
                  <a:pt x="503747" y="1462274"/>
                  <a:pt x="503747" y="1445505"/>
                </a:cubicBezTo>
                <a:cubicBezTo>
                  <a:pt x="503747" y="1428735"/>
                  <a:pt x="517341" y="1415141"/>
                  <a:pt x="534111" y="1415141"/>
                </a:cubicBezTo>
                <a:close/>
                <a:moveTo>
                  <a:pt x="461556" y="1415141"/>
                </a:moveTo>
                <a:cubicBezTo>
                  <a:pt x="478326" y="1415141"/>
                  <a:pt x="491920" y="1428735"/>
                  <a:pt x="491920" y="1445505"/>
                </a:cubicBezTo>
                <a:cubicBezTo>
                  <a:pt x="491920" y="1462274"/>
                  <a:pt x="478326" y="1475868"/>
                  <a:pt x="461556" y="1475868"/>
                </a:cubicBezTo>
                <a:cubicBezTo>
                  <a:pt x="444787" y="1475868"/>
                  <a:pt x="431192" y="1462274"/>
                  <a:pt x="431192" y="1445505"/>
                </a:cubicBezTo>
                <a:cubicBezTo>
                  <a:pt x="431192" y="1428735"/>
                  <a:pt x="444787" y="1415141"/>
                  <a:pt x="461556" y="1415141"/>
                </a:cubicBezTo>
                <a:close/>
                <a:moveTo>
                  <a:pt x="389002" y="1415141"/>
                </a:moveTo>
                <a:cubicBezTo>
                  <a:pt x="405771" y="1415141"/>
                  <a:pt x="419365" y="1428735"/>
                  <a:pt x="419365" y="1445505"/>
                </a:cubicBezTo>
                <a:cubicBezTo>
                  <a:pt x="419365" y="1462274"/>
                  <a:pt x="405771" y="1475868"/>
                  <a:pt x="389002" y="1475868"/>
                </a:cubicBezTo>
                <a:cubicBezTo>
                  <a:pt x="372232" y="1475868"/>
                  <a:pt x="358638" y="1462274"/>
                  <a:pt x="358638" y="1445505"/>
                </a:cubicBezTo>
                <a:cubicBezTo>
                  <a:pt x="358638" y="1428735"/>
                  <a:pt x="372232" y="1415141"/>
                  <a:pt x="389002" y="1415141"/>
                </a:cubicBezTo>
                <a:close/>
                <a:moveTo>
                  <a:pt x="316447" y="1415141"/>
                </a:moveTo>
                <a:cubicBezTo>
                  <a:pt x="333216" y="1415141"/>
                  <a:pt x="346810" y="1428735"/>
                  <a:pt x="346810" y="1445505"/>
                </a:cubicBezTo>
                <a:cubicBezTo>
                  <a:pt x="346810" y="1462274"/>
                  <a:pt x="333216" y="1475868"/>
                  <a:pt x="316447" y="1475868"/>
                </a:cubicBezTo>
                <a:cubicBezTo>
                  <a:pt x="299677" y="1475868"/>
                  <a:pt x="286084" y="1462274"/>
                  <a:pt x="286084" y="1445505"/>
                </a:cubicBezTo>
                <a:cubicBezTo>
                  <a:pt x="286084" y="1428735"/>
                  <a:pt x="299677" y="1415141"/>
                  <a:pt x="316447" y="1415141"/>
                </a:cubicBezTo>
                <a:close/>
                <a:moveTo>
                  <a:pt x="243892" y="1415141"/>
                </a:moveTo>
                <a:cubicBezTo>
                  <a:pt x="260662" y="1415141"/>
                  <a:pt x="274256" y="1428735"/>
                  <a:pt x="274256" y="1445505"/>
                </a:cubicBezTo>
                <a:cubicBezTo>
                  <a:pt x="274256" y="1462274"/>
                  <a:pt x="260662" y="1475868"/>
                  <a:pt x="243892" y="1475868"/>
                </a:cubicBezTo>
                <a:cubicBezTo>
                  <a:pt x="227123" y="1475868"/>
                  <a:pt x="213529" y="1462274"/>
                  <a:pt x="213529" y="1445505"/>
                </a:cubicBezTo>
                <a:cubicBezTo>
                  <a:pt x="213529" y="1428735"/>
                  <a:pt x="227123" y="1415141"/>
                  <a:pt x="243892" y="1415141"/>
                </a:cubicBezTo>
                <a:close/>
                <a:moveTo>
                  <a:pt x="171339" y="1415141"/>
                </a:moveTo>
                <a:cubicBezTo>
                  <a:pt x="188107" y="1415141"/>
                  <a:pt x="201701" y="1428735"/>
                  <a:pt x="201701" y="1445505"/>
                </a:cubicBezTo>
                <a:cubicBezTo>
                  <a:pt x="201701" y="1462274"/>
                  <a:pt x="188107" y="1475868"/>
                  <a:pt x="171339" y="1475868"/>
                </a:cubicBezTo>
                <a:cubicBezTo>
                  <a:pt x="154611" y="1475868"/>
                  <a:pt x="141018" y="1462274"/>
                  <a:pt x="141018" y="1445505"/>
                </a:cubicBezTo>
                <a:cubicBezTo>
                  <a:pt x="141018" y="1428735"/>
                  <a:pt x="154611" y="1415141"/>
                  <a:pt x="171339" y="1415141"/>
                </a:cubicBezTo>
                <a:close/>
                <a:moveTo>
                  <a:pt x="98831" y="1415141"/>
                </a:moveTo>
                <a:cubicBezTo>
                  <a:pt x="115598" y="1415141"/>
                  <a:pt x="129192" y="1428735"/>
                  <a:pt x="129192" y="1445505"/>
                </a:cubicBezTo>
                <a:cubicBezTo>
                  <a:pt x="129192" y="1462274"/>
                  <a:pt x="115598" y="1475868"/>
                  <a:pt x="98831" y="1475868"/>
                </a:cubicBezTo>
                <a:cubicBezTo>
                  <a:pt x="82060" y="1475868"/>
                  <a:pt x="68467" y="1462274"/>
                  <a:pt x="68467" y="1445505"/>
                </a:cubicBezTo>
                <a:cubicBezTo>
                  <a:pt x="68467" y="1428735"/>
                  <a:pt x="82060" y="1415141"/>
                  <a:pt x="98831" y="1415141"/>
                </a:cubicBezTo>
                <a:close/>
                <a:moveTo>
                  <a:pt x="26277" y="1415141"/>
                </a:moveTo>
                <a:cubicBezTo>
                  <a:pt x="43044" y="1415141"/>
                  <a:pt x="56638" y="1428735"/>
                  <a:pt x="56638" y="1445505"/>
                </a:cubicBezTo>
                <a:cubicBezTo>
                  <a:pt x="56638" y="1462274"/>
                  <a:pt x="43044" y="1475868"/>
                  <a:pt x="26277" y="1475868"/>
                </a:cubicBezTo>
                <a:cubicBezTo>
                  <a:pt x="17892" y="1475868"/>
                  <a:pt x="10301" y="1472470"/>
                  <a:pt x="4807" y="1466975"/>
                </a:cubicBezTo>
                <a:lnTo>
                  <a:pt x="0" y="1455370"/>
                </a:lnTo>
                <a:lnTo>
                  <a:pt x="0" y="1435640"/>
                </a:lnTo>
                <a:lnTo>
                  <a:pt x="4807" y="1424034"/>
                </a:lnTo>
                <a:cubicBezTo>
                  <a:pt x="10301" y="1418540"/>
                  <a:pt x="17892" y="1415141"/>
                  <a:pt x="26277" y="1415141"/>
                </a:cubicBezTo>
                <a:close/>
                <a:moveTo>
                  <a:pt x="1332211" y="1334690"/>
                </a:moveTo>
                <a:cubicBezTo>
                  <a:pt x="1340596" y="1334690"/>
                  <a:pt x="1348186" y="1338088"/>
                  <a:pt x="1353681" y="1343583"/>
                </a:cubicBezTo>
                <a:lnTo>
                  <a:pt x="1356143" y="1349526"/>
                </a:lnTo>
                <a:lnTo>
                  <a:pt x="1331934" y="1381900"/>
                </a:lnTo>
                <a:lnTo>
                  <a:pt x="1321597" y="1393274"/>
                </a:lnTo>
                <a:lnTo>
                  <a:pt x="1320392" y="1393030"/>
                </a:lnTo>
                <a:cubicBezTo>
                  <a:pt x="1309494" y="1388421"/>
                  <a:pt x="1301847" y="1377631"/>
                  <a:pt x="1301847" y="1365053"/>
                </a:cubicBezTo>
                <a:cubicBezTo>
                  <a:pt x="1301847" y="1348284"/>
                  <a:pt x="1315441" y="1334690"/>
                  <a:pt x="1332211" y="1334690"/>
                </a:cubicBezTo>
                <a:close/>
                <a:moveTo>
                  <a:pt x="1259656" y="1334690"/>
                </a:moveTo>
                <a:cubicBezTo>
                  <a:pt x="1276426" y="1334690"/>
                  <a:pt x="1290020" y="1348284"/>
                  <a:pt x="1290020" y="1365053"/>
                </a:cubicBezTo>
                <a:cubicBezTo>
                  <a:pt x="1290020" y="1381823"/>
                  <a:pt x="1276426" y="1395417"/>
                  <a:pt x="1259656" y="1395417"/>
                </a:cubicBezTo>
                <a:cubicBezTo>
                  <a:pt x="1242887" y="1395417"/>
                  <a:pt x="1229293" y="1381823"/>
                  <a:pt x="1229293" y="1365053"/>
                </a:cubicBezTo>
                <a:cubicBezTo>
                  <a:pt x="1229293" y="1348284"/>
                  <a:pt x="1242887" y="1334690"/>
                  <a:pt x="1259656" y="1334690"/>
                </a:cubicBezTo>
                <a:close/>
                <a:moveTo>
                  <a:pt x="1187102" y="1334690"/>
                </a:moveTo>
                <a:cubicBezTo>
                  <a:pt x="1203871" y="1334690"/>
                  <a:pt x="1217465" y="1348284"/>
                  <a:pt x="1217465" y="1365053"/>
                </a:cubicBezTo>
                <a:cubicBezTo>
                  <a:pt x="1217465" y="1381823"/>
                  <a:pt x="1203871" y="1395417"/>
                  <a:pt x="1187102" y="1395417"/>
                </a:cubicBezTo>
                <a:cubicBezTo>
                  <a:pt x="1170332" y="1395417"/>
                  <a:pt x="1156738" y="1381823"/>
                  <a:pt x="1156738" y="1365053"/>
                </a:cubicBezTo>
                <a:cubicBezTo>
                  <a:pt x="1156738" y="1348284"/>
                  <a:pt x="1170332" y="1334690"/>
                  <a:pt x="1187102" y="1334690"/>
                </a:cubicBezTo>
                <a:close/>
                <a:moveTo>
                  <a:pt x="1114547" y="1334690"/>
                </a:moveTo>
                <a:cubicBezTo>
                  <a:pt x="1131317" y="1334690"/>
                  <a:pt x="1144911" y="1348284"/>
                  <a:pt x="1144911" y="1365053"/>
                </a:cubicBezTo>
                <a:cubicBezTo>
                  <a:pt x="1144911" y="1381823"/>
                  <a:pt x="1131317" y="1395417"/>
                  <a:pt x="1114547" y="1395417"/>
                </a:cubicBezTo>
                <a:cubicBezTo>
                  <a:pt x="1097778" y="1395417"/>
                  <a:pt x="1084184" y="1381823"/>
                  <a:pt x="1084184" y="1365053"/>
                </a:cubicBezTo>
                <a:cubicBezTo>
                  <a:pt x="1084184" y="1348284"/>
                  <a:pt x="1097778" y="1334690"/>
                  <a:pt x="1114547" y="1334690"/>
                </a:cubicBezTo>
                <a:close/>
                <a:moveTo>
                  <a:pt x="1041993" y="1334690"/>
                </a:moveTo>
                <a:cubicBezTo>
                  <a:pt x="1058762" y="1334690"/>
                  <a:pt x="1072356" y="1348284"/>
                  <a:pt x="1072356" y="1365053"/>
                </a:cubicBezTo>
                <a:cubicBezTo>
                  <a:pt x="1072356" y="1381823"/>
                  <a:pt x="1058762" y="1395417"/>
                  <a:pt x="1041993" y="1395417"/>
                </a:cubicBezTo>
                <a:cubicBezTo>
                  <a:pt x="1025223" y="1395417"/>
                  <a:pt x="1011629" y="1381823"/>
                  <a:pt x="1011629" y="1365053"/>
                </a:cubicBezTo>
                <a:cubicBezTo>
                  <a:pt x="1011629" y="1348284"/>
                  <a:pt x="1025223" y="1334690"/>
                  <a:pt x="1041993" y="1334690"/>
                </a:cubicBezTo>
                <a:close/>
                <a:moveTo>
                  <a:pt x="969438" y="1334690"/>
                </a:moveTo>
                <a:cubicBezTo>
                  <a:pt x="986208" y="1334690"/>
                  <a:pt x="999801" y="1348284"/>
                  <a:pt x="999801" y="1365053"/>
                </a:cubicBezTo>
                <a:cubicBezTo>
                  <a:pt x="999801" y="1381823"/>
                  <a:pt x="986208" y="1395417"/>
                  <a:pt x="969438" y="1395417"/>
                </a:cubicBezTo>
                <a:cubicBezTo>
                  <a:pt x="952669" y="1395417"/>
                  <a:pt x="939075" y="1381823"/>
                  <a:pt x="939075" y="1365053"/>
                </a:cubicBezTo>
                <a:cubicBezTo>
                  <a:pt x="939075" y="1348284"/>
                  <a:pt x="952669" y="1334690"/>
                  <a:pt x="969438" y="1334690"/>
                </a:cubicBezTo>
                <a:close/>
                <a:moveTo>
                  <a:pt x="896883" y="1334690"/>
                </a:moveTo>
                <a:cubicBezTo>
                  <a:pt x="913653" y="1334690"/>
                  <a:pt x="927247" y="1348284"/>
                  <a:pt x="927247" y="1365053"/>
                </a:cubicBezTo>
                <a:cubicBezTo>
                  <a:pt x="927247" y="1381823"/>
                  <a:pt x="913653" y="1395417"/>
                  <a:pt x="896883" y="1395417"/>
                </a:cubicBezTo>
                <a:cubicBezTo>
                  <a:pt x="880114" y="1395417"/>
                  <a:pt x="866520" y="1381823"/>
                  <a:pt x="866520" y="1365053"/>
                </a:cubicBezTo>
                <a:cubicBezTo>
                  <a:pt x="866520" y="1348284"/>
                  <a:pt x="880114" y="1334690"/>
                  <a:pt x="896883" y="1334690"/>
                </a:cubicBezTo>
                <a:close/>
                <a:moveTo>
                  <a:pt x="824329" y="1334690"/>
                </a:moveTo>
                <a:cubicBezTo>
                  <a:pt x="841098" y="1334690"/>
                  <a:pt x="854692" y="1348284"/>
                  <a:pt x="854692" y="1365053"/>
                </a:cubicBezTo>
                <a:cubicBezTo>
                  <a:pt x="854692" y="1381823"/>
                  <a:pt x="841098" y="1395417"/>
                  <a:pt x="824329" y="1395417"/>
                </a:cubicBezTo>
                <a:cubicBezTo>
                  <a:pt x="807559" y="1395417"/>
                  <a:pt x="793965" y="1381823"/>
                  <a:pt x="793965" y="1365053"/>
                </a:cubicBezTo>
                <a:cubicBezTo>
                  <a:pt x="793965" y="1348284"/>
                  <a:pt x="807559" y="1334690"/>
                  <a:pt x="824329" y="1334690"/>
                </a:cubicBezTo>
                <a:close/>
                <a:moveTo>
                  <a:pt x="751774" y="1334690"/>
                </a:moveTo>
                <a:cubicBezTo>
                  <a:pt x="768544" y="1334690"/>
                  <a:pt x="782138" y="1348284"/>
                  <a:pt x="782138" y="1365053"/>
                </a:cubicBezTo>
                <a:cubicBezTo>
                  <a:pt x="782138" y="1381823"/>
                  <a:pt x="768544" y="1395417"/>
                  <a:pt x="751774" y="1395417"/>
                </a:cubicBezTo>
                <a:cubicBezTo>
                  <a:pt x="735005" y="1395417"/>
                  <a:pt x="721411" y="1381823"/>
                  <a:pt x="721411" y="1365053"/>
                </a:cubicBezTo>
                <a:cubicBezTo>
                  <a:pt x="721411" y="1348284"/>
                  <a:pt x="735005" y="1334690"/>
                  <a:pt x="751774" y="1334690"/>
                </a:cubicBezTo>
                <a:close/>
                <a:moveTo>
                  <a:pt x="679220" y="1334690"/>
                </a:moveTo>
                <a:cubicBezTo>
                  <a:pt x="695989" y="1334690"/>
                  <a:pt x="709583" y="1348284"/>
                  <a:pt x="709583" y="1365053"/>
                </a:cubicBezTo>
                <a:cubicBezTo>
                  <a:pt x="709583" y="1381823"/>
                  <a:pt x="695989" y="1395417"/>
                  <a:pt x="679220" y="1395417"/>
                </a:cubicBezTo>
                <a:cubicBezTo>
                  <a:pt x="662450" y="1395417"/>
                  <a:pt x="648856" y="1381823"/>
                  <a:pt x="648856" y="1365053"/>
                </a:cubicBezTo>
                <a:cubicBezTo>
                  <a:pt x="648856" y="1348284"/>
                  <a:pt x="662450" y="1334690"/>
                  <a:pt x="679220" y="1334690"/>
                </a:cubicBezTo>
                <a:close/>
                <a:moveTo>
                  <a:pt x="606665" y="1334690"/>
                </a:moveTo>
                <a:cubicBezTo>
                  <a:pt x="623435" y="1334690"/>
                  <a:pt x="637029" y="1348284"/>
                  <a:pt x="637029" y="1365053"/>
                </a:cubicBezTo>
                <a:cubicBezTo>
                  <a:pt x="637029" y="1381823"/>
                  <a:pt x="623435" y="1395417"/>
                  <a:pt x="606665" y="1395417"/>
                </a:cubicBezTo>
                <a:cubicBezTo>
                  <a:pt x="589896" y="1395417"/>
                  <a:pt x="576302" y="1381823"/>
                  <a:pt x="576302" y="1365053"/>
                </a:cubicBezTo>
                <a:cubicBezTo>
                  <a:pt x="576302" y="1348284"/>
                  <a:pt x="589896" y="1334690"/>
                  <a:pt x="606665" y="1334690"/>
                </a:cubicBezTo>
                <a:close/>
                <a:moveTo>
                  <a:pt x="534111" y="1334690"/>
                </a:moveTo>
                <a:cubicBezTo>
                  <a:pt x="550880" y="1334690"/>
                  <a:pt x="564474" y="1348284"/>
                  <a:pt x="564474" y="1365053"/>
                </a:cubicBezTo>
                <a:cubicBezTo>
                  <a:pt x="564474" y="1381823"/>
                  <a:pt x="550880" y="1395417"/>
                  <a:pt x="534111" y="1395417"/>
                </a:cubicBezTo>
                <a:cubicBezTo>
                  <a:pt x="517341" y="1395417"/>
                  <a:pt x="503747" y="1381823"/>
                  <a:pt x="503747" y="1365053"/>
                </a:cubicBezTo>
                <a:cubicBezTo>
                  <a:pt x="503747" y="1348284"/>
                  <a:pt x="517341" y="1334690"/>
                  <a:pt x="534111" y="1334690"/>
                </a:cubicBezTo>
                <a:close/>
                <a:moveTo>
                  <a:pt x="461556" y="1334690"/>
                </a:moveTo>
                <a:cubicBezTo>
                  <a:pt x="478326" y="1334690"/>
                  <a:pt x="491920" y="1348284"/>
                  <a:pt x="491920" y="1365053"/>
                </a:cubicBezTo>
                <a:cubicBezTo>
                  <a:pt x="491920" y="1381823"/>
                  <a:pt x="478326" y="1395417"/>
                  <a:pt x="461556" y="1395417"/>
                </a:cubicBezTo>
                <a:cubicBezTo>
                  <a:pt x="444787" y="1395417"/>
                  <a:pt x="431192" y="1381823"/>
                  <a:pt x="431192" y="1365053"/>
                </a:cubicBezTo>
                <a:cubicBezTo>
                  <a:pt x="431192" y="1348284"/>
                  <a:pt x="444787" y="1334690"/>
                  <a:pt x="461556" y="1334690"/>
                </a:cubicBezTo>
                <a:close/>
                <a:moveTo>
                  <a:pt x="389002" y="1334690"/>
                </a:moveTo>
                <a:cubicBezTo>
                  <a:pt x="405771" y="1334690"/>
                  <a:pt x="419365" y="1348284"/>
                  <a:pt x="419365" y="1365053"/>
                </a:cubicBezTo>
                <a:cubicBezTo>
                  <a:pt x="419365" y="1381823"/>
                  <a:pt x="405771" y="1395417"/>
                  <a:pt x="389002" y="1395417"/>
                </a:cubicBezTo>
                <a:cubicBezTo>
                  <a:pt x="372232" y="1395417"/>
                  <a:pt x="358638" y="1381823"/>
                  <a:pt x="358638" y="1365053"/>
                </a:cubicBezTo>
                <a:cubicBezTo>
                  <a:pt x="358638" y="1348284"/>
                  <a:pt x="372232" y="1334690"/>
                  <a:pt x="389002" y="1334690"/>
                </a:cubicBezTo>
                <a:close/>
                <a:moveTo>
                  <a:pt x="316447" y="1334690"/>
                </a:moveTo>
                <a:cubicBezTo>
                  <a:pt x="333216" y="1334690"/>
                  <a:pt x="346810" y="1348284"/>
                  <a:pt x="346810" y="1365053"/>
                </a:cubicBezTo>
                <a:cubicBezTo>
                  <a:pt x="346810" y="1381823"/>
                  <a:pt x="333216" y="1395417"/>
                  <a:pt x="316447" y="1395417"/>
                </a:cubicBezTo>
                <a:cubicBezTo>
                  <a:pt x="299677" y="1395417"/>
                  <a:pt x="286084" y="1381823"/>
                  <a:pt x="286084" y="1365053"/>
                </a:cubicBezTo>
                <a:cubicBezTo>
                  <a:pt x="286084" y="1348284"/>
                  <a:pt x="299677" y="1334690"/>
                  <a:pt x="316447" y="1334690"/>
                </a:cubicBezTo>
                <a:close/>
                <a:moveTo>
                  <a:pt x="243892" y="1334690"/>
                </a:moveTo>
                <a:cubicBezTo>
                  <a:pt x="260662" y="1334690"/>
                  <a:pt x="274256" y="1348284"/>
                  <a:pt x="274256" y="1365053"/>
                </a:cubicBezTo>
                <a:cubicBezTo>
                  <a:pt x="274256" y="1381823"/>
                  <a:pt x="260662" y="1395417"/>
                  <a:pt x="243892" y="1395417"/>
                </a:cubicBezTo>
                <a:cubicBezTo>
                  <a:pt x="227123" y="1395417"/>
                  <a:pt x="213529" y="1381823"/>
                  <a:pt x="213529" y="1365053"/>
                </a:cubicBezTo>
                <a:cubicBezTo>
                  <a:pt x="213529" y="1348284"/>
                  <a:pt x="227123" y="1334690"/>
                  <a:pt x="243892" y="1334690"/>
                </a:cubicBezTo>
                <a:close/>
                <a:moveTo>
                  <a:pt x="171339" y="1334690"/>
                </a:moveTo>
                <a:cubicBezTo>
                  <a:pt x="188107" y="1334690"/>
                  <a:pt x="201701" y="1348284"/>
                  <a:pt x="201701" y="1365053"/>
                </a:cubicBezTo>
                <a:cubicBezTo>
                  <a:pt x="201701" y="1381823"/>
                  <a:pt x="188107" y="1395417"/>
                  <a:pt x="171339" y="1395417"/>
                </a:cubicBezTo>
                <a:cubicBezTo>
                  <a:pt x="154616" y="1395417"/>
                  <a:pt x="141023" y="1381823"/>
                  <a:pt x="141023" y="1365053"/>
                </a:cubicBezTo>
                <a:cubicBezTo>
                  <a:pt x="141023" y="1348284"/>
                  <a:pt x="154616" y="1334690"/>
                  <a:pt x="171339" y="1334690"/>
                </a:cubicBezTo>
                <a:close/>
                <a:moveTo>
                  <a:pt x="98838" y="1334690"/>
                </a:moveTo>
                <a:cubicBezTo>
                  <a:pt x="115605" y="1334690"/>
                  <a:pt x="129198" y="1348284"/>
                  <a:pt x="129198" y="1365053"/>
                </a:cubicBezTo>
                <a:cubicBezTo>
                  <a:pt x="129198" y="1381823"/>
                  <a:pt x="115605" y="1395417"/>
                  <a:pt x="98838" y="1395417"/>
                </a:cubicBezTo>
                <a:cubicBezTo>
                  <a:pt x="82067" y="1395417"/>
                  <a:pt x="68474" y="1381823"/>
                  <a:pt x="68474" y="1365053"/>
                </a:cubicBezTo>
                <a:cubicBezTo>
                  <a:pt x="68474" y="1348284"/>
                  <a:pt x="82067" y="1334690"/>
                  <a:pt x="98838" y="1334690"/>
                </a:cubicBezTo>
                <a:close/>
                <a:moveTo>
                  <a:pt x="26283" y="1334690"/>
                </a:moveTo>
                <a:cubicBezTo>
                  <a:pt x="43051" y="1334690"/>
                  <a:pt x="56645" y="1348284"/>
                  <a:pt x="56645" y="1365053"/>
                </a:cubicBezTo>
                <a:cubicBezTo>
                  <a:pt x="56645" y="1381823"/>
                  <a:pt x="43051" y="1395417"/>
                  <a:pt x="26283" y="1395417"/>
                </a:cubicBezTo>
                <a:cubicBezTo>
                  <a:pt x="17898" y="1395417"/>
                  <a:pt x="10308" y="1392019"/>
                  <a:pt x="4813" y="1386524"/>
                </a:cubicBezTo>
                <a:lnTo>
                  <a:pt x="0" y="1374903"/>
                </a:lnTo>
                <a:lnTo>
                  <a:pt x="0" y="1355203"/>
                </a:lnTo>
                <a:lnTo>
                  <a:pt x="4813" y="1343583"/>
                </a:lnTo>
                <a:cubicBezTo>
                  <a:pt x="10308" y="1338089"/>
                  <a:pt x="17898" y="1334690"/>
                  <a:pt x="26283" y="1334690"/>
                </a:cubicBezTo>
                <a:close/>
                <a:moveTo>
                  <a:pt x="1404765" y="1254238"/>
                </a:moveTo>
                <a:cubicBezTo>
                  <a:pt x="1408957" y="1254238"/>
                  <a:pt x="1412951" y="1255088"/>
                  <a:pt x="1416584" y="1256624"/>
                </a:cubicBezTo>
                <a:lnTo>
                  <a:pt x="1422045" y="1260306"/>
                </a:lnTo>
                <a:lnTo>
                  <a:pt x="1418517" y="1266114"/>
                </a:lnTo>
                <a:lnTo>
                  <a:pt x="1386846" y="1308466"/>
                </a:lnTo>
                <a:lnTo>
                  <a:pt x="1383295" y="1306072"/>
                </a:lnTo>
                <a:cubicBezTo>
                  <a:pt x="1377800" y="1300577"/>
                  <a:pt x="1374402" y="1292986"/>
                  <a:pt x="1374402" y="1284602"/>
                </a:cubicBezTo>
                <a:cubicBezTo>
                  <a:pt x="1374402" y="1267832"/>
                  <a:pt x="1387996" y="1254238"/>
                  <a:pt x="1404765" y="1254238"/>
                </a:cubicBezTo>
                <a:close/>
                <a:moveTo>
                  <a:pt x="1332211" y="1254238"/>
                </a:moveTo>
                <a:cubicBezTo>
                  <a:pt x="1348980" y="1254238"/>
                  <a:pt x="1362574" y="1267832"/>
                  <a:pt x="1362574" y="1284602"/>
                </a:cubicBezTo>
                <a:cubicBezTo>
                  <a:pt x="1362574" y="1301371"/>
                  <a:pt x="1348980" y="1314965"/>
                  <a:pt x="1332211" y="1314965"/>
                </a:cubicBezTo>
                <a:cubicBezTo>
                  <a:pt x="1315441" y="1314965"/>
                  <a:pt x="1301847" y="1301371"/>
                  <a:pt x="1301847" y="1284602"/>
                </a:cubicBezTo>
                <a:cubicBezTo>
                  <a:pt x="1301847" y="1267832"/>
                  <a:pt x="1315441" y="1254238"/>
                  <a:pt x="1332211" y="1254238"/>
                </a:cubicBezTo>
                <a:close/>
                <a:moveTo>
                  <a:pt x="1259656" y="1254238"/>
                </a:moveTo>
                <a:cubicBezTo>
                  <a:pt x="1276426" y="1254238"/>
                  <a:pt x="1290020" y="1267832"/>
                  <a:pt x="1290020" y="1284602"/>
                </a:cubicBezTo>
                <a:cubicBezTo>
                  <a:pt x="1290020" y="1301371"/>
                  <a:pt x="1276426" y="1314965"/>
                  <a:pt x="1259656" y="1314965"/>
                </a:cubicBezTo>
                <a:cubicBezTo>
                  <a:pt x="1242887" y="1314965"/>
                  <a:pt x="1229293" y="1301371"/>
                  <a:pt x="1229293" y="1284602"/>
                </a:cubicBezTo>
                <a:cubicBezTo>
                  <a:pt x="1229293" y="1267832"/>
                  <a:pt x="1242887" y="1254238"/>
                  <a:pt x="1259656" y="1254238"/>
                </a:cubicBezTo>
                <a:close/>
                <a:moveTo>
                  <a:pt x="1187102" y="1254238"/>
                </a:moveTo>
                <a:cubicBezTo>
                  <a:pt x="1203871" y="1254238"/>
                  <a:pt x="1217465" y="1267832"/>
                  <a:pt x="1217465" y="1284602"/>
                </a:cubicBezTo>
                <a:cubicBezTo>
                  <a:pt x="1217465" y="1301371"/>
                  <a:pt x="1203871" y="1314965"/>
                  <a:pt x="1187102" y="1314965"/>
                </a:cubicBezTo>
                <a:cubicBezTo>
                  <a:pt x="1170332" y="1314965"/>
                  <a:pt x="1156738" y="1301371"/>
                  <a:pt x="1156738" y="1284602"/>
                </a:cubicBezTo>
                <a:cubicBezTo>
                  <a:pt x="1156738" y="1267832"/>
                  <a:pt x="1170332" y="1254238"/>
                  <a:pt x="1187102" y="1254238"/>
                </a:cubicBezTo>
                <a:close/>
                <a:moveTo>
                  <a:pt x="1114547" y="1254238"/>
                </a:moveTo>
                <a:cubicBezTo>
                  <a:pt x="1131317" y="1254238"/>
                  <a:pt x="1144911" y="1267832"/>
                  <a:pt x="1144911" y="1284602"/>
                </a:cubicBezTo>
                <a:cubicBezTo>
                  <a:pt x="1144911" y="1301371"/>
                  <a:pt x="1131317" y="1314965"/>
                  <a:pt x="1114547" y="1314965"/>
                </a:cubicBezTo>
                <a:cubicBezTo>
                  <a:pt x="1097778" y="1314965"/>
                  <a:pt x="1084184" y="1301371"/>
                  <a:pt x="1084184" y="1284602"/>
                </a:cubicBezTo>
                <a:cubicBezTo>
                  <a:pt x="1084184" y="1267832"/>
                  <a:pt x="1097778" y="1254238"/>
                  <a:pt x="1114547" y="1254238"/>
                </a:cubicBezTo>
                <a:close/>
                <a:moveTo>
                  <a:pt x="1041993" y="1254238"/>
                </a:moveTo>
                <a:cubicBezTo>
                  <a:pt x="1058762" y="1254238"/>
                  <a:pt x="1072356" y="1267832"/>
                  <a:pt x="1072356" y="1284602"/>
                </a:cubicBezTo>
                <a:cubicBezTo>
                  <a:pt x="1072356" y="1301371"/>
                  <a:pt x="1058762" y="1314965"/>
                  <a:pt x="1041993" y="1314965"/>
                </a:cubicBezTo>
                <a:cubicBezTo>
                  <a:pt x="1025223" y="1314965"/>
                  <a:pt x="1011629" y="1301371"/>
                  <a:pt x="1011629" y="1284602"/>
                </a:cubicBezTo>
                <a:cubicBezTo>
                  <a:pt x="1011629" y="1267832"/>
                  <a:pt x="1025223" y="1254238"/>
                  <a:pt x="1041993" y="1254238"/>
                </a:cubicBezTo>
                <a:close/>
                <a:moveTo>
                  <a:pt x="969438" y="1254238"/>
                </a:moveTo>
                <a:cubicBezTo>
                  <a:pt x="986208" y="1254238"/>
                  <a:pt x="999801" y="1267832"/>
                  <a:pt x="999801" y="1284602"/>
                </a:cubicBezTo>
                <a:cubicBezTo>
                  <a:pt x="999801" y="1301371"/>
                  <a:pt x="986208" y="1314965"/>
                  <a:pt x="969438" y="1314965"/>
                </a:cubicBezTo>
                <a:cubicBezTo>
                  <a:pt x="952669" y="1314965"/>
                  <a:pt x="939075" y="1301371"/>
                  <a:pt x="939075" y="1284602"/>
                </a:cubicBezTo>
                <a:cubicBezTo>
                  <a:pt x="939075" y="1267832"/>
                  <a:pt x="952669" y="1254238"/>
                  <a:pt x="969438" y="1254238"/>
                </a:cubicBezTo>
                <a:close/>
                <a:moveTo>
                  <a:pt x="896883" y="1254238"/>
                </a:moveTo>
                <a:cubicBezTo>
                  <a:pt x="913653" y="1254238"/>
                  <a:pt x="927247" y="1267832"/>
                  <a:pt x="927247" y="1284602"/>
                </a:cubicBezTo>
                <a:cubicBezTo>
                  <a:pt x="927247" y="1301371"/>
                  <a:pt x="913653" y="1314965"/>
                  <a:pt x="896883" y="1314965"/>
                </a:cubicBezTo>
                <a:cubicBezTo>
                  <a:pt x="880114" y="1314965"/>
                  <a:pt x="866520" y="1301371"/>
                  <a:pt x="866520" y="1284602"/>
                </a:cubicBezTo>
                <a:cubicBezTo>
                  <a:pt x="866520" y="1267832"/>
                  <a:pt x="880114" y="1254238"/>
                  <a:pt x="896883" y="1254238"/>
                </a:cubicBezTo>
                <a:close/>
                <a:moveTo>
                  <a:pt x="824329" y="1254238"/>
                </a:moveTo>
                <a:cubicBezTo>
                  <a:pt x="841098" y="1254238"/>
                  <a:pt x="854692" y="1267832"/>
                  <a:pt x="854692" y="1284602"/>
                </a:cubicBezTo>
                <a:cubicBezTo>
                  <a:pt x="854692" y="1301371"/>
                  <a:pt x="841098" y="1314965"/>
                  <a:pt x="824329" y="1314965"/>
                </a:cubicBezTo>
                <a:cubicBezTo>
                  <a:pt x="807559" y="1314965"/>
                  <a:pt x="793965" y="1301371"/>
                  <a:pt x="793965" y="1284602"/>
                </a:cubicBezTo>
                <a:cubicBezTo>
                  <a:pt x="793965" y="1267832"/>
                  <a:pt x="807559" y="1254238"/>
                  <a:pt x="824329" y="1254238"/>
                </a:cubicBezTo>
                <a:close/>
                <a:moveTo>
                  <a:pt x="751774" y="1254238"/>
                </a:moveTo>
                <a:cubicBezTo>
                  <a:pt x="768544" y="1254238"/>
                  <a:pt x="782138" y="1267832"/>
                  <a:pt x="782138" y="1284602"/>
                </a:cubicBezTo>
                <a:cubicBezTo>
                  <a:pt x="782138" y="1301371"/>
                  <a:pt x="768544" y="1314965"/>
                  <a:pt x="751774" y="1314965"/>
                </a:cubicBezTo>
                <a:cubicBezTo>
                  <a:pt x="735005" y="1314965"/>
                  <a:pt x="721411" y="1301371"/>
                  <a:pt x="721411" y="1284602"/>
                </a:cubicBezTo>
                <a:cubicBezTo>
                  <a:pt x="721411" y="1267832"/>
                  <a:pt x="735005" y="1254238"/>
                  <a:pt x="751774" y="1254238"/>
                </a:cubicBezTo>
                <a:close/>
                <a:moveTo>
                  <a:pt x="679220" y="1254238"/>
                </a:moveTo>
                <a:cubicBezTo>
                  <a:pt x="695989" y="1254238"/>
                  <a:pt x="709583" y="1267832"/>
                  <a:pt x="709583" y="1284602"/>
                </a:cubicBezTo>
                <a:cubicBezTo>
                  <a:pt x="709583" y="1301371"/>
                  <a:pt x="695989" y="1314965"/>
                  <a:pt x="679220" y="1314965"/>
                </a:cubicBezTo>
                <a:cubicBezTo>
                  <a:pt x="662450" y="1314965"/>
                  <a:pt x="648856" y="1301371"/>
                  <a:pt x="648856" y="1284602"/>
                </a:cubicBezTo>
                <a:cubicBezTo>
                  <a:pt x="648856" y="1267832"/>
                  <a:pt x="662450" y="1254238"/>
                  <a:pt x="679220" y="1254238"/>
                </a:cubicBezTo>
                <a:close/>
                <a:moveTo>
                  <a:pt x="606665" y="1254238"/>
                </a:moveTo>
                <a:cubicBezTo>
                  <a:pt x="623435" y="1254238"/>
                  <a:pt x="637029" y="1267832"/>
                  <a:pt x="637029" y="1284602"/>
                </a:cubicBezTo>
                <a:cubicBezTo>
                  <a:pt x="637029" y="1301371"/>
                  <a:pt x="623435" y="1314965"/>
                  <a:pt x="606665" y="1314965"/>
                </a:cubicBezTo>
                <a:cubicBezTo>
                  <a:pt x="589896" y="1314965"/>
                  <a:pt x="576302" y="1301371"/>
                  <a:pt x="576302" y="1284602"/>
                </a:cubicBezTo>
                <a:cubicBezTo>
                  <a:pt x="576302" y="1267832"/>
                  <a:pt x="589896" y="1254238"/>
                  <a:pt x="606665" y="1254238"/>
                </a:cubicBezTo>
                <a:close/>
                <a:moveTo>
                  <a:pt x="534111" y="1254238"/>
                </a:moveTo>
                <a:cubicBezTo>
                  <a:pt x="550880" y="1254238"/>
                  <a:pt x="564474" y="1267832"/>
                  <a:pt x="564474" y="1284602"/>
                </a:cubicBezTo>
                <a:cubicBezTo>
                  <a:pt x="564474" y="1301371"/>
                  <a:pt x="550880" y="1314965"/>
                  <a:pt x="534111" y="1314965"/>
                </a:cubicBezTo>
                <a:cubicBezTo>
                  <a:pt x="517341" y="1314965"/>
                  <a:pt x="503747" y="1301371"/>
                  <a:pt x="503747" y="1284602"/>
                </a:cubicBezTo>
                <a:cubicBezTo>
                  <a:pt x="503747" y="1267832"/>
                  <a:pt x="517341" y="1254238"/>
                  <a:pt x="534111" y="1254238"/>
                </a:cubicBezTo>
                <a:close/>
                <a:moveTo>
                  <a:pt x="461556" y="1254238"/>
                </a:moveTo>
                <a:cubicBezTo>
                  <a:pt x="478326" y="1254238"/>
                  <a:pt x="491920" y="1267832"/>
                  <a:pt x="491920" y="1284602"/>
                </a:cubicBezTo>
                <a:cubicBezTo>
                  <a:pt x="491920" y="1301371"/>
                  <a:pt x="478326" y="1314965"/>
                  <a:pt x="461556" y="1314965"/>
                </a:cubicBezTo>
                <a:cubicBezTo>
                  <a:pt x="444787" y="1314965"/>
                  <a:pt x="431192" y="1301371"/>
                  <a:pt x="431192" y="1284602"/>
                </a:cubicBezTo>
                <a:cubicBezTo>
                  <a:pt x="431192" y="1267832"/>
                  <a:pt x="444787" y="1254238"/>
                  <a:pt x="461556" y="1254238"/>
                </a:cubicBezTo>
                <a:close/>
                <a:moveTo>
                  <a:pt x="389002" y="1254238"/>
                </a:moveTo>
                <a:cubicBezTo>
                  <a:pt x="405771" y="1254238"/>
                  <a:pt x="419365" y="1267832"/>
                  <a:pt x="419365" y="1284602"/>
                </a:cubicBezTo>
                <a:cubicBezTo>
                  <a:pt x="419365" y="1301371"/>
                  <a:pt x="405771" y="1314965"/>
                  <a:pt x="389002" y="1314965"/>
                </a:cubicBezTo>
                <a:cubicBezTo>
                  <a:pt x="372232" y="1314965"/>
                  <a:pt x="358638" y="1301371"/>
                  <a:pt x="358638" y="1284602"/>
                </a:cubicBezTo>
                <a:cubicBezTo>
                  <a:pt x="358638" y="1267832"/>
                  <a:pt x="372232" y="1254238"/>
                  <a:pt x="389002" y="1254238"/>
                </a:cubicBezTo>
                <a:close/>
                <a:moveTo>
                  <a:pt x="316447" y="1254238"/>
                </a:moveTo>
                <a:cubicBezTo>
                  <a:pt x="333216" y="1254238"/>
                  <a:pt x="346810" y="1267832"/>
                  <a:pt x="346810" y="1284602"/>
                </a:cubicBezTo>
                <a:cubicBezTo>
                  <a:pt x="346810" y="1301371"/>
                  <a:pt x="333216" y="1314965"/>
                  <a:pt x="316447" y="1314965"/>
                </a:cubicBezTo>
                <a:cubicBezTo>
                  <a:pt x="299677" y="1314965"/>
                  <a:pt x="286084" y="1301371"/>
                  <a:pt x="286084" y="1284602"/>
                </a:cubicBezTo>
                <a:cubicBezTo>
                  <a:pt x="286084" y="1267832"/>
                  <a:pt x="299677" y="1254238"/>
                  <a:pt x="316447" y="1254238"/>
                </a:cubicBezTo>
                <a:close/>
                <a:moveTo>
                  <a:pt x="243892" y="1254238"/>
                </a:moveTo>
                <a:cubicBezTo>
                  <a:pt x="260662" y="1254238"/>
                  <a:pt x="274256" y="1267832"/>
                  <a:pt x="274256" y="1284602"/>
                </a:cubicBezTo>
                <a:cubicBezTo>
                  <a:pt x="274256" y="1301371"/>
                  <a:pt x="260662" y="1314965"/>
                  <a:pt x="243892" y="1314965"/>
                </a:cubicBezTo>
                <a:cubicBezTo>
                  <a:pt x="227123" y="1314965"/>
                  <a:pt x="213529" y="1301371"/>
                  <a:pt x="213529" y="1284602"/>
                </a:cubicBezTo>
                <a:cubicBezTo>
                  <a:pt x="213529" y="1267832"/>
                  <a:pt x="227123" y="1254238"/>
                  <a:pt x="243892" y="1254238"/>
                </a:cubicBezTo>
                <a:close/>
                <a:moveTo>
                  <a:pt x="171339" y="1254238"/>
                </a:moveTo>
                <a:cubicBezTo>
                  <a:pt x="188107" y="1254238"/>
                  <a:pt x="201701" y="1267832"/>
                  <a:pt x="201701" y="1284602"/>
                </a:cubicBezTo>
                <a:cubicBezTo>
                  <a:pt x="201701" y="1301371"/>
                  <a:pt x="188107" y="1314965"/>
                  <a:pt x="171339" y="1314965"/>
                </a:cubicBezTo>
                <a:cubicBezTo>
                  <a:pt x="154622" y="1314965"/>
                  <a:pt x="141029" y="1301371"/>
                  <a:pt x="141029" y="1284602"/>
                </a:cubicBezTo>
                <a:cubicBezTo>
                  <a:pt x="141029" y="1267832"/>
                  <a:pt x="154622" y="1254238"/>
                  <a:pt x="171339" y="1254238"/>
                </a:cubicBezTo>
                <a:close/>
                <a:moveTo>
                  <a:pt x="98845" y="1254238"/>
                </a:moveTo>
                <a:cubicBezTo>
                  <a:pt x="115610" y="1254238"/>
                  <a:pt x="129204" y="1267832"/>
                  <a:pt x="129204" y="1284602"/>
                </a:cubicBezTo>
                <a:cubicBezTo>
                  <a:pt x="129204" y="1301371"/>
                  <a:pt x="115610" y="1314965"/>
                  <a:pt x="98845" y="1314965"/>
                </a:cubicBezTo>
                <a:cubicBezTo>
                  <a:pt x="82074" y="1314965"/>
                  <a:pt x="68480" y="1301371"/>
                  <a:pt x="68480" y="1284602"/>
                </a:cubicBezTo>
                <a:cubicBezTo>
                  <a:pt x="68480" y="1267832"/>
                  <a:pt x="82074" y="1254238"/>
                  <a:pt x="98845" y="1254238"/>
                </a:cubicBezTo>
                <a:close/>
                <a:moveTo>
                  <a:pt x="26290" y="1254238"/>
                </a:moveTo>
                <a:cubicBezTo>
                  <a:pt x="43057" y="1254238"/>
                  <a:pt x="56651" y="1267832"/>
                  <a:pt x="56651" y="1284602"/>
                </a:cubicBezTo>
                <a:cubicBezTo>
                  <a:pt x="56651" y="1301371"/>
                  <a:pt x="43057" y="1314965"/>
                  <a:pt x="26290" y="1314965"/>
                </a:cubicBezTo>
                <a:cubicBezTo>
                  <a:pt x="17905" y="1314965"/>
                  <a:pt x="10314" y="1311567"/>
                  <a:pt x="4819" y="1306072"/>
                </a:cubicBezTo>
                <a:lnTo>
                  <a:pt x="0" y="1294437"/>
                </a:lnTo>
                <a:lnTo>
                  <a:pt x="0" y="1274766"/>
                </a:lnTo>
                <a:lnTo>
                  <a:pt x="4819" y="1263131"/>
                </a:lnTo>
                <a:cubicBezTo>
                  <a:pt x="10314" y="1257637"/>
                  <a:pt x="17905" y="1254238"/>
                  <a:pt x="26290" y="1254238"/>
                </a:cubicBezTo>
                <a:close/>
                <a:moveTo>
                  <a:pt x="1474228" y="1174410"/>
                </a:moveTo>
                <a:lnTo>
                  <a:pt x="1450688" y="1213159"/>
                </a:lnTo>
                <a:lnTo>
                  <a:pt x="1446956" y="1204150"/>
                </a:lnTo>
                <a:cubicBezTo>
                  <a:pt x="1446956" y="1191573"/>
                  <a:pt x="1454603" y="1180782"/>
                  <a:pt x="1465501" y="1176173"/>
                </a:cubicBezTo>
                <a:close/>
                <a:moveTo>
                  <a:pt x="1404765" y="1173786"/>
                </a:moveTo>
                <a:cubicBezTo>
                  <a:pt x="1421535" y="1173786"/>
                  <a:pt x="1435129" y="1187380"/>
                  <a:pt x="1435129" y="1204150"/>
                </a:cubicBezTo>
                <a:cubicBezTo>
                  <a:pt x="1435129" y="1220919"/>
                  <a:pt x="1421535" y="1234513"/>
                  <a:pt x="1404765" y="1234513"/>
                </a:cubicBezTo>
                <a:cubicBezTo>
                  <a:pt x="1387996" y="1234513"/>
                  <a:pt x="1374402" y="1220919"/>
                  <a:pt x="1374402" y="1204150"/>
                </a:cubicBezTo>
                <a:cubicBezTo>
                  <a:pt x="1374402" y="1187380"/>
                  <a:pt x="1387996" y="1173786"/>
                  <a:pt x="1404765" y="1173786"/>
                </a:cubicBezTo>
                <a:close/>
                <a:moveTo>
                  <a:pt x="1332211" y="1173786"/>
                </a:moveTo>
                <a:cubicBezTo>
                  <a:pt x="1348980" y="1173786"/>
                  <a:pt x="1362574" y="1187380"/>
                  <a:pt x="1362574" y="1204150"/>
                </a:cubicBezTo>
                <a:cubicBezTo>
                  <a:pt x="1362574" y="1220919"/>
                  <a:pt x="1348980" y="1234513"/>
                  <a:pt x="1332211" y="1234513"/>
                </a:cubicBezTo>
                <a:cubicBezTo>
                  <a:pt x="1315441" y="1234513"/>
                  <a:pt x="1301847" y="1220919"/>
                  <a:pt x="1301847" y="1204150"/>
                </a:cubicBezTo>
                <a:cubicBezTo>
                  <a:pt x="1301847" y="1187380"/>
                  <a:pt x="1315441" y="1173786"/>
                  <a:pt x="1332211" y="1173786"/>
                </a:cubicBezTo>
                <a:close/>
                <a:moveTo>
                  <a:pt x="1259656" y="1173786"/>
                </a:moveTo>
                <a:cubicBezTo>
                  <a:pt x="1276426" y="1173786"/>
                  <a:pt x="1290020" y="1187380"/>
                  <a:pt x="1290020" y="1204150"/>
                </a:cubicBezTo>
                <a:cubicBezTo>
                  <a:pt x="1290020" y="1220919"/>
                  <a:pt x="1276426" y="1234513"/>
                  <a:pt x="1259656" y="1234513"/>
                </a:cubicBezTo>
                <a:cubicBezTo>
                  <a:pt x="1242887" y="1234513"/>
                  <a:pt x="1229293" y="1220919"/>
                  <a:pt x="1229293" y="1204150"/>
                </a:cubicBezTo>
                <a:cubicBezTo>
                  <a:pt x="1229293" y="1187380"/>
                  <a:pt x="1242887" y="1173786"/>
                  <a:pt x="1259656" y="1173786"/>
                </a:cubicBezTo>
                <a:close/>
                <a:moveTo>
                  <a:pt x="1187102" y="1173786"/>
                </a:moveTo>
                <a:cubicBezTo>
                  <a:pt x="1203871" y="1173786"/>
                  <a:pt x="1217465" y="1187380"/>
                  <a:pt x="1217465" y="1204150"/>
                </a:cubicBezTo>
                <a:cubicBezTo>
                  <a:pt x="1217465" y="1220919"/>
                  <a:pt x="1203871" y="1234513"/>
                  <a:pt x="1187102" y="1234513"/>
                </a:cubicBezTo>
                <a:cubicBezTo>
                  <a:pt x="1170332" y="1234513"/>
                  <a:pt x="1156738" y="1220919"/>
                  <a:pt x="1156738" y="1204150"/>
                </a:cubicBezTo>
                <a:cubicBezTo>
                  <a:pt x="1156738" y="1187380"/>
                  <a:pt x="1170332" y="1173786"/>
                  <a:pt x="1187102" y="1173786"/>
                </a:cubicBezTo>
                <a:close/>
                <a:moveTo>
                  <a:pt x="1114547" y="1173786"/>
                </a:moveTo>
                <a:cubicBezTo>
                  <a:pt x="1131317" y="1173786"/>
                  <a:pt x="1144911" y="1187380"/>
                  <a:pt x="1144911" y="1204150"/>
                </a:cubicBezTo>
                <a:cubicBezTo>
                  <a:pt x="1144911" y="1220919"/>
                  <a:pt x="1131317" y="1234513"/>
                  <a:pt x="1114547" y="1234513"/>
                </a:cubicBezTo>
                <a:cubicBezTo>
                  <a:pt x="1097778" y="1234513"/>
                  <a:pt x="1084184" y="1220919"/>
                  <a:pt x="1084184" y="1204150"/>
                </a:cubicBezTo>
                <a:cubicBezTo>
                  <a:pt x="1084184" y="1187380"/>
                  <a:pt x="1097778" y="1173786"/>
                  <a:pt x="1114547" y="1173786"/>
                </a:cubicBezTo>
                <a:close/>
                <a:moveTo>
                  <a:pt x="1041993" y="1173786"/>
                </a:moveTo>
                <a:cubicBezTo>
                  <a:pt x="1058762" y="1173786"/>
                  <a:pt x="1072356" y="1187380"/>
                  <a:pt x="1072356" y="1204150"/>
                </a:cubicBezTo>
                <a:cubicBezTo>
                  <a:pt x="1072356" y="1220919"/>
                  <a:pt x="1058762" y="1234513"/>
                  <a:pt x="1041993" y="1234513"/>
                </a:cubicBezTo>
                <a:cubicBezTo>
                  <a:pt x="1025223" y="1234513"/>
                  <a:pt x="1011629" y="1220919"/>
                  <a:pt x="1011629" y="1204150"/>
                </a:cubicBezTo>
                <a:cubicBezTo>
                  <a:pt x="1011629" y="1187380"/>
                  <a:pt x="1025223" y="1173786"/>
                  <a:pt x="1041993" y="1173786"/>
                </a:cubicBezTo>
                <a:close/>
                <a:moveTo>
                  <a:pt x="969438" y="1173786"/>
                </a:moveTo>
                <a:cubicBezTo>
                  <a:pt x="986208" y="1173786"/>
                  <a:pt x="999801" y="1187380"/>
                  <a:pt x="999801" y="1204150"/>
                </a:cubicBezTo>
                <a:cubicBezTo>
                  <a:pt x="999801" y="1220919"/>
                  <a:pt x="986208" y="1234513"/>
                  <a:pt x="969438" y="1234513"/>
                </a:cubicBezTo>
                <a:cubicBezTo>
                  <a:pt x="952669" y="1234513"/>
                  <a:pt x="939075" y="1220919"/>
                  <a:pt x="939075" y="1204150"/>
                </a:cubicBezTo>
                <a:cubicBezTo>
                  <a:pt x="939075" y="1187380"/>
                  <a:pt x="952669" y="1173786"/>
                  <a:pt x="969438" y="1173786"/>
                </a:cubicBezTo>
                <a:close/>
                <a:moveTo>
                  <a:pt x="896883" y="1173786"/>
                </a:moveTo>
                <a:cubicBezTo>
                  <a:pt x="913653" y="1173786"/>
                  <a:pt x="927247" y="1187380"/>
                  <a:pt x="927247" y="1204150"/>
                </a:cubicBezTo>
                <a:cubicBezTo>
                  <a:pt x="927247" y="1220919"/>
                  <a:pt x="913653" y="1234513"/>
                  <a:pt x="896883" y="1234513"/>
                </a:cubicBezTo>
                <a:cubicBezTo>
                  <a:pt x="880114" y="1234513"/>
                  <a:pt x="866520" y="1220919"/>
                  <a:pt x="866520" y="1204150"/>
                </a:cubicBezTo>
                <a:cubicBezTo>
                  <a:pt x="866520" y="1187380"/>
                  <a:pt x="880114" y="1173786"/>
                  <a:pt x="896883" y="1173786"/>
                </a:cubicBezTo>
                <a:close/>
                <a:moveTo>
                  <a:pt x="824329" y="1173786"/>
                </a:moveTo>
                <a:cubicBezTo>
                  <a:pt x="841098" y="1173786"/>
                  <a:pt x="854692" y="1187380"/>
                  <a:pt x="854692" y="1204150"/>
                </a:cubicBezTo>
                <a:cubicBezTo>
                  <a:pt x="854692" y="1220919"/>
                  <a:pt x="841098" y="1234513"/>
                  <a:pt x="824329" y="1234513"/>
                </a:cubicBezTo>
                <a:cubicBezTo>
                  <a:pt x="807559" y="1234513"/>
                  <a:pt x="793965" y="1220919"/>
                  <a:pt x="793965" y="1204150"/>
                </a:cubicBezTo>
                <a:cubicBezTo>
                  <a:pt x="793965" y="1187380"/>
                  <a:pt x="807559" y="1173786"/>
                  <a:pt x="824329" y="1173786"/>
                </a:cubicBezTo>
                <a:close/>
                <a:moveTo>
                  <a:pt x="751774" y="1173786"/>
                </a:moveTo>
                <a:cubicBezTo>
                  <a:pt x="768544" y="1173786"/>
                  <a:pt x="782138" y="1187380"/>
                  <a:pt x="782138" y="1204150"/>
                </a:cubicBezTo>
                <a:cubicBezTo>
                  <a:pt x="782138" y="1220919"/>
                  <a:pt x="768544" y="1234513"/>
                  <a:pt x="751774" y="1234513"/>
                </a:cubicBezTo>
                <a:cubicBezTo>
                  <a:pt x="735005" y="1234513"/>
                  <a:pt x="721411" y="1220919"/>
                  <a:pt x="721411" y="1204150"/>
                </a:cubicBezTo>
                <a:cubicBezTo>
                  <a:pt x="721411" y="1187380"/>
                  <a:pt x="735005" y="1173786"/>
                  <a:pt x="751774" y="1173786"/>
                </a:cubicBezTo>
                <a:close/>
                <a:moveTo>
                  <a:pt x="679220" y="1173786"/>
                </a:moveTo>
                <a:cubicBezTo>
                  <a:pt x="695989" y="1173786"/>
                  <a:pt x="709583" y="1187380"/>
                  <a:pt x="709583" y="1204150"/>
                </a:cubicBezTo>
                <a:cubicBezTo>
                  <a:pt x="709583" y="1220919"/>
                  <a:pt x="695989" y="1234513"/>
                  <a:pt x="679220" y="1234513"/>
                </a:cubicBezTo>
                <a:cubicBezTo>
                  <a:pt x="662450" y="1234513"/>
                  <a:pt x="648856" y="1220919"/>
                  <a:pt x="648856" y="1204150"/>
                </a:cubicBezTo>
                <a:cubicBezTo>
                  <a:pt x="648856" y="1187380"/>
                  <a:pt x="662450" y="1173786"/>
                  <a:pt x="679220" y="1173786"/>
                </a:cubicBezTo>
                <a:close/>
                <a:moveTo>
                  <a:pt x="606665" y="1173786"/>
                </a:moveTo>
                <a:cubicBezTo>
                  <a:pt x="623435" y="1173786"/>
                  <a:pt x="637029" y="1187380"/>
                  <a:pt x="637029" y="1204150"/>
                </a:cubicBezTo>
                <a:cubicBezTo>
                  <a:pt x="637029" y="1220919"/>
                  <a:pt x="623435" y="1234513"/>
                  <a:pt x="606665" y="1234513"/>
                </a:cubicBezTo>
                <a:cubicBezTo>
                  <a:pt x="589896" y="1234513"/>
                  <a:pt x="576302" y="1220919"/>
                  <a:pt x="576302" y="1204150"/>
                </a:cubicBezTo>
                <a:cubicBezTo>
                  <a:pt x="576302" y="1187380"/>
                  <a:pt x="589896" y="1173786"/>
                  <a:pt x="606665" y="1173786"/>
                </a:cubicBezTo>
                <a:close/>
                <a:moveTo>
                  <a:pt x="534111" y="1173786"/>
                </a:moveTo>
                <a:cubicBezTo>
                  <a:pt x="550880" y="1173786"/>
                  <a:pt x="564474" y="1187380"/>
                  <a:pt x="564474" y="1204150"/>
                </a:cubicBezTo>
                <a:cubicBezTo>
                  <a:pt x="564474" y="1220919"/>
                  <a:pt x="550880" y="1234513"/>
                  <a:pt x="534111" y="1234513"/>
                </a:cubicBezTo>
                <a:cubicBezTo>
                  <a:pt x="517341" y="1234513"/>
                  <a:pt x="503747" y="1220919"/>
                  <a:pt x="503747" y="1204150"/>
                </a:cubicBezTo>
                <a:cubicBezTo>
                  <a:pt x="503747" y="1187380"/>
                  <a:pt x="517341" y="1173786"/>
                  <a:pt x="534111" y="1173786"/>
                </a:cubicBezTo>
                <a:close/>
                <a:moveTo>
                  <a:pt x="461556" y="1173786"/>
                </a:moveTo>
                <a:cubicBezTo>
                  <a:pt x="478326" y="1173786"/>
                  <a:pt x="491920" y="1187380"/>
                  <a:pt x="491920" y="1204150"/>
                </a:cubicBezTo>
                <a:cubicBezTo>
                  <a:pt x="491920" y="1220919"/>
                  <a:pt x="478326" y="1234513"/>
                  <a:pt x="461556" y="1234513"/>
                </a:cubicBezTo>
                <a:cubicBezTo>
                  <a:pt x="444787" y="1234513"/>
                  <a:pt x="431192" y="1220919"/>
                  <a:pt x="431192" y="1204150"/>
                </a:cubicBezTo>
                <a:cubicBezTo>
                  <a:pt x="431192" y="1187380"/>
                  <a:pt x="444787" y="1173786"/>
                  <a:pt x="461556" y="1173786"/>
                </a:cubicBezTo>
                <a:close/>
                <a:moveTo>
                  <a:pt x="389002" y="1173786"/>
                </a:moveTo>
                <a:cubicBezTo>
                  <a:pt x="405771" y="1173786"/>
                  <a:pt x="419365" y="1187380"/>
                  <a:pt x="419365" y="1204150"/>
                </a:cubicBezTo>
                <a:cubicBezTo>
                  <a:pt x="419365" y="1220919"/>
                  <a:pt x="405771" y="1234513"/>
                  <a:pt x="389002" y="1234513"/>
                </a:cubicBezTo>
                <a:cubicBezTo>
                  <a:pt x="372232" y="1234513"/>
                  <a:pt x="358638" y="1220919"/>
                  <a:pt x="358638" y="1204150"/>
                </a:cubicBezTo>
                <a:cubicBezTo>
                  <a:pt x="358638" y="1187380"/>
                  <a:pt x="372232" y="1173786"/>
                  <a:pt x="389002" y="1173786"/>
                </a:cubicBezTo>
                <a:close/>
                <a:moveTo>
                  <a:pt x="316447" y="1173786"/>
                </a:moveTo>
                <a:cubicBezTo>
                  <a:pt x="333216" y="1173786"/>
                  <a:pt x="346810" y="1187380"/>
                  <a:pt x="346810" y="1204150"/>
                </a:cubicBezTo>
                <a:cubicBezTo>
                  <a:pt x="346810" y="1220919"/>
                  <a:pt x="333216" y="1234513"/>
                  <a:pt x="316447" y="1234513"/>
                </a:cubicBezTo>
                <a:cubicBezTo>
                  <a:pt x="299677" y="1234513"/>
                  <a:pt x="286084" y="1220919"/>
                  <a:pt x="286084" y="1204150"/>
                </a:cubicBezTo>
                <a:cubicBezTo>
                  <a:pt x="286084" y="1187380"/>
                  <a:pt x="299677" y="1173786"/>
                  <a:pt x="316447" y="1173786"/>
                </a:cubicBezTo>
                <a:close/>
                <a:moveTo>
                  <a:pt x="243892" y="1173786"/>
                </a:moveTo>
                <a:cubicBezTo>
                  <a:pt x="260662" y="1173786"/>
                  <a:pt x="274256" y="1187380"/>
                  <a:pt x="274256" y="1204150"/>
                </a:cubicBezTo>
                <a:cubicBezTo>
                  <a:pt x="274256" y="1220919"/>
                  <a:pt x="260662" y="1234513"/>
                  <a:pt x="243892" y="1234513"/>
                </a:cubicBezTo>
                <a:cubicBezTo>
                  <a:pt x="227123" y="1234513"/>
                  <a:pt x="213529" y="1220919"/>
                  <a:pt x="213529" y="1204150"/>
                </a:cubicBezTo>
                <a:cubicBezTo>
                  <a:pt x="213529" y="1187380"/>
                  <a:pt x="227123" y="1173786"/>
                  <a:pt x="243892" y="1173786"/>
                </a:cubicBezTo>
                <a:close/>
                <a:moveTo>
                  <a:pt x="171339" y="1173786"/>
                </a:moveTo>
                <a:cubicBezTo>
                  <a:pt x="188107" y="1173786"/>
                  <a:pt x="201701" y="1187380"/>
                  <a:pt x="201701" y="1204150"/>
                </a:cubicBezTo>
                <a:cubicBezTo>
                  <a:pt x="201701" y="1220919"/>
                  <a:pt x="188107" y="1234513"/>
                  <a:pt x="171339" y="1234513"/>
                </a:cubicBezTo>
                <a:cubicBezTo>
                  <a:pt x="154627" y="1234513"/>
                  <a:pt x="141034" y="1220919"/>
                  <a:pt x="141034" y="1204150"/>
                </a:cubicBezTo>
                <a:cubicBezTo>
                  <a:pt x="141034" y="1187380"/>
                  <a:pt x="154627" y="1173786"/>
                  <a:pt x="171339" y="1173786"/>
                </a:cubicBezTo>
                <a:close/>
                <a:moveTo>
                  <a:pt x="98852" y="1173786"/>
                </a:moveTo>
                <a:cubicBezTo>
                  <a:pt x="115616" y="1173786"/>
                  <a:pt x="129210" y="1187380"/>
                  <a:pt x="129210" y="1204150"/>
                </a:cubicBezTo>
                <a:cubicBezTo>
                  <a:pt x="129210" y="1220919"/>
                  <a:pt x="115616" y="1234513"/>
                  <a:pt x="98852" y="1234513"/>
                </a:cubicBezTo>
                <a:cubicBezTo>
                  <a:pt x="82080" y="1234513"/>
                  <a:pt x="68486" y="1220919"/>
                  <a:pt x="68486" y="1204150"/>
                </a:cubicBezTo>
                <a:cubicBezTo>
                  <a:pt x="68486" y="1187380"/>
                  <a:pt x="82080" y="1173786"/>
                  <a:pt x="98852" y="1173786"/>
                </a:cubicBezTo>
                <a:close/>
                <a:moveTo>
                  <a:pt x="26297" y="1173786"/>
                </a:moveTo>
                <a:cubicBezTo>
                  <a:pt x="43063" y="1173786"/>
                  <a:pt x="56658" y="1187380"/>
                  <a:pt x="56658" y="1204150"/>
                </a:cubicBezTo>
                <a:cubicBezTo>
                  <a:pt x="56658" y="1220919"/>
                  <a:pt x="43063" y="1234513"/>
                  <a:pt x="26297" y="1234513"/>
                </a:cubicBezTo>
                <a:cubicBezTo>
                  <a:pt x="17912" y="1234513"/>
                  <a:pt x="10321" y="1231115"/>
                  <a:pt x="4826" y="1225620"/>
                </a:cubicBezTo>
                <a:lnTo>
                  <a:pt x="0" y="1213970"/>
                </a:lnTo>
                <a:lnTo>
                  <a:pt x="0" y="1194329"/>
                </a:lnTo>
                <a:lnTo>
                  <a:pt x="4826" y="1182679"/>
                </a:lnTo>
                <a:cubicBezTo>
                  <a:pt x="10321" y="1177185"/>
                  <a:pt x="17912" y="1173786"/>
                  <a:pt x="26297" y="1173786"/>
                </a:cubicBezTo>
                <a:close/>
                <a:moveTo>
                  <a:pt x="1477320" y="1093335"/>
                </a:moveTo>
                <a:cubicBezTo>
                  <a:pt x="1485705" y="1093335"/>
                  <a:pt x="1493295" y="1096733"/>
                  <a:pt x="1498790" y="1102228"/>
                </a:cubicBezTo>
                <a:lnTo>
                  <a:pt x="1505389" y="1118160"/>
                </a:lnTo>
                <a:lnTo>
                  <a:pt x="1493855" y="1142105"/>
                </a:lnTo>
                <a:lnTo>
                  <a:pt x="1487887" y="1151929"/>
                </a:lnTo>
                <a:lnTo>
                  <a:pt x="1477320" y="1154062"/>
                </a:lnTo>
                <a:cubicBezTo>
                  <a:pt x="1460550" y="1154062"/>
                  <a:pt x="1446956" y="1140468"/>
                  <a:pt x="1446956" y="1123698"/>
                </a:cubicBezTo>
                <a:cubicBezTo>
                  <a:pt x="1446956" y="1106929"/>
                  <a:pt x="1460550" y="1093335"/>
                  <a:pt x="1477320" y="1093335"/>
                </a:cubicBezTo>
                <a:close/>
                <a:moveTo>
                  <a:pt x="1404765" y="1093335"/>
                </a:moveTo>
                <a:cubicBezTo>
                  <a:pt x="1421535" y="1093335"/>
                  <a:pt x="1435129" y="1106929"/>
                  <a:pt x="1435129" y="1123698"/>
                </a:cubicBezTo>
                <a:cubicBezTo>
                  <a:pt x="1435129" y="1140468"/>
                  <a:pt x="1421535" y="1154062"/>
                  <a:pt x="1404765" y="1154062"/>
                </a:cubicBezTo>
                <a:cubicBezTo>
                  <a:pt x="1387996" y="1154062"/>
                  <a:pt x="1374402" y="1140468"/>
                  <a:pt x="1374402" y="1123698"/>
                </a:cubicBezTo>
                <a:cubicBezTo>
                  <a:pt x="1374402" y="1106929"/>
                  <a:pt x="1387996" y="1093335"/>
                  <a:pt x="1404765" y="1093335"/>
                </a:cubicBezTo>
                <a:close/>
                <a:moveTo>
                  <a:pt x="1332211" y="1093335"/>
                </a:moveTo>
                <a:cubicBezTo>
                  <a:pt x="1348980" y="1093335"/>
                  <a:pt x="1362574" y="1106929"/>
                  <a:pt x="1362574" y="1123698"/>
                </a:cubicBezTo>
                <a:cubicBezTo>
                  <a:pt x="1362574" y="1140468"/>
                  <a:pt x="1348980" y="1154062"/>
                  <a:pt x="1332211" y="1154062"/>
                </a:cubicBezTo>
                <a:cubicBezTo>
                  <a:pt x="1315441" y="1154062"/>
                  <a:pt x="1301847" y="1140468"/>
                  <a:pt x="1301847" y="1123698"/>
                </a:cubicBezTo>
                <a:cubicBezTo>
                  <a:pt x="1301847" y="1106929"/>
                  <a:pt x="1315441" y="1093335"/>
                  <a:pt x="1332211" y="1093335"/>
                </a:cubicBezTo>
                <a:close/>
                <a:moveTo>
                  <a:pt x="1259656" y="1093335"/>
                </a:moveTo>
                <a:cubicBezTo>
                  <a:pt x="1276426" y="1093335"/>
                  <a:pt x="1290020" y="1106929"/>
                  <a:pt x="1290020" y="1123698"/>
                </a:cubicBezTo>
                <a:cubicBezTo>
                  <a:pt x="1290020" y="1140468"/>
                  <a:pt x="1276426" y="1154062"/>
                  <a:pt x="1259656" y="1154062"/>
                </a:cubicBezTo>
                <a:cubicBezTo>
                  <a:pt x="1242887" y="1154062"/>
                  <a:pt x="1229293" y="1140468"/>
                  <a:pt x="1229293" y="1123698"/>
                </a:cubicBezTo>
                <a:cubicBezTo>
                  <a:pt x="1229293" y="1106929"/>
                  <a:pt x="1242887" y="1093335"/>
                  <a:pt x="1259656" y="1093335"/>
                </a:cubicBezTo>
                <a:close/>
                <a:moveTo>
                  <a:pt x="1187102" y="1093335"/>
                </a:moveTo>
                <a:cubicBezTo>
                  <a:pt x="1203871" y="1093335"/>
                  <a:pt x="1217465" y="1106929"/>
                  <a:pt x="1217465" y="1123698"/>
                </a:cubicBezTo>
                <a:cubicBezTo>
                  <a:pt x="1217465" y="1140468"/>
                  <a:pt x="1203871" y="1154062"/>
                  <a:pt x="1187102" y="1154062"/>
                </a:cubicBezTo>
                <a:cubicBezTo>
                  <a:pt x="1170332" y="1154062"/>
                  <a:pt x="1156738" y="1140468"/>
                  <a:pt x="1156738" y="1123698"/>
                </a:cubicBezTo>
                <a:cubicBezTo>
                  <a:pt x="1156738" y="1106929"/>
                  <a:pt x="1170332" y="1093335"/>
                  <a:pt x="1187102" y="1093335"/>
                </a:cubicBezTo>
                <a:close/>
                <a:moveTo>
                  <a:pt x="1114547" y="1093335"/>
                </a:moveTo>
                <a:cubicBezTo>
                  <a:pt x="1131317" y="1093335"/>
                  <a:pt x="1144911" y="1106929"/>
                  <a:pt x="1144911" y="1123698"/>
                </a:cubicBezTo>
                <a:cubicBezTo>
                  <a:pt x="1144911" y="1140468"/>
                  <a:pt x="1131317" y="1154062"/>
                  <a:pt x="1114547" y="1154062"/>
                </a:cubicBezTo>
                <a:cubicBezTo>
                  <a:pt x="1097778" y="1154062"/>
                  <a:pt x="1084184" y="1140468"/>
                  <a:pt x="1084184" y="1123698"/>
                </a:cubicBezTo>
                <a:cubicBezTo>
                  <a:pt x="1084184" y="1106929"/>
                  <a:pt x="1097778" y="1093335"/>
                  <a:pt x="1114547" y="1093335"/>
                </a:cubicBezTo>
                <a:close/>
                <a:moveTo>
                  <a:pt x="1041993" y="1093335"/>
                </a:moveTo>
                <a:cubicBezTo>
                  <a:pt x="1058762" y="1093335"/>
                  <a:pt x="1072356" y="1106929"/>
                  <a:pt x="1072356" y="1123698"/>
                </a:cubicBezTo>
                <a:cubicBezTo>
                  <a:pt x="1072356" y="1140468"/>
                  <a:pt x="1058762" y="1154062"/>
                  <a:pt x="1041993" y="1154062"/>
                </a:cubicBezTo>
                <a:cubicBezTo>
                  <a:pt x="1025223" y="1154062"/>
                  <a:pt x="1011629" y="1140468"/>
                  <a:pt x="1011629" y="1123698"/>
                </a:cubicBezTo>
                <a:cubicBezTo>
                  <a:pt x="1011629" y="1106929"/>
                  <a:pt x="1025223" y="1093335"/>
                  <a:pt x="1041993" y="1093335"/>
                </a:cubicBezTo>
                <a:close/>
                <a:moveTo>
                  <a:pt x="969438" y="1093335"/>
                </a:moveTo>
                <a:cubicBezTo>
                  <a:pt x="986208" y="1093335"/>
                  <a:pt x="999801" y="1106929"/>
                  <a:pt x="999801" y="1123698"/>
                </a:cubicBezTo>
                <a:cubicBezTo>
                  <a:pt x="999801" y="1140468"/>
                  <a:pt x="986208" y="1154062"/>
                  <a:pt x="969438" y="1154062"/>
                </a:cubicBezTo>
                <a:cubicBezTo>
                  <a:pt x="952669" y="1154062"/>
                  <a:pt x="939075" y="1140468"/>
                  <a:pt x="939075" y="1123698"/>
                </a:cubicBezTo>
                <a:cubicBezTo>
                  <a:pt x="939075" y="1106929"/>
                  <a:pt x="952669" y="1093335"/>
                  <a:pt x="969438" y="1093335"/>
                </a:cubicBezTo>
                <a:close/>
                <a:moveTo>
                  <a:pt x="896883" y="1093335"/>
                </a:moveTo>
                <a:cubicBezTo>
                  <a:pt x="913653" y="1093335"/>
                  <a:pt x="927247" y="1106929"/>
                  <a:pt x="927247" y="1123698"/>
                </a:cubicBezTo>
                <a:cubicBezTo>
                  <a:pt x="927247" y="1140468"/>
                  <a:pt x="913653" y="1154062"/>
                  <a:pt x="896883" y="1154062"/>
                </a:cubicBezTo>
                <a:cubicBezTo>
                  <a:pt x="880114" y="1154062"/>
                  <a:pt x="866520" y="1140468"/>
                  <a:pt x="866520" y="1123698"/>
                </a:cubicBezTo>
                <a:cubicBezTo>
                  <a:pt x="866520" y="1106929"/>
                  <a:pt x="880114" y="1093335"/>
                  <a:pt x="896883" y="1093335"/>
                </a:cubicBezTo>
                <a:close/>
                <a:moveTo>
                  <a:pt x="824329" y="1093335"/>
                </a:moveTo>
                <a:cubicBezTo>
                  <a:pt x="841098" y="1093335"/>
                  <a:pt x="854692" y="1106929"/>
                  <a:pt x="854692" y="1123698"/>
                </a:cubicBezTo>
                <a:cubicBezTo>
                  <a:pt x="854692" y="1140468"/>
                  <a:pt x="841098" y="1154062"/>
                  <a:pt x="824329" y="1154062"/>
                </a:cubicBezTo>
                <a:cubicBezTo>
                  <a:pt x="807559" y="1154062"/>
                  <a:pt x="793965" y="1140468"/>
                  <a:pt x="793965" y="1123698"/>
                </a:cubicBezTo>
                <a:cubicBezTo>
                  <a:pt x="793965" y="1106929"/>
                  <a:pt x="807559" y="1093335"/>
                  <a:pt x="824329" y="1093335"/>
                </a:cubicBezTo>
                <a:close/>
                <a:moveTo>
                  <a:pt x="751774" y="1093335"/>
                </a:moveTo>
                <a:cubicBezTo>
                  <a:pt x="768544" y="1093335"/>
                  <a:pt x="782138" y="1106929"/>
                  <a:pt x="782138" y="1123698"/>
                </a:cubicBezTo>
                <a:cubicBezTo>
                  <a:pt x="782138" y="1140468"/>
                  <a:pt x="768544" y="1154062"/>
                  <a:pt x="751774" y="1154062"/>
                </a:cubicBezTo>
                <a:cubicBezTo>
                  <a:pt x="735005" y="1154062"/>
                  <a:pt x="721411" y="1140468"/>
                  <a:pt x="721411" y="1123698"/>
                </a:cubicBezTo>
                <a:cubicBezTo>
                  <a:pt x="721411" y="1106929"/>
                  <a:pt x="735005" y="1093335"/>
                  <a:pt x="751774" y="1093335"/>
                </a:cubicBezTo>
                <a:close/>
                <a:moveTo>
                  <a:pt x="679220" y="1093335"/>
                </a:moveTo>
                <a:cubicBezTo>
                  <a:pt x="695989" y="1093335"/>
                  <a:pt x="709583" y="1106929"/>
                  <a:pt x="709583" y="1123698"/>
                </a:cubicBezTo>
                <a:cubicBezTo>
                  <a:pt x="709583" y="1140468"/>
                  <a:pt x="695989" y="1154062"/>
                  <a:pt x="679220" y="1154062"/>
                </a:cubicBezTo>
                <a:cubicBezTo>
                  <a:pt x="662450" y="1154062"/>
                  <a:pt x="648856" y="1140468"/>
                  <a:pt x="648856" y="1123698"/>
                </a:cubicBezTo>
                <a:cubicBezTo>
                  <a:pt x="648856" y="1106929"/>
                  <a:pt x="662450" y="1093335"/>
                  <a:pt x="679220" y="1093335"/>
                </a:cubicBezTo>
                <a:close/>
                <a:moveTo>
                  <a:pt x="606665" y="1093335"/>
                </a:moveTo>
                <a:cubicBezTo>
                  <a:pt x="623435" y="1093335"/>
                  <a:pt x="637029" y="1106929"/>
                  <a:pt x="637029" y="1123698"/>
                </a:cubicBezTo>
                <a:cubicBezTo>
                  <a:pt x="637029" y="1140468"/>
                  <a:pt x="623435" y="1154062"/>
                  <a:pt x="606665" y="1154062"/>
                </a:cubicBezTo>
                <a:cubicBezTo>
                  <a:pt x="589896" y="1154062"/>
                  <a:pt x="576302" y="1140468"/>
                  <a:pt x="576302" y="1123698"/>
                </a:cubicBezTo>
                <a:cubicBezTo>
                  <a:pt x="576302" y="1106929"/>
                  <a:pt x="589896" y="1093335"/>
                  <a:pt x="606665" y="1093335"/>
                </a:cubicBezTo>
                <a:close/>
                <a:moveTo>
                  <a:pt x="534111" y="1093335"/>
                </a:moveTo>
                <a:cubicBezTo>
                  <a:pt x="550880" y="1093335"/>
                  <a:pt x="564474" y="1106929"/>
                  <a:pt x="564474" y="1123698"/>
                </a:cubicBezTo>
                <a:cubicBezTo>
                  <a:pt x="564474" y="1140468"/>
                  <a:pt x="550880" y="1154062"/>
                  <a:pt x="534111" y="1154062"/>
                </a:cubicBezTo>
                <a:cubicBezTo>
                  <a:pt x="517341" y="1154062"/>
                  <a:pt x="503747" y="1140468"/>
                  <a:pt x="503747" y="1123698"/>
                </a:cubicBezTo>
                <a:cubicBezTo>
                  <a:pt x="503747" y="1106929"/>
                  <a:pt x="517341" y="1093335"/>
                  <a:pt x="534111" y="1093335"/>
                </a:cubicBezTo>
                <a:close/>
                <a:moveTo>
                  <a:pt x="461556" y="1093335"/>
                </a:moveTo>
                <a:cubicBezTo>
                  <a:pt x="478326" y="1093335"/>
                  <a:pt x="491920" y="1106929"/>
                  <a:pt x="491920" y="1123698"/>
                </a:cubicBezTo>
                <a:cubicBezTo>
                  <a:pt x="491920" y="1140468"/>
                  <a:pt x="478326" y="1154062"/>
                  <a:pt x="461556" y="1154062"/>
                </a:cubicBezTo>
                <a:cubicBezTo>
                  <a:pt x="444787" y="1154062"/>
                  <a:pt x="431192" y="1140468"/>
                  <a:pt x="431192" y="1123698"/>
                </a:cubicBezTo>
                <a:cubicBezTo>
                  <a:pt x="431192" y="1106929"/>
                  <a:pt x="444787" y="1093335"/>
                  <a:pt x="461556" y="1093335"/>
                </a:cubicBezTo>
                <a:close/>
                <a:moveTo>
                  <a:pt x="389002" y="1093335"/>
                </a:moveTo>
                <a:cubicBezTo>
                  <a:pt x="405771" y="1093335"/>
                  <a:pt x="419365" y="1106929"/>
                  <a:pt x="419365" y="1123698"/>
                </a:cubicBezTo>
                <a:cubicBezTo>
                  <a:pt x="419365" y="1140468"/>
                  <a:pt x="405771" y="1154062"/>
                  <a:pt x="389002" y="1154062"/>
                </a:cubicBezTo>
                <a:cubicBezTo>
                  <a:pt x="372232" y="1154062"/>
                  <a:pt x="358638" y="1140468"/>
                  <a:pt x="358638" y="1123698"/>
                </a:cubicBezTo>
                <a:cubicBezTo>
                  <a:pt x="358638" y="1106929"/>
                  <a:pt x="372232" y="1093335"/>
                  <a:pt x="389002" y="1093335"/>
                </a:cubicBezTo>
                <a:close/>
                <a:moveTo>
                  <a:pt x="316447" y="1093335"/>
                </a:moveTo>
                <a:cubicBezTo>
                  <a:pt x="333216" y="1093335"/>
                  <a:pt x="346810" y="1106929"/>
                  <a:pt x="346810" y="1123698"/>
                </a:cubicBezTo>
                <a:cubicBezTo>
                  <a:pt x="346810" y="1140468"/>
                  <a:pt x="333216" y="1154062"/>
                  <a:pt x="316447" y="1154062"/>
                </a:cubicBezTo>
                <a:cubicBezTo>
                  <a:pt x="299677" y="1154062"/>
                  <a:pt x="286084" y="1140468"/>
                  <a:pt x="286084" y="1123698"/>
                </a:cubicBezTo>
                <a:cubicBezTo>
                  <a:pt x="286084" y="1106929"/>
                  <a:pt x="299677" y="1093335"/>
                  <a:pt x="316447" y="1093335"/>
                </a:cubicBezTo>
                <a:close/>
                <a:moveTo>
                  <a:pt x="243892" y="1093335"/>
                </a:moveTo>
                <a:cubicBezTo>
                  <a:pt x="260662" y="1093335"/>
                  <a:pt x="274256" y="1106929"/>
                  <a:pt x="274256" y="1123698"/>
                </a:cubicBezTo>
                <a:cubicBezTo>
                  <a:pt x="274256" y="1140468"/>
                  <a:pt x="260662" y="1154062"/>
                  <a:pt x="243892" y="1154062"/>
                </a:cubicBezTo>
                <a:cubicBezTo>
                  <a:pt x="227123" y="1154062"/>
                  <a:pt x="213529" y="1140468"/>
                  <a:pt x="213529" y="1123698"/>
                </a:cubicBezTo>
                <a:cubicBezTo>
                  <a:pt x="213529" y="1106929"/>
                  <a:pt x="227123" y="1093335"/>
                  <a:pt x="243892" y="1093335"/>
                </a:cubicBezTo>
                <a:close/>
                <a:moveTo>
                  <a:pt x="171339" y="1093335"/>
                </a:moveTo>
                <a:cubicBezTo>
                  <a:pt x="188107" y="1093335"/>
                  <a:pt x="201701" y="1106929"/>
                  <a:pt x="201701" y="1123698"/>
                </a:cubicBezTo>
                <a:cubicBezTo>
                  <a:pt x="201701" y="1140468"/>
                  <a:pt x="188107" y="1154062"/>
                  <a:pt x="171339" y="1154062"/>
                </a:cubicBezTo>
                <a:cubicBezTo>
                  <a:pt x="154633" y="1154062"/>
                  <a:pt x="141040" y="1140468"/>
                  <a:pt x="141040" y="1123698"/>
                </a:cubicBezTo>
                <a:cubicBezTo>
                  <a:pt x="141040" y="1106929"/>
                  <a:pt x="154633" y="1093335"/>
                  <a:pt x="171339" y="1093335"/>
                </a:cubicBezTo>
                <a:close/>
                <a:moveTo>
                  <a:pt x="98858" y="1093335"/>
                </a:moveTo>
                <a:cubicBezTo>
                  <a:pt x="115622" y="1093335"/>
                  <a:pt x="129216" y="1106929"/>
                  <a:pt x="129216" y="1123698"/>
                </a:cubicBezTo>
                <a:cubicBezTo>
                  <a:pt x="129216" y="1140468"/>
                  <a:pt x="115622" y="1154062"/>
                  <a:pt x="98858" y="1154062"/>
                </a:cubicBezTo>
                <a:cubicBezTo>
                  <a:pt x="82086" y="1154062"/>
                  <a:pt x="68492" y="1140468"/>
                  <a:pt x="68492" y="1123698"/>
                </a:cubicBezTo>
                <a:cubicBezTo>
                  <a:pt x="68492" y="1106929"/>
                  <a:pt x="82086" y="1093335"/>
                  <a:pt x="98858" y="1093335"/>
                </a:cubicBezTo>
                <a:close/>
                <a:moveTo>
                  <a:pt x="26303" y="1093335"/>
                </a:moveTo>
                <a:cubicBezTo>
                  <a:pt x="43069" y="1093335"/>
                  <a:pt x="56664" y="1106929"/>
                  <a:pt x="56664" y="1123698"/>
                </a:cubicBezTo>
                <a:cubicBezTo>
                  <a:pt x="56664" y="1140468"/>
                  <a:pt x="43069" y="1154062"/>
                  <a:pt x="26303" y="1154062"/>
                </a:cubicBezTo>
                <a:cubicBezTo>
                  <a:pt x="17918" y="1154062"/>
                  <a:pt x="10327" y="1150664"/>
                  <a:pt x="4832" y="1145169"/>
                </a:cubicBezTo>
                <a:lnTo>
                  <a:pt x="0" y="1133503"/>
                </a:lnTo>
                <a:lnTo>
                  <a:pt x="0" y="1113894"/>
                </a:lnTo>
                <a:lnTo>
                  <a:pt x="4832" y="1102228"/>
                </a:lnTo>
                <a:cubicBezTo>
                  <a:pt x="10327" y="1096734"/>
                  <a:pt x="17918" y="1093335"/>
                  <a:pt x="26303" y="1093335"/>
                </a:cubicBezTo>
                <a:close/>
                <a:moveTo>
                  <a:pt x="1549874" y="1012883"/>
                </a:moveTo>
                <a:lnTo>
                  <a:pt x="1555552" y="1014029"/>
                </a:lnTo>
                <a:lnTo>
                  <a:pt x="1530465" y="1066106"/>
                </a:lnTo>
                <a:lnTo>
                  <a:pt x="1528404" y="1064717"/>
                </a:lnTo>
                <a:cubicBezTo>
                  <a:pt x="1522910" y="1059222"/>
                  <a:pt x="1519511" y="1051631"/>
                  <a:pt x="1519511" y="1043246"/>
                </a:cubicBezTo>
                <a:cubicBezTo>
                  <a:pt x="1519511" y="1026477"/>
                  <a:pt x="1533105" y="1012883"/>
                  <a:pt x="1549874" y="1012883"/>
                </a:cubicBezTo>
                <a:close/>
                <a:moveTo>
                  <a:pt x="1477320" y="1012883"/>
                </a:moveTo>
                <a:cubicBezTo>
                  <a:pt x="1494089" y="1012883"/>
                  <a:pt x="1507683" y="1026477"/>
                  <a:pt x="1507683" y="1043246"/>
                </a:cubicBezTo>
                <a:cubicBezTo>
                  <a:pt x="1507683" y="1060016"/>
                  <a:pt x="1494089" y="1073610"/>
                  <a:pt x="1477320" y="1073610"/>
                </a:cubicBezTo>
                <a:cubicBezTo>
                  <a:pt x="1460550" y="1073610"/>
                  <a:pt x="1446956" y="1060016"/>
                  <a:pt x="1446956" y="1043246"/>
                </a:cubicBezTo>
                <a:cubicBezTo>
                  <a:pt x="1446956" y="1026477"/>
                  <a:pt x="1460550" y="1012883"/>
                  <a:pt x="1477320" y="1012883"/>
                </a:cubicBezTo>
                <a:close/>
                <a:moveTo>
                  <a:pt x="1404765" y="1012883"/>
                </a:moveTo>
                <a:cubicBezTo>
                  <a:pt x="1421535" y="1012883"/>
                  <a:pt x="1435129" y="1026477"/>
                  <a:pt x="1435129" y="1043246"/>
                </a:cubicBezTo>
                <a:cubicBezTo>
                  <a:pt x="1435129" y="1060016"/>
                  <a:pt x="1421535" y="1073610"/>
                  <a:pt x="1404765" y="1073610"/>
                </a:cubicBezTo>
                <a:cubicBezTo>
                  <a:pt x="1387996" y="1073610"/>
                  <a:pt x="1374402" y="1060016"/>
                  <a:pt x="1374402" y="1043246"/>
                </a:cubicBezTo>
                <a:cubicBezTo>
                  <a:pt x="1374402" y="1026477"/>
                  <a:pt x="1387996" y="1012883"/>
                  <a:pt x="1404765" y="1012883"/>
                </a:cubicBezTo>
                <a:close/>
                <a:moveTo>
                  <a:pt x="1332211" y="1012883"/>
                </a:moveTo>
                <a:cubicBezTo>
                  <a:pt x="1348980" y="1012883"/>
                  <a:pt x="1362574" y="1026477"/>
                  <a:pt x="1362574" y="1043246"/>
                </a:cubicBezTo>
                <a:cubicBezTo>
                  <a:pt x="1362574" y="1060016"/>
                  <a:pt x="1348980" y="1073610"/>
                  <a:pt x="1332211" y="1073610"/>
                </a:cubicBezTo>
                <a:cubicBezTo>
                  <a:pt x="1315441" y="1073610"/>
                  <a:pt x="1301847" y="1060016"/>
                  <a:pt x="1301847" y="1043246"/>
                </a:cubicBezTo>
                <a:cubicBezTo>
                  <a:pt x="1301847" y="1026477"/>
                  <a:pt x="1315441" y="1012883"/>
                  <a:pt x="1332211" y="1012883"/>
                </a:cubicBezTo>
                <a:close/>
                <a:moveTo>
                  <a:pt x="1259656" y="1012883"/>
                </a:moveTo>
                <a:cubicBezTo>
                  <a:pt x="1276426" y="1012883"/>
                  <a:pt x="1290020" y="1026477"/>
                  <a:pt x="1290020" y="1043246"/>
                </a:cubicBezTo>
                <a:cubicBezTo>
                  <a:pt x="1290020" y="1060016"/>
                  <a:pt x="1276426" y="1073610"/>
                  <a:pt x="1259656" y="1073610"/>
                </a:cubicBezTo>
                <a:cubicBezTo>
                  <a:pt x="1242887" y="1073610"/>
                  <a:pt x="1229293" y="1060016"/>
                  <a:pt x="1229293" y="1043246"/>
                </a:cubicBezTo>
                <a:cubicBezTo>
                  <a:pt x="1229293" y="1026477"/>
                  <a:pt x="1242887" y="1012883"/>
                  <a:pt x="1259656" y="1012883"/>
                </a:cubicBezTo>
                <a:close/>
                <a:moveTo>
                  <a:pt x="1187102" y="1012883"/>
                </a:moveTo>
                <a:cubicBezTo>
                  <a:pt x="1203871" y="1012883"/>
                  <a:pt x="1217465" y="1026477"/>
                  <a:pt x="1217465" y="1043246"/>
                </a:cubicBezTo>
                <a:cubicBezTo>
                  <a:pt x="1217465" y="1060016"/>
                  <a:pt x="1203871" y="1073610"/>
                  <a:pt x="1187102" y="1073610"/>
                </a:cubicBezTo>
                <a:cubicBezTo>
                  <a:pt x="1170332" y="1073610"/>
                  <a:pt x="1156738" y="1060016"/>
                  <a:pt x="1156738" y="1043246"/>
                </a:cubicBezTo>
                <a:cubicBezTo>
                  <a:pt x="1156738" y="1026477"/>
                  <a:pt x="1170332" y="1012883"/>
                  <a:pt x="1187102" y="1012883"/>
                </a:cubicBezTo>
                <a:close/>
                <a:moveTo>
                  <a:pt x="1114547" y="1012883"/>
                </a:moveTo>
                <a:cubicBezTo>
                  <a:pt x="1131317" y="1012883"/>
                  <a:pt x="1144911" y="1026477"/>
                  <a:pt x="1144911" y="1043246"/>
                </a:cubicBezTo>
                <a:cubicBezTo>
                  <a:pt x="1144911" y="1060016"/>
                  <a:pt x="1131317" y="1073610"/>
                  <a:pt x="1114547" y="1073610"/>
                </a:cubicBezTo>
                <a:cubicBezTo>
                  <a:pt x="1097778" y="1073610"/>
                  <a:pt x="1084184" y="1060016"/>
                  <a:pt x="1084184" y="1043246"/>
                </a:cubicBezTo>
                <a:cubicBezTo>
                  <a:pt x="1084184" y="1026477"/>
                  <a:pt x="1097778" y="1012883"/>
                  <a:pt x="1114547" y="1012883"/>
                </a:cubicBezTo>
                <a:close/>
                <a:moveTo>
                  <a:pt x="1041993" y="1012883"/>
                </a:moveTo>
                <a:cubicBezTo>
                  <a:pt x="1058762" y="1012883"/>
                  <a:pt x="1072356" y="1026477"/>
                  <a:pt x="1072356" y="1043246"/>
                </a:cubicBezTo>
                <a:cubicBezTo>
                  <a:pt x="1072356" y="1060016"/>
                  <a:pt x="1058762" y="1073610"/>
                  <a:pt x="1041993" y="1073610"/>
                </a:cubicBezTo>
                <a:cubicBezTo>
                  <a:pt x="1025223" y="1073610"/>
                  <a:pt x="1011629" y="1060016"/>
                  <a:pt x="1011629" y="1043246"/>
                </a:cubicBezTo>
                <a:cubicBezTo>
                  <a:pt x="1011629" y="1026477"/>
                  <a:pt x="1025223" y="1012883"/>
                  <a:pt x="1041993" y="1012883"/>
                </a:cubicBezTo>
                <a:close/>
                <a:moveTo>
                  <a:pt x="969438" y="1012883"/>
                </a:moveTo>
                <a:cubicBezTo>
                  <a:pt x="986208" y="1012883"/>
                  <a:pt x="999801" y="1026477"/>
                  <a:pt x="999801" y="1043246"/>
                </a:cubicBezTo>
                <a:cubicBezTo>
                  <a:pt x="999801" y="1060016"/>
                  <a:pt x="986208" y="1073610"/>
                  <a:pt x="969438" y="1073610"/>
                </a:cubicBezTo>
                <a:cubicBezTo>
                  <a:pt x="952669" y="1073610"/>
                  <a:pt x="939075" y="1060016"/>
                  <a:pt x="939075" y="1043246"/>
                </a:cubicBezTo>
                <a:cubicBezTo>
                  <a:pt x="939075" y="1026477"/>
                  <a:pt x="952669" y="1012883"/>
                  <a:pt x="969438" y="1012883"/>
                </a:cubicBezTo>
                <a:close/>
                <a:moveTo>
                  <a:pt x="896883" y="1012883"/>
                </a:moveTo>
                <a:cubicBezTo>
                  <a:pt x="913653" y="1012883"/>
                  <a:pt x="927247" y="1026477"/>
                  <a:pt x="927247" y="1043246"/>
                </a:cubicBezTo>
                <a:cubicBezTo>
                  <a:pt x="927247" y="1060016"/>
                  <a:pt x="913653" y="1073610"/>
                  <a:pt x="896883" y="1073610"/>
                </a:cubicBezTo>
                <a:cubicBezTo>
                  <a:pt x="880114" y="1073610"/>
                  <a:pt x="866520" y="1060016"/>
                  <a:pt x="866520" y="1043246"/>
                </a:cubicBezTo>
                <a:cubicBezTo>
                  <a:pt x="866520" y="1026477"/>
                  <a:pt x="880114" y="1012883"/>
                  <a:pt x="896883" y="1012883"/>
                </a:cubicBezTo>
                <a:close/>
                <a:moveTo>
                  <a:pt x="824329" y="1012883"/>
                </a:moveTo>
                <a:cubicBezTo>
                  <a:pt x="841098" y="1012883"/>
                  <a:pt x="854692" y="1026477"/>
                  <a:pt x="854692" y="1043246"/>
                </a:cubicBezTo>
                <a:cubicBezTo>
                  <a:pt x="854692" y="1060016"/>
                  <a:pt x="841098" y="1073610"/>
                  <a:pt x="824329" y="1073610"/>
                </a:cubicBezTo>
                <a:cubicBezTo>
                  <a:pt x="807559" y="1073610"/>
                  <a:pt x="793965" y="1060016"/>
                  <a:pt x="793965" y="1043246"/>
                </a:cubicBezTo>
                <a:cubicBezTo>
                  <a:pt x="793965" y="1026477"/>
                  <a:pt x="807559" y="1012883"/>
                  <a:pt x="824329" y="1012883"/>
                </a:cubicBezTo>
                <a:close/>
                <a:moveTo>
                  <a:pt x="751774" y="1012883"/>
                </a:moveTo>
                <a:cubicBezTo>
                  <a:pt x="768544" y="1012883"/>
                  <a:pt x="782138" y="1026477"/>
                  <a:pt x="782138" y="1043246"/>
                </a:cubicBezTo>
                <a:cubicBezTo>
                  <a:pt x="782138" y="1060016"/>
                  <a:pt x="768544" y="1073610"/>
                  <a:pt x="751774" y="1073610"/>
                </a:cubicBezTo>
                <a:cubicBezTo>
                  <a:pt x="735005" y="1073610"/>
                  <a:pt x="721411" y="1060016"/>
                  <a:pt x="721411" y="1043246"/>
                </a:cubicBezTo>
                <a:cubicBezTo>
                  <a:pt x="721411" y="1026477"/>
                  <a:pt x="735005" y="1012883"/>
                  <a:pt x="751774" y="1012883"/>
                </a:cubicBezTo>
                <a:close/>
                <a:moveTo>
                  <a:pt x="679220" y="1012883"/>
                </a:moveTo>
                <a:cubicBezTo>
                  <a:pt x="695989" y="1012883"/>
                  <a:pt x="709583" y="1026477"/>
                  <a:pt x="709583" y="1043246"/>
                </a:cubicBezTo>
                <a:cubicBezTo>
                  <a:pt x="709583" y="1060016"/>
                  <a:pt x="695989" y="1073610"/>
                  <a:pt x="679220" y="1073610"/>
                </a:cubicBezTo>
                <a:cubicBezTo>
                  <a:pt x="662450" y="1073610"/>
                  <a:pt x="648856" y="1060016"/>
                  <a:pt x="648856" y="1043246"/>
                </a:cubicBezTo>
                <a:cubicBezTo>
                  <a:pt x="648856" y="1026477"/>
                  <a:pt x="662450" y="1012883"/>
                  <a:pt x="679220" y="1012883"/>
                </a:cubicBezTo>
                <a:close/>
                <a:moveTo>
                  <a:pt x="606665" y="1012883"/>
                </a:moveTo>
                <a:cubicBezTo>
                  <a:pt x="623435" y="1012883"/>
                  <a:pt x="637029" y="1026477"/>
                  <a:pt x="637029" y="1043246"/>
                </a:cubicBezTo>
                <a:cubicBezTo>
                  <a:pt x="637029" y="1060016"/>
                  <a:pt x="623435" y="1073610"/>
                  <a:pt x="606665" y="1073610"/>
                </a:cubicBezTo>
                <a:cubicBezTo>
                  <a:pt x="589896" y="1073610"/>
                  <a:pt x="576302" y="1060016"/>
                  <a:pt x="576302" y="1043246"/>
                </a:cubicBezTo>
                <a:cubicBezTo>
                  <a:pt x="576302" y="1026477"/>
                  <a:pt x="589896" y="1012883"/>
                  <a:pt x="606665" y="1012883"/>
                </a:cubicBezTo>
                <a:close/>
                <a:moveTo>
                  <a:pt x="534111" y="1012883"/>
                </a:moveTo>
                <a:cubicBezTo>
                  <a:pt x="550880" y="1012883"/>
                  <a:pt x="564474" y="1026477"/>
                  <a:pt x="564474" y="1043246"/>
                </a:cubicBezTo>
                <a:cubicBezTo>
                  <a:pt x="564474" y="1060016"/>
                  <a:pt x="550880" y="1073610"/>
                  <a:pt x="534111" y="1073610"/>
                </a:cubicBezTo>
                <a:cubicBezTo>
                  <a:pt x="517341" y="1073610"/>
                  <a:pt x="503747" y="1060016"/>
                  <a:pt x="503747" y="1043246"/>
                </a:cubicBezTo>
                <a:cubicBezTo>
                  <a:pt x="503747" y="1026477"/>
                  <a:pt x="517341" y="1012883"/>
                  <a:pt x="534111" y="1012883"/>
                </a:cubicBezTo>
                <a:close/>
                <a:moveTo>
                  <a:pt x="461556" y="1012883"/>
                </a:moveTo>
                <a:cubicBezTo>
                  <a:pt x="478326" y="1012883"/>
                  <a:pt x="491920" y="1026477"/>
                  <a:pt x="491920" y="1043246"/>
                </a:cubicBezTo>
                <a:cubicBezTo>
                  <a:pt x="491920" y="1060016"/>
                  <a:pt x="478326" y="1073610"/>
                  <a:pt x="461556" y="1073610"/>
                </a:cubicBezTo>
                <a:cubicBezTo>
                  <a:pt x="444787" y="1073610"/>
                  <a:pt x="431192" y="1060016"/>
                  <a:pt x="431192" y="1043246"/>
                </a:cubicBezTo>
                <a:cubicBezTo>
                  <a:pt x="431192" y="1026477"/>
                  <a:pt x="444787" y="1012883"/>
                  <a:pt x="461556" y="1012883"/>
                </a:cubicBezTo>
                <a:close/>
                <a:moveTo>
                  <a:pt x="389002" y="1012883"/>
                </a:moveTo>
                <a:cubicBezTo>
                  <a:pt x="405771" y="1012883"/>
                  <a:pt x="419365" y="1026477"/>
                  <a:pt x="419365" y="1043246"/>
                </a:cubicBezTo>
                <a:cubicBezTo>
                  <a:pt x="419365" y="1060016"/>
                  <a:pt x="405771" y="1073610"/>
                  <a:pt x="389002" y="1073610"/>
                </a:cubicBezTo>
                <a:cubicBezTo>
                  <a:pt x="372232" y="1073610"/>
                  <a:pt x="358638" y="1060016"/>
                  <a:pt x="358638" y="1043246"/>
                </a:cubicBezTo>
                <a:cubicBezTo>
                  <a:pt x="358638" y="1026477"/>
                  <a:pt x="372232" y="1012883"/>
                  <a:pt x="389002" y="1012883"/>
                </a:cubicBezTo>
                <a:close/>
                <a:moveTo>
                  <a:pt x="316447" y="1012883"/>
                </a:moveTo>
                <a:cubicBezTo>
                  <a:pt x="333216" y="1012883"/>
                  <a:pt x="346810" y="1026477"/>
                  <a:pt x="346810" y="1043246"/>
                </a:cubicBezTo>
                <a:cubicBezTo>
                  <a:pt x="346810" y="1060016"/>
                  <a:pt x="333216" y="1073610"/>
                  <a:pt x="316447" y="1073610"/>
                </a:cubicBezTo>
                <a:cubicBezTo>
                  <a:pt x="299677" y="1073610"/>
                  <a:pt x="286084" y="1060016"/>
                  <a:pt x="286084" y="1043246"/>
                </a:cubicBezTo>
                <a:cubicBezTo>
                  <a:pt x="286084" y="1026477"/>
                  <a:pt x="299677" y="1012883"/>
                  <a:pt x="316447" y="1012883"/>
                </a:cubicBezTo>
                <a:close/>
                <a:moveTo>
                  <a:pt x="243892" y="1012883"/>
                </a:moveTo>
                <a:cubicBezTo>
                  <a:pt x="260662" y="1012883"/>
                  <a:pt x="274256" y="1026477"/>
                  <a:pt x="274256" y="1043246"/>
                </a:cubicBezTo>
                <a:cubicBezTo>
                  <a:pt x="274256" y="1060016"/>
                  <a:pt x="260662" y="1073610"/>
                  <a:pt x="243892" y="1073610"/>
                </a:cubicBezTo>
                <a:cubicBezTo>
                  <a:pt x="227123" y="1073610"/>
                  <a:pt x="213529" y="1060016"/>
                  <a:pt x="213529" y="1043246"/>
                </a:cubicBezTo>
                <a:cubicBezTo>
                  <a:pt x="213529" y="1026477"/>
                  <a:pt x="227123" y="1012883"/>
                  <a:pt x="243892" y="1012883"/>
                </a:cubicBezTo>
                <a:close/>
                <a:moveTo>
                  <a:pt x="171339" y="1012883"/>
                </a:moveTo>
                <a:cubicBezTo>
                  <a:pt x="188107" y="1012883"/>
                  <a:pt x="201701" y="1026477"/>
                  <a:pt x="201701" y="1043246"/>
                </a:cubicBezTo>
                <a:cubicBezTo>
                  <a:pt x="201701" y="1060016"/>
                  <a:pt x="188107" y="1073610"/>
                  <a:pt x="171339" y="1073610"/>
                </a:cubicBezTo>
                <a:cubicBezTo>
                  <a:pt x="154639" y="1073610"/>
                  <a:pt x="141045" y="1060016"/>
                  <a:pt x="141045" y="1043246"/>
                </a:cubicBezTo>
                <a:cubicBezTo>
                  <a:pt x="141045" y="1026477"/>
                  <a:pt x="154639" y="1012883"/>
                  <a:pt x="171339" y="1012883"/>
                </a:cubicBezTo>
                <a:close/>
                <a:moveTo>
                  <a:pt x="98865" y="1012883"/>
                </a:moveTo>
                <a:cubicBezTo>
                  <a:pt x="115628" y="1012883"/>
                  <a:pt x="129222" y="1026477"/>
                  <a:pt x="129222" y="1043246"/>
                </a:cubicBezTo>
                <a:cubicBezTo>
                  <a:pt x="129222" y="1060016"/>
                  <a:pt x="115628" y="1073610"/>
                  <a:pt x="98865" y="1073610"/>
                </a:cubicBezTo>
                <a:cubicBezTo>
                  <a:pt x="82093" y="1073610"/>
                  <a:pt x="68498" y="1060016"/>
                  <a:pt x="68498" y="1043246"/>
                </a:cubicBezTo>
                <a:cubicBezTo>
                  <a:pt x="68498" y="1026477"/>
                  <a:pt x="82093" y="1012883"/>
                  <a:pt x="98865" y="1012883"/>
                </a:cubicBezTo>
                <a:close/>
                <a:moveTo>
                  <a:pt x="26309" y="1012883"/>
                </a:moveTo>
                <a:cubicBezTo>
                  <a:pt x="43075" y="1012883"/>
                  <a:pt x="56670" y="1026477"/>
                  <a:pt x="56670" y="1043246"/>
                </a:cubicBezTo>
                <a:cubicBezTo>
                  <a:pt x="56670" y="1060016"/>
                  <a:pt x="43075" y="1073610"/>
                  <a:pt x="26309" y="1073610"/>
                </a:cubicBezTo>
                <a:cubicBezTo>
                  <a:pt x="17924" y="1073610"/>
                  <a:pt x="10333" y="1070212"/>
                  <a:pt x="4838" y="1064717"/>
                </a:cubicBezTo>
                <a:lnTo>
                  <a:pt x="0" y="1053036"/>
                </a:lnTo>
                <a:lnTo>
                  <a:pt x="0" y="1033457"/>
                </a:lnTo>
                <a:lnTo>
                  <a:pt x="4838" y="1021776"/>
                </a:lnTo>
                <a:cubicBezTo>
                  <a:pt x="10333" y="1016282"/>
                  <a:pt x="17924" y="1012883"/>
                  <a:pt x="26309" y="1012883"/>
                </a:cubicBezTo>
                <a:close/>
                <a:moveTo>
                  <a:pt x="1549874" y="932431"/>
                </a:moveTo>
                <a:cubicBezTo>
                  <a:pt x="1558259" y="932431"/>
                  <a:pt x="1565850" y="935830"/>
                  <a:pt x="1571345" y="941324"/>
                </a:cubicBezTo>
                <a:lnTo>
                  <a:pt x="1577296" y="955693"/>
                </a:lnTo>
                <a:lnTo>
                  <a:pt x="1565363" y="988298"/>
                </a:lnTo>
                <a:lnTo>
                  <a:pt x="1561694" y="990772"/>
                </a:lnTo>
                <a:cubicBezTo>
                  <a:pt x="1558061" y="992309"/>
                  <a:pt x="1554067" y="993158"/>
                  <a:pt x="1549874" y="993158"/>
                </a:cubicBezTo>
                <a:cubicBezTo>
                  <a:pt x="1533105" y="993158"/>
                  <a:pt x="1519511" y="979564"/>
                  <a:pt x="1519511" y="962795"/>
                </a:cubicBezTo>
                <a:cubicBezTo>
                  <a:pt x="1519511" y="946025"/>
                  <a:pt x="1533105" y="932431"/>
                  <a:pt x="1549874" y="932431"/>
                </a:cubicBezTo>
                <a:close/>
                <a:moveTo>
                  <a:pt x="1477320" y="932431"/>
                </a:moveTo>
                <a:cubicBezTo>
                  <a:pt x="1494089" y="932431"/>
                  <a:pt x="1507683" y="946025"/>
                  <a:pt x="1507683" y="962795"/>
                </a:cubicBezTo>
                <a:cubicBezTo>
                  <a:pt x="1507683" y="979564"/>
                  <a:pt x="1494089" y="993158"/>
                  <a:pt x="1477320" y="993158"/>
                </a:cubicBezTo>
                <a:cubicBezTo>
                  <a:pt x="1460550" y="993158"/>
                  <a:pt x="1446956" y="979564"/>
                  <a:pt x="1446956" y="962795"/>
                </a:cubicBezTo>
                <a:cubicBezTo>
                  <a:pt x="1446956" y="946025"/>
                  <a:pt x="1460550" y="932431"/>
                  <a:pt x="1477320" y="932431"/>
                </a:cubicBezTo>
                <a:close/>
                <a:moveTo>
                  <a:pt x="1404765" y="932431"/>
                </a:moveTo>
                <a:cubicBezTo>
                  <a:pt x="1421535" y="932431"/>
                  <a:pt x="1435129" y="946025"/>
                  <a:pt x="1435129" y="962795"/>
                </a:cubicBezTo>
                <a:cubicBezTo>
                  <a:pt x="1435129" y="979564"/>
                  <a:pt x="1421535" y="993158"/>
                  <a:pt x="1404765" y="993158"/>
                </a:cubicBezTo>
                <a:cubicBezTo>
                  <a:pt x="1387996" y="993158"/>
                  <a:pt x="1374402" y="979564"/>
                  <a:pt x="1374402" y="962795"/>
                </a:cubicBezTo>
                <a:cubicBezTo>
                  <a:pt x="1374402" y="946025"/>
                  <a:pt x="1387996" y="932431"/>
                  <a:pt x="1404765" y="932431"/>
                </a:cubicBezTo>
                <a:close/>
                <a:moveTo>
                  <a:pt x="1332211" y="932431"/>
                </a:moveTo>
                <a:cubicBezTo>
                  <a:pt x="1348980" y="932431"/>
                  <a:pt x="1362574" y="946025"/>
                  <a:pt x="1362574" y="962795"/>
                </a:cubicBezTo>
                <a:cubicBezTo>
                  <a:pt x="1362574" y="979564"/>
                  <a:pt x="1348980" y="993158"/>
                  <a:pt x="1332211" y="993158"/>
                </a:cubicBezTo>
                <a:cubicBezTo>
                  <a:pt x="1315441" y="993158"/>
                  <a:pt x="1301847" y="979564"/>
                  <a:pt x="1301847" y="962795"/>
                </a:cubicBezTo>
                <a:cubicBezTo>
                  <a:pt x="1301847" y="946025"/>
                  <a:pt x="1315441" y="932431"/>
                  <a:pt x="1332211" y="932431"/>
                </a:cubicBezTo>
                <a:close/>
                <a:moveTo>
                  <a:pt x="1259656" y="932431"/>
                </a:moveTo>
                <a:cubicBezTo>
                  <a:pt x="1276426" y="932431"/>
                  <a:pt x="1290020" y="946025"/>
                  <a:pt x="1290020" y="962795"/>
                </a:cubicBezTo>
                <a:cubicBezTo>
                  <a:pt x="1290020" y="979564"/>
                  <a:pt x="1276426" y="993158"/>
                  <a:pt x="1259656" y="993158"/>
                </a:cubicBezTo>
                <a:cubicBezTo>
                  <a:pt x="1242887" y="993158"/>
                  <a:pt x="1229293" y="979564"/>
                  <a:pt x="1229293" y="962795"/>
                </a:cubicBezTo>
                <a:cubicBezTo>
                  <a:pt x="1229293" y="946025"/>
                  <a:pt x="1242887" y="932431"/>
                  <a:pt x="1259656" y="932431"/>
                </a:cubicBezTo>
                <a:close/>
                <a:moveTo>
                  <a:pt x="1187102" y="932431"/>
                </a:moveTo>
                <a:cubicBezTo>
                  <a:pt x="1203871" y="932431"/>
                  <a:pt x="1217465" y="946025"/>
                  <a:pt x="1217465" y="962795"/>
                </a:cubicBezTo>
                <a:cubicBezTo>
                  <a:pt x="1217465" y="979564"/>
                  <a:pt x="1203871" y="993158"/>
                  <a:pt x="1187102" y="993158"/>
                </a:cubicBezTo>
                <a:cubicBezTo>
                  <a:pt x="1170332" y="993158"/>
                  <a:pt x="1156738" y="979564"/>
                  <a:pt x="1156738" y="962795"/>
                </a:cubicBezTo>
                <a:cubicBezTo>
                  <a:pt x="1156738" y="946025"/>
                  <a:pt x="1170332" y="932431"/>
                  <a:pt x="1187102" y="932431"/>
                </a:cubicBezTo>
                <a:close/>
                <a:moveTo>
                  <a:pt x="1114547" y="932431"/>
                </a:moveTo>
                <a:cubicBezTo>
                  <a:pt x="1131317" y="932431"/>
                  <a:pt x="1144911" y="946025"/>
                  <a:pt x="1144911" y="962795"/>
                </a:cubicBezTo>
                <a:cubicBezTo>
                  <a:pt x="1144911" y="979564"/>
                  <a:pt x="1131317" y="993158"/>
                  <a:pt x="1114547" y="993158"/>
                </a:cubicBezTo>
                <a:cubicBezTo>
                  <a:pt x="1097778" y="993158"/>
                  <a:pt x="1084184" y="979564"/>
                  <a:pt x="1084184" y="962795"/>
                </a:cubicBezTo>
                <a:cubicBezTo>
                  <a:pt x="1084184" y="946025"/>
                  <a:pt x="1097778" y="932431"/>
                  <a:pt x="1114547" y="932431"/>
                </a:cubicBezTo>
                <a:close/>
                <a:moveTo>
                  <a:pt x="1041993" y="932431"/>
                </a:moveTo>
                <a:cubicBezTo>
                  <a:pt x="1058762" y="932431"/>
                  <a:pt x="1072356" y="946025"/>
                  <a:pt x="1072356" y="962795"/>
                </a:cubicBezTo>
                <a:cubicBezTo>
                  <a:pt x="1072356" y="979564"/>
                  <a:pt x="1058762" y="993158"/>
                  <a:pt x="1041993" y="993158"/>
                </a:cubicBezTo>
                <a:cubicBezTo>
                  <a:pt x="1025223" y="993158"/>
                  <a:pt x="1011629" y="979564"/>
                  <a:pt x="1011629" y="962795"/>
                </a:cubicBezTo>
                <a:cubicBezTo>
                  <a:pt x="1011629" y="946025"/>
                  <a:pt x="1025223" y="932431"/>
                  <a:pt x="1041993" y="932431"/>
                </a:cubicBezTo>
                <a:close/>
                <a:moveTo>
                  <a:pt x="969438" y="932431"/>
                </a:moveTo>
                <a:cubicBezTo>
                  <a:pt x="986208" y="932431"/>
                  <a:pt x="999801" y="946025"/>
                  <a:pt x="999801" y="962795"/>
                </a:cubicBezTo>
                <a:cubicBezTo>
                  <a:pt x="999801" y="979564"/>
                  <a:pt x="986208" y="993158"/>
                  <a:pt x="969438" y="993158"/>
                </a:cubicBezTo>
                <a:cubicBezTo>
                  <a:pt x="952669" y="993158"/>
                  <a:pt x="939075" y="979564"/>
                  <a:pt x="939075" y="962795"/>
                </a:cubicBezTo>
                <a:cubicBezTo>
                  <a:pt x="939075" y="946025"/>
                  <a:pt x="952669" y="932431"/>
                  <a:pt x="969438" y="932431"/>
                </a:cubicBezTo>
                <a:close/>
                <a:moveTo>
                  <a:pt x="896883" y="932431"/>
                </a:moveTo>
                <a:cubicBezTo>
                  <a:pt x="913653" y="932431"/>
                  <a:pt x="927247" y="946025"/>
                  <a:pt x="927247" y="962795"/>
                </a:cubicBezTo>
                <a:cubicBezTo>
                  <a:pt x="927247" y="979564"/>
                  <a:pt x="913653" y="993158"/>
                  <a:pt x="896883" y="993158"/>
                </a:cubicBezTo>
                <a:cubicBezTo>
                  <a:pt x="880114" y="993158"/>
                  <a:pt x="866520" y="979564"/>
                  <a:pt x="866520" y="962795"/>
                </a:cubicBezTo>
                <a:cubicBezTo>
                  <a:pt x="866520" y="946025"/>
                  <a:pt x="880114" y="932431"/>
                  <a:pt x="896883" y="932431"/>
                </a:cubicBezTo>
                <a:close/>
                <a:moveTo>
                  <a:pt x="824329" y="932431"/>
                </a:moveTo>
                <a:cubicBezTo>
                  <a:pt x="841098" y="932431"/>
                  <a:pt x="854692" y="946025"/>
                  <a:pt x="854692" y="962795"/>
                </a:cubicBezTo>
                <a:cubicBezTo>
                  <a:pt x="854692" y="979564"/>
                  <a:pt x="841098" y="993158"/>
                  <a:pt x="824329" y="993158"/>
                </a:cubicBezTo>
                <a:cubicBezTo>
                  <a:pt x="807559" y="993158"/>
                  <a:pt x="793965" y="979564"/>
                  <a:pt x="793965" y="962795"/>
                </a:cubicBezTo>
                <a:cubicBezTo>
                  <a:pt x="793965" y="946025"/>
                  <a:pt x="807559" y="932431"/>
                  <a:pt x="824329" y="932431"/>
                </a:cubicBezTo>
                <a:close/>
                <a:moveTo>
                  <a:pt x="751774" y="932431"/>
                </a:moveTo>
                <a:cubicBezTo>
                  <a:pt x="768544" y="932431"/>
                  <a:pt x="782138" y="946025"/>
                  <a:pt x="782138" y="962795"/>
                </a:cubicBezTo>
                <a:cubicBezTo>
                  <a:pt x="782138" y="979564"/>
                  <a:pt x="768544" y="993158"/>
                  <a:pt x="751774" y="993158"/>
                </a:cubicBezTo>
                <a:cubicBezTo>
                  <a:pt x="735005" y="993158"/>
                  <a:pt x="721411" y="979564"/>
                  <a:pt x="721411" y="962795"/>
                </a:cubicBezTo>
                <a:cubicBezTo>
                  <a:pt x="721411" y="946025"/>
                  <a:pt x="735005" y="932431"/>
                  <a:pt x="751774" y="932431"/>
                </a:cubicBezTo>
                <a:close/>
                <a:moveTo>
                  <a:pt x="679220" y="932431"/>
                </a:moveTo>
                <a:cubicBezTo>
                  <a:pt x="695989" y="932431"/>
                  <a:pt x="709583" y="946025"/>
                  <a:pt x="709583" y="962795"/>
                </a:cubicBezTo>
                <a:cubicBezTo>
                  <a:pt x="709583" y="979564"/>
                  <a:pt x="695989" y="993158"/>
                  <a:pt x="679220" y="993158"/>
                </a:cubicBezTo>
                <a:cubicBezTo>
                  <a:pt x="662450" y="993158"/>
                  <a:pt x="648856" y="979564"/>
                  <a:pt x="648856" y="962795"/>
                </a:cubicBezTo>
                <a:cubicBezTo>
                  <a:pt x="648856" y="946025"/>
                  <a:pt x="662450" y="932431"/>
                  <a:pt x="679220" y="932431"/>
                </a:cubicBezTo>
                <a:close/>
                <a:moveTo>
                  <a:pt x="606665" y="932431"/>
                </a:moveTo>
                <a:cubicBezTo>
                  <a:pt x="623435" y="932431"/>
                  <a:pt x="637029" y="946025"/>
                  <a:pt x="637029" y="962795"/>
                </a:cubicBezTo>
                <a:cubicBezTo>
                  <a:pt x="637029" y="979564"/>
                  <a:pt x="623435" y="993158"/>
                  <a:pt x="606665" y="993158"/>
                </a:cubicBezTo>
                <a:cubicBezTo>
                  <a:pt x="589896" y="993158"/>
                  <a:pt x="576302" y="979564"/>
                  <a:pt x="576302" y="962795"/>
                </a:cubicBezTo>
                <a:cubicBezTo>
                  <a:pt x="576302" y="946025"/>
                  <a:pt x="589896" y="932431"/>
                  <a:pt x="606665" y="932431"/>
                </a:cubicBezTo>
                <a:close/>
                <a:moveTo>
                  <a:pt x="534111" y="932431"/>
                </a:moveTo>
                <a:cubicBezTo>
                  <a:pt x="550880" y="932431"/>
                  <a:pt x="564474" y="946025"/>
                  <a:pt x="564474" y="962795"/>
                </a:cubicBezTo>
                <a:cubicBezTo>
                  <a:pt x="564474" y="979564"/>
                  <a:pt x="550880" y="993158"/>
                  <a:pt x="534111" y="993158"/>
                </a:cubicBezTo>
                <a:cubicBezTo>
                  <a:pt x="517341" y="993158"/>
                  <a:pt x="503747" y="979564"/>
                  <a:pt x="503747" y="962795"/>
                </a:cubicBezTo>
                <a:cubicBezTo>
                  <a:pt x="503747" y="946025"/>
                  <a:pt x="517341" y="932431"/>
                  <a:pt x="534111" y="932431"/>
                </a:cubicBezTo>
                <a:close/>
                <a:moveTo>
                  <a:pt x="461556" y="932431"/>
                </a:moveTo>
                <a:cubicBezTo>
                  <a:pt x="478326" y="932431"/>
                  <a:pt x="491920" y="946025"/>
                  <a:pt x="491920" y="962795"/>
                </a:cubicBezTo>
                <a:cubicBezTo>
                  <a:pt x="491920" y="979564"/>
                  <a:pt x="478326" y="993158"/>
                  <a:pt x="461556" y="993158"/>
                </a:cubicBezTo>
                <a:cubicBezTo>
                  <a:pt x="444787" y="993158"/>
                  <a:pt x="431192" y="979564"/>
                  <a:pt x="431192" y="962795"/>
                </a:cubicBezTo>
                <a:cubicBezTo>
                  <a:pt x="431192" y="946025"/>
                  <a:pt x="444787" y="932431"/>
                  <a:pt x="461556" y="932431"/>
                </a:cubicBezTo>
                <a:close/>
                <a:moveTo>
                  <a:pt x="389002" y="932431"/>
                </a:moveTo>
                <a:cubicBezTo>
                  <a:pt x="405771" y="932431"/>
                  <a:pt x="419365" y="946025"/>
                  <a:pt x="419365" y="962795"/>
                </a:cubicBezTo>
                <a:cubicBezTo>
                  <a:pt x="419365" y="979564"/>
                  <a:pt x="405771" y="993158"/>
                  <a:pt x="389002" y="993158"/>
                </a:cubicBezTo>
                <a:cubicBezTo>
                  <a:pt x="372232" y="993158"/>
                  <a:pt x="358638" y="979564"/>
                  <a:pt x="358638" y="962795"/>
                </a:cubicBezTo>
                <a:cubicBezTo>
                  <a:pt x="358638" y="946025"/>
                  <a:pt x="372232" y="932431"/>
                  <a:pt x="389002" y="932431"/>
                </a:cubicBezTo>
                <a:close/>
                <a:moveTo>
                  <a:pt x="316447" y="932431"/>
                </a:moveTo>
                <a:cubicBezTo>
                  <a:pt x="333216" y="932431"/>
                  <a:pt x="346810" y="946025"/>
                  <a:pt x="346810" y="962795"/>
                </a:cubicBezTo>
                <a:cubicBezTo>
                  <a:pt x="346810" y="979564"/>
                  <a:pt x="333216" y="993158"/>
                  <a:pt x="316447" y="993158"/>
                </a:cubicBezTo>
                <a:cubicBezTo>
                  <a:pt x="299677" y="993158"/>
                  <a:pt x="286084" y="979564"/>
                  <a:pt x="286084" y="962795"/>
                </a:cubicBezTo>
                <a:cubicBezTo>
                  <a:pt x="286084" y="946025"/>
                  <a:pt x="299677" y="932431"/>
                  <a:pt x="316447" y="932431"/>
                </a:cubicBezTo>
                <a:close/>
                <a:moveTo>
                  <a:pt x="243892" y="932431"/>
                </a:moveTo>
                <a:cubicBezTo>
                  <a:pt x="260662" y="932431"/>
                  <a:pt x="274256" y="946025"/>
                  <a:pt x="274256" y="962795"/>
                </a:cubicBezTo>
                <a:cubicBezTo>
                  <a:pt x="274256" y="979564"/>
                  <a:pt x="260662" y="993158"/>
                  <a:pt x="243892" y="993158"/>
                </a:cubicBezTo>
                <a:cubicBezTo>
                  <a:pt x="227123" y="993158"/>
                  <a:pt x="213529" y="979564"/>
                  <a:pt x="213529" y="962795"/>
                </a:cubicBezTo>
                <a:cubicBezTo>
                  <a:pt x="213529" y="946025"/>
                  <a:pt x="227123" y="932431"/>
                  <a:pt x="243892" y="932431"/>
                </a:cubicBezTo>
                <a:close/>
                <a:moveTo>
                  <a:pt x="171339" y="932431"/>
                </a:moveTo>
                <a:cubicBezTo>
                  <a:pt x="188107" y="932431"/>
                  <a:pt x="201701" y="946025"/>
                  <a:pt x="201701" y="962795"/>
                </a:cubicBezTo>
                <a:cubicBezTo>
                  <a:pt x="201701" y="979564"/>
                  <a:pt x="188107" y="993158"/>
                  <a:pt x="171339" y="993158"/>
                </a:cubicBezTo>
                <a:cubicBezTo>
                  <a:pt x="154645" y="993158"/>
                  <a:pt x="141051" y="979564"/>
                  <a:pt x="141051" y="962795"/>
                </a:cubicBezTo>
                <a:cubicBezTo>
                  <a:pt x="141051" y="946025"/>
                  <a:pt x="154645" y="932431"/>
                  <a:pt x="171339" y="932431"/>
                </a:cubicBezTo>
                <a:close/>
                <a:moveTo>
                  <a:pt x="98870" y="932431"/>
                </a:moveTo>
                <a:cubicBezTo>
                  <a:pt x="115634" y="932431"/>
                  <a:pt x="129228" y="946025"/>
                  <a:pt x="129228" y="962795"/>
                </a:cubicBezTo>
                <a:cubicBezTo>
                  <a:pt x="129228" y="979564"/>
                  <a:pt x="115634" y="993158"/>
                  <a:pt x="98870" y="993158"/>
                </a:cubicBezTo>
                <a:cubicBezTo>
                  <a:pt x="82099" y="993158"/>
                  <a:pt x="68505" y="979564"/>
                  <a:pt x="68505" y="962795"/>
                </a:cubicBezTo>
                <a:cubicBezTo>
                  <a:pt x="68505" y="946025"/>
                  <a:pt x="82099" y="932431"/>
                  <a:pt x="98870" y="932431"/>
                </a:cubicBezTo>
                <a:close/>
                <a:moveTo>
                  <a:pt x="26316" y="932431"/>
                </a:moveTo>
                <a:cubicBezTo>
                  <a:pt x="43081" y="932431"/>
                  <a:pt x="56676" y="946025"/>
                  <a:pt x="56676" y="962795"/>
                </a:cubicBezTo>
                <a:cubicBezTo>
                  <a:pt x="56676" y="979564"/>
                  <a:pt x="43081" y="993158"/>
                  <a:pt x="26316" y="993158"/>
                </a:cubicBezTo>
                <a:cubicBezTo>
                  <a:pt x="17931" y="993158"/>
                  <a:pt x="10340" y="989760"/>
                  <a:pt x="4845" y="984265"/>
                </a:cubicBezTo>
                <a:lnTo>
                  <a:pt x="0" y="972570"/>
                </a:lnTo>
                <a:lnTo>
                  <a:pt x="0" y="953020"/>
                </a:lnTo>
                <a:lnTo>
                  <a:pt x="4845" y="941324"/>
                </a:lnTo>
                <a:cubicBezTo>
                  <a:pt x="10340" y="935830"/>
                  <a:pt x="17931" y="932431"/>
                  <a:pt x="26316" y="932431"/>
                </a:cubicBezTo>
                <a:close/>
                <a:moveTo>
                  <a:pt x="1612513" y="853981"/>
                </a:moveTo>
                <a:lnTo>
                  <a:pt x="1607766" y="872445"/>
                </a:lnTo>
                <a:lnTo>
                  <a:pt x="1598477" y="897823"/>
                </a:lnTo>
                <a:lnTo>
                  <a:pt x="1592066" y="882343"/>
                </a:lnTo>
                <a:cubicBezTo>
                  <a:pt x="1592066" y="869766"/>
                  <a:pt x="1599712" y="858975"/>
                  <a:pt x="1610610" y="854366"/>
                </a:cubicBezTo>
                <a:close/>
                <a:moveTo>
                  <a:pt x="1549874" y="851979"/>
                </a:moveTo>
                <a:cubicBezTo>
                  <a:pt x="1566644" y="851979"/>
                  <a:pt x="1580238" y="865573"/>
                  <a:pt x="1580238" y="882343"/>
                </a:cubicBezTo>
                <a:cubicBezTo>
                  <a:pt x="1580238" y="899112"/>
                  <a:pt x="1566644" y="912706"/>
                  <a:pt x="1549874" y="912706"/>
                </a:cubicBezTo>
                <a:cubicBezTo>
                  <a:pt x="1533105" y="912706"/>
                  <a:pt x="1519511" y="899112"/>
                  <a:pt x="1519511" y="882343"/>
                </a:cubicBezTo>
                <a:cubicBezTo>
                  <a:pt x="1519511" y="865573"/>
                  <a:pt x="1533105" y="851979"/>
                  <a:pt x="1549874" y="851979"/>
                </a:cubicBezTo>
                <a:close/>
                <a:moveTo>
                  <a:pt x="1477320" y="851979"/>
                </a:moveTo>
                <a:cubicBezTo>
                  <a:pt x="1494089" y="851979"/>
                  <a:pt x="1507683" y="865573"/>
                  <a:pt x="1507683" y="882343"/>
                </a:cubicBezTo>
                <a:cubicBezTo>
                  <a:pt x="1507683" y="899112"/>
                  <a:pt x="1494089" y="912706"/>
                  <a:pt x="1477320" y="912706"/>
                </a:cubicBezTo>
                <a:cubicBezTo>
                  <a:pt x="1460550" y="912706"/>
                  <a:pt x="1446956" y="899112"/>
                  <a:pt x="1446956" y="882343"/>
                </a:cubicBezTo>
                <a:cubicBezTo>
                  <a:pt x="1446956" y="865573"/>
                  <a:pt x="1460550" y="851979"/>
                  <a:pt x="1477320" y="851979"/>
                </a:cubicBezTo>
                <a:close/>
                <a:moveTo>
                  <a:pt x="1404765" y="851979"/>
                </a:moveTo>
                <a:cubicBezTo>
                  <a:pt x="1421535" y="851979"/>
                  <a:pt x="1435129" y="865573"/>
                  <a:pt x="1435129" y="882343"/>
                </a:cubicBezTo>
                <a:cubicBezTo>
                  <a:pt x="1435129" y="899112"/>
                  <a:pt x="1421535" y="912706"/>
                  <a:pt x="1404765" y="912706"/>
                </a:cubicBezTo>
                <a:cubicBezTo>
                  <a:pt x="1387996" y="912706"/>
                  <a:pt x="1374402" y="899112"/>
                  <a:pt x="1374402" y="882343"/>
                </a:cubicBezTo>
                <a:cubicBezTo>
                  <a:pt x="1374402" y="865573"/>
                  <a:pt x="1387996" y="851979"/>
                  <a:pt x="1404765" y="851979"/>
                </a:cubicBezTo>
                <a:close/>
                <a:moveTo>
                  <a:pt x="1332211" y="851979"/>
                </a:moveTo>
                <a:cubicBezTo>
                  <a:pt x="1348980" y="851979"/>
                  <a:pt x="1362574" y="865573"/>
                  <a:pt x="1362574" y="882343"/>
                </a:cubicBezTo>
                <a:cubicBezTo>
                  <a:pt x="1362574" y="899112"/>
                  <a:pt x="1348980" y="912706"/>
                  <a:pt x="1332211" y="912706"/>
                </a:cubicBezTo>
                <a:cubicBezTo>
                  <a:pt x="1315441" y="912706"/>
                  <a:pt x="1301847" y="899112"/>
                  <a:pt x="1301847" y="882343"/>
                </a:cubicBezTo>
                <a:cubicBezTo>
                  <a:pt x="1301847" y="865573"/>
                  <a:pt x="1315441" y="851979"/>
                  <a:pt x="1332211" y="851979"/>
                </a:cubicBezTo>
                <a:close/>
                <a:moveTo>
                  <a:pt x="1259656" y="851979"/>
                </a:moveTo>
                <a:cubicBezTo>
                  <a:pt x="1276426" y="851979"/>
                  <a:pt x="1290020" y="865573"/>
                  <a:pt x="1290020" y="882343"/>
                </a:cubicBezTo>
                <a:cubicBezTo>
                  <a:pt x="1290020" y="899112"/>
                  <a:pt x="1276426" y="912706"/>
                  <a:pt x="1259656" y="912706"/>
                </a:cubicBezTo>
                <a:cubicBezTo>
                  <a:pt x="1242887" y="912706"/>
                  <a:pt x="1229293" y="899112"/>
                  <a:pt x="1229293" y="882343"/>
                </a:cubicBezTo>
                <a:cubicBezTo>
                  <a:pt x="1229293" y="865573"/>
                  <a:pt x="1242887" y="851979"/>
                  <a:pt x="1259656" y="851979"/>
                </a:cubicBezTo>
                <a:close/>
                <a:moveTo>
                  <a:pt x="1187102" y="851979"/>
                </a:moveTo>
                <a:cubicBezTo>
                  <a:pt x="1203871" y="851979"/>
                  <a:pt x="1217465" y="865573"/>
                  <a:pt x="1217465" y="882343"/>
                </a:cubicBezTo>
                <a:cubicBezTo>
                  <a:pt x="1217465" y="899112"/>
                  <a:pt x="1203871" y="912706"/>
                  <a:pt x="1187102" y="912706"/>
                </a:cubicBezTo>
                <a:cubicBezTo>
                  <a:pt x="1170332" y="912706"/>
                  <a:pt x="1156738" y="899112"/>
                  <a:pt x="1156738" y="882343"/>
                </a:cubicBezTo>
                <a:cubicBezTo>
                  <a:pt x="1156738" y="865573"/>
                  <a:pt x="1170332" y="851979"/>
                  <a:pt x="1187102" y="851979"/>
                </a:cubicBezTo>
                <a:close/>
                <a:moveTo>
                  <a:pt x="1114547" y="851979"/>
                </a:moveTo>
                <a:cubicBezTo>
                  <a:pt x="1131317" y="851979"/>
                  <a:pt x="1144911" y="865573"/>
                  <a:pt x="1144911" y="882343"/>
                </a:cubicBezTo>
                <a:cubicBezTo>
                  <a:pt x="1144911" y="899112"/>
                  <a:pt x="1131317" y="912706"/>
                  <a:pt x="1114547" y="912706"/>
                </a:cubicBezTo>
                <a:cubicBezTo>
                  <a:pt x="1097778" y="912706"/>
                  <a:pt x="1084184" y="899112"/>
                  <a:pt x="1084184" y="882343"/>
                </a:cubicBezTo>
                <a:cubicBezTo>
                  <a:pt x="1084184" y="865573"/>
                  <a:pt x="1097778" y="851979"/>
                  <a:pt x="1114547" y="851979"/>
                </a:cubicBezTo>
                <a:close/>
                <a:moveTo>
                  <a:pt x="1041993" y="851979"/>
                </a:moveTo>
                <a:cubicBezTo>
                  <a:pt x="1058762" y="851979"/>
                  <a:pt x="1072356" y="865573"/>
                  <a:pt x="1072356" y="882343"/>
                </a:cubicBezTo>
                <a:cubicBezTo>
                  <a:pt x="1072356" y="899112"/>
                  <a:pt x="1058762" y="912706"/>
                  <a:pt x="1041993" y="912706"/>
                </a:cubicBezTo>
                <a:cubicBezTo>
                  <a:pt x="1025223" y="912706"/>
                  <a:pt x="1011629" y="899112"/>
                  <a:pt x="1011629" y="882343"/>
                </a:cubicBezTo>
                <a:cubicBezTo>
                  <a:pt x="1011629" y="865573"/>
                  <a:pt x="1025223" y="851979"/>
                  <a:pt x="1041993" y="851979"/>
                </a:cubicBezTo>
                <a:close/>
                <a:moveTo>
                  <a:pt x="969438" y="851979"/>
                </a:moveTo>
                <a:cubicBezTo>
                  <a:pt x="986208" y="851979"/>
                  <a:pt x="999801" y="865573"/>
                  <a:pt x="999801" y="882343"/>
                </a:cubicBezTo>
                <a:cubicBezTo>
                  <a:pt x="999801" y="899112"/>
                  <a:pt x="986208" y="912706"/>
                  <a:pt x="969438" y="912706"/>
                </a:cubicBezTo>
                <a:cubicBezTo>
                  <a:pt x="952669" y="912706"/>
                  <a:pt x="939075" y="899112"/>
                  <a:pt x="939075" y="882343"/>
                </a:cubicBezTo>
                <a:cubicBezTo>
                  <a:pt x="939075" y="865573"/>
                  <a:pt x="952669" y="851979"/>
                  <a:pt x="969438" y="851979"/>
                </a:cubicBezTo>
                <a:close/>
                <a:moveTo>
                  <a:pt x="896883" y="851979"/>
                </a:moveTo>
                <a:cubicBezTo>
                  <a:pt x="913653" y="851979"/>
                  <a:pt x="927247" y="865573"/>
                  <a:pt x="927247" y="882343"/>
                </a:cubicBezTo>
                <a:cubicBezTo>
                  <a:pt x="927247" y="899112"/>
                  <a:pt x="913653" y="912706"/>
                  <a:pt x="896883" y="912706"/>
                </a:cubicBezTo>
                <a:cubicBezTo>
                  <a:pt x="880114" y="912706"/>
                  <a:pt x="866520" y="899112"/>
                  <a:pt x="866520" y="882343"/>
                </a:cubicBezTo>
                <a:cubicBezTo>
                  <a:pt x="866520" y="865573"/>
                  <a:pt x="880114" y="851979"/>
                  <a:pt x="896883" y="851979"/>
                </a:cubicBezTo>
                <a:close/>
                <a:moveTo>
                  <a:pt x="824329" y="851979"/>
                </a:moveTo>
                <a:cubicBezTo>
                  <a:pt x="841098" y="851979"/>
                  <a:pt x="854692" y="865573"/>
                  <a:pt x="854692" y="882343"/>
                </a:cubicBezTo>
                <a:cubicBezTo>
                  <a:pt x="854692" y="899112"/>
                  <a:pt x="841098" y="912706"/>
                  <a:pt x="824329" y="912706"/>
                </a:cubicBezTo>
                <a:cubicBezTo>
                  <a:pt x="807559" y="912706"/>
                  <a:pt x="793965" y="899112"/>
                  <a:pt x="793965" y="882343"/>
                </a:cubicBezTo>
                <a:cubicBezTo>
                  <a:pt x="793965" y="865573"/>
                  <a:pt x="807559" y="851979"/>
                  <a:pt x="824329" y="851979"/>
                </a:cubicBezTo>
                <a:close/>
                <a:moveTo>
                  <a:pt x="751774" y="851979"/>
                </a:moveTo>
                <a:cubicBezTo>
                  <a:pt x="768544" y="851979"/>
                  <a:pt x="782138" y="865573"/>
                  <a:pt x="782138" y="882343"/>
                </a:cubicBezTo>
                <a:cubicBezTo>
                  <a:pt x="782138" y="899112"/>
                  <a:pt x="768544" y="912706"/>
                  <a:pt x="751774" y="912706"/>
                </a:cubicBezTo>
                <a:cubicBezTo>
                  <a:pt x="735005" y="912706"/>
                  <a:pt x="721411" y="899112"/>
                  <a:pt x="721411" y="882343"/>
                </a:cubicBezTo>
                <a:cubicBezTo>
                  <a:pt x="721411" y="865573"/>
                  <a:pt x="735005" y="851979"/>
                  <a:pt x="751774" y="851979"/>
                </a:cubicBezTo>
                <a:close/>
                <a:moveTo>
                  <a:pt x="679220" y="851979"/>
                </a:moveTo>
                <a:cubicBezTo>
                  <a:pt x="695989" y="851979"/>
                  <a:pt x="709583" y="865573"/>
                  <a:pt x="709583" y="882343"/>
                </a:cubicBezTo>
                <a:cubicBezTo>
                  <a:pt x="709583" y="899112"/>
                  <a:pt x="695989" y="912706"/>
                  <a:pt x="679220" y="912706"/>
                </a:cubicBezTo>
                <a:cubicBezTo>
                  <a:pt x="662450" y="912706"/>
                  <a:pt x="648856" y="899112"/>
                  <a:pt x="648856" y="882343"/>
                </a:cubicBezTo>
                <a:cubicBezTo>
                  <a:pt x="648856" y="865573"/>
                  <a:pt x="662450" y="851979"/>
                  <a:pt x="679220" y="851979"/>
                </a:cubicBezTo>
                <a:close/>
                <a:moveTo>
                  <a:pt x="606665" y="851979"/>
                </a:moveTo>
                <a:cubicBezTo>
                  <a:pt x="623435" y="851979"/>
                  <a:pt x="637029" y="865573"/>
                  <a:pt x="637029" y="882343"/>
                </a:cubicBezTo>
                <a:cubicBezTo>
                  <a:pt x="637029" y="899112"/>
                  <a:pt x="623435" y="912706"/>
                  <a:pt x="606665" y="912706"/>
                </a:cubicBezTo>
                <a:cubicBezTo>
                  <a:pt x="589896" y="912706"/>
                  <a:pt x="576302" y="899112"/>
                  <a:pt x="576302" y="882343"/>
                </a:cubicBezTo>
                <a:cubicBezTo>
                  <a:pt x="576302" y="865573"/>
                  <a:pt x="589896" y="851979"/>
                  <a:pt x="606665" y="851979"/>
                </a:cubicBezTo>
                <a:close/>
                <a:moveTo>
                  <a:pt x="534111" y="851979"/>
                </a:moveTo>
                <a:cubicBezTo>
                  <a:pt x="550880" y="851979"/>
                  <a:pt x="564474" y="865573"/>
                  <a:pt x="564474" y="882343"/>
                </a:cubicBezTo>
                <a:cubicBezTo>
                  <a:pt x="564474" y="899112"/>
                  <a:pt x="550880" y="912706"/>
                  <a:pt x="534111" y="912706"/>
                </a:cubicBezTo>
                <a:cubicBezTo>
                  <a:pt x="517341" y="912706"/>
                  <a:pt x="503747" y="899112"/>
                  <a:pt x="503747" y="882343"/>
                </a:cubicBezTo>
                <a:cubicBezTo>
                  <a:pt x="503747" y="865573"/>
                  <a:pt x="517341" y="851979"/>
                  <a:pt x="534111" y="851979"/>
                </a:cubicBezTo>
                <a:close/>
                <a:moveTo>
                  <a:pt x="461556" y="851979"/>
                </a:moveTo>
                <a:cubicBezTo>
                  <a:pt x="478326" y="851979"/>
                  <a:pt x="491920" y="865573"/>
                  <a:pt x="491920" y="882343"/>
                </a:cubicBezTo>
                <a:cubicBezTo>
                  <a:pt x="491920" y="899112"/>
                  <a:pt x="478326" y="912706"/>
                  <a:pt x="461556" y="912706"/>
                </a:cubicBezTo>
                <a:cubicBezTo>
                  <a:pt x="444787" y="912706"/>
                  <a:pt x="431192" y="899112"/>
                  <a:pt x="431192" y="882343"/>
                </a:cubicBezTo>
                <a:cubicBezTo>
                  <a:pt x="431192" y="865573"/>
                  <a:pt x="444787" y="851979"/>
                  <a:pt x="461556" y="851979"/>
                </a:cubicBezTo>
                <a:close/>
                <a:moveTo>
                  <a:pt x="389002" y="851979"/>
                </a:moveTo>
                <a:cubicBezTo>
                  <a:pt x="405771" y="851979"/>
                  <a:pt x="419365" y="865573"/>
                  <a:pt x="419365" y="882343"/>
                </a:cubicBezTo>
                <a:cubicBezTo>
                  <a:pt x="419365" y="899112"/>
                  <a:pt x="405771" y="912706"/>
                  <a:pt x="389002" y="912706"/>
                </a:cubicBezTo>
                <a:cubicBezTo>
                  <a:pt x="372232" y="912706"/>
                  <a:pt x="358638" y="899112"/>
                  <a:pt x="358638" y="882343"/>
                </a:cubicBezTo>
                <a:cubicBezTo>
                  <a:pt x="358638" y="865573"/>
                  <a:pt x="372232" y="851979"/>
                  <a:pt x="389002" y="851979"/>
                </a:cubicBezTo>
                <a:close/>
                <a:moveTo>
                  <a:pt x="316447" y="851979"/>
                </a:moveTo>
                <a:cubicBezTo>
                  <a:pt x="333216" y="851979"/>
                  <a:pt x="346810" y="865573"/>
                  <a:pt x="346810" y="882343"/>
                </a:cubicBezTo>
                <a:cubicBezTo>
                  <a:pt x="346810" y="899112"/>
                  <a:pt x="333216" y="912706"/>
                  <a:pt x="316447" y="912706"/>
                </a:cubicBezTo>
                <a:cubicBezTo>
                  <a:pt x="299677" y="912706"/>
                  <a:pt x="286084" y="899112"/>
                  <a:pt x="286084" y="882343"/>
                </a:cubicBezTo>
                <a:cubicBezTo>
                  <a:pt x="286084" y="865573"/>
                  <a:pt x="299677" y="851979"/>
                  <a:pt x="316447" y="851979"/>
                </a:cubicBezTo>
                <a:close/>
                <a:moveTo>
                  <a:pt x="243892" y="851979"/>
                </a:moveTo>
                <a:cubicBezTo>
                  <a:pt x="260662" y="851979"/>
                  <a:pt x="274256" y="865573"/>
                  <a:pt x="274256" y="882343"/>
                </a:cubicBezTo>
                <a:cubicBezTo>
                  <a:pt x="274256" y="899112"/>
                  <a:pt x="260662" y="912706"/>
                  <a:pt x="243892" y="912706"/>
                </a:cubicBezTo>
                <a:cubicBezTo>
                  <a:pt x="227123" y="912706"/>
                  <a:pt x="213529" y="899112"/>
                  <a:pt x="213529" y="882343"/>
                </a:cubicBezTo>
                <a:cubicBezTo>
                  <a:pt x="213529" y="865573"/>
                  <a:pt x="227123" y="851979"/>
                  <a:pt x="243892" y="851979"/>
                </a:cubicBezTo>
                <a:close/>
                <a:moveTo>
                  <a:pt x="171339" y="851979"/>
                </a:moveTo>
                <a:cubicBezTo>
                  <a:pt x="188107" y="851979"/>
                  <a:pt x="201701" y="865573"/>
                  <a:pt x="201701" y="882343"/>
                </a:cubicBezTo>
                <a:cubicBezTo>
                  <a:pt x="201701" y="899112"/>
                  <a:pt x="188107" y="912706"/>
                  <a:pt x="171339" y="912706"/>
                </a:cubicBezTo>
                <a:cubicBezTo>
                  <a:pt x="154651" y="912706"/>
                  <a:pt x="141056" y="899112"/>
                  <a:pt x="141056" y="882343"/>
                </a:cubicBezTo>
                <a:cubicBezTo>
                  <a:pt x="141056" y="865573"/>
                  <a:pt x="154651" y="851979"/>
                  <a:pt x="171339" y="851979"/>
                </a:cubicBezTo>
                <a:close/>
                <a:moveTo>
                  <a:pt x="98877" y="851979"/>
                </a:moveTo>
                <a:cubicBezTo>
                  <a:pt x="115640" y="851979"/>
                  <a:pt x="129234" y="865573"/>
                  <a:pt x="129234" y="882343"/>
                </a:cubicBezTo>
                <a:cubicBezTo>
                  <a:pt x="129234" y="899112"/>
                  <a:pt x="115640" y="912706"/>
                  <a:pt x="98877" y="912706"/>
                </a:cubicBezTo>
                <a:cubicBezTo>
                  <a:pt x="82106" y="912706"/>
                  <a:pt x="68511" y="899112"/>
                  <a:pt x="68511" y="882343"/>
                </a:cubicBezTo>
                <a:cubicBezTo>
                  <a:pt x="68511" y="865573"/>
                  <a:pt x="82106" y="851979"/>
                  <a:pt x="98877" y="851979"/>
                </a:cubicBezTo>
                <a:close/>
                <a:moveTo>
                  <a:pt x="26322" y="851979"/>
                </a:moveTo>
                <a:cubicBezTo>
                  <a:pt x="43087" y="851979"/>
                  <a:pt x="56682" y="865573"/>
                  <a:pt x="56682" y="882343"/>
                </a:cubicBezTo>
                <a:cubicBezTo>
                  <a:pt x="56682" y="899112"/>
                  <a:pt x="43087" y="912706"/>
                  <a:pt x="26322" y="912706"/>
                </a:cubicBezTo>
                <a:cubicBezTo>
                  <a:pt x="17937" y="912706"/>
                  <a:pt x="10346" y="909308"/>
                  <a:pt x="4851" y="903813"/>
                </a:cubicBezTo>
                <a:lnTo>
                  <a:pt x="0" y="892101"/>
                </a:lnTo>
                <a:lnTo>
                  <a:pt x="0" y="872585"/>
                </a:lnTo>
                <a:lnTo>
                  <a:pt x="4851" y="860872"/>
                </a:lnTo>
                <a:cubicBezTo>
                  <a:pt x="10346" y="855378"/>
                  <a:pt x="17937" y="851979"/>
                  <a:pt x="26322" y="851979"/>
                </a:cubicBezTo>
                <a:close/>
                <a:moveTo>
                  <a:pt x="1622429" y="771528"/>
                </a:moveTo>
                <a:lnTo>
                  <a:pt x="1633158" y="773694"/>
                </a:lnTo>
                <a:lnTo>
                  <a:pt x="1618313" y="831424"/>
                </a:lnTo>
                <a:lnTo>
                  <a:pt x="1610610" y="829868"/>
                </a:lnTo>
                <a:cubicBezTo>
                  <a:pt x="1599712" y="825259"/>
                  <a:pt x="1592066" y="814469"/>
                  <a:pt x="1592066" y="801891"/>
                </a:cubicBezTo>
                <a:cubicBezTo>
                  <a:pt x="1592066" y="785122"/>
                  <a:pt x="1605659" y="771528"/>
                  <a:pt x="1622429" y="771528"/>
                </a:cubicBezTo>
                <a:close/>
                <a:moveTo>
                  <a:pt x="1549874" y="771528"/>
                </a:moveTo>
                <a:cubicBezTo>
                  <a:pt x="1566644" y="771528"/>
                  <a:pt x="1580238" y="785122"/>
                  <a:pt x="1580238" y="801891"/>
                </a:cubicBezTo>
                <a:cubicBezTo>
                  <a:pt x="1580238" y="818661"/>
                  <a:pt x="1566644" y="832255"/>
                  <a:pt x="1549874" y="832255"/>
                </a:cubicBezTo>
                <a:cubicBezTo>
                  <a:pt x="1533105" y="832255"/>
                  <a:pt x="1519511" y="818661"/>
                  <a:pt x="1519511" y="801891"/>
                </a:cubicBezTo>
                <a:cubicBezTo>
                  <a:pt x="1519511" y="785122"/>
                  <a:pt x="1533105" y="771528"/>
                  <a:pt x="1549874" y="771528"/>
                </a:cubicBezTo>
                <a:close/>
                <a:moveTo>
                  <a:pt x="1477320" y="771528"/>
                </a:moveTo>
                <a:cubicBezTo>
                  <a:pt x="1494089" y="771528"/>
                  <a:pt x="1507683" y="785122"/>
                  <a:pt x="1507683" y="801891"/>
                </a:cubicBezTo>
                <a:cubicBezTo>
                  <a:pt x="1507683" y="818661"/>
                  <a:pt x="1494089" y="832255"/>
                  <a:pt x="1477320" y="832255"/>
                </a:cubicBezTo>
                <a:cubicBezTo>
                  <a:pt x="1460550" y="832255"/>
                  <a:pt x="1446956" y="818661"/>
                  <a:pt x="1446956" y="801891"/>
                </a:cubicBezTo>
                <a:cubicBezTo>
                  <a:pt x="1446956" y="785122"/>
                  <a:pt x="1460550" y="771528"/>
                  <a:pt x="1477320" y="771528"/>
                </a:cubicBezTo>
                <a:close/>
                <a:moveTo>
                  <a:pt x="1404765" y="771528"/>
                </a:moveTo>
                <a:cubicBezTo>
                  <a:pt x="1421535" y="771528"/>
                  <a:pt x="1435129" y="785122"/>
                  <a:pt x="1435129" y="801891"/>
                </a:cubicBezTo>
                <a:cubicBezTo>
                  <a:pt x="1435129" y="818661"/>
                  <a:pt x="1421535" y="832255"/>
                  <a:pt x="1404765" y="832255"/>
                </a:cubicBezTo>
                <a:cubicBezTo>
                  <a:pt x="1387996" y="832255"/>
                  <a:pt x="1374402" y="818661"/>
                  <a:pt x="1374402" y="801891"/>
                </a:cubicBezTo>
                <a:cubicBezTo>
                  <a:pt x="1374402" y="785122"/>
                  <a:pt x="1387996" y="771528"/>
                  <a:pt x="1404765" y="771528"/>
                </a:cubicBezTo>
                <a:close/>
                <a:moveTo>
                  <a:pt x="1332211" y="771528"/>
                </a:moveTo>
                <a:cubicBezTo>
                  <a:pt x="1348980" y="771528"/>
                  <a:pt x="1362574" y="785122"/>
                  <a:pt x="1362574" y="801891"/>
                </a:cubicBezTo>
                <a:cubicBezTo>
                  <a:pt x="1362574" y="818661"/>
                  <a:pt x="1348980" y="832255"/>
                  <a:pt x="1332211" y="832255"/>
                </a:cubicBezTo>
                <a:cubicBezTo>
                  <a:pt x="1315441" y="832255"/>
                  <a:pt x="1301847" y="818661"/>
                  <a:pt x="1301847" y="801891"/>
                </a:cubicBezTo>
                <a:cubicBezTo>
                  <a:pt x="1301847" y="785122"/>
                  <a:pt x="1315441" y="771528"/>
                  <a:pt x="1332211" y="771528"/>
                </a:cubicBezTo>
                <a:close/>
                <a:moveTo>
                  <a:pt x="1259656" y="771528"/>
                </a:moveTo>
                <a:cubicBezTo>
                  <a:pt x="1276426" y="771528"/>
                  <a:pt x="1290020" y="785122"/>
                  <a:pt x="1290020" y="801891"/>
                </a:cubicBezTo>
                <a:cubicBezTo>
                  <a:pt x="1290020" y="818661"/>
                  <a:pt x="1276426" y="832255"/>
                  <a:pt x="1259656" y="832255"/>
                </a:cubicBezTo>
                <a:cubicBezTo>
                  <a:pt x="1242887" y="832255"/>
                  <a:pt x="1229293" y="818661"/>
                  <a:pt x="1229293" y="801891"/>
                </a:cubicBezTo>
                <a:cubicBezTo>
                  <a:pt x="1229293" y="785122"/>
                  <a:pt x="1242887" y="771528"/>
                  <a:pt x="1259656" y="771528"/>
                </a:cubicBezTo>
                <a:close/>
                <a:moveTo>
                  <a:pt x="1187102" y="771528"/>
                </a:moveTo>
                <a:cubicBezTo>
                  <a:pt x="1203871" y="771528"/>
                  <a:pt x="1217465" y="785122"/>
                  <a:pt x="1217465" y="801891"/>
                </a:cubicBezTo>
                <a:cubicBezTo>
                  <a:pt x="1217465" y="818661"/>
                  <a:pt x="1203871" y="832255"/>
                  <a:pt x="1187102" y="832255"/>
                </a:cubicBezTo>
                <a:cubicBezTo>
                  <a:pt x="1170332" y="832255"/>
                  <a:pt x="1156738" y="818661"/>
                  <a:pt x="1156738" y="801891"/>
                </a:cubicBezTo>
                <a:cubicBezTo>
                  <a:pt x="1156738" y="785122"/>
                  <a:pt x="1170332" y="771528"/>
                  <a:pt x="1187102" y="771528"/>
                </a:cubicBezTo>
                <a:close/>
                <a:moveTo>
                  <a:pt x="1114547" y="771528"/>
                </a:moveTo>
                <a:cubicBezTo>
                  <a:pt x="1131317" y="771528"/>
                  <a:pt x="1144911" y="785122"/>
                  <a:pt x="1144911" y="801891"/>
                </a:cubicBezTo>
                <a:cubicBezTo>
                  <a:pt x="1144911" y="818661"/>
                  <a:pt x="1131317" y="832255"/>
                  <a:pt x="1114547" y="832255"/>
                </a:cubicBezTo>
                <a:cubicBezTo>
                  <a:pt x="1097778" y="832255"/>
                  <a:pt x="1084184" y="818661"/>
                  <a:pt x="1084184" y="801891"/>
                </a:cubicBezTo>
                <a:cubicBezTo>
                  <a:pt x="1084184" y="785122"/>
                  <a:pt x="1097778" y="771528"/>
                  <a:pt x="1114547" y="771528"/>
                </a:cubicBezTo>
                <a:close/>
                <a:moveTo>
                  <a:pt x="1041993" y="771528"/>
                </a:moveTo>
                <a:cubicBezTo>
                  <a:pt x="1058762" y="771528"/>
                  <a:pt x="1072356" y="785122"/>
                  <a:pt x="1072356" y="801891"/>
                </a:cubicBezTo>
                <a:cubicBezTo>
                  <a:pt x="1072356" y="818661"/>
                  <a:pt x="1058762" y="832255"/>
                  <a:pt x="1041993" y="832255"/>
                </a:cubicBezTo>
                <a:cubicBezTo>
                  <a:pt x="1025223" y="832255"/>
                  <a:pt x="1011629" y="818661"/>
                  <a:pt x="1011629" y="801891"/>
                </a:cubicBezTo>
                <a:cubicBezTo>
                  <a:pt x="1011629" y="785122"/>
                  <a:pt x="1025223" y="771528"/>
                  <a:pt x="1041993" y="771528"/>
                </a:cubicBezTo>
                <a:close/>
                <a:moveTo>
                  <a:pt x="969438" y="771528"/>
                </a:moveTo>
                <a:cubicBezTo>
                  <a:pt x="986208" y="771528"/>
                  <a:pt x="999801" y="785122"/>
                  <a:pt x="999801" y="801891"/>
                </a:cubicBezTo>
                <a:cubicBezTo>
                  <a:pt x="999801" y="818661"/>
                  <a:pt x="986208" y="832255"/>
                  <a:pt x="969438" y="832255"/>
                </a:cubicBezTo>
                <a:cubicBezTo>
                  <a:pt x="952669" y="832255"/>
                  <a:pt x="939075" y="818661"/>
                  <a:pt x="939075" y="801891"/>
                </a:cubicBezTo>
                <a:cubicBezTo>
                  <a:pt x="939075" y="785122"/>
                  <a:pt x="952669" y="771528"/>
                  <a:pt x="969438" y="771528"/>
                </a:cubicBezTo>
                <a:close/>
                <a:moveTo>
                  <a:pt x="896883" y="771528"/>
                </a:moveTo>
                <a:cubicBezTo>
                  <a:pt x="913653" y="771528"/>
                  <a:pt x="927247" y="785122"/>
                  <a:pt x="927247" y="801891"/>
                </a:cubicBezTo>
                <a:cubicBezTo>
                  <a:pt x="927247" y="818661"/>
                  <a:pt x="913653" y="832255"/>
                  <a:pt x="896883" y="832255"/>
                </a:cubicBezTo>
                <a:cubicBezTo>
                  <a:pt x="880114" y="832255"/>
                  <a:pt x="866520" y="818661"/>
                  <a:pt x="866520" y="801891"/>
                </a:cubicBezTo>
                <a:cubicBezTo>
                  <a:pt x="866520" y="785122"/>
                  <a:pt x="880114" y="771528"/>
                  <a:pt x="896883" y="771528"/>
                </a:cubicBezTo>
                <a:close/>
                <a:moveTo>
                  <a:pt x="824329" y="771528"/>
                </a:moveTo>
                <a:cubicBezTo>
                  <a:pt x="841098" y="771528"/>
                  <a:pt x="854692" y="785122"/>
                  <a:pt x="854692" y="801891"/>
                </a:cubicBezTo>
                <a:cubicBezTo>
                  <a:pt x="854692" y="818661"/>
                  <a:pt x="841098" y="832255"/>
                  <a:pt x="824329" y="832255"/>
                </a:cubicBezTo>
                <a:cubicBezTo>
                  <a:pt x="807559" y="832255"/>
                  <a:pt x="793965" y="818661"/>
                  <a:pt x="793965" y="801891"/>
                </a:cubicBezTo>
                <a:cubicBezTo>
                  <a:pt x="793965" y="785122"/>
                  <a:pt x="807559" y="771528"/>
                  <a:pt x="824329" y="771528"/>
                </a:cubicBezTo>
                <a:close/>
                <a:moveTo>
                  <a:pt x="751774" y="771528"/>
                </a:moveTo>
                <a:cubicBezTo>
                  <a:pt x="768544" y="771528"/>
                  <a:pt x="782138" y="785122"/>
                  <a:pt x="782138" y="801891"/>
                </a:cubicBezTo>
                <a:cubicBezTo>
                  <a:pt x="782138" y="818661"/>
                  <a:pt x="768544" y="832255"/>
                  <a:pt x="751774" y="832255"/>
                </a:cubicBezTo>
                <a:cubicBezTo>
                  <a:pt x="735005" y="832255"/>
                  <a:pt x="721411" y="818661"/>
                  <a:pt x="721411" y="801891"/>
                </a:cubicBezTo>
                <a:cubicBezTo>
                  <a:pt x="721411" y="785122"/>
                  <a:pt x="735005" y="771528"/>
                  <a:pt x="751774" y="771528"/>
                </a:cubicBezTo>
                <a:close/>
                <a:moveTo>
                  <a:pt x="679220" y="771528"/>
                </a:moveTo>
                <a:cubicBezTo>
                  <a:pt x="695989" y="771528"/>
                  <a:pt x="709583" y="785122"/>
                  <a:pt x="709583" y="801891"/>
                </a:cubicBezTo>
                <a:cubicBezTo>
                  <a:pt x="709583" y="818661"/>
                  <a:pt x="695989" y="832255"/>
                  <a:pt x="679220" y="832255"/>
                </a:cubicBezTo>
                <a:cubicBezTo>
                  <a:pt x="662450" y="832255"/>
                  <a:pt x="648856" y="818661"/>
                  <a:pt x="648856" y="801891"/>
                </a:cubicBezTo>
                <a:cubicBezTo>
                  <a:pt x="648856" y="785122"/>
                  <a:pt x="662450" y="771528"/>
                  <a:pt x="679220" y="771528"/>
                </a:cubicBezTo>
                <a:close/>
                <a:moveTo>
                  <a:pt x="606665" y="771528"/>
                </a:moveTo>
                <a:cubicBezTo>
                  <a:pt x="623435" y="771528"/>
                  <a:pt x="637029" y="785122"/>
                  <a:pt x="637029" y="801891"/>
                </a:cubicBezTo>
                <a:cubicBezTo>
                  <a:pt x="637029" y="818661"/>
                  <a:pt x="623435" y="832255"/>
                  <a:pt x="606665" y="832255"/>
                </a:cubicBezTo>
                <a:cubicBezTo>
                  <a:pt x="589896" y="832255"/>
                  <a:pt x="576302" y="818661"/>
                  <a:pt x="576302" y="801891"/>
                </a:cubicBezTo>
                <a:cubicBezTo>
                  <a:pt x="576302" y="785122"/>
                  <a:pt x="589896" y="771528"/>
                  <a:pt x="606665" y="771528"/>
                </a:cubicBezTo>
                <a:close/>
                <a:moveTo>
                  <a:pt x="534111" y="771528"/>
                </a:moveTo>
                <a:cubicBezTo>
                  <a:pt x="550880" y="771528"/>
                  <a:pt x="564474" y="785122"/>
                  <a:pt x="564474" y="801891"/>
                </a:cubicBezTo>
                <a:cubicBezTo>
                  <a:pt x="564474" y="818661"/>
                  <a:pt x="550880" y="832255"/>
                  <a:pt x="534111" y="832255"/>
                </a:cubicBezTo>
                <a:cubicBezTo>
                  <a:pt x="517341" y="832255"/>
                  <a:pt x="503747" y="818661"/>
                  <a:pt x="503747" y="801891"/>
                </a:cubicBezTo>
                <a:cubicBezTo>
                  <a:pt x="503747" y="785122"/>
                  <a:pt x="517341" y="771528"/>
                  <a:pt x="534111" y="771528"/>
                </a:cubicBezTo>
                <a:close/>
                <a:moveTo>
                  <a:pt x="461556" y="771528"/>
                </a:moveTo>
                <a:cubicBezTo>
                  <a:pt x="478326" y="771528"/>
                  <a:pt x="491920" y="785122"/>
                  <a:pt x="491920" y="801891"/>
                </a:cubicBezTo>
                <a:cubicBezTo>
                  <a:pt x="491920" y="818661"/>
                  <a:pt x="478326" y="832255"/>
                  <a:pt x="461556" y="832255"/>
                </a:cubicBezTo>
                <a:cubicBezTo>
                  <a:pt x="444787" y="832255"/>
                  <a:pt x="431192" y="818661"/>
                  <a:pt x="431192" y="801891"/>
                </a:cubicBezTo>
                <a:cubicBezTo>
                  <a:pt x="431192" y="785122"/>
                  <a:pt x="444787" y="771528"/>
                  <a:pt x="461556" y="771528"/>
                </a:cubicBezTo>
                <a:close/>
                <a:moveTo>
                  <a:pt x="389002" y="771528"/>
                </a:moveTo>
                <a:cubicBezTo>
                  <a:pt x="405771" y="771528"/>
                  <a:pt x="419365" y="785122"/>
                  <a:pt x="419365" y="801891"/>
                </a:cubicBezTo>
                <a:cubicBezTo>
                  <a:pt x="419365" y="818661"/>
                  <a:pt x="405771" y="832255"/>
                  <a:pt x="389002" y="832255"/>
                </a:cubicBezTo>
                <a:cubicBezTo>
                  <a:pt x="372232" y="832255"/>
                  <a:pt x="358638" y="818661"/>
                  <a:pt x="358638" y="801891"/>
                </a:cubicBezTo>
                <a:cubicBezTo>
                  <a:pt x="358638" y="785122"/>
                  <a:pt x="372232" y="771528"/>
                  <a:pt x="389002" y="771528"/>
                </a:cubicBezTo>
                <a:close/>
                <a:moveTo>
                  <a:pt x="316447" y="771528"/>
                </a:moveTo>
                <a:cubicBezTo>
                  <a:pt x="333216" y="771528"/>
                  <a:pt x="346810" y="785122"/>
                  <a:pt x="346810" y="801891"/>
                </a:cubicBezTo>
                <a:cubicBezTo>
                  <a:pt x="346810" y="818661"/>
                  <a:pt x="333216" y="832255"/>
                  <a:pt x="316447" y="832255"/>
                </a:cubicBezTo>
                <a:cubicBezTo>
                  <a:pt x="299677" y="832255"/>
                  <a:pt x="286084" y="818661"/>
                  <a:pt x="286084" y="801891"/>
                </a:cubicBezTo>
                <a:cubicBezTo>
                  <a:pt x="286084" y="785122"/>
                  <a:pt x="299677" y="771528"/>
                  <a:pt x="316447" y="771528"/>
                </a:cubicBezTo>
                <a:close/>
                <a:moveTo>
                  <a:pt x="243892" y="771528"/>
                </a:moveTo>
                <a:cubicBezTo>
                  <a:pt x="260662" y="771528"/>
                  <a:pt x="274256" y="785122"/>
                  <a:pt x="274256" y="801891"/>
                </a:cubicBezTo>
                <a:cubicBezTo>
                  <a:pt x="274256" y="818661"/>
                  <a:pt x="260662" y="832255"/>
                  <a:pt x="243892" y="832255"/>
                </a:cubicBezTo>
                <a:cubicBezTo>
                  <a:pt x="227123" y="832255"/>
                  <a:pt x="213529" y="818661"/>
                  <a:pt x="213529" y="801891"/>
                </a:cubicBezTo>
                <a:cubicBezTo>
                  <a:pt x="213529" y="785122"/>
                  <a:pt x="227123" y="771528"/>
                  <a:pt x="243892" y="771528"/>
                </a:cubicBezTo>
                <a:close/>
                <a:moveTo>
                  <a:pt x="171339" y="771528"/>
                </a:moveTo>
                <a:cubicBezTo>
                  <a:pt x="188107" y="771528"/>
                  <a:pt x="201701" y="785122"/>
                  <a:pt x="201701" y="801891"/>
                </a:cubicBezTo>
                <a:cubicBezTo>
                  <a:pt x="201701" y="818661"/>
                  <a:pt x="188107" y="832255"/>
                  <a:pt x="171339" y="832255"/>
                </a:cubicBezTo>
                <a:cubicBezTo>
                  <a:pt x="154656" y="832255"/>
                  <a:pt x="141062" y="818661"/>
                  <a:pt x="141062" y="801891"/>
                </a:cubicBezTo>
                <a:cubicBezTo>
                  <a:pt x="141062" y="785122"/>
                  <a:pt x="154656" y="771528"/>
                  <a:pt x="171339" y="771528"/>
                </a:cubicBezTo>
                <a:close/>
                <a:moveTo>
                  <a:pt x="98884" y="771528"/>
                </a:moveTo>
                <a:cubicBezTo>
                  <a:pt x="115646" y="771528"/>
                  <a:pt x="129240" y="785122"/>
                  <a:pt x="129240" y="801891"/>
                </a:cubicBezTo>
                <a:cubicBezTo>
                  <a:pt x="129240" y="818661"/>
                  <a:pt x="115646" y="832255"/>
                  <a:pt x="98884" y="832255"/>
                </a:cubicBezTo>
                <a:cubicBezTo>
                  <a:pt x="82112" y="832255"/>
                  <a:pt x="68517" y="818661"/>
                  <a:pt x="68517" y="801891"/>
                </a:cubicBezTo>
                <a:cubicBezTo>
                  <a:pt x="68517" y="785122"/>
                  <a:pt x="82112" y="771528"/>
                  <a:pt x="98884" y="771528"/>
                </a:cubicBezTo>
                <a:close/>
                <a:moveTo>
                  <a:pt x="26329" y="771528"/>
                </a:moveTo>
                <a:cubicBezTo>
                  <a:pt x="43093" y="771528"/>
                  <a:pt x="56688" y="785122"/>
                  <a:pt x="56688" y="801891"/>
                </a:cubicBezTo>
                <a:cubicBezTo>
                  <a:pt x="56688" y="818661"/>
                  <a:pt x="43093" y="832255"/>
                  <a:pt x="26329" y="832255"/>
                </a:cubicBezTo>
                <a:cubicBezTo>
                  <a:pt x="17944" y="832255"/>
                  <a:pt x="10353" y="828857"/>
                  <a:pt x="4858" y="823362"/>
                </a:cubicBezTo>
                <a:lnTo>
                  <a:pt x="0" y="811633"/>
                </a:lnTo>
                <a:lnTo>
                  <a:pt x="0" y="792150"/>
                </a:lnTo>
                <a:lnTo>
                  <a:pt x="4858" y="780421"/>
                </a:lnTo>
                <a:cubicBezTo>
                  <a:pt x="10353" y="774927"/>
                  <a:pt x="17944" y="771528"/>
                  <a:pt x="26329" y="771528"/>
                </a:cubicBezTo>
                <a:close/>
                <a:moveTo>
                  <a:pt x="1622429" y="691076"/>
                </a:moveTo>
                <a:cubicBezTo>
                  <a:pt x="1630814" y="691076"/>
                  <a:pt x="1638404" y="694475"/>
                  <a:pt x="1643899" y="699969"/>
                </a:cubicBezTo>
                <a:lnTo>
                  <a:pt x="1647739" y="709237"/>
                </a:lnTo>
                <a:lnTo>
                  <a:pt x="1644828" y="728305"/>
                </a:lnTo>
                <a:lnTo>
                  <a:pt x="1640480" y="745215"/>
                </a:lnTo>
                <a:lnTo>
                  <a:pt x="1634248" y="749417"/>
                </a:lnTo>
                <a:cubicBezTo>
                  <a:pt x="1630615" y="750953"/>
                  <a:pt x="1626621" y="751803"/>
                  <a:pt x="1622429" y="751803"/>
                </a:cubicBezTo>
                <a:cubicBezTo>
                  <a:pt x="1605659" y="751803"/>
                  <a:pt x="1592066" y="738209"/>
                  <a:pt x="1592066" y="721440"/>
                </a:cubicBezTo>
                <a:cubicBezTo>
                  <a:pt x="1592066" y="704670"/>
                  <a:pt x="1605659" y="691076"/>
                  <a:pt x="1622429" y="691076"/>
                </a:cubicBezTo>
                <a:close/>
                <a:moveTo>
                  <a:pt x="1549874" y="691076"/>
                </a:moveTo>
                <a:cubicBezTo>
                  <a:pt x="1566644" y="691076"/>
                  <a:pt x="1580238" y="704670"/>
                  <a:pt x="1580238" y="721440"/>
                </a:cubicBezTo>
                <a:cubicBezTo>
                  <a:pt x="1580238" y="738209"/>
                  <a:pt x="1566644" y="751803"/>
                  <a:pt x="1549874" y="751803"/>
                </a:cubicBezTo>
                <a:cubicBezTo>
                  <a:pt x="1533105" y="751803"/>
                  <a:pt x="1519511" y="738209"/>
                  <a:pt x="1519511" y="721440"/>
                </a:cubicBezTo>
                <a:cubicBezTo>
                  <a:pt x="1519511" y="704670"/>
                  <a:pt x="1533105" y="691076"/>
                  <a:pt x="1549874" y="691076"/>
                </a:cubicBezTo>
                <a:close/>
                <a:moveTo>
                  <a:pt x="1477320" y="691076"/>
                </a:moveTo>
                <a:cubicBezTo>
                  <a:pt x="1494089" y="691076"/>
                  <a:pt x="1507683" y="704670"/>
                  <a:pt x="1507683" y="721440"/>
                </a:cubicBezTo>
                <a:cubicBezTo>
                  <a:pt x="1507683" y="738209"/>
                  <a:pt x="1494089" y="751803"/>
                  <a:pt x="1477320" y="751803"/>
                </a:cubicBezTo>
                <a:cubicBezTo>
                  <a:pt x="1460550" y="751803"/>
                  <a:pt x="1446956" y="738209"/>
                  <a:pt x="1446956" y="721440"/>
                </a:cubicBezTo>
                <a:cubicBezTo>
                  <a:pt x="1446956" y="704670"/>
                  <a:pt x="1460550" y="691076"/>
                  <a:pt x="1477320" y="691076"/>
                </a:cubicBezTo>
                <a:close/>
                <a:moveTo>
                  <a:pt x="1404765" y="691076"/>
                </a:moveTo>
                <a:cubicBezTo>
                  <a:pt x="1421535" y="691076"/>
                  <a:pt x="1435129" y="704670"/>
                  <a:pt x="1435129" y="721440"/>
                </a:cubicBezTo>
                <a:cubicBezTo>
                  <a:pt x="1435129" y="738209"/>
                  <a:pt x="1421535" y="751803"/>
                  <a:pt x="1404765" y="751803"/>
                </a:cubicBezTo>
                <a:cubicBezTo>
                  <a:pt x="1387996" y="751803"/>
                  <a:pt x="1374402" y="738209"/>
                  <a:pt x="1374402" y="721440"/>
                </a:cubicBezTo>
                <a:cubicBezTo>
                  <a:pt x="1374402" y="704670"/>
                  <a:pt x="1387996" y="691076"/>
                  <a:pt x="1404765" y="691076"/>
                </a:cubicBezTo>
                <a:close/>
                <a:moveTo>
                  <a:pt x="1332211" y="691076"/>
                </a:moveTo>
                <a:cubicBezTo>
                  <a:pt x="1348980" y="691076"/>
                  <a:pt x="1362574" y="704670"/>
                  <a:pt x="1362574" y="721440"/>
                </a:cubicBezTo>
                <a:cubicBezTo>
                  <a:pt x="1362574" y="738209"/>
                  <a:pt x="1348980" y="751803"/>
                  <a:pt x="1332211" y="751803"/>
                </a:cubicBezTo>
                <a:cubicBezTo>
                  <a:pt x="1315441" y="751803"/>
                  <a:pt x="1301847" y="738209"/>
                  <a:pt x="1301847" y="721440"/>
                </a:cubicBezTo>
                <a:cubicBezTo>
                  <a:pt x="1301847" y="704670"/>
                  <a:pt x="1315441" y="691076"/>
                  <a:pt x="1332211" y="691076"/>
                </a:cubicBezTo>
                <a:close/>
                <a:moveTo>
                  <a:pt x="1259656" y="691076"/>
                </a:moveTo>
                <a:cubicBezTo>
                  <a:pt x="1276426" y="691076"/>
                  <a:pt x="1290020" y="704670"/>
                  <a:pt x="1290020" y="721440"/>
                </a:cubicBezTo>
                <a:cubicBezTo>
                  <a:pt x="1290020" y="738209"/>
                  <a:pt x="1276426" y="751803"/>
                  <a:pt x="1259656" y="751803"/>
                </a:cubicBezTo>
                <a:cubicBezTo>
                  <a:pt x="1242887" y="751803"/>
                  <a:pt x="1229293" y="738209"/>
                  <a:pt x="1229293" y="721440"/>
                </a:cubicBezTo>
                <a:cubicBezTo>
                  <a:pt x="1229293" y="704670"/>
                  <a:pt x="1242887" y="691076"/>
                  <a:pt x="1259656" y="691076"/>
                </a:cubicBezTo>
                <a:close/>
                <a:moveTo>
                  <a:pt x="1187102" y="691076"/>
                </a:moveTo>
                <a:cubicBezTo>
                  <a:pt x="1203871" y="691076"/>
                  <a:pt x="1217465" y="704670"/>
                  <a:pt x="1217465" y="721440"/>
                </a:cubicBezTo>
                <a:cubicBezTo>
                  <a:pt x="1217465" y="738209"/>
                  <a:pt x="1203871" y="751803"/>
                  <a:pt x="1187102" y="751803"/>
                </a:cubicBezTo>
                <a:cubicBezTo>
                  <a:pt x="1170332" y="751803"/>
                  <a:pt x="1156738" y="738209"/>
                  <a:pt x="1156738" y="721440"/>
                </a:cubicBezTo>
                <a:cubicBezTo>
                  <a:pt x="1156738" y="704670"/>
                  <a:pt x="1170332" y="691076"/>
                  <a:pt x="1187102" y="691076"/>
                </a:cubicBezTo>
                <a:close/>
                <a:moveTo>
                  <a:pt x="1114547" y="691076"/>
                </a:moveTo>
                <a:cubicBezTo>
                  <a:pt x="1131317" y="691076"/>
                  <a:pt x="1144911" y="704670"/>
                  <a:pt x="1144911" y="721440"/>
                </a:cubicBezTo>
                <a:cubicBezTo>
                  <a:pt x="1144911" y="738209"/>
                  <a:pt x="1131317" y="751803"/>
                  <a:pt x="1114547" y="751803"/>
                </a:cubicBezTo>
                <a:cubicBezTo>
                  <a:pt x="1097778" y="751803"/>
                  <a:pt x="1084184" y="738209"/>
                  <a:pt x="1084184" y="721440"/>
                </a:cubicBezTo>
                <a:cubicBezTo>
                  <a:pt x="1084184" y="704670"/>
                  <a:pt x="1097778" y="691076"/>
                  <a:pt x="1114547" y="691076"/>
                </a:cubicBezTo>
                <a:close/>
                <a:moveTo>
                  <a:pt x="1041993" y="691076"/>
                </a:moveTo>
                <a:cubicBezTo>
                  <a:pt x="1058762" y="691076"/>
                  <a:pt x="1072356" y="704670"/>
                  <a:pt x="1072356" y="721440"/>
                </a:cubicBezTo>
                <a:cubicBezTo>
                  <a:pt x="1072356" y="738209"/>
                  <a:pt x="1058762" y="751803"/>
                  <a:pt x="1041993" y="751803"/>
                </a:cubicBezTo>
                <a:cubicBezTo>
                  <a:pt x="1025223" y="751803"/>
                  <a:pt x="1011629" y="738209"/>
                  <a:pt x="1011629" y="721440"/>
                </a:cubicBezTo>
                <a:cubicBezTo>
                  <a:pt x="1011629" y="704670"/>
                  <a:pt x="1025223" y="691076"/>
                  <a:pt x="1041993" y="691076"/>
                </a:cubicBezTo>
                <a:close/>
                <a:moveTo>
                  <a:pt x="969438" y="691076"/>
                </a:moveTo>
                <a:cubicBezTo>
                  <a:pt x="986208" y="691076"/>
                  <a:pt x="999801" y="704670"/>
                  <a:pt x="999801" y="721440"/>
                </a:cubicBezTo>
                <a:cubicBezTo>
                  <a:pt x="999801" y="738209"/>
                  <a:pt x="986208" y="751803"/>
                  <a:pt x="969438" y="751803"/>
                </a:cubicBezTo>
                <a:cubicBezTo>
                  <a:pt x="952669" y="751803"/>
                  <a:pt x="939075" y="738209"/>
                  <a:pt x="939075" y="721440"/>
                </a:cubicBezTo>
                <a:cubicBezTo>
                  <a:pt x="939075" y="704670"/>
                  <a:pt x="952669" y="691076"/>
                  <a:pt x="969438" y="691076"/>
                </a:cubicBezTo>
                <a:close/>
                <a:moveTo>
                  <a:pt x="896883" y="691076"/>
                </a:moveTo>
                <a:cubicBezTo>
                  <a:pt x="913653" y="691076"/>
                  <a:pt x="927247" y="704670"/>
                  <a:pt x="927247" y="721440"/>
                </a:cubicBezTo>
                <a:cubicBezTo>
                  <a:pt x="927247" y="738209"/>
                  <a:pt x="913653" y="751803"/>
                  <a:pt x="896883" y="751803"/>
                </a:cubicBezTo>
                <a:cubicBezTo>
                  <a:pt x="880114" y="751803"/>
                  <a:pt x="866520" y="738209"/>
                  <a:pt x="866520" y="721440"/>
                </a:cubicBezTo>
                <a:cubicBezTo>
                  <a:pt x="866520" y="704670"/>
                  <a:pt x="880114" y="691076"/>
                  <a:pt x="896883" y="691076"/>
                </a:cubicBezTo>
                <a:close/>
                <a:moveTo>
                  <a:pt x="824329" y="691076"/>
                </a:moveTo>
                <a:cubicBezTo>
                  <a:pt x="841098" y="691076"/>
                  <a:pt x="854692" y="704670"/>
                  <a:pt x="854692" y="721440"/>
                </a:cubicBezTo>
                <a:cubicBezTo>
                  <a:pt x="854692" y="738209"/>
                  <a:pt x="841098" y="751803"/>
                  <a:pt x="824329" y="751803"/>
                </a:cubicBezTo>
                <a:cubicBezTo>
                  <a:pt x="807559" y="751803"/>
                  <a:pt x="793965" y="738209"/>
                  <a:pt x="793965" y="721440"/>
                </a:cubicBezTo>
                <a:cubicBezTo>
                  <a:pt x="793965" y="704670"/>
                  <a:pt x="807559" y="691076"/>
                  <a:pt x="824329" y="691076"/>
                </a:cubicBezTo>
                <a:close/>
                <a:moveTo>
                  <a:pt x="751774" y="691076"/>
                </a:moveTo>
                <a:cubicBezTo>
                  <a:pt x="768544" y="691076"/>
                  <a:pt x="782138" y="704670"/>
                  <a:pt x="782138" y="721440"/>
                </a:cubicBezTo>
                <a:cubicBezTo>
                  <a:pt x="782138" y="738209"/>
                  <a:pt x="768544" y="751803"/>
                  <a:pt x="751774" y="751803"/>
                </a:cubicBezTo>
                <a:cubicBezTo>
                  <a:pt x="735005" y="751803"/>
                  <a:pt x="721411" y="738209"/>
                  <a:pt x="721411" y="721440"/>
                </a:cubicBezTo>
                <a:cubicBezTo>
                  <a:pt x="721411" y="704670"/>
                  <a:pt x="735005" y="691076"/>
                  <a:pt x="751774" y="691076"/>
                </a:cubicBezTo>
                <a:close/>
                <a:moveTo>
                  <a:pt x="679220" y="691076"/>
                </a:moveTo>
                <a:cubicBezTo>
                  <a:pt x="695989" y="691076"/>
                  <a:pt x="709583" y="704670"/>
                  <a:pt x="709583" y="721440"/>
                </a:cubicBezTo>
                <a:cubicBezTo>
                  <a:pt x="709583" y="738209"/>
                  <a:pt x="695989" y="751803"/>
                  <a:pt x="679220" y="751803"/>
                </a:cubicBezTo>
                <a:cubicBezTo>
                  <a:pt x="662450" y="751803"/>
                  <a:pt x="648856" y="738209"/>
                  <a:pt x="648856" y="721440"/>
                </a:cubicBezTo>
                <a:cubicBezTo>
                  <a:pt x="648856" y="704670"/>
                  <a:pt x="662450" y="691076"/>
                  <a:pt x="679220" y="691076"/>
                </a:cubicBezTo>
                <a:close/>
                <a:moveTo>
                  <a:pt x="606665" y="691076"/>
                </a:moveTo>
                <a:cubicBezTo>
                  <a:pt x="623435" y="691076"/>
                  <a:pt x="637029" y="704670"/>
                  <a:pt x="637029" y="721440"/>
                </a:cubicBezTo>
                <a:cubicBezTo>
                  <a:pt x="637029" y="738209"/>
                  <a:pt x="623435" y="751803"/>
                  <a:pt x="606665" y="751803"/>
                </a:cubicBezTo>
                <a:cubicBezTo>
                  <a:pt x="589896" y="751803"/>
                  <a:pt x="576302" y="738209"/>
                  <a:pt x="576302" y="721440"/>
                </a:cubicBezTo>
                <a:cubicBezTo>
                  <a:pt x="576302" y="704670"/>
                  <a:pt x="589896" y="691076"/>
                  <a:pt x="606665" y="691076"/>
                </a:cubicBezTo>
                <a:close/>
                <a:moveTo>
                  <a:pt x="534111" y="691076"/>
                </a:moveTo>
                <a:cubicBezTo>
                  <a:pt x="550880" y="691076"/>
                  <a:pt x="564474" y="704670"/>
                  <a:pt x="564474" y="721440"/>
                </a:cubicBezTo>
                <a:cubicBezTo>
                  <a:pt x="564474" y="738209"/>
                  <a:pt x="550880" y="751803"/>
                  <a:pt x="534111" y="751803"/>
                </a:cubicBezTo>
                <a:cubicBezTo>
                  <a:pt x="517341" y="751803"/>
                  <a:pt x="503747" y="738209"/>
                  <a:pt x="503747" y="721440"/>
                </a:cubicBezTo>
                <a:cubicBezTo>
                  <a:pt x="503747" y="704670"/>
                  <a:pt x="517341" y="691076"/>
                  <a:pt x="534111" y="691076"/>
                </a:cubicBezTo>
                <a:close/>
                <a:moveTo>
                  <a:pt x="461556" y="691076"/>
                </a:moveTo>
                <a:cubicBezTo>
                  <a:pt x="478326" y="691076"/>
                  <a:pt x="491920" y="704670"/>
                  <a:pt x="491920" y="721440"/>
                </a:cubicBezTo>
                <a:cubicBezTo>
                  <a:pt x="491920" y="738209"/>
                  <a:pt x="478326" y="751803"/>
                  <a:pt x="461556" y="751803"/>
                </a:cubicBezTo>
                <a:cubicBezTo>
                  <a:pt x="444787" y="751803"/>
                  <a:pt x="431192" y="738209"/>
                  <a:pt x="431192" y="721440"/>
                </a:cubicBezTo>
                <a:cubicBezTo>
                  <a:pt x="431192" y="704670"/>
                  <a:pt x="444787" y="691076"/>
                  <a:pt x="461556" y="691076"/>
                </a:cubicBezTo>
                <a:close/>
                <a:moveTo>
                  <a:pt x="389002" y="691076"/>
                </a:moveTo>
                <a:cubicBezTo>
                  <a:pt x="405771" y="691076"/>
                  <a:pt x="419365" y="704670"/>
                  <a:pt x="419365" y="721440"/>
                </a:cubicBezTo>
                <a:cubicBezTo>
                  <a:pt x="419365" y="738209"/>
                  <a:pt x="405771" y="751803"/>
                  <a:pt x="389002" y="751803"/>
                </a:cubicBezTo>
                <a:cubicBezTo>
                  <a:pt x="372232" y="751803"/>
                  <a:pt x="358638" y="738209"/>
                  <a:pt x="358638" y="721440"/>
                </a:cubicBezTo>
                <a:cubicBezTo>
                  <a:pt x="358638" y="704670"/>
                  <a:pt x="372232" y="691076"/>
                  <a:pt x="389002" y="691076"/>
                </a:cubicBezTo>
                <a:close/>
                <a:moveTo>
                  <a:pt x="316447" y="691076"/>
                </a:moveTo>
                <a:cubicBezTo>
                  <a:pt x="333216" y="691076"/>
                  <a:pt x="346810" y="704670"/>
                  <a:pt x="346810" y="721440"/>
                </a:cubicBezTo>
                <a:cubicBezTo>
                  <a:pt x="346810" y="738209"/>
                  <a:pt x="333216" y="751803"/>
                  <a:pt x="316447" y="751803"/>
                </a:cubicBezTo>
                <a:cubicBezTo>
                  <a:pt x="299677" y="751803"/>
                  <a:pt x="286084" y="738209"/>
                  <a:pt x="286084" y="721440"/>
                </a:cubicBezTo>
                <a:cubicBezTo>
                  <a:pt x="286084" y="704670"/>
                  <a:pt x="299677" y="691076"/>
                  <a:pt x="316447" y="691076"/>
                </a:cubicBezTo>
                <a:close/>
                <a:moveTo>
                  <a:pt x="243892" y="691076"/>
                </a:moveTo>
                <a:cubicBezTo>
                  <a:pt x="260662" y="691076"/>
                  <a:pt x="274256" y="704670"/>
                  <a:pt x="274256" y="721440"/>
                </a:cubicBezTo>
                <a:cubicBezTo>
                  <a:pt x="274256" y="738209"/>
                  <a:pt x="260662" y="751803"/>
                  <a:pt x="243892" y="751803"/>
                </a:cubicBezTo>
                <a:cubicBezTo>
                  <a:pt x="227123" y="751803"/>
                  <a:pt x="213529" y="738209"/>
                  <a:pt x="213529" y="721440"/>
                </a:cubicBezTo>
                <a:cubicBezTo>
                  <a:pt x="213529" y="704670"/>
                  <a:pt x="227123" y="691076"/>
                  <a:pt x="243892" y="691076"/>
                </a:cubicBezTo>
                <a:close/>
                <a:moveTo>
                  <a:pt x="171339" y="691076"/>
                </a:moveTo>
                <a:cubicBezTo>
                  <a:pt x="188107" y="691076"/>
                  <a:pt x="201701" y="704670"/>
                  <a:pt x="201701" y="721440"/>
                </a:cubicBezTo>
                <a:cubicBezTo>
                  <a:pt x="201701" y="738209"/>
                  <a:pt x="188107" y="751803"/>
                  <a:pt x="171339" y="751803"/>
                </a:cubicBezTo>
                <a:cubicBezTo>
                  <a:pt x="154662" y="751803"/>
                  <a:pt x="141067" y="738209"/>
                  <a:pt x="141067" y="721440"/>
                </a:cubicBezTo>
                <a:cubicBezTo>
                  <a:pt x="141067" y="704670"/>
                  <a:pt x="154662" y="691076"/>
                  <a:pt x="171339" y="691076"/>
                </a:cubicBezTo>
                <a:close/>
                <a:moveTo>
                  <a:pt x="98890" y="691076"/>
                </a:moveTo>
                <a:cubicBezTo>
                  <a:pt x="115653" y="691076"/>
                  <a:pt x="129246" y="704670"/>
                  <a:pt x="129246" y="721440"/>
                </a:cubicBezTo>
                <a:cubicBezTo>
                  <a:pt x="129246" y="738209"/>
                  <a:pt x="115653" y="751803"/>
                  <a:pt x="98890" y="751803"/>
                </a:cubicBezTo>
                <a:cubicBezTo>
                  <a:pt x="82117" y="751803"/>
                  <a:pt x="68523" y="738209"/>
                  <a:pt x="68523" y="721440"/>
                </a:cubicBezTo>
                <a:cubicBezTo>
                  <a:pt x="68523" y="704670"/>
                  <a:pt x="82117" y="691076"/>
                  <a:pt x="98890" y="691076"/>
                </a:cubicBezTo>
                <a:close/>
                <a:moveTo>
                  <a:pt x="26336" y="691076"/>
                </a:moveTo>
                <a:cubicBezTo>
                  <a:pt x="43099" y="691076"/>
                  <a:pt x="56694" y="704670"/>
                  <a:pt x="56694" y="721440"/>
                </a:cubicBezTo>
                <a:cubicBezTo>
                  <a:pt x="56694" y="738209"/>
                  <a:pt x="43099" y="751803"/>
                  <a:pt x="26336" y="751803"/>
                </a:cubicBezTo>
                <a:cubicBezTo>
                  <a:pt x="17950" y="751803"/>
                  <a:pt x="10359" y="748405"/>
                  <a:pt x="4864" y="742910"/>
                </a:cubicBezTo>
                <a:lnTo>
                  <a:pt x="0" y="731167"/>
                </a:lnTo>
                <a:lnTo>
                  <a:pt x="0" y="711713"/>
                </a:lnTo>
                <a:lnTo>
                  <a:pt x="4864" y="699969"/>
                </a:lnTo>
                <a:cubicBezTo>
                  <a:pt x="10359" y="694475"/>
                  <a:pt x="17950" y="691076"/>
                  <a:pt x="26336" y="691076"/>
                </a:cubicBezTo>
                <a:close/>
                <a:moveTo>
                  <a:pt x="1622429" y="610624"/>
                </a:moveTo>
                <a:cubicBezTo>
                  <a:pt x="1639199" y="610624"/>
                  <a:pt x="1652792" y="624218"/>
                  <a:pt x="1652792" y="640988"/>
                </a:cubicBezTo>
                <a:cubicBezTo>
                  <a:pt x="1652792" y="657757"/>
                  <a:pt x="1639199" y="671351"/>
                  <a:pt x="1622429" y="671351"/>
                </a:cubicBezTo>
                <a:cubicBezTo>
                  <a:pt x="1605659" y="671351"/>
                  <a:pt x="1592066" y="657757"/>
                  <a:pt x="1592066" y="640988"/>
                </a:cubicBezTo>
                <a:cubicBezTo>
                  <a:pt x="1592066" y="624218"/>
                  <a:pt x="1605659" y="610624"/>
                  <a:pt x="1622429" y="610624"/>
                </a:cubicBezTo>
                <a:close/>
                <a:moveTo>
                  <a:pt x="1549874" y="610624"/>
                </a:moveTo>
                <a:cubicBezTo>
                  <a:pt x="1566644" y="610624"/>
                  <a:pt x="1580238" y="624218"/>
                  <a:pt x="1580238" y="640988"/>
                </a:cubicBezTo>
                <a:cubicBezTo>
                  <a:pt x="1580238" y="657757"/>
                  <a:pt x="1566644" y="671351"/>
                  <a:pt x="1549874" y="671351"/>
                </a:cubicBezTo>
                <a:cubicBezTo>
                  <a:pt x="1533105" y="671351"/>
                  <a:pt x="1519511" y="657757"/>
                  <a:pt x="1519511" y="640988"/>
                </a:cubicBezTo>
                <a:cubicBezTo>
                  <a:pt x="1519511" y="624218"/>
                  <a:pt x="1533105" y="610624"/>
                  <a:pt x="1549874" y="610624"/>
                </a:cubicBezTo>
                <a:close/>
                <a:moveTo>
                  <a:pt x="1477320" y="610624"/>
                </a:moveTo>
                <a:cubicBezTo>
                  <a:pt x="1494089" y="610624"/>
                  <a:pt x="1507683" y="624218"/>
                  <a:pt x="1507683" y="640988"/>
                </a:cubicBezTo>
                <a:cubicBezTo>
                  <a:pt x="1507683" y="657757"/>
                  <a:pt x="1494089" y="671351"/>
                  <a:pt x="1477320" y="671351"/>
                </a:cubicBezTo>
                <a:cubicBezTo>
                  <a:pt x="1460550" y="671351"/>
                  <a:pt x="1446956" y="657757"/>
                  <a:pt x="1446956" y="640988"/>
                </a:cubicBezTo>
                <a:cubicBezTo>
                  <a:pt x="1446956" y="624218"/>
                  <a:pt x="1460550" y="610624"/>
                  <a:pt x="1477320" y="610624"/>
                </a:cubicBezTo>
                <a:close/>
                <a:moveTo>
                  <a:pt x="1404765" y="610624"/>
                </a:moveTo>
                <a:cubicBezTo>
                  <a:pt x="1421535" y="610624"/>
                  <a:pt x="1435129" y="624218"/>
                  <a:pt x="1435129" y="640988"/>
                </a:cubicBezTo>
                <a:cubicBezTo>
                  <a:pt x="1435129" y="657757"/>
                  <a:pt x="1421535" y="671351"/>
                  <a:pt x="1404765" y="671351"/>
                </a:cubicBezTo>
                <a:cubicBezTo>
                  <a:pt x="1387996" y="671351"/>
                  <a:pt x="1374402" y="657757"/>
                  <a:pt x="1374402" y="640988"/>
                </a:cubicBezTo>
                <a:cubicBezTo>
                  <a:pt x="1374402" y="624218"/>
                  <a:pt x="1387996" y="610624"/>
                  <a:pt x="1404765" y="610624"/>
                </a:cubicBezTo>
                <a:close/>
                <a:moveTo>
                  <a:pt x="1332211" y="610624"/>
                </a:moveTo>
                <a:cubicBezTo>
                  <a:pt x="1348980" y="610624"/>
                  <a:pt x="1362574" y="624218"/>
                  <a:pt x="1362574" y="640988"/>
                </a:cubicBezTo>
                <a:cubicBezTo>
                  <a:pt x="1362574" y="657757"/>
                  <a:pt x="1348980" y="671351"/>
                  <a:pt x="1332211" y="671351"/>
                </a:cubicBezTo>
                <a:cubicBezTo>
                  <a:pt x="1315441" y="671351"/>
                  <a:pt x="1301847" y="657757"/>
                  <a:pt x="1301847" y="640988"/>
                </a:cubicBezTo>
                <a:cubicBezTo>
                  <a:pt x="1301847" y="624218"/>
                  <a:pt x="1315441" y="610624"/>
                  <a:pt x="1332211" y="610624"/>
                </a:cubicBezTo>
                <a:close/>
                <a:moveTo>
                  <a:pt x="1259656" y="610624"/>
                </a:moveTo>
                <a:cubicBezTo>
                  <a:pt x="1276426" y="610624"/>
                  <a:pt x="1290020" y="624218"/>
                  <a:pt x="1290020" y="640988"/>
                </a:cubicBezTo>
                <a:cubicBezTo>
                  <a:pt x="1290020" y="657757"/>
                  <a:pt x="1276426" y="671351"/>
                  <a:pt x="1259656" y="671351"/>
                </a:cubicBezTo>
                <a:cubicBezTo>
                  <a:pt x="1242887" y="671351"/>
                  <a:pt x="1229293" y="657757"/>
                  <a:pt x="1229293" y="640988"/>
                </a:cubicBezTo>
                <a:cubicBezTo>
                  <a:pt x="1229293" y="624218"/>
                  <a:pt x="1242887" y="610624"/>
                  <a:pt x="1259656" y="610624"/>
                </a:cubicBezTo>
                <a:close/>
                <a:moveTo>
                  <a:pt x="1187102" y="610624"/>
                </a:moveTo>
                <a:cubicBezTo>
                  <a:pt x="1203871" y="610624"/>
                  <a:pt x="1217465" y="624218"/>
                  <a:pt x="1217465" y="640988"/>
                </a:cubicBezTo>
                <a:cubicBezTo>
                  <a:pt x="1217465" y="657757"/>
                  <a:pt x="1203871" y="671351"/>
                  <a:pt x="1187102" y="671351"/>
                </a:cubicBezTo>
                <a:cubicBezTo>
                  <a:pt x="1170332" y="671351"/>
                  <a:pt x="1156738" y="657757"/>
                  <a:pt x="1156738" y="640988"/>
                </a:cubicBezTo>
                <a:cubicBezTo>
                  <a:pt x="1156738" y="624218"/>
                  <a:pt x="1170332" y="610624"/>
                  <a:pt x="1187102" y="610624"/>
                </a:cubicBezTo>
                <a:close/>
                <a:moveTo>
                  <a:pt x="1114547" y="610624"/>
                </a:moveTo>
                <a:cubicBezTo>
                  <a:pt x="1131317" y="610624"/>
                  <a:pt x="1144911" y="624218"/>
                  <a:pt x="1144911" y="640988"/>
                </a:cubicBezTo>
                <a:cubicBezTo>
                  <a:pt x="1144911" y="657757"/>
                  <a:pt x="1131317" y="671351"/>
                  <a:pt x="1114547" y="671351"/>
                </a:cubicBezTo>
                <a:cubicBezTo>
                  <a:pt x="1097778" y="671351"/>
                  <a:pt x="1084184" y="657757"/>
                  <a:pt x="1084184" y="640988"/>
                </a:cubicBezTo>
                <a:cubicBezTo>
                  <a:pt x="1084184" y="624218"/>
                  <a:pt x="1097778" y="610624"/>
                  <a:pt x="1114547" y="610624"/>
                </a:cubicBezTo>
                <a:close/>
                <a:moveTo>
                  <a:pt x="1041993" y="610624"/>
                </a:moveTo>
                <a:cubicBezTo>
                  <a:pt x="1058762" y="610624"/>
                  <a:pt x="1072356" y="624218"/>
                  <a:pt x="1072356" y="640988"/>
                </a:cubicBezTo>
                <a:cubicBezTo>
                  <a:pt x="1072356" y="657757"/>
                  <a:pt x="1058762" y="671351"/>
                  <a:pt x="1041993" y="671351"/>
                </a:cubicBezTo>
                <a:cubicBezTo>
                  <a:pt x="1025223" y="671351"/>
                  <a:pt x="1011629" y="657757"/>
                  <a:pt x="1011629" y="640988"/>
                </a:cubicBezTo>
                <a:cubicBezTo>
                  <a:pt x="1011629" y="624218"/>
                  <a:pt x="1025223" y="610624"/>
                  <a:pt x="1041993" y="610624"/>
                </a:cubicBezTo>
                <a:close/>
                <a:moveTo>
                  <a:pt x="969438" y="610624"/>
                </a:moveTo>
                <a:cubicBezTo>
                  <a:pt x="986208" y="610624"/>
                  <a:pt x="999801" y="624218"/>
                  <a:pt x="999801" y="640988"/>
                </a:cubicBezTo>
                <a:cubicBezTo>
                  <a:pt x="999801" y="657757"/>
                  <a:pt x="986208" y="671351"/>
                  <a:pt x="969438" y="671351"/>
                </a:cubicBezTo>
                <a:cubicBezTo>
                  <a:pt x="952669" y="671351"/>
                  <a:pt x="939075" y="657757"/>
                  <a:pt x="939075" y="640988"/>
                </a:cubicBezTo>
                <a:cubicBezTo>
                  <a:pt x="939075" y="624218"/>
                  <a:pt x="952669" y="610624"/>
                  <a:pt x="969438" y="610624"/>
                </a:cubicBezTo>
                <a:close/>
                <a:moveTo>
                  <a:pt x="896883" y="610624"/>
                </a:moveTo>
                <a:cubicBezTo>
                  <a:pt x="913653" y="610624"/>
                  <a:pt x="927247" y="624218"/>
                  <a:pt x="927247" y="640988"/>
                </a:cubicBezTo>
                <a:cubicBezTo>
                  <a:pt x="927247" y="657757"/>
                  <a:pt x="913653" y="671351"/>
                  <a:pt x="896883" y="671351"/>
                </a:cubicBezTo>
                <a:cubicBezTo>
                  <a:pt x="880114" y="671351"/>
                  <a:pt x="866520" y="657757"/>
                  <a:pt x="866520" y="640988"/>
                </a:cubicBezTo>
                <a:cubicBezTo>
                  <a:pt x="866520" y="624218"/>
                  <a:pt x="880114" y="610624"/>
                  <a:pt x="896883" y="610624"/>
                </a:cubicBezTo>
                <a:close/>
                <a:moveTo>
                  <a:pt x="824329" y="610624"/>
                </a:moveTo>
                <a:cubicBezTo>
                  <a:pt x="841098" y="610624"/>
                  <a:pt x="854692" y="624218"/>
                  <a:pt x="854692" y="640988"/>
                </a:cubicBezTo>
                <a:cubicBezTo>
                  <a:pt x="854692" y="657757"/>
                  <a:pt x="841098" y="671351"/>
                  <a:pt x="824329" y="671351"/>
                </a:cubicBezTo>
                <a:cubicBezTo>
                  <a:pt x="807559" y="671351"/>
                  <a:pt x="793965" y="657757"/>
                  <a:pt x="793965" y="640988"/>
                </a:cubicBezTo>
                <a:cubicBezTo>
                  <a:pt x="793965" y="624218"/>
                  <a:pt x="807559" y="610624"/>
                  <a:pt x="824329" y="610624"/>
                </a:cubicBezTo>
                <a:close/>
                <a:moveTo>
                  <a:pt x="751774" y="610624"/>
                </a:moveTo>
                <a:cubicBezTo>
                  <a:pt x="768544" y="610624"/>
                  <a:pt x="782138" y="624218"/>
                  <a:pt x="782138" y="640988"/>
                </a:cubicBezTo>
                <a:cubicBezTo>
                  <a:pt x="782138" y="657757"/>
                  <a:pt x="768544" y="671351"/>
                  <a:pt x="751774" y="671351"/>
                </a:cubicBezTo>
                <a:cubicBezTo>
                  <a:pt x="735005" y="671351"/>
                  <a:pt x="721411" y="657757"/>
                  <a:pt x="721411" y="640988"/>
                </a:cubicBezTo>
                <a:cubicBezTo>
                  <a:pt x="721411" y="624218"/>
                  <a:pt x="735005" y="610624"/>
                  <a:pt x="751774" y="610624"/>
                </a:cubicBezTo>
                <a:close/>
                <a:moveTo>
                  <a:pt x="679220" y="610624"/>
                </a:moveTo>
                <a:cubicBezTo>
                  <a:pt x="695989" y="610624"/>
                  <a:pt x="709583" y="624218"/>
                  <a:pt x="709583" y="640988"/>
                </a:cubicBezTo>
                <a:cubicBezTo>
                  <a:pt x="709583" y="657757"/>
                  <a:pt x="695989" y="671351"/>
                  <a:pt x="679220" y="671351"/>
                </a:cubicBezTo>
                <a:cubicBezTo>
                  <a:pt x="662450" y="671351"/>
                  <a:pt x="648856" y="657757"/>
                  <a:pt x="648856" y="640988"/>
                </a:cubicBezTo>
                <a:cubicBezTo>
                  <a:pt x="648856" y="624218"/>
                  <a:pt x="662450" y="610624"/>
                  <a:pt x="679220" y="610624"/>
                </a:cubicBezTo>
                <a:close/>
                <a:moveTo>
                  <a:pt x="606665" y="610624"/>
                </a:moveTo>
                <a:cubicBezTo>
                  <a:pt x="623435" y="610624"/>
                  <a:pt x="637029" y="624218"/>
                  <a:pt x="637029" y="640988"/>
                </a:cubicBezTo>
                <a:cubicBezTo>
                  <a:pt x="637029" y="657757"/>
                  <a:pt x="623435" y="671351"/>
                  <a:pt x="606665" y="671351"/>
                </a:cubicBezTo>
                <a:cubicBezTo>
                  <a:pt x="589896" y="671351"/>
                  <a:pt x="576302" y="657757"/>
                  <a:pt x="576302" y="640988"/>
                </a:cubicBezTo>
                <a:cubicBezTo>
                  <a:pt x="576302" y="624218"/>
                  <a:pt x="589896" y="610624"/>
                  <a:pt x="606665" y="610624"/>
                </a:cubicBezTo>
                <a:close/>
                <a:moveTo>
                  <a:pt x="534111" y="610624"/>
                </a:moveTo>
                <a:cubicBezTo>
                  <a:pt x="550880" y="610624"/>
                  <a:pt x="564474" y="624218"/>
                  <a:pt x="564474" y="640988"/>
                </a:cubicBezTo>
                <a:cubicBezTo>
                  <a:pt x="564474" y="657757"/>
                  <a:pt x="550880" y="671351"/>
                  <a:pt x="534111" y="671351"/>
                </a:cubicBezTo>
                <a:cubicBezTo>
                  <a:pt x="517341" y="671351"/>
                  <a:pt x="503747" y="657757"/>
                  <a:pt x="503747" y="640988"/>
                </a:cubicBezTo>
                <a:cubicBezTo>
                  <a:pt x="503747" y="624218"/>
                  <a:pt x="517341" y="610624"/>
                  <a:pt x="534111" y="610624"/>
                </a:cubicBezTo>
                <a:close/>
                <a:moveTo>
                  <a:pt x="461556" y="610624"/>
                </a:moveTo>
                <a:cubicBezTo>
                  <a:pt x="478326" y="610624"/>
                  <a:pt x="491920" y="624218"/>
                  <a:pt x="491920" y="640988"/>
                </a:cubicBezTo>
                <a:cubicBezTo>
                  <a:pt x="491920" y="657757"/>
                  <a:pt x="478326" y="671351"/>
                  <a:pt x="461556" y="671351"/>
                </a:cubicBezTo>
                <a:cubicBezTo>
                  <a:pt x="444787" y="671351"/>
                  <a:pt x="431192" y="657757"/>
                  <a:pt x="431192" y="640988"/>
                </a:cubicBezTo>
                <a:cubicBezTo>
                  <a:pt x="431192" y="624218"/>
                  <a:pt x="444787" y="610624"/>
                  <a:pt x="461556" y="610624"/>
                </a:cubicBezTo>
                <a:close/>
                <a:moveTo>
                  <a:pt x="389002" y="610624"/>
                </a:moveTo>
                <a:cubicBezTo>
                  <a:pt x="405771" y="610624"/>
                  <a:pt x="419365" y="624218"/>
                  <a:pt x="419365" y="640988"/>
                </a:cubicBezTo>
                <a:cubicBezTo>
                  <a:pt x="419365" y="657757"/>
                  <a:pt x="405771" y="671351"/>
                  <a:pt x="389002" y="671351"/>
                </a:cubicBezTo>
                <a:cubicBezTo>
                  <a:pt x="372232" y="671351"/>
                  <a:pt x="358638" y="657757"/>
                  <a:pt x="358638" y="640988"/>
                </a:cubicBezTo>
                <a:cubicBezTo>
                  <a:pt x="358638" y="624218"/>
                  <a:pt x="372232" y="610624"/>
                  <a:pt x="389002" y="610624"/>
                </a:cubicBezTo>
                <a:close/>
                <a:moveTo>
                  <a:pt x="316447" y="610624"/>
                </a:moveTo>
                <a:cubicBezTo>
                  <a:pt x="333216" y="610624"/>
                  <a:pt x="346810" y="624218"/>
                  <a:pt x="346810" y="640988"/>
                </a:cubicBezTo>
                <a:cubicBezTo>
                  <a:pt x="346810" y="657757"/>
                  <a:pt x="333216" y="671351"/>
                  <a:pt x="316447" y="671351"/>
                </a:cubicBezTo>
                <a:cubicBezTo>
                  <a:pt x="299677" y="671351"/>
                  <a:pt x="286084" y="657757"/>
                  <a:pt x="286084" y="640988"/>
                </a:cubicBezTo>
                <a:cubicBezTo>
                  <a:pt x="286084" y="624218"/>
                  <a:pt x="299677" y="610624"/>
                  <a:pt x="316447" y="610624"/>
                </a:cubicBezTo>
                <a:close/>
                <a:moveTo>
                  <a:pt x="243892" y="610624"/>
                </a:moveTo>
                <a:cubicBezTo>
                  <a:pt x="260662" y="610624"/>
                  <a:pt x="274256" y="624218"/>
                  <a:pt x="274256" y="640988"/>
                </a:cubicBezTo>
                <a:cubicBezTo>
                  <a:pt x="274256" y="657757"/>
                  <a:pt x="260662" y="671351"/>
                  <a:pt x="243892" y="671351"/>
                </a:cubicBezTo>
                <a:cubicBezTo>
                  <a:pt x="227123" y="671351"/>
                  <a:pt x="213529" y="657757"/>
                  <a:pt x="213529" y="640988"/>
                </a:cubicBezTo>
                <a:cubicBezTo>
                  <a:pt x="213529" y="624218"/>
                  <a:pt x="227123" y="610624"/>
                  <a:pt x="243892" y="610624"/>
                </a:cubicBezTo>
                <a:close/>
                <a:moveTo>
                  <a:pt x="171339" y="610624"/>
                </a:moveTo>
                <a:cubicBezTo>
                  <a:pt x="188107" y="610624"/>
                  <a:pt x="201701" y="624218"/>
                  <a:pt x="201701" y="640988"/>
                </a:cubicBezTo>
                <a:cubicBezTo>
                  <a:pt x="201701" y="657757"/>
                  <a:pt x="188107" y="671351"/>
                  <a:pt x="171339" y="671351"/>
                </a:cubicBezTo>
                <a:cubicBezTo>
                  <a:pt x="154667" y="671351"/>
                  <a:pt x="141073" y="657757"/>
                  <a:pt x="141073" y="640988"/>
                </a:cubicBezTo>
                <a:cubicBezTo>
                  <a:pt x="141073" y="624218"/>
                  <a:pt x="154667" y="610624"/>
                  <a:pt x="171339" y="610624"/>
                </a:cubicBezTo>
                <a:close/>
                <a:moveTo>
                  <a:pt x="98897" y="610624"/>
                </a:moveTo>
                <a:cubicBezTo>
                  <a:pt x="115658" y="610624"/>
                  <a:pt x="129252" y="624218"/>
                  <a:pt x="129252" y="640988"/>
                </a:cubicBezTo>
                <a:cubicBezTo>
                  <a:pt x="129252" y="657757"/>
                  <a:pt x="115658" y="671351"/>
                  <a:pt x="98897" y="671351"/>
                </a:cubicBezTo>
                <a:cubicBezTo>
                  <a:pt x="82124" y="671351"/>
                  <a:pt x="68530" y="657757"/>
                  <a:pt x="68530" y="640988"/>
                </a:cubicBezTo>
                <a:cubicBezTo>
                  <a:pt x="68530" y="624218"/>
                  <a:pt x="82124" y="610624"/>
                  <a:pt x="98897" y="610624"/>
                </a:cubicBezTo>
                <a:close/>
                <a:moveTo>
                  <a:pt x="26342" y="610624"/>
                </a:moveTo>
                <a:cubicBezTo>
                  <a:pt x="43106" y="610624"/>
                  <a:pt x="56701" y="624218"/>
                  <a:pt x="56701" y="640988"/>
                </a:cubicBezTo>
                <a:cubicBezTo>
                  <a:pt x="56701" y="657757"/>
                  <a:pt x="43106" y="671351"/>
                  <a:pt x="26342" y="671351"/>
                </a:cubicBezTo>
                <a:cubicBezTo>
                  <a:pt x="17956" y="671351"/>
                  <a:pt x="10365" y="667953"/>
                  <a:pt x="4871" y="662458"/>
                </a:cubicBezTo>
                <a:lnTo>
                  <a:pt x="0" y="650698"/>
                </a:lnTo>
                <a:lnTo>
                  <a:pt x="0" y="631277"/>
                </a:lnTo>
                <a:lnTo>
                  <a:pt x="4871" y="619517"/>
                </a:lnTo>
                <a:cubicBezTo>
                  <a:pt x="10365" y="614023"/>
                  <a:pt x="17956" y="610624"/>
                  <a:pt x="26342" y="610624"/>
                </a:cubicBezTo>
                <a:close/>
                <a:moveTo>
                  <a:pt x="1669096" y="549730"/>
                </a:moveTo>
                <a:lnTo>
                  <a:pt x="1668124" y="568994"/>
                </a:lnTo>
                <a:lnTo>
                  <a:pt x="1664620" y="560536"/>
                </a:lnTo>
                <a:close/>
                <a:moveTo>
                  <a:pt x="1622429" y="530173"/>
                </a:moveTo>
                <a:cubicBezTo>
                  <a:pt x="1639199" y="530173"/>
                  <a:pt x="1652792" y="543767"/>
                  <a:pt x="1652792" y="560536"/>
                </a:cubicBezTo>
                <a:cubicBezTo>
                  <a:pt x="1652792" y="577306"/>
                  <a:pt x="1639199" y="590900"/>
                  <a:pt x="1622429" y="590900"/>
                </a:cubicBezTo>
                <a:cubicBezTo>
                  <a:pt x="1605659" y="590900"/>
                  <a:pt x="1592066" y="577306"/>
                  <a:pt x="1592066" y="560536"/>
                </a:cubicBezTo>
                <a:cubicBezTo>
                  <a:pt x="1592066" y="543767"/>
                  <a:pt x="1605659" y="530173"/>
                  <a:pt x="1622429" y="530173"/>
                </a:cubicBezTo>
                <a:close/>
                <a:moveTo>
                  <a:pt x="1549874" y="530173"/>
                </a:moveTo>
                <a:cubicBezTo>
                  <a:pt x="1566644" y="530173"/>
                  <a:pt x="1580238" y="543767"/>
                  <a:pt x="1580238" y="560536"/>
                </a:cubicBezTo>
                <a:cubicBezTo>
                  <a:pt x="1580238" y="577306"/>
                  <a:pt x="1566644" y="590900"/>
                  <a:pt x="1549874" y="590900"/>
                </a:cubicBezTo>
                <a:cubicBezTo>
                  <a:pt x="1533105" y="590900"/>
                  <a:pt x="1519511" y="577306"/>
                  <a:pt x="1519511" y="560536"/>
                </a:cubicBezTo>
                <a:cubicBezTo>
                  <a:pt x="1519511" y="543767"/>
                  <a:pt x="1533105" y="530173"/>
                  <a:pt x="1549874" y="530173"/>
                </a:cubicBezTo>
                <a:close/>
                <a:moveTo>
                  <a:pt x="1477320" y="530173"/>
                </a:moveTo>
                <a:cubicBezTo>
                  <a:pt x="1494089" y="530173"/>
                  <a:pt x="1507683" y="543767"/>
                  <a:pt x="1507683" y="560536"/>
                </a:cubicBezTo>
                <a:cubicBezTo>
                  <a:pt x="1507683" y="577306"/>
                  <a:pt x="1494089" y="590900"/>
                  <a:pt x="1477320" y="590900"/>
                </a:cubicBezTo>
                <a:cubicBezTo>
                  <a:pt x="1460550" y="590900"/>
                  <a:pt x="1446956" y="577306"/>
                  <a:pt x="1446956" y="560536"/>
                </a:cubicBezTo>
                <a:cubicBezTo>
                  <a:pt x="1446956" y="543767"/>
                  <a:pt x="1460550" y="530173"/>
                  <a:pt x="1477320" y="530173"/>
                </a:cubicBezTo>
                <a:close/>
                <a:moveTo>
                  <a:pt x="1404765" y="530173"/>
                </a:moveTo>
                <a:cubicBezTo>
                  <a:pt x="1421535" y="530173"/>
                  <a:pt x="1435129" y="543767"/>
                  <a:pt x="1435129" y="560536"/>
                </a:cubicBezTo>
                <a:cubicBezTo>
                  <a:pt x="1435129" y="577306"/>
                  <a:pt x="1421535" y="590900"/>
                  <a:pt x="1404765" y="590900"/>
                </a:cubicBezTo>
                <a:cubicBezTo>
                  <a:pt x="1387996" y="590900"/>
                  <a:pt x="1374402" y="577306"/>
                  <a:pt x="1374402" y="560536"/>
                </a:cubicBezTo>
                <a:cubicBezTo>
                  <a:pt x="1374402" y="543767"/>
                  <a:pt x="1387996" y="530173"/>
                  <a:pt x="1404765" y="530173"/>
                </a:cubicBezTo>
                <a:close/>
                <a:moveTo>
                  <a:pt x="1332211" y="530173"/>
                </a:moveTo>
                <a:cubicBezTo>
                  <a:pt x="1348980" y="530173"/>
                  <a:pt x="1362574" y="543767"/>
                  <a:pt x="1362574" y="560536"/>
                </a:cubicBezTo>
                <a:cubicBezTo>
                  <a:pt x="1362574" y="577306"/>
                  <a:pt x="1348980" y="590900"/>
                  <a:pt x="1332211" y="590900"/>
                </a:cubicBezTo>
                <a:cubicBezTo>
                  <a:pt x="1315441" y="590900"/>
                  <a:pt x="1301847" y="577306"/>
                  <a:pt x="1301847" y="560536"/>
                </a:cubicBezTo>
                <a:cubicBezTo>
                  <a:pt x="1301847" y="543767"/>
                  <a:pt x="1315441" y="530173"/>
                  <a:pt x="1332211" y="530173"/>
                </a:cubicBezTo>
                <a:close/>
                <a:moveTo>
                  <a:pt x="1259656" y="530173"/>
                </a:moveTo>
                <a:cubicBezTo>
                  <a:pt x="1276426" y="530173"/>
                  <a:pt x="1290020" y="543767"/>
                  <a:pt x="1290020" y="560536"/>
                </a:cubicBezTo>
                <a:cubicBezTo>
                  <a:pt x="1290020" y="577306"/>
                  <a:pt x="1276426" y="590900"/>
                  <a:pt x="1259656" y="590900"/>
                </a:cubicBezTo>
                <a:cubicBezTo>
                  <a:pt x="1242887" y="590900"/>
                  <a:pt x="1229293" y="577306"/>
                  <a:pt x="1229293" y="560536"/>
                </a:cubicBezTo>
                <a:cubicBezTo>
                  <a:pt x="1229293" y="543767"/>
                  <a:pt x="1242887" y="530173"/>
                  <a:pt x="1259656" y="530173"/>
                </a:cubicBezTo>
                <a:close/>
                <a:moveTo>
                  <a:pt x="1187102" y="530173"/>
                </a:moveTo>
                <a:cubicBezTo>
                  <a:pt x="1203871" y="530173"/>
                  <a:pt x="1217465" y="543767"/>
                  <a:pt x="1217465" y="560536"/>
                </a:cubicBezTo>
                <a:cubicBezTo>
                  <a:pt x="1217465" y="577306"/>
                  <a:pt x="1203871" y="590900"/>
                  <a:pt x="1187102" y="590900"/>
                </a:cubicBezTo>
                <a:cubicBezTo>
                  <a:pt x="1170332" y="590900"/>
                  <a:pt x="1156738" y="577306"/>
                  <a:pt x="1156738" y="560536"/>
                </a:cubicBezTo>
                <a:cubicBezTo>
                  <a:pt x="1156738" y="543767"/>
                  <a:pt x="1170332" y="530173"/>
                  <a:pt x="1187102" y="530173"/>
                </a:cubicBezTo>
                <a:close/>
                <a:moveTo>
                  <a:pt x="1114547" y="530173"/>
                </a:moveTo>
                <a:cubicBezTo>
                  <a:pt x="1131317" y="530173"/>
                  <a:pt x="1144911" y="543767"/>
                  <a:pt x="1144911" y="560536"/>
                </a:cubicBezTo>
                <a:cubicBezTo>
                  <a:pt x="1144911" y="577306"/>
                  <a:pt x="1131317" y="590900"/>
                  <a:pt x="1114547" y="590900"/>
                </a:cubicBezTo>
                <a:cubicBezTo>
                  <a:pt x="1097778" y="590900"/>
                  <a:pt x="1084184" y="577306"/>
                  <a:pt x="1084184" y="560536"/>
                </a:cubicBezTo>
                <a:cubicBezTo>
                  <a:pt x="1084184" y="543767"/>
                  <a:pt x="1097778" y="530173"/>
                  <a:pt x="1114547" y="530173"/>
                </a:cubicBezTo>
                <a:close/>
                <a:moveTo>
                  <a:pt x="1041993" y="530173"/>
                </a:moveTo>
                <a:cubicBezTo>
                  <a:pt x="1058762" y="530173"/>
                  <a:pt x="1072356" y="543767"/>
                  <a:pt x="1072356" y="560536"/>
                </a:cubicBezTo>
                <a:cubicBezTo>
                  <a:pt x="1072356" y="577306"/>
                  <a:pt x="1058762" y="590900"/>
                  <a:pt x="1041993" y="590900"/>
                </a:cubicBezTo>
                <a:cubicBezTo>
                  <a:pt x="1025223" y="590900"/>
                  <a:pt x="1011629" y="577306"/>
                  <a:pt x="1011629" y="560536"/>
                </a:cubicBezTo>
                <a:cubicBezTo>
                  <a:pt x="1011629" y="543767"/>
                  <a:pt x="1025223" y="530173"/>
                  <a:pt x="1041993" y="530173"/>
                </a:cubicBezTo>
                <a:close/>
                <a:moveTo>
                  <a:pt x="969438" y="530173"/>
                </a:moveTo>
                <a:cubicBezTo>
                  <a:pt x="986208" y="530173"/>
                  <a:pt x="999801" y="543767"/>
                  <a:pt x="999801" y="560536"/>
                </a:cubicBezTo>
                <a:cubicBezTo>
                  <a:pt x="999801" y="577306"/>
                  <a:pt x="986208" y="590900"/>
                  <a:pt x="969438" y="590900"/>
                </a:cubicBezTo>
                <a:cubicBezTo>
                  <a:pt x="952669" y="590900"/>
                  <a:pt x="939075" y="577306"/>
                  <a:pt x="939075" y="560536"/>
                </a:cubicBezTo>
                <a:cubicBezTo>
                  <a:pt x="939075" y="543767"/>
                  <a:pt x="952669" y="530173"/>
                  <a:pt x="969438" y="530173"/>
                </a:cubicBezTo>
                <a:close/>
                <a:moveTo>
                  <a:pt x="896883" y="530173"/>
                </a:moveTo>
                <a:cubicBezTo>
                  <a:pt x="913653" y="530173"/>
                  <a:pt x="927247" y="543767"/>
                  <a:pt x="927247" y="560536"/>
                </a:cubicBezTo>
                <a:cubicBezTo>
                  <a:pt x="927247" y="577306"/>
                  <a:pt x="913653" y="590900"/>
                  <a:pt x="896883" y="590900"/>
                </a:cubicBezTo>
                <a:cubicBezTo>
                  <a:pt x="880114" y="590900"/>
                  <a:pt x="866520" y="577306"/>
                  <a:pt x="866520" y="560536"/>
                </a:cubicBezTo>
                <a:cubicBezTo>
                  <a:pt x="866520" y="543767"/>
                  <a:pt x="880114" y="530173"/>
                  <a:pt x="896883" y="530173"/>
                </a:cubicBezTo>
                <a:close/>
                <a:moveTo>
                  <a:pt x="824329" y="530173"/>
                </a:moveTo>
                <a:cubicBezTo>
                  <a:pt x="841098" y="530173"/>
                  <a:pt x="854692" y="543767"/>
                  <a:pt x="854692" y="560536"/>
                </a:cubicBezTo>
                <a:cubicBezTo>
                  <a:pt x="854692" y="577306"/>
                  <a:pt x="841098" y="590900"/>
                  <a:pt x="824329" y="590900"/>
                </a:cubicBezTo>
                <a:cubicBezTo>
                  <a:pt x="807559" y="590900"/>
                  <a:pt x="793965" y="577306"/>
                  <a:pt x="793965" y="560536"/>
                </a:cubicBezTo>
                <a:cubicBezTo>
                  <a:pt x="793965" y="543767"/>
                  <a:pt x="807559" y="530173"/>
                  <a:pt x="824329" y="530173"/>
                </a:cubicBezTo>
                <a:close/>
                <a:moveTo>
                  <a:pt x="751774" y="530173"/>
                </a:moveTo>
                <a:cubicBezTo>
                  <a:pt x="768544" y="530173"/>
                  <a:pt x="782138" y="543767"/>
                  <a:pt x="782138" y="560536"/>
                </a:cubicBezTo>
                <a:cubicBezTo>
                  <a:pt x="782138" y="577306"/>
                  <a:pt x="768544" y="590900"/>
                  <a:pt x="751774" y="590900"/>
                </a:cubicBezTo>
                <a:cubicBezTo>
                  <a:pt x="735005" y="590900"/>
                  <a:pt x="721411" y="577306"/>
                  <a:pt x="721411" y="560536"/>
                </a:cubicBezTo>
                <a:cubicBezTo>
                  <a:pt x="721411" y="543767"/>
                  <a:pt x="735005" y="530173"/>
                  <a:pt x="751774" y="530173"/>
                </a:cubicBezTo>
                <a:close/>
                <a:moveTo>
                  <a:pt x="679220" y="530173"/>
                </a:moveTo>
                <a:cubicBezTo>
                  <a:pt x="695989" y="530173"/>
                  <a:pt x="709583" y="543767"/>
                  <a:pt x="709583" y="560536"/>
                </a:cubicBezTo>
                <a:cubicBezTo>
                  <a:pt x="709583" y="577306"/>
                  <a:pt x="695989" y="590900"/>
                  <a:pt x="679220" y="590900"/>
                </a:cubicBezTo>
                <a:cubicBezTo>
                  <a:pt x="662450" y="590900"/>
                  <a:pt x="648856" y="577306"/>
                  <a:pt x="648856" y="560536"/>
                </a:cubicBezTo>
                <a:cubicBezTo>
                  <a:pt x="648856" y="543767"/>
                  <a:pt x="662450" y="530173"/>
                  <a:pt x="679220" y="530173"/>
                </a:cubicBezTo>
                <a:close/>
                <a:moveTo>
                  <a:pt x="606665" y="530173"/>
                </a:moveTo>
                <a:cubicBezTo>
                  <a:pt x="623435" y="530173"/>
                  <a:pt x="637029" y="543767"/>
                  <a:pt x="637029" y="560536"/>
                </a:cubicBezTo>
                <a:cubicBezTo>
                  <a:pt x="637029" y="577306"/>
                  <a:pt x="623435" y="590900"/>
                  <a:pt x="606665" y="590900"/>
                </a:cubicBezTo>
                <a:cubicBezTo>
                  <a:pt x="589896" y="590900"/>
                  <a:pt x="576302" y="577306"/>
                  <a:pt x="576302" y="560536"/>
                </a:cubicBezTo>
                <a:cubicBezTo>
                  <a:pt x="576302" y="543767"/>
                  <a:pt x="589896" y="530173"/>
                  <a:pt x="606665" y="530173"/>
                </a:cubicBezTo>
                <a:close/>
                <a:moveTo>
                  <a:pt x="534111" y="530173"/>
                </a:moveTo>
                <a:cubicBezTo>
                  <a:pt x="550880" y="530173"/>
                  <a:pt x="564474" y="543767"/>
                  <a:pt x="564474" y="560536"/>
                </a:cubicBezTo>
                <a:cubicBezTo>
                  <a:pt x="564474" y="577306"/>
                  <a:pt x="550880" y="590900"/>
                  <a:pt x="534111" y="590900"/>
                </a:cubicBezTo>
                <a:cubicBezTo>
                  <a:pt x="517341" y="590900"/>
                  <a:pt x="503747" y="577306"/>
                  <a:pt x="503747" y="560536"/>
                </a:cubicBezTo>
                <a:cubicBezTo>
                  <a:pt x="503747" y="543767"/>
                  <a:pt x="517341" y="530173"/>
                  <a:pt x="534111" y="530173"/>
                </a:cubicBezTo>
                <a:close/>
                <a:moveTo>
                  <a:pt x="461556" y="530173"/>
                </a:moveTo>
                <a:cubicBezTo>
                  <a:pt x="478326" y="530173"/>
                  <a:pt x="491920" y="543767"/>
                  <a:pt x="491920" y="560536"/>
                </a:cubicBezTo>
                <a:cubicBezTo>
                  <a:pt x="491920" y="577306"/>
                  <a:pt x="478326" y="590900"/>
                  <a:pt x="461556" y="590900"/>
                </a:cubicBezTo>
                <a:cubicBezTo>
                  <a:pt x="444787" y="590900"/>
                  <a:pt x="431192" y="577306"/>
                  <a:pt x="431192" y="560536"/>
                </a:cubicBezTo>
                <a:cubicBezTo>
                  <a:pt x="431192" y="543767"/>
                  <a:pt x="444787" y="530173"/>
                  <a:pt x="461556" y="530173"/>
                </a:cubicBezTo>
                <a:close/>
                <a:moveTo>
                  <a:pt x="389002" y="530173"/>
                </a:moveTo>
                <a:cubicBezTo>
                  <a:pt x="405771" y="530173"/>
                  <a:pt x="419365" y="543767"/>
                  <a:pt x="419365" y="560536"/>
                </a:cubicBezTo>
                <a:cubicBezTo>
                  <a:pt x="419365" y="577306"/>
                  <a:pt x="405771" y="590900"/>
                  <a:pt x="389002" y="590900"/>
                </a:cubicBezTo>
                <a:cubicBezTo>
                  <a:pt x="372232" y="590900"/>
                  <a:pt x="358638" y="577306"/>
                  <a:pt x="358638" y="560536"/>
                </a:cubicBezTo>
                <a:cubicBezTo>
                  <a:pt x="358638" y="543767"/>
                  <a:pt x="372232" y="530173"/>
                  <a:pt x="389002" y="530173"/>
                </a:cubicBezTo>
                <a:close/>
                <a:moveTo>
                  <a:pt x="316447" y="530173"/>
                </a:moveTo>
                <a:cubicBezTo>
                  <a:pt x="333216" y="530173"/>
                  <a:pt x="346810" y="543767"/>
                  <a:pt x="346810" y="560536"/>
                </a:cubicBezTo>
                <a:cubicBezTo>
                  <a:pt x="346810" y="577306"/>
                  <a:pt x="333216" y="590900"/>
                  <a:pt x="316447" y="590900"/>
                </a:cubicBezTo>
                <a:cubicBezTo>
                  <a:pt x="299677" y="590900"/>
                  <a:pt x="286084" y="577306"/>
                  <a:pt x="286084" y="560536"/>
                </a:cubicBezTo>
                <a:cubicBezTo>
                  <a:pt x="286084" y="543767"/>
                  <a:pt x="299677" y="530173"/>
                  <a:pt x="316447" y="530173"/>
                </a:cubicBezTo>
                <a:close/>
                <a:moveTo>
                  <a:pt x="243892" y="530173"/>
                </a:moveTo>
                <a:cubicBezTo>
                  <a:pt x="260662" y="530173"/>
                  <a:pt x="274256" y="543767"/>
                  <a:pt x="274256" y="560536"/>
                </a:cubicBezTo>
                <a:cubicBezTo>
                  <a:pt x="274256" y="577306"/>
                  <a:pt x="260662" y="590900"/>
                  <a:pt x="243892" y="590900"/>
                </a:cubicBezTo>
                <a:cubicBezTo>
                  <a:pt x="227123" y="590900"/>
                  <a:pt x="213529" y="577306"/>
                  <a:pt x="213529" y="560536"/>
                </a:cubicBezTo>
                <a:cubicBezTo>
                  <a:pt x="213529" y="543767"/>
                  <a:pt x="227123" y="530173"/>
                  <a:pt x="243892" y="530173"/>
                </a:cubicBezTo>
                <a:close/>
                <a:moveTo>
                  <a:pt x="171339" y="530173"/>
                </a:moveTo>
                <a:cubicBezTo>
                  <a:pt x="188107" y="530173"/>
                  <a:pt x="201701" y="543767"/>
                  <a:pt x="201701" y="560536"/>
                </a:cubicBezTo>
                <a:cubicBezTo>
                  <a:pt x="201701" y="577306"/>
                  <a:pt x="188107" y="590900"/>
                  <a:pt x="171339" y="590900"/>
                </a:cubicBezTo>
                <a:cubicBezTo>
                  <a:pt x="154673" y="590900"/>
                  <a:pt x="141079" y="577306"/>
                  <a:pt x="141079" y="560536"/>
                </a:cubicBezTo>
                <a:cubicBezTo>
                  <a:pt x="141079" y="543767"/>
                  <a:pt x="154673" y="530173"/>
                  <a:pt x="171339" y="530173"/>
                </a:cubicBezTo>
                <a:close/>
                <a:moveTo>
                  <a:pt x="98904" y="530173"/>
                </a:moveTo>
                <a:cubicBezTo>
                  <a:pt x="115664" y="530173"/>
                  <a:pt x="129258" y="543767"/>
                  <a:pt x="129258" y="560536"/>
                </a:cubicBezTo>
                <a:cubicBezTo>
                  <a:pt x="129258" y="577306"/>
                  <a:pt x="115664" y="590900"/>
                  <a:pt x="98904" y="590900"/>
                </a:cubicBezTo>
                <a:cubicBezTo>
                  <a:pt x="82130" y="590900"/>
                  <a:pt x="68536" y="577306"/>
                  <a:pt x="68536" y="560536"/>
                </a:cubicBezTo>
                <a:cubicBezTo>
                  <a:pt x="68536" y="543767"/>
                  <a:pt x="82130" y="530173"/>
                  <a:pt x="98904" y="530173"/>
                </a:cubicBezTo>
                <a:close/>
                <a:moveTo>
                  <a:pt x="26349" y="530173"/>
                </a:moveTo>
                <a:cubicBezTo>
                  <a:pt x="43112" y="530173"/>
                  <a:pt x="56707" y="543767"/>
                  <a:pt x="56707" y="560536"/>
                </a:cubicBezTo>
                <a:cubicBezTo>
                  <a:pt x="56707" y="577306"/>
                  <a:pt x="43112" y="590900"/>
                  <a:pt x="26349" y="590900"/>
                </a:cubicBezTo>
                <a:cubicBezTo>
                  <a:pt x="17963" y="590900"/>
                  <a:pt x="10372" y="587502"/>
                  <a:pt x="4877" y="582007"/>
                </a:cubicBezTo>
                <a:lnTo>
                  <a:pt x="0" y="570232"/>
                </a:lnTo>
                <a:lnTo>
                  <a:pt x="0" y="550840"/>
                </a:lnTo>
                <a:lnTo>
                  <a:pt x="4877" y="539066"/>
                </a:lnTo>
                <a:cubicBezTo>
                  <a:pt x="10372" y="533572"/>
                  <a:pt x="17963" y="530173"/>
                  <a:pt x="26349" y="530173"/>
                </a:cubicBezTo>
                <a:close/>
                <a:moveTo>
                  <a:pt x="1673704" y="458486"/>
                </a:moveTo>
                <a:lnTo>
                  <a:pt x="1671744" y="497284"/>
                </a:lnTo>
                <a:lnTo>
                  <a:pt x="1664620" y="480084"/>
                </a:lnTo>
                <a:cubicBezTo>
                  <a:pt x="1664620" y="471700"/>
                  <a:pt x="1668019" y="464109"/>
                  <a:pt x="1673514" y="458614"/>
                </a:cubicBezTo>
                <a:close/>
                <a:moveTo>
                  <a:pt x="1622429" y="449721"/>
                </a:moveTo>
                <a:cubicBezTo>
                  <a:pt x="1639199" y="449721"/>
                  <a:pt x="1652792" y="463315"/>
                  <a:pt x="1652792" y="480084"/>
                </a:cubicBezTo>
                <a:cubicBezTo>
                  <a:pt x="1652792" y="496854"/>
                  <a:pt x="1639199" y="510448"/>
                  <a:pt x="1622429" y="510448"/>
                </a:cubicBezTo>
                <a:cubicBezTo>
                  <a:pt x="1605659" y="510448"/>
                  <a:pt x="1592066" y="496854"/>
                  <a:pt x="1592066" y="480084"/>
                </a:cubicBezTo>
                <a:cubicBezTo>
                  <a:pt x="1592066" y="463315"/>
                  <a:pt x="1605659" y="449721"/>
                  <a:pt x="1622429" y="449721"/>
                </a:cubicBezTo>
                <a:close/>
                <a:moveTo>
                  <a:pt x="1549874" y="449721"/>
                </a:moveTo>
                <a:cubicBezTo>
                  <a:pt x="1566644" y="449721"/>
                  <a:pt x="1580238" y="463315"/>
                  <a:pt x="1580238" y="480084"/>
                </a:cubicBezTo>
                <a:cubicBezTo>
                  <a:pt x="1580238" y="496854"/>
                  <a:pt x="1566644" y="510448"/>
                  <a:pt x="1549874" y="510448"/>
                </a:cubicBezTo>
                <a:cubicBezTo>
                  <a:pt x="1533105" y="510448"/>
                  <a:pt x="1519511" y="496854"/>
                  <a:pt x="1519511" y="480084"/>
                </a:cubicBezTo>
                <a:cubicBezTo>
                  <a:pt x="1519511" y="463315"/>
                  <a:pt x="1533105" y="449721"/>
                  <a:pt x="1549874" y="449721"/>
                </a:cubicBezTo>
                <a:close/>
                <a:moveTo>
                  <a:pt x="1477320" y="449721"/>
                </a:moveTo>
                <a:cubicBezTo>
                  <a:pt x="1494089" y="449721"/>
                  <a:pt x="1507683" y="463315"/>
                  <a:pt x="1507683" y="480084"/>
                </a:cubicBezTo>
                <a:cubicBezTo>
                  <a:pt x="1507683" y="496854"/>
                  <a:pt x="1494089" y="510448"/>
                  <a:pt x="1477320" y="510448"/>
                </a:cubicBezTo>
                <a:cubicBezTo>
                  <a:pt x="1460550" y="510448"/>
                  <a:pt x="1446956" y="496854"/>
                  <a:pt x="1446956" y="480084"/>
                </a:cubicBezTo>
                <a:cubicBezTo>
                  <a:pt x="1446956" y="463315"/>
                  <a:pt x="1460550" y="449721"/>
                  <a:pt x="1477320" y="449721"/>
                </a:cubicBezTo>
                <a:close/>
                <a:moveTo>
                  <a:pt x="1404765" y="449721"/>
                </a:moveTo>
                <a:cubicBezTo>
                  <a:pt x="1421535" y="449721"/>
                  <a:pt x="1435129" y="463315"/>
                  <a:pt x="1435129" y="480084"/>
                </a:cubicBezTo>
                <a:cubicBezTo>
                  <a:pt x="1435129" y="496854"/>
                  <a:pt x="1421535" y="510448"/>
                  <a:pt x="1404765" y="510448"/>
                </a:cubicBezTo>
                <a:cubicBezTo>
                  <a:pt x="1387996" y="510448"/>
                  <a:pt x="1374402" y="496854"/>
                  <a:pt x="1374402" y="480084"/>
                </a:cubicBezTo>
                <a:cubicBezTo>
                  <a:pt x="1374402" y="463315"/>
                  <a:pt x="1387996" y="449721"/>
                  <a:pt x="1404765" y="449721"/>
                </a:cubicBezTo>
                <a:close/>
                <a:moveTo>
                  <a:pt x="1332211" y="449721"/>
                </a:moveTo>
                <a:cubicBezTo>
                  <a:pt x="1348980" y="449721"/>
                  <a:pt x="1362574" y="463315"/>
                  <a:pt x="1362574" y="480084"/>
                </a:cubicBezTo>
                <a:cubicBezTo>
                  <a:pt x="1362574" y="496854"/>
                  <a:pt x="1348980" y="510448"/>
                  <a:pt x="1332211" y="510448"/>
                </a:cubicBezTo>
                <a:cubicBezTo>
                  <a:pt x="1315441" y="510448"/>
                  <a:pt x="1301847" y="496854"/>
                  <a:pt x="1301847" y="480084"/>
                </a:cubicBezTo>
                <a:cubicBezTo>
                  <a:pt x="1301847" y="463315"/>
                  <a:pt x="1315441" y="449721"/>
                  <a:pt x="1332211" y="449721"/>
                </a:cubicBezTo>
                <a:close/>
                <a:moveTo>
                  <a:pt x="1259656" y="449721"/>
                </a:moveTo>
                <a:cubicBezTo>
                  <a:pt x="1276426" y="449721"/>
                  <a:pt x="1290020" y="463315"/>
                  <a:pt x="1290020" y="480084"/>
                </a:cubicBezTo>
                <a:cubicBezTo>
                  <a:pt x="1290020" y="496854"/>
                  <a:pt x="1276426" y="510448"/>
                  <a:pt x="1259656" y="510448"/>
                </a:cubicBezTo>
                <a:cubicBezTo>
                  <a:pt x="1242887" y="510448"/>
                  <a:pt x="1229293" y="496854"/>
                  <a:pt x="1229293" y="480084"/>
                </a:cubicBezTo>
                <a:cubicBezTo>
                  <a:pt x="1229293" y="463315"/>
                  <a:pt x="1242887" y="449721"/>
                  <a:pt x="1259656" y="449721"/>
                </a:cubicBezTo>
                <a:close/>
                <a:moveTo>
                  <a:pt x="1187102" y="449721"/>
                </a:moveTo>
                <a:cubicBezTo>
                  <a:pt x="1203871" y="449721"/>
                  <a:pt x="1217465" y="463315"/>
                  <a:pt x="1217465" y="480084"/>
                </a:cubicBezTo>
                <a:cubicBezTo>
                  <a:pt x="1217465" y="496854"/>
                  <a:pt x="1203871" y="510448"/>
                  <a:pt x="1187102" y="510448"/>
                </a:cubicBezTo>
                <a:cubicBezTo>
                  <a:pt x="1170332" y="510448"/>
                  <a:pt x="1156738" y="496854"/>
                  <a:pt x="1156738" y="480084"/>
                </a:cubicBezTo>
                <a:cubicBezTo>
                  <a:pt x="1156738" y="463315"/>
                  <a:pt x="1170332" y="449721"/>
                  <a:pt x="1187102" y="449721"/>
                </a:cubicBezTo>
                <a:close/>
                <a:moveTo>
                  <a:pt x="1114547" y="449721"/>
                </a:moveTo>
                <a:cubicBezTo>
                  <a:pt x="1131317" y="449721"/>
                  <a:pt x="1144911" y="463315"/>
                  <a:pt x="1144911" y="480084"/>
                </a:cubicBezTo>
                <a:cubicBezTo>
                  <a:pt x="1144911" y="496854"/>
                  <a:pt x="1131317" y="510448"/>
                  <a:pt x="1114547" y="510448"/>
                </a:cubicBezTo>
                <a:cubicBezTo>
                  <a:pt x="1097778" y="510448"/>
                  <a:pt x="1084184" y="496854"/>
                  <a:pt x="1084184" y="480084"/>
                </a:cubicBezTo>
                <a:cubicBezTo>
                  <a:pt x="1084184" y="463315"/>
                  <a:pt x="1097778" y="449721"/>
                  <a:pt x="1114547" y="449721"/>
                </a:cubicBezTo>
                <a:close/>
                <a:moveTo>
                  <a:pt x="1041993" y="449721"/>
                </a:moveTo>
                <a:cubicBezTo>
                  <a:pt x="1058762" y="449721"/>
                  <a:pt x="1072356" y="463315"/>
                  <a:pt x="1072356" y="480084"/>
                </a:cubicBezTo>
                <a:cubicBezTo>
                  <a:pt x="1072356" y="496854"/>
                  <a:pt x="1058762" y="510448"/>
                  <a:pt x="1041993" y="510448"/>
                </a:cubicBezTo>
                <a:cubicBezTo>
                  <a:pt x="1025223" y="510448"/>
                  <a:pt x="1011629" y="496854"/>
                  <a:pt x="1011629" y="480084"/>
                </a:cubicBezTo>
                <a:cubicBezTo>
                  <a:pt x="1011629" y="463315"/>
                  <a:pt x="1025223" y="449721"/>
                  <a:pt x="1041993" y="449721"/>
                </a:cubicBezTo>
                <a:close/>
                <a:moveTo>
                  <a:pt x="969438" y="449721"/>
                </a:moveTo>
                <a:cubicBezTo>
                  <a:pt x="986208" y="449721"/>
                  <a:pt x="999801" y="463315"/>
                  <a:pt x="999801" y="480084"/>
                </a:cubicBezTo>
                <a:cubicBezTo>
                  <a:pt x="999801" y="496854"/>
                  <a:pt x="986208" y="510448"/>
                  <a:pt x="969438" y="510448"/>
                </a:cubicBezTo>
                <a:cubicBezTo>
                  <a:pt x="952669" y="510448"/>
                  <a:pt x="939075" y="496854"/>
                  <a:pt x="939075" y="480084"/>
                </a:cubicBezTo>
                <a:cubicBezTo>
                  <a:pt x="939075" y="463315"/>
                  <a:pt x="952669" y="449721"/>
                  <a:pt x="969438" y="449721"/>
                </a:cubicBezTo>
                <a:close/>
                <a:moveTo>
                  <a:pt x="896883" y="449721"/>
                </a:moveTo>
                <a:cubicBezTo>
                  <a:pt x="913653" y="449721"/>
                  <a:pt x="927247" y="463315"/>
                  <a:pt x="927247" y="480084"/>
                </a:cubicBezTo>
                <a:cubicBezTo>
                  <a:pt x="927247" y="496854"/>
                  <a:pt x="913653" y="510448"/>
                  <a:pt x="896883" y="510448"/>
                </a:cubicBezTo>
                <a:cubicBezTo>
                  <a:pt x="880114" y="510448"/>
                  <a:pt x="866520" y="496854"/>
                  <a:pt x="866520" y="480084"/>
                </a:cubicBezTo>
                <a:cubicBezTo>
                  <a:pt x="866520" y="463315"/>
                  <a:pt x="880114" y="449721"/>
                  <a:pt x="896883" y="449721"/>
                </a:cubicBezTo>
                <a:close/>
                <a:moveTo>
                  <a:pt x="824329" y="449721"/>
                </a:moveTo>
                <a:cubicBezTo>
                  <a:pt x="841098" y="449721"/>
                  <a:pt x="854692" y="463315"/>
                  <a:pt x="854692" y="480084"/>
                </a:cubicBezTo>
                <a:cubicBezTo>
                  <a:pt x="854692" y="496854"/>
                  <a:pt x="841098" y="510448"/>
                  <a:pt x="824329" y="510448"/>
                </a:cubicBezTo>
                <a:cubicBezTo>
                  <a:pt x="807559" y="510448"/>
                  <a:pt x="793965" y="496854"/>
                  <a:pt x="793965" y="480084"/>
                </a:cubicBezTo>
                <a:cubicBezTo>
                  <a:pt x="793965" y="463315"/>
                  <a:pt x="807559" y="449721"/>
                  <a:pt x="824329" y="449721"/>
                </a:cubicBezTo>
                <a:close/>
                <a:moveTo>
                  <a:pt x="751774" y="449721"/>
                </a:moveTo>
                <a:cubicBezTo>
                  <a:pt x="768544" y="449721"/>
                  <a:pt x="782138" y="463315"/>
                  <a:pt x="782138" y="480084"/>
                </a:cubicBezTo>
                <a:cubicBezTo>
                  <a:pt x="782138" y="496854"/>
                  <a:pt x="768544" y="510448"/>
                  <a:pt x="751774" y="510448"/>
                </a:cubicBezTo>
                <a:cubicBezTo>
                  <a:pt x="735005" y="510448"/>
                  <a:pt x="721411" y="496854"/>
                  <a:pt x="721411" y="480084"/>
                </a:cubicBezTo>
                <a:cubicBezTo>
                  <a:pt x="721411" y="463315"/>
                  <a:pt x="735005" y="449721"/>
                  <a:pt x="751774" y="449721"/>
                </a:cubicBezTo>
                <a:close/>
                <a:moveTo>
                  <a:pt x="679220" y="449721"/>
                </a:moveTo>
                <a:cubicBezTo>
                  <a:pt x="695989" y="449721"/>
                  <a:pt x="709583" y="463315"/>
                  <a:pt x="709583" y="480084"/>
                </a:cubicBezTo>
                <a:cubicBezTo>
                  <a:pt x="709583" y="496854"/>
                  <a:pt x="695989" y="510448"/>
                  <a:pt x="679220" y="510448"/>
                </a:cubicBezTo>
                <a:cubicBezTo>
                  <a:pt x="662450" y="510448"/>
                  <a:pt x="648856" y="496854"/>
                  <a:pt x="648856" y="480084"/>
                </a:cubicBezTo>
                <a:cubicBezTo>
                  <a:pt x="648856" y="463315"/>
                  <a:pt x="662450" y="449721"/>
                  <a:pt x="679220" y="449721"/>
                </a:cubicBezTo>
                <a:close/>
                <a:moveTo>
                  <a:pt x="606665" y="449721"/>
                </a:moveTo>
                <a:cubicBezTo>
                  <a:pt x="623435" y="449721"/>
                  <a:pt x="637029" y="463315"/>
                  <a:pt x="637029" y="480084"/>
                </a:cubicBezTo>
                <a:cubicBezTo>
                  <a:pt x="637029" y="496854"/>
                  <a:pt x="623435" y="510448"/>
                  <a:pt x="606665" y="510448"/>
                </a:cubicBezTo>
                <a:cubicBezTo>
                  <a:pt x="589896" y="510448"/>
                  <a:pt x="576302" y="496854"/>
                  <a:pt x="576302" y="480084"/>
                </a:cubicBezTo>
                <a:cubicBezTo>
                  <a:pt x="576302" y="463315"/>
                  <a:pt x="589896" y="449721"/>
                  <a:pt x="606665" y="449721"/>
                </a:cubicBezTo>
                <a:close/>
                <a:moveTo>
                  <a:pt x="534111" y="449721"/>
                </a:moveTo>
                <a:cubicBezTo>
                  <a:pt x="550880" y="449721"/>
                  <a:pt x="564474" y="463315"/>
                  <a:pt x="564474" y="480084"/>
                </a:cubicBezTo>
                <a:cubicBezTo>
                  <a:pt x="564474" y="496854"/>
                  <a:pt x="550880" y="510448"/>
                  <a:pt x="534111" y="510448"/>
                </a:cubicBezTo>
                <a:cubicBezTo>
                  <a:pt x="517341" y="510448"/>
                  <a:pt x="503747" y="496854"/>
                  <a:pt x="503747" y="480084"/>
                </a:cubicBezTo>
                <a:cubicBezTo>
                  <a:pt x="503747" y="463315"/>
                  <a:pt x="517341" y="449721"/>
                  <a:pt x="534111" y="449721"/>
                </a:cubicBezTo>
                <a:close/>
                <a:moveTo>
                  <a:pt x="461556" y="449721"/>
                </a:moveTo>
                <a:cubicBezTo>
                  <a:pt x="478326" y="449721"/>
                  <a:pt x="491920" y="463315"/>
                  <a:pt x="491920" y="480084"/>
                </a:cubicBezTo>
                <a:cubicBezTo>
                  <a:pt x="491920" y="496854"/>
                  <a:pt x="478326" y="510448"/>
                  <a:pt x="461556" y="510448"/>
                </a:cubicBezTo>
                <a:cubicBezTo>
                  <a:pt x="444787" y="510448"/>
                  <a:pt x="431192" y="496854"/>
                  <a:pt x="431192" y="480084"/>
                </a:cubicBezTo>
                <a:cubicBezTo>
                  <a:pt x="431192" y="463315"/>
                  <a:pt x="444787" y="449721"/>
                  <a:pt x="461556" y="449721"/>
                </a:cubicBezTo>
                <a:close/>
                <a:moveTo>
                  <a:pt x="389002" y="449721"/>
                </a:moveTo>
                <a:cubicBezTo>
                  <a:pt x="405771" y="449721"/>
                  <a:pt x="419365" y="463315"/>
                  <a:pt x="419365" y="480084"/>
                </a:cubicBezTo>
                <a:cubicBezTo>
                  <a:pt x="419365" y="496854"/>
                  <a:pt x="405771" y="510448"/>
                  <a:pt x="389002" y="510448"/>
                </a:cubicBezTo>
                <a:cubicBezTo>
                  <a:pt x="372232" y="510448"/>
                  <a:pt x="358638" y="496854"/>
                  <a:pt x="358638" y="480084"/>
                </a:cubicBezTo>
                <a:cubicBezTo>
                  <a:pt x="358638" y="463315"/>
                  <a:pt x="372232" y="449721"/>
                  <a:pt x="389002" y="449721"/>
                </a:cubicBezTo>
                <a:close/>
                <a:moveTo>
                  <a:pt x="316447" y="449721"/>
                </a:moveTo>
                <a:cubicBezTo>
                  <a:pt x="333216" y="449721"/>
                  <a:pt x="346810" y="463315"/>
                  <a:pt x="346810" y="480084"/>
                </a:cubicBezTo>
                <a:cubicBezTo>
                  <a:pt x="346810" y="496854"/>
                  <a:pt x="333216" y="510448"/>
                  <a:pt x="316447" y="510448"/>
                </a:cubicBezTo>
                <a:cubicBezTo>
                  <a:pt x="299677" y="510448"/>
                  <a:pt x="286084" y="496854"/>
                  <a:pt x="286084" y="480084"/>
                </a:cubicBezTo>
                <a:cubicBezTo>
                  <a:pt x="286084" y="463315"/>
                  <a:pt x="299677" y="449721"/>
                  <a:pt x="316447" y="449721"/>
                </a:cubicBezTo>
                <a:close/>
                <a:moveTo>
                  <a:pt x="243892" y="449721"/>
                </a:moveTo>
                <a:cubicBezTo>
                  <a:pt x="260662" y="449721"/>
                  <a:pt x="274256" y="463315"/>
                  <a:pt x="274256" y="480084"/>
                </a:cubicBezTo>
                <a:cubicBezTo>
                  <a:pt x="274256" y="496854"/>
                  <a:pt x="260662" y="510448"/>
                  <a:pt x="243892" y="510448"/>
                </a:cubicBezTo>
                <a:cubicBezTo>
                  <a:pt x="227123" y="510448"/>
                  <a:pt x="213529" y="496854"/>
                  <a:pt x="213529" y="480084"/>
                </a:cubicBezTo>
                <a:cubicBezTo>
                  <a:pt x="213529" y="463315"/>
                  <a:pt x="227123" y="449721"/>
                  <a:pt x="243892" y="449721"/>
                </a:cubicBezTo>
                <a:close/>
                <a:moveTo>
                  <a:pt x="171339" y="449721"/>
                </a:moveTo>
                <a:cubicBezTo>
                  <a:pt x="188107" y="449721"/>
                  <a:pt x="201701" y="463315"/>
                  <a:pt x="201701" y="480084"/>
                </a:cubicBezTo>
                <a:cubicBezTo>
                  <a:pt x="201701" y="496854"/>
                  <a:pt x="188107" y="510448"/>
                  <a:pt x="171339" y="510448"/>
                </a:cubicBezTo>
                <a:cubicBezTo>
                  <a:pt x="154679" y="510448"/>
                  <a:pt x="141085" y="496854"/>
                  <a:pt x="141085" y="480084"/>
                </a:cubicBezTo>
                <a:cubicBezTo>
                  <a:pt x="141085" y="463315"/>
                  <a:pt x="154679" y="449721"/>
                  <a:pt x="171339" y="449721"/>
                </a:cubicBezTo>
                <a:close/>
                <a:moveTo>
                  <a:pt x="98910" y="449721"/>
                </a:moveTo>
                <a:cubicBezTo>
                  <a:pt x="115670" y="449721"/>
                  <a:pt x="129264" y="463315"/>
                  <a:pt x="129264" y="480084"/>
                </a:cubicBezTo>
                <a:cubicBezTo>
                  <a:pt x="129264" y="496854"/>
                  <a:pt x="115670" y="510448"/>
                  <a:pt x="98910" y="510448"/>
                </a:cubicBezTo>
                <a:cubicBezTo>
                  <a:pt x="82136" y="510448"/>
                  <a:pt x="68542" y="496854"/>
                  <a:pt x="68542" y="480084"/>
                </a:cubicBezTo>
                <a:cubicBezTo>
                  <a:pt x="68542" y="463315"/>
                  <a:pt x="82136" y="449721"/>
                  <a:pt x="98910" y="449721"/>
                </a:cubicBezTo>
                <a:close/>
                <a:moveTo>
                  <a:pt x="26355" y="449721"/>
                </a:moveTo>
                <a:cubicBezTo>
                  <a:pt x="43118" y="449721"/>
                  <a:pt x="56713" y="463315"/>
                  <a:pt x="56713" y="480084"/>
                </a:cubicBezTo>
                <a:cubicBezTo>
                  <a:pt x="56713" y="496854"/>
                  <a:pt x="43118" y="510448"/>
                  <a:pt x="26355" y="510448"/>
                </a:cubicBezTo>
                <a:cubicBezTo>
                  <a:pt x="17970" y="510448"/>
                  <a:pt x="10379" y="507050"/>
                  <a:pt x="4884" y="501555"/>
                </a:cubicBezTo>
                <a:lnTo>
                  <a:pt x="0" y="489763"/>
                </a:lnTo>
                <a:lnTo>
                  <a:pt x="0" y="470405"/>
                </a:lnTo>
                <a:lnTo>
                  <a:pt x="4884" y="458614"/>
                </a:lnTo>
                <a:cubicBezTo>
                  <a:pt x="10379" y="453120"/>
                  <a:pt x="17970" y="449721"/>
                  <a:pt x="26355" y="449721"/>
                </a:cubicBezTo>
                <a:close/>
                <a:moveTo>
                  <a:pt x="1673066" y="379245"/>
                </a:moveTo>
                <a:lnTo>
                  <a:pt x="1675237" y="422266"/>
                </a:lnTo>
                <a:lnTo>
                  <a:pt x="1673514" y="421103"/>
                </a:lnTo>
                <a:cubicBezTo>
                  <a:pt x="1668019" y="415609"/>
                  <a:pt x="1664620" y="408017"/>
                  <a:pt x="1664620" y="399633"/>
                </a:cubicBezTo>
                <a:close/>
                <a:moveTo>
                  <a:pt x="1622429" y="369269"/>
                </a:moveTo>
                <a:cubicBezTo>
                  <a:pt x="1639199" y="369269"/>
                  <a:pt x="1652792" y="382864"/>
                  <a:pt x="1652792" y="399633"/>
                </a:cubicBezTo>
                <a:cubicBezTo>
                  <a:pt x="1652792" y="416402"/>
                  <a:pt x="1639199" y="429997"/>
                  <a:pt x="1622429" y="429997"/>
                </a:cubicBezTo>
                <a:cubicBezTo>
                  <a:pt x="1605659" y="429997"/>
                  <a:pt x="1592066" y="416402"/>
                  <a:pt x="1592066" y="399633"/>
                </a:cubicBezTo>
                <a:cubicBezTo>
                  <a:pt x="1592066" y="382864"/>
                  <a:pt x="1605659" y="369269"/>
                  <a:pt x="1622429" y="369269"/>
                </a:cubicBezTo>
                <a:close/>
                <a:moveTo>
                  <a:pt x="1549874" y="369269"/>
                </a:moveTo>
                <a:cubicBezTo>
                  <a:pt x="1566644" y="369269"/>
                  <a:pt x="1580238" y="382864"/>
                  <a:pt x="1580238" y="399633"/>
                </a:cubicBezTo>
                <a:cubicBezTo>
                  <a:pt x="1580238" y="416402"/>
                  <a:pt x="1566644" y="429997"/>
                  <a:pt x="1549874" y="429997"/>
                </a:cubicBezTo>
                <a:cubicBezTo>
                  <a:pt x="1533105" y="429997"/>
                  <a:pt x="1519511" y="416402"/>
                  <a:pt x="1519511" y="399633"/>
                </a:cubicBezTo>
                <a:cubicBezTo>
                  <a:pt x="1519511" y="382864"/>
                  <a:pt x="1533105" y="369269"/>
                  <a:pt x="1549874" y="369269"/>
                </a:cubicBezTo>
                <a:close/>
                <a:moveTo>
                  <a:pt x="1477320" y="369269"/>
                </a:moveTo>
                <a:cubicBezTo>
                  <a:pt x="1494089" y="369269"/>
                  <a:pt x="1507683" y="382864"/>
                  <a:pt x="1507683" y="399633"/>
                </a:cubicBezTo>
                <a:cubicBezTo>
                  <a:pt x="1507683" y="416402"/>
                  <a:pt x="1494089" y="429997"/>
                  <a:pt x="1477320" y="429997"/>
                </a:cubicBezTo>
                <a:cubicBezTo>
                  <a:pt x="1460550" y="429997"/>
                  <a:pt x="1446956" y="416402"/>
                  <a:pt x="1446956" y="399633"/>
                </a:cubicBezTo>
                <a:cubicBezTo>
                  <a:pt x="1446956" y="382864"/>
                  <a:pt x="1460550" y="369269"/>
                  <a:pt x="1477320" y="369269"/>
                </a:cubicBezTo>
                <a:close/>
                <a:moveTo>
                  <a:pt x="1404765" y="369269"/>
                </a:moveTo>
                <a:cubicBezTo>
                  <a:pt x="1421535" y="369269"/>
                  <a:pt x="1435129" y="382864"/>
                  <a:pt x="1435129" y="399633"/>
                </a:cubicBezTo>
                <a:cubicBezTo>
                  <a:pt x="1435129" y="416402"/>
                  <a:pt x="1421535" y="429997"/>
                  <a:pt x="1404765" y="429997"/>
                </a:cubicBezTo>
                <a:cubicBezTo>
                  <a:pt x="1387996" y="429997"/>
                  <a:pt x="1374402" y="416402"/>
                  <a:pt x="1374402" y="399633"/>
                </a:cubicBezTo>
                <a:cubicBezTo>
                  <a:pt x="1374402" y="382864"/>
                  <a:pt x="1387996" y="369269"/>
                  <a:pt x="1404765" y="369269"/>
                </a:cubicBezTo>
                <a:close/>
                <a:moveTo>
                  <a:pt x="1332211" y="369269"/>
                </a:moveTo>
                <a:cubicBezTo>
                  <a:pt x="1348980" y="369269"/>
                  <a:pt x="1362574" y="382864"/>
                  <a:pt x="1362574" y="399633"/>
                </a:cubicBezTo>
                <a:cubicBezTo>
                  <a:pt x="1362574" y="416402"/>
                  <a:pt x="1348980" y="429997"/>
                  <a:pt x="1332211" y="429997"/>
                </a:cubicBezTo>
                <a:cubicBezTo>
                  <a:pt x="1315441" y="429997"/>
                  <a:pt x="1301847" y="416402"/>
                  <a:pt x="1301847" y="399633"/>
                </a:cubicBezTo>
                <a:cubicBezTo>
                  <a:pt x="1301847" y="382864"/>
                  <a:pt x="1315441" y="369269"/>
                  <a:pt x="1332211" y="369269"/>
                </a:cubicBezTo>
                <a:close/>
                <a:moveTo>
                  <a:pt x="1259656" y="369269"/>
                </a:moveTo>
                <a:cubicBezTo>
                  <a:pt x="1276426" y="369269"/>
                  <a:pt x="1290020" y="382864"/>
                  <a:pt x="1290020" y="399633"/>
                </a:cubicBezTo>
                <a:cubicBezTo>
                  <a:pt x="1290020" y="416402"/>
                  <a:pt x="1276426" y="429997"/>
                  <a:pt x="1259656" y="429997"/>
                </a:cubicBezTo>
                <a:cubicBezTo>
                  <a:pt x="1242887" y="429997"/>
                  <a:pt x="1229293" y="416402"/>
                  <a:pt x="1229293" y="399633"/>
                </a:cubicBezTo>
                <a:cubicBezTo>
                  <a:pt x="1229293" y="382864"/>
                  <a:pt x="1242887" y="369269"/>
                  <a:pt x="1259656" y="369269"/>
                </a:cubicBezTo>
                <a:close/>
                <a:moveTo>
                  <a:pt x="1187102" y="369269"/>
                </a:moveTo>
                <a:cubicBezTo>
                  <a:pt x="1203871" y="369269"/>
                  <a:pt x="1217465" y="382864"/>
                  <a:pt x="1217465" y="399633"/>
                </a:cubicBezTo>
                <a:cubicBezTo>
                  <a:pt x="1217465" y="416402"/>
                  <a:pt x="1203871" y="429997"/>
                  <a:pt x="1187102" y="429997"/>
                </a:cubicBezTo>
                <a:cubicBezTo>
                  <a:pt x="1170332" y="429997"/>
                  <a:pt x="1156738" y="416402"/>
                  <a:pt x="1156738" y="399633"/>
                </a:cubicBezTo>
                <a:cubicBezTo>
                  <a:pt x="1156738" y="382864"/>
                  <a:pt x="1170332" y="369269"/>
                  <a:pt x="1187102" y="369269"/>
                </a:cubicBezTo>
                <a:close/>
                <a:moveTo>
                  <a:pt x="1114547" y="369269"/>
                </a:moveTo>
                <a:cubicBezTo>
                  <a:pt x="1131317" y="369269"/>
                  <a:pt x="1144911" y="382864"/>
                  <a:pt x="1144911" y="399633"/>
                </a:cubicBezTo>
                <a:cubicBezTo>
                  <a:pt x="1144911" y="416402"/>
                  <a:pt x="1131317" y="429997"/>
                  <a:pt x="1114547" y="429997"/>
                </a:cubicBezTo>
                <a:cubicBezTo>
                  <a:pt x="1097778" y="429997"/>
                  <a:pt x="1084184" y="416402"/>
                  <a:pt x="1084184" y="399633"/>
                </a:cubicBezTo>
                <a:cubicBezTo>
                  <a:pt x="1084184" y="382864"/>
                  <a:pt x="1097778" y="369269"/>
                  <a:pt x="1114547" y="369269"/>
                </a:cubicBezTo>
                <a:close/>
                <a:moveTo>
                  <a:pt x="1041993" y="369269"/>
                </a:moveTo>
                <a:cubicBezTo>
                  <a:pt x="1058762" y="369269"/>
                  <a:pt x="1072356" y="382864"/>
                  <a:pt x="1072356" y="399633"/>
                </a:cubicBezTo>
                <a:cubicBezTo>
                  <a:pt x="1072356" y="416402"/>
                  <a:pt x="1058762" y="429997"/>
                  <a:pt x="1041993" y="429997"/>
                </a:cubicBezTo>
                <a:cubicBezTo>
                  <a:pt x="1025223" y="429997"/>
                  <a:pt x="1011629" y="416402"/>
                  <a:pt x="1011629" y="399633"/>
                </a:cubicBezTo>
                <a:cubicBezTo>
                  <a:pt x="1011629" y="382864"/>
                  <a:pt x="1025223" y="369269"/>
                  <a:pt x="1041993" y="369269"/>
                </a:cubicBezTo>
                <a:close/>
                <a:moveTo>
                  <a:pt x="969438" y="369269"/>
                </a:moveTo>
                <a:cubicBezTo>
                  <a:pt x="986208" y="369269"/>
                  <a:pt x="999801" y="382864"/>
                  <a:pt x="999801" y="399633"/>
                </a:cubicBezTo>
                <a:cubicBezTo>
                  <a:pt x="999801" y="416402"/>
                  <a:pt x="986208" y="429997"/>
                  <a:pt x="969438" y="429997"/>
                </a:cubicBezTo>
                <a:cubicBezTo>
                  <a:pt x="952669" y="429997"/>
                  <a:pt x="939075" y="416402"/>
                  <a:pt x="939075" y="399633"/>
                </a:cubicBezTo>
                <a:cubicBezTo>
                  <a:pt x="939075" y="382864"/>
                  <a:pt x="952669" y="369269"/>
                  <a:pt x="969438" y="369269"/>
                </a:cubicBezTo>
                <a:close/>
                <a:moveTo>
                  <a:pt x="896883" y="369269"/>
                </a:moveTo>
                <a:cubicBezTo>
                  <a:pt x="913653" y="369269"/>
                  <a:pt x="927247" y="382864"/>
                  <a:pt x="927247" y="399633"/>
                </a:cubicBezTo>
                <a:cubicBezTo>
                  <a:pt x="927247" y="416402"/>
                  <a:pt x="913653" y="429997"/>
                  <a:pt x="896883" y="429997"/>
                </a:cubicBezTo>
                <a:cubicBezTo>
                  <a:pt x="880114" y="429997"/>
                  <a:pt x="866520" y="416402"/>
                  <a:pt x="866520" y="399633"/>
                </a:cubicBezTo>
                <a:cubicBezTo>
                  <a:pt x="866520" y="382864"/>
                  <a:pt x="880114" y="369269"/>
                  <a:pt x="896883" y="369269"/>
                </a:cubicBezTo>
                <a:close/>
                <a:moveTo>
                  <a:pt x="824329" y="369269"/>
                </a:moveTo>
                <a:cubicBezTo>
                  <a:pt x="841098" y="369269"/>
                  <a:pt x="854692" y="382864"/>
                  <a:pt x="854692" y="399633"/>
                </a:cubicBezTo>
                <a:cubicBezTo>
                  <a:pt x="854692" y="416402"/>
                  <a:pt x="841098" y="429997"/>
                  <a:pt x="824329" y="429997"/>
                </a:cubicBezTo>
                <a:cubicBezTo>
                  <a:pt x="807559" y="429997"/>
                  <a:pt x="793965" y="416402"/>
                  <a:pt x="793965" y="399633"/>
                </a:cubicBezTo>
                <a:cubicBezTo>
                  <a:pt x="793965" y="382864"/>
                  <a:pt x="807559" y="369269"/>
                  <a:pt x="824329" y="369269"/>
                </a:cubicBezTo>
                <a:close/>
                <a:moveTo>
                  <a:pt x="751774" y="369269"/>
                </a:moveTo>
                <a:cubicBezTo>
                  <a:pt x="768544" y="369269"/>
                  <a:pt x="782138" y="382864"/>
                  <a:pt x="782138" y="399633"/>
                </a:cubicBezTo>
                <a:cubicBezTo>
                  <a:pt x="782138" y="416402"/>
                  <a:pt x="768544" y="429997"/>
                  <a:pt x="751774" y="429997"/>
                </a:cubicBezTo>
                <a:cubicBezTo>
                  <a:pt x="735005" y="429997"/>
                  <a:pt x="721411" y="416402"/>
                  <a:pt x="721411" y="399633"/>
                </a:cubicBezTo>
                <a:cubicBezTo>
                  <a:pt x="721411" y="382864"/>
                  <a:pt x="735005" y="369269"/>
                  <a:pt x="751774" y="369269"/>
                </a:cubicBezTo>
                <a:close/>
                <a:moveTo>
                  <a:pt x="679220" y="369269"/>
                </a:moveTo>
                <a:cubicBezTo>
                  <a:pt x="695989" y="369269"/>
                  <a:pt x="709583" y="382864"/>
                  <a:pt x="709583" y="399633"/>
                </a:cubicBezTo>
                <a:cubicBezTo>
                  <a:pt x="709583" y="416402"/>
                  <a:pt x="695989" y="429997"/>
                  <a:pt x="679220" y="429997"/>
                </a:cubicBezTo>
                <a:cubicBezTo>
                  <a:pt x="662450" y="429997"/>
                  <a:pt x="648856" y="416402"/>
                  <a:pt x="648856" y="399633"/>
                </a:cubicBezTo>
                <a:cubicBezTo>
                  <a:pt x="648856" y="382864"/>
                  <a:pt x="662450" y="369269"/>
                  <a:pt x="679220" y="369269"/>
                </a:cubicBezTo>
                <a:close/>
                <a:moveTo>
                  <a:pt x="606665" y="369269"/>
                </a:moveTo>
                <a:cubicBezTo>
                  <a:pt x="623435" y="369269"/>
                  <a:pt x="637029" y="382864"/>
                  <a:pt x="637029" y="399633"/>
                </a:cubicBezTo>
                <a:cubicBezTo>
                  <a:pt x="637029" y="416402"/>
                  <a:pt x="623435" y="429997"/>
                  <a:pt x="606665" y="429997"/>
                </a:cubicBezTo>
                <a:cubicBezTo>
                  <a:pt x="589896" y="429997"/>
                  <a:pt x="576302" y="416402"/>
                  <a:pt x="576302" y="399633"/>
                </a:cubicBezTo>
                <a:cubicBezTo>
                  <a:pt x="576302" y="382864"/>
                  <a:pt x="589896" y="369269"/>
                  <a:pt x="606665" y="369269"/>
                </a:cubicBezTo>
                <a:close/>
                <a:moveTo>
                  <a:pt x="534111" y="369269"/>
                </a:moveTo>
                <a:cubicBezTo>
                  <a:pt x="550880" y="369269"/>
                  <a:pt x="564474" y="382864"/>
                  <a:pt x="564474" y="399633"/>
                </a:cubicBezTo>
                <a:cubicBezTo>
                  <a:pt x="564474" y="416402"/>
                  <a:pt x="550880" y="429997"/>
                  <a:pt x="534111" y="429997"/>
                </a:cubicBezTo>
                <a:cubicBezTo>
                  <a:pt x="517341" y="429997"/>
                  <a:pt x="503747" y="416402"/>
                  <a:pt x="503747" y="399633"/>
                </a:cubicBezTo>
                <a:cubicBezTo>
                  <a:pt x="503747" y="382864"/>
                  <a:pt x="517341" y="369269"/>
                  <a:pt x="534111" y="369269"/>
                </a:cubicBezTo>
                <a:close/>
                <a:moveTo>
                  <a:pt x="461556" y="369269"/>
                </a:moveTo>
                <a:cubicBezTo>
                  <a:pt x="478326" y="369269"/>
                  <a:pt x="491920" y="382864"/>
                  <a:pt x="491920" y="399633"/>
                </a:cubicBezTo>
                <a:cubicBezTo>
                  <a:pt x="491920" y="416402"/>
                  <a:pt x="478326" y="429997"/>
                  <a:pt x="461556" y="429997"/>
                </a:cubicBezTo>
                <a:cubicBezTo>
                  <a:pt x="444787" y="429997"/>
                  <a:pt x="431192" y="416402"/>
                  <a:pt x="431192" y="399633"/>
                </a:cubicBezTo>
                <a:cubicBezTo>
                  <a:pt x="431192" y="382864"/>
                  <a:pt x="444787" y="369269"/>
                  <a:pt x="461556" y="369269"/>
                </a:cubicBezTo>
                <a:close/>
                <a:moveTo>
                  <a:pt x="389002" y="369269"/>
                </a:moveTo>
                <a:cubicBezTo>
                  <a:pt x="405771" y="369269"/>
                  <a:pt x="419365" y="382864"/>
                  <a:pt x="419365" y="399633"/>
                </a:cubicBezTo>
                <a:cubicBezTo>
                  <a:pt x="419365" y="416402"/>
                  <a:pt x="405771" y="429997"/>
                  <a:pt x="389002" y="429997"/>
                </a:cubicBezTo>
                <a:cubicBezTo>
                  <a:pt x="372232" y="429997"/>
                  <a:pt x="358638" y="416402"/>
                  <a:pt x="358638" y="399633"/>
                </a:cubicBezTo>
                <a:cubicBezTo>
                  <a:pt x="358638" y="382864"/>
                  <a:pt x="372232" y="369269"/>
                  <a:pt x="389002" y="369269"/>
                </a:cubicBezTo>
                <a:close/>
                <a:moveTo>
                  <a:pt x="316447" y="369269"/>
                </a:moveTo>
                <a:cubicBezTo>
                  <a:pt x="333216" y="369269"/>
                  <a:pt x="346810" y="382864"/>
                  <a:pt x="346810" y="399633"/>
                </a:cubicBezTo>
                <a:cubicBezTo>
                  <a:pt x="346810" y="416402"/>
                  <a:pt x="333216" y="429997"/>
                  <a:pt x="316447" y="429997"/>
                </a:cubicBezTo>
                <a:cubicBezTo>
                  <a:pt x="299677" y="429997"/>
                  <a:pt x="286084" y="416402"/>
                  <a:pt x="286084" y="399633"/>
                </a:cubicBezTo>
                <a:cubicBezTo>
                  <a:pt x="286084" y="382864"/>
                  <a:pt x="299677" y="369269"/>
                  <a:pt x="316447" y="369269"/>
                </a:cubicBezTo>
                <a:close/>
                <a:moveTo>
                  <a:pt x="243892" y="369269"/>
                </a:moveTo>
                <a:cubicBezTo>
                  <a:pt x="260662" y="369269"/>
                  <a:pt x="274256" y="382864"/>
                  <a:pt x="274256" y="399633"/>
                </a:cubicBezTo>
                <a:cubicBezTo>
                  <a:pt x="274256" y="416402"/>
                  <a:pt x="260662" y="429997"/>
                  <a:pt x="243892" y="429997"/>
                </a:cubicBezTo>
                <a:cubicBezTo>
                  <a:pt x="227123" y="429997"/>
                  <a:pt x="213529" y="416402"/>
                  <a:pt x="213529" y="399633"/>
                </a:cubicBezTo>
                <a:cubicBezTo>
                  <a:pt x="213529" y="382864"/>
                  <a:pt x="227123" y="369269"/>
                  <a:pt x="243892" y="369269"/>
                </a:cubicBezTo>
                <a:close/>
                <a:moveTo>
                  <a:pt x="171339" y="369269"/>
                </a:moveTo>
                <a:cubicBezTo>
                  <a:pt x="188107" y="369269"/>
                  <a:pt x="201701" y="382864"/>
                  <a:pt x="201701" y="399633"/>
                </a:cubicBezTo>
                <a:cubicBezTo>
                  <a:pt x="201701" y="416402"/>
                  <a:pt x="188107" y="429997"/>
                  <a:pt x="171339" y="429997"/>
                </a:cubicBezTo>
                <a:cubicBezTo>
                  <a:pt x="154685" y="429997"/>
                  <a:pt x="141090" y="416402"/>
                  <a:pt x="141090" y="399633"/>
                </a:cubicBezTo>
                <a:cubicBezTo>
                  <a:pt x="141090" y="382864"/>
                  <a:pt x="154685" y="369269"/>
                  <a:pt x="171339" y="369269"/>
                </a:cubicBezTo>
                <a:close/>
                <a:moveTo>
                  <a:pt x="98917" y="369269"/>
                </a:moveTo>
                <a:cubicBezTo>
                  <a:pt x="115677" y="369269"/>
                  <a:pt x="129270" y="382864"/>
                  <a:pt x="129270" y="399633"/>
                </a:cubicBezTo>
                <a:cubicBezTo>
                  <a:pt x="129270" y="416402"/>
                  <a:pt x="115677" y="429997"/>
                  <a:pt x="98917" y="429997"/>
                </a:cubicBezTo>
                <a:cubicBezTo>
                  <a:pt x="82143" y="429997"/>
                  <a:pt x="68549" y="416402"/>
                  <a:pt x="68549" y="399633"/>
                </a:cubicBezTo>
                <a:cubicBezTo>
                  <a:pt x="68549" y="382864"/>
                  <a:pt x="82143" y="369269"/>
                  <a:pt x="98917" y="369269"/>
                </a:cubicBezTo>
                <a:close/>
                <a:moveTo>
                  <a:pt x="26362" y="369269"/>
                </a:moveTo>
                <a:cubicBezTo>
                  <a:pt x="43124" y="369269"/>
                  <a:pt x="56719" y="382864"/>
                  <a:pt x="56719" y="399633"/>
                </a:cubicBezTo>
                <a:cubicBezTo>
                  <a:pt x="56719" y="416402"/>
                  <a:pt x="43124" y="429997"/>
                  <a:pt x="26362" y="429997"/>
                </a:cubicBezTo>
                <a:cubicBezTo>
                  <a:pt x="17976" y="429997"/>
                  <a:pt x="10385" y="426598"/>
                  <a:pt x="4890" y="421103"/>
                </a:cubicBezTo>
                <a:lnTo>
                  <a:pt x="0" y="409299"/>
                </a:lnTo>
                <a:lnTo>
                  <a:pt x="0" y="389967"/>
                </a:lnTo>
                <a:lnTo>
                  <a:pt x="4890" y="378163"/>
                </a:lnTo>
                <a:cubicBezTo>
                  <a:pt x="10385" y="372668"/>
                  <a:pt x="17976" y="369269"/>
                  <a:pt x="26362" y="369269"/>
                </a:cubicBezTo>
                <a:close/>
                <a:moveTo>
                  <a:pt x="1669444" y="307535"/>
                </a:moveTo>
                <a:lnTo>
                  <a:pt x="1670784" y="334061"/>
                </a:lnTo>
                <a:lnTo>
                  <a:pt x="1664620" y="319181"/>
                </a:lnTo>
                <a:close/>
                <a:moveTo>
                  <a:pt x="1622429" y="288818"/>
                </a:moveTo>
                <a:cubicBezTo>
                  <a:pt x="1639199" y="288818"/>
                  <a:pt x="1652792" y="302412"/>
                  <a:pt x="1652792" y="319181"/>
                </a:cubicBezTo>
                <a:cubicBezTo>
                  <a:pt x="1652792" y="335950"/>
                  <a:pt x="1639199" y="349545"/>
                  <a:pt x="1622429" y="349545"/>
                </a:cubicBezTo>
                <a:cubicBezTo>
                  <a:pt x="1605659" y="349545"/>
                  <a:pt x="1592066" y="335950"/>
                  <a:pt x="1592066" y="319181"/>
                </a:cubicBezTo>
                <a:cubicBezTo>
                  <a:pt x="1592066" y="302412"/>
                  <a:pt x="1605659" y="288818"/>
                  <a:pt x="1622429" y="288818"/>
                </a:cubicBezTo>
                <a:close/>
                <a:moveTo>
                  <a:pt x="1549874" y="288818"/>
                </a:moveTo>
                <a:cubicBezTo>
                  <a:pt x="1566644" y="288818"/>
                  <a:pt x="1580238" y="302412"/>
                  <a:pt x="1580238" y="319181"/>
                </a:cubicBezTo>
                <a:cubicBezTo>
                  <a:pt x="1580238" y="335950"/>
                  <a:pt x="1566644" y="349545"/>
                  <a:pt x="1549874" y="349545"/>
                </a:cubicBezTo>
                <a:cubicBezTo>
                  <a:pt x="1533105" y="349545"/>
                  <a:pt x="1519511" y="335950"/>
                  <a:pt x="1519511" y="319181"/>
                </a:cubicBezTo>
                <a:cubicBezTo>
                  <a:pt x="1519511" y="302412"/>
                  <a:pt x="1533105" y="288818"/>
                  <a:pt x="1549874" y="288818"/>
                </a:cubicBezTo>
                <a:close/>
                <a:moveTo>
                  <a:pt x="1477320" y="288818"/>
                </a:moveTo>
                <a:cubicBezTo>
                  <a:pt x="1494089" y="288818"/>
                  <a:pt x="1507683" y="302412"/>
                  <a:pt x="1507683" y="319181"/>
                </a:cubicBezTo>
                <a:cubicBezTo>
                  <a:pt x="1507683" y="335950"/>
                  <a:pt x="1494089" y="349545"/>
                  <a:pt x="1477320" y="349545"/>
                </a:cubicBezTo>
                <a:cubicBezTo>
                  <a:pt x="1460550" y="349545"/>
                  <a:pt x="1446956" y="335950"/>
                  <a:pt x="1446956" y="319181"/>
                </a:cubicBezTo>
                <a:cubicBezTo>
                  <a:pt x="1446956" y="302412"/>
                  <a:pt x="1460550" y="288818"/>
                  <a:pt x="1477320" y="288818"/>
                </a:cubicBezTo>
                <a:close/>
                <a:moveTo>
                  <a:pt x="1404765" y="288818"/>
                </a:moveTo>
                <a:cubicBezTo>
                  <a:pt x="1421535" y="288818"/>
                  <a:pt x="1435129" y="302412"/>
                  <a:pt x="1435129" y="319181"/>
                </a:cubicBezTo>
                <a:cubicBezTo>
                  <a:pt x="1435129" y="335950"/>
                  <a:pt x="1421535" y="349545"/>
                  <a:pt x="1404765" y="349545"/>
                </a:cubicBezTo>
                <a:cubicBezTo>
                  <a:pt x="1387996" y="349545"/>
                  <a:pt x="1374402" y="335950"/>
                  <a:pt x="1374402" y="319181"/>
                </a:cubicBezTo>
                <a:cubicBezTo>
                  <a:pt x="1374402" y="302412"/>
                  <a:pt x="1387996" y="288818"/>
                  <a:pt x="1404765" y="288818"/>
                </a:cubicBezTo>
                <a:close/>
                <a:moveTo>
                  <a:pt x="1332211" y="288818"/>
                </a:moveTo>
                <a:cubicBezTo>
                  <a:pt x="1348980" y="288818"/>
                  <a:pt x="1362574" y="302412"/>
                  <a:pt x="1362574" y="319181"/>
                </a:cubicBezTo>
                <a:cubicBezTo>
                  <a:pt x="1362574" y="335950"/>
                  <a:pt x="1348980" y="349545"/>
                  <a:pt x="1332211" y="349545"/>
                </a:cubicBezTo>
                <a:cubicBezTo>
                  <a:pt x="1315441" y="349545"/>
                  <a:pt x="1301847" y="335950"/>
                  <a:pt x="1301847" y="319181"/>
                </a:cubicBezTo>
                <a:cubicBezTo>
                  <a:pt x="1301847" y="302412"/>
                  <a:pt x="1315441" y="288818"/>
                  <a:pt x="1332211" y="288818"/>
                </a:cubicBezTo>
                <a:close/>
                <a:moveTo>
                  <a:pt x="1259656" y="288818"/>
                </a:moveTo>
                <a:cubicBezTo>
                  <a:pt x="1276426" y="288818"/>
                  <a:pt x="1290020" y="302412"/>
                  <a:pt x="1290020" y="319181"/>
                </a:cubicBezTo>
                <a:cubicBezTo>
                  <a:pt x="1290020" y="335950"/>
                  <a:pt x="1276426" y="349545"/>
                  <a:pt x="1259656" y="349545"/>
                </a:cubicBezTo>
                <a:cubicBezTo>
                  <a:pt x="1242887" y="349545"/>
                  <a:pt x="1229293" y="335950"/>
                  <a:pt x="1229293" y="319181"/>
                </a:cubicBezTo>
                <a:cubicBezTo>
                  <a:pt x="1229293" y="302412"/>
                  <a:pt x="1242887" y="288818"/>
                  <a:pt x="1259656" y="288818"/>
                </a:cubicBezTo>
                <a:close/>
                <a:moveTo>
                  <a:pt x="1187102" y="288818"/>
                </a:moveTo>
                <a:cubicBezTo>
                  <a:pt x="1203871" y="288818"/>
                  <a:pt x="1217465" y="302412"/>
                  <a:pt x="1217465" y="319181"/>
                </a:cubicBezTo>
                <a:cubicBezTo>
                  <a:pt x="1217465" y="335950"/>
                  <a:pt x="1203871" y="349545"/>
                  <a:pt x="1187102" y="349545"/>
                </a:cubicBezTo>
                <a:cubicBezTo>
                  <a:pt x="1170332" y="349545"/>
                  <a:pt x="1156738" y="335950"/>
                  <a:pt x="1156738" y="319181"/>
                </a:cubicBezTo>
                <a:cubicBezTo>
                  <a:pt x="1156738" y="302412"/>
                  <a:pt x="1170332" y="288818"/>
                  <a:pt x="1187102" y="288818"/>
                </a:cubicBezTo>
                <a:close/>
                <a:moveTo>
                  <a:pt x="1114547" y="288818"/>
                </a:moveTo>
                <a:cubicBezTo>
                  <a:pt x="1131317" y="288818"/>
                  <a:pt x="1144911" y="302412"/>
                  <a:pt x="1144911" y="319181"/>
                </a:cubicBezTo>
                <a:cubicBezTo>
                  <a:pt x="1144911" y="335950"/>
                  <a:pt x="1131317" y="349545"/>
                  <a:pt x="1114547" y="349545"/>
                </a:cubicBezTo>
                <a:cubicBezTo>
                  <a:pt x="1097778" y="349545"/>
                  <a:pt x="1084184" y="335950"/>
                  <a:pt x="1084184" y="319181"/>
                </a:cubicBezTo>
                <a:cubicBezTo>
                  <a:pt x="1084184" y="302412"/>
                  <a:pt x="1097778" y="288818"/>
                  <a:pt x="1114547" y="288818"/>
                </a:cubicBezTo>
                <a:close/>
                <a:moveTo>
                  <a:pt x="1041993" y="288818"/>
                </a:moveTo>
                <a:cubicBezTo>
                  <a:pt x="1058762" y="288818"/>
                  <a:pt x="1072356" y="302412"/>
                  <a:pt x="1072356" y="319181"/>
                </a:cubicBezTo>
                <a:cubicBezTo>
                  <a:pt x="1072356" y="335950"/>
                  <a:pt x="1058762" y="349545"/>
                  <a:pt x="1041993" y="349545"/>
                </a:cubicBezTo>
                <a:cubicBezTo>
                  <a:pt x="1025223" y="349545"/>
                  <a:pt x="1011629" y="335950"/>
                  <a:pt x="1011629" y="319181"/>
                </a:cubicBezTo>
                <a:cubicBezTo>
                  <a:pt x="1011629" y="302412"/>
                  <a:pt x="1025223" y="288818"/>
                  <a:pt x="1041993" y="288818"/>
                </a:cubicBezTo>
                <a:close/>
                <a:moveTo>
                  <a:pt x="969438" y="288818"/>
                </a:moveTo>
                <a:cubicBezTo>
                  <a:pt x="986208" y="288818"/>
                  <a:pt x="999801" y="302412"/>
                  <a:pt x="999801" y="319181"/>
                </a:cubicBezTo>
                <a:cubicBezTo>
                  <a:pt x="999801" y="335950"/>
                  <a:pt x="986208" y="349545"/>
                  <a:pt x="969438" y="349545"/>
                </a:cubicBezTo>
                <a:cubicBezTo>
                  <a:pt x="952669" y="349545"/>
                  <a:pt x="939075" y="335950"/>
                  <a:pt x="939075" y="319181"/>
                </a:cubicBezTo>
                <a:cubicBezTo>
                  <a:pt x="939075" y="302412"/>
                  <a:pt x="952669" y="288818"/>
                  <a:pt x="969438" y="288818"/>
                </a:cubicBezTo>
                <a:close/>
                <a:moveTo>
                  <a:pt x="896883" y="288818"/>
                </a:moveTo>
                <a:cubicBezTo>
                  <a:pt x="913653" y="288818"/>
                  <a:pt x="927247" y="302412"/>
                  <a:pt x="927247" y="319181"/>
                </a:cubicBezTo>
                <a:cubicBezTo>
                  <a:pt x="927247" y="335950"/>
                  <a:pt x="913653" y="349545"/>
                  <a:pt x="896883" y="349545"/>
                </a:cubicBezTo>
                <a:cubicBezTo>
                  <a:pt x="880114" y="349545"/>
                  <a:pt x="866520" y="335950"/>
                  <a:pt x="866520" y="319181"/>
                </a:cubicBezTo>
                <a:cubicBezTo>
                  <a:pt x="866520" y="302412"/>
                  <a:pt x="880114" y="288818"/>
                  <a:pt x="896883" y="288818"/>
                </a:cubicBezTo>
                <a:close/>
                <a:moveTo>
                  <a:pt x="824329" y="288818"/>
                </a:moveTo>
                <a:cubicBezTo>
                  <a:pt x="841098" y="288818"/>
                  <a:pt x="854692" y="302412"/>
                  <a:pt x="854692" y="319181"/>
                </a:cubicBezTo>
                <a:cubicBezTo>
                  <a:pt x="854692" y="335950"/>
                  <a:pt x="841098" y="349545"/>
                  <a:pt x="824329" y="349545"/>
                </a:cubicBezTo>
                <a:cubicBezTo>
                  <a:pt x="807559" y="349545"/>
                  <a:pt x="793965" y="335950"/>
                  <a:pt x="793965" y="319181"/>
                </a:cubicBezTo>
                <a:cubicBezTo>
                  <a:pt x="793965" y="302412"/>
                  <a:pt x="807559" y="288818"/>
                  <a:pt x="824329" y="288818"/>
                </a:cubicBezTo>
                <a:close/>
                <a:moveTo>
                  <a:pt x="751774" y="288818"/>
                </a:moveTo>
                <a:cubicBezTo>
                  <a:pt x="768544" y="288818"/>
                  <a:pt x="782138" y="302412"/>
                  <a:pt x="782138" y="319181"/>
                </a:cubicBezTo>
                <a:cubicBezTo>
                  <a:pt x="782138" y="335950"/>
                  <a:pt x="768544" y="349545"/>
                  <a:pt x="751774" y="349545"/>
                </a:cubicBezTo>
                <a:cubicBezTo>
                  <a:pt x="735005" y="349545"/>
                  <a:pt x="721411" y="335950"/>
                  <a:pt x="721411" y="319181"/>
                </a:cubicBezTo>
                <a:cubicBezTo>
                  <a:pt x="721411" y="302412"/>
                  <a:pt x="735005" y="288818"/>
                  <a:pt x="751774" y="288818"/>
                </a:cubicBezTo>
                <a:close/>
                <a:moveTo>
                  <a:pt x="679220" y="288818"/>
                </a:moveTo>
                <a:cubicBezTo>
                  <a:pt x="695989" y="288818"/>
                  <a:pt x="709583" y="302412"/>
                  <a:pt x="709583" y="319181"/>
                </a:cubicBezTo>
                <a:cubicBezTo>
                  <a:pt x="709583" y="335950"/>
                  <a:pt x="695989" y="349545"/>
                  <a:pt x="679220" y="349545"/>
                </a:cubicBezTo>
                <a:cubicBezTo>
                  <a:pt x="662450" y="349545"/>
                  <a:pt x="648856" y="335950"/>
                  <a:pt x="648856" y="319181"/>
                </a:cubicBezTo>
                <a:cubicBezTo>
                  <a:pt x="648856" y="302412"/>
                  <a:pt x="662450" y="288818"/>
                  <a:pt x="679220" y="288818"/>
                </a:cubicBezTo>
                <a:close/>
                <a:moveTo>
                  <a:pt x="606665" y="288818"/>
                </a:moveTo>
                <a:cubicBezTo>
                  <a:pt x="623435" y="288818"/>
                  <a:pt x="637029" y="302412"/>
                  <a:pt x="637029" y="319181"/>
                </a:cubicBezTo>
                <a:cubicBezTo>
                  <a:pt x="637029" y="335950"/>
                  <a:pt x="623435" y="349545"/>
                  <a:pt x="606665" y="349545"/>
                </a:cubicBezTo>
                <a:cubicBezTo>
                  <a:pt x="589896" y="349545"/>
                  <a:pt x="576302" y="335950"/>
                  <a:pt x="576302" y="319181"/>
                </a:cubicBezTo>
                <a:cubicBezTo>
                  <a:pt x="576302" y="302412"/>
                  <a:pt x="589896" y="288818"/>
                  <a:pt x="606665" y="288818"/>
                </a:cubicBezTo>
                <a:close/>
                <a:moveTo>
                  <a:pt x="534111" y="288818"/>
                </a:moveTo>
                <a:cubicBezTo>
                  <a:pt x="550880" y="288818"/>
                  <a:pt x="564474" y="302412"/>
                  <a:pt x="564474" y="319181"/>
                </a:cubicBezTo>
                <a:cubicBezTo>
                  <a:pt x="564474" y="335950"/>
                  <a:pt x="550880" y="349545"/>
                  <a:pt x="534111" y="349545"/>
                </a:cubicBezTo>
                <a:cubicBezTo>
                  <a:pt x="517341" y="349545"/>
                  <a:pt x="503747" y="335950"/>
                  <a:pt x="503747" y="319181"/>
                </a:cubicBezTo>
                <a:cubicBezTo>
                  <a:pt x="503747" y="302412"/>
                  <a:pt x="517341" y="288818"/>
                  <a:pt x="534111" y="288818"/>
                </a:cubicBezTo>
                <a:close/>
                <a:moveTo>
                  <a:pt x="461556" y="288818"/>
                </a:moveTo>
                <a:cubicBezTo>
                  <a:pt x="478326" y="288818"/>
                  <a:pt x="491920" y="302412"/>
                  <a:pt x="491920" y="319181"/>
                </a:cubicBezTo>
                <a:cubicBezTo>
                  <a:pt x="491920" y="335950"/>
                  <a:pt x="478326" y="349545"/>
                  <a:pt x="461556" y="349545"/>
                </a:cubicBezTo>
                <a:cubicBezTo>
                  <a:pt x="444787" y="349545"/>
                  <a:pt x="431192" y="335950"/>
                  <a:pt x="431192" y="319181"/>
                </a:cubicBezTo>
                <a:cubicBezTo>
                  <a:pt x="431192" y="302412"/>
                  <a:pt x="444787" y="288818"/>
                  <a:pt x="461556" y="288818"/>
                </a:cubicBezTo>
                <a:close/>
                <a:moveTo>
                  <a:pt x="389002" y="288818"/>
                </a:moveTo>
                <a:cubicBezTo>
                  <a:pt x="405771" y="288818"/>
                  <a:pt x="419365" y="302412"/>
                  <a:pt x="419365" y="319181"/>
                </a:cubicBezTo>
                <a:cubicBezTo>
                  <a:pt x="419365" y="335950"/>
                  <a:pt x="405771" y="349545"/>
                  <a:pt x="389002" y="349545"/>
                </a:cubicBezTo>
                <a:cubicBezTo>
                  <a:pt x="372232" y="349545"/>
                  <a:pt x="358638" y="335950"/>
                  <a:pt x="358638" y="319181"/>
                </a:cubicBezTo>
                <a:cubicBezTo>
                  <a:pt x="358638" y="302412"/>
                  <a:pt x="372232" y="288818"/>
                  <a:pt x="389002" y="288818"/>
                </a:cubicBezTo>
                <a:close/>
                <a:moveTo>
                  <a:pt x="316447" y="288818"/>
                </a:moveTo>
                <a:cubicBezTo>
                  <a:pt x="333216" y="288818"/>
                  <a:pt x="346810" y="302412"/>
                  <a:pt x="346810" y="319181"/>
                </a:cubicBezTo>
                <a:cubicBezTo>
                  <a:pt x="346810" y="335950"/>
                  <a:pt x="333216" y="349545"/>
                  <a:pt x="316447" y="349545"/>
                </a:cubicBezTo>
                <a:cubicBezTo>
                  <a:pt x="299677" y="349545"/>
                  <a:pt x="286084" y="335950"/>
                  <a:pt x="286084" y="319181"/>
                </a:cubicBezTo>
                <a:cubicBezTo>
                  <a:pt x="286084" y="302412"/>
                  <a:pt x="299677" y="288818"/>
                  <a:pt x="316447" y="288818"/>
                </a:cubicBezTo>
                <a:close/>
                <a:moveTo>
                  <a:pt x="243892" y="288818"/>
                </a:moveTo>
                <a:cubicBezTo>
                  <a:pt x="260662" y="288818"/>
                  <a:pt x="274256" y="302412"/>
                  <a:pt x="274256" y="319181"/>
                </a:cubicBezTo>
                <a:cubicBezTo>
                  <a:pt x="274256" y="335950"/>
                  <a:pt x="260662" y="349545"/>
                  <a:pt x="243892" y="349545"/>
                </a:cubicBezTo>
                <a:cubicBezTo>
                  <a:pt x="227123" y="349545"/>
                  <a:pt x="213529" y="335950"/>
                  <a:pt x="213529" y="319181"/>
                </a:cubicBezTo>
                <a:cubicBezTo>
                  <a:pt x="213529" y="302412"/>
                  <a:pt x="227123" y="288818"/>
                  <a:pt x="243892" y="288818"/>
                </a:cubicBezTo>
                <a:close/>
                <a:moveTo>
                  <a:pt x="171339" y="288818"/>
                </a:moveTo>
                <a:cubicBezTo>
                  <a:pt x="188107" y="288818"/>
                  <a:pt x="201701" y="302412"/>
                  <a:pt x="201701" y="319181"/>
                </a:cubicBezTo>
                <a:cubicBezTo>
                  <a:pt x="201701" y="335950"/>
                  <a:pt x="188107" y="349545"/>
                  <a:pt x="171339" y="349545"/>
                </a:cubicBezTo>
                <a:cubicBezTo>
                  <a:pt x="154691" y="349545"/>
                  <a:pt x="141096" y="335950"/>
                  <a:pt x="141096" y="319181"/>
                </a:cubicBezTo>
                <a:cubicBezTo>
                  <a:pt x="141096" y="302412"/>
                  <a:pt x="154691" y="288818"/>
                  <a:pt x="171339" y="288818"/>
                </a:cubicBezTo>
                <a:close/>
                <a:moveTo>
                  <a:pt x="98923" y="288818"/>
                </a:moveTo>
                <a:cubicBezTo>
                  <a:pt x="115682" y="288818"/>
                  <a:pt x="129276" y="302412"/>
                  <a:pt x="129276" y="319181"/>
                </a:cubicBezTo>
                <a:cubicBezTo>
                  <a:pt x="129276" y="335950"/>
                  <a:pt x="115682" y="349545"/>
                  <a:pt x="98923" y="349545"/>
                </a:cubicBezTo>
                <a:cubicBezTo>
                  <a:pt x="82149" y="349545"/>
                  <a:pt x="68554" y="335950"/>
                  <a:pt x="68554" y="319181"/>
                </a:cubicBezTo>
                <a:cubicBezTo>
                  <a:pt x="68554" y="302412"/>
                  <a:pt x="82149" y="288818"/>
                  <a:pt x="98923" y="288818"/>
                </a:cubicBezTo>
                <a:close/>
                <a:moveTo>
                  <a:pt x="26368" y="288818"/>
                </a:moveTo>
                <a:cubicBezTo>
                  <a:pt x="43131" y="288818"/>
                  <a:pt x="56725" y="302412"/>
                  <a:pt x="56725" y="319181"/>
                </a:cubicBezTo>
                <a:cubicBezTo>
                  <a:pt x="56725" y="335950"/>
                  <a:pt x="43131" y="349545"/>
                  <a:pt x="26368" y="349545"/>
                </a:cubicBezTo>
                <a:cubicBezTo>
                  <a:pt x="17983" y="349545"/>
                  <a:pt x="10391" y="346146"/>
                  <a:pt x="4896" y="340651"/>
                </a:cubicBezTo>
                <a:lnTo>
                  <a:pt x="0" y="328831"/>
                </a:lnTo>
                <a:lnTo>
                  <a:pt x="0" y="309532"/>
                </a:lnTo>
                <a:lnTo>
                  <a:pt x="4896" y="297711"/>
                </a:lnTo>
                <a:cubicBezTo>
                  <a:pt x="10391" y="292217"/>
                  <a:pt x="17983" y="288818"/>
                  <a:pt x="26368" y="288818"/>
                </a:cubicBezTo>
                <a:close/>
                <a:moveTo>
                  <a:pt x="1622429" y="208366"/>
                </a:moveTo>
                <a:cubicBezTo>
                  <a:pt x="1639199" y="208366"/>
                  <a:pt x="1652792" y="221960"/>
                  <a:pt x="1652792" y="238729"/>
                </a:cubicBezTo>
                <a:cubicBezTo>
                  <a:pt x="1652792" y="255499"/>
                  <a:pt x="1639199" y="269093"/>
                  <a:pt x="1622429" y="269093"/>
                </a:cubicBezTo>
                <a:cubicBezTo>
                  <a:pt x="1605659" y="269093"/>
                  <a:pt x="1592066" y="255499"/>
                  <a:pt x="1592066" y="238729"/>
                </a:cubicBezTo>
                <a:cubicBezTo>
                  <a:pt x="1592066" y="221960"/>
                  <a:pt x="1605659" y="208366"/>
                  <a:pt x="1622429" y="208366"/>
                </a:cubicBezTo>
                <a:close/>
                <a:moveTo>
                  <a:pt x="1549874" y="208366"/>
                </a:moveTo>
                <a:cubicBezTo>
                  <a:pt x="1566644" y="208366"/>
                  <a:pt x="1580238" y="221960"/>
                  <a:pt x="1580238" y="238729"/>
                </a:cubicBezTo>
                <a:cubicBezTo>
                  <a:pt x="1580238" y="255499"/>
                  <a:pt x="1566644" y="269093"/>
                  <a:pt x="1549874" y="269093"/>
                </a:cubicBezTo>
                <a:cubicBezTo>
                  <a:pt x="1533105" y="269093"/>
                  <a:pt x="1519511" y="255499"/>
                  <a:pt x="1519511" y="238729"/>
                </a:cubicBezTo>
                <a:cubicBezTo>
                  <a:pt x="1519511" y="221960"/>
                  <a:pt x="1533105" y="208366"/>
                  <a:pt x="1549874" y="208366"/>
                </a:cubicBezTo>
                <a:close/>
                <a:moveTo>
                  <a:pt x="1477320" y="208366"/>
                </a:moveTo>
                <a:cubicBezTo>
                  <a:pt x="1494089" y="208366"/>
                  <a:pt x="1507683" y="221960"/>
                  <a:pt x="1507683" y="238729"/>
                </a:cubicBezTo>
                <a:cubicBezTo>
                  <a:pt x="1507683" y="255499"/>
                  <a:pt x="1494089" y="269093"/>
                  <a:pt x="1477320" y="269093"/>
                </a:cubicBezTo>
                <a:cubicBezTo>
                  <a:pt x="1460550" y="269093"/>
                  <a:pt x="1446956" y="255499"/>
                  <a:pt x="1446956" y="238729"/>
                </a:cubicBezTo>
                <a:cubicBezTo>
                  <a:pt x="1446956" y="221960"/>
                  <a:pt x="1460550" y="208366"/>
                  <a:pt x="1477320" y="208366"/>
                </a:cubicBezTo>
                <a:close/>
                <a:moveTo>
                  <a:pt x="1404765" y="208366"/>
                </a:moveTo>
                <a:cubicBezTo>
                  <a:pt x="1421535" y="208366"/>
                  <a:pt x="1435129" y="221960"/>
                  <a:pt x="1435129" y="238729"/>
                </a:cubicBezTo>
                <a:cubicBezTo>
                  <a:pt x="1435129" y="255499"/>
                  <a:pt x="1421535" y="269093"/>
                  <a:pt x="1404765" y="269093"/>
                </a:cubicBezTo>
                <a:cubicBezTo>
                  <a:pt x="1387996" y="269093"/>
                  <a:pt x="1374402" y="255499"/>
                  <a:pt x="1374402" y="238729"/>
                </a:cubicBezTo>
                <a:cubicBezTo>
                  <a:pt x="1374402" y="221960"/>
                  <a:pt x="1387996" y="208366"/>
                  <a:pt x="1404765" y="208366"/>
                </a:cubicBezTo>
                <a:close/>
                <a:moveTo>
                  <a:pt x="1332211" y="208366"/>
                </a:moveTo>
                <a:cubicBezTo>
                  <a:pt x="1348980" y="208366"/>
                  <a:pt x="1362574" y="221960"/>
                  <a:pt x="1362574" y="238729"/>
                </a:cubicBezTo>
                <a:cubicBezTo>
                  <a:pt x="1362574" y="255499"/>
                  <a:pt x="1348980" y="269093"/>
                  <a:pt x="1332211" y="269093"/>
                </a:cubicBezTo>
                <a:cubicBezTo>
                  <a:pt x="1315441" y="269093"/>
                  <a:pt x="1301847" y="255499"/>
                  <a:pt x="1301847" y="238729"/>
                </a:cubicBezTo>
                <a:cubicBezTo>
                  <a:pt x="1301847" y="221960"/>
                  <a:pt x="1315441" y="208366"/>
                  <a:pt x="1332211" y="208366"/>
                </a:cubicBezTo>
                <a:close/>
                <a:moveTo>
                  <a:pt x="1259656" y="208366"/>
                </a:moveTo>
                <a:cubicBezTo>
                  <a:pt x="1276426" y="208366"/>
                  <a:pt x="1290020" y="221960"/>
                  <a:pt x="1290020" y="238729"/>
                </a:cubicBezTo>
                <a:cubicBezTo>
                  <a:pt x="1290020" y="255499"/>
                  <a:pt x="1276426" y="269093"/>
                  <a:pt x="1259656" y="269093"/>
                </a:cubicBezTo>
                <a:cubicBezTo>
                  <a:pt x="1242887" y="269093"/>
                  <a:pt x="1229293" y="255499"/>
                  <a:pt x="1229293" y="238729"/>
                </a:cubicBezTo>
                <a:cubicBezTo>
                  <a:pt x="1229293" y="221960"/>
                  <a:pt x="1242887" y="208366"/>
                  <a:pt x="1259656" y="208366"/>
                </a:cubicBezTo>
                <a:close/>
                <a:moveTo>
                  <a:pt x="1187102" y="208366"/>
                </a:moveTo>
                <a:cubicBezTo>
                  <a:pt x="1203871" y="208366"/>
                  <a:pt x="1217465" y="221960"/>
                  <a:pt x="1217465" y="238729"/>
                </a:cubicBezTo>
                <a:cubicBezTo>
                  <a:pt x="1217465" y="255499"/>
                  <a:pt x="1203871" y="269093"/>
                  <a:pt x="1187102" y="269093"/>
                </a:cubicBezTo>
                <a:cubicBezTo>
                  <a:pt x="1170332" y="269093"/>
                  <a:pt x="1156738" y="255499"/>
                  <a:pt x="1156738" y="238729"/>
                </a:cubicBezTo>
                <a:cubicBezTo>
                  <a:pt x="1156738" y="221960"/>
                  <a:pt x="1170332" y="208366"/>
                  <a:pt x="1187102" y="208366"/>
                </a:cubicBezTo>
                <a:close/>
                <a:moveTo>
                  <a:pt x="1114547" y="208366"/>
                </a:moveTo>
                <a:cubicBezTo>
                  <a:pt x="1131317" y="208366"/>
                  <a:pt x="1144911" y="221960"/>
                  <a:pt x="1144911" y="238729"/>
                </a:cubicBezTo>
                <a:cubicBezTo>
                  <a:pt x="1144911" y="255499"/>
                  <a:pt x="1131317" y="269093"/>
                  <a:pt x="1114547" y="269093"/>
                </a:cubicBezTo>
                <a:cubicBezTo>
                  <a:pt x="1097778" y="269093"/>
                  <a:pt x="1084184" y="255499"/>
                  <a:pt x="1084184" y="238729"/>
                </a:cubicBezTo>
                <a:cubicBezTo>
                  <a:pt x="1084184" y="221960"/>
                  <a:pt x="1097778" y="208366"/>
                  <a:pt x="1114547" y="208366"/>
                </a:cubicBezTo>
                <a:close/>
                <a:moveTo>
                  <a:pt x="1041993" y="208366"/>
                </a:moveTo>
                <a:cubicBezTo>
                  <a:pt x="1058762" y="208366"/>
                  <a:pt x="1072356" y="221960"/>
                  <a:pt x="1072356" y="238729"/>
                </a:cubicBezTo>
                <a:cubicBezTo>
                  <a:pt x="1072356" y="255499"/>
                  <a:pt x="1058762" y="269093"/>
                  <a:pt x="1041993" y="269093"/>
                </a:cubicBezTo>
                <a:cubicBezTo>
                  <a:pt x="1025223" y="269093"/>
                  <a:pt x="1011629" y="255499"/>
                  <a:pt x="1011629" y="238729"/>
                </a:cubicBezTo>
                <a:cubicBezTo>
                  <a:pt x="1011629" y="221960"/>
                  <a:pt x="1025223" y="208366"/>
                  <a:pt x="1041993" y="208366"/>
                </a:cubicBezTo>
                <a:close/>
                <a:moveTo>
                  <a:pt x="969438" y="208366"/>
                </a:moveTo>
                <a:cubicBezTo>
                  <a:pt x="986208" y="208366"/>
                  <a:pt x="999801" y="221960"/>
                  <a:pt x="999801" y="238729"/>
                </a:cubicBezTo>
                <a:cubicBezTo>
                  <a:pt x="999801" y="255499"/>
                  <a:pt x="986208" y="269093"/>
                  <a:pt x="969438" y="269093"/>
                </a:cubicBezTo>
                <a:cubicBezTo>
                  <a:pt x="952669" y="269093"/>
                  <a:pt x="939075" y="255499"/>
                  <a:pt x="939075" y="238729"/>
                </a:cubicBezTo>
                <a:cubicBezTo>
                  <a:pt x="939075" y="221960"/>
                  <a:pt x="952669" y="208366"/>
                  <a:pt x="969438" y="208366"/>
                </a:cubicBezTo>
                <a:close/>
                <a:moveTo>
                  <a:pt x="896883" y="208366"/>
                </a:moveTo>
                <a:cubicBezTo>
                  <a:pt x="913653" y="208366"/>
                  <a:pt x="927247" y="221960"/>
                  <a:pt x="927247" y="238729"/>
                </a:cubicBezTo>
                <a:cubicBezTo>
                  <a:pt x="927247" y="255499"/>
                  <a:pt x="913653" y="269093"/>
                  <a:pt x="896883" y="269093"/>
                </a:cubicBezTo>
                <a:cubicBezTo>
                  <a:pt x="880114" y="269093"/>
                  <a:pt x="866520" y="255499"/>
                  <a:pt x="866520" y="238729"/>
                </a:cubicBezTo>
                <a:cubicBezTo>
                  <a:pt x="866520" y="221960"/>
                  <a:pt x="880114" y="208366"/>
                  <a:pt x="896883" y="208366"/>
                </a:cubicBezTo>
                <a:close/>
                <a:moveTo>
                  <a:pt x="824329" y="208366"/>
                </a:moveTo>
                <a:cubicBezTo>
                  <a:pt x="841098" y="208366"/>
                  <a:pt x="854692" y="221960"/>
                  <a:pt x="854692" y="238729"/>
                </a:cubicBezTo>
                <a:cubicBezTo>
                  <a:pt x="854692" y="255499"/>
                  <a:pt x="841098" y="269093"/>
                  <a:pt x="824329" y="269093"/>
                </a:cubicBezTo>
                <a:cubicBezTo>
                  <a:pt x="807559" y="269093"/>
                  <a:pt x="793965" y="255499"/>
                  <a:pt x="793965" y="238729"/>
                </a:cubicBezTo>
                <a:cubicBezTo>
                  <a:pt x="793965" y="221960"/>
                  <a:pt x="807559" y="208366"/>
                  <a:pt x="824329" y="208366"/>
                </a:cubicBezTo>
                <a:close/>
                <a:moveTo>
                  <a:pt x="751774" y="208366"/>
                </a:moveTo>
                <a:cubicBezTo>
                  <a:pt x="768544" y="208366"/>
                  <a:pt x="782138" y="221960"/>
                  <a:pt x="782138" y="238729"/>
                </a:cubicBezTo>
                <a:cubicBezTo>
                  <a:pt x="782138" y="255499"/>
                  <a:pt x="768544" y="269093"/>
                  <a:pt x="751774" y="269093"/>
                </a:cubicBezTo>
                <a:cubicBezTo>
                  <a:pt x="735005" y="269093"/>
                  <a:pt x="721411" y="255499"/>
                  <a:pt x="721411" y="238729"/>
                </a:cubicBezTo>
                <a:cubicBezTo>
                  <a:pt x="721411" y="221960"/>
                  <a:pt x="735005" y="208366"/>
                  <a:pt x="751774" y="208366"/>
                </a:cubicBezTo>
                <a:close/>
                <a:moveTo>
                  <a:pt x="679220" y="208366"/>
                </a:moveTo>
                <a:cubicBezTo>
                  <a:pt x="695989" y="208366"/>
                  <a:pt x="709583" y="221960"/>
                  <a:pt x="709583" y="238729"/>
                </a:cubicBezTo>
                <a:cubicBezTo>
                  <a:pt x="709583" y="255499"/>
                  <a:pt x="695989" y="269093"/>
                  <a:pt x="679220" y="269093"/>
                </a:cubicBezTo>
                <a:cubicBezTo>
                  <a:pt x="662450" y="269093"/>
                  <a:pt x="648856" y="255499"/>
                  <a:pt x="648856" y="238729"/>
                </a:cubicBezTo>
                <a:cubicBezTo>
                  <a:pt x="648856" y="221960"/>
                  <a:pt x="662450" y="208366"/>
                  <a:pt x="679220" y="208366"/>
                </a:cubicBezTo>
                <a:close/>
                <a:moveTo>
                  <a:pt x="606665" y="208366"/>
                </a:moveTo>
                <a:cubicBezTo>
                  <a:pt x="623435" y="208366"/>
                  <a:pt x="637029" y="221960"/>
                  <a:pt x="637029" y="238729"/>
                </a:cubicBezTo>
                <a:cubicBezTo>
                  <a:pt x="637029" y="255499"/>
                  <a:pt x="623435" y="269093"/>
                  <a:pt x="606665" y="269093"/>
                </a:cubicBezTo>
                <a:cubicBezTo>
                  <a:pt x="589896" y="269093"/>
                  <a:pt x="576302" y="255499"/>
                  <a:pt x="576302" y="238729"/>
                </a:cubicBezTo>
                <a:cubicBezTo>
                  <a:pt x="576302" y="221960"/>
                  <a:pt x="589896" y="208366"/>
                  <a:pt x="606665" y="208366"/>
                </a:cubicBezTo>
                <a:close/>
                <a:moveTo>
                  <a:pt x="534111" y="208366"/>
                </a:moveTo>
                <a:cubicBezTo>
                  <a:pt x="550880" y="208366"/>
                  <a:pt x="564474" y="221960"/>
                  <a:pt x="564474" y="238729"/>
                </a:cubicBezTo>
                <a:cubicBezTo>
                  <a:pt x="564474" y="255499"/>
                  <a:pt x="550880" y="269093"/>
                  <a:pt x="534111" y="269093"/>
                </a:cubicBezTo>
                <a:cubicBezTo>
                  <a:pt x="517341" y="269093"/>
                  <a:pt x="503747" y="255499"/>
                  <a:pt x="503747" y="238729"/>
                </a:cubicBezTo>
                <a:cubicBezTo>
                  <a:pt x="503747" y="221960"/>
                  <a:pt x="517341" y="208366"/>
                  <a:pt x="534111" y="208366"/>
                </a:cubicBezTo>
                <a:close/>
                <a:moveTo>
                  <a:pt x="461556" y="208366"/>
                </a:moveTo>
                <a:cubicBezTo>
                  <a:pt x="478326" y="208366"/>
                  <a:pt x="491920" y="221960"/>
                  <a:pt x="491920" y="238729"/>
                </a:cubicBezTo>
                <a:cubicBezTo>
                  <a:pt x="491920" y="255499"/>
                  <a:pt x="478326" y="269093"/>
                  <a:pt x="461556" y="269093"/>
                </a:cubicBezTo>
                <a:cubicBezTo>
                  <a:pt x="444787" y="269093"/>
                  <a:pt x="431192" y="255499"/>
                  <a:pt x="431192" y="238729"/>
                </a:cubicBezTo>
                <a:cubicBezTo>
                  <a:pt x="431192" y="221960"/>
                  <a:pt x="444787" y="208366"/>
                  <a:pt x="461556" y="208366"/>
                </a:cubicBezTo>
                <a:close/>
                <a:moveTo>
                  <a:pt x="389002" y="208366"/>
                </a:moveTo>
                <a:cubicBezTo>
                  <a:pt x="405771" y="208366"/>
                  <a:pt x="419365" y="221960"/>
                  <a:pt x="419365" y="238729"/>
                </a:cubicBezTo>
                <a:cubicBezTo>
                  <a:pt x="419365" y="255499"/>
                  <a:pt x="405771" y="269093"/>
                  <a:pt x="389002" y="269093"/>
                </a:cubicBezTo>
                <a:cubicBezTo>
                  <a:pt x="372232" y="269093"/>
                  <a:pt x="358638" y="255499"/>
                  <a:pt x="358638" y="238729"/>
                </a:cubicBezTo>
                <a:cubicBezTo>
                  <a:pt x="358638" y="221960"/>
                  <a:pt x="372232" y="208366"/>
                  <a:pt x="389002" y="208366"/>
                </a:cubicBezTo>
                <a:close/>
                <a:moveTo>
                  <a:pt x="316447" y="208366"/>
                </a:moveTo>
                <a:cubicBezTo>
                  <a:pt x="333216" y="208366"/>
                  <a:pt x="346810" y="221960"/>
                  <a:pt x="346810" y="238729"/>
                </a:cubicBezTo>
                <a:cubicBezTo>
                  <a:pt x="346810" y="255499"/>
                  <a:pt x="333216" y="269093"/>
                  <a:pt x="316447" y="269093"/>
                </a:cubicBezTo>
                <a:cubicBezTo>
                  <a:pt x="299677" y="269093"/>
                  <a:pt x="286084" y="255499"/>
                  <a:pt x="286084" y="238729"/>
                </a:cubicBezTo>
                <a:cubicBezTo>
                  <a:pt x="286084" y="221960"/>
                  <a:pt x="299677" y="208366"/>
                  <a:pt x="316447" y="208366"/>
                </a:cubicBezTo>
                <a:close/>
                <a:moveTo>
                  <a:pt x="243892" y="208366"/>
                </a:moveTo>
                <a:cubicBezTo>
                  <a:pt x="260662" y="208366"/>
                  <a:pt x="274256" y="221960"/>
                  <a:pt x="274256" y="238729"/>
                </a:cubicBezTo>
                <a:cubicBezTo>
                  <a:pt x="274256" y="255499"/>
                  <a:pt x="260662" y="269093"/>
                  <a:pt x="243892" y="269093"/>
                </a:cubicBezTo>
                <a:cubicBezTo>
                  <a:pt x="227123" y="269093"/>
                  <a:pt x="213529" y="255499"/>
                  <a:pt x="213529" y="238729"/>
                </a:cubicBezTo>
                <a:cubicBezTo>
                  <a:pt x="213529" y="221960"/>
                  <a:pt x="227123" y="208366"/>
                  <a:pt x="243892" y="208366"/>
                </a:cubicBezTo>
                <a:close/>
                <a:moveTo>
                  <a:pt x="171339" y="208366"/>
                </a:moveTo>
                <a:cubicBezTo>
                  <a:pt x="188107" y="208366"/>
                  <a:pt x="201701" y="221960"/>
                  <a:pt x="201701" y="238729"/>
                </a:cubicBezTo>
                <a:cubicBezTo>
                  <a:pt x="201701" y="255499"/>
                  <a:pt x="188107" y="269093"/>
                  <a:pt x="171339" y="269093"/>
                </a:cubicBezTo>
                <a:cubicBezTo>
                  <a:pt x="154697" y="269093"/>
                  <a:pt x="141102" y="255499"/>
                  <a:pt x="141102" y="238729"/>
                </a:cubicBezTo>
                <a:cubicBezTo>
                  <a:pt x="141102" y="221960"/>
                  <a:pt x="154697" y="208366"/>
                  <a:pt x="171339" y="208366"/>
                </a:cubicBezTo>
                <a:close/>
                <a:moveTo>
                  <a:pt x="98929" y="208366"/>
                </a:moveTo>
                <a:cubicBezTo>
                  <a:pt x="115688" y="208366"/>
                  <a:pt x="129282" y="221960"/>
                  <a:pt x="129282" y="238729"/>
                </a:cubicBezTo>
                <a:cubicBezTo>
                  <a:pt x="129282" y="255499"/>
                  <a:pt x="115688" y="269093"/>
                  <a:pt x="98929" y="269093"/>
                </a:cubicBezTo>
                <a:cubicBezTo>
                  <a:pt x="82155" y="269093"/>
                  <a:pt x="68561" y="255499"/>
                  <a:pt x="68561" y="238729"/>
                </a:cubicBezTo>
                <a:cubicBezTo>
                  <a:pt x="68561" y="221960"/>
                  <a:pt x="82155" y="208366"/>
                  <a:pt x="98929" y="208366"/>
                </a:cubicBezTo>
                <a:close/>
                <a:moveTo>
                  <a:pt x="26375" y="208366"/>
                </a:moveTo>
                <a:cubicBezTo>
                  <a:pt x="43137" y="208366"/>
                  <a:pt x="56732" y="221960"/>
                  <a:pt x="56732" y="238729"/>
                </a:cubicBezTo>
                <a:cubicBezTo>
                  <a:pt x="56732" y="255499"/>
                  <a:pt x="43137" y="269093"/>
                  <a:pt x="26375" y="269093"/>
                </a:cubicBezTo>
                <a:cubicBezTo>
                  <a:pt x="17989" y="269093"/>
                  <a:pt x="10398" y="265695"/>
                  <a:pt x="4903" y="260200"/>
                </a:cubicBezTo>
                <a:lnTo>
                  <a:pt x="0" y="248364"/>
                </a:lnTo>
                <a:lnTo>
                  <a:pt x="0" y="229094"/>
                </a:lnTo>
                <a:lnTo>
                  <a:pt x="4903" y="217259"/>
                </a:lnTo>
                <a:cubicBezTo>
                  <a:pt x="10398" y="211765"/>
                  <a:pt x="17989" y="208366"/>
                  <a:pt x="26375" y="208366"/>
                </a:cubicBezTo>
                <a:close/>
                <a:moveTo>
                  <a:pt x="1622429" y="127914"/>
                </a:moveTo>
                <a:cubicBezTo>
                  <a:pt x="1630814" y="127914"/>
                  <a:pt x="1638404" y="131313"/>
                  <a:pt x="1643899" y="136808"/>
                </a:cubicBezTo>
                <a:lnTo>
                  <a:pt x="1648931" y="148957"/>
                </a:lnTo>
                <a:lnTo>
                  <a:pt x="1651011" y="162579"/>
                </a:lnTo>
                <a:lnTo>
                  <a:pt x="1643899" y="179748"/>
                </a:lnTo>
                <a:cubicBezTo>
                  <a:pt x="1638404" y="185243"/>
                  <a:pt x="1630814" y="188641"/>
                  <a:pt x="1622429" y="188641"/>
                </a:cubicBezTo>
                <a:cubicBezTo>
                  <a:pt x="1605659" y="188641"/>
                  <a:pt x="1592066" y="175047"/>
                  <a:pt x="1592066" y="158278"/>
                </a:cubicBezTo>
                <a:cubicBezTo>
                  <a:pt x="1592066" y="141508"/>
                  <a:pt x="1605659" y="127914"/>
                  <a:pt x="1622429" y="127914"/>
                </a:cubicBezTo>
                <a:close/>
                <a:moveTo>
                  <a:pt x="1549874" y="127914"/>
                </a:moveTo>
                <a:cubicBezTo>
                  <a:pt x="1566644" y="127914"/>
                  <a:pt x="1580238" y="141508"/>
                  <a:pt x="1580238" y="158278"/>
                </a:cubicBezTo>
                <a:cubicBezTo>
                  <a:pt x="1580238" y="175047"/>
                  <a:pt x="1566644" y="188641"/>
                  <a:pt x="1549874" y="188641"/>
                </a:cubicBezTo>
                <a:cubicBezTo>
                  <a:pt x="1533105" y="188641"/>
                  <a:pt x="1519511" y="175047"/>
                  <a:pt x="1519511" y="158278"/>
                </a:cubicBezTo>
                <a:cubicBezTo>
                  <a:pt x="1519511" y="141508"/>
                  <a:pt x="1533105" y="127914"/>
                  <a:pt x="1549874" y="127914"/>
                </a:cubicBezTo>
                <a:close/>
                <a:moveTo>
                  <a:pt x="1477320" y="127914"/>
                </a:moveTo>
                <a:cubicBezTo>
                  <a:pt x="1494089" y="127914"/>
                  <a:pt x="1507683" y="141508"/>
                  <a:pt x="1507683" y="158278"/>
                </a:cubicBezTo>
                <a:cubicBezTo>
                  <a:pt x="1507683" y="175047"/>
                  <a:pt x="1494089" y="188641"/>
                  <a:pt x="1477320" y="188641"/>
                </a:cubicBezTo>
                <a:cubicBezTo>
                  <a:pt x="1460550" y="188641"/>
                  <a:pt x="1446956" y="175047"/>
                  <a:pt x="1446956" y="158278"/>
                </a:cubicBezTo>
                <a:cubicBezTo>
                  <a:pt x="1446956" y="141508"/>
                  <a:pt x="1460550" y="127914"/>
                  <a:pt x="1477320" y="127914"/>
                </a:cubicBezTo>
                <a:close/>
                <a:moveTo>
                  <a:pt x="1404765" y="127914"/>
                </a:moveTo>
                <a:cubicBezTo>
                  <a:pt x="1421535" y="127914"/>
                  <a:pt x="1435129" y="141508"/>
                  <a:pt x="1435129" y="158278"/>
                </a:cubicBezTo>
                <a:cubicBezTo>
                  <a:pt x="1435129" y="175047"/>
                  <a:pt x="1421535" y="188641"/>
                  <a:pt x="1404765" y="188641"/>
                </a:cubicBezTo>
                <a:cubicBezTo>
                  <a:pt x="1387996" y="188641"/>
                  <a:pt x="1374402" y="175047"/>
                  <a:pt x="1374402" y="158278"/>
                </a:cubicBezTo>
                <a:cubicBezTo>
                  <a:pt x="1374402" y="141508"/>
                  <a:pt x="1387996" y="127914"/>
                  <a:pt x="1404765" y="127914"/>
                </a:cubicBezTo>
                <a:close/>
                <a:moveTo>
                  <a:pt x="1332211" y="127914"/>
                </a:moveTo>
                <a:cubicBezTo>
                  <a:pt x="1348980" y="127914"/>
                  <a:pt x="1362574" y="141508"/>
                  <a:pt x="1362574" y="158278"/>
                </a:cubicBezTo>
                <a:cubicBezTo>
                  <a:pt x="1362574" y="175047"/>
                  <a:pt x="1348980" y="188641"/>
                  <a:pt x="1332211" y="188641"/>
                </a:cubicBezTo>
                <a:cubicBezTo>
                  <a:pt x="1315441" y="188641"/>
                  <a:pt x="1301847" y="175047"/>
                  <a:pt x="1301847" y="158278"/>
                </a:cubicBezTo>
                <a:cubicBezTo>
                  <a:pt x="1301847" y="141508"/>
                  <a:pt x="1315441" y="127914"/>
                  <a:pt x="1332211" y="127914"/>
                </a:cubicBezTo>
                <a:close/>
                <a:moveTo>
                  <a:pt x="1259656" y="127914"/>
                </a:moveTo>
                <a:cubicBezTo>
                  <a:pt x="1276426" y="127914"/>
                  <a:pt x="1290020" y="141508"/>
                  <a:pt x="1290020" y="158278"/>
                </a:cubicBezTo>
                <a:cubicBezTo>
                  <a:pt x="1290020" y="175047"/>
                  <a:pt x="1276426" y="188641"/>
                  <a:pt x="1259656" y="188641"/>
                </a:cubicBezTo>
                <a:cubicBezTo>
                  <a:pt x="1242887" y="188641"/>
                  <a:pt x="1229293" y="175047"/>
                  <a:pt x="1229293" y="158278"/>
                </a:cubicBezTo>
                <a:cubicBezTo>
                  <a:pt x="1229293" y="141508"/>
                  <a:pt x="1242887" y="127914"/>
                  <a:pt x="1259656" y="127914"/>
                </a:cubicBezTo>
                <a:close/>
                <a:moveTo>
                  <a:pt x="1187102" y="127914"/>
                </a:moveTo>
                <a:cubicBezTo>
                  <a:pt x="1203871" y="127914"/>
                  <a:pt x="1217465" y="141508"/>
                  <a:pt x="1217465" y="158278"/>
                </a:cubicBezTo>
                <a:cubicBezTo>
                  <a:pt x="1217465" y="175047"/>
                  <a:pt x="1203871" y="188641"/>
                  <a:pt x="1187102" y="188641"/>
                </a:cubicBezTo>
                <a:cubicBezTo>
                  <a:pt x="1170332" y="188641"/>
                  <a:pt x="1156738" y="175047"/>
                  <a:pt x="1156738" y="158278"/>
                </a:cubicBezTo>
                <a:cubicBezTo>
                  <a:pt x="1156738" y="141508"/>
                  <a:pt x="1170332" y="127914"/>
                  <a:pt x="1187102" y="127914"/>
                </a:cubicBezTo>
                <a:close/>
                <a:moveTo>
                  <a:pt x="1114547" y="127914"/>
                </a:moveTo>
                <a:cubicBezTo>
                  <a:pt x="1131317" y="127914"/>
                  <a:pt x="1144911" y="141508"/>
                  <a:pt x="1144911" y="158278"/>
                </a:cubicBezTo>
                <a:cubicBezTo>
                  <a:pt x="1144911" y="175047"/>
                  <a:pt x="1131317" y="188641"/>
                  <a:pt x="1114547" y="188641"/>
                </a:cubicBezTo>
                <a:cubicBezTo>
                  <a:pt x="1097778" y="188641"/>
                  <a:pt x="1084184" y="175047"/>
                  <a:pt x="1084184" y="158278"/>
                </a:cubicBezTo>
                <a:cubicBezTo>
                  <a:pt x="1084184" y="141508"/>
                  <a:pt x="1097778" y="127914"/>
                  <a:pt x="1114547" y="127914"/>
                </a:cubicBezTo>
                <a:close/>
                <a:moveTo>
                  <a:pt x="1041993" y="127914"/>
                </a:moveTo>
                <a:cubicBezTo>
                  <a:pt x="1058762" y="127914"/>
                  <a:pt x="1072356" y="141508"/>
                  <a:pt x="1072356" y="158278"/>
                </a:cubicBezTo>
                <a:cubicBezTo>
                  <a:pt x="1072356" y="175047"/>
                  <a:pt x="1058762" y="188641"/>
                  <a:pt x="1041993" y="188641"/>
                </a:cubicBezTo>
                <a:cubicBezTo>
                  <a:pt x="1025223" y="188641"/>
                  <a:pt x="1011629" y="175047"/>
                  <a:pt x="1011629" y="158278"/>
                </a:cubicBezTo>
                <a:cubicBezTo>
                  <a:pt x="1011629" y="141508"/>
                  <a:pt x="1025223" y="127914"/>
                  <a:pt x="1041993" y="127914"/>
                </a:cubicBezTo>
                <a:close/>
                <a:moveTo>
                  <a:pt x="969438" y="127914"/>
                </a:moveTo>
                <a:cubicBezTo>
                  <a:pt x="986208" y="127914"/>
                  <a:pt x="999801" y="141508"/>
                  <a:pt x="999801" y="158278"/>
                </a:cubicBezTo>
                <a:cubicBezTo>
                  <a:pt x="999801" y="175047"/>
                  <a:pt x="986208" y="188641"/>
                  <a:pt x="969438" y="188641"/>
                </a:cubicBezTo>
                <a:cubicBezTo>
                  <a:pt x="952669" y="188641"/>
                  <a:pt x="939075" y="175047"/>
                  <a:pt x="939075" y="158278"/>
                </a:cubicBezTo>
                <a:cubicBezTo>
                  <a:pt x="939075" y="141508"/>
                  <a:pt x="952669" y="127914"/>
                  <a:pt x="969438" y="127914"/>
                </a:cubicBezTo>
                <a:close/>
                <a:moveTo>
                  <a:pt x="896883" y="127914"/>
                </a:moveTo>
                <a:cubicBezTo>
                  <a:pt x="913653" y="127914"/>
                  <a:pt x="927247" y="141508"/>
                  <a:pt x="927247" y="158278"/>
                </a:cubicBezTo>
                <a:cubicBezTo>
                  <a:pt x="927247" y="175047"/>
                  <a:pt x="913653" y="188641"/>
                  <a:pt x="896883" y="188641"/>
                </a:cubicBezTo>
                <a:cubicBezTo>
                  <a:pt x="880114" y="188641"/>
                  <a:pt x="866520" y="175047"/>
                  <a:pt x="866520" y="158278"/>
                </a:cubicBezTo>
                <a:cubicBezTo>
                  <a:pt x="866520" y="141508"/>
                  <a:pt x="880114" y="127914"/>
                  <a:pt x="896883" y="127914"/>
                </a:cubicBezTo>
                <a:close/>
                <a:moveTo>
                  <a:pt x="824329" y="127914"/>
                </a:moveTo>
                <a:cubicBezTo>
                  <a:pt x="841098" y="127914"/>
                  <a:pt x="854692" y="141508"/>
                  <a:pt x="854692" y="158278"/>
                </a:cubicBezTo>
                <a:cubicBezTo>
                  <a:pt x="854692" y="175047"/>
                  <a:pt x="841098" y="188641"/>
                  <a:pt x="824329" y="188641"/>
                </a:cubicBezTo>
                <a:cubicBezTo>
                  <a:pt x="807559" y="188641"/>
                  <a:pt x="793965" y="175047"/>
                  <a:pt x="793965" y="158278"/>
                </a:cubicBezTo>
                <a:cubicBezTo>
                  <a:pt x="793965" y="141508"/>
                  <a:pt x="807559" y="127914"/>
                  <a:pt x="824329" y="127914"/>
                </a:cubicBezTo>
                <a:close/>
                <a:moveTo>
                  <a:pt x="751774" y="127914"/>
                </a:moveTo>
                <a:cubicBezTo>
                  <a:pt x="768544" y="127914"/>
                  <a:pt x="782138" y="141508"/>
                  <a:pt x="782138" y="158278"/>
                </a:cubicBezTo>
                <a:cubicBezTo>
                  <a:pt x="782138" y="175047"/>
                  <a:pt x="768544" y="188641"/>
                  <a:pt x="751774" y="188641"/>
                </a:cubicBezTo>
                <a:cubicBezTo>
                  <a:pt x="735005" y="188641"/>
                  <a:pt x="721411" y="175047"/>
                  <a:pt x="721411" y="158278"/>
                </a:cubicBezTo>
                <a:cubicBezTo>
                  <a:pt x="721411" y="141508"/>
                  <a:pt x="735005" y="127914"/>
                  <a:pt x="751774" y="127914"/>
                </a:cubicBezTo>
                <a:close/>
                <a:moveTo>
                  <a:pt x="679220" y="127914"/>
                </a:moveTo>
                <a:cubicBezTo>
                  <a:pt x="695989" y="127914"/>
                  <a:pt x="709583" y="141508"/>
                  <a:pt x="709583" y="158278"/>
                </a:cubicBezTo>
                <a:cubicBezTo>
                  <a:pt x="709583" y="175047"/>
                  <a:pt x="695989" y="188641"/>
                  <a:pt x="679220" y="188641"/>
                </a:cubicBezTo>
                <a:cubicBezTo>
                  <a:pt x="662450" y="188641"/>
                  <a:pt x="648856" y="175047"/>
                  <a:pt x="648856" y="158278"/>
                </a:cubicBezTo>
                <a:cubicBezTo>
                  <a:pt x="648856" y="141508"/>
                  <a:pt x="662450" y="127914"/>
                  <a:pt x="679220" y="127914"/>
                </a:cubicBezTo>
                <a:close/>
                <a:moveTo>
                  <a:pt x="606665" y="127914"/>
                </a:moveTo>
                <a:cubicBezTo>
                  <a:pt x="623435" y="127914"/>
                  <a:pt x="637029" y="141508"/>
                  <a:pt x="637029" y="158278"/>
                </a:cubicBezTo>
                <a:cubicBezTo>
                  <a:pt x="637029" y="175047"/>
                  <a:pt x="623435" y="188641"/>
                  <a:pt x="606665" y="188641"/>
                </a:cubicBezTo>
                <a:cubicBezTo>
                  <a:pt x="589896" y="188641"/>
                  <a:pt x="576302" y="175047"/>
                  <a:pt x="576302" y="158278"/>
                </a:cubicBezTo>
                <a:cubicBezTo>
                  <a:pt x="576302" y="141508"/>
                  <a:pt x="589896" y="127914"/>
                  <a:pt x="606665" y="127914"/>
                </a:cubicBezTo>
                <a:close/>
                <a:moveTo>
                  <a:pt x="534111" y="127914"/>
                </a:moveTo>
                <a:cubicBezTo>
                  <a:pt x="550880" y="127914"/>
                  <a:pt x="564474" y="141508"/>
                  <a:pt x="564474" y="158278"/>
                </a:cubicBezTo>
                <a:cubicBezTo>
                  <a:pt x="564474" y="175047"/>
                  <a:pt x="550880" y="188641"/>
                  <a:pt x="534111" y="188641"/>
                </a:cubicBezTo>
                <a:cubicBezTo>
                  <a:pt x="517341" y="188641"/>
                  <a:pt x="503747" y="175047"/>
                  <a:pt x="503747" y="158278"/>
                </a:cubicBezTo>
                <a:cubicBezTo>
                  <a:pt x="503747" y="141508"/>
                  <a:pt x="517341" y="127914"/>
                  <a:pt x="534111" y="127914"/>
                </a:cubicBezTo>
                <a:close/>
                <a:moveTo>
                  <a:pt x="461556" y="127914"/>
                </a:moveTo>
                <a:cubicBezTo>
                  <a:pt x="478326" y="127914"/>
                  <a:pt x="491920" y="141508"/>
                  <a:pt x="491920" y="158278"/>
                </a:cubicBezTo>
                <a:cubicBezTo>
                  <a:pt x="491920" y="175047"/>
                  <a:pt x="478326" y="188641"/>
                  <a:pt x="461556" y="188641"/>
                </a:cubicBezTo>
                <a:cubicBezTo>
                  <a:pt x="444787" y="188641"/>
                  <a:pt x="431192" y="175047"/>
                  <a:pt x="431192" y="158278"/>
                </a:cubicBezTo>
                <a:cubicBezTo>
                  <a:pt x="431192" y="141508"/>
                  <a:pt x="444787" y="127914"/>
                  <a:pt x="461556" y="127914"/>
                </a:cubicBezTo>
                <a:close/>
                <a:moveTo>
                  <a:pt x="389002" y="127914"/>
                </a:moveTo>
                <a:cubicBezTo>
                  <a:pt x="405771" y="127914"/>
                  <a:pt x="419365" y="141508"/>
                  <a:pt x="419365" y="158278"/>
                </a:cubicBezTo>
                <a:cubicBezTo>
                  <a:pt x="419365" y="175047"/>
                  <a:pt x="405771" y="188641"/>
                  <a:pt x="389002" y="188641"/>
                </a:cubicBezTo>
                <a:cubicBezTo>
                  <a:pt x="372232" y="188641"/>
                  <a:pt x="358638" y="175047"/>
                  <a:pt x="358638" y="158278"/>
                </a:cubicBezTo>
                <a:cubicBezTo>
                  <a:pt x="358638" y="141508"/>
                  <a:pt x="372232" y="127914"/>
                  <a:pt x="389002" y="127914"/>
                </a:cubicBezTo>
                <a:close/>
                <a:moveTo>
                  <a:pt x="316447" y="127914"/>
                </a:moveTo>
                <a:cubicBezTo>
                  <a:pt x="333216" y="127914"/>
                  <a:pt x="346810" y="141508"/>
                  <a:pt x="346810" y="158278"/>
                </a:cubicBezTo>
                <a:cubicBezTo>
                  <a:pt x="346810" y="175047"/>
                  <a:pt x="333216" y="188641"/>
                  <a:pt x="316447" y="188641"/>
                </a:cubicBezTo>
                <a:cubicBezTo>
                  <a:pt x="299677" y="188641"/>
                  <a:pt x="286084" y="175047"/>
                  <a:pt x="286084" y="158278"/>
                </a:cubicBezTo>
                <a:cubicBezTo>
                  <a:pt x="286084" y="141508"/>
                  <a:pt x="299677" y="127914"/>
                  <a:pt x="316447" y="127914"/>
                </a:cubicBezTo>
                <a:close/>
                <a:moveTo>
                  <a:pt x="243892" y="127914"/>
                </a:moveTo>
                <a:cubicBezTo>
                  <a:pt x="260662" y="127914"/>
                  <a:pt x="274256" y="141508"/>
                  <a:pt x="274256" y="158278"/>
                </a:cubicBezTo>
                <a:cubicBezTo>
                  <a:pt x="274256" y="175047"/>
                  <a:pt x="260662" y="188641"/>
                  <a:pt x="243892" y="188641"/>
                </a:cubicBezTo>
                <a:cubicBezTo>
                  <a:pt x="227123" y="188641"/>
                  <a:pt x="213529" y="175047"/>
                  <a:pt x="213529" y="158278"/>
                </a:cubicBezTo>
                <a:cubicBezTo>
                  <a:pt x="213529" y="141508"/>
                  <a:pt x="227123" y="127914"/>
                  <a:pt x="243892" y="127914"/>
                </a:cubicBezTo>
                <a:close/>
                <a:moveTo>
                  <a:pt x="171339" y="127914"/>
                </a:moveTo>
                <a:cubicBezTo>
                  <a:pt x="188107" y="127914"/>
                  <a:pt x="201701" y="141508"/>
                  <a:pt x="201701" y="158278"/>
                </a:cubicBezTo>
                <a:cubicBezTo>
                  <a:pt x="201701" y="175047"/>
                  <a:pt x="188107" y="188641"/>
                  <a:pt x="171339" y="188641"/>
                </a:cubicBezTo>
                <a:cubicBezTo>
                  <a:pt x="154702" y="188641"/>
                  <a:pt x="141108" y="175047"/>
                  <a:pt x="141108" y="158278"/>
                </a:cubicBezTo>
                <a:cubicBezTo>
                  <a:pt x="141108" y="141508"/>
                  <a:pt x="154702" y="127914"/>
                  <a:pt x="171339" y="127914"/>
                </a:cubicBezTo>
                <a:close/>
                <a:moveTo>
                  <a:pt x="98936" y="127914"/>
                </a:moveTo>
                <a:cubicBezTo>
                  <a:pt x="115695" y="127914"/>
                  <a:pt x="129288" y="141508"/>
                  <a:pt x="129288" y="158278"/>
                </a:cubicBezTo>
                <a:cubicBezTo>
                  <a:pt x="129288" y="175047"/>
                  <a:pt x="115695" y="188641"/>
                  <a:pt x="98936" y="188641"/>
                </a:cubicBezTo>
                <a:cubicBezTo>
                  <a:pt x="82162" y="188641"/>
                  <a:pt x="68567" y="175047"/>
                  <a:pt x="68567" y="158278"/>
                </a:cubicBezTo>
                <a:cubicBezTo>
                  <a:pt x="68567" y="141508"/>
                  <a:pt x="82162" y="127914"/>
                  <a:pt x="98936" y="127914"/>
                </a:cubicBezTo>
                <a:close/>
                <a:moveTo>
                  <a:pt x="26381" y="127914"/>
                </a:moveTo>
                <a:cubicBezTo>
                  <a:pt x="43143" y="127914"/>
                  <a:pt x="56738" y="141508"/>
                  <a:pt x="56738" y="158278"/>
                </a:cubicBezTo>
                <a:cubicBezTo>
                  <a:pt x="56738" y="175047"/>
                  <a:pt x="43143" y="188641"/>
                  <a:pt x="26381" y="188641"/>
                </a:cubicBezTo>
                <a:cubicBezTo>
                  <a:pt x="17995" y="188641"/>
                  <a:pt x="10404" y="185243"/>
                  <a:pt x="4909" y="179748"/>
                </a:cubicBezTo>
                <a:lnTo>
                  <a:pt x="0" y="167898"/>
                </a:lnTo>
                <a:lnTo>
                  <a:pt x="0" y="148658"/>
                </a:lnTo>
                <a:lnTo>
                  <a:pt x="4909" y="136807"/>
                </a:lnTo>
                <a:cubicBezTo>
                  <a:pt x="10404" y="131313"/>
                  <a:pt x="17995" y="127914"/>
                  <a:pt x="26381" y="127914"/>
                </a:cubicBezTo>
                <a:close/>
                <a:moveTo>
                  <a:pt x="1622429" y="47462"/>
                </a:moveTo>
                <a:lnTo>
                  <a:pt x="1625821" y="48147"/>
                </a:lnTo>
                <a:lnTo>
                  <a:pt x="1639701" y="102127"/>
                </a:lnTo>
                <a:lnTo>
                  <a:pt x="1634248" y="105804"/>
                </a:lnTo>
                <a:cubicBezTo>
                  <a:pt x="1630615" y="107340"/>
                  <a:pt x="1626621" y="108189"/>
                  <a:pt x="1622429" y="108189"/>
                </a:cubicBezTo>
                <a:cubicBezTo>
                  <a:pt x="1605659" y="108189"/>
                  <a:pt x="1592066" y="94595"/>
                  <a:pt x="1592066" y="77826"/>
                </a:cubicBezTo>
                <a:cubicBezTo>
                  <a:pt x="1592066" y="61056"/>
                  <a:pt x="1605659" y="47462"/>
                  <a:pt x="1622429" y="47462"/>
                </a:cubicBezTo>
                <a:close/>
                <a:moveTo>
                  <a:pt x="1549874" y="47462"/>
                </a:moveTo>
                <a:cubicBezTo>
                  <a:pt x="1566644" y="47462"/>
                  <a:pt x="1580238" y="61056"/>
                  <a:pt x="1580238" y="77826"/>
                </a:cubicBezTo>
                <a:cubicBezTo>
                  <a:pt x="1580238" y="94595"/>
                  <a:pt x="1566644" y="108189"/>
                  <a:pt x="1549874" y="108189"/>
                </a:cubicBezTo>
                <a:cubicBezTo>
                  <a:pt x="1533105" y="108189"/>
                  <a:pt x="1519511" y="94595"/>
                  <a:pt x="1519511" y="77826"/>
                </a:cubicBezTo>
                <a:cubicBezTo>
                  <a:pt x="1519511" y="61056"/>
                  <a:pt x="1533105" y="47462"/>
                  <a:pt x="1549874" y="47462"/>
                </a:cubicBezTo>
                <a:close/>
                <a:moveTo>
                  <a:pt x="1477320" y="47462"/>
                </a:moveTo>
                <a:cubicBezTo>
                  <a:pt x="1494089" y="47462"/>
                  <a:pt x="1507683" y="61056"/>
                  <a:pt x="1507683" y="77826"/>
                </a:cubicBezTo>
                <a:cubicBezTo>
                  <a:pt x="1507683" y="94595"/>
                  <a:pt x="1494089" y="108189"/>
                  <a:pt x="1477320" y="108189"/>
                </a:cubicBezTo>
                <a:cubicBezTo>
                  <a:pt x="1460550" y="108189"/>
                  <a:pt x="1446956" y="94595"/>
                  <a:pt x="1446956" y="77826"/>
                </a:cubicBezTo>
                <a:cubicBezTo>
                  <a:pt x="1446956" y="61056"/>
                  <a:pt x="1460550" y="47462"/>
                  <a:pt x="1477320" y="47462"/>
                </a:cubicBezTo>
                <a:close/>
                <a:moveTo>
                  <a:pt x="1404765" y="47462"/>
                </a:moveTo>
                <a:cubicBezTo>
                  <a:pt x="1421535" y="47462"/>
                  <a:pt x="1435129" y="61056"/>
                  <a:pt x="1435129" y="77826"/>
                </a:cubicBezTo>
                <a:cubicBezTo>
                  <a:pt x="1435129" y="94595"/>
                  <a:pt x="1421535" y="108189"/>
                  <a:pt x="1404765" y="108189"/>
                </a:cubicBezTo>
                <a:cubicBezTo>
                  <a:pt x="1387996" y="108189"/>
                  <a:pt x="1374402" y="94595"/>
                  <a:pt x="1374402" y="77826"/>
                </a:cubicBezTo>
                <a:cubicBezTo>
                  <a:pt x="1374402" y="61056"/>
                  <a:pt x="1387996" y="47462"/>
                  <a:pt x="1404765" y="47462"/>
                </a:cubicBezTo>
                <a:close/>
                <a:moveTo>
                  <a:pt x="1332211" y="47462"/>
                </a:moveTo>
                <a:cubicBezTo>
                  <a:pt x="1348980" y="47462"/>
                  <a:pt x="1362574" y="61056"/>
                  <a:pt x="1362574" y="77826"/>
                </a:cubicBezTo>
                <a:cubicBezTo>
                  <a:pt x="1362574" y="94595"/>
                  <a:pt x="1348980" y="108189"/>
                  <a:pt x="1332211" y="108189"/>
                </a:cubicBezTo>
                <a:cubicBezTo>
                  <a:pt x="1315441" y="108189"/>
                  <a:pt x="1301847" y="94595"/>
                  <a:pt x="1301847" y="77826"/>
                </a:cubicBezTo>
                <a:cubicBezTo>
                  <a:pt x="1301847" y="61056"/>
                  <a:pt x="1315441" y="47462"/>
                  <a:pt x="1332211" y="47462"/>
                </a:cubicBezTo>
                <a:close/>
                <a:moveTo>
                  <a:pt x="1259656" y="47462"/>
                </a:moveTo>
                <a:cubicBezTo>
                  <a:pt x="1276426" y="47462"/>
                  <a:pt x="1290020" y="61056"/>
                  <a:pt x="1290020" y="77826"/>
                </a:cubicBezTo>
                <a:cubicBezTo>
                  <a:pt x="1290020" y="94595"/>
                  <a:pt x="1276426" y="108189"/>
                  <a:pt x="1259656" y="108189"/>
                </a:cubicBezTo>
                <a:cubicBezTo>
                  <a:pt x="1242887" y="108189"/>
                  <a:pt x="1229293" y="94595"/>
                  <a:pt x="1229293" y="77826"/>
                </a:cubicBezTo>
                <a:cubicBezTo>
                  <a:pt x="1229293" y="61056"/>
                  <a:pt x="1242887" y="47462"/>
                  <a:pt x="1259656" y="47462"/>
                </a:cubicBezTo>
                <a:close/>
                <a:moveTo>
                  <a:pt x="1187102" y="47462"/>
                </a:moveTo>
                <a:cubicBezTo>
                  <a:pt x="1203871" y="47462"/>
                  <a:pt x="1217465" y="61056"/>
                  <a:pt x="1217465" y="77826"/>
                </a:cubicBezTo>
                <a:cubicBezTo>
                  <a:pt x="1217465" y="94595"/>
                  <a:pt x="1203871" y="108189"/>
                  <a:pt x="1187102" y="108189"/>
                </a:cubicBezTo>
                <a:cubicBezTo>
                  <a:pt x="1170332" y="108189"/>
                  <a:pt x="1156738" y="94595"/>
                  <a:pt x="1156738" y="77826"/>
                </a:cubicBezTo>
                <a:cubicBezTo>
                  <a:pt x="1156738" y="61056"/>
                  <a:pt x="1170332" y="47462"/>
                  <a:pt x="1187102" y="47462"/>
                </a:cubicBezTo>
                <a:close/>
                <a:moveTo>
                  <a:pt x="1114547" y="47462"/>
                </a:moveTo>
                <a:cubicBezTo>
                  <a:pt x="1131317" y="47462"/>
                  <a:pt x="1144911" y="61056"/>
                  <a:pt x="1144911" y="77826"/>
                </a:cubicBezTo>
                <a:cubicBezTo>
                  <a:pt x="1144911" y="94595"/>
                  <a:pt x="1131317" y="108189"/>
                  <a:pt x="1114547" y="108189"/>
                </a:cubicBezTo>
                <a:cubicBezTo>
                  <a:pt x="1097778" y="108189"/>
                  <a:pt x="1084184" y="94595"/>
                  <a:pt x="1084184" y="77826"/>
                </a:cubicBezTo>
                <a:cubicBezTo>
                  <a:pt x="1084184" y="61056"/>
                  <a:pt x="1097778" y="47462"/>
                  <a:pt x="1114547" y="47462"/>
                </a:cubicBezTo>
                <a:close/>
                <a:moveTo>
                  <a:pt x="1041993" y="47462"/>
                </a:moveTo>
                <a:cubicBezTo>
                  <a:pt x="1058762" y="47462"/>
                  <a:pt x="1072356" y="61056"/>
                  <a:pt x="1072356" y="77826"/>
                </a:cubicBezTo>
                <a:cubicBezTo>
                  <a:pt x="1072356" y="94595"/>
                  <a:pt x="1058762" y="108189"/>
                  <a:pt x="1041993" y="108189"/>
                </a:cubicBezTo>
                <a:cubicBezTo>
                  <a:pt x="1025223" y="108189"/>
                  <a:pt x="1011629" y="94595"/>
                  <a:pt x="1011629" y="77826"/>
                </a:cubicBezTo>
                <a:cubicBezTo>
                  <a:pt x="1011629" y="61056"/>
                  <a:pt x="1025223" y="47462"/>
                  <a:pt x="1041993" y="47462"/>
                </a:cubicBezTo>
                <a:close/>
                <a:moveTo>
                  <a:pt x="969438" y="47462"/>
                </a:moveTo>
                <a:cubicBezTo>
                  <a:pt x="986208" y="47462"/>
                  <a:pt x="999801" y="61056"/>
                  <a:pt x="999801" y="77826"/>
                </a:cubicBezTo>
                <a:cubicBezTo>
                  <a:pt x="999801" y="94595"/>
                  <a:pt x="986208" y="108189"/>
                  <a:pt x="969438" y="108189"/>
                </a:cubicBezTo>
                <a:cubicBezTo>
                  <a:pt x="952669" y="108189"/>
                  <a:pt x="939075" y="94595"/>
                  <a:pt x="939075" y="77826"/>
                </a:cubicBezTo>
                <a:cubicBezTo>
                  <a:pt x="939075" y="61056"/>
                  <a:pt x="952669" y="47462"/>
                  <a:pt x="969438" y="47462"/>
                </a:cubicBezTo>
                <a:close/>
                <a:moveTo>
                  <a:pt x="896883" y="47462"/>
                </a:moveTo>
                <a:cubicBezTo>
                  <a:pt x="913653" y="47462"/>
                  <a:pt x="927247" y="61056"/>
                  <a:pt x="927247" y="77826"/>
                </a:cubicBezTo>
                <a:cubicBezTo>
                  <a:pt x="927247" y="94595"/>
                  <a:pt x="913653" y="108189"/>
                  <a:pt x="896883" y="108189"/>
                </a:cubicBezTo>
                <a:cubicBezTo>
                  <a:pt x="880114" y="108189"/>
                  <a:pt x="866520" y="94595"/>
                  <a:pt x="866520" y="77826"/>
                </a:cubicBezTo>
                <a:cubicBezTo>
                  <a:pt x="866520" y="61056"/>
                  <a:pt x="880114" y="47462"/>
                  <a:pt x="896883" y="47462"/>
                </a:cubicBezTo>
                <a:close/>
                <a:moveTo>
                  <a:pt x="824329" y="47462"/>
                </a:moveTo>
                <a:cubicBezTo>
                  <a:pt x="841098" y="47462"/>
                  <a:pt x="854692" y="61056"/>
                  <a:pt x="854692" y="77826"/>
                </a:cubicBezTo>
                <a:cubicBezTo>
                  <a:pt x="854692" y="94595"/>
                  <a:pt x="841098" y="108189"/>
                  <a:pt x="824329" y="108189"/>
                </a:cubicBezTo>
                <a:cubicBezTo>
                  <a:pt x="807559" y="108189"/>
                  <a:pt x="793965" y="94595"/>
                  <a:pt x="793965" y="77826"/>
                </a:cubicBezTo>
                <a:cubicBezTo>
                  <a:pt x="793965" y="61056"/>
                  <a:pt x="807559" y="47462"/>
                  <a:pt x="824329" y="47462"/>
                </a:cubicBezTo>
                <a:close/>
                <a:moveTo>
                  <a:pt x="751774" y="47462"/>
                </a:moveTo>
                <a:cubicBezTo>
                  <a:pt x="768544" y="47462"/>
                  <a:pt x="782138" y="61056"/>
                  <a:pt x="782138" y="77826"/>
                </a:cubicBezTo>
                <a:cubicBezTo>
                  <a:pt x="782138" y="94595"/>
                  <a:pt x="768544" y="108189"/>
                  <a:pt x="751774" y="108189"/>
                </a:cubicBezTo>
                <a:cubicBezTo>
                  <a:pt x="735005" y="108189"/>
                  <a:pt x="721411" y="94595"/>
                  <a:pt x="721411" y="77826"/>
                </a:cubicBezTo>
                <a:cubicBezTo>
                  <a:pt x="721411" y="61056"/>
                  <a:pt x="735005" y="47462"/>
                  <a:pt x="751774" y="47462"/>
                </a:cubicBezTo>
                <a:close/>
                <a:moveTo>
                  <a:pt x="679220" y="47462"/>
                </a:moveTo>
                <a:cubicBezTo>
                  <a:pt x="695989" y="47462"/>
                  <a:pt x="709583" y="61056"/>
                  <a:pt x="709583" y="77826"/>
                </a:cubicBezTo>
                <a:cubicBezTo>
                  <a:pt x="709583" y="94595"/>
                  <a:pt x="695989" y="108189"/>
                  <a:pt x="679220" y="108189"/>
                </a:cubicBezTo>
                <a:cubicBezTo>
                  <a:pt x="662450" y="108189"/>
                  <a:pt x="648856" y="94595"/>
                  <a:pt x="648856" y="77826"/>
                </a:cubicBezTo>
                <a:cubicBezTo>
                  <a:pt x="648856" y="61056"/>
                  <a:pt x="662450" y="47462"/>
                  <a:pt x="679220" y="47462"/>
                </a:cubicBezTo>
                <a:close/>
                <a:moveTo>
                  <a:pt x="606665" y="47462"/>
                </a:moveTo>
                <a:cubicBezTo>
                  <a:pt x="623435" y="47462"/>
                  <a:pt x="637029" y="61056"/>
                  <a:pt x="637029" y="77826"/>
                </a:cubicBezTo>
                <a:cubicBezTo>
                  <a:pt x="637029" y="94595"/>
                  <a:pt x="623435" y="108189"/>
                  <a:pt x="606665" y="108189"/>
                </a:cubicBezTo>
                <a:cubicBezTo>
                  <a:pt x="589896" y="108189"/>
                  <a:pt x="576302" y="94595"/>
                  <a:pt x="576302" y="77826"/>
                </a:cubicBezTo>
                <a:cubicBezTo>
                  <a:pt x="576302" y="61056"/>
                  <a:pt x="589896" y="47462"/>
                  <a:pt x="606665" y="47462"/>
                </a:cubicBezTo>
                <a:close/>
                <a:moveTo>
                  <a:pt x="534111" y="47462"/>
                </a:moveTo>
                <a:cubicBezTo>
                  <a:pt x="550880" y="47462"/>
                  <a:pt x="564474" y="61056"/>
                  <a:pt x="564474" y="77826"/>
                </a:cubicBezTo>
                <a:cubicBezTo>
                  <a:pt x="564474" y="94595"/>
                  <a:pt x="550880" y="108189"/>
                  <a:pt x="534111" y="108189"/>
                </a:cubicBezTo>
                <a:cubicBezTo>
                  <a:pt x="517341" y="108189"/>
                  <a:pt x="503747" y="94595"/>
                  <a:pt x="503747" y="77826"/>
                </a:cubicBezTo>
                <a:cubicBezTo>
                  <a:pt x="503747" y="61056"/>
                  <a:pt x="517341" y="47462"/>
                  <a:pt x="534111" y="47462"/>
                </a:cubicBezTo>
                <a:close/>
                <a:moveTo>
                  <a:pt x="461556" y="47462"/>
                </a:moveTo>
                <a:cubicBezTo>
                  <a:pt x="478326" y="47462"/>
                  <a:pt x="491920" y="61056"/>
                  <a:pt x="491920" y="77826"/>
                </a:cubicBezTo>
                <a:cubicBezTo>
                  <a:pt x="491920" y="94595"/>
                  <a:pt x="478326" y="108189"/>
                  <a:pt x="461556" y="108189"/>
                </a:cubicBezTo>
                <a:cubicBezTo>
                  <a:pt x="444787" y="108189"/>
                  <a:pt x="431192" y="94595"/>
                  <a:pt x="431192" y="77826"/>
                </a:cubicBezTo>
                <a:cubicBezTo>
                  <a:pt x="431192" y="61056"/>
                  <a:pt x="444787" y="47462"/>
                  <a:pt x="461556" y="47462"/>
                </a:cubicBezTo>
                <a:close/>
                <a:moveTo>
                  <a:pt x="389002" y="47462"/>
                </a:moveTo>
                <a:cubicBezTo>
                  <a:pt x="405771" y="47462"/>
                  <a:pt x="419365" y="61056"/>
                  <a:pt x="419365" y="77826"/>
                </a:cubicBezTo>
                <a:cubicBezTo>
                  <a:pt x="419365" y="94595"/>
                  <a:pt x="405771" y="108189"/>
                  <a:pt x="389002" y="108189"/>
                </a:cubicBezTo>
                <a:cubicBezTo>
                  <a:pt x="372232" y="108189"/>
                  <a:pt x="358638" y="94595"/>
                  <a:pt x="358638" y="77826"/>
                </a:cubicBezTo>
                <a:cubicBezTo>
                  <a:pt x="358638" y="61056"/>
                  <a:pt x="372232" y="47462"/>
                  <a:pt x="389002" y="47462"/>
                </a:cubicBezTo>
                <a:close/>
                <a:moveTo>
                  <a:pt x="316447" y="47462"/>
                </a:moveTo>
                <a:cubicBezTo>
                  <a:pt x="333216" y="47462"/>
                  <a:pt x="346810" y="61056"/>
                  <a:pt x="346810" y="77826"/>
                </a:cubicBezTo>
                <a:cubicBezTo>
                  <a:pt x="346810" y="94595"/>
                  <a:pt x="333216" y="108189"/>
                  <a:pt x="316447" y="108189"/>
                </a:cubicBezTo>
                <a:cubicBezTo>
                  <a:pt x="299677" y="108189"/>
                  <a:pt x="286084" y="94595"/>
                  <a:pt x="286084" y="77826"/>
                </a:cubicBezTo>
                <a:cubicBezTo>
                  <a:pt x="286084" y="61056"/>
                  <a:pt x="299677" y="47462"/>
                  <a:pt x="316447" y="47462"/>
                </a:cubicBezTo>
                <a:close/>
                <a:moveTo>
                  <a:pt x="243892" y="47462"/>
                </a:moveTo>
                <a:cubicBezTo>
                  <a:pt x="260662" y="47462"/>
                  <a:pt x="274256" y="61056"/>
                  <a:pt x="274256" y="77826"/>
                </a:cubicBezTo>
                <a:cubicBezTo>
                  <a:pt x="274256" y="94595"/>
                  <a:pt x="260662" y="108189"/>
                  <a:pt x="243892" y="108189"/>
                </a:cubicBezTo>
                <a:cubicBezTo>
                  <a:pt x="227123" y="108189"/>
                  <a:pt x="213529" y="94595"/>
                  <a:pt x="213529" y="77826"/>
                </a:cubicBezTo>
                <a:cubicBezTo>
                  <a:pt x="213529" y="61056"/>
                  <a:pt x="227123" y="47462"/>
                  <a:pt x="243892" y="47462"/>
                </a:cubicBezTo>
                <a:close/>
                <a:moveTo>
                  <a:pt x="171339" y="47462"/>
                </a:moveTo>
                <a:cubicBezTo>
                  <a:pt x="188107" y="47462"/>
                  <a:pt x="201701" y="61056"/>
                  <a:pt x="201701" y="77826"/>
                </a:cubicBezTo>
                <a:cubicBezTo>
                  <a:pt x="201701" y="94595"/>
                  <a:pt x="188107" y="108189"/>
                  <a:pt x="171339" y="108189"/>
                </a:cubicBezTo>
                <a:cubicBezTo>
                  <a:pt x="154708" y="108189"/>
                  <a:pt x="141113" y="94595"/>
                  <a:pt x="141113" y="77826"/>
                </a:cubicBezTo>
                <a:cubicBezTo>
                  <a:pt x="141113" y="61056"/>
                  <a:pt x="154708" y="47462"/>
                  <a:pt x="171339" y="47462"/>
                </a:cubicBezTo>
                <a:close/>
                <a:moveTo>
                  <a:pt x="98942" y="47462"/>
                </a:moveTo>
                <a:cubicBezTo>
                  <a:pt x="115700" y="47462"/>
                  <a:pt x="129294" y="61056"/>
                  <a:pt x="129294" y="77826"/>
                </a:cubicBezTo>
                <a:cubicBezTo>
                  <a:pt x="129294" y="94595"/>
                  <a:pt x="115700" y="108189"/>
                  <a:pt x="98942" y="108189"/>
                </a:cubicBezTo>
                <a:cubicBezTo>
                  <a:pt x="82168" y="108189"/>
                  <a:pt x="68573" y="94595"/>
                  <a:pt x="68573" y="77826"/>
                </a:cubicBezTo>
                <a:cubicBezTo>
                  <a:pt x="68573" y="61056"/>
                  <a:pt x="82168" y="47462"/>
                  <a:pt x="98942" y="47462"/>
                </a:cubicBezTo>
                <a:close/>
                <a:moveTo>
                  <a:pt x="26388" y="47462"/>
                </a:moveTo>
                <a:cubicBezTo>
                  <a:pt x="43149" y="47462"/>
                  <a:pt x="56744" y="61056"/>
                  <a:pt x="56744" y="77826"/>
                </a:cubicBezTo>
                <a:cubicBezTo>
                  <a:pt x="56744" y="94595"/>
                  <a:pt x="43149" y="108189"/>
                  <a:pt x="26388" y="108189"/>
                </a:cubicBezTo>
                <a:cubicBezTo>
                  <a:pt x="18002" y="108189"/>
                  <a:pt x="10410" y="104791"/>
                  <a:pt x="4916" y="99296"/>
                </a:cubicBezTo>
                <a:lnTo>
                  <a:pt x="0" y="87429"/>
                </a:lnTo>
                <a:lnTo>
                  <a:pt x="0" y="68222"/>
                </a:lnTo>
                <a:lnTo>
                  <a:pt x="4916" y="56355"/>
                </a:lnTo>
                <a:cubicBezTo>
                  <a:pt x="10410" y="50861"/>
                  <a:pt x="18002" y="47462"/>
                  <a:pt x="26388" y="47462"/>
                </a:cubicBezTo>
                <a:close/>
                <a:moveTo>
                  <a:pt x="1592868" y="0"/>
                </a:moveTo>
                <a:lnTo>
                  <a:pt x="1613441" y="0"/>
                </a:lnTo>
                <a:lnTo>
                  <a:pt x="1620472" y="27343"/>
                </a:lnTo>
                <a:lnTo>
                  <a:pt x="1610610" y="25352"/>
                </a:lnTo>
                <a:cubicBezTo>
                  <a:pt x="1605161" y="23047"/>
                  <a:pt x="1600525" y="19197"/>
                  <a:pt x="1597251" y="14351"/>
                </a:cubicBezTo>
                <a:close/>
                <a:moveTo>
                  <a:pt x="1520598" y="0"/>
                </a:moveTo>
                <a:lnTo>
                  <a:pt x="1579150" y="0"/>
                </a:lnTo>
                <a:lnTo>
                  <a:pt x="1571345" y="18844"/>
                </a:lnTo>
                <a:cubicBezTo>
                  <a:pt x="1565850" y="24339"/>
                  <a:pt x="1558259" y="27738"/>
                  <a:pt x="1549874" y="27738"/>
                </a:cubicBezTo>
                <a:cubicBezTo>
                  <a:pt x="1541490" y="27738"/>
                  <a:pt x="1533899" y="24339"/>
                  <a:pt x="1528404" y="18844"/>
                </a:cubicBezTo>
                <a:close/>
                <a:moveTo>
                  <a:pt x="1448044" y="0"/>
                </a:moveTo>
                <a:lnTo>
                  <a:pt x="1506596" y="0"/>
                </a:lnTo>
                <a:lnTo>
                  <a:pt x="1498790" y="18844"/>
                </a:lnTo>
                <a:cubicBezTo>
                  <a:pt x="1493295" y="24339"/>
                  <a:pt x="1485705" y="27738"/>
                  <a:pt x="1477320" y="27738"/>
                </a:cubicBezTo>
                <a:cubicBezTo>
                  <a:pt x="1468935" y="27738"/>
                  <a:pt x="1461344" y="24339"/>
                  <a:pt x="1455850" y="18844"/>
                </a:cubicBezTo>
                <a:close/>
                <a:moveTo>
                  <a:pt x="1375489" y="0"/>
                </a:moveTo>
                <a:lnTo>
                  <a:pt x="1434041" y="0"/>
                </a:lnTo>
                <a:lnTo>
                  <a:pt x="1426236" y="18844"/>
                </a:lnTo>
                <a:cubicBezTo>
                  <a:pt x="1420741" y="24339"/>
                  <a:pt x="1413150" y="27738"/>
                  <a:pt x="1404765" y="27738"/>
                </a:cubicBezTo>
                <a:cubicBezTo>
                  <a:pt x="1396381" y="27738"/>
                  <a:pt x="1388790" y="24339"/>
                  <a:pt x="1383295" y="18844"/>
                </a:cubicBezTo>
                <a:close/>
                <a:moveTo>
                  <a:pt x="1302935" y="0"/>
                </a:moveTo>
                <a:lnTo>
                  <a:pt x="1361486" y="0"/>
                </a:lnTo>
                <a:lnTo>
                  <a:pt x="1353681" y="18844"/>
                </a:lnTo>
                <a:cubicBezTo>
                  <a:pt x="1348186" y="24339"/>
                  <a:pt x="1340596" y="27738"/>
                  <a:pt x="1332211" y="27738"/>
                </a:cubicBezTo>
                <a:cubicBezTo>
                  <a:pt x="1323826" y="27738"/>
                  <a:pt x="1316235" y="24339"/>
                  <a:pt x="1310740" y="18844"/>
                </a:cubicBezTo>
                <a:close/>
                <a:moveTo>
                  <a:pt x="1230380" y="0"/>
                </a:moveTo>
                <a:lnTo>
                  <a:pt x="1288932" y="0"/>
                </a:lnTo>
                <a:lnTo>
                  <a:pt x="1281126" y="18844"/>
                </a:lnTo>
                <a:cubicBezTo>
                  <a:pt x="1275632" y="24339"/>
                  <a:pt x="1268041" y="27738"/>
                  <a:pt x="1259656" y="27738"/>
                </a:cubicBezTo>
                <a:cubicBezTo>
                  <a:pt x="1251271" y="27738"/>
                  <a:pt x="1243680" y="24339"/>
                  <a:pt x="1238186" y="18844"/>
                </a:cubicBezTo>
                <a:close/>
                <a:moveTo>
                  <a:pt x="1157826" y="0"/>
                </a:moveTo>
                <a:lnTo>
                  <a:pt x="1216377" y="0"/>
                </a:lnTo>
                <a:lnTo>
                  <a:pt x="1208572" y="18844"/>
                </a:lnTo>
                <a:cubicBezTo>
                  <a:pt x="1203077" y="24339"/>
                  <a:pt x="1195486" y="27738"/>
                  <a:pt x="1187102" y="27738"/>
                </a:cubicBezTo>
                <a:cubicBezTo>
                  <a:pt x="1178717" y="27738"/>
                  <a:pt x="1171126" y="24339"/>
                  <a:pt x="1165631" y="18844"/>
                </a:cubicBezTo>
                <a:close/>
                <a:moveTo>
                  <a:pt x="1085271" y="0"/>
                </a:moveTo>
                <a:lnTo>
                  <a:pt x="1143823" y="0"/>
                </a:lnTo>
                <a:lnTo>
                  <a:pt x="1136017" y="18844"/>
                </a:lnTo>
                <a:cubicBezTo>
                  <a:pt x="1130523" y="24339"/>
                  <a:pt x="1122932" y="27738"/>
                  <a:pt x="1114547" y="27738"/>
                </a:cubicBezTo>
                <a:cubicBezTo>
                  <a:pt x="1106162" y="27738"/>
                  <a:pt x="1098571" y="24339"/>
                  <a:pt x="1093077" y="18844"/>
                </a:cubicBezTo>
                <a:close/>
                <a:moveTo>
                  <a:pt x="1012717" y="0"/>
                </a:moveTo>
                <a:lnTo>
                  <a:pt x="1071268" y="0"/>
                </a:lnTo>
                <a:lnTo>
                  <a:pt x="1063463" y="18844"/>
                </a:lnTo>
                <a:cubicBezTo>
                  <a:pt x="1057968" y="24339"/>
                  <a:pt x="1050377" y="27738"/>
                  <a:pt x="1041993" y="27738"/>
                </a:cubicBezTo>
                <a:cubicBezTo>
                  <a:pt x="1033608" y="27738"/>
                  <a:pt x="1026017" y="24339"/>
                  <a:pt x="1020522" y="18844"/>
                </a:cubicBezTo>
                <a:close/>
                <a:moveTo>
                  <a:pt x="940162" y="0"/>
                </a:moveTo>
                <a:lnTo>
                  <a:pt x="998714" y="0"/>
                </a:lnTo>
                <a:lnTo>
                  <a:pt x="990908" y="18844"/>
                </a:lnTo>
                <a:cubicBezTo>
                  <a:pt x="985414" y="24339"/>
                  <a:pt x="977823" y="27738"/>
                  <a:pt x="969438" y="27738"/>
                </a:cubicBezTo>
                <a:cubicBezTo>
                  <a:pt x="961053" y="27738"/>
                  <a:pt x="953462" y="24339"/>
                  <a:pt x="947968" y="18844"/>
                </a:cubicBezTo>
                <a:close/>
                <a:moveTo>
                  <a:pt x="867607" y="0"/>
                </a:moveTo>
                <a:lnTo>
                  <a:pt x="926159" y="0"/>
                </a:lnTo>
                <a:lnTo>
                  <a:pt x="918354" y="18844"/>
                </a:lnTo>
                <a:cubicBezTo>
                  <a:pt x="912859" y="24339"/>
                  <a:pt x="905268" y="27738"/>
                  <a:pt x="896883" y="27738"/>
                </a:cubicBezTo>
                <a:cubicBezTo>
                  <a:pt x="888499" y="27738"/>
                  <a:pt x="880908" y="24339"/>
                  <a:pt x="875413" y="18844"/>
                </a:cubicBezTo>
                <a:close/>
                <a:moveTo>
                  <a:pt x="795053" y="0"/>
                </a:moveTo>
                <a:lnTo>
                  <a:pt x="853605" y="0"/>
                </a:lnTo>
                <a:lnTo>
                  <a:pt x="845799" y="18844"/>
                </a:lnTo>
                <a:cubicBezTo>
                  <a:pt x="840304" y="24339"/>
                  <a:pt x="832714" y="27738"/>
                  <a:pt x="824329" y="27738"/>
                </a:cubicBezTo>
                <a:cubicBezTo>
                  <a:pt x="815944" y="27738"/>
                  <a:pt x="808353" y="24339"/>
                  <a:pt x="802858" y="18844"/>
                </a:cubicBezTo>
                <a:close/>
                <a:moveTo>
                  <a:pt x="722498" y="0"/>
                </a:moveTo>
                <a:lnTo>
                  <a:pt x="781050" y="0"/>
                </a:lnTo>
                <a:lnTo>
                  <a:pt x="773245" y="18844"/>
                </a:lnTo>
                <a:cubicBezTo>
                  <a:pt x="767750" y="24339"/>
                  <a:pt x="760159" y="27738"/>
                  <a:pt x="751774" y="27738"/>
                </a:cubicBezTo>
                <a:cubicBezTo>
                  <a:pt x="743390" y="27738"/>
                  <a:pt x="735799" y="24339"/>
                  <a:pt x="730304" y="18844"/>
                </a:cubicBezTo>
                <a:close/>
                <a:moveTo>
                  <a:pt x="649944" y="0"/>
                </a:moveTo>
                <a:lnTo>
                  <a:pt x="708496" y="0"/>
                </a:lnTo>
                <a:lnTo>
                  <a:pt x="700690" y="18844"/>
                </a:lnTo>
                <a:cubicBezTo>
                  <a:pt x="695195" y="24339"/>
                  <a:pt x="687604" y="27738"/>
                  <a:pt x="679220" y="27738"/>
                </a:cubicBezTo>
                <a:cubicBezTo>
                  <a:pt x="670835" y="27738"/>
                  <a:pt x="663244" y="24339"/>
                  <a:pt x="657749" y="18844"/>
                </a:cubicBezTo>
                <a:close/>
                <a:moveTo>
                  <a:pt x="577389" y="0"/>
                </a:moveTo>
                <a:lnTo>
                  <a:pt x="635941" y="0"/>
                </a:lnTo>
                <a:lnTo>
                  <a:pt x="628135" y="18844"/>
                </a:lnTo>
                <a:cubicBezTo>
                  <a:pt x="622641" y="24339"/>
                  <a:pt x="615050" y="27738"/>
                  <a:pt x="606665" y="27738"/>
                </a:cubicBezTo>
                <a:cubicBezTo>
                  <a:pt x="598280" y="27738"/>
                  <a:pt x="590690" y="24339"/>
                  <a:pt x="585195" y="18844"/>
                </a:cubicBezTo>
                <a:close/>
                <a:moveTo>
                  <a:pt x="504835" y="0"/>
                </a:moveTo>
                <a:lnTo>
                  <a:pt x="563386" y="0"/>
                </a:lnTo>
                <a:lnTo>
                  <a:pt x="555581" y="18844"/>
                </a:lnTo>
                <a:cubicBezTo>
                  <a:pt x="550086" y="24339"/>
                  <a:pt x="542495" y="27738"/>
                  <a:pt x="534111" y="27738"/>
                </a:cubicBezTo>
                <a:cubicBezTo>
                  <a:pt x="525726" y="27738"/>
                  <a:pt x="518135" y="24339"/>
                  <a:pt x="512640" y="18844"/>
                </a:cubicBezTo>
                <a:close/>
                <a:moveTo>
                  <a:pt x="432280" y="0"/>
                </a:moveTo>
                <a:lnTo>
                  <a:pt x="490832" y="0"/>
                </a:lnTo>
                <a:lnTo>
                  <a:pt x="483026" y="18844"/>
                </a:lnTo>
                <a:cubicBezTo>
                  <a:pt x="477532" y="24339"/>
                  <a:pt x="469941" y="27738"/>
                  <a:pt x="461556" y="27738"/>
                </a:cubicBezTo>
                <a:cubicBezTo>
                  <a:pt x="453171" y="27738"/>
                  <a:pt x="445580" y="24339"/>
                  <a:pt x="440086" y="18844"/>
                </a:cubicBezTo>
                <a:close/>
                <a:moveTo>
                  <a:pt x="359726" y="0"/>
                </a:moveTo>
                <a:lnTo>
                  <a:pt x="418277" y="0"/>
                </a:lnTo>
                <a:lnTo>
                  <a:pt x="410472" y="18844"/>
                </a:lnTo>
                <a:cubicBezTo>
                  <a:pt x="404977" y="24339"/>
                  <a:pt x="397386" y="27738"/>
                  <a:pt x="389002" y="27738"/>
                </a:cubicBezTo>
                <a:cubicBezTo>
                  <a:pt x="380617" y="27738"/>
                  <a:pt x="373026" y="24339"/>
                  <a:pt x="367531" y="18844"/>
                </a:cubicBezTo>
                <a:close/>
                <a:moveTo>
                  <a:pt x="287171" y="0"/>
                </a:moveTo>
                <a:lnTo>
                  <a:pt x="345723" y="0"/>
                </a:lnTo>
                <a:lnTo>
                  <a:pt x="337917" y="18844"/>
                </a:lnTo>
                <a:cubicBezTo>
                  <a:pt x="332423" y="24339"/>
                  <a:pt x="324832" y="27738"/>
                  <a:pt x="316447" y="27738"/>
                </a:cubicBezTo>
                <a:cubicBezTo>
                  <a:pt x="308062" y="27738"/>
                  <a:pt x="300471" y="24339"/>
                  <a:pt x="294977" y="18844"/>
                </a:cubicBezTo>
                <a:close/>
                <a:moveTo>
                  <a:pt x="214617" y="0"/>
                </a:moveTo>
                <a:lnTo>
                  <a:pt x="273168" y="0"/>
                </a:lnTo>
                <a:lnTo>
                  <a:pt x="265363" y="18844"/>
                </a:lnTo>
                <a:cubicBezTo>
                  <a:pt x="259868" y="24339"/>
                  <a:pt x="252277" y="27738"/>
                  <a:pt x="243892" y="27738"/>
                </a:cubicBezTo>
                <a:cubicBezTo>
                  <a:pt x="235508" y="27738"/>
                  <a:pt x="227917" y="24339"/>
                  <a:pt x="222422" y="18844"/>
                </a:cubicBezTo>
                <a:close/>
                <a:moveTo>
                  <a:pt x="142204" y="0"/>
                </a:moveTo>
                <a:lnTo>
                  <a:pt x="200614" y="0"/>
                </a:lnTo>
                <a:lnTo>
                  <a:pt x="192808" y="18844"/>
                </a:lnTo>
                <a:cubicBezTo>
                  <a:pt x="187314" y="24339"/>
                  <a:pt x="179723" y="27738"/>
                  <a:pt x="171339" y="27738"/>
                </a:cubicBezTo>
                <a:cubicBezTo>
                  <a:pt x="163026" y="27738"/>
                  <a:pt x="155471" y="24339"/>
                  <a:pt x="149994" y="18844"/>
                </a:cubicBezTo>
                <a:close/>
                <a:moveTo>
                  <a:pt x="69668" y="0"/>
                </a:moveTo>
                <a:lnTo>
                  <a:pt x="128212" y="0"/>
                </a:lnTo>
                <a:lnTo>
                  <a:pt x="120408" y="18844"/>
                </a:lnTo>
                <a:cubicBezTo>
                  <a:pt x="114915" y="24339"/>
                  <a:pt x="107328" y="27738"/>
                  <a:pt x="98949" y="27738"/>
                </a:cubicBezTo>
                <a:cubicBezTo>
                  <a:pt x="90562" y="27738"/>
                  <a:pt x="82969" y="24339"/>
                  <a:pt x="77474" y="18844"/>
                </a:cubicBezTo>
                <a:close/>
                <a:moveTo>
                  <a:pt x="0" y="0"/>
                </a:moveTo>
                <a:lnTo>
                  <a:pt x="55662" y="0"/>
                </a:lnTo>
                <a:lnTo>
                  <a:pt x="47858" y="18844"/>
                </a:lnTo>
                <a:cubicBezTo>
                  <a:pt x="42364" y="24339"/>
                  <a:pt x="34775" y="27738"/>
                  <a:pt x="26394" y="27738"/>
                </a:cubicBezTo>
                <a:cubicBezTo>
                  <a:pt x="18009" y="27738"/>
                  <a:pt x="10417" y="24339"/>
                  <a:pt x="4922" y="18844"/>
                </a:cubicBezTo>
                <a:lnTo>
                  <a:pt x="0" y="6962"/>
                </a:lnTo>
                <a:close/>
              </a:path>
            </a:pathLst>
          </a:custGeom>
          <a:solidFill>
            <a:schemeClr val="accent1">
              <a:alpha val="60000"/>
            </a:schemeClr>
          </a:soli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None/>
            </a:pPr>
            <a:endParaRPr sz="1867" b="0" i="0" u="none" strike="noStrike" cap="none" dirty="0">
              <a:solidFill>
                <a:schemeClr val="dk1"/>
              </a:solidFill>
              <a:latin typeface="Calibri"/>
              <a:ea typeface="Calibri"/>
              <a:cs typeface="Calibri"/>
              <a:sym typeface="Calibri"/>
            </a:endParaRPr>
          </a:p>
        </p:txBody>
      </p:sp>
      <p:sp>
        <p:nvSpPr>
          <p:cNvPr id="4" name="Google Shape;347;p13">
            <a:extLst>
              <a:ext uri="{FF2B5EF4-FFF2-40B4-BE49-F238E27FC236}">
                <a16:creationId xmlns:a16="http://schemas.microsoft.com/office/drawing/2014/main" id="{F3C895FC-97C6-5646-A665-002EBB2A3EB6}"/>
              </a:ext>
            </a:extLst>
          </p:cNvPr>
          <p:cNvSpPr/>
          <p:nvPr/>
        </p:nvSpPr>
        <p:spPr>
          <a:xfrm>
            <a:off x="2" y="2"/>
            <a:ext cx="403373" cy="496797"/>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None/>
            </a:pPr>
            <a:endParaRPr sz="1867" b="0" i="0" u="none" strike="noStrike" cap="none" dirty="0">
              <a:solidFill>
                <a:schemeClr val="dk1"/>
              </a:solidFill>
              <a:latin typeface="Calibri"/>
              <a:ea typeface="Calibri"/>
              <a:cs typeface="Calibri"/>
              <a:sym typeface="Calibri"/>
            </a:endParaRPr>
          </a:p>
        </p:txBody>
      </p:sp>
      <p:cxnSp>
        <p:nvCxnSpPr>
          <p:cNvPr id="5" name="Google Shape;356;p13">
            <a:extLst>
              <a:ext uri="{FF2B5EF4-FFF2-40B4-BE49-F238E27FC236}">
                <a16:creationId xmlns:a16="http://schemas.microsoft.com/office/drawing/2014/main" id="{EDB34002-5663-F243-8BC1-2B51C50F76B0}"/>
              </a:ext>
            </a:extLst>
          </p:cNvPr>
          <p:cNvCxnSpPr>
            <a:stCxn id="15" idx="4"/>
            <a:endCxn id="31" idx="0"/>
          </p:cNvCxnSpPr>
          <p:nvPr/>
        </p:nvCxnSpPr>
        <p:spPr>
          <a:xfrm rot="5400000">
            <a:off x="4465272" y="-72161"/>
            <a:ext cx="384800" cy="4243200"/>
          </a:xfrm>
          <a:prstGeom prst="bentConnector3">
            <a:avLst>
              <a:gd name="adj1" fmla="val 49987"/>
            </a:avLst>
          </a:prstGeom>
          <a:noFill/>
          <a:ln w="9525" cap="flat" cmpd="sng">
            <a:solidFill>
              <a:schemeClr val="tx2"/>
            </a:solidFill>
            <a:prstDash val="solid"/>
            <a:round/>
            <a:headEnd type="none" w="sm" len="sm"/>
            <a:tailEnd type="none" w="sm" len="sm"/>
          </a:ln>
        </p:spPr>
      </p:cxnSp>
      <p:cxnSp>
        <p:nvCxnSpPr>
          <p:cNvPr id="6" name="Google Shape;359;p13">
            <a:extLst>
              <a:ext uri="{FF2B5EF4-FFF2-40B4-BE49-F238E27FC236}">
                <a16:creationId xmlns:a16="http://schemas.microsoft.com/office/drawing/2014/main" id="{B56F7BAC-26DC-A64C-97DE-92A5D4EC0844}"/>
              </a:ext>
            </a:extLst>
          </p:cNvPr>
          <p:cNvCxnSpPr>
            <a:stCxn id="15" idx="4"/>
            <a:endCxn id="14" idx="0"/>
          </p:cNvCxnSpPr>
          <p:nvPr/>
        </p:nvCxnSpPr>
        <p:spPr>
          <a:xfrm rot="-5400000" flipH="1">
            <a:off x="6587272" y="2049039"/>
            <a:ext cx="384800" cy="800"/>
          </a:xfrm>
          <a:prstGeom prst="bentConnector3">
            <a:avLst>
              <a:gd name="adj1" fmla="val 49987"/>
            </a:avLst>
          </a:prstGeom>
          <a:noFill/>
          <a:ln w="9525" cap="flat" cmpd="sng">
            <a:solidFill>
              <a:schemeClr val="tx2"/>
            </a:solidFill>
            <a:prstDash val="solid"/>
            <a:round/>
            <a:headEnd type="none" w="sm" len="sm"/>
            <a:tailEnd type="none" w="sm" len="sm"/>
          </a:ln>
        </p:spPr>
      </p:cxnSp>
      <p:cxnSp>
        <p:nvCxnSpPr>
          <p:cNvPr id="7" name="Google Shape;361;p13">
            <a:extLst>
              <a:ext uri="{FF2B5EF4-FFF2-40B4-BE49-F238E27FC236}">
                <a16:creationId xmlns:a16="http://schemas.microsoft.com/office/drawing/2014/main" id="{0AC54802-E015-504A-9B79-A82DDF551CD4}"/>
              </a:ext>
            </a:extLst>
          </p:cNvPr>
          <p:cNvCxnSpPr>
            <a:stCxn id="15" idx="4"/>
            <a:endCxn id="16" idx="0"/>
          </p:cNvCxnSpPr>
          <p:nvPr/>
        </p:nvCxnSpPr>
        <p:spPr>
          <a:xfrm rot="-5400000" flipH="1">
            <a:off x="8147272" y="489039"/>
            <a:ext cx="384800" cy="3120800"/>
          </a:xfrm>
          <a:prstGeom prst="bentConnector3">
            <a:avLst>
              <a:gd name="adj1" fmla="val 49987"/>
            </a:avLst>
          </a:prstGeom>
          <a:noFill/>
          <a:ln w="9525" cap="flat" cmpd="sng">
            <a:solidFill>
              <a:schemeClr val="tx2"/>
            </a:solidFill>
            <a:prstDash val="solid"/>
            <a:round/>
            <a:headEnd type="none" w="sm" len="sm"/>
            <a:tailEnd type="none" w="sm" len="sm"/>
          </a:ln>
        </p:spPr>
      </p:cxnSp>
      <p:cxnSp>
        <p:nvCxnSpPr>
          <p:cNvPr id="8" name="Google Shape;363;p13">
            <a:extLst>
              <a:ext uri="{FF2B5EF4-FFF2-40B4-BE49-F238E27FC236}">
                <a16:creationId xmlns:a16="http://schemas.microsoft.com/office/drawing/2014/main" id="{AFFBB7A8-AD1C-2C45-B327-19C8F4DA15AB}"/>
              </a:ext>
            </a:extLst>
          </p:cNvPr>
          <p:cNvCxnSpPr>
            <a:stCxn id="31" idx="4"/>
            <a:endCxn id="37" idx="0"/>
          </p:cNvCxnSpPr>
          <p:nvPr/>
        </p:nvCxnSpPr>
        <p:spPr>
          <a:xfrm rot="5400000">
            <a:off x="1793293" y="2637937"/>
            <a:ext cx="408000" cy="1077200"/>
          </a:xfrm>
          <a:prstGeom prst="bentConnector3">
            <a:avLst>
              <a:gd name="adj1" fmla="val 50016"/>
            </a:avLst>
          </a:prstGeom>
          <a:noFill/>
          <a:ln w="9525" cap="flat" cmpd="sng">
            <a:solidFill>
              <a:schemeClr val="tx2"/>
            </a:solidFill>
            <a:prstDash val="solid"/>
            <a:round/>
            <a:headEnd type="none" w="sm" len="sm"/>
            <a:tailEnd type="none" w="sm" len="sm"/>
          </a:ln>
        </p:spPr>
      </p:cxnSp>
      <p:cxnSp>
        <p:nvCxnSpPr>
          <p:cNvPr id="9" name="Google Shape;365;p13">
            <a:extLst>
              <a:ext uri="{FF2B5EF4-FFF2-40B4-BE49-F238E27FC236}">
                <a16:creationId xmlns:a16="http://schemas.microsoft.com/office/drawing/2014/main" id="{63EBFE7A-051E-F64B-B898-7FC06AD3734F}"/>
              </a:ext>
            </a:extLst>
          </p:cNvPr>
          <p:cNvCxnSpPr>
            <a:stCxn id="32" idx="0"/>
            <a:endCxn id="31" idx="4"/>
          </p:cNvCxnSpPr>
          <p:nvPr/>
        </p:nvCxnSpPr>
        <p:spPr>
          <a:xfrm rot="5400000" flipH="1">
            <a:off x="2848384" y="2660069"/>
            <a:ext cx="408000" cy="1033200"/>
          </a:xfrm>
          <a:prstGeom prst="bentConnector3">
            <a:avLst>
              <a:gd name="adj1" fmla="val 50016"/>
            </a:avLst>
          </a:prstGeom>
          <a:noFill/>
          <a:ln w="9525" cap="flat" cmpd="sng">
            <a:solidFill>
              <a:schemeClr val="tx2"/>
            </a:solidFill>
            <a:prstDash val="solid"/>
            <a:round/>
            <a:headEnd type="none" w="sm" len="sm"/>
            <a:tailEnd type="none" w="sm" len="sm"/>
          </a:ln>
        </p:spPr>
      </p:cxnSp>
      <p:cxnSp>
        <p:nvCxnSpPr>
          <p:cNvPr id="10" name="Google Shape;367;p13">
            <a:extLst>
              <a:ext uri="{FF2B5EF4-FFF2-40B4-BE49-F238E27FC236}">
                <a16:creationId xmlns:a16="http://schemas.microsoft.com/office/drawing/2014/main" id="{3ABC7F05-4347-164F-8D06-438A41F9E3FB}"/>
              </a:ext>
            </a:extLst>
          </p:cNvPr>
          <p:cNvCxnSpPr>
            <a:stCxn id="14" idx="4"/>
            <a:endCxn id="28" idx="0"/>
          </p:cNvCxnSpPr>
          <p:nvPr/>
        </p:nvCxnSpPr>
        <p:spPr>
          <a:xfrm rot="5400000">
            <a:off x="6025272" y="2626537"/>
            <a:ext cx="408000" cy="1100000"/>
          </a:xfrm>
          <a:prstGeom prst="bentConnector3">
            <a:avLst>
              <a:gd name="adj1" fmla="val 50016"/>
            </a:avLst>
          </a:prstGeom>
          <a:noFill/>
          <a:ln w="9525" cap="flat" cmpd="sng">
            <a:solidFill>
              <a:schemeClr val="tx2"/>
            </a:solidFill>
            <a:prstDash val="solid"/>
            <a:round/>
            <a:headEnd type="none" w="sm" len="sm"/>
            <a:tailEnd type="none" w="sm" len="sm"/>
          </a:ln>
        </p:spPr>
      </p:cxnSp>
      <p:cxnSp>
        <p:nvCxnSpPr>
          <p:cNvPr id="11" name="Google Shape;369;p13">
            <a:extLst>
              <a:ext uri="{FF2B5EF4-FFF2-40B4-BE49-F238E27FC236}">
                <a16:creationId xmlns:a16="http://schemas.microsoft.com/office/drawing/2014/main" id="{70AACB04-FD87-4A49-9ED4-C3A4FE4BD84F}"/>
              </a:ext>
            </a:extLst>
          </p:cNvPr>
          <p:cNvCxnSpPr>
            <a:stCxn id="23" idx="0"/>
            <a:endCxn id="14" idx="4"/>
          </p:cNvCxnSpPr>
          <p:nvPr/>
        </p:nvCxnSpPr>
        <p:spPr>
          <a:xfrm rot="16200000" flipV="1">
            <a:off x="7080430" y="2671382"/>
            <a:ext cx="408132" cy="1010445"/>
          </a:xfrm>
          <a:prstGeom prst="bentConnector3">
            <a:avLst>
              <a:gd name="adj1" fmla="val 50000"/>
            </a:avLst>
          </a:prstGeom>
          <a:noFill/>
          <a:ln w="9525" cap="flat" cmpd="sng">
            <a:solidFill>
              <a:schemeClr val="tx2"/>
            </a:solidFill>
            <a:prstDash val="solid"/>
            <a:round/>
            <a:headEnd type="none" w="sm" len="sm"/>
            <a:tailEnd type="none" w="sm" len="sm"/>
          </a:ln>
        </p:spPr>
      </p:cxnSp>
      <p:cxnSp>
        <p:nvCxnSpPr>
          <p:cNvPr id="12" name="Google Shape;371;p13">
            <a:extLst>
              <a:ext uri="{FF2B5EF4-FFF2-40B4-BE49-F238E27FC236}">
                <a16:creationId xmlns:a16="http://schemas.microsoft.com/office/drawing/2014/main" id="{A0F14427-4A09-804E-92D6-780AE9967569}"/>
              </a:ext>
            </a:extLst>
          </p:cNvPr>
          <p:cNvCxnSpPr>
            <a:stCxn id="28" idx="4"/>
            <a:endCxn id="29" idx="0"/>
          </p:cNvCxnSpPr>
          <p:nvPr/>
        </p:nvCxnSpPr>
        <p:spPr>
          <a:xfrm>
            <a:off x="5679351" y="4111470"/>
            <a:ext cx="0" cy="408132"/>
          </a:xfrm>
          <a:prstGeom prst="straightConnector1">
            <a:avLst/>
          </a:prstGeom>
          <a:noFill/>
          <a:ln w="9525" cap="flat" cmpd="sng">
            <a:solidFill>
              <a:schemeClr val="tx2"/>
            </a:solidFill>
            <a:prstDash val="solid"/>
            <a:round/>
            <a:headEnd type="none" w="sm" len="sm"/>
            <a:tailEnd type="none" w="sm" len="sm"/>
          </a:ln>
        </p:spPr>
      </p:cxnSp>
      <p:cxnSp>
        <p:nvCxnSpPr>
          <p:cNvPr id="13" name="Google Shape;373;p13">
            <a:extLst>
              <a:ext uri="{FF2B5EF4-FFF2-40B4-BE49-F238E27FC236}">
                <a16:creationId xmlns:a16="http://schemas.microsoft.com/office/drawing/2014/main" id="{15EB51E2-E4B1-D143-B013-DFC567D4E04B}"/>
              </a:ext>
            </a:extLst>
          </p:cNvPr>
          <p:cNvCxnSpPr>
            <a:stCxn id="29" idx="4"/>
            <a:endCxn id="30" idx="0"/>
          </p:cNvCxnSpPr>
          <p:nvPr/>
        </p:nvCxnSpPr>
        <p:spPr>
          <a:xfrm>
            <a:off x="5679351" y="5250401"/>
            <a:ext cx="0" cy="408131"/>
          </a:xfrm>
          <a:prstGeom prst="straightConnector1">
            <a:avLst/>
          </a:prstGeom>
          <a:noFill/>
          <a:ln w="9525" cap="flat" cmpd="sng">
            <a:solidFill>
              <a:schemeClr val="tx2"/>
            </a:solidFill>
            <a:prstDash val="solid"/>
            <a:round/>
            <a:headEnd type="none" w="sm" len="sm"/>
            <a:tailEnd type="none" w="sm" len="sm"/>
          </a:ln>
        </p:spPr>
      </p:cxnSp>
      <p:sp>
        <p:nvSpPr>
          <p:cNvPr id="14" name="Google Shape;360;p13">
            <a:extLst>
              <a:ext uri="{FF2B5EF4-FFF2-40B4-BE49-F238E27FC236}">
                <a16:creationId xmlns:a16="http://schemas.microsoft.com/office/drawing/2014/main" id="{73454512-E7D8-A249-88B9-EDE7B2B63DD1}"/>
              </a:ext>
            </a:extLst>
          </p:cNvPr>
          <p:cNvSpPr/>
          <p:nvPr/>
        </p:nvSpPr>
        <p:spPr>
          <a:xfrm>
            <a:off x="6413872" y="2241737"/>
            <a:ext cx="730800" cy="730800"/>
          </a:xfrm>
          <a:prstGeom prst="ellipse">
            <a:avLst/>
          </a:prstGeom>
          <a:gradFill>
            <a:gsLst>
              <a:gs pos="0">
                <a:srgbClr val="219FD5"/>
              </a:gs>
              <a:gs pos="100000">
                <a:srgbClr val="144960"/>
              </a:gs>
            </a:gsLst>
            <a:lin ang="10800025" scaled="0"/>
          </a:gradFill>
          <a:ln>
            <a:noFill/>
          </a:ln>
        </p:spPr>
        <p:txBody>
          <a:bodyPr spcFirstLastPara="1" wrap="square" lIns="91433" tIns="45700" rIns="91433" bIns="45700" anchor="ctr" anchorCtr="0">
            <a:noAutofit/>
          </a:bodyPr>
          <a:lstStyle/>
          <a:p>
            <a:pPr marL="8466" marR="0" lvl="0" indent="0" algn="ctr" rtl="0">
              <a:lnSpc>
                <a:spcPct val="90000"/>
              </a:lnSpc>
              <a:spcBef>
                <a:spcPts val="0"/>
              </a:spcBef>
              <a:spcAft>
                <a:spcPts val="0"/>
              </a:spcAft>
              <a:buNone/>
              <a:tabLst/>
            </a:pPr>
            <a:endParaRPr sz="1867" b="0" i="0" u="none" strike="noStrike" cap="none" dirty="0">
              <a:solidFill>
                <a:schemeClr val="dk1"/>
              </a:solidFill>
              <a:latin typeface="+mn-lt"/>
              <a:ea typeface="Calibri"/>
              <a:cs typeface="Calibri"/>
              <a:sym typeface="Calibri"/>
            </a:endParaRPr>
          </a:p>
        </p:txBody>
      </p:sp>
      <p:sp>
        <p:nvSpPr>
          <p:cNvPr id="15" name="Google Shape;357;p13">
            <a:extLst>
              <a:ext uri="{FF2B5EF4-FFF2-40B4-BE49-F238E27FC236}">
                <a16:creationId xmlns:a16="http://schemas.microsoft.com/office/drawing/2014/main" id="{54806347-CA21-8E4E-A44B-8BE706284178}"/>
              </a:ext>
            </a:extLst>
          </p:cNvPr>
          <p:cNvSpPr/>
          <p:nvPr/>
        </p:nvSpPr>
        <p:spPr>
          <a:xfrm>
            <a:off x="6413872" y="1126239"/>
            <a:ext cx="730800" cy="7308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8466" marR="0" lvl="0" indent="0" algn="ctr" rtl="0">
              <a:lnSpc>
                <a:spcPct val="90000"/>
              </a:lnSpc>
              <a:spcBef>
                <a:spcPts val="0"/>
              </a:spcBef>
              <a:spcAft>
                <a:spcPts val="0"/>
              </a:spcAft>
              <a:buClr>
                <a:srgbClr val="000000"/>
              </a:buClr>
              <a:buSzPts val="1400"/>
              <a:buFont typeface="Arial"/>
              <a:buNone/>
              <a:tabLst/>
            </a:pPr>
            <a:endParaRPr sz="1867" b="0" i="0" u="none" strike="noStrike" cap="none" dirty="0">
              <a:solidFill>
                <a:schemeClr val="dk1"/>
              </a:solidFill>
              <a:latin typeface="+mn-lt"/>
              <a:ea typeface="Calibri"/>
              <a:cs typeface="Calibri"/>
              <a:sym typeface="Calibri"/>
            </a:endParaRPr>
          </a:p>
        </p:txBody>
      </p:sp>
      <p:sp>
        <p:nvSpPr>
          <p:cNvPr id="16" name="Google Shape;362;p13">
            <a:extLst>
              <a:ext uri="{FF2B5EF4-FFF2-40B4-BE49-F238E27FC236}">
                <a16:creationId xmlns:a16="http://schemas.microsoft.com/office/drawing/2014/main" id="{00C22650-2B8F-7A41-841F-E4061D8472D9}"/>
              </a:ext>
            </a:extLst>
          </p:cNvPr>
          <p:cNvSpPr/>
          <p:nvPr/>
        </p:nvSpPr>
        <p:spPr>
          <a:xfrm>
            <a:off x="9534684" y="2241737"/>
            <a:ext cx="730800" cy="730800"/>
          </a:xfrm>
          <a:prstGeom prst="ellipse">
            <a:avLst/>
          </a:prstGeom>
          <a:gradFill>
            <a:gsLst>
              <a:gs pos="0">
                <a:srgbClr val="219FD5"/>
              </a:gs>
              <a:gs pos="100000">
                <a:srgbClr val="144960"/>
              </a:gs>
            </a:gsLst>
            <a:lin ang="10800025" scaled="0"/>
          </a:gradFill>
          <a:ln>
            <a:noFill/>
          </a:ln>
        </p:spPr>
        <p:txBody>
          <a:bodyPr spcFirstLastPara="1" wrap="square" lIns="91433" tIns="45700" rIns="91433" bIns="45700" anchor="ctr" anchorCtr="0">
            <a:noAutofit/>
          </a:bodyPr>
          <a:lstStyle/>
          <a:p>
            <a:pPr marL="8466" marR="0" lvl="0" indent="0" algn="ctr" rtl="0">
              <a:lnSpc>
                <a:spcPct val="90000"/>
              </a:lnSpc>
              <a:spcBef>
                <a:spcPts val="0"/>
              </a:spcBef>
              <a:spcAft>
                <a:spcPts val="0"/>
              </a:spcAft>
              <a:buNone/>
              <a:tabLst/>
            </a:pPr>
            <a:endParaRPr sz="1867" b="0" i="0" u="none" strike="noStrike" cap="none" dirty="0">
              <a:solidFill>
                <a:schemeClr val="dk1"/>
              </a:solidFill>
              <a:latin typeface="+mn-lt"/>
              <a:ea typeface="Calibri"/>
              <a:cs typeface="Calibri"/>
              <a:sym typeface="Calibri"/>
            </a:endParaRPr>
          </a:p>
        </p:txBody>
      </p:sp>
      <p:sp>
        <p:nvSpPr>
          <p:cNvPr id="17" name="Google Shape;375;p13">
            <a:extLst>
              <a:ext uri="{FF2B5EF4-FFF2-40B4-BE49-F238E27FC236}">
                <a16:creationId xmlns:a16="http://schemas.microsoft.com/office/drawing/2014/main" id="{BA514668-6CDA-974E-BE45-AAA955C714DE}"/>
              </a:ext>
            </a:extLst>
          </p:cNvPr>
          <p:cNvSpPr/>
          <p:nvPr/>
        </p:nvSpPr>
        <p:spPr>
          <a:xfrm>
            <a:off x="9534684" y="3380669"/>
            <a:ext cx="730800" cy="730800"/>
          </a:xfrm>
          <a:prstGeom prst="ellipse">
            <a:avLst/>
          </a:prstGeom>
          <a:gradFill>
            <a:gsLst>
              <a:gs pos="0">
                <a:srgbClr val="219FD5"/>
              </a:gs>
              <a:gs pos="100000">
                <a:srgbClr val="144960"/>
              </a:gs>
            </a:gsLst>
            <a:lin ang="10800025" scaled="0"/>
          </a:gradFill>
          <a:ln>
            <a:noFill/>
          </a:ln>
        </p:spPr>
        <p:txBody>
          <a:bodyPr spcFirstLastPara="1" wrap="square" lIns="91433" tIns="45700" rIns="91433" bIns="45700" anchor="ctr" anchorCtr="0">
            <a:noAutofit/>
          </a:bodyPr>
          <a:lstStyle/>
          <a:p>
            <a:pPr marL="8466" marR="0" lvl="0" indent="0" algn="ctr" rtl="0">
              <a:lnSpc>
                <a:spcPct val="90000"/>
              </a:lnSpc>
              <a:spcBef>
                <a:spcPts val="0"/>
              </a:spcBef>
              <a:spcAft>
                <a:spcPts val="0"/>
              </a:spcAft>
              <a:buNone/>
              <a:tabLst/>
            </a:pPr>
            <a:endParaRPr sz="1867" b="0" i="0" u="none" strike="noStrike" cap="none" dirty="0">
              <a:solidFill>
                <a:schemeClr val="dk1"/>
              </a:solidFill>
              <a:latin typeface="+mn-lt"/>
              <a:ea typeface="Calibri"/>
              <a:cs typeface="Calibri"/>
              <a:sym typeface="Calibri"/>
            </a:endParaRPr>
          </a:p>
        </p:txBody>
      </p:sp>
      <p:sp>
        <p:nvSpPr>
          <p:cNvPr id="18" name="Google Shape;376;p13">
            <a:extLst>
              <a:ext uri="{FF2B5EF4-FFF2-40B4-BE49-F238E27FC236}">
                <a16:creationId xmlns:a16="http://schemas.microsoft.com/office/drawing/2014/main" id="{C9BA8872-909E-3D46-A7DC-742B013BF30F}"/>
              </a:ext>
            </a:extLst>
          </p:cNvPr>
          <p:cNvSpPr/>
          <p:nvPr/>
        </p:nvSpPr>
        <p:spPr>
          <a:xfrm>
            <a:off x="9534684" y="4519601"/>
            <a:ext cx="730800" cy="730800"/>
          </a:xfrm>
          <a:prstGeom prst="ellipse">
            <a:avLst/>
          </a:prstGeom>
          <a:gradFill>
            <a:gsLst>
              <a:gs pos="0">
                <a:srgbClr val="219FD5"/>
              </a:gs>
              <a:gs pos="100000">
                <a:srgbClr val="144960"/>
              </a:gs>
            </a:gsLst>
            <a:lin ang="10800025" scaled="0"/>
          </a:gradFill>
          <a:ln>
            <a:noFill/>
          </a:ln>
        </p:spPr>
        <p:txBody>
          <a:bodyPr spcFirstLastPara="1" wrap="square" lIns="91433" tIns="45700" rIns="91433" bIns="45700" anchor="ctr" anchorCtr="0">
            <a:noAutofit/>
          </a:bodyPr>
          <a:lstStyle/>
          <a:p>
            <a:pPr marL="8466" marR="0" lvl="0" indent="0" algn="ctr" rtl="0">
              <a:lnSpc>
                <a:spcPct val="90000"/>
              </a:lnSpc>
              <a:spcBef>
                <a:spcPts val="0"/>
              </a:spcBef>
              <a:spcAft>
                <a:spcPts val="0"/>
              </a:spcAft>
              <a:buNone/>
              <a:tabLst/>
            </a:pPr>
            <a:endParaRPr sz="1867" b="0" i="0" u="none" strike="noStrike" cap="none" dirty="0">
              <a:solidFill>
                <a:schemeClr val="dk1"/>
              </a:solidFill>
              <a:latin typeface="+mn-lt"/>
              <a:ea typeface="Calibri"/>
              <a:cs typeface="Calibri"/>
              <a:sym typeface="Calibri"/>
            </a:endParaRPr>
          </a:p>
        </p:txBody>
      </p:sp>
      <p:sp>
        <p:nvSpPr>
          <p:cNvPr id="19" name="Google Shape;377;p13">
            <a:extLst>
              <a:ext uri="{FF2B5EF4-FFF2-40B4-BE49-F238E27FC236}">
                <a16:creationId xmlns:a16="http://schemas.microsoft.com/office/drawing/2014/main" id="{72988056-4E9E-6545-8904-BC2021404FFE}"/>
              </a:ext>
            </a:extLst>
          </p:cNvPr>
          <p:cNvSpPr/>
          <p:nvPr/>
        </p:nvSpPr>
        <p:spPr>
          <a:xfrm>
            <a:off x="9534684" y="5658532"/>
            <a:ext cx="730800" cy="730800"/>
          </a:xfrm>
          <a:prstGeom prst="ellipse">
            <a:avLst/>
          </a:prstGeom>
          <a:gradFill>
            <a:gsLst>
              <a:gs pos="0">
                <a:srgbClr val="219FD5"/>
              </a:gs>
              <a:gs pos="100000">
                <a:srgbClr val="144960"/>
              </a:gs>
            </a:gsLst>
            <a:lin ang="10800025" scaled="0"/>
          </a:gradFill>
          <a:ln>
            <a:noFill/>
          </a:ln>
        </p:spPr>
        <p:txBody>
          <a:bodyPr spcFirstLastPara="1" wrap="square" lIns="91433" tIns="45700" rIns="91433" bIns="45700" anchor="ctr" anchorCtr="0">
            <a:noAutofit/>
          </a:bodyPr>
          <a:lstStyle/>
          <a:p>
            <a:pPr marL="8466" marR="0" lvl="0" indent="0" algn="ctr" rtl="0">
              <a:lnSpc>
                <a:spcPct val="90000"/>
              </a:lnSpc>
              <a:spcBef>
                <a:spcPts val="0"/>
              </a:spcBef>
              <a:spcAft>
                <a:spcPts val="0"/>
              </a:spcAft>
              <a:buNone/>
              <a:tabLst/>
            </a:pPr>
            <a:endParaRPr sz="1867" b="0" i="0" u="none" strike="noStrike" cap="none" dirty="0">
              <a:solidFill>
                <a:schemeClr val="dk1"/>
              </a:solidFill>
              <a:latin typeface="+mn-lt"/>
              <a:ea typeface="Calibri"/>
              <a:cs typeface="Calibri"/>
              <a:sym typeface="Calibri"/>
            </a:endParaRPr>
          </a:p>
        </p:txBody>
      </p:sp>
      <p:cxnSp>
        <p:nvCxnSpPr>
          <p:cNvPr id="20" name="Google Shape;378;p13">
            <a:extLst>
              <a:ext uri="{FF2B5EF4-FFF2-40B4-BE49-F238E27FC236}">
                <a16:creationId xmlns:a16="http://schemas.microsoft.com/office/drawing/2014/main" id="{50C966D2-A3CD-8848-8152-A555B4734E64}"/>
              </a:ext>
            </a:extLst>
          </p:cNvPr>
          <p:cNvCxnSpPr>
            <a:stCxn id="17" idx="0"/>
            <a:endCxn id="16" idx="4"/>
          </p:cNvCxnSpPr>
          <p:nvPr/>
        </p:nvCxnSpPr>
        <p:spPr>
          <a:xfrm flipV="1">
            <a:off x="9900084" y="2972538"/>
            <a:ext cx="0" cy="408132"/>
          </a:xfrm>
          <a:prstGeom prst="straightConnector1">
            <a:avLst/>
          </a:prstGeom>
          <a:noFill/>
          <a:ln w="9525" cap="flat" cmpd="sng">
            <a:solidFill>
              <a:schemeClr val="tx2"/>
            </a:solidFill>
            <a:prstDash val="solid"/>
            <a:round/>
            <a:headEnd type="none" w="sm" len="sm"/>
            <a:tailEnd type="none" w="sm" len="sm"/>
          </a:ln>
        </p:spPr>
      </p:cxnSp>
      <p:cxnSp>
        <p:nvCxnSpPr>
          <p:cNvPr id="21" name="Google Shape;379;p13">
            <a:extLst>
              <a:ext uri="{FF2B5EF4-FFF2-40B4-BE49-F238E27FC236}">
                <a16:creationId xmlns:a16="http://schemas.microsoft.com/office/drawing/2014/main" id="{5E59EF2D-45FF-C440-975B-8F2DED1CEEDB}"/>
              </a:ext>
            </a:extLst>
          </p:cNvPr>
          <p:cNvCxnSpPr>
            <a:stCxn id="18" idx="0"/>
            <a:endCxn id="17" idx="4"/>
          </p:cNvCxnSpPr>
          <p:nvPr/>
        </p:nvCxnSpPr>
        <p:spPr>
          <a:xfrm flipV="1">
            <a:off x="9900084" y="4111470"/>
            <a:ext cx="0" cy="408132"/>
          </a:xfrm>
          <a:prstGeom prst="straightConnector1">
            <a:avLst/>
          </a:prstGeom>
          <a:noFill/>
          <a:ln w="9525" cap="flat" cmpd="sng">
            <a:solidFill>
              <a:schemeClr val="tx2"/>
            </a:solidFill>
            <a:prstDash val="solid"/>
            <a:round/>
            <a:headEnd type="none" w="sm" len="sm"/>
            <a:tailEnd type="none" w="sm" len="sm"/>
          </a:ln>
        </p:spPr>
      </p:cxnSp>
      <p:cxnSp>
        <p:nvCxnSpPr>
          <p:cNvPr id="22" name="Google Shape;380;p13">
            <a:extLst>
              <a:ext uri="{FF2B5EF4-FFF2-40B4-BE49-F238E27FC236}">
                <a16:creationId xmlns:a16="http://schemas.microsoft.com/office/drawing/2014/main" id="{BC7B10EE-29F9-D14C-A96B-769F4F4C6AEB}"/>
              </a:ext>
            </a:extLst>
          </p:cNvPr>
          <p:cNvCxnSpPr>
            <a:stCxn id="19" idx="0"/>
            <a:endCxn id="18" idx="4"/>
          </p:cNvCxnSpPr>
          <p:nvPr/>
        </p:nvCxnSpPr>
        <p:spPr>
          <a:xfrm rot="-5400000">
            <a:off x="9696484" y="5454132"/>
            <a:ext cx="408000" cy="800"/>
          </a:xfrm>
          <a:prstGeom prst="bentConnector3">
            <a:avLst>
              <a:gd name="adj1" fmla="val 50016"/>
            </a:avLst>
          </a:prstGeom>
          <a:noFill/>
          <a:ln w="9525" cap="flat" cmpd="sng">
            <a:solidFill>
              <a:schemeClr val="tx2"/>
            </a:solidFill>
            <a:prstDash val="solid"/>
            <a:round/>
            <a:headEnd type="none" w="sm" len="sm"/>
            <a:tailEnd type="none" w="sm" len="sm"/>
          </a:ln>
        </p:spPr>
      </p:cxnSp>
      <p:sp>
        <p:nvSpPr>
          <p:cNvPr id="23" name="Google Shape;370;p13">
            <a:extLst>
              <a:ext uri="{FF2B5EF4-FFF2-40B4-BE49-F238E27FC236}">
                <a16:creationId xmlns:a16="http://schemas.microsoft.com/office/drawing/2014/main" id="{97D76272-1CF6-A343-93F2-DE64596537EC}"/>
              </a:ext>
            </a:extLst>
          </p:cNvPr>
          <p:cNvSpPr/>
          <p:nvPr/>
        </p:nvSpPr>
        <p:spPr>
          <a:xfrm>
            <a:off x="7424317" y="3380669"/>
            <a:ext cx="730800" cy="730800"/>
          </a:xfrm>
          <a:prstGeom prst="ellipse">
            <a:avLst/>
          </a:prstGeom>
          <a:gradFill>
            <a:gsLst>
              <a:gs pos="0">
                <a:srgbClr val="F9CD5D"/>
              </a:gs>
              <a:gs pos="100000">
                <a:srgbClr val="C5910F"/>
              </a:gs>
            </a:gsLst>
            <a:lin ang="10800025" scaled="0"/>
          </a:gradFill>
          <a:ln>
            <a:noFill/>
          </a:ln>
        </p:spPr>
        <p:txBody>
          <a:bodyPr spcFirstLastPara="1" wrap="square" lIns="91433" tIns="45700" rIns="91433" bIns="45700" anchor="ctr" anchorCtr="0">
            <a:noAutofit/>
          </a:bodyPr>
          <a:lstStyle/>
          <a:p>
            <a:pPr marL="8466" marR="0" lvl="0" indent="0" algn="ctr" rtl="0">
              <a:lnSpc>
                <a:spcPct val="90000"/>
              </a:lnSpc>
              <a:spcBef>
                <a:spcPts val="0"/>
              </a:spcBef>
              <a:spcAft>
                <a:spcPts val="0"/>
              </a:spcAft>
              <a:buNone/>
              <a:tabLst/>
            </a:pPr>
            <a:endParaRPr sz="1867" b="0" i="0" u="none" strike="noStrike" cap="none" dirty="0">
              <a:solidFill>
                <a:schemeClr val="dk1"/>
              </a:solidFill>
              <a:latin typeface="+mn-lt"/>
              <a:ea typeface="Calibri"/>
              <a:cs typeface="Calibri"/>
              <a:sym typeface="Calibri"/>
            </a:endParaRPr>
          </a:p>
        </p:txBody>
      </p:sp>
      <p:sp>
        <p:nvSpPr>
          <p:cNvPr id="24" name="Google Shape;381;p13">
            <a:extLst>
              <a:ext uri="{FF2B5EF4-FFF2-40B4-BE49-F238E27FC236}">
                <a16:creationId xmlns:a16="http://schemas.microsoft.com/office/drawing/2014/main" id="{78D3C31A-0B32-474C-B717-9E475F6D2FE8}"/>
              </a:ext>
            </a:extLst>
          </p:cNvPr>
          <p:cNvSpPr/>
          <p:nvPr/>
        </p:nvSpPr>
        <p:spPr>
          <a:xfrm>
            <a:off x="7424317" y="4519601"/>
            <a:ext cx="730800" cy="730800"/>
          </a:xfrm>
          <a:prstGeom prst="ellipse">
            <a:avLst/>
          </a:prstGeom>
          <a:gradFill>
            <a:gsLst>
              <a:gs pos="0">
                <a:srgbClr val="F9CD5D"/>
              </a:gs>
              <a:gs pos="100000">
                <a:srgbClr val="C5910F"/>
              </a:gs>
            </a:gsLst>
            <a:lin ang="10800025" scaled="0"/>
          </a:gradFill>
          <a:ln>
            <a:noFill/>
          </a:ln>
        </p:spPr>
        <p:txBody>
          <a:bodyPr spcFirstLastPara="1" wrap="square" lIns="91433" tIns="45700" rIns="91433" bIns="45700" anchor="ctr" anchorCtr="0">
            <a:noAutofit/>
          </a:bodyPr>
          <a:lstStyle/>
          <a:p>
            <a:pPr marL="8466" marR="0" lvl="0" indent="0" algn="ctr" rtl="0">
              <a:lnSpc>
                <a:spcPct val="90000"/>
              </a:lnSpc>
              <a:spcBef>
                <a:spcPts val="0"/>
              </a:spcBef>
              <a:spcAft>
                <a:spcPts val="0"/>
              </a:spcAft>
              <a:buNone/>
              <a:tabLst/>
            </a:pPr>
            <a:endParaRPr sz="1867" b="0" i="0" u="none" strike="noStrike" cap="none" dirty="0">
              <a:solidFill>
                <a:schemeClr val="dk1"/>
              </a:solidFill>
              <a:latin typeface="+mn-lt"/>
              <a:ea typeface="Calibri"/>
              <a:cs typeface="Calibri"/>
              <a:sym typeface="Calibri"/>
            </a:endParaRPr>
          </a:p>
        </p:txBody>
      </p:sp>
      <p:sp>
        <p:nvSpPr>
          <p:cNvPr id="25" name="Google Shape;382;p13">
            <a:extLst>
              <a:ext uri="{FF2B5EF4-FFF2-40B4-BE49-F238E27FC236}">
                <a16:creationId xmlns:a16="http://schemas.microsoft.com/office/drawing/2014/main" id="{83BBA94B-7F68-C843-9414-20A1D7BE0A5A}"/>
              </a:ext>
            </a:extLst>
          </p:cNvPr>
          <p:cNvSpPr/>
          <p:nvPr/>
        </p:nvSpPr>
        <p:spPr>
          <a:xfrm>
            <a:off x="7424317" y="5658532"/>
            <a:ext cx="730800" cy="730800"/>
          </a:xfrm>
          <a:prstGeom prst="ellipse">
            <a:avLst/>
          </a:prstGeom>
          <a:gradFill>
            <a:gsLst>
              <a:gs pos="0">
                <a:srgbClr val="F9CD5D"/>
              </a:gs>
              <a:gs pos="100000">
                <a:srgbClr val="C5910F"/>
              </a:gs>
            </a:gsLst>
            <a:lin ang="10800025" scaled="0"/>
          </a:gradFill>
          <a:ln>
            <a:noFill/>
          </a:ln>
        </p:spPr>
        <p:txBody>
          <a:bodyPr spcFirstLastPara="1" wrap="square" lIns="91433" tIns="45700" rIns="91433" bIns="45700" anchor="ctr" anchorCtr="0">
            <a:noAutofit/>
          </a:bodyPr>
          <a:lstStyle/>
          <a:p>
            <a:pPr marL="8466" marR="0" lvl="0" indent="0" algn="ctr" rtl="0">
              <a:lnSpc>
                <a:spcPct val="90000"/>
              </a:lnSpc>
              <a:spcBef>
                <a:spcPts val="0"/>
              </a:spcBef>
              <a:spcAft>
                <a:spcPts val="0"/>
              </a:spcAft>
              <a:buNone/>
              <a:tabLst/>
            </a:pPr>
            <a:endParaRPr sz="1867" b="0" i="0" u="none" strike="noStrike" cap="none" dirty="0">
              <a:solidFill>
                <a:schemeClr val="dk1"/>
              </a:solidFill>
              <a:latin typeface="+mn-lt"/>
              <a:ea typeface="Calibri"/>
              <a:cs typeface="Calibri"/>
              <a:sym typeface="Calibri"/>
            </a:endParaRPr>
          </a:p>
        </p:txBody>
      </p:sp>
      <p:cxnSp>
        <p:nvCxnSpPr>
          <p:cNvPr id="26" name="Google Shape;383;p13">
            <a:extLst>
              <a:ext uri="{FF2B5EF4-FFF2-40B4-BE49-F238E27FC236}">
                <a16:creationId xmlns:a16="http://schemas.microsoft.com/office/drawing/2014/main" id="{C03E4D6D-1C26-484C-8267-B0D9CC8036F1}"/>
              </a:ext>
            </a:extLst>
          </p:cNvPr>
          <p:cNvCxnSpPr>
            <a:stCxn id="24" idx="0"/>
            <a:endCxn id="23" idx="4"/>
          </p:cNvCxnSpPr>
          <p:nvPr/>
        </p:nvCxnSpPr>
        <p:spPr>
          <a:xfrm flipV="1">
            <a:off x="7789717" y="4111470"/>
            <a:ext cx="0" cy="408132"/>
          </a:xfrm>
          <a:prstGeom prst="straightConnector1">
            <a:avLst/>
          </a:prstGeom>
          <a:noFill/>
          <a:ln w="9525" cap="flat" cmpd="sng">
            <a:solidFill>
              <a:schemeClr val="tx2"/>
            </a:solidFill>
            <a:prstDash val="solid"/>
            <a:round/>
            <a:headEnd type="none" w="sm" len="sm"/>
            <a:tailEnd type="none" w="sm" len="sm"/>
          </a:ln>
        </p:spPr>
      </p:cxnSp>
      <p:cxnSp>
        <p:nvCxnSpPr>
          <p:cNvPr id="27" name="Google Shape;384;p13">
            <a:extLst>
              <a:ext uri="{FF2B5EF4-FFF2-40B4-BE49-F238E27FC236}">
                <a16:creationId xmlns:a16="http://schemas.microsoft.com/office/drawing/2014/main" id="{6D0D96DB-FD6B-8A43-A824-F4D65F595B97}"/>
              </a:ext>
            </a:extLst>
          </p:cNvPr>
          <p:cNvCxnSpPr>
            <a:stCxn id="25" idx="0"/>
            <a:endCxn id="24" idx="4"/>
          </p:cNvCxnSpPr>
          <p:nvPr/>
        </p:nvCxnSpPr>
        <p:spPr>
          <a:xfrm rot="-5400000">
            <a:off x="7586117" y="5454132"/>
            <a:ext cx="408000" cy="800"/>
          </a:xfrm>
          <a:prstGeom prst="bentConnector3">
            <a:avLst>
              <a:gd name="adj1" fmla="val 50016"/>
            </a:avLst>
          </a:prstGeom>
          <a:noFill/>
          <a:ln w="9525" cap="flat" cmpd="sng">
            <a:solidFill>
              <a:schemeClr val="tx2"/>
            </a:solidFill>
            <a:prstDash val="solid"/>
            <a:round/>
            <a:headEnd type="none" w="sm" len="sm"/>
            <a:tailEnd type="none" w="sm" len="sm"/>
          </a:ln>
        </p:spPr>
      </p:cxnSp>
      <p:sp>
        <p:nvSpPr>
          <p:cNvPr id="28" name="Google Shape;368;p13">
            <a:extLst>
              <a:ext uri="{FF2B5EF4-FFF2-40B4-BE49-F238E27FC236}">
                <a16:creationId xmlns:a16="http://schemas.microsoft.com/office/drawing/2014/main" id="{02BBCBB9-694B-1E4B-BB8B-6F149D5F29B7}"/>
              </a:ext>
            </a:extLst>
          </p:cNvPr>
          <p:cNvSpPr/>
          <p:nvPr/>
        </p:nvSpPr>
        <p:spPr>
          <a:xfrm>
            <a:off x="5313951" y="3380669"/>
            <a:ext cx="730800" cy="730800"/>
          </a:xfrm>
          <a:prstGeom prst="ellipse">
            <a:avLst/>
          </a:prstGeom>
          <a:gradFill>
            <a:gsLst>
              <a:gs pos="0">
                <a:srgbClr val="F9CD5D"/>
              </a:gs>
              <a:gs pos="100000">
                <a:srgbClr val="C5910F"/>
              </a:gs>
            </a:gsLst>
            <a:lin ang="10800025" scaled="0"/>
          </a:gradFill>
          <a:ln>
            <a:noFill/>
          </a:ln>
        </p:spPr>
        <p:txBody>
          <a:bodyPr spcFirstLastPara="1" wrap="square" lIns="91433" tIns="45700" rIns="91433" bIns="45700" anchor="ctr" anchorCtr="0">
            <a:noAutofit/>
          </a:bodyPr>
          <a:lstStyle/>
          <a:p>
            <a:pPr marL="8466" marR="0" lvl="0" indent="0" algn="ctr" rtl="0">
              <a:lnSpc>
                <a:spcPct val="90000"/>
              </a:lnSpc>
              <a:spcBef>
                <a:spcPts val="0"/>
              </a:spcBef>
              <a:spcAft>
                <a:spcPts val="0"/>
              </a:spcAft>
              <a:buNone/>
              <a:tabLst/>
            </a:pPr>
            <a:endParaRPr sz="1867" b="0" i="0" u="none" strike="noStrike" cap="none" dirty="0">
              <a:solidFill>
                <a:schemeClr val="dk1"/>
              </a:solidFill>
              <a:latin typeface="+mn-lt"/>
              <a:ea typeface="Calibri"/>
              <a:cs typeface="Calibri"/>
              <a:sym typeface="Calibri"/>
            </a:endParaRPr>
          </a:p>
        </p:txBody>
      </p:sp>
      <p:sp>
        <p:nvSpPr>
          <p:cNvPr id="29" name="Google Shape;372;p13">
            <a:extLst>
              <a:ext uri="{FF2B5EF4-FFF2-40B4-BE49-F238E27FC236}">
                <a16:creationId xmlns:a16="http://schemas.microsoft.com/office/drawing/2014/main" id="{DACDE264-F2B6-8F46-B9DB-417080F18DDE}"/>
              </a:ext>
            </a:extLst>
          </p:cNvPr>
          <p:cNvSpPr/>
          <p:nvPr/>
        </p:nvSpPr>
        <p:spPr>
          <a:xfrm>
            <a:off x="5313951" y="4519601"/>
            <a:ext cx="730800" cy="730800"/>
          </a:xfrm>
          <a:prstGeom prst="ellipse">
            <a:avLst/>
          </a:prstGeom>
          <a:gradFill>
            <a:gsLst>
              <a:gs pos="0">
                <a:srgbClr val="F9CD5D"/>
              </a:gs>
              <a:gs pos="100000">
                <a:srgbClr val="C5910F"/>
              </a:gs>
            </a:gsLst>
            <a:lin ang="10800025" scaled="0"/>
          </a:gradFill>
          <a:ln>
            <a:noFill/>
          </a:ln>
        </p:spPr>
        <p:txBody>
          <a:bodyPr spcFirstLastPara="1" wrap="square" lIns="91433" tIns="45700" rIns="91433" bIns="45700" anchor="ctr" anchorCtr="0">
            <a:noAutofit/>
          </a:bodyPr>
          <a:lstStyle/>
          <a:p>
            <a:pPr marL="8466" marR="0" lvl="0" indent="0" algn="ctr" rtl="0">
              <a:lnSpc>
                <a:spcPct val="90000"/>
              </a:lnSpc>
              <a:spcBef>
                <a:spcPts val="0"/>
              </a:spcBef>
              <a:spcAft>
                <a:spcPts val="0"/>
              </a:spcAft>
              <a:buNone/>
              <a:tabLst/>
            </a:pPr>
            <a:endParaRPr sz="1867" b="0" i="0" u="none" strike="noStrike" cap="none" dirty="0">
              <a:solidFill>
                <a:schemeClr val="dk1"/>
              </a:solidFill>
              <a:latin typeface="+mn-lt"/>
              <a:ea typeface="Calibri"/>
              <a:cs typeface="Calibri"/>
              <a:sym typeface="Calibri"/>
            </a:endParaRPr>
          </a:p>
        </p:txBody>
      </p:sp>
      <p:sp>
        <p:nvSpPr>
          <p:cNvPr id="30" name="Google Shape;374;p13">
            <a:extLst>
              <a:ext uri="{FF2B5EF4-FFF2-40B4-BE49-F238E27FC236}">
                <a16:creationId xmlns:a16="http://schemas.microsoft.com/office/drawing/2014/main" id="{E3C879A5-6B20-7440-B645-881CD0A2B6EE}"/>
              </a:ext>
            </a:extLst>
          </p:cNvPr>
          <p:cNvSpPr/>
          <p:nvPr/>
        </p:nvSpPr>
        <p:spPr>
          <a:xfrm>
            <a:off x="5313951" y="5658532"/>
            <a:ext cx="730800" cy="730800"/>
          </a:xfrm>
          <a:prstGeom prst="ellipse">
            <a:avLst/>
          </a:prstGeom>
          <a:gradFill>
            <a:gsLst>
              <a:gs pos="0">
                <a:srgbClr val="F9CD5D"/>
              </a:gs>
              <a:gs pos="100000">
                <a:srgbClr val="C5910F"/>
              </a:gs>
            </a:gsLst>
            <a:lin ang="10800025" scaled="0"/>
          </a:gradFill>
          <a:ln>
            <a:noFill/>
          </a:ln>
        </p:spPr>
        <p:txBody>
          <a:bodyPr spcFirstLastPara="1" wrap="square" lIns="91433" tIns="45700" rIns="91433" bIns="45700" anchor="ctr" anchorCtr="0">
            <a:noAutofit/>
          </a:bodyPr>
          <a:lstStyle/>
          <a:p>
            <a:pPr marL="8466" marR="0" lvl="0" indent="0" algn="ctr" rtl="0">
              <a:lnSpc>
                <a:spcPct val="90000"/>
              </a:lnSpc>
              <a:spcBef>
                <a:spcPts val="0"/>
              </a:spcBef>
              <a:spcAft>
                <a:spcPts val="0"/>
              </a:spcAft>
              <a:buNone/>
              <a:tabLst/>
            </a:pPr>
            <a:endParaRPr sz="1867" b="0" i="0" u="none" strike="noStrike" cap="none" dirty="0">
              <a:solidFill>
                <a:schemeClr val="dk1"/>
              </a:solidFill>
              <a:latin typeface="+mn-lt"/>
              <a:ea typeface="Calibri"/>
              <a:cs typeface="Calibri"/>
              <a:sym typeface="Calibri"/>
            </a:endParaRPr>
          </a:p>
        </p:txBody>
      </p:sp>
      <p:sp>
        <p:nvSpPr>
          <p:cNvPr id="31" name="Google Shape;358;p13">
            <a:extLst>
              <a:ext uri="{FF2B5EF4-FFF2-40B4-BE49-F238E27FC236}">
                <a16:creationId xmlns:a16="http://schemas.microsoft.com/office/drawing/2014/main" id="{D33E4A9F-1547-1442-AFF4-42FF39E8C1A8}"/>
              </a:ext>
            </a:extLst>
          </p:cNvPr>
          <p:cNvSpPr/>
          <p:nvPr/>
        </p:nvSpPr>
        <p:spPr>
          <a:xfrm>
            <a:off x="2170493" y="2241737"/>
            <a:ext cx="730800" cy="730800"/>
          </a:xfrm>
          <a:prstGeom prst="ellipse">
            <a:avLst/>
          </a:prstGeom>
          <a:gradFill>
            <a:gsLst>
              <a:gs pos="0">
                <a:srgbClr val="219FD5"/>
              </a:gs>
              <a:gs pos="100000">
                <a:srgbClr val="144960"/>
              </a:gs>
            </a:gsLst>
            <a:lin ang="10800025" scaled="0"/>
          </a:gradFill>
          <a:ln>
            <a:noFill/>
          </a:ln>
        </p:spPr>
        <p:txBody>
          <a:bodyPr spcFirstLastPara="1" wrap="square" lIns="91433" tIns="45700" rIns="91433" bIns="45700" anchor="ctr" anchorCtr="0">
            <a:noAutofit/>
          </a:bodyPr>
          <a:lstStyle/>
          <a:p>
            <a:pPr marL="8466" marR="0" lvl="0" indent="0" algn="ctr" rtl="0">
              <a:lnSpc>
                <a:spcPct val="90000"/>
              </a:lnSpc>
              <a:spcBef>
                <a:spcPts val="0"/>
              </a:spcBef>
              <a:spcAft>
                <a:spcPts val="0"/>
              </a:spcAft>
              <a:buNone/>
              <a:tabLst/>
            </a:pPr>
            <a:endParaRPr sz="1867" b="0" i="0" u="none" strike="noStrike" cap="none" dirty="0">
              <a:solidFill>
                <a:schemeClr val="dk1"/>
              </a:solidFill>
              <a:latin typeface="+mn-lt"/>
              <a:ea typeface="Calibri"/>
              <a:cs typeface="Calibri"/>
              <a:sym typeface="Calibri"/>
            </a:endParaRPr>
          </a:p>
        </p:txBody>
      </p:sp>
      <p:sp>
        <p:nvSpPr>
          <p:cNvPr id="32" name="Google Shape;366;p13">
            <a:extLst>
              <a:ext uri="{FF2B5EF4-FFF2-40B4-BE49-F238E27FC236}">
                <a16:creationId xmlns:a16="http://schemas.microsoft.com/office/drawing/2014/main" id="{7DB943CB-A194-F94E-BFB6-C028E26F64C3}"/>
              </a:ext>
            </a:extLst>
          </p:cNvPr>
          <p:cNvSpPr/>
          <p:nvPr/>
        </p:nvSpPr>
        <p:spPr>
          <a:xfrm>
            <a:off x="3203584" y="3380669"/>
            <a:ext cx="730800" cy="730800"/>
          </a:xfrm>
          <a:prstGeom prst="ellipse">
            <a:avLst/>
          </a:prstGeom>
          <a:gradFill>
            <a:gsLst>
              <a:gs pos="0">
                <a:srgbClr val="F9CD5D"/>
              </a:gs>
              <a:gs pos="100000">
                <a:srgbClr val="C5910F"/>
              </a:gs>
            </a:gsLst>
            <a:lin ang="10800025" scaled="0"/>
          </a:gradFill>
          <a:ln>
            <a:noFill/>
          </a:ln>
        </p:spPr>
        <p:txBody>
          <a:bodyPr spcFirstLastPara="1" wrap="square" lIns="91433" tIns="45700" rIns="91433" bIns="45700" anchor="ctr" anchorCtr="0">
            <a:noAutofit/>
          </a:bodyPr>
          <a:lstStyle/>
          <a:p>
            <a:pPr marL="8466" marR="0" lvl="0" indent="0" algn="ctr" rtl="0">
              <a:lnSpc>
                <a:spcPct val="90000"/>
              </a:lnSpc>
              <a:spcBef>
                <a:spcPts val="0"/>
              </a:spcBef>
              <a:spcAft>
                <a:spcPts val="0"/>
              </a:spcAft>
              <a:buNone/>
              <a:tabLst/>
            </a:pPr>
            <a:endParaRPr sz="1867" b="0" i="0" u="none" strike="noStrike" cap="none" dirty="0">
              <a:solidFill>
                <a:schemeClr val="dk1"/>
              </a:solidFill>
              <a:latin typeface="+mn-lt"/>
              <a:ea typeface="Calibri"/>
              <a:cs typeface="Calibri"/>
              <a:sym typeface="Calibri"/>
            </a:endParaRPr>
          </a:p>
        </p:txBody>
      </p:sp>
      <p:sp>
        <p:nvSpPr>
          <p:cNvPr id="33" name="Google Shape;385;p13">
            <a:extLst>
              <a:ext uri="{FF2B5EF4-FFF2-40B4-BE49-F238E27FC236}">
                <a16:creationId xmlns:a16="http://schemas.microsoft.com/office/drawing/2014/main" id="{1220B6F5-43A0-2A45-9EE1-06F210706AEB}"/>
              </a:ext>
            </a:extLst>
          </p:cNvPr>
          <p:cNvSpPr/>
          <p:nvPr/>
        </p:nvSpPr>
        <p:spPr>
          <a:xfrm>
            <a:off x="3203584" y="4519601"/>
            <a:ext cx="730800" cy="730800"/>
          </a:xfrm>
          <a:prstGeom prst="ellipse">
            <a:avLst/>
          </a:prstGeom>
          <a:gradFill>
            <a:gsLst>
              <a:gs pos="0">
                <a:srgbClr val="F9CD5D"/>
              </a:gs>
              <a:gs pos="100000">
                <a:srgbClr val="C5910F"/>
              </a:gs>
            </a:gsLst>
            <a:lin ang="10800025" scaled="0"/>
          </a:gradFill>
          <a:ln>
            <a:noFill/>
          </a:ln>
        </p:spPr>
        <p:txBody>
          <a:bodyPr spcFirstLastPara="1" wrap="square" lIns="91433" tIns="45700" rIns="91433" bIns="45700" anchor="ctr" anchorCtr="0">
            <a:noAutofit/>
          </a:bodyPr>
          <a:lstStyle/>
          <a:p>
            <a:pPr marL="8466" marR="0" lvl="0" indent="0" algn="ctr" rtl="0">
              <a:lnSpc>
                <a:spcPct val="90000"/>
              </a:lnSpc>
              <a:spcBef>
                <a:spcPts val="0"/>
              </a:spcBef>
              <a:spcAft>
                <a:spcPts val="0"/>
              </a:spcAft>
              <a:buNone/>
              <a:tabLst/>
            </a:pPr>
            <a:endParaRPr sz="1867" b="0" i="0" u="none" strike="noStrike" cap="none" dirty="0">
              <a:solidFill>
                <a:schemeClr val="dk1"/>
              </a:solidFill>
              <a:latin typeface="+mn-lt"/>
              <a:ea typeface="Calibri"/>
              <a:cs typeface="Calibri"/>
              <a:sym typeface="Calibri"/>
            </a:endParaRPr>
          </a:p>
        </p:txBody>
      </p:sp>
      <p:sp>
        <p:nvSpPr>
          <p:cNvPr id="34" name="Google Shape;386;p13">
            <a:extLst>
              <a:ext uri="{FF2B5EF4-FFF2-40B4-BE49-F238E27FC236}">
                <a16:creationId xmlns:a16="http://schemas.microsoft.com/office/drawing/2014/main" id="{4C508C66-47F9-AF41-AE99-75044E1DDB85}"/>
              </a:ext>
            </a:extLst>
          </p:cNvPr>
          <p:cNvSpPr/>
          <p:nvPr/>
        </p:nvSpPr>
        <p:spPr>
          <a:xfrm>
            <a:off x="3203584" y="5658532"/>
            <a:ext cx="730800" cy="730800"/>
          </a:xfrm>
          <a:prstGeom prst="ellipse">
            <a:avLst/>
          </a:prstGeom>
          <a:gradFill>
            <a:gsLst>
              <a:gs pos="0">
                <a:srgbClr val="F9CD5D"/>
              </a:gs>
              <a:gs pos="100000">
                <a:srgbClr val="C5910F"/>
              </a:gs>
            </a:gsLst>
            <a:lin ang="10800025" scaled="0"/>
          </a:gradFill>
          <a:ln>
            <a:noFill/>
          </a:ln>
        </p:spPr>
        <p:txBody>
          <a:bodyPr spcFirstLastPara="1" wrap="square" lIns="91433" tIns="45700" rIns="91433" bIns="45700" anchor="ctr" anchorCtr="0">
            <a:noAutofit/>
          </a:bodyPr>
          <a:lstStyle/>
          <a:p>
            <a:pPr marL="8466" marR="0" lvl="0" indent="0" algn="ctr" rtl="0">
              <a:lnSpc>
                <a:spcPct val="90000"/>
              </a:lnSpc>
              <a:spcBef>
                <a:spcPts val="0"/>
              </a:spcBef>
              <a:spcAft>
                <a:spcPts val="0"/>
              </a:spcAft>
              <a:buNone/>
              <a:tabLst/>
            </a:pPr>
            <a:endParaRPr sz="1867" b="0" i="0" u="none" strike="noStrike" cap="none" dirty="0">
              <a:solidFill>
                <a:schemeClr val="dk1"/>
              </a:solidFill>
              <a:latin typeface="+mn-lt"/>
              <a:ea typeface="Calibri"/>
              <a:cs typeface="Calibri"/>
              <a:sym typeface="Calibri"/>
            </a:endParaRPr>
          </a:p>
        </p:txBody>
      </p:sp>
      <p:cxnSp>
        <p:nvCxnSpPr>
          <p:cNvPr id="35" name="Google Shape;387;p13">
            <a:extLst>
              <a:ext uri="{FF2B5EF4-FFF2-40B4-BE49-F238E27FC236}">
                <a16:creationId xmlns:a16="http://schemas.microsoft.com/office/drawing/2014/main" id="{3C91B41E-330D-0D4C-B119-DADA6AA3D9C0}"/>
              </a:ext>
            </a:extLst>
          </p:cNvPr>
          <p:cNvCxnSpPr>
            <a:stCxn id="33" idx="0"/>
            <a:endCxn id="32" idx="4"/>
          </p:cNvCxnSpPr>
          <p:nvPr/>
        </p:nvCxnSpPr>
        <p:spPr>
          <a:xfrm flipV="1">
            <a:off x="3568984" y="4111470"/>
            <a:ext cx="0" cy="408132"/>
          </a:xfrm>
          <a:prstGeom prst="straightConnector1">
            <a:avLst/>
          </a:prstGeom>
          <a:noFill/>
          <a:ln w="9525" cap="flat" cmpd="sng">
            <a:solidFill>
              <a:schemeClr val="tx2"/>
            </a:solidFill>
            <a:prstDash val="solid"/>
            <a:round/>
            <a:headEnd type="none" w="sm" len="sm"/>
            <a:tailEnd type="none" w="sm" len="sm"/>
          </a:ln>
        </p:spPr>
      </p:cxnSp>
      <p:cxnSp>
        <p:nvCxnSpPr>
          <p:cNvPr id="36" name="Google Shape;388;p13">
            <a:extLst>
              <a:ext uri="{FF2B5EF4-FFF2-40B4-BE49-F238E27FC236}">
                <a16:creationId xmlns:a16="http://schemas.microsoft.com/office/drawing/2014/main" id="{2439EE07-68D9-4A47-956C-C3F6189B1421}"/>
              </a:ext>
            </a:extLst>
          </p:cNvPr>
          <p:cNvCxnSpPr>
            <a:stCxn id="34" idx="0"/>
            <a:endCxn id="33" idx="4"/>
          </p:cNvCxnSpPr>
          <p:nvPr/>
        </p:nvCxnSpPr>
        <p:spPr>
          <a:xfrm flipV="1">
            <a:off x="3568984" y="5250401"/>
            <a:ext cx="0" cy="408131"/>
          </a:xfrm>
          <a:prstGeom prst="straightConnector1">
            <a:avLst/>
          </a:prstGeom>
          <a:noFill/>
          <a:ln w="9525" cap="flat" cmpd="sng">
            <a:solidFill>
              <a:schemeClr val="tx2"/>
            </a:solidFill>
            <a:prstDash val="solid"/>
            <a:round/>
            <a:headEnd type="none" w="sm" len="sm"/>
            <a:tailEnd type="none" w="sm" len="sm"/>
          </a:ln>
        </p:spPr>
      </p:cxnSp>
      <p:sp>
        <p:nvSpPr>
          <p:cNvPr id="37" name="Google Shape;364;p13">
            <a:extLst>
              <a:ext uri="{FF2B5EF4-FFF2-40B4-BE49-F238E27FC236}">
                <a16:creationId xmlns:a16="http://schemas.microsoft.com/office/drawing/2014/main" id="{DB072047-AF7F-084F-A045-42C5E080F6D8}"/>
              </a:ext>
            </a:extLst>
          </p:cNvPr>
          <p:cNvSpPr/>
          <p:nvPr/>
        </p:nvSpPr>
        <p:spPr>
          <a:xfrm>
            <a:off x="1093217" y="3380669"/>
            <a:ext cx="730800" cy="730800"/>
          </a:xfrm>
          <a:prstGeom prst="ellipse">
            <a:avLst/>
          </a:prstGeom>
          <a:gradFill>
            <a:gsLst>
              <a:gs pos="0">
                <a:srgbClr val="F9CD5D"/>
              </a:gs>
              <a:gs pos="100000">
                <a:srgbClr val="C5910F"/>
              </a:gs>
            </a:gsLst>
            <a:lin ang="10800025" scaled="0"/>
          </a:gradFill>
          <a:ln>
            <a:noFill/>
          </a:ln>
        </p:spPr>
        <p:txBody>
          <a:bodyPr spcFirstLastPara="1" wrap="square" lIns="91433" tIns="45700" rIns="91433" bIns="45700" anchor="ctr" anchorCtr="0">
            <a:noAutofit/>
          </a:bodyPr>
          <a:lstStyle/>
          <a:p>
            <a:pPr marL="8466" marR="0" lvl="0" indent="0" algn="ctr" rtl="0">
              <a:lnSpc>
                <a:spcPct val="90000"/>
              </a:lnSpc>
              <a:spcBef>
                <a:spcPts val="0"/>
              </a:spcBef>
              <a:spcAft>
                <a:spcPts val="0"/>
              </a:spcAft>
              <a:buNone/>
              <a:tabLst/>
            </a:pPr>
            <a:endParaRPr sz="1867" b="0" i="0" u="none" strike="noStrike" cap="none" dirty="0">
              <a:solidFill>
                <a:schemeClr val="dk1"/>
              </a:solidFill>
              <a:latin typeface="+mn-lt"/>
              <a:ea typeface="Calibri"/>
              <a:cs typeface="Calibri"/>
              <a:sym typeface="Calibri"/>
            </a:endParaRPr>
          </a:p>
        </p:txBody>
      </p:sp>
      <p:sp>
        <p:nvSpPr>
          <p:cNvPr id="38" name="Google Shape;389;p13">
            <a:extLst>
              <a:ext uri="{FF2B5EF4-FFF2-40B4-BE49-F238E27FC236}">
                <a16:creationId xmlns:a16="http://schemas.microsoft.com/office/drawing/2014/main" id="{06D8BA68-9FF0-5E45-A266-E1724821579D}"/>
              </a:ext>
            </a:extLst>
          </p:cNvPr>
          <p:cNvSpPr/>
          <p:nvPr/>
        </p:nvSpPr>
        <p:spPr>
          <a:xfrm>
            <a:off x="1093217" y="4519601"/>
            <a:ext cx="730800" cy="730800"/>
          </a:xfrm>
          <a:prstGeom prst="ellipse">
            <a:avLst/>
          </a:prstGeom>
          <a:gradFill>
            <a:gsLst>
              <a:gs pos="0">
                <a:srgbClr val="F9CD5D"/>
              </a:gs>
              <a:gs pos="100000">
                <a:srgbClr val="C5910F"/>
              </a:gs>
            </a:gsLst>
            <a:lin ang="10800025" scaled="0"/>
          </a:gradFill>
          <a:ln>
            <a:noFill/>
          </a:ln>
        </p:spPr>
        <p:txBody>
          <a:bodyPr spcFirstLastPara="1" wrap="square" lIns="91433" tIns="45700" rIns="91433" bIns="45700" anchor="ctr" anchorCtr="0">
            <a:noAutofit/>
          </a:bodyPr>
          <a:lstStyle/>
          <a:p>
            <a:pPr marL="8466" marR="0" lvl="0" indent="0" algn="ctr" rtl="0">
              <a:lnSpc>
                <a:spcPct val="90000"/>
              </a:lnSpc>
              <a:spcBef>
                <a:spcPts val="0"/>
              </a:spcBef>
              <a:spcAft>
                <a:spcPts val="0"/>
              </a:spcAft>
              <a:buNone/>
              <a:tabLst/>
            </a:pPr>
            <a:endParaRPr sz="1867" b="0" i="0" u="none" strike="noStrike" cap="none" dirty="0">
              <a:solidFill>
                <a:schemeClr val="dk1"/>
              </a:solidFill>
              <a:latin typeface="+mn-lt"/>
              <a:ea typeface="Calibri"/>
              <a:cs typeface="Calibri"/>
              <a:sym typeface="Calibri"/>
            </a:endParaRPr>
          </a:p>
        </p:txBody>
      </p:sp>
      <p:sp>
        <p:nvSpPr>
          <p:cNvPr id="39" name="Google Shape;390;p13">
            <a:extLst>
              <a:ext uri="{FF2B5EF4-FFF2-40B4-BE49-F238E27FC236}">
                <a16:creationId xmlns:a16="http://schemas.microsoft.com/office/drawing/2014/main" id="{968AC1B5-76F2-3C4B-B35D-A14093A4B759}"/>
              </a:ext>
            </a:extLst>
          </p:cNvPr>
          <p:cNvSpPr/>
          <p:nvPr/>
        </p:nvSpPr>
        <p:spPr>
          <a:xfrm>
            <a:off x="1093217" y="5658532"/>
            <a:ext cx="730800" cy="730800"/>
          </a:xfrm>
          <a:prstGeom prst="ellipse">
            <a:avLst/>
          </a:prstGeom>
          <a:gradFill>
            <a:gsLst>
              <a:gs pos="0">
                <a:srgbClr val="F9CD5D"/>
              </a:gs>
              <a:gs pos="100000">
                <a:srgbClr val="C5910F"/>
              </a:gs>
            </a:gsLst>
            <a:lin ang="10800025" scaled="0"/>
          </a:gradFill>
          <a:ln>
            <a:noFill/>
          </a:ln>
        </p:spPr>
        <p:txBody>
          <a:bodyPr spcFirstLastPara="1" wrap="square" lIns="91433" tIns="45700" rIns="91433" bIns="45700" anchor="ctr" anchorCtr="0">
            <a:noAutofit/>
          </a:bodyPr>
          <a:lstStyle/>
          <a:p>
            <a:pPr marL="8466" marR="0" lvl="0" indent="0" algn="ctr" rtl="0">
              <a:lnSpc>
                <a:spcPct val="90000"/>
              </a:lnSpc>
              <a:spcBef>
                <a:spcPts val="0"/>
              </a:spcBef>
              <a:spcAft>
                <a:spcPts val="0"/>
              </a:spcAft>
              <a:buNone/>
              <a:tabLst/>
            </a:pPr>
            <a:endParaRPr sz="1867" b="0" i="0" u="none" strike="noStrike" cap="none" dirty="0">
              <a:solidFill>
                <a:schemeClr val="dk1"/>
              </a:solidFill>
              <a:latin typeface="+mn-lt"/>
              <a:ea typeface="Calibri"/>
              <a:cs typeface="Calibri"/>
              <a:sym typeface="Calibri"/>
            </a:endParaRPr>
          </a:p>
        </p:txBody>
      </p:sp>
      <p:cxnSp>
        <p:nvCxnSpPr>
          <p:cNvPr id="40" name="Google Shape;391;p13">
            <a:extLst>
              <a:ext uri="{FF2B5EF4-FFF2-40B4-BE49-F238E27FC236}">
                <a16:creationId xmlns:a16="http://schemas.microsoft.com/office/drawing/2014/main" id="{8703938A-0A9D-BB47-93E9-B23706D25874}"/>
              </a:ext>
            </a:extLst>
          </p:cNvPr>
          <p:cNvCxnSpPr>
            <a:stCxn id="37" idx="4"/>
            <a:endCxn id="38" idx="0"/>
          </p:cNvCxnSpPr>
          <p:nvPr/>
        </p:nvCxnSpPr>
        <p:spPr>
          <a:xfrm rot="-5400000" flipH="1">
            <a:off x="1255017" y="4315069"/>
            <a:ext cx="408000" cy="800"/>
          </a:xfrm>
          <a:prstGeom prst="bentConnector3">
            <a:avLst>
              <a:gd name="adj1" fmla="val 50016"/>
            </a:avLst>
          </a:prstGeom>
          <a:noFill/>
          <a:ln w="9525" cap="flat" cmpd="sng">
            <a:solidFill>
              <a:schemeClr val="tx2"/>
            </a:solidFill>
            <a:prstDash val="solid"/>
            <a:round/>
            <a:headEnd type="none" w="sm" len="sm"/>
            <a:tailEnd type="none" w="sm" len="sm"/>
          </a:ln>
        </p:spPr>
      </p:cxnSp>
      <p:cxnSp>
        <p:nvCxnSpPr>
          <p:cNvPr id="41" name="Google Shape;392;p13">
            <a:extLst>
              <a:ext uri="{FF2B5EF4-FFF2-40B4-BE49-F238E27FC236}">
                <a16:creationId xmlns:a16="http://schemas.microsoft.com/office/drawing/2014/main" id="{58CDCEB7-2766-F44D-8CBD-EF226980FA18}"/>
              </a:ext>
            </a:extLst>
          </p:cNvPr>
          <p:cNvCxnSpPr>
            <a:stCxn id="38" idx="4"/>
            <a:endCxn id="39" idx="0"/>
          </p:cNvCxnSpPr>
          <p:nvPr/>
        </p:nvCxnSpPr>
        <p:spPr>
          <a:xfrm rot="-5400000" flipH="1">
            <a:off x="1255017" y="5454001"/>
            <a:ext cx="408000" cy="800"/>
          </a:xfrm>
          <a:prstGeom prst="bentConnector3">
            <a:avLst>
              <a:gd name="adj1" fmla="val 50016"/>
            </a:avLst>
          </a:prstGeom>
          <a:noFill/>
          <a:ln w="9525" cap="flat" cmpd="sng">
            <a:solidFill>
              <a:schemeClr val="tx2"/>
            </a:solidFill>
            <a:prstDash val="solid"/>
            <a:round/>
            <a:headEnd type="none" w="sm" len="sm"/>
            <a:tailEnd type="none" w="sm" len="sm"/>
          </a:ln>
        </p:spPr>
      </p:cxnSp>
      <p:sp>
        <p:nvSpPr>
          <p:cNvPr id="42" name="Google Shape;431;p13">
            <a:extLst>
              <a:ext uri="{FF2B5EF4-FFF2-40B4-BE49-F238E27FC236}">
                <a16:creationId xmlns:a16="http://schemas.microsoft.com/office/drawing/2014/main" id="{B14DA640-03F2-DD4A-BC35-365DC3C8A74C}"/>
              </a:ext>
            </a:extLst>
          </p:cNvPr>
          <p:cNvSpPr>
            <a:spLocks noGrp="1"/>
          </p:cNvSpPr>
          <p:nvPr>
            <p:ph type="pic" idx="45"/>
          </p:nvPr>
        </p:nvSpPr>
        <p:spPr>
          <a:xfrm>
            <a:off x="6474472" y="1186839"/>
            <a:ext cx="609600" cy="609600"/>
          </a:xfrm>
          <a:prstGeom prst="ellipse">
            <a:avLst/>
          </a:prstGeom>
          <a:noFill/>
          <a:ln w="25400" cap="flat" cmpd="sng">
            <a:solidFill>
              <a:schemeClr val="dk2"/>
            </a:solidFill>
            <a:prstDash val="solid"/>
            <a:round/>
            <a:headEnd type="none" w="sm" len="sm"/>
            <a:tailEnd type="none" w="sm" len="sm"/>
          </a:ln>
        </p:spPr>
        <p:txBody>
          <a:bodyPr anchor="ctr"/>
          <a:lstStyle>
            <a:lvl1pPr marL="8466" indent="0" algn="ctr">
              <a:tabLst/>
              <a:defRPr sz="533">
                <a:latin typeface="+mn-lt"/>
              </a:defRPr>
            </a:lvl1pPr>
          </a:lstStyle>
          <a:p>
            <a:r>
              <a:rPr lang="en-US" dirty="0"/>
              <a:t>Click icon to add picture</a:t>
            </a:r>
          </a:p>
        </p:txBody>
      </p:sp>
      <p:sp>
        <p:nvSpPr>
          <p:cNvPr id="43" name="Google Shape;432;p13">
            <a:extLst>
              <a:ext uri="{FF2B5EF4-FFF2-40B4-BE49-F238E27FC236}">
                <a16:creationId xmlns:a16="http://schemas.microsoft.com/office/drawing/2014/main" id="{4B29822B-1B8D-294E-8D96-4C1826979B45}"/>
              </a:ext>
            </a:extLst>
          </p:cNvPr>
          <p:cNvSpPr>
            <a:spLocks noGrp="1"/>
          </p:cNvSpPr>
          <p:nvPr>
            <p:ph type="pic" idx="46"/>
          </p:nvPr>
        </p:nvSpPr>
        <p:spPr>
          <a:xfrm>
            <a:off x="6474872" y="2302389"/>
            <a:ext cx="609600" cy="609600"/>
          </a:xfrm>
          <a:prstGeom prst="ellipse">
            <a:avLst/>
          </a:prstGeom>
          <a:noFill/>
          <a:ln w="25400" cap="flat" cmpd="sng">
            <a:solidFill>
              <a:schemeClr val="dk2"/>
            </a:solidFill>
            <a:prstDash val="solid"/>
            <a:round/>
            <a:headEnd type="none" w="sm" len="sm"/>
            <a:tailEnd type="none" w="sm" len="sm"/>
          </a:ln>
        </p:spPr>
        <p:txBody>
          <a:bodyPr anchor="ctr"/>
          <a:lstStyle>
            <a:lvl1pPr marL="8466" indent="0" algn="ctr">
              <a:tabLst/>
              <a:defRPr sz="533">
                <a:latin typeface="+mn-lt"/>
              </a:defRPr>
            </a:lvl1pPr>
          </a:lstStyle>
          <a:p>
            <a:r>
              <a:rPr lang="en-US" dirty="0"/>
              <a:t>Click icon to add picture</a:t>
            </a:r>
          </a:p>
        </p:txBody>
      </p:sp>
      <p:sp>
        <p:nvSpPr>
          <p:cNvPr id="44" name="Google Shape;433;p13">
            <a:extLst>
              <a:ext uri="{FF2B5EF4-FFF2-40B4-BE49-F238E27FC236}">
                <a16:creationId xmlns:a16="http://schemas.microsoft.com/office/drawing/2014/main" id="{962752E7-2B39-9B4A-A103-E4F6DC0F07D8}"/>
              </a:ext>
            </a:extLst>
          </p:cNvPr>
          <p:cNvSpPr>
            <a:spLocks noGrp="1"/>
          </p:cNvSpPr>
          <p:nvPr>
            <p:ph type="pic" idx="47"/>
          </p:nvPr>
        </p:nvSpPr>
        <p:spPr>
          <a:xfrm>
            <a:off x="9595284" y="2302439"/>
            <a:ext cx="609600" cy="609600"/>
          </a:xfrm>
          <a:prstGeom prst="ellipse">
            <a:avLst/>
          </a:prstGeom>
          <a:noFill/>
          <a:ln w="25400" cap="flat" cmpd="sng">
            <a:solidFill>
              <a:schemeClr val="dk2"/>
            </a:solidFill>
            <a:prstDash val="solid"/>
            <a:round/>
            <a:headEnd type="none" w="sm" len="sm"/>
            <a:tailEnd type="none" w="sm" len="sm"/>
          </a:ln>
        </p:spPr>
        <p:txBody>
          <a:bodyPr anchor="ctr"/>
          <a:lstStyle>
            <a:lvl1pPr marL="8466" indent="0" algn="ctr">
              <a:tabLst/>
              <a:defRPr sz="533">
                <a:latin typeface="+mn-lt"/>
              </a:defRPr>
            </a:lvl1pPr>
          </a:lstStyle>
          <a:p>
            <a:r>
              <a:rPr lang="en-US" dirty="0"/>
              <a:t>Click icon to add picture</a:t>
            </a:r>
          </a:p>
        </p:txBody>
      </p:sp>
      <p:sp>
        <p:nvSpPr>
          <p:cNvPr id="45" name="Google Shape;437;p13">
            <a:extLst>
              <a:ext uri="{FF2B5EF4-FFF2-40B4-BE49-F238E27FC236}">
                <a16:creationId xmlns:a16="http://schemas.microsoft.com/office/drawing/2014/main" id="{8CEEBCD7-0F16-9645-91D9-CEF6FE89362F}"/>
              </a:ext>
            </a:extLst>
          </p:cNvPr>
          <p:cNvSpPr>
            <a:spLocks noGrp="1"/>
          </p:cNvSpPr>
          <p:nvPr>
            <p:ph type="pic" idx="51"/>
          </p:nvPr>
        </p:nvSpPr>
        <p:spPr>
          <a:xfrm>
            <a:off x="2231093" y="2302439"/>
            <a:ext cx="609600" cy="609600"/>
          </a:xfrm>
          <a:prstGeom prst="ellipse">
            <a:avLst/>
          </a:prstGeom>
          <a:noFill/>
          <a:ln w="25400" cap="flat" cmpd="sng">
            <a:solidFill>
              <a:schemeClr val="dk2"/>
            </a:solidFill>
            <a:prstDash val="solid"/>
            <a:round/>
            <a:headEnd type="none" w="sm" len="sm"/>
            <a:tailEnd type="none" w="sm" len="sm"/>
          </a:ln>
        </p:spPr>
        <p:txBody>
          <a:bodyPr anchor="ctr"/>
          <a:lstStyle>
            <a:lvl1pPr marL="8466" indent="0" algn="ctr">
              <a:tabLst/>
              <a:defRPr sz="533">
                <a:latin typeface="+mn-lt"/>
              </a:defRPr>
            </a:lvl1pPr>
          </a:lstStyle>
          <a:p>
            <a:r>
              <a:rPr lang="en-US" dirty="0"/>
              <a:t>Click icon to add picture</a:t>
            </a:r>
          </a:p>
        </p:txBody>
      </p:sp>
      <p:sp>
        <p:nvSpPr>
          <p:cNvPr id="46" name="Google Shape;447;p13">
            <a:extLst>
              <a:ext uri="{FF2B5EF4-FFF2-40B4-BE49-F238E27FC236}">
                <a16:creationId xmlns:a16="http://schemas.microsoft.com/office/drawing/2014/main" id="{9FC20743-02FF-AD4B-86E8-F2C966A99C7F}"/>
              </a:ext>
            </a:extLst>
          </p:cNvPr>
          <p:cNvSpPr>
            <a:spLocks noGrp="1"/>
          </p:cNvSpPr>
          <p:nvPr>
            <p:ph type="pic" idx="61"/>
          </p:nvPr>
        </p:nvSpPr>
        <p:spPr>
          <a:xfrm>
            <a:off x="1153817" y="3441339"/>
            <a:ext cx="609600" cy="609600"/>
          </a:xfrm>
          <a:prstGeom prst="ellipse">
            <a:avLst/>
          </a:prstGeom>
          <a:noFill/>
          <a:ln w="25400" cap="flat" cmpd="sng">
            <a:solidFill>
              <a:schemeClr val="dk2"/>
            </a:solidFill>
            <a:prstDash val="solid"/>
            <a:round/>
            <a:headEnd type="none" w="sm" len="sm"/>
            <a:tailEnd type="none" w="sm" len="sm"/>
          </a:ln>
        </p:spPr>
        <p:txBody>
          <a:bodyPr anchor="ctr"/>
          <a:lstStyle>
            <a:lvl1pPr marL="8466" indent="0" algn="ctr">
              <a:tabLst/>
              <a:defRPr sz="533">
                <a:latin typeface="+mn-lt"/>
              </a:defRPr>
            </a:lvl1pPr>
          </a:lstStyle>
          <a:p>
            <a:r>
              <a:rPr lang="en-US" dirty="0"/>
              <a:t>Click icon to add picture</a:t>
            </a:r>
          </a:p>
        </p:txBody>
      </p:sp>
      <p:sp>
        <p:nvSpPr>
          <p:cNvPr id="47" name="Google Shape;448;p13">
            <a:extLst>
              <a:ext uri="{FF2B5EF4-FFF2-40B4-BE49-F238E27FC236}">
                <a16:creationId xmlns:a16="http://schemas.microsoft.com/office/drawing/2014/main" id="{36BB6E4D-51E3-4D4B-888B-EF06DE34C624}"/>
              </a:ext>
            </a:extLst>
          </p:cNvPr>
          <p:cNvSpPr>
            <a:spLocks noGrp="1"/>
          </p:cNvSpPr>
          <p:nvPr>
            <p:ph type="pic" idx="62"/>
          </p:nvPr>
        </p:nvSpPr>
        <p:spPr>
          <a:xfrm>
            <a:off x="1153817" y="4580272"/>
            <a:ext cx="609600" cy="609600"/>
          </a:xfrm>
          <a:prstGeom prst="ellipse">
            <a:avLst/>
          </a:prstGeom>
          <a:noFill/>
          <a:ln w="25400" cap="flat" cmpd="sng">
            <a:solidFill>
              <a:schemeClr val="dk2"/>
            </a:solidFill>
            <a:prstDash val="solid"/>
            <a:round/>
            <a:headEnd type="none" w="sm" len="sm"/>
            <a:tailEnd type="none" w="sm" len="sm"/>
          </a:ln>
        </p:spPr>
        <p:txBody>
          <a:bodyPr anchor="ctr"/>
          <a:lstStyle>
            <a:lvl1pPr marL="8466" indent="0" algn="ctr">
              <a:tabLst/>
              <a:defRPr sz="533">
                <a:latin typeface="+mn-lt"/>
              </a:defRPr>
            </a:lvl1pPr>
          </a:lstStyle>
          <a:p>
            <a:r>
              <a:rPr lang="en-US" dirty="0"/>
              <a:t>Click icon to add picture</a:t>
            </a:r>
          </a:p>
        </p:txBody>
      </p:sp>
      <p:sp>
        <p:nvSpPr>
          <p:cNvPr id="48" name="Google Shape;449;p13">
            <a:extLst>
              <a:ext uri="{FF2B5EF4-FFF2-40B4-BE49-F238E27FC236}">
                <a16:creationId xmlns:a16="http://schemas.microsoft.com/office/drawing/2014/main" id="{56CEDF74-6232-2644-9D97-5576B753A9C4}"/>
              </a:ext>
            </a:extLst>
          </p:cNvPr>
          <p:cNvSpPr>
            <a:spLocks noGrp="1"/>
          </p:cNvSpPr>
          <p:nvPr>
            <p:ph type="pic" idx="63"/>
          </p:nvPr>
        </p:nvSpPr>
        <p:spPr>
          <a:xfrm>
            <a:off x="1153817" y="5728589"/>
            <a:ext cx="609600" cy="609600"/>
          </a:xfrm>
          <a:prstGeom prst="ellipse">
            <a:avLst/>
          </a:prstGeom>
          <a:noFill/>
          <a:ln w="25400" cap="flat" cmpd="sng">
            <a:solidFill>
              <a:schemeClr val="dk2"/>
            </a:solidFill>
            <a:prstDash val="solid"/>
            <a:round/>
            <a:headEnd type="none" w="sm" len="sm"/>
            <a:tailEnd type="none" w="sm" len="sm"/>
          </a:ln>
        </p:spPr>
        <p:txBody>
          <a:bodyPr anchor="ctr"/>
          <a:lstStyle>
            <a:lvl1pPr marL="8466" indent="0" algn="ctr">
              <a:tabLst/>
              <a:defRPr sz="533">
                <a:latin typeface="+mn-lt"/>
              </a:defRPr>
            </a:lvl1pPr>
          </a:lstStyle>
          <a:p>
            <a:r>
              <a:rPr lang="en-US" dirty="0"/>
              <a:t>Click icon to add picture</a:t>
            </a:r>
          </a:p>
        </p:txBody>
      </p:sp>
      <p:sp>
        <p:nvSpPr>
          <p:cNvPr id="49" name="Google Shape;447;p13">
            <a:extLst>
              <a:ext uri="{FF2B5EF4-FFF2-40B4-BE49-F238E27FC236}">
                <a16:creationId xmlns:a16="http://schemas.microsoft.com/office/drawing/2014/main" id="{908A4C7A-D3E4-5643-B9E0-CE87677A1931}"/>
              </a:ext>
            </a:extLst>
          </p:cNvPr>
          <p:cNvSpPr>
            <a:spLocks noGrp="1"/>
          </p:cNvSpPr>
          <p:nvPr>
            <p:ph type="pic" idx="64"/>
          </p:nvPr>
        </p:nvSpPr>
        <p:spPr>
          <a:xfrm>
            <a:off x="3264184" y="3441339"/>
            <a:ext cx="609600" cy="609600"/>
          </a:xfrm>
          <a:prstGeom prst="ellipse">
            <a:avLst/>
          </a:prstGeom>
          <a:noFill/>
          <a:ln w="25400" cap="flat" cmpd="sng">
            <a:solidFill>
              <a:schemeClr val="dk2"/>
            </a:solidFill>
            <a:prstDash val="solid"/>
            <a:round/>
            <a:headEnd type="none" w="sm" len="sm"/>
            <a:tailEnd type="none" w="sm" len="sm"/>
          </a:ln>
        </p:spPr>
        <p:txBody>
          <a:bodyPr anchor="ctr"/>
          <a:lstStyle>
            <a:lvl1pPr marL="8466" indent="0" algn="ctr">
              <a:tabLst/>
              <a:defRPr sz="533">
                <a:latin typeface="+mn-lt"/>
              </a:defRPr>
            </a:lvl1pPr>
          </a:lstStyle>
          <a:p>
            <a:r>
              <a:rPr lang="en-US" dirty="0"/>
              <a:t>Click icon to add picture</a:t>
            </a:r>
          </a:p>
        </p:txBody>
      </p:sp>
      <p:sp>
        <p:nvSpPr>
          <p:cNvPr id="50" name="Google Shape;448;p13">
            <a:extLst>
              <a:ext uri="{FF2B5EF4-FFF2-40B4-BE49-F238E27FC236}">
                <a16:creationId xmlns:a16="http://schemas.microsoft.com/office/drawing/2014/main" id="{7F48B282-8C00-0F42-8A26-6F19146DDEA7}"/>
              </a:ext>
            </a:extLst>
          </p:cNvPr>
          <p:cNvSpPr>
            <a:spLocks noGrp="1"/>
          </p:cNvSpPr>
          <p:nvPr>
            <p:ph type="pic" idx="65"/>
          </p:nvPr>
        </p:nvSpPr>
        <p:spPr>
          <a:xfrm>
            <a:off x="3264184" y="4580272"/>
            <a:ext cx="609600" cy="609600"/>
          </a:xfrm>
          <a:prstGeom prst="ellipse">
            <a:avLst/>
          </a:prstGeom>
          <a:noFill/>
          <a:ln w="25400" cap="flat" cmpd="sng">
            <a:solidFill>
              <a:schemeClr val="dk2"/>
            </a:solidFill>
            <a:prstDash val="solid"/>
            <a:round/>
            <a:headEnd type="none" w="sm" len="sm"/>
            <a:tailEnd type="none" w="sm" len="sm"/>
          </a:ln>
        </p:spPr>
        <p:txBody>
          <a:bodyPr anchor="ctr"/>
          <a:lstStyle>
            <a:lvl1pPr marL="8466" indent="0" algn="ctr">
              <a:tabLst/>
              <a:defRPr sz="533">
                <a:latin typeface="+mn-lt"/>
              </a:defRPr>
            </a:lvl1pPr>
          </a:lstStyle>
          <a:p>
            <a:r>
              <a:rPr lang="en-US" dirty="0"/>
              <a:t>Click icon to add picture</a:t>
            </a:r>
          </a:p>
        </p:txBody>
      </p:sp>
      <p:sp>
        <p:nvSpPr>
          <p:cNvPr id="51" name="Google Shape;449;p13">
            <a:extLst>
              <a:ext uri="{FF2B5EF4-FFF2-40B4-BE49-F238E27FC236}">
                <a16:creationId xmlns:a16="http://schemas.microsoft.com/office/drawing/2014/main" id="{2B792B32-1FF2-8645-91CB-1DE675D4AAFF}"/>
              </a:ext>
            </a:extLst>
          </p:cNvPr>
          <p:cNvSpPr>
            <a:spLocks noGrp="1"/>
          </p:cNvSpPr>
          <p:nvPr>
            <p:ph type="pic" idx="66"/>
          </p:nvPr>
        </p:nvSpPr>
        <p:spPr>
          <a:xfrm>
            <a:off x="3264184" y="5728589"/>
            <a:ext cx="609600" cy="609600"/>
          </a:xfrm>
          <a:prstGeom prst="ellipse">
            <a:avLst/>
          </a:prstGeom>
          <a:noFill/>
          <a:ln w="25400" cap="flat" cmpd="sng">
            <a:solidFill>
              <a:schemeClr val="dk2"/>
            </a:solidFill>
            <a:prstDash val="solid"/>
            <a:round/>
            <a:headEnd type="none" w="sm" len="sm"/>
            <a:tailEnd type="none" w="sm" len="sm"/>
          </a:ln>
        </p:spPr>
        <p:txBody>
          <a:bodyPr anchor="ctr"/>
          <a:lstStyle>
            <a:lvl1pPr marL="8466" indent="0" algn="ctr">
              <a:tabLst/>
              <a:defRPr sz="533">
                <a:latin typeface="+mn-lt"/>
              </a:defRPr>
            </a:lvl1pPr>
          </a:lstStyle>
          <a:p>
            <a:r>
              <a:rPr lang="en-US" dirty="0"/>
              <a:t>Click icon to add picture</a:t>
            </a:r>
          </a:p>
        </p:txBody>
      </p:sp>
      <p:sp>
        <p:nvSpPr>
          <p:cNvPr id="52" name="Google Shape;447;p13">
            <a:extLst>
              <a:ext uri="{FF2B5EF4-FFF2-40B4-BE49-F238E27FC236}">
                <a16:creationId xmlns:a16="http://schemas.microsoft.com/office/drawing/2014/main" id="{BC1798C5-D02A-EE49-9185-4C08239E98B8}"/>
              </a:ext>
            </a:extLst>
          </p:cNvPr>
          <p:cNvSpPr>
            <a:spLocks noGrp="1"/>
          </p:cNvSpPr>
          <p:nvPr>
            <p:ph type="pic" idx="67"/>
          </p:nvPr>
        </p:nvSpPr>
        <p:spPr>
          <a:xfrm>
            <a:off x="5374551" y="3441339"/>
            <a:ext cx="609600" cy="609600"/>
          </a:xfrm>
          <a:prstGeom prst="ellipse">
            <a:avLst/>
          </a:prstGeom>
          <a:noFill/>
          <a:ln w="25400" cap="flat" cmpd="sng">
            <a:solidFill>
              <a:schemeClr val="dk2"/>
            </a:solidFill>
            <a:prstDash val="solid"/>
            <a:round/>
            <a:headEnd type="none" w="sm" len="sm"/>
            <a:tailEnd type="none" w="sm" len="sm"/>
          </a:ln>
        </p:spPr>
        <p:txBody>
          <a:bodyPr anchor="ctr"/>
          <a:lstStyle>
            <a:lvl1pPr marL="8466" indent="0" algn="ctr">
              <a:tabLst/>
              <a:defRPr sz="533">
                <a:latin typeface="+mn-lt"/>
              </a:defRPr>
            </a:lvl1pPr>
          </a:lstStyle>
          <a:p>
            <a:r>
              <a:rPr lang="en-US" dirty="0"/>
              <a:t>Click icon to add picture</a:t>
            </a:r>
          </a:p>
        </p:txBody>
      </p:sp>
      <p:sp>
        <p:nvSpPr>
          <p:cNvPr id="53" name="Google Shape;448;p13">
            <a:extLst>
              <a:ext uri="{FF2B5EF4-FFF2-40B4-BE49-F238E27FC236}">
                <a16:creationId xmlns:a16="http://schemas.microsoft.com/office/drawing/2014/main" id="{3793513F-E02D-5940-BD15-6DD6225C447D}"/>
              </a:ext>
            </a:extLst>
          </p:cNvPr>
          <p:cNvSpPr>
            <a:spLocks noGrp="1"/>
          </p:cNvSpPr>
          <p:nvPr>
            <p:ph type="pic" idx="68"/>
          </p:nvPr>
        </p:nvSpPr>
        <p:spPr>
          <a:xfrm>
            <a:off x="5374551" y="4580272"/>
            <a:ext cx="609600" cy="609600"/>
          </a:xfrm>
          <a:prstGeom prst="ellipse">
            <a:avLst/>
          </a:prstGeom>
          <a:noFill/>
          <a:ln w="25400" cap="flat" cmpd="sng">
            <a:solidFill>
              <a:schemeClr val="dk2"/>
            </a:solidFill>
            <a:prstDash val="solid"/>
            <a:round/>
            <a:headEnd type="none" w="sm" len="sm"/>
            <a:tailEnd type="none" w="sm" len="sm"/>
          </a:ln>
        </p:spPr>
        <p:txBody>
          <a:bodyPr anchor="ctr"/>
          <a:lstStyle>
            <a:lvl1pPr marL="8466" indent="0" algn="ctr">
              <a:tabLst/>
              <a:defRPr sz="533">
                <a:latin typeface="+mn-lt"/>
              </a:defRPr>
            </a:lvl1pPr>
          </a:lstStyle>
          <a:p>
            <a:r>
              <a:rPr lang="en-US" dirty="0"/>
              <a:t>Click icon to add picture</a:t>
            </a:r>
          </a:p>
        </p:txBody>
      </p:sp>
      <p:sp>
        <p:nvSpPr>
          <p:cNvPr id="54" name="Google Shape;449;p13">
            <a:extLst>
              <a:ext uri="{FF2B5EF4-FFF2-40B4-BE49-F238E27FC236}">
                <a16:creationId xmlns:a16="http://schemas.microsoft.com/office/drawing/2014/main" id="{5AFF9B91-875A-734A-BF38-5FDD736342BC}"/>
              </a:ext>
            </a:extLst>
          </p:cNvPr>
          <p:cNvSpPr>
            <a:spLocks noGrp="1"/>
          </p:cNvSpPr>
          <p:nvPr>
            <p:ph type="pic" idx="69"/>
          </p:nvPr>
        </p:nvSpPr>
        <p:spPr>
          <a:xfrm>
            <a:off x="5374551" y="5728589"/>
            <a:ext cx="609600" cy="609600"/>
          </a:xfrm>
          <a:prstGeom prst="ellipse">
            <a:avLst/>
          </a:prstGeom>
          <a:noFill/>
          <a:ln w="25400" cap="flat" cmpd="sng">
            <a:solidFill>
              <a:schemeClr val="dk2"/>
            </a:solidFill>
            <a:prstDash val="solid"/>
            <a:round/>
            <a:headEnd type="none" w="sm" len="sm"/>
            <a:tailEnd type="none" w="sm" len="sm"/>
          </a:ln>
        </p:spPr>
        <p:txBody>
          <a:bodyPr anchor="ctr"/>
          <a:lstStyle>
            <a:lvl1pPr marL="8466" indent="0" algn="ctr">
              <a:tabLst/>
              <a:defRPr sz="533">
                <a:latin typeface="+mn-lt"/>
              </a:defRPr>
            </a:lvl1pPr>
          </a:lstStyle>
          <a:p>
            <a:r>
              <a:rPr lang="en-US" dirty="0"/>
              <a:t>Click icon to add picture</a:t>
            </a:r>
          </a:p>
        </p:txBody>
      </p:sp>
      <p:sp>
        <p:nvSpPr>
          <p:cNvPr id="55" name="Google Shape;447;p13">
            <a:extLst>
              <a:ext uri="{FF2B5EF4-FFF2-40B4-BE49-F238E27FC236}">
                <a16:creationId xmlns:a16="http://schemas.microsoft.com/office/drawing/2014/main" id="{EB952AD5-CBB9-5B47-8E3E-3C6205B37F49}"/>
              </a:ext>
            </a:extLst>
          </p:cNvPr>
          <p:cNvSpPr>
            <a:spLocks noGrp="1"/>
          </p:cNvSpPr>
          <p:nvPr>
            <p:ph type="pic" idx="70"/>
          </p:nvPr>
        </p:nvSpPr>
        <p:spPr>
          <a:xfrm>
            <a:off x="7484917" y="3441339"/>
            <a:ext cx="609600" cy="609600"/>
          </a:xfrm>
          <a:prstGeom prst="ellipse">
            <a:avLst/>
          </a:prstGeom>
          <a:noFill/>
          <a:ln w="25400" cap="flat" cmpd="sng">
            <a:solidFill>
              <a:schemeClr val="dk2"/>
            </a:solidFill>
            <a:prstDash val="solid"/>
            <a:round/>
            <a:headEnd type="none" w="sm" len="sm"/>
            <a:tailEnd type="none" w="sm" len="sm"/>
          </a:ln>
        </p:spPr>
        <p:txBody>
          <a:bodyPr anchor="ctr"/>
          <a:lstStyle>
            <a:lvl1pPr marL="8466" indent="0" algn="ctr">
              <a:tabLst/>
              <a:defRPr sz="533">
                <a:latin typeface="+mn-lt"/>
              </a:defRPr>
            </a:lvl1pPr>
          </a:lstStyle>
          <a:p>
            <a:r>
              <a:rPr lang="en-US" dirty="0"/>
              <a:t>Click icon to add picture</a:t>
            </a:r>
          </a:p>
        </p:txBody>
      </p:sp>
      <p:sp>
        <p:nvSpPr>
          <p:cNvPr id="56" name="Google Shape;448;p13">
            <a:extLst>
              <a:ext uri="{FF2B5EF4-FFF2-40B4-BE49-F238E27FC236}">
                <a16:creationId xmlns:a16="http://schemas.microsoft.com/office/drawing/2014/main" id="{6380E113-2A7D-A243-B1AA-97ADB6BF53D0}"/>
              </a:ext>
            </a:extLst>
          </p:cNvPr>
          <p:cNvSpPr>
            <a:spLocks noGrp="1"/>
          </p:cNvSpPr>
          <p:nvPr>
            <p:ph type="pic" idx="71"/>
          </p:nvPr>
        </p:nvSpPr>
        <p:spPr>
          <a:xfrm>
            <a:off x="7484917" y="4580272"/>
            <a:ext cx="609600" cy="609600"/>
          </a:xfrm>
          <a:prstGeom prst="ellipse">
            <a:avLst/>
          </a:prstGeom>
          <a:noFill/>
          <a:ln w="25400" cap="flat" cmpd="sng">
            <a:solidFill>
              <a:schemeClr val="dk2"/>
            </a:solidFill>
            <a:prstDash val="solid"/>
            <a:round/>
            <a:headEnd type="none" w="sm" len="sm"/>
            <a:tailEnd type="none" w="sm" len="sm"/>
          </a:ln>
        </p:spPr>
        <p:txBody>
          <a:bodyPr anchor="ctr"/>
          <a:lstStyle>
            <a:lvl1pPr marL="8466" indent="0" algn="ctr">
              <a:tabLst/>
              <a:defRPr sz="533">
                <a:latin typeface="+mn-lt"/>
              </a:defRPr>
            </a:lvl1pPr>
          </a:lstStyle>
          <a:p>
            <a:r>
              <a:rPr lang="en-US" dirty="0"/>
              <a:t>Click icon to add picture</a:t>
            </a:r>
          </a:p>
        </p:txBody>
      </p:sp>
      <p:sp>
        <p:nvSpPr>
          <p:cNvPr id="57" name="Google Shape;449;p13">
            <a:extLst>
              <a:ext uri="{FF2B5EF4-FFF2-40B4-BE49-F238E27FC236}">
                <a16:creationId xmlns:a16="http://schemas.microsoft.com/office/drawing/2014/main" id="{1F3C3669-195C-FB42-AF90-5722FE4EC66B}"/>
              </a:ext>
            </a:extLst>
          </p:cNvPr>
          <p:cNvSpPr>
            <a:spLocks noGrp="1"/>
          </p:cNvSpPr>
          <p:nvPr>
            <p:ph type="pic" idx="72"/>
          </p:nvPr>
        </p:nvSpPr>
        <p:spPr>
          <a:xfrm>
            <a:off x="7484917" y="5728589"/>
            <a:ext cx="609600" cy="609600"/>
          </a:xfrm>
          <a:prstGeom prst="ellipse">
            <a:avLst/>
          </a:prstGeom>
          <a:noFill/>
          <a:ln w="25400" cap="flat" cmpd="sng">
            <a:solidFill>
              <a:schemeClr val="dk2"/>
            </a:solidFill>
            <a:prstDash val="solid"/>
            <a:round/>
            <a:headEnd type="none" w="sm" len="sm"/>
            <a:tailEnd type="none" w="sm" len="sm"/>
          </a:ln>
        </p:spPr>
        <p:txBody>
          <a:bodyPr anchor="ctr"/>
          <a:lstStyle>
            <a:lvl1pPr marL="8466" indent="0" algn="ctr">
              <a:tabLst/>
              <a:defRPr sz="533">
                <a:latin typeface="+mn-lt"/>
              </a:defRPr>
            </a:lvl1pPr>
          </a:lstStyle>
          <a:p>
            <a:r>
              <a:rPr lang="en-US" dirty="0"/>
              <a:t>Click icon to add picture</a:t>
            </a:r>
          </a:p>
        </p:txBody>
      </p:sp>
      <p:sp>
        <p:nvSpPr>
          <p:cNvPr id="58" name="Google Shape;447;p13">
            <a:extLst>
              <a:ext uri="{FF2B5EF4-FFF2-40B4-BE49-F238E27FC236}">
                <a16:creationId xmlns:a16="http://schemas.microsoft.com/office/drawing/2014/main" id="{71E12869-6D44-CE46-90A7-442B21F97076}"/>
              </a:ext>
            </a:extLst>
          </p:cNvPr>
          <p:cNvSpPr>
            <a:spLocks noGrp="1"/>
          </p:cNvSpPr>
          <p:nvPr>
            <p:ph type="pic" idx="73"/>
          </p:nvPr>
        </p:nvSpPr>
        <p:spPr>
          <a:xfrm>
            <a:off x="9595284" y="3441339"/>
            <a:ext cx="609600" cy="609600"/>
          </a:xfrm>
          <a:prstGeom prst="ellipse">
            <a:avLst/>
          </a:prstGeom>
          <a:noFill/>
          <a:ln w="25400" cap="flat" cmpd="sng">
            <a:solidFill>
              <a:schemeClr val="dk2"/>
            </a:solidFill>
            <a:prstDash val="solid"/>
            <a:round/>
            <a:headEnd type="none" w="sm" len="sm"/>
            <a:tailEnd type="none" w="sm" len="sm"/>
          </a:ln>
        </p:spPr>
        <p:txBody>
          <a:bodyPr anchor="ctr"/>
          <a:lstStyle>
            <a:lvl1pPr marL="8466" indent="0" algn="ctr">
              <a:tabLst/>
              <a:defRPr sz="533">
                <a:latin typeface="+mn-lt"/>
              </a:defRPr>
            </a:lvl1pPr>
          </a:lstStyle>
          <a:p>
            <a:r>
              <a:rPr lang="en-US" dirty="0"/>
              <a:t>Click icon to add picture</a:t>
            </a:r>
          </a:p>
        </p:txBody>
      </p:sp>
      <p:sp>
        <p:nvSpPr>
          <p:cNvPr id="59" name="Google Shape;448;p13">
            <a:extLst>
              <a:ext uri="{FF2B5EF4-FFF2-40B4-BE49-F238E27FC236}">
                <a16:creationId xmlns:a16="http://schemas.microsoft.com/office/drawing/2014/main" id="{D62636C3-F3AA-8145-BBAD-01A9C39448D5}"/>
              </a:ext>
            </a:extLst>
          </p:cNvPr>
          <p:cNvSpPr>
            <a:spLocks noGrp="1"/>
          </p:cNvSpPr>
          <p:nvPr>
            <p:ph type="pic" idx="74"/>
          </p:nvPr>
        </p:nvSpPr>
        <p:spPr>
          <a:xfrm>
            <a:off x="9595284" y="4580272"/>
            <a:ext cx="609600" cy="609600"/>
          </a:xfrm>
          <a:prstGeom prst="ellipse">
            <a:avLst/>
          </a:prstGeom>
          <a:noFill/>
          <a:ln w="25400" cap="flat" cmpd="sng">
            <a:solidFill>
              <a:schemeClr val="dk2"/>
            </a:solidFill>
            <a:prstDash val="solid"/>
            <a:round/>
            <a:headEnd type="none" w="sm" len="sm"/>
            <a:tailEnd type="none" w="sm" len="sm"/>
          </a:ln>
        </p:spPr>
        <p:txBody>
          <a:bodyPr anchor="ctr"/>
          <a:lstStyle>
            <a:lvl1pPr marL="8466" indent="0" algn="ctr">
              <a:tabLst/>
              <a:defRPr sz="533">
                <a:latin typeface="+mn-lt"/>
              </a:defRPr>
            </a:lvl1pPr>
          </a:lstStyle>
          <a:p>
            <a:r>
              <a:rPr lang="en-US" dirty="0"/>
              <a:t>Click icon to add picture</a:t>
            </a:r>
          </a:p>
        </p:txBody>
      </p:sp>
      <p:sp>
        <p:nvSpPr>
          <p:cNvPr id="60" name="Google Shape;449;p13">
            <a:extLst>
              <a:ext uri="{FF2B5EF4-FFF2-40B4-BE49-F238E27FC236}">
                <a16:creationId xmlns:a16="http://schemas.microsoft.com/office/drawing/2014/main" id="{6850300E-F42D-FF48-84B3-7FCB009DABBD}"/>
              </a:ext>
            </a:extLst>
          </p:cNvPr>
          <p:cNvSpPr>
            <a:spLocks noGrp="1"/>
          </p:cNvSpPr>
          <p:nvPr>
            <p:ph type="pic" idx="75"/>
          </p:nvPr>
        </p:nvSpPr>
        <p:spPr>
          <a:xfrm>
            <a:off x="9595284" y="5728589"/>
            <a:ext cx="609600" cy="609600"/>
          </a:xfrm>
          <a:prstGeom prst="ellipse">
            <a:avLst/>
          </a:prstGeom>
          <a:noFill/>
          <a:ln w="25400" cap="flat" cmpd="sng">
            <a:solidFill>
              <a:schemeClr val="dk2"/>
            </a:solidFill>
            <a:prstDash val="solid"/>
            <a:round/>
            <a:headEnd type="none" w="sm" len="sm"/>
            <a:tailEnd type="none" w="sm" len="sm"/>
          </a:ln>
        </p:spPr>
        <p:txBody>
          <a:bodyPr anchor="ctr"/>
          <a:lstStyle>
            <a:lvl1pPr marL="8466" indent="0" algn="ctr">
              <a:tabLst/>
              <a:defRPr sz="533">
                <a:latin typeface="+mn-lt"/>
              </a:defRPr>
            </a:lvl1pPr>
          </a:lstStyle>
          <a:p>
            <a:r>
              <a:rPr lang="en-US" dirty="0"/>
              <a:t>Click icon to add picture</a:t>
            </a:r>
          </a:p>
        </p:txBody>
      </p:sp>
      <p:grpSp>
        <p:nvGrpSpPr>
          <p:cNvPr id="61" name="Group 60">
            <a:extLst>
              <a:ext uri="{FF2B5EF4-FFF2-40B4-BE49-F238E27FC236}">
                <a16:creationId xmlns:a16="http://schemas.microsoft.com/office/drawing/2014/main" id="{AC670BC6-4C16-0745-8FFE-A28093F03906}"/>
              </a:ext>
            </a:extLst>
          </p:cNvPr>
          <p:cNvGrpSpPr/>
          <p:nvPr/>
        </p:nvGrpSpPr>
        <p:grpSpPr>
          <a:xfrm>
            <a:off x="1" y="6814800"/>
            <a:ext cx="12179567" cy="43200"/>
            <a:chOff x="0" y="5111100"/>
            <a:chExt cx="9134675" cy="32400"/>
          </a:xfrm>
        </p:grpSpPr>
        <p:sp>
          <p:nvSpPr>
            <p:cNvPr id="62" name="Google Shape;455;p14">
              <a:extLst>
                <a:ext uri="{FF2B5EF4-FFF2-40B4-BE49-F238E27FC236}">
                  <a16:creationId xmlns:a16="http://schemas.microsoft.com/office/drawing/2014/main" id="{CD7F2CE6-EA8E-BF48-9D6A-EA85B0D25161}"/>
                </a:ext>
              </a:extLst>
            </p:cNvPr>
            <p:cNvSpPr/>
            <p:nvPr/>
          </p:nvSpPr>
          <p:spPr>
            <a:xfrm>
              <a:off x="8939030"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63" name="Google Shape;456;p14">
              <a:extLst>
                <a:ext uri="{FF2B5EF4-FFF2-40B4-BE49-F238E27FC236}">
                  <a16:creationId xmlns:a16="http://schemas.microsoft.com/office/drawing/2014/main" id="{0F35F4ED-7B9B-E447-9A33-14E3F67857F7}"/>
                </a:ext>
              </a:extLst>
            </p:cNvPr>
            <p:cNvSpPr/>
            <p:nvPr/>
          </p:nvSpPr>
          <p:spPr>
            <a:xfrm>
              <a:off x="899344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64" name="Google Shape;457;p14">
              <a:extLst>
                <a:ext uri="{FF2B5EF4-FFF2-40B4-BE49-F238E27FC236}">
                  <a16:creationId xmlns:a16="http://schemas.microsoft.com/office/drawing/2014/main" id="{087260B1-A89D-B342-AAFC-369A3BCA33EC}"/>
                </a:ext>
              </a:extLst>
            </p:cNvPr>
            <p:cNvSpPr/>
            <p:nvPr/>
          </p:nvSpPr>
          <p:spPr>
            <a:xfrm>
              <a:off x="910227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65" name="Google Shape;458;p14">
              <a:extLst>
                <a:ext uri="{FF2B5EF4-FFF2-40B4-BE49-F238E27FC236}">
                  <a16:creationId xmlns:a16="http://schemas.microsoft.com/office/drawing/2014/main" id="{A48612CD-175C-5A41-8D64-4AB096DC9469}"/>
                </a:ext>
              </a:extLst>
            </p:cNvPr>
            <p:cNvSpPr/>
            <p:nvPr/>
          </p:nvSpPr>
          <p:spPr>
            <a:xfrm>
              <a:off x="888461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66" name="Google Shape;459;p14">
              <a:extLst>
                <a:ext uri="{FF2B5EF4-FFF2-40B4-BE49-F238E27FC236}">
                  <a16:creationId xmlns:a16="http://schemas.microsoft.com/office/drawing/2014/main" id="{66996051-1BE7-E341-AAB1-52EF0E75D4E6}"/>
                </a:ext>
              </a:extLst>
            </p:cNvPr>
            <p:cNvSpPr/>
            <p:nvPr/>
          </p:nvSpPr>
          <p:spPr>
            <a:xfrm>
              <a:off x="0" y="5112281"/>
              <a:ext cx="8862600" cy="31200"/>
            </a:xfrm>
            <a:prstGeom prst="roundRect">
              <a:avLst>
                <a:gd name="adj" fmla="val 16667"/>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67" name="Google Shape;457;p14">
              <a:extLst>
                <a:ext uri="{FF2B5EF4-FFF2-40B4-BE49-F238E27FC236}">
                  <a16:creationId xmlns:a16="http://schemas.microsoft.com/office/drawing/2014/main" id="{3928960C-E3A0-0343-BF73-4381714D85EE}"/>
                </a:ext>
              </a:extLst>
            </p:cNvPr>
            <p:cNvSpPr/>
            <p:nvPr/>
          </p:nvSpPr>
          <p:spPr>
            <a:xfrm>
              <a:off x="9047860"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grpSp>
      <p:sp>
        <p:nvSpPr>
          <p:cNvPr id="68" name="Text Placeholder 4">
            <a:extLst>
              <a:ext uri="{FF2B5EF4-FFF2-40B4-BE49-F238E27FC236}">
                <a16:creationId xmlns:a16="http://schemas.microsoft.com/office/drawing/2014/main" id="{CBA31FCB-B417-B04C-99D7-DFAD38B8A865}"/>
              </a:ext>
            </a:extLst>
          </p:cNvPr>
          <p:cNvSpPr>
            <a:spLocks noGrp="1"/>
          </p:cNvSpPr>
          <p:nvPr>
            <p:ph type="body" sz="quarter" idx="76"/>
          </p:nvPr>
        </p:nvSpPr>
        <p:spPr>
          <a:xfrm>
            <a:off x="548634" y="1369639"/>
            <a:ext cx="288551" cy="244000"/>
          </a:xfrm>
          <a:prstGeom prst="rect">
            <a:avLst/>
          </a:prstGeom>
        </p:spPr>
        <p:txBody>
          <a:bodyPr lIns="0" tIns="0" rIns="0" bIns="0"/>
          <a:lstStyle>
            <a:lvl1pPr marL="8466" marR="0" indent="0" algn="l" rtl="0">
              <a:lnSpc>
                <a:spcPct val="100000"/>
              </a:lnSpc>
              <a:spcBef>
                <a:spcPts val="0"/>
              </a:spcBef>
              <a:spcAft>
                <a:spcPts val="0"/>
              </a:spcAft>
              <a:buClr>
                <a:schemeClr val="accent1"/>
              </a:buClr>
              <a:buSzPts val="900"/>
              <a:buFont typeface="Arial"/>
              <a:buNone/>
              <a:tabLst/>
              <a:defRPr lang="en-US" sz="1200" b="0" i="0" u="none" strike="noStrike" cap="none" dirty="0">
                <a:solidFill>
                  <a:schemeClr val="tx2"/>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69" name="Text Placeholder 4">
            <a:extLst>
              <a:ext uri="{FF2B5EF4-FFF2-40B4-BE49-F238E27FC236}">
                <a16:creationId xmlns:a16="http://schemas.microsoft.com/office/drawing/2014/main" id="{E3A02BD6-F228-B641-91F5-296A1C1D5743}"/>
              </a:ext>
            </a:extLst>
          </p:cNvPr>
          <p:cNvSpPr>
            <a:spLocks noGrp="1"/>
          </p:cNvSpPr>
          <p:nvPr>
            <p:ph type="body" sz="quarter" idx="77"/>
          </p:nvPr>
        </p:nvSpPr>
        <p:spPr>
          <a:xfrm>
            <a:off x="548634" y="2485137"/>
            <a:ext cx="288551" cy="244000"/>
          </a:xfrm>
          <a:prstGeom prst="rect">
            <a:avLst/>
          </a:prstGeom>
        </p:spPr>
        <p:txBody>
          <a:bodyPr lIns="0" tIns="0" rIns="0" bIns="0"/>
          <a:lstStyle>
            <a:lvl1pPr marL="8466" marR="0" indent="0" algn="l" rtl="0">
              <a:lnSpc>
                <a:spcPct val="100000"/>
              </a:lnSpc>
              <a:spcBef>
                <a:spcPts val="0"/>
              </a:spcBef>
              <a:spcAft>
                <a:spcPts val="0"/>
              </a:spcAft>
              <a:buClr>
                <a:schemeClr val="accent1"/>
              </a:buClr>
              <a:buSzPts val="900"/>
              <a:buFont typeface="Arial"/>
              <a:buNone/>
              <a:tabLst/>
              <a:defRPr lang="en-US" sz="1200" b="0" i="0" u="none" strike="noStrike" cap="none" dirty="0">
                <a:solidFill>
                  <a:schemeClr val="tx2"/>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70" name="Text Placeholder 4">
            <a:extLst>
              <a:ext uri="{FF2B5EF4-FFF2-40B4-BE49-F238E27FC236}">
                <a16:creationId xmlns:a16="http://schemas.microsoft.com/office/drawing/2014/main" id="{A0E3A9FF-0ECF-5D47-B528-D3E890031D01}"/>
              </a:ext>
            </a:extLst>
          </p:cNvPr>
          <p:cNvSpPr>
            <a:spLocks noGrp="1"/>
          </p:cNvSpPr>
          <p:nvPr>
            <p:ph type="body" sz="quarter" idx="78"/>
          </p:nvPr>
        </p:nvSpPr>
        <p:spPr>
          <a:xfrm>
            <a:off x="548634" y="3654225"/>
            <a:ext cx="288551" cy="244000"/>
          </a:xfrm>
          <a:prstGeom prst="rect">
            <a:avLst/>
          </a:prstGeom>
        </p:spPr>
        <p:txBody>
          <a:bodyPr lIns="0" tIns="0" rIns="0" bIns="0"/>
          <a:lstStyle>
            <a:lvl1pPr marL="8466" marR="0" indent="0" algn="l" rtl="0">
              <a:lnSpc>
                <a:spcPct val="100000"/>
              </a:lnSpc>
              <a:spcBef>
                <a:spcPts val="0"/>
              </a:spcBef>
              <a:spcAft>
                <a:spcPts val="0"/>
              </a:spcAft>
              <a:buClr>
                <a:schemeClr val="accent1"/>
              </a:buClr>
              <a:buSzPts val="900"/>
              <a:buFont typeface="Arial"/>
              <a:buNone/>
              <a:tabLst/>
              <a:defRPr lang="en-US" sz="1200" b="0" i="0" u="none" strike="noStrike" cap="none" dirty="0">
                <a:solidFill>
                  <a:schemeClr val="tx2"/>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71" name="Text Placeholder 4">
            <a:extLst>
              <a:ext uri="{FF2B5EF4-FFF2-40B4-BE49-F238E27FC236}">
                <a16:creationId xmlns:a16="http://schemas.microsoft.com/office/drawing/2014/main" id="{EE3DE142-C3BC-C146-8C70-FC90E592B997}"/>
              </a:ext>
            </a:extLst>
          </p:cNvPr>
          <p:cNvSpPr>
            <a:spLocks noGrp="1"/>
          </p:cNvSpPr>
          <p:nvPr>
            <p:ph type="body" sz="quarter" idx="79"/>
          </p:nvPr>
        </p:nvSpPr>
        <p:spPr>
          <a:xfrm>
            <a:off x="1929599" y="5786197"/>
            <a:ext cx="1156800" cy="244000"/>
          </a:xfrm>
          <a:prstGeom prst="rect">
            <a:avLst/>
          </a:prstGeom>
        </p:spPr>
        <p:txBody>
          <a:bodyPr lIns="0" tIns="0" rIns="0" bIns="0"/>
          <a:lstStyle>
            <a:lvl1pPr marL="8466" marR="0" indent="0" algn="l" rtl="0">
              <a:lnSpc>
                <a:spcPct val="100000"/>
              </a:lnSpc>
              <a:spcBef>
                <a:spcPts val="0"/>
              </a:spcBef>
              <a:spcAft>
                <a:spcPts val="0"/>
              </a:spcAft>
              <a:buClr>
                <a:srgbClr val="BF9000"/>
              </a:buClr>
              <a:buSzPts val="800"/>
              <a:buFont typeface="Arial"/>
              <a:buNone/>
              <a:tabLst/>
              <a:defRPr lang="en-US" sz="1067" b="0" i="0" u="none" strike="noStrike" cap="none" dirty="0">
                <a:solidFill>
                  <a:schemeClr val="accent4">
                    <a:lumMod val="75000"/>
                  </a:schemeClr>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72" name="Text Placeholder 4">
            <a:extLst>
              <a:ext uri="{FF2B5EF4-FFF2-40B4-BE49-F238E27FC236}">
                <a16:creationId xmlns:a16="http://schemas.microsoft.com/office/drawing/2014/main" id="{B00475DC-132F-6040-A19B-EB223F67B183}"/>
              </a:ext>
            </a:extLst>
          </p:cNvPr>
          <p:cNvSpPr>
            <a:spLocks noGrp="1"/>
          </p:cNvSpPr>
          <p:nvPr>
            <p:ph type="body" sz="quarter" idx="80"/>
          </p:nvPr>
        </p:nvSpPr>
        <p:spPr>
          <a:xfrm>
            <a:off x="1929599" y="5968197"/>
            <a:ext cx="1156800" cy="244000"/>
          </a:xfrm>
          <a:prstGeom prst="rect">
            <a:avLst/>
          </a:prstGeom>
        </p:spPr>
        <p:txBody>
          <a:bodyPr lIns="0" tIns="0" rIns="0" bIns="0"/>
          <a:lstStyle>
            <a:lvl1pPr marL="8466" marR="0" indent="0" algn="l" rtl="0">
              <a:lnSpc>
                <a:spcPct val="100000"/>
              </a:lnSpc>
              <a:spcBef>
                <a:spcPts val="0"/>
              </a:spcBef>
              <a:spcAft>
                <a:spcPts val="0"/>
              </a:spcAft>
              <a:buClr>
                <a:schemeClr val="dk1"/>
              </a:buClr>
              <a:buSzPts val="700"/>
              <a:buFont typeface="Arial"/>
              <a:buNone/>
              <a:tabLst/>
              <a:defRPr lang="en-US" sz="933"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73" name="Text Placeholder 4">
            <a:extLst>
              <a:ext uri="{FF2B5EF4-FFF2-40B4-BE49-F238E27FC236}">
                <a16:creationId xmlns:a16="http://schemas.microsoft.com/office/drawing/2014/main" id="{F723D06C-CE82-5243-AB7E-17D42B96C469}"/>
              </a:ext>
            </a:extLst>
          </p:cNvPr>
          <p:cNvSpPr>
            <a:spLocks noGrp="1"/>
          </p:cNvSpPr>
          <p:nvPr>
            <p:ph type="body" sz="quarter" idx="83"/>
          </p:nvPr>
        </p:nvSpPr>
        <p:spPr>
          <a:xfrm>
            <a:off x="7250251" y="1255207"/>
            <a:ext cx="1156800" cy="244000"/>
          </a:xfrm>
          <a:prstGeom prst="rect">
            <a:avLst/>
          </a:prstGeom>
        </p:spPr>
        <p:txBody>
          <a:bodyPr lIns="0" tIns="0" rIns="0" bIns="0"/>
          <a:lstStyle>
            <a:lvl1pPr marL="8466" marR="0" indent="0" algn="l" rtl="0">
              <a:lnSpc>
                <a:spcPct val="100000"/>
              </a:lnSpc>
              <a:spcBef>
                <a:spcPts val="0"/>
              </a:spcBef>
              <a:spcAft>
                <a:spcPts val="0"/>
              </a:spcAft>
              <a:buClr>
                <a:schemeClr val="accent1"/>
              </a:buClr>
              <a:buSzPts val="800"/>
              <a:buFont typeface="Arial"/>
              <a:buNone/>
              <a:tabLst/>
              <a:defRPr lang="en-US" sz="1067"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74" name="Text Placeholder 4">
            <a:extLst>
              <a:ext uri="{FF2B5EF4-FFF2-40B4-BE49-F238E27FC236}">
                <a16:creationId xmlns:a16="http://schemas.microsoft.com/office/drawing/2014/main" id="{26F1A444-37B7-D841-BA20-2F0F21070FCD}"/>
              </a:ext>
            </a:extLst>
          </p:cNvPr>
          <p:cNvSpPr>
            <a:spLocks noGrp="1"/>
          </p:cNvSpPr>
          <p:nvPr>
            <p:ph type="body" sz="quarter" idx="84"/>
          </p:nvPr>
        </p:nvSpPr>
        <p:spPr>
          <a:xfrm>
            <a:off x="7250251" y="1437207"/>
            <a:ext cx="1156800" cy="244000"/>
          </a:xfrm>
          <a:prstGeom prst="rect">
            <a:avLst/>
          </a:prstGeom>
        </p:spPr>
        <p:txBody>
          <a:bodyPr lIns="0" tIns="0" rIns="0" bIns="0"/>
          <a:lstStyle>
            <a:lvl1pPr marL="8466" marR="0" indent="0" algn="l" rtl="0">
              <a:lnSpc>
                <a:spcPct val="100000"/>
              </a:lnSpc>
              <a:spcBef>
                <a:spcPts val="0"/>
              </a:spcBef>
              <a:spcAft>
                <a:spcPts val="0"/>
              </a:spcAft>
              <a:buClr>
                <a:schemeClr val="dk1"/>
              </a:buClr>
              <a:buSzPts val="700"/>
              <a:buFont typeface="Arial"/>
              <a:buNone/>
              <a:tabLst/>
              <a:defRPr lang="en-US" sz="933"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75" name="Text Placeholder 4">
            <a:extLst>
              <a:ext uri="{FF2B5EF4-FFF2-40B4-BE49-F238E27FC236}">
                <a16:creationId xmlns:a16="http://schemas.microsoft.com/office/drawing/2014/main" id="{D73B81E1-923D-5749-BEA5-8284B295CF7A}"/>
              </a:ext>
            </a:extLst>
          </p:cNvPr>
          <p:cNvSpPr>
            <a:spLocks noGrp="1"/>
          </p:cNvSpPr>
          <p:nvPr>
            <p:ph type="body" sz="quarter" idx="85"/>
          </p:nvPr>
        </p:nvSpPr>
        <p:spPr>
          <a:xfrm>
            <a:off x="1929599" y="4647267"/>
            <a:ext cx="1156800" cy="244000"/>
          </a:xfrm>
          <a:prstGeom prst="rect">
            <a:avLst/>
          </a:prstGeom>
        </p:spPr>
        <p:txBody>
          <a:bodyPr lIns="0" tIns="0" rIns="0" bIns="0"/>
          <a:lstStyle>
            <a:lvl1pPr marL="8466" marR="0" indent="0" algn="l" rtl="0">
              <a:lnSpc>
                <a:spcPct val="100000"/>
              </a:lnSpc>
              <a:spcBef>
                <a:spcPts val="0"/>
              </a:spcBef>
              <a:spcAft>
                <a:spcPts val="0"/>
              </a:spcAft>
              <a:buClr>
                <a:srgbClr val="BF9000"/>
              </a:buClr>
              <a:buSzPts val="800"/>
              <a:buFont typeface="Arial"/>
              <a:buNone/>
              <a:tabLst/>
              <a:defRPr lang="en-US" sz="1067" b="0" i="0" u="none" strike="noStrike" cap="none" dirty="0">
                <a:solidFill>
                  <a:schemeClr val="accent4">
                    <a:lumMod val="75000"/>
                  </a:schemeClr>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76" name="Text Placeholder 4">
            <a:extLst>
              <a:ext uri="{FF2B5EF4-FFF2-40B4-BE49-F238E27FC236}">
                <a16:creationId xmlns:a16="http://schemas.microsoft.com/office/drawing/2014/main" id="{C521A31E-1303-544C-BC9E-633104448532}"/>
              </a:ext>
            </a:extLst>
          </p:cNvPr>
          <p:cNvSpPr>
            <a:spLocks noGrp="1"/>
          </p:cNvSpPr>
          <p:nvPr>
            <p:ph type="body" sz="quarter" idx="86"/>
          </p:nvPr>
        </p:nvSpPr>
        <p:spPr>
          <a:xfrm>
            <a:off x="1929599" y="4829267"/>
            <a:ext cx="1156800" cy="244000"/>
          </a:xfrm>
          <a:prstGeom prst="rect">
            <a:avLst/>
          </a:prstGeom>
        </p:spPr>
        <p:txBody>
          <a:bodyPr lIns="0" tIns="0" rIns="0" bIns="0"/>
          <a:lstStyle>
            <a:lvl1pPr marL="8466" marR="0" indent="0" algn="l" rtl="0">
              <a:lnSpc>
                <a:spcPct val="100000"/>
              </a:lnSpc>
              <a:spcBef>
                <a:spcPts val="0"/>
              </a:spcBef>
              <a:spcAft>
                <a:spcPts val="0"/>
              </a:spcAft>
              <a:buClr>
                <a:schemeClr val="dk1"/>
              </a:buClr>
              <a:buSzPts val="700"/>
              <a:buFont typeface="Arial"/>
              <a:buNone/>
              <a:tabLst/>
              <a:defRPr lang="en-US" sz="933"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77" name="Text Placeholder 4">
            <a:extLst>
              <a:ext uri="{FF2B5EF4-FFF2-40B4-BE49-F238E27FC236}">
                <a16:creationId xmlns:a16="http://schemas.microsoft.com/office/drawing/2014/main" id="{891B6E9A-E54A-6C40-B1DB-B3EBB7BC0DF0}"/>
              </a:ext>
            </a:extLst>
          </p:cNvPr>
          <p:cNvSpPr>
            <a:spLocks noGrp="1"/>
          </p:cNvSpPr>
          <p:nvPr>
            <p:ph type="body" sz="quarter" idx="87"/>
          </p:nvPr>
        </p:nvSpPr>
        <p:spPr>
          <a:xfrm>
            <a:off x="1929599" y="3508335"/>
            <a:ext cx="1156800" cy="244000"/>
          </a:xfrm>
          <a:prstGeom prst="rect">
            <a:avLst/>
          </a:prstGeom>
        </p:spPr>
        <p:txBody>
          <a:bodyPr lIns="0" tIns="0" rIns="0" bIns="0"/>
          <a:lstStyle>
            <a:lvl1pPr marL="8466" marR="0" indent="0" algn="l" rtl="0">
              <a:lnSpc>
                <a:spcPct val="100000"/>
              </a:lnSpc>
              <a:spcBef>
                <a:spcPts val="0"/>
              </a:spcBef>
              <a:spcAft>
                <a:spcPts val="0"/>
              </a:spcAft>
              <a:buClr>
                <a:srgbClr val="BF9000"/>
              </a:buClr>
              <a:buSzPts val="800"/>
              <a:buFont typeface="Arial"/>
              <a:buNone/>
              <a:tabLst/>
              <a:defRPr lang="en-US" sz="1067" b="0" i="0" u="none" strike="noStrike" cap="none" dirty="0">
                <a:solidFill>
                  <a:schemeClr val="accent4">
                    <a:lumMod val="75000"/>
                  </a:schemeClr>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78" name="Text Placeholder 4">
            <a:extLst>
              <a:ext uri="{FF2B5EF4-FFF2-40B4-BE49-F238E27FC236}">
                <a16:creationId xmlns:a16="http://schemas.microsoft.com/office/drawing/2014/main" id="{9D978C04-B4E1-FC46-82DB-0DED694D6EF0}"/>
              </a:ext>
            </a:extLst>
          </p:cNvPr>
          <p:cNvSpPr>
            <a:spLocks noGrp="1"/>
          </p:cNvSpPr>
          <p:nvPr>
            <p:ph type="body" sz="quarter" idx="88"/>
          </p:nvPr>
        </p:nvSpPr>
        <p:spPr>
          <a:xfrm>
            <a:off x="1929599" y="3690335"/>
            <a:ext cx="1156800" cy="244000"/>
          </a:xfrm>
          <a:prstGeom prst="rect">
            <a:avLst/>
          </a:prstGeom>
        </p:spPr>
        <p:txBody>
          <a:bodyPr lIns="0" tIns="0" rIns="0" bIns="0"/>
          <a:lstStyle>
            <a:lvl1pPr marL="8466" marR="0" indent="0" algn="l" rtl="0">
              <a:lnSpc>
                <a:spcPct val="100000"/>
              </a:lnSpc>
              <a:spcBef>
                <a:spcPts val="0"/>
              </a:spcBef>
              <a:spcAft>
                <a:spcPts val="0"/>
              </a:spcAft>
              <a:buClr>
                <a:schemeClr val="dk1"/>
              </a:buClr>
              <a:buSzPts val="700"/>
              <a:buFont typeface="Arial"/>
              <a:buNone/>
              <a:tabLst/>
              <a:defRPr lang="en-US" sz="933"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79" name="Text Placeholder 4">
            <a:extLst>
              <a:ext uri="{FF2B5EF4-FFF2-40B4-BE49-F238E27FC236}">
                <a16:creationId xmlns:a16="http://schemas.microsoft.com/office/drawing/2014/main" id="{27CA791A-9F04-8E4C-AC76-1F52B8A7CFDE}"/>
              </a:ext>
            </a:extLst>
          </p:cNvPr>
          <p:cNvSpPr>
            <a:spLocks noGrp="1"/>
          </p:cNvSpPr>
          <p:nvPr>
            <p:ph type="body" sz="quarter" idx="89"/>
          </p:nvPr>
        </p:nvSpPr>
        <p:spPr>
          <a:xfrm>
            <a:off x="4039963" y="5786197"/>
            <a:ext cx="1156800" cy="244000"/>
          </a:xfrm>
          <a:prstGeom prst="rect">
            <a:avLst/>
          </a:prstGeom>
        </p:spPr>
        <p:txBody>
          <a:bodyPr lIns="0" tIns="0" rIns="0" bIns="0"/>
          <a:lstStyle>
            <a:lvl1pPr marL="8466" marR="0" indent="0" algn="l" rtl="0">
              <a:lnSpc>
                <a:spcPct val="100000"/>
              </a:lnSpc>
              <a:spcBef>
                <a:spcPts val="0"/>
              </a:spcBef>
              <a:spcAft>
                <a:spcPts val="0"/>
              </a:spcAft>
              <a:buClr>
                <a:srgbClr val="BF9000"/>
              </a:buClr>
              <a:buSzPts val="800"/>
              <a:buFont typeface="Arial"/>
              <a:buNone/>
              <a:tabLst/>
              <a:defRPr lang="en-US" sz="1067" b="0" i="0" u="none" strike="noStrike" cap="none" dirty="0">
                <a:solidFill>
                  <a:schemeClr val="accent4">
                    <a:lumMod val="75000"/>
                  </a:schemeClr>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80" name="Text Placeholder 4">
            <a:extLst>
              <a:ext uri="{FF2B5EF4-FFF2-40B4-BE49-F238E27FC236}">
                <a16:creationId xmlns:a16="http://schemas.microsoft.com/office/drawing/2014/main" id="{13B6E532-0300-9740-947E-174CA7E4C868}"/>
              </a:ext>
            </a:extLst>
          </p:cNvPr>
          <p:cNvSpPr>
            <a:spLocks noGrp="1"/>
          </p:cNvSpPr>
          <p:nvPr>
            <p:ph type="body" sz="quarter" idx="90"/>
          </p:nvPr>
        </p:nvSpPr>
        <p:spPr>
          <a:xfrm>
            <a:off x="4039963" y="5968197"/>
            <a:ext cx="1156800" cy="244000"/>
          </a:xfrm>
          <a:prstGeom prst="rect">
            <a:avLst/>
          </a:prstGeom>
        </p:spPr>
        <p:txBody>
          <a:bodyPr lIns="0" tIns="0" rIns="0" bIns="0"/>
          <a:lstStyle>
            <a:lvl1pPr marL="8466" marR="0" indent="0" algn="l" rtl="0">
              <a:lnSpc>
                <a:spcPct val="100000"/>
              </a:lnSpc>
              <a:spcBef>
                <a:spcPts val="0"/>
              </a:spcBef>
              <a:spcAft>
                <a:spcPts val="0"/>
              </a:spcAft>
              <a:buClr>
                <a:schemeClr val="dk1"/>
              </a:buClr>
              <a:buSzPts val="700"/>
              <a:buFont typeface="Arial"/>
              <a:buNone/>
              <a:tabLst/>
              <a:defRPr lang="en-US" sz="933"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81" name="Text Placeholder 4">
            <a:extLst>
              <a:ext uri="{FF2B5EF4-FFF2-40B4-BE49-F238E27FC236}">
                <a16:creationId xmlns:a16="http://schemas.microsoft.com/office/drawing/2014/main" id="{84D4BA42-9132-AD40-BA57-BB479F5334C3}"/>
              </a:ext>
            </a:extLst>
          </p:cNvPr>
          <p:cNvSpPr>
            <a:spLocks noGrp="1"/>
          </p:cNvSpPr>
          <p:nvPr>
            <p:ph type="body" sz="quarter" idx="91"/>
          </p:nvPr>
        </p:nvSpPr>
        <p:spPr>
          <a:xfrm>
            <a:off x="4039963" y="4647267"/>
            <a:ext cx="1156800" cy="244000"/>
          </a:xfrm>
          <a:prstGeom prst="rect">
            <a:avLst/>
          </a:prstGeom>
        </p:spPr>
        <p:txBody>
          <a:bodyPr lIns="0" tIns="0" rIns="0" bIns="0"/>
          <a:lstStyle>
            <a:lvl1pPr marL="8466" marR="0" indent="0" algn="l" rtl="0">
              <a:lnSpc>
                <a:spcPct val="100000"/>
              </a:lnSpc>
              <a:spcBef>
                <a:spcPts val="0"/>
              </a:spcBef>
              <a:spcAft>
                <a:spcPts val="0"/>
              </a:spcAft>
              <a:buClr>
                <a:srgbClr val="BF9000"/>
              </a:buClr>
              <a:buSzPts val="800"/>
              <a:buFont typeface="Arial"/>
              <a:buNone/>
              <a:tabLst/>
              <a:defRPr lang="en-US" sz="1067" b="0" i="0" u="none" strike="noStrike" cap="none" dirty="0">
                <a:solidFill>
                  <a:schemeClr val="accent4">
                    <a:lumMod val="75000"/>
                  </a:schemeClr>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82" name="Text Placeholder 4">
            <a:extLst>
              <a:ext uri="{FF2B5EF4-FFF2-40B4-BE49-F238E27FC236}">
                <a16:creationId xmlns:a16="http://schemas.microsoft.com/office/drawing/2014/main" id="{88FB6A42-FAA7-5045-A16E-6505BBCE4B96}"/>
              </a:ext>
            </a:extLst>
          </p:cNvPr>
          <p:cNvSpPr>
            <a:spLocks noGrp="1"/>
          </p:cNvSpPr>
          <p:nvPr>
            <p:ph type="body" sz="quarter" idx="92"/>
          </p:nvPr>
        </p:nvSpPr>
        <p:spPr>
          <a:xfrm>
            <a:off x="4039963" y="4829267"/>
            <a:ext cx="1156800" cy="244000"/>
          </a:xfrm>
          <a:prstGeom prst="rect">
            <a:avLst/>
          </a:prstGeom>
        </p:spPr>
        <p:txBody>
          <a:bodyPr lIns="0" tIns="0" rIns="0" bIns="0"/>
          <a:lstStyle>
            <a:lvl1pPr marL="8466" marR="0" indent="0" algn="l" rtl="0">
              <a:lnSpc>
                <a:spcPct val="100000"/>
              </a:lnSpc>
              <a:spcBef>
                <a:spcPts val="0"/>
              </a:spcBef>
              <a:spcAft>
                <a:spcPts val="0"/>
              </a:spcAft>
              <a:buClr>
                <a:schemeClr val="dk1"/>
              </a:buClr>
              <a:buSzPts val="700"/>
              <a:buFont typeface="Arial"/>
              <a:buNone/>
              <a:tabLst/>
              <a:defRPr lang="en-US" sz="933"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83" name="Text Placeholder 4">
            <a:extLst>
              <a:ext uri="{FF2B5EF4-FFF2-40B4-BE49-F238E27FC236}">
                <a16:creationId xmlns:a16="http://schemas.microsoft.com/office/drawing/2014/main" id="{95DA1EFC-BAB3-F041-B0EE-4B8BD65D6716}"/>
              </a:ext>
            </a:extLst>
          </p:cNvPr>
          <p:cNvSpPr>
            <a:spLocks noGrp="1"/>
          </p:cNvSpPr>
          <p:nvPr>
            <p:ph type="body" sz="quarter" idx="93"/>
          </p:nvPr>
        </p:nvSpPr>
        <p:spPr>
          <a:xfrm>
            <a:off x="4039963" y="3508335"/>
            <a:ext cx="1156800" cy="244000"/>
          </a:xfrm>
          <a:prstGeom prst="rect">
            <a:avLst/>
          </a:prstGeom>
        </p:spPr>
        <p:txBody>
          <a:bodyPr lIns="0" tIns="0" rIns="0" bIns="0"/>
          <a:lstStyle>
            <a:lvl1pPr marL="8466" marR="0" indent="0" algn="l" rtl="0">
              <a:lnSpc>
                <a:spcPct val="100000"/>
              </a:lnSpc>
              <a:spcBef>
                <a:spcPts val="0"/>
              </a:spcBef>
              <a:spcAft>
                <a:spcPts val="0"/>
              </a:spcAft>
              <a:buClr>
                <a:srgbClr val="BF9000"/>
              </a:buClr>
              <a:buSzPts val="800"/>
              <a:buFont typeface="Arial"/>
              <a:buNone/>
              <a:tabLst/>
              <a:defRPr lang="en-US" sz="1067" b="0" i="0" u="none" strike="noStrike" cap="none" dirty="0">
                <a:solidFill>
                  <a:schemeClr val="accent4">
                    <a:lumMod val="75000"/>
                  </a:schemeClr>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84" name="Text Placeholder 4">
            <a:extLst>
              <a:ext uri="{FF2B5EF4-FFF2-40B4-BE49-F238E27FC236}">
                <a16:creationId xmlns:a16="http://schemas.microsoft.com/office/drawing/2014/main" id="{675FA68E-B74D-E043-9C06-867A09BD8CE2}"/>
              </a:ext>
            </a:extLst>
          </p:cNvPr>
          <p:cNvSpPr>
            <a:spLocks noGrp="1"/>
          </p:cNvSpPr>
          <p:nvPr>
            <p:ph type="body" sz="quarter" idx="94"/>
          </p:nvPr>
        </p:nvSpPr>
        <p:spPr>
          <a:xfrm>
            <a:off x="4039963" y="3690335"/>
            <a:ext cx="1156800" cy="244000"/>
          </a:xfrm>
          <a:prstGeom prst="rect">
            <a:avLst/>
          </a:prstGeom>
        </p:spPr>
        <p:txBody>
          <a:bodyPr lIns="0" tIns="0" rIns="0" bIns="0"/>
          <a:lstStyle>
            <a:lvl1pPr marL="8466" marR="0" indent="0" algn="l" rtl="0">
              <a:lnSpc>
                <a:spcPct val="100000"/>
              </a:lnSpc>
              <a:spcBef>
                <a:spcPts val="0"/>
              </a:spcBef>
              <a:spcAft>
                <a:spcPts val="0"/>
              </a:spcAft>
              <a:buClr>
                <a:schemeClr val="dk1"/>
              </a:buClr>
              <a:buSzPts val="700"/>
              <a:buFont typeface="Arial"/>
              <a:buNone/>
              <a:tabLst/>
              <a:defRPr lang="en-US" sz="933"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85" name="Text Placeholder 4">
            <a:extLst>
              <a:ext uri="{FF2B5EF4-FFF2-40B4-BE49-F238E27FC236}">
                <a16:creationId xmlns:a16="http://schemas.microsoft.com/office/drawing/2014/main" id="{E0C1BAF8-08DB-FB46-8678-43F63B594333}"/>
              </a:ext>
            </a:extLst>
          </p:cNvPr>
          <p:cNvSpPr>
            <a:spLocks noGrp="1"/>
          </p:cNvSpPr>
          <p:nvPr>
            <p:ph type="body" sz="quarter" idx="95"/>
          </p:nvPr>
        </p:nvSpPr>
        <p:spPr>
          <a:xfrm>
            <a:off x="6150329" y="5786197"/>
            <a:ext cx="1156800" cy="244000"/>
          </a:xfrm>
          <a:prstGeom prst="rect">
            <a:avLst/>
          </a:prstGeom>
        </p:spPr>
        <p:txBody>
          <a:bodyPr lIns="0" tIns="0" rIns="0" bIns="0"/>
          <a:lstStyle>
            <a:lvl1pPr marL="8466" marR="0" indent="0" algn="l" rtl="0">
              <a:lnSpc>
                <a:spcPct val="100000"/>
              </a:lnSpc>
              <a:spcBef>
                <a:spcPts val="0"/>
              </a:spcBef>
              <a:spcAft>
                <a:spcPts val="0"/>
              </a:spcAft>
              <a:buClr>
                <a:srgbClr val="BF9000"/>
              </a:buClr>
              <a:buSzPts val="800"/>
              <a:buFont typeface="Arial"/>
              <a:buNone/>
              <a:tabLst/>
              <a:defRPr lang="en-US" sz="1067" b="0" i="0" u="none" strike="noStrike" cap="none" dirty="0">
                <a:solidFill>
                  <a:schemeClr val="accent4">
                    <a:lumMod val="75000"/>
                  </a:schemeClr>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86" name="Text Placeholder 4">
            <a:extLst>
              <a:ext uri="{FF2B5EF4-FFF2-40B4-BE49-F238E27FC236}">
                <a16:creationId xmlns:a16="http://schemas.microsoft.com/office/drawing/2014/main" id="{0F61F70A-1642-FA42-8741-E0D3166E7D8C}"/>
              </a:ext>
            </a:extLst>
          </p:cNvPr>
          <p:cNvSpPr>
            <a:spLocks noGrp="1"/>
          </p:cNvSpPr>
          <p:nvPr>
            <p:ph type="body" sz="quarter" idx="96"/>
          </p:nvPr>
        </p:nvSpPr>
        <p:spPr>
          <a:xfrm>
            <a:off x="6150329" y="5968197"/>
            <a:ext cx="1156800" cy="244000"/>
          </a:xfrm>
          <a:prstGeom prst="rect">
            <a:avLst/>
          </a:prstGeom>
        </p:spPr>
        <p:txBody>
          <a:bodyPr lIns="0" tIns="0" rIns="0" bIns="0"/>
          <a:lstStyle>
            <a:lvl1pPr marL="8466" marR="0" indent="0" algn="l" rtl="0">
              <a:lnSpc>
                <a:spcPct val="100000"/>
              </a:lnSpc>
              <a:spcBef>
                <a:spcPts val="0"/>
              </a:spcBef>
              <a:spcAft>
                <a:spcPts val="0"/>
              </a:spcAft>
              <a:buClr>
                <a:schemeClr val="dk1"/>
              </a:buClr>
              <a:buSzPts val="700"/>
              <a:buFont typeface="Arial"/>
              <a:buNone/>
              <a:tabLst/>
              <a:defRPr lang="en-US" sz="933"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87" name="Text Placeholder 4">
            <a:extLst>
              <a:ext uri="{FF2B5EF4-FFF2-40B4-BE49-F238E27FC236}">
                <a16:creationId xmlns:a16="http://schemas.microsoft.com/office/drawing/2014/main" id="{C7D2EF31-43D5-CB4D-A36E-1D3E4A69F98D}"/>
              </a:ext>
            </a:extLst>
          </p:cNvPr>
          <p:cNvSpPr>
            <a:spLocks noGrp="1"/>
          </p:cNvSpPr>
          <p:nvPr>
            <p:ph type="body" sz="quarter" idx="97"/>
          </p:nvPr>
        </p:nvSpPr>
        <p:spPr>
          <a:xfrm>
            <a:off x="6150329" y="4647267"/>
            <a:ext cx="1156800" cy="244000"/>
          </a:xfrm>
          <a:prstGeom prst="rect">
            <a:avLst/>
          </a:prstGeom>
        </p:spPr>
        <p:txBody>
          <a:bodyPr lIns="0" tIns="0" rIns="0" bIns="0"/>
          <a:lstStyle>
            <a:lvl1pPr marL="8466" marR="0" indent="0" algn="l" rtl="0">
              <a:lnSpc>
                <a:spcPct val="100000"/>
              </a:lnSpc>
              <a:spcBef>
                <a:spcPts val="0"/>
              </a:spcBef>
              <a:spcAft>
                <a:spcPts val="0"/>
              </a:spcAft>
              <a:buClr>
                <a:srgbClr val="BF9000"/>
              </a:buClr>
              <a:buSzPts val="800"/>
              <a:buFont typeface="Arial"/>
              <a:buNone/>
              <a:tabLst/>
              <a:defRPr lang="en-US" sz="1067" b="0" i="0" u="none" strike="noStrike" cap="none" dirty="0">
                <a:solidFill>
                  <a:schemeClr val="accent4">
                    <a:lumMod val="75000"/>
                  </a:schemeClr>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88" name="Text Placeholder 4">
            <a:extLst>
              <a:ext uri="{FF2B5EF4-FFF2-40B4-BE49-F238E27FC236}">
                <a16:creationId xmlns:a16="http://schemas.microsoft.com/office/drawing/2014/main" id="{EB6D06F6-CE51-034F-87C6-4A7D651ABE33}"/>
              </a:ext>
            </a:extLst>
          </p:cNvPr>
          <p:cNvSpPr>
            <a:spLocks noGrp="1"/>
          </p:cNvSpPr>
          <p:nvPr>
            <p:ph type="body" sz="quarter" idx="98"/>
          </p:nvPr>
        </p:nvSpPr>
        <p:spPr>
          <a:xfrm>
            <a:off x="6150329" y="4829267"/>
            <a:ext cx="1156800" cy="244000"/>
          </a:xfrm>
          <a:prstGeom prst="rect">
            <a:avLst/>
          </a:prstGeom>
        </p:spPr>
        <p:txBody>
          <a:bodyPr lIns="0" tIns="0" rIns="0" bIns="0"/>
          <a:lstStyle>
            <a:lvl1pPr marL="8466" marR="0" indent="0" algn="l" rtl="0">
              <a:lnSpc>
                <a:spcPct val="100000"/>
              </a:lnSpc>
              <a:spcBef>
                <a:spcPts val="0"/>
              </a:spcBef>
              <a:spcAft>
                <a:spcPts val="0"/>
              </a:spcAft>
              <a:buClr>
                <a:schemeClr val="dk1"/>
              </a:buClr>
              <a:buSzPts val="700"/>
              <a:buFont typeface="Arial"/>
              <a:buNone/>
              <a:tabLst/>
              <a:defRPr lang="en-US" sz="933"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89" name="Text Placeholder 4">
            <a:extLst>
              <a:ext uri="{FF2B5EF4-FFF2-40B4-BE49-F238E27FC236}">
                <a16:creationId xmlns:a16="http://schemas.microsoft.com/office/drawing/2014/main" id="{BBA7279C-78DF-654F-A0B8-CE1AB80BE157}"/>
              </a:ext>
            </a:extLst>
          </p:cNvPr>
          <p:cNvSpPr>
            <a:spLocks noGrp="1"/>
          </p:cNvSpPr>
          <p:nvPr>
            <p:ph type="body" sz="quarter" idx="99"/>
          </p:nvPr>
        </p:nvSpPr>
        <p:spPr>
          <a:xfrm>
            <a:off x="6150329" y="3508335"/>
            <a:ext cx="1156800" cy="244000"/>
          </a:xfrm>
          <a:prstGeom prst="rect">
            <a:avLst/>
          </a:prstGeom>
        </p:spPr>
        <p:txBody>
          <a:bodyPr lIns="0" tIns="0" rIns="0" bIns="0"/>
          <a:lstStyle>
            <a:lvl1pPr marL="8466" marR="0" indent="0" algn="l" rtl="0">
              <a:lnSpc>
                <a:spcPct val="100000"/>
              </a:lnSpc>
              <a:spcBef>
                <a:spcPts val="0"/>
              </a:spcBef>
              <a:spcAft>
                <a:spcPts val="0"/>
              </a:spcAft>
              <a:buClr>
                <a:srgbClr val="BF9000"/>
              </a:buClr>
              <a:buSzPts val="800"/>
              <a:buFont typeface="Arial"/>
              <a:buNone/>
              <a:tabLst/>
              <a:defRPr lang="en-US" sz="1067" b="0" i="0" u="none" strike="noStrike" cap="none" dirty="0">
                <a:solidFill>
                  <a:schemeClr val="accent4">
                    <a:lumMod val="75000"/>
                  </a:schemeClr>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90" name="Text Placeholder 4">
            <a:extLst>
              <a:ext uri="{FF2B5EF4-FFF2-40B4-BE49-F238E27FC236}">
                <a16:creationId xmlns:a16="http://schemas.microsoft.com/office/drawing/2014/main" id="{E582B336-44C3-2F46-B08B-C1280D2792FD}"/>
              </a:ext>
            </a:extLst>
          </p:cNvPr>
          <p:cNvSpPr>
            <a:spLocks noGrp="1"/>
          </p:cNvSpPr>
          <p:nvPr>
            <p:ph type="body" sz="quarter" idx="100"/>
          </p:nvPr>
        </p:nvSpPr>
        <p:spPr>
          <a:xfrm>
            <a:off x="6150329" y="3690335"/>
            <a:ext cx="1156800" cy="244000"/>
          </a:xfrm>
          <a:prstGeom prst="rect">
            <a:avLst/>
          </a:prstGeom>
        </p:spPr>
        <p:txBody>
          <a:bodyPr lIns="0" tIns="0" rIns="0" bIns="0"/>
          <a:lstStyle>
            <a:lvl1pPr marL="8466" marR="0" indent="0" algn="l" rtl="0">
              <a:lnSpc>
                <a:spcPct val="100000"/>
              </a:lnSpc>
              <a:spcBef>
                <a:spcPts val="0"/>
              </a:spcBef>
              <a:spcAft>
                <a:spcPts val="0"/>
              </a:spcAft>
              <a:buClr>
                <a:schemeClr val="dk1"/>
              </a:buClr>
              <a:buSzPts val="700"/>
              <a:buFont typeface="Arial"/>
              <a:buNone/>
              <a:tabLst/>
              <a:defRPr lang="en-US" sz="933"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91" name="Text Placeholder 4">
            <a:extLst>
              <a:ext uri="{FF2B5EF4-FFF2-40B4-BE49-F238E27FC236}">
                <a16:creationId xmlns:a16="http://schemas.microsoft.com/office/drawing/2014/main" id="{3C867C56-FD64-2F4A-ADDC-3BD9141194B8}"/>
              </a:ext>
            </a:extLst>
          </p:cNvPr>
          <p:cNvSpPr>
            <a:spLocks noGrp="1"/>
          </p:cNvSpPr>
          <p:nvPr>
            <p:ph type="body" sz="quarter" idx="101"/>
          </p:nvPr>
        </p:nvSpPr>
        <p:spPr>
          <a:xfrm>
            <a:off x="8260696" y="5786197"/>
            <a:ext cx="1156800" cy="244000"/>
          </a:xfrm>
          <a:prstGeom prst="rect">
            <a:avLst/>
          </a:prstGeom>
        </p:spPr>
        <p:txBody>
          <a:bodyPr lIns="0" tIns="0" rIns="0" bIns="0"/>
          <a:lstStyle>
            <a:lvl1pPr marL="8466" marR="0" indent="0" algn="l" rtl="0">
              <a:lnSpc>
                <a:spcPct val="100000"/>
              </a:lnSpc>
              <a:spcBef>
                <a:spcPts val="0"/>
              </a:spcBef>
              <a:spcAft>
                <a:spcPts val="0"/>
              </a:spcAft>
              <a:buClr>
                <a:srgbClr val="BF9000"/>
              </a:buClr>
              <a:buSzPts val="800"/>
              <a:buFont typeface="Arial"/>
              <a:buNone/>
              <a:tabLst/>
              <a:defRPr lang="en-US" sz="1067" b="0" i="0" u="none" strike="noStrike" cap="none" dirty="0">
                <a:solidFill>
                  <a:schemeClr val="accent4">
                    <a:lumMod val="75000"/>
                  </a:schemeClr>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92" name="Text Placeholder 4">
            <a:extLst>
              <a:ext uri="{FF2B5EF4-FFF2-40B4-BE49-F238E27FC236}">
                <a16:creationId xmlns:a16="http://schemas.microsoft.com/office/drawing/2014/main" id="{64DB57BC-C294-0745-B44F-36B00D800059}"/>
              </a:ext>
            </a:extLst>
          </p:cNvPr>
          <p:cNvSpPr>
            <a:spLocks noGrp="1"/>
          </p:cNvSpPr>
          <p:nvPr>
            <p:ph type="body" sz="quarter" idx="102"/>
          </p:nvPr>
        </p:nvSpPr>
        <p:spPr>
          <a:xfrm>
            <a:off x="8260696" y="5968197"/>
            <a:ext cx="1156800" cy="244000"/>
          </a:xfrm>
          <a:prstGeom prst="rect">
            <a:avLst/>
          </a:prstGeom>
        </p:spPr>
        <p:txBody>
          <a:bodyPr lIns="0" tIns="0" rIns="0" bIns="0"/>
          <a:lstStyle>
            <a:lvl1pPr marL="8466" marR="0" indent="0" algn="l" rtl="0">
              <a:lnSpc>
                <a:spcPct val="100000"/>
              </a:lnSpc>
              <a:spcBef>
                <a:spcPts val="0"/>
              </a:spcBef>
              <a:spcAft>
                <a:spcPts val="0"/>
              </a:spcAft>
              <a:buClr>
                <a:schemeClr val="dk1"/>
              </a:buClr>
              <a:buSzPts val="700"/>
              <a:buFont typeface="Arial"/>
              <a:buNone/>
              <a:tabLst/>
              <a:defRPr lang="en-US" sz="933"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93" name="Text Placeholder 4">
            <a:extLst>
              <a:ext uri="{FF2B5EF4-FFF2-40B4-BE49-F238E27FC236}">
                <a16:creationId xmlns:a16="http://schemas.microsoft.com/office/drawing/2014/main" id="{200532F9-4505-CA46-9EB2-75A4F350FB9F}"/>
              </a:ext>
            </a:extLst>
          </p:cNvPr>
          <p:cNvSpPr>
            <a:spLocks noGrp="1"/>
          </p:cNvSpPr>
          <p:nvPr>
            <p:ph type="body" sz="quarter" idx="103"/>
          </p:nvPr>
        </p:nvSpPr>
        <p:spPr>
          <a:xfrm>
            <a:off x="8260696" y="4647267"/>
            <a:ext cx="1156800" cy="244000"/>
          </a:xfrm>
          <a:prstGeom prst="rect">
            <a:avLst/>
          </a:prstGeom>
        </p:spPr>
        <p:txBody>
          <a:bodyPr lIns="0" tIns="0" rIns="0" bIns="0"/>
          <a:lstStyle>
            <a:lvl1pPr marL="8466" marR="0" indent="0" algn="l" rtl="0">
              <a:lnSpc>
                <a:spcPct val="100000"/>
              </a:lnSpc>
              <a:spcBef>
                <a:spcPts val="0"/>
              </a:spcBef>
              <a:spcAft>
                <a:spcPts val="0"/>
              </a:spcAft>
              <a:buClr>
                <a:srgbClr val="BF9000"/>
              </a:buClr>
              <a:buSzPts val="800"/>
              <a:buFont typeface="Arial"/>
              <a:buNone/>
              <a:tabLst/>
              <a:defRPr lang="en-US" sz="1067" b="0" i="0" u="none" strike="noStrike" cap="none" dirty="0">
                <a:solidFill>
                  <a:schemeClr val="accent4">
                    <a:lumMod val="75000"/>
                  </a:schemeClr>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94" name="Text Placeholder 4">
            <a:extLst>
              <a:ext uri="{FF2B5EF4-FFF2-40B4-BE49-F238E27FC236}">
                <a16:creationId xmlns:a16="http://schemas.microsoft.com/office/drawing/2014/main" id="{E751C578-4387-FC41-A303-B1150E6CAD47}"/>
              </a:ext>
            </a:extLst>
          </p:cNvPr>
          <p:cNvSpPr>
            <a:spLocks noGrp="1"/>
          </p:cNvSpPr>
          <p:nvPr>
            <p:ph type="body" sz="quarter" idx="104"/>
          </p:nvPr>
        </p:nvSpPr>
        <p:spPr>
          <a:xfrm>
            <a:off x="8260696" y="4829267"/>
            <a:ext cx="1156800" cy="244000"/>
          </a:xfrm>
          <a:prstGeom prst="rect">
            <a:avLst/>
          </a:prstGeom>
        </p:spPr>
        <p:txBody>
          <a:bodyPr lIns="0" tIns="0" rIns="0" bIns="0"/>
          <a:lstStyle>
            <a:lvl1pPr marL="8466" marR="0" indent="0" algn="l" rtl="0">
              <a:lnSpc>
                <a:spcPct val="100000"/>
              </a:lnSpc>
              <a:spcBef>
                <a:spcPts val="0"/>
              </a:spcBef>
              <a:spcAft>
                <a:spcPts val="0"/>
              </a:spcAft>
              <a:buClr>
                <a:schemeClr val="dk1"/>
              </a:buClr>
              <a:buSzPts val="700"/>
              <a:buFont typeface="Arial"/>
              <a:buNone/>
              <a:tabLst/>
              <a:defRPr lang="en-US" sz="933"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95" name="Text Placeholder 4">
            <a:extLst>
              <a:ext uri="{FF2B5EF4-FFF2-40B4-BE49-F238E27FC236}">
                <a16:creationId xmlns:a16="http://schemas.microsoft.com/office/drawing/2014/main" id="{3B5EC8BE-3468-DB40-87FB-B5F1B075ECA8}"/>
              </a:ext>
            </a:extLst>
          </p:cNvPr>
          <p:cNvSpPr>
            <a:spLocks noGrp="1"/>
          </p:cNvSpPr>
          <p:nvPr>
            <p:ph type="body" sz="quarter" idx="105"/>
          </p:nvPr>
        </p:nvSpPr>
        <p:spPr>
          <a:xfrm>
            <a:off x="8260696" y="3508335"/>
            <a:ext cx="1156800" cy="244000"/>
          </a:xfrm>
          <a:prstGeom prst="rect">
            <a:avLst/>
          </a:prstGeom>
        </p:spPr>
        <p:txBody>
          <a:bodyPr lIns="0" tIns="0" rIns="0" bIns="0"/>
          <a:lstStyle>
            <a:lvl1pPr marL="8466" marR="0" indent="0" algn="l" rtl="0">
              <a:lnSpc>
                <a:spcPct val="100000"/>
              </a:lnSpc>
              <a:spcBef>
                <a:spcPts val="0"/>
              </a:spcBef>
              <a:spcAft>
                <a:spcPts val="0"/>
              </a:spcAft>
              <a:buClr>
                <a:srgbClr val="BF9000"/>
              </a:buClr>
              <a:buSzPts val="800"/>
              <a:buFont typeface="Arial"/>
              <a:buNone/>
              <a:tabLst/>
              <a:defRPr lang="en-US" sz="1067" b="0" i="0" u="none" strike="noStrike" cap="none" dirty="0">
                <a:solidFill>
                  <a:schemeClr val="accent4">
                    <a:lumMod val="75000"/>
                  </a:schemeClr>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96" name="Text Placeholder 4">
            <a:extLst>
              <a:ext uri="{FF2B5EF4-FFF2-40B4-BE49-F238E27FC236}">
                <a16:creationId xmlns:a16="http://schemas.microsoft.com/office/drawing/2014/main" id="{02AB0716-CBE9-B445-A8A1-8FFFC7BCEFA3}"/>
              </a:ext>
            </a:extLst>
          </p:cNvPr>
          <p:cNvSpPr>
            <a:spLocks noGrp="1"/>
          </p:cNvSpPr>
          <p:nvPr>
            <p:ph type="body" sz="quarter" idx="106"/>
          </p:nvPr>
        </p:nvSpPr>
        <p:spPr>
          <a:xfrm>
            <a:off x="8260696" y="3690335"/>
            <a:ext cx="1156800" cy="244000"/>
          </a:xfrm>
          <a:prstGeom prst="rect">
            <a:avLst/>
          </a:prstGeom>
        </p:spPr>
        <p:txBody>
          <a:bodyPr lIns="0" tIns="0" rIns="0" bIns="0"/>
          <a:lstStyle>
            <a:lvl1pPr marL="8466" marR="0" indent="0" algn="l" rtl="0">
              <a:lnSpc>
                <a:spcPct val="100000"/>
              </a:lnSpc>
              <a:spcBef>
                <a:spcPts val="0"/>
              </a:spcBef>
              <a:spcAft>
                <a:spcPts val="0"/>
              </a:spcAft>
              <a:buClr>
                <a:schemeClr val="dk1"/>
              </a:buClr>
              <a:buSzPts val="700"/>
              <a:buFont typeface="Arial"/>
              <a:buNone/>
              <a:tabLst/>
              <a:defRPr lang="en-US" sz="933"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97" name="Text Placeholder 4">
            <a:extLst>
              <a:ext uri="{FF2B5EF4-FFF2-40B4-BE49-F238E27FC236}">
                <a16:creationId xmlns:a16="http://schemas.microsoft.com/office/drawing/2014/main" id="{175DFCC0-AF4D-964B-8CF8-3F2DBB4CD997}"/>
              </a:ext>
            </a:extLst>
          </p:cNvPr>
          <p:cNvSpPr>
            <a:spLocks noGrp="1"/>
          </p:cNvSpPr>
          <p:nvPr>
            <p:ph type="body" sz="quarter" idx="107"/>
          </p:nvPr>
        </p:nvSpPr>
        <p:spPr>
          <a:xfrm>
            <a:off x="10371063" y="5786197"/>
            <a:ext cx="1156800" cy="244000"/>
          </a:xfrm>
          <a:prstGeom prst="rect">
            <a:avLst/>
          </a:prstGeom>
        </p:spPr>
        <p:txBody>
          <a:bodyPr lIns="0" tIns="0" rIns="0" bIns="0"/>
          <a:lstStyle>
            <a:lvl1pPr marL="8466" marR="0" indent="0" algn="l" rtl="0">
              <a:lnSpc>
                <a:spcPct val="100000"/>
              </a:lnSpc>
              <a:spcBef>
                <a:spcPts val="0"/>
              </a:spcBef>
              <a:spcAft>
                <a:spcPts val="0"/>
              </a:spcAft>
              <a:buClr>
                <a:schemeClr val="accent3"/>
              </a:buClr>
              <a:buSzPts val="800"/>
              <a:buFont typeface="Arial"/>
              <a:buNone/>
              <a:tabLst/>
              <a:defRPr lang="en-US" sz="1067" b="0" i="0" u="none" strike="noStrike" cap="none" dirty="0">
                <a:solidFill>
                  <a:schemeClr val="accent3"/>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98" name="Text Placeholder 4">
            <a:extLst>
              <a:ext uri="{FF2B5EF4-FFF2-40B4-BE49-F238E27FC236}">
                <a16:creationId xmlns:a16="http://schemas.microsoft.com/office/drawing/2014/main" id="{3B56B489-6CCA-F14D-B61B-452539C5E736}"/>
              </a:ext>
            </a:extLst>
          </p:cNvPr>
          <p:cNvSpPr>
            <a:spLocks noGrp="1"/>
          </p:cNvSpPr>
          <p:nvPr>
            <p:ph type="body" sz="quarter" idx="108"/>
          </p:nvPr>
        </p:nvSpPr>
        <p:spPr>
          <a:xfrm>
            <a:off x="10371063" y="5968197"/>
            <a:ext cx="1156800" cy="244000"/>
          </a:xfrm>
          <a:prstGeom prst="rect">
            <a:avLst/>
          </a:prstGeom>
        </p:spPr>
        <p:txBody>
          <a:bodyPr lIns="0" tIns="0" rIns="0" bIns="0"/>
          <a:lstStyle>
            <a:lvl1pPr marL="8466" marR="0" indent="0" algn="l" rtl="0">
              <a:lnSpc>
                <a:spcPct val="100000"/>
              </a:lnSpc>
              <a:spcBef>
                <a:spcPts val="0"/>
              </a:spcBef>
              <a:spcAft>
                <a:spcPts val="0"/>
              </a:spcAft>
              <a:buClr>
                <a:schemeClr val="dk1"/>
              </a:buClr>
              <a:buSzPts val="700"/>
              <a:buFont typeface="Arial"/>
              <a:buNone/>
              <a:tabLst/>
              <a:defRPr lang="en-US" sz="933"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99" name="Text Placeholder 4">
            <a:extLst>
              <a:ext uri="{FF2B5EF4-FFF2-40B4-BE49-F238E27FC236}">
                <a16:creationId xmlns:a16="http://schemas.microsoft.com/office/drawing/2014/main" id="{4592243A-C2AD-7544-88B4-FC19650BC493}"/>
              </a:ext>
            </a:extLst>
          </p:cNvPr>
          <p:cNvSpPr>
            <a:spLocks noGrp="1"/>
          </p:cNvSpPr>
          <p:nvPr>
            <p:ph type="body" sz="quarter" idx="109"/>
          </p:nvPr>
        </p:nvSpPr>
        <p:spPr>
          <a:xfrm>
            <a:off x="10371063" y="4647267"/>
            <a:ext cx="1156800" cy="244000"/>
          </a:xfrm>
          <a:prstGeom prst="rect">
            <a:avLst/>
          </a:prstGeom>
        </p:spPr>
        <p:txBody>
          <a:bodyPr lIns="0" tIns="0" rIns="0" bIns="0"/>
          <a:lstStyle>
            <a:lvl1pPr marL="8466" marR="0" indent="0" algn="l" rtl="0">
              <a:lnSpc>
                <a:spcPct val="100000"/>
              </a:lnSpc>
              <a:spcBef>
                <a:spcPts val="0"/>
              </a:spcBef>
              <a:spcAft>
                <a:spcPts val="0"/>
              </a:spcAft>
              <a:buClr>
                <a:schemeClr val="accent3"/>
              </a:buClr>
              <a:buSzPts val="800"/>
              <a:buFont typeface="Arial"/>
              <a:buNone/>
              <a:tabLst/>
              <a:defRPr lang="en-US" sz="1067" b="0" i="0" u="none" strike="noStrike" cap="none" dirty="0">
                <a:solidFill>
                  <a:schemeClr val="accent3"/>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100" name="Text Placeholder 4">
            <a:extLst>
              <a:ext uri="{FF2B5EF4-FFF2-40B4-BE49-F238E27FC236}">
                <a16:creationId xmlns:a16="http://schemas.microsoft.com/office/drawing/2014/main" id="{01250084-DDE0-F243-8F46-FD5026779886}"/>
              </a:ext>
            </a:extLst>
          </p:cNvPr>
          <p:cNvSpPr>
            <a:spLocks noGrp="1"/>
          </p:cNvSpPr>
          <p:nvPr>
            <p:ph type="body" sz="quarter" idx="110"/>
          </p:nvPr>
        </p:nvSpPr>
        <p:spPr>
          <a:xfrm>
            <a:off x="10371063" y="4829267"/>
            <a:ext cx="1156800" cy="244000"/>
          </a:xfrm>
          <a:prstGeom prst="rect">
            <a:avLst/>
          </a:prstGeom>
        </p:spPr>
        <p:txBody>
          <a:bodyPr lIns="0" tIns="0" rIns="0" bIns="0"/>
          <a:lstStyle>
            <a:lvl1pPr marL="8466" marR="0" indent="0" algn="l" rtl="0">
              <a:lnSpc>
                <a:spcPct val="100000"/>
              </a:lnSpc>
              <a:spcBef>
                <a:spcPts val="0"/>
              </a:spcBef>
              <a:spcAft>
                <a:spcPts val="0"/>
              </a:spcAft>
              <a:buClr>
                <a:schemeClr val="dk1"/>
              </a:buClr>
              <a:buSzPts val="700"/>
              <a:buFont typeface="Arial"/>
              <a:buNone/>
              <a:tabLst/>
              <a:defRPr lang="en-US" sz="933"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101" name="Text Placeholder 4">
            <a:extLst>
              <a:ext uri="{FF2B5EF4-FFF2-40B4-BE49-F238E27FC236}">
                <a16:creationId xmlns:a16="http://schemas.microsoft.com/office/drawing/2014/main" id="{F576B195-540D-DD43-98F1-4E10B7953BD4}"/>
              </a:ext>
            </a:extLst>
          </p:cNvPr>
          <p:cNvSpPr>
            <a:spLocks noGrp="1"/>
          </p:cNvSpPr>
          <p:nvPr>
            <p:ph type="body" sz="quarter" idx="111"/>
          </p:nvPr>
        </p:nvSpPr>
        <p:spPr>
          <a:xfrm>
            <a:off x="10371063" y="3508335"/>
            <a:ext cx="1156800" cy="244000"/>
          </a:xfrm>
          <a:prstGeom prst="rect">
            <a:avLst/>
          </a:prstGeom>
        </p:spPr>
        <p:txBody>
          <a:bodyPr lIns="0" tIns="0" rIns="0" bIns="0"/>
          <a:lstStyle>
            <a:lvl1pPr marL="8466" marR="0" indent="0" algn="l" rtl="0">
              <a:lnSpc>
                <a:spcPct val="100000"/>
              </a:lnSpc>
              <a:spcBef>
                <a:spcPts val="0"/>
              </a:spcBef>
              <a:spcAft>
                <a:spcPts val="0"/>
              </a:spcAft>
              <a:buClr>
                <a:schemeClr val="accent3"/>
              </a:buClr>
              <a:buSzPts val="800"/>
              <a:buFont typeface="Arial"/>
              <a:buNone/>
              <a:tabLst/>
              <a:defRPr lang="en-US" sz="1067" b="0" i="0" u="none" strike="noStrike" cap="none" dirty="0">
                <a:solidFill>
                  <a:schemeClr val="accent3"/>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102" name="Text Placeholder 4">
            <a:extLst>
              <a:ext uri="{FF2B5EF4-FFF2-40B4-BE49-F238E27FC236}">
                <a16:creationId xmlns:a16="http://schemas.microsoft.com/office/drawing/2014/main" id="{2841EAA7-5B0F-5242-BE89-39567553B7A6}"/>
              </a:ext>
            </a:extLst>
          </p:cNvPr>
          <p:cNvSpPr>
            <a:spLocks noGrp="1"/>
          </p:cNvSpPr>
          <p:nvPr>
            <p:ph type="body" sz="quarter" idx="112"/>
          </p:nvPr>
        </p:nvSpPr>
        <p:spPr>
          <a:xfrm>
            <a:off x="10371063" y="3690335"/>
            <a:ext cx="1156800" cy="244000"/>
          </a:xfrm>
          <a:prstGeom prst="rect">
            <a:avLst/>
          </a:prstGeom>
        </p:spPr>
        <p:txBody>
          <a:bodyPr lIns="0" tIns="0" rIns="0" bIns="0"/>
          <a:lstStyle>
            <a:lvl1pPr marL="8466" marR="0" indent="0" algn="l" rtl="0">
              <a:lnSpc>
                <a:spcPct val="100000"/>
              </a:lnSpc>
              <a:spcBef>
                <a:spcPts val="0"/>
              </a:spcBef>
              <a:spcAft>
                <a:spcPts val="0"/>
              </a:spcAft>
              <a:buClr>
                <a:schemeClr val="dk1"/>
              </a:buClr>
              <a:buSzPts val="700"/>
              <a:buFont typeface="Arial"/>
              <a:buNone/>
              <a:tabLst/>
              <a:defRPr lang="en-US" sz="933"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103" name="Text Placeholder 4">
            <a:extLst>
              <a:ext uri="{FF2B5EF4-FFF2-40B4-BE49-F238E27FC236}">
                <a16:creationId xmlns:a16="http://schemas.microsoft.com/office/drawing/2014/main" id="{5BC55B32-2E37-F045-8555-1FFC4E65504E}"/>
              </a:ext>
            </a:extLst>
          </p:cNvPr>
          <p:cNvSpPr>
            <a:spLocks noGrp="1"/>
          </p:cNvSpPr>
          <p:nvPr>
            <p:ph type="body" sz="quarter" idx="113"/>
          </p:nvPr>
        </p:nvSpPr>
        <p:spPr>
          <a:xfrm>
            <a:off x="10371063" y="2372273"/>
            <a:ext cx="1156800" cy="244000"/>
          </a:xfrm>
          <a:prstGeom prst="rect">
            <a:avLst/>
          </a:prstGeom>
        </p:spPr>
        <p:txBody>
          <a:bodyPr lIns="0" tIns="0" rIns="0" bIns="0"/>
          <a:lstStyle>
            <a:lvl1pPr marL="8466" marR="0" indent="0" algn="l" rtl="0">
              <a:lnSpc>
                <a:spcPct val="100000"/>
              </a:lnSpc>
              <a:spcBef>
                <a:spcPts val="0"/>
              </a:spcBef>
              <a:spcAft>
                <a:spcPts val="0"/>
              </a:spcAft>
              <a:buClr>
                <a:schemeClr val="accent3"/>
              </a:buClr>
              <a:buSzPts val="800"/>
              <a:buFont typeface="Arial"/>
              <a:buNone/>
              <a:tabLst/>
              <a:defRPr lang="en-US" sz="1067" b="0" i="0" u="none" strike="noStrike" cap="none" dirty="0">
                <a:solidFill>
                  <a:schemeClr val="accent3"/>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104" name="Text Placeholder 4">
            <a:extLst>
              <a:ext uri="{FF2B5EF4-FFF2-40B4-BE49-F238E27FC236}">
                <a16:creationId xmlns:a16="http://schemas.microsoft.com/office/drawing/2014/main" id="{C6127B66-CD05-E547-8975-1A04A141548C}"/>
              </a:ext>
            </a:extLst>
          </p:cNvPr>
          <p:cNvSpPr>
            <a:spLocks noGrp="1"/>
          </p:cNvSpPr>
          <p:nvPr>
            <p:ph type="body" sz="quarter" idx="114"/>
          </p:nvPr>
        </p:nvSpPr>
        <p:spPr>
          <a:xfrm>
            <a:off x="10371063" y="2554273"/>
            <a:ext cx="1156800" cy="244000"/>
          </a:xfrm>
          <a:prstGeom prst="rect">
            <a:avLst/>
          </a:prstGeom>
        </p:spPr>
        <p:txBody>
          <a:bodyPr lIns="0" tIns="0" rIns="0" bIns="0"/>
          <a:lstStyle>
            <a:lvl1pPr marL="8466" marR="0" indent="0" algn="l" rtl="0">
              <a:lnSpc>
                <a:spcPct val="100000"/>
              </a:lnSpc>
              <a:spcBef>
                <a:spcPts val="0"/>
              </a:spcBef>
              <a:spcAft>
                <a:spcPts val="0"/>
              </a:spcAft>
              <a:buClr>
                <a:schemeClr val="dk1"/>
              </a:buClr>
              <a:buSzPts val="700"/>
              <a:buFont typeface="Arial"/>
              <a:buNone/>
              <a:tabLst/>
              <a:defRPr lang="en-US" sz="933"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105" name="Text Placeholder 4">
            <a:extLst>
              <a:ext uri="{FF2B5EF4-FFF2-40B4-BE49-F238E27FC236}">
                <a16:creationId xmlns:a16="http://schemas.microsoft.com/office/drawing/2014/main" id="{B1E65C95-BA61-5E4B-9DE9-5E3E75266869}"/>
              </a:ext>
            </a:extLst>
          </p:cNvPr>
          <p:cNvSpPr>
            <a:spLocks noGrp="1"/>
          </p:cNvSpPr>
          <p:nvPr>
            <p:ph type="body" sz="quarter" idx="115"/>
          </p:nvPr>
        </p:nvSpPr>
        <p:spPr>
          <a:xfrm>
            <a:off x="7250251" y="2372273"/>
            <a:ext cx="1156800" cy="244000"/>
          </a:xfrm>
          <a:prstGeom prst="rect">
            <a:avLst/>
          </a:prstGeom>
        </p:spPr>
        <p:txBody>
          <a:bodyPr lIns="0" tIns="0" rIns="0" bIns="0"/>
          <a:lstStyle>
            <a:lvl1pPr marL="8466" marR="0" indent="0" algn="l" rtl="0">
              <a:lnSpc>
                <a:spcPct val="100000"/>
              </a:lnSpc>
              <a:spcBef>
                <a:spcPts val="0"/>
              </a:spcBef>
              <a:spcAft>
                <a:spcPts val="0"/>
              </a:spcAft>
              <a:buClr>
                <a:schemeClr val="accent3"/>
              </a:buClr>
              <a:buSzPts val="800"/>
              <a:buFont typeface="Arial"/>
              <a:buNone/>
              <a:tabLst/>
              <a:defRPr lang="en-US" sz="1067" b="0" i="0" u="none" strike="noStrike" cap="none" dirty="0">
                <a:solidFill>
                  <a:schemeClr val="accent3"/>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106" name="Text Placeholder 4">
            <a:extLst>
              <a:ext uri="{FF2B5EF4-FFF2-40B4-BE49-F238E27FC236}">
                <a16:creationId xmlns:a16="http://schemas.microsoft.com/office/drawing/2014/main" id="{0C37A6E2-A11B-5949-AC0E-B77410271B00}"/>
              </a:ext>
            </a:extLst>
          </p:cNvPr>
          <p:cNvSpPr>
            <a:spLocks noGrp="1"/>
          </p:cNvSpPr>
          <p:nvPr>
            <p:ph type="body" sz="quarter" idx="116"/>
          </p:nvPr>
        </p:nvSpPr>
        <p:spPr>
          <a:xfrm>
            <a:off x="7250251" y="2554273"/>
            <a:ext cx="1156800" cy="244000"/>
          </a:xfrm>
          <a:prstGeom prst="rect">
            <a:avLst/>
          </a:prstGeom>
        </p:spPr>
        <p:txBody>
          <a:bodyPr lIns="0" tIns="0" rIns="0" bIns="0"/>
          <a:lstStyle>
            <a:lvl1pPr marL="8466" marR="0" indent="0" algn="l" rtl="0">
              <a:lnSpc>
                <a:spcPct val="100000"/>
              </a:lnSpc>
              <a:spcBef>
                <a:spcPts val="0"/>
              </a:spcBef>
              <a:spcAft>
                <a:spcPts val="0"/>
              </a:spcAft>
              <a:buClr>
                <a:schemeClr val="dk1"/>
              </a:buClr>
              <a:buSzPts val="700"/>
              <a:buFont typeface="Arial"/>
              <a:buNone/>
              <a:tabLst/>
              <a:defRPr lang="en-US" sz="933"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107" name="Text Placeholder 4">
            <a:extLst>
              <a:ext uri="{FF2B5EF4-FFF2-40B4-BE49-F238E27FC236}">
                <a16:creationId xmlns:a16="http://schemas.microsoft.com/office/drawing/2014/main" id="{41991057-2DCB-124B-A964-390E7A2B7D33}"/>
              </a:ext>
            </a:extLst>
          </p:cNvPr>
          <p:cNvSpPr>
            <a:spLocks noGrp="1"/>
          </p:cNvSpPr>
          <p:nvPr>
            <p:ph type="body" sz="quarter" idx="117"/>
          </p:nvPr>
        </p:nvSpPr>
        <p:spPr>
          <a:xfrm>
            <a:off x="3006872" y="2372273"/>
            <a:ext cx="1156800" cy="244000"/>
          </a:xfrm>
          <a:prstGeom prst="rect">
            <a:avLst/>
          </a:prstGeom>
        </p:spPr>
        <p:txBody>
          <a:bodyPr lIns="0" tIns="0" rIns="0" bIns="0"/>
          <a:lstStyle>
            <a:lvl1pPr marL="8466" marR="0" indent="0" algn="l" rtl="0">
              <a:lnSpc>
                <a:spcPct val="100000"/>
              </a:lnSpc>
              <a:spcBef>
                <a:spcPts val="0"/>
              </a:spcBef>
              <a:spcAft>
                <a:spcPts val="0"/>
              </a:spcAft>
              <a:buClr>
                <a:schemeClr val="accent3"/>
              </a:buClr>
              <a:buSzPts val="800"/>
              <a:buFont typeface="Arial"/>
              <a:buNone/>
              <a:tabLst/>
              <a:defRPr lang="en-US" sz="1067" b="0" i="0" u="none" strike="noStrike" cap="none" dirty="0">
                <a:solidFill>
                  <a:schemeClr val="accent3"/>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108" name="Text Placeholder 4">
            <a:extLst>
              <a:ext uri="{FF2B5EF4-FFF2-40B4-BE49-F238E27FC236}">
                <a16:creationId xmlns:a16="http://schemas.microsoft.com/office/drawing/2014/main" id="{74202321-D21B-924F-A8FC-4488405BBE99}"/>
              </a:ext>
            </a:extLst>
          </p:cNvPr>
          <p:cNvSpPr>
            <a:spLocks noGrp="1"/>
          </p:cNvSpPr>
          <p:nvPr>
            <p:ph type="body" sz="quarter" idx="118"/>
          </p:nvPr>
        </p:nvSpPr>
        <p:spPr>
          <a:xfrm>
            <a:off x="3006872" y="2554273"/>
            <a:ext cx="1156800" cy="244000"/>
          </a:xfrm>
          <a:prstGeom prst="rect">
            <a:avLst/>
          </a:prstGeom>
        </p:spPr>
        <p:txBody>
          <a:bodyPr lIns="0" tIns="0" rIns="0" bIns="0"/>
          <a:lstStyle>
            <a:lvl1pPr marL="8466" marR="0" indent="0" algn="l" rtl="0">
              <a:lnSpc>
                <a:spcPct val="100000"/>
              </a:lnSpc>
              <a:spcBef>
                <a:spcPts val="0"/>
              </a:spcBef>
              <a:spcAft>
                <a:spcPts val="0"/>
              </a:spcAft>
              <a:buClr>
                <a:schemeClr val="dk1"/>
              </a:buClr>
              <a:buSzPts val="700"/>
              <a:buFont typeface="Arial"/>
              <a:buNone/>
              <a:tabLst/>
              <a:defRPr lang="en-US" sz="933"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110" name="Text Placeholder 4">
            <a:extLst>
              <a:ext uri="{FF2B5EF4-FFF2-40B4-BE49-F238E27FC236}">
                <a16:creationId xmlns:a16="http://schemas.microsoft.com/office/drawing/2014/main" id="{E18042FE-2FDC-4B47-8DCD-4CE053320A81}"/>
              </a:ext>
            </a:extLst>
          </p:cNvPr>
          <p:cNvSpPr>
            <a:spLocks noGrp="1"/>
          </p:cNvSpPr>
          <p:nvPr>
            <p:ph type="body" sz="quarter" idx="199"/>
          </p:nvPr>
        </p:nvSpPr>
        <p:spPr>
          <a:xfrm>
            <a:off x="527051" y="496800"/>
            <a:ext cx="11137900" cy="611600"/>
          </a:xfrm>
          <a:prstGeom prst="rect">
            <a:avLst/>
          </a:prstGeom>
        </p:spPr>
        <p:txBody>
          <a:bodyPr lIns="0" tIns="0" rIns="0" bIns="0" anchor="t"/>
          <a:lstStyle>
            <a:lvl1pPr marL="8466" marR="0" indent="0" algn="l" rtl="0">
              <a:lnSpc>
                <a:spcPct val="90000"/>
              </a:lnSpc>
              <a:spcBef>
                <a:spcPts val="0"/>
              </a:spcBef>
              <a:spcAft>
                <a:spcPts val="0"/>
              </a:spcAft>
              <a:buClr>
                <a:schemeClr val="dk1"/>
              </a:buClr>
              <a:buSzPts val="2000"/>
              <a:buFont typeface="Poppins Medium"/>
              <a:buNone/>
              <a:tabLst/>
              <a:defRPr lang="en-GB" sz="2400" b="0" i="0" u="none" strike="noStrike" cap="none" dirty="0" smtClean="0">
                <a:solidFill>
                  <a:schemeClr val="bg1"/>
                </a:solidFill>
                <a:latin typeface="Poppins Medium"/>
                <a:ea typeface="Poppins Medium"/>
                <a:cs typeface="Poppins Medium"/>
                <a:sym typeface="Poppins Medium"/>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Tree>
    <p:extLst>
      <p:ext uri="{BB962C8B-B14F-4D97-AF65-F5344CB8AC3E}">
        <p14:creationId xmlns:p14="http://schemas.microsoft.com/office/powerpoint/2010/main" val="2265619882"/>
      </p:ext>
    </p:extLst>
  </p:cSld>
  <p:clrMapOvr>
    <a:masterClrMapping/>
  </p:clrMapOvr>
  <p:extLst>
    <p:ext uri="{DCECCB84-F9BA-43D5-87BE-67443E8EF086}">
      <p15:sldGuideLst xmlns:p15="http://schemas.microsoft.com/office/powerpoint/2012/main">
        <p15:guide id="1" orient="horz" pos="531">
          <p15:clr>
            <a:srgbClr val="FBAE40"/>
          </p15:clr>
        </p15:guide>
        <p15:guide id="2" pos="249">
          <p15:clr>
            <a:srgbClr val="FBAE40"/>
          </p15:clr>
        </p15:guide>
        <p15:guide id="3" pos="5511">
          <p15:clr>
            <a:srgbClr val="FBAE40"/>
          </p15:clr>
        </p15:guide>
        <p15:guide id="4" orient="horz" pos="3072">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eam - 25 Photos">
    <p:spTree>
      <p:nvGrpSpPr>
        <p:cNvPr id="1" name=""/>
        <p:cNvGrpSpPr/>
        <p:nvPr/>
      </p:nvGrpSpPr>
      <p:grpSpPr>
        <a:xfrm>
          <a:off x="0" y="0"/>
          <a:ext cx="0" cy="0"/>
          <a:chOff x="0" y="0"/>
          <a:chExt cx="0" cy="0"/>
        </a:xfrm>
      </p:grpSpPr>
      <p:sp>
        <p:nvSpPr>
          <p:cNvPr id="2" name="Google Shape;172;p11">
            <a:extLst>
              <a:ext uri="{FF2B5EF4-FFF2-40B4-BE49-F238E27FC236}">
                <a16:creationId xmlns:a16="http://schemas.microsoft.com/office/drawing/2014/main" id="{2FB8E57D-B36B-B546-97EE-15CB8CE5573A}"/>
              </a:ext>
            </a:extLst>
          </p:cNvPr>
          <p:cNvSpPr/>
          <p:nvPr/>
        </p:nvSpPr>
        <p:spPr>
          <a:xfrm>
            <a:off x="554151" y="1220695"/>
            <a:ext cx="730800" cy="7308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mn-lt"/>
              <a:ea typeface="Calibri"/>
              <a:cs typeface="Calibri"/>
              <a:sym typeface="Calibri"/>
            </a:endParaRPr>
          </a:p>
        </p:txBody>
      </p:sp>
      <p:sp>
        <p:nvSpPr>
          <p:cNvPr id="3" name="Google Shape;173;p11">
            <a:extLst>
              <a:ext uri="{FF2B5EF4-FFF2-40B4-BE49-F238E27FC236}">
                <a16:creationId xmlns:a16="http://schemas.microsoft.com/office/drawing/2014/main" id="{5A8F2B58-9A04-1C4B-86DA-2C6606A3A860}"/>
              </a:ext>
            </a:extLst>
          </p:cNvPr>
          <p:cNvSpPr/>
          <p:nvPr/>
        </p:nvSpPr>
        <p:spPr>
          <a:xfrm>
            <a:off x="2785645" y="1220695"/>
            <a:ext cx="730800" cy="7308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mn-lt"/>
              <a:ea typeface="Calibri"/>
              <a:cs typeface="Calibri"/>
              <a:sym typeface="Calibri"/>
            </a:endParaRPr>
          </a:p>
        </p:txBody>
      </p:sp>
      <p:sp>
        <p:nvSpPr>
          <p:cNvPr id="4" name="Google Shape;175;p11">
            <a:extLst>
              <a:ext uri="{FF2B5EF4-FFF2-40B4-BE49-F238E27FC236}">
                <a16:creationId xmlns:a16="http://schemas.microsoft.com/office/drawing/2014/main" id="{67FF3F47-2A69-8046-BBAD-2AF7828BD083}"/>
              </a:ext>
            </a:extLst>
          </p:cNvPr>
          <p:cNvSpPr/>
          <p:nvPr/>
        </p:nvSpPr>
        <p:spPr>
          <a:xfrm>
            <a:off x="11792595" y="6494883"/>
            <a:ext cx="304800" cy="306000"/>
          </a:xfrm>
          <a:prstGeom prst="ellipse">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fld id="{00000000-1234-1234-1234-123412341234}" type="slidenum">
              <a:rPr lang="en" sz="933" b="0" i="0" u="none" strike="noStrike" cap="none">
                <a:solidFill>
                  <a:schemeClr val="dk1"/>
                </a:solidFill>
                <a:latin typeface="+mn-lt"/>
                <a:ea typeface="Calibri"/>
                <a:cs typeface="Calibri"/>
                <a:sym typeface="Calibri"/>
              </a:rPr>
              <a:pPr marL="0" marR="0" lvl="0" indent="0" algn="r" rtl="0">
                <a:spcBef>
                  <a:spcPts val="0"/>
                </a:spcBef>
                <a:spcAft>
                  <a:spcPts val="0"/>
                </a:spcAft>
                <a:buNone/>
              </a:pPr>
              <a:t>‹#›</a:t>
            </a:fld>
            <a:endParaRPr sz="933" b="0" i="0" u="none" strike="noStrike" cap="none" dirty="0">
              <a:solidFill>
                <a:schemeClr val="dk1"/>
              </a:solidFill>
              <a:latin typeface="+mn-lt"/>
              <a:ea typeface="Calibri"/>
              <a:cs typeface="Calibri"/>
              <a:sym typeface="Calibri"/>
            </a:endParaRPr>
          </a:p>
        </p:txBody>
      </p:sp>
      <p:sp>
        <p:nvSpPr>
          <p:cNvPr id="5" name="Google Shape;176;p11">
            <a:extLst>
              <a:ext uri="{FF2B5EF4-FFF2-40B4-BE49-F238E27FC236}">
                <a16:creationId xmlns:a16="http://schemas.microsoft.com/office/drawing/2014/main" id="{6C3E085F-CA68-7347-9854-A837E941BBDA}"/>
              </a:ext>
            </a:extLst>
          </p:cNvPr>
          <p:cNvSpPr/>
          <p:nvPr/>
        </p:nvSpPr>
        <p:spPr>
          <a:xfrm>
            <a:off x="3" y="1"/>
            <a:ext cx="301543" cy="347263"/>
          </a:xfrm>
          <a:custGeom>
            <a:avLst/>
            <a:gdLst/>
            <a:ahLst/>
            <a:cxnLst/>
            <a:rect l="l" t="t" r="r" b="b"/>
            <a:pathLst>
              <a:path w="1675237" h="1929234" extrusionOk="0">
                <a:moveTo>
                  <a:pt x="461556" y="1897854"/>
                </a:moveTo>
                <a:lnTo>
                  <a:pt x="469774" y="1899513"/>
                </a:lnTo>
                <a:lnTo>
                  <a:pt x="443985" y="1904118"/>
                </a:lnTo>
                <a:lnTo>
                  <a:pt x="449737" y="1900240"/>
                </a:lnTo>
                <a:cubicBezTo>
                  <a:pt x="453370" y="1898704"/>
                  <a:pt x="457364" y="1897854"/>
                  <a:pt x="461556" y="1897854"/>
                </a:cubicBezTo>
                <a:close/>
                <a:moveTo>
                  <a:pt x="389002" y="1897854"/>
                </a:moveTo>
                <a:cubicBezTo>
                  <a:pt x="397386" y="1897854"/>
                  <a:pt x="404977" y="1901253"/>
                  <a:pt x="410472" y="1906747"/>
                </a:cubicBezTo>
                <a:lnTo>
                  <a:pt x="411766" y="1909872"/>
                </a:lnTo>
                <a:lnTo>
                  <a:pt x="400388" y="1911904"/>
                </a:lnTo>
                <a:lnTo>
                  <a:pt x="363451" y="1916598"/>
                </a:lnTo>
                <a:lnTo>
                  <a:pt x="367531" y="1906747"/>
                </a:lnTo>
                <a:cubicBezTo>
                  <a:pt x="373026" y="1901253"/>
                  <a:pt x="380617" y="1897854"/>
                  <a:pt x="389002" y="1897854"/>
                </a:cubicBezTo>
                <a:close/>
                <a:moveTo>
                  <a:pt x="316447" y="1897854"/>
                </a:moveTo>
                <a:cubicBezTo>
                  <a:pt x="324832" y="1897854"/>
                  <a:pt x="332422" y="1901253"/>
                  <a:pt x="337917" y="1906747"/>
                </a:cubicBezTo>
                <a:lnTo>
                  <a:pt x="343070" y="1919187"/>
                </a:lnTo>
                <a:lnTo>
                  <a:pt x="325117" y="1921469"/>
                </a:lnTo>
                <a:lnTo>
                  <a:pt x="287700" y="1924314"/>
                </a:lnTo>
                <a:lnTo>
                  <a:pt x="294977" y="1906747"/>
                </a:lnTo>
                <a:cubicBezTo>
                  <a:pt x="300471" y="1901253"/>
                  <a:pt x="308062" y="1897854"/>
                  <a:pt x="316447" y="1897854"/>
                </a:cubicBezTo>
                <a:close/>
                <a:moveTo>
                  <a:pt x="243892" y="1897854"/>
                </a:moveTo>
                <a:cubicBezTo>
                  <a:pt x="252277" y="1897854"/>
                  <a:pt x="259868" y="1901253"/>
                  <a:pt x="265363" y="1906747"/>
                </a:cubicBezTo>
                <a:lnTo>
                  <a:pt x="273099" y="1925425"/>
                </a:lnTo>
                <a:lnTo>
                  <a:pt x="248735" y="1927277"/>
                </a:lnTo>
                <a:lnTo>
                  <a:pt x="213550" y="1928167"/>
                </a:lnTo>
                <a:lnTo>
                  <a:pt x="222422" y="1906747"/>
                </a:lnTo>
                <a:cubicBezTo>
                  <a:pt x="227917" y="1901253"/>
                  <a:pt x="235508" y="1897854"/>
                  <a:pt x="243892" y="1897854"/>
                </a:cubicBezTo>
                <a:close/>
                <a:moveTo>
                  <a:pt x="171339" y="1897854"/>
                </a:moveTo>
                <a:cubicBezTo>
                  <a:pt x="188107" y="1897854"/>
                  <a:pt x="201701" y="1911448"/>
                  <a:pt x="201701" y="1928218"/>
                </a:cubicBezTo>
                <a:lnTo>
                  <a:pt x="201597" y="1928469"/>
                </a:lnTo>
                <a:lnTo>
                  <a:pt x="171336" y="1929234"/>
                </a:lnTo>
                <a:lnTo>
                  <a:pt x="141087" y="1928469"/>
                </a:lnTo>
                <a:lnTo>
                  <a:pt x="140982" y="1928218"/>
                </a:lnTo>
                <a:cubicBezTo>
                  <a:pt x="140982" y="1911448"/>
                  <a:pt x="154577" y="1897854"/>
                  <a:pt x="171339" y="1897854"/>
                </a:cubicBezTo>
                <a:close/>
                <a:moveTo>
                  <a:pt x="98792" y="1897854"/>
                </a:moveTo>
                <a:cubicBezTo>
                  <a:pt x="107177" y="1897854"/>
                  <a:pt x="114768" y="1901253"/>
                  <a:pt x="120263" y="1906747"/>
                </a:cubicBezTo>
                <a:lnTo>
                  <a:pt x="129135" y="1928167"/>
                </a:lnTo>
                <a:lnTo>
                  <a:pt x="93938" y="1927277"/>
                </a:lnTo>
                <a:lnTo>
                  <a:pt x="69586" y="1925425"/>
                </a:lnTo>
                <a:lnTo>
                  <a:pt x="77322" y="1906747"/>
                </a:lnTo>
                <a:cubicBezTo>
                  <a:pt x="82817" y="1901253"/>
                  <a:pt x="90408" y="1897854"/>
                  <a:pt x="98792" y="1897854"/>
                </a:cubicBezTo>
                <a:close/>
                <a:moveTo>
                  <a:pt x="26239" y="1897854"/>
                </a:moveTo>
                <a:cubicBezTo>
                  <a:pt x="34623" y="1897854"/>
                  <a:pt x="42214" y="1901253"/>
                  <a:pt x="47709" y="1906747"/>
                </a:cubicBezTo>
                <a:lnTo>
                  <a:pt x="54985" y="1924315"/>
                </a:lnTo>
                <a:lnTo>
                  <a:pt x="17556" y="1921469"/>
                </a:lnTo>
                <a:lnTo>
                  <a:pt x="0" y="1919238"/>
                </a:lnTo>
                <a:lnTo>
                  <a:pt x="0" y="1918259"/>
                </a:lnTo>
                <a:lnTo>
                  <a:pt x="4768" y="1906747"/>
                </a:lnTo>
                <a:cubicBezTo>
                  <a:pt x="10263" y="1901253"/>
                  <a:pt x="17854" y="1897854"/>
                  <a:pt x="26239" y="1897854"/>
                </a:cubicBezTo>
                <a:close/>
                <a:moveTo>
                  <a:pt x="679220" y="1817400"/>
                </a:moveTo>
                <a:cubicBezTo>
                  <a:pt x="687604" y="1817400"/>
                  <a:pt x="695195" y="1820799"/>
                  <a:pt x="700690" y="1826293"/>
                </a:cubicBezTo>
                <a:lnTo>
                  <a:pt x="702587" y="1830873"/>
                </a:lnTo>
                <a:lnTo>
                  <a:pt x="649855" y="1850174"/>
                </a:lnTo>
                <a:lnTo>
                  <a:pt x="648856" y="1847763"/>
                </a:lnTo>
                <a:cubicBezTo>
                  <a:pt x="648856" y="1830994"/>
                  <a:pt x="662450" y="1817400"/>
                  <a:pt x="679220" y="1817400"/>
                </a:cubicBezTo>
                <a:close/>
                <a:moveTo>
                  <a:pt x="606665" y="1817400"/>
                </a:moveTo>
                <a:cubicBezTo>
                  <a:pt x="623435" y="1817400"/>
                  <a:pt x="637029" y="1830994"/>
                  <a:pt x="637029" y="1847763"/>
                </a:cubicBezTo>
                <a:lnTo>
                  <a:pt x="633560" y="1856138"/>
                </a:lnTo>
                <a:lnTo>
                  <a:pt x="618594" y="1861615"/>
                </a:lnTo>
                <a:lnTo>
                  <a:pt x="587142" y="1870547"/>
                </a:lnTo>
                <a:lnTo>
                  <a:pt x="585195" y="1869234"/>
                </a:lnTo>
                <a:cubicBezTo>
                  <a:pt x="579700" y="1863739"/>
                  <a:pt x="576302" y="1856148"/>
                  <a:pt x="576302" y="1847763"/>
                </a:cubicBezTo>
                <a:cubicBezTo>
                  <a:pt x="576302" y="1830994"/>
                  <a:pt x="589896" y="1817400"/>
                  <a:pt x="606665" y="1817400"/>
                </a:cubicBezTo>
                <a:close/>
                <a:moveTo>
                  <a:pt x="534111" y="1817400"/>
                </a:moveTo>
                <a:cubicBezTo>
                  <a:pt x="550880" y="1817400"/>
                  <a:pt x="564474" y="1830994"/>
                  <a:pt x="564474" y="1847763"/>
                </a:cubicBezTo>
                <a:cubicBezTo>
                  <a:pt x="564474" y="1864533"/>
                  <a:pt x="550880" y="1878127"/>
                  <a:pt x="534111" y="1878127"/>
                </a:cubicBezTo>
                <a:cubicBezTo>
                  <a:pt x="517341" y="1878127"/>
                  <a:pt x="503747" y="1864533"/>
                  <a:pt x="503747" y="1847763"/>
                </a:cubicBezTo>
                <a:cubicBezTo>
                  <a:pt x="503747" y="1830994"/>
                  <a:pt x="517341" y="1817400"/>
                  <a:pt x="534111" y="1817400"/>
                </a:cubicBezTo>
                <a:close/>
                <a:moveTo>
                  <a:pt x="461556" y="1817400"/>
                </a:moveTo>
                <a:cubicBezTo>
                  <a:pt x="478326" y="1817400"/>
                  <a:pt x="491920" y="1830994"/>
                  <a:pt x="491920" y="1847763"/>
                </a:cubicBezTo>
                <a:cubicBezTo>
                  <a:pt x="491920" y="1864533"/>
                  <a:pt x="478326" y="1878127"/>
                  <a:pt x="461556" y="1878127"/>
                </a:cubicBezTo>
                <a:cubicBezTo>
                  <a:pt x="444787" y="1878127"/>
                  <a:pt x="431192" y="1864533"/>
                  <a:pt x="431192" y="1847763"/>
                </a:cubicBezTo>
                <a:cubicBezTo>
                  <a:pt x="431192" y="1830994"/>
                  <a:pt x="444787" y="1817400"/>
                  <a:pt x="461556" y="1817400"/>
                </a:cubicBezTo>
                <a:close/>
                <a:moveTo>
                  <a:pt x="389002" y="1817400"/>
                </a:moveTo>
                <a:cubicBezTo>
                  <a:pt x="405771" y="1817400"/>
                  <a:pt x="419365" y="1830994"/>
                  <a:pt x="419365" y="1847763"/>
                </a:cubicBezTo>
                <a:cubicBezTo>
                  <a:pt x="419365" y="1864533"/>
                  <a:pt x="405771" y="1878127"/>
                  <a:pt x="389002" y="1878127"/>
                </a:cubicBezTo>
                <a:cubicBezTo>
                  <a:pt x="372232" y="1878127"/>
                  <a:pt x="358638" y="1864533"/>
                  <a:pt x="358638" y="1847763"/>
                </a:cubicBezTo>
                <a:cubicBezTo>
                  <a:pt x="358638" y="1830994"/>
                  <a:pt x="372232" y="1817400"/>
                  <a:pt x="389002" y="1817400"/>
                </a:cubicBezTo>
                <a:close/>
                <a:moveTo>
                  <a:pt x="316447" y="1817400"/>
                </a:moveTo>
                <a:cubicBezTo>
                  <a:pt x="333216" y="1817400"/>
                  <a:pt x="346810" y="1830994"/>
                  <a:pt x="346810" y="1847763"/>
                </a:cubicBezTo>
                <a:cubicBezTo>
                  <a:pt x="346810" y="1864533"/>
                  <a:pt x="333216" y="1878127"/>
                  <a:pt x="316447" y="1878127"/>
                </a:cubicBezTo>
                <a:cubicBezTo>
                  <a:pt x="299677" y="1878127"/>
                  <a:pt x="286084" y="1864533"/>
                  <a:pt x="286084" y="1847763"/>
                </a:cubicBezTo>
                <a:cubicBezTo>
                  <a:pt x="286084" y="1830994"/>
                  <a:pt x="299677" y="1817400"/>
                  <a:pt x="316447" y="1817400"/>
                </a:cubicBezTo>
                <a:close/>
                <a:moveTo>
                  <a:pt x="243892" y="1817400"/>
                </a:moveTo>
                <a:cubicBezTo>
                  <a:pt x="260662" y="1817400"/>
                  <a:pt x="274256" y="1830994"/>
                  <a:pt x="274256" y="1847763"/>
                </a:cubicBezTo>
                <a:cubicBezTo>
                  <a:pt x="274256" y="1864533"/>
                  <a:pt x="260662" y="1878127"/>
                  <a:pt x="243892" y="1878127"/>
                </a:cubicBezTo>
                <a:cubicBezTo>
                  <a:pt x="227123" y="1878127"/>
                  <a:pt x="213529" y="1864533"/>
                  <a:pt x="213529" y="1847763"/>
                </a:cubicBezTo>
                <a:cubicBezTo>
                  <a:pt x="213529" y="1830994"/>
                  <a:pt x="227123" y="1817400"/>
                  <a:pt x="243892" y="1817400"/>
                </a:cubicBezTo>
                <a:close/>
                <a:moveTo>
                  <a:pt x="171339" y="1817400"/>
                </a:moveTo>
                <a:cubicBezTo>
                  <a:pt x="188107" y="1817400"/>
                  <a:pt x="201701" y="1830994"/>
                  <a:pt x="201701" y="1847763"/>
                </a:cubicBezTo>
                <a:cubicBezTo>
                  <a:pt x="201701" y="1864533"/>
                  <a:pt x="188107" y="1878127"/>
                  <a:pt x="171339" y="1878127"/>
                </a:cubicBezTo>
                <a:cubicBezTo>
                  <a:pt x="154583" y="1878127"/>
                  <a:pt x="140989" y="1864533"/>
                  <a:pt x="140989" y="1847763"/>
                </a:cubicBezTo>
                <a:cubicBezTo>
                  <a:pt x="140989" y="1830994"/>
                  <a:pt x="154583" y="1817400"/>
                  <a:pt x="171339" y="1817400"/>
                </a:cubicBezTo>
                <a:close/>
                <a:moveTo>
                  <a:pt x="98799" y="1817400"/>
                </a:moveTo>
                <a:cubicBezTo>
                  <a:pt x="115568" y="1817400"/>
                  <a:pt x="129162" y="1830994"/>
                  <a:pt x="129162" y="1847763"/>
                </a:cubicBezTo>
                <a:cubicBezTo>
                  <a:pt x="129162" y="1864533"/>
                  <a:pt x="115568" y="1878127"/>
                  <a:pt x="98799" y="1878127"/>
                </a:cubicBezTo>
                <a:cubicBezTo>
                  <a:pt x="82029" y="1878127"/>
                  <a:pt x="68435" y="1864533"/>
                  <a:pt x="68435" y="1847763"/>
                </a:cubicBezTo>
                <a:cubicBezTo>
                  <a:pt x="68435" y="1830994"/>
                  <a:pt x="82029" y="1817400"/>
                  <a:pt x="98799" y="1817400"/>
                </a:cubicBezTo>
                <a:close/>
                <a:moveTo>
                  <a:pt x="26245" y="1817400"/>
                </a:moveTo>
                <a:cubicBezTo>
                  <a:pt x="43014" y="1817400"/>
                  <a:pt x="56608" y="1830994"/>
                  <a:pt x="56608" y="1847763"/>
                </a:cubicBezTo>
                <a:cubicBezTo>
                  <a:pt x="56608" y="1864533"/>
                  <a:pt x="43014" y="1878127"/>
                  <a:pt x="26245" y="1878127"/>
                </a:cubicBezTo>
                <a:cubicBezTo>
                  <a:pt x="17860" y="1878127"/>
                  <a:pt x="10269" y="1874729"/>
                  <a:pt x="4775" y="1869234"/>
                </a:cubicBezTo>
                <a:lnTo>
                  <a:pt x="0" y="1857707"/>
                </a:lnTo>
                <a:lnTo>
                  <a:pt x="0" y="1837819"/>
                </a:lnTo>
                <a:lnTo>
                  <a:pt x="4775" y="1826293"/>
                </a:lnTo>
                <a:cubicBezTo>
                  <a:pt x="10269" y="1820799"/>
                  <a:pt x="17860" y="1817400"/>
                  <a:pt x="26245" y="1817400"/>
                </a:cubicBezTo>
                <a:close/>
                <a:moveTo>
                  <a:pt x="896883" y="1736948"/>
                </a:moveTo>
                <a:lnTo>
                  <a:pt x="903696" y="1738324"/>
                </a:lnTo>
                <a:lnTo>
                  <a:pt x="888255" y="1747704"/>
                </a:lnTo>
                <a:lnTo>
                  <a:pt x="871248" y="1755896"/>
                </a:lnTo>
                <a:lnTo>
                  <a:pt x="875413" y="1745841"/>
                </a:lnTo>
                <a:cubicBezTo>
                  <a:pt x="880908" y="1740347"/>
                  <a:pt x="888499" y="1736948"/>
                  <a:pt x="896883" y="1736948"/>
                </a:cubicBezTo>
                <a:close/>
                <a:moveTo>
                  <a:pt x="824329" y="1736948"/>
                </a:moveTo>
                <a:cubicBezTo>
                  <a:pt x="832714" y="1736948"/>
                  <a:pt x="840304" y="1740347"/>
                  <a:pt x="845799" y="1745841"/>
                </a:cubicBezTo>
                <a:lnTo>
                  <a:pt x="853504" y="1764444"/>
                </a:lnTo>
                <a:lnTo>
                  <a:pt x="802910" y="1788817"/>
                </a:lnTo>
                <a:lnTo>
                  <a:pt x="802858" y="1788782"/>
                </a:lnTo>
                <a:cubicBezTo>
                  <a:pt x="797364" y="1783287"/>
                  <a:pt x="793965" y="1775696"/>
                  <a:pt x="793965" y="1767312"/>
                </a:cubicBezTo>
                <a:cubicBezTo>
                  <a:pt x="793965" y="1750542"/>
                  <a:pt x="807559" y="1736948"/>
                  <a:pt x="824329" y="1736948"/>
                </a:cubicBezTo>
                <a:close/>
                <a:moveTo>
                  <a:pt x="751774" y="1736948"/>
                </a:moveTo>
                <a:cubicBezTo>
                  <a:pt x="768544" y="1736948"/>
                  <a:pt x="782138" y="1750542"/>
                  <a:pt x="782138" y="1767312"/>
                </a:cubicBezTo>
                <a:cubicBezTo>
                  <a:pt x="782138" y="1784081"/>
                  <a:pt x="768544" y="1797675"/>
                  <a:pt x="751774" y="1797675"/>
                </a:cubicBezTo>
                <a:cubicBezTo>
                  <a:pt x="735005" y="1797675"/>
                  <a:pt x="721411" y="1784081"/>
                  <a:pt x="721411" y="1767312"/>
                </a:cubicBezTo>
                <a:cubicBezTo>
                  <a:pt x="721411" y="1750542"/>
                  <a:pt x="735005" y="1736948"/>
                  <a:pt x="751774" y="1736948"/>
                </a:cubicBezTo>
                <a:close/>
                <a:moveTo>
                  <a:pt x="679220" y="1736948"/>
                </a:moveTo>
                <a:cubicBezTo>
                  <a:pt x="695989" y="1736948"/>
                  <a:pt x="709583" y="1750542"/>
                  <a:pt x="709583" y="1767312"/>
                </a:cubicBezTo>
                <a:cubicBezTo>
                  <a:pt x="709583" y="1784081"/>
                  <a:pt x="695989" y="1797675"/>
                  <a:pt x="679220" y="1797675"/>
                </a:cubicBezTo>
                <a:cubicBezTo>
                  <a:pt x="662450" y="1797675"/>
                  <a:pt x="648856" y="1784081"/>
                  <a:pt x="648856" y="1767312"/>
                </a:cubicBezTo>
                <a:cubicBezTo>
                  <a:pt x="648856" y="1750542"/>
                  <a:pt x="662450" y="1736948"/>
                  <a:pt x="679220" y="1736948"/>
                </a:cubicBezTo>
                <a:close/>
                <a:moveTo>
                  <a:pt x="606665" y="1736948"/>
                </a:moveTo>
                <a:cubicBezTo>
                  <a:pt x="623435" y="1736948"/>
                  <a:pt x="637029" y="1750542"/>
                  <a:pt x="637029" y="1767312"/>
                </a:cubicBezTo>
                <a:cubicBezTo>
                  <a:pt x="637029" y="1784081"/>
                  <a:pt x="623435" y="1797675"/>
                  <a:pt x="606665" y="1797675"/>
                </a:cubicBezTo>
                <a:cubicBezTo>
                  <a:pt x="589896" y="1797675"/>
                  <a:pt x="576302" y="1784081"/>
                  <a:pt x="576302" y="1767312"/>
                </a:cubicBezTo>
                <a:cubicBezTo>
                  <a:pt x="576302" y="1750542"/>
                  <a:pt x="589896" y="1736948"/>
                  <a:pt x="606665" y="1736948"/>
                </a:cubicBezTo>
                <a:close/>
                <a:moveTo>
                  <a:pt x="534111" y="1736948"/>
                </a:moveTo>
                <a:cubicBezTo>
                  <a:pt x="550880" y="1736948"/>
                  <a:pt x="564474" y="1750542"/>
                  <a:pt x="564474" y="1767312"/>
                </a:cubicBezTo>
                <a:cubicBezTo>
                  <a:pt x="564474" y="1784081"/>
                  <a:pt x="550880" y="1797675"/>
                  <a:pt x="534111" y="1797675"/>
                </a:cubicBezTo>
                <a:cubicBezTo>
                  <a:pt x="517341" y="1797675"/>
                  <a:pt x="503747" y="1784081"/>
                  <a:pt x="503747" y="1767312"/>
                </a:cubicBezTo>
                <a:cubicBezTo>
                  <a:pt x="503747" y="1750542"/>
                  <a:pt x="517341" y="1736948"/>
                  <a:pt x="534111" y="1736948"/>
                </a:cubicBezTo>
                <a:close/>
                <a:moveTo>
                  <a:pt x="461556" y="1736948"/>
                </a:moveTo>
                <a:cubicBezTo>
                  <a:pt x="478326" y="1736948"/>
                  <a:pt x="491920" y="1750542"/>
                  <a:pt x="491920" y="1767312"/>
                </a:cubicBezTo>
                <a:cubicBezTo>
                  <a:pt x="491920" y="1784081"/>
                  <a:pt x="478326" y="1797675"/>
                  <a:pt x="461556" y="1797675"/>
                </a:cubicBezTo>
                <a:cubicBezTo>
                  <a:pt x="444787" y="1797675"/>
                  <a:pt x="431192" y="1784081"/>
                  <a:pt x="431192" y="1767312"/>
                </a:cubicBezTo>
                <a:cubicBezTo>
                  <a:pt x="431192" y="1750542"/>
                  <a:pt x="444787" y="1736948"/>
                  <a:pt x="461556" y="1736948"/>
                </a:cubicBezTo>
                <a:close/>
                <a:moveTo>
                  <a:pt x="389002" y="1736948"/>
                </a:moveTo>
                <a:cubicBezTo>
                  <a:pt x="405771" y="1736948"/>
                  <a:pt x="419365" y="1750542"/>
                  <a:pt x="419365" y="1767312"/>
                </a:cubicBezTo>
                <a:cubicBezTo>
                  <a:pt x="419365" y="1784081"/>
                  <a:pt x="405771" y="1797675"/>
                  <a:pt x="389002" y="1797675"/>
                </a:cubicBezTo>
                <a:cubicBezTo>
                  <a:pt x="372232" y="1797675"/>
                  <a:pt x="358638" y="1784081"/>
                  <a:pt x="358638" y="1767312"/>
                </a:cubicBezTo>
                <a:cubicBezTo>
                  <a:pt x="358638" y="1750542"/>
                  <a:pt x="372232" y="1736948"/>
                  <a:pt x="389002" y="1736948"/>
                </a:cubicBezTo>
                <a:close/>
                <a:moveTo>
                  <a:pt x="316447" y="1736948"/>
                </a:moveTo>
                <a:cubicBezTo>
                  <a:pt x="333216" y="1736948"/>
                  <a:pt x="346810" y="1750542"/>
                  <a:pt x="346810" y="1767312"/>
                </a:cubicBezTo>
                <a:cubicBezTo>
                  <a:pt x="346810" y="1784081"/>
                  <a:pt x="333216" y="1797675"/>
                  <a:pt x="316447" y="1797675"/>
                </a:cubicBezTo>
                <a:cubicBezTo>
                  <a:pt x="299677" y="1797675"/>
                  <a:pt x="286084" y="1784081"/>
                  <a:pt x="286084" y="1767312"/>
                </a:cubicBezTo>
                <a:cubicBezTo>
                  <a:pt x="286084" y="1750542"/>
                  <a:pt x="299677" y="1736948"/>
                  <a:pt x="316447" y="1736948"/>
                </a:cubicBezTo>
                <a:close/>
                <a:moveTo>
                  <a:pt x="243892" y="1736948"/>
                </a:moveTo>
                <a:cubicBezTo>
                  <a:pt x="260662" y="1736948"/>
                  <a:pt x="274256" y="1750542"/>
                  <a:pt x="274256" y="1767312"/>
                </a:cubicBezTo>
                <a:cubicBezTo>
                  <a:pt x="274256" y="1784081"/>
                  <a:pt x="260662" y="1797675"/>
                  <a:pt x="243892" y="1797675"/>
                </a:cubicBezTo>
                <a:cubicBezTo>
                  <a:pt x="227123" y="1797675"/>
                  <a:pt x="213529" y="1784081"/>
                  <a:pt x="213529" y="1767312"/>
                </a:cubicBezTo>
                <a:cubicBezTo>
                  <a:pt x="213529" y="1750542"/>
                  <a:pt x="227123" y="1736948"/>
                  <a:pt x="243892" y="1736948"/>
                </a:cubicBezTo>
                <a:close/>
                <a:moveTo>
                  <a:pt x="171339" y="1736948"/>
                </a:moveTo>
                <a:cubicBezTo>
                  <a:pt x="188107" y="1736948"/>
                  <a:pt x="201701" y="1750542"/>
                  <a:pt x="201701" y="1767312"/>
                </a:cubicBezTo>
                <a:cubicBezTo>
                  <a:pt x="201701" y="1784081"/>
                  <a:pt x="188107" y="1797675"/>
                  <a:pt x="171339" y="1797675"/>
                </a:cubicBezTo>
                <a:cubicBezTo>
                  <a:pt x="154588" y="1797675"/>
                  <a:pt x="140995" y="1784081"/>
                  <a:pt x="140995" y="1767312"/>
                </a:cubicBezTo>
                <a:cubicBezTo>
                  <a:pt x="140995" y="1750542"/>
                  <a:pt x="154588" y="1736948"/>
                  <a:pt x="171339" y="1736948"/>
                </a:cubicBezTo>
                <a:close/>
                <a:moveTo>
                  <a:pt x="98806" y="1736948"/>
                </a:moveTo>
                <a:cubicBezTo>
                  <a:pt x="115574" y="1736948"/>
                  <a:pt x="129168" y="1750542"/>
                  <a:pt x="129168" y="1767312"/>
                </a:cubicBezTo>
                <a:cubicBezTo>
                  <a:pt x="129168" y="1784081"/>
                  <a:pt x="115574" y="1797675"/>
                  <a:pt x="98806" y="1797675"/>
                </a:cubicBezTo>
                <a:cubicBezTo>
                  <a:pt x="82035" y="1797675"/>
                  <a:pt x="68442" y="1784081"/>
                  <a:pt x="68442" y="1767312"/>
                </a:cubicBezTo>
                <a:cubicBezTo>
                  <a:pt x="68442" y="1750542"/>
                  <a:pt x="82035" y="1736948"/>
                  <a:pt x="98806" y="1736948"/>
                </a:cubicBezTo>
                <a:close/>
                <a:moveTo>
                  <a:pt x="26251" y="1736948"/>
                </a:moveTo>
                <a:cubicBezTo>
                  <a:pt x="43020" y="1736948"/>
                  <a:pt x="56614" y="1750542"/>
                  <a:pt x="56614" y="1767312"/>
                </a:cubicBezTo>
                <a:cubicBezTo>
                  <a:pt x="56614" y="1784081"/>
                  <a:pt x="43020" y="1797675"/>
                  <a:pt x="26251" y="1797675"/>
                </a:cubicBezTo>
                <a:cubicBezTo>
                  <a:pt x="17866" y="1797675"/>
                  <a:pt x="10276" y="1794277"/>
                  <a:pt x="4781" y="1788782"/>
                </a:cubicBezTo>
                <a:lnTo>
                  <a:pt x="0" y="1777239"/>
                </a:lnTo>
                <a:lnTo>
                  <a:pt x="0" y="1757384"/>
                </a:lnTo>
                <a:lnTo>
                  <a:pt x="4781" y="1745841"/>
                </a:lnTo>
                <a:cubicBezTo>
                  <a:pt x="10276" y="1740347"/>
                  <a:pt x="17866" y="1736948"/>
                  <a:pt x="26251" y="1736948"/>
                </a:cubicBezTo>
                <a:close/>
                <a:moveTo>
                  <a:pt x="1030341" y="1658849"/>
                </a:moveTo>
                <a:lnTo>
                  <a:pt x="1020041" y="1666551"/>
                </a:lnTo>
                <a:lnTo>
                  <a:pt x="1020522" y="1665390"/>
                </a:lnTo>
                <a:cubicBezTo>
                  <a:pt x="1023269" y="1662642"/>
                  <a:pt x="1026541" y="1660419"/>
                  <a:pt x="1030173" y="1658883"/>
                </a:cubicBezTo>
                <a:close/>
                <a:moveTo>
                  <a:pt x="969438" y="1656497"/>
                </a:moveTo>
                <a:cubicBezTo>
                  <a:pt x="977823" y="1656497"/>
                  <a:pt x="985413" y="1659895"/>
                  <a:pt x="990908" y="1665390"/>
                </a:cubicBezTo>
                <a:lnTo>
                  <a:pt x="997511" y="1681329"/>
                </a:lnTo>
                <a:lnTo>
                  <a:pt x="950384" y="1709959"/>
                </a:lnTo>
                <a:lnTo>
                  <a:pt x="947968" y="1708330"/>
                </a:lnTo>
                <a:cubicBezTo>
                  <a:pt x="942473" y="1702836"/>
                  <a:pt x="939075" y="1695245"/>
                  <a:pt x="939075" y="1686860"/>
                </a:cubicBezTo>
                <a:cubicBezTo>
                  <a:pt x="939075" y="1670091"/>
                  <a:pt x="952669" y="1656497"/>
                  <a:pt x="969438" y="1656497"/>
                </a:cubicBezTo>
                <a:close/>
                <a:moveTo>
                  <a:pt x="896883" y="1656497"/>
                </a:moveTo>
                <a:cubicBezTo>
                  <a:pt x="913653" y="1656497"/>
                  <a:pt x="927247" y="1670091"/>
                  <a:pt x="927247" y="1686860"/>
                </a:cubicBezTo>
                <a:cubicBezTo>
                  <a:pt x="927247" y="1703630"/>
                  <a:pt x="913653" y="1717224"/>
                  <a:pt x="896883" y="1717224"/>
                </a:cubicBezTo>
                <a:cubicBezTo>
                  <a:pt x="880114" y="1717224"/>
                  <a:pt x="866520" y="1703630"/>
                  <a:pt x="866520" y="1686860"/>
                </a:cubicBezTo>
                <a:cubicBezTo>
                  <a:pt x="866520" y="1670091"/>
                  <a:pt x="880114" y="1656497"/>
                  <a:pt x="896883" y="1656497"/>
                </a:cubicBezTo>
                <a:close/>
                <a:moveTo>
                  <a:pt x="824329" y="1656497"/>
                </a:moveTo>
                <a:cubicBezTo>
                  <a:pt x="841098" y="1656497"/>
                  <a:pt x="854692" y="1670091"/>
                  <a:pt x="854692" y="1686860"/>
                </a:cubicBezTo>
                <a:cubicBezTo>
                  <a:pt x="854692" y="1703630"/>
                  <a:pt x="841098" y="1717224"/>
                  <a:pt x="824329" y="1717224"/>
                </a:cubicBezTo>
                <a:cubicBezTo>
                  <a:pt x="807559" y="1717224"/>
                  <a:pt x="793965" y="1703630"/>
                  <a:pt x="793965" y="1686860"/>
                </a:cubicBezTo>
                <a:cubicBezTo>
                  <a:pt x="793965" y="1670091"/>
                  <a:pt x="807559" y="1656497"/>
                  <a:pt x="824329" y="1656497"/>
                </a:cubicBezTo>
                <a:close/>
                <a:moveTo>
                  <a:pt x="751774" y="1656497"/>
                </a:moveTo>
                <a:cubicBezTo>
                  <a:pt x="768544" y="1656497"/>
                  <a:pt x="782138" y="1670091"/>
                  <a:pt x="782138" y="1686860"/>
                </a:cubicBezTo>
                <a:cubicBezTo>
                  <a:pt x="782138" y="1703630"/>
                  <a:pt x="768544" y="1717224"/>
                  <a:pt x="751774" y="1717224"/>
                </a:cubicBezTo>
                <a:cubicBezTo>
                  <a:pt x="735005" y="1717224"/>
                  <a:pt x="721411" y="1703630"/>
                  <a:pt x="721411" y="1686860"/>
                </a:cubicBezTo>
                <a:cubicBezTo>
                  <a:pt x="721411" y="1670091"/>
                  <a:pt x="735005" y="1656497"/>
                  <a:pt x="751774" y="1656497"/>
                </a:cubicBezTo>
                <a:close/>
                <a:moveTo>
                  <a:pt x="679220" y="1656497"/>
                </a:moveTo>
                <a:cubicBezTo>
                  <a:pt x="695989" y="1656497"/>
                  <a:pt x="709583" y="1670091"/>
                  <a:pt x="709583" y="1686860"/>
                </a:cubicBezTo>
                <a:cubicBezTo>
                  <a:pt x="709583" y="1703630"/>
                  <a:pt x="695989" y="1717224"/>
                  <a:pt x="679220" y="1717224"/>
                </a:cubicBezTo>
                <a:cubicBezTo>
                  <a:pt x="662450" y="1717224"/>
                  <a:pt x="648856" y="1703630"/>
                  <a:pt x="648856" y="1686860"/>
                </a:cubicBezTo>
                <a:cubicBezTo>
                  <a:pt x="648856" y="1670091"/>
                  <a:pt x="662450" y="1656497"/>
                  <a:pt x="679220" y="1656497"/>
                </a:cubicBezTo>
                <a:close/>
                <a:moveTo>
                  <a:pt x="606665" y="1656497"/>
                </a:moveTo>
                <a:cubicBezTo>
                  <a:pt x="623435" y="1656497"/>
                  <a:pt x="637029" y="1670091"/>
                  <a:pt x="637029" y="1686860"/>
                </a:cubicBezTo>
                <a:cubicBezTo>
                  <a:pt x="637029" y="1703630"/>
                  <a:pt x="623435" y="1717224"/>
                  <a:pt x="606665" y="1717224"/>
                </a:cubicBezTo>
                <a:cubicBezTo>
                  <a:pt x="589896" y="1717224"/>
                  <a:pt x="576302" y="1703630"/>
                  <a:pt x="576302" y="1686860"/>
                </a:cubicBezTo>
                <a:cubicBezTo>
                  <a:pt x="576302" y="1670091"/>
                  <a:pt x="589896" y="1656497"/>
                  <a:pt x="606665" y="1656497"/>
                </a:cubicBezTo>
                <a:close/>
                <a:moveTo>
                  <a:pt x="534111" y="1656497"/>
                </a:moveTo>
                <a:cubicBezTo>
                  <a:pt x="550880" y="1656497"/>
                  <a:pt x="564474" y="1670091"/>
                  <a:pt x="564474" y="1686860"/>
                </a:cubicBezTo>
                <a:cubicBezTo>
                  <a:pt x="564474" y="1703630"/>
                  <a:pt x="550880" y="1717224"/>
                  <a:pt x="534111" y="1717224"/>
                </a:cubicBezTo>
                <a:cubicBezTo>
                  <a:pt x="517341" y="1717224"/>
                  <a:pt x="503747" y="1703630"/>
                  <a:pt x="503747" y="1686860"/>
                </a:cubicBezTo>
                <a:cubicBezTo>
                  <a:pt x="503747" y="1670091"/>
                  <a:pt x="517341" y="1656497"/>
                  <a:pt x="534111" y="1656497"/>
                </a:cubicBezTo>
                <a:close/>
                <a:moveTo>
                  <a:pt x="461556" y="1656497"/>
                </a:moveTo>
                <a:cubicBezTo>
                  <a:pt x="478326" y="1656497"/>
                  <a:pt x="491920" y="1670091"/>
                  <a:pt x="491920" y="1686860"/>
                </a:cubicBezTo>
                <a:cubicBezTo>
                  <a:pt x="491920" y="1703630"/>
                  <a:pt x="478326" y="1717224"/>
                  <a:pt x="461556" y="1717224"/>
                </a:cubicBezTo>
                <a:cubicBezTo>
                  <a:pt x="444787" y="1717224"/>
                  <a:pt x="431192" y="1703630"/>
                  <a:pt x="431192" y="1686860"/>
                </a:cubicBezTo>
                <a:cubicBezTo>
                  <a:pt x="431192" y="1670091"/>
                  <a:pt x="444787" y="1656497"/>
                  <a:pt x="461556" y="1656497"/>
                </a:cubicBezTo>
                <a:close/>
                <a:moveTo>
                  <a:pt x="389002" y="1656497"/>
                </a:moveTo>
                <a:cubicBezTo>
                  <a:pt x="405771" y="1656497"/>
                  <a:pt x="419365" y="1670091"/>
                  <a:pt x="419365" y="1686860"/>
                </a:cubicBezTo>
                <a:cubicBezTo>
                  <a:pt x="419365" y="1703630"/>
                  <a:pt x="405771" y="1717224"/>
                  <a:pt x="389002" y="1717224"/>
                </a:cubicBezTo>
                <a:cubicBezTo>
                  <a:pt x="372232" y="1717224"/>
                  <a:pt x="358638" y="1703630"/>
                  <a:pt x="358638" y="1686860"/>
                </a:cubicBezTo>
                <a:cubicBezTo>
                  <a:pt x="358638" y="1670091"/>
                  <a:pt x="372232" y="1656497"/>
                  <a:pt x="389002" y="1656497"/>
                </a:cubicBezTo>
                <a:close/>
                <a:moveTo>
                  <a:pt x="316447" y="1656497"/>
                </a:moveTo>
                <a:cubicBezTo>
                  <a:pt x="333216" y="1656497"/>
                  <a:pt x="346810" y="1670091"/>
                  <a:pt x="346810" y="1686860"/>
                </a:cubicBezTo>
                <a:cubicBezTo>
                  <a:pt x="346810" y="1703630"/>
                  <a:pt x="333216" y="1717224"/>
                  <a:pt x="316447" y="1717224"/>
                </a:cubicBezTo>
                <a:cubicBezTo>
                  <a:pt x="299677" y="1717224"/>
                  <a:pt x="286084" y="1703630"/>
                  <a:pt x="286084" y="1686860"/>
                </a:cubicBezTo>
                <a:cubicBezTo>
                  <a:pt x="286084" y="1670091"/>
                  <a:pt x="299677" y="1656497"/>
                  <a:pt x="316447" y="1656497"/>
                </a:cubicBezTo>
                <a:close/>
                <a:moveTo>
                  <a:pt x="243892" y="1656497"/>
                </a:moveTo>
                <a:cubicBezTo>
                  <a:pt x="260662" y="1656497"/>
                  <a:pt x="274256" y="1670091"/>
                  <a:pt x="274256" y="1686860"/>
                </a:cubicBezTo>
                <a:cubicBezTo>
                  <a:pt x="274256" y="1703630"/>
                  <a:pt x="260662" y="1717224"/>
                  <a:pt x="243892" y="1717224"/>
                </a:cubicBezTo>
                <a:cubicBezTo>
                  <a:pt x="227123" y="1717224"/>
                  <a:pt x="213529" y="1703630"/>
                  <a:pt x="213529" y="1686860"/>
                </a:cubicBezTo>
                <a:cubicBezTo>
                  <a:pt x="213529" y="1670091"/>
                  <a:pt x="227123" y="1656497"/>
                  <a:pt x="243892" y="1656497"/>
                </a:cubicBezTo>
                <a:close/>
                <a:moveTo>
                  <a:pt x="171339" y="1656497"/>
                </a:moveTo>
                <a:cubicBezTo>
                  <a:pt x="188107" y="1656497"/>
                  <a:pt x="201701" y="1670091"/>
                  <a:pt x="201701" y="1686860"/>
                </a:cubicBezTo>
                <a:cubicBezTo>
                  <a:pt x="201701" y="1703630"/>
                  <a:pt x="188107" y="1717224"/>
                  <a:pt x="171339" y="1717224"/>
                </a:cubicBezTo>
                <a:cubicBezTo>
                  <a:pt x="154594" y="1717224"/>
                  <a:pt x="141001" y="1703630"/>
                  <a:pt x="141001" y="1686860"/>
                </a:cubicBezTo>
                <a:cubicBezTo>
                  <a:pt x="141001" y="1670091"/>
                  <a:pt x="154594" y="1656497"/>
                  <a:pt x="171339" y="1656497"/>
                </a:cubicBezTo>
                <a:close/>
                <a:moveTo>
                  <a:pt x="98812" y="1656497"/>
                </a:moveTo>
                <a:cubicBezTo>
                  <a:pt x="115580" y="1656497"/>
                  <a:pt x="129174" y="1670091"/>
                  <a:pt x="129174" y="1686860"/>
                </a:cubicBezTo>
                <a:cubicBezTo>
                  <a:pt x="129174" y="1703630"/>
                  <a:pt x="115580" y="1717224"/>
                  <a:pt x="98812" y="1717224"/>
                </a:cubicBezTo>
                <a:cubicBezTo>
                  <a:pt x="82042" y="1717224"/>
                  <a:pt x="68448" y="1703630"/>
                  <a:pt x="68448" y="1686860"/>
                </a:cubicBezTo>
                <a:cubicBezTo>
                  <a:pt x="68448" y="1670091"/>
                  <a:pt x="82042" y="1656497"/>
                  <a:pt x="98812" y="1656497"/>
                </a:cubicBezTo>
                <a:close/>
                <a:moveTo>
                  <a:pt x="26257" y="1656497"/>
                </a:moveTo>
                <a:cubicBezTo>
                  <a:pt x="43026" y="1656497"/>
                  <a:pt x="56620" y="1670091"/>
                  <a:pt x="56620" y="1686860"/>
                </a:cubicBezTo>
                <a:cubicBezTo>
                  <a:pt x="56620" y="1703630"/>
                  <a:pt x="43026" y="1717224"/>
                  <a:pt x="26257" y="1717224"/>
                </a:cubicBezTo>
                <a:cubicBezTo>
                  <a:pt x="17873" y="1717224"/>
                  <a:pt x="10282" y="1713826"/>
                  <a:pt x="4787" y="1708331"/>
                </a:cubicBezTo>
                <a:lnTo>
                  <a:pt x="0" y="1696773"/>
                </a:lnTo>
                <a:lnTo>
                  <a:pt x="0" y="1676947"/>
                </a:lnTo>
                <a:lnTo>
                  <a:pt x="4787" y="1665390"/>
                </a:lnTo>
                <a:cubicBezTo>
                  <a:pt x="10282" y="1659896"/>
                  <a:pt x="17873" y="1656497"/>
                  <a:pt x="26257" y="1656497"/>
                </a:cubicBezTo>
                <a:close/>
                <a:moveTo>
                  <a:pt x="1114547" y="1576045"/>
                </a:moveTo>
                <a:cubicBezTo>
                  <a:pt x="1118739" y="1576045"/>
                  <a:pt x="1122733" y="1576894"/>
                  <a:pt x="1126366" y="1578431"/>
                </a:cubicBezTo>
                <a:lnTo>
                  <a:pt x="1131977" y="1582214"/>
                </a:lnTo>
                <a:lnTo>
                  <a:pt x="1128051" y="1585783"/>
                </a:lnTo>
                <a:lnTo>
                  <a:pt x="1088035" y="1615706"/>
                </a:lnTo>
                <a:lnTo>
                  <a:pt x="1084184" y="1606408"/>
                </a:lnTo>
                <a:cubicBezTo>
                  <a:pt x="1084184" y="1589639"/>
                  <a:pt x="1097778" y="1576045"/>
                  <a:pt x="1114547" y="1576045"/>
                </a:cubicBezTo>
                <a:close/>
                <a:moveTo>
                  <a:pt x="1041993" y="1576045"/>
                </a:moveTo>
                <a:cubicBezTo>
                  <a:pt x="1058762" y="1576045"/>
                  <a:pt x="1072356" y="1589639"/>
                  <a:pt x="1072356" y="1606408"/>
                </a:cubicBezTo>
                <a:cubicBezTo>
                  <a:pt x="1072356" y="1623178"/>
                  <a:pt x="1058762" y="1636772"/>
                  <a:pt x="1041993" y="1636772"/>
                </a:cubicBezTo>
                <a:cubicBezTo>
                  <a:pt x="1025223" y="1636772"/>
                  <a:pt x="1011629" y="1623178"/>
                  <a:pt x="1011629" y="1606408"/>
                </a:cubicBezTo>
                <a:cubicBezTo>
                  <a:pt x="1011629" y="1589639"/>
                  <a:pt x="1025223" y="1576045"/>
                  <a:pt x="1041993" y="1576045"/>
                </a:cubicBezTo>
                <a:close/>
                <a:moveTo>
                  <a:pt x="969438" y="1576045"/>
                </a:moveTo>
                <a:cubicBezTo>
                  <a:pt x="986208" y="1576045"/>
                  <a:pt x="999801" y="1589639"/>
                  <a:pt x="999801" y="1606408"/>
                </a:cubicBezTo>
                <a:cubicBezTo>
                  <a:pt x="999801" y="1623178"/>
                  <a:pt x="986208" y="1636772"/>
                  <a:pt x="969438" y="1636772"/>
                </a:cubicBezTo>
                <a:cubicBezTo>
                  <a:pt x="952669" y="1636772"/>
                  <a:pt x="939075" y="1623178"/>
                  <a:pt x="939075" y="1606408"/>
                </a:cubicBezTo>
                <a:cubicBezTo>
                  <a:pt x="939075" y="1589639"/>
                  <a:pt x="952669" y="1576045"/>
                  <a:pt x="969438" y="1576045"/>
                </a:cubicBezTo>
                <a:close/>
                <a:moveTo>
                  <a:pt x="896883" y="1576045"/>
                </a:moveTo>
                <a:cubicBezTo>
                  <a:pt x="913653" y="1576045"/>
                  <a:pt x="927247" y="1589639"/>
                  <a:pt x="927247" y="1606408"/>
                </a:cubicBezTo>
                <a:cubicBezTo>
                  <a:pt x="927247" y="1623178"/>
                  <a:pt x="913653" y="1636772"/>
                  <a:pt x="896883" y="1636772"/>
                </a:cubicBezTo>
                <a:cubicBezTo>
                  <a:pt x="880114" y="1636772"/>
                  <a:pt x="866520" y="1623178"/>
                  <a:pt x="866520" y="1606408"/>
                </a:cubicBezTo>
                <a:cubicBezTo>
                  <a:pt x="866520" y="1589639"/>
                  <a:pt x="880114" y="1576045"/>
                  <a:pt x="896883" y="1576045"/>
                </a:cubicBezTo>
                <a:close/>
                <a:moveTo>
                  <a:pt x="824329" y="1576045"/>
                </a:moveTo>
                <a:cubicBezTo>
                  <a:pt x="841098" y="1576045"/>
                  <a:pt x="854692" y="1589639"/>
                  <a:pt x="854692" y="1606408"/>
                </a:cubicBezTo>
                <a:cubicBezTo>
                  <a:pt x="854692" y="1623178"/>
                  <a:pt x="841098" y="1636772"/>
                  <a:pt x="824329" y="1636772"/>
                </a:cubicBezTo>
                <a:cubicBezTo>
                  <a:pt x="807559" y="1636772"/>
                  <a:pt x="793965" y="1623178"/>
                  <a:pt x="793965" y="1606408"/>
                </a:cubicBezTo>
                <a:cubicBezTo>
                  <a:pt x="793965" y="1589639"/>
                  <a:pt x="807559" y="1576045"/>
                  <a:pt x="824329" y="1576045"/>
                </a:cubicBezTo>
                <a:close/>
                <a:moveTo>
                  <a:pt x="751774" y="1576045"/>
                </a:moveTo>
                <a:cubicBezTo>
                  <a:pt x="768544" y="1576045"/>
                  <a:pt x="782138" y="1589639"/>
                  <a:pt x="782138" y="1606408"/>
                </a:cubicBezTo>
                <a:cubicBezTo>
                  <a:pt x="782138" y="1623178"/>
                  <a:pt x="768544" y="1636772"/>
                  <a:pt x="751774" y="1636772"/>
                </a:cubicBezTo>
                <a:cubicBezTo>
                  <a:pt x="735005" y="1636772"/>
                  <a:pt x="721411" y="1623178"/>
                  <a:pt x="721411" y="1606408"/>
                </a:cubicBezTo>
                <a:cubicBezTo>
                  <a:pt x="721411" y="1589639"/>
                  <a:pt x="735005" y="1576045"/>
                  <a:pt x="751774" y="1576045"/>
                </a:cubicBezTo>
                <a:close/>
                <a:moveTo>
                  <a:pt x="679220" y="1576045"/>
                </a:moveTo>
                <a:cubicBezTo>
                  <a:pt x="695989" y="1576045"/>
                  <a:pt x="709583" y="1589639"/>
                  <a:pt x="709583" y="1606408"/>
                </a:cubicBezTo>
                <a:cubicBezTo>
                  <a:pt x="709583" y="1623178"/>
                  <a:pt x="695989" y="1636772"/>
                  <a:pt x="679220" y="1636772"/>
                </a:cubicBezTo>
                <a:cubicBezTo>
                  <a:pt x="662450" y="1636772"/>
                  <a:pt x="648856" y="1623178"/>
                  <a:pt x="648856" y="1606408"/>
                </a:cubicBezTo>
                <a:cubicBezTo>
                  <a:pt x="648856" y="1589639"/>
                  <a:pt x="662450" y="1576045"/>
                  <a:pt x="679220" y="1576045"/>
                </a:cubicBezTo>
                <a:close/>
                <a:moveTo>
                  <a:pt x="606665" y="1576045"/>
                </a:moveTo>
                <a:cubicBezTo>
                  <a:pt x="623435" y="1576045"/>
                  <a:pt x="637029" y="1589639"/>
                  <a:pt x="637029" y="1606408"/>
                </a:cubicBezTo>
                <a:cubicBezTo>
                  <a:pt x="637029" y="1623178"/>
                  <a:pt x="623435" y="1636772"/>
                  <a:pt x="606665" y="1636772"/>
                </a:cubicBezTo>
                <a:cubicBezTo>
                  <a:pt x="589896" y="1636772"/>
                  <a:pt x="576302" y="1623178"/>
                  <a:pt x="576302" y="1606408"/>
                </a:cubicBezTo>
                <a:cubicBezTo>
                  <a:pt x="576302" y="1589639"/>
                  <a:pt x="589896" y="1576045"/>
                  <a:pt x="606665" y="1576045"/>
                </a:cubicBezTo>
                <a:close/>
                <a:moveTo>
                  <a:pt x="534111" y="1576045"/>
                </a:moveTo>
                <a:cubicBezTo>
                  <a:pt x="550880" y="1576045"/>
                  <a:pt x="564474" y="1589639"/>
                  <a:pt x="564474" y="1606408"/>
                </a:cubicBezTo>
                <a:cubicBezTo>
                  <a:pt x="564474" y="1623178"/>
                  <a:pt x="550880" y="1636772"/>
                  <a:pt x="534111" y="1636772"/>
                </a:cubicBezTo>
                <a:cubicBezTo>
                  <a:pt x="517341" y="1636772"/>
                  <a:pt x="503747" y="1623178"/>
                  <a:pt x="503747" y="1606408"/>
                </a:cubicBezTo>
                <a:cubicBezTo>
                  <a:pt x="503747" y="1589639"/>
                  <a:pt x="517341" y="1576045"/>
                  <a:pt x="534111" y="1576045"/>
                </a:cubicBezTo>
                <a:close/>
                <a:moveTo>
                  <a:pt x="461556" y="1576045"/>
                </a:moveTo>
                <a:cubicBezTo>
                  <a:pt x="478326" y="1576045"/>
                  <a:pt x="491920" y="1589639"/>
                  <a:pt x="491920" y="1606408"/>
                </a:cubicBezTo>
                <a:cubicBezTo>
                  <a:pt x="491920" y="1623178"/>
                  <a:pt x="478326" y="1636772"/>
                  <a:pt x="461556" y="1636772"/>
                </a:cubicBezTo>
                <a:cubicBezTo>
                  <a:pt x="444787" y="1636772"/>
                  <a:pt x="431192" y="1623178"/>
                  <a:pt x="431192" y="1606408"/>
                </a:cubicBezTo>
                <a:cubicBezTo>
                  <a:pt x="431192" y="1589639"/>
                  <a:pt x="444787" y="1576045"/>
                  <a:pt x="461556" y="1576045"/>
                </a:cubicBezTo>
                <a:close/>
                <a:moveTo>
                  <a:pt x="389002" y="1576045"/>
                </a:moveTo>
                <a:cubicBezTo>
                  <a:pt x="405771" y="1576045"/>
                  <a:pt x="419365" y="1589639"/>
                  <a:pt x="419365" y="1606408"/>
                </a:cubicBezTo>
                <a:cubicBezTo>
                  <a:pt x="419365" y="1623178"/>
                  <a:pt x="405771" y="1636772"/>
                  <a:pt x="389002" y="1636772"/>
                </a:cubicBezTo>
                <a:cubicBezTo>
                  <a:pt x="372232" y="1636772"/>
                  <a:pt x="358638" y="1623178"/>
                  <a:pt x="358638" y="1606408"/>
                </a:cubicBezTo>
                <a:cubicBezTo>
                  <a:pt x="358638" y="1589639"/>
                  <a:pt x="372232" y="1576045"/>
                  <a:pt x="389002" y="1576045"/>
                </a:cubicBezTo>
                <a:close/>
                <a:moveTo>
                  <a:pt x="316447" y="1576045"/>
                </a:moveTo>
                <a:cubicBezTo>
                  <a:pt x="333216" y="1576045"/>
                  <a:pt x="346810" y="1589639"/>
                  <a:pt x="346810" y="1606408"/>
                </a:cubicBezTo>
                <a:cubicBezTo>
                  <a:pt x="346810" y="1623178"/>
                  <a:pt x="333216" y="1636772"/>
                  <a:pt x="316447" y="1636772"/>
                </a:cubicBezTo>
                <a:cubicBezTo>
                  <a:pt x="299677" y="1636772"/>
                  <a:pt x="286084" y="1623178"/>
                  <a:pt x="286084" y="1606408"/>
                </a:cubicBezTo>
                <a:cubicBezTo>
                  <a:pt x="286084" y="1589639"/>
                  <a:pt x="299677" y="1576045"/>
                  <a:pt x="316447" y="1576045"/>
                </a:cubicBezTo>
                <a:close/>
                <a:moveTo>
                  <a:pt x="243892" y="1576045"/>
                </a:moveTo>
                <a:cubicBezTo>
                  <a:pt x="260662" y="1576045"/>
                  <a:pt x="274256" y="1589639"/>
                  <a:pt x="274256" y="1606408"/>
                </a:cubicBezTo>
                <a:cubicBezTo>
                  <a:pt x="274256" y="1623178"/>
                  <a:pt x="260662" y="1636772"/>
                  <a:pt x="243892" y="1636772"/>
                </a:cubicBezTo>
                <a:cubicBezTo>
                  <a:pt x="227123" y="1636772"/>
                  <a:pt x="213529" y="1623178"/>
                  <a:pt x="213529" y="1606408"/>
                </a:cubicBezTo>
                <a:cubicBezTo>
                  <a:pt x="213529" y="1589639"/>
                  <a:pt x="227123" y="1576045"/>
                  <a:pt x="243892" y="1576045"/>
                </a:cubicBezTo>
                <a:close/>
                <a:moveTo>
                  <a:pt x="171339" y="1576045"/>
                </a:moveTo>
                <a:cubicBezTo>
                  <a:pt x="188107" y="1576045"/>
                  <a:pt x="201701" y="1589639"/>
                  <a:pt x="201701" y="1606408"/>
                </a:cubicBezTo>
                <a:cubicBezTo>
                  <a:pt x="201701" y="1623178"/>
                  <a:pt x="188107" y="1636772"/>
                  <a:pt x="171339" y="1636772"/>
                </a:cubicBezTo>
                <a:cubicBezTo>
                  <a:pt x="154599" y="1636772"/>
                  <a:pt x="141006" y="1623178"/>
                  <a:pt x="141006" y="1606408"/>
                </a:cubicBezTo>
                <a:cubicBezTo>
                  <a:pt x="141006" y="1589639"/>
                  <a:pt x="154599" y="1576045"/>
                  <a:pt x="171339" y="1576045"/>
                </a:cubicBezTo>
                <a:close/>
                <a:moveTo>
                  <a:pt x="98818" y="1576045"/>
                </a:moveTo>
                <a:cubicBezTo>
                  <a:pt x="115586" y="1576045"/>
                  <a:pt x="129180" y="1589639"/>
                  <a:pt x="129180" y="1606408"/>
                </a:cubicBezTo>
                <a:cubicBezTo>
                  <a:pt x="129180" y="1623178"/>
                  <a:pt x="115586" y="1636772"/>
                  <a:pt x="98818" y="1636772"/>
                </a:cubicBezTo>
                <a:cubicBezTo>
                  <a:pt x="82048" y="1636772"/>
                  <a:pt x="68454" y="1623178"/>
                  <a:pt x="68454" y="1606408"/>
                </a:cubicBezTo>
                <a:cubicBezTo>
                  <a:pt x="68454" y="1589639"/>
                  <a:pt x="82048" y="1576045"/>
                  <a:pt x="98818" y="1576045"/>
                </a:cubicBezTo>
                <a:close/>
                <a:moveTo>
                  <a:pt x="26264" y="1576045"/>
                </a:moveTo>
                <a:cubicBezTo>
                  <a:pt x="43032" y="1576045"/>
                  <a:pt x="56626" y="1589639"/>
                  <a:pt x="56626" y="1606408"/>
                </a:cubicBezTo>
                <a:cubicBezTo>
                  <a:pt x="56626" y="1623178"/>
                  <a:pt x="43032" y="1636772"/>
                  <a:pt x="26264" y="1636772"/>
                </a:cubicBezTo>
                <a:cubicBezTo>
                  <a:pt x="17880" y="1636772"/>
                  <a:pt x="10289" y="1633374"/>
                  <a:pt x="4794" y="1627879"/>
                </a:cubicBezTo>
                <a:lnTo>
                  <a:pt x="0" y="1616304"/>
                </a:lnTo>
                <a:lnTo>
                  <a:pt x="0" y="1596512"/>
                </a:lnTo>
                <a:lnTo>
                  <a:pt x="4794" y="1584938"/>
                </a:lnTo>
                <a:cubicBezTo>
                  <a:pt x="10289" y="1579444"/>
                  <a:pt x="17880" y="1576045"/>
                  <a:pt x="26264" y="1576045"/>
                </a:cubicBezTo>
                <a:close/>
                <a:moveTo>
                  <a:pt x="1187102" y="1495593"/>
                </a:moveTo>
                <a:cubicBezTo>
                  <a:pt x="1195486" y="1495593"/>
                  <a:pt x="1203077" y="1498992"/>
                  <a:pt x="1208572" y="1504486"/>
                </a:cubicBezTo>
                <a:lnTo>
                  <a:pt x="1211014" y="1510381"/>
                </a:lnTo>
                <a:lnTo>
                  <a:pt x="1168285" y="1549216"/>
                </a:lnTo>
                <a:lnTo>
                  <a:pt x="1165631" y="1547427"/>
                </a:lnTo>
                <a:cubicBezTo>
                  <a:pt x="1160137" y="1541932"/>
                  <a:pt x="1156738" y="1534341"/>
                  <a:pt x="1156738" y="1525957"/>
                </a:cubicBezTo>
                <a:cubicBezTo>
                  <a:pt x="1156738" y="1509187"/>
                  <a:pt x="1170332" y="1495593"/>
                  <a:pt x="1187102" y="1495593"/>
                </a:cubicBezTo>
                <a:close/>
                <a:moveTo>
                  <a:pt x="1114547" y="1495593"/>
                </a:moveTo>
                <a:cubicBezTo>
                  <a:pt x="1131317" y="1495593"/>
                  <a:pt x="1144911" y="1509187"/>
                  <a:pt x="1144911" y="1525957"/>
                </a:cubicBezTo>
                <a:cubicBezTo>
                  <a:pt x="1144911" y="1542726"/>
                  <a:pt x="1131317" y="1556320"/>
                  <a:pt x="1114547" y="1556320"/>
                </a:cubicBezTo>
                <a:cubicBezTo>
                  <a:pt x="1097778" y="1556320"/>
                  <a:pt x="1084184" y="1542726"/>
                  <a:pt x="1084184" y="1525957"/>
                </a:cubicBezTo>
                <a:cubicBezTo>
                  <a:pt x="1084184" y="1509187"/>
                  <a:pt x="1097778" y="1495593"/>
                  <a:pt x="1114547" y="1495593"/>
                </a:cubicBezTo>
                <a:close/>
                <a:moveTo>
                  <a:pt x="1041993" y="1495593"/>
                </a:moveTo>
                <a:cubicBezTo>
                  <a:pt x="1058762" y="1495593"/>
                  <a:pt x="1072356" y="1509187"/>
                  <a:pt x="1072356" y="1525957"/>
                </a:cubicBezTo>
                <a:cubicBezTo>
                  <a:pt x="1072356" y="1542726"/>
                  <a:pt x="1058762" y="1556320"/>
                  <a:pt x="1041993" y="1556320"/>
                </a:cubicBezTo>
                <a:cubicBezTo>
                  <a:pt x="1025223" y="1556320"/>
                  <a:pt x="1011629" y="1542726"/>
                  <a:pt x="1011629" y="1525957"/>
                </a:cubicBezTo>
                <a:cubicBezTo>
                  <a:pt x="1011629" y="1509187"/>
                  <a:pt x="1025223" y="1495593"/>
                  <a:pt x="1041993" y="1495593"/>
                </a:cubicBezTo>
                <a:close/>
                <a:moveTo>
                  <a:pt x="969438" y="1495593"/>
                </a:moveTo>
                <a:cubicBezTo>
                  <a:pt x="986208" y="1495593"/>
                  <a:pt x="999801" y="1509187"/>
                  <a:pt x="999801" y="1525957"/>
                </a:cubicBezTo>
                <a:cubicBezTo>
                  <a:pt x="999801" y="1542726"/>
                  <a:pt x="986208" y="1556320"/>
                  <a:pt x="969438" y="1556320"/>
                </a:cubicBezTo>
                <a:cubicBezTo>
                  <a:pt x="952669" y="1556320"/>
                  <a:pt x="939075" y="1542726"/>
                  <a:pt x="939075" y="1525957"/>
                </a:cubicBezTo>
                <a:cubicBezTo>
                  <a:pt x="939075" y="1509187"/>
                  <a:pt x="952669" y="1495593"/>
                  <a:pt x="969438" y="1495593"/>
                </a:cubicBezTo>
                <a:close/>
                <a:moveTo>
                  <a:pt x="896883" y="1495593"/>
                </a:moveTo>
                <a:cubicBezTo>
                  <a:pt x="913653" y="1495593"/>
                  <a:pt x="927247" y="1509187"/>
                  <a:pt x="927247" y="1525957"/>
                </a:cubicBezTo>
                <a:cubicBezTo>
                  <a:pt x="927247" y="1542726"/>
                  <a:pt x="913653" y="1556320"/>
                  <a:pt x="896883" y="1556320"/>
                </a:cubicBezTo>
                <a:cubicBezTo>
                  <a:pt x="880114" y="1556320"/>
                  <a:pt x="866520" y="1542726"/>
                  <a:pt x="866520" y="1525957"/>
                </a:cubicBezTo>
                <a:cubicBezTo>
                  <a:pt x="866520" y="1509187"/>
                  <a:pt x="880114" y="1495593"/>
                  <a:pt x="896883" y="1495593"/>
                </a:cubicBezTo>
                <a:close/>
                <a:moveTo>
                  <a:pt x="824329" y="1495593"/>
                </a:moveTo>
                <a:cubicBezTo>
                  <a:pt x="841098" y="1495593"/>
                  <a:pt x="854692" y="1509187"/>
                  <a:pt x="854692" y="1525957"/>
                </a:cubicBezTo>
                <a:cubicBezTo>
                  <a:pt x="854692" y="1542726"/>
                  <a:pt x="841098" y="1556320"/>
                  <a:pt x="824329" y="1556320"/>
                </a:cubicBezTo>
                <a:cubicBezTo>
                  <a:pt x="807559" y="1556320"/>
                  <a:pt x="793965" y="1542726"/>
                  <a:pt x="793965" y="1525957"/>
                </a:cubicBezTo>
                <a:cubicBezTo>
                  <a:pt x="793965" y="1509187"/>
                  <a:pt x="807559" y="1495593"/>
                  <a:pt x="824329" y="1495593"/>
                </a:cubicBezTo>
                <a:close/>
                <a:moveTo>
                  <a:pt x="751774" y="1495593"/>
                </a:moveTo>
                <a:cubicBezTo>
                  <a:pt x="768544" y="1495593"/>
                  <a:pt x="782138" y="1509187"/>
                  <a:pt x="782138" y="1525957"/>
                </a:cubicBezTo>
                <a:cubicBezTo>
                  <a:pt x="782138" y="1542726"/>
                  <a:pt x="768544" y="1556320"/>
                  <a:pt x="751774" y="1556320"/>
                </a:cubicBezTo>
                <a:cubicBezTo>
                  <a:pt x="735005" y="1556320"/>
                  <a:pt x="721411" y="1542726"/>
                  <a:pt x="721411" y="1525957"/>
                </a:cubicBezTo>
                <a:cubicBezTo>
                  <a:pt x="721411" y="1509187"/>
                  <a:pt x="735005" y="1495593"/>
                  <a:pt x="751774" y="1495593"/>
                </a:cubicBezTo>
                <a:close/>
                <a:moveTo>
                  <a:pt x="679220" y="1495593"/>
                </a:moveTo>
                <a:cubicBezTo>
                  <a:pt x="695989" y="1495593"/>
                  <a:pt x="709583" y="1509187"/>
                  <a:pt x="709583" y="1525957"/>
                </a:cubicBezTo>
                <a:cubicBezTo>
                  <a:pt x="709583" y="1542726"/>
                  <a:pt x="695989" y="1556320"/>
                  <a:pt x="679220" y="1556320"/>
                </a:cubicBezTo>
                <a:cubicBezTo>
                  <a:pt x="662450" y="1556320"/>
                  <a:pt x="648856" y="1542726"/>
                  <a:pt x="648856" y="1525957"/>
                </a:cubicBezTo>
                <a:cubicBezTo>
                  <a:pt x="648856" y="1509187"/>
                  <a:pt x="662450" y="1495593"/>
                  <a:pt x="679220" y="1495593"/>
                </a:cubicBezTo>
                <a:close/>
                <a:moveTo>
                  <a:pt x="606665" y="1495593"/>
                </a:moveTo>
                <a:cubicBezTo>
                  <a:pt x="623435" y="1495593"/>
                  <a:pt x="637029" y="1509187"/>
                  <a:pt x="637029" y="1525957"/>
                </a:cubicBezTo>
                <a:cubicBezTo>
                  <a:pt x="637029" y="1542726"/>
                  <a:pt x="623435" y="1556320"/>
                  <a:pt x="606665" y="1556320"/>
                </a:cubicBezTo>
                <a:cubicBezTo>
                  <a:pt x="589896" y="1556320"/>
                  <a:pt x="576302" y="1542726"/>
                  <a:pt x="576302" y="1525957"/>
                </a:cubicBezTo>
                <a:cubicBezTo>
                  <a:pt x="576302" y="1509187"/>
                  <a:pt x="589896" y="1495593"/>
                  <a:pt x="606665" y="1495593"/>
                </a:cubicBezTo>
                <a:close/>
                <a:moveTo>
                  <a:pt x="534111" y="1495593"/>
                </a:moveTo>
                <a:cubicBezTo>
                  <a:pt x="550880" y="1495593"/>
                  <a:pt x="564474" y="1509187"/>
                  <a:pt x="564474" y="1525957"/>
                </a:cubicBezTo>
                <a:cubicBezTo>
                  <a:pt x="564474" y="1542726"/>
                  <a:pt x="550880" y="1556320"/>
                  <a:pt x="534111" y="1556320"/>
                </a:cubicBezTo>
                <a:cubicBezTo>
                  <a:pt x="517341" y="1556320"/>
                  <a:pt x="503747" y="1542726"/>
                  <a:pt x="503747" y="1525957"/>
                </a:cubicBezTo>
                <a:cubicBezTo>
                  <a:pt x="503747" y="1509187"/>
                  <a:pt x="517341" y="1495593"/>
                  <a:pt x="534111" y="1495593"/>
                </a:cubicBezTo>
                <a:close/>
                <a:moveTo>
                  <a:pt x="461556" y="1495593"/>
                </a:moveTo>
                <a:cubicBezTo>
                  <a:pt x="478326" y="1495593"/>
                  <a:pt x="491920" y="1509187"/>
                  <a:pt x="491920" y="1525957"/>
                </a:cubicBezTo>
                <a:cubicBezTo>
                  <a:pt x="491920" y="1542726"/>
                  <a:pt x="478326" y="1556320"/>
                  <a:pt x="461556" y="1556320"/>
                </a:cubicBezTo>
                <a:cubicBezTo>
                  <a:pt x="444787" y="1556320"/>
                  <a:pt x="431192" y="1542726"/>
                  <a:pt x="431192" y="1525957"/>
                </a:cubicBezTo>
                <a:cubicBezTo>
                  <a:pt x="431192" y="1509187"/>
                  <a:pt x="444787" y="1495593"/>
                  <a:pt x="461556" y="1495593"/>
                </a:cubicBezTo>
                <a:close/>
                <a:moveTo>
                  <a:pt x="389002" y="1495593"/>
                </a:moveTo>
                <a:cubicBezTo>
                  <a:pt x="405771" y="1495593"/>
                  <a:pt x="419365" y="1509187"/>
                  <a:pt x="419365" y="1525957"/>
                </a:cubicBezTo>
                <a:cubicBezTo>
                  <a:pt x="419365" y="1542726"/>
                  <a:pt x="405771" y="1556320"/>
                  <a:pt x="389002" y="1556320"/>
                </a:cubicBezTo>
                <a:cubicBezTo>
                  <a:pt x="372232" y="1556320"/>
                  <a:pt x="358638" y="1542726"/>
                  <a:pt x="358638" y="1525957"/>
                </a:cubicBezTo>
                <a:cubicBezTo>
                  <a:pt x="358638" y="1509187"/>
                  <a:pt x="372232" y="1495593"/>
                  <a:pt x="389002" y="1495593"/>
                </a:cubicBezTo>
                <a:close/>
                <a:moveTo>
                  <a:pt x="316447" y="1495593"/>
                </a:moveTo>
                <a:cubicBezTo>
                  <a:pt x="333216" y="1495593"/>
                  <a:pt x="346810" y="1509187"/>
                  <a:pt x="346810" y="1525957"/>
                </a:cubicBezTo>
                <a:cubicBezTo>
                  <a:pt x="346810" y="1542726"/>
                  <a:pt x="333216" y="1556320"/>
                  <a:pt x="316447" y="1556320"/>
                </a:cubicBezTo>
                <a:cubicBezTo>
                  <a:pt x="299677" y="1556320"/>
                  <a:pt x="286084" y="1542726"/>
                  <a:pt x="286084" y="1525957"/>
                </a:cubicBezTo>
                <a:cubicBezTo>
                  <a:pt x="286084" y="1509187"/>
                  <a:pt x="299677" y="1495593"/>
                  <a:pt x="316447" y="1495593"/>
                </a:cubicBezTo>
                <a:close/>
                <a:moveTo>
                  <a:pt x="243892" y="1495593"/>
                </a:moveTo>
                <a:cubicBezTo>
                  <a:pt x="260662" y="1495593"/>
                  <a:pt x="274256" y="1509187"/>
                  <a:pt x="274256" y="1525957"/>
                </a:cubicBezTo>
                <a:cubicBezTo>
                  <a:pt x="274256" y="1542726"/>
                  <a:pt x="260662" y="1556320"/>
                  <a:pt x="243892" y="1556320"/>
                </a:cubicBezTo>
                <a:cubicBezTo>
                  <a:pt x="227123" y="1556320"/>
                  <a:pt x="213529" y="1542726"/>
                  <a:pt x="213529" y="1525957"/>
                </a:cubicBezTo>
                <a:cubicBezTo>
                  <a:pt x="213529" y="1509187"/>
                  <a:pt x="227123" y="1495593"/>
                  <a:pt x="243892" y="1495593"/>
                </a:cubicBezTo>
                <a:close/>
                <a:moveTo>
                  <a:pt x="171339" y="1495593"/>
                </a:moveTo>
                <a:cubicBezTo>
                  <a:pt x="188107" y="1495593"/>
                  <a:pt x="201701" y="1509187"/>
                  <a:pt x="201701" y="1525957"/>
                </a:cubicBezTo>
                <a:cubicBezTo>
                  <a:pt x="201701" y="1542726"/>
                  <a:pt x="188107" y="1556320"/>
                  <a:pt x="171339" y="1556320"/>
                </a:cubicBezTo>
                <a:cubicBezTo>
                  <a:pt x="154606" y="1556320"/>
                  <a:pt x="141012" y="1542726"/>
                  <a:pt x="141012" y="1525957"/>
                </a:cubicBezTo>
                <a:cubicBezTo>
                  <a:pt x="141012" y="1509187"/>
                  <a:pt x="154606" y="1495593"/>
                  <a:pt x="171339" y="1495593"/>
                </a:cubicBezTo>
                <a:close/>
                <a:moveTo>
                  <a:pt x="98825" y="1495593"/>
                </a:moveTo>
                <a:cubicBezTo>
                  <a:pt x="115592" y="1495593"/>
                  <a:pt x="129186" y="1509187"/>
                  <a:pt x="129186" y="1525957"/>
                </a:cubicBezTo>
                <a:cubicBezTo>
                  <a:pt x="129186" y="1542726"/>
                  <a:pt x="115592" y="1556320"/>
                  <a:pt x="98825" y="1556320"/>
                </a:cubicBezTo>
                <a:cubicBezTo>
                  <a:pt x="82054" y="1556320"/>
                  <a:pt x="68461" y="1542726"/>
                  <a:pt x="68461" y="1525957"/>
                </a:cubicBezTo>
                <a:cubicBezTo>
                  <a:pt x="68461" y="1509187"/>
                  <a:pt x="82054" y="1495593"/>
                  <a:pt x="98825" y="1495593"/>
                </a:cubicBezTo>
                <a:close/>
                <a:moveTo>
                  <a:pt x="26270" y="1495593"/>
                </a:moveTo>
                <a:cubicBezTo>
                  <a:pt x="43038" y="1495593"/>
                  <a:pt x="56632" y="1509187"/>
                  <a:pt x="56632" y="1525957"/>
                </a:cubicBezTo>
                <a:cubicBezTo>
                  <a:pt x="56632" y="1542726"/>
                  <a:pt x="43038" y="1556320"/>
                  <a:pt x="26270" y="1556320"/>
                </a:cubicBezTo>
                <a:cubicBezTo>
                  <a:pt x="17886" y="1556320"/>
                  <a:pt x="10295" y="1552922"/>
                  <a:pt x="4801" y="1547427"/>
                </a:cubicBezTo>
                <a:lnTo>
                  <a:pt x="0" y="1535836"/>
                </a:lnTo>
                <a:lnTo>
                  <a:pt x="0" y="1516078"/>
                </a:lnTo>
                <a:lnTo>
                  <a:pt x="4801" y="1504486"/>
                </a:lnTo>
                <a:cubicBezTo>
                  <a:pt x="10295" y="1498992"/>
                  <a:pt x="17886" y="1495593"/>
                  <a:pt x="26270" y="1495593"/>
                </a:cubicBezTo>
                <a:close/>
                <a:moveTo>
                  <a:pt x="1259656" y="1415141"/>
                </a:moveTo>
                <a:cubicBezTo>
                  <a:pt x="1268041" y="1415141"/>
                  <a:pt x="1275632" y="1418540"/>
                  <a:pt x="1281127" y="1424035"/>
                </a:cubicBezTo>
                <a:lnTo>
                  <a:pt x="1285044" y="1433492"/>
                </a:lnTo>
                <a:lnTo>
                  <a:pt x="1248565" y="1473629"/>
                </a:lnTo>
                <a:lnTo>
                  <a:pt x="1247837" y="1473482"/>
                </a:lnTo>
                <a:cubicBezTo>
                  <a:pt x="1236940" y="1468873"/>
                  <a:pt x="1229293" y="1458082"/>
                  <a:pt x="1229293" y="1445505"/>
                </a:cubicBezTo>
                <a:cubicBezTo>
                  <a:pt x="1229293" y="1428735"/>
                  <a:pt x="1242887" y="1415141"/>
                  <a:pt x="1259656" y="1415141"/>
                </a:cubicBezTo>
                <a:close/>
                <a:moveTo>
                  <a:pt x="1187102" y="1415141"/>
                </a:moveTo>
                <a:cubicBezTo>
                  <a:pt x="1203871" y="1415141"/>
                  <a:pt x="1217465" y="1428735"/>
                  <a:pt x="1217465" y="1445505"/>
                </a:cubicBezTo>
                <a:cubicBezTo>
                  <a:pt x="1217465" y="1462274"/>
                  <a:pt x="1203871" y="1475868"/>
                  <a:pt x="1187102" y="1475868"/>
                </a:cubicBezTo>
                <a:cubicBezTo>
                  <a:pt x="1170332" y="1475868"/>
                  <a:pt x="1156738" y="1462274"/>
                  <a:pt x="1156738" y="1445505"/>
                </a:cubicBezTo>
                <a:cubicBezTo>
                  <a:pt x="1156738" y="1428735"/>
                  <a:pt x="1170332" y="1415141"/>
                  <a:pt x="1187102" y="1415141"/>
                </a:cubicBezTo>
                <a:close/>
                <a:moveTo>
                  <a:pt x="1114547" y="1415141"/>
                </a:moveTo>
                <a:cubicBezTo>
                  <a:pt x="1131317" y="1415141"/>
                  <a:pt x="1144911" y="1428735"/>
                  <a:pt x="1144911" y="1445505"/>
                </a:cubicBezTo>
                <a:cubicBezTo>
                  <a:pt x="1144911" y="1462274"/>
                  <a:pt x="1131317" y="1475868"/>
                  <a:pt x="1114547" y="1475868"/>
                </a:cubicBezTo>
                <a:cubicBezTo>
                  <a:pt x="1097778" y="1475868"/>
                  <a:pt x="1084184" y="1462274"/>
                  <a:pt x="1084184" y="1445505"/>
                </a:cubicBezTo>
                <a:cubicBezTo>
                  <a:pt x="1084184" y="1428735"/>
                  <a:pt x="1097778" y="1415141"/>
                  <a:pt x="1114547" y="1415141"/>
                </a:cubicBezTo>
                <a:close/>
                <a:moveTo>
                  <a:pt x="1041993" y="1415141"/>
                </a:moveTo>
                <a:cubicBezTo>
                  <a:pt x="1058762" y="1415141"/>
                  <a:pt x="1072356" y="1428735"/>
                  <a:pt x="1072356" y="1445505"/>
                </a:cubicBezTo>
                <a:cubicBezTo>
                  <a:pt x="1072356" y="1462274"/>
                  <a:pt x="1058762" y="1475868"/>
                  <a:pt x="1041993" y="1475868"/>
                </a:cubicBezTo>
                <a:cubicBezTo>
                  <a:pt x="1025223" y="1475868"/>
                  <a:pt x="1011629" y="1462274"/>
                  <a:pt x="1011629" y="1445505"/>
                </a:cubicBezTo>
                <a:cubicBezTo>
                  <a:pt x="1011629" y="1428735"/>
                  <a:pt x="1025223" y="1415141"/>
                  <a:pt x="1041993" y="1415141"/>
                </a:cubicBezTo>
                <a:close/>
                <a:moveTo>
                  <a:pt x="969438" y="1415141"/>
                </a:moveTo>
                <a:cubicBezTo>
                  <a:pt x="986208" y="1415141"/>
                  <a:pt x="999801" y="1428735"/>
                  <a:pt x="999801" y="1445505"/>
                </a:cubicBezTo>
                <a:cubicBezTo>
                  <a:pt x="999801" y="1462274"/>
                  <a:pt x="986208" y="1475868"/>
                  <a:pt x="969438" y="1475868"/>
                </a:cubicBezTo>
                <a:cubicBezTo>
                  <a:pt x="952669" y="1475868"/>
                  <a:pt x="939075" y="1462274"/>
                  <a:pt x="939075" y="1445505"/>
                </a:cubicBezTo>
                <a:cubicBezTo>
                  <a:pt x="939075" y="1428735"/>
                  <a:pt x="952669" y="1415141"/>
                  <a:pt x="969438" y="1415141"/>
                </a:cubicBezTo>
                <a:close/>
                <a:moveTo>
                  <a:pt x="896883" y="1415141"/>
                </a:moveTo>
                <a:cubicBezTo>
                  <a:pt x="913653" y="1415141"/>
                  <a:pt x="927247" y="1428735"/>
                  <a:pt x="927247" y="1445505"/>
                </a:cubicBezTo>
                <a:cubicBezTo>
                  <a:pt x="927247" y="1462274"/>
                  <a:pt x="913653" y="1475868"/>
                  <a:pt x="896883" y="1475868"/>
                </a:cubicBezTo>
                <a:cubicBezTo>
                  <a:pt x="880114" y="1475868"/>
                  <a:pt x="866520" y="1462274"/>
                  <a:pt x="866520" y="1445505"/>
                </a:cubicBezTo>
                <a:cubicBezTo>
                  <a:pt x="866520" y="1428735"/>
                  <a:pt x="880114" y="1415141"/>
                  <a:pt x="896883" y="1415141"/>
                </a:cubicBezTo>
                <a:close/>
                <a:moveTo>
                  <a:pt x="824329" y="1415141"/>
                </a:moveTo>
                <a:cubicBezTo>
                  <a:pt x="841098" y="1415141"/>
                  <a:pt x="854692" y="1428735"/>
                  <a:pt x="854692" y="1445505"/>
                </a:cubicBezTo>
                <a:cubicBezTo>
                  <a:pt x="854692" y="1462274"/>
                  <a:pt x="841098" y="1475868"/>
                  <a:pt x="824329" y="1475868"/>
                </a:cubicBezTo>
                <a:cubicBezTo>
                  <a:pt x="807559" y="1475868"/>
                  <a:pt x="793965" y="1462274"/>
                  <a:pt x="793965" y="1445505"/>
                </a:cubicBezTo>
                <a:cubicBezTo>
                  <a:pt x="793965" y="1428735"/>
                  <a:pt x="807559" y="1415141"/>
                  <a:pt x="824329" y="1415141"/>
                </a:cubicBezTo>
                <a:close/>
                <a:moveTo>
                  <a:pt x="751774" y="1415141"/>
                </a:moveTo>
                <a:cubicBezTo>
                  <a:pt x="768544" y="1415141"/>
                  <a:pt x="782138" y="1428735"/>
                  <a:pt x="782138" y="1445505"/>
                </a:cubicBezTo>
                <a:cubicBezTo>
                  <a:pt x="782138" y="1462274"/>
                  <a:pt x="768544" y="1475868"/>
                  <a:pt x="751774" y="1475868"/>
                </a:cubicBezTo>
                <a:cubicBezTo>
                  <a:pt x="735005" y="1475868"/>
                  <a:pt x="721411" y="1462274"/>
                  <a:pt x="721411" y="1445505"/>
                </a:cubicBezTo>
                <a:cubicBezTo>
                  <a:pt x="721411" y="1428735"/>
                  <a:pt x="735005" y="1415141"/>
                  <a:pt x="751774" y="1415141"/>
                </a:cubicBezTo>
                <a:close/>
                <a:moveTo>
                  <a:pt x="679220" y="1415141"/>
                </a:moveTo>
                <a:cubicBezTo>
                  <a:pt x="695989" y="1415141"/>
                  <a:pt x="709583" y="1428735"/>
                  <a:pt x="709583" y="1445505"/>
                </a:cubicBezTo>
                <a:cubicBezTo>
                  <a:pt x="709583" y="1462274"/>
                  <a:pt x="695989" y="1475868"/>
                  <a:pt x="679220" y="1475868"/>
                </a:cubicBezTo>
                <a:cubicBezTo>
                  <a:pt x="662450" y="1475868"/>
                  <a:pt x="648856" y="1462274"/>
                  <a:pt x="648856" y="1445505"/>
                </a:cubicBezTo>
                <a:cubicBezTo>
                  <a:pt x="648856" y="1428735"/>
                  <a:pt x="662450" y="1415141"/>
                  <a:pt x="679220" y="1415141"/>
                </a:cubicBezTo>
                <a:close/>
                <a:moveTo>
                  <a:pt x="606665" y="1415141"/>
                </a:moveTo>
                <a:cubicBezTo>
                  <a:pt x="623435" y="1415141"/>
                  <a:pt x="637029" y="1428735"/>
                  <a:pt x="637029" y="1445505"/>
                </a:cubicBezTo>
                <a:cubicBezTo>
                  <a:pt x="637029" y="1462274"/>
                  <a:pt x="623435" y="1475868"/>
                  <a:pt x="606665" y="1475868"/>
                </a:cubicBezTo>
                <a:cubicBezTo>
                  <a:pt x="589896" y="1475868"/>
                  <a:pt x="576302" y="1462274"/>
                  <a:pt x="576302" y="1445505"/>
                </a:cubicBezTo>
                <a:cubicBezTo>
                  <a:pt x="576302" y="1428735"/>
                  <a:pt x="589896" y="1415141"/>
                  <a:pt x="606665" y="1415141"/>
                </a:cubicBezTo>
                <a:close/>
                <a:moveTo>
                  <a:pt x="534111" y="1415141"/>
                </a:moveTo>
                <a:cubicBezTo>
                  <a:pt x="550880" y="1415141"/>
                  <a:pt x="564474" y="1428735"/>
                  <a:pt x="564474" y="1445505"/>
                </a:cubicBezTo>
                <a:cubicBezTo>
                  <a:pt x="564474" y="1462274"/>
                  <a:pt x="550880" y="1475868"/>
                  <a:pt x="534111" y="1475868"/>
                </a:cubicBezTo>
                <a:cubicBezTo>
                  <a:pt x="517341" y="1475868"/>
                  <a:pt x="503747" y="1462274"/>
                  <a:pt x="503747" y="1445505"/>
                </a:cubicBezTo>
                <a:cubicBezTo>
                  <a:pt x="503747" y="1428735"/>
                  <a:pt x="517341" y="1415141"/>
                  <a:pt x="534111" y="1415141"/>
                </a:cubicBezTo>
                <a:close/>
                <a:moveTo>
                  <a:pt x="461556" y="1415141"/>
                </a:moveTo>
                <a:cubicBezTo>
                  <a:pt x="478326" y="1415141"/>
                  <a:pt x="491920" y="1428735"/>
                  <a:pt x="491920" y="1445505"/>
                </a:cubicBezTo>
                <a:cubicBezTo>
                  <a:pt x="491920" y="1462274"/>
                  <a:pt x="478326" y="1475868"/>
                  <a:pt x="461556" y="1475868"/>
                </a:cubicBezTo>
                <a:cubicBezTo>
                  <a:pt x="444787" y="1475868"/>
                  <a:pt x="431192" y="1462274"/>
                  <a:pt x="431192" y="1445505"/>
                </a:cubicBezTo>
                <a:cubicBezTo>
                  <a:pt x="431192" y="1428735"/>
                  <a:pt x="444787" y="1415141"/>
                  <a:pt x="461556" y="1415141"/>
                </a:cubicBezTo>
                <a:close/>
                <a:moveTo>
                  <a:pt x="389002" y="1415141"/>
                </a:moveTo>
                <a:cubicBezTo>
                  <a:pt x="405771" y="1415141"/>
                  <a:pt x="419365" y="1428735"/>
                  <a:pt x="419365" y="1445505"/>
                </a:cubicBezTo>
                <a:cubicBezTo>
                  <a:pt x="419365" y="1462274"/>
                  <a:pt x="405771" y="1475868"/>
                  <a:pt x="389002" y="1475868"/>
                </a:cubicBezTo>
                <a:cubicBezTo>
                  <a:pt x="372232" y="1475868"/>
                  <a:pt x="358638" y="1462274"/>
                  <a:pt x="358638" y="1445505"/>
                </a:cubicBezTo>
                <a:cubicBezTo>
                  <a:pt x="358638" y="1428735"/>
                  <a:pt x="372232" y="1415141"/>
                  <a:pt x="389002" y="1415141"/>
                </a:cubicBezTo>
                <a:close/>
                <a:moveTo>
                  <a:pt x="316447" y="1415141"/>
                </a:moveTo>
                <a:cubicBezTo>
                  <a:pt x="333216" y="1415141"/>
                  <a:pt x="346810" y="1428735"/>
                  <a:pt x="346810" y="1445505"/>
                </a:cubicBezTo>
                <a:cubicBezTo>
                  <a:pt x="346810" y="1462274"/>
                  <a:pt x="333216" y="1475868"/>
                  <a:pt x="316447" y="1475868"/>
                </a:cubicBezTo>
                <a:cubicBezTo>
                  <a:pt x="299677" y="1475868"/>
                  <a:pt x="286084" y="1462274"/>
                  <a:pt x="286084" y="1445505"/>
                </a:cubicBezTo>
                <a:cubicBezTo>
                  <a:pt x="286084" y="1428735"/>
                  <a:pt x="299677" y="1415141"/>
                  <a:pt x="316447" y="1415141"/>
                </a:cubicBezTo>
                <a:close/>
                <a:moveTo>
                  <a:pt x="243892" y="1415141"/>
                </a:moveTo>
                <a:cubicBezTo>
                  <a:pt x="260662" y="1415141"/>
                  <a:pt x="274256" y="1428735"/>
                  <a:pt x="274256" y="1445505"/>
                </a:cubicBezTo>
                <a:cubicBezTo>
                  <a:pt x="274256" y="1462274"/>
                  <a:pt x="260662" y="1475868"/>
                  <a:pt x="243892" y="1475868"/>
                </a:cubicBezTo>
                <a:cubicBezTo>
                  <a:pt x="227123" y="1475868"/>
                  <a:pt x="213529" y="1462274"/>
                  <a:pt x="213529" y="1445505"/>
                </a:cubicBezTo>
                <a:cubicBezTo>
                  <a:pt x="213529" y="1428735"/>
                  <a:pt x="227123" y="1415141"/>
                  <a:pt x="243892" y="1415141"/>
                </a:cubicBezTo>
                <a:close/>
                <a:moveTo>
                  <a:pt x="171339" y="1415141"/>
                </a:moveTo>
                <a:cubicBezTo>
                  <a:pt x="188107" y="1415141"/>
                  <a:pt x="201701" y="1428735"/>
                  <a:pt x="201701" y="1445505"/>
                </a:cubicBezTo>
                <a:cubicBezTo>
                  <a:pt x="201701" y="1462274"/>
                  <a:pt x="188107" y="1475868"/>
                  <a:pt x="171339" y="1475868"/>
                </a:cubicBezTo>
                <a:cubicBezTo>
                  <a:pt x="154611" y="1475868"/>
                  <a:pt x="141018" y="1462274"/>
                  <a:pt x="141018" y="1445505"/>
                </a:cubicBezTo>
                <a:cubicBezTo>
                  <a:pt x="141018" y="1428735"/>
                  <a:pt x="154611" y="1415141"/>
                  <a:pt x="171339" y="1415141"/>
                </a:cubicBezTo>
                <a:close/>
                <a:moveTo>
                  <a:pt x="98831" y="1415141"/>
                </a:moveTo>
                <a:cubicBezTo>
                  <a:pt x="115598" y="1415141"/>
                  <a:pt x="129192" y="1428735"/>
                  <a:pt x="129192" y="1445505"/>
                </a:cubicBezTo>
                <a:cubicBezTo>
                  <a:pt x="129192" y="1462274"/>
                  <a:pt x="115598" y="1475868"/>
                  <a:pt x="98831" y="1475868"/>
                </a:cubicBezTo>
                <a:cubicBezTo>
                  <a:pt x="82060" y="1475868"/>
                  <a:pt x="68467" y="1462274"/>
                  <a:pt x="68467" y="1445505"/>
                </a:cubicBezTo>
                <a:cubicBezTo>
                  <a:pt x="68467" y="1428735"/>
                  <a:pt x="82060" y="1415141"/>
                  <a:pt x="98831" y="1415141"/>
                </a:cubicBezTo>
                <a:close/>
                <a:moveTo>
                  <a:pt x="26277" y="1415141"/>
                </a:moveTo>
                <a:cubicBezTo>
                  <a:pt x="43044" y="1415141"/>
                  <a:pt x="56638" y="1428735"/>
                  <a:pt x="56638" y="1445505"/>
                </a:cubicBezTo>
                <a:cubicBezTo>
                  <a:pt x="56638" y="1462274"/>
                  <a:pt x="43044" y="1475868"/>
                  <a:pt x="26277" y="1475868"/>
                </a:cubicBezTo>
                <a:cubicBezTo>
                  <a:pt x="17892" y="1475868"/>
                  <a:pt x="10301" y="1472470"/>
                  <a:pt x="4807" y="1466975"/>
                </a:cubicBezTo>
                <a:lnTo>
                  <a:pt x="0" y="1455370"/>
                </a:lnTo>
                <a:lnTo>
                  <a:pt x="0" y="1435640"/>
                </a:lnTo>
                <a:lnTo>
                  <a:pt x="4807" y="1424034"/>
                </a:lnTo>
                <a:cubicBezTo>
                  <a:pt x="10301" y="1418540"/>
                  <a:pt x="17892" y="1415141"/>
                  <a:pt x="26277" y="1415141"/>
                </a:cubicBezTo>
                <a:close/>
                <a:moveTo>
                  <a:pt x="1332211" y="1334690"/>
                </a:moveTo>
                <a:cubicBezTo>
                  <a:pt x="1340596" y="1334690"/>
                  <a:pt x="1348186" y="1338088"/>
                  <a:pt x="1353681" y="1343583"/>
                </a:cubicBezTo>
                <a:lnTo>
                  <a:pt x="1356143" y="1349526"/>
                </a:lnTo>
                <a:lnTo>
                  <a:pt x="1331934" y="1381900"/>
                </a:lnTo>
                <a:lnTo>
                  <a:pt x="1321597" y="1393274"/>
                </a:lnTo>
                <a:lnTo>
                  <a:pt x="1320392" y="1393030"/>
                </a:lnTo>
                <a:cubicBezTo>
                  <a:pt x="1309494" y="1388421"/>
                  <a:pt x="1301847" y="1377631"/>
                  <a:pt x="1301847" y="1365053"/>
                </a:cubicBezTo>
                <a:cubicBezTo>
                  <a:pt x="1301847" y="1348284"/>
                  <a:pt x="1315441" y="1334690"/>
                  <a:pt x="1332211" y="1334690"/>
                </a:cubicBezTo>
                <a:close/>
                <a:moveTo>
                  <a:pt x="1259656" y="1334690"/>
                </a:moveTo>
                <a:cubicBezTo>
                  <a:pt x="1276426" y="1334690"/>
                  <a:pt x="1290020" y="1348284"/>
                  <a:pt x="1290020" y="1365053"/>
                </a:cubicBezTo>
                <a:cubicBezTo>
                  <a:pt x="1290020" y="1381823"/>
                  <a:pt x="1276426" y="1395417"/>
                  <a:pt x="1259656" y="1395417"/>
                </a:cubicBezTo>
                <a:cubicBezTo>
                  <a:pt x="1242887" y="1395417"/>
                  <a:pt x="1229293" y="1381823"/>
                  <a:pt x="1229293" y="1365053"/>
                </a:cubicBezTo>
                <a:cubicBezTo>
                  <a:pt x="1229293" y="1348284"/>
                  <a:pt x="1242887" y="1334690"/>
                  <a:pt x="1259656" y="1334690"/>
                </a:cubicBezTo>
                <a:close/>
                <a:moveTo>
                  <a:pt x="1187102" y="1334690"/>
                </a:moveTo>
                <a:cubicBezTo>
                  <a:pt x="1203871" y="1334690"/>
                  <a:pt x="1217465" y="1348284"/>
                  <a:pt x="1217465" y="1365053"/>
                </a:cubicBezTo>
                <a:cubicBezTo>
                  <a:pt x="1217465" y="1381823"/>
                  <a:pt x="1203871" y="1395417"/>
                  <a:pt x="1187102" y="1395417"/>
                </a:cubicBezTo>
                <a:cubicBezTo>
                  <a:pt x="1170332" y="1395417"/>
                  <a:pt x="1156738" y="1381823"/>
                  <a:pt x="1156738" y="1365053"/>
                </a:cubicBezTo>
                <a:cubicBezTo>
                  <a:pt x="1156738" y="1348284"/>
                  <a:pt x="1170332" y="1334690"/>
                  <a:pt x="1187102" y="1334690"/>
                </a:cubicBezTo>
                <a:close/>
                <a:moveTo>
                  <a:pt x="1114547" y="1334690"/>
                </a:moveTo>
                <a:cubicBezTo>
                  <a:pt x="1131317" y="1334690"/>
                  <a:pt x="1144911" y="1348284"/>
                  <a:pt x="1144911" y="1365053"/>
                </a:cubicBezTo>
                <a:cubicBezTo>
                  <a:pt x="1144911" y="1381823"/>
                  <a:pt x="1131317" y="1395417"/>
                  <a:pt x="1114547" y="1395417"/>
                </a:cubicBezTo>
                <a:cubicBezTo>
                  <a:pt x="1097778" y="1395417"/>
                  <a:pt x="1084184" y="1381823"/>
                  <a:pt x="1084184" y="1365053"/>
                </a:cubicBezTo>
                <a:cubicBezTo>
                  <a:pt x="1084184" y="1348284"/>
                  <a:pt x="1097778" y="1334690"/>
                  <a:pt x="1114547" y="1334690"/>
                </a:cubicBezTo>
                <a:close/>
                <a:moveTo>
                  <a:pt x="1041993" y="1334690"/>
                </a:moveTo>
                <a:cubicBezTo>
                  <a:pt x="1058762" y="1334690"/>
                  <a:pt x="1072356" y="1348284"/>
                  <a:pt x="1072356" y="1365053"/>
                </a:cubicBezTo>
                <a:cubicBezTo>
                  <a:pt x="1072356" y="1381823"/>
                  <a:pt x="1058762" y="1395417"/>
                  <a:pt x="1041993" y="1395417"/>
                </a:cubicBezTo>
                <a:cubicBezTo>
                  <a:pt x="1025223" y="1395417"/>
                  <a:pt x="1011629" y="1381823"/>
                  <a:pt x="1011629" y="1365053"/>
                </a:cubicBezTo>
                <a:cubicBezTo>
                  <a:pt x="1011629" y="1348284"/>
                  <a:pt x="1025223" y="1334690"/>
                  <a:pt x="1041993" y="1334690"/>
                </a:cubicBezTo>
                <a:close/>
                <a:moveTo>
                  <a:pt x="969438" y="1334690"/>
                </a:moveTo>
                <a:cubicBezTo>
                  <a:pt x="986208" y="1334690"/>
                  <a:pt x="999801" y="1348284"/>
                  <a:pt x="999801" y="1365053"/>
                </a:cubicBezTo>
                <a:cubicBezTo>
                  <a:pt x="999801" y="1381823"/>
                  <a:pt x="986208" y="1395417"/>
                  <a:pt x="969438" y="1395417"/>
                </a:cubicBezTo>
                <a:cubicBezTo>
                  <a:pt x="952669" y="1395417"/>
                  <a:pt x="939075" y="1381823"/>
                  <a:pt x="939075" y="1365053"/>
                </a:cubicBezTo>
                <a:cubicBezTo>
                  <a:pt x="939075" y="1348284"/>
                  <a:pt x="952669" y="1334690"/>
                  <a:pt x="969438" y="1334690"/>
                </a:cubicBezTo>
                <a:close/>
                <a:moveTo>
                  <a:pt x="896883" y="1334690"/>
                </a:moveTo>
                <a:cubicBezTo>
                  <a:pt x="913653" y="1334690"/>
                  <a:pt x="927247" y="1348284"/>
                  <a:pt x="927247" y="1365053"/>
                </a:cubicBezTo>
                <a:cubicBezTo>
                  <a:pt x="927247" y="1381823"/>
                  <a:pt x="913653" y="1395417"/>
                  <a:pt x="896883" y="1395417"/>
                </a:cubicBezTo>
                <a:cubicBezTo>
                  <a:pt x="880114" y="1395417"/>
                  <a:pt x="866520" y="1381823"/>
                  <a:pt x="866520" y="1365053"/>
                </a:cubicBezTo>
                <a:cubicBezTo>
                  <a:pt x="866520" y="1348284"/>
                  <a:pt x="880114" y="1334690"/>
                  <a:pt x="896883" y="1334690"/>
                </a:cubicBezTo>
                <a:close/>
                <a:moveTo>
                  <a:pt x="824329" y="1334690"/>
                </a:moveTo>
                <a:cubicBezTo>
                  <a:pt x="841098" y="1334690"/>
                  <a:pt x="854692" y="1348284"/>
                  <a:pt x="854692" y="1365053"/>
                </a:cubicBezTo>
                <a:cubicBezTo>
                  <a:pt x="854692" y="1381823"/>
                  <a:pt x="841098" y="1395417"/>
                  <a:pt x="824329" y="1395417"/>
                </a:cubicBezTo>
                <a:cubicBezTo>
                  <a:pt x="807559" y="1395417"/>
                  <a:pt x="793965" y="1381823"/>
                  <a:pt x="793965" y="1365053"/>
                </a:cubicBezTo>
                <a:cubicBezTo>
                  <a:pt x="793965" y="1348284"/>
                  <a:pt x="807559" y="1334690"/>
                  <a:pt x="824329" y="1334690"/>
                </a:cubicBezTo>
                <a:close/>
                <a:moveTo>
                  <a:pt x="751774" y="1334690"/>
                </a:moveTo>
                <a:cubicBezTo>
                  <a:pt x="768544" y="1334690"/>
                  <a:pt x="782138" y="1348284"/>
                  <a:pt x="782138" y="1365053"/>
                </a:cubicBezTo>
                <a:cubicBezTo>
                  <a:pt x="782138" y="1381823"/>
                  <a:pt x="768544" y="1395417"/>
                  <a:pt x="751774" y="1395417"/>
                </a:cubicBezTo>
                <a:cubicBezTo>
                  <a:pt x="735005" y="1395417"/>
                  <a:pt x="721411" y="1381823"/>
                  <a:pt x="721411" y="1365053"/>
                </a:cubicBezTo>
                <a:cubicBezTo>
                  <a:pt x="721411" y="1348284"/>
                  <a:pt x="735005" y="1334690"/>
                  <a:pt x="751774" y="1334690"/>
                </a:cubicBezTo>
                <a:close/>
                <a:moveTo>
                  <a:pt x="679220" y="1334690"/>
                </a:moveTo>
                <a:cubicBezTo>
                  <a:pt x="695989" y="1334690"/>
                  <a:pt x="709583" y="1348284"/>
                  <a:pt x="709583" y="1365053"/>
                </a:cubicBezTo>
                <a:cubicBezTo>
                  <a:pt x="709583" y="1381823"/>
                  <a:pt x="695989" y="1395417"/>
                  <a:pt x="679220" y="1395417"/>
                </a:cubicBezTo>
                <a:cubicBezTo>
                  <a:pt x="662450" y="1395417"/>
                  <a:pt x="648856" y="1381823"/>
                  <a:pt x="648856" y="1365053"/>
                </a:cubicBezTo>
                <a:cubicBezTo>
                  <a:pt x="648856" y="1348284"/>
                  <a:pt x="662450" y="1334690"/>
                  <a:pt x="679220" y="1334690"/>
                </a:cubicBezTo>
                <a:close/>
                <a:moveTo>
                  <a:pt x="606665" y="1334690"/>
                </a:moveTo>
                <a:cubicBezTo>
                  <a:pt x="623435" y="1334690"/>
                  <a:pt x="637029" y="1348284"/>
                  <a:pt x="637029" y="1365053"/>
                </a:cubicBezTo>
                <a:cubicBezTo>
                  <a:pt x="637029" y="1381823"/>
                  <a:pt x="623435" y="1395417"/>
                  <a:pt x="606665" y="1395417"/>
                </a:cubicBezTo>
                <a:cubicBezTo>
                  <a:pt x="589896" y="1395417"/>
                  <a:pt x="576302" y="1381823"/>
                  <a:pt x="576302" y="1365053"/>
                </a:cubicBezTo>
                <a:cubicBezTo>
                  <a:pt x="576302" y="1348284"/>
                  <a:pt x="589896" y="1334690"/>
                  <a:pt x="606665" y="1334690"/>
                </a:cubicBezTo>
                <a:close/>
                <a:moveTo>
                  <a:pt x="534111" y="1334690"/>
                </a:moveTo>
                <a:cubicBezTo>
                  <a:pt x="550880" y="1334690"/>
                  <a:pt x="564474" y="1348284"/>
                  <a:pt x="564474" y="1365053"/>
                </a:cubicBezTo>
                <a:cubicBezTo>
                  <a:pt x="564474" y="1381823"/>
                  <a:pt x="550880" y="1395417"/>
                  <a:pt x="534111" y="1395417"/>
                </a:cubicBezTo>
                <a:cubicBezTo>
                  <a:pt x="517341" y="1395417"/>
                  <a:pt x="503747" y="1381823"/>
                  <a:pt x="503747" y="1365053"/>
                </a:cubicBezTo>
                <a:cubicBezTo>
                  <a:pt x="503747" y="1348284"/>
                  <a:pt x="517341" y="1334690"/>
                  <a:pt x="534111" y="1334690"/>
                </a:cubicBezTo>
                <a:close/>
                <a:moveTo>
                  <a:pt x="461556" y="1334690"/>
                </a:moveTo>
                <a:cubicBezTo>
                  <a:pt x="478326" y="1334690"/>
                  <a:pt x="491920" y="1348284"/>
                  <a:pt x="491920" y="1365053"/>
                </a:cubicBezTo>
                <a:cubicBezTo>
                  <a:pt x="491920" y="1381823"/>
                  <a:pt x="478326" y="1395417"/>
                  <a:pt x="461556" y="1395417"/>
                </a:cubicBezTo>
                <a:cubicBezTo>
                  <a:pt x="444787" y="1395417"/>
                  <a:pt x="431192" y="1381823"/>
                  <a:pt x="431192" y="1365053"/>
                </a:cubicBezTo>
                <a:cubicBezTo>
                  <a:pt x="431192" y="1348284"/>
                  <a:pt x="444787" y="1334690"/>
                  <a:pt x="461556" y="1334690"/>
                </a:cubicBezTo>
                <a:close/>
                <a:moveTo>
                  <a:pt x="389002" y="1334690"/>
                </a:moveTo>
                <a:cubicBezTo>
                  <a:pt x="405771" y="1334690"/>
                  <a:pt x="419365" y="1348284"/>
                  <a:pt x="419365" y="1365053"/>
                </a:cubicBezTo>
                <a:cubicBezTo>
                  <a:pt x="419365" y="1381823"/>
                  <a:pt x="405771" y="1395417"/>
                  <a:pt x="389002" y="1395417"/>
                </a:cubicBezTo>
                <a:cubicBezTo>
                  <a:pt x="372232" y="1395417"/>
                  <a:pt x="358638" y="1381823"/>
                  <a:pt x="358638" y="1365053"/>
                </a:cubicBezTo>
                <a:cubicBezTo>
                  <a:pt x="358638" y="1348284"/>
                  <a:pt x="372232" y="1334690"/>
                  <a:pt x="389002" y="1334690"/>
                </a:cubicBezTo>
                <a:close/>
                <a:moveTo>
                  <a:pt x="316447" y="1334690"/>
                </a:moveTo>
                <a:cubicBezTo>
                  <a:pt x="333216" y="1334690"/>
                  <a:pt x="346810" y="1348284"/>
                  <a:pt x="346810" y="1365053"/>
                </a:cubicBezTo>
                <a:cubicBezTo>
                  <a:pt x="346810" y="1381823"/>
                  <a:pt x="333216" y="1395417"/>
                  <a:pt x="316447" y="1395417"/>
                </a:cubicBezTo>
                <a:cubicBezTo>
                  <a:pt x="299677" y="1395417"/>
                  <a:pt x="286084" y="1381823"/>
                  <a:pt x="286084" y="1365053"/>
                </a:cubicBezTo>
                <a:cubicBezTo>
                  <a:pt x="286084" y="1348284"/>
                  <a:pt x="299677" y="1334690"/>
                  <a:pt x="316447" y="1334690"/>
                </a:cubicBezTo>
                <a:close/>
                <a:moveTo>
                  <a:pt x="243892" y="1334690"/>
                </a:moveTo>
                <a:cubicBezTo>
                  <a:pt x="260662" y="1334690"/>
                  <a:pt x="274256" y="1348284"/>
                  <a:pt x="274256" y="1365053"/>
                </a:cubicBezTo>
                <a:cubicBezTo>
                  <a:pt x="274256" y="1381823"/>
                  <a:pt x="260662" y="1395417"/>
                  <a:pt x="243892" y="1395417"/>
                </a:cubicBezTo>
                <a:cubicBezTo>
                  <a:pt x="227123" y="1395417"/>
                  <a:pt x="213529" y="1381823"/>
                  <a:pt x="213529" y="1365053"/>
                </a:cubicBezTo>
                <a:cubicBezTo>
                  <a:pt x="213529" y="1348284"/>
                  <a:pt x="227123" y="1334690"/>
                  <a:pt x="243892" y="1334690"/>
                </a:cubicBezTo>
                <a:close/>
                <a:moveTo>
                  <a:pt x="171339" y="1334690"/>
                </a:moveTo>
                <a:cubicBezTo>
                  <a:pt x="188107" y="1334690"/>
                  <a:pt x="201701" y="1348284"/>
                  <a:pt x="201701" y="1365053"/>
                </a:cubicBezTo>
                <a:cubicBezTo>
                  <a:pt x="201701" y="1381823"/>
                  <a:pt x="188107" y="1395417"/>
                  <a:pt x="171339" y="1395417"/>
                </a:cubicBezTo>
                <a:cubicBezTo>
                  <a:pt x="154616" y="1395417"/>
                  <a:pt x="141023" y="1381823"/>
                  <a:pt x="141023" y="1365053"/>
                </a:cubicBezTo>
                <a:cubicBezTo>
                  <a:pt x="141023" y="1348284"/>
                  <a:pt x="154616" y="1334690"/>
                  <a:pt x="171339" y="1334690"/>
                </a:cubicBezTo>
                <a:close/>
                <a:moveTo>
                  <a:pt x="98838" y="1334690"/>
                </a:moveTo>
                <a:cubicBezTo>
                  <a:pt x="115605" y="1334690"/>
                  <a:pt x="129198" y="1348284"/>
                  <a:pt x="129198" y="1365053"/>
                </a:cubicBezTo>
                <a:cubicBezTo>
                  <a:pt x="129198" y="1381823"/>
                  <a:pt x="115605" y="1395417"/>
                  <a:pt x="98838" y="1395417"/>
                </a:cubicBezTo>
                <a:cubicBezTo>
                  <a:pt x="82067" y="1395417"/>
                  <a:pt x="68474" y="1381823"/>
                  <a:pt x="68474" y="1365053"/>
                </a:cubicBezTo>
                <a:cubicBezTo>
                  <a:pt x="68474" y="1348284"/>
                  <a:pt x="82067" y="1334690"/>
                  <a:pt x="98838" y="1334690"/>
                </a:cubicBezTo>
                <a:close/>
                <a:moveTo>
                  <a:pt x="26283" y="1334690"/>
                </a:moveTo>
                <a:cubicBezTo>
                  <a:pt x="43051" y="1334690"/>
                  <a:pt x="56645" y="1348284"/>
                  <a:pt x="56645" y="1365053"/>
                </a:cubicBezTo>
                <a:cubicBezTo>
                  <a:pt x="56645" y="1381823"/>
                  <a:pt x="43051" y="1395417"/>
                  <a:pt x="26283" y="1395417"/>
                </a:cubicBezTo>
                <a:cubicBezTo>
                  <a:pt x="17898" y="1395417"/>
                  <a:pt x="10308" y="1392019"/>
                  <a:pt x="4813" y="1386524"/>
                </a:cubicBezTo>
                <a:lnTo>
                  <a:pt x="0" y="1374903"/>
                </a:lnTo>
                <a:lnTo>
                  <a:pt x="0" y="1355203"/>
                </a:lnTo>
                <a:lnTo>
                  <a:pt x="4813" y="1343583"/>
                </a:lnTo>
                <a:cubicBezTo>
                  <a:pt x="10308" y="1338089"/>
                  <a:pt x="17898" y="1334690"/>
                  <a:pt x="26283" y="1334690"/>
                </a:cubicBezTo>
                <a:close/>
                <a:moveTo>
                  <a:pt x="1404765" y="1254238"/>
                </a:moveTo>
                <a:cubicBezTo>
                  <a:pt x="1408957" y="1254238"/>
                  <a:pt x="1412951" y="1255088"/>
                  <a:pt x="1416584" y="1256624"/>
                </a:cubicBezTo>
                <a:lnTo>
                  <a:pt x="1422045" y="1260306"/>
                </a:lnTo>
                <a:lnTo>
                  <a:pt x="1418517" y="1266114"/>
                </a:lnTo>
                <a:lnTo>
                  <a:pt x="1386846" y="1308466"/>
                </a:lnTo>
                <a:lnTo>
                  <a:pt x="1383295" y="1306072"/>
                </a:lnTo>
                <a:cubicBezTo>
                  <a:pt x="1377800" y="1300577"/>
                  <a:pt x="1374402" y="1292986"/>
                  <a:pt x="1374402" y="1284602"/>
                </a:cubicBezTo>
                <a:cubicBezTo>
                  <a:pt x="1374402" y="1267832"/>
                  <a:pt x="1387996" y="1254238"/>
                  <a:pt x="1404765" y="1254238"/>
                </a:cubicBezTo>
                <a:close/>
                <a:moveTo>
                  <a:pt x="1332211" y="1254238"/>
                </a:moveTo>
                <a:cubicBezTo>
                  <a:pt x="1348980" y="1254238"/>
                  <a:pt x="1362574" y="1267832"/>
                  <a:pt x="1362574" y="1284602"/>
                </a:cubicBezTo>
                <a:cubicBezTo>
                  <a:pt x="1362574" y="1301371"/>
                  <a:pt x="1348980" y="1314965"/>
                  <a:pt x="1332211" y="1314965"/>
                </a:cubicBezTo>
                <a:cubicBezTo>
                  <a:pt x="1315441" y="1314965"/>
                  <a:pt x="1301847" y="1301371"/>
                  <a:pt x="1301847" y="1284602"/>
                </a:cubicBezTo>
                <a:cubicBezTo>
                  <a:pt x="1301847" y="1267832"/>
                  <a:pt x="1315441" y="1254238"/>
                  <a:pt x="1332211" y="1254238"/>
                </a:cubicBezTo>
                <a:close/>
                <a:moveTo>
                  <a:pt x="1259656" y="1254238"/>
                </a:moveTo>
                <a:cubicBezTo>
                  <a:pt x="1276426" y="1254238"/>
                  <a:pt x="1290020" y="1267832"/>
                  <a:pt x="1290020" y="1284602"/>
                </a:cubicBezTo>
                <a:cubicBezTo>
                  <a:pt x="1290020" y="1301371"/>
                  <a:pt x="1276426" y="1314965"/>
                  <a:pt x="1259656" y="1314965"/>
                </a:cubicBezTo>
                <a:cubicBezTo>
                  <a:pt x="1242887" y="1314965"/>
                  <a:pt x="1229293" y="1301371"/>
                  <a:pt x="1229293" y="1284602"/>
                </a:cubicBezTo>
                <a:cubicBezTo>
                  <a:pt x="1229293" y="1267832"/>
                  <a:pt x="1242887" y="1254238"/>
                  <a:pt x="1259656" y="1254238"/>
                </a:cubicBezTo>
                <a:close/>
                <a:moveTo>
                  <a:pt x="1187102" y="1254238"/>
                </a:moveTo>
                <a:cubicBezTo>
                  <a:pt x="1203871" y="1254238"/>
                  <a:pt x="1217465" y="1267832"/>
                  <a:pt x="1217465" y="1284602"/>
                </a:cubicBezTo>
                <a:cubicBezTo>
                  <a:pt x="1217465" y="1301371"/>
                  <a:pt x="1203871" y="1314965"/>
                  <a:pt x="1187102" y="1314965"/>
                </a:cubicBezTo>
                <a:cubicBezTo>
                  <a:pt x="1170332" y="1314965"/>
                  <a:pt x="1156738" y="1301371"/>
                  <a:pt x="1156738" y="1284602"/>
                </a:cubicBezTo>
                <a:cubicBezTo>
                  <a:pt x="1156738" y="1267832"/>
                  <a:pt x="1170332" y="1254238"/>
                  <a:pt x="1187102" y="1254238"/>
                </a:cubicBezTo>
                <a:close/>
                <a:moveTo>
                  <a:pt x="1114547" y="1254238"/>
                </a:moveTo>
                <a:cubicBezTo>
                  <a:pt x="1131317" y="1254238"/>
                  <a:pt x="1144911" y="1267832"/>
                  <a:pt x="1144911" y="1284602"/>
                </a:cubicBezTo>
                <a:cubicBezTo>
                  <a:pt x="1144911" y="1301371"/>
                  <a:pt x="1131317" y="1314965"/>
                  <a:pt x="1114547" y="1314965"/>
                </a:cubicBezTo>
                <a:cubicBezTo>
                  <a:pt x="1097778" y="1314965"/>
                  <a:pt x="1084184" y="1301371"/>
                  <a:pt x="1084184" y="1284602"/>
                </a:cubicBezTo>
                <a:cubicBezTo>
                  <a:pt x="1084184" y="1267832"/>
                  <a:pt x="1097778" y="1254238"/>
                  <a:pt x="1114547" y="1254238"/>
                </a:cubicBezTo>
                <a:close/>
                <a:moveTo>
                  <a:pt x="1041993" y="1254238"/>
                </a:moveTo>
                <a:cubicBezTo>
                  <a:pt x="1058762" y="1254238"/>
                  <a:pt x="1072356" y="1267832"/>
                  <a:pt x="1072356" y="1284602"/>
                </a:cubicBezTo>
                <a:cubicBezTo>
                  <a:pt x="1072356" y="1301371"/>
                  <a:pt x="1058762" y="1314965"/>
                  <a:pt x="1041993" y="1314965"/>
                </a:cubicBezTo>
                <a:cubicBezTo>
                  <a:pt x="1025223" y="1314965"/>
                  <a:pt x="1011629" y="1301371"/>
                  <a:pt x="1011629" y="1284602"/>
                </a:cubicBezTo>
                <a:cubicBezTo>
                  <a:pt x="1011629" y="1267832"/>
                  <a:pt x="1025223" y="1254238"/>
                  <a:pt x="1041993" y="1254238"/>
                </a:cubicBezTo>
                <a:close/>
                <a:moveTo>
                  <a:pt x="969438" y="1254238"/>
                </a:moveTo>
                <a:cubicBezTo>
                  <a:pt x="986208" y="1254238"/>
                  <a:pt x="999801" y="1267832"/>
                  <a:pt x="999801" y="1284602"/>
                </a:cubicBezTo>
                <a:cubicBezTo>
                  <a:pt x="999801" y="1301371"/>
                  <a:pt x="986208" y="1314965"/>
                  <a:pt x="969438" y="1314965"/>
                </a:cubicBezTo>
                <a:cubicBezTo>
                  <a:pt x="952669" y="1314965"/>
                  <a:pt x="939075" y="1301371"/>
                  <a:pt x="939075" y="1284602"/>
                </a:cubicBezTo>
                <a:cubicBezTo>
                  <a:pt x="939075" y="1267832"/>
                  <a:pt x="952669" y="1254238"/>
                  <a:pt x="969438" y="1254238"/>
                </a:cubicBezTo>
                <a:close/>
                <a:moveTo>
                  <a:pt x="896883" y="1254238"/>
                </a:moveTo>
                <a:cubicBezTo>
                  <a:pt x="913653" y="1254238"/>
                  <a:pt x="927247" y="1267832"/>
                  <a:pt x="927247" y="1284602"/>
                </a:cubicBezTo>
                <a:cubicBezTo>
                  <a:pt x="927247" y="1301371"/>
                  <a:pt x="913653" y="1314965"/>
                  <a:pt x="896883" y="1314965"/>
                </a:cubicBezTo>
                <a:cubicBezTo>
                  <a:pt x="880114" y="1314965"/>
                  <a:pt x="866520" y="1301371"/>
                  <a:pt x="866520" y="1284602"/>
                </a:cubicBezTo>
                <a:cubicBezTo>
                  <a:pt x="866520" y="1267832"/>
                  <a:pt x="880114" y="1254238"/>
                  <a:pt x="896883" y="1254238"/>
                </a:cubicBezTo>
                <a:close/>
                <a:moveTo>
                  <a:pt x="824329" y="1254238"/>
                </a:moveTo>
                <a:cubicBezTo>
                  <a:pt x="841098" y="1254238"/>
                  <a:pt x="854692" y="1267832"/>
                  <a:pt x="854692" y="1284602"/>
                </a:cubicBezTo>
                <a:cubicBezTo>
                  <a:pt x="854692" y="1301371"/>
                  <a:pt x="841098" y="1314965"/>
                  <a:pt x="824329" y="1314965"/>
                </a:cubicBezTo>
                <a:cubicBezTo>
                  <a:pt x="807559" y="1314965"/>
                  <a:pt x="793965" y="1301371"/>
                  <a:pt x="793965" y="1284602"/>
                </a:cubicBezTo>
                <a:cubicBezTo>
                  <a:pt x="793965" y="1267832"/>
                  <a:pt x="807559" y="1254238"/>
                  <a:pt x="824329" y="1254238"/>
                </a:cubicBezTo>
                <a:close/>
                <a:moveTo>
                  <a:pt x="751774" y="1254238"/>
                </a:moveTo>
                <a:cubicBezTo>
                  <a:pt x="768544" y="1254238"/>
                  <a:pt x="782138" y="1267832"/>
                  <a:pt x="782138" y="1284602"/>
                </a:cubicBezTo>
                <a:cubicBezTo>
                  <a:pt x="782138" y="1301371"/>
                  <a:pt x="768544" y="1314965"/>
                  <a:pt x="751774" y="1314965"/>
                </a:cubicBezTo>
                <a:cubicBezTo>
                  <a:pt x="735005" y="1314965"/>
                  <a:pt x="721411" y="1301371"/>
                  <a:pt x="721411" y="1284602"/>
                </a:cubicBezTo>
                <a:cubicBezTo>
                  <a:pt x="721411" y="1267832"/>
                  <a:pt x="735005" y="1254238"/>
                  <a:pt x="751774" y="1254238"/>
                </a:cubicBezTo>
                <a:close/>
                <a:moveTo>
                  <a:pt x="679220" y="1254238"/>
                </a:moveTo>
                <a:cubicBezTo>
                  <a:pt x="695989" y="1254238"/>
                  <a:pt x="709583" y="1267832"/>
                  <a:pt x="709583" y="1284602"/>
                </a:cubicBezTo>
                <a:cubicBezTo>
                  <a:pt x="709583" y="1301371"/>
                  <a:pt x="695989" y="1314965"/>
                  <a:pt x="679220" y="1314965"/>
                </a:cubicBezTo>
                <a:cubicBezTo>
                  <a:pt x="662450" y="1314965"/>
                  <a:pt x="648856" y="1301371"/>
                  <a:pt x="648856" y="1284602"/>
                </a:cubicBezTo>
                <a:cubicBezTo>
                  <a:pt x="648856" y="1267832"/>
                  <a:pt x="662450" y="1254238"/>
                  <a:pt x="679220" y="1254238"/>
                </a:cubicBezTo>
                <a:close/>
                <a:moveTo>
                  <a:pt x="606665" y="1254238"/>
                </a:moveTo>
                <a:cubicBezTo>
                  <a:pt x="623435" y="1254238"/>
                  <a:pt x="637029" y="1267832"/>
                  <a:pt x="637029" y="1284602"/>
                </a:cubicBezTo>
                <a:cubicBezTo>
                  <a:pt x="637029" y="1301371"/>
                  <a:pt x="623435" y="1314965"/>
                  <a:pt x="606665" y="1314965"/>
                </a:cubicBezTo>
                <a:cubicBezTo>
                  <a:pt x="589896" y="1314965"/>
                  <a:pt x="576302" y="1301371"/>
                  <a:pt x="576302" y="1284602"/>
                </a:cubicBezTo>
                <a:cubicBezTo>
                  <a:pt x="576302" y="1267832"/>
                  <a:pt x="589896" y="1254238"/>
                  <a:pt x="606665" y="1254238"/>
                </a:cubicBezTo>
                <a:close/>
                <a:moveTo>
                  <a:pt x="534111" y="1254238"/>
                </a:moveTo>
                <a:cubicBezTo>
                  <a:pt x="550880" y="1254238"/>
                  <a:pt x="564474" y="1267832"/>
                  <a:pt x="564474" y="1284602"/>
                </a:cubicBezTo>
                <a:cubicBezTo>
                  <a:pt x="564474" y="1301371"/>
                  <a:pt x="550880" y="1314965"/>
                  <a:pt x="534111" y="1314965"/>
                </a:cubicBezTo>
                <a:cubicBezTo>
                  <a:pt x="517341" y="1314965"/>
                  <a:pt x="503747" y="1301371"/>
                  <a:pt x="503747" y="1284602"/>
                </a:cubicBezTo>
                <a:cubicBezTo>
                  <a:pt x="503747" y="1267832"/>
                  <a:pt x="517341" y="1254238"/>
                  <a:pt x="534111" y="1254238"/>
                </a:cubicBezTo>
                <a:close/>
                <a:moveTo>
                  <a:pt x="461556" y="1254238"/>
                </a:moveTo>
                <a:cubicBezTo>
                  <a:pt x="478326" y="1254238"/>
                  <a:pt x="491920" y="1267832"/>
                  <a:pt x="491920" y="1284602"/>
                </a:cubicBezTo>
                <a:cubicBezTo>
                  <a:pt x="491920" y="1301371"/>
                  <a:pt x="478326" y="1314965"/>
                  <a:pt x="461556" y="1314965"/>
                </a:cubicBezTo>
                <a:cubicBezTo>
                  <a:pt x="444787" y="1314965"/>
                  <a:pt x="431192" y="1301371"/>
                  <a:pt x="431192" y="1284602"/>
                </a:cubicBezTo>
                <a:cubicBezTo>
                  <a:pt x="431192" y="1267832"/>
                  <a:pt x="444787" y="1254238"/>
                  <a:pt x="461556" y="1254238"/>
                </a:cubicBezTo>
                <a:close/>
                <a:moveTo>
                  <a:pt x="389002" y="1254238"/>
                </a:moveTo>
                <a:cubicBezTo>
                  <a:pt x="405771" y="1254238"/>
                  <a:pt x="419365" y="1267832"/>
                  <a:pt x="419365" y="1284602"/>
                </a:cubicBezTo>
                <a:cubicBezTo>
                  <a:pt x="419365" y="1301371"/>
                  <a:pt x="405771" y="1314965"/>
                  <a:pt x="389002" y="1314965"/>
                </a:cubicBezTo>
                <a:cubicBezTo>
                  <a:pt x="372232" y="1314965"/>
                  <a:pt x="358638" y="1301371"/>
                  <a:pt x="358638" y="1284602"/>
                </a:cubicBezTo>
                <a:cubicBezTo>
                  <a:pt x="358638" y="1267832"/>
                  <a:pt x="372232" y="1254238"/>
                  <a:pt x="389002" y="1254238"/>
                </a:cubicBezTo>
                <a:close/>
                <a:moveTo>
                  <a:pt x="316447" y="1254238"/>
                </a:moveTo>
                <a:cubicBezTo>
                  <a:pt x="333216" y="1254238"/>
                  <a:pt x="346810" y="1267832"/>
                  <a:pt x="346810" y="1284602"/>
                </a:cubicBezTo>
                <a:cubicBezTo>
                  <a:pt x="346810" y="1301371"/>
                  <a:pt x="333216" y="1314965"/>
                  <a:pt x="316447" y="1314965"/>
                </a:cubicBezTo>
                <a:cubicBezTo>
                  <a:pt x="299677" y="1314965"/>
                  <a:pt x="286084" y="1301371"/>
                  <a:pt x="286084" y="1284602"/>
                </a:cubicBezTo>
                <a:cubicBezTo>
                  <a:pt x="286084" y="1267832"/>
                  <a:pt x="299677" y="1254238"/>
                  <a:pt x="316447" y="1254238"/>
                </a:cubicBezTo>
                <a:close/>
                <a:moveTo>
                  <a:pt x="243892" y="1254238"/>
                </a:moveTo>
                <a:cubicBezTo>
                  <a:pt x="260662" y="1254238"/>
                  <a:pt x="274256" y="1267832"/>
                  <a:pt x="274256" y="1284602"/>
                </a:cubicBezTo>
                <a:cubicBezTo>
                  <a:pt x="274256" y="1301371"/>
                  <a:pt x="260662" y="1314965"/>
                  <a:pt x="243892" y="1314965"/>
                </a:cubicBezTo>
                <a:cubicBezTo>
                  <a:pt x="227123" y="1314965"/>
                  <a:pt x="213529" y="1301371"/>
                  <a:pt x="213529" y="1284602"/>
                </a:cubicBezTo>
                <a:cubicBezTo>
                  <a:pt x="213529" y="1267832"/>
                  <a:pt x="227123" y="1254238"/>
                  <a:pt x="243892" y="1254238"/>
                </a:cubicBezTo>
                <a:close/>
                <a:moveTo>
                  <a:pt x="171339" y="1254238"/>
                </a:moveTo>
                <a:cubicBezTo>
                  <a:pt x="188107" y="1254238"/>
                  <a:pt x="201701" y="1267832"/>
                  <a:pt x="201701" y="1284602"/>
                </a:cubicBezTo>
                <a:cubicBezTo>
                  <a:pt x="201701" y="1301371"/>
                  <a:pt x="188107" y="1314965"/>
                  <a:pt x="171339" y="1314965"/>
                </a:cubicBezTo>
                <a:cubicBezTo>
                  <a:pt x="154622" y="1314965"/>
                  <a:pt x="141029" y="1301371"/>
                  <a:pt x="141029" y="1284602"/>
                </a:cubicBezTo>
                <a:cubicBezTo>
                  <a:pt x="141029" y="1267832"/>
                  <a:pt x="154622" y="1254238"/>
                  <a:pt x="171339" y="1254238"/>
                </a:cubicBezTo>
                <a:close/>
                <a:moveTo>
                  <a:pt x="98845" y="1254238"/>
                </a:moveTo>
                <a:cubicBezTo>
                  <a:pt x="115610" y="1254238"/>
                  <a:pt x="129204" y="1267832"/>
                  <a:pt x="129204" y="1284602"/>
                </a:cubicBezTo>
                <a:cubicBezTo>
                  <a:pt x="129204" y="1301371"/>
                  <a:pt x="115610" y="1314965"/>
                  <a:pt x="98845" y="1314965"/>
                </a:cubicBezTo>
                <a:cubicBezTo>
                  <a:pt x="82074" y="1314965"/>
                  <a:pt x="68480" y="1301371"/>
                  <a:pt x="68480" y="1284602"/>
                </a:cubicBezTo>
                <a:cubicBezTo>
                  <a:pt x="68480" y="1267832"/>
                  <a:pt x="82074" y="1254238"/>
                  <a:pt x="98845" y="1254238"/>
                </a:cubicBezTo>
                <a:close/>
                <a:moveTo>
                  <a:pt x="26290" y="1254238"/>
                </a:moveTo>
                <a:cubicBezTo>
                  <a:pt x="43057" y="1254238"/>
                  <a:pt x="56651" y="1267832"/>
                  <a:pt x="56651" y="1284602"/>
                </a:cubicBezTo>
                <a:cubicBezTo>
                  <a:pt x="56651" y="1301371"/>
                  <a:pt x="43057" y="1314965"/>
                  <a:pt x="26290" y="1314965"/>
                </a:cubicBezTo>
                <a:cubicBezTo>
                  <a:pt x="17905" y="1314965"/>
                  <a:pt x="10314" y="1311567"/>
                  <a:pt x="4819" y="1306072"/>
                </a:cubicBezTo>
                <a:lnTo>
                  <a:pt x="0" y="1294437"/>
                </a:lnTo>
                <a:lnTo>
                  <a:pt x="0" y="1274766"/>
                </a:lnTo>
                <a:lnTo>
                  <a:pt x="4819" y="1263131"/>
                </a:lnTo>
                <a:cubicBezTo>
                  <a:pt x="10314" y="1257637"/>
                  <a:pt x="17905" y="1254238"/>
                  <a:pt x="26290" y="1254238"/>
                </a:cubicBezTo>
                <a:close/>
                <a:moveTo>
                  <a:pt x="1474228" y="1174410"/>
                </a:moveTo>
                <a:lnTo>
                  <a:pt x="1450688" y="1213159"/>
                </a:lnTo>
                <a:lnTo>
                  <a:pt x="1446956" y="1204150"/>
                </a:lnTo>
                <a:cubicBezTo>
                  <a:pt x="1446956" y="1191573"/>
                  <a:pt x="1454603" y="1180782"/>
                  <a:pt x="1465501" y="1176173"/>
                </a:cubicBezTo>
                <a:close/>
                <a:moveTo>
                  <a:pt x="1404765" y="1173786"/>
                </a:moveTo>
                <a:cubicBezTo>
                  <a:pt x="1421535" y="1173786"/>
                  <a:pt x="1435129" y="1187380"/>
                  <a:pt x="1435129" y="1204150"/>
                </a:cubicBezTo>
                <a:cubicBezTo>
                  <a:pt x="1435129" y="1220919"/>
                  <a:pt x="1421535" y="1234513"/>
                  <a:pt x="1404765" y="1234513"/>
                </a:cubicBezTo>
                <a:cubicBezTo>
                  <a:pt x="1387996" y="1234513"/>
                  <a:pt x="1374402" y="1220919"/>
                  <a:pt x="1374402" y="1204150"/>
                </a:cubicBezTo>
                <a:cubicBezTo>
                  <a:pt x="1374402" y="1187380"/>
                  <a:pt x="1387996" y="1173786"/>
                  <a:pt x="1404765" y="1173786"/>
                </a:cubicBezTo>
                <a:close/>
                <a:moveTo>
                  <a:pt x="1332211" y="1173786"/>
                </a:moveTo>
                <a:cubicBezTo>
                  <a:pt x="1348980" y="1173786"/>
                  <a:pt x="1362574" y="1187380"/>
                  <a:pt x="1362574" y="1204150"/>
                </a:cubicBezTo>
                <a:cubicBezTo>
                  <a:pt x="1362574" y="1220919"/>
                  <a:pt x="1348980" y="1234513"/>
                  <a:pt x="1332211" y="1234513"/>
                </a:cubicBezTo>
                <a:cubicBezTo>
                  <a:pt x="1315441" y="1234513"/>
                  <a:pt x="1301847" y="1220919"/>
                  <a:pt x="1301847" y="1204150"/>
                </a:cubicBezTo>
                <a:cubicBezTo>
                  <a:pt x="1301847" y="1187380"/>
                  <a:pt x="1315441" y="1173786"/>
                  <a:pt x="1332211" y="1173786"/>
                </a:cubicBezTo>
                <a:close/>
                <a:moveTo>
                  <a:pt x="1259656" y="1173786"/>
                </a:moveTo>
                <a:cubicBezTo>
                  <a:pt x="1276426" y="1173786"/>
                  <a:pt x="1290020" y="1187380"/>
                  <a:pt x="1290020" y="1204150"/>
                </a:cubicBezTo>
                <a:cubicBezTo>
                  <a:pt x="1290020" y="1220919"/>
                  <a:pt x="1276426" y="1234513"/>
                  <a:pt x="1259656" y="1234513"/>
                </a:cubicBezTo>
                <a:cubicBezTo>
                  <a:pt x="1242887" y="1234513"/>
                  <a:pt x="1229293" y="1220919"/>
                  <a:pt x="1229293" y="1204150"/>
                </a:cubicBezTo>
                <a:cubicBezTo>
                  <a:pt x="1229293" y="1187380"/>
                  <a:pt x="1242887" y="1173786"/>
                  <a:pt x="1259656" y="1173786"/>
                </a:cubicBezTo>
                <a:close/>
                <a:moveTo>
                  <a:pt x="1187102" y="1173786"/>
                </a:moveTo>
                <a:cubicBezTo>
                  <a:pt x="1203871" y="1173786"/>
                  <a:pt x="1217465" y="1187380"/>
                  <a:pt x="1217465" y="1204150"/>
                </a:cubicBezTo>
                <a:cubicBezTo>
                  <a:pt x="1217465" y="1220919"/>
                  <a:pt x="1203871" y="1234513"/>
                  <a:pt x="1187102" y="1234513"/>
                </a:cubicBezTo>
                <a:cubicBezTo>
                  <a:pt x="1170332" y="1234513"/>
                  <a:pt x="1156738" y="1220919"/>
                  <a:pt x="1156738" y="1204150"/>
                </a:cubicBezTo>
                <a:cubicBezTo>
                  <a:pt x="1156738" y="1187380"/>
                  <a:pt x="1170332" y="1173786"/>
                  <a:pt x="1187102" y="1173786"/>
                </a:cubicBezTo>
                <a:close/>
                <a:moveTo>
                  <a:pt x="1114547" y="1173786"/>
                </a:moveTo>
                <a:cubicBezTo>
                  <a:pt x="1131317" y="1173786"/>
                  <a:pt x="1144911" y="1187380"/>
                  <a:pt x="1144911" y="1204150"/>
                </a:cubicBezTo>
                <a:cubicBezTo>
                  <a:pt x="1144911" y="1220919"/>
                  <a:pt x="1131317" y="1234513"/>
                  <a:pt x="1114547" y="1234513"/>
                </a:cubicBezTo>
                <a:cubicBezTo>
                  <a:pt x="1097778" y="1234513"/>
                  <a:pt x="1084184" y="1220919"/>
                  <a:pt x="1084184" y="1204150"/>
                </a:cubicBezTo>
                <a:cubicBezTo>
                  <a:pt x="1084184" y="1187380"/>
                  <a:pt x="1097778" y="1173786"/>
                  <a:pt x="1114547" y="1173786"/>
                </a:cubicBezTo>
                <a:close/>
                <a:moveTo>
                  <a:pt x="1041993" y="1173786"/>
                </a:moveTo>
                <a:cubicBezTo>
                  <a:pt x="1058762" y="1173786"/>
                  <a:pt x="1072356" y="1187380"/>
                  <a:pt x="1072356" y="1204150"/>
                </a:cubicBezTo>
                <a:cubicBezTo>
                  <a:pt x="1072356" y="1220919"/>
                  <a:pt x="1058762" y="1234513"/>
                  <a:pt x="1041993" y="1234513"/>
                </a:cubicBezTo>
                <a:cubicBezTo>
                  <a:pt x="1025223" y="1234513"/>
                  <a:pt x="1011629" y="1220919"/>
                  <a:pt x="1011629" y="1204150"/>
                </a:cubicBezTo>
                <a:cubicBezTo>
                  <a:pt x="1011629" y="1187380"/>
                  <a:pt x="1025223" y="1173786"/>
                  <a:pt x="1041993" y="1173786"/>
                </a:cubicBezTo>
                <a:close/>
                <a:moveTo>
                  <a:pt x="969438" y="1173786"/>
                </a:moveTo>
                <a:cubicBezTo>
                  <a:pt x="986208" y="1173786"/>
                  <a:pt x="999801" y="1187380"/>
                  <a:pt x="999801" y="1204150"/>
                </a:cubicBezTo>
                <a:cubicBezTo>
                  <a:pt x="999801" y="1220919"/>
                  <a:pt x="986208" y="1234513"/>
                  <a:pt x="969438" y="1234513"/>
                </a:cubicBezTo>
                <a:cubicBezTo>
                  <a:pt x="952669" y="1234513"/>
                  <a:pt x="939075" y="1220919"/>
                  <a:pt x="939075" y="1204150"/>
                </a:cubicBezTo>
                <a:cubicBezTo>
                  <a:pt x="939075" y="1187380"/>
                  <a:pt x="952669" y="1173786"/>
                  <a:pt x="969438" y="1173786"/>
                </a:cubicBezTo>
                <a:close/>
                <a:moveTo>
                  <a:pt x="896883" y="1173786"/>
                </a:moveTo>
                <a:cubicBezTo>
                  <a:pt x="913653" y="1173786"/>
                  <a:pt x="927247" y="1187380"/>
                  <a:pt x="927247" y="1204150"/>
                </a:cubicBezTo>
                <a:cubicBezTo>
                  <a:pt x="927247" y="1220919"/>
                  <a:pt x="913653" y="1234513"/>
                  <a:pt x="896883" y="1234513"/>
                </a:cubicBezTo>
                <a:cubicBezTo>
                  <a:pt x="880114" y="1234513"/>
                  <a:pt x="866520" y="1220919"/>
                  <a:pt x="866520" y="1204150"/>
                </a:cubicBezTo>
                <a:cubicBezTo>
                  <a:pt x="866520" y="1187380"/>
                  <a:pt x="880114" y="1173786"/>
                  <a:pt x="896883" y="1173786"/>
                </a:cubicBezTo>
                <a:close/>
                <a:moveTo>
                  <a:pt x="824329" y="1173786"/>
                </a:moveTo>
                <a:cubicBezTo>
                  <a:pt x="841098" y="1173786"/>
                  <a:pt x="854692" y="1187380"/>
                  <a:pt x="854692" y="1204150"/>
                </a:cubicBezTo>
                <a:cubicBezTo>
                  <a:pt x="854692" y="1220919"/>
                  <a:pt x="841098" y="1234513"/>
                  <a:pt x="824329" y="1234513"/>
                </a:cubicBezTo>
                <a:cubicBezTo>
                  <a:pt x="807559" y="1234513"/>
                  <a:pt x="793965" y="1220919"/>
                  <a:pt x="793965" y="1204150"/>
                </a:cubicBezTo>
                <a:cubicBezTo>
                  <a:pt x="793965" y="1187380"/>
                  <a:pt x="807559" y="1173786"/>
                  <a:pt x="824329" y="1173786"/>
                </a:cubicBezTo>
                <a:close/>
                <a:moveTo>
                  <a:pt x="751774" y="1173786"/>
                </a:moveTo>
                <a:cubicBezTo>
                  <a:pt x="768544" y="1173786"/>
                  <a:pt x="782138" y="1187380"/>
                  <a:pt x="782138" y="1204150"/>
                </a:cubicBezTo>
                <a:cubicBezTo>
                  <a:pt x="782138" y="1220919"/>
                  <a:pt x="768544" y="1234513"/>
                  <a:pt x="751774" y="1234513"/>
                </a:cubicBezTo>
                <a:cubicBezTo>
                  <a:pt x="735005" y="1234513"/>
                  <a:pt x="721411" y="1220919"/>
                  <a:pt x="721411" y="1204150"/>
                </a:cubicBezTo>
                <a:cubicBezTo>
                  <a:pt x="721411" y="1187380"/>
                  <a:pt x="735005" y="1173786"/>
                  <a:pt x="751774" y="1173786"/>
                </a:cubicBezTo>
                <a:close/>
                <a:moveTo>
                  <a:pt x="679220" y="1173786"/>
                </a:moveTo>
                <a:cubicBezTo>
                  <a:pt x="695989" y="1173786"/>
                  <a:pt x="709583" y="1187380"/>
                  <a:pt x="709583" y="1204150"/>
                </a:cubicBezTo>
                <a:cubicBezTo>
                  <a:pt x="709583" y="1220919"/>
                  <a:pt x="695989" y="1234513"/>
                  <a:pt x="679220" y="1234513"/>
                </a:cubicBezTo>
                <a:cubicBezTo>
                  <a:pt x="662450" y="1234513"/>
                  <a:pt x="648856" y="1220919"/>
                  <a:pt x="648856" y="1204150"/>
                </a:cubicBezTo>
                <a:cubicBezTo>
                  <a:pt x="648856" y="1187380"/>
                  <a:pt x="662450" y="1173786"/>
                  <a:pt x="679220" y="1173786"/>
                </a:cubicBezTo>
                <a:close/>
                <a:moveTo>
                  <a:pt x="606665" y="1173786"/>
                </a:moveTo>
                <a:cubicBezTo>
                  <a:pt x="623435" y="1173786"/>
                  <a:pt x="637029" y="1187380"/>
                  <a:pt x="637029" y="1204150"/>
                </a:cubicBezTo>
                <a:cubicBezTo>
                  <a:pt x="637029" y="1220919"/>
                  <a:pt x="623435" y="1234513"/>
                  <a:pt x="606665" y="1234513"/>
                </a:cubicBezTo>
                <a:cubicBezTo>
                  <a:pt x="589896" y="1234513"/>
                  <a:pt x="576302" y="1220919"/>
                  <a:pt x="576302" y="1204150"/>
                </a:cubicBezTo>
                <a:cubicBezTo>
                  <a:pt x="576302" y="1187380"/>
                  <a:pt x="589896" y="1173786"/>
                  <a:pt x="606665" y="1173786"/>
                </a:cubicBezTo>
                <a:close/>
                <a:moveTo>
                  <a:pt x="534111" y="1173786"/>
                </a:moveTo>
                <a:cubicBezTo>
                  <a:pt x="550880" y="1173786"/>
                  <a:pt x="564474" y="1187380"/>
                  <a:pt x="564474" y="1204150"/>
                </a:cubicBezTo>
                <a:cubicBezTo>
                  <a:pt x="564474" y="1220919"/>
                  <a:pt x="550880" y="1234513"/>
                  <a:pt x="534111" y="1234513"/>
                </a:cubicBezTo>
                <a:cubicBezTo>
                  <a:pt x="517341" y="1234513"/>
                  <a:pt x="503747" y="1220919"/>
                  <a:pt x="503747" y="1204150"/>
                </a:cubicBezTo>
                <a:cubicBezTo>
                  <a:pt x="503747" y="1187380"/>
                  <a:pt x="517341" y="1173786"/>
                  <a:pt x="534111" y="1173786"/>
                </a:cubicBezTo>
                <a:close/>
                <a:moveTo>
                  <a:pt x="461556" y="1173786"/>
                </a:moveTo>
                <a:cubicBezTo>
                  <a:pt x="478326" y="1173786"/>
                  <a:pt x="491920" y="1187380"/>
                  <a:pt x="491920" y="1204150"/>
                </a:cubicBezTo>
                <a:cubicBezTo>
                  <a:pt x="491920" y="1220919"/>
                  <a:pt x="478326" y="1234513"/>
                  <a:pt x="461556" y="1234513"/>
                </a:cubicBezTo>
                <a:cubicBezTo>
                  <a:pt x="444787" y="1234513"/>
                  <a:pt x="431192" y="1220919"/>
                  <a:pt x="431192" y="1204150"/>
                </a:cubicBezTo>
                <a:cubicBezTo>
                  <a:pt x="431192" y="1187380"/>
                  <a:pt x="444787" y="1173786"/>
                  <a:pt x="461556" y="1173786"/>
                </a:cubicBezTo>
                <a:close/>
                <a:moveTo>
                  <a:pt x="389002" y="1173786"/>
                </a:moveTo>
                <a:cubicBezTo>
                  <a:pt x="405771" y="1173786"/>
                  <a:pt x="419365" y="1187380"/>
                  <a:pt x="419365" y="1204150"/>
                </a:cubicBezTo>
                <a:cubicBezTo>
                  <a:pt x="419365" y="1220919"/>
                  <a:pt x="405771" y="1234513"/>
                  <a:pt x="389002" y="1234513"/>
                </a:cubicBezTo>
                <a:cubicBezTo>
                  <a:pt x="372232" y="1234513"/>
                  <a:pt x="358638" y="1220919"/>
                  <a:pt x="358638" y="1204150"/>
                </a:cubicBezTo>
                <a:cubicBezTo>
                  <a:pt x="358638" y="1187380"/>
                  <a:pt x="372232" y="1173786"/>
                  <a:pt x="389002" y="1173786"/>
                </a:cubicBezTo>
                <a:close/>
                <a:moveTo>
                  <a:pt x="316447" y="1173786"/>
                </a:moveTo>
                <a:cubicBezTo>
                  <a:pt x="333216" y="1173786"/>
                  <a:pt x="346810" y="1187380"/>
                  <a:pt x="346810" y="1204150"/>
                </a:cubicBezTo>
                <a:cubicBezTo>
                  <a:pt x="346810" y="1220919"/>
                  <a:pt x="333216" y="1234513"/>
                  <a:pt x="316447" y="1234513"/>
                </a:cubicBezTo>
                <a:cubicBezTo>
                  <a:pt x="299677" y="1234513"/>
                  <a:pt x="286084" y="1220919"/>
                  <a:pt x="286084" y="1204150"/>
                </a:cubicBezTo>
                <a:cubicBezTo>
                  <a:pt x="286084" y="1187380"/>
                  <a:pt x="299677" y="1173786"/>
                  <a:pt x="316447" y="1173786"/>
                </a:cubicBezTo>
                <a:close/>
                <a:moveTo>
                  <a:pt x="243892" y="1173786"/>
                </a:moveTo>
                <a:cubicBezTo>
                  <a:pt x="260662" y="1173786"/>
                  <a:pt x="274256" y="1187380"/>
                  <a:pt x="274256" y="1204150"/>
                </a:cubicBezTo>
                <a:cubicBezTo>
                  <a:pt x="274256" y="1220919"/>
                  <a:pt x="260662" y="1234513"/>
                  <a:pt x="243892" y="1234513"/>
                </a:cubicBezTo>
                <a:cubicBezTo>
                  <a:pt x="227123" y="1234513"/>
                  <a:pt x="213529" y="1220919"/>
                  <a:pt x="213529" y="1204150"/>
                </a:cubicBezTo>
                <a:cubicBezTo>
                  <a:pt x="213529" y="1187380"/>
                  <a:pt x="227123" y="1173786"/>
                  <a:pt x="243892" y="1173786"/>
                </a:cubicBezTo>
                <a:close/>
                <a:moveTo>
                  <a:pt x="171339" y="1173786"/>
                </a:moveTo>
                <a:cubicBezTo>
                  <a:pt x="188107" y="1173786"/>
                  <a:pt x="201701" y="1187380"/>
                  <a:pt x="201701" y="1204150"/>
                </a:cubicBezTo>
                <a:cubicBezTo>
                  <a:pt x="201701" y="1220919"/>
                  <a:pt x="188107" y="1234513"/>
                  <a:pt x="171339" y="1234513"/>
                </a:cubicBezTo>
                <a:cubicBezTo>
                  <a:pt x="154627" y="1234513"/>
                  <a:pt x="141034" y="1220919"/>
                  <a:pt x="141034" y="1204150"/>
                </a:cubicBezTo>
                <a:cubicBezTo>
                  <a:pt x="141034" y="1187380"/>
                  <a:pt x="154627" y="1173786"/>
                  <a:pt x="171339" y="1173786"/>
                </a:cubicBezTo>
                <a:close/>
                <a:moveTo>
                  <a:pt x="98852" y="1173786"/>
                </a:moveTo>
                <a:cubicBezTo>
                  <a:pt x="115616" y="1173786"/>
                  <a:pt x="129210" y="1187380"/>
                  <a:pt x="129210" y="1204150"/>
                </a:cubicBezTo>
                <a:cubicBezTo>
                  <a:pt x="129210" y="1220919"/>
                  <a:pt x="115616" y="1234513"/>
                  <a:pt x="98852" y="1234513"/>
                </a:cubicBezTo>
                <a:cubicBezTo>
                  <a:pt x="82080" y="1234513"/>
                  <a:pt x="68486" y="1220919"/>
                  <a:pt x="68486" y="1204150"/>
                </a:cubicBezTo>
                <a:cubicBezTo>
                  <a:pt x="68486" y="1187380"/>
                  <a:pt x="82080" y="1173786"/>
                  <a:pt x="98852" y="1173786"/>
                </a:cubicBezTo>
                <a:close/>
                <a:moveTo>
                  <a:pt x="26297" y="1173786"/>
                </a:moveTo>
                <a:cubicBezTo>
                  <a:pt x="43063" y="1173786"/>
                  <a:pt x="56658" y="1187380"/>
                  <a:pt x="56658" y="1204150"/>
                </a:cubicBezTo>
                <a:cubicBezTo>
                  <a:pt x="56658" y="1220919"/>
                  <a:pt x="43063" y="1234513"/>
                  <a:pt x="26297" y="1234513"/>
                </a:cubicBezTo>
                <a:cubicBezTo>
                  <a:pt x="17912" y="1234513"/>
                  <a:pt x="10321" y="1231115"/>
                  <a:pt x="4826" y="1225620"/>
                </a:cubicBezTo>
                <a:lnTo>
                  <a:pt x="0" y="1213970"/>
                </a:lnTo>
                <a:lnTo>
                  <a:pt x="0" y="1194329"/>
                </a:lnTo>
                <a:lnTo>
                  <a:pt x="4826" y="1182679"/>
                </a:lnTo>
                <a:cubicBezTo>
                  <a:pt x="10321" y="1177185"/>
                  <a:pt x="17912" y="1173786"/>
                  <a:pt x="26297" y="1173786"/>
                </a:cubicBezTo>
                <a:close/>
                <a:moveTo>
                  <a:pt x="1477320" y="1093335"/>
                </a:moveTo>
                <a:cubicBezTo>
                  <a:pt x="1485705" y="1093335"/>
                  <a:pt x="1493295" y="1096733"/>
                  <a:pt x="1498790" y="1102228"/>
                </a:cubicBezTo>
                <a:lnTo>
                  <a:pt x="1505389" y="1118160"/>
                </a:lnTo>
                <a:lnTo>
                  <a:pt x="1493855" y="1142105"/>
                </a:lnTo>
                <a:lnTo>
                  <a:pt x="1487887" y="1151929"/>
                </a:lnTo>
                <a:lnTo>
                  <a:pt x="1477320" y="1154062"/>
                </a:lnTo>
                <a:cubicBezTo>
                  <a:pt x="1460550" y="1154062"/>
                  <a:pt x="1446956" y="1140468"/>
                  <a:pt x="1446956" y="1123698"/>
                </a:cubicBezTo>
                <a:cubicBezTo>
                  <a:pt x="1446956" y="1106929"/>
                  <a:pt x="1460550" y="1093335"/>
                  <a:pt x="1477320" y="1093335"/>
                </a:cubicBezTo>
                <a:close/>
                <a:moveTo>
                  <a:pt x="1404765" y="1093335"/>
                </a:moveTo>
                <a:cubicBezTo>
                  <a:pt x="1421535" y="1093335"/>
                  <a:pt x="1435129" y="1106929"/>
                  <a:pt x="1435129" y="1123698"/>
                </a:cubicBezTo>
                <a:cubicBezTo>
                  <a:pt x="1435129" y="1140468"/>
                  <a:pt x="1421535" y="1154062"/>
                  <a:pt x="1404765" y="1154062"/>
                </a:cubicBezTo>
                <a:cubicBezTo>
                  <a:pt x="1387996" y="1154062"/>
                  <a:pt x="1374402" y="1140468"/>
                  <a:pt x="1374402" y="1123698"/>
                </a:cubicBezTo>
                <a:cubicBezTo>
                  <a:pt x="1374402" y="1106929"/>
                  <a:pt x="1387996" y="1093335"/>
                  <a:pt x="1404765" y="1093335"/>
                </a:cubicBezTo>
                <a:close/>
                <a:moveTo>
                  <a:pt x="1332211" y="1093335"/>
                </a:moveTo>
                <a:cubicBezTo>
                  <a:pt x="1348980" y="1093335"/>
                  <a:pt x="1362574" y="1106929"/>
                  <a:pt x="1362574" y="1123698"/>
                </a:cubicBezTo>
                <a:cubicBezTo>
                  <a:pt x="1362574" y="1140468"/>
                  <a:pt x="1348980" y="1154062"/>
                  <a:pt x="1332211" y="1154062"/>
                </a:cubicBezTo>
                <a:cubicBezTo>
                  <a:pt x="1315441" y="1154062"/>
                  <a:pt x="1301847" y="1140468"/>
                  <a:pt x="1301847" y="1123698"/>
                </a:cubicBezTo>
                <a:cubicBezTo>
                  <a:pt x="1301847" y="1106929"/>
                  <a:pt x="1315441" y="1093335"/>
                  <a:pt x="1332211" y="1093335"/>
                </a:cubicBezTo>
                <a:close/>
                <a:moveTo>
                  <a:pt x="1259656" y="1093335"/>
                </a:moveTo>
                <a:cubicBezTo>
                  <a:pt x="1276426" y="1093335"/>
                  <a:pt x="1290020" y="1106929"/>
                  <a:pt x="1290020" y="1123698"/>
                </a:cubicBezTo>
                <a:cubicBezTo>
                  <a:pt x="1290020" y="1140468"/>
                  <a:pt x="1276426" y="1154062"/>
                  <a:pt x="1259656" y="1154062"/>
                </a:cubicBezTo>
                <a:cubicBezTo>
                  <a:pt x="1242887" y="1154062"/>
                  <a:pt x="1229293" y="1140468"/>
                  <a:pt x="1229293" y="1123698"/>
                </a:cubicBezTo>
                <a:cubicBezTo>
                  <a:pt x="1229293" y="1106929"/>
                  <a:pt x="1242887" y="1093335"/>
                  <a:pt x="1259656" y="1093335"/>
                </a:cubicBezTo>
                <a:close/>
                <a:moveTo>
                  <a:pt x="1187102" y="1093335"/>
                </a:moveTo>
                <a:cubicBezTo>
                  <a:pt x="1203871" y="1093335"/>
                  <a:pt x="1217465" y="1106929"/>
                  <a:pt x="1217465" y="1123698"/>
                </a:cubicBezTo>
                <a:cubicBezTo>
                  <a:pt x="1217465" y="1140468"/>
                  <a:pt x="1203871" y="1154062"/>
                  <a:pt x="1187102" y="1154062"/>
                </a:cubicBezTo>
                <a:cubicBezTo>
                  <a:pt x="1170332" y="1154062"/>
                  <a:pt x="1156738" y="1140468"/>
                  <a:pt x="1156738" y="1123698"/>
                </a:cubicBezTo>
                <a:cubicBezTo>
                  <a:pt x="1156738" y="1106929"/>
                  <a:pt x="1170332" y="1093335"/>
                  <a:pt x="1187102" y="1093335"/>
                </a:cubicBezTo>
                <a:close/>
                <a:moveTo>
                  <a:pt x="1114547" y="1093335"/>
                </a:moveTo>
                <a:cubicBezTo>
                  <a:pt x="1131317" y="1093335"/>
                  <a:pt x="1144911" y="1106929"/>
                  <a:pt x="1144911" y="1123698"/>
                </a:cubicBezTo>
                <a:cubicBezTo>
                  <a:pt x="1144911" y="1140468"/>
                  <a:pt x="1131317" y="1154062"/>
                  <a:pt x="1114547" y="1154062"/>
                </a:cubicBezTo>
                <a:cubicBezTo>
                  <a:pt x="1097778" y="1154062"/>
                  <a:pt x="1084184" y="1140468"/>
                  <a:pt x="1084184" y="1123698"/>
                </a:cubicBezTo>
                <a:cubicBezTo>
                  <a:pt x="1084184" y="1106929"/>
                  <a:pt x="1097778" y="1093335"/>
                  <a:pt x="1114547" y="1093335"/>
                </a:cubicBezTo>
                <a:close/>
                <a:moveTo>
                  <a:pt x="1041993" y="1093335"/>
                </a:moveTo>
                <a:cubicBezTo>
                  <a:pt x="1058762" y="1093335"/>
                  <a:pt x="1072356" y="1106929"/>
                  <a:pt x="1072356" y="1123698"/>
                </a:cubicBezTo>
                <a:cubicBezTo>
                  <a:pt x="1072356" y="1140468"/>
                  <a:pt x="1058762" y="1154062"/>
                  <a:pt x="1041993" y="1154062"/>
                </a:cubicBezTo>
                <a:cubicBezTo>
                  <a:pt x="1025223" y="1154062"/>
                  <a:pt x="1011629" y="1140468"/>
                  <a:pt x="1011629" y="1123698"/>
                </a:cubicBezTo>
                <a:cubicBezTo>
                  <a:pt x="1011629" y="1106929"/>
                  <a:pt x="1025223" y="1093335"/>
                  <a:pt x="1041993" y="1093335"/>
                </a:cubicBezTo>
                <a:close/>
                <a:moveTo>
                  <a:pt x="969438" y="1093335"/>
                </a:moveTo>
                <a:cubicBezTo>
                  <a:pt x="986208" y="1093335"/>
                  <a:pt x="999801" y="1106929"/>
                  <a:pt x="999801" y="1123698"/>
                </a:cubicBezTo>
                <a:cubicBezTo>
                  <a:pt x="999801" y="1140468"/>
                  <a:pt x="986208" y="1154062"/>
                  <a:pt x="969438" y="1154062"/>
                </a:cubicBezTo>
                <a:cubicBezTo>
                  <a:pt x="952669" y="1154062"/>
                  <a:pt x="939075" y="1140468"/>
                  <a:pt x="939075" y="1123698"/>
                </a:cubicBezTo>
                <a:cubicBezTo>
                  <a:pt x="939075" y="1106929"/>
                  <a:pt x="952669" y="1093335"/>
                  <a:pt x="969438" y="1093335"/>
                </a:cubicBezTo>
                <a:close/>
                <a:moveTo>
                  <a:pt x="896883" y="1093335"/>
                </a:moveTo>
                <a:cubicBezTo>
                  <a:pt x="913653" y="1093335"/>
                  <a:pt x="927247" y="1106929"/>
                  <a:pt x="927247" y="1123698"/>
                </a:cubicBezTo>
                <a:cubicBezTo>
                  <a:pt x="927247" y="1140468"/>
                  <a:pt x="913653" y="1154062"/>
                  <a:pt x="896883" y="1154062"/>
                </a:cubicBezTo>
                <a:cubicBezTo>
                  <a:pt x="880114" y="1154062"/>
                  <a:pt x="866520" y="1140468"/>
                  <a:pt x="866520" y="1123698"/>
                </a:cubicBezTo>
                <a:cubicBezTo>
                  <a:pt x="866520" y="1106929"/>
                  <a:pt x="880114" y="1093335"/>
                  <a:pt x="896883" y="1093335"/>
                </a:cubicBezTo>
                <a:close/>
                <a:moveTo>
                  <a:pt x="824329" y="1093335"/>
                </a:moveTo>
                <a:cubicBezTo>
                  <a:pt x="841098" y="1093335"/>
                  <a:pt x="854692" y="1106929"/>
                  <a:pt x="854692" y="1123698"/>
                </a:cubicBezTo>
                <a:cubicBezTo>
                  <a:pt x="854692" y="1140468"/>
                  <a:pt x="841098" y="1154062"/>
                  <a:pt x="824329" y="1154062"/>
                </a:cubicBezTo>
                <a:cubicBezTo>
                  <a:pt x="807559" y="1154062"/>
                  <a:pt x="793965" y="1140468"/>
                  <a:pt x="793965" y="1123698"/>
                </a:cubicBezTo>
                <a:cubicBezTo>
                  <a:pt x="793965" y="1106929"/>
                  <a:pt x="807559" y="1093335"/>
                  <a:pt x="824329" y="1093335"/>
                </a:cubicBezTo>
                <a:close/>
                <a:moveTo>
                  <a:pt x="751774" y="1093335"/>
                </a:moveTo>
                <a:cubicBezTo>
                  <a:pt x="768544" y="1093335"/>
                  <a:pt x="782138" y="1106929"/>
                  <a:pt x="782138" y="1123698"/>
                </a:cubicBezTo>
                <a:cubicBezTo>
                  <a:pt x="782138" y="1140468"/>
                  <a:pt x="768544" y="1154062"/>
                  <a:pt x="751774" y="1154062"/>
                </a:cubicBezTo>
                <a:cubicBezTo>
                  <a:pt x="735005" y="1154062"/>
                  <a:pt x="721411" y="1140468"/>
                  <a:pt x="721411" y="1123698"/>
                </a:cubicBezTo>
                <a:cubicBezTo>
                  <a:pt x="721411" y="1106929"/>
                  <a:pt x="735005" y="1093335"/>
                  <a:pt x="751774" y="1093335"/>
                </a:cubicBezTo>
                <a:close/>
                <a:moveTo>
                  <a:pt x="679220" y="1093335"/>
                </a:moveTo>
                <a:cubicBezTo>
                  <a:pt x="695989" y="1093335"/>
                  <a:pt x="709583" y="1106929"/>
                  <a:pt x="709583" y="1123698"/>
                </a:cubicBezTo>
                <a:cubicBezTo>
                  <a:pt x="709583" y="1140468"/>
                  <a:pt x="695989" y="1154062"/>
                  <a:pt x="679220" y="1154062"/>
                </a:cubicBezTo>
                <a:cubicBezTo>
                  <a:pt x="662450" y="1154062"/>
                  <a:pt x="648856" y="1140468"/>
                  <a:pt x="648856" y="1123698"/>
                </a:cubicBezTo>
                <a:cubicBezTo>
                  <a:pt x="648856" y="1106929"/>
                  <a:pt x="662450" y="1093335"/>
                  <a:pt x="679220" y="1093335"/>
                </a:cubicBezTo>
                <a:close/>
                <a:moveTo>
                  <a:pt x="606665" y="1093335"/>
                </a:moveTo>
                <a:cubicBezTo>
                  <a:pt x="623435" y="1093335"/>
                  <a:pt x="637029" y="1106929"/>
                  <a:pt x="637029" y="1123698"/>
                </a:cubicBezTo>
                <a:cubicBezTo>
                  <a:pt x="637029" y="1140468"/>
                  <a:pt x="623435" y="1154062"/>
                  <a:pt x="606665" y="1154062"/>
                </a:cubicBezTo>
                <a:cubicBezTo>
                  <a:pt x="589896" y="1154062"/>
                  <a:pt x="576302" y="1140468"/>
                  <a:pt x="576302" y="1123698"/>
                </a:cubicBezTo>
                <a:cubicBezTo>
                  <a:pt x="576302" y="1106929"/>
                  <a:pt x="589896" y="1093335"/>
                  <a:pt x="606665" y="1093335"/>
                </a:cubicBezTo>
                <a:close/>
                <a:moveTo>
                  <a:pt x="534111" y="1093335"/>
                </a:moveTo>
                <a:cubicBezTo>
                  <a:pt x="550880" y="1093335"/>
                  <a:pt x="564474" y="1106929"/>
                  <a:pt x="564474" y="1123698"/>
                </a:cubicBezTo>
                <a:cubicBezTo>
                  <a:pt x="564474" y="1140468"/>
                  <a:pt x="550880" y="1154062"/>
                  <a:pt x="534111" y="1154062"/>
                </a:cubicBezTo>
                <a:cubicBezTo>
                  <a:pt x="517341" y="1154062"/>
                  <a:pt x="503747" y="1140468"/>
                  <a:pt x="503747" y="1123698"/>
                </a:cubicBezTo>
                <a:cubicBezTo>
                  <a:pt x="503747" y="1106929"/>
                  <a:pt x="517341" y="1093335"/>
                  <a:pt x="534111" y="1093335"/>
                </a:cubicBezTo>
                <a:close/>
                <a:moveTo>
                  <a:pt x="461556" y="1093335"/>
                </a:moveTo>
                <a:cubicBezTo>
                  <a:pt x="478326" y="1093335"/>
                  <a:pt x="491920" y="1106929"/>
                  <a:pt x="491920" y="1123698"/>
                </a:cubicBezTo>
                <a:cubicBezTo>
                  <a:pt x="491920" y="1140468"/>
                  <a:pt x="478326" y="1154062"/>
                  <a:pt x="461556" y="1154062"/>
                </a:cubicBezTo>
                <a:cubicBezTo>
                  <a:pt x="444787" y="1154062"/>
                  <a:pt x="431192" y="1140468"/>
                  <a:pt x="431192" y="1123698"/>
                </a:cubicBezTo>
                <a:cubicBezTo>
                  <a:pt x="431192" y="1106929"/>
                  <a:pt x="444787" y="1093335"/>
                  <a:pt x="461556" y="1093335"/>
                </a:cubicBezTo>
                <a:close/>
                <a:moveTo>
                  <a:pt x="389002" y="1093335"/>
                </a:moveTo>
                <a:cubicBezTo>
                  <a:pt x="405771" y="1093335"/>
                  <a:pt x="419365" y="1106929"/>
                  <a:pt x="419365" y="1123698"/>
                </a:cubicBezTo>
                <a:cubicBezTo>
                  <a:pt x="419365" y="1140468"/>
                  <a:pt x="405771" y="1154062"/>
                  <a:pt x="389002" y="1154062"/>
                </a:cubicBezTo>
                <a:cubicBezTo>
                  <a:pt x="372232" y="1154062"/>
                  <a:pt x="358638" y="1140468"/>
                  <a:pt x="358638" y="1123698"/>
                </a:cubicBezTo>
                <a:cubicBezTo>
                  <a:pt x="358638" y="1106929"/>
                  <a:pt x="372232" y="1093335"/>
                  <a:pt x="389002" y="1093335"/>
                </a:cubicBezTo>
                <a:close/>
                <a:moveTo>
                  <a:pt x="316447" y="1093335"/>
                </a:moveTo>
                <a:cubicBezTo>
                  <a:pt x="333216" y="1093335"/>
                  <a:pt x="346810" y="1106929"/>
                  <a:pt x="346810" y="1123698"/>
                </a:cubicBezTo>
                <a:cubicBezTo>
                  <a:pt x="346810" y="1140468"/>
                  <a:pt x="333216" y="1154062"/>
                  <a:pt x="316447" y="1154062"/>
                </a:cubicBezTo>
                <a:cubicBezTo>
                  <a:pt x="299677" y="1154062"/>
                  <a:pt x="286084" y="1140468"/>
                  <a:pt x="286084" y="1123698"/>
                </a:cubicBezTo>
                <a:cubicBezTo>
                  <a:pt x="286084" y="1106929"/>
                  <a:pt x="299677" y="1093335"/>
                  <a:pt x="316447" y="1093335"/>
                </a:cubicBezTo>
                <a:close/>
                <a:moveTo>
                  <a:pt x="243892" y="1093335"/>
                </a:moveTo>
                <a:cubicBezTo>
                  <a:pt x="260662" y="1093335"/>
                  <a:pt x="274256" y="1106929"/>
                  <a:pt x="274256" y="1123698"/>
                </a:cubicBezTo>
                <a:cubicBezTo>
                  <a:pt x="274256" y="1140468"/>
                  <a:pt x="260662" y="1154062"/>
                  <a:pt x="243892" y="1154062"/>
                </a:cubicBezTo>
                <a:cubicBezTo>
                  <a:pt x="227123" y="1154062"/>
                  <a:pt x="213529" y="1140468"/>
                  <a:pt x="213529" y="1123698"/>
                </a:cubicBezTo>
                <a:cubicBezTo>
                  <a:pt x="213529" y="1106929"/>
                  <a:pt x="227123" y="1093335"/>
                  <a:pt x="243892" y="1093335"/>
                </a:cubicBezTo>
                <a:close/>
                <a:moveTo>
                  <a:pt x="171339" y="1093335"/>
                </a:moveTo>
                <a:cubicBezTo>
                  <a:pt x="188107" y="1093335"/>
                  <a:pt x="201701" y="1106929"/>
                  <a:pt x="201701" y="1123698"/>
                </a:cubicBezTo>
                <a:cubicBezTo>
                  <a:pt x="201701" y="1140468"/>
                  <a:pt x="188107" y="1154062"/>
                  <a:pt x="171339" y="1154062"/>
                </a:cubicBezTo>
                <a:cubicBezTo>
                  <a:pt x="154633" y="1154062"/>
                  <a:pt x="141040" y="1140468"/>
                  <a:pt x="141040" y="1123698"/>
                </a:cubicBezTo>
                <a:cubicBezTo>
                  <a:pt x="141040" y="1106929"/>
                  <a:pt x="154633" y="1093335"/>
                  <a:pt x="171339" y="1093335"/>
                </a:cubicBezTo>
                <a:close/>
                <a:moveTo>
                  <a:pt x="98858" y="1093335"/>
                </a:moveTo>
                <a:cubicBezTo>
                  <a:pt x="115622" y="1093335"/>
                  <a:pt x="129216" y="1106929"/>
                  <a:pt x="129216" y="1123698"/>
                </a:cubicBezTo>
                <a:cubicBezTo>
                  <a:pt x="129216" y="1140468"/>
                  <a:pt x="115622" y="1154062"/>
                  <a:pt x="98858" y="1154062"/>
                </a:cubicBezTo>
                <a:cubicBezTo>
                  <a:pt x="82086" y="1154062"/>
                  <a:pt x="68492" y="1140468"/>
                  <a:pt x="68492" y="1123698"/>
                </a:cubicBezTo>
                <a:cubicBezTo>
                  <a:pt x="68492" y="1106929"/>
                  <a:pt x="82086" y="1093335"/>
                  <a:pt x="98858" y="1093335"/>
                </a:cubicBezTo>
                <a:close/>
                <a:moveTo>
                  <a:pt x="26303" y="1093335"/>
                </a:moveTo>
                <a:cubicBezTo>
                  <a:pt x="43069" y="1093335"/>
                  <a:pt x="56664" y="1106929"/>
                  <a:pt x="56664" y="1123698"/>
                </a:cubicBezTo>
                <a:cubicBezTo>
                  <a:pt x="56664" y="1140468"/>
                  <a:pt x="43069" y="1154062"/>
                  <a:pt x="26303" y="1154062"/>
                </a:cubicBezTo>
                <a:cubicBezTo>
                  <a:pt x="17918" y="1154062"/>
                  <a:pt x="10327" y="1150664"/>
                  <a:pt x="4832" y="1145169"/>
                </a:cubicBezTo>
                <a:lnTo>
                  <a:pt x="0" y="1133503"/>
                </a:lnTo>
                <a:lnTo>
                  <a:pt x="0" y="1113894"/>
                </a:lnTo>
                <a:lnTo>
                  <a:pt x="4832" y="1102228"/>
                </a:lnTo>
                <a:cubicBezTo>
                  <a:pt x="10327" y="1096734"/>
                  <a:pt x="17918" y="1093335"/>
                  <a:pt x="26303" y="1093335"/>
                </a:cubicBezTo>
                <a:close/>
                <a:moveTo>
                  <a:pt x="1549874" y="1012883"/>
                </a:moveTo>
                <a:lnTo>
                  <a:pt x="1555552" y="1014029"/>
                </a:lnTo>
                <a:lnTo>
                  <a:pt x="1530465" y="1066106"/>
                </a:lnTo>
                <a:lnTo>
                  <a:pt x="1528404" y="1064717"/>
                </a:lnTo>
                <a:cubicBezTo>
                  <a:pt x="1522910" y="1059222"/>
                  <a:pt x="1519511" y="1051631"/>
                  <a:pt x="1519511" y="1043246"/>
                </a:cubicBezTo>
                <a:cubicBezTo>
                  <a:pt x="1519511" y="1026477"/>
                  <a:pt x="1533105" y="1012883"/>
                  <a:pt x="1549874" y="1012883"/>
                </a:cubicBezTo>
                <a:close/>
                <a:moveTo>
                  <a:pt x="1477320" y="1012883"/>
                </a:moveTo>
                <a:cubicBezTo>
                  <a:pt x="1494089" y="1012883"/>
                  <a:pt x="1507683" y="1026477"/>
                  <a:pt x="1507683" y="1043246"/>
                </a:cubicBezTo>
                <a:cubicBezTo>
                  <a:pt x="1507683" y="1060016"/>
                  <a:pt x="1494089" y="1073610"/>
                  <a:pt x="1477320" y="1073610"/>
                </a:cubicBezTo>
                <a:cubicBezTo>
                  <a:pt x="1460550" y="1073610"/>
                  <a:pt x="1446956" y="1060016"/>
                  <a:pt x="1446956" y="1043246"/>
                </a:cubicBezTo>
                <a:cubicBezTo>
                  <a:pt x="1446956" y="1026477"/>
                  <a:pt x="1460550" y="1012883"/>
                  <a:pt x="1477320" y="1012883"/>
                </a:cubicBezTo>
                <a:close/>
                <a:moveTo>
                  <a:pt x="1404765" y="1012883"/>
                </a:moveTo>
                <a:cubicBezTo>
                  <a:pt x="1421535" y="1012883"/>
                  <a:pt x="1435129" y="1026477"/>
                  <a:pt x="1435129" y="1043246"/>
                </a:cubicBezTo>
                <a:cubicBezTo>
                  <a:pt x="1435129" y="1060016"/>
                  <a:pt x="1421535" y="1073610"/>
                  <a:pt x="1404765" y="1073610"/>
                </a:cubicBezTo>
                <a:cubicBezTo>
                  <a:pt x="1387996" y="1073610"/>
                  <a:pt x="1374402" y="1060016"/>
                  <a:pt x="1374402" y="1043246"/>
                </a:cubicBezTo>
                <a:cubicBezTo>
                  <a:pt x="1374402" y="1026477"/>
                  <a:pt x="1387996" y="1012883"/>
                  <a:pt x="1404765" y="1012883"/>
                </a:cubicBezTo>
                <a:close/>
                <a:moveTo>
                  <a:pt x="1332211" y="1012883"/>
                </a:moveTo>
                <a:cubicBezTo>
                  <a:pt x="1348980" y="1012883"/>
                  <a:pt x="1362574" y="1026477"/>
                  <a:pt x="1362574" y="1043246"/>
                </a:cubicBezTo>
                <a:cubicBezTo>
                  <a:pt x="1362574" y="1060016"/>
                  <a:pt x="1348980" y="1073610"/>
                  <a:pt x="1332211" y="1073610"/>
                </a:cubicBezTo>
                <a:cubicBezTo>
                  <a:pt x="1315441" y="1073610"/>
                  <a:pt x="1301847" y="1060016"/>
                  <a:pt x="1301847" y="1043246"/>
                </a:cubicBezTo>
                <a:cubicBezTo>
                  <a:pt x="1301847" y="1026477"/>
                  <a:pt x="1315441" y="1012883"/>
                  <a:pt x="1332211" y="1012883"/>
                </a:cubicBezTo>
                <a:close/>
                <a:moveTo>
                  <a:pt x="1259656" y="1012883"/>
                </a:moveTo>
                <a:cubicBezTo>
                  <a:pt x="1276426" y="1012883"/>
                  <a:pt x="1290020" y="1026477"/>
                  <a:pt x="1290020" y="1043246"/>
                </a:cubicBezTo>
                <a:cubicBezTo>
                  <a:pt x="1290020" y="1060016"/>
                  <a:pt x="1276426" y="1073610"/>
                  <a:pt x="1259656" y="1073610"/>
                </a:cubicBezTo>
                <a:cubicBezTo>
                  <a:pt x="1242887" y="1073610"/>
                  <a:pt x="1229293" y="1060016"/>
                  <a:pt x="1229293" y="1043246"/>
                </a:cubicBezTo>
                <a:cubicBezTo>
                  <a:pt x="1229293" y="1026477"/>
                  <a:pt x="1242887" y="1012883"/>
                  <a:pt x="1259656" y="1012883"/>
                </a:cubicBezTo>
                <a:close/>
                <a:moveTo>
                  <a:pt x="1187102" y="1012883"/>
                </a:moveTo>
                <a:cubicBezTo>
                  <a:pt x="1203871" y="1012883"/>
                  <a:pt x="1217465" y="1026477"/>
                  <a:pt x="1217465" y="1043246"/>
                </a:cubicBezTo>
                <a:cubicBezTo>
                  <a:pt x="1217465" y="1060016"/>
                  <a:pt x="1203871" y="1073610"/>
                  <a:pt x="1187102" y="1073610"/>
                </a:cubicBezTo>
                <a:cubicBezTo>
                  <a:pt x="1170332" y="1073610"/>
                  <a:pt x="1156738" y="1060016"/>
                  <a:pt x="1156738" y="1043246"/>
                </a:cubicBezTo>
                <a:cubicBezTo>
                  <a:pt x="1156738" y="1026477"/>
                  <a:pt x="1170332" y="1012883"/>
                  <a:pt x="1187102" y="1012883"/>
                </a:cubicBezTo>
                <a:close/>
                <a:moveTo>
                  <a:pt x="1114547" y="1012883"/>
                </a:moveTo>
                <a:cubicBezTo>
                  <a:pt x="1131317" y="1012883"/>
                  <a:pt x="1144911" y="1026477"/>
                  <a:pt x="1144911" y="1043246"/>
                </a:cubicBezTo>
                <a:cubicBezTo>
                  <a:pt x="1144911" y="1060016"/>
                  <a:pt x="1131317" y="1073610"/>
                  <a:pt x="1114547" y="1073610"/>
                </a:cubicBezTo>
                <a:cubicBezTo>
                  <a:pt x="1097778" y="1073610"/>
                  <a:pt x="1084184" y="1060016"/>
                  <a:pt x="1084184" y="1043246"/>
                </a:cubicBezTo>
                <a:cubicBezTo>
                  <a:pt x="1084184" y="1026477"/>
                  <a:pt x="1097778" y="1012883"/>
                  <a:pt x="1114547" y="1012883"/>
                </a:cubicBezTo>
                <a:close/>
                <a:moveTo>
                  <a:pt x="1041993" y="1012883"/>
                </a:moveTo>
                <a:cubicBezTo>
                  <a:pt x="1058762" y="1012883"/>
                  <a:pt x="1072356" y="1026477"/>
                  <a:pt x="1072356" y="1043246"/>
                </a:cubicBezTo>
                <a:cubicBezTo>
                  <a:pt x="1072356" y="1060016"/>
                  <a:pt x="1058762" y="1073610"/>
                  <a:pt x="1041993" y="1073610"/>
                </a:cubicBezTo>
                <a:cubicBezTo>
                  <a:pt x="1025223" y="1073610"/>
                  <a:pt x="1011629" y="1060016"/>
                  <a:pt x="1011629" y="1043246"/>
                </a:cubicBezTo>
                <a:cubicBezTo>
                  <a:pt x="1011629" y="1026477"/>
                  <a:pt x="1025223" y="1012883"/>
                  <a:pt x="1041993" y="1012883"/>
                </a:cubicBezTo>
                <a:close/>
                <a:moveTo>
                  <a:pt x="969438" y="1012883"/>
                </a:moveTo>
                <a:cubicBezTo>
                  <a:pt x="986208" y="1012883"/>
                  <a:pt x="999801" y="1026477"/>
                  <a:pt x="999801" y="1043246"/>
                </a:cubicBezTo>
                <a:cubicBezTo>
                  <a:pt x="999801" y="1060016"/>
                  <a:pt x="986208" y="1073610"/>
                  <a:pt x="969438" y="1073610"/>
                </a:cubicBezTo>
                <a:cubicBezTo>
                  <a:pt x="952669" y="1073610"/>
                  <a:pt x="939075" y="1060016"/>
                  <a:pt x="939075" y="1043246"/>
                </a:cubicBezTo>
                <a:cubicBezTo>
                  <a:pt x="939075" y="1026477"/>
                  <a:pt x="952669" y="1012883"/>
                  <a:pt x="969438" y="1012883"/>
                </a:cubicBezTo>
                <a:close/>
                <a:moveTo>
                  <a:pt x="896883" y="1012883"/>
                </a:moveTo>
                <a:cubicBezTo>
                  <a:pt x="913653" y="1012883"/>
                  <a:pt x="927247" y="1026477"/>
                  <a:pt x="927247" y="1043246"/>
                </a:cubicBezTo>
                <a:cubicBezTo>
                  <a:pt x="927247" y="1060016"/>
                  <a:pt x="913653" y="1073610"/>
                  <a:pt x="896883" y="1073610"/>
                </a:cubicBezTo>
                <a:cubicBezTo>
                  <a:pt x="880114" y="1073610"/>
                  <a:pt x="866520" y="1060016"/>
                  <a:pt x="866520" y="1043246"/>
                </a:cubicBezTo>
                <a:cubicBezTo>
                  <a:pt x="866520" y="1026477"/>
                  <a:pt x="880114" y="1012883"/>
                  <a:pt x="896883" y="1012883"/>
                </a:cubicBezTo>
                <a:close/>
                <a:moveTo>
                  <a:pt x="824329" y="1012883"/>
                </a:moveTo>
                <a:cubicBezTo>
                  <a:pt x="841098" y="1012883"/>
                  <a:pt x="854692" y="1026477"/>
                  <a:pt x="854692" y="1043246"/>
                </a:cubicBezTo>
                <a:cubicBezTo>
                  <a:pt x="854692" y="1060016"/>
                  <a:pt x="841098" y="1073610"/>
                  <a:pt x="824329" y="1073610"/>
                </a:cubicBezTo>
                <a:cubicBezTo>
                  <a:pt x="807559" y="1073610"/>
                  <a:pt x="793965" y="1060016"/>
                  <a:pt x="793965" y="1043246"/>
                </a:cubicBezTo>
                <a:cubicBezTo>
                  <a:pt x="793965" y="1026477"/>
                  <a:pt x="807559" y="1012883"/>
                  <a:pt x="824329" y="1012883"/>
                </a:cubicBezTo>
                <a:close/>
                <a:moveTo>
                  <a:pt x="751774" y="1012883"/>
                </a:moveTo>
                <a:cubicBezTo>
                  <a:pt x="768544" y="1012883"/>
                  <a:pt x="782138" y="1026477"/>
                  <a:pt x="782138" y="1043246"/>
                </a:cubicBezTo>
                <a:cubicBezTo>
                  <a:pt x="782138" y="1060016"/>
                  <a:pt x="768544" y="1073610"/>
                  <a:pt x="751774" y="1073610"/>
                </a:cubicBezTo>
                <a:cubicBezTo>
                  <a:pt x="735005" y="1073610"/>
                  <a:pt x="721411" y="1060016"/>
                  <a:pt x="721411" y="1043246"/>
                </a:cubicBezTo>
                <a:cubicBezTo>
                  <a:pt x="721411" y="1026477"/>
                  <a:pt x="735005" y="1012883"/>
                  <a:pt x="751774" y="1012883"/>
                </a:cubicBezTo>
                <a:close/>
                <a:moveTo>
                  <a:pt x="679220" y="1012883"/>
                </a:moveTo>
                <a:cubicBezTo>
                  <a:pt x="695989" y="1012883"/>
                  <a:pt x="709583" y="1026477"/>
                  <a:pt x="709583" y="1043246"/>
                </a:cubicBezTo>
                <a:cubicBezTo>
                  <a:pt x="709583" y="1060016"/>
                  <a:pt x="695989" y="1073610"/>
                  <a:pt x="679220" y="1073610"/>
                </a:cubicBezTo>
                <a:cubicBezTo>
                  <a:pt x="662450" y="1073610"/>
                  <a:pt x="648856" y="1060016"/>
                  <a:pt x="648856" y="1043246"/>
                </a:cubicBezTo>
                <a:cubicBezTo>
                  <a:pt x="648856" y="1026477"/>
                  <a:pt x="662450" y="1012883"/>
                  <a:pt x="679220" y="1012883"/>
                </a:cubicBezTo>
                <a:close/>
                <a:moveTo>
                  <a:pt x="606665" y="1012883"/>
                </a:moveTo>
                <a:cubicBezTo>
                  <a:pt x="623435" y="1012883"/>
                  <a:pt x="637029" y="1026477"/>
                  <a:pt x="637029" y="1043246"/>
                </a:cubicBezTo>
                <a:cubicBezTo>
                  <a:pt x="637029" y="1060016"/>
                  <a:pt x="623435" y="1073610"/>
                  <a:pt x="606665" y="1073610"/>
                </a:cubicBezTo>
                <a:cubicBezTo>
                  <a:pt x="589896" y="1073610"/>
                  <a:pt x="576302" y="1060016"/>
                  <a:pt x="576302" y="1043246"/>
                </a:cubicBezTo>
                <a:cubicBezTo>
                  <a:pt x="576302" y="1026477"/>
                  <a:pt x="589896" y="1012883"/>
                  <a:pt x="606665" y="1012883"/>
                </a:cubicBezTo>
                <a:close/>
                <a:moveTo>
                  <a:pt x="534111" y="1012883"/>
                </a:moveTo>
                <a:cubicBezTo>
                  <a:pt x="550880" y="1012883"/>
                  <a:pt x="564474" y="1026477"/>
                  <a:pt x="564474" y="1043246"/>
                </a:cubicBezTo>
                <a:cubicBezTo>
                  <a:pt x="564474" y="1060016"/>
                  <a:pt x="550880" y="1073610"/>
                  <a:pt x="534111" y="1073610"/>
                </a:cubicBezTo>
                <a:cubicBezTo>
                  <a:pt x="517341" y="1073610"/>
                  <a:pt x="503747" y="1060016"/>
                  <a:pt x="503747" y="1043246"/>
                </a:cubicBezTo>
                <a:cubicBezTo>
                  <a:pt x="503747" y="1026477"/>
                  <a:pt x="517341" y="1012883"/>
                  <a:pt x="534111" y="1012883"/>
                </a:cubicBezTo>
                <a:close/>
                <a:moveTo>
                  <a:pt x="461556" y="1012883"/>
                </a:moveTo>
                <a:cubicBezTo>
                  <a:pt x="478326" y="1012883"/>
                  <a:pt x="491920" y="1026477"/>
                  <a:pt x="491920" y="1043246"/>
                </a:cubicBezTo>
                <a:cubicBezTo>
                  <a:pt x="491920" y="1060016"/>
                  <a:pt x="478326" y="1073610"/>
                  <a:pt x="461556" y="1073610"/>
                </a:cubicBezTo>
                <a:cubicBezTo>
                  <a:pt x="444787" y="1073610"/>
                  <a:pt x="431192" y="1060016"/>
                  <a:pt x="431192" y="1043246"/>
                </a:cubicBezTo>
                <a:cubicBezTo>
                  <a:pt x="431192" y="1026477"/>
                  <a:pt x="444787" y="1012883"/>
                  <a:pt x="461556" y="1012883"/>
                </a:cubicBezTo>
                <a:close/>
                <a:moveTo>
                  <a:pt x="389002" y="1012883"/>
                </a:moveTo>
                <a:cubicBezTo>
                  <a:pt x="405771" y="1012883"/>
                  <a:pt x="419365" y="1026477"/>
                  <a:pt x="419365" y="1043246"/>
                </a:cubicBezTo>
                <a:cubicBezTo>
                  <a:pt x="419365" y="1060016"/>
                  <a:pt x="405771" y="1073610"/>
                  <a:pt x="389002" y="1073610"/>
                </a:cubicBezTo>
                <a:cubicBezTo>
                  <a:pt x="372232" y="1073610"/>
                  <a:pt x="358638" y="1060016"/>
                  <a:pt x="358638" y="1043246"/>
                </a:cubicBezTo>
                <a:cubicBezTo>
                  <a:pt x="358638" y="1026477"/>
                  <a:pt x="372232" y="1012883"/>
                  <a:pt x="389002" y="1012883"/>
                </a:cubicBezTo>
                <a:close/>
                <a:moveTo>
                  <a:pt x="316447" y="1012883"/>
                </a:moveTo>
                <a:cubicBezTo>
                  <a:pt x="333216" y="1012883"/>
                  <a:pt x="346810" y="1026477"/>
                  <a:pt x="346810" y="1043246"/>
                </a:cubicBezTo>
                <a:cubicBezTo>
                  <a:pt x="346810" y="1060016"/>
                  <a:pt x="333216" y="1073610"/>
                  <a:pt x="316447" y="1073610"/>
                </a:cubicBezTo>
                <a:cubicBezTo>
                  <a:pt x="299677" y="1073610"/>
                  <a:pt x="286084" y="1060016"/>
                  <a:pt x="286084" y="1043246"/>
                </a:cubicBezTo>
                <a:cubicBezTo>
                  <a:pt x="286084" y="1026477"/>
                  <a:pt x="299677" y="1012883"/>
                  <a:pt x="316447" y="1012883"/>
                </a:cubicBezTo>
                <a:close/>
                <a:moveTo>
                  <a:pt x="243892" y="1012883"/>
                </a:moveTo>
                <a:cubicBezTo>
                  <a:pt x="260662" y="1012883"/>
                  <a:pt x="274256" y="1026477"/>
                  <a:pt x="274256" y="1043246"/>
                </a:cubicBezTo>
                <a:cubicBezTo>
                  <a:pt x="274256" y="1060016"/>
                  <a:pt x="260662" y="1073610"/>
                  <a:pt x="243892" y="1073610"/>
                </a:cubicBezTo>
                <a:cubicBezTo>
                  <a:pt x="227123" y="1073610"/>
                  <a:pt x="213529" y="1060016"/>
                  <a:pt x="213529" y="1043246"/>
                </a:cubicBezTo>
                <a:cubicBezTo>
                  <a:pt x="213529" y="1026477"/>
                  <a:pt x="227123" y="1012883"/>
                  <a:pt x="243892" y="1012883"/>
                </a:cubicBezTo>
                <a:close/>
                <a:moveTo>
                  <a:pt x="171339" y="1012883"/>
                </a:moveTo>
                <a:cubicBezTo>
                  <a:pt x="188107" y="1012883"/>
                  <a:pt x="201701" y="1026477"/>
                  <a:pt x="201701" y="1043246"/>
                </a:cubicBezTo>
                <a:cubicBezTo>
                  <a:pt x="201701" y="1060016"/>
                  <a:pt x="188107" y="1073610"/>
                  <a:pt x="171339" y="1073610"/>
                </a:cubicBezTo>
                <a:cubicBezTo>
                  <a:pt x="154639" y="1073610"/>
                  <a:pt x="141045" y="1060016"/>
                  <a:pt x="141045" y="1043246"/>
                </a:cubicBezTo>
                <a:cubicBezTo>
                  <a:pt x="141045" y="1026477"/>
                  <a:pt x="154639" y="1012883"/>
                  <a:pt x="171339" y="1012883"/>
                </a:cubicBezTo>
                <a:close/>
                <a:moveTo>
                  <a:pt x="98865" y="1012883"/>
                </a:moveTo>
                <a:cubicBezTo>
                  <a:pt x="115628" y="1012883"/>
                  <a:pt x="129222" y="1026477"/>
                  <a:pt x="129222" y="1043246"/>
                </a:cubicBezTo>
                <a:cubicBezTo>
                  <a:pt x="129222" y="1060016"/>
                  <a:pt x="115628" y="1073610"/>
                  <a:pt x="98865" y="1073610"/>
                </a:cubicBezTo>
                <a:cubicBezTo>
                  <a:pt x="82093" y="1073610"/>
                  <a:pt x="68498" y="1060016"/>
                  <a:pt x="68498" y="1043246"/>
                </a:cubicBezTo>
                <a:cubicBezTo>
                  <a:pt x="68498" y="1026477"/>
                  <a:pt x="82093" y="1012883"/>
                  <a:pt x="98865" y="1012883"/>
                </a:cubicBezTo>
                <a:close/>
                <a:moveTo>
                  <a:pt x="26309" y="1012883"/>
                </a:moveTo>
                <a:cubicBezTo>
                  <a:pt x="43075" y="1012883"/>
                  <a:pt x="56670" y="1026477"/>
                  <a:pt x="56670" y="1043246"/>
                </a:cubicBezTo>
                <a:cubicBezTo>
                  <a:pt x="56670" y="1060016"/>
                  <a:pt x="43075" y="1073610"/>
                  <a:pt x="26309" y="1073610"/>
                </a:cubicBezTo>
                <a:cubicBezTo>
                  <a:pt x="17924" y="1073610"/>
                  <a:pt x="10333" y="1070212"/>
                  <a:pt x="4838" y="1064717"/>
                </a:cubicBezTo>
                <a:lnTo>
                  <a:pt x="0" y="1053036"/>
                </a:lnTo>
                <a:lnTo>
                  <a:pt x="0" y="1033457"/>
                </a:lnTo>
                <a:lnTo>
                  <a:pt x="4838" y="1021776"/>
                </a:lnTo>
                <a:cubicBezTo>
                  <a:pt x="10333" y="1016282"/>
                  <a:pt x="17924" y="1012883"/>
                  <a:pt x="26309" y="1012883"/>
                </a:cubicBezTo>
                <a:close/>
                <a:moveTo>
                  <a:pt x="1549874" y="932431"/>
                </a:moveTo>
                <a:cubicBezTo>
                  <a:pt x="1558259" y="932431"/>
                  <a:pt x="1565850" y="935830"/>
                  <a:pt x="1571345" y="941324"/>
                </a:cubicBezTo>
                <a:lnTo>
                  <a:pt x="1577296" y="955693"/>
                </a:lnTo>
                <a:lnTo>
                  <a:pt x="1565363" y="988298"/>
                </a:lnTo>
                <a:lnTo>
                  <a:pt x="1561694" y="990772"/>
                </a:lnTo>
                <a:cubicBezTo>
                  <a:pt x="1558061" y="992309"/>
                  <a:pt x="1554067" y="993158"/>
                  <a:pt x="1549874" y="993158"/>
                </a:cubicBezTo>
                <a:cubicBezTo>
                  <a:pt x="1533105" y="993158"/>
                  <a:pt x="1519511" y="979564"/>
                  <a:pt x="1519511" y="962795"/>
                </a:cubicBezTo>
                <a:cubicBezTo>
                  <a:pt x="1519511" y="946025"/>
                  <a:pt x="1533105" y="932431"/>
                  <a:pt x="1549874" y="932431"/>
                </a:cubicBezTo>
                <a:close/>
                <a:moveTo>
                  <a:pt x="1477320" y="932431"/>
                </a:moveTo>
                <a:cubicBezTo>
                  <a:pt x="1494089" y="932431"/>
                  <a:pt x="1507683" y="946025"/>
                  <a:pt x="1507683" y="962795"/>
                </a:cubicBezTo>
                <a:cubicBezTo>
                  <a:pt x="1507683" y="979564"/>
                  <a:pt x="1494089" y="993158"/>
                  <a:pt x="1477320" y="993158"/>
                </a:cubicBezTo>
                <a:cubicBezTo>
                  <a:pt x="1460550" y="993158"/>
                  <a:pt x="1446956" y="979564"/>
                  <a:pt x="1446956" y="962795"/>
                </a:cubicBezTo>
                <a:cubicBezTo>
                  <a:pt x="1446956" y="946025"/>
                  <a:pt x="1460550" y="932431"/>
                  <a:pt x="1477320" y="932431"/>
                </a:cubicBezTo>
                <a:close/>
                <a:moveTo>
                  <a:pt x="1404765" y="932431"/>
                </a:moveTo>
                <a:cubicBezTo>
                  <a:pt x="1421535" y="932431"/>
                  <a:pt x="1435129" y="946025"/>
                  <a:pt x="1435129" y="962795"/>
                </a:cubicBezTo>
                <a:cubicBezTo>
                  <a:pt x="1435129" y="979564"/>
                  <a:pt x="1421535" y="993158"/>
                  <a:pt x="1404765" y="993158"/>
                </a:cubicBezTo>
                <a:cubicBezTo>
                  <a:pt x="1387996" y="993158"/>
                  <a:pt x="1374402" y="979564"/>
                  <a:pt x="1374402" y="962795"/>
                </a:cubicBezTo>
                <a:cubicBezTo>
                  <a:pt x="1374402" y="946025"/>
                  <a:pt x="1387996" y="932431"/>
                  <a:pt x="1404765" y="932431"/>
                </a:cubicBezTo>
                <a:close/>
                <a:moveTo>
                  <a:pt x="1332211" y="932431"/>
                </a:moveTo>
                <a:cubicBezTo>
                  <a:pt x="1348980" y="932431"/>
                  <a:pt x="1362574" y="946025"/>
                  <a:pt x="1362574" y="962795"/>
                </a:cubicBezTo>
                <a:cubicBezTo>
                  <a:pt x="1362574" y="979564"/>
                  <a:pt x="1348980" y="993158"/>
                  <a:pt x="1332211" y="993158"/>
                </a:cubicBezTo>
                <a:cubicBezTo>
                  <a:pt x="1315441" y="993158"/>
                  <a:pt x="1301847" y="979564"/>
                  <a:pt x="1301847" y="962795"/>
                </a:cubicBezTo>
                <a:cubicBezTo>
                  <a:pt x="1301847" y="946025"/>
                  <a:pt x="1315441" y="932431"/>
                  <a:pt x="1332211" y="932431"/>
                </a:cubicBezTo>
                <a:close/>
                <a:moveTo>
                  <a:pt x="1259656" y="932431"/>
                </a:moveTo>
                <a:cubicBezTo>
                  <a:pt x="1276426" y="932431"/>
                  <a:pt x="1290020" y="946025"/>
                  <a:pt x="1290020" y="962795"/>
                </a:cubicBezTo>
                <a:cubicBezTo>
                  <a:pt x="1290020" y="979564"/>
                  <a:pt x="1276426" y="993158"/>
                  <a:pt x="1259656" y="993158"/>
                </a:cubicBezTo>
                <a:cubicBezTo>
                  <a:pt x="1242887" y="993158"/>
                  <a:pt x="1229293" y="979564"/>
                  <a:pt x="1229293" y="962795"/>
                </a:cubicBezTo>
                <a:cubicBezTo>
                  <a:pt x="1229293" y="946025"/>
                  <a:pt x="1242887" y="932431"/>
                  <a:pt x="1259656" y="932431"/>
                </a:cubicBezTo>
                <a:close/>
                <a:moveTo>
                  <a:pt x="1187102" y="932431"/>
                </a:moveTo>
                <a:cubicBezTo>
                  <a:pt x="1203871" y="932431"/>
                  <a:pt x="1217465" y="946025"/>
                  <a:pt x="1217465" y="962795"/>
                </a:cubicBezTo>
                <a:cubicBezTo>
                  <a:pt x="1217465" y="979564"/>
                  <a:pt x="1203871" y="993158"/>
                  <a:pt x="1187102" y="993158"/>
                </a:cubicBezTo>
                <a:cubicBezTo>
                  <a:pt x="1170332" y="993158"/>
                  <a:pt x="1156738" y="979564"/>
                  <a:pt x="1156738" y="962795"/>
                </a:cubicBezTo>
                <a:cubicBezTo>
                  <a:pt x="1156738" y="946025"/>
                  <a:pt x="1170332" y="932431"/>
                  <a:pt x="1187102" y="932431"/>
                </a:cubicBezTo>
                <a:close/>
                <a:moveTo>
                  <a:pt x="1114547" y="932431"/>
                </a:moveTo>
                <a:cubicBezTo>
                  <a:pt x="1131317" y="932431"/>
                  <a:pt x="1144911" y="946025"/>
                  <a:pt x="1144911" y="962795"/>
                </a:cubicBezTo>
                <a:cubicBezTo>
                  <a:pt x="1144911" y="979564"/>
                  <a:pt x="1131317" y="993158"/>
                  <a:pt x="1114547" y="993158"/>
                </a:cubicBezTo>
                <a:cubicBezTo>
                  <a:pt x="1097778" y="993158"/>
                  <a:pt x="1084184" y="979564"/>
                  <a:pt x="1084184" y="962795"/>
                </a:cubicBezTo>
                <a:cubicBezTo>
                  <a:pt x="1084184" y="946025"/>
                  <a:pt x="1097778" y="932431"/>
                  <a:pt x="1114547" y="932431"/>
                </a:cubicBezTo>
                <a:close/>
                <a:moveTo>
                  <a:pt x="1041993" y="932431"/>
                </a:moveTo>
                <a:cubicBezTo>
                  <a:pt x="1058762" y="932431"/>
                  <a:pt x="1072356" y="946025"/>
                  <a:pt x="1072356" y="962795"/>
                </a:cubicBezTo>
                <a:cubicBezTo>
                  <a:pt x="1072356" y="979564"/>
                  <a:pt x="1058762" y="993158"/>
                  <a:pt x="1041993" y="993158"/>
                </a:cubicBezTo>
                <a:cubicBezTo>
                  <a:pt x="1025223" y="993158"/>
                  <a:pt x="1011629" y="979564"/>
                  <a:pt x="1011629" y="962795"/>
                </a:cubicBezTo>
                <a:cubicBezTo>
                  <a:pt x="1011629" y="946025"/>
                  <a:pt x="1025223" y="932431"/>
                  <a:pt x="1041993" y="932431"/>
                </a:cubicBezTo>
                <a:close/>
                <a:moveTo>
                  <a:pt x="969438" y="932431"/>
                </a:moveTo>
                <a:cubicBezTo>
                  <a:pt x="986208" y="932431"/>
                  <a:pt x="999801" y="946025"/>
                  <a:pt x="999801" y="962795"/>
                </a:cubicBezTo>
                <a:cubicBezTo>
                  <a:pt x="999801" y="979564"/>
                  <a:pt x="986208" y="993158"/>
                  <a:pt x="969438" y="993158"/>
                </a:cubicBezTo>
                <a:cubicBezTo>
                  <a:pt x="952669" y="993158"/>
                  <a:pt x="939075" y="979564"/>
                  <a:pt x="939075" y="962795"/>
                </a:cubicBezTo>
                <a:cubicBezTo>
                  <a:pt x="939075" y="946025"/>
                  <a:pt x="952669" y="932431"/>
                  <a:pt x="969438" y="932431"/>
                </a:cubicBezTo>
                <a:close/>
                <a:moveTo>
                  <a:pt x="896883" y="932431"/>
                </a:moveTo>
                <a:cubicBezTo>
                  <a:pt x="913653" y="932431"/>
                  <a:pt x="927247" y="946025"/>
                  <a:pt x="927247" y="962795"/>
                </a:cubicBezTo>
                <a:cubicBezTo>
                  <a:pt x="927247" y="979564"/>
                  <a:pt x="913653" y="993158"/>
                  <a:pt x="896883" y="993158"/>
                </a:cubicBezTo>
                <a:cubicBezTo>
                  <a:pt x="880114" y="993158"/>
                  <a:pt x="866520" y="979564"/>
                  <a:pt x="866520" y="962795"/>
                </a:cubicBezTo>
                <a:cubicBezTo>
                  <a:pt x="866520" y="946025"/>
                  <a:pt x="880114" y="932431"/>
                  <a:pt x="896883" y="932431"/>
                </a:cubicBezTo>
                <a:close/>
                <a:moveTo>
                  <a:pt x="824329" y="932431"/>
                </a:moveTo>
                <a:cubicBezTo>
                  <a:pt x="841098" y="932431"/>
                  <a:pt x="854692" y="946025"/>
                  <a:pt x="854692" y="962795"/>
                </a:cubicBezTo>
                <a:cubicBezTo>
                  <a:pt x="854692" y="979564"/>
                  <a:pt x="841098" y="993158"/>
                  <a:pt x="824329" y="993158"/>
                </a:cubicBezTo>
                <a:cubicBezTo>
                  <a:pt x="807559" y="993158"/>
                  <a:pt x="793965" y="979564"/>
                  <a:pt x="793965" y="962795"/>
                </a:cubicBezTo>
                <a:cubicBezTo>
                  <a:pt x="793965" y="946025"/>
                  <a:pt x="807559" y="932431"/>
                  <a:pt x="824329" y="932431"/>
                </a:cubicBezTo>
                <a:close/>
                <a:moveTo>
                  <a:pt x="751774" y="932431"/>
                </a:moveTo>
                <a:cubicBezTo>
                  <a:pt x="768544" y="932431"/>
                  <a:pt x="782138" y="946025"/>
                  <a:pt x="782138" y="962795"/>
                </a:cubicBezTo>
                <a:cubicBezTo>
                  <a:pt x="782138" y="979564"/>
                  <a:pt x="768544" y="993158"/>
                  <a:pt x="751774" y="993158"/>
                </a:cubicBezTo>
                <a:cubicBezTo>
                  <a:pt x="735005" y="993158"/>
                  <a:pt x="721411" y="979564"/>
                  <a:pt x="721411" y="962795"/>
                </a:cubicBezTo>
                <a:cubicBezTo>
                  <a:pt x="721411" y="946025"/>
                  <a:pt x="735005" y="932431"/>
                  <a:pt x="751774" y="932431"/>
                </a:cubicBezTo>
                <a:close/>
                <a:moveTo>
                  <a:pt x="679220" y="932431"/>
                </a:moveTo>
                <a:cubicBezTo>
                  <a:pt x="695989" y="932431"/>
                  <a:pt x="709583" y="946025"/>
                  <a:pt x="709583" y="962795"/>
                </a:cubicBezTo>
                <a:cubicBezTo>
                  <a:pt x="709583" y="979564"/>
                  <a:pt x="695989" y="993158"/>
                  <a:pt x="679220" y="993158"/>
                </a:cubicBezTo>
                <a:cubicBezTo>
                  <a:pt x="662450" y="993158"/>
                  <a:pt x="648856" y="979564"/>
                  <a:pt x="648856" y="962795"/>
                </a:cubicBezTo>
                <a:cubicBezTo>
                  <a:pt x="648856" y="946025"/>
                  <a:pt x="662450" y="932431"/>
                  <a:pt x="679220" y="932431"/>
                </a:cubicBezTo>
                <a:close/>
                <a:moveTo>
                  <a:pt x="606665" y="932431"/>
                </a:moveTo>
                <a:cubicBezTo>
                  <a:pt x="623435" y="932431"/>
                  <a:pt x="637029" y="946025"/>
                  <a:pt x="637029" y="962795"/>
                </a:cubicBezTo>
                <a:cubicBezTo>
                  <a:pt x="637029" y="979564"/>
                  <a:pt x="623435" y="993158"/>
                  <a:pt x="606665" y="993158"/>
                </a:cubicBezTo>
                <a:cubicBezTo>
                  <a:pt x="589896" y="993158"/>
                  <a:pt x="576302" y="979564"/>
                  <a:pt x="576302" y="962795"/>
                </a:cubicBezTo>
                <a:cubicBezTo>
                  <a:pt x="576302" y="946025"/>
                  <a:pt x="589896" y="932431"/>
                  <a:pt x="606665" y="932431"/>
                </a:cubicBezTo>
                <a:close/>
                <a:moveTo>
                  <a:pt x="534111" y="932431"/>
                </a:moveTo>
                <a:cubicBezTo>
                  <a:pt x="550880" y="932431"/>
                  <a:pt x="564474" y="946025"/>
                  <a:pt x="564474" y="962795"/>
                </a:cubicBezTo>
                <a:cubicBezTo>
                  <a:pt x="564474" y="979564"/>
                  <a:pt x="550880" y="993158"/>
                  <a:pt x="534111" y="993158"/>
                </a:cubicBezTo>
                <a:cubicBezTo>
                  <a:pt x="517341" y="993158"/>
                  <a:pt x="503747" y="979564"/>
                  <a:pt x="503747" y="962795"/>
                </a:cubicBezTo>
                <a:cubicBezTo>
                  <a:pt x="503747" y="946025"/>
                  <a:pt x="517341" y="932431"/>
                  <a:pt x="534111" y="932431"/>
                </a:cubicBezTo>
                <a:close/>
                <a:moveTo>
                  <a:pt x="461556" y="932431"/>
                </a:moveTo>
                <a:cubicBezTo>
                  <a:pt x="478326" y="932431"/>
                  <a:pt x="491920" y="946025"/>
                  <a:pt x="491920" y="962795"/>
                </a:cubicBezTo>
                <a:cubicBezTo>
                  <a:pt x="491920" y="979564"/>
                  <a:pt x="478326" y="993158"/>
                  <a:pt x="461556" y="993158"/>
                </a:cubicBezTo>
                <a:cubicBezTo>
                  <a:pt x="444787" y="993158"/>
                  <a:pt x="431192" y="979564"/>
                  <a:pt x="431192" y="962795"/>
                </a:cubicBezTo>
                <a:cubicBezTo>
                  <a:pt x="431192" y="946025"/>
                  <a:pt x="444787" y="932431"/>
                  <a:pt x="461556" y="932431"/>
                </a:cubicBezTo>
                <a:close/>
                <a:moveTo>
                  <a:pt x="389002" y="932431"/>
                </a:moveTo>
                <a:cubicBezTo>
                  <a:pt x="405771" y="932431"/>
                  <a:pt x="419365" y="946025"/>
                  <a:pt x="419365" y="962795"/>
                </a:cubicBezTo>
                <a:cubicBezTo>
                  <a:pt x="419365" y="979564"/>
                  <a:pt x="405771" y="993158"/>
                  <a:pt x="389002" y="993158"/>
                </a:cubicBezTo>
                <a:cubicBezTo>
                  <a:pt x="372232" y="993158"/>
                  <a:pt x="358638" y="979564"/>
                  <a:pt x="358638" y="962795"/>
                </a:cubicBezTo>
                <a:cubicBezTo>
                  <a:pt x="358638" y="946025"/>
                  <a:pt x="372232" y="932431"/>
                  <a:pt x="389002" y="932431"/>
                </a:cubicBezTo>
                <a:close/>
                <a:moveTo>
                  <a:pt x="316447" y="932431"/>
                </a:moveTo>
                <a:cubicBezTo>
                  <a:pt x="333216" y="932431"/>
                  <a:pt x="346810" y="946025"/>
                  <a:pt x="346810" y="962795"/>
                </a:cubicBezTo>
                <a:cubicBezTo>
                  <a:pt x="346810" y="979564"/>
                  <a:pt x="333216" y="993158"/>
                  <a:pt x="316447" y="993158"/>
                </a:cubicBezTo>
                <a:cubicBezTo>
                  <a:pt x="299677" y="993158"/>
                  <a:pt x="286084" y="979564"/>
                  <a:pt x="286084" y="962795"/>
                </a:cubicBezTo>
                <a:cubicBezTo>
                  <a:pt x="286084" y="946025"/>
                  <a:pt x="299677" y="932431"/>
                  <a:pt x="316447" y="932431"/>
                </a:cubicBezTo>
                <a:close/>
                <a:moveTo>
                  <a:pt x="243892" y="932431"/>
                </a:moveTo>
                <a:cubicBezTo>
                  <a:pt x="260662" y="932431"/>
                  <a:pt x="274256" y="946025"/>
                  <a:pt x="274256" y="962795"/>
                </a:cubicBezTo>
                <a:cubicBezTo>
                  <a:pt x="274256" y="979564"/>
                  <a:pt x="260662" y="993158"/>
                  <a:pt x="243892" y="993158"/>
                </a:cubicBezTo>
                <a:cubicBezTo>
                  <a:pt x="227123" y="993158"/>
                  <a:pt x="213529" y="979564"/>
                  <a:pt x="213529" y="962795"/>
                </a:cubicBezTo>
                <a:cubicBezTo>
                  <a:pt x="213529" y="946025"/>
                  <a:pt x="227123" y="932431"/>
                  <a:pt x="243892" y="932431"/>
                </a:cubicBezTo>
                <a:close/>
                <a:moveTo>
                  <a:pt x="171339" y="932431"/>
                </a:moveTo>
                <a:cubicBezTo>
                  <a:pt x="188107" y="932431"/>
                  <a:pt x="201701" y="946025"/>
                  <a:pt x="201701" y="962795"/>
                </a:cubicBezTo>
                <a:cubicBezTo>
                  <a:pt x="201701" y="979564"/>
                  <a:pt x="188107" y="993158"/>
                  <a:pt x="171339" y="993158"/>
                </a:cubicBezTo>
                <a:cubicBezTo>
                  <a:pt x="154645" y="993158"/>
                  <a:pt x="141051" y="979564"/>
                  <a:pt x="141051" y="962795"/>
                </a:cubicBezTo>
                <a:cubicBezTo>
                  <a:pt x="141051" y="946025"/>
                  <a:pt x="154645" y="932431"/>
                  <a:pt x="171339" y="932431"/>
                </a:cubicBezTo>
                <a:close/>
                <a:moveTo>
                  <a:pt x="98870" y="932431"/>
                </a:moveTo>
                <a:cubicBezTo>
                  <a:pt x="115634" y="932431"/>
                  <a:pt x="129228" y="946025"/>
                  <a:pt x="129228" y="962795"/>
                </a:cubicBezTo>
                <a:cubicBezTo>
                  <a:pt x="129228" y="979564"/>
                  <a:pt x="115634" y="993158"/>
                  <a:pt x="98870" y="993158"/>
                </a:cubicBezTo>
                <a:cubicBezTo>
                  <a:pt x="82099" y="993158"/>
                  <a:pt x="68505" y="979564"/>
                  <a:pt x="68505" y="962795"/>
                </a:cubicBezTo>
                <a:cubicBezTo>
                  <a:pt x="68505" y="946025"/>
                  <a:pt x="82099" y="932431"/>
                  <a:pt x="98870" y="932431"/>
                </a:cubicBezTo>
                <a:close/>
                <a:moveTo>
                  <a:pt x="26316" y="932431"/>
                </a:moveTo>
                <a:cubicBezTo>
                  <a:pt x="43081" y="932431"/>
                  <a:pt x="56676" y="946025"/>
                  <a:pt x="56676" y="962795"/>
                </a:cubicBezTo>
                <a:cubicBezTo>
                  <a:pt x="56676" y="979564"/>
                  <a:pt x="43081" y="993158"/>
                  <a:pt x="26316" y="993158"/>
                </a:cubicBezTo>
                <a:cubicBezTo>
                  <a:pt x="17931" y="993158"/>
                  <a:pt x="10340" y="989760"/>
                  <a:pt x="4845" y="984265"/>
                </a:cubicBezTo>
                <a:lnTo>
                  <a:pt x="0" y="972570"/>
                </a:lnTo>
                <a:lnTo>
                  <a:pt x="0" y="953020"/>
                </a:lnTo>
                <a:lnTo>
                  <a:pt x="4845" y="941324"/>
                </a:lnTo>
                <a:cubicBezTo>
                  <a:pt x="10340" y="935830"/>
                  <a:pt x="17931" y="932431"/>
                  <a:pt x="26316" y="932431"/>
                </a:cubicBezTo>
                <a:close/>
                <a:moveTo>
                  <a:pt x="1612513" y="853981"/>
                </a:moveTo>
                <a:lnTo>
                  <a:pt x="1607766" y="872445"/>
                </a:lnTo>
                <a:lnTo>
                  <a:pt x="1598477" y="897823"/>
                </a:lnTo>
                <a:lnTo>
                  <a:pt x="1592066" y="882343"/>
                </a:lnTo>
                <a:cubicBezTo>
                  <a:pt x="1592066" y="869766"/>
                  <a:pt x="1599712" y="858975"/>
                  <a:pt x="1610610" y="854366"/>
                </a:cubicBezTo>
                <a:close/>
                <a:moveTo>
                  <a:pt x="1549874" y="851979"/>
                </a:moveTo>
                <a:cubicBezTo>
                  <a:pt x="1566644" y="851979"/>
                  <a:pt x="1580238" y="865573"/>
                  <a:pt x="1580238" y="882343"/>
                </a:cubicBezTo>
                <a:cubicBezTo>
                  <a:pt x="1580238" y="899112"/>
                  <a:pt x="1566644" y="912706"/>
                  <a:pt x="1549874" y="912706"/>
                </a:cubicBezTo>
                <a:cubicBezTo>
                  <a:pt x="1533105" y="912706"/>
                  <a:pt x="1519511" y="899112"/>
                  <a:pt x="1519511" y="882343"/>
                </a:cubicBezTo>
                <a:cubicBezTo>
                  <a:pt x="1519511" y="865573"/>
                  <a:pt x="1533105" y="851979"/>
                  <a:pt x="1549874" y="851979"/>
                </a:cubicBezTo>
                <a:close/>
                <a:moveTo>
                  <a:pt x="1477320" y="851979"/>
                </a:moveTo>
                <a:cubicBezTo>
                  <a:pt x="1494089" y="851979"/>
                  <a:pt x="1507683" y="865573"/>
                  <a:pt x="1507683" y="882343"/>
                </a:cubicBezTo>
                <a:cubicBezTo>
                  <a:pt x="1507683" y="899112"/>
                  <a:pt x="1494089" y="912706"/>
                  <a:pt x="1477320" y="912706"/>
                </a:cubicBezTo>
                <a:cubicBezTo>
                  <a:pt x="1460550" y="912706"/>
                  <a:pt x="1446956" y="899112"/>
                  <a:pt x="1446956" y="882343"/>
                </a:cubicBezTo>
                <a:cubicBezTo>
                  <a:pt x="1446956" y="865573"/>
                  <a:pt x="1460550" y="851979"/>
                  <a:pt x="1477320" y="851979"/>
                </a:cubicBezTo>
                <a:close/>
                <a:moveTo>
                  <a:pt x="1404765" y="851979"/>
                </a:moveTo>
                <a:cubicBezTo>
                  <a:pt x="1421535" y="851979"/>
                  <a:pt x="1435129" y="865573"/>
                  <a:pt x="1435129" y="882343"/>
                </a:cubicBezTo>
                <a:cubicBezTo>
                  <a:pt x="1435129" y="899112"/>
                  <a:pt x="1421535" y="912706"/>
                  <a:pt x="1404765" y="912706"/>
                </a:cubicBezTo>
                <a:cubicBezTo>
                  <a:pt x="1387996" y="912706"/>
                  <a:pt x="1374402" y="899112"/>
                  <a:pt x="1374402" y="882343"/>
                </a:cubicBezTo>
                <a:cubicBezTo>
                  <a:pt x="1374402" y="865573"/>
                  <a:pt x="1387996" y="851979"/>
                  <a:pt x="1404765" y="851979"/>
                </a:cubicBezTo>
                <a:close/>
                <a:moveTo>
                  <a:pt x="1332211" y="851979"/>
                </a:moveTo>
                <a:cubicBezTo>
                  <a:pt x="1348980" y="851979"/>
                  <a:pt x="1362574" y="865573"/>
                  <a:pt x="1362574" y="882343"/>
                </a:cubicBezTo>
                <a:cubicBezTo>
                  <a:pt x="1362574" y="899112"/>
                  <a:pt x="1348980" y="912706"/>
                  <a:pt x="1332211" y="912706"/>
                </a:cubicBezTo>
                <a:cubicBezTo>
                  <a:pt x="1315441" y="912706"/>
                  <a:pt x="1301847" y="899112"/>
                  <a:pt x="1301847" y="882343"/>
                </a:cubicBezTo>
                <a:cubicBezTo>
                  <a:pt x="1301847" y="865573"/>
                  <a:pt x="1315441" y="851979"/>
                  <a:pt x="1332211" y="851979"/>
                </a:cubicBezTo>
                <a:close/>
                <a:moveTo>
                  <a:pt x="1259656" y="851979"/>
                </a:moveTo>
                <a:cubicBezTo>
                  <a:pt x="1276426" y="851979"/>
                  <a:pt x="1290020" y="865573"/>
                  <a:pt x="1290020" y="882343"/>
                </a:cubicBezTo>
                <a:cubicBezTo>
                  <a:pt x="1290020" y="899112"/>
                  <a:pt x="1276426" y="912706"/>
                  <a:pt x="1259656" y="912706"/>
                </a:cubicBezTo>
                <a:cubicBezTo>
                  <a:pt x="1242887" y="912706"/>
                  <a:pt x="1229293" y="899112"/>
                  <a:pt x="1229293" y="882343"/>
                </a:cubicBezTo>
                <a:cubicBezTo>
                  <a:pt x="1229293" y="865573"/>
                  <a:pt x="1242887" y="851979"/>
                  <a:pt x="1259656" y="851979"/>
                </a:cubicBezTo>
                <a:close/>
                <a:moveTo>
                  <a:pt x="1187102" y="851979"/>
                </a:moveTo>
                <a:cubicBezTo>
                  <a:pt x="1203871" y="851979"/>
                  <a:pt x="1217465" y="865573"/>
                  <a:pt x="1217465" y="882343"/>
                </a:cubicBezTo>
                <a:cubicBezTo>
                  <a:pt x="1217465" y="899112"/>
                  <a:pt x="1203871" y="912706"/>
                  <a:pt x="1187102" y="912706"/>
                </a:cubicBezTo>
                <a:cubicBezTo>
                  <a:pt x="1170332" y="912706"/>
                  <a:pt x="1156738" y="899112"/>
                  <a:pt x="1156738" y="882343"/>
                </a:cubicBezTo>
                <a:cubicBezTo>
                  <a:pt x="1156738" y="865573"/>
                  <a:pt x="1170332" y="851979"/>
                  <a:pt x="1187102" y="851979"/>
                </a:cubicBezTo>
                <a:close/>
                <a:moveTo>
                  <a:pt x="1114547" y="851979"/>
                </a:moveTo>
                <a:cubicBezTo>
                  <a:pt x="1131317" y="851979"/>
                  <a:pt x="1144911" y="865573"/>
                  <a:pt x="1144911" y="882343"/>
                </a:cubicBezTo>
                <a:cubicBezTo>
                  <a:pt x="1144911" y="899112"/>
                  <a:pt x="1131317" y="912706"/>
                  <a:pt x="1114547" y="912706"/>
                </a:cubicBezTo>
                <a:cubicBezTo>
                  <a:pt x="1097778" y="912706"/>
                  <a:pt x="1084184" y="899112"/>
                  <a:pt x="1084184" y="882343"/>
                </a:cubicBezTo>
                <a:cubicBezTo>
                  <a:pt x="1084184" y="865573"/>
                  <a:pt x="1097778" y="851979"/>
                  <a:pt x="1114547" y="851979"/>
                </a:cubicBezTo>
                <a:close/>
                <a:moveTo>
                  <a:pt x="1041993" y="851979"/>
                </a:moveTo>
                <a:cubicBezTo>
                  <a:pt x="1058762" y="851979"/>
                  <a:pt x="1072356" y="865573"/>
                  <a:pt x="1072356" y="882343"/>
                </a:cubicBezTo>
                <a:cubicBezTo>
                  <a:pt x="1072356" y="899112"/>
                  <a:pt x="1058762" y="912706"/>
                  <a:pt x="1041993" y="912706"/>
                </a:cubicBezTo>
                <a:cubicBezTo>
                  <a:pt x="1025223" y="912706"/>
                  <a:pt x="1011629" y="899112"/>
                  <a:pt x="1011629" y="882343"/>
                </a:cubicBezTo>
                <a:cubicBezTo>
                  <a:pt x="1011629" y="865573"/>
                  <a:pt x="1025223" y="851979"/>
                  <a:pt x="1041993" y="851979"/>
                </a:cubicBezTo>
                <a:close/>
                <a:moveTo>
                  <a:pt x="969438" y="851979"/>
                </a:moveTo>
                <a:cubicBezTo>
                  <a:pt x="986208" y="851979"/>
                  <a:pt x="999801" y="865573"/>
                  <a:pt x="999801" y="882343"/>
                </a:cubicBezTo>
                <a:cubicBezTo>
                  <a:pt x="999801" y="899112"/>
                  <a:pt x="986208" y="912706"/>
                  <a:pt x="969438" y="912706"/>
                </a:cubicBezTo>
                <a:cubicBezTo>
                  <a:pt x="952669" y="912706"/>
                  <a:pt x="939075" y="899112"/>
                  <a:pt x="939075" y="882343"/>
                </a:cubicBezTo>
                <a:cubicBezTo>
                  <a:pt x="939075" y="865573"/>
                  <a:pt x="952669" y="851979"/>
                  <a:pt x="969438" y="851979"/>
                </a:cubicBezTo>
                <a:close/>
                <a:moveTo>
                  <a:pt x="896883" y="851979"/>
                </a:moveTo>
                <a:cubicBezTo>
                  <a:pt x="913653" y="851979"/>
                  <a:pt x="927247" y="865573"/>
                  <a:pt x="927247" y="882343"/>
                </a:cubicBezTo>
                <a:cubicBezTo>
                  <a:pt x="927247" y="899112"/>
                  <a:pt x="913653" y="912706"/>
                  <a:pt x="896883" y="912706"/>
                </a:cubicBezTo>
                <a:cubicBezTo>
                  <a:pt x="880114" y="912706"/>
                  <a:pt x="866520" y="899112"/>
                  <a:pt x="866520" y="882343"/>
                </a:cubicBezTo>
                <a:cubicBezTo>
                  <a:pt x="866520" y="865573"/>
                  <a:pt x="880114" y="851979"/>
                  <a:pt x="896883" y="851979"/>
                </a:cubicBezTo>
                <a:close/>
                <a:moveTo>
                  <a:pt x="824329" y="851979"/>
                </a:moveTo>
                <a:cubicBezTo>
                  <a:pt x="841098" y="851979"/>
                  <a:pt x="854692" y="865573"/>
                  <a:pt x="854692" y="882343"/>
                </a:cubicBezTo>
                <a:cubicBezTo>
                  <a:pt x="854692" y="899112"/>
                  <a:pt x="841098" y="912706"/>
                  <a:pt x="824329" y="912706"/>
                </a:cubicBezTo>
                <a:cubicBezTo>
                  <a:pt x="807559" y="912706"/>
                  <a:pt x="793965" y="899112"/>
                  <a:pt x="793965" y="882343"/>
                </a:cubicBezTo>
                <a:cubicBezTo>
                  <a:pt x="793965" y="865573"/>
                  <a:pt x="807559" y="851979"/>
                  <a:pt x="824329" y="851979"/>
                </a:cubicBezTo>
                <a:close/>
                <a:moveTo>
                  <a:pt x="751774" y="851979"/>
                </a:moveTo>
                <a:cubicBezTo>
                  <a:pt x="768544" y="851979"/>
                  <a:pt x="782138" y="865573"/>
                  <a:pt x="782138" y="882343"/>
                </a:cubicBezTo>
                <a:cubicBezTo>
                  <a:pt x="782138" y="899112"/>
                  <a:pt x="768544" y="912706"/>
                  <a:pt x="751774" y="912706"/>
                </a:cubicBezTo>
                <a:cubicBezTo>
                  <a:pt x="735005" y="912706"/>
                  <a:pt x="721411" y="899112"/>
                  <a:pt x="721411" y="882343"/>
                </a:cubicBezTo>
                <a:cubicBezTo>
                  <a:pt x="721411" y="865573"/>
                  <a:pt x="735005" y="851979"/>
                  <a:pt x="751774" y="851979"/>
                </a:cubicBezTo>
                <a:close/>
                <a:moveTo>
                  <a:pt x="679220" y="851979"/>
                </a:moveTo>
                <a:cubicBezTo>
                  <a:pt x="695989" y="851979"/>
                  <a:pt x="709583" y="865573"/>
                  <a:pt x="709583" y="882343"/>
                </a:cubicBezTo>
                <a:cubicBezTo>
                  <a:pt x="709583" y="899112"/>
                  <a:pt x="695989" y="912706"/>
                  <a:pt x="679220" y="912706"/>
                </a:cubicBezTo>
                <a:cubicBezTo>
                  <a:pt x="662450" y="912706"/>
                  <a:pt x="648856" y="899112"/>
                  <a:pt x="648856" y="882343"/>
                </a:cubicBezTo>
                <a:cubicBezTo>
                  <a:pt x="648856" y="865573"/>
                  <a:pt x="662450" y="851979"/>
                  <a:pt x="679220" y="851979"/>
                </a:cubicBezTo>
                <a:close/>
                <a:moveTo>
                  <a:pt x="606665" y="851979"/>
                </a:moveTo>
                <a:cubicBezTo>
                  <a:pt x="623435" y="851979"/>
                  <a:pt x="637029" y="865573"/>
                  <a:pt x="637029" y="882343"/>
                </a:cubicBezTo>
                <a:cubicBezTo>
                  <a:pt x="637029" y="899112"/>
                  <a:pt x="623435" y="912706"/>
                  <a:pt x="606665" y="912706"/>
                </a:cubicBezTo>
                <a:cubicBezTo>
                  <a:pt x="589896" y="912706"/>
                  <a:pt x="576302" y="899112"/>
                  <a:pt x="576302" y="882343"/>
                </a:cubicBezTo>
                <a:cubicBezTo>
                  <a:pt x="576302" y="865573"/>
                  <a:pt x="589896" y="851979"/>
                  <a:pt x="606665" y="851979"/>
                </a:cubicBezTo>
                <a:close/>
                <a:moveTo>
                  <a:pt x="534111" y="851979"/>
                </a:moveTo>
                <a:cubicBezTo>
                  <a:pt x="550880" y="851979"/>
                  <a:pt x="564474" y="865573"/>
                  <a:pt x="564474" y="882343"/>
                </a:cubicBezTo>
                <a:cubicBezTo>
                  <a:pt x="564474" y="899112"/>
                  <a:pt x="550880" y="912706"/>
                  <a:pt x="534111" y="912706"/>
                </a:cubicBezTo>
                <a:cubicBezTo>
                  <a:pt x="517341" y="912706"/>
                  <a:pt x="503747" y="899112"/>
                  <a:pt x="503747" y="882343"/>
                </a:cubicBezTo>
                <a:cubicBezTo>
                  <a:pt x="503747" y="865573"/>
                  <a:pt x="517341" y="851979"/>
                  <a:pt x="534111" y="851979"/>
                </a:cubicBezTo>
                <a:close/>
                <a:moveTo>
                  <a:pt x="461556" y="851979"/>
                </a:moveTo>
                <a:cubicBezTo>
                  <a:pt x="478326" y="851979"/>
                  <a:pt x="491920" y="865573"/>
                  <a:pt x="491920" y="882343"/>
                </a:cubicBezTo>
                <a:cubicBezTo>
                  <a:pt x="491920" y="899112"/>
                  <a:pt x="478326" y="912706"/>
                  <a:pt x="461556" y="912706"/>
                </a:cubicBezTo>
                <a:cubicBezTo>
                  <a:pt x="444787" y="912706"/>
                  <a:pt x="431192" y="899112"/>
                  <a:pt x="431192" y="882343"/>
                </a:cubicBezTo>
                <a:cubicBezTo>
                  <a:pt x="431192" y="865573"/>
                  <a:pt x="444787" y="851979"/>
                  <a:pt x="461556" y="851979"/>
                </a:cubicBezTo>
                <a:close/>
                <a:moveTo>
                  <a:pt x="389002" y="851979"/>
                </a:moveTo>
                <a:cubicBezTo>
                  <a:pt x="405771" y="851979"/>
                  <a:pt x="419365" y="865573"/>
                  <a:pt x="419365" y="882343"/>
                </a:cubicBezTo>
                <a:cubicBezTo>
                  <a:pt x="419365" y="899112"/>
                  <a:pt x="405771" y="912706"/>
                  <a:pt x="389002" y="912706"/>
                </a:cubicBezTo>
                <a:cubicBezTo>
                  <a:pt x="372232" y="912706"/>
                  <a:pt x="358638" y="899112"/>
                  <a:pt x="358638" y="882343"/>
                </a:cubicBezTo>
                <a:cubicBezTo>
                  <a:pt x="358638" y="865573"/>
                  <a:pt x="372232" y="851979"/>
                  <a:pt x="389002" y="851979"/>
                </a:cubicBezTo>
                <a:close/>
                <a:moveTo>
                  <a:pt x="316447" y="851979"/>
                </a:moveTo>
                <a:cubicBezTo>
                  <a:pt x="333216" y="851979"/>
                  <a:pt x="346810" y="865573"/>
                  <a:pt x="346810" y="882343"/>
                </a:cubicBezTo>
                <a:cubicBezTo>
                  <a:pt x="346810" y="899112"/>
                  <a:pt x="333216" y="912706"/>
                  <a:pt x="316447" y="912706"/>
                </a:cubicBezTo>
                <a:cubicBezTo>
                  <a:pt x="299677" y="912706"/>
                  <a:pt x="286084" y="899112"/>
                  <a:pt x="286084" y="882343"/>
                </a:cubicBezTo>
                <a:cubicBezTo>
                  <a:pt x="286084" y="865573"/>
                  <a:pt x="299677" y="851979"/>
                  <a:pt x="316447" y="851979"/>
                </a:cubicBezTo>
                <a:close/>
                <a:moveTo>
                  <a:pt x="243892" y="851979"/>
                </a:moveTo>
                <a:cubicBezTo>
                  <a:pt x="260662" y="851979"/>
                  <a:pt x="274256" y="865573"/>
                  <a:pt x="274256" y="882343"/>
                </a:cubicBezTo>
                <a:cubicBezTo>
                  <a:pt x="274256" y="899112"/>
                  <a:pt x="260662" y="912706"/>
                  <a:pt x="243892" y="912706"/>
                </a:cubicBezTo>
                <a:cubicBezTo>
                  <a:pt x="227123" y="912706"/>
                  <a:pt x="213529" y="899112"/>
                  <a:pt x="213529" y="882343"/>
                </a:cubicBezTo>
                <a:cubicBezTo>
                  <a:pt x="213529" y="865573"/>
                  <a:pt x="227123" y="851979"/>
                  <a:pt x="243892" y="851979"/>
                </a:cubicBezTo>
                <a:close/>
                <a:moveTo>
                  <a:pt x="171339" y="851979"/>
                </a:moveTo>
                <a:cubicBezTo>
                  <a:pt x="188107" y="851979"/>
                  <a:pt x="201701" y="865573"/>
                  <a:pt x="201701" y="882343"/>
                </a:cubicBezTo>
                <a:cubicBezTo>
                  <a:pt x="201701" y="899112"/>
                  <a:pt x="188107" y="912706"/>
                  <a:pt x="171339" y="912706"/>
                </a:cubicBezTo>
                <a:cubicBezTo>
                  <a:pt x="154651" y="912706"/>
                  <a:pt x="141056" y="899112"/>
                  <a:pt x="141056" y="882343"/>
                </a:cubicBezTo>
                <a:cubicBezTo>
                  <a:pt x="141056" y="865573"/>
                  <a:pt x="154651" y="851979"/>
                  <a:pt x="171339" y="851979"/>
                </a:cubicBezTo>
                <a:close/>
                <a:moveTo>
                  <a:pt x="98877" y="851979"/>
                </a:moveTo>
                <a:cubicBezTo>
                  <a:pt x="115640" y="851979"/>
                  <a:pt x="129234" y="865573"/>
                  <a:pt x="129234" y="882343"/>
                </a:cubicBezTo>
                <a:cubicBezTo>
                  <a:pt x="129234" y="899112"/>
                  <a:pt x="115640" y="912706"/>
                  <a:pt x="98877" y="912706"/>
                </a:cubicBezTo>
                <a:cubicBezTo>
                  <a:pt x="82106" y="912706"/>
                  <a:pt x="68511" y="899112"/>
                  <a:pt x="68511" y="882343"/>
                </a:cubicBezTo>
                <a:cubicBezTo>
                  <a:pt x="68511" y="865573"/>
                  <a:pt x="82106" y="851979"/>
                  <a:pt x="98877" y="851979"/>
                </a:cubicBezTo>
                <a:close/>
                <a:moveTo>
                  <a:pt x="26322" y="851979"/>
                </a:moveTo>
                <a:cubicBezTo>
                  <a:pt x="43087" y="851979"/>
                  <a:pt x="56682" y="865573"/>
                  <a:pt x="56682" y="882343"/>
                </a:cubicBezTo>
                <a:cubicBezTo>
                  <a:pt x="56682" y="899112"/>
                  <a:pt x="43087" y="912706"/>
                  <a:pt x="26322" y="912706"/>
                </a:cubicBezTo>
                <a:cubicBezTo>
                  <a:pt x="17937" y="912706"/>
                  <a:pt x="10346" y="909308"/>
                  <a:pt x="4851" y="903813"/>
                </a:cubicBezTo>
                <a:lnTo>
                  <a:pt x="0" y="892101"/>
                </a:lnTo>
                <a:lnTo>
                  <a:pt x="0" y="872585"/>
                </a:lnTo>
                <a:lnTo>
                  <a:pt x="4851" y="860872"/>
                </a:lnTo>
                <a:cubicBezTo>
                  <a:pt x="10346" y="855378"/>
                  <a:pt x="17937" y="851979"/>
                  <a:pt x="26322" y="851979"/>
                </a:cubicBezTo>
                <a:close/>
                <a:moveTo>
                  <a:pt x="1622429" y="771528"/>
                </a:moveTo>
                <a:lnTo>
                  <a:pt x="1633158" y="773694"/>
                </a:lnTo>
                <a:lnTo>
                  <a:pt x="1618313" y="831424"/>
                </a:lnTo>
                <a:lnTo>
                  <a:pt x="1610610" y="829868"/>
                </a:lnTo>
                <a:cubicBezTo>
                  <a:pt x="1599712" y="825259"/>
                  <a:pt x="1592066" y="814469"/>
                  <a:pt x="1592066" y="801891"/>
                </a:cubicBezTo>
                <a:cubicBezTo>
                  <a:pt x="1592066" y="785122"/>
                  <a:pt x="1605659" y="771528"/>
                  <a:pt x="1622429" y="771528"/>
                </a:cubicBezTo>
                <a:close/>
                <a:moveTo>
                  <a:pt x="1549874" y="771528"/>
                </a:moveTo>
                <a:cubicBezTo>
                  <a:pt x="1566644" y="771528"/>
                  <a:pt x="1580238" y="785122"/>
                  <a:pt x="1580238" y="801891"/>
                </a:cubicBezTo>
                <a:cubicBezTo>
                  <a:pt x="1580238" y="818661"/>
                  <a:pt x="1566644" y="832255"/>
                  <a:pt x="1549874" y="832255"/>
                </a:cubicBezTo>
                <a:cubicBezTo>
                  <a:pt x="1533105" y="832255"/>
                  <a:pt x="1519511" y="818661"/>
                  <a:pt x="1519511" y="801891"/>
                </a:cubicBezTo>
                <a:cubicBezTo>
                  <a:pt x="1519511" y="785122"/>
                  <a:pt x="1533105" y="771528"/>
                  <a:pt x="1549874" y="771528"/>
                </a:cubicBezTo>
                <a:close/>
                <a:moveTo>
                  <a:pt x="1477320" y="771528"/>
                </a:moveTo>
                <a:cubicBezTo>
                  <a:pt x="1494089" y="771528"/>
                  <a:pt x="1507683" y="785122"/>
                  <a:pt x="1507683" y="801891"/>
                </a:cubicBezTo>
                <a:cubicBezTo>
                  <a:pt x="1507683" y="818661"/>
                  <a:pt x="1494089" y="832255"/>
                  <a:pt x="1477320" y="832255"/>
                </a:cubicBezTo>
                <a:cubicBezTo>
                  <a:pt x="1460550" y="832255"/>
                  <a:pt x="1446956" y="818661"/>
                  <a:pt x="1446956" y="801891"/>
                </a:cubicBezTo>
                <a:cubicBezTo>
                  <a:pt x="1446956" y="785122"/>
                  <a:pt x="1460550" y="771528"/>
                  <a:pt x="1477320" y="771528"/>
                </a:cubicBezTo>
                <a:close/>
                <a:moveTo>
                  <a:pt x="1404765" y="771528"/>
                </a:moveTo>
                <a:cubicBezTo>
                  <a:pt x="1421535" y="771528"/>
                  <a:pt x="1435129" y="785122"/>
                  <a:pt x="1435129" y="801891"/>
                </a:cubicBezTo>
                <a:cubicBezTo>
                  <a:pt x="1435129" y="818661"/>
                  <a:pt x="1421535" y="832255"/>
                  <a:pt x="1404765" y="832255"/>
                </a:cubicBezTo>
                <a:cubicBezTo>
                  <a:pt x="1387996" y="832255"/>
                  <a:pt x="1374402" y="818661"/>
                  <a:pt x="1374402" y="801891"/>
                </a:cubicBezTo>
                <a:cubicBezTo>
                  <a:pt x="1374402" y="785122"/>
                  <a:pt x="1387996" y="771528"/>
                  <a:pt x="1404765" y="771528"/>
                </a:cubicBezTo>
                <a:close/>
                <a:moveTo>
                  <a:pt x="1332211" y="771528"/>
                </a:moveTo>
                <a:cubicBezTo>
                  <a:pt x="1348980" y="771528"/>
                  <a:pt x="1362574" y="785122"/>
                  <a:pt x="1362574" y="801891"/>
                </a:cubicBezTo>
                <a:cubicBezTo>
                  <a:pt x="1362574" y="818661"/>
                  <a:pt x="1348980" y="832255"/>
                  <a:pt x="1332211" y="832255"/>
                </a:cubicBezTo>
                <a:cubicBezTo>
                  <a:pt x="1315441" y="832255"/>
                  <a:pt x="1301847" y="818661"/>
                  <a:pt x="1301847" y="801891"/>
                </a:cubicBezTo>
                <a:cubicBezTo>
                  <a:pt x="1301847" y="785122"/>
                  <a:pt x="1315441" y="771528"/>
                  <a:pt x="1332211" y="771528"/>
                </a:cubicBezTo>
                <a:close/>
                <a:moveTo>
                  <a:pt x="1259656" y="771528"/>
                </a:moveTo>
                <a:cubicBezTo>
                  <a:pt x="1276426" y="771528"/>
                  <a:pt x="1290020" y="785122"/>
                  <a:pt x="1290020" y="801891"/>
                </a:cubicBezTo>
                <a:cubicBezTo>
                  <a:pt x="1290020" y="818661"/>
                  <a:pt x="1276426" y="832255"/>
                  <a:pt x="1259656" y="832255"/>
                </a:cubicBezTo>
                <a:cubicBezTo>
                  <a:pt x="1242887" y="832255"/>
                  <a:pt x="1229293" y="818661"/>
                  <a:pt x="1229293" y="801891"/>
                </a:cubicBezTo>
                <a:cubicBezTo>
                  <a:pt x="1229293" y="785122"/>
                  <a:pt x="1242887" y="771528"/>
                  <a:pt x="1259656" y="771528"/>
                </a:cubicBezTo>
                <a:close/>
                <a:moveTo>
                  <a:pt x="1187102" y="771528"/>
                </a:moveTo>
                <a:cubicBezTo>
                  <a:pt x="1203871" y="771528"/>
                  <a:pt x="1217465" y="785122"/>
                  <a:pt x="1217465" y="801891"/>
                </a:cubicBezTo>
                <a:cubicBezTo>
                  <a:pt x="1217465" y="818661"/>
                  <a:pt x="1203871" y="832255"/>
                  <a:pt x="1187102" y="832255"/>
                </a:cubicBezTo>
                <a:cubicBezTo>
                  <a:pt x="1170332" y="832255"/>
                  <a:pt x="1156738" y="818661"/>
                  <a:pt x="1156738" y="801891"/>
                </a:cubicBezTo>
                <a:cubicBezTo>
                  <a:pt x="1156738" y="785122"/>
                  <a:pt x="1170332" y="771528"/>
                  <a:pt x="1187102" y="771528"/>
                </a:cubicBezTo>
                <a:close/>
                <a:moveTo>
                  <a:pt x="1114547" y="771528"/>
                </a:moveTo>
                <a:cubicBezTo>
                  <a:pt x="1131317" y="771528"/>
                  <a:pt x="1144911" y="785122"/>
                  <a:pt x="1144911" y="801891"/>
                </a:cubicBezTo>
                <a:cubicBezTo>
                  <a:pt x="1144911" y="818661"/>
                  <a:pt x="1131317" y="832255"/>
                  <a:pt x="1114547" y="832255"/>
                </a:cubicBezTo>
                <a:cubicBezTo>
                  <a:pt x="1097778" y="832255"/>
                  <a:pt x="1084184" y="818661"/>
                  <a:pt x="1084184" y="801891"/>
                </a:cubicBezTo>
                <a:cubicBezTo>
                  <a:pt x="1084184" y="785122"/>
                  <a:pt x="1097778" y="771528"/>
                  <a:pt x="1114547" y="771528"/>
                </a:cubicBezTo>
                <a:close/>
                <a:moveTo>
                  <a:pt x="1041993" y="771528"/>
                </a:moveTo>
                <a:cubicBezTo>
                  <a:pt x="1058762" y="771528"/>
                  <a:pt x="1072356" y="785122"/>
                  <a:pt x="1072356" y="801891"/>
                </a:cubicBezTo>
                <a:cubicBezTo>
                  <a:pt x="1072356" y="818661"/>
                  <a:pt x="1058762" y="832255"/>
                  <a:pt x="1041993" y="832255"/>
                </a:cubicBezTo>
                <a:cubicBezTo>
                  <a:pt x="1025223" y="832255"/>
                  <a:pt x="1011629" y="818661"/>
                  <a:pt x="1011629" y="801891"/>
                </a:cubicBezTo>
                <a:cubicBezTo>
                  <a:pt x="1011629" y="785122"/>
                  <a:pt x="1025223" y="771528"/>
                  <a:pt x="1041993" y="771528"/>
                </a:cubicBezTo>
                <a:close/>
                <a:moveTo>
                  <a:pt x="969438" y="771528"/>
                </a:moveTo>
                <a:cubicBezTo>
                  <a:pt x="986208" y="771528"/>
                  <a:pt x="999801" y="785122"/>
                  <a:pt x="999801" y="801891"/>
                </a:cubicBezTo>
                <a:cubicBezTo>
                  <a:pt x="999801" y="818661"/>
                  <a:pt x="986208" y="832255"/>
                  <a:pt x="969438" y="832255"/>
                </a:cubicBezTo>
                <a:cubicBezTo>
                  <a:pt x="952669" y="832255"/>
                  <a:pt x="939075" y="818661"/>
                  <a:pt x="939075" y="801891"/>
                </a:cubicBezTo>
                <a:cubicBezTo>
                  <a:pt x="939075" y="785122"/>
                  <a:pt x="952669" y="771528"/>
                  <a:pt x="969438" y="771528"/>
                </a:cubicBezTo>
                <a:close/>
                <a:moveTo>
                  <a:pt x="896883" y="771528"/>
                </a:moveTo>
                <a:cubicBezTo>
                  <a:pt x="913653" y="771528"/>
                  <a:pt x="927247" y="785122"/>
                  <a:pt x="927247" y="801891"/>
                </a:cubicBezTo>
                <a:cubicBezTo>
                  <a:pt x="927247" y="818661"/>
                  <a:pt x="913653" y="832255"/>
                  <a:pt x="896883" y="832255"/>
                </a:cubicBezTo>
                <a:cubicBezTo>
                  <a:pt x="880114" y="832255"/>
                  <a:pt x="866520" y="818661"/>
                  <a:pt x="866520" y="801891"/>
                </a:cubicBezTo>
                <a:cubicBezTo>
                  <a:pt x="866520" y="785122"/>
                  <a:pt x="880114" y="771528"/>
                  <a:pt x="896883" y="771528"/>
                </a:cubicBezTo>
                <a:close/>
                <a:moveTo>
                  <a:pt x="824329" y="771528"/>
                </a:moveTo>
                <a:cubicBezTo>
                  <a:pt x="841098" y="771528"/>
                  <a:pt x="854692" y="785122"/>
                  <a:pt x="854692" y="801891"/>
                </a:cubicBezTo>
                <a:cubicBezTo>
                  <a:pt x="854692" y="818661"/>
                  <a:pt x="841098" y="832255"/>
                  <a:pt x="824329" y="832255"/>
                </a:cubicBezTo>
                <a:cubicBezTo>
                  <a:pt x="807559" y="832255"/>
                  <a:pt x="793965" y="818661"/>
                  <a:pt x="793965" y="801891"/>
                </a:cubicBezTo>
                <a:cubicBezTo>
                  <a:pt x="793965" y="785122"/>
                  <a:pt x="807559" y="771528"/>
                  <a:pt x="824329" y="771528"/>
                </a:cubicBezTo>
                <a:close/>
                <a:moveTo>
                  <a:pt x="751774" y="771528"/>
                </a:moveTo>
                <a:cubicBezTo>
                  <a:pt x="768544" y="771528"/>
                  <a:pt x="782138" y="785122"/>
                  <a:pt x="782138" y="801891"/>
                </a:cubicBezTo>
                <a:cubicBezTo>
                  <a:pt x="782138" y="818661"/>
                  <a:pt x="768544" y="832255"/>
                  <a:pt x="751774" y="832255"/>
                </a:cubicBezTo>
                <a:cubicBezTo>
                  <a:pt x="735005" y="832255"/>
                  <a:pt x="721411" y="818661"/>
                  <a:pt x="721411" y="801891"/>
                </a:cubicBezTo>
                <a:cubicBezTo>
                  <a:pt x="721411" y="785122"/>
                  <a:pt x="735005" y="771528"/>
                  <a:pt x="751774" y="771528"/>
                </a:cubicBezTo>
                <a:close/>
                <a:moveTo>
                  <a:pt x="679220" y="771528"/>
                </a:moveTo>
                <a:cubicBezTo>
                  <a:pt x="695989" y="771528"/>
                  <a:pt x="709583" y="785122"/>
                  <a:pt x="709583" y="801891"/>
                </a:cubicBezTo>
                <a:cubicBezTo>
                  <a:pt x="709583" y="818661"/>
                  <a:pt x="695989" y="832255"/>
                  <a:pt x="679220" y="832255"/>
                </a:cubicBezTo>
                <a:cubicBezTo>
                  <a:pt x="662450" y="832255"/>
                  <a:pt x="648856" y="818661"/>
                  <a:pt x="648856" y="801891"/>
                </a:cubicBezTo>
                <a:cubicBezTo>
                  <a:pt x="648856" y="785122"/>
                  <a:pt x="662450" y="771528"/>
                  <a:pt x="679220" y="771528"/>
                </a:cubicBezTo>
                <a:close/>
                <a:moveTo>
                  <a:pt x="606665" y="771528"/>
                </a:moveTo>
                <a:cubicBezTo>
                  <a:pt x="623435" y="771528"/>
                  <a:pt x="637029" y="785122"/>
                  <a:pt x="637029" y="801891"/>
                </a:cubicBezTo>
                <a:cubicBezTo>
                  <a:pt x="637029" y="818661"/>
                  <a:pt x="623435" y="832255"/>
                  <a:pt x="606665" y="832255"/>
                </a:cubicBezTo>
                <a:cubicBezTo>
                  <a:pt x="589896" y="832255"/>
                  <a:pt x="576302" y="818661"/>
                  <a:pt x="576302" y="801891"/>
                </a:cubicBezTo>
                <a:cubicBezTo>
                  <a:pt x="576302" y="785122"/>
                  <a:pt x="589896" y="771528"/>
                  <a:pt x="606665" y="771528"/>
                </a:cubicBezTo>
                <a:close/>
                <a:moveTo>
                  <a:pt x="534111" y="771528"/>
                </a:moveTo>
                <a:cubicBezTo>
                  <a:pt x="550880" y="771528"/>
                  <a:pt x="564474" y="785122"/>
                  <a:pt x="564474" y="801891"/>
                </a:cubicBezTo>
                <a:cubicBezTo>
                  <a:pt x="564474" y="818661"/>
                  <a:pt x="550880" y="832255"/>
                  <a:pt x="534111" y="832255"/>
                </a:cubicBezTo>
                <a:cubicBezTo>
                  <a:pt x="517341" y="832255"/>
                  <a:pt x="503747" y="818661"/>
                  <a:pt x="503747" y="801891"/>
                </a:cubicBezTo>
                <a:cubicBezTo>
                  <a:pt x="503747" y="785122"/>
                  <a:pt x="517341" y="771528"/>
                  <a:pt x="534111" y="771528"/>
                </a:cubicBezTo>
                <a:close/>
                <a:moveTo>
                  <a:pt x="461556" y="771528"/>
                </a:moveTo>
                <a:cubicBezTo>
                  <a:pt x="478326" y="771528"/>
                  <a:pt x="491920" y="785122"/>
                  <a:pt x="491920" y="801891"/>
                </a:cubicBezTo>
                <a:cubicBezTo>
                  <a:pt x="491920" y="818661"/>
                  <a:pt x="478326" y="832255"/>
                  <a:pt x="461556" y="832255"/>
                </a:cubicBezTo>
                <a:cubicBezTo>
                  <a:pt x="444787" y="832255"/>
                  <a:pt x="431192" y="818661"/>
                  <a:pt x="431192" y="801891"/>
                </a:cubicBezTo>
                <a:cubicBezTo>
                  <a:pt x="431192" y="785122"/>
                  <a:pt x="444787" y="771528"/>
                  <a:pt x="461556" y="771528"/>
                </a:cubicBezTo>
                <a:close/>
                <a:moveTo>
                  <a:pt x="389002" y="771528"/>
                </a:moveTo>
                <a:cubicBezTo>
                  <a:pt x="405771" y="771528"/>
                  <a:pt x="419365" y="785122"/>
                  <a:pt x="419365" y="801891"/>
                </a:cubicBezTo>
                <a:cubicBezTo>
                  <a:pt x="419365" y="818661"/>
                  <a:pt x="405771" y="832255"/>
                  <a:pt x="389002" y="832255"/>
                </a:cubicBezTo>
                <a:cubicBezTo>
                  <a:pt x="372232" y="832255"/>
                  <a:pt x="358638" y="818661"/>
                  <a:pt x="358638" y="801891"/>
                </a:cubicBezTo>
                <a:cubicBezTo>
                  <a:pt x="358638" y="785122"/>
                  <a:pt x="372232" y="771528"/>
                  <a:pt x="389002" y="771528"/>
                </a:cubicBezTo>
                <a:close/>
                <a:moveTo>
                  <a:pt x="316447" y="771528"/>
                </a:moveTo>
                <a:cubicBezTo>
                  <a:pt x="333216" y="771528"/>
                  <a:pt x="346810" y="785122"/>
                  <a:pt x="346810" y="801891"/>
                </a:cubicBezTo>
                <a:cubicBezTo>
                  <a:pt x="346810" y="818661"/>
                  <a:pt x="333216" y="832255"/>
                  <a:pt x="316447" y="832255"/>
                </a:cubicBezTo>
                <a:cubicBezTo>
                  <a:pt x="299677" y="832255"/>
                  <a:pt x="286084" y="818661"/>
                  <a:pt x="286084" y="801891"/>
                </a:cubicBezTo>
                <a:cubicBezTo>
                  <a:pt x="286084" y="785122"/>
                  <a:pt x="299677" y="771528"/>
                  <a:pt x="316447" y="771528"/>
                </a:cubicBezTo>
                <a:close/>
                <a:moveTo>
                  <a:pt x="243892" y="771528"/>
                </a:moveTo>
                <a:cubicBezTo>
                  <a:pt x="260662" y="771528"/>
                  <a:pt x="274256" y="785122"/>
                  <a:pt x="274256" y="801891"/>
                </a:cubicBezTo>
                <a:cubicBezTo>
                  <a:pt x="274256" y="818661"/>
                  <a:pt x="260662" y="832255"/>
                  <a:pt x="243892" y="832255"/>
                </a:cubicBezTo>
                <a:cubicBezTo>
                  <a:pt x="227123" y="832255"/>
                  <a:pt x="213529" y="818661"/>
                  <a:pt x="213529" y="801891"/>
                </a:cubicBezTo>
                <a:cubicBezTo>
                  <a:pt x="213529" y="785122"/>
                  <a:pt x="227123" y="771528"/>
                  <a:pt x="243892" y="771528"/>
                </a:cubicBezTo>
                <a:close/>
                <a:moveTo>
                  <a:pt x="171339" y="771528"/>
                </a:moveTo>
                <a:cubicBezTo>
                  <a:pt x="188107" y="771528"/>
                  <a:pt x="201701" y="785122"/>
                  <a:pt x="201701" y="801891"/>
                </a:cubicBezTo>
                <a:cubicBezTo>
                  <a:pt x="201701" y="818661"/>
                  <a:pt x="188107" y="832255"/>
                  <a:pt x="171339" y="832255"/>
                </a:cubicBezTo>
                <a:cubicBezTo>
                  <a:pt x="154656" y="832255"/>
                  <a:pt x="141062" y="818661"/>
                  <a:pt x="141062" y="801891"/>
                </a:cubicBezTo>
                <a:cubicBezTo>
                  <a:pt x="141062" y="785122"/>
                  <a:pt x="154656" y="771528"/>
                  <a:pt x="171339" y="771528"/>
                </a:cubicBezTo>
                <a:close/>
                <a:moveTo>
                  <a:pt x="98884" y="771528"/>
                </a:moveTo>
                <a:cubicBezTo>
                  <a:pt x="115646" y="771528"/>
                  <a:pt x="129240" y="785122"/>
                  <a:pt x="129240" y="801891"/>
                </a:cubicBezTo>
                <a:cubicBezTo>
                  <a:pt x="129240" y="818661"/>
                  <a:pt x="115646" y="832255"/>
                  <a:pt x="98884" y="832255"/>
                </a:cubicBezTo>
                <a:cubicBezTo>
                  <a:pt x="82112" y="832255"/>
                  <a:pt x="68517" y="818661"/>
                  <a:pt x="68517" y="801891"/>
                </a:cubicBezTo>
                <a:cubicBezTo>
                  <a:pt x="68517" y="785122"/>
                  <a:pt x="82112" y="771528"/>
                  <a:pt x="98884" y="771528"/>
                </a:cubicBezTo>
                <a:close/>
                <a:moveTo>
                  <a:pt x="26329" y="771528"/>
                </a:moveTo>
                <a:cubicBezTo>
                  <a:pt x="43093" y="771528"/>
                  <a:pt x="56688" y="785122"/>
                  <a:pt x="56688" y="801891"/>
                </a:cubicBezTo>
                <a:cubicBezTo>
                  <a:pt x="56688" y="818661"/>
                  <a:pt x="43093" y="832255"/>
                  <a:pt x="26329" y="832255"/>
                </a:cubicBezTo>
                <a:cubicBezTo>
                  <a:pt x="17944" y="832255"/>
                  <a:pt x="10353" y="828857"/>
                  <a:pt x="4858" y="823362"/>
                </a:cubicBezTo>
                <a:lnTo>
                  <a:pt x="0" y="811633"/>
                </a:lnTo>
                <a:lnTo>
                  <a:pt x="0" y="792150"/>
                </a:lnTo>
                <a:lnTo>
                  <a:pt x="4858" y="780421"/>
                </a:lnTo>
                <a:cubicBezTo>
                  <a:pt x="10353" y="774927"/>
                  <a:pt x="17944" y="771528"/>
                  <a:pt x="26329" y="771528"/>
                </a:cubicBezTo>
                <a:close/>
                <a:moveTo>
                  <a:pt x="1622429" y="691076"/>
                </a:moveTo>
                <a:cubicBezTo>
                  <a:pt x="1630814" y="691076"/>
                  <a:pt x="1638404" y="694475"/>
                  <a:pt x="1643899" y="699969"/>
                </a:cubicBezTo>
                <a:lnTo>
                  <a:pt x="1647739" y="709237"/>
                </a:lnTo>
                <a:lnTo>
                  <a:pt x="1644828" y="728305"/>
                </a:lnTo>
                <a:lnTo>
                  <a:pt x="1640480" y="745215"/>
                </a:lnTo>
                <a:lnTo>
                  <a:pt x="1634248" y="749417"/>
                </a:lnTo>
                <a:cubicBezTo>
                  <a:pt x="1630615" y="750953"/>
                  <a:pt x="1626621" y="751803"/>
                  <a:pt x="1622429" y="751803"/>
                </a:cubicBezTo>
                <a:cubicBezTo>
                  <a:pt x="1605659" y="751803"/>
                  <a:pt x="1592066" y="738209"/>
                  <a:pt x="1592066" y="721440"/>
                </a:cubicBezTo>
                <a:cubicBezTo>
                  <a:pt x="1592066" y="704670"/>
                  <a:pt x="1605659" y="691076"/>
                  <a:pt x="1622429" y="691076"/>
                </a:cubicBezTo>
                <a:close/>
                <a:moveTo>
                  <a:pt x="1549874" y="691076"/>
                </a:moveTo>
                <a:cubicBezTo>
                  <a:pt x="1566644" y="691076"/>
                  <a:pt x="1580238" y="704670"/>
                  <a:pt x="1580238" y="721440"/>
                </a:cubicBezTo>
                <a:cubicBezTo>
                  <a:pt x="1580238" y="738209"/>
                  <a:pt x="1566644" y="751803"/>
                  <a:pt x="1549874" y="751803"/>
                </a:cubicBezTo>
                <a:cubicBezTo>
                  <a:pt x="1533105" y="751803"/>
                  <a:pt x="1519511" y="738209"/>
                  <a:pt x="1519511" y="721440"/>
                </a:cubicBezTo>
                <a:cubicBezTo>
                  <a:pt x="1519511" y="704670"/>
                  <a:pt x="1533105" y="691076"/>
                  <a:pt x="1549874" y="691076"/>
                </a:cubicBezTo>
                <a:close/>
                <a:moveTo>
                  <a:pt x="1477320" y="691076"/>
                </a:moveTo>
                <a:cubicBezTo>
                  <a:pt x="1494089" y="691076"/>
                  <a:pt x="1507683" y="704670"/>
                  <a:pt x="1507683" y="721440"/>
                </a:cubicBezTo>
                <a:cubicBezTo>
                  <a:pt x="1507683" y="738209"/>
                  <a:pt x="1494089" y="751803"/>
                  <a:pt x="1477320" y="751803"/>
                </a:cubicBezTo>
                <a:cubicBezTo>
                  <a:pt x="1460550" y="751803"/>
                  <a:pt x="1446956" y="738209"/>
                  <a:pt x="1446956" y="721440"/>
                </a:cubicBezTo>
                <a:cubicBezTo>
                  <a:pt x="1446956" y="704670"/>
                  <a:pt x="1460550" y="691076"/>
                  <a:pt x="1477320" y="691076"/>
                </a:cubicBezTo>
                <a:close/>
                <a:moveTo>
                  <a:pt x="1404765" y="691076"/>
                </a:moveTo>
                <a:cubicBezTo>
                  <a:pt x="1421535" y="691076"/>
                  <a:pt x="1435129" y="704670"/>
                  <a:pt x="1435129" y="721440"/>
                </a:cubicBezTo>
                <a:cubicBezTo>
                  <a:pt x="1435129" y="738209"/>
                  <a:pt x="1421535" y="751803"/>
                  <a:pt x="1404765" y="751803"/>
                </a:cubicBezTo>
                <a:cubicBezTo>
                  <a:pt x="1387996" y="751803"/>
                  <a:pt x="1374402" y="738209"/>
                  <a:pt x="1374402" y="721440"/>
                </a:cubicBezTo>
                <a:cubicBezTo>
                  <a:pt x="1374402" y="704670"/>
                  <a:pt x="1387996" y="691076"/>
                  <a:pt x="1404765" y="691076"/>
                </a:cubicBezTo>
                <a:close/>
                <a:moveTo>
                  <a:pt x="1332211" y="691076"/>
                </a:moveTo>
                <a:cubicBezTo>
                  <a:pt x="1348980" y="691076"/>
                  <a:pt x="1362574" y="704670"/>
                  <a:pt x="1362574" y="721440"/>
                </a:cubicBezTo>
                <a:cubicBezTo>
                  <a:pt x="1362574" y="738209"/>
                  <a:pt x="1348980" y="751803"/>
                  <a:pt x="1332211" y="751803"/>
                </a:cubicBezTo>
                <a:cubicBezTo>
                  <a:pt x="1315441" y="751803"/>
                  <a:pt x="1301847" y="738209"/>
                  <a:pt x="1301847" y="721440"/>
                </a:cubicBezTo>
                <a:cubicBezTo>
                  <a:pt x="1301847" y="704670"/>
                  <a:pt x="1315441" y="691076"/>
                  <a:pt x="1332211" y="691076"/>
                </a:cubicBezTo>
                <a:close/>
                <a:moveTo>
                  <a:pt x="1259656" y="691076"/>
                </a:moveTo>
                <a:cubicBezTo>
                  <a:pt x="1276426" y="691076"/>
                  <a:pt x="1290020" y="704670"/>
                  <a:pt x="1290020" y="721440"/>
                </a:cubicBezTo>
                <a:cubicBezTo>
                  <a:pt x="1290020" y="738209"/>
                  <a:pt x="1276426" y="751803"/>
                  <a:pt x="1259656" y="751803"/>
                </a:cubicBezTo>
                <a:cubicBezTo>
                  <a:pt x="1242887" y="751803"/>
                  <a:pt x="1229293" y="738209"/>
                  <a:pt x="1229293" y="721440"/>
                </a:cubicBezTo>
                <a:cubicBezTo>
                  <a:pt x="1229293" y="704670"/>
                  <a:pt x="1242887" y="691076"/>
                  <a:pt x="1259656" y="691076"/>
                </a:cubicBezTo>
                <a:close/>
                <a:moveTo>
                  <a:pt x="1187102" y="691076"/>
                </a:moveTo>
                <a:cubicBezTo>
                  <a:pt x="1203871" y="691076"/>
                  <a:pt x="1217465" y="704670"/>
                  <a:pt x="1217465" y="721440"/>
                </a:cubicBezTo>
                <a:cubicBezTo>
                  <a:pt x="1217465" y="738209"/>
                  <a:pt x="1203871" y="751803"/>
                  <a:pt x="1187102" y="751803"/>
                </a:cubicBezTo>
                <a:cubicBezTo>
                  <a:pt x="1170332" y="751803"/>
                  <a:pt x="1156738" y="738209"/>
                  <a:pt x="1156738" y="721440"/>
                </a:cubicBezTo>
                <a:cubicBezTo>
                  <a:pt x="1156738" y="704670"/>
                  <a:pt x="1170332" y="691076"/>
                  <a:pt x="1187102" y="691076"/>
                </a:cubicBezTo>
                <a:close/>
                <a:moveTo>
                  <a:pt x="1114547" y="691076"/>
                </a:moveTo>
                <a:cubicBezTo>
                  <a:pt x="1131317" y="691076"/>
                  <a:pt x="1144911" y="704670"/>
                  <a:pt x="1144911" y="721440"/>
                </a:cubicBezTo>
                <a:cubicBezTo>
                  <a:pt x="1144911" y="738209"/>
                  <a:pt x="1131317" y="751803"/>
                  <a:pt x="1114547" y="751803"/>
                </a:cubicBezTo>
                <a:cubicBezTo>
                  <a:pt x="1097778" y="751803"/>
                  <a:pt x="1084184" y="738209"/>
                  <a:pt x="1084184" y="721440"/>
                </a:cubicBezTo>
                <a:cubicBezTo>
                  <a:pt x="1084184" y="704670"/>
                  <a:pt x="1097778" y="691076"/>
                  <a:pt x="1114547" y="691076"/>
                </a:cubicBezTo>
                <a:close/>
                <a:moveTo>
                  <a:pt x="1041993" y="691076"/>
                </a:moveTo>
                <a:cubicBezTo>
                  <a:pt x="1058762" y="691076"/>
                  <a:pt x="1072356" y="704670"/>
                  <a:pt x="1072356" y="721440"/>
                </a:cubicBezTo>
                <a:cubicBezTo>
                  <a:pt x="1072356" y="738209"/>
                  <a:pt x="1058762" y="751803"/>
                  <a:pt x="1041993" y="751803"/>
                </a:cubicBezTo>
                <a:cubicBezTo>
                  <a:pt x="1025223" y="751803"/>
                  <a:pt x="1011629" y="738209"/>
                  <a:pt x="1011629" y="721440"/>
                </a:cubicBezTo>
                <a:cubicBezTo>
                  <a:pt x="1011629" y="704670"/>
                  <a:pt x="1025223" y="691076"/>
                  <a:pt x="1041993" y="691076"/>
                </a:cubicBezTo>
                <a:close/>
                <a:moveTo>
                  <a:pt x="969438" y="691076"/>
                </a:moveTo>
                <a:cubicBezTo>
                  <a:pt x="986208" y="691076"/>
                  <a:pt x="999801" y="704670"/>
                  <a:pt x="999801" y="721440"/>
                </a:cubicBezTo>
                <a:cubicBezTo>
                  <a:pt x="999801" y="738209"/>
                  <a:pt x="986208" y="751803"/>
                  <a:pt x="969438" y="751803"/>
                </a:cubicBezTo>
                <a:cubicBezTo>
                  <a:pt x="952669" y="751803"/>
                  <a:pt x="939075" y="738209"/>
                  <a:pt x="939075" y="721440"/>
                </a:cubicBezTo>
                <a:cubicBezTo>
                  <a:pt x="939075" y="704670"/>
                  <a:pt x="952669" y="691076"/>
                  <a:pt x="969438" y="691076"/>
                </a:cubicBezTo>
                <a:close/>
                <a:moveTo>
                  <a:pt x="896883" y="691076"/>
                </a:moveTo>
                <a:cubicBezTo>
                  <a:pt x="913653" y="691076"/>
                  <a:pt x="927247" y="704670"/>
                  <a:pt x="927247" y="721440"/>
                </a:cubicBezTo>
                <a:cubicBezTo>
                  <a:pt x="927247" y="738209"/>
                  <a:pt x="913653" y="751803"/>
                  <a:pt x="896883" y="751803"/>
                </a:cubicBezTo>
                <a:cubicBezTo>
                  <a:pt x="880114" y="751803"/>
                  <a:pt x="866520" y="738209"/>
                  <a:pt x="866520" y="721440"/>
                </a:cubicBezTo>
                <a:cubicBezTo>
                  <a:pt x="866520" y="704670"/>
                  <a:pt x="880114" y="691076"/>
                  <a:pt x="896883" y="691076"/>
                </a:cubicBezTo>
                <a:close/>
                <a:moveTo>
                  <a:pt x="824329" y="691076"/>
                </a:moveTo>
                <a:cubicBezTo>
                  <a:pt x="841098" y="691076"/>
                  <a:pt x="854692" y="704670"/>
                  <a:pt x="854692" y="721440"/>
                </a:cubicBezTo>
                <a:cubicBezTo>
                  <a:pt x="854692" y="738209"/>
                  <a:pt x="841098" y="751803"/>
                  <a:pt x="824329" y="751803"/>
                </a:cubicBezTo>
                <a:cubicBezTo>
                  <a:pt x="807559" y="751803"/>
                  <a:pt x="793965" y="738209"/>
                  <a:pt x="793965" y="721440"/>
                </a:cubicBezTo>
                <a:cubicBezTo>
                  <a:pt x="793965" y="704670"/>
                  <a:pt x="807559" y="691076"/>
                  <a:pt x="824329" y="691076"/>
                </a:cubicBezTo>
                <a:close/>
                <a:moveTo>
                  <a:pt x="751774" y="691076"/>
                </a:moveTo>
                <a:cubicBezTo>
                  <a:pt x="768544" y="691076"/>
                  <a:pt x="782138" y="704670"/>
                  <a:pt x="782138" y="721440"/>
                </a:cubicBezTo>
                <a:cubicBezTo>
                  <a:pt x="782138" y="738209"/>
                  <a:pt x="768544" y="751803"/>
                  <a:pt x="751774" y="751803"/>
                </a:cubicBezTo>
                <a:cubicBezTo>
                  <a:pt x="735005" y="751803"/>
                  <a:pt x="721411" y="738209"/>
                  <a:pt x="721411" y="721440"/>
                </a:cubicBezTo>
                <a:cubicBezTo>
                  <a:pt x="721411" y="704670"/>
                  <a:pt x="735005" y="691076"/>
                  <a:pt x="751774" y="691076"/>
                </a:cubicBezTo>
                <a:close/>
                <a:moveTo>
                  <a:pt x="679220" y="691076"/>
                </a:moveTo>
                <a:cubicBezTo>
                  <a:pt x="695989" y="691076"/>
                  <a:pt x="709583" y="704670"/>
                  <a:pt x="709583" y="721440"/>
                </a:cubicBezTo>
                <a:cubicBezTo>
                  <a:pt x="709583" y="738209"/>
                  <a:pt x="695989" y="751803"/>
                  <a:pt x="679220" y="751803"/>
                </a:cubicBezTo>
                <a:cubicBezTo>
                  <a:pt x="662450" y="751803"/>
                  <a:pt x="648856" y="738209"/>
                  <a:pt x="648856" y="721440"/>
                </a:cubicBezTo>
                <a:cubicBezTo>
                  <a:pt x="648856" y="704670"/>
                  <a:pt x="662450" y="691076"/>
                  <a:pt x="679220" y="691076"/>
                </a:cubicBezTo>
                <a:close/>
                <a:moveTo>
                  <a:pt x="606665" y="691076"/>
                </a:moveTo>
                <a:cubicBezTo>
                  <a:pt x="623435" y="691076"/>
                  <a:pt x="637029" y="704670"/>
                  <a:pt x="637029" y="721440"/>
                </a:cubicBezTo>
                <a:cubicBezTo>
                  <a:pt x="637029" y="738209"/>
                  <a:pt x="623435" y="751803"/>
                  <a:pt x="606665" y="751803"/>
                </a:cubicBezTo>
                <a:cubicBezTo>
                  <a:pt x="589896" y="751803"/>
                  <a:pt x="576302" y="738209"/>
                  <a:pt x="576302" y="721440"/>
                </a:cubicBezTo>
                <a:cubicBezTo>
                  <a:pt x="576302" y="704670"/>
                  <a:pt x="589896" y="691076"/>
                  <a:pt x="606665" y="691076"/>
                </a:cubicBezTo>
                <a:close/>
                <a:moveTo>
                  <a:pt x="534111" y="691076"/>
                </a:moveTo>
                <a:cubicBezTo>
                  <a:pt x="550880" y="691076"/>
                  <a:pt x="564474" y="704670"/>
                  <a:pt x="564474" y="721440"/>
                </a:cubicBezTo>
                <a:cubicBezTo>
                  <a:pt x="564474" y="738209"/>
                  <a:pt x="550880" y="751803"/>
                  <a:pt x="534111" y="751803"/>
                </a:cubicBezTo>
                <a:cubicBezTo>
                  <a:pt x="517341" y="751803"/>
                  <a:pt x="503747" y="738209"/>
                  <a:pt x="503747" y="721440"/>
                </a:cubicBezTo>
                <a:cubicBezTo>
                  <a:pt x="503747" y="704670"/>
                  <a:pt x="517341" y="691076"/>
                  <a:pt x="534111" y="691076"/>
                </a:cubicBezTo>
                <a:close/>
                <a:moveTo>
                  <a:pt x="461556" y="691076"/>
                </a:moveTo>
                <a:cubicBezTo>
                  <a:pt x="478326" y="691076"/>
                  <a:pt x="491920" y="704670"/>
                  <a:pt x="491920" y="721440"/>
                </a:cubicBezTo>
                <a:cubicBezTo>
                  <a:pt x="491920" y="738209"/>
                  <a:pt x="478326" y="751803"/>
                  <a:pt x="461556" y="751803"/>
                </a:cubicBezTo>
                <a:cubicBezTo>
                  <a:pt x="444787" y="751803"/>
                  <a:pt x="431192" y="738209"/>
                  <a:pt x="431192" y="721440"/>
                </a:cubicBezTo>
                <a:cubicBezTo>
                  <a:pt x="431192" y="704670"/>
                  <a:pt x="444787" y="691076"/>
                  <a:pt x="461556" y="691076"/>
                </a:cubicBezTo>
                <a:close/>
                <a:moveTo>
                  <a:pt x="389002" y="691076"/>
                </a:moveTo>
                <a:cubicBezTo>
                  <a:pt x="405771" y="691076"/>
                  <a:pt x="419365" y="704670"/>
                  <a:pt x="419365" y="721440"/>
                </a:cubicBezTo>
                <a:cubicBezTo>
                  <a:pt x="419365" y="738209"/>
                  <a:pt x="405771" y="751803"/>
                  <a:pt x="389002" y="751803"/>
                </a:cubicBezTo>
                <a:cubicBezTo>
                  <a:pt x="372232" y="751803"/>
                  <a:pt x="358638" y="738209"/>
                  <a:pt x="358638" y="721440"/>
                </a:cubicBezTo>
                <a:cubicBezTo>
                  <a:pt x="358638" y="704670"/>
                  <a:pt x="372232" y="691076"/>
                  <a:pt x="389002" y="691076"/>
                </a:cubicBezTo>
                <a:close/>
                <a:moveTo>
                  <a:pt x="316447" y="691076"/>
                </a:moveTo>
                <a:cubicBezTo>
                  <a:pt x="333216" y="691076"/>
                  <a:pt x="346810" y="704670"/>
                  <a:pt x="346810" y="721440"/>
                </a:cubicBezTo>
                <a:cubicBezTo>
                  <a:pt x="346810" y="738209"/>
                  <a:pt x="333216" y="751803"/>
                  <a:pt x="316447" y="751803"/>
                </a:cubicBezTo>
                <a:cubicBezTo>
                  <a:pt x="299677" y="751803"/>
                  <a:pt x="286084" y="738209"/>
                  <a:pt x="286084" y="721440"/>
                </a:cubicBezTo>
                <a:cubicBezTo>
                  <a:pt x="286084" y="704670"/>
                  <a:pt x="299677" y="691076"/>
                  <a:pt x="316447" y="691076"/>
                </a:cubicBezTo>
                <a:close/>
                <a:moveTo>
                  <a:pt x="243892" y="691076"/>
                </a:moveTo>
                <a:cubicBezTo>
                  <a:pt x="260662" y="691076"/>
                  <a:pt x="274256" y="704670"/>
                  <a:pt x="274256" y="721440"/>
                </a:cubicBezTo>
                <a:cubicBezTo>
                  <a:pt x="274256" y="738209"/>
                  <a:pt x="260662" y="751803"/>
                  <a:pt x="243892" y="751803"/>
                </a:cubicBezTo>
                <a:cubicBezTo>
                  <a:pt x="227123" y="751803"/>
                  <a:pt x="213529" y="738209"/>
                  <a:pt x="213529" y="721440"/>
                </a:cubicBezTo>
                <a:cubicBezTo>
                  <a:pt x="213529" y="704670"/>
                  <a:pt x="227123" y="691076"/>
                  <a:pt x="243892" y="691076"/>
                </a:cubicBezTo>
                <a:close/>
                <a:moveTo>
                  <a:pt x="171339" y="691076"/>
                </a:moveTo>
                <a:cubicBezTo>
                  <a:pt x="188107" y="691076"/>
                  <a:pt x="201701" y="704670"/>
                  <a:pt x="201701" y="721440"/>
                </a:cubicBezTo>
                <a:cubicBezTo>
                  <a:pt x="201701" y="738209"/>
                  <a:pt x="188107" y="751803"/>
                  <a:pt x="171339" y="751803"/>
                </a:cubicBezTo>
                <a:cubicBezTo>
                  <a:pt x="154662" y="751803"/>
                  <a:pt x="141067" y="738209"/>
                  <a:pt x="141067" y="721440"/>
                </a:cubicBezTo>
                <a:cubicBezTo>
                  <a:pt x="141067" y="704670"/>
                  <a:pt x="154662" y="691076"/>
                  <a:pt x="171339" y="691076"/>
                </a:cubicBezTo>
                <a:close/>
                <a:moveTo>
                  <a:pt x="98890" y="691076"/>
                </a:moveTo>
                <a:cubicBezTo>
                  <a:pt x="115653" y="691076"/>
                  <a:pt x="129246" y="704670"/>
                  <a:pt x="129246" y="721440"/>
                </a:cubicBezTo>
                <a:cubicBezTo>
                  <a:pt x="129246" y="738209"/>
                  <a:pt x="115653" y="751803"/>
                  <a:pt x="98890" y="751803"/>
                </a:cubicBezTo>
                <a:cubicBezTo>
                  <a:pt x="82117" y="751803"/>
                  <a:pt x="68523" y="738209"/>
                  <a:pt x="68523" y="721440"/>
                </a:cubicBezTo>
                <a:cubicBezTo>
                  <a:pt x="68523" y="704670"/>
                  <a:pt x="82117" y="691076"/>
                  <a:pt x="98890" y="691076"/>
                </a:cubicBezTo>
                <a:close/>
                <a:moveTo>
                  <a:pt x="26336" y="691076"/>
                </a:moveTo>
                <a:cubicBezTo>
                  <a:pt x="43099" y="691076"/>
                  <a:pt x="56694" y="704670"/>
                  <a:pt x="56694" y="721440"/>
                </a:cubicBezTo>
                <a:cubicBezTo>
                  <a:pt x="56694" y="738209"/>
                  <a:pt x="43099" y="751803"/>
                  <a:pt x="26336" y="751803"/>
                </a:cubicBezTo>
                <a:cubicBezTo>
                  <a:pt x="17950" y="751803"/>
                  <a:pt x="10359" y="748405"/>
                  <a:pt x="4864" y="742910"/>
                </a:cubicBezTo>
                <a:lnTo>
                  <a:pt x="0" y="731167"/>
                </a:lnTo>
                <a:lnTo>
                  <a:pt x="0" y="711713"/>
                </a:lnTo>
                <a:lnTo>
                  <a:pt x="4864" y="699969"/>
                </a:lnTo>
                <a:cubicBezTo>
                  <a:pt x="10359" y="694475"/>
                  <a:pt x="17950" y="691076"/>
                  <a:pt x="26336" y="691076"/>
                </a:cubicBezTo>
                <a:close/>
                <a:moveTo>
                  <a:pt x="1622429" y="610624"/>
                </a:moveTo>
                <a:cubicBezTo>
                  <a:pt x="1639199" y="610624"/>
                  <a:pt x="1652792" y="624218"/>
                  <a:pt x="1652792" y="640988"/>
                </a:cubicBezTo>
                <a:cubicBezTo>
                  <a:pt x="1652792" y="657757"/>
                  <a:pt x="1639199" y="671351"/>
                  <a:pt x="1622429" y="671351"/>
                </a:cubicBezTo>
                <a:cubicBezTo>
                  <a:pt x="1605659" y="671351"/>
                  <a:pt x="1592066" y="657757"/>
                  <a:pt x="1592066" y="640988"/>
                </a:cubicBezTo>
                <a:cubicBezTo>
                  <a:pt x="1592066" y="624218"/>
                  <a:pt x="1605659" y="610624"/>
                  <a:pt x="1622429" y="610624"/>
                </a:cubicBezTo>
                <a:close/>
                <a:moveTo>
                  <a:pt x="1549874" y="610624"/>
                </a:moveTo>
                <a:cubicBezTo>
                  <a:pt x="1566644" y="610624"/>
                  <a:pt x="1580238" y="624218"/>
                  <a:pt x="1580238" y="640988"/>
                </a:cubicBezTo>
                <a:cubicBezTo>
                  <a:pt x="1580238" y="657757"/>
                  <a:pt x="1566644" y="671351"/>
                  <a:pt x="1549874" y="671351"/>
                </a:cubicBezTo>
                <a:cubicBezTo>
                  <a:pt x="1533105" y="671351"/>
                  <a:pt x="1519511" y="657757"/>
                  <a:pt x="1519511" y="640988"/>
                </a:cubicBezTo>
                <a:cubicBezTo>
                  <a:pt x="1519511" y="624218"/>
                  <a:pt x="1533105" y="610624"/>
                  <a:pt x="1549874" y="610624"/>
                </a:cubicBezTo>
                <a:close/>
                <a:moveTo>
                  <a:pt x="1477320" y="610624"/>
                </a:moveTo>
                <a:cubicBezTo>
                  <a:pt x="1494089" y="610624"/>
                  <a:pt x="1507683" y="624218"/>
                  <a:pt x="1507683" y="640988"/>
                </a:cubicBezTo>
                <a:cubicBezTo>
                  <a:pt x="1507683" y="657757"/>
                  <a:pt x="1494089" y="671351"/>
                  <a:pt x="1477320" y="671351"/>
                </a:cubicBezTo>
                <a:cubicBezTo>
                  <a:pt x="1460550" y="671351"/>
                  <a:pt x="1446956" y="657757"/>
                  <a:pt x="1446956" y="640988"/>
                </a:cubicBezTo>
                <a:cubicBezTo>
                  <a:pt x="1446956" y="624218"/>
                  <a:pt x="1460550" y="610624"/>
                  <a:pt x="1477320" y="610624"/>
                </a:cubicBezTo>
                <a:close/>
                <a:moveTo>
                  <a:pt x="1404765" y="610624"/>
                </a:moveTo>
                <a:cubicBezTo>
                  <a:pt x="1421535" y="610624"/>
                  <a:pt x="1435129" y="624218"/>
                  <a:pt x="1435129" y="640988"/>
                </a:cubicBezTo>
                <a:cubicBezTo>
                  <a:pt x="1435129" y="657757"/>
                  <a:pt x="1421535" y="671351"/>
                  <a:pt x="1404765" y="671351"/>
                </a:cubicBezTo>
                <a:cubicBezTo>
                  <a:pt x="1387996" y="671351"/>
                  <a:pt x="1374402" y="657757"/>
                  <a:pt x="1374402" y="640988"/>
                </a:cubicBezTo>
                <a:cubicBezTo>
                  <a:pt x="1374402" y="624218"/>
                  <a:pt x="1387996" y="610624"/>
                  <a:pt x="1404765" y="610624"/>
                </a:cubicBezTo>
                <a:close/>
                <a:moveTo>
                  <a:pt x="1332211" y="610624"/>
                </a:moveTo>
                <a:cubicBezTo>
                  <a:pt x="1348980" y="610624"/>
                  <a:pt x="1362574" y="624218"/>
                  <a:pt x="1362574" y="640988"/>
                </a:cubicBezTo>
                <a:cubicBezTo>
                  <a:pt x="1362574" y="657757"/>
                  <a:pt x="1348980" y="671351"/>
                  <a:pt x="1332211" y="671351"/>
                </a:cubicBezTo>
                <a:cubicBezTo>
                  <a:pt x="1315441" y="671351"/>
                  <a:pt x="1301847" y="657757"/>
                  <a:pt x="1301847" y="640988"/>
                </a:cubicBezTo>
                <a:cubicBezTo>
                  <a:pt x="1301847" y="624218"/>
                  <a:pt x="1315441" y="610624"/>
                  <a:pt x="1332211" y="610624"/>
                </a:cubicBezTo>
                <a:close/>
                <a:moveTo>
                  <a:pt x="1259656" y="610624"/>
                </a:moveTo>
                <a:cubicBezTo>
                  <a:pt x="1276426" y="610624"/>
                  <a:pt x="1290020" y="624218"/>
                  <a:pt x="1290020" y="640988"/>
                </a:cubicBezTo>
                <a:cubicBezTo>
                  <a:pt x="1290020" y="657757"/>
                  <a:pt x="1276426" y="671351"/>
                  <a:pt x="1259656" y="671351"/>
                </a:cubicBezTo>
                <a:cubicBezTo>
                  <a:pt x="1242887" y="671351"/>
                  <a:pt x="1229293" y="657757"/>
                  <a:pt x="1229293" y="640988"/>
                </a:cubicBezTo>
                <a:cubicBezTo>
                  <a:pt x="1229293" y="624218"/>
                  <a:pt x="1242887" y="610624"/>
                  <a:pt x="1259656" y="610624"/>
                </a:cubicBezTo>
                <a:close/>
                <a:moveTo>
                  <a:pt x="1187102" y="610624"/>
                </a:moveTo>
                <a:cubicBezTo>
                  <a:pt x="1203871" y="610624"/>
                  <a:pt x="1217465" y="624218"/>
                  <a:pt x="1217465" y="640988"/>
                </a:cubicBezTo>
                <a:cubicBezTo>
                  <a:pt x="1217465" y="657757"/>
                  <a:pt x="1203871" y="671351"/>
                  <a:pt x="1187102" y="671351"/>
                </a:cubicBezTo>
                <a:cubicBezTo>
                  <a:pt x="1170332" y="671351"/>
                  <a:pt x="1156738" y="657757"/>
                  <a:pt x="1156738" y="640988"/>
                </a:cubicBezTo>
                <a:cubicBezTo>
                  <a:pt x="1156738" y="624218"/>
                  <a:pt x="1170332" y="610624"/>
                  <a:pt x="1187102" y="610624"/>
                </a:cubicBezTo>
                <a:close/>
                <a:moveTo>
                  <a:pt x="1114547" y="610624"/>
                </a:moveTo>
                <a:cubicBezTo>
                  <a:pt x="1131317" y="610624"/>
                  <a:pt x="1144911" y="624218"/>
                  <a:pt x="1144911" y="640988"/>
                </a:cubicBezTo>
                <a:cubicBezTo>
                  <a:pt x="1144911" y="657757"/>
                  <a:pt x="1131317" y="671351"/>
                  <a:pt x="1114547" y="671351"/>
                </a:cubicBezTo>
                <a:cubicBezTo>
                  <a:pt x="1097778" y="671351"/>
                  <a:pt x="1084184" y="657757"/>
                  <a:pt x="1084184" y="640988"/>
                </a:cubicBezTo>
                <a:cubicBezTo>
                  <a:pt x="1084184" y="624218"/>
                  <a:pt x="1097778" y="610624"/>
                  <a:pt x="1114547" y="610624"/>
                </a:cubicBezTo>
                <a:close/>
                <a:moveTo>
                  <a:pt x="1041993" y="610624"/>
                </a:moveTo>
                <a:cubicBezTo>
                  <a:pt x="1058762" y="610624"/>
                  <a:pt x="1072356" y="624218"/>
                  <a:pt x="1072356" y="640988"/>
                </a:cubicBezTo>
                <a:cubicBezTo>
                  <a:pt x="1072356" y="657757"/>
                  <a:pt x="1058762" y="671351"/>
                  <a:pt x="1041993" y="671351"/>
                </a:cubicBezTo>
                <a:cubicBezTo>
                  <a:pt x="1025223" y="671351"/>
                  <a:pt x="1011629" y="657757"/>
                  <a:pt x="1011629" y="640988"/>
                </a:cubicBezTo>
                <a:cubicBezTo>
                  <a:pt x="1011629" y="624218"/>
                  <a:pt x="1025223" y="610624"/>
                  <a:pt x="1041993" y="610624"/>
                </a:cubicBezTo>
                <a:close/>
                <a:moveTo>
                  <a:pt x="969438" y="610624"/>
                </a:moveTo>
                <a:cubicBezTo>
                  <a:pt x="986208" y="610624"/>
                  <a:pt x="999801" y="624218"/>
                  <a:pt x="999801" y="640988"/>
                </a:cubicBezTo>
                <a:cubicBezTo>
                  <a:pt x="999801" y="657757"/>
                  <a:pt x="986208" y="671351"/>
                  <a:pt x="969438" y="671351"/>
                </a:cubicBezTo>
                <a:cubicBezTo>
                  <a:pt x="952669" y="671351"/>
                  <a:pt x="939075" y="657757"/>
                  <a:pt x="939075" y="640988"/>
                </a:cubicBezTo>
                <a:cubicBezTo>
                  <a:pt x="939075" y="624218"/>
                  <a:pt x="952669" y="610624"/>
                  <a:pt x="969438" y="610624"/>
                </a:cubicBezTo>
                <a:close/>
                <a:moveTo>
                  <a:pt x="896883" y="610624"/>
                </a:moveTo>
                <a:cubicBezTo>
                  <a:pt x="913653" y="610624"/>
                  <a:pt x="927247" y="624218"/>
                  <a:pt x="927247" y="640988"/>
                </a:cubicBezTo>
                <a:cubicBezTo>
                  <a:pt x="927247" y="657757"/>
                  <a:pt x="913653" y="671351"/>
                  <a:pt x="896883" y="671351"/>
                </a:cubicBezTo>
                <a:cubicBezTo>
                  <a:pt x="880114" y="671351"/>
                  <a:pt x="866520" y="657757"/>
                  <a:pt x="866520" y="640988"/>
                </a:cubicBezTo>
                <a:cubicBezTo>
                  <a:pt x="866520" y="624218"/>
                  <a:pt x="880114" y="610624"/>
                  <a:pt x="896883" y="610624"/>
                </a:cubicBezTo>
                <a:close/>
                <a:moveTo>
                  <a:pt x="824329" y="610624"/>
                </a:moveTo>
                <a:cubicBezTo>
                  <a:pt x="841098" y="610624"/>
                  <a:pt x="854692" y="624218"/>
                  <a:pt x="854692" y="640988"/>
                </a:cubicBezTo>
                <a:cubicBezTo>
                  <a:pt x="854692" y="657757"/>
                  <a:pt x="841098" y="671351"/>
                  <a:pt x="824329" y="671351"/>
                </a:cubicBezTo>
                <a:cubicBezTo>
                  <a:pt x="807559" y="671351"/>
                  <a:pt x="793965" y="657757"/>
                  <a:pt x="793965" y="640988"/>
                </a:cubicBezTo>
                <a:cubicBezTo>
                  <a:pt x="793965" y="624218"/>
                  <a:pt x="807559" y="610624"/>
                  <a:pt x="824329" y="610624"/>
                </a:cubicBezTo>
                <a:close/>
                <a:moveTo>
                  <a:pt x="751774" y="610624"/>
                </a:moveTo>
                <a:cubicBezTo>
                  <a:pt x="768544" y="610624"/>
                  <a:pt x="782138" y="624218"/>
                  <a:pt x="782138" y="640988"/>
                </a:cubicBezTo>
                <a:cubicBezTo>
                  <a:pt x="782138" y="657757"/>
                  <a:pt x="768544" y="671351"/>
                  <a:pt x="751774" y="671351"/>
                </a:cubicBezTo>
                <a:cubicBezTo>
                  <a:pt x="735005" y="671351"/>
                  <a:pt x="721411" y="657757"/>
                  <a:pt x="721411" y="640988"/>
                </a:cubicBezTo>
                <a:cubicBezTo>
                  <a:pt x="721411" y="624218"/>
                  <a:pt x="735005" y="610624"/>
                  <a:pt x="751774" y="610624"/>
                </a:cubicBezTo>
                <a:close/>
                <a:moveTo>
                  <a:pt x="679220" y="610624"/>
                </a:moveTo>
                <a:cubicBezTo>
                  <a:pt x="695989" y="610624"/>
                  <a:pt x="709583" y="624218"/>
                  <a:pt x="709583" y="640988"/>
                </a:cubicBezTo>
                <a:cubicBezTo>
                  <a:pt x="709583" y="657757"/>
                  <a:pt x="695989" y="671351"/>
                  <a:pt x="679220" y="671351"/>
                </a:cubicBezTo>
                <a:cubicBezTo>
                  <a:pt x="662450" y="671351"/>
                  <a:pt x="648856" y="657757"/>
                  <a:pt x="648856" y="640988"/>
                </a:cubicBezTo>
                <a:cubicBezTo>
                  <a:pt x="648856" y="624218"/>
                  <a:pt x="662450" y="610624"/>
                  <a:pt x="679220" y="610624"/>
                </a:cubicBezTo>
                <a:close/>
                <a:moveTo>
                  <a:pt x="606665" y="610624"/>
                </a:moveTo>
                <a:cubicBezTo>
                  <a:pt x="623435" y="610624"/>
                  <a:pt x="637029" y="624218"/>
                  <a:pt x="637029" y="640988"/>
                </a:cubicBezTo>
                <a:cubicBezTo>
                  <a:pt x="637029" y="657757"/>
                  <a:pt x="623435" y="671351"/>
                  <a:pt x="606665" y="671351"/>
                </a:cubicBezTo>
                <a:cubicBezTo>
                  <a:pt x="589896" y="671351"/>
                  <a:pt x="576302" y="657757"/>
                  <a:pt x="576302" y="640988"/>
                </a:cubicBezTo>
                <a:cubicBezTo>
                  <a:pt x="576302" y="624218"/>
                  <a:pt x="589896" y="610624"/>
                  <a:pt x="606665" y="610624"/>
                </a:cubicBezTo>
                <a:close/>
                <a:moveTo>
                  <a:pt x="534111" y="610624"/>
                </a:moveTo>
                <a:cubicBezTo>
                  <a:pt x="550880" y="610624"/>
                  <a:pt x="564474" y="624218"/>
                  <a:pt x="564474" y="640988"/>
                </a:cubicBezTo>
                <a:cubicBezTo>
                  <a:pt x="564474" y="657757"/>
                  <a:pt x="550880" y="671351"/>
                  <a:pt x="534111" y="671351"/>
                </a:cubicBezTo>
                <a:cubicBezTo>
                  <a:pt x="517341" y="671351"/>
                  <a:pt x="503747" y="657757"/>
                  <a:pt x="503747" y="640988"/>
                </a:cubicBezTo>
                <a:cubicBezTo>
                  <a:pt x="503747" y="624218"/>
                  <a:pt x="517341" y="610624"/>
                  <a:pt x="534111" y="610624"/>
                </a:cubicBezTo>
                <a:close/>
                <a:moveTo>
                  <a:pt x="461556" y="610624"/>
                </a:moveTo>
                <a:cubicBezTo>
                  <a:pt x="478326" y="610624"/>
                  <a:pt x="491920" y="624218"/>
                  <a:pt x="491920" y="640988"/>
                </a:cubicBezTo>
                <a:cubicBezTo>
                  <a:pt x="491920" y="657757"/>
                  <a:pt x="478326" y="671351"/>
                  <a:pt x="461556" y="671351"/>
                </a:cubicBezTo>
                <a:cubicBezTo>
                  <a:pt x="444787" y="671351"/>
                  <a:pt x="431192" y="657757"/>
                  <a:pt x="431192" y="640988"/>
                </a:cubicBezTo>
                <a:cubicBezTo>
                  <a:pt x="431192" y="624218"/>
                  <a:pt x="444787" y="610624"/>
                  <a:pt x="461556" y="610624"/>
                </a:cubicBezTo>
                <a:close/>
                <a:moveTo>
                  <a:pt x="389002" y="610624"/>
                </a:moveTo>
                <a:cubicBezTo>
                  <a:pt x="405771" y="610624"/>
                  <a:pt x="419365" y="624218"/>
                  <a:pt x="419365" y="640988"/>
                </a:cubicBezTo>
                <a:cubicBezTo>
                  <a:pt x="419365" y="657757"/>
                  <a:pt x="405771" y="671351"/>
                  <a:pt x="389002" y="671351"/>
                </a:cubicBezTo>
                <a:cubicBezTo>
                  <a:pt x="372232" y="671351"/>
                  <a:pt x="358638" y="657757"/>
                  <a:pt x="358638" y="640988"/>
                </a:cubicBezTo>
                <a:cubicBezTo>
                  <a:pt x="358638" y="624218"/>
                  <a:pt x="372232" y="610624"/>
                  <a:pt x="389002" y="610624"/>
                </a:cubicBezTo>
                <a:close/>
                <a:moveTo>
                  <a:pt x="316447" y="610624"/>
                </a:moveTo>
                <a:cubicBezTo>
                  <a:pt x="333216" y="610624"/>
                  <a:pt x="346810" y="624218"/>
                  <a:pt x="346810" y="640988"/>
                </a:cubicBezTo>
                <a:cubicBezTo>
                  <a:pt x="346810" y="657757"/>
                  <a:pt x="333216" y="671351"/>
                  <a:pt x="316447" y="671351"/>
                </a:cubicBezTo>
                <a:cubicBezTo>
                  <a:pt x="299677" y="671351"/>
                  <a:pt x="286084" y="657757"/>
                  <a:pt x="286084" y="640988"/>
                </a:cubicBezTo>
                <a:cubicBezTo>
                  <a:pt x="286084" y="624218"/>
                  <a:pt x="299677" y="610624"/>
                  <a:pt x="316447" y="610624"/>
                </a:cubicBezTo>
                <a:close/>
                <a:moveTo>
                  <a:pt x="243892" y="610624"/>
                </a:moveTo>
                <a:cubicBezTo>
                  <a:pt x="260662" y="610624"/>
                  <a:pt x="274256" y="624218"/>
                  <a:pt x="274256" y="640988"/>
                </a:cubicBezTo>
                <a:cubicBezTo>
                  <a:pt x="274256" y="657757"/>
                  <a:pt x="260662" y="671351"/>
                  <a:pt x="243892" y="671351"/>
                </a:cubicBezTo>
                <a:cubicBezTo>
                  <a:pt x="227123" y="671351"/>
                  <a:pt x="213529" y="657757"/>
                  <a:pt x="213529" y="640988"/>
                </a:cubicBezTo>
                <a:cubicBezTo>
                  <a:pt x="213529" y="624218"/>
                  <a:pt x="227123" y="610624"/>
                  <a:pt x="243892" y="610624"/>
                </a:cubicBezTo>
                <a:close/>
                <a:moveTo>
                  <a:pt x="171339" y="610624"/>
                </a:moveTo>
                <a:cubicBezTo>
                  <a:pt x="188107" y="610624"/>
                  <a:pt x="201701" y="624218"/>
                  <a:pt x="201701" y="640988"/>
                </a:cubicBezTo>
                <a:cubicBezTo>
                  <a:pt x="201701" y="657757"/>
                  <a:pt x="188107" y="671351"/>
                  <a:pt x="171339" y="671351"/>
                </a:cubicBezTo>
                <a:cubicBezTo>
                  <a:pt x="154667" y="671351"/>
                  <a:pt x="141073" y="657757"/>
                  <a:pt x="141073" y="640988"/>
                </a:cubicBezTo>
                <a:cubicBezTo>
                  <a:pt x="141073" y="624218"/>
                  <a:pt x="154667" y="610624"/>
                  <a:pt x="171339" y="610624"/>
                </a:cubicBezTo>
                <a:close/>
                <a:moveTo>
                  <a:pt x="98897" y="610624"/>
                </a:moveTo>
                <a:cubicBezTo>
                  <a:pt x="115658" y="610624"/>
                  <a:pt x="129252" y="624218"/>
                  <a:pt x="129252" y="640988"/>
                </a:cubicBezTo>
                <a:cubicBezTo>
                  <a:pt x="129252" y="657757"/>
                  <a:pt x="115658" y="671351"/>
                  <a:pt x="98897" y="671351"/>
                </a:cubicBezTo>
                <a:cubicBezTo>
                  <a:pt x="82124" y="671351"/>
                  <a:pt x="68530" y="657757"/>
                  <a:pt x="68530" y="640988"/>
                </a:cubicBezTo>
                <a:cubicBezTo>
                  <a:pt x="68530" y="624218"/>
                  <a:pt x="82124" y="610624"/>
                  <a:pt x="98897" y="610624"/>
                </a:cubicBezTo>
                <a:close/>
                <a:moveTo>
                  <a:pt x="26342" y="610624"/>
                </a:moveTo>
                <a:cubicBezTo>
                  <a:pt x="43106" y="610624"/>
                  <a:pt x="56701" y="624218"/>
                  <a:pt x="56701" y="640988"/>
                </a:cubicBezTo>
                <a:cubicBezTo>
                  <a:pt x="56701" y="657757"/>
                  <a:pt x="43106" y="671351"/>
                  <a:pt x="26342" y="671351"/>
                </a:cubicBezTo>
                <a:cubicBezTo>
                  <a:pt x="17956" y="671351"/>
                  <a:pt x="10365" y="667953"/>
                  <a:pt x="4871" y="662458"/>
                </a:cubicBezTo>
                <a:lnTo>
                  <a:pt x="0" y="650698"/>
                </a:lnTo>
                <a:lnTo>
                  <a:pt x="0" y="631277"/>
                </a:lnTo>
                <a:lnTo>
                  <a:pt x="4871" y="619517"/>
                </a:lnTo>
                <a:cubicBezTo>
                  <a:pt x="10365" y="614023"/>
                  <a:pt x="17956" y="610624"/>
                  <a:pt x="26342" y="610624"/>
                </a:cubicBezTo>
                <a:close/>
                <a:moveTo>
                  <a:pt x="1669096" y="549730"/>
                </a:moveTo>
                <a:lnTo>
                  <a:pt x="1668124" y="568994"/>
                </a:lnTo>
                <a:lnTo>
                  <a:pt x="1664620" y="560536"/>
                </a:lnTo>
                <a:close/>
                <a:moveTo>
                  <a:pt x="1622429" y="530173"/>
                </a:moveTo>
                <a:cubicBezTo>
                  <a:pt x="1639199" y="530173"/>
                  <a:pt x="1652792" y="543767"/>
                  <a:pt x="1652792" y="560536"/>
                </a:cubicBezTo>
                <a:cubicBezTo>
                  <a:pt x="1652792" y="577306"/>
                  <a:pt x="1639199" y="590900"/>
                  <a:pt x="1622429" y="590900"/>
                </a:cubicBezTo>
                <a:cubicBezTo>
                  <a:pt x="1605659" y="590900"/>
                  <a:pt x="1592066" y="577306"/>
                  <a:pt x="1592066" y="560536"/>
                </a:cubicBezTo>
                <a:cubicBezTo>
                  <a:pt x="1592066" y="543767"/>
                  <a:pt x="1605659" y="530173"/>
                  <a:pt x="1622429" y="530173"/>
                </a:cubicBezTo>
                <a:close/>
                <a:moveTo>
                  <a:pt x="1549874" y="530173"/>
                </a:moveTo>
                <a:cubicBezTo>
                  <a:pt x="1566644" y="530173"/>
                  <a:pt x="1580238" y="543767"/>
                  <a:pt x="1580238" y="560536"/>
                </a:cubicBezTo>
                <a:cubicBezTo>
                  <a:pt x="1580238" y="577306"/>
                  <a:pt x="1566644" y="590900"/>
                  <a:pt x="1549874" y="590900"/>
                </a:cubicBezTo>
                <a:cubicBezTo>
                  <a:pt x="1533105" y="590900"/>
                  <a:pt x="1519511" y="577306"/>
                  <a:pt x="1519511" y="560536"/>
                </a:cubicBezTo>
                <a:cubicBezTo>
                  <a:pt x="1519511" y="543767"/>
                  <a:pt x="1533105" y="530173"/>
                  <a:pt x="1549874" y="530173"/>
                </a:cubicBezTo>
                <a:close/>
                <a:moveTo>
                  <a:pt x="1477320" y="530173"/>
                </a:moveTo>
                <a:cubicBezTo>
                  <a:pt x="1494089" y="530173"/>
                  <a:pt x="1507683" y="543767"/>
                  <a:pt x="1507683" y="560536"/>
                </a:cubicBezTo>
                <a:cubicBezTo>
                  <a:pt x="1507683" y="577306"/>
                  <a:pt x="1494089" y="590900"/>
                  <a:pt x="1477320" y="590900"/>
                </a:cubicBezTo>
                <a:cubicBezTo>
                  <a:pt x="1460550" y="590900"/>
                  <a:pt x="1446956" y="577306"/>
                  <a:pt x="1446956" y="560536"/>
                </a:cubicBezTo>
                <a:cubicBezTo>
                  <a:pt x="1446956" y="543767"/>
                  <a:pt x="1460550" y="530173"/>
                  <a:pt x="1477320" y="530173"/>
                </a:cubicBezTo>
                <a:close/>
                <a:moveTo>
                  <a:pt x="1404765" y="530173"/>
                </a:moveTo>
                <a:cubicBezTo>
                  <a:pt x="1421535" y="530173"/>
                  <a:pt x="1435129" y="543767"/>
                  <a:pt x="1435129" y="560536"/>
                </a:cubicBezTo>
                <a:cubicBezTo>
                  <a:pt x="1435129" y="577306"/>
                  <a:pt x="1421535" y="590900"/>
                  <a:pt x="1404765" y="590900"/>
                </a:cubicBezTo>
                <a:cubicBezTo>
                  <a:pt x="1387996" y="590900"/>
                  <a:pt x="1374402" y="577306"/>
                  <a:pt x="1374402" y="560536"/>
                </a:cubicBezTo>
                <a:cubicBezTo>
                  <a:pt x="1374402" y="543767"/>
                  <a:pt x="1387996" y="530173"/>
                  <a:pt x="1404765" y="530173"/>
                </a:cubicBezTo>
                <a:close/>
                <a:moveTo>
                  <a:pt x="1332211" y="530173"/>
                </a:moveTo>
                <a:cubicBezTo>
                  <a:pt x="1348980" y="530173"/>
                  <a:pt x="1362574" y="543767"/>
                  <a:pt x="1362574" y="560536"/>
                </a:cubicBezTo>
                <a:cubicBezTo>
                  <a:pt x="1362574" y="577306"/>
                  <a:pt x="1348980" y="590900"/>
                  <a:pt x="1332211" y="590900"/>
                </a:cubicBezTo>
                <a:cubicBezTo>
                  <a:pt x="1315441" y="590900"/>
                  <a:pt x="1301847" y="577306"/>
                  <a:pt x="1301847" y="560536"/>
                </a:cubicBezTo>
                <a:cubicBezTo>
                  <a:pt x="1301847" y="543767"/>
                  <a:pt x="1315441" y="530173"/>
                  <a:pt x="1332211" y="530173"/>
                </a:cubicBezTo>
                <a:close/>
                <a:moveTo>
                  <a:pt x="1259656" y="530173"/>
                </a:moveTo>
                <a:cubicBezTo>
                  <a:pt x="1276426" y="530173"/>
                  <a:pt x="1290020" y="543767"/>
                  <a:pt x="1290020" y="560536"/>
                </a:cubicBezTo>
                <a:cubicBezTo>
                  <a:pt x="1290020" y="577306"/>
                  <a:pt x="1276426" y="590900"/>
                  <a:pt x="1259656" y="590900"/>
                </a:cubicBezTo>
                <a:cubicBezTo>
                  <a:pt x="1242887" y="590900"/>
                  <a:pt x="1229293" y="577306"/>
                  <a:pt x="1229293" y="560536"/>
                </a:cubicBezTo>
                <a:cubicBezTo>
                  <a:pt x="1229293" y="543767"/>
                  <a:pt x="1242887" y="530173"/>
                  <a:pt x="1259656" y="530173"/>
                </a:cubicBezTo>
                <a:close/>
                <a:moveTo>
                  <a:pt x="1187102" y="530173"/>
                </a:moveTo>
                <a:cubicBezTo>
                  <a:pt x="1203871" y="530173"/>
                  <a:pt x="1217465" y="543767"/>
                  <a:pt x="1217465" y="560536"/>
                </a:cubicBezTo>
                <a:cubicBezTo>
                  <a:pt x="1217465" y="577306"/>
                  <a:pt x="1203871" y="590900"/>
                  <a:pt x="1187102" y="590900"/>
                </a:cubicBezTo>
                <a:cubicBezTo>
                  <a:pt x="1170332" y="590900"/>
                  <a:pt x="1156738" y="577306"/>
                  <a:pt x="1156738" y="560536"/>
                </a:cubicBezTo>
                <a:cubicBezTo>
                  <a:pt x="1156738" y="543767"/>
                  <a:pt x="1170332" y="530173"/>
                  <a:pt x="1187102" y="530173"/>
                </a:cubicBezTo>
                <a:close/>
                <a:moveTo>
                  <a:pt x="1114547" y="530173"/>
                </a:moveTo>
                <a:cubicBezTo>
                  <a:pt x="1131317" y="530173"/>
                  <a:pt x="1144911" y="543767"/>
                  <a:pt x="1144911" y="560536"/>
                </a:cubicBezTo>
                <a:cubicBezTo>
                  <a:pt x="1144911" y="577306"/>
                  <a:pt x="1131317" y="590900"/>
                  <a:pt x="1114547" y="590900"/>
                </a:cubicBezTo>
                <a:cubicBezTo>
                  <a:pt x="1097778" y="590900"/>
                  <a:pt x="1084184" y="577306"/>
                  <a:pt x="1084184" y="560536"/>
                </a:cubicBezTo>
                <a:cubicBezTo>
                  <a:pt x="1084184" y="543767"/>
                  <a:pt x="1097778" y="530173"/>
                  <a:pt x="1114547" y="530173"/>
                </a:cubicBezTo>
                <a:close/>
                <a:moveTo>
                  <a:pt x="1041993" y="530173"/>
                </a:moveTo>
                <a:cubicBezTo>
                  <a:pt x="1058762" y="530173"/>
                  <a:pt x="1072356" y="543767"/>
                  <a:pt x="1072356" y="560536"/>
                </a:cubicBezTo>
                <a:cubicBezTo>
                  <a:pt x="1072356" y="577306"/>
                  <a:pt x="1058762" y="590900"/>
                  <a:pt x="1041993" y="590900"/>
                </a:cubicBezTo>
                <a:cubicBezTo>
                  <a:pt x="1025223" y="590900"/>
                  <a:pt x="1011629" y="577306"/>
                  <a:pt x="1011629" y="560536"/>
                </a:cubicBezTo>
                <a:cubicBezTo>
                  <a:pt x="1011629" y="543767"/>
                  <a:pt x="1025223" y="530173"/>
                  <a:pt x="1041993" y="530173"/>
                </a:cubicBezTo>
                <a:close/>
                <a:moveTo>
                  <a:pt x="969438" y="530173"/>
                </a:moveTo>
                <a:cubicBezTo>
                  <a:pt x="986208" y="530173"/>
                  <a:pt x="999801" y="543767"/>
                  <a:pt x="999801" y="560536"/>
                </a:cubicBezTo>
                <a:cubicBezTo>
                  <a:pt x="999801" y="577306"/>
                  <a:pt x="986208" y="590900"/>
                  <a:pt x="969438" y="590900"/>
                </a:cubicBezTo>
                <a:cubicBezTo>
                  <a:pt x="952669" y="590900"/>
                  <a:pt x="939075" y="577306"/>
                  <a:pt x="939075" y="560536"/>
                </a:cubicBezTo>
                <a:cubicBezTo>
                  <a:pt x="939075" y="543767"/>
                  <a:pt x="952669" y="530173"/>
                  <a:pt x="969438" y="530173"/>
                </a:cubicBezTo>
                <a:close/>
                <a:moveTo>
                  <a:pt x="896883" y="530173"/>
                </a:moveTo>
                <a:cubicBezTo>
                  <a:pt x="913653" y="530173"/>
                  <a:pt x="927247" y="543767"/>
                  <a:pt x="927247" y="560536"/>
                </a:cubicBezTo>
                <a:cubicBezTo>
                  <a:pt x="927247" y="577306"/>
                  <a:pt x="913653" y="590900"/>
                  <a:pt x="896883" y="590900"/>
                </a:cubicBezTo>
                <a:cubicBezTo>
                  <a:pt x="880114" y="590900"/>
                  <a:pt x="866520" y="577306"/>
                  <a:pt x="866520" y="560536"/>
                </a:cubicBezTo>
                <a:cubicBezTo>
                  <a:pt x="866520" y="543767"/>
                  <a:pt x="880114" y="530173"/>
                  <a:pt x="896883" y="530173"/>
                </a:cubicBezTo>
                <a:close/>
                <a:moveTo>
                  <a:pt x="824329" y="530173"/>
                </a:moveTo>
                <a:cubicBezTo>
                  <a:pt x="841098" y="530173"/>
                  <a:pt x="854692" y="543767"/>
                  <a:pt x="854692" y="560536"/>
                </a:cubicBezTo>
                <a:cubicBezTo>
                  <a:pt x="854692" y="577306"/>
                  <a:pt x="841098" y="590900"/>
                  <a:pt x="824329" y="590900"/>
                </a:cubicBezTo>
                <a:cubicBezTo>
                  <a:pt x="807559" y="590900"/>
                  <a:pt x="793965" y="577306"/>
                  <a:pt x="793965" y="560536"/>
                </a:cubicBezTo>
                <a:cubicBezTo>
                  <a:pt x="793965" y="543767"/>
                  <a:pt x="807559" y="530173"/>
                  <a:pt x="824329" y="530173"/>
                </a:cubicBezTo>
                <a:close/>
                <a:moveTo>
                  <a:pt x="751774" y="530173"/>
                </a:moveTo>
                <a:cubicBezTo>
                  <a:pt x="768544" y="530173"/>
                  <a:pt x="782138" y="543767"/>
                  <a:pt x="782138" y="560536"/>
                </a:cubicBezTo>
                <a:cubicBezTo>
                  <a:pt x="782138" y="577306"/>
                  <a:pt x="768544" y="590900"/>
                  <a:pt x="751774" y="590900"/>
                </a:cubicBezTo>
                <a:cubicBezTo>
                  <a:pt x="735005" y="590900"/>
                  <a:pt x="721411" y="577306"/>
                  <a:pt x="721411" y="560536"/>
                </a:cubicBezTo>
                <a:cubicBezTo>
                  <a:pt x="721411" y="543767"/>
                  <a:pt x="735005" y="530173"/>
                  <a:pt x="751774" y="530173"/>
                </a:cubicBezTo>
                <a:close/>
                <a:moveTo>
                  <a:pt x="679220" y="530173"/>
                </a:moveTo>
                <a:cubicBezTo>
                  <a:pt x="695989" y="530173"/>
                  <a:pt x="709583" y="543767"/>
                  <a:pt x="709583" y="560536"/>
                </a:cubicBezTo>
                <a:cubicBezTo>
                  <a:pt x="709583" y="577306"/>
                  <a:pt x="695989" y="590900"/>
                  <a:pt x="679220" y="590900"/>
                </a:cubicBezTo>
                <a:cubicBezTo>
                  <a:pt x="662450" y="590900"/>
                  <a:pt x="648856" y="577306"/>
                  <a:pt x="648856" y="560536"/>
                </a:cubicBezTo>
                <a:cubicBezTo>
                  <a:pt x="648856" y="543767"/>
                  <a:pt x="662450" y="530173"/>
                  <a:pt x="679220" y="530173"/>
                </a:cubicBezTo>
                <a:close/>
                <a:moveTo>
                  <a:pt x="606665" y="530173"/>
                </a:moveTo>
                <a:cubicBezTo>
                  <a:pt x="623435" y="530173"/>
                  <a:pt x="637029" y="543767"/>
                  <a:pt x="637029" y="560536"/>
                </a:cubicBezTo>
                <a:cubicBezTo>
                  <a:pt x="637029" y="577306"/>
                  <a:pt x="623435" y="590900"/>
                  <a:pt x="606665" y="590900"/>
                </a:cubicBezTo>
                <a:cubicBezTo>
                  <a:pt x="589896" y="590900"/>
                  <a:pt x="576302" y="577306"/>
                  <a:pt x="576302" y="560536"/>
                </a:cubicBezTo>
                <a:cubicBezTo>
                  <a:pt x="576302" y="543767"/>
                  <a:pt x="589896" y="530173"/>
                  <a:pt x="606665" y="530173"/>
                </a:cubicBezTo>
                <a:close/>
                <a:moveTo>
                  <a:pt x="534111" y="530173"/>
                </a:moveTo>
                <a:cubicBezTo>
                  <a:pt x="550880" y="530173"/>
                  <a:pt x="564474" y="543767"/>
                  <a:pt x="564474" y="560536"/>
                </a:cubicBezTo>
                <a:cubicBezTo>
                  <a:pt x="564474" y="577306"/>
                  <a:pt x="550880" y="590900"/>
                  <a:pt x="534111" y="590900"/>
                </a:cubicBezTo>
                <a:cubicBezTo>
                  <a:pt x="517341" y="590900"/>
                  <a:pt x="503747" y="577306"/>
                  <a:pt x="503747" y="560536"/>
                </a:cubicBezTo>
                <a:cubicBezTo>
                  <a:pt x="503747" y="543767"/>
                  <a:pt x="517341" y="530173"/>
                  <a:pt x="534111" y="530173"/>
                </a:cubicBezTo>
                <a:close/>
                <a:moveTo>
                  <a:pt x="461556" y="530173"/>
                </a:moveTo>
                <a:cubicBezTo>
                  <a:pt x="478326" y="530173"/>
                  <a:pt x="491920" y="543767"/>
                  <a:pt x="491920" y="560536"/>
                </a:cubicBezTo>
                <a:cubicBezTo>
                  <a:pt x="491920" y="577306"/>
                  <a:pt x="478326" y="590900"/>
                  <a:pt x="461556" y="590900"/>
                </a:cubicBezTo>
                <a:cubicBezTo>
                  <a:pt x="444787" y="590900"/>
                  <a:pt x="431192" y="577306"/>
                  <a:pt x="431192" y="560536"/>
                </a:cubicBezTo>
                <a:cubicBezTo>
                  <a:pt x="431192" y="543767"/>
                  <a:pt x="444787" y="530173"/>
                  <a:pt x="461556" y="530173"/>
                </a:cubicBezTo>
                <a:close/>
                <a:moveTo>
                  <a:pt x="389002" y="530173"/>
                </a:moveTo>
                <a:cubicBezTo>
                  <a:pt x="405771" y="530173"/>
                  <a:pt x="419365" y="543767"/>
                  <a:pt x="419365" y="560536"/>
                </a:cubicBezTo>
                <a:cubicBezTo>
                  <a:pt x="419365" y="577306"/>
                  <a:pt x="405771" y="590900"/>
                  <a:pt x="389002" y="590900"/>
                </a:cubicBezTo>
                <a:cubicBezTo>
                  <a:pt x="372232" y="590900"/>
                  <a:pt x="358638" y="577306"/>
                  <a:pt x="358638" y="560536"/>
                </a:cubicBezTo>
                <a:cubicBezTo>
                  <a:pt x="358638" y="543767"/>
                  <a:pt x="372232" y="530173"/>
                  <a:pt x="389002" y="530173"/>
                </a:cubicBezTo>
                <a:close/>
                <a:moveTo>
                  <a:pt x="316447" y="530173"/>
                </a:moveTo>
                <a:cubicBezTo>
                  <a:pt x="333216" y="530173"/>
                  <a:pt x="346810" y="543767"/>
                  <a:pt x="346810" y="560536"/>
                </a:cubicBezTo>
                <a:cubicBezTo>
                  <a:pt x="346810" y="577306"/>
                  <a:pt x="333216" y="590900"/>
                  <a:pt x="316447" y="590900"/>
                </a:cubicBezTo>
                <a:cubicBezTo>
                  <a:pt x="299677" y="590900"/>
                  <a:pt x="286084" y="577306"/>
                  <a:pt x="286084" y="560536"/>
                </a:cubicBezTo>
                <a:cubicBezTo>
                  <a:pt x="286084" y="543767"/>
                  <a:pt x="299677" y="530173"/>
                  <a:pt x="316447" y="530173"/>
                </a:cubicBezTo>
                <a:close/>
                <a:moveTo>
                  <a:pt x="243892" y="530173"/>
                </a:moveTo>
                <a:cubicBezTo>
                  <a:pt x="260662" y="530173"/>
                  <a:pt x="274256" y="543767"/>
                  <a:pt x="274256" y="560536"/>
                </a:cubicBezTo>
                <a:cubicBezTo>
                  <a:pt x="274256" y="577306"/>
                  <a:pt x="260662" y="590900"/>
                  <a:pt x="243892" y="590900"/>
                </a:cubicBezTo>
                <a:cubicBezTo>
                  <a:pt x="227123" y="590900"/>
                  <a:pt x="213529" y="577306"/>
                  <a:pt x="213529" y="560536"/>
                </a:cubicBezTo>
                <a:cubicBezTo>
                  <a:pt x="213529" y="543767"/>
                  <a:pt x="227123" y="530173"/>
                  <a:pt x="243892" y="530173"/>
                </a:cubicBezTo>
                <a:close/>
                <a:moveTo>
                  <a:pt x="171339" y="530173"/>
                </a:moveTo>
                <a:cubicBezTo>
                  <a:pt x="188107" y="530173"/>
                  <a:pt x="201701" y="543767"/>
                  <a:pt x="201701" y="560536"/>
                </a:cubicBezTo>
                <a:cubicBezTo>
                  <a:pt x="201701" y="577306"/>
                  <a:pt x="188107" y="590900"/>
                  <a:pt x="171339" y="590900"/>
                </a:cubicBezTo>
                <a:cubicBezTo>
                  <a:pt x="154673" y="590900"/>
                  <a:pt x="141079" y="577306"/>
                  <a:pt x="141079" y="560536"/>
                </a:cubicBezTo>
                <a:cubicBezTo>
                  <a:pt x="141079" y="543767"/>
                  <a:pt x="154673" y="530173"/>
                  <a:pt x="171339" y="530173"/>
                </a:cubicBezTo>
                <a:close/>
                <a:moveTo>
                  <a:pt x="98904" y="530173"/>
                </a:moveTo>
                <a:cubicBezTo>
                  <a:pt x="115664" y="530173"/>
                  <a:pt x="129258" y="543767"/>
                  <a:pt x="129258" y="560536"/>
                </a:cubicBezTo>
                <a:cubicBezTo>
                  <a:pt x="129258" y="577306"/>
                  <a:pt x="115664" y="590900"/>
                  <a:pt x="98904" y="590900"/>
                </a:cubicBezTo>
                <a:cubicBezTo>
                  <a:pt x="82130" y="590900"/>
                  <a:pt x="68536" y="577306"/>
                  <a:pt x="68536" y="560536"/>
                </a:cubicBezTo>
                <a:cubicBezTo>
                  <a:pt x="68536" y="543767"/>
                  <a:pt x="82130" y="530173"/>
                  <a:pt x="98904" y="530173"/>
                </a:cubicBezTo>
                <a:close/>
                <a:moveTo>
                  <a:pt x="26349" y="530173"/>
                </a:moveTo>
                <a:cubicBezTo>
                  <a:pt x="43112" y="530173"/>
                  <a:pt x="56707" y="543767"/>
                  <a:pt x="56707" y="560536"/>
                </a:cubicBezTo>
                <a:cubicBezTo>
                  <a:pt x="56707" y="577306"/>
                  <a:pt x="43112" y="590900"/>
                  <a:pt x="26349" y="590900"/>
                </a:cubicBezTo>
                <a:cubicBezTo>
                  <a:pt x="17963" y="590900"/>
                  <a:pt x="10372" y="587502"/>
                  <a:pt x="4877" y="582007"/>
                </a:cubicBezTo>
                <a:lnTo>
                  <a:pt x="0" y="570232"/>
                </a:lnTo>
                <a:lnTo>
                  <a:pt x="0" y="550840"/>
                </a:lnTo>
                <a:lnTo>
                  <a:pt x="4877" y="539066"/>
                </a:lnTo>
                <a:cubicBezTo>
                  <a:pt x="10372" y="533572"/>
                  <a:pt x="17963" y="530173"/>
                  <a:pt x="26349" y="530173"/>
                </a:cubicBezTo>
                <a:close/>
                <a:moveTo>
                  <a:pt x="1673704" y="458486"/>
                </a:moveTo>
                <a:lnTo>
                  <a:pt x="1671744" y="497284"/>
                </a:lnTo>
                <a:lnTo>
                  <a:pt x="1664620" y="480084"/>
                </a:lnTo>
                <a:cubicBezTo>
                  <a:pt x="1664620" y="471700"/>
                  <a:pt x="1668019" y="464109"/>
                  <a:pt x="1673514" y="458614"/>
                </a:cubicBezTo>
                <a:close/>
                <a:moveTo>
                  <a:pt x="1622429" y="449721"/>
                </a:moveTo>
                <a:cubicBezTo>
                  <a:pt x="1639199" y="449721"/>
                  <a:pt x="1652792" y="463315"/>
                  <a:pt x="1652792" y="480084"/>
                </a:cubicBezTo>
                <a:cubicBezTo>
                  <a:pt x="1652792" y="496854"/>
                  <a:pt x="1639199" y="510448"/>
                  <a:pt x="1622429" y="510448"/>
                </a:cubicBezTo>
                <a:cubicBezTo>
                  <a:pt x="1605659" y="510448"/>
                  <a:pt x="1592066" y="496854"/>
                  <a:pt x="1592066" y="480084"/>
                </a:cubicBezTo>
                <a:cubicBezTo>
                  <a:pt x="1592066" y="463315"/>
                  <a:pt x="1605659" y="449721"/>
                  <a:pt x="1622429" y="449721"/>
                </a:cubicBezTo>
                <a:close/>
                <a:moveTo>
                  <a:pt x="1549874" y="449721"/>
                </a:moveTo>
                <a:cubicBezTo>
                  <a:pt x="1566644" y="449721"/>
                  <a:pt x="1580238" y="463315"/>
                  <a:pt x="1580238" y="480084"/>
                </a:cubicBezTo>
                <a:cubicBezTo>
                  <a:pt x="1580238" y="496854"/>
                  <a:pt x="1566644" y="510448"/>
                  <a:pt x="1549874" y="510448"/>
                </a:cubicBezTo>
                <a:cubicBezTo>
                  <a:pt x="1533105" y="510448"/>
                  <a:pt x="1519511" y="496854"/>
                  <a:pt x="1519511" y="480084"/>
                </a:cubicBezTo>
                <a:cubicBezTo>
                  <a:pt x="1519511" y="463315"/>
                  <a:pt x="1533105" y="449721"/>
                  <a:pt x="1549874" y="449721"/>
                </a:cubicBezTo>
                <a:close/>
                <a:moveTo>
                  <a:pt x="1477320" y="449721"/>
                </a:moveTo>
                <a:cubicBezTo>
                  <a:pt x="1494089" y="449721"/>
                  <a:pt x="1507683" y="463315"/>
                  <a:pt x="1507683" y="480084"/>
                </a:cubicBezTo>
                <a:cubicBezTo>
                  <a:pt x="1507683" y="496854"/>
                  <a:pt x="1494089" y="510448"/>
                  <a:pt x="1477320" y="510448"/>
                </a:cubicBezTo>
                <a:cubicBezTo>
                  <a:pt x="1460550" y="510448"/>
                  <a:pt x="1446956" y="496854"/>
                  <a:pt x="1446956" y="480084"/>
                </a:cubicBezTo>
                <a:cubicBezTo>
                  <a:pt x="1446956" y="463315"/>
                  <a:pt x="1460550" y="449721"/>
                  <a:pt x="1477320" y="449721"/>
                </a:cubicBezTo>
                <a:close/>
                <a:moveTo>
                  <a:pt x="1404765" y="449721"/>
                </a:moveTo>
                <a:cubicBezTo>
                  <a:pt x="1421535" y="449721"/>
                  <a:pt x="1435129" y="463315"/>
                  <a:pt x="1435129" y="480084"/>
                </a:cubicBezTo>
                <a:cubicBezTo>
                  <a:pt x="1435129" y="496854"/>
                  <a:pt x="1421535" y="510448"/>
                  <a:pt x="1404765" y="510448"/>
                </a:cubicBezTo>
                <a:cubicBezTo>
                  <a:pt x="1387996" y="510448"/>
                  <a:pt x="1374402" y="496854"/>
                  <a:pt x="1374402" y="480084"/>
                </a:cubicBezTo>
                <a:cubicBezTo>
                  <a:pt x="1374402" y="463315"/>
                  <a:pt x="1387996" y="449721"/>
                  <a:pt x="1404765" y="449721"/>
                </a:cubicBezTo>
                <a:close/>
                <a:moveTo>
                  <a:pt x="1332211" y="449721"/>
                </a:moveTo>
                <a:cubicBezTo>
                  <a:pt x="1348980" y="449721"/>
                  <a:pt x="1362574" y="463315"/>
                  <a:pt x="1362574" y="480084"/>
                </a:cubicBezTo>
                <a:cubicBezTo>
                  <a:pt x="1362574" y="496854"/>
                  <a:pt x="1348980" y="510448"/>
                  <a:pt x="1332211" y="510448"/>
                </a:cubicBezTo>
                <a:cubicBezTo>
                  <a:pt x="1315441" y="510448"/>
                  <a:pt x="1301847" y="496854"/>
                  <a:pt x="1301847" y="480084"/>
                </a:cubicBezTo>
                <a:cubicBezTo>
                  <a:pt x="1301847" y="463315"/>
                  <a:pt x="1315441" y="449721"/>
                  <a:pt x="1332211" y="449721"/>
                </a:cubicBezTo>
                <a:close/>
                <a:moveTo>
                  <a:pt x="1259656" y="449721"/>
                </a:moveTo>
                <a:cubicBezTo>
                  <a:pt x="1276426" y="449721"/>
                  <a:pt x="1290020" y="463315"/>
                  <a:pt x="1290020" y="480084"/>
                </a:cubicBezTo>
                <a:cubicBezTo>
                  <a:pt x="1290020" y="496854"/>
                  <a:pt x="1276426" y="510448"/>
                  <a:pt x="1259656" y="510448"/>
                </a:cubicBezTo>
                <a:cubicBezTo>
                  <a:pt x="1242887" y="510448"/>
                  <a:pt x="1229293" y="496854"/>
                  <a:pt x="1229293" y="480084"/>
                </a:cubicBezTo>
                <a:cubicBezTo>
                  <a:pt x="1229293" y="463315"/>
                  <a:pt x="1242887" y="449721"/>
                  <a:pt x="1259656" y="449721"/>
                </a:cubicBezTo>
                <a:close/>
                <a:moveTo>
                  <a:pt x="1187102" y="449721"/>
                </a:moveTo>
                <a:cubicBezTo>
                  <a:pt x="1203871" y="449721"/>
                  <a:pt x="1217465" y="463315"/>
                  <a:pt x="1217465" y="480084"/>
                </a:cubicBezTo>
                <a:cubicBezTo>
                  <a:pt x="1217465" y="496854"/>
                  <a:pt x="1203871" y="510448"/>
                  <a:pt x="1187102" y="510448"/>
                </a:cubicBezTo>
                <a:cubicBezTo>
                  <a:pt x="1170332" y="510448"/>
                  <a:pt x="1156738" y="496854"/>
                  <a:pt x="1156738" y="480084"/>
                </a:cubicBezTo>
                <a:cubicBezTo>
                  <a:pt x="1156738" y="463315"/>
                  <a:pt x="1170332" y="449721"/>
                  <a:pt x="1187102" y="449721"/>
                </a:cubicBezTo>
                <a:close/>
                <a:moveTo>
                  <a:pt x="1114547" y="449721"/>
                </a:moveTo>
                <a:cubicBezTo>
                  <a:pt x="1131317" y="449721"/>
                  <a:pt x="1144911" y="463315"/>
                  <a:pt x="1144911" y="480084"/>
                </a:cubicBezTo>
                <a:cubicBezTo>
                  <a:pt x="1144911" y="496854"/>
                  <a:pt x="1131317" y="510448"/>
                  <a:pt x="1114547" y="510448"/>
                </a:cubicBezTo>
                <a:cubicBezTo>
                  <a:pt x="1097778" y="510448"/>
                  <a:pt x="1084184" y="496854"/>
                  <a:pt x="1084184" y="480084"/>
                </a:cubicBezTo>
                <a:cubicBezTo>
                  <a:pt x="1084184" y="463315"/>
                  <a:pt x="1097778" y="449721"/>
                  <a:pt x="1114547" y="449721"/>
                </a:cubicBezTo>
                <a:close/>
                <a:moveTo>
                  <a:pt x="1041993" y="449721"/>
                </a:moveTo>
                <a:cubicBezTo>
                  <a:pt x="1058762" y="449721"/>
                  <a:pt x="1072356" y="463315"/>
                  <a:pt x="1072356" y="480084"/>
                </a:cubicBezTo>
                <a:cubicBezTo>
                  <a:pt x="1072356" y="496854"/>
                  <a:pt x="1058762" y="510448"/>
                  <a:pt x="1041993" y="510448"/>
                </a:cubicBezTo>
                <a:cubicBezTo>
                  <a:pt x="1025223" y="510448"/>
                  <a:pt x="1011629" y="496854"/>
                  <a:pt x="1011629" y="480084"/>
                </a:cubicBezTo>
                <a:cubicBezTo>
                  <a:pt x="1011629" y="463315"/>
                  <a:pt x="1025223" y="449721"/>
                  <a:pt x="1041993" y="449721"/>
                </a:cubicBezTo>
                <a:close/>
                <a:moveTo>
                  <a:pt x="969438" y="449721"/>
                </a:moveTo>
                <a:cubicBezTo>
                  <a:pt x="986208" y="449721"/>
                  <a:pt x="999801" y="463315"/>
                  <a:pt x="999801" y="480084"/>
                </a:cubicBezTo>
                <a:cubicBezTo>
                  <a:pt x="999801" y="496854"/>
                  <a:pt x="986208" y="510448"/>
                  <a:pt x="969438" y="510448"/>
                </a:cubicBezTo>
                <a:cubicBezTo>
                  <a:pt x="952669" y="510448"/>
                  <a:pt x="939075" y="496854"/>
                  <a:pt x="939075" y="480084"/>
                </a:cubicBezTo>
                <a:cubicBezTo>
                  <a:pt x="939075" y="463315"/>
                  <a:pt x="952669" y="449721"/>
                  <a:pt x="969438" y="449721"/>
                </a:cubicBezTo>
                <a:close/>
                <a:moveTo>
                  <a:pt x="896883" y="449721"/>
                </a:moveTo>
                <a:cubicBezTo>
                  <a:pt x="913653" y="449721"/>
                  <a:pt x="927247" y="463315"/>
                  <a:pt x="927247" y="480084"/>
                </a:cubicBezTo>
                <a:cubicBezTo>
                  <a:pt x="927247" y="496854"/>
                  <a:pt x="913653" y="510448"/>
                  <a:pt x="896883" y="510448"/>
                </a:cubicBezTo>
                <a:cubicBezTo>
                  <a:pt x="880114" y="510448"/>
                  <a:pt x="866520" y="496854"/>
                  <a:pt x="866520" y="480084"/>
                </a:cubicBezTo>
                <a:cubicBezTo>
                  <a:pt x="866520" y="463315"/>
                  <a:pt x="880114" y="449721"/>
                  <a:pt x="896883" y="449721"/>
                </a:cubicBezTo>
                <a:close/>
                <a:moveTo>
                  <a:pt x="824329" y="449721"/>
                </a:moveTo>
                <a:cubicBezTo>
                  <a:pt x="841098" y="449721"/>
                  <a:pt x="854692" y="463315"/>
                  <a:pt x="854692" y="480084"/>
                </a:cubicBezTo>
                <a:cubicBezTo>
                  <a:pt x="854692" y="496854"/>
                  <a:pt x="841098" y="510448"/>
                  <a:pt x="824329" y="510448"/>
                </a:cubicBezTo>
                <a:cubicBezTo>
                  <a:pt x="807559" y="510448"/>
                  <a:pt x="793965" y="496854"/>
                  <a:pt x="793965" y="480084"/>
                </a:cubicBezTo>
                <a:cubicBezTo>
                  <a:pt x="793965" y="463315"/>
                  <a:pt x="807559" y="449721"/>
                  <a:pt x="824329" y="449721"/>
                </a:cubicBezTo>
                <a:close/>
                <a:moveTo>
                  <a:pt x="751774" y="449721"/>
                </a:moveTo>
                <a:cubicBezTo>
                  <a:pt x="768544" y="449721"/>
                  <a:pt x="782138" y="463315"/>
                  <a:pt x="782138" y="480084"/>
                </a:cubicBezTo>
                <a:cubicBezTo>
                  <a:pt x="782138" y="496854"/>
                  <a:pt x="768544" y="510448"/>
                  <a:pt x="751774" y="510448"/>
                </a:cubicBezTo>
                <a:cubicBezTo>
                  <a:pt x="735005" y="510448"/>
                  <a:pt x="721411" y="496854"/>
                  <a:pt x="721411" y="480084"/>
                </a:cubicBezTo>
                <a:cubicBezTo>
                  <a:pt x="721411" y="463315"/>
                  <a:pt x="735005" y="449721"/>
                  <a:pt x="751774" y="449721"/>
                </a:cubicBezTo>
                <a:close/>
                <a:moveTo>
                  <a:pt x="679220" y="449721"/>
                </a:moveTo>
                <a:cubicBezTo>
                  <a:pt x="695989" y="449721"/>
                  <a:pt x="709583" y="463315"/>
                  <a:pt x="709583" y="480084"/>
                </a:cubicBezTo>
                <a:cubicBezTo>
                  <a:pt x="709583" y="496854"/>
                  <a:pt x="695989" y="510448"/>
                  <a:pt x="679220" y="510448"/>
                </a:cubicBezTo>
                <a:cubicBezTo>
                  <a:pt x="662450" y="510448"/>
                  <a:pt x="648856" y="496854"/>
                  <a:pt x="648856" y="480084"/>
                </a:cubicBezTo>
                <a:cubicBezTo>
                  <a:pt x="648856" y="463315"/>
                  <a:pt x="662450" y="449721"/>
                  <a:pt x="679220" y="449721"/>
                </a:cubicBezTo>
                <a:close/>
                <a:moveTo>
                  <a:pt x="606665" y="449721"/>
                </a:moveTo>
                <a:cubicBezTo>
                  <a:pt x="623435" y="449721"/>
                  <a:pt x="637029" y="463315"/>
                  <a:pt x="637029" y="480084"/>
                </a:cubicBezTo>
                <a:cubicBezTo>
                  <a:pt x="637029" y="496854"/>
                  <a:pt x="623435" y="510448"/>
                  <a:pt x="606665" y="510448"/>
                </a:cubicBezTo>
                <a:cubicBezTo>
                  <a:pt x="589896" y="510448"/>
                  <a:pt x="576302" y="496854"/>
                  <a:pt x="576302" y="480084"/>
                </a:cubicBezTo>
                <a:cubicBezTo>
                  <a:pt x="576302" y="463315"/>
                  <a:pt x="589896" y="449721"/>
                  <a:pt x="606665" y="449721"/>
                </a:cubicBezTo>
                <a:close/>
                <a:moveTo>
                  <a:pt x="534111" y="449721"/>
                </a:moveTo>
                <a:cubicBezTo>
                  <a:pt x="550880" y="449721"/>
                  <a:pt x="564474" y="463315"/>
                  <a:pt x="564474" y="480084"/>
                </a:cubicBezTo>
                <a:cubicBezTo>
                  <a:pt x="564474" y="496854"/>
                  <a:pt x="550880" y="510448"/>
                  <a:pt x="534111" y="510448"/>
                </a:cubicBezTo>
                <a:cubicBezTo>
                  <a:pt x="517341" y="510448"/>
                  <a:pt x="503747" y="496854"/>
                  <a:pt x="503747" y="480084"/>
                </a:cubicBezTo>
                <a:cubicBezTo>
                  <a:pt x="503747" y="463315"/>
                  <a:pt x="517341" y="449721"/>
                  <a:pt x="534111" y="449721"/>
                </a:cubicBezTo>
                <a:close/>
                <a:moveTo>
                  <a:pt x="461556" y="449721"/>
                </a:moveTo>
                <a:cubicBezTo>
                  <a:pt x="478326" y="449721"/>
                  <a:pt x="491920" y="463315"/>
                  <a:pt x="491920" y="480084"/>
                </a:cubicBezTo>
                <a:cubicBezTo>
                  <a:pt x="491920" y="496854"/>
                  <a:pt x="478326" y="510448"/>
                  <a:pt x="461556" y="510448"/>
                </a:cubicBezTo>
                <a:cubicBezTo>
                  <a:pt x="444787" y="510448"/>
                  <a:pt x="431192" y="496854"/>
                  <a:pt x="431192" y="480084"/>
                </a:cubicBezTo>
                <a:cubicBezTo>
                  <a:pt x="431192" y="463315"/>
                  <a:pt x="444787" y="449721"/>
                  <a:pt x="461556" y="449721"/>
                </a:cubicBezTo>
                <a:close/>
                <a:moveTo>
                  <a:pt x="389002" y="449721"/>
                </a:moveTo>
                <a:cubicBezTo>
                  <a:pt x="405771" y="449721"/>
                  <a:pt x="419365" y="463315"/>
                  <a:pt x="419365" y="480084"/>
                </a:cubicBezTo>
                <a:cubicBezTo>
                  <a:pt x="419365" y="496854"/>
                  <a:pt x="405771" y="510448"/>
                  <a:pt x="389002" y="510448"/>
                </a:cubicBezTo>
                <a:cubicBezTo>
                  <a:pt x="372232" y="510448"/>
                  <a:pt x="358638" y="496854"/>
                  <a:pt x="358638" y="480084"/>
                </a:cubicBezTo>
                <a:cubicBezTo>
                  <a:pt x="358638" y="463315"/>
                  <a:pt x="372232" y="449721"/>
                  <a:pt x="389002" y="449721"/>
                </a:cubicBezTo>
                <a:close/>
                <a:moveTo>
                  <a:pt x="316447" y="449721"/>
                </a:moveTo>
                <a:cubicBezTo>
                  <a:pt x="333216" y="449721"/>
                  <a:pt x="346810" y="463315"/>
                  <a:pt x="346810" y="480084"/>
                </a:cubicBezTo>
                <a:cubicBezTo>
                  <a:pt x="346810" y="496854"/>
                  <a:pt x="333216" y="510448"/>
                  <a:pt x="316447" y="510448"/>
                </a:cubicBezTo>
                <a:cubicBezTo>
                  <a:pt x="299677" y="510448"/>
                  <a:pt x="286084" y="496854"/>
                  <a:pt x="286084" y="480084"/>
                </a:cubicBezTo>
                <a:cubicBezTo>
                  <a:pt x="286084" y="463315"/>
                  <a:pt x="299677" y="449721"/>
                  <a:pt x="316447" y="449721"/>
                </a:cubicBezTo>
                <a:close/>
                <a:moveTo>
                  <a:pt x="243892" y="449721"/>
                </a:moveTo>
                <a:cubicBezTo>
                  <a:pt x="260662" y="449721"/>
                  <a:pt x="274256" y="463315"/>
                  <a:pt x="274256" y="480084"/>
                </a:cubicBezTo>
                <a:cubicBezTo>
                  <a:pt x="274256" y="496854"/>
                  <a:pt x="260662" y="510448"/>
                  <a:pt x="243892" y="510448"/>
                </a:cubicBezTo>
                <a:cubicBezTo>
                  <a:pt x="227123" y="510448"/>
                  <a:pt x="213529" y="496854"/>
                  <a:pt x="213529" y="480084"/>
                </a:cubicBezTo>
                <a:cubicBezTo>
                  <a:pt x="213529" y="463315"/>
                  <a:pt x="227123" y="449721"/>
                  <a:pt x="243892" y="449721"/>
                </a:cubicBezTo>
                <a:close/>
                <a:moveTo>
                  <a:pt x="171339" y="449721"/>
                </a:moveTo>
                <a:cubicBezTo>
                  <a:pt x="188107" y="449721"/>
                  <a:pt x="201701" y="463315"/>
                  <a:pt x="201701" y="480084"/>
                </a:cubicBezTo>
                <a:cubicBezTo>
                  <a:pt x="201701" y="496854"/>
                  <a:pt x="188107" y="510448"/>
                  <a:pt x="171339" y="510448"/>
                </a:cubicBezTo>
                <a:cubicBezTo>
                  <a:pt x="154679" y="510448"/>
                  <a:pt x="141085" y="496854"/>
                  <a:pt x="141085" y="480084"/>
                </a:cubicBezTo>
                <a:cubicBezTo>
                  <a:pt x="141085" y="463315"/>
                  <a:pt x="154679" y="449721"/>
                  <a:pt x="171339" y="449721"/>
                </a:cubicBezTo>
                <a:close/>
                <a:moveTo>
                  <a:pt x="98910" y="449721"/>
                </a:moveTo>
                <a:cubicBezTo>
                  <a:pt x="115670" y="449721"/>
                  <a:pt x="129264" y="463315"/>
                  <a:pt x="129264" y="480084"/>
                </a:cubicBezTo>
                <a:cubicBezTo>
                  <a:pt x="129264" y="496854"/>
                  <a:pt x="115670" y="510448"/>
                  <a:pt x="98910" y="510448"/>
                </a:cubicBezTo>
                <a:cubicBezTo>
                  <a:pt x="82136" y="510448"/>
                  <a:pt x="68542" y="496854"/>
                  <a:pt x="68542" y="480084"/>
                </a:cubicBezTo>
                <a:cubicBezTo>
                  <a:pt x="68542" y="463315"/>
                  <a:pt x="82136" y="449721"/>
                  <a:pt x="98910" y="449721"/>
                </a:cubicBezTo>
                <a:close/>
                <a:moveTo>
                  <a:pt x="26355" y="449721"/>
                </a:moveTo>
                <a:cubicBezTo>
                  <a:pt x="43118" y="449721"/>
                  <a:pt x="56713" y="463315"/>
                  <a:pt x="56713" y="480084"/>
                </a:cubicBezTo>
                <a:cubicBezTo>
                  <a:pt x="56713" y="496854"/>
                  <a:pt x="43118" y="510448"/>
                  <a:pt x="26355" y="510448"/>
                </a:cubicBezTo>
                <a:cubicBezTo>
                  <a:pt x="17970" y="510448"/>
                  <a:pt x="10379" y="507050"/>
                  <a:pt x="4884" y="501555"/>
                </a:cubicBezTo>
                <a:lnTo>
                  <a:pt x="0" y="489763"/>
                </a:lnTo>
                <a:lnTo>
                  <a:pt x="0" y="470405"/>
                </a:lnTo>
                <a:lnTo>
                  <a:pt x="4884" y="458614"/>
                </a:lnTo>
                <a:cubicBezTo>
                  <a:pt x="10379" y="453120"/>
                  <a:pt x="17970" y="449721"/>
                  <a:pt x="26355" y="449721"/>
                </a:cubicBezTo>
                <a:close/>
                <a:moveTo>
                  <a:pt x="1673066" y="379245"/>
                </a:moveTo>
                <a:lnTo>
                  <a:pt x="1675237" y="422266"/>
                </a:lnTo>
                <a:lnTo>
                  <a:pt x="1673514" y="421103"/>
                </a:lnTo>
                <a:cubicBezTo>
                  <a:pt x="1668019" y="415609"/>
                  <a:pt x="1664620" y="408017"/>
                  <a:pt x="1664620" y="399633"/>
                </a:cubicBezTo>
                <a:close/>
                <a:moveTo>
                  <a:pt x="1622429" y="369269"/>
                </a:moveTo>
                <a:cubicBezTo>
                  <a:pt x="1639199" y="369269"/>
                  <a:pt x="1652792" y="382864"/>
                  <a:pt x="1652792" y="399633"/>
                </a:cubicBezTo>
                <a:cubicBezTo>
                  <a:pt x="1652792" y="416402"/>
                  <a:pt x="1639199" y="429997"/>
                  <a:pt x="1622429" y="429997"/>
                </a:cubicBezTo>
                <a:cubicBezTo>
                  <a:pt x="1605659" y="429997"/>
                  <a:pt x="1592066" y="416402"/>
                  <a:pt x="1592066" y="399633"/>
                </a:cubicBezTo>
                <a:cubicBezTo>
                  <a:pt x="1592066" y="382864"/>
                  <a:pt x="1605659" y="369269"/>
                  <a:pt x="1622429" y="369269"/>
                </a:cubicBezTo>
                <a:close/>
                <a:moveTo>
                  <a:pt x="1549874" y="369269"/>
                </a:moveTo>
                <a:cubicBezTo>
                  <a:pt x="1566644" y="369269"/>
                  <a:pt x="1580238" y="382864"/>
                  <a:pt x="1580238" y="399633"/>
                </a:cubicBezTo>
                <a:cubicBezTo>
                  <a:pt x="1580238" y="416402"/>
                  <a:pt x="1566644" y="429997"/>
                  <a:pt x="1549874" y="429997"/>
                </a:cubicBezTo>
                <a:cubicBezTo>
                  <a:pt x="1533105" y="429997"/>
                  <a:pt x="1519511" y="416402"/>
                  <a:pt x="1519511" y="399633"/>
                </a:cubicBezTo>
                <a:cubicBezTo>
                  <a:pt x="1519511" y="382864"/>
                  <a:pt x="1533105" y="369269"/>
                  <a:pt x="1549874" y="369269"/>
                </a:cubicBezTo>
                <a:close/>
                <a:moveTo>
                  <a:pt x="1477320" y="369269"/>
                </a:moveTo>
                <a:cubicBezTo>
                  <a:pt x="1494089" y="369269"/>
                  <a:pt x="1507683" y="382864"/>
                  <a:pt x="1507683" y="399633"/>
                </a:cubicBezTo>
                <a:cubicBezTo>
                  <a:pt x="1507683" y="416402"/>
                  <a:pt x="1494089" y="429997"/>
                  <a:pt x="1477320" y="429997"/>
                </a:cubicBezTo>
                <a:cubicBezTo>
                  <a:pt x="1460550" y="429997"/>
                  <a:pt x="1446956" y="416402"/>
                  <a:pt x="1446956" y="399633"/>
                </a:cubicBezTo>
                <a:cubicBezTo>
                  <a:pt x="1446956" y="382864"/>
                  <a:pt x="1460550" y="369269"/>
                  <a:pt x="1477320" y="369269"/>
                </a:cubicBezTo>
                <a:close/>
                <a:moveTo>
                  <a:pt x="1404765" y="369269"/>
                </a:moveTo>
                <a:cubicBezTo>
                  <a:pt x="1421535" y="369269"/>
                  <a:pt x="1435129" y="382864"/>
                  <a:pt x="1435129" y="399633"/>
                </a:cubicBezTo>
                <a:cubicBezTo>
                  <a:pt x="1435129" y="416402"/>
                  <a:pt x="1421535" y="429997"/>
                  <a:pt x="1404765" y="429997"/>
                </a:cubicBezTo>
                <a:cubicBezTo>
                  <a:pt x="1387996" y="429997"/>
                  <a:pt x="1374402" y="416402"/>
                  <a:pt x="1374402" y="399633"/>
                </a:cubicBezTo>
                <a:cubicBezTo>
                  <a:pt x="1374402" y="382864"/>
                  <a:pt x="1387996" y="369269"/>
                  <a:pt x="1404765" y="369269"/>
                </a:cubicBezTo>
                <a:close/>
                <a:moveTo>
                  <a:pt x="1332211" y="369269"/>
                </a:moveTo>
                <a:cubicBezTo>
                  <a:pt x="1348980" y="369269"/>
                  <a:pt x="1362574" y="382864"/>
                  <a:pt x="1362574" y="399633"/>
                </a:cubicBezTo>
                <a:cubicBezTo>
                  <a:pt x="1362574" y="416402"/>
                  <a:pt x="1348980" y="429997"/>
                  <a:pt x="1332211" y="429997"/>
                </a:cubicBezTo>
                <a:cubicBezTo>
                  <a:pt x="1315441" y="429997"/>
                  <a:pt x="1301847" y="416402"/>
                  <a:pt x="1301847" y="399633"/>
                </a:cubicBezTo>
                <a:cubicBezTo>
                  <a:pt x="1301847" y="382864"/>
                  <a:pt x="1315441" y="369269"/>
                  <a:pt x="1332211" y="369269"/>
                </a:cubicBezTo>
                <a:close/>
                <a:moveTo>
                  <a:pt x="1259656" y="369269"/>
                </a:moveTo>
                <a:cubicBezTo>
                  <a:pt x="1276426" y="369269"/>
                  <a:pt x="1290020" y="382864"/>
                  <a:pt x="1290020" y="399633"/>
                </a:cubicBezTo>
                <a:cubicBezTo>
                  <a:pt x="1290020" y="416402"/>
                  <a:pt x="1276426" y="429997"/>
                  <a:pt x="1259656" y="429997"/>
                </a:cubicBezTo>
                <a:cubicBezTo>
                  <a:pt x="1242887" y="429997"/>
                  <a:pt x="1229293" y="416402"/>
                  <a:pt x="1229293" y="399633"/>
                </a:cubicBezTo>
                <a:cubicBezTo>
                  <a:pt x="1229293" y="382864"/>
                  <a:pt x="1242887" y="369269"/>
                  <a:pt x="1259656" y="369269"/>
                </a:cubicBezTo>
                <a:close/>
                <a:moveTo>
                  <a:pt x="1187102" y="369269"/>
                </a:moveTo>
                <a:cubicBezTo>
                  <a:pt x="1203871" y="369269"/>
                  <a:pt x="1217465" y="382864"/>
                  <a:pt x="1217465" y="399633"/>
                </a:cubicBezTo>
                <a:cubicBezTo>
                  <a:pt x="1217465" y="416402"/>
                  <a:pt x="1203871" y="429997"/>
                  <a:pt x="1187102" y="429997"/>
                </a:cubicBezTo>
                <a:cubicBezTo>
                  <a:pt x="1170332" y="429997"/>
                  <a:pt x="1156738" y="416402"/>
                  <a:pt x="1156738" y="399633"/>
                </a:cubicBezTo>
                <a:cubicBezTo>
                  <a:pt x="1156738" y="382864"/>
                  <a:pt x="1170332" y="369269"/>
                  <a:pt x="1187102" y="369269"/>
                </a:cubicBezTo>
                <a:close/>
                <a:moveTo>
                  <a:pt x="1114547" y="369269"/>
                </a:moveTo>
                <a:cubicBezTo>
                  <a:pt x="1131317" y="369269"/>
                  <a:pt x="1144911" y="382864"/>
                  <a:pt x="1144911" y="399633"/>
                </a:cubicBezTo>
                <a:cubicBezTo>
                  <a:pt x="1144911" y="416402"/>
                  <a:pt x="1131317" y="429997"/>
                  <a:pt x="1114547" y="429997"/>
                </a:cubicBezTo>
                <a:cubicBezTo>
                  <a:pt x="1097778" y="429997"/>
                  <a:pt x="1084184" y="416402"/>
                  <a:pt x="1084184" y="399633"/>
                </a:cubicBezTo>
                <a:cubicBezTo>
                  <a:pt x="1084184" y="382864"/>
                  <a:pt x="1097778" y="369269"/>
                  <a:pt x="1114547" y="369269"/>
                </a:cubicBezTo>
                <a:close/>
                <a:moveTo>
                  <a:pt x="1041993" y="369269"/>
                </a:moveTo>
                <a:cubicBezTo>
                  <a:pt x="1058762" y="369269"/>
                  <a:pt x="1072356" y="382864"/>
                  <a:pt x="1072356" y="399633"/>
                </a:cubicBezTo>
                <a:cubicBezTo>
                  <a:pt x="1072356" y="416402"/>
                  <a:pt x="1058762" y="429997"/>
                  <a:pt x="1041993" y="429997"/>
                </a:cubicBezTo>
                <a:cubicBezTo>
                  <a:pt x="1025223" y="429997"/>
                  <a:pt x="1011629" y="416402"/>
                  <a:pt x="1011629" y="399633"/>
                </a:cubicBezTo>
                <a:cubicBezTo>
                  <a:pt x="1011629" y="382864"/>
                  <a:pt x="1025223" y="369269"/>
                  <a:pt x="1041993" y="369269"/>
                </a:cubicBezTo>
                <a:close/>
                <a:moveTo>
                  <a:pt x="969438" y="369269"/>
                </a:moveTo>
                <a:cubicBezTo>
                  <a:pt x="986208" y="369269"/>
                  <a:pt x="999801" y="382864"/>
                  <a:pt x="999801" y="399633"/>
                </a:cubicBezTo>
                <a:cubicBezTo>
                  <a:pt x="999801" y="416402"/>
                  <a:pt x="986208" y="429997"/>
                  <a:pt x="969438" y="429997"/>
                </a:cubicBezTo>
                <a:cubicBezTo>
                  <a:pt x="952669" y="429997"/>
                  <a:pt x="939075" y="416402"/>
                  <a:pt x="939075" y="399633"/>
                </a:cubicBezTo>
                <a:cubicBezTo>
                  <a:pt x="939075" y="382864"/>
                  <a:pt x="952669" y="369269"/>
                  <a:pt x="969438" y="369269"/>
                </a:cubicBezTo>
                <a:close/>
                <a:moveTo>
                  <a:pt x="896883" y="369269"/>
                </a:moveTo>
                <a:cubicBezTo>
                  <a:pt x="913653" y="369269"/>
                  <a:pt x="927247" y="382864"/>
                  <a:pt x="927247" y="399633"/>
                </a:cubicBezTo>
                <a:cubicBezTo>
                  <a:pt x="927247" y="416402"/>
                  <a:pt x="913653" y="429997"/>
                  <a:pt x="896883" y="429997"/>
                </a:cubicBezTo>
                <a:cubicBezTo>
                  <a:pt x="880114" y="429997"/>
                  <a:pt x="866520" y="416402"/>
                  <a:pt x="866520" y="399633"/>
                </a:cubicBezTo>
                <a:cubicBezTo>
                  <a:pt x="866520" y="382864"/>
                  <a:pt x="880114" y="369269"/>
                  <a:pt x="896883" y="369269"/>
                </a:cubicBezTo>
                <a:close/>
                <a:moveTo>
                  <a:pt x="824329" y="369269"/>
                </a:moveTo>
                <a:cubicBezTo>
                  <a:pt x="841098" y="369269"/>
                  <a:pt x="854692" y="382864"/>
                  <a:pt x="854692" y="399633"/>
                </a:cubicBezTo>
                <a:cubicBezTo>
                  <a:pt x="854692" y="416402"/>
                  <a:pt x="841098" y="429997"/>
                  <a:pt x="824329" y="429997"/>
                </a:cubicBezTo>
                <a:cubicBezTo>
                  <a:pt x="807559" y="429997"/>
                  <a:pt x="793965" y="416402"/>
                  <a:pt x="793965" y="399633"/>
                </a:cubicBezTo>
                <a:cubicBezTo>
                  <a:pt x="793965" y="382864"/>
                  <a:pt x="807559" y="369269"/>
                  <a:pt x="824329" y="369269"/>
                </a:cubicBezTo>
                <a:close/>
                <a:moveTo>
                  <a:pt x="751774" y="369269"/>
                </a:moveTo>
                <a:cubicBezTo>
                  <a:pt x="768544" y="369269"/>
                  <a:pt x="782138" y="382864"/>
                  <a:pt x="782138" y="399633"/>
                </a:cubicBezTo>
                <a:cubicBezTo>
                  <a:pt x="782138" y="416402"/>
                  <a:pt x="768544" y="429997"/>
                  <a:pt x="751774" y="429997"/>
                </a:cubicBezTo>
                <a:cubicBezTo>
                  <a:pt x="735005" y="429997"/>
                  <a:pt x="721411" y="416402"/>
                  <a:pt x="721411" y="399633"/>
                </a:cubicBezTo>
                <a:cubicBezTo>
                  <a:pt x="721411" y="382864"/>
                  <a:pt x="735005" y="369269"/>
                  <a:pt x="751774" y="369269"/>
                </a:cubicBezTo>
                <a:close/>
                <a:moveTo>
                  <a:pt x="679220" y="369269"/>
                </a:moveTo>
                <a:cubicBezTo>
                  <a:pt x="695989" y="369269"/>
                  <a:pt x="709583" y="382864"/>
                  <a:pt x="709583" y="399633"/>
                </a:cubicBezTo>
                <a:cubicBezTo>
                  <a:pt x="709583" y="416402"/>
                  <a:pt x="695989" y="429997"/>
                  <a:pt x="679220" y="429997"/>
                </a:cubicBezTo>
                <a:cubicBezTo>
                  <a:pt x="662450" y="429997"/>
                  <a:pt x="648856" y="416402"/>
                  <a:pt x="648856" y="399633"/>
                </a:cubicBezTo>
                <a:cubicBezTo>
                  <a:pt x="648856" y="382864"/>
                  <a:pt x="662450" y="369269"/>
                  <a:pt x="679220" y="369269"/>
                </a:cubicBezTo>
                <a:close/>
                <a:moveTo>
                  <a:pt x="606665" y="369269"/>
                </a:moveTo>
                <a:cubicBezTo>
                  <a:pt x="623435" y="369269"/>
                  <a:pt x="637029" y="382864"/>
                  <a:pt x="637029" y="399633"/>
                </a:cubicBezTo>
                <a:cubicBezTo>
                  <a:pt x="637029" y="416402"/>
                  <a:pt x="623435" y="429997"/>
                  <a:pt x="606665" y="429997"/>
                </a:cubicBezTo>
                <a:cubicBezTo>
                  <a:pt x="589896" y="429997"/>
                  <a:pt x="576302" y="416402"/>
                  <a:pt x="576302" y="399633"/>
                </a:cubicBezTo>
                <a:cubicBezTo>
                  <a:pt x="576302" y="382864"/>
                  <a:pt x="589896" y="369269"/>
                  <a:pt x="606665" y="369269"/>
                </a:cubicBezTo>
                <a:close/>
                <a:moveTo>
                  <a:pt x="534111" y="369269"/>
                </a:moveTo>
                <a:cubicBezTo>
                  <a:pt x="550880" y="369269"/>
                  <a:pt x="564474" y="382864"/>
                  <a:pt x="564474" y="399633"/>
                </a:cubicBezTo>
                <a:cubicBezTo>
                  <a:pt x="564474" y="416402"/>
                  <a:pt x="550880" y="429997"/>
                  <a:pt x="534111" y="429997"/>
                </a:cubicBezTo>
                <a:cubicBezTo>
                  <a:pt x="517341" y="429997"/>
                  <a:pt x="503747" y="416402"/>
                  <a:pt x="503747" y="399633"/>
                </a:cubicBezTo>
                <a:cubicBezTo>
                  <a:pt x="503747" y="382864"/>
                  <a:pt x="517341" y="369269"/>
                  <a:pt x="534111" y="369269"/>
                </a:cubicBezTo>
                <a:close/>
                <a:moveTo>
                  <a:pt x="461556" y="369269"/>
                </a:moveTo>
                <a:cubicBezTo>
                  <a:pt x="478326" y="369269"/>
                  <a:pt x="491920" y="382864"/>
                  <a:pt x="491920" y="399633"/>
                </a:cubicBezTo>
                <a:cubicBezTo>
                  <a:pt x="491920" y="416402"/>
                  <a:pt x="478326" y="429997"/>
                  <a:pt x="461556" y="429997"/>
                </a:cubicBezTo>
                <a:cubicBezTo>
                  <a:pt x="444787" y="429997"/>
                  <a:pt x="431192" y="416402"/>
                  <a:pt x="431192" y="399633"/>
                </a:cubicBezTo>
                <a:cubicBezTo>
                  <a:pt x="431192" y="382864"/>
                  <a:pt x="444787" y="369269"/>
                  <a:pt x="461556" y="369269"/>
                </a:cubicBezTo>
                <a:close/>
                <a:moveTo>
                  <a:pt x="389002" y="369269"/>
                </a:moveTo>
                <a:cubicBezTo>
                  <a:pt x="405771" y="369269"/>
                  <a:pt x="419365" y="382864"/>
                  <a:pt x="419365" y="399633"/>
                </a:cubicBezTo>
                <a:cubicBezTo>
                  <a:pt x="419365" y="416402"/>
                  <a:pt x="405771" y="429997"/>
                  <a:pt x="389002" y="429997"/>
                </a:cubicBezTo>
                <a:cubicBezTo>
                  <a:pt x="372232" y="429997"/>
                  <a:pt x="358638" y="416402"/>
                  <a:pt x="358638" y="399633"/>
                </a:cubicBezTo>
                <a:cubicBezTo>
                  <a:pt x="358638" y="382864"/>
                  <a:pt x="372232" y="369269"/>
                  <a:pt x="389002" y="369269"/>
                </a:cubicBezTo>
                <a:close/>
                <a:moveTo>
                  <a:pt x="316447" y="369269"/>
                </a:moveTo>
                <a:cubicBezTo>
                  <a:pt x="333216" y="369269"/>
                  <a:pt x="346810" y="382864"/>
                  <a:pt x="346810" y="399633"/>
                </a:cubicBezTo>
                <a:cubicBezTo>
                  <a:pt x="346810" y="416402"/>
                  <a:pt x="333216" y="429997"/>
                  <a:pt x="316447" y="429997"/>
                </a:cubicBezTo>
                <a:cubicBezTo>
                  <a:pt x="299677" y="429997"/>
                  <a:pt x="286084" y="416402"/>
                  <a:pt x="286084" y="399633"/>
                </a:cubicBezTo>
                <a:cubicBezTo>
                  <a:pt x="286084" y="382864"/>
                  <a:pt x="299677" y="369269"/>
                  <a:pt x="316447" y="369269"/>
                </a:cubicBezTo>
                <a:close/>
                <a:moveTo>
                  <a:pt x="243892" y="369269"/>
                </a:moveTo>
                <a:cubicBezTo>
                  <a:pt x="260662" y="369269"/>
                  <a:pt x="274256" y="382864"/>
                  <a:pt x="274256" y="399633"/>
                </a:cubicBezTo>
                <a:cubicBezTo>
                  <a:pt x="274256" y="416402"/>
                  <a:pt x="260662" y="429997"/>
                  <a:pt x="243892" y="429997"/>
                </a:cubicBezTo>
                <a:cubicBezTo>
                  <a:pt x="227123" y="429997"/>
                  <a:pt x="213529" y="416402"/>
                  <a:pt x="213529" y="399633"/>
                </a:cubicBezTo>
                <a:cubicBezTo>
                  <a:pt x="213529" y="382864"/>
                  <a:pt x="227123" y="369269"/>
                  <a:pt x="243892" y="369269"/>
                </a:cubicBezTo>
                <a:close/>
                <a:moveTo>
                  <a:pt x="171339" y="369269"/>
                </a:moveTo>
                <a:cubicBezTo>
                  <a:pt x="188107" y="369269"/>
                  <a:pt x="201701" y="382864"/>
                  <a:pt x="201701" y="399633"/>
                </a:cubicBezTo>
                <a:cubicBezTo>
                  <a:pt x="201701" y="416402"/>
                  <a:pt x="188107" y="429997"/>
                  <a:pt x="171339" y="429997"/>
                </a:cubicBezTo>
                <a:cubicBezTo>
                  <a:pt x="154685" y="429997"/>
                  <a:pt x="141090" y="416402"/>
                  <a:pt x="141090" y="399633"/>
                </a:cubicBezTo>
                <a:cubicBezTo>
                  <a:pt x="141090" y="382864"/>
                  <a:pt x="154685" y="369269"/>
                  <a:pt x="171339" y="369269"/>
                </a:cubicBezTo>
                <a:close/>
                <a:moveTo>
                  <a:pt x="98917" y="369269"/>
                </a:moveTo>
                <a:cubicBezTo>
                  <a:pt x="115677" y="369269"/>
                  <a:pt x="129270" y="382864"/>
                  <a:pt x="129270" y="399633"/>
                </a:cubicBezTo>
                <a:cubicBezTo>
                  <a:pt x="129270" y="416402"/>
                  <a:pt x="115677" y="429997"/>
                  <a:pt x="98917" y="429997"/>
                </a:cubicBezTo>
                <a:cubicBezTo>
                  <a:pt x="82143" y="429997"/>
                  <a:pt x="68549" y="416402"/>
                  <a:pt x="68549" y="399633"/>
                </a:cubicBezTo>
                <a:cubicBezTo>
                  <a:pt x="68549" y="382864"/>
                  <a:pt x="82143" y="369269"/>
                  <a:pt x="98917" y="369269"/>
                </a:cubicBezTo>
                <a:close/>
                <a:moveTo>
                  <a:pt x="26362" y="369269"/>
                </a:moveTo>
                <a:cubicBezTo>
                  <a:pt x="43124" y="369269"/>
                  <a:pt x="56719" y="382864"/>
                  <a:pt x="56719" y="399633"/>
                </a:cubicBezTo>
                <a:cubicBezTo>
                  <a:pt x="56719" y="416402"/>
                  <a:pt x="43124" y="429997"/>
                  <a:pt x="26362" y="429997"/>
                </a:cubicBezTo>
                <a:cubicBezTo>
                  <a:pt x="17976" y="429997"/>
                  <a:pt x="10385" y="426598"/>
                  <a:pt x="4890" y="421103"/>
                </a:cubicBezTo>
                <a:lnTo>
                  <a:pt x="0" y="409299"/>
                </a:lnTo>
                <a:lnTo>
                  <a:pt x="0" y="389967"/>
                </a:lnTo>
                <a:lnTo>
                  <a:pt x="4890" y="378163"/>
                </a:lnTo>
                <a:cubicBezTo>
                  <a:pt x="10385" y="372668"/>
                  <a:pt x="17976" y="369269"/>
                  <a:pt x="26362" y="369269"/>
                </a:cubicBezTo>
                <a:close/>
                <a:moveTo>
                  <a:pt x="1669444" y="307535"/>
                </a:moveTo>
                <a:lnTo>
                  <a:pt x="1670784" y="334061"/>
                </a:lnTo>
                <a:lnTo>
                  <a:pt x="1664620" y="319181"/>
                </a:lnTo>
                <a:close/>
                <a:moveTo>
                  <a:pt x="1622429" y="288818"/>
                </a:moveTo>
                <a:cubicBezTo>
                  <a:pt x="1639199" y="288818"/>
                  <a:pt x="1652792" y="302412"/>
                  <a:pt x="1652792" y="319181"/>
                </a:cubicBezTo>
                <a:cubicBezTo>
                  <a:pt x="1652792" y="335950"/>
                  <a:pt x="1639199" y="349545"/>
                  <a:pt x="1622429" y="349545"/>
                </a:cubicBezTo>
                <a:cubicBezTo>
                  <a:pt x="1605659" y="349545"/>
                  <a:pt x="1592066" y="335950"/>
                  <a:pt x="1592066" y="319181"/>
                </a:cubicBezTo>
                <a:cubicBezTo>
                  <a:pt x="1592066" y="302412"/>
                  <a:pt x="1605659" y="288818"/>
                  <a:pt x="1622429" y="288818"/>
                </a:cubicBezTo>
                <a:close/>
                <a:moveTo>
                  <a:pt x="1549874" y="288818"/>
                </a:moveTo>
                <a:cubicBezTo>
                  <a:pt x="1566644" y="288818"/>
                  <a:pt x="1580238" y="302412"/>
                  <a:pt x="1580238" y="319181"/>
                </a:cubicBezTo>
                <a:cubicBezTo>
                  <a:pt x="1580238" y="335950"/>
                  <a:pt x="1566644" y="349545"/>
                  <a:pt x="1549874" y="349545"/>
                </a:cubicBezTo>
                <a:cubicBezTo>
                  <a:pt x="1533105" y="349545"/>
                  <a:pt x="1519511" y="335950"/>
                  <a:pt x="1519511" y="319181"/>
                </a:cubicBezTo>
                <a:cubicBezTo>
                  <a:pt x="1519511" y="302412"/>
                  <a:pt x="1533105" y="288818"/>
                  <a:pt x="1549874" y="288818"/>
                </a:cubicBezTo>
                <a:close/>
                <a:moveTo>
                  <a:pt x="1477320" y="288818"/>
                </a:moveTo>
                <a:cubicBezTo>
                  <a:pt x="1494089" y="288818"/>
                  <a:pt x="1507683" y="302412"/>
                  <a:pt x="1507683" y="319181"/>
                </a:cubicBezTo>
                <a:cubicBezTo>
                  <a:pt x="1507683" y="335950"/>
                  <a:pt x="1494089" y="349545"/>
                  <a:pt x="1477320" y="349545"/>
                </a:cubicBezTo>
                <a:cubicBezTo>
                  <a:pt x="1460550" y="349545"/>
                  <a:pt x="1446956" y="335950"/>
                  <a:pt x="1446956" y="319181"/>
                </a:cubicBezTo>
                <a:cubicBezTo>
                  <a:pt x="1446956" y="302412"/>
                  <a:pt x="1460550" y="288818"/>
                  <a:pt x="1477320" y="288818"/>
                </a:cubicBezTo>
                <a:close/>
                <a:moveTo>
                  <a:pt x="1404765" y="288818"/>
                </a:moveTo>
                <a:cubicBezTo>
                  <a:pt x="1421535" y="288818"/>
                  <a:pt x="1435129" y="302412"/>
                  <a:pt x="1435129" y="319181"/>
                </a:cubicBezTo>
                <a:cubicBezTo>
                  <a:pt x="1435129" y="335950"/>
                  <a:pt x="1421535" y="349545"/>
                  <a:pt x="1404765" y="349545"/>
                </a:cubicBezTo>
                <a:cubicBezTo>
                  <a:pt x="1387996" y="349545"/>
                  <a:pt x="1374402" y="335950"/>
                  <a:pt x="1374402" y="319181"/>
                </a:cubicBezTo>
                <a:cubicBezTo>
                  <a:pt x="1374402" y="302412"/>
                  <a:pt x="1387996" y="288818"/>
                  <a:pt x="1404765" y="288818"/>
                </a:cubicBezTo>
                <a:close/>
                <a:moveTo>
                  <a:pt x="1332211" y="288818"/>
                </a:moveTo>
                <a:cubicBezTo>
                  <a:pt x="1348980" y="288818"/>
                  <a:pt x="1362574" y="302412"/>
                  <a:pt x="1362574" y="319181"/>
                </a:cubicBezTo>
                <a:cubicBezTo>
                  <a:pt x="1362574" y="335950"/>
                  <a:pt x="1348980" y="349545"/>
                  <a:pt x="1332211" y="349545"/>
                </a:cubicBezTo>
                <a:cubicBezTo>
                  <a:pt x="1315441" y="349545"/>
                  <a:pt x="1301847" y="335950"/>
                  <a:pt x="1301847" y="319181"/>
                </a:cubicBezTo>
                <a:cubicBezTo>
                  <a:pt x="1301847" y="302412"/>
                  <a:pt x="1315441" y="288818"/>
                  <a:pt x="1332211" y="288818"/>
                </a:cubicBezTo>
                <a:close/>
                <a:moveTo>
                  <a:pt x="1259656" y="288818"/>
                </a:moveTo>
                <a:cubicBezTo>
                  <a:pt x="1276426" y="288818"/>
                  <a:pt x="1290020" y="302412"/>
                  <a:pt x="1290020" y="319181"/>
                </a:cubicBezTo>
                <a:cubicBezTo>
                  <a:pt x="1290020" y="335950"/>
                  <a:pt x="1276426" y="349545"/>
                  <a:pt x="1259656" y="349545"/>
                </a:cubicBezTo>
                <a:cubicBezTo>
                  <a:pt x="1242887" y="349545"/>
                  <a:pt x="1229293" y="335950"/>
                  <a:pt x="1229293" y="319181"/>
                </a:cubicBezTo>
                <a:cubicBezTo>
                  <a:pt x="1229293" y="302412"/>
                  <a:pt x="1242887" y="288818"/>
                  <a:pt x="1259656" y="288818"/>
                </a:cubicBezTo>
                <a:close/>
                <a:moveTo>
                  <a:pt x="1187102" y="288818"/>
                </a:moveTo>
                <a:cubicBezTo>
                  <a:pt x="1203871" y="288818"/>
                  <a:pt x="1217465" y="302412"/>
                  <a:pt x="1217465" y="319181"/>
                </a:cubicBezTo>
                <a:cubicBezTo>
                  <a:pt x="1217465" y="335950"/>
                  <a:pt x="1203871" y="349545"/>
                  <a:pt x="1187102" y="349545"/>
                </a:cubicBezTo>
                <a:cubicBezTo>
                  <a:pt x="1170332" y="349545"/>
                  <a:pt x="1156738" y="335950"/>
                  <a:pt x="1156738" y="319181"/>
                </a:cubicBezTo>
                <a:cubicBezTo>
                  <a:pt x="1156738" y="302412"/>
                  <a:pt x="1170332" y="288818"/>
                  <a:pt x="1187102" y="288818"/>
                </a:cubicBezTo>
                <a:close/>
                <a:moveTo>
                  <a:pt x="1114547" y="288818"/>
                </a:moveTo>
                <a:cubicBezTo>
                  <a:pt x="1131317" y="288818"/>
                  <a:pt x="1144911" y="302412"/>
                  <a:pt x="1144911" y="319181"/>
                </a:cubicBezTo>
                <a:cubicBezTo>
                  <a:pt x="1144911" y="335950"/>
                  <a:pt x="1131317" y="349545"/>
                  <a:pt x="1114547" y="349545"/>
                </a:cubicBezTo>
                <a:cubicBezTo>
                  <a:pt x="1097778" y="349545"/>
                  <a:pt x="1084184" y="335950"/>
                  <a:pt x="1084184" y="319181"/>
                </a:cubicBezTo>
                <a:cubicBezTo>
                  <a:pt x="1084184" y="302412"/>
                  <a:pt x="1097778" y="288818"/>
                  <a:pt x="1114547" y="288818"/>
                </a:cubicBezTo>
                <a:close/>
                <a:moveTo>
                  <a:pt x="1041993" y="288818"/>
                </a:moveTo>
                <a:cubicBezTo>
                  <a:pt x="1058762" y="288818"/>
                  <a:pt x="1072356" y="302412"/>
                  <a:pt x="1072356" y="319181"/>
                </a:cubicBezTo>
                <a:cubicBezTo>
                  <a:pt x="1072356" y="335950"/>
                  <a:pt x="1058762" y="349545"/>
                  <a:pt x="1041993" y="349545"/>
                </a:cubicBezTo>
                <a:cubicBezTo>
                  <a:pt x="1025223" y="349545"/>
                  <a:pt x="1011629" y="335950"/>
                  <a:pt x="1011629" y="319181"/>
                </a:cubicBezTo>
                <a:cubicBezTo>
                  <a:pt x="1011629" y="302412"/>
                  <a:pt x="1025223" y="288818"/>
                  <a:pt x="1041993" y="288818"/>
                </a:cubicBezTo>
                <a:close/>
                <a:moveTo>
                  <a:pt x="969438" y="288818"/>
                </a:moveTo>
                <a:cubicBezTo>
                  <a:pt x="986208" y="288818"/>
                  <a:pt x="999801" y="302412"/>
                  <a:pt x="999801" y="319181"/>
                </a:cubicBezTo>
                <a:cubicBezTo>
                  <a:pt x="999801" y="335950"/>
                  <a:pt x="986208" y="349545"/>
                  <a:pt x="969438" y="349545"/>
                </a:cubicBezTo>
                <a:cubicBezTo>
                  <a:pt x="952669" y="349545"/>
                  <a:pt x="939075" y="335950"/>
                  <a:pt x="939075" y="319181"/>
                </a:cubicBezTo>
                <a:cubicBezTo>
                  <a:pt x="939075" y="302412"/>
                  <a:pt x="952669" y="288818"/>
                  <a:pt x="969438" y="288818"/>
                </a:cubicBezTo>
                <a:close/>
                <a:moveTo>
                  <a:pt x="896883" y="288818"/>
                </a:moveTo>
                <a:cubicBezTo>
                  <a:pt x="913653" y="288818"/>
                  <a:pt x="927247" y="302412"/>
                  <a:pt x="927247" y="319181"/>
                </a:cubicBezTo>
                <a:cubicBezTo>
                  <a:pt x="927247" y="335950"/>
                  <a:pt x="913653" y="349545"/>
                  <a:pt x="896883" y="349545"/>
                </a:cubicBezTo>
                <a:cubicBezTo>
                  <a:pt x="880114" y="349545"/>
                  <a:pt x="866520" y="335950"/>
                  <a:pt x="866520" y="319181"/>
                </a:cubicBezTo>
                <a:cubicBezTo>
                  <a:pt x="866520" y="302412"/>
                  <a:pt x="880114" y="288818"/>
                  <a:pt x="896883" y="288818"/>
                </a:cubicBezTo>
                <a:close/>
                <a:moveTo>
                  <a:pt x="824329" y="288818"/>
                </a:moveTo>
                <a:cubicBezTo>
                  <a:pt x="841098" y="288818"/>
                  <a:pt x="854692" y="302412"/>
                  <a:pt x="854692" y="319181"/>
                </a:cubicBezTo>
                <a:cubicBezTo>
                  <a:pt x="854692" y="335950"/>
                  <a:pt x="841098" y="349545"/>
                  <a:pt x="824329" y="349545"/>
                </a:cubicBezTo>
                <a:cubicBezTo>
                  <a:pt x="807559" y="349545"/>
                  <a:pt x="793965" y="335950"/>
                  <a:pt x="793965" y="319181"/>
                </a:cubicBezTo>
                <a:cubicBezTo>
                  <a:pt x="793965" y="302412"/>
                  <a:pt x="807559" y="288818"/>
                  <a:pt x="824329" y="288818"/>
                </a:cubicBezTo>
                <a:close/>
                <a:moveTo>
                  <a:pt x="751774" y="288818"/>
                </a:moveTo>
                <a:cubicBezTo>
                  <a:pt x="768544" y="288818"/>
                  <a:pt x="782138" y="302412"/>
                  <a:pt x="782138" y="319181"/>
                </a:cubicBezTo>
                <a:cubicBezTo>
                  <a:pt x="782138" y="335950"/>
                  <a:pt x="768544" y="349545"/>
                  <a:pt x="751774" y="349545"/>
                </a:cubicBezTo>
                <a:cubicBezTo>
                  <a:pt x="735005" y="349545"/>
                  <a:pt x="721411" y="335950"/>
                  <a:pt x="721411" y="319181"/>
                </a:cubicBezTo>
                <a:cubicBezTo>
                  <a:pt x="721411" y="302412"/>
                  <a:pt x="735005" y="288818"/>
                  <a:pt x="751774" y="288818"/>
                </a:cubicBezTo>
                <a:close/>
                <a:moveTo>
                  <a:pt x="679220" y="288818"/>
                </a:moveTo>
                <a:cubicBezTo>
                  <a:pt x="695989" y="288818"/>
                  <a:pt x="709583" y="302412"/>
                  <a:pt x="709583" y="319181"/>
                </a:cubicBezTo>
                <a:cubicBezTo>
                  <a:pt x="709583" y="335950"/>
                  <a:pt x="695989" y="349545"/>
                  <a:pt x="679220" y="349545"/>
                </a:cubicBezTo>
                <a:cubicBezTo>
                  <a:pt x="662450" y="349545"/>
                  <a:pt x="648856" y="335950"/>
                  <a:pt x="648856" y="319181"/>
                </a:cubicBezTo>
                <a:cubicBezTo>
                  <a:pt x="648856" y="302412"/>
                  <a:pt x="662450" y="288818"/>
                  <a:pt x="679220" y="288818"/>
                </a:cubicBezTo>
                <a:close/>
                <a:moveTo>
                  <a:pt x="606665" y="288818"/>
                </a:moveTo>
                <a:cubicBezTo>
                  <a:pt x="623435" y="288818"/>
                  <a:pt x="637029" y="302412"/>
                  <a:pt x="637029" y="319181"/>
                </a:cubicBezTo>
                <a:cubicBezTo>
                  <a:pt x="637029" y="335950"/>
                  <a:pt x="623435" y="349545"/>
                  <a:pt x="606665" y="349545"/>
                </a:cubicBezTo>
                <a:cubicBezTo>
                  <a:pt x="589896" y="349545"/>
                  <a:pt x="576302" y="335950"/>
                  <a:pt x="576302" y="319181"/>
                </a:cubicBezTo>
                <a:cubicBezTo>
                  <a:pt x="576302" y="302412"/>
                  <a:pt x="589896" y="288818"/>
                  <a:pt x="606665" y="288818"/>
                </a:cubicBezTo>
                <a:close/>
                <a:moveTo>
                  <a:pt x="534111" y="288818"/>
                </a:moveTo>
                <a:cubicBezTo>
                  <a:pt x="550880" y="288818"/>
                  <a:pt x="564474" y="302412"/>
                  <a:pt x="564474" y="319181"/>
                </a:cubicBezTo>
                <a:cubicBezTo>
                  <a:pt x="564474" y="335950"/>
                  <a:pt x="550880" y="349545"/>
                  <a:pt x="534111" y="349545"/>
                </a:cubicBezTo>
                <a:cubicBezTo>
                  <a:pt x="517341" y="349545"/>
                  <a:pt x="503747" y="335950"/>
                  <a:pt x="503747" y="319181"/>
                </a:cubicBezTo>
                <a:cubicBezTo>
                  <a:pt x="503747" y="302412"/>
                  <a:pt x="517341" y="288818"/>
                  <a:pt x="534111" y="288818"/>
                </a:cubicBezTo>
                <a:close/>
                <a:moveTo>
                  <a:pt x="461556" y="288818"/>
                </a:moveTo>
                <a:cubicBezTo>
                  <a:pt x="478326" y="288818"/>
                  <a:pt x="491920" y="302412"/>
                  <a:pt x="491920" y="319181"/>
                </a:cubicBezTo>
                <a:cubicBezTo>
                  <a:pt x="491920" y="335950"/>
                  <a:pt x="478326" y="349545"/>
                  <a:pt x="461556" y="349545"/>
                </a:cubicBezTo>
                <a:cubicBezTo>
                  <a:pt x="444787" y="349545"/>
                  <a:pt x="431192" y="335950"/>
                  <a:pt x="431192" y="319181"/>
                </a:cubicBezTo>
                <a:cubicBezTo>
                  <a:pt x="431192" y="302412"/>
                  <a:pt x="444787" y="288818"/>
                  <a:pt x="461556" y="288818"/>
                </a:cubicBezTo>
                <a:close/>
                <a:moveTo>
                  <a:pt x="389002" y="288818"/>
                </a:moveTo>
                <a:cubicBezTo>
                  <a:pt x="405771" y="288818"/>
                  <a:pt x="419365" y="302412"/>
                  <a:pt x="419365" y="319181"/>
                </a:cubicBezTo>
                <a:cubicBezTo>
                  <a:pt x="419365" y="335950"/>
                  <a:pt x="405771" y="349545"/>
                  <a:pt x="389002" y="349545"/>
                </a:cubicBezTo>
                <a:cubicBezTo>
                  <a:pt x="372232" y="349545"/>
                  <a:pt x="358638" y="335950"/>
                  <a:pt x="358638" y="319181"/>
                </a:cubicBezTo>
                <a:cubicBezTo>
                  <a:pt x="358638" y="302412"/>
                  <a:pt x="372232" y="288818"/>
                  <a:pt x="389002" y="288818"/>
                </a:cubicBezTo>
                <a:close/>
                <a:moveTo>
                  <a:pt x="316447" y="288818"/>
                </a:moveTo>
                <a:cubicBezTo>
                  <a:pt x="333216" y="288818"/>
                  <a:pt x="346810" y="302412"/>
                  <a:pt x="346810" y="319181"/>
                </a:cubicBezTo>
                <a:cubicBezTo>
                  <a:pt x="346810" y="335950"/>
                  <a:pt x="333216" y="349545"/>
                  <a:pt x="316447" y="349545"/>
                </a:cubicBezTo>
                <a:cubicBezTo>
                  <a:pt x="299677" y="349545"/>
                  <a:pt x="286084" y="335950"/>
                  <a:pt x="286084" y="319181"/>
                </a:cubicBezTo>
                <a:cubicBezTo>
                  <a:pt x="286084" y="302412"/>
                  <a:pt x="299677" y="288818"/>
                  <a:pt x="316447" y="288818"/>
                </a:cubicBezTo>
                <a:close/>
                <a:moveTo>
                  <a:pt x="243892" y="288818"/>
                </a:moveTo>
                <a:cubicBezTo>
                  <a:pt x="260662" y="288818"/>
                  <a:pt x="274256" y="302412"/>
                  <a:pt x="274256" y="319181"/>
                </a:cubicBezTo>
                <a:cubicBezTo>
                  <a:pt x="274256" y="335950"/>
                  <a:pt x="260662" y="349545"/>
                  <a:pt x="243892" y="349545"/>
                </a:cubicBezTo>
                <a:cubicBezTo>
                  <a:pt x="227123" y="349545"/>
                  <a:pt x="213529" y="335950"/>
                  <a:pt x="213529" y="319181"/>
                </a:cubicBezTo>
                <a:cubicBezTo>
                  <a:pt x="213529" y="302412"/>
                  <a:pt x="227123" y="288818"/>
                  <a:pt x="243892" y="288818"/>
                </a:cubicBezTo>
                <a:close/>
                <a:moveTo>
                  <a:pt x="171339" y="288818"/>
                </a:moveTo>
                <a:cubicBezTo>
                  <a:pt x="188107" y="288818"/>
                  <a:pt x="201701" y="302412"/>
                  <a:pt x="201701" y="319181"/>
                </a:cubicBezTo>
                <a:cubicBezTo>
                  <a:pt x="201701" y="335950"/>
                  <a:pt x="188107" y="349545"/>
                  <a:pt x="171339" y="349545"/>
                </a:cubicBezTo>
                <a:cubicBezTo>
                  <a:pt x="154691" y="349545"/>
                  <a:pt x="141096" y="335950"/>
                  <a:pt x="141096" y="319181"/>
                </a:cubicBezTo>
                <a:cubicBezTo>
                  <a:pt x="141096" y="302412"/>
                  <a:pt x="154691" y="288818"/>
                  <a:pt x="171339" y="288818"/>
                </a:cubicBezTo>
                <a:close/>
                <a:moveTo>
                  <a:pt x="98923" y="288818"/>
                </a:moveTo>
                <a:cubicBezTo>
                  <a:pt x="115682" y="288818"/>
                  <a:pt x="129276" y="302412"/>
                  <a:pt x="129276" y="319181"/>
                </a:cubicBezTo>
                <a:cubicBezTo>
                  <a:pt x="129276" y="335950"/>
                  <a:pt x="115682" y="349545"/>
                  <a:pt x="98923" y="349545"/>
                </a:cubicBezTo>
                <a:cubicBezTo>
                  <a:pt x="82149" y="349545"/>
                  <a:pt x="68554" y="335950"/>
                  <a:pt x="68554" y="319181"/>
                </a:cubicBezTo>
                <a:cubicBezTo>
                  <a:pt x="68554" y="302412"/>
                  <a:pt x="82149" y="288818"/>
                  <a:pt x="98923" y="288818"/>
                </a:cubicBezTo>
                <a:close/>
                <a:moveTo>
                  <a:pt x="26368" y="288818"/>
                </a:moveTo>
                <a:cubicBezTo>
                  <a:pt x="43131" y="288818"/>
                  <a:pt x="56725" y="302412"/>
                  <a:pt x="56725" y="319181"/>
                </a:cubicBezTo>
                <a:cubicBezTo>
                  <a:pt x="56725" y="335950"/>
                  <a:pt x="43131" y="349545"/>
                  <a:pt x="26368" y="349545"/>
                </a:cubicBezTo>
                <a:cubicBezTo>
                  <a:pt x="17983" y="349545"/>
                  <a:pt x="10391" y="346146"/>
                  <a:pt x="4896" y="340651"/>
                </a:cubicBezTo>
                <a:lnTo>
                  <a:pt x="0" y="328831"/>
                </a:lnTo>
                <a:lnTo>
                  <a:pt x="0" y="309532"/>
                </a:lnTo>
                <a:lnTo>
                  <a:pt x="4896" y="297711"/>
                </a:lnTo>
                <a:cubicBezTo>
                  <a:pt x="10391" y="292217"/>
                  <a:pt x="17983" y="288818"/>
                  <a:pt x="26368" y="288818"/>
                </a:cubicBezTo>
                <a:close/>
                <a:moveTo>
                  <a:pt x="1622429" y="208366"/>
                </a:moveTo>
                <a:cubicBezTo>
                  <a:pt x="1639199" y="208366"/>
                  <a:pt x="1652792" y="221960"/>
                  <a:pt x="1652792" y="238729"/>
                </a:cubicBezTo>
                <a:cubicBezTo>
                  <a:pt x="1652792" y="255499"/>
                  <a:pt x="1639199" y="269093"/>
                  <a:pt x="1622429" y="269093"/>
                </a:cubicBezTo>
                <a:cubicBezTo>
                  <a:pt x="1605659" y="269093"/>
                  <a:pt x="1592066" y="255499"/>
                  <a:pt x="1592066" y="238729"/>
                </a:cubicBezTo>
                <a:cubicBezTo>
                  <a:pt x="1592066" y="221960"/>
                  <a:pt x="1605659" y="208366"/>
                  <a:pt x="1622429" y="208366"/>
                </a:cubicBezTo>
                <a:close/>
                <a:moveTo>
                  <a:pt x="1549874" y="208366"/>
                </a:moveTo>
                <a:cubicBezTo>
                  <a:pt x="1566644" y="208366"/>
                  <a:pt x="1580238" y="221960"/>
                  <a:pt x="1580238" y="238729"/>
                </a:cubicBezTo>
                <a:cubicBezTo>
                  <a:pt x="1580238" y="255499"/>
                  <a:pt x="1566644" y="269093"/>
                  <a:pt x="1549874" y="269093"/>
                </a:cubicBezTo>
                <a:cubicBezTo>
                  <a:pt x="1533105" y="269093"/>
                  <a:pt x="1519511" y="255499"/>
                  <a:pt x="1519511" y="238729"/>
                </a:cubicBezTo>
                <a:cubicBezTo>
                  <a:pt x="1519511" y="221960"/>
                  <a:pt x="1533105" y="208366"/>
                  <a:pt x="1549874" y="208366"/>
                </a:cubicBezTo>
                <a:close/>
                <a:moveTo>
                  <a:pt x="1477320" y="208366"/>
                </a:moveTo>
                <a:cubicBezTo>
                  <a:pt x="1494089" y="208366"/>
                  <a:pt x="1507683" y="221960"/>
                  <a:pt x="1507683" y="238729"/>
                </a:cubicBezTo>
                <a:cubicBezTo>
                  <a:pt x="1507683" y="255499"/>
                  <a:pt x="1494089" y="269093"/>
                  <a:pt x="1477320" y="269093"/>
                </a:cubicBezTo>
                <a:cubicBezTo>
                  <a:pt x="1460550" y="269093"/>
                  <a:pt x="1446956" y="255499"/>
                  <a:pt x="1446956" y="238729"/>
                </a:cubicBezTo>
                <a:cubicBezTo>
                  <a:pt x="1446956" y="221960"/>
                  <a:pt x="1460550" y="208366"/>
                  <a:pt x="1477320" y="208366"/>
                </a:cubicBezTo>
                <a:close/>
                <a:moveTo>
                  <a:pt x="1404765" y="208366"/>
                </a:moveTo>
                <a:cubicBezTo>
                  <a:pt x="1421535" y="208366"/>
                  <a:pt x="1435129" y="221960"/>
                  <a:pt x="1435129" y="238729"/>
                </a:cubicBezTo>
                <a:cubicBezTo>
                  <a:pt x="1435129" y="255499"/>
                  <a:pt x="1421535" y="269093"/>
                  <a:pt x="1404765" y="269093"/>
                </a:cubicBezTo>
                <a:cubicBezTo>
                  <a:pt x="1387996" y="269093"/>
                  <a:pt x="1374402" y="255499"/>
                  <a:pt x="1374402" y="238729"/>
                </a:cubicBezTo>
                <a:cubicBezTo>
                  <a:pt x="1374402" y="221960"/>
                  <a:pt x="1387996" y="208366"/>
                  <a:pt x="1404765" y="208366"/>
                </a:cubicBezTo>
                <a:close/>
                <a:moveTo>
                  <a:pt x="1332211" y="208366"/>
                </a:moveTo>
                <a:cubicBezTo>
                  <a:pt x="1348980" y="208366"/>
                  <a:pt x="1362574" y="221960"/>
                  <a:pt x="1362574" y="238729"/>
                </a:cubicBezTo>
                <a:cubicBezTo>
                  <a:pt x="1362574" y="255499"/>
                  <a:pt x="1348980" y="269093"/>
                  <a:pt x="1332211" y="269093"/>
                </a:cubicBezTo>
                <a:cubicBezTo>
                  <a:pt x="1315441" y="269093"/>
                  <a:pt x="1301847" y="255499"/>
                  <a:pt x="1301847" y="238729"/>
                </a:cubicBezTo>
                <a:cubicBezTo>
                  <a:pt x="1301847" y="221960"/>
                  <a:pt x="1315441" y="208366"/>
                  <a:pt x="1332211" y="208366"/>
                </a:cubicBezTo>
                <a:close/>
                <a:moveTo>
                  <a:pt x="1259656" y="208366"/>
                </a:moveTo>
                <a:cubicBezTo>
                  <a:pt x="1276426" y="208366"/>
                  <a:pt x="1290020" y="221960"/>
                  <a:pt x="1290020" y="238729"/>
                </a:cubicBezTo>
                <a:cubicBezTo>
                  <a:pt x="1290020" y="255499"/>
                  <a:pt x="1276426" y="269093"/>
                  <a:pt x="1259656" y="269093"/>
                </a:cubicBezTo>
                <a:cubicBezTo>
                  <a:pt x="1242887" y="269093"/>
                  <a:pt x="1229293" y="255499"/>
                  <a:pt x="1229293" y="238729"/>
                </a:cubicBezTo>
                <a:cubicBezTo>
                  <a:pt x="1229293" y="221960"/>
                  <a:pt x="1242887" y="208366"/>
                  <a:pt x="1259656" y="208366"/>
                </a:cubicBezTo>
                <a:close/>
                <a:moveTo>
                  <a:pt x="1187102" y="208366"/>
                </a:moveTo>
                <a:cubicBezTo>
                  <a:pt x="1203871" y="208366"/>
                  <a:pt x="1217465" y="221960"/>
                  <a:pt x="1217465" y="238729"/>
                </a:cubicBezTo>
                <a:cubicBezTo>
                  <a:pt x="1217465" y="255499"/>
                  <a:pt x="1203871" y="269093"/>
                  <a:pt x="1187102" y="269093"/>
                </a:cubicBezTo>
                <a:cubicBezTo>
                  <a:pt x="1170332" y="269093"/>
                  <a:pt x="1156738" y="255499"/>
                  <a:pt x="1156738" y="238729"/>
                </a:cubicBezTo>
                <a:cubicBezTo>
                  <a:pt x="1156738" y="221960"/>
                  <a:pt x="1170332" y="208366"/>
                  <a:pt x="1187102" y="208366"/>
                </a:cubicBezTo>
                <a:close/>
                <a:moveTo>
                  <a:pt x="1114547" y="208366"/>
                </a:moveTo>
                <a:cubicBezTo>
                  <a:pt x="1131317" y="208366"/>
                  <a:pt x="1144911" y="221960"/>
                  <a:pt x="1144911" y="238729"/>
                </a:cubicBezTo>
                <a:cubicBezTo>
                  <a:pt x="1144911" y="255499"/>
                  <a:pt x="1131317" y="269093"/>
                  <a:pt x="1114547" y="269093"/>
                </a:cubicBezTo>
                <a:cubicBezTo>
                  <a:pt x="1097778" y="269093"/>
                  <a:pt x="1084184" y="255499"/>
                  <a:pt x="1084184" y="238729"/>
                </a:cubicBezTo>
                <a:cubicBezTo>
                  <a:pt x="1084184" y="221960"/>
                  <a:pt x="1097778" y="208366"/>
                  <a:pt x="1114547" y="208366"/>
                </a:cubicBezTo>
                <a:close/>
                <a:moveTo>
                  <a:pt x="1041993" y="208366"/>
                </a:moveTo>
                <a:cubicBezTo>
                  <a:pt x="1058762" y="208366"/>
                  <a:pt x="1072356" y="221960"/>
                  <a:pt x="1072356" y="238729"/>
                </a:cubicBezTo>
                <a:cubicBezTo>
                  <a:pt x="1072356" y="255499"/>
                  <a:pt x="1058762" y="269093"/>
                  <a:pt x="1041993" y="269093"/>
                </a:cubicBezTo>
                <a:cubicBezTo>
                  <a:pt x="1025223" y="269093"/>
                  <a:pt x="1011629" y="255499"/>
                  <a:pt x="1011629" y="238729"/>
                </a:cubicBezTo>
                <a:cubicBezTo>
                  <a:pt x="1011629" y="221960"/>
                  <a:pt x="1025223" y="208366"/>
                  <a:pt x="1041993" y="208366"/>
                </a:cubicBezTo>
                <a:close/>
                <a:moveTo>
                  <a:pt x="969438" y="208366"/>
                </a:moveTo>
                <a:cubicBezTo>
                  <a:pt x="986208" y="208366"/>
                  <a:pt x="999801" y="221960"/>
                  <a:pt x="999801" y="238729"/>
                </a:cubicBezTo>
                <a:cubicBezTo>
                  <a:pt x="999801" y="255499"/>
                  <a:pt x="986208" y="269093"/>
                  <a:pt x="969438" y="269093"/>
                </a:cubicBezTo>
                <a:cubicBezTo>
                  <a:pt x="952669" y="269093"/>
                  <a:pt x="939075" y="255499"/>
                  <a:pt x="939075" y="238729"/>
                </a:cubicBezTo>
                <a:cubicBezTo>
                  <a:pt x="939075" y="221960"/>
                  <a:pt x="952669" y="208366"/>
                  <a:pt x="969438" y="208366"/>
                </a:cubicBezTo>
                <a:close/>
                <a:moveTo>
                  <a:pt x="896883" y="208366"/>
                </a:moveTo>
                <a:cubicBezTo>
                  <a:pt x="913653" y="208366"/>
                  <a:pt x="927247" y="221960"/>
                  <a:pt x="927247" y="238729"/>
                </a:cubicBezTo>
                <a:cubicBezTo>
                  <a:pt x="927247" y="255499"/>
                  <a:pt x="913653" y="269093"/>
                  <a:pt x="896883" y="269093"/>
                </a:cubicBezTo>
                <a:cubicBezTo>
                  <a:pt x="880114" y="269093"/>
                  <a:pt x="866520" y="255499"/>
                  <a:pt x="866520" y="238729"/>
                </a:cubicBezTo>
                <a:cubicBezTo>
                  <a:pt x="866520" y="221960"/>
                  <a:pt x="880114" y="208366"/>
                  <a:pt x="896883" y="208366"/>
                </a:cubicBezTo>
                <a:close/>
                <a:moveTo>
                  <a:pt x="824329" y="208366"/>
                </a:moveTo>
                <a:cubicBezTo>
                  <a:pt x="841098" y="208366"/>
                  <a:pt x="854692" y="221960"/>
                  <a:pt x="854692" y="238729"/>
                </a:cubicBezTo>
                <a:cubicBezTo>
                  <a:pt x="854692" y="255499"/>
                  <a:pt x="841098" y="269093"/>
                  <a:pt x="824329" y="269093"/>
                </a:cubicBezTo>
                <a:cubicBezTo>
                  <a:pt x="807559" y="269093"/>
                  <a:pt x="793965" y="255499"/>
                  <a:pt x="793965" y="238729"/>
                </a:cubicBezTo>
                <a:cubicBezTo>
                  <a:pt x="793965" y="221960"/>
                  <a:pt x="807559" y="208366"/>
                  <a:pt x="824329" y="208366"/>
                </a:cubicBezTo>
                <a:close/>
                <a:moveTo>
                  <a:pt x="751774" y="208366"/>
                </a:moveTo>
                <a:cubicBezTo>
                  <a:pt x="768544" y="208366"/>
                  <a:pt x="782138" y="221960"/>
                  <a:pt x="782138" y="238729"/>
                </a:cubicBezTo>
                <a:cubicBezTo>
                  <a:pt x="782138" y="255499"/>
                  <a:pt x="768544" y="269093"/>
                  <a:pt x="751774" y="269093"/>
                </a:cubicBezTo>
                <a:cubicBezTo>
                  <a:pt x="735005" y="269093"/>
                  <a:pt x="721411" y="255499"/>
                  <a:pt x="721411" y="238729"/>
                </a:cubicBezTo>
                <a:cubicBezTo>
                  <a:pt x="721411" y="221960"/>
                  <a:pt x="735005" y="208366"/>
                  <a:pt x="751774" y="208366"/>
                </a:cubicBezTo>
                <a:close/>
                <a:moveTo>
                  <a:pt x="679220" y="208366"/>
                </a:moveTo>
                <a:cubicBezTo>
                  <a:pt x="695989" y="208366"/>
                  <a:pt x="709583" y="221960"/>
                  <a:pt x="709583" y="238729"/>
                </a:cubicBezTo>
                <a:cubicBezTo>
                  <a:pt x="709583" y="255499"/>
                  <a:pt x="695989" y="269093"/>
                  <a:pt x="679220" y="269093"/>
                </a:cubicBezTo>
                <a:cubicBezTo>
                  <a:pt x="662450" y="269093"/>
                  <a:pt x="648856" y="255499"/>
                  <a:pt x="648856" y="238729"/>
                </a:cubicBezTo>
                <a:cubicBezTo>
                  <a:pt x="648856" y="221960"/>
                  <a:pt x="662450" y="208366"/>
                  <a:pt x="679220" y="208366"/>
                </a:cubicBezTo>
                <a:close/>
                <a:moveTo>
                  <a:pt x="606665" y="208366"/>
                </a:moveTo>
                <a:cubicBezTo>
                  <a:pt x="623435" y="208366"/>
                  <a:pt x="637029" y="221960"/>
                  <a:pt x="637029" y="238729"/>
                </a:cubicBezTo>
                <a:cubicBezTo>
                  <a:pt x="637029" y="255499"/>
                  <a:pt x="623435" y="269093"/>
                  <a:pt x="606665" y="269093"/>
                </a:cubicBezTo>
                <a:cubicBezTo>
                  <a:pt x="589896" y="269093"/>
                  <a:pt x="576302" y="255499"/>
                  <a:pt x="576302" y="238729"/>
                </a:cubicBezTo>
                <a:cubicBezTo>
                  <a:pt x="576302" y="221960"/>
                  <a:pt x="589896" y="208366"/>
                  <a:pt x="606665" y="208366"/>
                </a:cubicBezTo>
                <a:close/>
                <a:moveTo>
                  <a:pt x="534111" y="208366"/>
                </a:moveTo>
                <a:cubicBezTo>
                  <a:pt x="550880" y="208366"/>
                  <a:pt x="564474" y="221960"/>
                  <a:pt x="564474" y="238729"/>
                </a:cubicBezTo>
                <a:cubicBezTo>
                  <a:pt x="564474" y="255499"/>
                  <a:pt x="550880" y="269093"/>
                  <a:pt x="534111" y="269093"/>
                </a:cubicBezTo>
                <a:cubicBezTo>
                  <a:pt x="517341" y="269093"/>
                  <a:pt x="503747" y="255499"/>
                  <a:pt x="503747" y="238729"/>
                </a:cubicBezTo>
                <a:cubicBezTo>
                  <a:pt x="503747" y="221960"/>
                  <a:pt x="517341" y="208366"/>
                  <a:pt x="534111" y="208366"/>
                </a:cubicBezTo>
                <a:close/>
                <a:moveTo>
                  <a:pt x="461556" y="208366"/>
                </a:moveTo>
                <a:cubicBezTo>
                  <a:pt x="478326" y="208366"/>
                  <a:pt x="491920" y="221960"/>
                  <a:pt x="491920" y="238729"/>
                </a:cubicBezTo>
                <a:cubicBezTo>
                  <a:pt x="491920" y="255499"/>
                  <a:pt x="478326" y="269093"/>
                  <a:pt x="461556" y="269093"/>
                </a:cubicBezTo>
                <a:cubicBezTo>
                  <a:pt x="444787" y="269093"/>
                  <a:pt x="431192" y="255499"/>
                  <a:pt x="431192" y="238729"/>
                </a:cubicBezTo>
                <a:cubicBezTo>
                  <a:pt x="431192" y="221960"/>
                  <a:pt x="444787" y="208366"/>
                  <a:pt x="461556" y="208366"/>
                </a:cubicBezTo>
                <a:close/>
                <a:moveTo>
                  <a:pt x="389002" y="208366"/>
                </a:moveTo>
                <a:cubicBezTo>
                  <a:pt x="405771" y="208366"/>
                  <a:pt x="419365" y="221960"/>
                  <a:pt x="419365" y="238729"/>
                </a:cubicBezTo>
                <a:cubicBezTo>
                  <a:pt x="419365" y="255499"/>
                  <a:pt x="405771" y="269093"/>
                  <a:pt x="389002" y="269093"/>
                </a:cubicBezTo>
                <a:cubicBezTo>
                  <a:pt x="372232" y="269093"/>
                  <a:pt x="358638" y="255499"/>
                  <a:pt x="358638" y="238729"/>
                </a:cubicBezTo>
                <a:cubicBezTo>
                  <a:pt x="358638" y="221960"/>
                  <a:pt x="372232" y="208366"/>
                  <a:pt x="389002" y="208366"/>
                </a:cubicBezTo>
                <a:close/>
                <a:moveTo>
                  <a:pt x="316447" y="208366"/>
                </a:moveTo>
                <a:cubicBezTo>
                  <a:pt x="333216" y="208366"/>
                  <a:pt x="346810" y="221960"/>
                  <a:pt x="346810" y="238729"/>
                </a:cubicBezTo>
                <a:cubicBezTo>
                  <a:pt x="346810" y="255499"/>
                  <a:pt x="333216" y="269093"/>
                  <a:pt x="316447" y="269093"/>
                </a:cubicBezTo>
                <a:cubicBezTo>
                  <a:pt x="299677" y="269093"/>
                  <a:pt x="286084" y="255499"/>
                  <a:pt x="286084" y="238729"/>
                </a:cubicBezTo>
                <a:cubicBezTo>
                  <a:pt x="286084" y="221960"/>
                  <a:pt x="299677" y="208366"/>
                  <a:pt x="316447" y="208366"/>
                </a:cubicBezTo>
                <a:close/>
                <a:moveTo>
                  <a:pt x="243892" y="208366"/>
                </a:moveTo>
                <a:cubicBezTo>
                  <a:pt x="260662" y="208366"/>
                  <a:pt x="274256" y="221960"/>
                  <a:pt x="274256" y="238729"/>
                </a:cubicBezTo>
                <a:cubicBezTo>
                  <a:pt x="274256" y="255499"/>
                  <a:pt x="260662" y="269093"/>
                  <a:pt x="243892" y="269093"/>
                </a:cubicBezTo>
                <a:cubicBezTo>
                  <a:pt x="227123" y="269093"/>
                  <a:pt x="213529" y="255499"/>
                  <a:pt x="213529" y="238729"/>
                </a:cubicBezTo>
                <a:cubicBezTo>
                  <a:pt x="213529" y="221960"/>
                  <a:pt x="227123" y="208366"/>
                  <a:pt x="243892" y="208366"/>
                </a:cubicBezTo>
                <a:close/>
                <a:moveTo>
                  <a:pt x="171339" y="208366"/>
                </a:moveTo>
                <a:cubicBezTo>
                  <a:pt x="188107" y="208366"/>
                  <a:pt x="201701" y="221960"/>
                  <a:pt x="201701" y="238729"/>
                </a:cubicBezTo>
                <a:cubicBezTo>
                  <a:pt x="201701" y="255499"/>
                  <a:pt x="188107" y="269093"/>
                  <a:pt x="171339" y="269093"/>
                </a:cubicBezTo>
                <a:cubicBezTo>
                  <a:pt x="154697" y="269093"/>
                  <a:pt x="141102" y="255499"/>
                  <a:pt x="141102" y="238729"/>
                </a:cubicBezTo>
                <a:cubicBezTo>
                  <a:pt x="141102" y="221960"/>
                  <a:pt x="154697" y="208366"/>
                  <a:pt x="171339" y="208366"/>
                </a:cubicBezTo>
                <a:close/>
                <a:moveTo>
                  <a:pt x="98929" y="208366"/>
                </a:moveTo>
                <a:cubicBezTo>
                  <a:pt x="115688" y="208366"/>
                  <a:pt x="129282" y="221960"/>
                  <a:pt x="129282" y="238729"/>
                </a:cubicBezTo>
                <a:cubicBezTo>
                  <a:pt x="129282" y="255499"/>
                  <a:pt x="115688" y="269093"/>
                  <a:pt x="98929" y="269093"/>
                </a:cubicBezTo>
                <a:cubicBezTo>
                  <a:pt x="82155" y="269093"/>
                  <a:pt x="68561" y="255499"/>
                  <a:pt x="68561" y="238729"/>
                </a:cubicBezTo>
                <a:cubicBezTo>
                  <a:pt x="68561" y="221960"/>
                  <a:pt x="82155" y="208366"/>
                  <a:pt x="98929" y="208366"/>
                </a:cubicBezTo>
                <a:close/>
                <a:moveTo>
                  <a:pt x="26375" y="208366"/>
                </a:moveTo>
                <a:cubicBezTo>
                  <a:pt x="43137" y="208366"/>
                  <a:pt x="56732" y="221960"/>
                  <a:pt x="56732" y="238729"/>
                </a:cubicBezTo>
                <a:cubicBezTo>
                  <a:pt x="56732" y="255499"/>
                  <a:pt x="43137" y="269093"/>
                  <a:pt x="26375" y="269093"/>
                </a:cubicBezTo>
                <a:cubicBezTo>
                  <a:pt x="17989" y="269093"/>
                  <a:pt x="10398" y="265695"/>
                  <a:pt x="4903" y="260200"/>
                </a:cubicBezTo>
                <a:lnTo>
                  <a:pt x="0" y="248364"/>
                </a:lnTo>
                <a:lnTo>
                  <a:pt x="0" y="229094"/>
                </a:lnTo>
                <a:lnTo>
                  <a:pt x="4903" y="217259"/>
                </a:lnTo>
                <a:cubicBezTo>
                  <a:pt x="10398" y="211765"/>
                  <a:pt x="17989" y="208366"/>
                  <a:pt x="26375" y="208366"/>
                </a:cubicBezTo>
                <a:close/>
                <a:moveTo>
                  <a:pt x="1622429" y="127914"/>
                </a:moveTo>
                <a:cubicBezTo>
                  <a:pt x="1630814" y="127914"/>
                  <a:pt x="1638404" y="131313"/>
                  <a:pt x="1643899" y="136808"/>
                </a:cubicBezTo>
                <a:lnTo>
                  <a:pt x="1648931" y="148957"/>
                </a:lnTo>
                <a:lnTo>
                  <a:pt x="1651011" y="162579"/>
                </a:lnTo>
                <a:lnTo>
                  <a:pt x="1643899" y="179748"/>
                </a:lnTo>
                <a:cubicBezTo>
                  <a:pt x="1638404" y="185243"/>
                  <a:pt x="1630814" y="188641"/>
                  <a:pt x="1622429" y="188641"/>
                </a:cubicBezTo>
                <a:cubicBezTo>
                  <a:pt x="1605659" y="188641"/>
                  <a:pt x="1592066" y="175047"/>
                  <a:pt x="1592066" y="158278"/>
                </a:cubicBezTo>
                <a:cubicBezTo>
                  <a:pt x="1592066" y="141508"/>
                  <a:pt x="1605659" y="127914"/>
                  <a:pt x="1622429" y="127914"/>
                </a:cubicBezTo>
                <a:close/>
                <a:moveTo>
                  <a:pt x="1549874" y="127914"/>
                </a:moveTo>
                <a:cubicBezTo>
                  <a:pt x="1566644" y="127914"/>
                  <a:pt x="1580238" y="141508"/>
                  <a:pt x="1580238" y="158278"/>
                </a:cubicBezTo>
                <a:cubicBezTo>
                  <a:pt x="1580238" y="175047"/>
                  <a:pt x="1566644" y="188641"/>
                  <a:pt x="1549874" y="188641"/>
                </a:cubicBezTo>
                <a:cubicBezTo>
                  <a:pt x="1533105" y="188641"/>
                  <a:pt x="1519511" y="175047"/>
                  <a:pt x="1519511" y="158278"/>
                </a:cubicBezTo>
                <a:cubicBezTo>
                  <a:pt x="1519511" y="141508"/>
                  <a:pt x="1533105" y="127914"/>
                  <a:pt x="1549874" y="127914"/>
                </a:cubicBezTo>
                <a:close/>
                <a:moveTo>
                  <a:pt x="1477320" y="127914"/>
                </a:moveTo>
                <a:cubicBezTo>
                  <a:pt x="1494089" y="127914"/>
                  <a:pt x="1507683" y="141508"/>
                  <a:pt x="1507683" y="158278"/>
                </a:cubicBezTo>
                <a:cubicBezTo>
                  <a:pt x="1507683" y="175047"/>
                  <a:pt x="1494089" y="188641"/>
                  <a:pt x="1477320" y="188641"/>
                </a:cubicBezTo>
                <a:cubicBezTo>
                  <a:pt x="1460550" y="188641"/>
                  <a:pt x="1446956" y="175047"/>
                  <a:pt x="1446956" y="158278"/>
                </a:cubicBezTo>
                <a:cubicBezTo>
                  <a:pt x="1446956" y="141508"/>
                  <a:pt x="1460550" y="127914"/>
                  <a:pt x="1477320" y="127914"/>
                </a:cubicBezTo>
                <a:close/>
                <a:moveTo>
                  <a:pt x="1404765" y="127914"/>
                </a:moveTo>
                <a:cubicBezTo>
                  <a:pt x="1421535" y="127914"/>
                  <a:pt x="1435129" y="141508"/>
                  <a:pt x="1435129" y="158278"/>
                </a:cubicBezTo>
                <a:cubicBezTo>
                  <a:pt x="1435129" y="175047"/>
                  <a:pt x="1421535" y="188641"/>
                  <a:pt x="1404765" y="188641"/>
                </a:cubicBezTo>
                <a:cubicBezTo>
                  <a:pt x="1387996" y="188641"/>
                  <a:pt x="1374402" y="175047"/>
                  <a:pt x="1374402" y="158278"/>
                </a:cubicBezTo>
                <a:cubicBezTo>
                  <a:pt x="1374402" y="141508"/>
                  <a:pt x="1387996" y="127914"/>
                  <a:pt x="1404765" y="127914"/>
                </a:cubicBezTo>
                <a:close/>
                <a:moveTo>
                  <a:pt x="1332211" y="127914"/>
                </a:moveTo>
                <a:cubicBezTo>
                  <a:pt x="1348980" y="127914"/>
                  <a:pt x="1362574" y="141508"/>
                  <a:pt x="1362574" y="158278"/>
                </a:cubicBezTo>
                <a:cubicBezTo>
                  <a:pt x="1362574" y="175047"/>
                  <a:pt x="1348980" y="188641"/>
                  <a:pt x="1332211" y="188641"/>
                </a:cubicBezTo>
                <a:cubicBezTo>
                  <a:pt x="1315441" y="188641"/>
                  <a:pt x="1301847" y="175047"/>
                  <a:pt x="1301847" y="158278"/>
                </a:cubicBezTo>
                <a:cubicBezTo>
                  <a:pt x="1301847" y="141508"/>
                  <a:pt x="1315441" y="127914"/>
                  <a:pt x="1332211" y="127914"/>
                </a:cubicBezTo>
                <a:close/>
                <a:moveTo>
                  <a:pt x="1259656" y="127914"/>
                </a:moveTo>
                <a:cubicBezTo>
                  <a:pt x="1276426" y="127914"/>
                  <a:pt x="1290020" y="141508"/>
                  <a:pt x="1290020" y="158278"/>
                </a:cubicBezTo>
                <a:cubicBezTo>
                  <a:pt x="1290020" y="175047"/>
                  <a:pt x="1276426" y="188641"/>
                  <a:pt x="1259656" y="188641"/>
                </a:cubicBezTo>
                <a:cubicBezTo>
                  <a:pt x="1242887" y="188641"/>
                  <a:pt x="1229293" y="175047"/>
                  <a:pt x="1229293" y="158278"/>
                </a:cubicBezTo>
                <a:cubicBezTo>
                  <a:pt x="1229293" y="141508"/>
                  <a:pt x="1242887" y="127914"/>
                  <a:pt x="1259656" y="127914"/>
                </a:cubicBezTo>
                <a:close/>
                <a:moveTo>
                  <a:pt x="1187102" y="127914"/>
                </a:moveTo>
                <a:cubicBezTo>
                  <a:pt x="1203871" y="127914"/>
                  <a:pt x="1217465" y="141508"/>
                  <a:pt x="1217465" y="158278"/>
                </a:cubicBezTo>
                <a:cubicBezTo>
                  <a:pt x="1217465" y="175047"/>
                  <a:pt x="1203871" y="188641"/>
                  <a:pt x="1187102" y="188641"/>
                </a:cubicBezTo>
                <a:cubicBezTo>
                  <a:pt x="1170332" y="188641"/>
                  <a:pt x="1156738" y="175047"/>
                  <a:pt x="1156738" y="158278"/>
                </a:cubicBezTo>
                <a:cubicBezTo>
                  <a:pt x="1156738" y="141508"/>
                  <a:pt x="1170332" y="127914"/>
                  <a:pt x="1187102" y="127914"/>
                </a:cubicBezTo>
                <a:close/>
                <a:moveTo>
                  <a:pt x="1114547" y="127914"/>
                </a:moveTo>
                <a:cubicBezTo>
                  <a:pt x="1131317" y="127914"/>
                  <a:pt x="1144911" y="141508"/>
                  <a:pt x="1144911" y="158278"/>
                </a:cubicBezTo>
                <a:cubicBezTo>
                  <a:pt x="1144911" y="175047"/>
                  <a:pt x="1131317" y="188641"/>
                  <a:pt x="1114547" y="188641"/>
                </a:cubicBezTo>
                <a:cubicBezTo>
                  <a:pt x="1097778" y="188641"/>
                  <a:pt x="1084184" y="175047"/>
                  <a:pt x="1084184" y="158278"/>
                </a:cubicBezTo>
                <a:cubicBezTo>
                  <a:pt x="1084184" y="141508"/>
                  <a:pt x="1097778" y="127914"/>
                  <a:pt x="1114547" y="127914"/>
                </a:cubicBezTo>
                <a:close/>
                <a:moveTo>
                  <a:pt x="1041993" y="127914"/>
                </a:moveTo>
                <a:cubicBezTo>
                  <a:pt x="1058762" y="127914"/>
                  <a:pt x="1072356" y="141508"/>
                  <a:pt x="1072356" y="158278"/>
                </a:cubicBezTo>
                <a:cubicBezTo>
                  <a:pt x="1072356" y="175047"/>
                  <a:pt x="1058762" y="188641"/>
                  <a:pt x="1041993" y="188641"/>
                </a:cubicBezTo>
                <a:cubicBezTo>
                  <a:pt x="1025223" y="188641"/>
                  <a:pt x="1011629" y="175047"/>
                  <a:pt x="1011629" y="158278"/>
                </a:cubicBezTo>
                <a:cubicBezTo>
                  <a:pt x="1011629" y="141508"/>
                  <a:pt x="1025223" y="127914"/>
                  <a:pt x="1041993" y="127914"/>
                </a:cubicBezTo>
                <a:close/>
                <a:moveTo>
                  <a:pt x="969438" y="127914"/>
                </a:moveTo>
                <a:cubicBezTo>
                  <a:pt x="986208" y="127914"/>
                  <a:pt x="999801" y="141508"/>
                  <a:pt x="999801" y="158278"/>
                </a:cubicBezTo>
                <a:cubicBezTo>
                  <a:pt x="999801" y="175047"/>
                  <a:pt x="986208" y="188641"/>
                  <a:pt x="969438" y="188641"/>
                </a:cubicBezTo>
                <a:cubicBezTo>
                  <a:pt x="952669" y="188641"/>
                  <a:pt x="939075" y="175047"/>
                  <a:pt x="939075" y="158278"/>
                </a:cubicBezTo>
                <a:cubicBezTo>
                  <a:pt x="939075" y="141508"/>
                  <a:pt x="952669" y="127914"/>
                  <a:pt x="969438" y="127914"/>
                </a:cubicBezTo>
                <a:close/>
                <a:moveTo>
                  <a:pt x="896883" y="127914"/>
                </a:moveTo>
                <a:cubicBezTo>
                  <a:pt x="913653" y="127914"/>
                  <a:pt x="927247" y="141508"/>
                  <a:pt x="927247" y="158278"/>
                </a:cubicBezTo>
                <a:cubicBezTo>
                  <a:pt x="927247" y="175047"/>
                  <a:pt x="913653" y="188641"/>
                  <a:pt x="896883" y="188641"/>
                </a:cubicBezTo>
                <a:cubicBezTo>
                  <a:pt x="880114" y="188641"/>
                  <a:pt x="866520" y="175047"/>
                  <a:pt x="866520" y="158278"/>
                </a:cubicBezTo>
                <a:cubicBezTo>
                  <a:pt x="866520" y="141508"/>
                  <a:pt x="880114" y="127914"/>
                  <a:pt x="896883" y="127914"/>
                </a:cubicBezTo>
                <a:close/>
                <a:moveTo>
                  <a:pt x="824329" y="127914"/>
                </a:moveTo>
                <a:cubicBezTo>
                  <a:pt x="841098" y="127914"/>
                  <a:pt x="854692" y="141508"/>
                  <a:pt x="854692" y="158278"/>
                </a:cubicBezTo>
                <a:cubicBezTo>
                  <a:pt x="854692" y="175047"/>
                  <a:pt x="841098" y="188641"/>
                  <a:pt x="824329" y="188641"/>
                </a:cubicBezTo>
                <a:cubicBezTo>
                  <a:pt x="807559" y="188641"/>
                  <a:pt x="793965" y="175047"/>
                  <a:pt x="793965" y="158278"/>
                </a:cubicBezTo>
                <a:cubicBezTo>
                  <a:pt x="793965" y="141508"/>
                  <a:pt x="807559" y="127914"/>
                  <a:pt x="824329" y="127914"/>
                </a:cubicBezTo>
                <a:close/>
                <a:moveTo>
                  <a:pt x="751774" y="127914"/>
                </a:moveTo>
                <a:cubicBezTo>
                  <a:pt x="768544" y="127914"/>
                  <a:pt x="782138" y="141508"/>
                  <a:pt x="782138" y="158278"/>
                </a:cubicBezTo>
                <a:cubicBezTo>
                  <a:pt x="782138" y="175047"/>
                  <a:pt x="768544" y="188641"/>
                  <a:pt x="751774" y="188641"/>
                </a:cubicBezTo>
                <a:cubicBezTo>
                  <a:pt x="735005" y="188641"/>
                  <a:pt x="721411" y="175047"/>
                  <a:pt x="721411" y="158278"/>
                </a:cubicBezTo>
                <a:cubicBezTo>
                  <a:pt x="721411" y="141508"/>
                  <a:pt x="735005" y="127914"/>
                  <a:pt x="751774" y="127914"/>
                </a:cubicBezTo>
                <a:close/>
                <a:moveTo>
                  <a:pt x="679220" y="127914"/>
                </a:moveTo>
                <a:cubicBezTo>
                  <a:pt x="695989" y="127914"/>
                  <a:pt x="709583" y="141508"/>
                  <a:pt x="709583" y="158278"/>
                </a:cubicBezTo>
                <a:cubicBezTo>
                  <a:pt x="709583" y="175047"/>
                  <a:pt x="695989" y="188641"/>
                  <a:pt x="679220" y="188641"/>
                </a:cubicBezTo>
                <a:cubicBezTo>
                  <a:pt x="662450" y="188641"/>
                  <a:pt x="648856" y="175047"/>
                  <a:pt x="648856" y="158278"/>
                </a:cubicBezTo>
                <a:cubicBezTo>
                  <a:pt x="648856" y="141508"/>
                  <a:pt x="662450" y="127914"/>
                  <a:pt x="679220" y="127914"/>
                </a:cubicBezTo>
                <a:close/>
                <a:moveTo>
                  <a:pt x="606665" y="127914"/>
                </a:moveTo>
                <a:cubicBezTo>
                  <a:pt x="623435" y="127914"/>
                  <a:pt x="637029" y="141508"/>
                  <a:pt x="637029" y="158278"/>
                </a:cubicBezTo>
                <a:cubicBezTo>
                  <a:pt x="637029" y="175047"/>
                  <a:pt x="623435" y="188641"/>
                  <a:pt x="606665" y="188641"/>
                </a:cubicBezTo>
                <a:cubicBezTo>
                  <a:pt x="589896" y="188641"/>
                  <a:pt x="576302" y="175047"/>
                  <a:pt x="576302" y="158278"/>
                </a:cubicBezTo>
                <a:cubicBezTo>
                  <a:pt x="576302" y="141508"/>
                  <a:pt x="589896" y="127914"/>
                  <a:pt x="606665" y="127914"/>
                </a:cubicBezTo>
                <a:close/>
                <a:moveTo>
                  <a:pt x="534111" y="127914"/>
                </a:moveTo>
                <a:cubicBezTo>
                  <a:pt x="550880" y="127914"/>
                  <a:pt x="564474" y="141508"/>
                  <a:pt x="564474" y="158278"/>
                </a:cubicBezTo>
                <a:cubicBezTo>
                  <a:pt x="564474" y="175047"/>
                  <a:pt x="550880" y="188641"/>
                  <a:pt x="534111" y="188641"/>
                </a:cubicBezTo>
                <a:cubicBezTo>
                  <a:pt x="517341" y="188641"/>
                  <a:pt x="503747" y="175047"/>
                  <a:pt x="503747" y="158278"/>
                </a:cubicBezTo>
                <a:cubicBezTo>
                  <a:pt x="503747" y="141508"/>
                  <a:pt x="517341" y="127914"/>
                  <a:pt x="534111" y="127914"/>
                </a:cubicBezTo>
                <a:close/>
                <a:moveTo>
                  <a:pt x="461556" y="127914"/>
                </a:moveTo>
                <a:cubicBezTo>
                  <a:pt x="478326" y="127914"/>
                  <a:pt x="491920" y="141508"/>
                  <a:pt x="491920" y="158278"/>
                </a:cubicBezTo>
                <a:cubicBezTo>
                  <a:pt x="491920" y="175047"/>
                  <a:pt x="478326" y="188641"/>
                  <a:pt x="461556" y="188641"/>
                </a:cubicBezTo>
                <a:cubicBezTo>
                  <a:pt x="444787" y="188641"/>
                  <a:pt x="431192" y="175047"/>
                  <a:pt x="431192" y="158278"/>
                </a:cubicBezTo>
                <a:cubicBezTo>
                  <a:pt x="431192" y="141508"/>
                  <a:pt x="444787" y="127914"/>
                  <a:pt x="461556" y="127914"/>
                </a:cubicBezTo>
                <a:close/>
                <a:moveTo>
                  <a:pt x="389002" y="127914"/>
                </a:moveTo>
                <a:cubicBezTo>
                  <a:pt x="405771" y="127914"/>
                  <a:pt x="419365" y="141508"/>
                  <a:pt x="419365" y="158278"/>
                </a:cubicBezTo>
                <a:cubicBezTo>
                  <a:pt x="419365" y="175047"/>
                  <a:pt x="405771" y="188641"/>
                  <a:pt x="389002" y="188641"/>
                </a:cubicBezTo>
                <a:cubicBezTo>
                  <a:pt x="372232" y="188641"/>
                  <a:pt x="358638" y="175047"/>
                  <a:pt x="358638" y="158278"/>
                </a:cubicBezTo>
                <a:cubicBezTo>
                  <a:pt x="358638" y="141508"/>
                  <a:pt x="372232" y="127914"/>
                  <a:pt x="389002" y="127914"/>
                </a:cubicBezTo>
                <a:close/>
                <a:moveTo>
                  <a:pt x="316447" y="127914"/>
                </a:moveTo>
                <a:cubicBezTo>
                  <a:pt x="333216" y="127914"/>
                  <a:pt x="346810" y="141508"/>
                  <a:pt x="346810" y="158278"/>
                </a:cubicBezTo>
                <a:cubicBezTo>
                  <a:pt x="346810" y="175047"/>
                  <a:pt x="333216" y="188641"/>
                  <a:pt x="316447" y="188641"/>
                </a:cubicBezTo>
                <a:cubicBezTo>
                  <a:pt x="299677" y="188641"/>
                  <a:pt x="286084" y="175047"/>
                  <a:pt x="286084" y="158278"/>
                </a:cubicBezTo>
                <a:cubicBezTo>
                  <a:pt x="286084" y="141508"/>
                  <a:pt x="299677" y="127914"/>
                  <a:pt x="316447" y="127914"/>
                </a:cubicBezTo>
                <a:close/>
                <a:moveTo>
                  <a:pt x="243892" y="127914"/>
                </a:moveTo>
                <a:cubicBezTo>
                  <a:pt x="260662" y="127914"/>
                  <a:pt x="274256" y="141508"/>
                  <a:pt x="274256" y="158278"/>
                </a:cubicBezTo>
                <a:cubicBezTo>
                  <a:pt x="274256" y="175047"/>
                  <a:pt x="260662" y="188641"/>
                  <a:pt x="243892" y="188641"/>
                </a:cubicBezTo>
                <a:cubicBezTo>
                  <a:pt x="227123" y="188641"/>
                  <a:pt x="213529" y="175047"/>
                  <a:pt x="213529" y="158278"/>
                </a:cubicBezTo>
                <a:cubicBezTo>
                  <a:pt x="213529" y="141508"/>
                  <a:pt x="227123" y="127914"/>
                  <a:pt x="243892" y="127914"/>
                </a:cubicBezTo>
                <a:close/>
                <a:moveTo>
                  <a:pt x="171339" y="127914"/>
                </a:moveTo>
                <a:cubicBezTo>
                  <a:pt x="188107" y="127914"/>
                  <a:pt x="201701" y="141508"/>
                  <a:pt x="201701" y="158278"/>
                </a:cubicBezTo>
                <a:cubicBezTo>
                  <a:pt x="201701" y="175047"/>
                  <a:pt x="188107" y="188641"/>
                  <a:pt x="171339" y="188641"/>
                </a:cubicBezTo>
                <a:cubicBezTo>
                  <a:pt x="154702" y="188641"/>
                  <a:pt x="141108" y="175047"/>
                  <a:pt x="141108" y="158278"/>
                </a:cubicBezTo>
                <a:cubicBezTo>
                  <a:pt x="141108" y="141508"/>
                  <a:pt x="154702" y="127914"/>
                  <a:pt x="171339" y="127914"/>
                </a:cubicBezTo>
                <a:close/>
                <a:moveTo>
                  <a:pt x="98936" y="127914"/>
                </a:moveTo>
                <a:cubicBezTo>
                  <a:pt x="115695" y="127914"/>
                  <a:pt x="129288" y="141508"/>
                  <a:pt x="129288" y="158278"/>
                </a:cubicBezTo>
                <a:cubicBezTo>
                  <a:pt x="129288" y="175047"/>
                  <a:pt x="115695" y="188641"/>
                  <a:pt x="98936" y="188641"/>
                </a:cubicBezTo>
                <a:cubicBezTo>
                  <a:pt x="82162" y="188641"/>
                  <a:pt x="68567" y="175047"/>
                  <a:pt x="68567" y="158278"/>
                </a:cubicBezTo>
                <a:cubicBezTo>
                  <a:pt x="68567" y="141508"/>
                  <a:pt x="82162" y="127914"/>
                  <a:pt x="98936" y="127914"/>
                </a:cubicBezTo>
                <a:close/>
                <a:moveTo>
                  <a:pt x="26381" y="127914"/>
                </a:moveTo>
                <a:cubicBezTo>
                  <a:pt x="43143" y="127914"/>
                  <a:pt x="56738" y="141508"/>
                  <a:pt x="56738" y="158278"/>
                </a:cubicBezTo>
                <a:cubicBezTo>
                  <a:pt x="56738" y="175047"/>
                  <a:pt x="43143" y="188641"/>
                  <a:pt x="26381" y="188641"/>
                </a:cubicBezTo>
                <a:cubicBezTo>
                  <a:pt x="17995" y="188641"/>
                  <a:pt x="10404" y="185243"/>
                  <a:pt x="4909" y="179748"/>
                </a:cubicBezTo>
                <a:lnTo>
                  <a:pt x="0" y="167898"/>
                </a:lnTo>
                <a:lnTo>
                  <a:pt x="0" y="148658"/>
                </a:lnTo>
                <a:lnTo>
                  <a:pt x="4909" y="136807"/>
                </a:lnTo>
                <a:cubicBezTo>
                  <a:pt x="10404" y="131313"/>
                  <a:pt x="17995" y="127914"/>
                  <a:pt x="26381" y="127914"/>
                </a:cubicBezTo>
                <a:close/>
                <a:moveTo>
                  <a:pt x="1622429" y="47462"/>
                </a:moveTo>
                <a:lnTo>
                  <a:pt x="1625821" y="48147"/>
                </a:lnTo>
                <a:lnTo>
                  <a:pt x="1639701" y="102127"/>
                </a:lnTo>
                <a:lnTo>
                  <a:pt x="1634248" y="105804"/>
                </a:lnTo>
                <a:cubicBezTo>
                  <a:pt x="1630615" y="107340"/>
                  <a:pt x="1626621" y="108189"/>
                  <a:pt x="1622429" y="108189"/>
                </a:cubicBezTo>
                <a:cubicBezTo>
                  <a:pt x="1605659" y="108189"/>
                  <a:pt x="1592066" y="94595"/>
                  <a:pt x="1592066" y="77826"/>
                </a:cubicBezTo>
                <a:cubicBezTo>
                  <a:pt x="1592066" y="61056"/>
                  <a:pt x="1605659" y="47462"/>
                  <a:pt x="1622429" y="47462"/>
                </a:cubicBezTo>
                <a:close/>
                <a:moveTo>
                  <a:pt x="1549874" y="47462"/>
                </a:moveTo>
                <a:cubicBezTo>
                  <a:pt x="1566644" y="47462"/>
                  <a:pt x="1580238" y="61056"/>
                  <a:pt x="1580238" y="77826"/>
                </a:cubicBezTo>
                <a:cubicBezTo>
                  <a:pt x="1580238" y="94595"/>
                  <a:pt x="1566644" y="108189"/>
                  <a:pt x="1549874" y="108189"/>
                </a:cubicBezTo>
                <a:cubicBezTo>
                  <a:pt x="1533105" y="108189"/>
                  <a:pt x="1519511" y="94595"/>
                  <a:pt x="1519511" y="77826"/>
                </a:cubicBezTo>
                <a:cubicBezTo>
                  <a:pt x="1519511" y="61056"/>
                  <a:pt x="1533105" y="47462"/>
                  <a:pt x="1549874" y="47462"/>
                </a:cubicBezTo>
                <a:close/>
                <a:moveTo>
                  <a:pt x="1477320" y="47462"/>
                </a:moveTo>
                <a:cubicBezTo>
                  <a:pt x="1494089" y="47462"/>
                  <a:pt x="1507683" y="61056"/>
                  <a:pt x="1507683" y="77826"/>
                </a:cubicBezTo>
                <a:cubicBezTo>
                  <a:pt x="1507683" y="94595"/>
                  <a:pt x="1494089" y="108189"/>
                  <a:pt x="1477320" y="108189"/>
                </a:cubicBezTo>
                <a:cubicBezTo>
                  <a:pt x="1460550" y="108189"/>
                  <a:pt x="1446956" y="94595"/>
                  <a:pt x="1446956" y="77826"/>
                </a:cubicBezTo>
                <a:cubicBezTo>
                  <a:pt x="1446956" y="61056"/>
                  <a:pt x="1460550" y="47462"/>
                  <a:pt x="1477320" y="47462"/>
                </a:cubicBezTo>
                <a:close/>
                <a:moveTo>
                  <a:pt x="1404765" y="47462"/>
                </a:moveTo>
                <a:cubicBezTo>
                  <a:pt x="1421535" y="47462"/>
                  <a:pt x="1435129" y="61056"/>
                  <a:pt x="1435129" y="77826"/>
                </a:cubicBezTo>
                <a:cubicBezTo>
                  <a:pt x="1435129" y="94595"/>
                  <a:pt x="1421535" y="108189"/>
                  <a:pt x="1404765" y="108189"/>
                </a:cubicBezTo>
                <a:cubicBezTo>
                  <a:pt x="1387996" y="108189"/>
                  <a:pt x="1374402" y="94595"/>
                  <a:pt x="1374402" y="77826"/>
                </a:cubicBezTo>
                <a:cubicBezTo>
                  <a:pt x="1374402" y="61056"/>
                  <a:pt x="1387996" y="47462"/>
                  <a:pt x="1404765" y="47462"/>
                </a:cubicBezTo>
                <a:close/>
                <a:moveTo>
                  <a:pt x="1332211" y="47462"/>
                </a:moveTo>
                <a:cubicBezTo>
                  <a:pt x="1348980" y="47462"/>
                  <a:pt x="1362574" y="61056"/>
                  <a:pt x="1362574" y="77826"/>
                </a:cubicBezTo>
                <a:cubicBezTo>
                  <a:pt x="1362574" y="94595"/>
                  <a:pt x="1348980" y="108189"/>
                  <a:pt x="1332211" y="108189"/>
                </a:cubicBezTo>
                <a:cubicBezTo>
                  <a:pt x="1315441" y="108189"/>
                  <a:pt x="1301847" y="94595"/>
                  <a:pt x="1301847" y="77826"/>
                </a:cubicBezTo>
                <a:cubicBezTo>
                  <a:pt x="1301847" y="61056"/>
                  <a:pt x="1315441" y="47462"/>
                  <a:pt x="1332211" y="47462"/>
                </a:cubicBezTo>
                <a:close/>
                <a:moveTo>
                  <a:pt x="1259656" y="47462"/>
                </a:moveTo>
                <a:cubicBezTo>
                  <a:pt x="1276426" y="47462"/>
                  <a:pt x="1290020" y="61056"/>
                  <a:pt x="1290020" y="77826"/>
                </a:cubicBezTo>
                <a:cubicBezTo>
                  <a:pt x="1290020" y="94595"/>
                  <a:pt x="1276426" y="108189"/>
                  <a:pt x="1259656" y="108189"/>
                </a:cubicBezTo>
                <a:cubicBezTo>
                  <a:pt x="1242887" y="108189"/>
                  <a:pt x="1229293" y="94595"/>
                  <a:pt x="1229293" y="77826"/>
                </a:cubicBezTo>
                <a:cubicBezTo>
                  <a:pt x="1229293" y="61056"/>
                  <a:pt x="1242887" y="47462"/>
                  <a:pt x="1259656" y="47462"/>
                </a:cubicBezTo>
                <a:close/>
                <a:moveTo>
                  <a:pt x="1187102" y="47462"/>
                </a:moveTo>
                <a:cubicBezTo>
                  <a:pt x="1203871" y="47462"/>
                  <a:pt x="1217465" y="61056"/>
                  <a:pt x="1217465" y="77826"/>
                </a:cubicBezTo>
                <a:cubicBezTo>
                  <a:pt x="1217465" y="94595"/>
                  <a:pt x="1203871" y="108189"/>
                  <a:pt x="1187102" y="108189"/>
                </a:cubicBezTo>
                <a:cubicBezTo>
                  <a:pt x="1170332" y="108189"/>
                  <a:pt x="1156738" y="94595"/>
                  <a:pt x="1156738" y="77826"/>
                </a:cubicBezTo>
                <a:cubicBezTo>
                  <a:pt x="1156738" y="61056"/>
                  <a:pt x="1170332" y="47462"/>
                  <a:pt x="1187102" y="47462"/>
                </a:cubicBezTo>
                <a:close/>
                <a:moveTo>
                  <a:pt x="1114547" y="47462"/>
                </a:moveTo>
                <a:cubicBezTo>
                  <a:pt x="1131317" y="47462"/>
                  <a:pt x="1144911" y="61056"/>
                  <a:pt x="1144911" y="77826"/>
                </a:cubicBezTo>
                <a:cubicBezTo>
                  <a:pt x="1144911" y="94595"/>
                  <a:pt x="1131317" y="108189"/>
                  <a:pt x="1114547" y="108189"/>
                </a:cubicBezTo>
                <a:cubicBezTo>
                  <a:pt x="1097778" y="108189"/>
                  <a:pt x="1084184" y="94595"/>
                  <a:pt x="1084184" y="77826"/>
                </a:cubicBezTo>
                <a:cubicBezTo>
                  <a:pt x="1084184" y="61056"/>
                  <a:pt x="1097778" y="47462"/>
                  <a:pt x="1114547" y="47462"/>
                </a:cubicBezTo>
                <a:close/>
                <a:moveTo>
                  <a:pt x="1041993" y="47462"/>
                </a:moveTo>
                <a:cubicBezTo>
                  <a:pt x="1058762" y="47462"/>
                  <a:pt x="1072356" y="61056"/>
                  <a:pt x="1072356" y="77826"/>
                </a:cubicBezTo>
                <a:cubicBezTo>
                  <a:pt x="1072356" y="94595"/>
                  <a:pt x="1058762" y="108189"/>
                  <a:pt x="1041993" y="108189"/>
                </a:cubicBezTo>
                <a:cubicBezTo>
                  <a:pt x="1025223" y="108189"/>
                  <a:pt x="1011629" y="94595"/>
                  <a:pt x="1011629" y="77826"/>
                </a:cubicBezTo>
                <a:cubicBezTo>
                  <a:pt x="1011629" y="61056"/>
                  <a:pt x="1025223" y="47462"/>
                  <a:pt x="1041993" y="47462"/>
                </a:cubicBezTo>
                <a:close/>
                <a:moveTo>
                  <a:pt x="969438" y="47462"/>
                </a:moveTo>
                <a:cubicBezTo>
                  <a:pt x="986208" y="47462"/>
                  <a:pt x="999801" y="61056"/>
                  <a:pt x="999801" y="77826"/>
                </a:cubicBezTo>
                <a:cubicBezTo>
                  <a:pt x="999801" y="94595"/>
                  <a:pt x="986208" y="108189"/>
                  <a:pt x="969438" y="108189"/>
                </a:cubicBezTo>
                <a:cubicBezTo>
                  <a:pt x="952669" y="108189"/>
                  <a:pt x="939075" y="94595"/>
                  <a:pt x="939075" y="77826"/>
                </a:cubicBezTo>
                <a:cubicBezTo>
                  <a:pt x="939075" y="61056"/>
                  <a:pt x="952669" y="47462"/>
                  <a:pt x="969438" y="47462"/>
                </a:cubicBezTo>
                <a:close/>
                <a:moveTo>
                  <a:pt x="896883" y="47462"/>
                </a:moveTo>
                <a:cubicBezTo>
                  <a:pt x="913653" y="47462"/>
                  <a:pt x="927247" y="61056"/>
                  <a:pt x="927247" y="77826"/>
                </a:cubicBezTo>
                <a:cubicBezTo>
                  <a:pt x="927247" y="94595"/>
                  <a:pt x="913653" y="108189"/>
                  <a:pt x="896883" y="108189"/>
                </a:cubicBezTo>
                <a:cubicBezTo>
                  <a:pt x="880114" y="108189"/>
                  <a:pt x="866520" y="94595"/>
                  <a:pt x="866520" y="77826"/>
                </a:cubicBezTo>
                <a:cubicBezTo>
                  <a:pt x="866520" y="61056"/>
                  <a:pt x="880114" y="47462"/>
                  <a:pt x="896883" y="47462"/>
                </a:cubicBezTo>
                <a:close/>
                <a:moveTo>
                  <a:pt x="824329" y="47462"/>
                </a:moveTo>
                <a:cubicBezTo>
                  <a:pt x="841098" y="47462"/>
                  <a:pt x="854692" y="61056"/>
                  <a:pt x="854692" y="77826"/>
                </a:cubicBezTo>
                <a:cubicBezTo>
                  <a:pt x="854692" y="94595"/>
                  <a:pt x="841098" y="108189"/>
                  <a:pt x="824329" y="108189"/>
                </a:cubicBezTo>
                <a:cubicBezTo>
                  <a:pt x="807559" y="108189"/>
                  <a:pt x="793965" y="94595"/>
                  <a:pt x="793965" y="77826"/>
                </a:cubicBezTo>
                <a:cubicBezTo>
                  <a:pt x="793965" y="61056"/>
                  <a:pt x="807559" y="47462"/>
                  <a:pt x="824329" y="47462"/>
                </a:cubicBezTo>
                <a:close/>
                <a:moveTo>
                  <a:pt x="751774" y="47462"/>
                </a:moveTo>
                <a:cubicBezTo>
                  <a:pt x="768544" y="47462"/>
                  <a:pt x="782138" y="61056"/>
                  <a:pt x="782138" y="77826"/>
                </a:cubicBezTo>
                <a:cubicBezTo>
                  <a:pt x="782138" y="94595"/>
                  <a:pt x="768544" y="108189"/>
                  <a:pt x="751774" y="108189"/>
                </a:cubicBezTo>
                <a:cubicBezTo>
                  <a:pt x="735005" y="108189"/>
                  <a:pt x="721411" y="94595"/>
                  <a:pt x="721411" y="77826"/>
                </a:cubicBezTo>
                <a:cubicBezTo>
                  <a:pt x="721411" y="61056"/>
                  <a:pt x="735005" y="47462"/>
                  <a:pt x="751774" y="47462"/>
                </a:cubicBezTo>
                <a:close/>
                <a:moveTo>
                  <a:pt x="679220" y="47462"/>
                </a:moveTo>
                <a:cubicBezTo>
                  <a:pt x="695989" y="47462"/>
                  <a:pt x="709583" y="61056"/>
                  <a:pt x="709583" y="77826"/>
                </a:cubicBezTo>
                <a:cubicBezTo>
                  <a:pt x="709583" y="94595"/>
                  <a:pt x="695989" y="108189"/>
                  <a:pt x="679220" y="108189"/>
                </a:cubicBezTo>
                <a:cubicBezTo>
                  <a:pt x="662450" y="108189"/>
                  <a:pt x="648856" y="94595"/>
                  <a:pt x="648856" y="77826"/>
                </a:cubicBezTo>
                <a:cubicBezTo>
                  <a:pt x="648856" y="61056"/>
                  <a:pt x="662450" y="47462"/>
                  <a:pt x="679220" y="47462"/>
                </a:cubicBezTo>
                <a:close/>
                <a:moveTo>
                  <a:pt x="606665" y="47462"/>
                </a:moveTo>
                <a:cubicBezTo>
                  <a:pt x="623435" y="47462"/>
                  <a:pt x="637029" y="61056"/>
                  <a:pt x="637029" y="77826"/>
                </a:cubicBezTo>
                <a:cubicBezTo>
                  <a:pt x="637029" y="94595"/>
                  <a:pt x="623435" y="108189"/>
                  <a:pt x="606665" y="108189"/>
                </a:cubicBezTo>
                <a:cubicBezTo>
                  <a:pt x="589896" y="108189"/>
                  <a:pt x="576302" y="94595"/>
                  <a:pt x="576302" y="77826"/>
                </a:cubicBezTo>
                <a:cubicBezTo>
                  <a:pt x="576302" y="61056"/>
                  <a:pt x="589896" y="47462"/>
                  <a:pt x="606665" y="47462"/>
                </a:cubicBezTo>
                <a:close/>
                <a:moveTo>
                  <a:pt x="534111" y="47462"/>
                </a:moveTo>
                <a:cubicBezTo>
                  <a:pt x="550880" y="47462"/>
                  <a:pt x="564474" y="61056"/>
                  <a:pt x="564474" y="77826"/>
                </a:cubicBezTo>
                <a:cubicBezTo>
                  <a:pt x="564474" y="94595"/>
                  <a:pt x="550880" y="108189"/>
                  <a:pt x="534111" y="108189"/>
                </a:cubicBezTo>
                <a:cubicBezTo>
                  <a:pt x="517341" y="108189"/>
                  <a:pt x="503747" y="94595"/>
                  <a:pt x="503747" y="77826"/>
                </a:cubicBezTo>
                <a:cubicBezTo>
                  <a:pt x="503747" y="61056"/>
                  <a:pt x="517341" y="47462"/>
                  <a:pt x="534111" y="47462"/>
                </a:cubicBezTo>
                <a:close/>
                <a:moveTo>
                  <a:pt x="461556" y="47462"/>
                </a:moveTo>
                <a:cubicBezTo>
                  <a:pt x="478326" y="47462"/>
                  <a:pt x="491920" y="61056"/>
                  <a:pt x="491920" y="77826"/>
                </a:cubicBezTo>
                <a:cubicBezTo>
                  <a:pt x="491920" y="94595"/>
                  <a:pt x="478326" y="108189"/>
                  <a:pt x="461556" y="108189"/>
                </a:cubicBezTo>
                <a:cubicBezTo>
                  <a:pt x="444787" y="108189"/>
                  <a:pt x="431192" y="94595"/>
                  <a:pt x="431192" y="77826"/>
                </a:cubicBezTo>
                <a:cubicBezTo>
                  <a:pt x="431192" y="61056"/>
                  <a:pt x="444787" y="47462"/>
                  <a:pt x="461556" y="47462"/>
                </a:cubicBezTo>
                <a:close/>
                <a:moveTo>
                  <a:pt x="389002" y="47462"/>
                </a:moveTo>
                <a:cubicBezTo>
                  <a:pt x="405771" y="47462"/>
                  <a:pt x="419365" y="61056"/>
                  <a:pt x="419365" y="77826"/>
                </a:cubicBezTo>
                <a:cubicBezTo>
                  <a:pt x="419365" y="94595"/>
                  <a:pt x="405771" y="108189"/>
                  <a:pt x="389002" y="108189"/>
                </a:cubicBezTo>
                <a:cubicBezTo>
                  <a:pt x="372232" y="108189"/>
                  <a:pt x="358638" y="94595"/>
                  <a:pt x="358638" y="77826"/>
                </a:cubicBezTo>
                <a:cubicBezTo>
                  <a:pt x="358638" y="61056"/>
                  <a:pt x="372232" y="47462"/>
                  <a:pt x="389002" y="47462"/>
                </a:cubicBezTo>
                <a:close/>
                <a:moveTo>
                  <a:pt x="316447" y="47462"/>
                </a:moveTo>
                <a:cubicBezTo>
                  <a:pt x="333216" y="47462"/>
                  <a:pt x="346810" y="61056"/>
                  <a:pt x="346810" y="77826"/>
                </a:cubicBezTo>
                <a:cubicBezTo>
                  <a:pt x="346810" y="94595"/>
                  <a:pt x="333216" y="108189"/>
                  <a:pt x="316447" y="108189"/>
                </a:cubicBezTo>
                <a:cubicBezTo>
                  <a:pt x="299677" y="108189"/>
                  <a:pt x="286084" y="94595"/>
                  <a:pt x="286084" y="77826"/>
                </a:cubicBezTo>
                <a:cubicBezTo>
                  <a:pt x="286084" y="61056"/>
                  <a:pt x="299677" y="47462"/>
                  <a:pt x="316447" y="47462"/>
                </a:cubicBezTo>
                <a:close/>
                <a:moveTo>
                  <a:pt x="243892" y="47462"/>
                </a:moveTo>
                <a:cubicBezTo>
                  <a:pt x="260662" y="47462"/>
                  <a:pt x="274256" y="61056"/>
                  <a:pt x="274256" y="77826"/>
                </a:cubicBezTo>
                <a:cubicBezTo>
                  <a:pt x="274256" y="94595"/>
                  <a:pt x="260662" y="108189"/>
                  <a:pt x="243892" y="108189"/>
                </a:cubicBezTo>
                <a:cubicBezTo>
                  <a:pt x="227123" y="108189"/>
                  <a:pt x="213529" y="94595"/>
                  <a:pt x="213529" y="77826"/>
                </a:cubicBezTo>
                <a:cubicBezTo>
                  <a:pt x="213529" y="61056"/>
                  <a:pt x="227123" y="47462"/>
                  <a:pt x="243892" y="47462"/>
                </a:cubicBezTo>
                <a:close/>
                <a:moveTo>
                  <a:pt x="171339" y="47462"/>
                </a:moveTo>
                <a:cubicBezTo>
                  <a:pt x="188107" y="47462"/>
                  <a:pt x="201701" y="61056"/>
                  <a:pt x="201701" y="77826"/>
                </a:cubicBezTo>
                <a:cubicBezTo>
                  <a:pt x="201701" y="94595"/>
                  <a:pt x="188107" y="108189"/>
                  <a:pt x="171339" y="108189"/>
                </a:cubicBezTo>
                <a:cubicBezTo>
                  <a:pt x="154708" y="108189"/>
                  <a:pt x="141113" y="94595"/>
                  <a:pt x="141113" y="77826"/>
                </a:cubicBezTo>
                <a:cubicBezTo>
                  <a:pt x="141113" y="61056"/>
                  <a:pt x="154708" y="47462"/>
                  <a:pt x="171339" y="47462"/>
                </a:cubicBezTo>
                <a:close/>
                <a:moveTo>
                  <a:pt x="98942" y="47462"/>
                </a:moveTo>
                <a:cubicBezTo>
                  <a:pt x="115700" y="47462"/>
                  <a:pt x="129294" y="61056"/>
                  <a:pt x="129294" y="77826"/>
                </a:cubicBezTo>
                <a:cubicBezTo>
                  <a:pt x="129294" y="94595"/>
                  <a:pt x="115700" y="108189"/>
                  <a:pt x="98942" y="108189"/>
                </a:cubicBezTo>
                <a:cubicBezTo>
                  <a:pt x="82168" y="108189"/>
                  <a:pt x="68573" y="94595"/>
                  <a:pt x="68573" y="77826"/>
                </a:cubicBezTo>
                <a:cubicBezTo>
                  <a:pt x="68573" y="61056"/>
                  <a:pt x="82168" y="47462"/>
                  <a:pt x="98942" y="47462"/>
                </a:cubicBezTo>
                <a:close/>
                <a:moveTo>
                  <a:pt x="26388" y="47462"/>
                </a:moveTo>
                <a:cubicBezTo>
                  <a:pt x="43149" y="47462"/>
                  <a:pt x="56744" y="61056"/>
                  <a:pt x="56744" y="77826"/>
                </a:cubicBezTo>
                <a:cubicBezTo>
                  <a:pt x="56744" y="94595"/>
                  <a:pt x="43149" y="108189"/>
                  <a:pt x="26388" y="108189"/>
                </a:cubicBezTo>
                <a:cubicBezTo>
                  <a:pt x="18002" y="108189"/>
                  <a:pt x="10410" y="104791"/>
                  <a:pt x="4916" y="99296"/>
                </a:cubicBezTo>
                <a:lnTo>
                  <a:pt x="0" y="87429"/>
                </a:lnTo>
                <a:lnTo>
                  <a:pt x="0" y="68222"/>
                </a:lnTo>
                <a:lnTo>
                  <a:pt x="4916" y="56355"/>
                </a:lnTo>
                <a:cubicBezTo>
                  <a:pt x="10410" y="50861"/>
                  <a:pt x="18002" y="47462"/>
                  <a:pt x="26388" y="47462"/>
                </a:cubicBezTo>
                <a:close/>
                <a:moveTo>
                  <a:pt x="1592868" y="0"/>
                </a:moveTo>
                <a:lnTo>
                  <a:pt x="1613441" y="0"/>
                </a:lnTo>
                <a:lnTo>
                  <a:pt x="1620472" y="27343"/>
                </a:lnTo>
                <a:lnTo>
                  <a:pt x="1610610" y="25352"/>
                </a:lnTo>
                <a:cubicBezTo>
                  <a:pt x="1605161" y="23047"/>
                  <a:pt x="1600525" y="19197"/>
                  <a:pt x="1597251" y="14351"/>
                </a:cubicBezTo>
                <a:close/>
                <a:moveTo>
                  <a:pt x="1520598" y="0"/>
                </a:moveTo>
                <a:lnTo>
                  <a:pt x="1579150" y="0"/>
                </a:lnTo>
                <a:lnTo>
                  <a:pt x="1571345" y="18844"/>
                </a:lnTo>
                <a:cubicBezTo>
                  <a:pt x="1565850" y="24339"/>
                  <a:pt x="1558259" y="27738"/>
                  <a:pt x="1549874" y="27738"/>
                </a:cubicBezTo>
                <a:cubicBezTo>
                  <a:pt x="1541490" y="27738"/>
                  <a:pt x="1533899" y="24339"/>
                  <a:pt x="1528404" y="18844"/>
                </a:cubicBezTo>
                <a:close/>
                <a:moveTo>
                  <a:pt x="1448044" y="0"/>
                </a:moveTo>
                <a:lnTo>
                  <a:pt x="1506596" y="0"/>
                </a:lnTo>
                <a:lnTo>
                  <a:pt x="1498790" y="18844"/>
                </a:lnTo>
                <a:cubicBezTo>
                  <a:pt x="1493295" y="24339"/>
                  <a:pt x="1485705" y="27738"/>
                  <a:pt x="1477320" y="27738"/>
                </a:cubicBezTo>
                <a:cubicBezTo>
                  <a:pt x="1468935" y="27738"/>
                  <a:pt x="1461344" y="24339"/>
                  <a:pt x="1455850" y="18844"/>
                </a:cubicBezTo>
                <a:close/>
                <a:moveTo>
                  <a:pt x="1375489" y="0"/>
                </a:moveTo>
                <a:lnTo>
                  <a:pt x="1434041" y="0"/>
                </a:lnTo>
                <a:lnTo>
                  <a:pt x="1426236" y="18844"/>
                </a:lnTo>
                <a:cubicBezTo>
                  <a:pt x="1420741" y="24339"/>
                  <a:pt x="1413150" y="27738"/>
                  <a:pt x="1404765" y="27738"/>
                </a:cubicBezTo>
                <a:cubicBezTo>
                  <a:pt x="1396381" y="27738"/>
                  <a:pt x="1388790" y="24339"/>
                  <a:pt x="1383295" y="18844"/>
                </a:cubicBezTo>
                <a:close/>
                <a:moveTo>
                  <a:pt x="1302935" y="0"/>
                </a:moveTo>
                <a:lnTo>
                  <a:pt x="1361486" y="0"/>
                </a:lnTo>
                <a:lnTo>
                  <a:pt x="1353681" y="18844"/>
                </a:lnTo>
                <a:cubicBezTo>
                  <a:pt x="1348186" y="24339"/>
                  <a:pt x="1340596" y="27738"/>
                  <a:pt x="1332211" y="27738"/>
                </a:cubicBezTo>
                <a:cubicBezTo>
                  <a:pt x="1323826" y="27738"/>
                  <a:pt x="1316235" y="24339"/>
                  <a:pt x="1310740" y="18844"/>
                </a:cubicBezTo>
                <a:close/>
                <a:moveTo>
                  <a:pt x="1230380" y="0"/>
                </a:moveTo>
                <a:lnTo>
                  <a:pt x="1288932" y="0"/>
                </a:lnTo>
                <a:lnTo>
                  <a:pt x="1281126" y="18844"/>
                </a:lnTo>
                <a:cubicBezTo>
                  <a:pt x="1275632" y="24339"/>
                  <a:pt x="1268041" y="27738"/>
                  <a:pt x="1259656" y="27738"/>
                </a:cubicBezTo>
                <a:cubicBezTo>
                  <a:pt x="1251271" y="27738"/>
                  <a:pt x="1243680" y="24339"/>
                  <a:pt x="1238186" y="18844"/>
                </a:cubicBezTo>
                <a:close/>
                <a:moveTo>
                  <a:pt x="1157826" y="0"/>
                </a:moveTo>
                <a:lnTo>
                  <a:pt x="1216377" y="0"/>
                </a:lnTo>
                <a:lnTo>
                  <a:pt x="1208572" y="18844"/>
                </a:lnTo>
                <a:cubicBezTo>
                  <a:pt x="1203077" y="24339"/>
                  <a:pt x="1195486" y="27738"/>
                  <a:pt x="1187102" y="27738"/>
                </a:cubicBezTo>
                <a:cubicBezTo>
                  <a:pt x="1178717" y="27738"/>
                  <a:pt x="1171126" y="24339"/>
                  <a:pt x="1165631" y="18844"/>
                </a:cubicBezTo>
                <a:close/>
                <a:moveTo>
                  <a:pt x="1085271" y="0"/>
                </a:moveTo>
                <a:lnTo>
                  <a:pt x="1143823" y="0"/>
                </a:lnTo>
                <a:lnTo>
                  <a:pt x="1136017" y="18844"/>
                </a:lnTo>
                <a:cubicBezTo>
                  <a:pt x="1130523" y="24339"/>
                  <a:pt x="1122932" y="27738"/>
                  <a:pt x="1114547" y="27738"/>
                </a:cubicBezTo>
                <a:cubicBezTo>
                  <a:pt x="1106162" y="27738"/>
                  <a:pt x="1098571" y="24339"/>
                  <a:pt x="1093077" y="18844"/>
                </a:cubicBezTo>
                <a:close/>
                <a:moveTo>
                  <a:pt x="1012717" y="0"/>
                </a:moveTo>
                <a:lnTo>
                  <a:pt x="1071268" y="0"/>
                </a:lnTo>
                <a:lnTo>
                  <a:pt x="1063463" y="18844"/>
                </a:lnTo>
                <a:cubicBezTo>
                  <a:pt x="1057968" y="24339"/>
                  <a:pt x="1050377" y="27738"/>
                  <a:pt x="1041993" y="27738"/>
                </a:cubicBezTo>
                <a:cubicBezTo>
                  <a:pt x="1033608" y="27738"/>
                  <a:pt x="1026017" y="24339"/>
                  <a:pt x="1020522" y="18844"/>
                </a:cubicBezTo>
                <a:close/>
                <a:moveTo>
                  <a:pt x="940162" y="0"/>
                </a:moveTo>
                <a:lnTo>
                  <a:pt x="998714" y="0"/>
                </a:lnTo>
                <a:lnTo>
                  <a:pt x="990908" y="18844"/>
                </a:lnTo>
                <a:cubicBezTo>
                  <a:pt x="985414" y="24339"/>
                  <a:pt x="977823" y="27738"/>
                  <a:pt x="969438" y="27738"/>
                </a:cubicBezTo>
                <a:cubicBezTo>
                  <a:pt x="961053" y="27738"/>
                  <a:pt x="953462" y="24339"/>
                  <a:pt x="947968" y="18844"/>
                </a:cubicBezTo>
                <a:close/>
                <a:moveTo>
                  <a:pt x="867607" y="0"/>
                </a:moveTo>
                <a:lnTo>
                  <a:pt x="926159" y="0"/>
                </a:lnTo>
                <a:lnTo>
                  <a:pt x="918354" y="18844"/>
                </a:lnTo>
                <a:cubicBezTo>
                  <a:pt x="912859" y="24339"/>
                  <a:pt x="905268" y="27738"/>
                  <a:pt x="896883" y="27738"/>
                </a:cubicBezTo>
                <a:cubicBezTo>
                  <a:pt x="888499" y="27738"/>
                  <a:pt x="880908" y="24339"/>
                  <a:pt x="875413" y="18844"/>
                </a:cubicBezTo>
                <a:close/>
                <a:moveTo>
                  <a:pt x="795053" y="0"/>
                </a:moveTo>
                <a:lnTo>
                  <a:pt x="853605" y="0"/>
                </a:lnTo>
                <a:lnTo>
                  <a:pt x="845799" y="18844"/>
                </a:lnTo>
                <a:cubicBezTo>
                  <a:pt x="840304" y="24339"/>
                  <a:pt x="832714" y="27738"/>
                  <a:pt x="824329" y="27738"/>
                </a:cubicBezTo>
                <a:cubicBezTo>
                  <a:pt x="815944" y="27738"/>
                  <a:pt x="808353" y="24339"/>
                  <a:pt x="802858" y="18844"/>
                </a:cubicBezTo>
                <a:close/>
                <a:moveTo>
                  <a:pt x="722498" y="0"/>
                </a:moveTo>
                <a:lnTo>
                  <a:pt x="781050" y="0"/>
                </a:lnTo>
                <a:lnTo>
                  <a:pt x="773245" y="18844"/>
                </a:lnTo>
                <a:cubicBezTo>
                  <a:pt x="767750" y="24339"/>
                  <a:pt x="760159" y="27738"/>
                  <a:pt x="751774" y="27738"/>
                </a:cubicBezTo>
                <a:cubicBezTo>
                  <a:pt x="743390" y="27738"/>
                  <a:pt x="735799" y="24339"/>
                  <a:pt x="730304" y="18844"/>
                </a:cubicBezTo>
                <a:close/>
                <a:moveTo>
                  <a:pt x="649944" y="0"/>
                </a:moveTo>
                <a:lnTo>
                  <a:pt x="708496" y="0"/>
                </a:lnTo>
                <a:lnTo>
                  <a:pt x="700690" y="18844"/>
                </a:lnTo>
                <a:cubicBezTo>
                  <a:pt x="695195" y="24339"/>
                  <a:pt x="687604" y="27738"/>
                  <a:pt x="679220" y="27738"/>
                </a:cubicBezTo>
                <a:cubicBezTo>
                  <a:pt x="670835" y="27738"/>
                  <a:pt x="663244" y="24339"/>
                  <a:pt x="657749" y="18844"/>
                </a:cubicBezTo>
                <a:close/>
                <a:moveTo>
                  <a:pt x="577389" y="0"/>
                </a:moveTo>
                <a:lnTo>
                  <a:pt x="635941" y="0"/>
                </a:lnTo>
                <a:lnTo>
                  <a:pt x="628135" y="18844"/>
                </a:lnTo>
                <a:cubicBezTo>
                  <a:pt x="622641" y="24339"/>
                  <a:pt x="615050" y="27738"/>
                  <a:pt x="606665" y="27738"/>
                </a:cubicBezTo>
                <a:cubicBezTo>
                  <a:pt x="598280" y="27738"/>
                  <a:pt x="590690" y="24339"/>
                  <a:pt x="585195" y="18844"/>
                </a:cubicBezTo>
                <a:close/>
                <a:moveTo>
                  <a:pt x="504835" y="0"/>
                </a:moveTo>
                <a:lnTo>
                  <a:pt x="563386" y="0"/>
                </a:lnTo>
                <a:lnTo>
                  <a:pt x="555581" y="18844"/>
                </a:lnTo>
                <a:cubicBezTo>
                  <a:pt x="550086" y="24339"/>
                  <a:pt x="542495" y="27738"/>
                  <a:pt x="534111" y="27738"/>
                </a:cubicBezTo>
                <a:cubicBezTo>
                  <a:pt x="525726" y="27738"/>
                  <a:pt x="518135" y="24339"/>
                  <a:pt x="512640" y="18844"/>
                </a:cubicBezTo>
                <a:close/>
                <a:moveTo>
                  <a:pt x="432280" y="0"/>
                </a:moveTo>
                <a:lnTo>
                  <a:pt x="490832" y="0"/>
                </a:lnTo>
                <a:lnTo>
                  <a:pt x="483026" y="18844"/>
                </a:lnTo>
                <a:cubicBezTo>
                  <a:pt x="477532" y="24339"/>
                  <a:pt x="469941" y="27738"/>
                  <a:pt x="461556" y="27738"/>
                </a:cubicBezTo>
                <a:cubicBezTo>
                  <a:pt x="453171" y="27738"/>
                  <a:pt x="445580" y="24339"/>
                  <a:pt x="440086" y="18844"/>
                </a:cubicBezTo>
                <a:close/>
                <a:moveTo>
                  <a:pt x="359726" y="0"/>
                </a:moveTo>
                <a:lnTo>
                  <a:pt x="418277" y="0"/>
                </a:lnTo>
                <a:lnTo>
                  <a:pt x="410472" y="18844"/>
                </a:lnTo>
                <a:cubicBezTo>
                  <a:pt x="404977" y="24339"/>
                  <a:pt x="397386" y="27738"/>
                  <a:pt x="389002" y="27738"/>
                </a:cubicBezTo>
                <a:cubicBezTo>
                  <a:pt x="380617" y="27738"/>
                  <a:pt x="373026" y="24339"/>
                  <a:pt x="367531" y="18844"/>
                </a:cubicBezTo>
                <a:close/>
                <a:moveTo>
                  <a:pt x="287171" y="0"/>
                </a:moveTo>
                <a:lnTo>
                  <a:pt x="345723" y="0"/>
                </a:lnTo>
                <a:lnTo>
                  <a:pt x="337917" y="18844"/>
                </a:lnTo>
                <a:cubicBezTo>
                  <a:pt x="332423" y="24339"/>
                  <a:pt x="324832" y="27738"/>
                  <a:pt x="316447" y="27738"/>
                </a:cubicBezTo>
                <a:cubicBezTo>
                  <a:pt x="308062" y="27738"/>
                  <a:pt x="300471" y="24339"/>
                  <a:pt x="294977" y="18844"/>
                </a:cubicBezTo>
                <a:close/>
                <a:moveTo>
                  <a:pt x="214617" y="0"/>
                </a:moveTo>
                <a:lnTo>
                  <a:pt x="273168" y="0"/>
                </a:lnTo>
                <a:lnTo>
                  <a:pt x="265363" y="18844"/>
                </a:lnTo>
                <a:cubicBezTo>
                  <a:pt x="259868" y="24339"/>
                  <a:pt x="252277" y="27738"/>
                  <a:pt x="243892" y="27738"/>
                </a:cubicBezTo>
                <a:cubicBezTo>
                  <a:pt x="235508" y="27738"/>
                  <a:pt x="227917" y="24339"/>
                  <a:pt x="222422" y="18844"/>
                </a:cubicBezTo>
                <a:close/>
                <a:moveTo>
                  <a:pt x="142204" y="0"/>
                </a:moveTo>
                <a:lnTo>
                  <a:pt x="200614" y="0"/>
                </a:lnTo>
                <a:lnTo>
                  <a:pt x="192808" y="18844"/>
                </a:lnTo>
                <a:cubicBezTo>
                  <a:pt x="187314" y="24339"/>
                  <a:pt x="179723" y="27738"/>
                  <a:pt x="171339" y="27738"/>
                </a:cubicBezTo>
                <a:cubicBezTo>
                  <a:pt x="163026" y="27738"/>
                  <a:pt x="155471" y="24339"/>
                  <a:pt x="149994" y="18844"/>
                </a:cubicBezTo>
                <a:close/>
                <a:moveTo>
                  <a:pt x="69668" y="0"/>
                </a:moveTo>
                <a:lnTo>
                  <a:pt x="128212" y="0"/>
                </a:lnTo>
                <a:lnTo>
                  <a:pt x="120408" y="18844"/>
                </a:lnTo>
                <a:cubicBezTo>
                  <a:pt x="114915" y="24339"/>
                  <a:pt x="107328" y="27738"/>
                  <a:pt x="98949" y="27738"/>
                </a:cubicBezTo>
                <a:cubicBezTo>
                  <a:pt x="90562" y="27738"/>
                  <a:pt x="82969" y="24339"/>
                  <a:pt x="77474" y="18844"/>
                </a:cubicBezTo>
                <a:close/>
                <a:moveTo>
                  <a:pt x="0" y="0"/>
                </a:moveTo>
                <a:lnTo>
                  <a:pt x="55662" y="0"/>
                </a:lnTo>
                <a:lnTo>
                  <a:pt x="47858" y="18844"/>
                </a:lnTo>
                <a:cubicBezTo>
                  <a:pt x="42364" y="24339"/>
                  <a:pt x="34775" y="27738"/>
                  <a:pt x="26394" y="27738"/>
                </a:cubicBezTo>
                <a:cubicBezTo>
                  <a:pt x="18009" y="27738"/>
                  <a:pt x="10417" y="24339"/>
                  <a:pt x="4922" y="18844"/>
                </a:cubicBezTo>
                <a:lnTo>
                  <a:pt x="0" y="6962"/>
                </a:lnTo>
                <a:close/>
              </a:path>
            </a:pathLst>
          </a:custGeom>
          <a:solidFill>
            <a:schemeClr val="accent1">
              <a:alpha val="60000"/>
            </a:schemeClr>
          </a:soli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None/>
            </a:pPr>
            <a:endParaRPr sz="1867" b="0" i="0" u="none" strike="noStrike" cap="none" dirty="0">
              <a:solidFill>
                <a:schemeClr val="dk1"/>
              </a:solidFill>
              <a:latin typeface="Calibri"/>
              <a:ea typeface="Calibri"/>
              <a:cs typeface="Calibri"/>
              <a:sym typeface="Calibri"/>
            </a:endParaRPr>
          </a:p>
        </p:txBody>
      </p:sp>
      <p:sp>
        <p:nvSpPr>
          <p:cNvPr id="6" name="Google Shape;177;p11">
            <a:extLst>
              <a:ext uri="{FF2B5EF4-FFF2-40B4-BE49-F238E27FC236}">
                <a16:creationId xmlns:a16="http://schemas.microsoft.com/office/drawing/2014/main" id="{27ED8C6B-9F2C-294E-8F83-A6A0EECBD9AA}"/>
              </a:ext>
            </a:extLst>
          </p:cNvPr>
          <p:cNvSpPr/>
          <p:nvPr/>
        </p:nvSpPr>
        <p:spPr>
          <a:xfrm>
            <a:off x="2" y="2"/>
            <a:ext cx="403373" cy="496797"/>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None/>
            </a:pPr>
            <a:endParaRPr sz="1867" b="0" i="0" u="none" strike="noStrike" cap="none" dirty="0">
              <a:solidFill>
                <a:schemeClr val="dk1"/>
              </a:solidFill>
              <a:latin typeface="Calibri"/>
              <a:ea typeface="Calibri"/>
              <a:cs typeface="Calibri"/>
              <a:sym typeface="Calibri"/>
            </a:endParaRPr>
          </a:p>
        </p:txBody>
      </p:sp>
      <p:sp>
        <p:nvSpPr>
          <p:cNvPr id="7" name="Google Shape;193;p11">
            <a:extLst>
              <a:ext uri="{FF2B5EF4-FFF2-40B4-BE49-F238E27FC236}">
                <a16:creationId xmlns:a16="http://schemas.microsoft.com/office/drawing/2014/main" id="{17BE700C-4C7F-0944-A171-5DD5599A2581}"/>
              </a:ext>
            </a:extLst>
          </p:cNvPr>
          <p:cNvSpPr/>
          <p:nvPr/>
        </p:nvSpPr>
        <p:spPr>
          <a:xfrm>
            <a:off x="5017141" y="1220695"/>
            <a:ext cx="730800" cy="7308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mn-lt"/>
              <a:ea typeface="Calibri"/>
              <a:cs typeface="Calibri"/>
              <a:sym typeface="Calibri"/>
            </a:endParaRPr>
          </a:p>
        </p:txBody>
      </p:sp>
      <p:sp>
        <p:nvSpPr>
          <p:cNvPr id="8" name="Google Shape;194;p11">
            <a:extLst>
              <a:ext uri="{FF2B5EF4-FFF2-40B4-BE49-F238E27FC236}">
                <a16:creationId xmlns:a16="http://schemas.microsoft.com/office/drawing/2014/main" id="{0F052B02-B399-004C-BD00-829E467F31EB}"/>
              </a:ext>
            </a:extLst>
          </p:cNvPr>
          <p:cNvSpPr/>
          <p:nvPr/>
        </p:nvSpPr>
        <p:spPr>
          <a:xfrm>
            <a:off x="7248636" y="1220695"/>
            <a:ext cx="730800" cy="7308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mn-lt"/>
              <a:ea typeface="Calibri"/>
              <a:cs typeface="Calibri"/>
              <a:sym typeface="Calibri"/>
            </a:endParaRPr>
          </a:p>
        </p:txBody>
      </p:sp>
      <p:sp>
        <p:nvSpPr>
          <p:cNvPr id="9" name="Google Shape;195;p11">
            <a:extLst>
              <a:ext uri="{FF2B5EF4-FFF2-40B4-BE49-F238E27FC236}">
                <a16:creationId xmlns:a16="http://schemas.microsoft.com/office/drawing/2014/main" id="{6FD0D539-FC8B-F041-A0CC-2F3FA81CB3A7}"/>
              </a:ext>
            </a:extLst>
          </p:cNvPr>
          <p:cNvSpPr/>
          <p:nvPr/>
        </p:nvSpPr>
        <p:spPr>
          <a:xfrm>
            <a:off x="9480132" y="1220695"/>
            <a:ext cx="730800" cy="7308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mn-lt"/>
              <a:ea typeface="Calibri"/>
              <a:cs typeface="Calibri"/>
              <a:sym typeface="Calibri"/>
            </a:endParaRPr>
          </a:p>
        </p:txBody>
      </p:sp>
      <p:sp>
        <p:nvSpPr>
          <p:cNvPr id="10" name="Google Shape;196;p11">
            <a:extLst>
              <a:ext uri="{FF2B5EF4-FFF2-40B4-BE49-F238E27FC236}">
                <a16:creationId xmlns:a16="http://schemas.microsoft.com/office/drawing/2014/main" id="{F888FC8D-5226-9140-8C75-8B4DD8C1D3E1}"/>
              </a:ext>
            </a:extLst>
          </p:cNvPr>
          <p:cNvSpPr>
            <a:spLocks noGrp="1"/>
          </p:cNvSpPr>
          <p:nvPr>
            <p:ph type="pic" idx="14"/>
          </p:nvPr>
        </p:nvSpPr>
        <p:spPr>
          <a:xfrm>
            <a:off x="614751" y="1281295"/>
            <a:ext cx="609600" cy="609600"/>
          </a:xfrm>
          <a:prstGeom prst="ellipse">
            <a:avLst/>
          </a:prstGeom>
          <a:noFill/>
          <a:ln w="25400" cap="flat" cmpd="sng">
            <a:solidFill>
              <a:schemeClr val="dk2"/>
            </a:solidFill>
            <a:prstDash val="solid"/>
            <a:round/>
            <a:headEnd type="none" w="sm" len="sm"/>
            <a:tailEnd type="none" w="sm" len="sm"/>
          </a:ln>
        </p:spPr>
        <p:txBody>
          <a:bodyPr anchor="ctr"/>
          <a:lstStyle>
            <a:lvl1pPr marL="8466" indent="0" algn="ctr">
              <a:buNone/>
              <a:tabLst/>
              <a:defRPr sz="667">
                <a:latin typeface="+mn-lt"/>
              </a:defRPr>
            </a:lvl1pPr>
          </a:lstStyle>
          <a:p>
            <a:r>
              <a:rPr lang="en-US" dirty="0"/>
              <a:t>Click icon to add picture</a:t>
            </a:r>
          </a:p>
        </p:txBody>
      </p:sp>
      <p:sp>
        <p:nvSpPr>
          <p:cNvPr id="11" name="Google Shape;201;p11">
            <a:extLst>
              <a:ext uri="{FF2B5EF4-FFF2-40B4-BE49-F238E27FC236}">
                <a16:creationId xmlns:a16="http://schemas.microsoft.com/office/drawing/2014/main" id="{0E04F9CF-F611-9548-9CB5-B1F685EFA370}"/>
              </a:ext>
            </a:extLst>
          </p:cNvPr>
          <p:cNvSpPr/>
          <p:nvPr/>
        </p:nvSpPr>
        <p:spPr>
          <a:xfrm>
            <a:off x="554151" y="2305828"/>
            <a:ext cx="730800" cy="7308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mn-lt"/>
              <a:ea typeface="Calibri"/>
              <a:cs typeface="Calibri"/>
              <a:sym typeface="Calibri"/>
            </a:endParaRPr>
          </a:p>
        </p:txBody>
      </p:sp>
      <p:sp>
        <p:nvSpPr>
          <p:cNvPr id="12" name="Google Shape;202;p11">
            <a:extLst>
              <a:ext uri="{FF2B5EF4-FFF2-40B4-BE49-F238E27FC236}">
                <a16:creationId xmlns:a16="http://schemas.microsoft.com/office/drawing/2014/main" id="{F7142655-453B-6E4A-82D1-906594355163}"/>
              </a:ext>
            </a:extLst>
          </p:cNvPr>
          <p:cNvSpPr/>
          <p:nvPr/>
        </p:nvSpPr>
        <p:spPr>
          <a:xfrm>
            <a:off x="2785645" y="2305828"/>
            <a:ext cx="730800" cy="7308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mn-lt"/>
              <a:ea typeface="Calibri"/>
              <a:cs typeface="Calibri"/>
              <a:sym typeface="Calibri"/>
            </a:endParaRPr>
          </a:p>
        </p:txBody>
      </p:sp>
      <p:sp>
        <p:nvSpPr>
          <p:cNvPr id="13" name="Google Shape;213;p11">
            <a:extLst>
              <a:ext uri="{FF2B5EF4-FFF2-40B4-BE49-F238E27FC236}">
                <a16:creationId xmlns:a16="http://schemas.microsoft.com/office/drawing/2014/main" id="{7EDB6B55-E15E-B049-BD8B-3EB9301A1471}"/>
              </a:ext>
            </a:extLst>
          </p:cNvPr>
          <p:cNvSpPr/>
          <p:nvPr/>
        </p:nvSpPr>
        <p:spPr>
          <a:xfrm>
            <a:off x="5017141" y="2305828"/>
            <a:ext cx="730800" cy="7308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mn-lt"/>
              <a:ea typeface="Calibri"/>
              <a:cs typeface="Calibri"/>
              <a:sym typeface="Calibri"/>
            </a:endParaRPr>
          </a:p>
        </p:txBody>
      </p:sp>
      <p:sp>
        <p:nvSpPr>
          <p:cNvPr id="14" name="Google Shape;214;p11">
            <a:extLst>
              <a:ext uri="{FF2B5EF4-FFF2-40B4-BE49-F238E27FC236}">
                <a16:creationId xmlns:a16="http://schemas.microsoft.com/office/drawing/2014/main" id="{184971B8-B846-2644-8159-84815FB9DAF2}"/>
              </a:ext>
            </a:extLst>
          </p:cNvPr>
          <p:cNvSpPr/>
          <p:nvPr/>
        </p:nvSpPr>
        <p:spPr>
          <a:xfrm>
            <a:off x="7248636" y="2305828"/>
            <a:ext cx="730800" cy="7308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mn-lt"/>
              <a:ea typeface="Calibri"/>
              <a:cs typeface="Calibri"/>
              <a:sym typeface="Calibri"/>
            </a:endParaRPr>
          </a:p>
        </p:txBody>
      </p:sp>
      <p:sp>
        <p:nvSpPr>
          <p:cNvPr id="15" name="Google Shape;215;p11">
            <a:extLst>
              <a:ext uri="{FF2B5EF4-FFF2-40B4-BE49-F238E27FC236}">
                <a16:creationId xmlns:a16="http://schemas.microsoft.com/office/drawing/2014/main" id="{3DEEEFD5-D396-F04F-B82C-24A176084B51}"/>
              </a:ext>
            </a:extLst>
          </p:cNvPr>
          <p:cNvSpPr/>
          <p:nvPr/>
        </p:nvSpPr>
        <p:spPr>
          <a:xfrm>
            <a:off x="9480132" y="2305828"/>
            <a:ext cx="730800" cy="7308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mn-lt"/>
              <a:ea typeface="Calibri"/>
              <a:cs typeface="Calibri"/>
              <a:sym typeface="Calibri"/>
            </a:endParaRPr>
          </a:p>
        </p:txBody>
      </p:sp>
      <p:sp>
        <p:nvSpPr>
          <p:cNvPr id="16" name="Google Shape;216;p11">
            <a:extLst>
              <a:ext uri="{FF2B5EF4-FFF2-40B4-BE49-F238E27FC236}">
                <a16:creationId xmlns:a16="http://schemas.microsoft.com/office/drawing/2014/main" id="{C9A2882B-D5F9-0446-8294-862F84E71990}"/>
              </a:ext>
            </a:extLst>
          </p:cNvPr>
          <p:cNvSpPr>
            <a:spLocks noGrp="1"/>
          </p:cNvSpPr>
          <p:nvPr>
            <p:ph type="pic" idx="29"/>
          </p:nvPr>
        </p:nvSpPr>
        <p:spPr>
          <a:xfrm>
            <a:off x="614751" y="2366428"/>
            <a:ext cx="609600" cy="609600"/>
          </a:xfrm>
          <a:prstGeom prst="ellipse">
            <a:avLst/>
          </a:prstGeom>
          <a:noFill/>
          <a:ln w="25400" cap="flat" cmpd="sng">
            <a:solidFill>
              <a:schemeClr val="dk2"/>
            </a:solidFill>
            <a:prstDash val="solid"/>
            <a:round/>
            <a:headEnd type="none" w="sm" len="sm"/>
            <a:tailEnd type="none" w="sm" len="sm"/>
          </a:ln>
        </p:spPr>
        <p:txBody>
          <a:bodyPr anchor="ctr"/>
          <a:lstStyle>
            <a:lvl1pPr marL="8466" indent="0" algn="ctr">
              <a:buNone/>
              <a:tabLst/>
              <a:defRPr sz="667">
                <a:latin typeface="+mn-lt"/>
              </a:defRPr>
            </a:lvl1pPr>
          </a:lstStyle>
          <a:p>
            <a:r>
              <a:rPr lang="en-US" dirty="0"/>
              <a:t>Click icon to add picture</a:t>
            </a:r>
          </a:p>
        </p:txBody>
      </p:sp>
      <p:sp>
        <p:nvSpPr>
          <p:cNvPr id="17" name="Google Shape;221;p11">
            <a:extLst>
              <a:ext uri="{FF2B5EF4-FFF2-40B4-BE49-F238E27FC236}">
                <a16:creationId xmlns:a16="http://schemas.microsoft.com/office/drawing/2014/main" id="{A23D15E0-E015-F64C-9BDE-199C40FF34C5}"/>
              </a:ext>
            </a:extLst>
          </p:cNvPr>
          <p:cNvSpPr/>
          <p:nvPr/>
        </p:nvSpPr>
        <p:spPr>
          <a:xfrm>
            <a:off x="554151" y="3390961"/>
            <a:ext cx="730800" cy="7308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mn-lt"/>
              <a:ea typeface="Calibri"/>
              <a:cs typeface="Calibri"/>
              <a:sym typeface="Calibri"/>
            </a:endParaRPr>
          </a:p>
        </p:txBody>
      </p:sp>
      <p:sp>
        <p:nvSpPr>
          <p:cNvPr id="18" name="Google Shape;222;p11">
            <a:extLst>
              <a:ext uri="{FF2B5EF4-FFF2-40B4-BE49-F238E27FC236}">
                <a16:creationId xmlns:a16="http://schemas.microsoft.com/office/drawing/2014/main" id="{16F74F3B-A597-CD4A-94D6-82830432E4AC}"/>
              </a:ext>
            </a:extLst>
          </p:cNvPr>
          <p:cNvSpPr/>
          <p:nvPr/>
        </p:nvSpPr>
        <p:spPr>
          <a:xfrm>
            <a:off x="2785645" y="3390961"/>
            <a:ext cx="730800" cy="7308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mn-lt"/>
              <a:ea typeface="Calibri"/>
              <a:cs typeface="Calibri"/>
              <a:sym typeface="Calibri"/>
            </a:endParaRPr>
          </a:p>
        </p:txBody>
      </p:sp>
      <p:sp>
        <p:nvSpPr>
          <p:cNvPr id="19" name="Google Shape;233;p11">
            <a:extLst>
              <a:ext uri="{FF2B5EF4-FFF2-40B4-BE49-F238E27FC236}">
                <a16:creationId xmlns:a16="http://schemas.microsoft.com/office/drawing/2014/main" id="{AD6AD509-DCCD-2040-A195-E72F1419C138}"/>
              </a:ext>
            </a:extLst>
          </p:cNvPr>
          <p:cNvSpPr/>
          <p:nvPr/>
        </p:nvSpPr>
        <p:spPr>
          <a:xfrm>
            <a:off x="5017141" y="3390961"/>
            <a:ext cx="730800" cy="7308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mn-lt"/>
              <a:ea typeface="Calibri"/>
              <a:cs typeface="Calibri"/>
              <a:sym typeface="Calibri"/>
            </a:endParaRPr>
          </a:p>
        </p:txBody>
      </p:sp>
      <p:sp>
        <p:nvSpPr>
          <p:cNvPr id="20" name="Google Shape;234;p11">
            <a:extLst>
              <a:ext uri="{FF2B5EF4-FFF2-40B4-BE49-F238E27FC236}">
                <a16:creationId xmlns:a16="http://schemas.microsoft.com/office/drawing/2014/main" id="{DCF61700-4B41-5546-B147-F9B8CCD7D608}"/>
              </a:ext>
            </a:extLst>
          </p:cNvPr>
          <p:cNvSpPr/>
          <p:nvPr/>
        </p:nvSpPr>
        <p:spPr>
          <a:xfrm>
            <a:off x="7248636" y="3390961"/>
            <a:ext cx="730800" cy="7308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mn-lt"/>
              <a:ea typeface="Calibri"/>
              <a:cs typeface="Calibri"/>
              <a:sym typeface="Calibri"/>
            </a:endParaRPr>
          </a:p>
        </p:txBody>
      </p:sp>
      <p:sp>
        <p:nvSpPr>
          <p:cNvPr id="21" name="Google Shape;235;p11">
            <a:extLst>
              <a:ext uri="{FF2B5EF4-FFF2-40B4-BE49-F238E27FC236}">
                <a16:creationId xmlns:a16="http://schemas.microsoft.com/office/drawing/2014/main" id="{03965D08-DA70-774A-ABA8-45A083DF6B01}"/>
              </a:ext>
            </a:extLst>
          </p:cNvPr>
          <p:cNvSpPr/>
          <p:nvPr/>
        </p:nvSpPr>
        <p:spPr>
          <a:xfrm>
            <a:off x="9480132" y="3390961"/>
            <a:ext cx="730800" cy="7308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mn-lt"/>
              <a:ea typeface="Calibri"/>
              <a:cs typeface="Calibri"/>
              <a:sym typeface="Calibri"/>
            </a:endParaRPr>
          </a:p>
        </p:txBody>
      </p:sp>
      <p:sp>
        <p:nvSpPr>
          <p:cNvPr id="22" name="Google Shape;236;p11">
            <a:extLst>
              <a:ext uri="{FF2B5EF4-FFF2-40B4-BE49-F238E27FC236}">
                <a16:creationId xmlns:a16="http://schemas.microsoft.com/office/drawing/2014/main" id="{D35F738D-C816-F845-BCB2-EA01280D2954}"/>
              </a:ext>
            </a:extLst>
          </p:cNvPr>
          <p:cNvSpPr>
            <a:spLocks noGrp="1"/>
          </p:cNvSpPr>
          <p:nvPr>
            <p:ph type="pic" idx="44"/>
          </p:nvPr>
        </p:nvSpPr>
        <p:spPr>
          <a:xfrm>
            <a:off x="614751" y="3451561"/>
            <a:ext cx="609600" cy="609600"/>
          </a:xfrm>
          <a:prstGeom prst="ellipse">
            <a:avLst/>
          </a:prstGeom>
          <a:noFill/>
          <a:ln w="25400" cap="flat" cmpd="sng">
            <a:solidFill>
              <a:schemeClr val="dk2"/>
            </a:solidFill>
            <a:prstDash val="solid"/>
            <a:round/>
            <a:headEnd type="none" w="sm" len="sm"/>
            <a:tailEnd type="none" w="sm" len="sm"/>
          </a:ln>
        </p:spPr>
        <p:txBody>
          <a:bodyPr anchor="ctr"/>
          <a:lstStyle>
            <a:lvl1pPr marL="8466" indent="0" algn="ctr">
              <a:buNone/>
              <a:tabLst/>
              <a:defRPr sz="667">
                <a:latin typeface="+mn-lt"/>
              </a:defRPr>
            </a:lvl1pPr>
          </a:lstStyle>
          <a:p>
            <a:r>
              <a:rPr lang="en-US" dirty="0"/>
              <a:t>Click icon to add picture</a:t>
            </a:r>
          </a:p>
        </p:txBody>
      </p:sp>
      <p:sp>
        <p:nvSpPr>
          <p:cNvPr id="23" name="Google Shape;241;p11">
            <a:extLst>
              <a:ext uri="{FF2B5EF4-FFF2-40B4-BE49-F238E27FC236}">
                <a16:creationId xmlns:a16="http://schemas.microsoft.com/office/drawing/2014/main" id="{A8F971EF-5366-7040-AFE0-AC8DBEEA2C6C}"/>
              </a:ext>
            </a:extLst>
          </p:cNvPr>
          <p:cNvSpPr/>
          <p:nvPr/>
        </p:nvSpPr>
        <p:spPr>
          <a:xfrm>
            <a:off x="554151" y="4476095"/>
            <a:ext cx="730800" cy="7308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mn-lt"/>
              <a:ea typeface="Calibri"/>
              <a:cs typeface="Calibri"/>
              <a:sym typeface="Calibri"/>
            </a:endParaRPr>
          </a:p>
        </p:txBody>
      </p:sp>
      <p:sp>
        <p:nvSpPr>
          <p:cNvPr id="24" name="Google Shape;242;p11">
            <a:extLst>
              <a:ext uri="{FF2B5EF4-FFF2-40B4-BE49-F238E27FC236}">
                <a16:creationId xmlns:a16="http://schemas.microsoft.com/office/drawing/2014/main" id="{E8ED1B3F-4DF0-6449-9565-28916383509C}"/>
              </a:ext>
            </a:extLst>
          </p:cNvPr>
          <p:cNvSpPr/>
          <p:nvPr/>
        </p:nvSpPr>
        <p:spPr>
          <a:xfrm>
            <a:off x="2785645" y="4476095"/>
            <a:ext cx="730800" cy="7308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mn-lt"/>
              <a:ea typeface="Calibri"/>
              <a:cs typeface="Calibri"/>
              <a:sym typeface="Calibri"/>
            </a:endParaRPr>
          </a:p>
        </p:txBody>
      </p:sp>
      <p:sp>
        <p:nvSpPr>
          <p:cNvPr id="25" name="Google Shape;253;p11">
            <a:extLst>
              <a:ext uri="{FF2B5EF4-FFF2-40B4-BE49-F238E27FC236}">
                <a16:creationId xmlns:a16="http://schemas.microsoft.com/office/drawing/2014/main" id="{0E5855A6-BFDA-8C4A-9439-008DD701CDAC}"/>
              </a:ext>
            </a:extLst>
          </p:cNvPr>
          <p:cNvSpPr/>
          <p:nvPr/>
        </p:nvSpPr>
        <p:spPr>
          <a:xfrm>
            <a:off x="5017141" y="4476095"/>
            <a:ext cx="730800" cy="7308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mn-lt"/>
              <a:ea typeface="Calibri"/>
              <a:cs typeface="Calibri"/>
              <a:sym typeface="Calibri"/>
            </a:endParaRPr>
          </a:p>
        </p:txBody>
      </p:sp>
      <p:sp>
        <p:nvSpPr>
          <p:cNvPr id="26" name="Google Shape;254;p11">
            <a:extLst>
              <a:ext uri="{FF2B5EF4-FFF2-40B4-BE49-F238E27FC236}">
                <a16:creationId xmlns:a16="http://schemas.microsoft.com/office/drawing/2014/main" id="{1C9C364E-C3B4-E44E-A843-CCCE47642992}"/>
              </a:ext>
            </a:extLst>
          </p:cNvPr>
          <p:cNvSpPr/>
          <p:nvPr/>
        </p:nvSpPr>
        <p:spPr>
          <a:xfrm>
            <a:off x="7248636" y="4476095"/>
            <a:ext cx="730800" cy="7308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mn-lt"/>
              <a:ea typeface="Calibri"/>
              <a:cs typeface="Calibri"/>
              <a:sym typeface="Calibri"/>
            </a:endParaRPr>
          </a:p>
        </p:txBody>
      </p:sp>
      <p:sp>
        <p:nvSpPr>
          <p:cNvPr id="27" name="Google Shape;255;p11">
            <a:extLst>
              <a:ext uri="{FF2B5EF4-FFF2-40B4-BE49-F238E27FC236}">
                <a16:creationId xmlns:a16="http://schemas.microsoft.com/office/drawing/2014/main" id="{6CDFFBEE-DA88-2241-A925-8B6AD3DD22B9}"/>
              </a:ext>
            </a:extLst>
          </p:cNvPr>
          <p:cNvSpPr/>
          <p:nvPr/>
        </p:nvSpPr>
        <p:spPr>
          <a:xfrm>
            <a:off x="9480132" y="4476095"/>
            <a:ext cx="730800" cy="7308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mn-lt"/>
              <a:ea typeface="Calibri"/>
              <a:cs typeface="Calibri"/>
              <a:sym typeface="Calibri"/>
            </a:endParaRPr>
          </a:p>
        </p:txBody>
      </p:sp>
      <p:sp>
        <p:nvSpPr>
          <p:cNvPr id="28" name="Google Shape;256;p11">
            <a:extLst>
              <a:ext uri="{FF2B5EF4-FFF2-40B4-BE49-F238E27FC236}">
                <a16:creationId xmlns:a16="http://schemas.microsoft.com/office/drawing/2014/main" id="{FE1565A6-6196-9F41-B09F-1895CD24D784}"/>
              </a:ext>
            </a:extLst>
          </p:cNvPr>
          <p:cNvSpPr>
            <a:spLocks noGrp="1"/>
          </p:cNvSpPr>
          <p:nvPr>
            <p:ph type="pic" idx="59"/>
          </p:nvPr>
        </p:nvSpPr>
        <p:spPr>
          <a:xfrm>
            <a:off x="614751" y="4536695"/>
            <a:ext cx="609600" cy="609600"/>
          </a:xfrm>
          <a:prstGeom prst="ellipse">
            <a:avLst/>
          </a:prstGeom>
          <a:noFill/>
          <a:ln w="25400" cap="flat" cmpd="sng">
            <a:solidFill>
              <a:schemeClr val="dk2"/>
            </a:solidFill>
            <a:prstDash val="solid"/>
            <a:round/>
            <a:headEnd type="none" w="sm" len="sm"/>
            <a:tailEnd type="none" w="sm" len="sm"/>
          </a:ln>
        </p:spPr>
        <p:txBody>
          <a:bodyPr anchor="ctr"/>
          <a:lstStyle>
            <a:lvl1pPr marL="8466" indent="0" algn="ctr">
              <a:buNone/>
              <a:tabLst/>
              <a:defRPr sz="667">
                <a:latin typeface="+mn-lt"/>
              </a:defRPr>
            </a:lvl1pPr>
          </a:lstStyle>
          <a:p>
            <a:r>
              <a:rPr lang="en-US" dirty="0"/>
              <a:t>Click icon to add picture</a:t>
            </a:r>
          </a:p>
        </p:txBody>
      </p:sp>
      <p:sp>
        <p:nvSpPr>
          <p:cNvPr id="29" name="Google Shape;261;p11">
            <a:extLst>
              <a:ext uri="{FF2B5EF4-FFF2-40B4-BE49-F238E27FC236}">
                <a16:creationId xmlns:a16="http://schemas.microsoft.com/office/drawing/2014/main" id="{5269A464-3B2A-8A4F-989E-32EF4BE49DBD}"/>
              </a:ext>
            </a:extLst>
          </p:cNvPr>
          <p:cNvSpPr/>
          <p:nvPr/>
        </p:nvSpPr>
        <p:spPr>
          <a:xfrm>
            <a:off x="554151" y="5561228"/>
            <a:ext cx="730800" cy="7308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mn-lt"/>
              <a:ea typeface="Calibri"/>
              <a:cs typeface="Calibri"/>
              <a:sym typeface="Calibri"/>
            </a:endParaRPr>
          </a:p>
        </p:txBody>
      </p:sp>
      <p:sp>
        <p:nvSpPr>
          <p:cNvPr id="30" name="Google Shape;262;p11">
            <a:extLst>
              <a:ext uri="{FF2B5EF4-FFF2-40B4-BE49-F238E27FC236}">
                <a16:creationId xmlns:a16="http://schemas.microsoft.com/office/drawing/2014/main" id="{2515C8B5-9D0D-2246-99C7-6BE1B7FF3BA6}"/>
              </a:ext>
            </a:extLst>
          </p:cNvPr>
          <p:cNvSpPr/>
          <p:nvPr/>
        </p:nvSpPr>
        <p:spPr>
          <a:xfrm>
            <a:off x="2785645" y="5561228"/>
            <a:ext cx="730800" cy="7308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mn-lt"/>
              <a:ea typeface="Calibri"/>
              <a:cs typeface="Calibri"/>
              <a:sym typeface="Calibri"/>
            </a:endParaRPr>
          </a:p>
        </p:txBody>
      </p:sp>
      <p:sp>
        <p:nvSpPr>
          <p:cNvPr id="31" name="Google Shape;273;p11">
            <a:extLst>
              <a:ext uri="{FF2B5EF4-FFF2-40B4-BE49-F238E27FC236}">
                <a16:creationId xmlns:a16="http://schemas.microsoft.com/office/drawing/2014/main" id="{545EE216-9203-C447-981A-4C847C77DC8F}"/>
              </a:ext>
            </a:extLst>
          </p:cNvPr>
          <p:cNvSpPr/>
          <p:nvPr/>
        </p:nvSpPr>
        <p:spPr>
          <a:xfrm>
            <a:off x="5017141" y="5561228"/>
            <a:ext cx="730800" cy="7308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mn-lt"/>
              <a:ea typeface="Calibri"/>
              <a:cs typeface="Calibri"/>
              <a:sym typeface="Calibri"/>
            </a:endParaRPr>
          </a:p>
        </p:txBody>
      </p:sp>
      <p:sp>
        <p:nvSpPr>
          <p:cNvPr id="32" name="Google Shape;274;p11">
            <a:extLst>
              <a:ext uri="{FF2B5EF4-FFF2-40B4-BE49-F238E27FC236}">
                <a16:creationId xmlns:a16="http://schemas.microsoft.com/office/drawing/2014/main" id="{B7F622FF-45BC-7C48-96A5-1CAB09803AD5}"/>
              </a:ext>
            </a:extLst>
          </p:cNvPr>
          <p:cNvSpPr/>
          <p:nvPr/>
        </p:nvSpPr>
        <p:spPr>
          <a:xfrm>
            <a:off x="7248636" y="5561228"/>
            <a:ext cx="730800" cy="7308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mn-lt"/>
              <a:ea typeface="Calibri"/>
              <a:cs typeface="Calibri"/>
              <a:sym typeface="Calibri"/>
            </a:endParaRPr>
          </a:p>
        </p:txBody>
      </p:sp>
      <p:sp>
        <p:nvSpPr>
          <p:cNvPr id="33" name="Google Shape;275;p11">
            <a:extLst>
              <a:ext uri="{FF2B5EF4-FFF2-40B4-BE49-F238E27FC236}">
                <a16:creationId xmlns:a16="http://schemas.microsoft.com/office/drawing/2014/main" id="{D44C13D7-0BEC-764A-B60E-E832FCD60A69}"/>
              </a:ext>
            </a:extLst>
          </p:cNvPr>
          <p:cNvSpPr/>
          <p:nvPr/>
        </p:nvSpPr>
        <p:spPr>
          <a:xfrm>
            <a:off x="9480132" y="5561228"/>
            <a:ext cx="730800" cy="730800"/>
          </a:xfrm>
          <a:prstGeom prst="ellipse">
            <a:avLst/>
          </a:prstGeom>
          <a:gradFill>
            <a:gsLst>
              <a:gs pos="0">
                <a:srgbClr val="FF4E02"/>
              </a:gs>
              <a:gs pos="48000">
                <a:srgbClr val="F69323"/>
              </a:gs>
              <a:gs pos="100000">
                <a:srgbClr val="FABC75"/>
              </a:gs>
            </a:gsLst>
            <a:lin ang="0"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chemeClr val="dk1"/>
              </a:solidFill>
              <a:latin typeface="+mn-lt"/>
              <a:ea typeface="Calibri"/>
              <a:cs typeface="Calibri"/>
              <a:sym typeface="Calibri"/>
            </a:endParaRPr>
          </a:p>
        </p:txBody>
      </p:sp>
      <p:sp>
        <p:nvSpPr>
          <p:cNvPr id="34" name="Google Shape;276;p11">
            <a:extLst>
              <a:ext uri="{FF2B5EF4-FFF2-40B4-BE49-F238E27FC236}">
                <a16:creationId xmlns:a16="http://schemas.microsoft.com/office/drawing/2014/main" id="{74FECD73-2977-7F45-864A-02E9D076F025}"/>
              </a:ext>
            </a:extLst>
          </p:cNvPr>
          <p:cNvSpPr>
            <a:spLocks noGrp="1"/>
          </p:cNvSpPr>
          <p:nvPr>
            <p:ph type="pic" idx="74"/>
          </p:nvPr>
        </p:nvSpPr>
        <p:spPr>
          <a:xfrm>
            <a:off x="614751" y="5621828"/>
            <a:ext cx="609600" cy="609600"/>
          </a:xfrm>
          <a:prstGeom prst="ellipse">
            <a:avLst/>
          </a:prstGeom>
          <a:noFill/>
          <a:ln w="25400" cap="flat" cmpd="sng">
            <a:solidFill>
              <a:schemeClr val="dk2"/>
            </a:solidFill>
            <a:prstDash val="solid"/>
            <a:round/>
            <a:headEnd type="none" w="sm" len="sm"/>
            <a:tailEnd type="none" w="sm" len="sm"/>
          </a:ln>
        </p:spPr>
        <p:txBody>
          <a:bodyPr anchor="ctr"/>
          <a:lstStyle>
            <a:lvl1pPr marL="8466" indent="0" algn="ctr">
              <a:buNone/>
              <a:tabLst/>
              <a:defRPr sz="667">
                <a:latin typeface="+mn-lt"/>
              </a:defRPr>
            </a:lvl1pPr>
          </a:lstStyle>
          <a:p>
            <a:r>
              <a:rPr lang="en-US" dirty="0"/>
              <a:t>Click icon to add picture</a:t>
            </a:r>
          </a:p>
        </p:txBody>
      </p:sp>
      <p:sp>
        <p:nvSpPr>
          <p:cNvPr id="35" name="Google Shape;196;p11">
            <a:extLst>
              <a:ext uri="{FF2B5EF4-FFF2-40B4-BE49-F238E27FC236}">
                <a16:creationId xmlns:a16="http://schemas.microsoft.com/office/drawing/2014/main" id="{423154A1-65EF-AF4A-A713-80C2D6D30AE2}"/>
              </a:ext>
            </a:extLst>
          </p:cNvPr>
          <p:cNvSpPr>
            <a:spLocks noGrp="1"/>
          </p:cNvSpPr>
          <p:nvPr>
            <p:ph type="pic" idx="75"/>
          </p:nvPr>
        </p:nvSpPr>
        <p:spPr>
          <a:xfrm>
            <a:off x="2846245" y="1281295"/>
            <a:ext cx="609600" cy="609600"/>
          </a:xfrm>
          <a:prstGeom prst="ellipse">
            <a:avLst/>
          </a:prstGeom>
          <a:noFill/>
          <a:ln w="25400" cap="flat" cmpd="sng">
            <a:solidFill>
              <a:schemeClr val="dk2"/>
            </a:solidFill>
            <a:prstDash val="solid"/>
            <a:round/>
            <a:headEnd type="none" w="sm" len="sm"/>
            <a:tailEnd type="none" w="sm" len="sm"/>
          </a:ln>
        </p:spPr>
        <p:txBody>
          <a:bodyPr anchor="ctr"/>
          <a:lstStyle>
            <a:lvl1pPr marL="8466" indent="0" algn="ctr">
              <a:buNone/>
              <a:tabLst/>
              <a:defRPr sz="667">
                <a:latin typeface="+mn-lt"/>
              </a:defRPr>
            </a:lvl1pPr>
          </a:lstStyle>
          <a:p>
            <a:r>
              <a:rPr lang="en-US" dirty="0"/>
              <a:t>Click icon to add picture</a:t>
            </a:r>
          </a:p>
        </p:txBody>
      </p:sp>
      <p:sp>
        <p:nvSpPr>
          <p:cNvPr id="36" name="Google Shape;216;p11">
            <a:extLst>
              <a:ext uri="{FF2B5EF4-FFF2-40B4-BE49-F238E27FC236}">
                <a16:creationId xmlns:a16="http://schemas.microsoft.com/office/drawing/2014/main" id="{D835CD4F-1CEE-6C4E-9AF5-02B318F93BC6}"/>
              </a:ext>
            </a:extLst>
          </p:cNvPr>
          <p:cNvSpPr>
            <a:spLocks noGrp="1"/>
          </p:cNvSpPr>
          <p:nvPr>
            <p:ph type="pic" idx="76"/>
          </p:nvPr>
        </p:nvSpPr>
        <p:spPr>
          <a:xfrm>
            <a:off x="2846245" y="2366428"/>
            <a:ext cx="609600" cy="609600"/>
          </a:xfrm>
          <a:prstGeom prst="ellipse">
            <a:avLst/>
          </a:prstGeom>
          <a:noFill/>
          <a:ln w="25400" cap="flat" cmpd="sng">
            <a:solidFill>
              <a:schemeClr val="dk2"/>
            </a:solidFill>
            <a:prstDash val="solid"/>
            <a:round/>
            <a:headEnd type="none" w="sm" len="sm"/>
            <a:tailEnd type="none" w="sm" len="sm"/>
          </a:ln>
        </p:spPr>
        <p:txBody>
          <a:bodyPr anchor="ctr"/>
          <a:lstStyle>
            <a:lvl1pPr marL="8466" indent="0" algn="ctr">
              <a:buNone/>
              <a:tabLst/>
              <a:defRPr sz="667">
                <a:latin typeface="+mn-lt"/>
              </a:defRPr>
            </a:lvl1pPr>
          </a:lstStyle>
          <a:p>
            <a:r>
              <a:rPr lang="en-US" dirty="0"/>
              <a:t>Click icon to add picture</a:t>
            </a:r>
          </a:p>
        </p:txBody>
      </p:sp>
      <p:sp>
        <p:nvSpPr>
          <p:cNvPr id="37" name="Google Shape;236;p11">
            <a:extLst>
              <a:ext uri="{FF2B5EF4-FFF2-40B4-BE49-F238E27FC236}">
                <a16:creationId xmlns:a16="http://schemas.microsoft.com/office/drawing/2014/main" id="{8D9FCF8F-7D4D-C745-A1AA-A7F6F7E2698B}"/>
              </a:ext>
            </a:extLst>
          </p:cNvPr>
          <p:cNvSpPr>
            <a:spLocks noGrp="1"/>
          </p:cNvSpPr>
          <p:nvPr>
            <p:ph type="pic" idx="77"/>
          </p:nvPr>
        </p:nvSpPr>
        <p:spPr>
          <a:xfrm>
            <a:off x="2846245" y="3451561"/>
            <a:ext cx="609600" cy="609600"/>
          </a:xfrm>
          <a:prstGeom prst="ellipse">
            <a:avLst/>
          </a:prstGeom>
          <a:noFill/>
          <a:ln w="25400" cap="flat" cmpd="sng">
            <a:solidFill>
              <a:schemeClr val="dk2"/>
            </a:solidFill>
            <a:prstDash val="solid"/>
            <a:round/>
            <a:headEnd type="none" w="sm" len="sm"/>
            <a:tailEnd type="none" w="sm" len="sm"/>
          </a:ln>
        </p:spPr>
        <p:txBody>
          <a:bodyPr anchor="ctr"/>
          <a:lstStyle>
            <a:lvl1pPr marL="8466" indent="0" algn="ctr">
              <a:buNone/>
              <a:tabLst/>
              <a:defRPr sz="667">
                <a:latin typeface="+mn-lt"/>
              </a:defRPr>
            </a:lvl1pPr>
          </a:lstStyle>
          <a:p>
            <a:r>
              <a:rPr lang="en-US" dirty="0"/>
              <a:t>Click icon to add picture</a:t>
            </a:r>
          </a:p>
        </p:txBody>
      </p:sp>
      <p:sp>
        <p:nvSpPr>
          <p:cNvPr id="38" name="Google Shape;256;p11">
            <a:extLst>
              <a:ext uri="{FF2B5EF4-FFF2-40B4-BE49-F238E27FC236}">
                <a16:creationId xmlns:a16="http://schemas.microsoft.com/office/drawing/2014/main" id="{042D00CD-8472-1249-95DF-C5845ACC6CA5}"/>
              </a:ext>
            </a:extLst>
          </p:cNvPr>
          <p:cNvSpPr>
            <a:spLocks noGrp="1"/>
          </p:cNvSpPr>
          <p:nvPr>
            <p:ph type="pic" idx="78"/>
          </p:nvPr>
        </p:nvSpPr>
        <p:spPr>
          <a:xfrm>
            <a:off x="2846245" y="4536695"/>
            <a:ext cx="609600" cy="609600"/>
          </a:xfrm>
          <a:prstGeom prst="ellipse">
            <a:avLst/>
          </a:prstGeom>
          <a:noFill/>
          <a:ln w="25400" cap="flat" cmpd="sng">
            <a:solidFill>
              <a:schemeClr val="dk2"/>
            </a:solidFill>
            <a:prstDash val="solid"/>
            <a:round/>
            <a:headEnd type="none" w="sm" len="sm"/>
            <a:tailEnd type="none" w="sm" len="sm"/>
          </a:ln>
        </p:spPr>
        <p:txBody>
          <a:bodyPr anchor="ctr"/>
          <a:lstStyle>
            <a:lvl1pPr marL="8466" indent="0" algn="ctr">
              <a:buNone/>
              <a:tabLst/>
              <a:defRPr sz="667">
                <a:latin typeface="+mn-lt"/>
              </a:defRPr>
            </a:lvl1pPr>
          </a:lstStyle>
          <a:p>
            <a:r>
              <a:rPr lang="en-US" dirty="0"/>
              <a:t>Click icon to add picture</a:t>
            </a:r>
          </a:p>
        </p:txBody>
      </p:sp>
      <p:sp>
        <p:nvSpPr>
          <p:cNvPr id="39" name="Google Shape;276;p11">
            <a:extLst>
              <a:ext uri="{FF2B5EF4-FFF2-40B4-BE49-F238E27FC236}">
                <a16:creationId xmlns:a16="http://schemas.microsoft.com/office/drawing/2014/main" id="{BE794B1E-834C-EA46-BD67-9E1C10733C6F}"/>
              </a:ext>
            </a:extLst>
          </p:cNvPr>
          <p:cNvSpPr>
            <a:spLocks noGrp="1"/>
          </p:cNvSpPr>
          <p:nvPr>
            <p:ph type="pic" idx="79"/>
          </p:nvPr>
        </p:nvSpPr>
        <p:spPr>
          <a:xfrm>
            <a:off x="2846245" y="5621828"/>
            <a:ext cx="609600" cy="609600"/>
          </a:xfrm>
          <a:prstGeom prst="ellipse">
            <a:avLst/>
          </a:prstGeom>
          <a:noFill/>
          <a:ln w="25400" cap="flat" cmpd="sng">
            <a:solidFill>
              <a:schemeClr val="dk2"/>
            </a:solidFill>
            <a:prstDash val="solid"/>
            <a:round/>
            <a:headEnd type="none" w="sm" len="sm"/>
            <a:tailEnd type="none" w="sm" len="sm"/>
          </a:ln>
        </p:spPr>
        <p:txBody>
          <a:bodyPr anchor="ctr"/>
          <a:lstStyle>
            <a:lvl1pPr marL="8466" indent="0" algn="ctr">
              <a:buNone/>
              <a:tabLst/>
              <a:defRPr sz="667">
                <a:latin typeface="+mn-lt"/>
              </a:defRPr>
            </a:lvl1pPr>
          </a:lstStyle>
          <a:p>
            <a:r>
              <a:rPr lang="en-US" dirty="0"/>
              <a:t>Click icon to add picture</a:t>
            </a:r>
          </a:p>
        </p:txBody>
      </p:sp>
      <p:sp>
        <p:nvSpPr>
          <p:cNvPr id="40" name="Google Shape;196;p11">
            <a:extLst>
              <a:ext uri="{FF2B5EF4-FFF2-40B4-BE49-F238E27FC236}">
                <a16:creationId xmlns:a16="http://schemas.microsoft.com/office/drawing/2014/main" id="{4FC05112-8C4B-A644-9DC9-017B632D8B00}"/>
              </a:ext>
            </a:extLst>
          </p:cNvPr>
          <p:cNvSpPr>
            <a:spLocks noGrp="1"/>
          </p:cNvSpPr>
          <p:nvPr>
            <p:ph type="pic" idx="80"/>
          </p:nvPr>
        </p:nvSpPr>
        <p:spPr>
          <a:xfrm>
            <a:off x="5077741" y="1281295"/>
            <a:ext cx="609600" cy="609600"/>
          </a:xfrm>
          <a:prstGeom prst="ellipse">
            <a:avLst/>
          </a:prstGeom>
          <a:noFill/>
          <a:ln w="25400" cap="flat" cmpd="sng">
            <a:solidFill>
              <a:schemeClr val="dk2"/>
            </a:solidFill>
            <a:prstDash val="solid"/>
            <a:round/>
            <a:headEnd type="none" w="sm" len="sm"/>
            <a:tailEnd type="none" w="sm" len="sm"/>
          </a:ln>
        </p:spPr>
        <p:txBody>
          <a:bodyPr anchor="ctr"/>
          <a:lstStyle>
            <a:lvl1pPr marL="8466" indent="0" algn="ctr">
              <a:buNone/>
              <a:tabLst/>
              <a:defRPr sz="667">
                <a:latin typeface="+mn-lt"/>
              </a:defRPr>
            </a:lvl1pPr>
          </a:lstStyle>
          <a:p>
            <a:r>
              <a:rPr lang="en-US" dirty="0"/>
              <a:t>Click icon to add picture</a:t>
            </a:r>
          </a:p>
        </p:txBody>
      </p:sp>
      <p:sp>
        <p:nvSpPr>
          <p:cNvPr id="41" name="Google Shape;216;p11">
            <a:extLst>
              <a:ext uri="{FF2B5EF4-FFF2-40B4-BE49-F238E27FC236}">
                <a16:creationId xmlns:a16="http://schemas.microsoft.com/office/drawing/2014/main" id="{8CE69407-347C-9443-9471-1CE99BDF1C90}"/>
              </a:ext>
            </a:extLst>
          </p:cNvPr>
          <p:cNvSpPr>
            <a:spLocks noGrp="1"/>
          </p:cNvSpPr>
          <p:nvPr>
            <p:ph type="pic" idx="81"/>
          </p:nvPr>
        </p:nvSpPr>
        <p:spPr>
          <a:xfrm>
            <a:off x="5077741" y="2366428"/>
            <a:ext cx="609600" cy="609600"/>
          </a:xfrm>
          <a:prstGeom prst="ellipse">
            <a:avLst/>
          </a:prstGeom>
          <a:noFill/>
          <a:ln w="25400" cap="flat" cmpd="sng">
            <a:solidFill>
              <a:schemeClr val="dk2"/>
            </a:solidFill>
            <a:prstDash val="solid"/>
            <a:round/>
            <a:headEnd type="none" w="sm" len="sm"/>
            <a:tailEnd type="none" w="sm" len="sm"/>
          </a:ln>
        </p:spPr>
        <p:txBody>
          <a:bodyPr anchor="ctr"/>
          <a:lstStyle>
            <a:lvl1pPr marL="8466" indent="0" algn="ctr">
              <a:buNone/>
              <a:tabLst/>
              <a:defRPr sz="667">
                <a:latin typeface="+mn-lt"/>
              </a:defRPr>
            </a:lvl1pPr>
          </a:lstStyle>
          <a:p>
            <a:r>
              <a:rPr lang="en-US" dirty="0"/>
              <a:t>Click icon to add picture</a:t>
            </a:r>
          </a:p>
        </p:txBody>
      </p:sp>
      <p:sp>
        <p:nvSpPr>
          <p:cNvPr id="42" name="Google Shape;236;p11">
            <a:extLst>
              <a:ext uri="{FF2B5EF4-FFF2-40B4-BE49-F238E27FC236}">
                <a16:creationId xmlns:a16="http://schemas.microsoft.com/office/drawing/2014/main" id="{D11C3696-A344-114E-997B-975DC2A5AAC9}"/>
              </a:ext>
            </a:extLst>
          </p:cNvPr>
          <p:cNvSpPr>
            <a:spLocks noGrp="1"/>
          </p:cNvSpPr>
          <p:nvPr>
            <p:ph type="pic" idx="82"/>
          </p:nvPr>
        </p:nvSpPr>
        <p:spPr>
          <a:xfrm>
            <a:off x="5077741" y="3451561"/>
            <a:ext cx="609600" cy="609600"/>
          </a:xfrm>
          <a:prstGeom prst="ellipse">
            <a:avLst/>
          </a:prstGeom>
          <a:noFill/>
          <a:ln w="25400" cap="flat" cmpd="sng">
            <a:solidFill>
              <a:schemeClr val="dk2"/>
            </a:solidFill>
            <a:prstDash val="solid"/>
            <a:round/>
            <a:headEnd type="none" w="sm" len="sm"/>
            <a:tailEnd type="none" w="sm" len="sm"/>
          </a:ln>
        </p:spPr>
        <p:txBody>
          <a:bodyPr anchor="ctr"/>
          <a:lstStyle>
            <a:lvl1pPr marL="8466" indent="0" algn="ctr">
              <a:buNone/>
              <a:tabLst/>
              <a:defRPr sz="667">
                <a:latin typeface="+mn-lt"/>
              </a:defRPr>
            </a:lvl1pPr>
          </a:lstStyle>
          <a:p>
            <a:r>
              <a:rPr lang="en-US" dirty="0"/>
              <a:t>Click icon to add picture</a:t>
            </a:r>
          </a:p>
        </p:txBody>
      </p:sp>
      <p:sp>
        <p:nvSpPr>
          <p:cNvPr id="43" name="Google Shape;256;p11">
            <a:extLst>
              <a:ext uri="{FF2B5EF4-FFF2-40B4-BE49-F238E27FC236}">
                <a16:creationId xmlns:a16="http://schemas.microsoft.com/office/drawing/2014/main" id="{F799981A-E74B-B54A-822C-BC436816B0BC}"/>
              </a:ext>
            </a:extLst>
          </p:cNvPr>
          <p:cNvSpPr>
            <a:spLocks noGrp="1"/>
          </p:cNvSpPr>
          <p:nvPr>
            <p:ph type="pic" idx="83"/>
          </p:nvPr>
        </p:nvSpPr>
        <p:spPr>
          <a:xfrm>
            <a:off x="5077741" y="4536695"/>
            <a:ext cx="609600" cy="609600"/>
          </a:xfrm>
          <a:prstGeom prst="ellipse">
            <a:avLst/>
          </a:prstGeom>
          <a:noFill/>
          <a:ln w="25400" cap="flat" cmpd="sng">
            <a:solidFill>
              <a:schemeClr val="dk2"/>
            </a:solidFill>
            <a:prstDash val="solid"/>
            <a:round/>
            <a:headEnd type="none" w="sm" len="sm"/>
            <a:tailEnd type="none" w="sm" len="sm"/>
          </a:ln>
        </p:spPr>
        <p:txBody>
          <a:bodyPr anchor="ctr"/>
          <a:lstStyle>
            <a:lvl1pPr marL="8466" indent="0" algn="ctr">
              <a:buNone/>
              <a:tabLst/>
              <a:defRPr sz="667">
                <a:latin typeface="+mn-lt"/>
              </a:defRPr>
            </a:lvl1pPr>
          </a:lstStyle>
          <a:p>
            <a:r>
              <a:rPr lang="en-US" dirty="0"/>
              <a:t>Click icon to add picture</a:t>
            </a:r>
          </a:p>
        </p:txBody>
      </p:sp>
      <p:sp>
        <p:nvSpPr>
          <p:cNvPr id="44" name="Google Shape;276;p11">
            <a:extLst>
              <a:ext uri="{FF2B5EF4-FFF2-40B4-BE49-F238E27FC236}">
                <a16:creationId xmlns:a16="http://schemas.microsoft.com/office/drawing/2014/main" id="{C6C84117-6FB7-504B-85AB-AE245775CFC3}"/>
              </a:ext>
            </a:extLst>
          </p:cNvPr>
          <p:cNvSpPr>
            <a:spLocks noGrp="1"/>
          </p:cNvSpPr>
          <p:nvPr>
            <p:ph type="pic" idx="84"/>
          </p:nvPr>
        </p:nvSpPr>
        <p:spPr>
          <a:xfrm>
            <a:off x="5077741" y="5621828"/>
            <a:ext cx="609600" cy="609600"/>
          </a:xfrm>
          <a:prstGeom prst="ellipse">
            <a:avLst/>
          </a:prstGeom>
          <a:noFill/>
          <a:ln w="25400" cap="flat" cmpd="sng">
            <a:solidFill>
              <a:schemeClr val="dk2"/>
            </a:solidFill>
            <a:prstDash val="solid"/>
            <a:round/>
            <a:headEnd type="none" w="sm" len="sm"/>
            <a:tailEnd type="none" w="sm" len="sm"/>
          </a:ln>
        </p:spPr>
        <p:txBody>
          <a:bodyPr anchor="ctr"/>
          <a:lstStyle>
            <a:lvl1pPr marL="8466" indent="0" algn="ctr">
              <a:buNone/>
              <a:tabLst/>
              <a:defRPr sz="667">
                <a:latin typeface="+mn-lt"/>
              </a:defRPr>
            </a:lvl1pPr>
          </a:lstStyle>
          <a:p>
            <a:r>
              <a:rPr lang="en-US" dirty="0"/>
              <a:t>Click icon to add picture</a:t>
            </a:r>
          </a:p>
        </p:txBody>
      </p:sp>
      <p:sp>
        <p:nvSpPr>
          <p:cNvPr id="45" name="Google Shape;196;p11">
            <a:extLst>
              <a:ext uri="{FF2B5EF4-FFF2-40B4-BE49-F238E27FC236}">
                <a16:creationId xmlns:a16="http://schemas.microsoft.com/office/drawing/2014/main" id="{153F7175-93E7-0D46-9DA4-E1F0EEEAD8BA}"/>
              </a:ext>
            </a:extLst>
          </p:cNvPr>
          <p:cNvSpPr>
            <a:spLocks noGrp="1"/>
          </p:cNvSpPr>
          <p:nvPr>
            <p:ph type="pic" idx="85"/>
          </p:nvPr>
        </p:nvSpPr>
        <p:spPr>
          <a:xfrm>
            <a:off x="7309236" y="1281295"/>
            <a:ext cx="609600" cy="609600"/>
          </a:xfrm>
          <a:prstGeom prst="ellipse">
            <a:avLst/>
          </a:prstGeom>
          <a:noFill/>
          <a:ln w="25400" cap="flat" cmpd="sng">
            <a:solidFill>
              <a:schemeClr val="dk2"/>
            </a:solidFill>
            <a:prstDash val="solid"/>
            <a:round/>
            <a:headEnd type="none" w="sm" len="sm"/>
            <a:tailEnd type="none" w="sm" len="sm"/>
          </a:ln>
        </p:spPr>
        <p:txBody>
          <a:bodyPr anchor="ctr"/>
          <a:lstStyle>
            <a:lvl1pPr marL="8466" indent="0" algn="ctr">
              <a:buNone/>
              <a:tabLst/>
              <a:defRPr sz="667">
                <a:latin typeface="+mn-lt"/>
              </a:defRPr>
            </a:lvl1pPr>
          </a:lstStyle>
          <a:p>
            <a:r>
              <a:rPr lang="en-US" dirty="0"/>
              <a:t>Click icon to add picture</a:t>
            </a:r>
          </a:p>
        </p:txBody>
      </p:sp>
      <p:sp>
        <p:nvSpPr>
          <p:cNvPr id="46" name="Google Shape;216;p11">
            <a:extLst>
              <a:ext uri="{FF2B5EF4-FFF2-40B4-BE49-F238E27FC236}">
                <a16:creationId xmlns:a16="http://schemas.microsoft.com/office/drawing/2014/main" id="{EC93F05C-4F36-B642-93E1-0C7E218940C5}"/>
              </a:ext>
            </a:extLst>
          </p:cNvPr>
          <p:cNvSpPr>
            <a:spLocks noGrp="1"/>
          </p:cNvSpPr>
          <p:nvPr>
            <p:ph type="pic" idx="86"/>
          </p:nvPr>
        </p:nvSpPr>
        <p:spPr>
          <a:xfrm>
            <a:off x="7309236" y="2366428"/>
            <a:ext cx="609600" cy="609600"/>
          </a:xfrm>
          <a:prstGeom prst="ellipse">
            <a:avLst/>
          </a:prstGeom>
          <a:noFill/>
          <a:ln w="25400" cap="flat" cmpd="sng">
            <a:solidFill>
              <a:schemeClr val="dk2"/>
            </a:solidFill>
            <a:prstDash val="solid"/>
            <a:round/>
            <a:headEnd type="none" w="sm" len="sm"/>
            <a:tailEnd type="none" w="sm" len="sm"/>
          </a:ln>
        </p:spPr>
        <p:txBody>
          <a:bodyPr anchor="ctr"/>
          <a:lstStyle>
            <a:lvl1pPr marL="8466" indent="0" algn="ctr">
              <a:buNone/>
              <a:tabLst/>
              <a:defRPr sz="667">
                <a:latin typeface="+mn-lt"/>
              </a:defRPr>
            </a:lvl1pPr>
          </a:lstStyle>
          <a:p>
            <a:r>
              <a:rPr lang="en-US" dirty="0"/>
              <a:t>Click icon to add picture</a:t>
            </a:r>
          </a:p>
        </p:txBody>
      </p:sp>
      <p:sp>
        <p:nvSpPr>
          <p:cNvPr id="47" name="Google Shape;236;p11">
            <a:extLst>
              <a:ext uri="{FF2B5EF4-FFF2-40B4-BE49-F238E27FC236}">
                <a16:creationId xmlns:a16="http://schemas.microsoft.com/office/drawing/2014/main" id="{D7C14448-E1D1-8F49-88B3-A32F1F011F5D}"/>
              </a:ext>
            </a:extLst>
          </p:cNvPr>
          <p:cNvSpPr>
            <a:spLocks noGrp="1"/>
          </p:cNvSpPr>
          <p:nvPr>
            <p:ph type="pic" idx="87"/>
          </p:nvPr>
        </p:nvSpPr>
        <p:spPr>
          <a:xfrm>
            <a:off x="7309236" y="3451561"/>
            <a:ext cx="609600" cy="609600"/>
          </a:xfrm>
          <a:prstGeom prst="ellipse">
            <a:avLst/>
          </a:prstGeom>
          <a:noFill/>
          <a:ln w="25400" cap="flat" cmpd="sng">
            <a:solidFill>
              <a:schemeClr val="dk2"/>
            </a:solidFill>
            <a:prstDash val="solid"/>
            <a:round/>
            <a:headEnd type="none" w="sm" len="sm"/>
            <a:tailEnd type="none" w="sm" len="sm"/>
          </a:ln>
        </p:spPr>
        <p:txBody>
          <a:bodyPr anchor="ctr"/>
          <a:lstStyle>
            <a:lvl1pPr marL="8466" indent="0" algn="ctr">
              <a:buNone/>
              <a:tabLst/>
              <a:defRPr sz="667">
                <a:latin typeface="+mn-lt"/>
              </a:defRPr>
            </a:lvl1pPr>
          </a:lstStyle>
          <a:p>
            <a:r>
              <a:rPr lang="en-US" dirty="0"/>
              <a:t>Click icon to add picture</a:t>
            </a:r>
          </a:p>
        </p:txBody>
      </p:sp>
      <p:sp>
        <p:nvSpPr>
          <p:cNvPr id="48" name="Google Shape;256;p11">
            <a:extLst>
              <a:ext uri="{FF2B5EF4-FFF2-40B4-BE49-F238E27FC236}">
                <a16:creationId xmlns:a16="http://schemas.microsoft.com/office/drawing/2014/main" id="{71B44EF4-C220-0046-BF22-7870E27CC505}"/>
              </a:ext>
            </a:extLst>
          </p:cNvPr>
          <p:cNvSpPr>
            <a:spLocks noGrp="1"/>
          </p:cNvSpPr>
          <p:nvPr>
            <p:ph type="pic" idx="88"/>
          </p:nvPr>
        </p:nvSpPr>
        <p:spPr>
          <a:xfrm>
            <a:off x="7309236" y="4536695"/>
            <a:ext cx="609600" cy="609600"/>
          </a:xfrm>
          <a:prstGeom prst="ellipse">
            <a:avLst/>
          </a:prstGeom>
          <a:noFill/>
          <a:ln w="25400" cap="flat" cmpd="sng">
            <a:solidFill>
              <a:schemeClr val="dk2"/>
            </a:solidFill>
            <a:prstDash val="solid"/>
            <a:round/>
            <a:headEnd type="none" w="sm" len="sm"/>
            <a:tailEnd type="none" w="sm" len="sm"/>
          </a:ln>
        </p:spPr>
        <p:txBody>
          <a:bodyPr anchor="ctr"/>
          <a:lstStyle>
            <a:lvl1pPr marL="8466" indent="0" algn="ctr">
              <a:buNone/>
              <a:tabLst/>
              <a:defRPr sz="667">
                <a:latin typeface="+mn-lt"/>
              </a:defRPr>
            </a:lvl1pPr>
          </a:lstStyle>
          <a:p>
            <a:r>
              <a:rPr lang="en-US" dirty="0"/>
              <a:t>Click icon to add picture</a:t>
            </a:r>
          </a:p>
        </p:txBody>
      </p:sp>
      <p:sp>
        <p:nvSpPr>
          <p:cNvPr id="49" name="Google Shape;276;p11">
            <a:extLst>
              <a:ext uri="{FF2B5EF4-FFF2-40B4-BE49-F238E27FC236}">
                <a16:creationId xmlns:a16="http://schemas.microsoft.com/office/drawing/2014/main" id="{B60E4222-606D-B543-9017-2C2C4FB2C4B1}"/>
              </a:ext>
            </a:extLst>
          </p:cNvPr>
          <p:cNvSpPr>
            <a:spLocks noGrp="1"/>
          </p:cNvSpPr>
          <p:nvPr>
            <p:ph type="pic" idx="89"/>
          </p:nvPr>
        </p:nvSpPr>
        <p:spPr>
          <a:xfrm>
            <a:off x="7309236" y="5621828"/>
            <a:ext cx="609600" cy="609600"/>
          </a:xfrm>
          <a:prstGeom prst="ellipse">
            <a:avLst/>
          </a:prstGeom>
          <a:noFill/>
          <a:ln w="25400" cap="flat" cmpd="sng">
            <a:solidFill>
              <a:schemeClr val="dk2"/>
            </a:solidFill>
            <a:prstDash val="solid"/>
            <a:round/>
            <a:headEnd type="none" w="sm" len="sm"/>
            <a:tailEnd type="none" w="sm" len="sm"/>
          </a:ln>
        </p:spPr>
        <p:txBody>
          <a:bodyPr anchor="ctr"/>
          <a:lstStyle>
            <a:lvl1pPr marL="8466" indent="0" algn="ctr">
              <a:buNone/>
              <a:tabLst/>
              <a:defRPr sz="667">
                <a:latin typeface="+mn-lt"/>
              </a:defRPr>
            </a:lvl1pPr>
          </a:lstStyle>
          <a:p>
            <a:r>
              <a:rPr lang="en-US" dirty="0"/>
              <a:t>Click icon to add picture</a:t>
            </a:r>
          </a:p>
        </p:txBody>
      </p:sp>
      <p:sp>
        <p:nvSpPr>
          <p:cNvPr id="50" name="Google Shape;196;p11">
            <a:extLst>
              <a:ext uri="{FF2B5EF4-FFF2-40B4-BE49-F238E27FC236}">
                <a16:creationId xmlns:a16="http://schemas.microsoft.com/office/drawing/2014/main" id="{7711866B-4B1C-0A4C-9296-1A52C673B4CC}"/>
              </a:ext>
            </a:extLst>
          </p:cNvPr>
          <p:cNvSpPr>
            <a:spLocks noGrp="1"/>
          </p:cNvSpPr>
          <p:nvPr>
            <p:ph type="pic" idx="90"/>
          </p:nvPr>
        </p:nvSpPr>
        <p:spPr>
          <a:xfrm>
            <a:off x="9540732" y="1281295"/>
            <a:ext cx="609600" cy="609600"/>
          </a:xfrm>
          <a:prstGeom prst="ellipse">
            <a:avLst/>
          </a:prstGeom>
          <a:noFill/>
          <a:ln w="25400" cap="flat" cmpd="sng">
            <a:solidFill>
              <a:schemeClr val="dk2"/>
            </a:solidFill>
            <a:prstDash val="solid"/>
            <a:round/>
            <a:headEnd type="none" w="sm" len="sm"/>
            <a:tailEnd type="none" w="sm" len="sm"/>
          </a:ln>
        </p:spPr>
        <p:txBody>
          <a:bodyPr anchor="ctr"/>
          <a:lstStyle>
            <a:lvl1pPr marL="8466" indent="0" algn="ctr">
              <a:buNone/>
              <a:tabLst/>
              <a:defRPr sz="667">
                <a:latin typeface="+mn-lt"/>
              </a:defRPr>
            </a:lvl1pPr>
          </a:lstStyle>
          <a:p>
            <a:r>
              <a:rPr lang="en-US" dirty="0"/>
              <a:t>Click icon to add picture</a:t>
            </a:r>
          </a:p>
        </p:txBody>
      </p:sp>
      <p:sp>
        <p:nvSpPr>
          <p:cNvPr id="51" name="Google Shape;216;p11">
            <a:extLst>
              <a:ext uri="{FF2B5EF4-FFF2-40B4-BE49-F238E27FC236}">
                <a16:creationId xmlns:a16="http://schemas.microsoft.com/office/drawing/2014/main" id="{67AB747B-76EE-D447-8237-0ADE1F22CF44}"/>
              </a:ext>
            </a:extLst>
          </p:cNvPr>
          <p:cNvSpPr>
            <a:spLocks noGrp="1"/>
          </p:cNvSpPr>
          <p:nvPr>
            <p:ph type="pic" idx="91"/>
          </p:nvPr>
        </p:nvSpPr>
        <p:spPr>
          <a:xfrm>
            <a:off x="9540732" y="2366428"/>
            <a:ext cx="609600" cy="609600"/>
          </a:xfrm>
          <a:prstGeom prst="ellipse">
            <a:avLst/>
          </a:prstGeom>
          <a:noFill/>
          <a:ln w="25400" cap="flat" cmpd="sng">
            <a:solidFill>
              <a:schemeClr val="dk2"/>
            </a:solidFill>
            <a:prstDash val="solid"/>
            <a:round/>
            <a:headEnd type="none" w="sm" len="sm"/>
            <a:tailEnd type="none" w="sm" len="sm"/>
          </a:ln>
        </p:spPr>
        <p:txBody>
          <a:bodyPr anchor="ctr"/>
          <a:lstStyle>
            <a:lvl1pPr marL="8466" indent="0" algn="ctr">
              <a:buNone/>
              <a:tabLst/>
              <a:defRPr sz="667">
                <a:latin typeface="+mn-lt"/>
              </a:defRPr>
            </a:lvl1pPr>
          </a:lstStyle>
          <a:p>
            <a:r>
              <a:rPr lang="en-US" dirty="0"/>
              <a:t>Click icon to add picture</a:t>
            </a:r>
          </a:p>
        </p:txBody>
      </p:sp>
      <p:sp>
        <p:nvSpPr>
          <p:cNvPr id="52" name="Google Shape;236;p11">
            <a:extLst>
              <a:ext uri="{FF2B5EF4-FFF2-40B4-BE49-F238E27FC236}">
                <a16:creationId xmlns:a16="http://schemas.microsoft.com/office/drawing/2014/main" id="{724CC0FF-58F7-444F-BE76-C37F77E4545A}"/>
              </a:ext>
            </a:extLst>
          </p:cNvPr>
          <p:cNvSpPr>
            <a:spLocks noGrp="1"/>
          </p:cNvSpPr>
          <p:nvPr>
            <p:ph type="pic" idx="92"/>
          </p:nvPr>
        </p:nvSpPr>
        <p:spPr>
          <a:xfrm>
            <a:off x="9540732" y="3451561"/>
            <a:ext cx="609600" cy="609600"/>
          </a:xfrm>
          <a:prstGeom prst="ellipse">
            <a:avLst/>
          </a:prstGeom>
          <a:noFill/>
          <a:ln w="25400" cap="flat" cmpd="sng">
            <a:solidFill>
              <a:schemeClr val="dk2"/>
            </a:solidFill>
            <a:prstDash val="solid"/>
            <a:round/>
            <a:headEnd type="none" w="sm" len="sm"/>
            <a:tailEnd type="none" w="sm" len="sm"/>
          </a:ln>
        </p:spPr>
        <p:txBody>
          <a:bodyPr anchor="ctr"/>
          <a:lstStyle>
            <a:lvl1pPr marL="8466" indent="0" algn="ctr">
              <a:buNone/>
              <a:tabLst/>
              <a:defRPr sz="667">
                <a:latin typeface="+mn-lt"/>
              </a:defRPr>
            </a:lvl1pPr>
          </a:lstStyle>
          <a:p>
            <a:r>
              <a:rPr lang="en-US" dirty="0"/>
              <a:t>Click icon to add picture</a:t>
            </a:r>
          </a:p>
        </p:txBody>
      </p:sp>
      <p:sp>
        <p:nvSpPr>
          <p:cNvPr id="53" name="Google Shape;256;p11">
            <a:extLst>
              <a:ext uri="{FF2B5EF4-FFF2-40B4-BE49-F238E27FC236}">
                <a16:creationId xmlns:a16="http://schemas.microsoft.com/office/drawing/2014/main" id="{8EF4FB90-BE40-8048-9471-D4DA1A61DF45}"/>
              </a:ext>
            </a:extLst>
          </p:cNvPr>
          <p:cNvSpPr>
            <a:spLocks noGrp="1"/>
          </p:cNvSpPr>
          <p:nvPr>
            <p:ph type="pic" idx="93"/>
          </p:nvPr>
        </p:nvSpPr>
        <p:spPr>
          <a:xfrm>
            <a:off x="9540732" y="4536695"/>
            <a:ext cx="609600" cy="609600"/>
          </a:xfrm>
          <a:prstGeom prst="ellipse">
            <a:avLst/>
          </a:prstGeom>
          <a:noFill/>
          <a:ln w="25400" cap="flat" cmpd="sng">
            <a:solidFill>
              <a:schemeClr val="dk2"/>
            </a:solidFill>
            <a:prstDash val="solid"/>
            <a:round/>
            <a:headEnd type="none" w="sm" len="sm"/>
            <a:tailEnd type="none" w="sm" len="sm"/>
          </a:ln>
        </p:spPr>
        <p:txBody>
          <a:bodyPr anchor="ctr"/>
          <a:lstStyle>
            <a:lvl1pPr marL="8466" indent="0" algn="ctr">
              <a:buNone/>
              <a:tabLst/>
              <a:defRPr sz="667">
                <a:latin typeface="+mn-lt"/>
              </a:defRPr>
            </a:lvl1pPr>
          </a:lstStyle>
          <a:p>
            <a:r>
              <a:rPr lang="en-US" dirty="0"/>
              <a:t>Click icon to add picture</a:t>
            </a:r>
          </a:p>
        </p:txBody>
      </p:sp>
      <p:sp>
        <p:nvSpPr>
          <p:cNvPr id="54" name="Google Shape;276;p11">
            <a:extLst>
              <a:ext uri="{FF2B5EF4-FFF2-40B4-BE49-F238E27FC236}">
                <a16:creationId xmlns:a16="http://schemas.microsoft.com/office/drawing/2014/main" id="{8805B1A0-FFAA-5342-867C-7B3DDE65D28B}"/>
              </a:ext>
            </a:extLst>
          </p:cNvPr>
          <p:cNvSpPr>
            <a:spLocks noGrp="1"/>
          </p:cNvSpPr>
          <p:nvPr>
            <p:ph type="pic" idx="94"/>
          </p:nvPr>
        </p:nvSpPr>
        <p:spPr>
          <a:xfrm>
            <a:off x="9540732" y="5621828"/>
            <a:ext cx="609600" cy="609600"/>
          </a:xfrm>
          <a:prstGeom prst="ellipse">
            <a:avLst/>
          </a:prstGeom>
          <a:noFill/>
          <a:ln w="25400" cap="flat" cmpd="sng">
            <a:solidFill>
              <a:schemeClr val="dk2"/>
            </a:solidFill>
            <a:prstDash val="solid"/>
            <a:round/>
            <a:headEnd type="none" w="sm" len="sm"/>
            <a:tailEnd type="none" w="sm" len="sm"/>
          </a:ln>
        </p:spPr>
        <p:txBody>
          <a:bodyPr anchor="ctr"/>
          <a:lstStyle>
            <a:lvl1pPr marL="8466" indent="0" algn="ctr">
              <a:buNone/>
              <a:tabLst/>
              <a:defRPr sz="667">
                <a:latin typeface="+mn-lt"/>
              </a:defRPr>
            </a:lvl1pPr>
          </a:lstStyle>
          <a:p>
            <a:r>
              <a:rPr lang="en-US" dirty="0"/>
              <a:t>Click icon to add picture</a:t>
            </a:r>
          </a:p>
        </p:txBody>
      </p:sp>
      <p:grpSp>
        <p:nvGrpSpPr>
          <p:cNvPr id="55" name="Group 54">
            <a:extLst>
              <a:ext uri="{FF2B5EF4-FFF2-40B4-BE49-F238E27FC236}">
                <a16:creationId xmlns:a16="http://schemas.microsoft.com/office/drawing/2014/main" id="{C0F2FAC6-6B1D-9741-80C0-00AC6C195573}"/>
              </a:ext>
            </a:extLst>
          </p:cNvPr>
          <p:cNvGrpSpPr/>
          <p:nvPr/>
        </p:nvGrpSpPr>
        <p:grpSpPr>
          <a:xfrm>
            <a:off x="1" y="6814800"/>
            <a:ext cx="12179567" cy="43200"/>
            <a:chOff x="0" y="5111100"/>
            <a:chExt cx="9134675" cy="32400"/>
          </a:xfrm>
        </p:grpSpPr>
        <p:sp>
          <p:nvSpPr>
            <p:cNvPr id="56" name="Google Shape;455;p14">
              <a:extLst>
                <a:ext uri="{FF2B5EF4-FFF2-40B4-BE49-F238E27FC236}">
                  <a16:creationId xmlns:a16="http://schemas.microsoft.com/office/drawing/2014/main" id="{6A91D389-F7E5-C044-9C67-F7478BEB7D5F}"/>
                </a:ext>
              </a:extLst>
            </p:cNvPr>
            <p:cNvSpPr/>
            <p:nvPr/>
          </p:nvSpPr>
          <p:spPr>
            <a:xfrm>
              <a:off x="8939030"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57" name="Google Shape;456;p14">
              <a:extLst>
                <a:ext uri="{FF2B5EF4-FFF2-40B4-BE49-F238E27FC236}">
                  <a16:creationId xmlns:a16="http://schemas.microsoft.com/office/drawing/2014/main" id="{85F188AD-E7E7-9644-B630-4E7160B2E3A8}"/>
                </a:ext>
              </a:extLst>
            </p:cNvPr>
            <p:cNvSpPr/>
            <p:nvPr/>
          </p:nvSpPr>
          <p:spPr>
            <a:xfrm>
              <a:off x="899344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58" name="Google Shape;457;p14">
              <a:extLst>
                <a:ext uri="{FF2B5EF4-FFF2-40B4-BE49-F238E27FC236}">
                  <a16:creationId xmlns:a16="http://schemas.microsoft.com/office/drawing/2014/main" id="{17D4E08A-E3CC-B044-831B-AF300B215BF2}"/>
                </a:ext>
              </a:extLst>
            </p:cNvPr>
            <p:cNvSpPr/>
            <p:nvPr/>
          </p:nvSpPr>
          <p:spPr>
            <a:xfrm>
              <a:off x="910227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59" name="Google Shape;458;p14">
              <a:extLst>
                <a:ext uri="{FF2B5EF4-FFF2-40B4-BE49-F238E27FC236}">
                  <a16:creationId xmlns:a16="http://schemas.microsoft.com/office/drawing/2014/main" id="{2BBCCA5F-3267-B24E-85BF-D3DE1C0DCBF8}"/>
                </a:ext>
              </a:extLst>
            </p:cNvPr>
            <p:cNvSpPr/>
            <p:nvPr/>
          </p:nvSpPr>
          <p:spPr>
            <a:xfrm>
              <a:off x="888461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60" name="Google Shape;459;p14">
              <a:extLst>
                <a:ext uri="{FF2B5EF4-FFF2-40B4-BE49-F238E27FC236}">
                  <a16:creationId xmlns:a16="http://schemas.microsoft.com/office/drawing/2014/main" id="{B4577958-2BA8-284D-8ECA-AC94C242BCA4}"/>
                </a:ext>
              </a:extLst>
            </p:cNvPr>
            <p:cNvSpPr/>
            <p:nvPr/>
          </p:nvSpPr>
          <p:spPr>
            <a:xfrm>
              <a:off x="0" y="5112281"/>
              <a:ext cx="8862600" cy="31200"/>
            </a:xfrm>
            <a:prstGeom prst="roundRect">
              <a:avLst>
                <a:gd name="adj" fmla="val 16667"/>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61" name="Google Shape;457;p14">
              <a:extLst>
                <a:ext uri="{FF2B5EF4-FFF2-40B4-BE49-F238E27FC236}">
                  <a16:creationId xmlns:a16="http://schemas.microsoft.com/office/drawing/2014/main" id="{C95959C0-B3B4-554D-A59C-D7A14BD1634F}"/>
                </a:ext>
              </a:extLst>
            </p:cNvPr>
            <p:cNvSpPr/>
            <p:nvPr/>
          </p:nvSpPr>
          <p:spPr>
            <a:xfrm>
              <a:off x="9047860"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grpSp>
      <p:sp>
        <p:nvSpPr>
          <p:cNvPr id="62" name="Text Placeholder 4">
            <a:extLst>
              <a:ext uri="{FF2B5EF4-FFF2-40B4-BE49-F238E27FC236}">
                <a16:creationId xmlns:a16="http://schemas.microsoft.com/office/drawing/2014/main" id="{970715DB-676C-5244-960F-F130C1528438}"/>
              </a:ext>
            </a:extLst>
          </p:cNvPr>
          <p:cNvSpPr>
            <a:spLocks noGrp="1"/>
          </p:cNvSpPr>
          <p:nvPr>
            <p:ph type="body" sz="quarter" idx="119"/>
          </p:nvPr>
        </p:nvSpPr>
        <p:spPr>
          <a:xfrm>
            <a:off x="1390533" y="1360103"/>
            <a:ext cx="1219200" cy="244000"/>
          </a:xfrm>
          <a:prstGeom prst="rect">
            <a:avLst/>
          </a:prstGeom>
        </p:spPr>
        <p:txBody>
          <a:bodyPr lIns="0" tIns="0" rIns="0" bIns="0"/>
          <a:lstStyle>
            <a:lvl1pPr marL="8466" marR="0" indent="0" algn="l" rtl="0">
              <a:lnSpc>
                <a:spcPct val="100000"/>
              </a:lnSpc>
              <a:spcBef>
                <a:spcPts val="0"/>
              </a:spcBef>
              <a:spcAft>
                <a:spcPts val="0"/>
              </a:spcAft>
              <a:buClr>
                <a:schemeClr val="accent1"/>
              </a:buClr>
              <a:buSzPts val="900"/>
              <a:buFont typeface="Arial"/>
              <a:buNone/>
              <a:tabLst/>
              <a:defRPr lang="en-US" sz="1200"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63" name="Text Placeholder 4">
            <a:extLst>
              <a:ext uri="{FF2B5EF4-FFF2-40B4-BE49-F238E27FC236}">
                <a16:creationId xmlns:a16="http://schemas.microsoft.com/office/drawing/2014/main" id="{DC43072D-BFCF-9246-BC60-707B59B3E8DF}"/>
              </a:ext>
            </a:extLst>
          </p:cNvPr>
          <p:cNvSpPr>
            <a:spLocks noGrp="1"/>
          </p:cNvSpPr>
          <p:nvPr>
            <p:ph type="body" sz="quarter" idx="120"/>
          </p:nvPr>
        </p:nvSpPr>
        <p:spPr>
          <a:xfrm>
            <a:off x="1390533" y="1556588"/>
            <a:ext cx="1219200" cy="244000"/>
          </a:xfrm>
          <a:prstGeom prst="rect">
            <a:avLst/>
          </a:prstGeom>
        </p:spPr>
        <p:txBody>
          <a:bodyPr lIns="0" tIns="0" rIns="0" bIns="0"/>
          <a:lstStyle>
            <a:lvl1pPr marL="8466" marR="0" indent="0" algn="l" rtl="0">
              <a:lnSpc>
                <a:spcPct val="100000"/>
              </a:lnSpc>
              <a:spcBef>
                <a:spcPts val="0"/>
              </a:spcBef>
              <a:spcAft>
                <a:spcPts val="0"/>
              </a:spcAft>
              <a:buClr>
                <a:schemeClr val="dk1"/>
              </a:buClr>
              <a:buSzPts val="800"/>
              <a:buFont typeface="Arial"/>
              <a:buNone/>
              <a:tabLst/>
              <a:defRPr lang="en-US" sz="1067"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64" name="Text Placeholder 4">
            <a:extLst>
              <a:ext uri="{FF2B5EF4-FFF2-40B4-BE49-F238E27FC236}">
                <a16:creationId xmlns:a16="http://schemas.microsoft.com/office/drawing/2014/main" id="{5D18A8DC-1734-9448-99DA-4F4685EF236B}"/>
              </a:ext>
            </a:extLst>
          </p:cNvPr>
          <p:cNvSpPr>
            <a:spLocks noGrp="1"/>
          </p:cNvSpPr>
          <p:nvPr>
            <p:ph type="body" sz="quarter" idx="121"/>
          </p:nvPr>
        </p:nvSpPr>
        <p:spPr>
          <a:xfrm>
            <a:off x="1390533" y="2445236"/>
            <a:ext cx="1219200" cy="244000"/>
          </a:xfrm>
          <a:prstGeom prst="rect">
            <a:avLst/>
          </a:prstGeom>
        </p:spPr>
        <p:txBody>
          <a:bodyPr lIns="0" tIns="0" rIns="0" bIns="0"/>
          <a:lstStyle>
            <a:lvl1pPr marL="8466" marR="0" indent="0" algn="l" rtl="0">
              <a:lnSpc>
                <a:spcPct val="100000"/>
              </a:lnSpc>
              <a:spcBef>
                <a:spcPts val="0"/>
              </a:spcBef>
              <a:spcAft>
                <a:spcPts val="0"/>
              </a:spcAft>
              <a:buClr>
                <a:schemeClr val="accent1"/>
              </a:buClr>
              <a:buSzPts val="900"/>
              <a:buFont typeface="Arial"/>
              <a:buNone/>
              <a:tabLst/>
              <a:defRPr lang="en-US" sz="1200"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65" name="Text Placeholder 4">
            <a:extLst>
              <a:ext uri="{FF2B5EF4-FFF2-40B4-BE49-F238E27FC236}">
                <a16:creationId xmlns:a16="http://schemas.microsoft.com/office/drawing/2014/main" id="{5BD82DCF-760E-7F4F-A940-CE036250452F}"/>
              </a:ext>
            </a:extLst>
          </p:cNvPr>
          <p:cNvSpPr>
            <a:spLocks noGrp="1"/>
          </p:cNvSpPr>
          <p:nvPr>
            <p:ph type="body" sz="quarter" idx="122"/>
          </p:nvPr>
        </p:nvSpPr>
        <p:spPr>
          <a:xfrm>
            <a:off x="1390533" y="2641721"/>
            <a:ext cx="1219200" cy="244000"/>
          </a:xfrm>
          <a:prstGeom prst="rect">
            <a:avLst/>
          </a:prstGeom>
        </p:spPr>
        <p:txBody>
          <a:bodyPr lIns="0" tIns="0" rIns="0" bIns="0"/>
          <a:lstStyle>
            <a:lvl1pPr marL="8466" marR="0" indent="0" algn="l" rtl="0">
              <a:lnSpc>
                <a:spcPct val="100000"/>
              </a:lnSpc>
              <a:spcBef>
                <a:spcPts val="0"/>
              </a:spcBef>
              <a:spcAft>
                <a:spcPts val="0"/>
              </a:spcAft>
              <a:buClr>
                <a:schemeClr val="dk1"/>
              </a:buClr>
              <a:buSzPts val="800"/>
              <a:buFont typeface="Arial"/>
              <a:buNone/>
              <a:tabLst/>
              <a:defRPr lang="en-US" sz="1067"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66" name="Text Placeholder 4">
            <a:extLst>
              <a:ext uri="{FF2B5EF4-FFF2-40B4-BE49-F238E27FC236}">
                <a16:creationId xmlns:a16="http://schemas.microsoft.com/office/drawing/2014/main" id="{2DD8A558-ACBF-1B4C-9EEF-72E9767E43C3}"/>
              </a:ext>
            </a:extLst>
          </p:cNvPr>
          <p:cNvSpPr>
            <a:spLocks noGrp="1"/>
          </p:cNvSpPr>
          <p:nvPr>
            <p:ph type="body" sz="quarter" idx="123"/>
          </p:nvPr>
        </p:nvSpPr>
        <p:spPr>
          <a:xfrm>
            <a:off x="1390533" y="3530369"/>
            <a:ext cx="1219200" cy="244000"/>
          </a:xfrm>
          <a:prstGeom prst="rect">
            <a:avLst/>
          </a:prstGeom>
        </p:spPr>
        <p:txBody>
          <a:bodyPr lIns="0" tIns="0" rIns="0" bIns="0"/>
          <a:lstStyle>
            <a:lvl1pPr marL="8466" marR="0" indent="0" algn="l" rtl="0">
              <a:lnSpc>
                <a:spcPct val="100000"/>
              </a:lnSpc>
              <a:spcBef>
                <a:spcPts val="0"/>
              </a:spcBef>
              <a:spcAft>
                <a:spcPts val="0"/>
              </a:spcAft>
              <a:buClr>
                <a:schemeClr val="accent1"/>
              </a:buClr>
              <a:buSzPts val="900"/>
              <a:buFont typeface="Arial"/>
              <a:buNone/>
              <a:tabLst/>
              <a:defRPr lang="en-US" sz="1200"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67" name="Text Placeholder 4">
            <a:extLst>
              <a:ext uri="{FF2B5EF4-FFF2-40B4-BE49-F238E27FC236}">
                <a16:creationId xmlns:a16="http://schemas.microsoft.com/office/drawing/2014/main" id="{0B4ECCD1-A118-8D45-9F0F-D4545BBB83CB}"/>
              </a:ext>
            </a:extLst>
          </p:cNvPr>
          <p:cNvSpPr>
            <a:spLocks noGrp="1"/>
          </p:cNvSpPr>
          <p:nvPr>
            <p:ph type="body" sz="quarter" idx="124"/>
          </p:nvPr>
        </p:nvSpPr>
        <p:spPr>
          <a:xfrm>
            <a:off x="1390533" y="3726855"/>
            <a:ext cx="1219200" cy="244000"/>
          </a:xfrm>
          <a:prstGeom prst="rect">
            <a:avLst/>
          </a:prstGeom>
        </p:spPr>
        <p:txBody>
          <a:bodyPr lIns="0" tIns="0" rIns="0" bIns="0"/>
          <a:lstStyle>
            <a:lvl1pPr marL="8466" marR="0" indent="0" algn="l" rtl="0">
              <a:lnSpc>
                <a:spcPct val="100000"/>
              </a:lnSpc>
              <a:spcBef>
                <a:spcPts val="0"/>
              </a:spcBef>
              <a:spcAft>
                <a:spcPts val="0"/>
              </a:spcAft>
              <a:buClr>
                <a:schemeClr val="dk1"/>
              </a:buClr>
              <a:buSzPts val="800"/>
              <a:buFont typeface="Arial"/>
              <a:buNone/>
              <a:tabLst/>
              <a:defRPr lang="en-US" sz="1067"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68" name="Text Placeholder 4">
            <a:extLst>
              <a:ext uri="{FF2B5EF4-FFF2-40B4-BE49-F238E27FC236}">
                <a16:creationId xmlns:a16="http://schemas.microsoft.com/office/drawing/2014/main" id="{32A87222-7854-4E40-B0A5-F8D4AC232A03}"/>
              </a:ext>
            </a:extLst>
          </p:cNvPr>
          <p:cNvSpPr>
            <a:spLocks noGrp="1"/>
          </p:cNvSpPr>
          <p:nvPr>
            <p:ph type="body" sz="quarter" idx="125"/>
          </p:nvPr>
        </p:nvSpPr>
        <p:spPr>
          <a:xfrm>
            <a:off x="1390533" y="4615503"/>
            <a:ext cx="1219200" cy="244000"/>
          </a:xfrm>
          <a:prstGeom prst="rect">
            <a:avLst/>
          </a:prstGeom>
        </p:spPr>
        <p:txBody>
          <a:bodyPr lIns="0" tIns="0" rIns="0" bIns="0"/>
          <a:lstStyle>
            <a:lvl1pPr marL="8466" marR="0" indent="0" algn="l" rtl="0">
              <a:lnSpc>
                <a:spcPct val="100000"/>
              </a:lnSpc>
              <a:spcBef>
                <a:spcPts val="0"/>
              </a:spcBef>
              <a:spcAft>
                <a:spcPts val="0"/>
              </a:spcAft>
              <a:buClr>
                <a:schemeClr val="accent1"/>
              </a:buClr>
              <a:buSzPts val="900"/>
              <a:buFont typeface="Arial"/>
              <a:buNone/>
              <a:tabLst/>
              <a:defRPr lang="en-US" sz="1200"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69" name="Text Placeholder 4">
            <a:extLst>
              <a:ext uri="{FF2B5EF4-FFF2-40B4-BE49-F238E27FC236}">
                <a16:creationId xmlns:a16="http://schemas.microsoft.com/office/drawing/2014/main" id="{7F2491BD-96F6-654D-A5CA-CC91A3E59314}"/>
              </a:ext>
            </a:extLst>
          </p:cNvPr>
          <p:cNvSpPr>
            <a:spLocks noGrp="1"/>
          </p:cNvSpPr>
          <p:nvPr>
            <p:ph type="body" sz="quarter" idx="126"/>
          </p:nvPr>
        </p:nvSpPr>
        <p:spPr>
          <a:xfrm>
            <a:off x="1390533" y="4811988"/>
            <a:ext cx="1219200" cy="244000"/>
          </a:xfrm>
          <a:prstGeom prst="rect">
            <a:avLst/>
          </a:prstGeom>
        </p:spPr>
        <p:txBody>
          <a:bodyPr lIns="0" tIns="0" rIns="0" bIns="0"/>
          <a:lstStyle>
            <a:lvl1pPr marL="8466" marR="0" indent="0" algn="l" rtl="0">
              <a:lnSpc>
                <a:spcPct val="100000"/>
              </a:lnSpc>
              <a:spcBef>
                <a:spcPts val="0"/>
              </a:spcBef>
              <a:spcAft>
                <a:spcPts val="0"/>
              </a:spcAft>
              <a:buClr>
                <a:schemeClr val="dk1"/>
              </a:buClr>
              <a:buSzPts val="800"/>
              <a:buFont typeface="Arial"/>
              <a:buNone/>
              <a:tabLst/>
              <a:defRPr lang="en-US" sz="1067"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70" name="Text Placeholder 4">
            <a:extLst>
              <a:ext uri="{FF2B5EF4-FFF2-40B4-BE49-F238E27FC236}">
                <a16:creationId xmlns:a16="http://schemas.microsoft.com/office/drawing/2014/main" id="{3EE05B5D-CB51-B14D-935C-67BABD85C52E}"/>
              </a:ext>
            </a:extLst>
          </p:cNvPr>
          <p:cNvSpPr>
            <a:spLocks noGrp="1"/>
          </p:cNvSpPr>
          <p:nvPr>
            <p:ph type="body" sz="quarter" idx="127"/>
          </p:nvPr>
        </p:nvSpPr>
        <p:spPr>
          <a:xfrm>
            <a:off x="1390533" y="5700636"/>
            <a:ext cx="1219200" cy="244000"/>
          </a:xfrm>
          <a:prstGeom prst="rect">
            <a:avLst/>
          </a:prstGeom>
        </p:spPr>
        <p:txBody>
          <a:bodyPr lIns="0" tIns="0" rIns="0" bIns="0"/>
          <a:lstStyle>
            <a:lvl1pPr marL="8466" marR="0" indent="0" algn="l" rtl="0">
              <a:lnSpc>
                <a:spcPct val="100000"/>
              </a:lnSpc>
              <a:spcBef>
                <a:spcPts val="0"/>
              </a:spcBef>
              <a:spcAft>
                <a:spcPts val="0"/>
              </a:spcAft>
              <a:buClr>
                <a:schemeClr val="accent1"/>
              </a:buClr>
              <a:buSzPts val="900"/>
              <a:buFont typeface="Arial"/>
              <a:buNone/>
              <a:tabLst/>
              <a:defRPr lang="en-US" sz="1200"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71" name="Text Placeholder 4">
            <a:extLst>
              <a:ext uri="{FF2B5EF4-FFF2-40B4-BE49-F238E27FC236}">
                <a16:creationId xmlns:a16="http://schemas.microsoft.com/office/drawing/2014/main" id="{349362CC-6166-8943-814F-DB33B14F7B9E}"/>
              </a:ext>
            </a:extLst>
          </p:cNvPr>
          <p:cNvSpPr>
            <a:spLocks noGrp="1"/>
          </p:cNvSpPr>
          <p:nvPr>
            <p:ph type="body" sz="quarter" idx="128"/>
          </p:nvPr>
        </p:nvSpPr>
        <p:spPr>
          <a:xfrm>
            <a:off x="1390533" y="5897121"/>
            <a:ext cx="1219200" cy="244000"/>
          </a:xfrm>
          <a:prstGeom prst="rect">
            <a:avLst/>
          </a:prstGeom>
        </p:spPr>
        <p:txBody>
          <a:bodyPr lIns="0" tIns="0" rIns="0" bIns="0"/>
          <a:lstStyle>
            <a:lvl1pPr marL="8466" marR="0" indent="0" algn="l" rtl="0">
              <a:lnSpc>
                <a:spcPct val="100000"/>
              </a:lnSpc>
              <a:spcBef>
                <a:spcPts val="0"/>
              </a:spcBef>
              <a:spcAft>
                <a:spcPts val="0"/>
              </a:spcAft>
              <a:buClr>
                <a:schemeClr val="dk1"/>
              </a:buClr>
              <a:buSzPts val="800"/>
              <a:buFont typeface="Arial"/>
              <a:buNone/>
              <a:tabLst/>
              <a:defRPr lang="en-US" sz="1067"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72" name="Text Placeholder 4">
            <a:extLst>
              <a:ext uri="{FF2B5EF4-FFF2-40B4-BE49-F238E27FC236}">
                <a16:creationId xmlns:a16="http://schemas.microsoft.com/office/drawing/2014/main" id="{1DA236B5-8EA7-F244-9F72-29C438C137D7}"/>
              </a:ext>
            </a:extLst>
          </p:cNvPr>
          <p:cNvSpPr>
            <a:spLocks noGrp="1"/>
          </p:cNvSpPr>
          <p:nvPr>
            <p:ph type="body" sz="quarter" idx="129"/>
          </p:nvPr>
        </p:nvSpPr>
        <p:spPr>
          <a:xfrm>
            <a:off x="3622028" y="1360103"/>
            <a:ext cx="1219200" cy="244000"/>
          </a:xfrm>
          <a:prstGeom prst="rect">
            <a:avLst/>
          </a:prstGeom>
        </p:spPr>
        <p:txBody>
          <a:bodyPr lIns="0" tIns="0" rIns="0" bIns="0"/>
          <a:lstStyle>
            <a:lvl1pPr marL="8466" marR="0" indent="0" algn="l" rtl="0">
              <a:lnSpc>
                <a:spcPct val="100000"/>
              </a:lnSpc>
              <a:spcBef>
                <a:spcPts val="0"/>
              </a:spcBef>
              <a:spcAft>
                <a:spcPts val="0"/>
              </a:spcAft>
              <a:buClr>
                <a:schemeClr val="accent1"/>
              </a:buClr>
              <a:buSzPts val="900"/>
              <a:buFont typeface="Arial"/>
              <a:buNone/>
              <a:tabLst/>
              <a:defRPr lang="en-US" sz="1200"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73" name="Text Placeholder 4">
            <a:extLst>
              <a:ext uri="{FF2B5EF4-FFF2-40B4-BE49-F238E27FC236}">
                <a16:creationId xmlns:a16="http://schemas.microsoft.com/office/drawing/2014/main" id="{CE194F1F-A126-A749-9D92-F526E0AA1AFF}"/>
              </a:ext>
            </a:extLst>
          </p:cNvPr>
          <p:cNvSpPr>
            <a:spLocks noGrp="1"/>
          </p:cNvSpPr>
          <p:nvPr>
            <p:ph type="body" sz="quarter" idx="130"/>
          </p:nvPr>
        </p:nvSpPr>
        <p:spPr>
          <a:xfrm>
            <a:off x="3622028" y="1556588"/>
            <a:ext cx="1219200" cy="244000"/>
          </a:xfrm>
          <a:prstGeom prst="rect">
            <a:avLst/>
          </a:prstGeom>
        </p:spPr>
        <p:txBody>
          <a:bodyPr lIns="0" tIns="0" rIns="0" bIns="0"/>
          <a:lstStyle>
            <a:lvl1pPr marL="8466" marR="0" indent="0" algn="l" rtl="0">
              <a:lnSpc>
                <a:spcPct val="100000"/>
              </a:lnSpc>
              <a:spcBef>
                <a:spcPts val="0"/>
              </a:spcBef>
              <a:spcAft>
                <a:spcPts val="0"/>
              </a:spcAft>
              <a:buClr>
                <a:schemeClr val="dk1"/>
              </a:buClr>
              <a:buSzPts val="800"/>
              <a:buFont typeface="Arial"/>
              <a:buNone/>
              <a:tabLst/>
              <a:defRPr lang="en-US" sz="1067"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74" name="Text Placeholder 4">
            <a:extLst>
              <a:ext uri="{FF2B5EF4-FFF2-40B4-BE49-F238E27FC236}">
                <a16:creationId xmlns:a16="http://schemas.microsoft.com/office/drawing/2014/main" id="{5E897A37-8ADD-924F-9F7B-4D39701DDC68}"/>
              </a:ext>
            </a:extLst>
          </p:cNvPr>
          <p:cNvSpPr>
            <a:spLocks noGrp="1"/>
          </p:cNvSpPr>
          <p:nvPr>
            <p:ph type="body" sz="quarter" idx="131"/>
          </p:nvPr>
        </p:nvSpPr>
        <p:spPr>
          <a:xfrm>
            <a:off x="3622028" y="2445236"/>
            <a:ext cx="1219200" cy="244000"/>
          </a:xfrm>
          <a:prstGeom prst="rect">
            <a:avLst/>
          </a:prstGeom>
        </p:spPr>
        <p:txBody>
          <a:bodyPr lIns="0" tIns="0" rIns="0" bIns="0"/>
          <a:lstStyle>
            <a:lvl1pPr marL="8466" marR="0" indent="0" algn="l" rtl="0">
              <a:lnSpc>
                <a:spcPct val="100000"/>
              </a:lnSpc>
              <a:spcBef>
                <a:spcPts val="0"/>
              </a:spcBef>
              <a:spcAft>
                <a:spcPts val="0"/>
              </a:spcAft>
              <a:buClr>
                <a:schemeClr val="accent1"/>
              </a:buClr>
              <a:buSzPts val="900"/>
              <a:buFont typeface="Arial"/>
              <a:buNone/>
              <a:tabLst/>
              <a:defRPr lang="en-US" sz="1200"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75" name="Text Placeholder 4">
            <a:extLst>
              <a:ext uri="{FF2B5EF4-FFF2-40B4-BE49-F238E27FC236}">
                <a16:creationId xmlns:a16="http://schemas.microsoft.com/office/drawing/2014/main" id="{C6427219-0E93-EE4E-BA6D-D402DE5E280D}"/>
              </a:ext>
            </a:extLst>
          </p:cNvPr>
          <p:cNvSpPr>
            <a:spLocks noGrp="1"/>
          </p:cNvSpPr>
          <p:nvPr>
            <p:ph type="body" sz="quarter" idx="132"/>
          </p:nvPr>
        </p:nvSpPr>
        <p:spPr>
          <a:xfrm>
            <a:off x="3622028" y="2641721"/>
            <a:ext cx="1219200" cy="244000"/>
          </a:xfrm>
          <a:prstGeom prst="rect">
            <a:avLst/>
          </a:prstGeom>
        </p:spPr>
        <p:txBody>
          <a:bodyPr lIns="0" tIns="0" rIns="0" bIns="0"/>
          <a:lstStyle>
            <a:lvl1pPr marL="8466" marR="0" indent="0" algn="l" rtl="0">
              <a:lnSpc>
                <a:spcPct val="100000"/>
              </a:lnSpc>
              <a:spcBef>
                <a:spcPts val="0"/>
              </a:spcBef>
              <a:spcAft>
                <a:spcPts val="0"/>
              </a:spcAft>
              <a:buClr>
                <a:schemeClr val="dk1"/>
              </a:buClr>
              <a:buSzPts val="800"/>
              <a:buFont typeface="Arial"/>
              <a:buNone/>
              <a:tabLst/>
              <a:defRPr lang="en-US" sz="1067"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76" name="Text Placeholder 4">
            <a:extLst>
              <a:ext uri="{FF2B5EF4-FFF2-40B4-BE49-F238E27FC236}">
                <a16:creationId xmlns:a16="http://schemas.microsoft.com/office/drawing/2014/main" id="{C38A2D25-02F1-E245-8449-33A949539277}"/>
              </a:ext>
            </a:extLst>
          </p:cNvPr>
          <p:cNvSpPr>
            <a:spLocks noGrp="1"/>
          </p:cNvSpPr>
          <p:nvPr>
            <p:ph type="body" sz="quarter" idx="133"/>
          </p:nvPr>
        </p:nvSpPr>
        <p:spPr>
          <a:xfrm>
            <a:off x="3622028" y="3530369"/>
            <a:ext cx="1219200" cy="244000"/>
          </a:xfrm>
          <a:prstGeom prst="rect">
            <a:avLst/>
          </a:prstGeom>
        </p:spPr>
        <p:txBody>
          <a:bodyPr lIns="0" tIns="0" rIns="0" bIns="0"/>
          <a:lstStyle>
            <a:lvl1pPr marL="8466" marR="0" indent="0" algn="l" rtl="0">
              <a:lnSpc>
                <a:spcPct val="100000"/>
              </a:lnSpc>
              <a:spcBef>
                <a:spcPts val="0"/>
              </a:spcBef>
              <a:spcAft>
                <a:spcPts val="0"/>
              </a:spcAft>
              <a:buClr>
                <a:schemeClr val="accent1"/>
              </a:buClr>
              <a:buSzPts val="900"/>
              <a:buFont typeface="Arial"/>
              <a:buNone/>
              <a:tabLst/>
              <a:defRPr lang="en-US" sz="1200"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77" name="Text Placeholder 4">
            <a:extLst>
              <a:ext uri="{FF2B5EF4-FFF2-40B4-BE49-F238E27FC236}">
                <a16:creationId xmlns:a16="http://schemas.microsoft.com/office/drawing/2014/main" id="{4165DDE5-9F59-8648-B101-F0B738FE57B7}"/>
              </a:ext>
            </a:extLst>
          </p:cNvPr>
          <p:cNvSpPr>
            <a:spLocks noGrp="1"/>
          </p:cNvSpPr>
          <p:nvPr>
            <p:ph type="body" sz="quarter" idx="134"/>
          </p:nvPr>
        </p:nvSpPr>
        <p:spPr>
          <a:xfrm>
            <a:off x="3622028" y="3726855"/>
            <a:ext cx="1219200" cy="244000"/>
          </a:xfrm>
          <a:prstGeom prst="rect">
            <a:avLst/>
          </a:prstGeom>
        </p:spPr>
        <p:txBody>
          <a:bodyPr lIns="0" tIns="0" rIns="0" bIns="0"/>
          <a:lstStyle>
            <a:lvl1pPr marL="8466" marR="0" indent="0" algn="l" rtl="0">
              <a:lnSpc>
                <a:spcPct val="100000"/>
              </a:lnSpc>
              <a:spcBef>
                <a:spcPts val="0"/>
              </a:spcBef>
              <a:spcAft>
                <a:spcPts val="0"/>
              </a:spcAft>
              <a:buClr>
                <a:schemeClr val="dk1"/>
              </a:buClr>
              <a:buSzPts val="800"/>
              <a:buFont typeface="Arial"/>
              <a:buNone/>
              <a:tabLst/>
              <a:defRPr lang="en-US" sz="1067"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78" name="Text Placeholder 4">
            <a:extLst>
              <a:ext uri="{FF2B5EF4-FFF2-40B4-BE49-F238E27FC236}">
                <a16:creationId xmlns:a16="http://schemas.microsoft.com/office/drawing/2014/main" id="{44BF9CC3-88B9-934E-9D35-70D451F0ACFA}"/>
              </a:ext>
            </a:extLst>
          </p:cNvPr>
          <p:cNvSpPr>
            <a:spLocks noGrp="1"/>
          </p:cNvSpPr>
          <p:nvPr>
            <p:ph type="body" sz="quarter" idx="135"/>
          </p:nvPr>
        </p:nvSpPr>
        <p:spPr>
          <a:xfrm>
            <a:off x="3622028" y="4615503"/>
            <a:ext cx="1219200" cy="244000"/>
          </a:xfrm>
          <a:prstGeom prst="rect">
            <a:avLst/>
          </a:prstGeom>
        </p:spPr>
        <p:txBody>
          <a:bodyPr lIns="0" tIns="0" rIns="0" bIns="0"/>
          <a:lstStyle>
            <a:lvl1pPr marL="8466" marR="0" indent="0" algn="l" rtl="0">
              <a:lnSpc>
                <a:spcPct val="100000"/>
              </a:lnSpc>
              <a:spcBef>
                <a:spcPts val="0"/>
              </a:spcBef>
              <a:spcAft>
                <a:spcPts val="0"/>
              </a:spcAft>
              <a:buClr>
                <a:schemeClr val="accent1"/>
              </a:buClr>
              <a:buSzPts val="900"/>
              <a:buFont typeface="Arial"/>
              <a:buNone/>
              <a:tabLst/>
              <a:defRPr lang="en-US" sz="1200"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79" name="Text Placeholder 4">
            <a:extLst>
              <a:ext uri="{FF2B5EF4-FFF2-40B4-BE49-F238E27FC236}">
                <a16:creationId xmlns:a16="http://schemas.microsoft.com/office/drawing/2014/main" id="{ADD788A5-0DB5-AB4E-857F-5B669A15F82E}"/>
              </a:ext>
            </a:extLst>
          </p:cNvPr>
          <p:cNvSpPr>
            <a:spLocks noGrp="1"/>
          </p:cNvSpPr>
          <p:nvPr>
            <p:ph type="body" sz="quarter" idx="136"/>
          </p:nvPr>
        </p:nvSpPr>
        <p:spPr>
          <a:xfrm>
            <a:off x="3622028" y="4811988"/>
            <a:ext cx="1219200" cy="244000"/>
          </a:xfrm>
          <a:prstGeom prst="rect">
            <a:avLst/>
          </a:prstGeom>
        </p:spPr>
        <p:txBody>
          <a:bodyPr lIns="0" tIns="0" rIns="0" bIns="0"/>
          <a:lstStyle>
            <a:lvl1pPr marL="8466" marR="0" indent="0" algn="l" rtl="0">
              <a:lnSpc>
                <a:spcPct val="100000"/>
              </a:lnSpc>
              <a:spcBef>
                <a:spcPts val="0"/>
              </a:spcBef>
              <a:spcAft>
                <a:spcPts val="0"/>
              </a:spcAft>
              <a:buClr>
                <a:schemeClr val="dk1"/>
              </a:buClr>
              <a:buSzPts val="800"/>
              <a:buFont typeface="Arial"/>
              <a:buNone/>
              <a:tabLst/>
              <a:defRPr lang="en-US" sz="1067"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80" name="Text Placeholder 4">
            <a:extLst>
              <a:ext uri="{FF2B5EF4-FFF2-40B4-BE49-F238E27FC236}">
                <a16:creationId xmlns:a16="http://schemas.microsoft.com/office/drawing/2014/main" id="{67DD9F61-D308-DB4F-83C4-9F63DC5F4458}"/>
              </a:ext>
            </a:extLst>
          </p:cNvPr>
          <p:cNvSpPr>
            <a:spLocks noGrp="1"/>
          </p:cNvSpPr>
          <p:nvPr>
            <p:ph type="body" sz="quarter" idx="137"/>
          </p:nvPr>
        </p:nvSpPr>
        <p:spPr>
          <a:xfrm>
            <a:off x="3622028" y="5700636"/>
            <a:ext cx="1219200" cy="244000"/>
          </a:xfrm>
          <a:prstGeom prst="rect">
            <a:avLst/>
          </a:prstGeom>
        </p:spPr>
        <p:txBody>
          <a:bodyPr lIns="0" tIns="0" rIns="0" bIns="0"/>
          <a:lstStyle>
            <a:lvl1pPr marL="8466" marR="0" indent="0" algn="l" rtl="0">
              <a:lnSpc>
                <a:spcPct val="100000"/>
              </a:lnSpc>
              <a:spcBef>
                <a:spcPts val="0"/>
              </a:spcBef>
              <a:spcAft>
                <a:spcPts val="0"/>
              </a:spcAft>
              <a:buClr>
                <a:schemeClr val="accent1"/>
              </a:buClr>
              <a:buSzPts val="900"/>
              <a:buFont typeface="Arial"/>
              <a:buNone/>
              <a:tabLst/>
              <a:defRPr lang="en-US" sz="1200"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81" name="Text Placeholder 4">
            <a:extLst>
              <a:ext uri="{FF2B5EF4-FFF2-40B4-BE49-F238E27FC236}">
                <a16:creationId xmlns:a16="http://schemas.microsoft.com/office/drawing/2014/main" id="{62CCC61E-8D91-CE4F-A5F5-FDC0BDEFB4B9}"/>
              </a:ext>
            </a:extLst>
          </p:cNvPr>
          <p:cNvSpPr>
            <a:spLocks noGrp="1"/>
          </p:cNvSpPr>
          <p:nvPr>
            <p:ph type="body" sz="quarter" idx="138"/>
          </p:nvPr>
        </p:nvSpPr>
        <p:spPr>
          <a:xfrm>
            <a:off x="3622028" y="5897121"/>
            <a:ext cx="1219200" cy="244000"/>
          </a:xfrm>
          <a:prstGeom prst="rect">
            <a:avLst/>
          </a:prstGeom>
        </p:spPr>
        <p:txBody>
          <a:bodyPr lIns="0" tIns="0" rIns="0" bIns="0"/>
          <a:lstStyle>
            <a:lvl1pPr marL="8466" marR="0" indent="0" algn="l" rtl="0">
              <a:lnSpc>
                <a:spcPct val="100000"/>
              </a:lnSpc>
              <a:spcBef>
                <a:spcPts val="0"/>
              </a:spcBef>
              <a:spcAft>
                <a:spcPts val="0"/>
              </a:spcAft>
              <a:buClr>
                <a:schemeClr val="dk1"/>
              </a:buClr>
              <a:buSzPts val="800"/>
              <a:buFont typeface="Arial"/>
              <a:buNone/>
              <a:tabLst/>
              <a:defRPr lang="en-US" sz="1067"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82" name="Text Placeholder 4">
            <a:extLst>
              <a:ext uri="{FF2B5EF4-FFF2-40B4-BE49-F238E27FC236}">
                <a16:creationId xmlns:a16="http://schemas.microsoft.com/office/drawing/2014/main" id="{B52EB88B-3ED1-834B-86A1-2A8903D1DF39}"/>
              </a:ext>
            </a:extLst>
          </p:cNvPr>
          <p:cNvSpPr>
            <a:spLocks noGrp="1"/>
          </p:cNvSpPr>
          <p:nvPr>
            <p:ph type="body" sz="quarter" idx="139"/>
          </p:nvPr>
        </p:nvSpPr>
        <p:spPr>
          <a:xfrm>
            <a:off x="5853524" y="1360103"/>
            <a:ext cx="1219200" cy="244000"/>
          </a:xfrm>
          <a:prstGeom prst="rect">
            <a:avLst/>
          </a:prstGeom>
        </p:spPr>
        <p:txBody>
          <a:bodyPr lIns="0" tIns="0" rIns="0" bIns="0"/>
          <a:lstStyle>
            <a:lvl1pPr marL="8466" marR="0" indent="0" algn="l" rtl="0">
              <a:lnSpc>
                <a:spcPct val="100000"/>
              </a:lnSpc>
              <a:spcBef>
                <a:spcPts val="0"/>
              </a:spcBef>
              <a:spcAft>
                <a:spcPts val="0"/>
              </a:spcAft>
              <a:buClr>
                <a:schemeClr val="accent1"/>
              </a:buClr>
              <a:buSzPts val="900"/>
              <a:buFont typeface="Arial"/>
              <a:buNone/>
              <a:tabLst/>
              <a:defRPr lang="en-US" sz="1200"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83" name="Text Placeholder 4">
            <a:extLst>
              <a:ext uri="{FF2B5EF4-FFF2-40B4-BE49-F238E27FC236}">
                <a16:creationId xmlns:a16="http://schemas.microsoft.com/office/drawing/2014/main" id="{3EF69034-7817-6845-9F19-CDA27B0DAA84}"/>
              </a:ext>
            </a:extLst>
          </p:cNvPr>
          <p:cNvSpPr>
            <a:spLocks noGrp="1"/>
          </p:cNvSpPr>
          <p:nvPr>
            <p:ph type="body" sz="quarter" idx="140"/>
          </p:nvPr>
        </p:nvSpPr>
        <p:spPr>
          <a:xfrm>
            <a:off x="5853524" y="1556588"/>
            <a:ext cx="1219200" cy="244000"/>
          </a:xfrm>
          <a:prstGeom prst="rect">
            <a:avLst/>
          </a:prstGeom>
        </p:spPr>
        <p:txBody>
          <a:bodyPr lIns="0" tIns="0" rIns="0" bIns="0"/>
          <a:lstStyle>
            <a:lvl1pPr marL="8466" marR="0" indent="0" algn="l" rtl="0">
              <a:lnSpc>
                <a:spcPct val="100000"/>
              </a:lnSpc>
              <a:spcBef>
                <a:spcPts val="0"/>
              </a:spcBef>
              <a:spcAft>
                <a:spcPts val="0"/>
              </a:spcAft>
              <a:buClr>
                <a:schemeClr val="dk1"/>
              </a:buClr>
              <a:buSzPts val="800"/>
              <a:buFont typeface="Arial"/>
              <a:buNone/>
              <a:tabLst/>
              <a:defRPr lang="en-US" sz="1067"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84" name="Text Placeholder 4">
            <a:extLst>
              <a:ext uri="{FF2B5EF4-FFF2-40B4-BE49-F238E27FC236}">
                <a16:creationId xmlns:a16="http://schemas.microsoft.com/office/drawing/2014/main" id="{B1A5908F-6820-E243-8D55-1BCBE5A20AE7}"/>
              </a:ext>
            </a:extLst>
          </p:cNvPr>
          <p:cNvSpPr>
            <a:spLocks noGrp="1"/>
          </p:cNvSpPr>
          <p:nvPr>
            <p:ph type="body" sz="quarter" idx="141"/>
          </p:nvPr>
        </p:nvSpPr>
        <p:spPr>
          <a:xfrm>
            <a:off x="5853524" y="2445236"/>
            <a:ext cx="1219200" cy="244000"/>
          </a:xfrm>
          <a:prstGeom prst="rect">
            <a:avLst/>
          </a:prstGeom>
        </p:spPr>
        <p:txBody>
          <a:bodyPr lIns="0" tIns="0" rIns="0" bIns="0"/>
          <a:lstStyle>
            <a:lvl1pPr marL="8466" marR="0" indent="0" algn="l" rtl="0">
              <a:lnSpc>
                <a:spcPct val="100000"/>
              </a:lnSpc>
              <a:spcBef>
                <a:spcPts val="0"/>
              </a:spcBef>
              <a:spcAft>
                <a:spcPts val="0"/>
              </a:spcAft>
              <a:buClr>
                <a:schemeClr val="accent1"/>
              </a:buClr>
              <a:buSzPts val="900"/>
              <a:buFont typeface="Arial"/>
              <a:buNone/>
              <a:tabLst/>
              <a:defRPr lang="en-US" sz="1200"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85" name="Text Placeholder 4">
            <a:extLst>
              <a:ext uri="{FF2B5EF4-FFF2-40B4-BE49-F238E27FC236}">
                <a16:creationId xmlns:a16="http://schemas.microsoft.com/office/drawing/2014/main" id="{E250873E-D332-044A-A584-BDEF6871E5FE}"/>
              </a:ext>
            </a:extLst>
          </p:cNvPr>
          <p:cNvSpPr>
            <a:spLocks noGrp="1"/>
          </p:cNvSpPr>
          <p:nvPr>
            <p:ph type="body" sz="quarter" idx="142"/>
          </p:nvPr>
        </p:nvSpPr>
        <p:spPr>
          <a:xfrm>
            <a:off x="5853524" y="2641721"/>
            <a:ext cx="1219200" cy="244000"/>
          </a:xfrm>
          <a:prstGeom prst="rect">
            <a:avLst/>
          </a:prstGeom>
        </p:spPr>
        <p:txBody>
          <a:bodyPr lIns="0" tIns="0" rIns="0" bIns="0"/>
          <a:lstStyle>
            <a:lvl1pPr marL="8466" marR="0" indent="0" algn="l" rtl="0">
              <a:lnSpc>
                <a:spcPct val="100000"/>
              </a:lnSpc>
              <a:spcBef>
                <a:spcPts val="0"/>
              </a:spcBef>
              <a:spcAft>
                <a:spcPts val="0"/>
              </a:spcAft>
              <a:buClr>
                <a:schemeClr val="dk1"/>
              </a:buClr>
              <a:buSzPts val="800"/>
              <a:buFont typeface="Arial"/>
              <a:buNone/>
              <a:tabLst/>
              <a:defRPr lang="en-US" sz="1067"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86" name="Text Placeholder 4">
            <a:extLst>
              <a:ext uri="{FF2B5EF4-FFF2-40B4-BE49-F238E27FC236}">
                <a16:creationId xmlns:a16="http://schemas.microsoft.com/office/drawing/2014/main" id="{76CD1FCA-1D0E-7342-BC49-05894008B670}"/>
              </a:ext>
            </a:extLst>
          </p:cNvPr>
          <p:cNvSpPr>
            <a:spLocks noGrp="1"/>
          </p:cNvSpPr>
          <p:nvPr>
            <p:ph type="body" sz="quarter" idx="143"/>
          </p:nvPr>
        </p:nvSpPr>
        <p:spPr>
          <a:xfrm>
            <a:off x="5853524" y="3530369"/>
            <a:ext cx="1219200" cy="244000"/>
          </a:xfrm>
          <a:prstGeom prst="rect">
            <a:avLst/>
          </a:prstGeom>
        </p:spPr>
        <p:txBody>
          <a:bodyPr lIns="0" tIns="0" rIns="0" bIns="0"/>
          <a:lstStyle>
            <a:lvl1pPr marL="8466" marR="0" indent="0" algn="l" rtl="0">
              <a:lnSpc>
                <a:spcPct val="100000"/>
              </a:lnSpc>
              <a:spcBef>
                <a:spcPts val="0"/>
              </a:spcBef>
              <a:spcAft>
                <a:spcPts val="0"/>
              </a:spcAft>
              <a:buClr>
                <a:schemeClr val="accent1"/>
              </a:buClr>
              <a:buSzPts val="900"/>
              <a:buFont typeface="Arial"/>
              <a:buNone/>
              <a:tabLst/>
              <a:defRPr lang="en-US" sz="1200"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87" name="Text Placeholder 4">
            <a:extLst>
              <a:ext uri="{FF2B5EF4-FFF2-40B4-BE49-F238E27FC236}">
                <a16:creationId xmlns:a16="http://schemas.microsoft.com/office/drawing/2014/main" id="{7AD84338-2FAB-6F4E-BE6B-9918232C2885}"/>
              </a:ext>
            </a:extLst>
          </p:cNvPr>
          <p:cNvSpPr>
            <a:spLocks noGrp="1"/>
          </p:cNvSpPr>
          <p:nvPr>
            <p:ph type="body" sz="quarter" idx="144"/>
          </p:nvPr>
        </p:nvSpPr>
        <p:spPr>
          <a:xfrm>
            <a:off x="5853524" y="3726855"/>
            <a:ext cx="1219200" cy="244000"/>
          </a:xfrm>
          <a:prstGeom prst="rect">
            <a:avLst/>
          </a:prstGeom>
        </p:spPr>
        <p:txBody>
          <a:bodyPr lIns="0" tIns="0" rIns="0" bIns="0"/>
          <a:lstStyle>
            <a:lvl1pPr marL="8466" marR="0" indent="0" algn="l" rtl="0">
              <a:lnSpc>
                <a:spcPct val="100000"/>
              </a:lnSpc>
              <a:spcBef>
                <a:spcPts val="0"/>
              </a:spcBef>
              <a:spcAft>
                <a:spcPts val="0"/>
              </a:spcAft>
              <a:buClr>
                <a:schemeClr val="dk1"/>
              </a:buClr>
              <a:buSzPts val="800"/>
              <a:buFont typeface="Arial"/>
              <a:buNone/>
              <a:tabLst/>
              <a:defRPr lang="en-US" sz="1067"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88" name="Text Placeholder 4">
            <a:extLst>
              <a:ext uri="{FF2B5EF4-FFF2-40B4-BE49-F238E27FC236}">
                <a16:creationId xmlns:a16="http://schemas.microsoft.com/office/drawing/2014/main" id="{6020EC43-517A-5540-8B0B-E0DEE3703645}"/>
              </a:ext>
            </a:extLst>
          </p:cNvPr>
          <p:cNvSpPr>
            <a:spLocks noGrp="1"/>
          </p:cNvSpPr>
          <p:nvPr>
            <p:ph type="body" sz="quarter" idx="145"/>
          </p:nvPr>
        </p:nvSpPr>
        <p:spPr>
          <a:xfrm>
            <a:off x="5853524" y="4615503"/>
            <a:ext cx="1219200" cy="244000"/>
          </a:xfrm>
          <a:prstGeom prst="rect">
            <a:avLst/>
          </a:prstGeom>
        </p:spPr>
        <p:txBody>
          <a:bodyPr lIns="0" tIns="0" rIns="0" bIns="0"/>
          <a:lstStyle>
            <a:lvl1pPr marL="8466" marR="0" indent="0" algn="l" rtl="0">
              <a:lnSpc>
                <a:spcPct val="100000"/>
              </a:lnSpc>
              <a:spcBef>
                <a:spcPts val="0"/>
              </a:spcBef>
              <a:spcAft>
                <a:spcPts val="0"/>
              </a:spcAft>
              <a:buClr>
                <a:schemeClr val="accent1"/>
              </a:buClr>
              <a:buSzPts val="900"/>
              <a:buFont typeface="Arial"/>
              <a:buNone/>
              <a:tabLst/>
              <a:defRPr lang="en-US" sz="1200"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89" name="Text Placeholder 4">
            <a:extLst>
              <a:ext uri="{FF2B5EF4-FFF2-40B4-BE49-F238E27FC236}">
                <a16:creationId xmlns:a16="http://schemas.microsoft.com/office/drawing/2014/main" id="{85520582-8B78-A94F-BD14-A0AA447AB0DB}"/>
              </a:ext>
            </a:extLst>
          </p:cNvPr>
          <p:cNvSpPr>
            <a:spLocks noGrp="1"/>
          </p:cNvSpPr>
          <p:nvPr>
            <p:ph type="body" sz="quarter" idx="146"/>
          </p:nvPr>
        </p:nvSpPr>
        <p:spPr>
          <a:xfrm>
            <a:off x="5853524" y="4811988"/>
            <a:ext cx="1219200" cy="244000"/>
          </a:xfrm>
          <a:prstGeom prst="rect">
            <a:avLst/>
          </a:prstGeom>
        </p:spPr>
        <p:txBody>
          <a:bodyPr lIns="0" tIns="0" rIns="0" bIns="0"/>
          <a:lstStyle>
            <a:lvl1pPr marL="8466" marR="0" indent="0" algn="l" rtl="0">
              <a:lnSpc>
                <a:spcPct val="100000"/>
              </a:lnSpc>
              <a:spcBef>
                <a:spcPts val="0"/>
              </a:spcBef>
              <a:spcAft>
                <a:spcPts val="0"/>
              </a:spcAft>
              <a:buClr>
                <a:schemeClr val="dk1"/>
              </a:buClr>
              <a:buSzPts val="800"/>
              <a:buFont typeface="Arial"/>
              <a:buNone/>
              <a:tabLst/>
              <a:defRPr lang="en-US" sz="1067"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90" name="Text Placeholder 4">
            <a:extLst>
              <a:ext uri="{FF2B5EF4-FFF2-40B4-BE49-F238E27FC236}">
                <a16:creationId xmlns:a16="http://schemas.microsoft.com/office/drawing/2014/main" id="{6DEC2D95-7C33-224B-81C9-7FE987DC812B}"/>
              </a:ext>
            </a:extLst>
          </p:cNvPr>
          <p:cNvSpPr>
            <a:spLocks noGrp="1"/>
          </p:cNvSpPr>
          <p:nvPr>
            <p:ph type="body" sz="quarter" idx="147"/>
          </p:nvPr>
        </p:nvSpPr>
        <p:spPr>
          <a:xfrm>
            <a:off x="5853524" y="5700636"/>
            <a:ext cx="1219200" cy="244000"/>
          </a:xfrm>
          <a:prstGeom prst="rect">
            <a:avLst/>
          </a:prstGeom>
        </p:spPr>
        <p:txBody>
          <a:bodyPr lIns="0" tIns="0" rIns="0" bIns="0"/>
          <a:lstStyle>
            <a:lvl1pPr marL="8466" marR="0" indent="0" algn="l" rtl="0">
              <a:lnSpc>
                <a:spcPct val="100000"/>
              </a:lnSpc>
              <a:spcBef>
                <a:spcPts val="0"/>
              </a:spcBef>
              <a:spcAft>
                <a:spcPts val="0"/>
              </a:spcAft>
              <a:buClr>
                <a:schemeClr val="accent1"/>
              </a:buClr>
              <a:buSzPts val="900"/>
              <a:buFont typeface="Arial"/>
              <a:buNone/>
              <a:tabLst/>
              <a:defRPr lang="en-US" sz="1200"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91" name="Text Placeholder 4">
            <a:extLst>
              <a:ext uri="{FF2B5EF4-FFF2-40B4-BE49-F238E27FC236}">
                <a16:creationId xmlns:a16="http://schemas.microsoft.com/office/drawing/2014/main" id="{DF8C7EC9-2CE9-F349-B316-31BB637D4B96}"/>
              </a:ext>
            </a:extLst>
          </p:cNvPr>
          <p:cNvSpPr>
            <a:spLocks noGrp="1"/>
          </p:cNvSpPr>
          <p:nvPr>
            <p:ph type="body" sz="quarter" idx="148"/>
          </p:nvPr>
        </p:nvSpPr>
        <p:spPr>
          <a:xfrm>
            <a:off x="5853524" y="5897121"/>
            <a:ext cx="1219200" cy="244000"/>
          </a:xfrm>
          <a:prstGeom prst="rect">
            <a:avLst/>
          </a:prstGeom>
        </p:spPr>
        <p:txBody>
          <a:bodyPr lIns="0" tIns="0" rIns="0" bIns="0"/>
          <a:lstStyle>
            <a:lvl1pPr marL="8466" marR="0" indent="0" algn="l" rtl="0">
              <a:lnSpc>
                <a:spcPct val="100000"/>
              </a:lnSpc>
              <a:spcBef>
                <a:spcPts val="0"/>
              </a:spcBef>
              <a:spcAft>
                <a:spcPts val="0"/>
              </a:spcAft>
              <a:buClr>
                <a:schemeClr val="dk1"/>
              </a:buClr>
              <a:buSzPts val="800"/>
              <a:buFont typeface="Arial"/>
              <a:buNone/>
              <a:tabLst/>
              <a:defRPr lang="en-US" sz="1067"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92" name="Text Placeholder 4">
            <a:extLst>
              <a:ext uri="{FF2B5EF4-FFF2-40B4-BE49-F238E27FC236}">
                <a16:creationId xmlns:a16="http://schemas.microsoft.com/office/drawing/2014/main" id="{42555915-527C-5740-9ED1-877909190267}"/>
              </a:ext>
            </a:extLst>
          </p:cNvPr>
          <p:cNvSpPr>
            <a:spLocks noGrp="1"/>
          </p:cNvSpPr>
          <p:nvPr>
            <p:ph type="body" sz="quarter" idx="149"/>
          </p:nvPr>
        </p:nvSpPr>
        <p:spPr>
          <a:xfrm>
            <a:off x="8085019" y="1360103"/>
            <a:ext cx="1219200" cy="244000"/>
          </a:xfrm>
          <a:prstGeom prst="rect">
            <a:avLst/>
          </a:prstGeom>
        </p:spPr>
        <p:txBody>
          <a:bodyPr lIns="0" tIns="0" rIns="0" bIns="0"/>
          <a:lstStyle>
            <a:lvl1pPr marL="8466" marR="0" indent="0" algn="l" rtl="0">
              <a:lnSpc>
                <a:spcPct val="100000"/>
              </a:lnSpc>
              <a:spcBef>
                <a:spcPts val="0"/>
              </a:spcBef>
              <a:spcAft>
                <a:spcPts val="0"/>
              </a:spcAft>
              <a:buClr>
                <a:schemeClr val="accent1"/>
              </a:buClr>
              <a:buSzPts val="900"/>
              <a:buFont typeface="Arial"/>
              <a:buNone/>
              <a:tabLst/>
              <a:defRPr lang="en-US" sz="1200"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93" name="Text Placeholder 4">
            <a:extLst>
              <a:ext uri="{FF2B5EF4-FFF2-40B4-BE49-F238E27FC236}">
                <a16:creationId xmlns:a16="http://schemas.microsoft.com/office/drawing/2014/main" id="{CD3AF1FD-A4DA-B042-8396-7FD75E035A35}"/>
              </a:ext>
            </a:extLst>
          </p:cNvPr>
          <p:cNvSpPr>
            <a:spLocks noGrp="1"/>
          </p:cNvSpPr>
          <p:nvPr>
            <p:ph type="body" sz="quarter" idx="150"/>
          </p:nvPr>
        </p:nvSpPr>
        <p:spPr>
          <a:xfrm>
            <a:off x="8085019" y="1556588"/>
            <a:ext cx="1219200" cy="244000"/>
          </a:xfrm>
          <a:prstGeom prst="rect">
            <a:avLst/>
          </a:prstGeom>
        </p:spPr>
        <p:txBody>
          <a:bodyPr lIns="0" tIns="0" rIns="0" bIns="0"/>
          <a:lstStyle>
            <a:lvl1pPr marL="8466" marR="0" indent="0" algn="l" rtl="0">
              <a:lnSpc>
                <a:spcPct val="100000"/>
              </a:lnSpc>
              <a:spcBef>
                <a:spcPts val="0"/>
              </a:spcBef>
              <a:spcAft>
                <a:spcPts val="0"/>
              </a:spcAft>
              <a:buClr>
                <a:schemeClr val="dk1"/>
              </a:buClr>
              <a:buSzPts val="800"/>
              <a:buFont typeface="Arial"/>
              <a:buNone/>
              <a:tabLst/>
              <a:defRPr lang="en-US" sz="1067"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94" name="Text Placeholder 4">
            <a:extLst>
              <a:ext uri="{FF2B5EF4-FFF2-40B4-BE49-F238E27FC236}">
                <a16:creationId xmlns:a16="http://schemas.microsoft.com/office/drawing/2014/main" id="{EACC6ED1-EE19-D248-A535-247DA720555D}"/>
              </a:ext>
            </a:extLst>
          </p:cNvPr>
          <p:cNvSpPr>
            <a:spLocks noGrp="1"/>
          </p:cNvSpPr>
          <p:nvPr>
            <p:ph type="body" sz="quarter" idx="151"/>
          </p:nvPr>
        </p:nvSpPr>
        <p:spPr>
          <a:xfrm>
            <a:off x="8085019" y="2445236"/>
            <a:ext cx="1219200" cy="244000"/>
          </a:xfrm>
          <a:prstGeom prst="rect">
            <a:avLst/>
          </a:prstGeom>
        </p:spPr>
        <p:txBody>
          <a:bodyPr lIns="0" tIns="0" rIns="0" bIns="0"/>
          <a:lstStyle>
            <a:lvl1pPr marL="8466" marR="0" indent="0" algn="l" rtl="0">
              <a:lnSpc>
                <a:spcPct val="100000"/>
              </a:lnSpc>
              <a:spcBef>
                <a:spcPts val="0"/>
              </a:spcBef>
              <a:spcAft>
                <a:spcPts val="0"/>
              </a:spcAft>
              <a:buClr>
                <a:schemeClr val="accent1"/>
              </a:buClr>
              <a:buSzPts val="900"/>
              <a:buFont typeface="Arial"/>
              <a:buNone/>
              <a:tabLst/>
              <a:defRPr lang="en-US" sz="1200"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95" name="Text Placeholder 4">
            <a:extLst>
              <a:ext uri="{FF2B5EF4-FFF2-40B4-BE49-F238E27FC236}">
                <a16:creationId xmlns:a16="http://schemas.microsoft.com/office/drawing/2014/main" id="{F1335DC2-FC09-9C45-AC8E-35E4070806A4}"/>
              </a:ext>
            </a:extLst>
          </p:cNvPr>
          <p:cNvSpPr>
            <a:spLocks noGrp="1"/>
          </p:cNvSpPr>
          <p:nvPr>
            <p:ph type="body" sz="quarter" idx="152"/>
          </p:nvPr>
        </p:nvSpPr>
        <p:spPr>
          <a:xfrm>
            <a:off x="8085019" y="2641721"/>
            <a:ext cx="1219200" cy="244000"/>
          </a:xfrm>
          <a:prstGeom prst="rect">
            <a:avLst/>
          </a:prstGeom>
        </p:spPr>
        <p:txBody>
          <a:bodyPr lIns="0" tIns="0" rIns="0" bIns="0"/>
          <a:lstStyle>
            <a:lvl1pPr marL="8466" marR="0" indent="0" algn="l" rtl="0">
              <a:lnSpc>
                <a:spcPct val="100000"/>
              </a:lnSpc>
              <a:spcBef>
                <a:spcPts val="0"/>
              </a:spcBef>
              <a:spcAft>
                <a:spcPts val="0"/>
              </a:spcAft>
              <a:buClr>
                <a:schemeClr val="dk1"/>
              </a:buClr>
              <a:buSzPts val="800"/>
              <a:buFont typeface="Arial"/>
              <a:buNone/>
              <a:tabLst/>
              <a:defRPr lang="en-US" sz="1067"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96" name="Text Placeholder 4">
            <a:extLst>
              <a:ext uri="{FF2B5EF4-FFF2-40B4-BE49-F238E27FC236}">
                <a16:creationId xmlns:a16="http://schemas.microsoft.com/office/drawing/2014/main" id="{63C325DC-021A-5344-8D3E-C8A3261DF7AB}"/>
              </a:ext>
            </a:extLst>
          </p:cNvPr>
          <p:cNvSpPr>
            <a:spLocks noGrp="1"/>
          </p:cNvSpPr>
          <p:nvPr>
            <p:ph type="body" sz="quarter" idx="153"/>
          </p:nvPr>
        </p:nvSpPr>
        <p:spPr>
          <a:xfrm>
            <a:off x="8085019" y="3530369"/>
            <a:ext cx="1219200" cy="244000"/>
          </a:xfrm>
          <a:prstGeom prst="rect">
            <a:avLst/>
          </a:prstGeom>
        </p:spPr>
        <p:txBody>
          <a:bodyPr lIns="0" tIns="0" rIns="0" bIns="0"/>
          <a:lstStyle>
            <a:lvl1pPr marL="8466" marR="0" indent="0" algn="l" rtl="0">
              <a:lnSpc>
                <a:spcPct val="100000"/>
              </a:lnSpc>
              <a:spcBef>
                <a:spcPts val="0"/>
              </a:spcBef>
              <a:spcAft>
                <a:spcPts val="0"/>
              </a:spcAft>
              <a:buClr>
                <a:schemeClr val="accent1"/>
              </a:buClr>
              <a:buSzPts val="900"/>
              <a:buFont typeface="Arial"/>
              <a:buNone/>
              <a:tabLst/>
              <a:defRPr lang="en-US" sz="1200"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97" name="Text Placeholder 4">
            <a:extLst>
              <a:ext uri="{FF2B5EF4-FFF2-40B4-BE49-F238E27FC236}">
                <a16:creationId xmlns:a16="http://schemas.microsoft.com/office/drawing/2014/main" id="{566E7F35-DB09-2A47-9FDF-7F96EDF46FED}"/>
              </a:ext>
            </a:extLst>
          </p:cNvPr>
          <p:cNvSpPr>
            <a:spLocks noGrp="1"/>
          </p:cNvSpPr>
          <p:nvPr>
            <p:ph type="body" sz="quarter" idx="154"/>
          </p:nvPr>
        </p:nvSpPr>
        <p:spPr>
          <a:xfrm>
            <a:off x="8085019" y="3726855"/>
            <a:ext cx="1219200" cy="244000"/>
          </a:xfrm>
          <a:prstGeom prst="rect">
            <a:avLst/>
          </a:prstGeom>
        </p:spPr>
        <p:txBody>
          <a:bodyPr lIns="0" tIns="0" rIns="0" bIns="0"/>
          <a:lstStyle>
            <a:lvl1pPr marL="8466" marR="0" indent="0" algn="l" rtl="0">
              <a:lnSpc>
                <a:spcPct val="100000"/>
              </a:lnSpc>
              <a:spcBef>
                <a:spcPts val="0"/>
              </a:spcBef>
              <a:spcAft>
                <a:spcPts val="0"/>
              </a:spcAft>
              <a:buClr>
                <a:schemeClr val="dk1"/>
              </a:buClr>
              <a:buSzPts val="800"/>
              <a:buFont typeface="Arial"/>
              <a:buNone/>
              <a:tabLst/>
              <a:defRPr lang="en-US" sz="1067"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98" name="Text Placeholder 4">
            <a:extLst>
              <a:ext uri="{FF2B5EF4-FFF2-40B4-BE49-F238E27FC236}">
                <a16:creationId xmlns:a16="http://schemas.microsoft.com/office/drawing/2014/main" id="{0434B83F-C6FA-1345-85C4-ADFF11AA0FE5}"/>
              </a:ext>
            </a:extLst>
          </p:cNvPr>
          <p:cNvSpPr>
            <a:spLocks noGrp="1"/>
          </p:cNvSpPr>
          <p:nvPr>
            <p:ph type="body" sz="quarter" idx="155"/>
          </p:nvPr>
        </p:nvSpPr>
        <p:spPr>
          <a:xfrm>
            <a:off x="8085019" y="4615503"/>
            <a:ext cx="1219200" cy="244000"/>
          </a:xfrm>
          <a:prstGeom prst="rect">
            <a:avLst/>
          </a:prstGeom>
        </p:spPr>
        <p:txBody>
          <a:bodyPr lIns="0" tIns="0" rIns="0" bIns="0"/>
          <a:lstStyle>
            <a:lvl1pPr marL="8466" marR="0" indent="0" algn="l" rtl="0">
              <a:lnSpc>
                <a:spcPct val="100000"/>
              </a:lnSpc>
              <a:spcBef>
                <a:spcPts val="0"/>
              </a:spcBef>
              <a:spcAft>
                <a:spcPts val="0"/>
              </a:spcAft>
              <a:buClr>
                <a:schemeClr val="accent1"/>
              </a:buClr>
              <a:buSzPts val="900"/>
              <a:buFont typeface="Arial"/>
              <a:buNone/>
              <a:tabLst/>
              <a:defRPr lang="en-US" sz="1200"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99" name="Text Placeholder 4">
            <a:extLst>
              <a:ext uri="{FF2B5EF4-FFF2-40B4-BE49-F238E27FC236}">
                <a16:creationId xmlns:a16="http://schemas.microsoft.com/office/drawing/2014/main" id="{5B7E0CAC-DE0C-7A48-B07D-4EF0E115B812}"/>
              </a:ext>
            </a:extLst>
          </p:cNvPr>
          <p:cNvSpPr>
            <a:spLocks noGrp="1"/>
          </p:cNvSpPr>
          <p:nvPr>
            <p:ph type="body" sz="quarter" idx="156"/>
          </p:nvPr>
        </p:nvSpPr>
        <p:spPr>
          <a:xfrm>
            <a:off x="8085019" y="4811988"/>
            <a:ext cx="1219200" cy="244000"/>
          </a:xfrm>
          <a:prstGeom prst="rect">
            <a:avLst/>
          </a:prstGeom>
        </p:spPr>
        <p:txBody>
          <a:bodyPr lIns="0" tIns="0" rIns="0" bIns="0"/>
          <a:lstStyle>
            <a:lvl1pPr marL="8466" marR="0" indent="0" algn="l" rtl="0">
              <a:lnSpc>
                <a:spcPct val="100000"/>
              </a:lnSpc>
              <a:spcBef>
                <a:spcPts val="0"/>
              </a:spcBef>
              <a:spcAft>
                <a:spcPts val="0"/>
              </a:spcAft>
              <a:buClr>
                <a:schemeClr val="dk1"/>
              </a:buClr>
              <a:buSzPts val="800"/>
              <a:buFont typeface="Arial"/>
              <a:buNone/>
              <a:tabLst/>
              <a:defRPr lang="en-US" sz="1067"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100" name="Text Placeholder 4">
            <a:extLst>
              <a:ext uri="{FF2B5EF4-FFF2-40B4-BE49-F238E27FC236}">
                <a16:creationId xmlns:a16="http://schemas.microsoft.com/office/drawing/2014/main" id="{C8C0B3D5-6465-0146-9870-48BB1313D43C}"/>
              </a:ext>
            </a:extLst>
          </p:cNvPr>
          <p:cNvSpPr>
            <a:spLocks noGrp="1"/>
          </p:cNvSpPr>
          <p:nvPr>
            <p:ph type="body" sz="quarter" idx="157"/>
          </p:nvPr>
        </p:nvSpPr>
        <p:spPr>
          <a:xfrm>
            <a:off x="8085019" y="5700636"/>
            <a:ext cx="1219200" cy="244000"/>
          </a:xfrm>
          <a:prstGeom prst="rect">
            <a:avLst/>
          </a:prstGeom>
        </p:spPr>
        <p:txBody>
          <a:bodyPr lIns="0" tIns="0" rIns="0" bIns="0"/>
          <a:lstStyle>
            <a:lvl1pPr marL="8466" marR="0" indent="0" algn="l" rtl="0">
              <a:lnSpc>
                <a:spcPct val="100000"/>
              </a:lnSpc>
              <a:spcBef>
                <a:spcPts val="0"/>
              </a:spcBef>
              <a:spcAft>
                <a:spcPts val="0"/>
              </a:spcAft>
              <a:buClr>
                <a:schemeClr val="accent1"/>
              </a:buClr>
              <a:buSzPts val="900"/>
              <a:buFont typeface="Arial"/>
              <a:buNone/>
              <a:tabLst/>
              <a:defRPr lang="en-US" sz="1200"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101" name="Text Placeholder 4">
            <a:extLst>
              <a:ext uri="{FF2B5EF4-FFF2-40B4-BE49-F238E27FC236}">
                <a16:creationId xmlns:a16="http://schemas.microsoft.com/office/drawing/2014/main" id="{8B40B5BF-26AF-9147-98CA-70D541C5EA41}"/>
              </a:ext>
            </a:extLst>
          </p:cNvPr>
          <p:cNvSpPr>
            <a:spLocks noGrp="1"/>
          </p:cNvSpPr>
          <p:nvPr>
            <p:ph type="body" sz="quarter" idx="158"/>
          </p:nvPr>
        </p:nvSpPr>
        <p:spPr>
          <a:xfrm>
            <a:off x="8085019" y="5897121"/>
            <a:ext cx="1219200" cy="244000"/>
          </a:xfrm>
          <a:prstGeom prst="rect">
            <a:avLst/>
          </a:prstGeom>
        </p:spPr>
        <p:txBody>
          <a:bodyPr lIns="0" tIns="0" rIns="0" bIns="0"/>
          <a:lstStyle>
            <a:lvl1pPr marL="8466" marR="0" indent="0" algn="l" rtl="0">
              <a:lnSpc>
                <a:spcPct val="100000"/>
              </a:lnSpc>
              <a:spcBef>
                <a:spcPts val="0"/>
              </a:spcBef>
              <a:spcAft>
                <a:spcPts val="0"/>
              </a:spcAft>
              <a:buClr>
                <a:schemeClr val="dk1"/>
              </a:buClr>
              <a:buSzPts val="800"/>
              <a:buFont typeface="Arial"/>
              <a:buNone/>
              <a:tabLst/>
              <a:defRPr lang="en-US" sz="1067"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102" name="Text Placeholder 4">
            <a:extLst>
              <a:ext uri="{FF2B5EF4-FFF2-40B4-BE49-F238E27FC236}">
                <a16:creationId xmlns:a16="http://schemas.microsoft.com/office/drawing/2014/main" id="{0F524738-9F34-FE42-8C87-51AB21CDA425}"/>
              </a:ext>
            </a:extLst>
          </p:cNvPr>
          <p:cNvSpPr>
            <a:spLocks noGrp="1"/>
          </p:cNvSpPr>
          <p:nvPr>
            <p:ph type="body" sz="quarter" idx="159"/>
          </p:nvPr>
        </p:nvSpPr>
        <p:spPr>
          <a:xfrm>
            <a:off x="10316515" y="1360103"/>
            <a:ext cx="1219200" cy="244000"/>
          </a:xfrm>
          <a:prstGeom prst="rect">
            <a:avLst/>
          </a:prstGeom>
        </p:spPr>
        <p:txBody>
          <a:bodyPr lIns="0" tIns="0" rIns="0" bIns="0"/>
          <a:lstStyle>
            <a:lvl1pPr marL="8466" marR="0" indent="0" algn="l" rtl="0">
              <a:lnSpc>
                <a:spcPct val="100000"/>
              </a:lnSpc>
              <a:spcBef>
                <a:spcPts val="0"/>
              </a:spcBef>
              <a:spcAft>
                <a:spcPts val="0"/>
              </a:spcAft>
              <a:buClr>
                <a:schemeClr val="accent1"/>
              </a:buClr>
              <a:buSzPts val="900"/>
              <a:buFont typeface="Arial"/>
              <a:buNone/>
              <a:tabLst/>
              <a:defRPr lang="en-US" sz="1200"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103" name="Text Placeholder 4">
            <a:extLst>
              <a:ext uri="{FF2B5EF4-FFF2-40B4-BE49-F238E27FC236}">
                <a16:creationId xmlns:a16="http://schemas.microsoft.com/office/drawing/2014/main" id="{80AF4ACD-963C-F042-B68E-A8888BED9A5D}"/>
              </a:ext>
            </a:extLst>
          </p:cNvPr>
          <p:cNvSpPr>
            <a:spLocks noGrp="1"/>
          </p:cNvSpPr>
          <p:nvPr>
            <p:ph type="body" sz="quarter" idx="160"/>
          </p:nvPr>
        </p:nvSpPr>
        <p:spPr>
          <a:xfrm>
            <a:off x="10316515" y="1556588"/>
            <a:ext cx="1219200" cy="244000"/>
          </a:xfrm>
          <a:prstGeom prst="rect">
            <a:avLst/>
          </a:prstGeom>
        </p:spPr>
        <p:txBody>
          <a:bodyPr lIns="0" tIns="0" rIns="0" bIns="0"/>
          <a:lstStyle>
            <a:lvl1pPr marL="8466" marR="0" indent="0" algn="l" rtl="0">
              <a:lnSpc>
                <a:spcPct val="100000"/>
              </a:lnSpc>
              <a:spcBef>
                <a:spcPts val="0"/>
              </a:spcBef>
              <a:spcAft>
                <a:spcPts val="0"/>
              </a:spcAft>
              <a:buClr>
                <a:schemeClr val="dk1"/>
              </a:buClr>
              <a:buSzPts val="800"/>
              <a:buFont typeface="Arial"/>
              <a:buNone/>
              <a:tabLst/>
              <a:defRPr lang="en-US" sz="1067"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104" name="Text Placeholder 4">
            <a:extLst>
              <a:ext uri="{FF2B5EF4-FFF2-40B4-BE49-F238E27FC236}">
                <a16:creationId xmlns:a16="http://schemas.microsoft.com/office/drawing/2014/main" id="{8B6935EA-00D1-7A4D-948E-3DD6E8453DDE}"/>
              </a:ext>
            </a:extLst>
          </p:cNvPr>
          <p:cNvSpPr>
            <a:spLocks noGrp="1"/>
          </p:cNvSpPr>
          <p:nvPr>
            <p:ph type="body" sz="quarter" idx="161"/>
          </p:nvPr>
        </p:nvSpPr>
        <p:spPr>
          <a:xfrm>
            <a:off x="10316515" y="2445236"/>
            <a:ext cx="1219200" cy="244000"/>
          </a:xfrm>
          <a:prstGeom prst="rect">
            <a:avLst/>
          </a:prstGeom>
        </p:spPr>
        <p:txBody>
          <a:bodyPr lIns="0" tIns="0" rIns="0" bIns="0"/>
          <a:lstStyle>
            <a:lvl1pPr marL="8466" marR="0" indent="0" algn="l" rtl="0">
              <a:lnSpc>
                <a:spcPct val="100000"/>
              </a:lnSpc>
              <a:spcBef>
                <a:spcPts val="0"/>
              </a:spcBef>
              <a:spcAft>
                <a:spcPts val="0"/>
              </a:spcAft>
              <a:buClr>
                <a:schemeClr val="accent1"/>
              </a:buClr>
              <a:buSzPts val="900"/>
              <a:buFont typeface="Arial"/>
              <a:buNone/>
              <a:tabLst/>
              <a:defRPr lang="en-US" sz="1200"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105" name="Text Placeholder 4">
            <a:extLst>
              <a:ext uri="{FF2B5EF4-FFF2-40B4-BE49-F238E27FC236}">
                <a16:creationId xmlns:a16="http://schemas.microsoft.com/office/drawing/2014/main" id="{C7453859-8C24-0640-BD01-8C9661243FEA}"/>
              </a:ext>
            </a:extLst>
          </p:cNvPr>
          <p:cNvSpPr>
            <a:spLocks noGrp="1"/>
          </p:cNvSpPr>
          <p:nvPr>
            <p:ph type="body" sz="quarter" idx="162"/>
          </p:nvPr>
        </p:nvSpPr>
        <p:spPr>
          <a:xfrm>
            <a:off x="10316515" y="2641721"/>
            <a:ext cx="1219200" cy="244000"/>
          </a:xfrm>
          <a:prstGeom prst="rect">
            <a:avLst/>
          </a:prstGeom>
        </p:spPr>
        <p:txBody>
          <a:bodyPr lIns="0" tIns="0" rIns="0" bIns="0"/>
          <a:lstStyle>
            <a:lvl1pPr marL="8466" marR="0" indent="0" algn="l" rtl="0">
              <a:lnSpc>
                <a:spcPct val="100000"/>
              </a:lnSpc>
              <a:spcBef>
                <a:spcPts val="0"/>
              </a:spcBef>
              <a:spcAft>
                <a:spcPts val="0"/>
              </a:spcAft>
              <a:buClr>
                <a:schemeClr val="dk1"/>
              </a:buClr>
              <a:buSzPts val="800"/>
              <a:buFont typeface="Arial"/>
              <a:buNone/>
              <a:tabLst/>
              <a:defRPr lang="en-US" sz="1067"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106" name="Text Placeholder 4">
            <a:extLst>
              <a:ext uri="{FF2B5EF4-FFF2-40B4-BE49-F238E27FC236}">
                <a16:creationId xmlns:a16="http://schemas.microsoft.com/office/drawing/2014/main" id="{525B9B07-D3D9-0749-B7B4-9E91A6B50B4D}"/>
              </a:ext>
            </a:extLst>
          </p:cNvPr>
          <p:cNvSpPr>
            <a:spLocks noGrp="1"/>
          </p:cNvSpPr>
          <p:nvPr>
            <p:ph type="body" sz="quarter" idx="163"/>
          </p:nvPr>
        </p:nvSpPr>
        <p:spPr>
          <a:xfrm>
            <a:off x="10316515" y="3530369"/>
            <a:ext cx="1219200" cy="244000"/>
          </a:xfrm>
          <a:prstGeom prst="rect">
            <a:avLst/>
          </a:prstGeom>
        </p:spPr>
        <p:txBody>
          <a:bodyPr lIns="0" tIns="0" rIns="0" bIns="0"/>
          <a:lstStyle>
            <a:lvl1pPr marL="8466" marR="0" indent="0" algn="l" rtl="0">
              <a:lnSpc>
                <a:spcPct val="100000"/>
              </a:lnSpc>
              <a:spcBef>
                <a:spcPts val="0"/>
              </a:spcBef>
              <a:spcAft>
                <a:spcPts val="0"/>
              </a:spcAft>
              <a:buClr>
                <a:schemeClr val="accent1"/>
              </a:buClr>
              <a:buSzPts val="900"/>
              <a:buFont typeface="Arial"/>
              <a:buNone/>
              <a:tabLst/>
              <a:defRPr lang="en-US" sz="1200"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107" name="Text Placeholder 4">
            <a:extLst>
              <a:ext uri="{FF2B5EF4-FFF2-40B4-BE49-F238E27FC236}">
                <a16:creationId xmlns:a16="http://schemas.microsoft.com/office/drawing/2014/main" id="{8E923BB4-8BE3-DF44-BE0B-F2465CD80F28}"/>
              </a:ext>
            </a:extLst>
          </p:cNvPr>
          <p:cNvSpPr>
            <a:spLocks noGrp="1"/>
          </p:cNvSpPr>
          <p:nvPr>
            <p:ph type="body" sz="quarter" idx="164"/>
          </p:nvPr>
        </p:nvSpPr>
        <p:spPr>
          <a:xfrm>
            <a:off x="10316515" y="3726855"/>
            <a:ext cx="1219200" cy="244000"/>
          </a:xfrm>
          <a:prstGeom prst="rect">
            <a:avLst/>
          </a:prstGeom>
        </p:spPr>
        <p:txBody>
          <a:bodyPr lIns="0" tIns="0" rIns="0" bIns="0"/>
          <a:lstStyle>
            <a:lvl1pPr marL="8466" marR="0" indent="0" algn="l" rtl="0">
              <a:lnSpc>
                <a:spcPct val="100000"/>
              </a:lnSpc>
              <a:spcBef>
                <a:spcPts val="0"/>
              </a:spcBef>
              <a:spcAft>
                <a:spcPts val="0"/>
              </a:spcAft>
              <a:buClr>
                <a:schemeClr val="dk1"/>
              </a:buClr>
              <a:buSzPts val="800"/>
              <a:buFont typeface="Arial"/>
              <a:buNone/>
              <a:tabLst/>
              <a:defRPr lang="en-US" sz="1067"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108" name="Text Placeholder 4">
            <a:extLst>
              <a:ext uri="{FF2B5EF4-FFF2-40B4-BE49-F238E27FC236}">
                <a16:creationId xmlns:a16="http://schemas.microsoft.com/office/drawing/2014/main" id="{DFC43024-2F77-CE42-8762-81656A465F0A}"/>
              </a:ext>
            </a:extLst>
          </p:cNvPr>
          <p:cNvSpPr>
            <a:spLocks noGrp="1"/>
          </p:cNvSpPr>
          <p:nvPr>
            <p:ph type="body" sz="quarter" idx="165"/>
          </p:nvPr>
        </p:nvSpPr>
        <p:spPr>
          <a:xfrm>
            <a:off x="10316515" y="4615503"/>
            <a:ext cx="1219200" cy="244000"/>
          </a:xfrm>
          <a:prstGeom prst="rect">
            <a:avLst/>
          </a:prstGeom>
        </p:spPr>
        <p:txBody>
          <a:bodyPr lIns="0" tIns="0" rIns="0" bIns="0"/>
          <a:lstStyle>
            <a:lvl1pPr marL="8466" marR="0" indent="0" algn="l" rtl="0">
              <a:lnSpc>
                <a:spcPct val="100000"/>
              </a:lnSpc>
              <a:spcBef>
                <a:spcPts val="0"/>
              </a:spcBef>
              <a:spcAft>
                <a:spcPts val="0"/>
              </a:spcAft>
              <a:buClr>
                <a:schemeClr val="accent1"/>
              </a:buClr>
              <a:buSzPts val="900"/>
              <a:buFont typeface="Arial"/>
              <a:buNone/>
              <a:tabLst/>
              <a:defRPr lang="en-US" sz="1200"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109" name="Text Placeholder 4">
            <a:extLst>
              <a:ext uri="{FF2B5EF4-FFF2-40B4-BE49-F238E27FC236}">
                <a16:creationId xmlns:a16="http://schemas.microsoft.com/office/drawing/2014/main" id="{B65DD64E-FA55-0E47-9A59-AAF32DD9C189}"/>
              </a:ext>
            </a:extLst>
          </p:cNvPr>
          <p:cNvSpPr>
            <a:spLocks noGrp="1"/>
          </p:cNvSpPr>
          <p:nvPr>
            <p:ph type="body" sz="quarter" idx="166"/>
          </p:nvPr>
        </p:nvSpPr>
        <p:spPr>
          <a:xfrm>
            <a:off x="10316515" y="4811988"/>
            <a:ext cx="1219200" cy="244000"/>
          </a:xfrm>
          <a:prstGeom prst="rect">
            <a:avLst/>
          </a:prstGeom>
        </p:spPr>
        <p:txBody>
          <a:bodyPr lIns="0" tIns="0" rIns="0" bIns="0"/>
          <a:lstStyle>
            <a:lvl1pPr marL="8466" marR="0" indent="0" algn="l" rtl="0">
              <a:lnSpc>
                <a:spcPct val="100000"/>
              </a:lnSpc>
              <a:spcBef>
                <a:spcPts val="0"/>
              </a:spcBef>
              <a:spcAft>
                <a:spcPts val="0"/>
              </a:spcAft>
              <a:buClr>
                <a:schemeClr val="dk1"/>
              </a:buClr>
              <a:buSzPts val="800"/>
              <a:buFont typeface="Arial"/>
              <a:buNone/>
              <a:tabLst/>
              <a:defRPr lang="en-US" sz="1067"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110" name="Text Placeholder 4">
            <a:extLst>
              <a:ext uri="{FF2B5EF4-FFF2-40B4-BE49-F238E27FC236}">
                <a16:creationId xmlns:a16="http://schemas.microsoft.com/office/drawing/2014/main" id="{A7134F1B-AA63-9D43-AA0F-7D537289A49F}"/>
              </a:ext>
            </a:extLst>
          </p:cNvPr>
          <p:cNvSpPr>
            <a:spLocks noGrp="1"/>
          </p:cNvSpPr>
          <p:nvPr>
            <p:ph type="body" sz="quarter" idx="167"/>
          </p:nvPr>
        </p:nvSpPr>
        <p:spPr>
          <a:xfrm>
            <a:off x="10316515" y="5700636"/>
            <a:ext cx="1219200" cy="244000"/>
          </a:xfrm>
          <a:prstGeom prst="rect">
            <a:avLst/>
          </a:prstGeom>
        </p:spPr>
        <p:txBody>
          <a:bodyPr lIns="0" tIns="0" rIns="0" bIns="0"/>
          <a:lstStyle>
            <a:lvl1pPr marL="8466" marR="0" indent="0" algn="l" rtl="0">
              <a:lnSpc>
                <a:spcPct val="100000"/>
              </a:lnSpc>
              <a:spcBef>
                <a:spcPts val="0"/>
              </a:spcBef>
              <a:spcAft>
                <a:spcPts val="0"/>
              </a:spcAft>
              <a:buClr>
                <a:schemeClr val="accent1"/>
              </a:buClr>
              <a:buSzPts val="900"/>
              <a:buFont typeface="Arial"/>
              <a:buNone/>
              <a:tabLst/>
              <a:defRPr lang="en-US" sz="1200"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111" name="Text Placeholder 4">
            <a:extLst>
              <a:ext uri="{FF2B5EF4-FFF2-40B4-BE49-F238E27FC236}">
                <a16:creationId xmlns:a16="http://schemas.microsoft.com/office/drawing/2014/main" id="{7BF39CD2-25AF-1946-9806-72A4A68BD16C}"/>
              </a:ext>
            </a:extLst>
          </p:cNvPr>
          <p:cNvSpPr>
            <a:spLocks noGrp="1"/>
          </p:cNvSpPr>
          <p:nvPr>
            <p:ph type="body" sz="quarter" idx="168"/>
          </p:nvPr>
        </p:nvSpPr>
        <p:spPr>
          <a:xfrm>
            <a:off x="10316515" y="5897121"/>
            <a:ext cx="1219200" cy="244000"/>
          </a:xfrm>
          <a:prstGeom prst="rect">
            <a:avLst/>
          </a:prstGeom>
        </p:spPr>
        <p:txBody>
          <a:bodyPr lIns="0" tIns="0" rIns="0" bIns="0"/>
          <a:lstStyle>
            <a:lvl1pPr marL="8466" marR="0" indent="0" algn="l" rtl="0">
              <a:lnSpc>
                <a:spcPct val="100000"/>
              </a:lnSpc>
              <a:spcBef>
                <a:spcPts val="0"/>
              </a:spcBef>
              <a:spcAft>
                <a:spcPts val="0"/>
              </a:spcAft>
              <a:buClr>
                <a:schemeClr val="dk1"/>
              </a:buClr>
              <a:buSzPts val="800"/>
              <a:buFont typeface="Arial"/>
              <a:buNone/>
              <a:tabLst/>
              <a:defRPr lang="en-US" sz="1067"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113" name="Text Placeholder 4">
            <a:extLst>
              <a:ext uri="{FF2B5EF4-FFF2-40B4-BE49-F238E27FC236}">
                <a16:creationId xmlns:a16="http://schemas.microsoft.com/office/drawing/2014/main" id="{2CC954E2-056A-EA4D-A4A2-3A8892DFC5E7}"/>
              </a:ext>
            </a:extLst>
          </p:cNvPr>
          <p:cNvSpPr>
            <a:spLocks noGrp="1"/>
          </p:cNvSpPr>
          <p:nvPr>
            <p:ph type="body" sz="quarter" idx="199"/>
          </p:nvPr>
        </p:nvSpPr>
        <p:spPr>
          <a:xfrm>
            <a:off x="527051" y="496800"/>
            <a:ext cx="11137900" cy="611600"/>
          </a:xfrm>
          <a:prstGeom prst="rect">
            <a:avLst/>
          </a:prstGeom>
        </p:spPr>
        <p:txBody>
          <a:bodyPr lIns="0" tIns="0" rIns="0" bIns="0" anchor="t"/>
          <a:lstStyle>
            <a:lvl1pPr marL="8466" marR="0" indent="0" algn="l" rtl="0">
              <a:lnSpc>
                <a:spcPct val="90000"/>
              </a:lnSpc>
              <a:spcBef>
                <a:spcPts val="0"/>
              </a:spcBef>
              <a:spcAft>
                <a:spcPts val="0"/>
              </a:spcAft>
              <a:buClr>
                <a:schemeClr val="dk1"/>
              </a:buClr>
              <a:buSzPts val="2000"/>
              <a:buFont typeface="Poppins Medium"/>
              <a:buNone/>
              <a:tabLst/>
              <a:defRPr lang="en-GB" sz="2400" b="0" i="0" u="none" strike="noStrike" cap="none" dirty="0" smtClean="0">
                <a:solidFill>
                  <a:schemeClr val="bg1"/>
                </a:solidFill>
                <a:latin typeface="Poppins Medium"/>
                <a:ea typeface="Poppins Medium"/>
                <a:cs typeface="Poppins Medium"/>
                <a:sym typeface="Poppins Medium"/>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Tree>
    <p:extLst>
      <p:ext uri="{BB962C8B-B14F-4D97-AF65-F5344CB8AC3E}">
        <p14:creationId xmlns:p14="http://schemas.microsoft.com/office/powerpoint/2010/main" val="2654057639"/>
      </p:ext>
    </p:extLst>
  </p:cSld>
  <p:clrMapOvr>
    <a:masterClrMapping/>
  </p:clrMapOvr>
  <p:extLst>
    <p:ext uri="{DCECCB84-F9BA-43D5-87BE-67443E8EF086}">
      <p15:sldGuideLst xmlns:p15="http://schemas.microsoft.com/office/powerpoint/2012/main">
        <p15:guide id="1" orient="horz" pos="531">
          <p15:clr>
            <a:srgbClr val="FBAE40"/>
          </p15:clr>
        </p15:guide>
        <p15:guide id="2" pos="249">
          <p15:clr>
            <a:srgbClr val="FBAE40"/>
          </p15:clr>
        </p15:guide>
        <p15:guide id="3" pos="5511">
          <p15:clr>
            <a:srgbClr val="FBAE40"/>
          </p15:clr>
        </p15:guide>
        <p15:guide id="4" orient="horz" pos="3072">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grpSp>
        <p:nvGrpSpPr>
          <p:cNvPr id="37" name="Google Shape;49;p5">
            <a:extLst>
              <a:ext uri="{FF2B5EF4-FFF2-40B4-BE49-F238E27FC236}">
                <a16:creationId xmlns:a16="http://schemas.microsoft.com/office/drawing/2014/main" id="{08055154-E737-6B4D-BF86-9B0DCA57635A}"/>
              </a:ext>
            </a:extLst>
          </p:cNvPr>
          <p:cNvGrpSpPr/>
          <p:nvPr/>
        </p:nvGrpSpPr>
        <p:grpSpPr>
          <a:xfrm rot="10800000">
            <a:off x="11180969" y="5860502"/>
            <a:ext cx="1011044" cy="1014501"/>
            <a:chOff x="1" y="1"/>
            <a:chExt cx="758283" cy="760876"/>
          </a:xfrm>
        </p:grpSpPr>
        <p:sp>
          <p:nvSpPr>
            <p:cNvPr id="38" name="Google Shape;50;p5">
              <a:extLst>
                <a:ext uri="{FF2B5EF4-FFF2-40B4-BE49-F238E27FC236}">
                  <a16:creationId xmlns:a16="http://schemas.microsoft.com/office/drawing/2014/main" id="{82708B92-790F-6942-9A45-55F5A1EDB54E}"/>
                </a:ext>
              </a:extLst>
            </p:cNvPr>
            <p:cNvSpPr/>
            <p:nvPr/>
          </p:nvSpPr>
          <p:spPr>
            <a:xfrm>
              <a:off x="1" y="1"/>
              <a:ext cx="758283" cy="760876"/>
            </a:xfrm>
            <a:custGeom>
              <a:avLst/>
              <a:gdLst/>
              <a:ahLst/>
              <a:cxnLst/>
              <a:rect l="l" t="t" r="r" b="b"/>
              <a:pathLst>
                <a:path w="1011044" h="1014501" extrusionOk="0">
                  <a:moveTo>
                    <a:pt x="195109" y="993405"/>
                  </a:moveTo>
                  <a:lnTo>
                    <a:pt x="200634" y="994520"/>
                  </a:lnTo>
                  <a:lnTo>
                    <a:pt x="183296" y="997616"/>
                  </a:lnTo>
                  <a:lnTo>
                    <a:pt x="187163" y="995009"/>
                  </a:lnTo>
                  <a:cubicBezTo>
                    <a:pt x="189606" y="993976"/>
                    <a:pt x="192291" y="993405"/>
                    <a:pt x="195109" y="993405"/>
                  </a:cubicBezTo>
                  <a:close/>
                  <a:moveTo>
                    <a:pt x="146332" y="993405"/>
                  </a:moveTo>
                  <a:cubicBezTo>
                    <a:pt x="151969" y="993405"/>
                    <a:pt x="157072" y="995690"/>
                    <a:pt x="160766" y="999383"/>
                  </a:cubicBezTo>
                  <a:lnTo>
                    <a:pt x="161636" y="1001484"/>
                  </a:lnTo>
                  <a:lnTo>
                    <a:pt x="153987" y="1002850"/>
                  </a:lnTo>
                  <a:lnTo>
                    <a:pt x="129155" y="1006006"/>
                  </a:lnTo>
                  <a:lnTo>
                    <a:pt x="131898" y="999383"/>
                  </a:lnTo>
                  <a:cubicBezTo>
                    <a:pt x="135592" y="995690"/>
                    <a:pt x="140695" y="993405"/>
                    <a:pt x="146332" y="993405"/>
                  </a:cubicBezTo>
                  <a:close/>
                  <a:moveTo>
                    <a:pt x="97555" y="993405"/>
                  </a:moveTo>
                  <a:cubicBezTo>
                    <a:pt x="103192" y="993405"/>
                    <a:pt x="108295" y="995690"/>
                    <a:pt x="111989" y="999383"/>
                  </a:cubicBezTo>
                  <a:lnTo>
                    <a:pt x="115453" y="1007747"/>
                  </a:lnTo>
                  <a:lnTo>
                    <a:pt x="103384" y="1009281"/>
                  </a:lnTo>
                  <a:lnTo>
                    <a:pt x="78229" y="1011193"/>
                  </a:lnTo>
                  <a:lnTo>
                    <a:pt x="83121" y="999383"/>
                  </a:lnTo>
                  <a:cubicBezTo>
                    <a:pt x="86815" y="995690"/>
                    <a:pt x="91918" y="993405"/>
                    <a:pt x="97555" y="993405"/>
                  </a:cubicBezTo>
                  <a:close/>
                  <a:moveTo>
                    <a:pt x="48778" y="993405"/>
                  </a:moveTo>
                  <a:cubicBezTo>
                    <a:pt x="54415" y="993405"/>
                    <a:pt x="59518" y="995690"/>
                    <a:pt x="63212" y="999383"/>
                  </a:cubicBezTo>
                  <a:lnTo>
                    <a:pt x="68413" y="1011940"/>
                  </a:lnTo>
                  <a:lnTo>
                    <a:pt x="52033" y="1013185"/>
                  </a:lnTo>
                  <a:lnTo>
                    <a:pt x="28379" y="1013783"/>
                  </a:lnTo>
                  <a:lnTo>
                    <a:pt x="34344" y="999383"/>
                  </a:lnTo>
                  <a:cubicBezTo>
                    <a:pt x="38038" y="995690"/>
                    <a:pt x="43141" y="993405"/>
                    <a:pt x="48778" y="993405"/>
                  </a:cubicBezTo>
                  <a:close/>
                  <a:moveTo>
                    <a:pt x="2" y="993405"/>
                  </a:moveTo>
                  <a:cubicBezTo>
                    <a:pt x="11275" y="993405"/>
                    <a:pt x="20414" y="1002544"/>
                    <a:pt x="20414" y="1013818"/>
                  </a:cubicBezTo>
                  <a:lnTo>
                    <a:pt x="20344" y="1013987"/>
                  </a:lnTo>
                  <a:lnTo>
                    <a:pt x="0" y="1014501"/>
                  </a:lnTo>
                  <a:lnTo>
                    <a:pt x="0" y="993406"/>
                  </a:lnTo>
                  <a:close/>
                  <a:moveTo>
                    <a:pt x="341440" y="939317"/>
                  </a:moveTo>
                  <a:cubicBezTo>
                    <a:pt x="347077" y="939317"/>
                    <a:pt x="352180" y="941602"/>
                    <a:pt x="355875" y="945296"/>
                  </a:cubicBezTo>
                  <a:lnTo>
                    <a:pt x="357150" y="948375"/>
                  </a:lnTo>
                  <a:lnTo>
                    <a:pt x="321699" y="961350"/>
                  </a:lnTo>
                  <a:lnTo>
                    <a:pt x="321028" y="959730"/>
                  </a:lnTo>
                  <a:cubicBezTo>
                    <a:pt x="321028" y="948456"/>
                    <a:pt x="330166" y="939317"/>
                    <a:pt x="341440" y="939317"/>
                  </a:cubicBezTo>
                  <a:close/>
                  <a:moveTo>
                    <a:pt x="292663" y="939317"/>
                  </a:moveTo>
                  <a:cubicBezTo>
                    <a:pt x="303937" y="939317"/>
                    <a:pt x="313076" y="948456"/>
                    <a:pt x="313076" y="959730"/>
                  </a:cubicBezTo>
                  <a:lnTo>
                    <a:pt x="310744" y="965360"/>
                  </a:lnTo>
                  <a:lnTo>
                    <a:pt x="300683" y="969042"/>
                  </a:lnTo>
                  <a:lnTo>
                    <a:pt x="279538" y="975046"/>
                  </a:lnTo>
                  <a:lnTo>
                    <a:pt x="278229" y="974164"/>
                  </a:lnTo>
                  <a:cubicBezTo>
                    <a:pt x="274535" y="970470"/>
                    <a:pt x="272251" y="965367"/>
                    <a:pt x="272251" y="959730"/>
                  </a:cubicBezTo>
                  <a:cubicBezTo>
                    <a:pt x="272251" y="948456"/>
                    <a:pt x="281389" y="939317"/>
                    <a:pt x="292663" y="939317"/>
                  </a:cubicBezTo>
                  <a:close/>
                  <a:moveTo>
                    <a:pt x="243886" y="939317"/>
                  </a:moveTo>
                  <a:cubicBezTo>
                    <a:pt x="255160" y="939317"/>
                    <a:pt x="264299" y="948456"/>
                    <a:pt x="264299" y="959730"/>
                  </a:cubicBezTo>
                  <a:cubicBezTo>
                    <a:pt x="264299" y="971004"/>
                    <a:pt x="255160" y="980143"/>
                    <a:pt x="243886" y="980143"/>
                  </a:cubicBezTo>
                  <a:cubicBezTo>
                    <a:pt x="232612" y="980143"/>
                    <a:pt x="223473" y="971004"/>
                    <a:pt x="223473" y="959730"/>
                  </a:cubicBezTo>
                  <a:cubicBezTo>
                    <a:pt x="223473" y="948456"/>
                    <a:pt x="232612" y="939317"/>
                    <a:pt x="243886" y="939317"/>
                  </a:cubicBezTo>
                  <a:close/>
                  <a:moveTo>
                    <a:pt x="195109" y="939317"/>
                  </a:moveTo>
                  <a:cubicBezTo>
                    <a:pt x="206383" y="939317"/>
                    <a:pt x="215522" y="948456"/>
                    <a:pt x="215522" y="959730"/>
                  </a:cubicBezTo>
                  <a:cubicBezTo>
                    <a:pt x="215522" y="971004"/>
                    <a:pt x="206383" y="980143"/>
                    <a:pt x="195109" y="980143"/>
                  </a:cubicBezTo>
                  <a:cubicBezTo>
                    <a:pt x="183835" y="980143"/>
                    <a:pt x="174696" y="971004"/>
                    <a:pt x="174696" y="959730"/>
                  </a:cubicBezTo>
                  <a:cubicBezTo>
                    <a:pt x="174696" y="948456"/>
                    <a:pt x="183835" y="939317"/>
                    <a:pt x="195109" y="939317"/>
                  </a:cubicBezTo>
                  <a:close/>
                  <a:moveTo>
                    <a:pt x="146332" y="939317"/>
                  </a:moveTo>
                  <a:cubicBezTo>
                    <a:pt x="157606" y="939317"/>
                    <a:pt x="166745" y="948456"/>
                    <a:pt x="166745" y="959730"/>
                  </a:cubicBezTo>
                  <a:cubicBezTo>
                    <a:pt x="166745" y="971004"/>
                    <a:pt x="157606" y="980143"/>
                    <a:pt x="146332" y="980143"/>
                  </a:cubicBezTo>
                  <a:cubicBezTo>
                    <a:pt x="135058" y="980143"/>
                    <a:pt x="125919" y="971004"/>
                    <a:pt x="125919" y="959730"/>
                  </a:cubicBezTo>
                  <a:cubicBezTo>
                    <a:pt x="125919" y="948456"/>
                    <a:pt x="135058" y="939317"/>
                    <a:pt x="146332" y="939317"/>
                  </a:cubicBezTo>
                  <a:close/>
                  <a:moveTo>
                    <a:pt x="97555" y="939317"/>
                  </a:moveTo>
                  <a:cubicBezTo>
                    <a:pt x="108829" y="939317"/>
                    <a:pt x="117968" y="948456"/>
                    <a:pt x="117968" y="959730"/>
                  </a:cubicBezTo>
                  <a:cubicBezTo>
                    <a:pt x="117968" y="971004"/>
                    <a:pt x="108829" y="980143"/>
                    <a:pt x="97555" y="980143"/>
                  </a:cubicBezTo>
                  <a:cubicBezTo>
                    <a:pt x="86281" y="980143"/>
                    <a:pt x="77142" y="971004"/>
                    <a:pt x="77142" y="959730"/>
                  </a:cubicBezTo>
                  <a:cubicBezTo>
                    <a:pt x="77142" y="948456"/>
                    <a:pt x="86281" y="939317"/>
                    <a:pt x="97555" y="939317"/>
                  </a:cubicBezTo>
                  <a:close/>
                  <a:moveTo>
                    <a:pt x="48778" y="939317"/>
                  </a:moveTo>
                  <a:cubicBezTo>
                    <a:pt x="60052" y="939317"/>
                    <a:pt x="69191" y="948456"/>
                    <a:pt x="69191" y="959730"/>
                  </a:cubicBezTo>
                  <a:cubicBezTo>
                    <a:pt x="69191" y="971004"/>
                    <a:pt x="60052" y="980143"/>
                    <a:pt x="48778" y="980143"/>
                  </a:cubicBezTo>
                  <a:cubicBezTo>
                    <a:pt x="37504" y="980143"/>
                    <a:pt x="28365" y="971004"/>
                    <a:pt x="28365" y="959730"/>
                  </a:cubicBezTo>
                  <a:cubicBezTo>
                    <a:pt x="28365" y="948456"/>
                    <a:pt x="37504" y="939317"/>
                    <a:pt x="48778" y="939317"/>
                  </a:cubicBezTo>
                  <a:close/>
                  <a:moveTo>
                    <a:pt x="2" y="939317"/>
                  </a:moveTo>
                  <a:cubicBezTo>
                    <a:pt x="11275" y="939317"/>
                    <a:pt x="20414" y="948456"/>
                    <a:pt x="20414" y="959730"/>
                  </a:cubicBezTo>
                  <a:cubicBezTo>
                    <a:pt x="20414" y="971004"/>
                    <a:pt x="11275" y="980143"/>
                    <a:pt x="2" y="980143"/>
                  </a:cubicBezTo>
                  <a:lnTo>
                    <a:pt x="0" y="980142"/>
                  </a:lnTo>
                  <a:lnTo>
                    <a:pt x="0" y="939318"/>
                  </a:lnTo>
                  <a:close/>
                  <a:moveTo>
                    <a:pt x="487772" y="885231"/>
                  </a:moveTo>
                  <a:lnTo>
                    <a:pt x="492351" y="886155"/>
                  </a:lnTo>
                  <a:lnTo>
                    <a:pt x="481971" y="892462"/>
                  </a:lnTo>
                  <a:lnTo>
                    <a:pt x="470537" y="897969"/>
                  </a:lnTo>
                  <a:lnTo>
                    <a:pt x="473337" y="891210"/>
                  </a:lnTo>
                  <a:cubicBezTo>
                    <a:pt x="477032" y="887516"/>
                    <a:pt x="482135" y="885231"/>
                    <a:pt x="487772" y="885231"/>
                  </a:cubicBezTo>
                  <a:close/>
                  <a:moveTo>
                    <a:pt x="438994" y="885231"/>
                  </a:moveTo>
                  <a:cubicBezTo>
                    <a:pt x="444631" y="885231"/>
                    <a:pt x="449734" y="887516"/>
                    <a:pt x="453429" y="891210"/>
                  </a:cubicBezTo>
                  <a:lnTo>
                    <a:pt x="458609" y="903716"/>
                  </a:lnTo>
                  <a:lnTo>
                    <a:pt x="424595" y="920101"/>
                  </a:lnTo>
                  <a:lnTo>
                    <a:pt x="424560" y="920078"/>
                  </a:lnTo>
                  <a:cubicBezTo>
                    <a:pt x="420867" y="916384"/>
                    <a:pt x="418582" y="911281"/>
                    <a:pt x="418582" y="905644"/>
                  </a:cubicBezTo>
                  <a:cubicBezTo>
                    <a:pt x="418582" y="894370"/>
                    <a:pt x="427721" y="885231"/>
                    <a:pt x="438994" y="885231"/>
                  </a:cubicBezTo>
                  <a:close/>
                  <a:moveTo>
                    <a:pt x="390217" y="885231"/>
                  </a:moveTo>
                  <a:cubicBezTo>
                    <a:pt x="401491" y="885231"/>
                    <a:pt x="410630" y="894370"/>
                    <a:pt x="410630" y="905644"/>
                  </a:cubicBezTo>
                  <a:cubicBezTo>
                    <a:pt x="410630" y="916917"/>
                    <a:pt x="401491" y="926056"/>
                    <a:pt x="390217" y="926056"/>
                  </a:cubicBezTo>
                  <a:cubicBezTo>
                    <a:pt x="378944" y="926056"/>
                    <a:pt x="369805" y="916917"/>
                    <a:pt x="369805" y="905644"/>
                  </a:cubicBezTo>
                  <a:cubicBezTo>
                    <a:pt x="369805" y="894370"/>
                    <a:pt x="378944" y="885231"/>
                    <a:pt x="390217" y="885231"/>
                  </a:cubicBezTo>
                  <a:close/>
                  <a:moveTo>
                    <a:pt x="341440" y="885231"/>
                  </a:moveTo>
                  <a:cubicBezTo>
                    <a:pt x="352714" y="885231"/>
                    <a:pt x="361853" y="894370"/>
                    <a:pt x="361853" y="905644"/>
                  </a:cubicBezTo>
                  <a:cubicBezTo>
                    <a:pt x="361853" y="916917"/>
                    <a:pt x="352714" y="926056"/>
                    <a:pt x="341440" y="926056"/>
                  </a:cubicBezTo>
                  <a:cubicBezTo>
                    <a:pt x="330166" y="926056"/>
                    <a:pt x="321028" y="916917"/>
                    <a:pt x="321028" y="905644"/>
                  </a:cubicBezTo>
                  <a:cubicBezTo>
                    <a:pt x="321028" y="894370"/>
                    <a:pt x="330166" y="885231"/>
                    <a:pt x="341440" y="885231"/>
                  </a:cubicBezTo>
                  <a:close/>
                  <a:moveTo>
                    <a:pt x="292663" y="885231"/>
                  </a:moveTo>
                  <a:cubicBezTo>
                    <a:pt x="303937" y="885231"/>
                    <a:pt x="313076" y="894370"/>
                    <a:pt x="313076" y="905644"/>
                  </a:cubicBezTo>
                  <a:cubicBezTo>
                    <a:pt x="313076" y="916917"/>
                    <a:pt x="303937" y="926056"/>
                    <a:pt x="292663" y="926056"/>
                  </a:cubicBezTo>
                  <a:cubicBezTo>
                    <a:pt x="281389" y="926056"/>
                    <a:pt x="272251" y="916917"/>
                    <a:pt x="272251" y="905644"/>
                  </a:cubicBezTo>
                  <a:cubicBezTo>
                    <a:pt x="272251" y="894370"/>
                    <a:pt x="281389" y="885231"/>
                    <a:pt x="292663" y="885231"/>
                  </a:cubicBezTo>
                  <a:close/>
                  <a:moveTo>
                    <a:pt x="243886" y="885231"/>
                  </a:moveTo>
                  <a:cubicBezTo>
                    <a:pt x="255160" y="885231"/>
                    <a:pt x="264299" y="894370"/>
                    <a:pt x="264299" y="905644"/>
                  </a:cubicBezTo>
                  <a:cubicBezTo>
                    <a:pt x="264299" y="916917"/>
                    <a:pt x="255160" y="926056"/>
                    <a:pt x="243886" y="926056"/>
                  </a:cubicBezTo>
                  <a:cubicBezTo>
                    <a:pt x="232612" y="926056"/>
                    <a:pt x="223473" y="916917"/>
                    <a:pt x="223473" y="905644"/>
                  </a:cubicBezTo>
                  <a:cubicBezTo>
                    <a:pt x="223473" y="894370"/>
                    <a:pt x="232612" y="885231"/>
                    <a:pt x="243886" y="885231"/>
                  </a:cubicBezTo>
                  <a:close/>
                  <a:moveTo>
                    <a:pt x="195109" y="885231"/>
                  </a:moveTo>
                  <a:cubicBezTo>
                    <a:pt x="206383" y="885231"/>
                    <a:pt x="215522" y="894370"/>
                    <a:pt x="215522" y="905644"/>
                  </a:cubicBezTo>
                  <a:cubicBezTo>
                    <a:pt x="215522" y="916917"/>
                    <a:pt x="206383" y="926056"/>
                    <a:pt x="195109" y="926056"/>
                  </a:cubicBezTo>
                  <a:cubicBezTo>
                    <a:pt x="183835" y="926056"/>
                    <a:pt x="174696" y="916917"/>
                    <a:pt x="174696" y="905644"/>
                  </a:cubicBezTo>
                  <a:cubicBezTo>
                    <a:pt x="174696" y="894370"/>
                    <a:pt x="183835" y="885231"/>
                    <a:pt x="195109" y="885231"/>
                  </a:cubicBezTo>
                  <a:close/>
                  <a:moveTo>
                    <a:pt x="146332" y="885231"/>
                  </a:moveTo>
                  <a:cubicBezTo>
                    <a:pt x="157606" y="885231"/>
                    <a:pt x="166745" y="894370"/>
                    <a:pt x="166745" y="905644"/>
                  </a:cubicBezTo>
                  <a:cubicBezTo>
                    <a:pt x="166745" y="916917"/>
                    <a:pt x="157606" y="926056"/>
                    <a:pt x="146332" y="926056"/>
                  </a:cubicBezTo>
                  <a:cubicBezTo>
                    <a:pt x="135058" y="926056"/>
                    <a:pt x="125919" y="916917"/>
                    <a:pt x="125919" y="905644"/>
                  </a:cubicBezTo>
                  <a:cubicBezTo>
                    <a:pt x="125919" y="894370"/>
                    <a:pt x="135058" y="885231"/>
                    <a:pt x="146332" y="885231"/>
                  </a:cubicBezTo>
                  <a:close/>
                  <a:moveTo>
                    <a:pt x="97555" y="885231"/>
                  </a:moveTo>
                  <a:cubicBezTo>
                    <a:pt x="108829" y="885231"/>
                    <a:pt x="117968" y="894370"/>
                    <a:pt x="117968" y="905644"/>
                  </a:cubicBezTo>
                  <a:cubicBezTo>
                    <a:pt x="117968" y="916917"/>
                    <a:pt x="108829" y="926056"/>
                    <a:pt x="97555" y="926056"/>
                  </a:cubicBezTo>
                  <a:cubicBezTo>
                    <a:pt x="86281" y="926056"/>
                    <a:pt x="77142" y="916917"/>
                    <a:pt x="77142" y="905644"/>
                  </a:cubicBezTo>
                  <a:cubicBezTo>
                    <a:pt x="77142" y="894370"/>
                    <a:pt x="86281" y="885231"/>
                    <a:pt x="97555" y="885231"/>
                  </a:cubicBezTo>
                  <a:close/>
                  <a:moveTo>
                    <a:pt x="48778" y="885231"/>
                  </a:moveTo>
                  <a:cubicBezTo>
                    <a:pt x="60052" y="885231"/>
                    <a:pt x="69191" y="894370"/>
                    <a:pt x="69191" y="905644"/>
                  </a:cubicBezTo>
                  <a:cubicBezTo>
                    <a:pt x="69191" y="916917"/>
                    <a:pt x="60052" y="926056"/>
                    <a:pt x="48778" y="926056"/>
                  </a:cubicBezTo>
                  <a:cubicBezTo>
                    <a:pt x="37504" y="926056"/>
                    <a:pt x="28365" y="916917"/>
                    <a:pt x="28365" y="905644"/>
                  </a:cubicBezTo>
                  <a:cubicBezTo>
                    <a:pt x="28365" y="894370"/>
                    <a:pt x="37504" y="885231"/>
                    <a:pt x="48778" y="885231"/>
                  </a:cubicBezTo>
                  <a:close/>
                  <a:moveTo>
                    <a:pt x="2" y="885231"/>
                  </a:moveTo>
                  <a:cubicBezTo>
                    <a:pt x="11275" y="885231"/>
                    <a:pt x="20414" y="894370"/>
                    <a:pt x="20414" y="905644"/>
                  </a:cubicBezTo>
                  <a:cubicBezTo>
                    <a:pt x="20414" y="916917"/>
                    <a:pt x="11275" y="926056"/>
                    <a:pt x="2" y="926056"/>
                  </a:cubicBezTo>
                  <a:lnTo>
                    <a:pt x="0" y="926055"/>
                  </a:lnTo>
                  <a:lnTo>
                    <a:pt x="0" y="885232"/>
                  </a:lnTo>
                  <a:close/>
                  <a:moveTo>
                    <a:pt x="577493" y="832726"/>
                  </a:moveTo>
                  <a:lnTo>
                    <a:pt x="570568" y="837904"/>
                  </a:lnTo>
                  <a:lnTo>
                    <a:pt x="570892" y="837123"/>
                  </a:lnTo>
                  <a:cubicBezTo>
                    <a:pt x="572738" y="835276"/>
                    <a:pt x="574938" y="833782"/>
                    <a:pt x="577380" y="832749"/>
                  </a:cubicBezTo>
                  <a:close/>
                  <a:moveTo>
                    <a:pt x="536549" y="831145"/>
                  </a:moveTo>
                  <a:cubicBezTo>
                    <a:pt x="542186" y="831145"/>
                    <a:pt x="547289" y="833430"/>
                    <a:pt x="550983" y="837123"/>
                  </a:cubicBezTo>
                  <a:lnTo>
                    <a:pt x="555421" y="847839"/>
                  </a:lnTo>
                  <a:lnTo>
                    <a:pt x="523739" y="867087"/>
                  </a:lnTo>
                  <a:lnTo>
                    <a:pt x="522114" y="865992"/>
                  </a:lnTo>
                  <a:cubicBezTo>
                    <a:pt x="518421" y="862298"/>
                    <a:pt x="516136" y="857194"/>
                    <a:pt x="516136" y="851558"/>
                  </a:cubicBezTo>
                  <a:cubicBezTo>
                    <a:pt x="516136" y="840284"/>
                    <a:pt x="525275" y="831145"/>
                    <a:pt x="536549" y="831145"/>
                  </a:cubicBezTo>
                  <a:close/>
                  <a:moveTo>
                    <a:pt x="487772" y="831145"/>
                  </a:moveTo>
                  <a:cubicBezTo>
                    <a:pt x="499045" y="831145"/>
                    <a:pt x="508184" y="840284"/>
                    <a:pt x="508184" y="851558"/>
                  </a:cubicBezTo>
                  <a:cubicBezTo>
                    <a:pt x="508184" y="862831"/>
                    <a:pt x="499045" y="871970"/>
                    <a:pt x="487772" y="871970"/>
                  </a:cubicBezTo>
                  <a:cubicBezTo>
                    <a:pt x="476498" y="871970"/>
                    <a:pt x="467359" y="862831"/>
                    <a:pt x="467359" y="851558"/>
                  </a:cubicBezTo>
                  <a:cubicBezTo>
                    <a:pt x="467359" y="840284"/>
                    <a:pt x="476498" y="831145"/>
                    <a:pt x="487772" y="831145"/>
                  </a:cubicBezTo>
                  <a:close/>
                  <a:moveTo>
                    <a:pt x="438994" y="831145"/>
                  </a:moveTo>
                  <a:cubicBezTo>
                    <a:pt x="450268" y="831145"/>
                    <a:pt x="459407" y="840284"/>
                    <a:pt x="459407" y="851558"/>
                  </a:cubicBezTo>
                  <a:cubicBezTo>
                    <a:pt x="459407" y="862831"/>
                    <a:pt x="450268" y="871970"/>
                    <a:pt x="438994" y="871970"/>
                  </a:cubicBezTo>
                  <a:cubicBezTo>
                    <a:pt x="427721" y="871970"/>
                    <a:pt x="418582" y="862831"/>
                    <a:pt x="418582" y="851558"/>
                  </a:cubicBezTo>
                  <a:cubicBezTo>
                    <a:pt x="418582" y="840284"/>
                    <a:pt x="427721" y="831145"/>
                    <a:pt x="438994" y="831145"/>
                  </a:cubicBezTo>
                  <a:close/>
                  <a:moveTo>
                    <a:pt x="390217" y="831145"/>
                  </a:moveTo>
                  <a:cubicBezTo>
                    <a:pt x="401491" y="831145"/>
                    <a:pt x="410630" y="840284"/>
                    <a:pt x="410630" y="851558"/>
                  </a:cubicBezTo>
                  <a:cubicBezTo>
                    <a:pt x="410630" y="862831"/>
                    <a:pt x="401491" y="871970"/>
                    <a:pt x="390217" y="871970"/>
                  </a:cubicBezTo>
                  <a:cubicBezTo>
                    <a:pt x="378944" y="871970"/>
                    <a:pt x="369805" y="862831"/>
                    <a:pt x="369805" y="851558"/>
                  </a:cubicBezTo>
                  <a:cubicBezTo>
                    <a:pt x="369805" y="840284"/>
                    <a:pt x="378944" y="831145"/>
                    <a:pt x="390217" y="831145"/>
                  </a:cubicBezTo>
                  <a:close/>
                  <a:moveTo>
                    <a:pt x="341440" y="831145"/>
                  </a:moveTo>
                  <a:cubicBezTo>
                    <a:pt x="352714" y="831145"/>
                    <a:pt x="361853" y="840284"/>
                    <a:pt x="361853" y="851558"/>
                  </a:cubicBezTo>
                  <a:cubicBezTo>
                    <a:pt x="361853" y="862831"/>
                    <a:pt x="352714" y="871970"/>
                    <a:pt x="341440" y="871970"/>
                  </a:cubicBezTo>
                  <a:cubicBezTo>
                    <a:pt x="330166" y="871970"/>
                    <a:pt x="321028" y="862831"/>
                    <a:pt x="321028" y="851558"/>
                  </a:cubicBezTo>
                  <a:cubicBezTo>
                    <a:pt x="321028" y="840284"/>
                    <a:pt x="330166" y="831145"/>
                    <a:pt x="341440" y="831145"/>
                  </a:cubicBezTo>
                  <a:close/>
                  <a:moveTo>
                    <a:pt x="292663" y="831145"/>
                  </a:moveTo>
                  <a:cubicBezTo>
                    <a:pt x="303937" y="831145"/>
                    <a:pt x="313076" y="840284"/>
                    <a:pt x="313076" y="851558"/>
                  </a:cubicBezTo>
                  <a:cubicBezTo>
                    <a:pt x="313076" y="862831"/>
                    <a:pt x="303937" y="871970"/>
                    <a:pt x="292663" y="871970"/>
                  </a:cubicBezTo>
                  <a:cubicBezTo>
                    <a:pt x="281389" y="871970"/>
                    <a:pt x="272251" y="862831"/>
                    <a:pt x="272251" y="851558"/>
                  </a:cubicBezTo>
                  <a:cubicBezTo>
                    <a:pt x="272251" y="840284"/>
                    <a:pt x="281389" y="831145"/>
                    <a:pt x="292663" y="831145"/>
                  </a:cubicBezTo>
                  <a:close/>
                  <a:moveTo>
                    <a:pt x="243886" y="831145"/>
                  </a:moveTo>
                  <a:cubicBezTo>
                    <a:pt x="255160" y="831145"/>
                    <a:pt x="264299" y="840284"/>
                    <a:pt x="264299" y="851558"/>
                  </a:cubicBezTo>
                  <a:cubicBezTo>
                    <a:pt x="264299" y="862831"/>
                    <a:pt x="255160" y="871970"/>
                    <a:pt x="243886" y="871970"/>
                  </a:cubicBezTo>
                  <a:cubicBezTo>
                    <a:pt x="232612" y="871970"/>
                    <a:pt x="223473" y="862831"/>
                    <a:pt x="223473" y="851558"/>
                  </a:cubicBezTo>
                  <a:cubicBezTo>
                    <a:pt x="223473" y="840284"/>
                    <a:pt x="232612" y="831145"/>
                    <a:pt x="243886" y="831145"/>
                  </a:cubicBezTo>
                  <a:close/>
                  <a:moveTo>
                    <a:pt x="195109" y="831145"/>
                  </a:moveTo>
                  <a:cubicBezTo>
                    <a:pt x="206383" y="831145"/>
                    <a:pt x="215522" y="840284"/>
                    <a:pt x="215522" y="851558"/>
                  </a:cubicBezTo>
                  <a:cubicBezTo>
                    <a:pt x="215522" y="862831"/>
                    <a:pt x="206383" y="871970"/>
                    <a:pt x="195109" y="871970"/>
                  </a:cubicBezTo>
                  <a:cubicBezTo>
                    <a:pt x="183835" y="871970"/>
                    <a:pt x="174696" y="862831"/>
                    <a:pt x="174696" y="851558"/>
                  </a:cubicBezTo>
                  <a:cubicBezTo>
                    <a:pt x="174696" y="840284"/>
                    <a:pt x="183835" y="831145"/>
                    <a:pt x="195109" y="831145"/>
                  </a:cubicBezTo>
                  <a:close/>
                  <a:moveTo>
                    <a:pt x="146332" y="831145"/>
                  </a:moveTo>
                  <a:cubicBezTo>
                    <a:pt x="157606" y="831145"/>
                    <a:pt x="166745" y="840284"/>
                    <a:pt x="166745" y="851558"/>
                  </a:cubicBezTo>
                  <a:cubicBezTo>
                    <a:pt x="166745" y="862831"/>
                    <a:pt x="157606" y="871970"/>
                    <a:pt x="146332" y="871970"/>
                  </a:cubicBezTo>
                  <a:cubicBezTo>
                    <a:pt x="135058" y="871970"/>
                    <a:pt x="125919" y="862831"/>
                    <a:pt x="125919" y="851558"/>
                  </a:cubicBezTo>
                  <a:cubicBezTo>
                    <a:pt x="125919" y="840284"/>
                    <a:pt x="135058" y="831145"/>
                    <a:pt x="146332" y="831145"/>
                  </a:cubicBezTo>
                  <a:close/>
                  <a:moveTo>
                    <a:pt x="97555" y="831145"/>
                  </a:moveTo>
                  <a:cubicBezTo>
                    <a:pt x="108829" y="831145"/>
                    <a:pt x="117968" y="840284"/>
                    <a:pt x="117968" y="851558"/>
                  </a:cubicBezTo>
                  <a:cubicBezTo>
                    <a:pt x="117968" y="862831"/>
                    <a:pt x="108829" y="871970"/>
                    <a:pt x="97555" y="871970"/>
                  </a:cubicBezTo>
                  <a:cubicBezTo>
                    <a:pt x="86281" y="871970"/>
                    <a:pt x="77142" y="862831"/>
                    <a:pt x="77142" y="851558"/>
                  </a:cubicBezTo>
                  <a:cubicBezTo>
                    <a:pt x="77142" y="840284"/>
                    <a:pt x="86281" y="831145"/>
                    <a:pt x="97555" y="831145"/>
                  </a:cubicBezTo>
                  <a:close/>
                  <a:moveTo>
                    <a:pt x="48778" y="831145"/>
                  </a:moveTo>
                  <a:cubicBezTo>
                    <a:pt x="60052" y="831145"/>
                    <a:pt x="69191" y="840284"/>
                    <a:pt x="69191" y="851558"/>
                  </a:cubicBezTo>
                  <a:cubicBezTo>
                    <a:pt x="69191" y="862831"/>
                    <a:pt x="60052" y="871970"/>
                    <a:pt x="48778" y="871970"/>
                  </a:cubicBezTo>
                  <a:cubicBezTo>
                    <a:pt x="37504" y="871970"/>
                    <a:pt x="28365" y="862831"/>
                    <a:pt x="28365" y="851558"/>
                  </a:cubicBezTo>
                  <a:cubicBezTo>
                    <a:pt x="28365" y="840284"/>
                    <a:pt x="37504" y="831145"/>
                    <a:pt x="48778" y="831145"/>
                  </a:cubicBezTo>
                  <a:close/>
                  <a:moveTo>
                    <a:pt x="2" y="831145"/>
                  </a:moveTo>
                  <a:cubicBezTo>
                    <a:pt x="11275" y="831145"/>
                    <a:pt x="20414" y="840284"/>
                    <a:pt x="20414" y="851558"/>
                  </a:cubicBezTo>
                  <a:cubicBezTo>
                    <a:pt x="20414" y="862831"/>
                    <a:pt x="11275" y="871970"/>
                    <a:pt x="2" y="871970"/>
                  </a:cubicBezTo>
                  <a:lnTo>
                    <a:pt x="0" y="871969"/>
                  </a:lnTo>
                  <a:lnTo>
                    <a:pt x="0" y="831146"/>
                  </a:lnTo>
                  <a:close/>
                  <a:moveTo>
                    <a:pt x="634103" y="777059"/>
                  </a:moveTo>
                  <a:cubicBezTo>
                    <a:pt x="636921" y="777059"/>
                    <a:pt x="639606" y="777630"/>
                    <a:pt x="642049" y="778663"/>
                  </a:cubicBezTo>
                  <a:lnTo>
                    <a:pt x="645821" y="781206"/>
                  </a:lnTo>
                  <a:lnTo>
                    <a:pt x="643181" y="783605"/>
                  </a:lnTo>
                  <a:lnTo>
                    <a:pt x="616279" y="803722"/>
                  </a:lnTo>
                  <a:lnTo>
                    <a:pt x="613690" y="797471"/>
                  </a:lnTo>
                  <a:cubicBezTo>
                    <a:pt x="613690" y="786198"/>
                    <a:pt x="622829" y="777059"/>
                    <a:pt x="634103" y="777059"/>
                  </a:cubicBezTo>
                  <a:close/>
                  <a:moveTo>
                    <a:pt x="585326" y="777059"/>
                  </a:moveTo>
                  <a:cubicBezTo>
                    <a:pt x="596599" y="777059"/>
                    <a:pt x="605738" y="786198"/>
                    <a:pt x="605738" y="797471"/>
                  </a:cubicBezTo>
                  <a:cubicBezTo>
                    <a:pt x="605738" y="808745"/>
                    <a:pt x="596599" y="817884"/>
                    <a:pt x="585326" y="817884"/>
                  </a:cubicBezTo>
                  <a:cubicBezTo>
                    <a:pt x="574052" y="817884"/>
                    <a:pt x="564913" y="808745"/>
                    <a:pt x="564913" y="797471"/>
                  </a:cubicBezTo>
                  <a:cubicBezTo>
                    <a:pt x="564913" y="786198"/>
                    <a:pt x="574052" y="777059"/>
                    <a:pt x="585326" y="777059"/>
                  </a:cubicBezTo>
                  <a:close/>
                  <a:moveTo>
                    <a:pt x="536549" y="777059"/>
                  </a:moveTo>
                  <a:cubicBezTo>
                    <a:pt x="547822" y="777059"/>
                    <a:pt x="556961" y="786198"/>
                    <a:pt x="556961" y="797471"/>
                  </a:cubicBezTo>
                  <a:cubicBezTo>
                    <a:pt x="556961" y="808745"/>
                    <a:pt x="547822" y="817884"/>
                    <a:pt x="536549" y="817884"/>
                  </a:cubicBezTo>
                  <a:cubicBezTo>
                    <a:pt x="525275" y="817884"/>
                    <a:pt x="516136" y="808745"/>
                    <a:pt x="516136" y="797471"/>
                  </a:cubicBezTo>
                  <a:cubicBezTo>
                    <a:pt x="516136" y="786198"/>
                    <a:pt x="525275" y="777059"/>
                    <a:pt x="536549" y="777059"/>
                  </a:cubicBezTo>
                  <a:close/>
                  <a:moveTo>
                    <a:pt x="487772" y="777059"/>
                  </a:moveTo>
                  <a:cubicBezTo>
                    <a:pt x="499045" y="777059"/>
                    <a:pt x="508184" y="786198"/>
                    <a:pt x="508184" y="797471"/>
                  </a:cubicBezTo>
                  <a:cubicBezTo>
                    <a:pt x="508184" y="808745"/>
                    <a:pt x="499045" y="817884"/>
                    <a:pt x="487772" y="817884"/>
                  </a:cubicBezTo>
                  <a:cubicBezTo>
                    <a:pt x="476498" y="817884"/>
                    <a:pt x="467359" y="808745"/>
                    <a:pt x="467359" y="797471"/>
                  </a:cubicBezTo>
                  <a:cubicBezTo>
                    <a:pt x="467359" y="786198"/>
                    <a:pt x="476498" y="777059"/>
                    <a:pt x="487772" y="777059"/>
                  </a:cubicBezTo>
                  <a:close/>
                  <a:moveTo>
                    <a:pt x="438994" y="777059"/>
                  </a:moveTo>
                  <a:cubicBezTo>
                    <a:pt x="450268" y="777059"/>
                    <a:pt x="459407" y="786198"/>
                    <a:pt x="459407" y="797471"/>
                  </a:cubicBezTo>
                  <a:cubicBezTo>
                    <a:pt x="459407" y="808745"/>
                    <a:pt x="450268" y="817884"/>
                    <a:pt x="438994" y="817884"/>
                  </a:cubicBezTo>
                  <a:cubicBezTo>
                    <a:pt x="427721" y="817884"/>
                    <a:pt x="418582" y="808745"/>
                    <a:pt x="418582" y="797471"/>
                  </a:cubicBezTo>
                  <a:cubicBezTo>
                    <a:pt x="418582" y="786198"/>
                    <a:pt x="427721" y="777059"/>
                    <a:pt x="438994" y="777059"/>
                  </a:cubicBezTo>
                  <a:close/>
                  <a:moveTo>
                    <a:pt x="390217" y="777059"/>
                  </a:moveTo>
                  <a:cubicBezTo>
                    <a:pt x="401491" y="777059"/>
                    <a:pt x="410630" y="786198"/>
                    <a:pt x="410630" y="797471"/>
                  </a:cubicBezTo>
                  <a:cubicBezTo>
                    <a:pt x="410630" y="808745"/>
                    <a:pt x="401491" y="817884"/>
                    <a:pt x="390217" y="817884"/>
                  </a:cubicBezTo>
                  <a:cubicBezTo>
                    <a:pt x="378944" y="817884"/>
                    <a:pt x="369805" y="808745"/>
                    <a:pt x="369805" y="797471"/>
                  </a:cubicBezTo>
                  <a:cubicBezTo>
                    <a:pt x="369805" y="786198"/>
                    <a:pt x="378944" y="777059"/>
                    <a:pt x="390217" y="777059"/>
                  </a:cubicBezTo>
                  <a:close/>
                  <a:moveTo>
                    <a:pt x="341440" y="777059"/>
                  </a:moveTo>
                  <a:cubicBezTo>
                    <a:pt x="352714" y="777059"/>
                    <a:pt x="361853" y="786198"/>
                    <a:pt x="361853" y="797471"/>
                  </a:cubicBezTo>
                  <a:cubicBezTo>
                    <a:pt x="361853" y="808745"/>
                    <a:pt x="352714" y="817884"/>
                    <a:pt x="341440" y="817884"/>
                  </a:cubicBezTo>
                  <a:cubicBezTo>
                    <a:pt x="330166" y="817884"/>
                    <a:pt x="321028" y="808745"/>
                    <a:pt x="321028" y="797471"/>
                  </a:cubicBezTo>
                  <a:cubicBezTo>
                    <a:pt x="321028" y="786198"/>
                    <a:pt x="330166" y="777059"/>
                    <a:pt x="341440" y="777059"/>
                  </a:cubicBezTo>
                  <a:close/>
                  <a:moveTo>
                    <a:pt x="292663" y="777059"/>
                  </a:moveTo>
                  <a:cubicBezTo>
                    <a:pt x="303937" y="777059"/>
                    <a:pt x="313076" y="786198"/>
                    <a:pt x="313076" y="797471"/>
                  </a:cubicBezTo>
                  <a:cubicBezTo>
                    <a:pt x="313076" y="808745"/>
                    <a:pt x="303937" y="817884"/>
                    <a:pt x="292663" y="817884"/>
                  </a:cubicBezTo>
                  <a:cubicBezTo>
                    <a:pt x="281389" y="817884"/>
                    <a:pt x="272251" y="808745"/>
                    <a:pt x="272251" y="797471"/>
                  </a:cubicBezTo>
                  <a:cubicBezTo>
                    <a:pt x="272251" y="786198"/>
                    <a:pt x="281389" y="777059"/>
                    <a:pt x="292663" y="777059"/>
                  </a:cubicBezTo>
                  <a:close/>
                  <a:moveTo>
                    <a:pt x="243886" y="777059"/>
                  </a:moveTo>
                  <a:cubicBezTo>
                    <a:pt x="255160" y="777059"/>
                    <a:pt x="264299" y="786198"/>
                    <a:pt x="264299" y="797471"/>
                  </a:cubicBezTo>
                  <a:cubicBezTo>
                    <a:pt x="264299" y="808745"/>
                    <a:pt x="255160" y="817884"/>
                    <a:pt x="243886" y="817884"/>
                  </a:cubicBezTo>
                  <a:cubicBezTo>
                    <a:pt x="232612" y="817884"/>
                    <a:pt x="223473" y="808745"/>
                    <a:pt x="223473" y="797471"/>
                  </a:cubicBezTo>
                  <a:cubicBezTo>
                    <a:pt x="223473" y="786198"/>
                    <a:pt x="232612" y="777059"/>
                    <a:pt x="243886" y="777059"/>
                  </a:cubicBezTo>
                  <a:close/>
                  <a:moveTo>
                    <a:pt x="195109" y="777059"/>
                  </a:moveTo>
                  <a:cubicBezTo>
                    <a:pt x="206383" y="777059"/>
                    <a:pt x="215522" y="786198"/>
                    <a:pt x="215522" y="797471"/>
                  </a:cubicBezTo>
                  <a:cubicBezTo>
                    <a:pt x="215522" y="808745"/>
                    <a:pt x="206383" y="817884"/>
                    <a:pt x="195109" y="817884"/>
                  </a:cubicBezTo>
                  <a:cubicBezTo>
                    <a:pt x="183835" y="817884"/>
                    <a:pt x="174696" y="808745"/>
                    <a:pt x="174696" y="797471"/>
                  </a:cubicBezTo>
                  <a:cubicBezTo>
                    <a:pt x="174696" y="786198"/>
                    <a:pt x="183835" y="777059"/>
                    <a:pt x="195109" y="777059"/>
                  </a:cubicBezTo>
                  <a:close/>
                  <a:moveTo>
                    <a:pt x="146332" y="777059"/>
                  </a:moveTo>
                  <a:cubicBezTo>
                    <a:pt x="157606" y="777059"/>
                    <a:pt x="166745" y="786198"/>
                    <a:pt x="166745" y="797471"/>
                  </a:cubicBezTo>
                  <a:cubicBezTo>
                    <a:pt x="166745" y="808745"/>
                    <a:pt x="157606" y="817884"/>
                    <a:pt x="146332" y="817884"/>
                  </a:cubicBezTo>
                  <a:cubicBezTo>
                    <a:pt x="135058" y="817884"/>
                    <a:pt x="125919" y="808745"/>
                    <a:pt x="125919" y="797471"/>
                  </a:cubicBezTo>
                  <a:cubicBezTo>
                    <a:pt x="125919" y="786198"/>
                    <a:pt x="135058" y="777059"/>
                    <a:pt x="146332" y="777059"/>
                  </a:cubicBezTo>
                  <a:close/>
                  <a:moveTo>
                    <a:pt x="97555" y="777059"/>
                  </a:moveTo>
                  <a:cubicBezTo>
                    <a:pt x="108829" y="777059"/>
                    <a:pt x="117968" y="786198"/>
                    <a:pt x="117968" y="797471"/>
                  </a:cubicBezTo>
                  <a:cubicBezTo>
                    <a:pt x="117968" y="808745"/>
                    <a:pt x="108829" y="817884"/>
                    <a:pt x="97555" y="817884"/>
                  </a:cubicBezTo>
                  <a:cubicBezTo>
                    <a:pt x="86281" y="817884"/>
                    <a:pt x="77142" y="808745"/>
                    <a:pt x="77142" y="797471"/>
                  </a:cubicBezTo>
                  <a:cubicBezTo>
                    <a:pt x="77142" y="786198"/>
                    <a:pt x="86281" y="777059"/>
                    <a:pt x="97555" y="777059"/>
                  </a:cubicBezTo>
                  <a:close/>
                  <a:moveTo>
                    <a:pt x="48778" y="777059"/>
                  </a:moveTo>
                  <a:cubicBezTo>
                    <a:pt x="60052" y="777059"/>
                    <a:pt x="69191" y="786198"/>
                    <a:pt x="69191" y="797471"/>
                  </a:cubicBezTo>
                  <a:cubicBezTo>
                    <a:pt x="69191" y="808745"/>
                    <a:pt x="60052" y="817884"/>
                    <a:pt x="48778" y="817884"/>
                  </a:cubicBezTo>
                  <a:cubicBezTo>
                    <a:pt x="37504" y="817884"/>
                    <a:pt x="28365" y="808745"/>
                    <a:pt x="28365" y="797471"/>
                  </a:cubicBezTo>
                  <a:cubicBezTo>
                    <a:pt x="28365" y="786198"/>
                    <a:pt x="37504" y="777059"/>
                    <a:pt x="48778" y="777059"/>
                  </a:cubicBezTo>
                  <a:close/>
                  <a:moveTo>
                    <a:pt x="2" y="777059"/>
                  </a:moveTo>
                  <a:cubicBezTo>
                    <a:pt x="11275" y="777059"/>
                    <a:pt x="20414" y="786198"/>
                    <a:pt x="20414" y="797471"/>
                  </a:cubicBezTo>
                  <a:cubicBezTo>
                    <a:pt x="20414" y="808745"/>
                    <a:pt x="11275" y="817884"/>
                    <a:pt x="2" y="817884"/>
                  </a:cubicBezTo>
                  <a:lnTo>
                    <a:pt x="0" y="817883"/>
                  </a:lnTo>
                  <a:lnTo>
                    <a:pt x="0" y="777060"/>
                  </a:lnTo>
                  <a:close/>
                  <a:moveTo>
                    <a:pt x="682880" y="722972"/>
                  </a:moveTo>
                  <a:cubicBezTo>
                    <a:pt x="688517" y="722972"/>
                    <a:pt x="693620" y="725257"/>
                    <a:pt x="697314" y="728951"/>
                  </a:cubicBezTo>
                  <a:lnTo>
                    <a:pt x="698955" y="732914"/>
                  </a:lnTo>
                  <a:lnTo>
                    <a:pt x="670229" y="759022"/>
                  </a:lnTo>
                  <a:lnTo>
                    <a:pt x="668446" y="757819"/>
                  </a:lnTo>
                  <a:cubicBezTo>
                    <a:pt x="664752" y="754125"/>
                    <a:pt x="662467" y="749022"/>
                    <a:pt x="662467" y="743385"/>
                  </a:cubicBezTo>
                  <a:cubicBezTo>
                    <a:pt x="662467" y="732111"/>
                    <a:pt x="671606" y="722972"/>
                    <a:pt x="682880" y="722972"/>
                  </a:cubicBezTo>
                  <a:close/>
                  <a:moveTo>
                    <a:pt x="634103" y="722972"/>
                  </a:moveTo>
                  <a:cubicBezTo>
                    <a:pt x="645377" y="722972"/>
                    <a:pt x="654516" y="732111"/>
                    <a:pt x="654516" y="743385"/>
                  </a:cubicBezTo>
                  <a:cubicBezTo>
                    <a:pt x="654516" y="754659"/>
                    <a:pt x="645377" y="763798"/>
                    <a:pt x="634103" y="763798"/>
                  </a:cubicBezTo>
                  <a:cubicBezTo>
                    <a:pt x="622829" y="763798"/>
                    <a:pt x="613690" y="754659"/>
                    <a:pt x="613690" y="743385"/>
                  </a:cubicBezTo>
                  <a:cubicBezTo>
                    <a:pt x="613690" y="732111"/>
                    <a:pt x="622829" y="722972"/>
                    <a:pt x="634103" y="722972"/>
                  </a:cubicBezTo>
                  <a:close/>
                  <a:moveTo>
                    <a:pt x="585326" y="722972"/>
                  </a:moveTo>
                  <a:cubicBezTo>
                    <a:pt x="596599" y="722972"/>
                    <a:pt x="605738" y="732111"/>
                    <a:pt x="605738" y="743385"/>
                  </a:cubicBezTo>
                  <a:cubicBezTo>
                    <a:pt x="605738" y="754659"/>
                    <a:pt x="596599" y="763798"/>
                    <a:pt x="585326" y="763798"/>
                  </a:cubicBezTo>
                  <a:cubicBezTo>
                    <a:pt x="574052" y="763798"/>
                    <a:pt x="564913" y="754659"/>
                    <a:pt x="564913" y="743385"/>
                  </a:cubicBezTo>
                  <a:cubicBezTo>
                    <a:pt x="564913" y="732111"/>
                    <a:pt x="574052" y="722972"/>
                    <a:pt x="585326" y="722972"/>
                  </a:cubicBezTo>
                  <a:close/>
                  <a:moveTo>
                    <a:pt x="536549" y="722972"/>
                  </a:moveTo>
                  <a:cubicBezTo>
                    <a:pt x="547822" y="722972"/>
                    <a:pt x="556961" y="732111"/>
                    <a:pt x="556961" y="743385"/>
                  </a:cubicBezTo>
                  <a:cubicBezTo>
                    <a:pt x="556961" y="754659"/>
                    <a:pt x="547822" y="763798"/>
                    <a:pt x="536549" y="763798"/>
                  </a:cubicBezTo>
                  <a:cubicBezTo>
                    <a:pt x="525275" y="763798"/>
                    <a:pt x="516136" y="754659"/>
                    <a:pt x="516136" y="743385"/>
                  </a:cubicBezTo>
                  <a:cubicBezTo>
                    <a:pt x="516136" y="732111"/>
                    <a:pt x="525275" y="722972"/>
                    <a:pt x="536549" y="722972"/>
                  </a:cubicBezTo>
                  <a:close/>
                  <a:moveTo>
                    <a:pt x="487772" y="722972"/>
                  </a:moveTo>
                  <a:cubicBezTo>
                    <a:pt x="499045" y="722972"/>
                    <a:pt x="508184" y="732111"/>
                    <a:pt x="508184" y="743385"/>
                  </a:cubicBezTo>
                  <a:cubicBezTo>
                    <a:pt x="508184" y="754659"/>
                    <a:pt x="499045" y="763798"/>
                    <a:pt x="487772" y="763798"/>
                  </a:cubicBezTo>
                  <a:cubicBezTo>
                    <a:pt x="476498" y="763798"/>
                    <a:pt x="467359" y="754659"/>
                    <a:pt x="467359" y="743385"/>
                  </a:cubicBezTo>
                  <a:cubicBezTo>
                    <a:pt x="467359" y="732111"/>
                    <a:pt x="476498" y="722972"/>
                    <a:pt x="487772" y="722972"/>
                  </a:cubicBezTo>
                  <a:close/>
                  <a:moveTo>
                    <a:pt x="438994" y="722972"/>
                  </a:moveTo>
                  <a:cubicBezTo>
                    <a:pt x="450268" y="722972"/>
                    <a:pt x="459407" y="732111"/>
                    <a:pt x="459407" y="743385"/>
                  </a:cubicBezTo>
                  <a:cubicBezTo>
                    <a:pt x="459407" y="754659"/>
                    <a:pt x="450268" y="763798"/>
                    <a:pt x="438994" y="763798"/>
                  </a:cubicBezTo>
                  <a:cubicBezTo>
                    <a:pt x="427721" y="763798"/>
                    <a:pt x="418582" y="754659"/>
                    <a:pt x="418582" y="743385"/>
                  </a:cubicBezTo>
                  <a:cubicBezTo>
                    <a:pt x="418582" y="732111"/>
                    <a:pt x="427721" y="722972"/>
                    <a:pt x="438994" y="722972"/>
                  </a:cubicBezTo>
                  <a:close/>
                  <a:moveTo>
                    <a:pt x="390217" y="722972"/>
                  </a:moveTo>
                  <a:cubicBezTo>
                    <a:pt x="401491" y="722972"/>
                    <a:pt x="410630" y="732111"/>
                    <a:pt x="410630" y="743385"/>
                  </a:cubicBezTo>
                  <a:cubicBezTo>
                    <a:pt x="410630" y="754659"/>
                    <a:pt x="401491" y="763798"/>
                    <a:pt x="390217" y="763798"/>
                  </a:cubicBezTo>
                  <a:cubicBezTo>
                    <a:pt x="378944" y="763798"/>
                    <a:pt x="369805" y="754659"/>
                    <a:pt x="369805" y="743385"/>
                  </a:cubicBezTo>
                  <a:cubicBezTo>
                    <a:pt x="369805" y="732111"/>
                    <a:pt x="378944" y="722972"/>
                    <a:pt x="390217" y="722972"/>
                  </a:cubicBezTo>
                  <a:close/>
                  <a:moveTo>
                    <a:pt x="341440" y="722972"/>
                  </a:moveTo>
                  <a:cubicBezTo>
                    <a:pt x="352714" y="722972"/>
                    <a:pt x="361853" y="732111"/>
                    <a:pt x="361853" y="743385"/>
                  </a:cubicBezTo>
                  <a:cubicBezTo>
                    <a:pt x="361853" y="754659"/>
                    <a:pt x="352714" y="763798"/>
                    <a:pt x="341440" y="763798"/>
                  </a:cubicBezTo>
                  <a:cubicBezTo>
                    <a:pt x="330166" y="763798"/>
                    <a:pt x="321028" y="754659"/>
                    <a:pt x="321028" y="743385"/>
                  </a:cubicBezTo>
                  <a:cubicBezTo>
                    <a:pt x="321028" y="732111"/>
                    <a:pt x="330166" y="722972"/>
                    <a:pt x="341440" y="722972"/>
                  </a:cubicBezTo>
                  <a:close/>
                  <a:moveTo>
                    <a:pt x="292663" y="722972"/>
                  </a:moveTo>
                  <a:cubicBezTo>
                    <a:pt x="303937" y="722972"/>
                    <a:pt x="313076" y="732111"/>
                    <a:pt x="313076" y="743385"/>
                  </a:cubicBezTo>
                  <a:cubicBezTo>
                    <a:pt x="313076" y="754659"/>
                    <a:pt x="303937" y="763798"/>
                    <a:pt x="292663" y="763798"/>
                  </a:cubicBezTo>
                  <a:cubicBezTo>
                    <a:pt x="281389" y="763798"/>
                    <a:pt x="272251" y="754659"/>
                    <a:pt x="272251" y="743385"/>
                  </a:cubicBezTo>
                  <a:cubicBezTo>
                    <a:pt x="272251" y="732111"/>
                    <a:pt x="281389" y="722972"/>
                    <a:pt x="292663" y="722972"/>
                  </a:cubicBezTo>
                  <a:close/>
                  <a:moveTo>
                    <a:pt x="243886" y="722972"/>
                  </a:moveTo>
                  <a:cubicBezTo>
                    <a:pt x="255160" y="722972"/>
                    <a:pt x="264299" y="732111"/>
                    <a:pt x="264299" y="743385"/>
                  </a:cubicBezTo>
                  <a:cubicBezTo>
                    <a:pt x="264299" y="754659"/>
                    <a:pt x="255160" y="763798"/>
                    <a:pt x="243886" y="763798"/>
                  </a:cubicBezTo>
                  <a:cubicBezTo>
                    <a:pt x="232612" y="763798"/>
                    <a:pt x="223473" y="754659"/>
                    <a:pt x="223473" y="743385"/>
                  </a:cubicBezTo>
                  <a:cubicBezTo>
                    <a:pt x="223473" y="732111"/>
                    <a:pt x="232612" y="722972"/>
                    <a:pt x="243886" y="722972"/>
                  </a:cubicBezTo>
                  <a:close/>
                  <a:moveTo>
                    <a:pt x="195109" y="722972"/>
                  </a:moveTo>
                  <a:cubicBezTo>
                    <a:pt x="206383" y="722972"/>
                    <a:pt x="215522" y="732111"/>
                    <a:pt x="215522" y="743385"/>
                  </a:cubicBezTo>
                  <a:cubicBezTo>
                    <a:pt x="215522" y="754659"/>
                    <a:pt x="206383" y="763798"/>
                    <a:pt x="195109" y="763798"/>
                  </a:cubicBezTo>
                  <a:cubicBezTo>
                    <a:pt x="183835" y="763798"/>
                    <a:pt x="174696" y="754659"/>
                    <a:pt x="174696" y="743385"/>
                  </a:cubicBezTo>
                  <a:cubicBezTo>
                    <a:pt x="174696" y="732111"/>
                    <a:pt x="183835" y="722972"/>
                    <a:pt x="195109" y="722972"/>
                  </a:cubicBezTo>
                  <a:close/>
                  <a:moveTo>
                    <a:pt x="146332" y="722972"/>
                  </a:moveTo>
                  <a:cubicBezTo>
                    <a:pt x="157606" y="722972"/>
                    <a:pt x="166745" y="732111"/>
                    <a:pt x="166745" y="743385"/>
                  </a:cubicBezTo>
                  <a:cubicBezTo>
                    <a:pt x="166745" y="754659"/>
                    <a:pt x="157606" y="763798"/>
                    <a:pt x="146332" y="763798"/>
                  </a:cubicBezTo>
                  <a:cubicBezTo>
                    <a:pt x="135058" y="763798"/>
                    <a:pt x="125919" y="754659"/>
                    <a:pt x="125919" y="743385"/>
                  </a:cubicBezTo>
                  <a:cubicBezTo>
                    <a:pt x="125919" y="732111"/>
                    <a:pt x="135058" y="722972"/>
                    <a:pt x="146332" y="722972"/>
                  </a:cubicBezTo>
                  <a:close/>
                  <a:moveTo>
                    <a:pt x="97555" y="722972"/>
                  </a:moveTo>
                  <a:cubicBezTo>
                    <a:pt x="108829" y="722972"/>
                    <a:pt x="117968" y="732111"/>
                    <a:pt x="117968" y="743385"/>
                  </a:cubicBezTo>
                  <a:cubicBezTo>
                    <a:pt x="117968" y="754659"/>
                    <a:pt x="108829" y="763798"/>
                    <a:pt x="97555" y="763798"/>
                  </a:cubicBezTo>
                  <a:cubicBezTo>
                    <a:pt x="86281" y="763798"/>
                    <a:pt x="77142" y="754659"/>
                    <a:pt x="77142" y="743385"/>
                  </a:cubicBezTo>
                  <a:cubicBezTo>
                    <a:pt x="77142" y="732111"/>
                    <a:pt x="86281" y="722972"/>
                    <a:pt x="97555" y="722972"/>
                  </a:cubicBezTo>
                  <a:close/>
                  <a:moveTo>
                    <a:pt x="48778" y="722972"/>
                  </a:moveTo>
                  <a:cubicBezTo>
                    <a:pt x="60052" y="722972"/>
                    <a:pt x="69191" y="732111"/>
                    <a:pt x="69191" y="743385"/>
                  </a:cubicBezTo>
                  <a:cubicBezTo>
                    <a:pt x="69191" y="754659"/>
                    <a:pt x="60052" y="763798"/>
                    <a:pt x="48778" y="763798"/>
                  </a:cubicBezTo>
                  <a:cubicBezTo>
                    <a:pt x="37504" y="763798"/>
                    <a:pt x="28365" y="754659"/>
                    <a:pt x="28365" y="743385"/>
                  </a:cubicBezTo>
                  <a:cubicBezTo>
                    <a:pt x="28365" y="732111"/>
                    <a:pt x="37504" y="722972"/>
                    <a:pt x="48778" y="722972"/>
                  </a:cubicBezTo>
                  <a:close/>
                  <a:moveTo>
                    <a:pt x="2" y="722972"/>
                  </a:moveTo>
                  <a:cubicBezTo>
                    <a:pt x="11275" y="722972"/>
                    <a:pt x="20414" y="732111"/>
                    <a:pt x="20414" y="743385"/>
                  </a:cubicBezTo>
                  <a:cubicBezTo>
                    <a:pt x="20414" y="754659"/>
                    <a:pt x="11275" y="763798"/>
                    <a:pt x="2" y="763798"/>
                  </a:cubicBezTo>
                  <a:lnTo>
                    <a:pt x="0" y="763797"/>
                  </a:lnTo>
                  <a:lnTo>
                    <a:pt x="0" y="722973"/>
                  </a:lnTo>
                  <a:close/>
                  <a:moveTo>
                    <a:pt x="731657" y="668886"/>
                  </a:moveTo>
                  <a:cubicBezTo>
                    <a:pt x="737294" y="668886"/>
                    <a:pt x="742397" y="671171"/>
                    <a:pt x="746091" y="674865"/>
                  </a:cubicBezTo>
                  <a:lnTo>
                    <a:pt x="748725" y="681223"/>
                  </a:lnTo>
                  <a:lnTo>
                    <a:pt x="724200" y="708206"/>
                  </a:lnTo>
                  <a:lnTo>
                    <a:pt x="723711" y="708108"/>
                  </a:lnTo>
                  <a:cubicBezTo>
                    <a:pt x="716385" y="705009"/>
                    <a:pt x="711244" y="697754"/>
                    <a:pt x="711244" y="689299"/>
                  </a:cubicBezTo>
                  <a:cubicBezTo>
                    <a:pt x="711244" y="678025"/>
                    <a:pt x="720383" y="668886"/>
                    <a:pt x="731657" y="668886"/>
                  </a:cubicBezTo>
                  <a:close/>
                  <a:moveTo>
                    <a:pt x="682880" y="668886"/>
                  </a:moveTo>
                  <a:cubicBezTo>
                    <a:pt x="694153" y="668886"/>
                    <a:pt x="703293" y="678025"/>
                    <a:pt x="703293" y="689299"/>
                  </a:cubicBezTo>
                  <a:cubicBezTo>
                    <a:pt x="703293" y="700573"/>
                    <a:pt x="694153" y="709712"/>
                    <a:pt x="682880" y="709712"/>
                  </a:cubicBezTo>
                  <a:cubicBezTo>
                    <a:pt x="671606" y="709712"/>
                    <a:pt x="662467" y="700573"/>
                    <a:pt x="662467" y="689299"/>
                  </a:cubicBezTo>
                  <a:cubicBezTo>
                    <a:pt x="662467" y="678025"/>
                    <a:pt x="671606" y="668886"/>
                    <a:pt x="682880" y="668886"/>
                  </a:cubicBezTo>
                  <a:close/>
                  <a:moveTo>
                    <a:pt x="634103" y="668886"/>
                  </a:moveTo>
                  <a:cubicBezTo>
                    <a:pt x="645377" y="668886"/>
                    <a:pt x="654516" y="678025"/>
                    <a:pt x="654516" y="689299"/>
                  </a:cubicBezTo>
                  <a:cubicBezTo>
                    <a:pt x="654516" y="700573"/>
                    <a:pt x="645377" y="709712"/>
                    <a:pt x="634103" y="709712"/>
                  </a:cubicBezTo>
                  <a:cubicBezTo>
                    <a:pt x="622829" y="709712"/>
                    <a:pt x="613690" y="700573"/>
                    <a:pt x="613690" y="689299"/>
                  </a:cubicBezTo>
                  <a:cubicBezTo>
                    <a:pt x="613690" y="678025"/>
                    <a:pt x="622829" y="668886"/>
                    <a:pt x="634103" y="668886"/>
                  </a:cubicBezTo>
                  <a:close/>
                  <a:moveTo>
                    <a:pt x="585326" y="668886"/>
                  </a:moveTo>
                  <a:cubicBezTo>
                    <a:pt x="596599" y="668886"/>
                    <a:pt x="605738" y="678025"/>
                    <a:pt x="605738" y="689299"/>
                  </a:cubicBezTo>
                  <a:cubicBezTo>
                    <a:pt x="605738" y="700573"/>
                    <a:pt x="596599" y="709712"/>
                    <a:pt x="585326" y="709712"/>
                  </a:cubicBezTo>
                  <a:cubicBezTo>
                    <a:pt x="574052" y="709712"/>
                    <a:pt x="564913" y="700573"/>
                    <a:pt x="564913" y="689299"/>
                  </a:cubicBezTo>
                  <a:cubicBezTo>
                    <a:pt x="564913" y="678025"/>
                    <a:pt x="574052" y="668886"/>
                    <a:pt x="585326" y="668886"/>
                  </a:cubicBezTo>
                  <a:close/>
                  <a:moveTo>
                    <a:pt x="536549" y="668886"/>
                  </a:moveTo>
                  <a:cubicBezTo>
                    <a:pt x="547822" y="668886"/>
                    <a:pt x="556961" y="678025"/>
                    <a:pt x="556961" y="689299"/>
                  </a:cubicBezTo>
                  <a:cubicBezTo>
                    <a:pt x="556961" y="700573"/>
                    <a:pt x="547822" y="709712"/>
                    <a:pt x="536549" y="709712"/>
                  </a:cubicBezTo>
                  <a:cubicBezTo>
                    <a:pt x="525275" y="709712"/>
                    <a:pt x="516136" y="700573"/>
                    <a:pt x="516136" y="689299"/>
                  </a:cubicBezTo>
                  <a:cubicBezTo>
                    <a:pt x="516136" y="678025"/>
                    <a:pt x="525275" y="668886"/>
                    <a:pt x="536549" y="668886"/>
                  </a:cubicBezTo>
                  <a:close/>
                  <a:moveTo>
                    <a:pt x="487772" y="668886"/>
                  </a:moveTo>
                  <a:cubicBezTo>
                    <a:pt x="499045" y="668886"/>
                    <a:pt x="508184" y="678025"/>
                    <a:pt x="508184" y="689299"/>
                  </a:cubicBezTo>
                  <a:cubicBezTo>
                    <a:pt x="508184" y="700573"/>
                    <a:pt x="499045" y="709712"/>
                    <a:pt x="487772" y="709712"/>
                  </a:cubicBezTo>
                  <a:cubicBezTo>
                    <a:pt x="476498" y="709712"/>
                    <a:pt x="467359" y="700573"/>
                    <a:pt x="467359" y="689299"/>
                  </a:cubicBezTo>
                  <a:cubicBezTo>
                    <a:pt x="467359" y="678025"/>
                    <a:pt x="476498" y="668886"/>
                    <a:pt x="487772" y="668886"/>
                  </a:cubicBezTo>
                  <a:close/>
                  <a:moveTo>
                    <a:pt x="438994" y="668886"/>
                  </a:moveTo>
                  <a:cubicBezTo>
                    <a:pt x="450268" y="668886"/>
                    <a:pt x="459407" y="678025"/>
                    <a:pt x="459407" y="689299"/>
                  </a:cubicBezTo>
                  <a:cubicBezTo>
                    <a:pt x="459407" y="700573"/>
                    <a:pt x="450268" y="709712"/>
                    <a:pt x="438994" y="709712"/>
                  </a:cubicBezTo>
                  <a:cubicBezTo>
                    <a:pt x="427721" y="709712"/>
                    <a:pt x="418582" y="700573"/>
                    <a:pt x="418582" y="689299"/>
                  </a:cubicBezTo>
                  <a:cubicBezTo>
                    <a:pt x="418582" y="678025"/>
                    <a:pt x="427721" y="668886"/>
                    <a:pt x="438994" y="668886"/>
                  </a:cubicBezTo>
                  <a:close/>
                  <a:moveTo>
                    <a:pt x="390217" y="668886"/>
                  </a:moveTo>
                  <a:cubicBezTo>
                    <a:pt x="401491" y="668886"/>
                    <a:pt x="410630" y="678025"/>
                    <a:pt x="410630" y="689299"/>
                  </a:cubicBezTo>
                  <a:cubicBezTo>
                    <a:pt x="410630" y="700573"/>
                    <a:pt x="401491" y="709712"/>
                    <a:pt x="390217" y="709712"/>
                  </a:cubicBezTo>
                  <a:cubicBezTo>
                    <a:pt x="378944" y="709712"/>
                    <a:pt x="369805" y="700573"/>
                    <a:pt x="369805" y="689299"/>
                  </a:cubicBezTo>
                  <a:cubicBezTo>
                    <a:pt x="369805" y="678025"/>
                    <a:pt x="378944" y="668886"/>
                    <a:pt x="390217" y="668886"/>
                  </a:cubicBezTo>
                  <a:close/>
                  <a:moveTo>
                    <a:pt x="341440" y="668886"/>
                  </a:moveTo>
                  <a:cubicBezTo>
                    <a:pt x="352714" y="668886"/>
                    <a:pt x="361853" y="678025"/>
                    <a:pt x="361853" y="689299"/>
                  </a:cubicBezTo>
                  <a:cubicBezTo>
                    <a:pt x="361853" y="700573"/>
                    <a:pt x="352714" y="709712"/>
                    <a:pt x="341440" y="709712"/>
                  </a:cubicBezTo>
                  <a:cubicBezTo>
                    <a:pt x="330166" y="709712"/>
                    <a:pt x="321028" y="700573"/>
                    <a:pt x="321028" y="689299"/>
                  </a:cubicBezTo>
                  <a:cubicBezTo>
                    <a:pt x="321028" y="678025"/>
                    <a:pt x="330166" y="668886"/>
                    <a:pt x="341440" y="668886"/>
                  </a:cubicBezTo>
                  <a:close/>
                  <a:moveTo>
                    <a:pt x="292663" y="668886"/>
                  </a:moveTo>
                  <a:cubicBezTo>
                    <a:pt x="303937" y="668886"/>
                    <a:pt x="313076" y="678025"/>
                    <a:pt x="313076" y="689299"/>
                  </a:cubicBezTo>
                  <a:cubicBezTo>
                    <a:pt x="313076" y="700573"/>
                    <a:pt x="303937" y="709712"/>
                    <a:pt x="292663" y="709712"/>
                  </a:cubicBezTo>
                  <a:cubicBezTo>
                    <a:pt x="281389" y="709712"/>
                    <a:pt x="272251" y="700573"/>
                    <a:pt x="272251" y="689299"/>
                  </a:cubicBezTo>
                  <a:cubicBezTo>
                    <a:pt x="272251" y="678025"/>
                    <a:pt x="281389" y="668886"/>
                    <a:pt x="292663" y="668886"/>
                  </a:cubicBezTo>
                  <a:close/>
                  <a:moveTo>
                    <a:pt x="243886" y="668886"/>
                  </a:moveTo>
                  <a:cubicBezTo>
                    <a:pt x="255160" y="668886"/>
                    <a:pt x="264299" y="678025"/>
                    <a:pt x="264299" y="689299"/>
                  </a:cubicBezTo>
                  <a:cubicBezTo>
                    <a:pt x="264299" y="700573"/>
                    <a:pt x="255160" y="709712"/>
                    <a:pt x="243886" y="709712"/>
                  </a:cubicBezTo>
                  <a:cubicBezTo>
                    <a:pt x="232612" y="709712"/>
                    <a:pt x="223473" y="700573"/>
                    <a:pt x="223473" y="689299"/>
                  </a:cubicBezTo>
                  <a:cubicBezTo>
                    <a:pt x="223473" y="678025"/>
                    <a:pt x="232612" y="668886"/>
                    <a:pt x="243886" y="668886"/>
                  </a:cubicBezTo>
                  <a:close/>
                  <a:moveTo>
                    <a:pt x="195109" y="668886"/>
                  </a:moveTo>
                  <a:cubicBezTo>
                    <a:pt x="206383" y="668886"/>
                    <a:pt x="215522" y="678025"/>
                    <a:pt x="215522" y="689299"/>
                  </a:cubicBezTo>
                  <a:cubicBezTo>
                    <a:pt x="215522" y="700573"/>
                    <a:pt x="206383" y="709712"/>
                    <a:pt x="195109" y="709712"/>
                  </a:cubicBezTo>
                  <a:cubicBezTo>
                    <a:pt x="183835" y="709712"/>
                    <a:pt x="174696" y="700573"/>
                    <a:pt x="174696" y="689299"/>
                  </a:cubicBezTo>
                  <a:cubicBezTo>
                    <a:pt x="174696" y="678025"/>
                    <a:pt x="183835" y="668886"/>
                    <a:pt x="195109" y="668886"/>
                  </a:cubicBezTo>
                  <a:close/>
                  <a:moveTo>
                    <a:pt x="146332" y="668886"/>
                  </a:moveTo>
                  <a:cubicBezTo>
                    <a:pt x="157606" y="668886"/>
                    <a:pt x="166745" y="678025"/>
                    <a:pt x="166745" y="689299"/>
                  </a:cubicBezTo>
                  <a:cubicBezTo>
                    <a:pt x="166745" y="700573"/>
                    <a:pt x="157606" y="709712"/>
                    <a:pt x="146332" y="709712"/>
                  </a:cubicBezTo>
                  <a:cubicBezTo>
                    <a:pt x="135058" y="709712"/>
                    <a:pt x="125919" y="700573"/>
                    <a:pt x="125919" y="689299"/>
                  </a:cubicBezTo>
                  <a:cubicBezTo>
                    <a:pt x="125919" y="678025"/>
                    <a:pt x="135058" y="668886"/>
                    <a:pt x="146332" y="668886"/>
                  </a:cubicBezTo>
                  <a:close/>
                  <a:moveTo>
                    <a:pt x="97555" y="668886"/>
                  </a:moveTo>
                  <a:cubicBezTo>
                    <a:pt x="108829" y="668886"/>
                    <a:pt x="117968" y="678025"/>
                    <a:pt x="117968" y="689299"/>
                  </a:cubicBezTo>
                  <a:cubicBezTo>
                    <a:pt x="117968" y="700573"/>
                    <a:pt x="108829" y="709712"/>
                    <a:pt x="97555" y="709712"/>
                  </a:cubicBezTo>
                  <a:cubicBezTo>
                    <a:pt x="86281" y="709712"/>
                    <a:pt x="77142" y="700573"/>
                    <a:pt x="77142" y="689299"/>
                  </a:cubicBezTo>
                  <a:cubicBezTo>
                    <a:pt x="77142" y="678025"/>
                    <a:pt x="86281" y="668886"/>
                    <a:pt x="97555" y="668886"/>
                  </a:cubicBezTo>
                  <a:close/>
                  <a:moveTo>
                    <a:pt x="48778" y="668886"/>
                  </a:moveTo>
                  <a:cubicBezTo>
                    <a:pt x="60052" y="668886"/>
                    <a:pt x="69191" y="678025"/>
                    <a:pt x="69191" y="689299"/>
                  </a:cubicBezTo>
                  <a:cubicBezTo>
                    <a:pt x="69191" y="700573"/>
                    <a:pt x="60052" y="709712"/>
                    <a:pt x="48778" y="709712"/>
                  </a:cubicBezTo>
                  <a:cubicBezTo>
                    <a:pt x="37504" y="709712"/>
                    <a:pt x="28365" y="700573"/>
                    <a:pt x="28365" y="689299"/>
                  </a:cubicBezTo>
                  <a:cubicBezTo>
                    <a:pt x="28365" y="678025"/>
                    <a:pt x="37504" y="668886"/>
                    <a:pt x="48778" y="668886"/>
                  </a:cubicBezTo>
                  <a:close/>
                  <a:moveTo>
                    <a:pt x="2" y="668886"/>
                  </a:moveTo>
                  <a:cubicBezTo>
                    <a:pt x="11275" y="668886"/>
                    <a:pt x="20414" y="678025"/>
                    <a:pt x="20414" y="689299"/>
                  </a:cubicBezTo>
                  <a:cubicBezTo>
                    <a:pt x="20414" y="700573"/>
                    <a:pt x="11275" y="709712"/>
                    <a:pt x="2" y="709712"/>
                  </a:cubicBezTo>
                  <a:lnTo>
                    <a:pt x="0" y="709711"/>
                  </a:lnTo>
                  <a:lnTo>
                    <a:pt x="0" y="668887"/>
                  </a:lnTo>
                  <a:close/>
                  <a:moveTo>
                    <a:pt x="780434" y="614800"/>
                  </a:moveTo>
                  <a:cubicBezTo>
                    <a:pt x="786071" y="614800"/>
                    <a:pt x="791174" y="617085"/>
                    <a:pt x="794868" y="620779"/>
                  </a:cubicBezTo>
                  <a:lnTo>
                    <a:pt x="796523" y="624774"/>
                  </a:lnTo>
                  <a:lnTo>
                    <a:pt x="780248" y="646539"/>
                  </a:lnTo>
                  <a:lnTo>
                    <a:pt x="773298" y="654185"/>
                  </a:lnTo>
                  <a:lnTo>
                    <a:pt x="772488" y="654021"/>
                  </a:lnTo>
                  <a:cubicBezTo>
                    <a:pt x="765162" y="650923"/>
                    <a:pt x="760021" y="643668"/>
                    <a:pt x="760021" y="635213"/>
                  </a:cubicBezTo>
                  <a:cubicBezTo>
                    <a:pt x="760021" y="623939"/>
                    <a:pt x="769160" y="614800"/>
                    <a:pt x="780434" y="614800"/>
                  </a:cubicBezTo>
                  <a:close/>
                  <a:moveTo>
                    <a:pt x="731657" y="614800"/>
                  </a:moveTo>
                  <a:cubicBezTo>
                    <a:pt x="742931" y="614800"/>
                    <a:pt x="752070" y="623939"/>
                    <a:pt x="752070" y="635213"/>
                  </a:cubicBezTo>
                  <a:cubicBezTo>
                    <a:pt x="752070" y="646487"/>
                    <a:pt x="742931" y="655626"/>
                    <a:pt x="731657" y="655626"/>
                  </a:cubicBezTo>
                  <a:cubicBezTo>
                    <a:pt x="720383" y="655626"/>
                    <a:pt x="711244" y="646487"/>
                    <a:pt x="711244" y="635213"/>
                  </a:cubicBezTo>
                  <a:cubicBezTo>
                    <a:pt x="711244" y="623939"/>
                    <a:pt x="720383" y="614800"/>
                    <a:pt x="731657" y="614800"/>
                  </a:cubicBezTo>
                  <a:close/>
                  <a:moveTo>
                    <a:pt x="682880" y="614800"/>
                  </a:moveTo>
                  <a:cubicBezTo>
                    <a:pt x="694153" y="614800"/>
                    <a:pt x="703293" y="623939"/>
                    <a:pt x="703293" y="635213"/>
                  </a:cubicBezTo>
                  <a:cubicBezTo>
                    <a:pt x="703293" y="646487"/>
                    <a:pt x="694153" y="655626"/>
                    <a:pt x="682880" y="655626"/>
                  </a:cubicBezTo>
                  <a:cubicBezTo>
                    <a:pt x="671606" y="655626"/>
                    <a:pt x="662467" y="646487"/>
                    <a:pt x="662467" y="635213"/>
                  </a:cubicBezTo>
                  <a:cubicBezTo>
                    <a:pt x="662467" y="623939"/>
                    <a:pt x="671606" y="614800"/>
                    <a:pt x="682880" y="614800"/>
                  </a:cubicBezTo>
                  <a:close/>
                  <a:moveTo>
                    <a:pt x="634103" y="614800"/>
                  </a:moveTo>
                  <a:cubicBezTo>
                    <a:pt x="645377" y="614800"/>
                    <a:pt x="654516" y="623939"/>
                    <a:pt x="654516" y="635213"/>
                  </a:cubicBezTo>
                  <a:cubicBezTo>
                    <a:pt x="654516" y="646487"/>
                    <a:pt x="645377" y="655626"/>
                    <a:pt x="634103" y="655626"/>
                  </a:cubicBezTo>
                  <a:cubicBezTo>
                    <a:pt x="622829" y="655626"/>
                    <a:pt x="613690" y="646487"/>
                    <a:pt x="613690" y="635213"/>
                  </a:cubicBezTo>
                  <a:cubicBezTo>
                    <a:pt x="613690" y="623939"/>
                    <a:pt x="622829" y="614800"/>
                    <a:pt x="634103" y="614800"/>
                  </a:cubicBezTo>
                  <a:close/>
                  <a:moveTo>
                    <a:pt x="585326" y="614800"/>
                  </a:moveTo>
                  <a:cubicBezTo>
                    <a:pt x="596599" y="614800"/>
                    <a:pt x="605738" y="623939"/>
                    <a:pt x="605738" y="635213"/>
                  </a:cubicBezTo>
                  <a:cubicBezTo>
                    <a:pt x="605738" y="646487"/>
                    <a:pt x="596599" y="655626"/>
                    <a:pt x="585326" y="655626"/>
                  </a:cubicBezTo>
                  <a:cubicBezTo>
                    <a:pt x="574052" y="655626"/>
                    <a:pt x="564913" y="646487"/>
                    <a:pt x="564913" y="635213"/>
                  </a:cubicBezTo>
                  <a:cubicBezTo>
                    <a:pt x="564913" y="623939"/>
                    <a:pt x="574052" y="614800"/>
                    <a:pt x="585326" y="614800"/>
                  </a:cubicBezTo>
                  <a:close/>
                  <a:moveTo>
                    <a:pt x="536549" y="614800"/>
                  </a:moveTo>
                  <a:cubicBezTo>
                    <a:pt x="547822" y="614800"/>
                    <a:pt x="556961" y="623939"/>
                    <a:pt x="556961" y="635213"/>
                  </a:cubicBezTo>
                  <a:cubicBezTo>
                    <a:pt x="556961" y="646487"/>
                    <a:pt x="547822" y="655626"/>
                    <a:pt x="536549" y="655626"/>
                  </a:cubicBezTo>
                  <a:cubicBezTo>
                    <a:pt x="525275" y="655626"/>
                    <a:pt x="516136" y="646487"/>
                    <a:pt x="516136" y="635213"/>
                  </a:cubicBezTo>
                  <a:cubicBezTo>
                    <a:pt x="516136" y="623939"/>
                    <a:pt x="525275" y="614800"/>
                    <a:pt x="536549" y="614800"/>
                  </a:cubicBezTo>
                  <a:close/>
                  <a:moveTo>
                    <a:pt x="487772" y="614800"/>
                  </a:moveTo>
                  <a:cubicBezTo>
                    <a:pt x="499045" y="614800"/>
                    <a:pt x="508184" y="623939"/>
                    <a:pt x="508184" y="635213"/>
                  </a:cubicBezTo>
                  <a:cubicBezTo>
                    <a:pt x="508184" y="646487"/>
                    <a:pt x="499045" y="655626"/>
                    <a:pt x="487772" y="655626"/>
                  </a:cubicBezTo>
                  <a:cubicBezTo>
                    <a:pt x="476498" y="655626"/>
                    <a:pt x="467359" y="646487"/>
                    <a:pt x="467359" y="635213"/>
                  </a:cubicBezTo>
                  <a:cubicBezTo>
                    <a:pt x="467359" y="623939"/>
                    <a:pt x="476498" y="614800"/>
                    <a:pt x="487772" y="614800"/>
                  </a:cubicBezTo>
                  <a:close/>
                  <a:moveTo>
                    <a:pt x="438994" y="614800"/>
                  </a:moveTo>
                  <a:cubicBezTo>
                    <a:pt x="450268" y="614800"/>
                    <a:pt x="459407" y="623939"/>
                    <a:pt x="459407" y="635213"/>
                  </a:cubicBezTo>
                  <a:cubicBezTo>
                    <a:pt x="459407" y="646487"/>
                    <a:pt x="450268" y="655626"/>
                    <a:pt x="438994" y="655626"/>
                  </a:cubicBezTo>
                  <a:cubicBezTo>
                    <a:pt x="427721" y="655626"/>
                    <a:pt x="418582" y="646487"/>
                    <a:pt x="418582" y="635213"/>
                  </a:cubicBezTo>
                  <a:cubicBezTo>
                    <a:pt x="418582" y="623939"/>
                    <a:pt x="427721" y="614800"/>
                    <a:pt x="438994" y="614800"/>
                  </a:cubicBezTo>
                  <a:close/>
                  <a:moveTo>
                    <a:pt x="390217" y="614800"/>
                  </a:moveTo>
                  <a:cubicBezTo>
                    <a:pt x="401491" y="614800"/>
                    <a:pt x="410630" y="623939"/>
                    <a:pt x="410630" y="635213"/>
                  </a:cubicBezTo>
                  <a:cubicBezTo>
                    <a:pt x="410630" y="646487"/>
                    <a:pt x="401491" y="655626"/>
                    <a:pt x="390217" y="655626"/>
                  </a:cubicBezTo>
                  <a:cubicBezTo>
                    <a:pt x="378944" y="655626"/>
                    <a:pt x="369805" y="646487"/>
                    <a:pt x="369805" y="635213"/>
                  </a:cubicBezTo>
                  <a:cubicBezTo>
                    <a:pt x="369805" y="623939"/>
                    <a:pt x="378944" y="614800"/>
                    <a:pt x="390217" y="614800"/>
                  </a:cubicBezTo>
                  <a:close/>
                  <a:moveTo>
                    <a:pt x="341440" y="614800"/>
                  </a:moveTo>
                  <a:cubicBezTo>
                    <a:pt x="352714" y="614800"/>
                    <a:pt x="361853" y="623939"/>
                    <a:pt x="361853" y="635213"/>
                  </a:cubicBezTo>
                  <a:cubicBezTo>
                    <a:pt x="361853" y="646487"/>
                    <a:pt x="352714" y="655626"/>
                    <a:pt x="341440" y="655626"/>
                  </a:cubicBezTo>
                  <a:cubicBezTo>
                    <a:pt x="330166" y="655626"/>
                    <a:pt x="321028" y="646487"/>
                    <a:pt x="321028" y="635213"/>
                  </a:cubicBezTo>
                  <a:cubicBezTo>
                    <a:pt x="321028" y="623939"/>
                    <a:pt x="330166" y="614800"/>
                    <a:pt x="341440" y="614800"/>
                  </a:cubicBezTo>
                  <a:close/>
                  <a:moveTo>
                    <a:pt x="292663" y="614800"/>
                  </a:moveTo>
                  <a:cubicBezTo>
                    <a:pt x="303937" y="614800"/>
                    <a:pt x="313076" y="623939"/>
                    <a:pt x="313076" y="635213"/>
                  </a:cubicBezTo>
                  <a:cubicBezTo>
                    <a:pt x="313076" y="646487"/>
                    <a:pt x="303937" y="655626"/>
                    <a:pt x="292663" y="655626"/>
                  </a:cubicBezTo>
                  <a:cubicBezTo>
                    <a:pt x="281389" y="655626"/>
                    <a:pt x="272251" y="646487"/>
                    <a:pt x="272251" y="635213"/>
                  </a:cubicBezTo>
                  <a:cubicBezTo>
                    <a:pt x="272251" y="623939"/>
                    <a:pt x="281389" y="614800"/>
                    <a:pt x="292663" y="614800"/>
                  </a:cubicBezTo>
                  <a:close/>
                  <a:moveTo>
                    <a:pt x="243886" y="614800"/>
                  </a:moveTo>
                  <a:cubicBezTo>
                    <a:pt x="255160" y="614800"/>
                    <a:pt x="264299" y="623939"/>
                    <a:pt x="264299" y="635213"/>
                  </a:cubicBezTo>
                  <a:cubicBezTo>
                    <a:pt x="264299" y="646487"/>
                    <a:pt x="255160" y="655626"/>
                    <a:pt x="243886" y="655626"/>
                  </a:cubicBezTo>
                  <a:cubicBezTo>
                    <a:pt x="232612" y="655626"/>
                    <a:pt x="223473" y="646487"/>
                    <a:pt x="223473" y="635213"/>
                  </a:cubicBezTo>
                  <a:cubicBezTo>
                    <a:pt x="223473" y="623939"/>
                    <a:pt x="232612" y="614800"/>
                    <a:pt x="243886" y="614800"/>
                  </a:cubicBezTo>
                  <a:close/>
                  <a:moveTo>
                    <a:pt x="195109" y="614800"/>
                  </a:moveTo>
                  <a:cubicBezTo>
                    <a:pt x="206383" y="614800"/>
                    <a:pt x="215522" y="623939"/>
                    <a:pt x="215522" y="635213"/>
                  </a:cubicBezTo>
                  <a:cubicBezTo>
                    <a:pt x="215522" y="646487"/>
                    <a:pt x="206383" y="655626"/>
                    <a:pt x="195109" y="655626"/>
                  </a:cubicBezTo>
                  <a:cubicBezTo>
                    <a:pt x="183835" y="655626"/>
                    <a:pt x="174696" y="646487"/>
                    <a:pt x="174696" y="635213"/>
                  </a:cubicBezTo>
                  <a:cubicBezTo>
                    <a:pt x="174696" y="623939"/>
                    <a:pt x="183835" y="614800"/>
                    <a:pt x="195109" y="614800"/>
                  </a:cubicBezTo>
                  <a:close/>
                  <a:moveTo>
                    <a:pt x="146332" y="614800"/>
                  </a:moveTo>
                  <a:cubicBezTo>
                    <a:pt x="157606" y="614800"/>
                    <a:pt x="166745" y="623939"/>
                    <a:pt x="166745" y="635213"/>
                  </a:cubicBezTo>
                  <a:cubicBezTo>
                    <a:pt x="166745" y="646487"/>
                    <a:pt x="157606" y="655626"/>
                    <a:pt x="146332" y="655626"/>
                  </a:cubicBezTo>
                  <a:cubicBezTo>
                    <a:pt x="135058" y="655626"/>
                    <a:pt x="125919" y="646487"/>
                    <a:pt x="125919" y="635213"/>
                  </a:cubicBezTo>
                  <a:cubicBezTo>
                    <a:pt x="125919" y="623939"/>
                    <a:pt x="135058" y="614800"/>
                    <a:pt x="146332" y="614800"/>
                  </a:cubicBezTo>
                  <a:close/>
                  <a:moveTo>
                    <a:pt x="97555" y="614800"/>
                  </a:moveTo>
                  <a:cubicBezTo>
                    <a:pt x="108829" y="614800"/>
                    <a:pt x="117968" y="623939"/>
                    <a:pt x="117968" y="635213"/>
                  </a:cubicBezTo>
                  <a:cubicBezTo>
                    <a:pt x="117968" y="646487"/>
                    <a:pt x="108829" y="655626"/>
                    <a:pt x="97555" y="655626"/>
                  </a:cubicBezTo>
                  <a:cubicBezTo>
                    <a:pt x="86281" y="655626"/>
                    <a:pt x="77142" y="646487"/>
                    <a:pt x="77142" y="635213"/>
                  </a:cubicBezTo>
                  <a:cubicBezTo>
                    <a:pt x="77142" y="623939"/>
                    <a:pt x="86281" y="614800"/>
                    <a:pt x="97555" y="614800"/>
                  </a:cubicBezTo>
                  <a:close/>
                  <a:moveTo>
                    <a:pt x="48778" y="614800"/>
                  </a:moveTo>
                  <a:cubicBezTo>
                    <a:pt x="60052" y="614800"/>
                    <a:pt x="69191" y="623939"/>
                    <a:pt x="69191" y="635213"/>
                  </a:cubicBezTo>
                  <a:cubicBezTo>
                    <a:pt x="69191" y="646487"/>
                    <a:pt x="60052" y="655626"/>
                    <a:pt x="48778" y="655626"/>
                  </a:cubicBezTo>
                  <a:cubicBezTo>
                    <a:pt x="37504" y="655626"/>
                    <a:pt x="28365" y="646487"/>
                    <a:pt x="28365" y="635213"/>
                  </a:cubicBezTo>
                  <a:cubicBezTo>
                    <a:pt x="28365" y="623939"/>
                    <a:pt x="37504" y="614800"/>
                    <a:pt x="48778" y="614800"/>
                  </a:cubicBezTo>
                  <a:close/>
                  <a:moveTo>
                    <a:pt x="2" y="614800"/>
                  </a:moveTo>
                  <a:cubicBezTo>
                    <a:pt x="11275" y="614800"/>
                    <a:pt x="20414" y="623939"/>
                    <a:pt x="20414" y="635213"/>
                  </a:cubicBezTo>
                  <a:cubicBezTo>
                    <a:pt x="20414" y="646487"/>
                    <a:pt x="11275" y="655626"/>
                    <a:pt x="2" y="655626"/>
                  </a:cubicBezTo>
                  <a:lnTo>
                    <a:pt x="0" y="655625"/>
                  </a:lnTo>
                  <a:lnTo>
                    <a:pt x="0" y="614801"/>
                  </a:lnTo>
                  <a:close/>
                  <a:moveTo>
                    <a:pt x="829211" y="560714"/>
                  </a:moveTo>
                  <a:cubicBezTo>
                    <a:pt x="832029" y="560714"/>
                    <a:pt x="834714" y="561285"/>
                    <a:pt x="837157" y="562318"/>
                  </a:cubicBezTo>
                  <a:lnTo>
                    <a:pt x="840828" y="564793"/>
                  </a:lnTo>
                  <a:lnTo>
                    <a:pt x="838456" y="568698"/>
                  </a:lnTo>
                  <a:lnTo>
                    <a:pt x="817164" y="597170"/>
                  </a:lnTo>
                  <a:lnTo>
                    <a:pt x="814777" y="595561"/>
                  </a:lnTo>
                  <a:cubicBezTo>
                    <a:pt x="811083" y="591867"/>
                    <a:pt x="808798" y="586764"/>
                    <a:pt x="808798" y="581127"/>
                  </a:cubicBezTo>
                  <a:cubicBezTo>
                    <a:pt x="808798" y="569853"/>
                    <a:pt x="817937" y="560714"/>
                    <a:pt x="829211" y="560714"/>
                  </a:cubicBezTo>
                  <a:close/>
                  <a:moveTo>
                    <a:pt x="780434" y="560714"/>
                  </a:moveTo>
                  <a:cubicBezTo>
                    <a:pt x="791708" y="560714"/>
                    <a:pt x="800847" y="569853"/>
                    <a:pt x="800847" y="581127"/>
                  </a:cubicBezTo>
                  <a:cubicBezTo>
                    <a:pt x="800847" y="592400"/>
                    <a:pt x="791708" y="601539"/>
                    <a:pt x="780434" y="601539"/>
                  </a:cubicBezTo>
                  <a:cubicBezTo>
                    <a:pt x="769160" y="601539"/>
                    <a:pt x="760021" y="592400"/>
                    <a:pt x="760021" y="581127"/>
                  </a:cubicBezTo>
                  <a:cubicBezTo>
                    <a:pt x="760021" y="569853"/>
                    <a:pt x="769160" y="560714"/>
                    <a:pt x="780434" y="560714"/>
                  </a:cubicBezTo>
                  <a:close/>
                  <a:moveTo>
                    <a:pt x="731657" y="560714"/>
                  </a:moveTo>
                  <a:cubicBezTo>
                    <a:pt x="742931" y="560714"/>
                    <a:pt x="752070" y="569853"/>
                    <a:pt x="752070" y="581127"/>
                  </a:cubicBezTo>
                  <a:cubicBezTo>
                    <a:pt x="752070" y="592400"/>
                    <a:pt x="742931" y="601539"/>
                    <a:pt x="731657" y="601539"/>
                  </a:cubicBezTo>
                  <a:cubicBezTo>
                    <a:pt x="720383" y="601539"/>
                    <a:pt x="711244" y="592400"/>
                    <a:pt x="711244" y="581127"/>
                  </a:cubicBezTo>
                  <a:cubicBezTo>
                    <a:pt x="711244" y="569853"/>
                    <a:pt x="720383" y="560714"/>
                    <a:pt x="731657" y="560714"/>
                  </a:cubicBezTo>
                  <a:close/>
                  <a:moveTo>
                    <a:pt x="682880" y="560714"/>
                  </a:moveTo>
                  <a:cubicBezTo>
                    <a:pt x="694153" y="560714"/>
                    <a:pt x="703293" y="569853"/>
                    <a:pt x="703293" y="581127"/>
                  </a:cubicBezTo>
                  <a:cubicBezTo>
                    <a:pt x="703293" y="592400"/>
                    <a:pt x="694153" y="601539"/>
                    <a:pt x="682880" y="601539"/>
                  </a:cubicBezTo>
                  <a:cubicBezTo>
                    <a:pt x="671606" y="601539"/>
                    <a:pt x="662467" y="592400"/>
                    <a:pt x="662467" y="581127"/>
                  </a:cubicBezTo>
                  <a:cubicBezTo>
                    <a:pt x="662467" y="569853"/>
                    <a:pt x="671606" y="560714"/>
                    <a:pt x="682880" y="560714"/>
                  </a:cubicBezTo>
                  <a:close/>
                  <a:moveTo>
                    <a:pt x="634103" y="560714"/>
                  </a:moveTo>
                  <a:cubicBezTo>
                    <a:pt x="645377" y="560714"/>
                    <a:pt x="654516" y="569853"/>
                    <a:pt x="654516" y="581127"/>
                  </a:cubicBezTo>
                  <a:cubicBezTo>
                    <a:pt x="654516" y="592400"/>
                    <a:pt x="645377" y="601539"/>
                    <a:pt x="634103" y="601539"/>
                  </a:cubicBezTo>
                  <a:cubicBezTo>
                    <a:pt x="622829" y="601539"/>
                    <a:pt x="613690" y="592400"/>
                    <a:pt x="613690" y="581127"/>
                  </a:cubicBezTo>
                  <a:cubicBezTo>
                    <a:pt x="613690" y="569853"/>
                    <a:pt x="622829" y="560714"/>
                    <a:pt x="634103" y="560714"/>
                  </a:cubicBezTo>
                  <a:close/>
                  <a:moveTo>
                    <a:pt x="585326" y="560714"/>
                  </a:moveTo>
                  <a:cubicBezTo>
                    <a:pt x="596599" y="560714"/>
                    <a:pt x="605738" y="569853"/>
                    <a:pt x="605738" y="581127"/>
                  </a:cubicBezTo>
                  <a:cubicBezTo>
                    <a:pt x="605738" y="592400"/>
                    <a:pt x="596599" y="601539"/>
                    <a:pt x="585326" y="601539"/>
                  </a:cubicBezTo>
                  <a:cubicBezTo>
                    <a:pt x="574052" y="601539"/>
                    <a:pt x="564913" y="592400"/>
                    <a:pt x="564913" y="581127"/>
                  </a:cubicBezTo>
                  <a:cubicBezTo>
                    <a:pt x="564913" y="569853"/>
                    <a:pt x="574052" y="560714"/>
                    <a:pt x="585326" y="560714"/>
                  </a:cubicBezTo>
                  <a:close/>
                  <a:moveTo>
                    <a:pt x="536549" y="560714"/>
                  </a:moveTo>
                  <a:cubicBezTo>
                    <a:pt x="547822" y="560714"/>
                    <a:pt x="556961" y="569853"/>
                    <a:pt x="556961" y="581127"/>
                  </a:cubicBezTo>
                  <a:cubicBezTo>
                    <a:pt x="556961" y="592400"/>
                    <a:pt x="547822" y="601539"/>
                    <a:pt x="536549" y="601539"/>
                  </a:cubicBezTo>
                  <a:cubicBezTo>
                    <a:pt x="525275" y="601539"/>
                    <a:pt x="516136" y="592400"/>
                    <a:pt x="516136" y="581127"/>
                  </a:cubicBezTo>
                  <a:cubicBezTo>
                    <a:pt x="516136" y="569853"/>
                    <a:pt x="525275" y="560714"/>
                    <a:pt x="536549" y="560714"/>
                  </a:cubicBezTo>
                  <a:close/>
                  <a:moveTo>
                    <a:pt x="487772" y="560714"/>
                  </a:moveTo>
                  <a:cubicBezTo>
                    <a:pt x="499045" y="560714"/>
                    <a:pt x="508184" y="569853"/>
                    <a:pt x="508184" y="581127"/>
                  </a:cubicBezTo>
                  <a:cubicBezTo>
                    <a:pt x="508184" y="592400"/>
                    <a:pt x="499045" y="601539"/>
                    <a:pt x="487772" y="601539"/>
                  </a:cubicBezTo>
                  <a:cubicBezTo>
                    <a:pt x="476498" y="601539"/>
                    <a:pt x="467359" y="592400"/>
                    <a:pt x="467359" y="581127"/>
                  </a:cubicBezTo>
                  <a:cubicBezTo>
                    <a:pt x="467359" y="569853"/>
                    <a:pt x="476498" y="560714"/>
                    <a:pt x="487772" y="560714"/>
                  </a:cubicBezTo>
                  <a:close/>
                  <a:moveTo>
                    <a:pt x="438994" y="560714"/>
                  </a:moveTo>
                  <a:cubicBezTo>
                    <a:pt x="450268" y="560714"/>
                    <a:pt x="459407" y="569853"/>
                    <a:pt x="459407" y="581127"/>
                  </a:cubicBezTo>
                  <a:cubicBezTo>
                    <a:pt x="459407" y="592400"/>
                    <a:pt x="450268" y="601539"/>
                    <a:pt x="438994" y="601539"/>
                  </a:cubicBezTo>
                  <a:cubicBezTo>
                    <a:pt x="427721" y="601539"/>
                    <a:pt x="418582" y="592400"/>
                    <a:pt x="418582" y="581127"/>
                  </a:cubicBezTo>
                  <a:cubicBezTo>
                    <a:pt x="418582" y="569853"/>
                    <a:pt x="427721" y="560714"/>
                    <a:pt x="438994" y="560714"/>
                  </a:cubicBezTo>
                  <a:close/>
                  <a:moveTo>
                    <a:pt x="390217" y="560714"/>
                  </a:moveTo>
                  <a:cubicBezTo>
                    <a:pt x="401491" y="560714"/>
                    <a:pt x="410630" y="569853"/>
                    <a:pt x="410630" y="581127"/>
                  </a:cubicBezTo>
                  <a:cubicBezTo>
                    <a:pt x="410630" y="592400"/>
                    <a:pt x="401491" y="601539"/>
                    <a:pt x="390217" y="601539"/>
                  </a:cubicBezTo>
                  <a:cubicBezTo>
                    <a:pt x="378944" y="601539"/>
                    <a:pt x="369805" y="592400"/>
                    <a:pt x="369805" y="581127"/>
                  </a:cubicBezTo>
                  <a:cubicBezTo>
                    <a:pt x="369805" y="569853"/>
                    <a:pt x="378944" y="560714"/>
                    <a:pt x="390217" y="560714"/>
                  </a:cubicBezTo>
                  <a:close/>
                  <a:moveTo>
                    <a:pt x="341440" y="560714"/>
                  </a:moveTo>
                  <a:cubicBezTo>
                    <a:pt x="352714" y="560714"/>
                    <a:pt x="361853" y="569853"/>
                    <a:pt x="361853" y="581127"/>
                  </a:cubicBezTo>
                  <a:cubicBezTo>
                    <a:pt x="361853" y="592400"/>
                    <a:pt x="352714" y="601539"/>
                    <a:pt x="341440" y="601539"/>
                  </a:cubicBezTo>
                  <a:cubicBezTo>
                    <a:pt x="330166" y="601539"/>
                    <a:pt x="321028" y="592400"/>
                    <a:pt x="321028" y="581127"/>
                  </a:cubicBezTo>
                  <a:cubicBezTo>
                    <a:pt x="321028" y="569853"/>
                    <a:pt x="330166" y="560714"/>
                    <a:pt x="341440" y="560714"/>
                  </a:cubicBezTo>
                  <a:close/>
                  <a:moveTo>
                    <a:pt x="292663" y="560714"/>
                  </a:moveTo>
                  <a:cubicBezTo>
                    <a:pt x="303937" y="560714"/>
                    <a:pt x="313076" y="569853"/>
                    <a:pt x="313076" y="581127"/>
                  </a:cubicBezTo>
                  <a:cubicBezTo>
                    <a:pt x="313076" y="592400"/>
                    <a:pt x="303937" y="601539"/>
                    <a:pt x="292663" y="601539"/>
                  </a:cubicBezTo>
                  <a:cubicBezTo>
                    <a:pt x="281389" y="601539"/>
                    <a:pt x="272251" y="592400"/>
                    <a:pt x="272251" y="581127"/>
                  </a:cubicBezTo>
                  <a:cubicBezTo>
                    <a:pt x="272251" y="569853"/>
                    <a:pt x="281389" y="560714"/>
                    <a:pt x="292663" y="560714"/>
                  </a:cubicBezTo>
                  <a:close/>
                  <a:moveTo>
                    <a:pt x="243886" y="560714"/>
                  </a:moveTo>
                  <a:cubicBezTo>
                    <a:pt x="255160" y="560714"/>
                    <a:pt x="264299" y="569853"/>
                    <a:pt x="264299" y="581127"/>
                  </a:cubicBezTo>
                  <a:cubicBezTo>
                    <a:pt x="264299" y="592400"/>
                    <a:pt x="255160" y="601539"/>
                    <a:pt x="243886" y="601539"/>
                  </a:cubicBezTo>
                  <a:cubicBezTo>
                    <a:pt x="232612" y="601539"/>
                    <a:pt x="223473" y="592400"/>
                    <a:pt x="223473" y="581127"/>
                  </a:cubicBezTo>
                  <a:cubicBezTo>
                    <a:pt x="223473" y="569853"/>
                    <a:pt x="232612" y="560714"/>
                    <a:pt x="243886" y="560714"/>
                  </a:cubicBezTo>
                  <a:close/>
                  <a:moveTo>
                    <a:pt x="195109" y="560714"/>
                  </a:moveTo>
                  <a:cubicBezTo>
                    <a:pt x="206383" y="560714"/>
                    <a:pt x="215522" y="569853"/>
                    <a:pt x="215522" y="581127"/>
                  </a:cubicBezTo>
                  <a:cubicBezTo>
                    <a:pt x="215522" y="592400"/>
                    <a:pt x="206383" y="601539"/>
                    <a:pt x="195109" y="601539"/>
                  </a:cubicBezTo>
                  <a:cubicBezTo>
                    <a:pt x="183835" y="601539"/>
                    <a:pt x="174696" y="592400"/>
                    <a:pt x="174696" y="581127"/>
                  </a:cubicBezTo>
                  <a:cubicBezTo>
                    <a:pt x="174696" y="569853"/>
                    <a:pt x="183835" y="560714"/>
                    <a:pt x="195109" y="560714"/>
                  </a:cubicBezTo>
                  <a:close/>
                  <a:moveTo>
                    <a:pt x="146332" y="560714"/>
                  </a:moveTo>
                  <a:cubicBezTo>
                    <a:pt x="157606" y="560714"/>
                    <a:pt x="166745" y="569853"/>
                    <a:pt x="166745" y="581127"/>
                  </a:cubicBezTo>
                  <a:cubicBezTo>
                    <a:pt x="166745" y="592400"/>
                    <a:pt x="157606" y="601539"/>
                    <a:pt x="146332" y="601539"/>
                  </a:cubicBezTo>
                  <a:cubicBezTo>
                    <a:pt x="135058" y="601539"/>
                    <a:pt x="125919" y="592400"/>
                    <a:pt x="125919" y="581127"/>
                  </a:cubicBezTo>
                  <a:cubicBezTo>
                    <a:pt x="125919" y="569853"/>
                    <a:pt x="135058" y="560714"/>
                    <a:pt x="146332" y="560714"/>
                  </a:cubicBezTo>
                  <a:close/>
                  <a:moveTo>
                    <a:pt x="97555" y="560714"/>
                  </a:moveTo>
                  <a:cubicBezTo>
                    <a:pt x="108829" y="560714"/>
                    <a:pt x="117968" y="569853"/>
                    <a:pt x="117968" y="581127"/>
                  </a:cubicBezTo>
                  <a:cubicBezTo>
                    <a:pt x="117968" y="592400"/>
                    <a:pt x="108829" y="601539"/>
                    <a:pt x="97555" y="601539"/>
                  </a:cubicBezTo>
                  <a:cubicBezTo>
                    <a:pt x="86281" y="601539"/>
                    <a:pt x="77142" y="592400"/>
                    <a:pt x="77142" y="581127"/>
                  </a:cubicBezTo>
                  <a:cubicBezTo>
                    <a:pt x="77142" y="569853"/>
                    <a:pt x="86281" y="560714"/>
                    <a:pt x="97555" y="560714"/>
                  </a:cubicBezTo>
                  <a:close/>
                  <a:moveTo>
                    <a:pt x="48778" y="560714"/>
                  </a:moveTo>
                  <a:cubicBezTo>
                    <a:pt x="60052" y="560714"/>
                    <a:pt x="69191" y="569853"/>
                    <a:pt x="69191" y="581127"/>
                  </a:cubicBezTo>
                  <a:cubicBezTo>
                    <a:pt x="69191" y="592400"/>
                    <a:pt x="60052" y="601539"/>
                    <a:pt x="48778" y="601539"/>
                  </a:cubicBezTo>
                  <a:cubicBezTo>
                    <a:pt x="37504" y="601539"/>
                    <a:pt x="28365" y="592400"/>
                    <a:pt x="28365" y="581127"/>
                  </a:cubicBezTo>
                  <a:cubicBezTo>
                    <a:pt x="28365" y="569853"/>
                    <a:pt x="37504" y="560714"/>
                    <a:pt x="48778" y="560714"/>
                  </a:cubicBezTo>
                  <a:close/>
                  <a:moveTo>
                    <a:pt x="2" y="560714"/>
                  </a:moveTo>
                  <a:cubicBezTo>
                    <a:pt x="11275" y="560714"/>
                    <a:pt x="20414" y="569853"/>
                    <a:pt x="20414" y="581127"/>
                  </a:cubicBezTo>
                  <a:cubicBezTo>
                    <a:pt x="20414" y="592400"/>
                    <a:pt x="11275" y="601539"/>
                    <a:pt x="2" y="601539"/>
                  </a:cubicBezTo>
                  <a:lnTo>
                    <a:pt x="0" y="601538"/>
                  </a:lnTo>
                  <a:lnTo>
                    <a:pt x="0" y="560715"/>
                  </a:lnTo>
                  <a:close/>
                  <a:moveTo>
                    <a:pt x="875909" y="507047"/>
                  </a:moveTo>
                  <a:lnTo>
                    <a:pt x="860084" y="533097"/>
                  </a:lnTo>
                  <a:lnTo>
                    <a:pt x="857575" y="527040"/>
                  </a:lnTo>
                  <a:cubicBezTo>
                    <a:pt x="857575" y="518585"/>
                    <a:pt x="862716" y="511331"/>
                    <a:pt x="870042" y="508232"/>
                  </a:cubicBezTo>
                  <a:close/>
                  <a:moveTo>
                    <a:pt x="829211" y="506628"/>
                  </a:moveTo>
                  <a:cubicBezTo>
                    <a:pt x="840485" y="506628"/>
                    <a:pt x="849624" y="515767"/>
                    <a:pt x="849624" y="527040"/>
                  </a:cubicBezTo>
                  <a:cubicBezTo>
                    <a:pt x="849624" y="538314"/>
                    <a:pt x="840485" y="547453"/>
                    <a:pt x="829211" y="547453"/>
                  </a:cubicBezTo>
                  <a:cubicBezTo>
                    <a:pt x="817937" y="547453"/>
                    <a:pt x="808798" y="538314"/>
                    <a:pt x="808798" y="527040"/>
                  </a:cubicBezTo>
                  <a:cubicBezTo>
                    <a:pt x="808798" y="515767"/>
                    <a:pt x="817937" y="506628"/>
                    <a:pt x="829211" y="506628"/>
                  </a:cubicBezTo>
                  <a:close/>
                  <a:moveTo>
                    <a:pt x="780434" y="506628"/>
                  </a:moveTo>
                  <a:cubicBezTo>
                    <a:pt x="791708" y="506628"/>
                    <a:pt x="800847" y="515767"/>
                    <a:pt x="800847" y="527040"/>
                  </a:cubicBezTo>
                  <a:cubicBezTo>
                    <a:pt x="800847" y="538314"/>
                    <a:pt x="791708" y="547453"/>
                    <a:pt x="780434" y="547453"/>
                  </a:cubicBezTo>
                  <a:cubicBezTo>
                    <a:pt x="769160" y="547453"/>
                    <a:pt x="760021" y="538314"/>
                    <a:pt x="760021" y="527040"/>
                  </a:cubicBezTo>
                  <a:cubicBezTo>
                    <a:pt x="760021" y="515767"/>
                    <a:pt x="769160" y="506628"/>
                    <a:pt x="780434" y="506628"/>
                  </a:cubicBezTo>
                  <a:close/>
                  <a:moveTo>
                    <a:pt x="731657" y="506628"/>
                  </a:moveTo>
                  <a:cubicBezTo>
                    <a:pt x="742931" y="506628"/>
                    <a:pt x="752070" y="515767"/>
                    <a:pt x="752070" y="527040"/>
                  </a:cubicBezTo>
                  <a:cubicBezTo>
                    <a:pt x="752070" y="538314"/>
                    <a:pt x="742931" y="547453"/>
                    <a:pt x="731657" y="547453"/>
                  </a:cubicBezTo>
                  <a:cubicBezTo>
                    <a:pt x="720383" y="547453"/>
                    <a:pt x="711244" y="538314"/>
                    <a:pt x="711244" y="527040"/>
                  </a:cubicBezTo>
                  <a:cubicBezTo>
                    <a:pt x="711244" y="515767"/>
                    <a:pt x="720383" y="506628"/>
                    <a:pt x="731657" y="506628"/>
                  </a:cubicBezTo>
                  <a:close/>
                  <a:moveTo>
                    <a:pt x="682880" y="506628"/>
                  </a:moveTo>
                  <a:cubicBezTo>
                    <a:pt x="694153" y="506628"/>
                    <a:pt x="703293" y="515767"/>
                    <a:pt x="703293" y="527040"/>
                  </a:cubicBezTo>
                  <a:cubicBezTo>
                    <a:pt x="703293" y="538314"/>
                    <a:pt x="694153" y="547453"/>
                    <a:pt x="682880" y="547453"/>
                  </a:cubicBezTo>
                  <a:cubicBezTo>
                    <a:pt x="671606" y="547453"/>
                    <a:pt x="662467" y="538314"/>
                    <a:pt x="662467" y="527040"/>
                  </a:cubicBezTo>
                  <a:cubicBezTo>
                    <a:pt x="662467" y="515767"/>
                    <a:pt x="671606" y="506628"/>
                    <a:pt x="682880" y="506628"/>
                  </a:cubicBezTo>
                  <a:close/>
                  <a:moveTo>
                    <a:pt x="634103" y="506628"/>
                  </a:moveTo>
                  <a:cubicBezTo>
                    <a:pt x="645377" y="506628"/>
                    <a:pt x="654516" y="515767"/>
                    <a:pt x="654516" y="527040"/>
                  </a:cubicBezTo>
                  <a:cubicBezTo>
                    <a:pt x="654516" y="538314"/>
                    <a:pt x="645377" y="547453"/>
                    <a:pt x="634103" y="547453"/>
                  </a:cubicBezTo>
                  <a:cubicBezTo>
                    <a:pt x="622829" y="547453"/>
                    <a:pt x="613690" y="538314"/>
                    <a:pt x="613690" y="527040"/>
                  </a:cubicBezTo>
                  <a:cubicBezTo>
                    <a:pt x="613690" y="515767"/>
                    <a:pt x="622829" y="506628"/>
                    <a:pt x="634103" y="506628"/>
                  </a:cubicBezTo>
                  <a:close/>
                  <a:moveTo>
                    <a:pt x="585326" y="506628"/>
                  </a:moveTo>
                  <a:cubicBezTo>
                    <a:pt x="596599" y="506628"/>
                    <a:pt x="605738" y="515767"/>
                    <a:pt x="605738" y="527040"/>
                  </a:cubicBezTo>
                  <a:cubicBezTo>
                    <a:pt x="605738" y="538314"/>
                    <a:pt x="596599" y="547453"/>
                    <a:pt x="585326" y="547453"/>
                  </a:cubicBezTo>
                  <a:cubicBezTo>
                    <a:pt x="574052" y="547453"/>
                    <a:pt x="564913" y="538314"/>
                    <a:pt x="564913" y="527040"/>
                  </a:cubicBezTo>
                  <a:cubicBezTo>
                    <a:pt x="564913" y="515767"/>
                    <a:pt x="574052" y="506628"/>
                    <a:pt x="585326" y="506628"/>
                  </a:cubicBezTo>
                  <a:close/>
                  <a:moveTo>
                    <a:pt x="536549" y="506628"/>
                  </a:moveTo>
                  <a:cubicBezTo>
                    <a:pt x="547822" y="506628"/>
                    <a:pt x="556961" y="515767"/>
                    <a:pt x="556961" y="527040"/>
                  </a:cubicBezTo>
                  <a:cubicBezTo>
                    <a:pt x="556961" y="538314"/>
                    <a:pt x="547822" y="547453"/>
                    <a:pt x="536549" y="547453"/>
                  </a:cubicBezTo>
                  <a:cubicBezTo>
                    <a:pt x="525275" y="547453"/>
                    <a:pt x="516136" y="538314"/>
                    <a:pt x="516136" y="527040"/>
                  </a:cubicBezTo>
                  <a:cubicBezTo>
                    <a:pt x="516136" y="515767"/>
                    <a:pt x="525275" y="506628"/>
                    <a:pt x="536549" y="506628"/>
                  </a:cubicBezTo>
                  <a:close/>
                  <a:moveTo>
                    <a:pt x="487772" y="506628"/>
                  </a:moveTo>
                  <a:cubicBezTo>
                    <a:pt x="499045" y="506628"/>
                    <a:pt x="508184" y="515767"/>
                    <a:pt x="508184" y="527040"/>
                  </a:cubicBezTo>
                  <a:cubicBezTo>
                    <a:pt x="508184" y="538314"/>
                    <a:pt x="499045" y="547453"/>
                    <a:pt x="487772" y="547453"/>
                  </a:cubicBezTo>
                  <a:cubicBezTo>
                    <a:pt x="476498" y="547453"/>
                    <a:pt x="467359" y="538314"/>
                    <a:pt x="467359" y="527040"/>
                  </a:cubicBezTo>
                  <a:cubicBezTo>
                    <a:pt x="467359" y="515767"/>
                    <a:pt x="476498" y="506628"/>
                    <a:pt x="487772" y="506628"/>
                  </a:cubicBezTo>
                  <a:close/>
                  <a:moveTo>
                    <a:pt x="438994" y="506628"/>
                  </a:moveTo>
                  <a:cubicBezTo>
                    <a:pt x="450268" y="506628"/>
                    <a:pt x="459407" y="515767"/>
                    <a:pt x="459407" y="527040"/>
                  </a:cubicBezTo>
                  <a:cubicBezTo>
                    <a:pt x="459407" y="538314"/>
                    <a:pt x="450268" y="547453"/>
                    <a:pt x="438994" y="547453"/>
                  </a:cubicBezTo>
                  <a:cubicBezTo>
                    <a:pt x="427721" y="547453"/>
                    <a:pt x="418582" y="538314"/>
                    <a:pt x="418582" y="527040"/>
                  </a:cubicBezTo>
                  <a:cubicBezTo>
                    <a:pt x="418582" y="515767"/>
                    <a:pt x="427721" y="506628"/>
                    <a:pt x="438994" y="506628"/>
                  </a:cubicBezTo>
                  <a:close/>
                  <a:moveTo>
                    <a:pt x="390217" y="506628"/>
                  </a:moveTo>
                  <a:cubicBezTo>
                    <a:pt x="401491" y="506628"/>
                    <a:pt x="410630" y="515767"/>
                    <a:pt x="410630" y="527040"/>
                  </a:cubicBezTo>
                  <a:cubicBezTo>
                    <a:pt x="410630" y="538314"/>
                    <a:pt x="401491" y="547453"/>
                    <a:pt x="390217" y="547453"/>
                  </a:cubicBezTo>
                  <a:cubicBezTo>
                    <a:pt x="378944" y="547453"/>
                    <a:pt x="369805" y="538314"/>
                    <a:pt x="369805" y="527040"/>
                  </a:cubicBezTo>
                  <a:cubicBezTo>
                    <a:pt x="369805" y="515767"/>
                    <a:pt x="378944" y="506628"/>
                    <a:pt x="390217" y="506628"/>
                  </a:cubicBezTo>
                  <a:close/>
                  <a:moveTo>
                    <a:pt x="341440" y="506628"/>
                  </a:moveTo>
                  <a:cubicBezTo>
                    <a:pt x="352714" y="506628"/>
                    <a:pt x="361853" y="515767"/>
                    <a:pt x="361853" y="527040"/>
                  </a:cubicBezTo>
                  <a:cubicBezTo>
                    <a:pt x="361853" y="538314"/>
                    <a:pt x="352714" y="547453"/>
                    <a:pt x="341440" y="547453"/>
                  </a:cubicBezTo>
                  <a:cubicBezTo>
                    <a:pt x="330166" y="547453"/>
                    <a:pt x="321028" y="538314"/>
                    <a:pt x="321028" y="527040"/>
                  </a:cubicBezTo>
                  <a:cubicBezTo>
                    <a:pt x="321028" y="515767"/>
                    <a:pt x="330166" y="506628"/>
                    <a:pt x="341440" y="506628"/>
                  </a:cubicBezTo>
                  <a:close/>
                  <a:moveTo>
                    <a:pt x="292663" y="506628"/>
                  </a:moveTo>
                  <a:cubicBezTo>
                    <a:pt x="303937" y="506628"/>
                    <a:pt x="313076" y="515767"/>
                    <a:pt x="313076" y="527040"/>
                  </a:cubicBezTo>
                  <a:cubicBezTo>
                    <a:pt x="313076" y="538314"/>
                    <a:pt x="303937" y="547453"/>
                    <a:pt x="292663" y="547453"/>
                  </a:cubicBezTo>
                  <a:cubicBezTo>
                    <a:pt x="281389" y="547453"/>
                    <a:pt x="272251" y="538314"/>
                    <a:pt x="272251" y="527040"/>
                  </a:cubicBezTo>
                  <a:cubicBezTo>
                    <a:pt x="272251" y="515767"/>
                    <a:pt x="281389" y="506628"/>
                    <a:pt x="292663" y="506628"/>
                  </a:cubicBezTo>
                  <a:close/>
                  <a:moveTo>
                    <a:pt x="243886" y="506628"/>
                  </a:moveTo>
                  <a:cubicBezTo>
                    <a:pt x="255160" y="506628"/>
                    <a:pt x="264299" y="515767"/>
                    <a:pt x="264299" y="527040"/>
                  </a:cubicBezTo>
                  <a:cubicBezTo>
                    <a:pt x="264299" y="538314"/>
                    <a:pt x="255160" y="547453"/>
                    <a:pt x="243886" y="547453"/>
                  </a:cubicBezTo>
                  <a:cubicBezTo>
                    <a:pt x="232612" y="547453"/>
                    <a:pt x="223473" y="538314"/>
                    <a:pt x="223473" y="527040"/>
                  </a:cubicBezTo>
                  <a:cubicBezTo>
                    <a:pt x="223473" y="515767"/>
                    <a:pt x="232612" y="506628"/>
                    <a:pt x="243886" y="506628"/>
                  </a:cubicBezTo>
                  <a:close/>
                  <a:moveTo>
                    <a:pt x="195109" y="506628"/>
                  </a:moveTo>
                  <a:cubicBezTo>
                    <a:pt x="206383" y="506628"/>
                    <a:pt x="215522" y="515767"/>
                    <a:pt x="215522" y="527040"/>
                  </a:cubicBezTo>
                  <a:cubicBezTo>
                    <a:pt x="215522" y="538314"/>
                    <a:pt x="206383" y="547453"/>
                    <a:pt x="195109" y="547453"/>
                  </a:cubicBezTo>
                  <a:cubicBezTo>
                    <a:pt x="183835" y="547453"/>
                    <a:pt x="174696" y="538314"/>
                    <a:pt x="174696" y="527040"/>
                  </a:cubicBezTo>
                  <a:cubicBezTo>
                    <a:pt x="174696" y="515767"/>
                    <a:pt x="183835" y="506628"/>
                    <a:pt x="195109" y="506628"/>
                  </a:cubicBezTo>
                  <a:close/>
                  <a:moveTo>
                    <a:pt x="146332" y="506628"/>
                  </a:moveTo>
                  <a:cubicBezTo>
                    <a:pt x="157606" y="506628"/>
                    <a:pt x="166745" y="515767"/>
                    <a:pt x="166745" y="527040"/>
                  </a:cubicBezTo>
                  <a:cubicBezTo>
                    <a:pt x="166745" y="538314"/>
                    <a:pt x="157606" y="547453"/>
                    <a:pt x="146332" y="547453"/>
                  </a:cubicBezTo>
                  <a:cubicBezTo>
                    <a:pt x="135058" y="547453"/>
                    <a:pt x="125919" y="538314"/>
                    <a:pt x="125919" y="527040"/>
                  </a:cubicBezTo>
                  <a:cubicBezTo>
                    <a:pt x="125919" y="515767"/>
                    <a:pt x="135058" y="506628"/>
                    <a:pt x="146332" y="506628"/>
                  </a:cubicBezTo>
                  <a:close/>
                  <a:moveTo>
                    <a:pt x="97555" y="506628"/>
                  </a:moveTo>
                  <a:cubicBezTo>
                    <a:pt x="108829" y="506628"/>
                    <a:pt x="117968" y="515767"/>
                    <a:pt x="117968" y="527040"/>
                  </a:cubicBezTo>
                  <a:cubicBezTo>
                    <a:pt x="117968" y="538314"/>
                    <a:pt x="108829" y="547453"/>
                    <a:pt x="97555" y="547453"/>
                  </a:cubicBezTo>
                  <a:cubicBezTo>
                    <a:pt x="86281" y="547453"/>
                    <a:pt x="77142" y="538314"/>
                    <a:pt x="77142" y="527040"/>
                  </a:cubicBezTo>
                  <a:cubicBezTo>
                    <a:pt x="77142" y="515767"/>
                    <a:pt x="86281" y="506628"/>
                    <a:pt x="97555" y="506628"/>
                  </a:cubicBezTo>
                  <a:close/>
                  <a:moveTo>
                    <a:pt x="48778" y="506628"/>
                  </a:moveTo>
                  <a:cubicBezTo>
                    <a:pt x="60052" y="506628"/>
                    <a:pt x="69191" y="515767"/>
                    <a:pt x="69191" y="527040"/>
                  </a:cubicBezTo>
                  <a:cubicBezTo>
                    <a:pt x="69191" y="538314"/>
                    <a:pt x="60052" y="547453"/>
                    <a:pt x="48778" y="547453"/>
                  </a:cubicBezTo>
                  <a:cubicBezTo>
                    <a:pt x="37504" y="547453"/>
                    <a:pt x="28365" y="538314"/>
                    <a:pt x="28365" y="527040"/>
                  </a:cubicBezTo>
                  <a:cubicBezTo>
                    <a:pt x="28365" y="515767"/>
                    <a:pt x="37504" y="506628"/>
                    <a:pt x="48778" y="506628"/>
                  </a:cubicBezTo>
                  <a:close/>
                  <a:moveTo>
                    <a:pt x="2" y="506628"/>
                  </a:moveTo>
                  <a:cubicBezTo>
                    <a:pt x="11275" y="506628"/>
                    <a:pt x="20414" y="515767"/>
                    <a:pt x="20414" y="527040"/>
                  </a:cubicBezTo>
                  <a:cubicBezTo>
                    <a:pt x="20414" y="538314"/>
                    <a:pt x="11275" y="547453"/>
                    <a:pt x="2" y="547453"/>
                  </a:cubicBezTo>
                  <a:lnTo>
                    <a:pt x="0" y="547452"/>
                  </a:lnTo>
                  <a:lnTo>
                    <a:pt x="0" y="506629"/>
                  </a:lnTo>
                  <a:close/>
                  <a:moveTo>
                    <a:pt x="877988" y="452541"/>
                  </a:moveTo>
                  <a:cubicBezTo>
                    <a:pt x="883625" y="452541"/>
                    <a:pt x="888728" y="454826"/>
                    <a:pt x="892422" y="458520"/>
                  </a:cubicBezTo>
                  <a:lnTo>
                    <a:pt x="896859" y="469231"/>
                  </a:lnTo>
                  <a:lnTo>
                    <a:pt x="889104" y="485329"/>
                  </a:lnTo>
                  <a:lnTo>
                    <a:pt x="885092" y="491933"/>
                  </a:lnTo>
                  <a:lnTo>
                    <a:pt x="877988" y="493367"/>
                  </a:lnTo>
                  <a:cubicBezTo>
                    <a:pt x="866714" y="493367"/>
                    <a:pt x="857575" y="484228"/>
                    <a:pt x="857575" y="472954"/>
                  </a:cubicBezTo>
                  <a:cubicBezTo>
                    <a:pt x="857575" y="461680"/>
                    <a:pt x="866714" y="452541"/>
                    <a:pt x="877988" y="452541"/>
                  </a:cubicBezTo>
                  <a:close/>
                  <a:moveTo>
                    <a:pt x="829211" y="452541"/>
                  </a:moveTo>
                  <a:cubicBezTo>
                    <a:pt x="840485" y="452541"/>
                    <a:pt x="849624" y="461680"/>
                    <a:pt x="849624" y="472954"/>
                  </a:cubicBezTo>
                  <a:cubicBezTo>
                    <a:pt x="849624" y="484228"/>
                    <a:pt x="840485" y="493367"/>
                    <a:pt x="829211" y="493367"/>
                  </a:cubicBezTo>
                  <a:cubicBezTo>
                    <a:pt x="817937" y="493367"/>
                    <a:pt x="808798" y="484228"/>
                    <a:pt x="808798" y="472954"/>
                  </a:cubicBezTo>
                  <a:cubicBezTo>
                    <a:pt x="808798" y="461680"/>
                    <a:pt x="817937" y="452541"/>
                    <a:pt x="829211" y="452541"/>
                  </a:cubicBezTo>
                  <a:close/>
                  <a:moveTo>
                    <a:pt x="780434" y="452541"/>
                  </a:moveTo>
                  <a:cubicBezTo>
                    <a:pt x="791708" y="452541"/>
                    <a:pt x="800847" y="461680"/>
                    <a:pt x="800847" y="472954"/>
                  </a:cubicBezTo>
                  <a:cubicBezTo>
                    <a:pt x="800847" y="484228"/>
                    <a:pt x="791708" y="493367"/>
                    <a:pt x="780434" y="493367"/>
                  </a:cubicBezTo>
                  <a:cubicBezTo>
                    <a:pt x="769160" y="493367"/>
                    <a:pt x="760021" y="484228"/>
                    <a:pt x="760021" y="472954"/>
                  </a:cubicBezTo>
                  <a:cubicBezTo>
                    <a:pt x="760021" y="461680"/>
                    <a:pt x="769160" y="452541"/>
                    <a:pt x="780434" y="452541"/>
                  </a:cubicBezTo>
                  <a:close/>
                  <a:moveTo>
                    <a:pt x="731657" y="452541"/>
                  </a:moveTo>
                  <a:cubicBezTo>
                    <a:pt x="742931" y="452541"/>
                    <a:pt x="752070" y="461680"/>
                    <a:pt x="752070" y="472954"/>
                  </a:cubicBezTo>
                  <a:cubicBezTo>
                    <a:pt x="752070" y="484228"/>
                    <a:pt x="742931" y="493367"/>
                    <a:pt x="731657" y="493367"/>
                  </a:cubicBezTo>
                  <a:cubicBezTo>
                    <a:pt x="720383" y="493367"/>
                    <a:pt x="711244" y="484228"/>
                    <a:pt x="711244" y="472954"/>
                  </a:cubicBezTo>
                  <a:cubicBezTo>
                    <a:pt x="711244" y="461680"/>
                    <a:pt x="720383" y="452541"/>
                    <a:pt x="731657" y="452541"/>
                  </a:cubicBezTo>
                  <a:close/>
                  <a:moveTo>
                    <a:pt x="682880" y="452541"/>
                  </a:moveTo>
                  <a:cubicBezTo>
                    <a:pt x="694153" y="452541"/>
                    <a:pt x="703293" y="461680"/>
                    <a:pt x="703293" y="472954"/>
                  </a:cubicBezTo>
                  <a:cubicBezTo>
                    <a:pt x="703293" y="484228"/>
                    <a:pt x="694153" y="493367"/>
                    <a:pt x="682880" y="493367"/>
                  </a:cubicBezTo>
                  <a:cubicBezTo>
                    <a:pt x="671606" y="493367"/>
                    <a:pt x="662467" y="484228"/>
                    <a:pt x="662467" y="472954"/>
                  </a:cubicBezTo>
                  <a:cubicBezTo>
                    <a:pt x="662467" y="461680"/>
                    <a:pt x="671606" y="452541"/>
                    <a:pt x="682880" y="452541"/>
                  </a:cubicBezTo>
                  <a:close/>
                  <a:moveTo>
                    <a:pt x="634103" y="452541"/>
                  </a:moveTo>
                  <a:cubicBezTo>
                    <a:pt x="645377" y="452541"/>
                    <a:pt x="654516" y="461680"/>
                    <a:pt x="654516" y="472954"/>
                  </a:cubicBezTo>
                  <a:cubicBezTo>
                    <a:pt x="654516" y="484228"/>
                    <a:pt x="645377" y="493367"/>
                    <a:pt x="634103" y="493367"/>
                  </a:cubicBezTo>
                  <a:cubicBezTo>
                    <a:pt x="622829" y="493367"/>
                    <a:pt x="613690" y="484228"/>
                    <a:pt x="613690" y="472954"/>
                  </a:cubicBezTo>
                  <a:cubicBezTo>
                    <a:pt x="613690" y="461680"/>
                    <a:pt x="622829" y="452541"/>
                    <a:pt x="634103" y="452541"/>
                  </a:cubicBezTo>
                  <a:close/>
                  <a:moveTo>
                    <a:pt x="585326" y="452541"/>
                  </a:moveTo>
                  <a:cubicBezTo>
                    <a:pt x="596599" y="452541"/>
                    <a:pt x="605738" y="461680"/>
                    <a:pt x="605738" y="472954"/>
                  </a:cubicBezTo>
                  <a:cubicBezTo>
                    <a:pt x="605738" y="484228"/>
                    <a:pt x="596599" y="493367"/>
                    <a:pt x="585326" y="493367"/>
                  </a:cubicBezTo>
                  <a:cubicBezTo>
                    <a:pt x="574052" y="493367"/>
                    <a:pt x="564913" y="484228"/>
                    <a:pt x="564913" y="472954"/>
                  </a:cubicBezTo>
                  <a:cubicBezTo>
                    <a:pt x="564913" y="461680"/>
                    <a:pt x="574052" y="452541"/>
                    <a:pt x="585326" y="452541"/>
                  </a:cubicBezTo>
                  <a:close/>
                  <a:moveTo>
                    <a:pt x="536549" y="452541"/>
                  </a:moveTo>
                  <a:cubicBezTo>
                    <a:pt x="547822" y="452541"/>
                    <a:pt x="556961" y="461680"/>
                    <a:pt x="556961" y="472954"/>
                  </a:cubicBezTo>
                  <a:cubicBezTo>
                    <a:pt x="556961" y="484228"/>
                    <a:pt x="547822" y="493367"/>
                    <a:pt x="536549" y="493367"/>
                  </a:cubicBezTo>
                  <a:cubicBezTo>
                    <a:pt x="525275" y="493367"/>
                    <a:pt x="516136" y="484228"/>
                    <a:pt x="516136" y="472954"/>
                  </a:cubicBezTo>
                  <a:cubicBezTo>
                    <a:pt x="516136" y="461680"/>
                    <a:pt x="525275" y="452541"/>
                    <a:pt x="536549" y="452541"/>
                  </a:cubicBezTo>
                  <a:close/>
                  <a:moveTo>
                    <a:pt x="487772" y="452541"/>
                  </a:moveTo>
                  <a:cubicBezTo>
                    <a:pt x="499045" y="452541"/>
                    <a:pt x="508184" y="461680"/>
                    <a:pt x="508184" y="472954"/>
                  </a:cubicBezTo>
                  <a:cubicBezTo>
                    <a:pt x="508184" y="484228"/>
                    <a:pt x="499045" y="493367"/>
                    <a:pt x="487772" y="493367"/>
                  </a:cubicBezTo>
                  <a:cubicBezTo>
                    <a:pt x="476498" y="493367"/>
                    <a:pt x="467359" y="484228"/>
                    <a:pt x="467359" y="472954"/>
                  </a:cubicBezTo>
                  <a:cubicBezTo>
                    <a:pt x="467359" y="461680"/>
                    <a:pt x="476498" y="452541"/>
                    <a:pt x="487772" y="452541"/>
                  </a:cubicBezTo>
                  <a:close/>
                  <a:moveTo>
                    <a:pt x="438994" y="452541"/>
                  </a:moveTo>
                  <a:cubicBezTo>
                    <a:pt x="450268" y="452541"/>
                    <a:pt x="459407" y="461680"/>
                    <a:pt x="459407" y="472954"/>
                  </a:cubicBezTo>
                  <a:cubicBezTo>
                    <a:pt x="459407" y="484228"/>
                    <a:pt x="450268" y="493367"/>
                    <a:pt x="438994" y="493367"/>
                  </a:cubicBezTo>
                  <a:cubicBezTo>
                    <a:pt x="427721" y="493367"/>
                    <a:pt x="418582" y="484228"/>
                    <a:pt x="418582" y="472954"/>
                  </a:cubicBezTo>
                  <a:cubicBezTo>
                    <a:pt x="418582" y="461680"/>
                    <a:pt x="427721" y="452541"/>
                    <a:pt x="438994" y="452541"/>
                  </a:cubicBezTo>
                  <a:close/>
                  <a:moveTo>
                    <a:pt x="390217" y="452541"/>
                  </a:moveTo>
                  <a:cubicBezTo>
                    <a:pt x="401491" y="452541"/>
                    <a:pt x="410630" y="461680"/>
                    <a:pt x="410630" y="472954"/>
                  </a:cubicBezTo>
                  <a:cubicBezTo>
                    <a:pt x="410630" y="484228"/>
                    <a:pt x="401491" y="493367"/>
                    <a:pt x="390217" y="493367"/>
                  </a:cubicBezTo>
                  <a:cubicBezTo>
                    <a:pt x="378944" y="493367"/>
                    <a:pt x="369805" y="484228"/>
                    <a:pt x="369805" y="472954"/>
                  </a:cubicBezTo>
                  <a:cubicBezTo>
                    <a:pt x="369805" y="461680"/>
                    <a:pt x="378944" y="452541"/>
                    <a:pt x="390217" y="452541"/>
                  </a:cubicBezTo>
                  <a:close/>
                  <a:moveTo>
                    <a:pt x="341440" y="452541"/>
                  </a:moveTo>
                  <a:cubicBezTo>
                    <a:pt x="352714" y="452541"/>
                    <a:pt x="361853" y="461680"/>
                    <a:pt x="361853" y="472954"/>
                  </a:cubicBezTo>
                  <a:cubicBezTo>
                    <a:pt x="361853" y="484228"/>
                    <a:pt x="352714" y="493367"/>
                    <a:pt x="341440" y="493367"/>
                  </a:cubicBezTo>
                  <a:cubicBezTo>
                    <a:pt x="330166" y="493367"/>
                    <a:pt x="321028" y="484228"/>
                    <a:pt x="321028" y="472954"/>
                  </a:cubicBezTo>
                  <a:cubicBezTo>
                    <a:pt x="321028" y="461680"/>
                    <a:pt x="330166" y="452541"/>
                    <a:pt x="341440" y="452541"/>
                  </a:cubicBezTo>
                  <a:close/>
                  <a:moveTo>
                    <a:pt x="292663" y="452541"/>
                  </a:moveTo>
                  <a:cubicBezTo>
                    <a:pt x="303937" y="452541"/>
                    <a:pt x="313076" y="461680"/>
                    <a:pt x="313076" y="472954"/>
                  </a:cubicBezTo>
                  <a:cubicBezTo>
                    <a:pt x="313076" y="484228"/>
                    <a:pt x="303937" y="493367"/>
                    <a:pt x="292663" y="493367"/>
                  </a:cubicBezTo>
                  <a:cubicBezTo>
                    <a:pt x="281389" y="493367"/>
                    <a:pt x="272251" y="484228"/>
                    <a:pt x="272251" y="472954"/>
                  </a:cubicBezTo>
                  <a:cubicBezTo>
                    <a:pt x="272251" y="461680"/>
                    <a:pt x="281389" y="452541"/>
                    <a:pt x="292663" y="452541"/>
                  </a:cubicBezTo>
                  <a:close/>
                  <a:moveTo>
                    <a:pt x="243886" y="452541"/>
                  </a:moveTo>
                  <a:cubicBezTo>
                    <a:pt x="255160" y="452541"/>
                    <a:pt x="264299" y="461680"/>
                    <a:pt x="264299" y="472954"/>
                  </a:cubicBezTo>
                  <a:cubicBezTo>
                    <a:pt x="264299" y="484228"/>
                    <a:pt x="255160" y="493367"/>
                    <a:pt x="243886" y="493367"/>
                  </a:cubicBezTo>
                  <a:cubicBezTo>
                    <a:pt x="232612" y="493367"/>
                    <a:pt x="223473" y="484228"/>
                    <a:pt x="223473" y="472954"/>
                  </a:cubicBezTo>
                  <a:cubicBezTo>
                    <a:pt x="223473" y="461680"/>
                    <a:pt x="232612" y="452541"/>
                    <a:pt x="243886" y="452541"/>
                  </a:cubicBezTo>
                  <a:close/>
                  <a:moveTo>
                    <a:pt x="195109" y="452541"/>
                  </a:moveTo>
                  <a:cubicBezTo>
                    <a:pt x="206383" y="452541"/>
                    <a:pt x="215522" y="461680"/>
                    <a:pt x="215522" y="472954"/>
                  </a:cubicBezTo>
                  <a:cubicBezTo>
                    <a:pt x="215522" y="484228"/>
                    <a:pt x="206383" y="493367"/>
                    <a:pt x="195109" y="493367"/>
                  </a:cubicBezTo>
                  <a:cubicBezTo>
                    <a:pt x="183835" y="493367"/>
                    <a:pt x="174696" y="484228"/>
                    <a:pt x="174696" y="472954"/>
                  </a:cubicBezTo>
                  <a:cubicBezTo>
                    <a:pt x="174696" y="461680"/>
                    <a:pt x="183835" y="452541"/>
                    <a:pt x="195109" y="452541"/>
                  </a:cubicBezTo>
                  <a:close/>
                  <a:moveTo>
                    <a:pt x="146332" y="452541"/>
                  </a:moveTo>
                  <a:cubicBezTo>
                    <a:pt x="157606" y="452541"/>
                    <a:pt x="166745" y="461680"/>
                    <a:pt x="166745" y="472954"/>
                  </a:cubicBezTo>
                  <a:cubicBezTo>
                    <a:pt x="166745" y="484228"/>
                    <a:pt x="157606" y="493367"/>
                    <a:pt x="146332" y="493367"/>
                  </a:cubicBezTo>
                  <a:cubicBezTo>
                    <a:pt x="135058" y="493367"/>
                    <a:pt x="125919" y="484228"/>
                    <a:pt x="125919" y="472954"/>
                  </a:cubicBezTo>
                  <a:cubicBezTo>
                    <a:pt x="125919" y="461680"/>
                    <a:pt x="135058" y="452541"/>
                    <a:pt x="146332" y="452541"/>
                  </a:cubicBezTo>
                  <a:close/>
                  <a:moveTo>
                    <a:pt x="97555" y="452541"/>
                  </a:moveTo>
                  <a:cubicBezTo>
                    <a:pt x="108829" y="452541"/>
                    <a:pt x="117968" y="461680"/>
                    <a:pt x="117968" y="472954"/>
                  </a:cubicBezTo>
                  <a:cubicBezTo>
                    <a:pt x="117968" y="484228"/>
                    <a:pt x="108829" y="493367"/>
                    <a:pt x="97555" y="493367"/>
                  </a:cubicBezTo>
                  <a:cubicBezTo>
                    <a:pt x="86281" y="493367"/>
                    <a:pt x="77142" y="484228"/>
                    <a:pt x="77142" y="472954"/>
                  </a:cubicBezTo>
                  <a:cubicBezTo>
                    <a:pt x="77142" y="461680"/>
                    <a:pt x="86281" y="452541"/>
                    <a:pt x="97555" y="452541"/>
                  </a:cubicBezTo>
                  <a:close/>
                  <a:moveTo>
                    <a:pt x="48778" y="452541"/>
                  </a:moveTo>
                  <a:cubicBezTo>
                    <a:pt x="60052" y="452541"/>
                    <a:pt x="69191" y="461680"/>
                    <a:pt x="69191" y="472954"/>
                  </a:cubicBezTo>
                  <a:cubicBezTo>
                    <a:pt x="69191" y="484228"/>
                    <a:pt x="60052" y="493367"/>
                    <a:pt x="48778" y="493367"/>
                  </a:cubicBezTo>
                  <a:cubicBezTo>
                    <a:pt x="37504" y="493367"/>
                    <a:pt x="28365" y="484228"/>
                    <a:pt x="28365" y="472954"/>
                  </a:cubicBezTo>
                  <a:cubicBezTo>
                    <a:pt x="28365" y="461680"/>
                    <a:pt x="37504" y="452541"/>
                    <a:pt x="48778" y="452541"/>
                  </a:cubicBezTo>
                  <a:close/>
                  <a:moveTo>
                    <a:pt x="2" y="452541"/>
                  </a:moveTo>
                  <a:cubicBezTo>
                    <a:pt x="11275" y="452541"/>
                    <a:pt x="20414" y="461680"/>
                    <a:pt x="20414" y="472954"/>
                  </a:cubicBezTo>
                  <a:cubicBezTo>
                    <a:pt x="20414" y="484228"/>
                    <a:pt x="11275" y="493367"/>
                    <a:pt x="2" y="493367"/>
                  </a:cubicBezTo>
                  <a:lnTo>
                    <a:pt x="0" y="493366"/>
                  </a:lnTo>
                  <a:lnTo>
                    <a:pt x="0" y="452542"/>
                  </a:lnTo>
                  <a:close/>
                  <a:moveTo>
                    <a:pt x="926765" y="398455"/>
                  </a:moveTo>
                  <a:lnTo>
                    <a:pt x="930582" y="399226"/>
                  </a:lnTo>
                  <a:lnTo>
                    <a:pt x="913716" y="434236"/>
                  </a:lnTo>
                  <a:lnTo>
                    <a:pt x="912331" y="433302"/>
                  </a:lnTo>
                  <a:cubicBezTo>
                    <a:pt x="908637" y="429608"/>
                    <a:pt x="906352" y="424505"/>
                    <a:pt x="906352" y="418868"/>
                  </a:cubicBezTo>
                  <a:cubicBezTo>
                    <a:pt x="906352" y="407594"/>
                    <a:pt x="915491" y="398455"/>
                    <a:pt x="926765" y="398455"/>
                  </a:cubicBezTo>
                  <a:close/>
                  <a:moveTo>
                    <a:pt x="877988" y="398455"/>
                  </a:moveTo>
                  <a:cubicBezTo>
                    <a:pt x="889262" y="398455"/>
                    <a:pt x="898401" y="407594"/>
                    <a:pt x="898401" y="418868"/>
                  </a:cubicBezTo>
                  <a:cubicBezTo>
                    <a:pt x="898401" y="430142"/>
                    <a:pt x="889262" y="439281"/>
                    <a:pt x="877988" y="439281"/>
                  </a:cubicBezTo>
                  <a:cubicBezTo>
                    <a:pt x="866714" y="439281"/>
                    <a:pt x="857575" y="430142"/>
                    <a:pt x="857575" y="418868"/>
                  </a:cubicBezTo>
                  <a:cubicBezTo>
                    <a:pt x="857575" y="407594"/>
                    <a:pt x="866714" y="398455"/>
                    <a:pt x="877988" y="398455"/>
                  </a:cubicBezTo>
                  <a:close/>
                  <a:moveTo>
                    <a:pt x="829211" y="398455"/>
                  </a:moveTo>
                  <a:cubicBezTo>
                    <a:pt x="840485" y="398455"/>
                    <a:pt x="849624" y="407594"/>
                    <a:pt x="849624" y="418868"/>
                  </a:cubicBezTo>
                  <a:cubicBezTo>
                    <a:pt x="849624" y="430142"/>
                    <a:pt x="840485" y="439281"/>
                    <a:pt x="829211" y="439281"/>
                  </a:cubicBezTo>
                  <a:cubicBezTo>
                    <a:pt x="817937" y="439281"/>
                    <a:pt x="808798" y="430142"/>
                    <a:pt x="808798" y="418868"/>
                  </a:cubicBezTo>
                  <a:cubicBezTo>
                    <a:pt x="808798" y="407594"/>
                    <a:pt x="817937" y="398455"/>
                    <a:pt x="829211" y="398455"/>
                  </a:cubicBezTo>
                  <a:close/>
                  <a:moveTo>
                    <a:pt x="780434" y="398455"/>
                  </a:moveTo>
                  <a:cubicBezTo>
                    <a:pt x="791708" y="398455"/>
                    <a:pt x="800847" y="407594"/>
                    <a:pt x="800847" y="418868"/>
                  </a:cubicBezTo>
                  <a:cubicBezTo>
                    <a:pt x="800847" y="430142"/>
                    <a:pt x="791708" y="439281"/>
                    <a:pt x="780434" y="439281"/>
                  </a:cubicBezTo>
                  <a:cubicBezTo>
                    <a:pt x="769160" y="439281"/>
                    <a:pt x="760021" y="430142"/>
                    <a:pt x="760021" y="418868"/>
                  </a:cubicBezTo>
                  <a:cubicBezTo>
                    <a:pt x="760021" y="407594"/>
                    <a:pt x="769160" y="398455"/>
                    <a:pt x="780434" y="398455"/>
                  </a:cubicBezTo>
                  <a:close/>
                  <a:moveTo>
                    <a:pt x="731657" y="398455"/>
                  </a:moveTo>
                  <a:cubicBezTo>
                    <a:pt x="742931" y="398455"/>
                    <a:pt x="752070" y="407594"/>
                    <a:pt x="752070" y="418868"/>
                  </a:cubicBezTo>
                  <a:cubicBezTo>
                    <a:pt x="752070" y="430142"/>
                    <a:pt x="742931" y="439281"/>
                    <a:pt x="731657" y="439281"/>
                  </a:cubicBezTo>
                  <a:cubicBezTo>
                    <a:pt x="720383" y="439281"/>
                    <a:pt x="711244" y="430142"/>
                    <a:pt x="711244" y="418868"/>
                  </a:cubicBezTo>
                  <a:cubicBezTo>
                    <a:pt x="711244" y="407594"/>
                    <a:pt x="720383" y="398455"/>
                    <a:pt x="731657" y="398455"/>
                  </a:cubicBezTo>
                  <a:close/>
                  <a:moveTo>
                    <a:pt x="682880" y="398455"/>
                  </a:moveTo>
                  <a:cubicBezTo>
                    <a:pt x="694153" y="398455"/>
                    <a:pt x="703293" y="407594"/>
                    <a:pt x="703293" y="418868"/>
                  </a:cubicBezTo>
                  <a:cubicBezTo>
                    <a:pt x="703293" y="430142"/>
                    <a:pt x="694153" y="439281"/>
                    <a:pt x="682880" y="439281"/>
                  </a:cubicBezTo>
                  <a:cubicBezTo>
                    <a:pt x="671606" y="439281"/>
                    <a:pt x="662467" y="430142"/>
                    <a:pt x="662467" y="418868"/>
                  </a:cubicBezTo>
                  <a:cubicBezTo>
                    <a:pt x="662467" y="407594"/>
                    <a:pt x="671606" y="398455"/>
                    <a:pt x="682880" y="398455"/>
                  </a:cubicBezTo>
                  <a:close/>
                  <a:moveTo>
                    <a:pt x="634103" y="398455"/>
                  </a:moveTo>
                  <a:cubicBezTo>
                    <a:pt x="645377" y="398455"/>
                    <a:pt x="654516" y="407594"/>
                    <a:pt x="654516" y="418868"/>
                  </a:cubicBezTo>
                  <a:cubicBezTo>
                    <a:pt x="654516" y="430142"/>
                    <a:pt x="645377" y="439281"/>
                    <a:pt x="634103" y="439281"/>
                  </a:cubicBezTo>
                  <a:cubicBezTo>
                    <a:pt x="622829" y="439281"/>
                    <a:pt x="613690" y="430142"/>
                    <a:pt x="613690" y="418868"/>
                  </a:cubicBezTo>
                  <a:cubicBezTo>
                    <a:pt x="613690" y="407594"/>
                    <a:pt x="622829" y="398455"/>
                    <a:pt x="634103" y="398455"/>
                  </a:cubicBezTo>
                  <a:close/>
                  <a:moveTo>
                    <a:pt x="585326" y="398455"/>
                  </a:moveTo>
                  <a:cubicBezTo>
                    <a:pt x="596599" y="398455"/>
                    <a:pt x="605738" y="407594"/>
                    <a:pt x="605738" y="418868"/>
                  </a:cubicBezTo>
                  <a:cubicBezTo>
                    <a:pt x="605738" y="430142"/>
                    <a:pt x="596599" y="439281"/>
                    <a:pt x="585326" y="439281"/>
                  </a:cubicBezTo>
                  <a:cubicBezTo>
                    <a:pt x="574052" y="439281"/>
                    <a:pt x="564913" y="430142"/>
                    <a:pt x="564913" y="418868"/>
                  </a:cubicBezTo>
                  <a:cubicBezTo>
                    <a:pt x="564913" y="407594"/>
                    <a:pt x="574052" y="398455"/>
                    <a:pt x="585326" y="398455"/>
                  </a:cubicBezTo>
                  <a:close/>
                  <a:moveTo>
                    <a:pt x="536549" y="398455"/>
                  </a:moveTo>
                  <a:cubicBezTo>
                    <a:pt x="547822" y="398455"/>
                    <a:pt x="556961" y="407594"/>
                    <a:pt x="556961" y="418868"/>
                  </a:cubicBezTo>
                  <a:cubicBezTo>
                    <a:pt x="556961" y="430142"/>
                    <a:pt x="547822" y="439281"/>
                    <a:pt x="536549" y="439281"/>
                  </a:cubicBezTo>
                  <a:cubicBezTo>
                    <a:pt x="525275" y="439281"/>
                    <a:pt x="516136" y="430142"/>
                    <a:pt x="516136" y="418868"/>
                  </a:cubicBezTo>
                  <a:cubicBezTo>
                    <a:pt x="516136" y="407594"/>
                    <a:pt x="525275" y="398455"/>
                    <a:pt x="536549" y="398455"/>
                  </a:cubicBezTo>
                  <a:close/>
                  <a:moveTo>
                    <a:pt x="487772" y="398455"/>
                  </a:moveTo>
                  <a:cubicBezTo>
                    <a:pt x="499045" y="398455"/>
                    <a:pt x="508184" y="407594"/>
                    <a:pt x="508184" y="418868"/>
                  </a:cubicBezTo>
                  <a:cubicBezTo>
                    <a:pt x="508184" y="430142"/>
                    <a:pt x="499045" y="439281"/>
                    <a:pt x="487772" y="439281"/>
                  </a:cubicBezTo>
                  <a:cubicBezTo>
                    <a:pt x="476498" y="439281"/>
                    <a:pt x="467359" y="430142"/>
                    <a:pt x="467359" y="418868"/>
                  </a:cubicBezTo>
                  <a:cubicBezTo>
                    <a:pt x="467359" y="407594"/>
                    <a:pt x="476498" y="398455"/>
                    <a:pt x="487772" y="398455"/>
                  </a:cubicBezTo>
                  <a:close/>
                  <a:moveTo>
                    <a:pt x="438994" y="398455"/>
                  </a:moveTo>
                  <a:cubicBezTo>
                    <a:pt x="450268" y="398455"/>
                    <a:pt x="459407" y="407594"/>
                    <a:pt x="459407" y="418868"/>
                  </a:cubicBezTo>
                  <a:cubicBezTo>
                    <a:pt x="459407" y="430142"/>
                    <a:pt x="450268" y="439281"/>
                    <a:pt x="438994" y="439281"/>
                  </a:cubicBezTo>
                  <a:cubicBezTo>
                    <a:pt x="427721" y="439281"/>
                    <a:pt x="418582" y="430142"/>
                    <a:pt x="418582" y="418868"/>
                  </a:cubicBezTo>
                  <a:cubicBezTo>
                    <a:pt x="418582" y="407594"/>
                    <a:pt x="427721" y="398455"/>
                    <a:pt x="438994" y="398455"/>
                  </a:cubicBezTo>
                  <a:close/>
                  <a:moveTo>
                    <a:pt x="390217" y="398455"/>
                  </a:moveTo>
                  <a:cubicBezTo>
                    <a:pt x="401491" y="398455"/>
                    <a:pt x="410630" y="407594"/>
                    <a:pt x="410630" y="418868"/>
                  </a:cubicBezTo>
                  <a:cubicBezTo>
                    <a:pt x="410630" y="430142"/>
                    <a:pt x="401491" y="439281"/>
                    <a:pt x="390217" y="439281"/>
                  </a:cubicBezTo>
                  <a:cubicBezTo>
                    <a:pt x="378944" y="439281"/>
                    <a:pt x="369805" y="430142"/>
                    <a:pt x="369805" y="418868"/>
                  </a:cubicBezTo>
                  <a:cubicBezTo>
                    <a:pt x="369805" y="407594"/>
                    <a:pt x="378944" y="398455"/>
                    <a:pt x="390217" y="398455"/>
                  </a:cubicBezTo>
                  <a:close/>
                  <a:moveTo>
                    <a:pt x="341440" y="398455"/>
                  </a:moveTo>
                  <a:cubicBezTo>
                    <a:pt x="352714" y="398455"/>
                    <a:pt x="361853" y="407594"/>
                    <a:pt x="361853" y="418868"/>
                  </a:cubicBezTo>
                  <a:cubicBezTo>
                    <a:pt x="361853" y="430142"/>
                    <a:pt x="352714" y="439281"/>
                    <a:pt x="341440" y="439281"/>
                  </a:cubicBezTo>
                  <a:cubicBezTo>
                    <a:pt x="330166" y="439281"/>
                    <a:pt x="321028" y="430142"/>
                    <a:pt x="321028" y="418868"/>
                  </a:cubicBezTo>
                  <a:cubicBezTo>
                    <a:pt x="321028" y="407594"/>
                    <a:pt x="330166" y="398455"/>
                    <a:pt x="341440" y="398455"/>
                  </a:cubicBezTo>
                  <a:close/>
                  <a:moveTo>
                    <a:pt x="292663" y="398455"/>
                  </a:moveTo>
                  <a:cubicBezTo>
                    <a:pt x="303937" y="398455"/>
                    <a:pt x="313076" y="407594"/>
                    <a:pt x="313076" y="418868"/>
                  </a:cubicBezTo>
                  <a:cubicBezTo>
                    <a:pt x="313076" y="430142"/>
                    <a:pt x="303937" y="439281"/>
                    <a:pt x="292663" y="439281"/>
                  </a:cubicBezTo>
                  <a:cubicBezTo>
                    <a:pt x="281389" y="439281"/>
                    <a:pt x="272251" y="430142"/>
                    <a:pt x="272251" y="418868"/>
                  </a:cubicBezTo>
                  <a:cubicBezTo>
                    <a:pt x="272251" y="407594"/>
                    <a:pt x="281389" y="398455"/>
                    <a:pt x="292663" y="398455"/>
                  </a:cubicBezTo>
                  <a:close/>
                  <a:moveTo>
                    <a:pt x="243886" y="398455"/>
                  </a:moveTo>
                  <a:cubicBezTo>
                    <a:pt x="255160" y="398455"/>
                    <a:pt x="264299" y="407594"/>
                    <a:pt x="264299" y="418868"/>
                  </a:cubicBezTo>
                  <a:cubicBezTo>
                    <a:pt x="264299" y="430142"/>
                    <a:pt x="255160" y="439281"/>
                    <a:pt x="243886" y="439281"/>
                  </a:cubicBezTo>
                  <a:cubicBezTo>
                    <a:pt x="232612" y="439281"/>
                    <a:pt x="223473" y="430142"/>
                    <a:pt x="223473" y="418868"/>
                  </a:cubicBezTo>
                  <a:cubicBezTo>
                    <a:pt x="223473" y="407594"/>
                    <a:pt x="232612" y="398455"/>
                    <a:pt x="243886" y="398455"/>
                  </a:cubicBezTo>
                  <a:close/>
                  <a:moveTo>
                    <a:pt x="195109" y="398455"/>
                  </a:moveTo>
                  <a:cubicBezTo>
                    <a:pt x="206383" y="398455"/>
                    <a:pt x="215522" y="407594"/>
                    <a:pt x="215522" y="418868"/>
                  </a:cubicBezTo>
                  <a:cubicBezTo>
                    <a:pt x="215522" y="430142"/>
                    <a:pt x="206383" y="439281"/>
                    <a:pt x="195109" y="439281"/>
                  </a:cubicBezTo>
                  <a:cubicBezTo>
                    <a:pt x="183835" y="439281"/>
                    <a:pt x="174696" y="430142"/>
                    <a:pt x="174696" y="418868"/>
                  </a:cubicBezTo>
                  <a:cubicBezTo>
                    <a:pt x="174696" y="407594"/>
                    <a:pt x="183835" y="398455"/>
                    <a:pt x="195109" y="398455"/>
                  </a:cubicBezTo>
                  <a:close/>
                  <a:moveTo>
                    <a:pt x="146332" y="398455"/>
                  </a:moveTo>
                  <a:cubicBezTo>
                    <a:pt x="157606" y="398455"/>
                    <a:pt x="166745" y="407594"/>
                    <a:pt x="166745" y="418868"/>
                  </a:cubicBezTo>
                  <a:cubicBezTo>
                    <a:pt x="166745" y="430142"/>
                    <a:pt x="157606" y="439281"/>
                    <a:pt x="146332" y="439281"/>
                  </a:cubicBezTo>
                  <a:cubicBezTo>
                    <a:pt x="135058" y="439281"/>
                    <a:pt x="125919" y="430142"/>
                    <a:pt x="125919" y="418868"/>
                  </a:cubicBezTo>
                  <a:cubicBezTo>
                    <a:pt x="125919" y="407594"/>
                    <a:pt x="135058" y="398455"/>
                    <a:pt x="146332" y="398455"/>
                  </a:cubicBezTo>
                  <a:close/>
                  <a:moveTo>
                    <a:pt x="97555" y="398455"/>
                  </a:moveTo>
                  <a:cubicBezTo>
                    <a:pt x="108829" y="398455"/>
                    <a:pt x="117968" y="407594"/>
                    <a:pt x="117968" y="418868"/>
                  </a:cubicBezTo>
                  <a:cubicBezTo>
                    <a:pt x="117968" y="430142"/>
                    <a:pt x="108829" y="439281"/>
                    <a:pt x="97555" y="439281"/>
                  </a:cubicBezTo>
                  <a:cubicBezTo>
                    <a:pt x="86281" y="439281"/>
                    <a:pt x="77142" y="430142"/>
                    <a:pt x="77142" y="418868"/>
                  </a:cubicBezTo>
                  <a:cubicBezTo>
                    <a:pt x="77142" y="407594"/>
                    <a:pt x="86281" y="398455"/>
                    <a:pt x="97555" y="398455"/>
                  </a:cubicBezTo>
                  <a:close/>
                  <a:moveTo>
                    <a:pt x="48778" y="398455"/>
                  </a:moveTo>
                  <a:cubicBezTo>
                    <a:pt x="60052" y="398455"/>
                    <a:pt x="69191" y="407594"/>
                    <a:pt x="69191" y="418868"/>
                  </a:cubicBezTo>
                  <a:cubicBezTo>
                    <a:pt x="69191" y="430142"/>
                    <a:pt x="60052" y="439281"/>
                    <a:pt x="48778" y="439281"/>
                  </a:cubicBezTo>
                  <a:cubicBezTo>
                    <a:pt x="37504" y="439281"/>
                    <a:pt x="28365" y="430142"/>
                    <a:pt x="28365" y="418868"/>
                  </a:cubicBezTo>
                  <a:cubicBezTo>
                    <a:pt x="28365" y="407594"/>
                    <a:pt x="37504" y="398455"/>
                    <a:pt x="48778" y="398455"/>
                  </a:cubicBezTo>
                  <a:close/>
                  <a:moveTo>
                    <a:pt x="2" y="398455"/>
                  </a:moveTo>
                  <a:cubicBezTo>
                    <a:pt x="11275" y="398455"/>
                    <a:pt x="20414" y="407594"/>
                    <a:pt x="20414" y="418868"/>
                  </a:cubicBezTo>
                  <a:cubicBezTo>
                    <a:pt x="20414" y="430142"/>
                    <a:pt x="11275" y="439281"/>
                    <a:pt x="2" y="439281"/>
                  </a:cubicBezTo>
                  <a:lnTo>
                    <a:pt x="0" y="439280"/>
                  </a:lnTo>
                  <a:lnTo>
                    <a:pt x="0" y="398456"/>
                  </a:lnTo>
                  <a:close/>
                  <a:moveTo>
                    <a:pt x="926765" y="344369"/>
                  </a:moveTo>
                  <a:cubicBezTo>
                    <a:pt x="932402" y="344369"/>
                    <a:pt x="937505" y="346654"/>
                    <a:pt x="941199" y="350348"/>
                  </a:cubicBezTo>
                  <a:lnTo>
                    <a:pt x="945200" y="360008"/>
                  </a:lnTo>
                  <a:lnTo>
                    <a:pt x="937178" y="381927"/>
                  </a:lnTo>
                  <a:lnTo>
                    <a:pt x="934711" y="383591"/>
                  </a:lnTo>
                  <a:cubicBezTo>
                    <a:pt x="932268" y="384624"/>
                    <a:pt x="929583" y="385195"/>
                    <a:pt x="926765" y="385195"/>
                  </a:cubicBezTo>
                  <a:cubicBezTo>
                    <a:pt x="915491" y="385195"/>
                    <a:pt x="906352" y="376056"/>
                    <a:pt x="906352" y="364782"/>
                  </a:cubicBezTo>
                  <a:cubicBezTo>
                    <a:pt x="906352" y="353508"/>
                    <a:pt x="915491" y="344369"/>
                    <a:pt x="926765" y="344369"/>
                  </a:cubicBezTo>
                  <a:close/>
                  <a:moveTo>
                    <a:pt x="877988" y="344369"/>
                  </a:moveTo>
                  <a:cubicBezTo>
                    <a:pt x="889262" y="344369"/>
                    <a:pt x="898401" y="353508"/>
                    <a:pt x="898401" y="364782"/>
                  </a:cubicBezTo>
                  <a:cubicBezTo>
                    <a:pt x="898401" y="376056"/>
                    <a:pt x="889262" y="385195"/>
                    <a:pt x="877988" y="385195"/>
                  </a:cubicBezTo>
                  <a:cubicBezTo>
                    <a:pt x="866714" y="385195"/>
                    <a:pt x="857575" y="376056"/>
                    <a:pt x="857575" y="364782"/>
                  </a:cubicBezTo>
                  <a:cubicBezTo>
                    <a:pt x="857575" y="353508"/>
                    <a:pt x="866714" y="344369"/>
                    <a:pt x="877988" y="344369"/>
                  </a:cubicBezTo>
                  <a:close/>
                  <a:moveTo>
                    <a:pt x="829211" y="344369"/>
                  </a:moveTo>
                  <a:cubicBezTo>
                    <a:pt x="840485" y="344369"/>
                    <a:pt x="849624" y="353508"/>
                    <a:pt x="849624" y="364782"/>
                  </a:cubicBezTo>
                  <a:cubicBezTo>
                    <a:pt x="849624" y="376056"/>
                    <a:pt x="840485" y="385195"/>
                    <a:pt x="829211" y="385195"/>
                  </a:cubicBezTo>
                  <a:cubicBezTo>
                    <a:pt x="817937" y="385195"/>
                    <a:pt x="808798" y="376056"/>
                    <a:pt x="808798" y="364782"/>
                  </a:cubicBezTo>
                  <a:cubicBezTo>
                    <a:pt x="808798" y="353508"/>
                    <a:pt x="817937" y="344369"/>
                    <a:pt x="829211" y="344369"/>
                  </a:cubicBezTo>
                  <a:close/>
                  <a:moveTo>
                    <a:pt x="780434" y="344369"/>
                  </a:moveTo>
                  <a:cubicBezTo>
                    <a:pt x="791708" y="344369"/>
                    <a:pt x="800847" y="353508"/>
                    <a:pt x="800847" y="364782"/>
                  </a:cubicBezTo>
                  <a:cubicBezTo>
                    <a:pt x="800847" y="376056"/>
                    <a:pt x="791708" y="385195"/>
                    <a:pt x="780434" y="385195"/>
                  </a:cubicBezTo>
                  <a:cubicBezTo>
                    <a:pt x="769160" y="385195"/>
                    <a:pt x="760021" y="376056"/>
                    <a:pt x="760021" y="364782"/>
                  </a:cubicBezTo>
                  <a:cubicBezTo>
                    <a:pt x="760021" y="353508"/>
                    <a:pt x="769160" y="344369"/>
                    <a:pt x="780434" y="344369"/>
                  </a:cubicBezTo>
                  <a:close/>
                  <a:moveTo>
                    <a:pt x="731657" y="344369"/>
                  </a:moveTo>
                  <a:cubicBezTo>
                    <a:pt x="742931" y="344369"/>
                    <a:pt x="752070" y="353508"/>
                    <a:pt x="752070" y="364782"/>
                  </a:cubicBezTo>
                  <a:cubicBezTo>
                    <a:pt x="752070" y="376056"/>
                    <a:pt x="742931" y="385195"/>
                    <a:pt x="731657" y="385195"/>
                  </a:cubicBezTo>
                  <a:cubicBezTo>
                    <a:pt x="720383" y="385195"/>
                    <a:pt x="711244" y="376056"/>
                    <a:pt x="711244" y="364782"/>
                  </a:cubicBezTo>
                  <a:cubicBezTo>
                    <a:pt x="711244" y="353508"/>
                    <a:pt x="720383" y="344369"/>
                    <a:pt x="731657" y="344369"/>
                  </a:cubicBezTo>
                  <a:close/>
                  <a:moveTo>
                    <a:pt x="682880" y="344369"/>
                  </a:moveTo>
                  <a:cubicBezTo>
                    <a:pt x="694153" y="344369"/>
                    <a:pt x="703293" y="353508"/>
                    <a:pt x="703293" y="364782"/>
                  </a:cubicBezTo>
                  <a:cubicBezTo>
                    <a:pt x="703293" y="376056"/>
                    <a:pt x="694153" y="385195"/>
                    <a:pt x="682880" y="385195"/>
                  </a:cubicBezTo>
                  <a:cubicBezTo>
                    <a:pt x="671606" y="385195"/>
                    <a:pt x="662467" y="376056"/>
                    <a:pt x="662467" y="364782"/>
                  </a:cubicBezTo>
                  <a:cubicBezTo>
                    <a:pt x="662467" y="353508"/>
                    <a:pt x="671606" y="344369"/>
                    <a:pt x="682880" y="344369"/>
                  </a:cubicBezTo>
                  <a:close/>
                  <a:moveTo>
                    <a:pt x="634103" y="344369"/>
                  </a:moveTo>
                  <a:cubicBezTo>
                    <a:pt x="645377" y="344369"/>
                    <a:pt x="654516" y="353508"/>
                    <a:pt x="654516" y="364782"/>
                  </a:cubicBezTo>
                  <a:cubicBezTo>
                    <a:pt x="654516" y="376056"/>
                    <a:pt x="645377" y="385195"/>
                    <a:pt x="634103" y="385195"/>
                  </a:cubicBezTo>
                  <a:cubicBezTo>
                    <a:pt x="622829" y="385195"/>
                    <a:pt x="613690" y="376056"/>
                    <a:pt x="613690" y="364782"/>
                  </a:cubicBezTo>
                  <a:cubicBezTo>
                    <a:pt x="613690" y="353508"/>
                    <a:pt x="622829" y="344369"/>
                    <a:pt x="634103" y="344369"/>
                  </a:cubicBezTo>
                  <a:close/>
                  <a:moveTo>
                    <a:pt x="585326" y="344369"/>
                  </a:moveTo>
                  <a:cubicBezTo>
                    <a:pt x="596599" y="344369"/>
                    <a:pt x="605738" y="353508"/>
                    <a:pt x="605738" y="364782"/>
                  </a:cubicBezTo>
                  <a:cubicBezTo>
                    <a:pt x="605738" y="376056"/>
                    <a:pt x="596599" y="385195"/>
                    <a:pt x="585326" y="385195"/>
                  </a:cubicBezTo>
                  <a:cubicBezTo>
                    <a:pt x="574052" y="385195"/>
                    <a:pt x="564913" y="376056"/>
                    <a:pt x="564913" y="364782"/>
                  </a:cubicBezTo>
                  <a:cubicBezTo>
                    <a:pt x="564913" y="353508"/>
                    <a:pt x="574052" y="344369"/>
                    <a:pt x="585326" y="344369"/>
                  </a:cubicBezTo>
                  <a:close/>
                  <a:moveTo>
                    <a:pt x="536549" y="344369"/>
                  </a:moveTo>
                  <a:cubicBezTo>
                    <a:pt x="547822" y="344369"/>
                    <a:pt x="556961" y="353508"/>
                    <a:pt x="556961" y="364782"/>
                  </a:cubicBezTo>
                  <a:cubicBezTo>
                    <a:pt x="556961" y="376056"/>
                    <a:pt x="547822" y="385195"/>
                    <a:pt x="536549" y="385195"/>
                  </a:cubicBezTo>
                  <a:cubicBezTo>
                    <a:pt x="525275" y="385195"/>
                    <a:pt x="516136" y="376056"/>
                    <a:pt x="516136" y="364782"/>
                  </a:cubicBezTo>
                  <a:cubicBezTo>
                    <a:pt x="516136" y="353508"/>
                    <a:pt x="525275" y="344369"/>
                    <a:pt x="536549" y="344369"/>
                  </a:cubicBezTo>
                  <a:close/>
                  <a:moveTo>
                    <a:pt x="487772" y="344369"/>
                  </a:moveTo>
                  <a:cubicBezTo>
                    <a:pt x="499045" y="344369"/>
                    <a:pt x="508184" y="353508"/>
                    <a:pt x="508184" y="364782"/>
                  </a:cubicBezTo>
                  <a:cubicBezTo>
                    <a:pt x="508184" y="376056"/>
                    <a:pt x="499045" y="385195"/>
                    <a:pt x="487772" y="385195"/>
                  </a:cubicBezTo>
                  <a:cubicBezTo>
                    <a:pt x="476498" y="385195"/>
                    <a:pt x="467359" y="376056"/>
                    <a:pt x="467359" y="364782"/>
                  </a:cubicBezTo>
                  <a:cubicBezTo>
                    <a:pt x="467359" y="353508"/>
                    <a:pt x="476498" y="344369"/>
                    <a:pt x="487772" y="344369"/>
                  </a:cubicBezTo>
                  <a:close/>
                  <a:moveTo>
                    <a:pt x="438994" y="344369"/>
                  </a:moveTo>
                  <a:cubicBezTo>
                    <a:pt x="450268" y="344369"/>
                    <a:pt x="459407" y="353508"/>
                    <a:pt x="459407" y="364782"/>
                  </a:cubicBezTo>
                  <a:cubicBezTo>
                    <a:pt x="459407" y="376056"/>
                    <a:pt x="450268" y="385195"/>
                    <a:pt x="438994" y="385195"/>
                  </a:cubicBezTo>
                  <a:cubicBezTo>
                    <a:pt x="427721" y="385195"/>
                    <a:pt x="418582" y="376056"/>
                    <a:pt x="418582" y="364782"/>
                  </a:cubicBezTo>
                  <a:cubicBezTo>
                    <a:pt x="418582" y="353508"/>
                    <a:pt x="427721" y="344369"/>
                    <a:pt x="438994" y="344369"/>
                  </a:cubicBezTo>
                  <a:close/>
                  <a:moveTo>
                    <a:pt x="390217" y="344369"/>
                  </a:moveTo>
                  <a:cubicBezTo>
                    <a:pt x="401491" y="344369"/>
                    <a:pt x="410630" y="353508"/>
                    <a:pt x="410630" y="364782"/>
                  </a:cubicBezTo>
                  <a:cubicBezTo>
                    <a:pt x="410630" y="376056"/>
                    <a:pt x="401491" y="385195"/>
                    <a:pt x="390217" y="385195"/>
                  </a:cubicBezTo>
                  <a:cubicBezTo>
                    <a:pt x="378944" y="385195"/>
                    <a:pt x="369805" y="376056"/>
                    <a:pt x="369805" y="364782"/>
                  </a:cubicBezTo>
                  <a:cubicBezTo>
                    <a:pt x="369805" y="353508"/>
                    <a:pt x="378944" y="344369"/>
                    <a:pt x="390217" y="344369"/>
                  </a:cubicBezTo>
                  <a:close/>
                  <a:moveTo>
                    <a:pt x="341440" y="344369"/>
                  </a:moveTo>
                  <a:cubicBezTo>
                    <a:pt x="352714" y="344369"/>
                    <a:pt x="361853" y="353508"/>
                    <a:pt x="361853" y="364782"/>
                  </a:cubicBezTo>
                  <a:cubicBezTo>
                    <a:pt x="361853" y="376056"/>
                    <a:pt x="352714" y="385195"/>
                    <a:pt x="341440" y="385195"/>
                  </a:cubicBezTo>
                  <a:cubicBezTo>
                    <a:pt x="330166" y="385195"/>
                    <a:pt x="321028" y="376056"/>
                    <a:pt x="321028" y="364782"/>
                  </a:cubicBezTo>
                  <a:cubicBezTo>
                    <a:pt x="321028" y="353508"/>
                    <a:pt x="330166" y="344369"/>
                    <a:pt x="341440" y="344369"/>
                  </a:cubicBezTo>
                  <a:close/>
                  <a:moveTo>
                    <a:pt x="292663" y="344369"/>
                  </a:moveTo>
                  <a:cubicBezTo>
                    <a:pt x="303937" y="344369"/>
                    <a:pt x="313076" y="353508"/>
                    <a:pt x="313076" y="364782"/>
                  </a:cubicBezTo>
                  <a:cubicBezTo>
                    <a:pt x="313076" y="376056"/>
                    <a:pt x="303937" y="385195"/>
                    <a:pt x="292663" y="385195"/>
                  </a:cubicBezTo>
                  <a:cubicBezTo>
                    <a:pt x="281389" y="385195"/>
                    <a:pt x="272251" y="376056"/>
                    <a:pt x="272251" y="364782"/>
                  </a:cubicBezTo>
                  <a:cubicBezTo>
                    <a:pt x="272251" y="353508"/>
                    <a:pt x="281389" y="344369"/>
                    <a:pt x="292663" y="344369"/>
                  </a:cubicBezTo>
                  <a:close/>
                  <a:moveTo>
                    <a:pt x="243886" y="344369"/>
                  </a:moveTo>
                  <a:cubicBezTo>
                    <a:pt x="255160" y="344369"/>
                    <a:pt x="264299" y="353508"/>
                    <a:pt x="264299" y="364782"/>
                  </a:cubicBezTo>
                  <a:cubicBezTo>
                    <a:pt x="264299" y="376056"/>
                    <a:pt x="255160" y="385195"/>
                    <a:pt x="243886" y="385195"/>
                  </a:cubicBezTo>
                  <a:cubicBezTo>
                    <a:pt x="232612" y="385195"/>
                    <a:pt x="223473" y="376056"/>
                    <a:pt x="223473" y="364782"/>
                  </a:cubicBezTo>
                  <a:cubicBezTo>
                    <a:pt x="223473" y="353508"/>
                    <a:pt x="232612" y="344369"/>
                    <a:pt x="243886" y="344369"/>
                  </a:cubicBezTo>
                  <a:close/>
                  <a:moveTo>
                    <a:pt x="195109" y="344369"/>
                  </a:moveTo>
                  <a:cubicBezTo>
                    <a:pt x="206383" y="344369"/>
                    <a:pt x="215522" y="353508"/>
                    <a:pt x="215522" y="364782"/>
                  </a:cubicBezTo>
                  <a:cubicBezTo>
                    <a:pt x="215522" y="376056"/>
                    <a:pt x="206383" y="385195"/>
                    <a:pt x="195109" y="385195"/>
                  </a:cubicBezTo>
                  <a:cubicBezTo>
                    <a:pt x="183835" y="385195"/>
                    <a:pt x="174696" y="376056"/>
                    <a:pt x="174696" y="364782"/>
                  </a:cubicBezTo>
                  <a:cubicBezTo>
                    <a:pt x="174696" y="353508"/>
                    <a:pt x="183835" y="344369"/>
                    <a:pt x="195109" y="344369"/>
                  </a:cubicBezTo>
                  <a:close/>
                  <a:moveTo>
                    <a:pt x="146332" y="344369"/>
                  </a:moveTo>
                  <a:cubicBezTo>
                    <a:pt x="157606" y="344369"/>
                    <a:pt x="166745" y="353508"/>
                    <a:pt x="166745" y="364782"/>
                  </a:cubicBezTo>
                  <a:cubicBezTo>
                    <a:pt x="166745" y="376056"/>
                    <a:pt x="157606" y="385195"/>
                    <a:pt x="146332" y="385195"/>
                  </a:cubicBezTo>
                  <a:cubicBezTo>
                    <a:pt x="135058" y="385195"/>
                    <a:pt x="125919" y="376056"/>
                    <a:pt x="125919" y="364782"/>
                  </a:cubicBezTo>
                  <a:cubicBezTo>
                    <a:pt x="125919" y="353508"/>
                    <a:pt x="135058" y="344369"/>
                    <a:pt x="146332" y="344369"/>
                  </a:cubicBezTo>
                  <a:close/>
                  <a:moveTo>
                    <a:pt x="97555" y="344369"/>
                  </a:moveTo>
                  <a:cubicBezTo>
                    <a:pt x="108829" y="344369"/>
                    <a:pt x="117968" y="353508"/>
                    <a:pt x="117968" y="364782"/>
                  </a:cubicBezTo>
                  <a:cubicBezTo>
                    <a:pt x="117968" y="376056"/>
                    <a:pt x="108829" y="385195"/>
                    <a:pt x="97555" y="385195"/>
                  </a:cubicBezTo>
                  <a:cubicBezTo>
                    <a:pt x="86281" y="385195"/>
                    <a:pt x="77142" y="376056"/>
                    <a:pt x="77142" y="364782"/>
                  </a:cubicBezTo>
                  <a:cubicBezTo>
                    <a:pt x="77142" y="353508"/>
                    <a:pt x="86281" y="344369"/>
                    <a:pt x="97555" y="344369"/>
                  </a:cubicBezTo>
                  <a:close/>
                  <a:moveTo>
                    <a:pt x="48778" y="344369"/>
                  </a:moveTo>
                  <a:cubicBezTo>
                    <a:pt x="60052" y="344369"/>
                    <a:pt x="69191" y="353508"/>
                    <a:pt x="69191" y="364782"/>
                  </a:cubicBezTo>
                  <a:cubicBezTo>
                    <a:pt x="69191" y="376056"/>
                    <a:pt x="60052" y="385195"/>
                    <a:pt x="48778" y="385195"/>
                  </a:cubicBezTo>
                  <a:cubicBezTo>
                    <a:pt x="37504" y="385195"/>
                    <a:pt x="28365" y="376056"/>
                    <a:pt x="28365" y="364782"/>
                  </a:cubicBezTo>
                  <a:cubicBezTo>
                    <a:pt x="28365" y="353508"/>
                    <a:pt x="37504" y="344369"/>
                    <a:pt x="48778" y="344369"/>
                  </a:cubicBezTo>
                  <a:close/>
                  <a:moveTo>
                    <a:pt x="2" y="344369"/>
                  </a:moveTo>
                  <a:cubicBezTo>
                    <a:pt x="11275" y="344369"/>
                    <a:pt x="20414" y="353508"/>
                    <a:pt x="20414" y="364782"/>
                  </a:cubicBezTo>
                  <a:cubicBezTo>
                    <a:pt x="20414" y="376056"/>
                    <a:pt x="11275" y="385195"/>
                    <a:pt x="2" y="385195"/>
                  </a:cubicBezTo>
                  <a:lnTo>
                    <a:pt x="0" y="385194"/>
                  </a:lnTo>
                  <a:lnTo>
                    <a:pt x="0" y="344370"/>
                  </a:lnTo>
                  <a:close/>
                  <a:moveTo>
                    <a:pt x="968876" y="291629"/>
                  </a:moveTo>
                  <a:lnTo>
                    <a:pt x="965684" y="304041"/>
                  </a:lnTo>
                  <a:lnTo>
                    <a:pt x="959440" y="321103"/>
                  </a:lnTo>
                  <a:lnTo>
                    <a:pt x="955129" y="310696"/>
                  </a:lnTo>
                  <a:cubicBezTo>
                    <a:pt x="955129" y="302240"/>
                    <a:pt x="960270" y="294986"/>
                    <a:pt x="967596" y="291887"/>
                  </a:cubicBezTo>
                  <a:close/>
                  <a:moveTo>
                    <a:pt x="926765" y="290283"/>
                  </a:moveTo>
                  <a:cubicBezTo>
                    <a:pt x="938039" y="290283"/>
                    <a:pt x="947178" y="299422"/>
                    <a:pt x="947178" y="310696"/>
                  </a:cubicBezTo>
                  <a:cubicBezTo>
                    <a:pt x="947178" y="321970"/>
                    <a:pt x="938039" y="331108"/>
                    <a:pt x="926765" y="331108"/>
                  </a:cubicBezTo>
                  <a:cubicBezTo>
                    <a:pt x="915491" y="331108"/>
                    <a:pt x="906352" y="321970"/>
                    <a:pt x="906352" y="310696"/>
                  </a:cubicBezTo>
                  <a:cubicBezTo>
                    <a:pt x="906352" y="299422"/>
                    <a:pt x="915491" y="290283"/>
                    <a:pt x="926765" y="290283"/>
                  </a:cubicBezTo>
                  <a:close/>
                  <a:moveTo>
                    <a:pt x="877988" y="290283"/>
                  </a:moveTo>
                  <a:cubicBezTo>
                    <a:pt x="889262" y="290283"/>
                    <a:pt x="898401" y="299422"/>
                    <a:pt x="898401" y="310696"/>
                  </a:cubicBezTo>
                  <a:cubicBezTo>
                    <a:pt x="898401" y="321970"/>
                    <a:pt x="889262" y="331108"/>
                    <a:pt x="877988" y="331108"/>
                  </a:cubicBezTo>
                  <a:cubicBezTo>
                    <a:pt x="866714" y="331108"/>
                    <a:pt x="857575" y="321970"/>
                    <a:pt x="857575" y="310696"/>
                  </a:cubicBezTo>
                  <a:cubicBezTo>
                    <a:pt x="857575" y="299422"/>
                    <a:pt x="866714" y="290283"/>
                    <a:pt x="877988" y="290283"/>
                  </a:cubicBezTo>
                  <a:close/>
                  <a:moveTo>
                    <a:pt x="829211" y="290283"/>
                  </a:moveTo>
                  <a:cubicBezTo>
                    <a:pt x="840485" y="290283"/>
                    <a:pt x="849624" y="299422"/>
                    <a:pt x="849624" y="310696"/>
                  </a:cubicBezTo>
                  <a:cubicBezTo>
                    <a:pt x="849624" y="321970"/>
                    <a:pt x="840485" y="331108"/>
                    <a:pt x="829211" y="331108"/>
                  </a:cubicBezTo>
                  <a:cubicBezTo>
                    <a:pt x="817937" y="331108"/>
                    <a:pt x="808798" y="321970"/>
                    <a:pt x="808798" y="310696"/>
                  </a:cubicBezTo>
                  <a:cubicBezTo>
                    <a:pt x="808798" y="299422"/>
                    <a:pt x="817937" y="290283"/>
                    <a:pt x="829211" y="290283"/>
                  </a:cubicBezTo>
                  <a:close/>
                  <a:moveTo>
                    <a:pt x="780434" y="290283"/>
                  </a:moveTo>
                  <a:cubicBezTo>
                    <a:pt x="791708" y="290283"/>
                    <a:pt x="800847" y="299422"/>
                    <a:pt x="800847" y="310696"/>
                  </a:cubicBezTo>
                  <a:cubicBezTo>
                    <a:pt x="800847" y="321970"/>
                    <a:pt x="791708" y="331108"/>
                    <a:pt x="780434" y="331108"/>
                  </a:cubicBezTo>
                  <a:cubicBezTo>
                    <a:pt x="769160" y="331108"/>
                    <a:pt x="760021" y="321970"/>
                    <a:pt x="760021" y="310696"/>
                  </a:cubicBezTo>
                  <a:cubicBezTo>
                    <a:pt x="760021" y="299422"/>
                    <a:pt x="769160" y="290283"/>
                    <a:pt x="780434" y="290283"/>
                  </a:cubicBezTo>
                  <a:close/>
                  <a:moveTo>
                    <a:pt x="731657" y="290283"/>
                  </a:moveTo>
                  <a:cubicBezTo>
                    <a:pt x="742931" y="290283"/>
                    <a:pt x="752070" y="299422"/>
                    <a:pt x="752070" y="310696"/>
                  </a:cubicBezTo>
                  <a:cubicBezTo>
                    <a:pt x="752070" y="321970"/>
                    <a:pt x="742931" y="331108"/>
                    <a:pt x="731657" y="331108"/>
                  </a:cubicBezTo>
                  <a:cubicBezTo>
                    <a:pt x="720383" y="331108"/>
                    <a:pt x="711244" y="321970"/>
                    <a:pt x="711244" y="310696"/>
                  </a:cubicBezTo>
                  <a:cubicBezTo>
                    <a:pt x="711244" y="299422"/>
                    <a:pt x="720383" y="290283"/>
                    <a:pt x="731657" y="290283"/>
                  </a:cubicBezTo>
                  <a:close/>
                  <a:moveTo>
                    <a:pt x="682880" y="290283"/>
                  </a:moveTo>
                  <a:cubicBezTo>
                    <a:pt x="694153" y="290283"/>
                    <a:pt x="703293" y="299422"/>
                    <a:pt x="703293" y="310696"/>
                  </a:cubicBezTo>
                  <a:cubicBezTo>
                    <a:pt x="703293" y="321970"/>
                    <a:pt x="694153" y="331108"/>
                    <a:pt x="682880" y="331108"/>
                  </a:cubicBezTo>
                  <a:cubicBezTo>
                    <a:pt x="671606" y="331108"/>
                    <a:pt x="662467" y="321970"/>
                    <a:pt x="662467" y="310696"/>
                  </a:cubicBezTo>
                  <a:cubicBezTo>
                    <a:pt x="662467" y="299422"/>
                    <a:pt x="671606" y="290283"/>
                    <a:pt x="682880" y="290283"/>
                  </a:cubicBezTo>
                  <a:close/>
                  <a:moveTo>
                    <a:pt x="634103" y="290283"/>
                  </a:moveTo>
                  <a:cubicBezTo>
                    <a:pt x="645377" y="290283"/>
                    <a:pt x="654516" y="299422"/>
                    <a:pt x="654516" y="310696"/>
                  </a:cubicBezTo>
                  <a:cubicBezTo>
                    <a:pt x="654516" y="321970"/>
                    <a:pt x="645377" y="331108"/>
                    <a:pt x="634103" y="331108"/>
                  </a:cubicBezTo>
                  <a:cubicBezTo>
                    <a:pt x="622829" y="331108"/>
                    <a:pt x="613690" y="321970"/>
                    <a:pt x="613690" y="310696"/>
                  </a:cubicBezTo>
                  <a:cubicBezTo>
                    <a:pt x="613690" y="299422"/>
                    <a:pt x="622829" y="290283"/>
                    <a:pt x="634103" y="290283"/>
                  </a:cubicBezTo>
                  <a:close/>
                  <a:moveTo>
                    <a:pt x="585326" y="290283"/>
                  </a:moveTo>
                  <a:cubicBezTo>
                    <a:pt x="596599" y="290283"/>
                    <a:pt x="605738" y="299422"/>
                    <a:pt x="605738" y="310696"/>
                  </a:cubicBezTo>
                  <a:cubicBezTo>
                    <a:pt x="605738" y="321970"/>
                    <a:pt x="596599" y="331108"/>
                    <a:pt x="585326" y="331108"/>
                  </a:cubicBezTo>
                  <a:cubicBezTo>
                    <a:pt x="574052" y="331108"/>
                    <a:pt x="564913" y="321970"/>
                    <a:pt x="564913" y="310696"/>
                  </a:cubicBezTo>
                  <a:cubicBezTo>
                    <a:pt x="564913" y="299422"/>
                    <a:pt x="574052" y="290283"/>
                    <a:pt x="585326" y="290283"/>
                  </a:cubicBezTo>
                  <a:close/>
                  <a:moveTo>
                    <a:pt x="536549" y="290283"/>
                  </a:moveTo>
                  <a:cubicBezTo>
                    <a:pt x="547822" y="290283"/>
                    <a:pt x="556961" y="299422"/>
                    <a:pt x="556961" y="310696"/>
                  </a:cubicBezTo>
                  <a:cubicBezTo>
                    <a:pt x="556961" y="321970"/>
                    <a:pt x="547822" y="331108"/>
                    <a:pt x="536549" y="331108"/>
                  </a:cubicBezTo>
                  <a:cubicBezTo>
                    <a:pt x="525275" y="331108"/>
                    <a:pt x="516136" y="321970"/>
                    <a:pt x="516136" y="310696"/>
                  </a:cubicBezTo>
                  <a:cubicBezTo>
                    <a:pt x="516136" y="299422"/>
                    <a:pt x="525275" y="290283"/>
                    <a:pt x="536549" y="290283"/>
                  </a:cubicBezTo>
                  <a:close/>
                  <a:moveTo>
                    <a:pt x="487772" y="290283"/>
                  </a:moveTo>
                  <a:cubicBezTo>
                    <a:pt x="499045" y="290283"/>
                    <a:pt x="508184" y="299422"/>
                    <a:pt x="508184" y="310696"/>
                  </a:cubicBezTo>
                  <a:cubicBezTo>
                    <a:pt x="508184" y="321970"/>
                    <a:pt x="499045" y="331108"/>
                    <a:pt x="487772" y="331108"/>
                  </a:cubicBezTo>
                  <a:cubicBezTo>
                    <a:pt x="476498" y="331108"/>
                    <a:pt x="467359" y="321970"/>
                    <a:pt x="467359" y="310696"/>
                  </a:cubicBezTo>
                  <a:cubicBezTo>
                    <a:pt x="467359" y="299422"/>
                    <a:pt x="476498" y="290283"/>
                    <a:pt x="487772" y="290283"/>
                  </a:cubicBezTo>
                  <a:close/>
                  <a:moveTo>
                    <a:pt x="438994" y="290283"/>
                  </a:moveTo>
                  <a:cubicBezTo>
                    <a:pt x="450268" y="290283"/>
                    <a:pt x="459407" y="299422"/>
                    <a:pt x="459407" y="310696"/>
                  </a:cubicBezTo>
                  <a:cubicBezTo>
                    <a:pt x="459407" y="321970"/>
                    <a:pt x="450268" y="331108"/>
                    <a:pt x="438994" y="331108"/>
                  </a:cubicBezTo>
                  <a:cubicBezTo>
                    <a:pt x="427721" y="331108"/>
                    <a:pt x="418582" y="321970"/>
                    <a:pt x="418582" y="310696"/>
                  </a:cubicBezTo>
                  <a:cubicBezTo>
                    <a:pt x="418582" y="299422"/>
                    <a:pt x="427721" y="290283"/>
                    <a:pt x="438994" y="290283"/>
                  </a:cubicBezTo>
                  <a:close/>
                  <a:moveTo>
                    <a:pt x="390217" y="290283"/>
                  </a:moveTo>
                  <a:cubicBezTo>
                    <a:pt x="401491" y="290283"/>
                    <a:pt x="410630" y="299422"/>
                    <a:pt x="410630" y="310696"/>
                  </a:cubicBezTo>
                  <a:cubicBezTo>
                    <a:pt x="410630" y="321970"/>
                    <a:pt x="401491" y="331108"/>
                    <a:pt x="390217" y="331108"/>
                  </a:cubicBezTo>
                  <a:cubicBezTo>
                    <a:pt x="378944" y="331108"/>
                    <a:pt x="369805" y="321970"/>
                    <a:pt x="369805" y="310696"/>
                  </a:cubicBezTo>
                  <a:cubicBezTo>
                    <a:pt x="369805" y="299422"/>
                    <a:pt x="378944" y="290283"/>
                    <a:pt x="390217" y="290283"/>
                  </a:cubicBezTo>
                  <a:close/>
                  <a:moveTo>
                    <a:pt x="341440" y="290283"/>
                  </a:moveTo>
                  <a:cubicBezTo>
                    <a:pt x="352714" y="290283"/>
                    <a:pt x="361853" y="299422"/>
                    <a:pt x="361853" y="310696"/>
                  </a:cubicBezTo>
                  <a:cubicBezTo>
                    <a:pt x="361853" y="321970"/>
                    <a:pt x="352714" y="331108"/>
                    <a:pt x="341440" y="331108"/>
                  </a:cubicBezTo>
                  <a:cubicBezTo>
                    <a:pt x="330166" y="331108"/>
                    <a:pt x="321028" y="321970"/>
                    <a:pt x="321028" y="310696"/>
                  </a:cubicBezTo>
                  <a:cubicBezTo>
                    <a:pt x="321028" y="299422"/>
                    <a:pt x="330166" y="290283"/>
                    <a:pt x="341440" y="290283"/>
                  </a:cubicBezTo>
                  <a:close/>
                  <a:moveTo>
                    <a:pt x="292663" y="290283"/>
                  </a:moveTo>
                  <a:cubicBezTo>
                    <a:pt x="303937" y="290283"/>
                    <a:pt x="313076" y="299422"/>
                    <a:pt x="313076" y="310696"/>
                  </a:cubicBezTo>
                  <a:cubicBezTo>
                    <a:pt x="313076" y="321970"/>
                    <a:pt x="303937" y="331108"/>
                    <a:pt x="292663" y="331108"/>
                  </a:cubicBezTo>
                  <a:cubicBezTo>
                    <a:pt x="281389" y="331108"/>
                    <a:pt x="272251" y="321970"/>
                    <a:pt x="272251" y="310696"/>
                  </a:cubicBezTo>
                  <a:cubicBezTo>
                    <a:pt x="272251" y="299422"/>
                    <a:pt x="281389" y="290283"/>
                    <a:pt x="292663" y="290283"/>
                  </a:cubicBezTo>
                  <a:close/>
                  <a:moveTo>
                    <a:pt x="243886" y="290283"/>
                  </a:moveTo>
                  <a:cubicBezTo>
                    <a:pt x="255160" y="290283"/>
                    <a:pt x="264299" y="299422"/>
                    <a:pt x="264299" y="310696"/>
                  </a:cubicBezTo>
                  <a:cubicBezTo>
                    <a:pt x="264299" y="321970"/>
                    <a:pt x="255160" y="331108"/>
                    <a:pt x="243886" y="331108"/>
                  </a:cubicBezTo>
                  <a:cubicBezTo>
                    <a:pt x="232612" y="331108"/>
                    <a:pt x="223473" y="321970"/>
                    <a:pt x="223473" y="310696"/>
                  </a:cubicBezTo>
                  <a:cubicBezTo>
                    <a:pt x="223473" y="299422"/>
                    <a:pt x="232612" y="290283"/>
                    <a:pt x="243886" y="290283"/>
                  </a:cubicBezTo>
                  <a:close/>
                  <a:moveTo>
                    <a:pt x="195109" y="290283"/>
                  </a:moveTo>
                  <a:cubicBezTo>
                    <a:pt x="206383" y="290283"/>
                    <a:pt x="215522" y="299422"/>
                    <a:pt x="215522" y="310696"/>
                  </a:cubicBezTo>
                  <a:cubicBezTo>
                    <a:pt x="215522" y="321970"/>
                    <a:pt x="206383" y="331108"/>
                    <a:pt x="195109" y="331108"/>
                  </a:cubicBezTo>
                  <a:cubicBezTo>
                    <a:pt x="183835" y="331108"/>
                    <a:pt x="174696" y="321970"/>
                    <a:pt x="174696" y="310696"/>
                  </a:cubicBezTo>
                  <a:cubicBezTo>
                    <a:pt x="174696" y="299422"/>
                    <a:pt x="183835" y="290283"/>
                    <a:pt x="195109" y="290283"/>
                  </a:cubicBezTo>
                  <a:close/>
                  <a:moveTo>
                    <a:pt x="146332" y="290283"/>
                  </a:moveTo>
                  <a:cubicBezTo>
                    <a:pt x="157606" y="290283"/>
                    <a:pt x="166745" y="299422"/>
                    <a:pt x="166745" y="310696"/>
                  </a:cubicBezTo>
                  <a:cubicBezTo>
                    <a:pt x="166745" y="321970"/>
                    <a:pt x="157606" y="331108"/>
                    <a:pt x="146332" y="331108"/>
                  </a:cubicBezTo>
                  <a:cubicBezTo>
                    <a:pt x="135058" y="331108"/>
                    <a:pt x="125919" y="321970"/>
                    <a:pt x="125919" y="310696"/>
                  </a:cubicBezTo>
                  <a:cubicBezTo>
                    <a:pt x="125919" y="299422"/>
                    <a:pt x="135058" y="290283"/>
                    <a:pt x="146332" y="290283"/>
                  </a:cubicBezTo>
                  <a:close/>
                  <a:moveTo>
                    <a:pt x="97555" y="290283"/>
                  </a:moveTo>
                  <a:cubicBezTo>
                    <a:pt x="108829" y="290283"/>
                    <a:pt x="117968" y="299422"/>
                    <a:pt x="117968" y="310696"/>
                  </a:cubicBezTo>
                  <a:cubicBezTo>
                    <a:pt x="117968" y="321970"/>
                    <a:pt x="108829" y="331108"/>
                    <a:pt x="97555" y="331108"/>
                  </a:cubicBezTo>
                  <a:cubicBezTo>
                    <a:pt x="86281" y="331108"/>
                    <a:pt x="77142" y="321970"/>
                    <a:pt x="77142" y="310696"/>
                  </a:cubicBezTo>
                  <a:cubicBezTo>
                    <a:pt x="77142" y="299422"/>
                    <a:pt x="86281" y="290283"/>
                    <a:pt x="97555" y="290283"/>
                  </a:cubicBezTo>
                  <a:close/>
                  <a:moveTo>
                    <a:pt x="48778" y="290283"/>
                  </a:moveTo>
                  <a:cubicBezTo>
                    <a:pt x="60052" y="290283"/>
                    <a:pt x="69191" y="299422"/>
                    <a:pt x="69191" y="310696"/>
                  </a:cubicBezTo>
                  <a:cubicBezTo>
                    <a:pt x="69191" y="321970"/>
                    <a:pt x="60052" y="331108"/>
                    <a:pt x="48778" y="331108"/>
                  </a:cubicBezTo>
                  <a:cubicBezTo>
                    <a:pt x="37504" y="331108"/>
                    <a:pt x="28365" y="321970"/>
                    <a:pt x="28365" y="310696"/>
                  </a:cubicBezTo>
                  <a:cubicBezTo>
                    <a:pt x="28365" y="299422"/>
                    <a:pt x="37504" y="290283"/>
                    <a:pt x="48778" y="290283"/>
                  </a:cubicBezTo>
                  <a:close/>
                  <a:moveTo>
                    <a:pt x="2" y="290283"/>
                  </a:moveTo>
                  <a:cubicBezTo>
                    <a:pt x="11275" y="290283"/>
                    <a:pt x="20414" y="299422"/>
                    <a:pt x="20414" y="310696"/>
                  </a:cubicBezTo>
                  <a:cubicBezTo>
                    <a:pt x="20414" y="321970"/>
                    <a:pt x="11275" y="331108"/>
                    <a:pt x="2" y="331108"/>
                  </a:cubicBezTo>
                  <a:lnTo>
                    <a:pt x="0" y="331107"/>
                  </a:lnTo>
                  <a:lnTo>
                    <a:pt x="0" y="290284"/>
                  </a:lnTo>
                  <a:close/>
                  <a:moveTo>
                    <a:pt x="975542" y="236197"/>
                  </a:moveTo>
                  <a:lnTo>
                    <a:pt x="982755" y="237653"/>
                  </a:lnTo>
                  <a:lnTo>
                    <a:pt x="972775" y="276464"/>
                  </a:lnTo>
                  <a:lnTo>
                    <a:pt x="967596" y="275418"/>
                  </a:lnTo>
                  <a:cubicBezTo>
                    <a:pt x="960270" y="272320"/>
                    <a:pt x="955129" y="265065"/>
                    <a:pt x="955129" y="256609"/>
                  </a:cubicBezTo>
                  <a:cubicBezTo>
                    <a:pt x="955129" y="245336"/>
                    <a:pt x="964268" y="236197"/>
                    <a:pt x="975542" y="236197"/>
                  </a:cubicBezTo>
                  <a:close/>
                  <a:moveTo>
                    <a:pt x="926765" y="236197"/>
                  </a:moveTo>
                  <a:cubicBezTo>
                    <a:pt x="938039" y="236197"/>
                    <a:pt x="947178" y="245336"/>
                    <a:pt x="947178" y="256609"/>
                  </a:cubicBezTo>
                  <a:cubicBezTo>
                    <a:pt x="947178" y="267883"/>
                    <a:pt x="938039" y="277022"/>
                    <a:pt x="926765" y="277022"/>
                  </a:cubicBezTo>
                  <a:cubicBezTo>
                    <a:pt x="915491" y="277022"/>
                    <a:pt x="906352" y="267883"/>
                    <a:pt x="906352" y="256609"/>
                  </a:cubicBezTo>
                  <a:cubicBezTo>
                    <a:pt x="906352" y="245336"/>
                    <a:pt x="915491" y="236197"/>
                    <a:pt x="926765" y="236197"/>
                  </a:cubicBezTo>
                  <a:close/>
                  <a:moveTo>
                    <a:pt x="877988" y="236197"/>
                  </a:moveTo>
                  <a:cubicBezTo>
                    <a:pt x="889262" y="236197"/>
                    <a:pt x="898401" y="245336"/>
                    <a:pt x="898401" y="256609"/>
                  </a:cubicBezTo>
                  <a:cubicBezTo>
                    <a:pt x="898401" y="267883"/>
                    <a:pt x="889262" y="277022"/>
                    <a:pt x="877988" y="277022"/>
                  </a:cubicBezTo>
                  <a:cubicBezTo>
                    <a:pt x="866714" y="277022"/>
                    <a:pt x="857575" y="267883"/>
                    <a:pt x="857575" y="256609"/>
                  </a:cubicBezTo>
                  <a:cubicBezTo>
                    <a:pt x="857575" y="245336"/>
                    <a:pt x="866714" y="236197"/>
                    <a:pt x="877988" y="236197"/>
                  </a:cubicBezTo>
                  <a:close/>
                  <a:moveTo>
                    <a:pt x="829211" y="236197"/>
                  </a:moveTo>
                  <a:cubicBezTo>
                    <a:pt x="840485" y="236197"/>
                    <a:pt x="849624" y="245336"/>
                    <a:pt x="849624" y="256609"/>
                  </a:cubicBezTo>
                  <a:cubicBezTo>
                    <a:pt x="849624" y="267883"/>
                    <a:pt x="840485" y="277022"/>
                    <a:pt x="829211" y="277022"/>
                  </a:cubicBezTo>
                  <a:cubicBezTo>
                    <a:pt x="817937" y="277022"/>
                    <a:pt x="808798" y="267883"/>
                    <a:pt x="808798" y="256609"/>
                  </a:cubicBezTo>
                  <a:cubicBezTo>
                    <a:pt x="808798" y="245336"/>
                    <a:pt x="817937" y="236197"/>
                    <a:pt x="829211" y="236197"/>
                  </a:cubicBezTo>
                  <a:close/>
                  <a:moveTo>
                    <a:pt x="780434" y="236197"/>
                  </a:moveTo>
                  <a:cubicBezTo>
                    <a:pt x="791708" y="236197"/>
                    <a:pt x="800847" y="245336"/>
                    <a:pt x="800847" y="256609"/>
                  </a:cubicBezTo>
                  <a:cubicBezTo>
                    <a:pt x="800847" y="267883"/>
                    <a:pt x="791708" y="277022"/>
                    <a:pt x="780434" y="277022"/>
                  </a:cubicBezTo>
                  <a:cubicBezTo>
                    <a:pt x="769160" y="277022"/>
                    <a:pt x="760021" y="267883"/>
                    <a:pt x="760021" y="256609"/>
                  </a:cubicBezTo>
                  <a:cubicBezTo>
                    <a:pt x="760021" y="245336"/>
                    <a:pt x="769160" y="236197"/>
                    <a:pt x="780434" y="236197"/>
                  </a:cubicBezTo>
                  <a:close/>
                  <a:moveTo>
                    <a:pt x="731657" y="236197"/>
                  </a:moveTo>
                  <a:cubicBezTo>
                    <a:pt x="742931" y="236197"/>
                    <a:pt x="752070" y="245336"/>
                    <a:pt x="752070" y="256609"/>
                  </a:cubicBezTo>
                  <a:cubicBezTo>
                    <a:pt x="752070" y="267883"/>
                    <a:pt x="742931" y="277022"/>
                    <a:pt x="731657" y="277022"/>
                  </a:cubicBezTo>
                  <a:cubicBezTo>
                    <a:pt x="720383" y="277022"/>
                    <a:pt x="711244" y="267883"/>
                    <a:pt x="711244" y="256609"/>
                  </a:cubicBezTo>
                  <a:cubicBezTo>
                    <a:pt x="711244" y="245336"/>
                    <a:pt x="720383" y="236197"/>
                    <a:pt x="731657" y="236197"/>
                  </a:cubicBezTo>
                  <a:close/>
                  <a:moveTo>
                    <a:pt x="682880" y="236197"/>
                  </a:moveTo>
                  <a:cubicBezTo>
                    <a:pt x="694153" y="236197"/>
                    <a:pt x="703293" y="245336"/>
                    <a:pt x="703293" y="256609"/>
                  </a:cubicBezTo>
                  <a:cubicBezTo>
                    <a:pt x="703293" y="267883"/>
                    <a:pt x="694153" y="277022"/>
                    <a:pt x="682880" y="277022"/>
                  </a:cubicBezTo>
                  <a:cubicBezTo>
                    <a:pt x="671606" y="277022"/>
                    <a:pt x="662467" y="267883"/>
                    <a:pt x="662467" y="256609"/>
                  </a:cubicBezTo>
                  <a:cubicBezTo>
                    <a:pt x="662467" y="245336"/>
                    <a:pt x="671606" y="236197"/>
                    <a:pt x="682880" y="236197"/>
                  </a:cubicBezTo>
                  <a:close/>
                  <a:moveTo>
                    <a:pt x="634103" y="236197"/>
                  </a:moveTo>
                  <a:cubicBezTo>
                    <a:pt x="645377" y="236197"/>
                    <a:pt x="654516" y="245336"/>
                    <a:pt x="654516" y="256609"/>
                  </a:cubicBezTo>
                  <a:cubicBezTo>
                    <a:pt x="654516" y="267883"/>
                    <a:pt x="645377" y="277022"/>
                    <a:pt x="634103" y="277022"/>
                  </a:cubicBezTo>
                  <a:cubicBezTo>
                    <a:pt x="622829" y="277022"/>
                    <a:pt x="613690" y="267883"/>
                    <a:pt x="613690" y="256609"/>
                  </a:cubicBezTo>
                  <a:cubicBezTo>
                    <a:pt x="613690" y="245336"/>
                    <a:pt x="622829" y="236197"/>
                    <a:pt x="634103" y="236197"/>
                  </a:cubicBezTo>
                  <a:close/>
                  <a:moveTo>
                    <a:pt x="585326" y="236197"/>
                  </a:moveTo>
                  <a:cubicBezTo>
                    <a:pt x="596599" y="236197"/>
                    <a:pt x="605738" y="245336"/>
                    <a:pt x="605738" y="256609"/>
                  </a:cubicBezTo>
                  <a:cubicBezTo>
                    <a:pt x="605738" y="267883"/>
                    <a:pt x="596599" y="277022"/>
                    <a:pt x="585326" y="277022"/>
                  </a:cubicBezTo>
                  <a:cubicBezTo>
                    <a:pt x="574052" y="277022"/>
                    <a:pt x="564913" y="267883"/>
                    <a:pt x="564913" y="256609"/>
                  </a:cubicBezTo>
                  <a:cubicBezTo>
                    <a:pt x="564913" y="245336"/>
                    <a:pt x="574052" y="236197"/>
                    <a:pt x="585326" y="236197"/>
                  </a:cubicBezTo>
                  <a:close/>
                  <a:moveTo>
                    <a:pt x="536549" y="236197"/>
                  </a:moveTo>
                  <a:cubicBezTo>
                    <a:pt x="547822" y="236197"/>
                    <a:pt x="556961" y="245336"/>
                    <a:pt x="556961" y="256609"/>
                  </a:cubicBezTo>
                  <a:cubicBezTo>
                    <a:pt x="556961" y="267883"/>
                    <a:pt x="547822" y="277022"/>
                    <a:pt x="536549" y="277022"/>
                  </a:cubicBezTo>
                  <a:cubicBezTo>
                    <a:pt x="525275" y="277022"/>
                    <a:pt x="516136" y="267883"/>
                    <a:pt x="516136" y="256609"/>
                  </a:cubicBezTo>
                  <a:cubicBezTo>
                    <a:pt x="516136" y="245336"/>
                    <a:pt x="525275" y="236197"/>
                    <a:pt x="536549" y="236197"/>
                  </a:cubicBezTo>
                  <a:close/>
                  <a:moveTo>
                    <a:pt x="487772" y="236197"/>
                  </a:moveTo>
                  <a:cubicBezTo>
                    <a:pt x="499045" y="236197"/>
                    <a:pt x="508184" y="245336"/>
                    <a:pt x="508184" y="256609"/>
                  </a:cubicBezTo>
                  <a:cubicBezTo>
                    <a:pt x="508184" y="267883"/>
                    <a:pt x="499045" y="277022"/>
                    <a:pt x="487772" y="277022"/>
                  </a:cubicBezTo>
                  <a:cubicBezTo>
                    <a:pt x="476498" y="277022"/>
                    <a:pt x="467359" y="267883"/>
                    <a:pt x="467359" y="256609"/>
                  </a:cubicBezTo>
                  <a:cubicBezTo>
                    <a:pt x="467359" y="245336"/>
                    <a:pt x="476498" y="236197"/>
                    <a:pt x="487772" y="236197"/>
                  </a:cubicBezTo>
                  <a:close/>
                  <a:moveTo>
                    <a:pt x="438994" y="236197"/>
                  </a:moveTo>
                  <a:cubicBezTo>
                    <a:pt x="450268" y="236197"/>
                    <a:pt x="459407" y="245336"/>
                    <a:pt x="459407" y="256609"/>
                  </a:cubicBezTo>
                  <a:cubicBezTo>
                    <a:pt x="459407" y="267883"/>
                    <a:pt x="450268" y="277022"/>
                    <a:pt x="438994" y="277022"/>
                  </a:cubicBezTo>
                  <a:cubicBezTo>
                    <a:pt x="427721" y="277022"/>
                    <a:pt x="418582" y="267883"/>
                    <a:pt x="418582" y="256609"/>
                  </a:cubicBezTo>
                  <a:cubicBezTo>
                    <a:pt x="418582" y="245336"/>
                    <a:pt x="427721" y="236197"/>
                    <a:pt x="438994" y="236197"/>
                  </a:cubicBezTo>
                  <a:close/>
                  <a:moveTo>
                    <a:pt x="390217" y="236197"/>
                  </a:moveTo>
                  <a:cubicBezTo>
                    <a:pt x="401491" y="236197"/>
                    <a:pt x="410630" y="245336"/>
                    <a:pt x="410630" y="256609"/>
                  </a:cubicBezTo>
                  <a:cubicBezTo>
                    <a:pt x="410630" y="267883"/>
                    <a:pt x="401491" y="277022"/>
                    <a:pt x="390217" y="277022"/>
                  </a:cubicBezTo>
                  <a:cubicBezTo>
                    <a:pt x="378944" y="277022"/>
                    <a:pt x="369805" y="267883"/>
                    <a:pt x="369805" y="256609"/>
                  </a:cubicBezTo>
                  <a:cubicBezTo>
                    <a:pt x="369805" y="245336"/>
                    <a:pt x="378944" y="236197"/>
                    <a:pt x="390217" y="236197"/>
                  </a:cubicBezTo>
                  <a:close/>
                  <a:moveTo>
                    <a:pt x="341440" y="236197"/>
                  </a:moveTo>
                  <a:cubicBezTo>
                    <a:pt x="352714" y="236197"/>
                    <a:pt x="361853" y="245336"/>
                    <a:pt x="361853" y="256609"/>
                  </a:cubicBezTo>
                  <a:cubicBezTo>
                    <a:pt x="361853" y="267883"/>
                    <a:pt x="352714" y="277022"/>
                    <a:pt x="341440" y="277022"/>
                  </a:cubicBezTo>
                  <a:cubicBezTo>
                    <a:pt x="330166" y="277022"/>
                    <a:pt x="321028" y="267883"/>
                    <a:pt x="321028" y="256609"/>
                  </a:cubicBezTo>
                  <a:cubicBezTo>
                    <a:pt x="321028" y="245336"/>
                    <a:pt x="330166" y="236197"/>
                    <a:pt x="341440" y="236197"/>
                  </a:cubicBezTo>
                  <a:close/>
                  <a:moveTo>
                    <a:pt x="292663" y="236197"/>
                  </a:moveTo>
                  <a:cubicBezTo>
                    <a:pt x="303937" y="236197"/>
                    <a:pt x="313076" y="245336"/>
                    <a:pt x="313076" y="256609"/>
                  </a:cubicBezTo>
                  <a:cubicBezTo>
                    <a:pt x="313076" y="267883"/>
                    <a:pt x="303937" y="277022"/>
                    <a:pt x="292663" y="277022"/>
                  </a:cubicBezTo>
                  <a:cubicBezTo>
                    <a:pt x="281389" y="277022"/>
                    <a:pt x="272251" y="267883"/>
                    <a:pt x="272251" y="256609"/>
                  </a:cubicBezTo>
                  <a:cubicBezTo>
                    <a:pt x="272251" y="245336"/>
                    <a:pt x="281389" y="236197"/>
                    <a:pt x="292663" y="236197"/>
                  </a:cubicBezTo>
                  <a:close/>
                  <a:moveTo>
                    <a:pt x="243886" y="236197"/>
                  </a:moveTo>
                  <a:cubicBezTo>
                    <a:pt x="255160" y="236197"/>
                    <a:pt x="264299" y="245336"/>
                    <a:pt x="264299" y="256609"/>
                  </a:cubicBezTo>
                  <a:cubicBezTo>
                    <a:pt x="264299" y="267883"/>
                    <a:pt x="255160" y="277022"/>
                    <a:pt x="243886" y="277022"/>
                  </a:cubicBezTo>
                  <a:cubicBezTo>
                    <a:pt x="232612" y="277022"/>
                    <a:pt x="223473" y="267883"/>
                    <a:pt x="223473" y="256609"/>
                  </a:cubicBezTo>
                  <a:cubicBezTo>
                    <a:pt x="223473" y="245336"/>
                    <a:pt x="232612" y="236197"/>
                    <a:pt x="243886" y="236197"/>
                  </a:cubicBezTo>
                  <a:close/>
                  <a:moveTo>
                    <a:pt x="195109" y="236197"/>
                  </a:moveTo>
                  <a:cubicBezTo>
                    <a:pt x="206383" y="236197"/>
                    <a:pt x="215522" y="245336"/>
                    <a:pt x="215522" y="256609"/>
                  </a:cubicBezTo>
                  <a:cubicBezTo>
                    <a:pt x="215522" y="267883"/>
                    <a:pt x="206383" y="277022"/>
                    <a:pt x="195109" y="277022"/>
                  </a:cubicBezTo>
                  <a:cubicBezTo>
                    <a:pt x="183835" y="277022"/>
                    <a:pt x="174696" y="267883"/>
                    <a:pt x="174696" y="256609"/>
                  </a:cubicBezTo>
                  <a:cubicBezTo>
                    <a:pt x="174696" y="245336"/>
                    <a:pt x="183835" y="236197"/>
                    <a:pt x="195109" y="236197"/>
                  </a:cubicBezTo>
                  <a:close/>
                  <a:moveTo>
                    <a:pt x="146332" y="236197"/>
                  </a:moveTo>
                  <a:cubicBezTo>
                    <a:pt x="157606" y="236197"/>
                    <a:pt x="166745" y="245336"/>
                    <a:pt x="166745" y="256609"/>
                  </a:cubicBezTo>
                  <a:cubicBezTo>
                    <a:pt x="166745" y="267883"/>
                    <a:pt x="157606" y="277022"/>
                    <a:pt x="146332" y="277022"/>
                  </a:cubicBezTo>
                  <a:cubicBezTo>
                    <a:pt x="135058" y="277022"/>
                    <a:pt x="125919" y="267883"/>
                    <a:pt x="125919" y="256609"/>
                  </a:cubicBezTo>
                  <a:cubicBezTo>
                    <a:pt x="125919" y="245336"/>
                    <a:pt x="135058" y="236197"/>
                    <a:pt x="146332" y="236197"/>
                  </a:cubicBezTo>
                  <a:close/>
                  <a:moveTo>
                    <a:pt x="97555" y="236197"/>
                  </a:moveTo>
                  <a:cubicBezTo>
                    <a:pt x="108829" y="236197"/>
                    <a:pt x="117968" y="245336"/>
                    <a:pt x="117968" y="256609"/>
                  </a:cubicBezTo>
                  <a:cubicBezTo>
                    <a:pt x="117968" y="267883"/>
                    <a:pt x="108829" y="277022"/>
                    <a:pt x="97555" y="277022"/>
                  </a:cubicBezTo>
                  <a:cubicBezTo>
                    <a:pt x="86281" y="277022"/>
                    <a:pt x="77142" y="267883"/>
                    <a:pt x="77142" y="256609"/>
                  </a:cubicBezTo>
                  <a:cubicBezTo>
                    <a:pt x="77142" y="245336"/>
                    <a:pt x="86281" y="236197"/>
                    <a:pt x="97555" y="236197"/>
                  </a:cubicBezTo>
                  <a:close/>
                  <a:moveTo>
                    <a:pt x="48778" y="236197"/>
                  </a:moveTo>
                  <a:cubicBezTo>
                    <a:pt x="60052" y="236197"/>
                    <a:pt x="69191" y="245336"/>
                    <a:pt x="69191" y="256609"/>
                  </a:cubicBezTo>
                  <a:cubicBezTo>
                    <a:pt x="69191" y="267883"/>
                    <a:pt x="60052" y="277022"/>
                    <a:pt x="48778" y="277022"/>
                  </a:cubicBezTo>
                  <a:cubicBezTo>
                    <a:pt x="37504" y="277022"/>
                    <a:pt x="28365" y="267883"/>
                    <a:pt x="28365" y="256609"/>
                  </a:cubicBezTo>
                  <a:cubicBezTo>
                    <a:pt x="28365" y="245336"/>
                    <a:pt x="37504" y="236197"/>
                    <a:pt x="48778" y="236197"/>
                  </a:cubicBezTo>
                  <a:close/>
                  <a:moveTo>
                    <a:pt x="2" y="236197"/>
                  </a:moveTo>
                  <a:cubicBezTo>
                    <a:pt x="11275" y="236197"/>
                    <a:pt x="20414" y="245336"/>
                    <a:pt x="20414" y="256609"/>
                  </a:cubicBezTo>
                  <a:cubicBezTo>
                    <a:pt x="20414" y="267883"/>
                    <a:pt x="11275" y="277022"/>
                    <a:pt x="2" y="277022"/>
                  </a:cubicBezTo>
                  <a:lnTo>
                    <a:pt x="0" y="277021"/>
                  </a:lnTo>
                  <a:lnTo>
                    <a:pt x="0" y="236198"/>
                  </a:lnTo>
                  <a:close/>
                  <a:moveTo>
                    <a:pt x="975542" y="182110"/>
                  </a:moveTo>
                  <a:cubicBezTo>
                    <a:pt x="981179" y="182110"/>
                    <a:pt x="986282" y="184395"/>
                    <a:pt x="989976" y="188089"/>
                  </a:cubicBezTo>
                  <a:lnTo>
                    <a:pt x="992557" y="194320"/>
                  </a:lnTo>
                  <a:lnTo>
                    <a:pt x="990601" y="207139"/>
                  </a:lnTo>
                  <a:lnTo>
                    <a:pt x="987678" y="218507"/>
                  </a:lnTo>
                  <a:lnTo>
                    <a:pt x="983488" y="221332"/>
                  </a:lnTo>
                  <a:cubicBezTo>
                    <a:pt x="981046" y="222365"/>
                    <a:pt x="978360" y="222936"/>
                    <a:pt x="975542" y="222936"/>
                  </a:cubicBezTo>
                  <a:cubicBezTo>
                    <a:pt x="964268" y="222936"/>
                    <a:pt x="955129" y="213797"/>
                    <a:pt x="955129" y="202523"/>
                  </a:cubicBezTo>
                  <a:cubicBezTo>
                    <a:pt x="955129" y="191250"/>
                    <a:pt x="964268" y="182110"/>
                    <a:pt x="975542" y="182110"/>
                  </a:cubicBezTo>
                  <a:close/>
                  <a:moveTo>
                    <a:pt x="926765" y="182110"/>
                  </a:moveTo>
                  <a:cubicBezTo>
                    <a:pt x="938039" y="182110"/>
                    <a:pt x="947178" y="191250"/>
                    <a:pt x="947178" y="202523"/>
                  </a:cubicBezTo>
                  <a:cubicBezTo>
                    <a:pt x="947178" y="213797"/>
                    <a:pt x="938039" y="222936"/>
                    <a:pt x="926765" y="222936"/>
                  </a:cubicBezTo>
                  <a:cubicBezTo>
                    <a:pt x="915491" y="222936"/>
                    <a:pt x="906352" y="213797"/>
                    <a:pt x="906352" y="202523"/>
                  </a:cubicBezTo>
                  <a:cubicBezTo>
                    <a:pt x="906352" y="191250"/>
                    <a:pt x="915491" y="182110"/>
                    <a:pt x="926765" y="182110"/>
                  </a:cubicBezTo>
                  <a:close/>
                  <a:moveTo>
                    <a:pt x="877988" y="182110"/>
                  </a:moveTo>
                  <a:cubicBezTo>
                    <a:pt x="889262" y="182110"/>
                    <a:pt x="898401" y="191250"/>
                    <a:pt x="898401" y="202523"/>
                  </a:cubicBezTo>
                  <a:cubicBezTo>
                    <a:pt x="898401" y="213797"/>
                    <a:pt x="889262" y="222936"/>
                    <a:pt x="877988" y="222936"/>
                  </a:cubicBezTo>
                  <a:cubicBezTo>
                    <a:pt x="866714" y="222936"/>
                    <a:pt x="857575" y="213797"/>
                    <a:pt x="857575" y="202523"/>
                  </a:cubicBezTo>
                  <a:cubicBezTo>
                    <a:pt x="857575" y="191250"/>
                    <a:pt x="866714" y="182110"/>
                    <a:pt x="877988" y="182110"/>
                  </a:cubicBezTo>
                  <a:close/>
                  <a:moveTo>
                    <a:pt x="829211" y="182110"/>
                  </a:moveTo>
                  <a:cubicBezTo>
                    <a:pt x="840485" y="182110"/>
                    <a:pt x="849624" y="191250"/>
                    <a:pt x="849624" y="202523"/>
                  </a:cubicBezTo>
                  <a:cubicBezTo>
                    <a:pt x="849624" y="213797"/>
                    <a:pt x="840485" y="222936"/>
                    <a:pt x="829211" y="222936"/>
                  </a:cubicBezTo>
                  <a:cubicBezTo>
                    <a:pt x="817937" y="222936"/>
                    <a:pt x="808798" y="213797"/>
                    <a:pt x="808798" y="202523"/>
                  </a:cubicBezTo>
                  <a:cubicBezTo>
                    <a:pt x="808798" y="191250"/>
                    <a:pt x="817937" y="182110"/>
                    <a:pt x="829211" y="182110"/>
                  </a:cubicBezTo>
                  <a:close/>
                  <a:moveTo>
                    <a:pt x="780434" y="182110"/>
                  </a:moveTo>
                  <a:cubicBezTo>
                    <a:pt x="791708" y="182110"/>
                    <a:pt x="800847" y="191250"/>
                    <a:pt x="800847" y="202523"/>
                  </a:cubicBezTo>
                  <a:cubicBezTo>
                    <a:pt x="800847" y="213797"/>
                    <a:pt x="791708" y="222936"/>
                    <a:pt x="780434" y="222936"/>
                  </a:cubicBezTo>
                  <a:cubicBezTo>
                    <a:pt x="769160" y="222936"/>
                    <a:pt x="760021" y="213797"/>
                    <a:pt x="760021" y="202523"/>
                  </a:cubicBezTo>
                  <a:cubicBezTo>
                    <a:pt x="760021" y="191250"/>
                    <a:pt x="769160" y="182110"/>
                    <a:pt x="780434" y="182110"/>
                  </a:cubicBezTo>
                  <a:close/>
                  <a:moveTo>
                    <a:pt x="731657" y="182110"/>
                  </a:moveTo>
                  <a:cubicBezTo>
                    <a:pt x="742931" y="182110"/>
                    <a:pt x="752070" y="191250"/>
                    <a:pt x="752070" y="202523"/>
                  </a:cubicBezTo>
                  <a:cubicBezTo>
                    <a:pt x="752070" y="213797"/>
                    <a:pt x="742931" y="222936"/>
                    <a:pt x="731657" y="222936"/>
                  </a:cubicBezTo>
                  <a:cubicBezTo>
                    <a:pt x="720383" y="222936"/>
                    <a:pt x="711244" y="213797"/>
                    <a:pt x="711244" y="202523"/>
                  </a:cubicBezTo>
                  <a:cubicBezTo>
                    <a:pt x="711244" y="191250"/>
                    <a:pt x="720383" y="182110"/>
                    <a:pt x="731657" y="182110"/>
                  </a:cubicBezTo>
                  <a:close/>
                  <a:moveTo>
                    <a:pt x="682880" y="182110"/>
                  </a:moveTo>
                  <a:cubicBezTo>
                    <a:pt x="694153" y="182110"/>
                    <a:pt x="703293" y="191250"/>
                    <a:pt x="703293" y="202523"/>
                  </a:cubicBezTo>
                  <a:cubicBezTo>
                    <a:pt x="703293" y="213797"/>
                    <a:pt x="694153" y="222936"/>
                    <a:pt x="682880" y="222936"/>
                  </a:cubicBezTo>
                  <a:cubicBezTo>
                    <a:pt x="671606" y="222936"/>
                    <a:pt x="662467" y="213797"/>
                    <a:pt x="662467" y="202523"/>
                  </a:cubicBezTo>
                  <a:cubicBezTo>
                    <a:pt x="662467" y="191250"/>
                    <a:pt x="671606" y="182110"/>
                    <a:pt x="682880" y="182110"/>
                  </a:cubicBezTo>
                  <a:close/>
                  <a:moveTo>
                    <a:pt x="634103" y="182110"/>
                  </a:moveTo>
                  <a:cubicBezTo>
                    <a:pt x="645377" y="182110"/>
                    <a:pt x="654516" y="191250"/>
                    <a:pt x="654516" y="202523"/>
                  </a:cubicBezTo>
                  <a:cubicBezTo>
                    <a:pt x="654516" y="213797"/>
                    <a:pt x="645377" y="222936"/>
                    <a:pt x="634103" y="222936"/>
                  </a:cubicBezTo>
                  <a:cubicBezTo>
                    <a:pt x="622829" y="222936"/>
                    <a:pt x="613690" y="213797"/>
                    <a:pt x="613690" y="202523"/>
                  </a:cubicBezTo>
                  <a:cubicBezTo>
                    <a:pt x="613690" y="191250"/>
                    <a:pt x="622829" y="182110"/>
                    <a:pt x="634103" y="182110"/>
                  </a:cubicBezTo>
                  <a:close/>
                  <a:moveTo>
                    <a:pt x="585326" y="182110"/>
                  </a:moveTo>
                  <a:cubicBezTo>
                    <a:pt x="596599" y="182110"/>
                    <a:pt x="605738" y="191250"/>
                    <a:pt x="605738" y="202523"/>
                  </a:cubicBezTo>
                  <a:cubicBezTo>
                    <a:pt x="605738" y="213797"/>
                    <a:pt x="596599" y="222936"/>
                    <a:pt x="585326" y="222936"/>
                  </a:cubicBezTo>
                  <a:cubicBezTo>
                    <a:pt x="574052" y="222936"/>
                    <a:pt x="564913" y="213797"/>
                    <a:pt x="564913" y="202523"/>
                  </a:cubicBezTo>
                  <a:cubicBezTo>
                    <a:pt x="564913" y="191250"/>
                    <a:pt x="574052" y="182110"/>
                    <a:pt x="585326" y="182110"/>
                  </a:cubicBezTo>
                  <a:close/>
                  <a:moveTo>
                    <a:pt x="536549" y="182110"/>
                  </a:moveTo>
                  <a:cubicBezTo>
                    <a:pt x="547822" y="182110"/>
                    <a:pt x="556961" y="191250"/>
                    <a:pt x="556961" y="202523"/>
                  </a:cubicBezTo>
                  <a:cubicBezTo>
                    <a:pt x="556961" y="213797"/>
                    <a:pt x="547822" y="222936"/>
                    <a:pt x="536549" y="222936"/>
                  </a:cubicBezTo>
                  <a:cubicBezTo>
                    <a:pt x="525275" y="222936"/>
                    <a:pt x="516136" y="213797"/>
                    <a:pt x="516136" y="202523"/>
                  </a:cubicBezTo>
                  <a:cubicBezTo>
                    <a:pt x="516136" y="191250"/>
                    <a:pt x="525275" y="182110"/>
                    <a:pt x="536549" y="182110"/>
                  </a:cubicBezTo>
                  <a:close/>
                  <a:moveTo>
                    <a:pt x="487772" y="182110"/>
                  </a:moveTo>
                  <a:cubicBezTo>
                    <a:pt x="499045" y="182110"/>
                    <a:pt x="508184" y="191250"/>
                    <a:pt x="508184" y="202523"/>
                  </a:cubicBezTo>
                  <a:cubicBezTo>
                    <a:pt x="508184" y="213797"/>
                    <a:pt x="499045" y="222936"/>
                    <a:pt x="487772" y="222936"/>
                  </a:cubicBezTo>
                  <a:cubicBezTo>
                    <a:pt x="476498" y="222936"/>
                    <a:pt x="467359" y="213797"/>
                    <a:pt x="467359" y="202523"/>
                  </a:cubicBezTo>
                  <a:cubicBezTo>
                    <a:pt x="467359" y="191250"/>
                    <a:pt x="476498" y="182110"/>
                    <a:pt x="487772" y="182110"/>
                  </a:cubicBezTo>
                  <a:close/>
                  <a:moveTo>
                    <a:pt x="438994" y="182110"/>
                  </a:moveTo>
                  <a:cubicBezTo>
                    <a:pt x="450268" y="182110"/>
                    <a:pt x="459407" y="191250"/>
                    <a:pt x="459407" y="202523"/>
                  </a:cubicBezTo>
                  <a:cubicBezTo>
                    <a:pt x="459407" y="213797"/>
                    <a:pt x="450268" y="222936"/>
                    <a:pt x="438994" y="222936"/>
                  </a:cubicBezTo>
                  <a:cubicBezTo>
                    <a:pt x="427721" y="222936"/>
                    <a:pt x="418582" y="213797"/>
                    <a:pt x="418582" y="202523"/>
                  </a:cubicBezTo>
                  <a:cubicBezTo>
                    <a:pt x="418582" y="191250"/>
                    <a:pt x="427721" y="182110"/>
                    <a:pt x="438994" y="182110"/>
                  </a:cubicBezTo>
                  <a:close/>
                  <a:moveTo>
                    <a:pt x="390217" y="182110"/>
                  </a:moveTo>
                  <a:cubicBezTo>
                    <a:pt x="401491" y="182110"/>
                    <a:pt x="410630" y="191250"/>
                    <a:pt x="410630" y="202523"/>
                  </a:cubicBezTo>
                  <a:cubicBezTo>
                    <a:pt x="410630" y="213797"/>
                    <a:pt x="401491" y="222936"/>
                    <a:pt x="390217" y="222936"/>
                  </a:cubicBezTo>
                  <a:cubicBezTo>
                    <a:pt x="378944" y="222936"/>
                    <a:pt x="369805" y="213797"/>
                    <a:pt x="369805" y="202523"/>
                  </a:cubicBezTo>
                  <a:cubicBezTo>
                    <a:pt x="369805" y="191250"/>
                    <a:pt x="378944" y="182110"/>
                    <a:pt x="390217" y="182110"/>
                  </a:cubicBezTo>
                  <a:close/>
                  <a:moveTo>
                    <a:pt x="341440" y="182110"/>
                  </a:moveTo>
                  <a:cubicBezTo>
                    <a:pt x="352714" y="182110"/>
                    <a:pt x="361853" y="191250"/>
                    <a:pt x="361853" y="202523"/>
                  </a:cubicBezTo>
                  <a:cubicBezTo>
                    <a:pt x="361853" y="213797"/>
                    <a:pt x="352714" y="222936"/>
                    <a:pt x="341440" y="222936"/>
                  </a:cubicBezTo>
                  <a:cubicBezTo>
                    <a:pt x="330166" y="222936"/>
                    <a:pt x="321028" y="213797"/>
                    <a:pt x="321028" y="202523"/>
                  </a:cubicBezTo>
                  <a:cubicBezTo>
                    <a:pt x="321028" y="191250"/>
                    <a:pt x="330166" y="182110"/>
                    <a:pt x="341440" y="182110"/>
                  </a:cubicBezTo>
                  <a:close/>
                  <a:moveTo>
                    <a:pt x="292663" y="182110"/>
                  </a:moveTo>
                  <a:cubicBezTo>
                    <a:pt x="303937" y="182110"/>
                    <a:pt x="313076" y="191250"/>
                    <a:pt x="313076" y="202523"/>
                  </a:cubicBezTo>
                  <a:cubicBezTo>
                    <a:pt x="313076" y="213797"/>
                    <a:pt x="303937" y="222936"/>
                    <a:pt x="292663" y="222936"/>
                  </a:cubicBezTo>
                  <a:cubicBezTo>
                    <a:pt x="281389" y="222936"/>
                    <a:pt x="272251" y="213797"/>
                    <a:pt x="272251" y="202523"/>
                  </a:cubicBezTo>
                  <a:cubicBezTo>
                    <a:pt x="272251" y="191250"/>
                    <a:pt x="281389" y="182110"/>
                    <a:pt x="292663" y="182110"/>
                  </a:cubicBezTo>
                  <a:close/>
                  <a:moveTo>
                    <a:pt x="243886" y="182110"/>
                  </a:moveTo>
                  <a:cubicBezTo>
                    <a:pt x="255160" y="182110"/>
                    <a:pt x="264299" y="191250"/>
                    <a:pt x="264299" y="202523"/>
                  </a:cubicBezTo>
                  <a:cubicBezTo>
                    <a:pt x="264299" y="213797"/>
                    <a:pt x="255160" y="222936"/>
                    <a:pt x="243886" y="222936"/>
                  </a:cubicBezTo>
                  <a:cubicBezTo>
                    <a:pt x="232612" y="222936"/>
                    <a:pt x="223473" y="213797"/>
                    <a:pt x="223473" y="202523"/>
                  </a:cubicBezTo>
                  <a:cubicBezTo>
                    <a:pt x="223473" y="191250"/>
                    <a:pt x="232612" y="182110"/>
                    <a:pt x="243886" y="182110"/>
                  </a:cubicBezTo>
                  <a:close/>
                  <a:moveTo>
                    <a:pt x="195109" y="182110"/>
                  </a:moveTo>
                  <a:cubicBezTo>
                    <a:pt x="206383" y="182110"/>
                    <a:pt x="215522" y="191250"/>
                    <a:pt x="215522" y="202523"/>
                  </a:cubicBezTo>
                  <a:cubicBezTo>
                    <a:pt x="215522" y="213797"/>
                    <a:pt x="206383" y="222936"/>
                    <a:pt x="195109" y="222936"/>
                  </a:cubicBezTo>
                  <a:cubicBezTo>
                    <a:pt x="183835" y="222936"/>
                    <a:pt x="174696" y="213797"/>
                    <a:pt x="174696" y="202523"/>
                  </a:cubicBezTo>
                  <a:cubicBezTo>
                    <a:pt x="174696" y="191250"/>
                    <a:pt x="183835" y="182110"/>
                    <a:pt x="195109" y="182110"/>
                  </a:cubicBezTo>
                  <a:close/>
                  <a:moveTo>
                    <a:pt x="146332" y="182110"/>
                  </a:moveTo>
                  <a:cubicBezTo>
                    <a:pt x="157606" y="182110"/>
                    <a:pt x="166745" y="191250"/>
                    <a:pt x="166745" y="202523"/>
                  </a:cubicBezTo>
                  <a:cubicBezTo>
                    <a:pt x="166745" y="213797"/>
                    <a:pt x="157606" y="222936"/>
                    <a:pt x="146332" y="222936"/>
                  </a:cubicBezTo>
                  <a:cubicBezTo>
                    <a:pt x="135058" y="222936"/>
                    <a:pt x="125919" y="213797"/>
                    <a:pt x="125919" y="202523"/>
                  </a:cubicBezTo>
                  <a:cubicBezTo>
                    <a:pt x="125919" y="191250"/>
                    <a:pt x="135058" y="182110"/>
                    <a:pt x="146332" y="182110"/>
                  </a:cubicBezTo>
                  <a:close/>
                  <a:moveTo>
                    <a:pt x="97555" y="182110"/>
                  </a:moveTo>
                  <a:cubicBezTo>
                    <a:pt x="108829" y="182110"/>
                    <a:pt x="117968" y="191250"/>
                    <a:pt x="117968" y="202523"/>
                  </a:cubicBezTo>
                  <a:cubicBezTo>
                    <a:pt x="117968" y="213797"/>
                    <a:pt x="108829" y="222936"/>
                    <a:pt x="97555" y="222936"/>
                  </a:cubicBezTo>
                  <a:cubicBezTo>
                    <a:pt x="86281" y="222936"/>
                    <a:pt x="77142" y="213797"/>
                    <a:pt x="77142" y="202523"/>
                  </a:cubicBezTo>
                  <a:cubicBezTo>
                    <a:pt x="77142" y="191250"/>
                    <a:pt x="86281" y="182110"/>
                    <a:pt x="97555" y="182110"/>
                  </a:cubicBezTo>
                  <a:close/>
                  <a:moveTo>
                    <a:pt x="48778" y="182110"/>
                  </a:moveTo>
                  <a:cubicBezTo>
                    <a:pt x="60052" y="182110"/>
                    <a:pt x="69191" y="191250"/>
                    <a:pt x="69191" y="202523"/>
                  </a:cubicBezTo>
                  <a:cubicBezTo>
                    <a:pt x="69191" y="213797"/>
                    <a:pt x="60052" y="222936"/>
                    <a:pt x="48778" y="222936"/>
                  </a:cubicBezTo>
                  <a:cubicBezTo>
                    <a:pt x="37504" y="222936"/>
                    <a:pt x="28365" y="213797"/>
                    <a:pt x="28365" y="202523"/>
                  </a:cubicBezTo>
                  <a:cubicBezTo>
                    <a:pt x="28365" y="191250"/>
                    <a:pt x="37504" y="182110"/>
                    <a:pt x="48778" y="182110"/>
                  </a:cubicBezTo>
                  <a:close/>
                  <a:moveTo>
                    <a:pt x="2" y="182110"/>
                  </a:moveTo>
                  <a:cubicBezTo>
                    <a:pt x="11275" y="182110"/>
                    <a:pt x="20414" y="191250"/>
                    <a:pt x="20414" y="202523"/>
                  </a:cubicBezTo>
                  <a:cubicBezTo>
                    <a:pt x="20414" y="213797"/>
                    <a:pt x="11275" y="222936"/>
                    <a:pt x="2" y="222936"/>
                  </a:cubicBezTo>
                  <a:lnTo>
                    <a:pt x="0" y="222935"/>
                  </a:lnTo>
                  <a:lnTo>
                    <a:pt x="0" y="182111"/>
                  </a:lnTo>
                  <a:close/>
                  <a:moveTo>
                    <a:pt x="975542" y="128024"/>
                  </a:moveTo>
                  <a:cubicBezTo>
                    <a:pt x="986816" y="128024"/>
                    <a:pt x="995955" y="137163"/>
                    <a:pt x="995955" y="148437"/>
                  </a:cubicBezTo>
                  <a:cubicBezTo>
                    <a:pt x="995955" y="159711"/>
                    <a:pt x="986816" y="168850"/>
                    <a:pt x="975542" y="168850"/>
                  </a:cubicBezTo>
                  <a:cubicBezTo>
                    <a:pt x="964268" y="168850"/>
                    <a:pt x="955129" y="159711"/>
                    <a:pt x="955129" y="148437"/>
                  </a:cubicBezTo>
                  <a:cubicBezTo>
                    <a:pt x="955129" y="137163"/>
                    <a:pt x="964268" y="128024"/>
                    <a:pt x="975542" y="128024"/>
                  </a:cubicBezTo>
                  <a:close/>
                  <a:moveTo>
                    <a:pt x="926765" y="128024"/>
                  </a:moveTo>
                  <a:cubicBezTo>
                    <a:pt x="938039" y="128024"/>
                    <a:pt x="947178" y="137163"/>
                    <a:pt x="947178" y="148437"/>
                  </a:cubicBezTo>
                  <a:cubicBezTo>
                    <a:pt x="947178" y="159711"/>
                    <a:pt x="938039" y="168850"/>
                    <a:pt x="926765" y="168850"/>
                  </a:cubicBezTo>
                  <a:cubicBezTo>
                    <a:pt x="915491" y="168850"/>
                    <a:pt x="906352" y="159711"/>
                    <a:pt x="906352" y="148437"/>
                  </a:cubicBezTo>
                  <a:cubicBezTo>
                    <a:pt x="906352" y="137163"/>
                    <a:pt x="915491" y="128024"/>
                    <a:pt x="926765" y="128024"/>
                  </a:cubicBezTo>
                  <a:close/>
                  <a:moveTo>
                    <a:pt x="877988" y="128024"/>
                  </a:moveTo>
                  <a:cubicBezTo>
                    <a:pt x="889262" y="128024"/>
                    <a:pt x="898401" y="137163"/>
                    <a:pt x="898401" y="148437"/>
                  </a:cubicBezTo>
                  <a:cubicBezTo>
                    <a:pt x="898401" y="159711"/>
                    <a:pt x="889262" y="168850"/>
                    <a:pt x="877988" y="168850"/>
                  </a:cubicBezTo>
                  <a:cubicBezTo>
                    <a:pt x="866714" y="168850"/>
                    <a:pt x="857575" y="159711"/>
                    <a:pt x="857575" y="148437"/>
                  </a:cubicBezTo>
                  <a:cubicBezTo>
                    <a:pt x="857575" y="137163"/>
                    <a:pt x="866714" y="128024"/>
                    <a:pt x="877988" y="128024"/>
                  </a:cubicBezTo>
                  <a:close/>
                  <a:moveTo>
                    <a:pt x="829211" y="128024"/>
                  </a:moveTo>
                  <a:cubicBezTo>
                    <a:pt x="840485" y="128024"/>
                    <a:pt x="849624" y="137163"/>
                    <a:pt x="849624" y="148437"/>
                  </a:cubicBezTo>
                  <a:cubicBezTo>
                    <a:pt x="849624" y="159711"/>
                    <a:pt x="840485" y="168850"/>
                    <a:pt x="829211" y="168850"/>
                  </a:cubicBezTo>
                  <a:cubicBezTo>
                    <a:pt x="817937" y="168850"/>
                    <a:pt x="808798" y="159711"/>
                    <a:pt x="808798" y="148437"/>
                  </a:cubicBezTo>
                  <a:cubicBezTo>
                    <a:pt x="808798" y="137163"/>
                    <a:pt x="817937" y="128024"/>
                    <a:pt x="829211" y="128024"/>
                  </a:cubicBezTo>
                  <a:close/>
                  <a:moveTo>
                    <a:pt x="780434" y="128024"/>
                  </a:moveTo>
                  <a:cubicBezTo>
                    <a:pt x="791708" y="128024"/>
                    <a:pt x="800847" y="137163"/>
                    <a:pt x="800847" y="148437"/>
                  </a:cubicBezTo>
                  <a:cubicBezTo>
                    <a:pt x="800847" y="159711"/>
                    <a:pt x="791708" y="168850"/>
                    <a:pt x="780434" y="168850"/>
                  </a:cubicBezTo>
                  <a:cubicBezTo>
                    <a:pt x="769160" y="168850"/>
                    <a:pt x="760021" y="159711"/>
                    <a:pt x="760021" y="148437"/>
                  </a:cubicBezTo>
                  <a:cubicBezTo>
                    <a:pt x="760021" y="137163"/>
                    <a:pt x="769160" y="128024"/>
                    <a:pt x="780434" y="128024"/>
                  </a:cubicBezTo>
                  <a:close/>
                  <a:moveTo>
                    <a:pt x="731657" y="128024"/>
                  </a:moveTo>
                  <a:cubicBezTo>
                    <a:pt x="742931" y="128024"/>
                    <a:pt x="752070" y="137163"/>
                    <a:pt x="752070" y="148437"/>
                  </a:cubicBezTo>
                  <a:cubicBezTo>
                    <a:pt x="752070" y="159711"/>
                    <a:pt x="742931" y="168850"/>
                    <a:pt x="731657" y="168850"/>
                  </a:cubicBezTo>
                  <a:cubicBezTo>
                    <a:pt x="720383" y="168850"/>
                    <a:pt x="711244" y="159711"/>
                    <a:pt x="711244" y="148437"/>
                  </a:cubicBezTo>
                  <a:cubicBezTo>
                    <a:pt x="711244" y="137163"/>
                    <a:pt x="720383" y="128024"/>
                    <a:pt x="731657" y="128024"/>
                  </a:cubicBezTo>
                  <a:close/>
                  <a:moveTo>
                    <a:pt x="682880" y="128024"/>
                  </a:moveTo>
                  <a:cubicBezTo>
                    <a:pt x="694153" y="128024"/>
                    <a:pt x="703293" y="137163"/>
                    <a:pt x="703293" y="148437"/>
                  </a:cubicBezTo>
                  <a:cubicBezTo>
                    <a:pt x="703293" y="159711"/>
                    <a:pt x="694153" y="168850"/>
                    <a:pt x="682880" y="168850"/>
                  </a:cubicBezTo>
                  <a:cubicBezTo>
                    <a:pt x="671606" y="168850"/>
                    <a:pt x="662467" y="159711"/>
                    <a:pt x="662467" y="148437"/>
                  </a:cubicBezTo>
                  <a:cubicBezTo>
                    <a:pt x="662467" y="137163"/>
                    <a:pt x="671606" y="128024"/>
                    <a:pt x="682880" y="128024"/>
                  </a:cubicBezTo>
                  <a:close/>
                  <a:moveTo>
                    <a:pt x="634103" y="128024"/>
                  </a:moveTo>
                  <a:cubicBezTo>
                    <a:pt x="645377" y="128024"/>
                    <a:pt x="654516" y="137163"/>
                    <a:pt x="654516" y="148437"/>
                  </a:cubicBezTo>
                  <a:cubicBezTo>
                    <a:pt x="654516" y="159711"/>
                    <a:pt x="645377" y="168850"/>
                    <a:pt x="634103" y="168850"/>
                  </a:cubicBezTo>
                  <a:cubicBezTo>
                    <a:pt x="622829" y="168850"/>
                    <a:pt x="613690" y="159711"/>
                    <a:pt x="613690" y="148437"/>
                  </a:cubicBezTo>
                  <a:cubicBezTo>
                    <a:pt x="613690" y="137163"/>
                    <a:pt x="622829" y="128024"/>
                    <a:pt x="634103" y="128024"/>
                  </a:cubicBezTo>
                  <a:close/>
                  <a:moveTo>
                    <a:pt x="585326" y="128024"/>
                  </a:moveTo>
                  <a:cubicBezTo>
                    <a:pt x="596599" y="128024"/>
                    <a:pt x="605738" y="137163"/>
                    <a:pt x="605738" y="148437"/>
                  </a:cubicBezTo>
                  <a:cubicBezTo>
                    <a:pt x="605738" y="159711"/>
                    <a:pt x="596599" y="168850"/>
                    <a:pt x="585326" y="168850"/>
                  </a:cubicBezTo>
                  <a:cubicBezTo>
                    <a:pt x="574052" y="168850"/>
                    <a:pt x="564913" y="159711"/>
                    <a:pt x="564913" y="148437"/>
                  </a:cubicBezTo>
                  <a:cubicBezTo>
                    <a:pt x="564913" y="137163"/>
                    <a:pt x="574052" y="128024"/>
                    <a:pt x="585326" y="128024"/>
                  </a:cubicBezTo>
                  <a:close/>
                  <a:moveTo>
                    <a:pt x="536549" y="128024"/>
                  </a:moveTo>
                  <a:cubicBezTo>
                    <a:pt x="547822" y="128024"/>
                    <a:pt x="556961" y="137163"/>
                    <a:pt x="556961" y="148437"/>
                  </a:cubicBezTo>
                  <a:cubicBezTo>
                    <a:pt x="556961" y="159711"/>
                    <a:pt x="547822" y="168850"/>
                    <a:pt x="536549" y="168850"/>
                  </a:cubicBezTo>
                  <a:cubicBezTo>
                    <a:pt x="525275" y="168850"/>
                    <a:pt x="516136" y="159711"/>
                    <a:pt x="516136" y="148437"/>
                  </a:cubicBezTo>
                  <a:cubicBezTo>
                    <a:pt x="516136" y="137163"/>
                    <a:pt x="525275" y="128024"/>
                    <a:pt x="536549" y="128024"/>
                  </a:cubicBezTo>
                  <a:close/>
                  <a:moveTo>
                    <a:pt x="487772" y="128024"/>
                  </a:moveTo>
                  <a:cubicBezTo>
                    <a:pt x="499045" y="128024"/>
                    <a:pt x="508184" y="137163"/>
                    <a:pt x="508184" y="148437"/>
                  </a:cubicBezTo>
                  <a:cubicBezTo>
                    <a:pt x="508184" y="159711"/>
                    <a:pt x="499045" y="168850"/>
                    <a:pt x="487772" y="168850"/>
                  </a:cubicBezTo>
                  <a:cubicBezTo>
                    <a:pt x="476498" y="168850"/>
                    <a:pt x="467359" y="159711"/>
                    <a:pt x="467359" y="148437"/>
                  </a:cubicBezTo>
                  <a:cubicBezTo>
                    <a:pt x="467359" y="137163"/>
                    <a:pt x="476498" y="128024"/>
                    <a:pt x="487772" y="128024"/>
                  </a:cubicBezTo>
                  <a:close/>
                  <a:moveTo>
                    <a:pt x="438994" y="128024"/>
                  </a:moveTo>
                  <a:cubicBezTo>
                    <a:pt x="450268" y="128024"/>
                    <a:pt x="459407" y="137163"/>
                    <a:pt x="459407" y="148437"/>
                  </a:cubicBezTo>
                  <a:cubicBezTo>
                    <a:pt x="459407" y="159711"/>
                    <a:pt x="450268" y="168850"/>
                    <a:pt x="438994" y="168850"/>
                  </a:cubicBezTo>
                  <a:cubicBezTo>
                    <a:pt x="427721" y="168850"/>
                    <a:pt x="418582" y="159711"/>
                    <a:pt x="418582" y="148437"/>
                  </a:cubicBezTo>
                  <a:cubicBezTo>
                    <a:pt x="418582" y="137163"/>
                    <a:pt x="427721" y="128024"/>
                    <a:pt x="438994" y="128024"/>
                  </a:cubicBezTo>
                  <a:close/>
                  <a:moveTo>
                    <a:pt x="390217" y="128024"/>
                  </a:moveTo>
                  <a:cubicBezTo>
                    <a:pt x="401491" y="128024"/>
                    <a:pt x="410630" y="137163"/>
                    <a:pt x="410630" y="148437"/>
                  </a:cubicBezTo>
                  <a:cubicBezTo>
                    <a:pt x="410630" y="159711"/>
                    <a:pt x="401491" y="168850"/>
                    <a:pt x="390217" y="168850"/>
                  </a:cubicBezTo>
                  <a:cubicBezTo>
                    <a:pt x="378944" y="168850"/>
                    <a:pt x="369805" y="159711"/>
                    <a:pt x="369805" y="148437"/>
                  </a:cubicBezTo>
                  <a:cubicBezTo>
                    <a:pt x="369805" y="137163"/>
                    <a:pt x="378944" y="128024"/>
                    <a:pt x="390217" y="128024"/>
                  </a:cubicBezTo>
                  <a:close/>
                  <a:moveTo>
                    <a:pt x="341440" y="128024"/>
                  </a:moveTo>
                  <a:cubicBezTo>
                    <a:pt x="352714" y="128024"/>
                    <a:pt x="361853" y="137163"/>
                    <a:pt x="361853" y="148437"/>
                  </a:cubicBezTo>
                  <a:cubicBezTo>
                    <a:pt x="361853" y="159711"/>
                    <a:pt x="352714" y="168850"/>
                    <a:pt x="341440" y="168850"/>
                  </a:cubicBezTo>
                  <a:cubicBezTo>
                    <a:pt x="330166" y="168850"/>
                    <a:pt x="321028" y="159711"/>
                    <a:pt x="321028" y="148437"/>
                  </a:cubicBezTo>
                  <a:cubicBezTo>
                    <a:pt x="321028" y="137163"/>
                    <a:pt x="330166" y="128024"/>
                    <a:pt x="341440" y="128024"/>
                  </a:cubicBezTo>
                  <a:close/>
                  <a:moveTo>
                    <a:pt x="292663" y="128024"/>
                  </a:moveTo>
                  <a:cubicBezTo>
                    <a:pt x="303937" y="128024"/>
                    <a:pt x="313076" y="137163"/>
                    <a:pt x="313076" y="148437"/>
                  </a:cubicBezTo>
                  <a:cubicBezTo>
                    <a:pt x="313076" y="159711"/>
                    <a:pt x="303937" y="168850"/>
                    <a:pt x="292663" y="168850"/>
                  </a:cubicBezTo>
                  <a:cubicBezTo>
                    <a:pt x="281389" y="168850"/>
                    <a:pt x="272251" y="159711"/>
                    <a:pt x="272251" y="148437"/>
                  </a:cubicBezTo>
                  <a:cubicBezTo>
                    <a:pt x="272251" y="137163"/>
                    <a:pt x="281389" y="128024"/>
                    <a:pt x="292663" y="128024"/>
                  </a:cubicBezTo>
                  <a:close/>
                  <a:moveTo>
                    <a:pt x="243886" y="128024"/>
                  </a:moveTo>
                  <a:cubicBezTo>
                    <a:pt x="255160" y="128024"/>
                    <a:pt x="264299" y="137163"/>
                    <a:pt x="264299" y="148437"/>
                  </a:cubicBezTo>
                  <a:cubicBezTo>
                    <a:pt x="264299" y="159711"/>
                    <a:pt x="255160" y="168850"/>
                    <a:pt x="243886" y="168850"/>
                  </a:cubicBezTo>
                  <a:cubicBezTo>
                    <a:pt x="232612" y="168850"/>
                    <a:pt x="223473" y="159711"/>
                    <a:pt x="223473" y="148437"/>
                  </a:cubicBezTo>
                  <a:cubicBezTo>
                    <a:pt x="223473" y="137163"/>
                    <a:pt x="232612" y="128024"/>
                    <a:pt x="243886" y="128024"/>
                  </a:cubicBezTo>
                  <a:close/>
                  <a:moveTo>
                    <a:pt x="195109" y="128024"/>
                  </a:moveTo>
                  <a:cubicBezTo>
                    <a:pt x="206383" y="128024"/>
                    <a:pt x="215522" y="137163"/>
                    <a:pt x="215522" y="148437"/>
                  </a:cubicBezTo>
                  <a:cubicBezTo>
                    <a:pt x="215522" y="159711"/>
                    <a:pt x="206383" y="168850"/>
                    <a:pt x="195109" y="168850"/>
                  </a:cubicBezTo>
                  <a:cubicBezTo>
                    <a:pt x="183835" y="168850"/>
                    <a:pt x="174696" y="159711"/>
                    <a:pt x="174696" y="148437"/>
                  </a:cubicBezTo>
                  <a:cubicBezTo>
                    <a:pt x="174696" y="137163"/>
                    <a:pt x="183835" y="128024"/>
                    <a:pt x="195109" y="128024"/>
                  </a:cubicBezTo>
                  <a:close/>
                  <a:moveTo>
                    <a:pt x="146332" y="128024"/>
                  </a:moveTo>
                  <a:cubicBezTo>
                    <a:pt x="157606" y="128024"/>
                    <a:pt x="166745" y="137163"/>
                    <a:pt x="166745" y="148437"/>
                  </a:cubicBezTo>
                  <a:cubicBezTo>
                    <a:pt x="166745" y="159711"/>
                    <a:pt x="157606" y="168850"/>
                    <a:pt x="146332" y="168850"/>
                  </a:cubicBezTo>
                  <a:cubicBezTo>
                    <a:pt x="135058" y="168850"/>
                    <a:pt x="125919" y="159711"/>
                    <a:pt x="125919" y="148437"/>
                  </a:cubicBezTo>
                  <a:cubicBezTo>
                    <a:pt x="125919" y="137163"/>
                    <a:pt x="135058" y="128024"/>
                    <a:pt x="146332" y="128024"/>
                  </a:cubicBezTo>
                  <a:close/>
                  <a:moveTo>
                    <a:pt x="97555" y="128024"/>
                  </a:moveTo>
                  <a:cubicBezTo>
                    <a:pt x="108829" y="128024"/>
                    <a:pt x="117968" y="137163"/>
                    <a:pt x="117968" y="148437"/>
                  </a:cubicBezTo>
                  <a:cubicBezTo>
                    <a:pt x="117968" y="159711"/>
                    <a:pt x="108829" y="168850"/>
                    <a:pt x="97555" y="168850"/>
                  </a:cubicBezTo>
                  <a:cubicBezTo>
                    <a:pt x="86281" y="168850"/>
                    <a:pt x="77142" y="159711"/>
                    <a:pt x="77142" y="148437"/>
                  </a:cubicBezTo>
                  <a:cubicBezTo>
                    <a:pt x="77142" y="137163"/>
                    <a:pt x="86281" y="128024"/>
                    <a:pt x="97555" y="128024"/>
                  </a:cubicBezTo>
                  <a:close/>
                  <a:moveTo>
                    <a:pt x="48778" y="128024"/>
                  </a:moveTo>
                  <a:cubicBezTo>
                    <a:pt x="60052" y="128024"/>
                    <a:pt x="69191" y="137163"/>
                    <a:pt x="69191" y="148437"/>
                  </a:cubicBezTo>
                  <a:cubicBezTo>
                    <a:pt x="69191" y="159711"/>
                    <a:pt x="60052" y="168850"/>
                    <a:pt x="48778" y="168850"/>
                  </a:cubicBezTo>
                  <a:cubicBezTo>
                    <a:pt x="37504" y="168850"/>
                    <a:pt x="28365" y="159711"/>
                    <a:pt x="28365" y="148437"/>
                  </a:cubicBezTo>
                  <a:cubicBezTo>
                    <a:pt x="28365" y="137163"/>
                    <a:pt x="37504" y="128024"/>
                    <a:pt x="48778" y="128024"/>
                  </a:cubicBezTo>
                  <a:close/>
                  <a:moveTo>
                    <a:pt x="2" y="128024"/>
                  </a:moveTo>
                  <a:cubicBezTo>
                    <a:pt x="11275" y="128024"/>
                    <a:pt x="20414" y="137163"/>
                    <a:pt x="20414" y="148437"/>
                  </a:cubicBezTo>
                  <a:cubicBezTo>
                    <a:pt x="20414" y="159711"/>
                    <a:pt x="11275" y="168850"/>
                    <a:pt x="2" y="168850"/>
                  </a:cubicBezTo>
                  <a:lnTo>
                    <a:pt x="0" y="168849"/>
                  </a:lnTo>
                  <a:lnTo>
                    <a:pt x="0" y="128025"/>
                  </a:lnTo>
                  <a:close/>
                  <a:moveTo>
                    <a:pt x="1006915" y="87087"/>
                  </a:moveTo>
                  <a:lnTo>
                    <a:pt x="1006262" y="100037"/>
                  </a:lnTo>
                  <a:lnTo>
                    <a:pt x="1003906" y="94351"/>
                  </a:lnTo>
                  <a:close/>
                  <a:moveTo>
                    <a:pt x="975542" y="73938"/>
                  </a:moveTo>
                  <a:cubicBezTo>
                    <a:pt x="986816" y="73938"/>
                    <a:pt x="995955" y="83077"/>
                    <a:pt x="995955" y="94351"/>
                  </a:cubicBezTo>
                  <a:cubicBezTo>
                    <a:pt x="995955" y="105625"/>
                    <a:pt x="986816" y="114764"/>
                    <a:pt x="975542" y="114764"/>
                  </a:cubicBezTo>
                  <a:cubicBezTo>
                    <a:pt x="964268" y="114764"/>
                    <a:pt x="955129" y="105625"/>
                    <a:pt x="955129" y="94351"/>
                  </a:cubicBezTo>
                  <a:cubicBezTo>
                    <a:pt x="955129" y="83077"/>
                    <a:pt x="964268" y="73938"/>
                    <a:pt x="975542" y="73938"/>
                  </a:cubicBezTo>
                  <a:close/>
                  <a:moveTo>
                    <a:pt x="926765" y="73938"/>
                  </a:moveTo>
                  <a:cubicBezTo>
                    <a:pt x="938039" y="73938"/>
                    <a:pt x="947178" y="83077"/>
                    <a:pt x="947178" y="94351"/>
                  </a:cubicBezTo>
                  <a:cubicBezTo>
                    <a:pt x="947178" y="105625"/>
                    <a:pt x="938039" y="114764"/>
                    <a:pt x="926765" y="114764"/>
                  </a:cubicBezTo>
                  <a:cubicBezTo>
                    <a:pt x="915491" y="114764"/>
                    <a:pt x="906352" y="105625"/>
                    <a:pt x="906352" y="94351"/>
                  </a:cubicBezTo>
                  <a:cubicBezTo>
                    <a:pt x="906352" y="83077"/>
                    <a:pt x="915491" y="73938"/>
                    <a:pt x="926765" y="73938"/>
                  </a:cubicBezTo>
                  <a:close/>
                  <a:moveTo>
                    <a:pt x="877988" y="73938"/>
                  </a:moveTo>
                  <a:cubicBezTo>
                    <a:pt x="889262" y="73938"/>
                    <a:pt x="898401" y="83077"/>
                    <a:pt x="898401" y="94351"/>
                  </a:cubicBezTo>
                  <a:cubicBezTo>
                    <a:pt x="898401" y="105625"/>
                    <a:pt x="889262" y="114764"/>
                    <a:pt x="877988" y="114764"/>
                  </a:cubicBezTo>
                  <a:cubicBezTo>
                    <a:pt x="866714" y="114764"/>
                    <a:pt x="857575" y="105625"/>
                    <a:pt x="857575" y="94351"/>
                  </a:cubicBezTo>
                  <a:cubicBezTo>
                    <a:pt x="857575" y="83077"/>
                    <a:pt x="866714" y="73938"/>
                    <a:pt x="877988" y="73938"/>
                  </a:cubicBezTo>
                  <a:close/>
                  <a:moveTo>
                    <a:pt x="829211" y="73938"/>
                  </a:moveTo>
                  <a:cubicBezTo>
                    <a:pt x="840485" y="73938"/>
                    <a:pt x="849624" y="83077"/>
                    <a:pt x="849624" y="94351"/>
                  </a:cubicBezTo>
                  <a:cubicBezTo>
                    <a:pt x="849624" y="105625"/>
                    <a:pt x="840485" y="114764"/>
                    <a:pt x="829211" y="114764"/>
                  </a:cubicBezTo>
                  <a:cubicBezTo>
                    <a:pt x="817937" y="114764"/>
                    <a:pt x="808798" y="105625"/>
                    <a:pt x="808798" y="94351"/>
                  </a:cubicBezTo>
                  <a:cubicBezTo>
                    <a:pt x="808798" y="83077"/>
                    <a:pt x="817937" y="73938"/>
                    <a:pt x="829211" y="73938"/>
                  </a:cubicBezTo>
                  <a:close/>
                  <a:moveTo>
                    <a:pt x="780434" y="73938"/>
                  </a:moveTo>
                  <a:cubicBezTo>
                    <a:pt x="791708" y="73938"/>
                    <a:pt x="800847" y="83077"/>
                    <a:pt x="800847" y="94351"/>
                  </a:cubicBezTo>
                  <a:cubicBezTo>
                    <a:pt x="800847" y="105625"/>
                    <a:pt x="791708" y="114764"/>
                    <a:pt x="780434" y="114764"/>
                  </a:cubicBezTo>
                  <a:cubicBezTo>
                    <a:pt x="769160" y="114764"/>
                    <a:pt x="760021" y="105625"/>
                    <a:pt x="760021" y="94351"/>
                  </a:cubicBezTo>
                  <a:cubicBezTo>
                    <a:pt x="760021" y="83077"/>
                    <a:pt x="769160" y="73938"/>
                    <a:pt x="780434" y="73938"/>
                  </a:cubicBezTo>
                  <a:close/>
                  <a:moveTo>
                    <a:pt x="731657" y="73938"/>
                  </a:moveTo>
                  <a:cubicBezTo>
                    <a:pt x="742931" y="73938"/>
                    <a:pt x="752070" y="83077"/>
                    <a:pt x="752070" y="94351"/>
                  </a:cubicBezTo>
                  <a:cubicBezTo>
                    <a:pt x="752070" y="105625"/>
                    <a:pt x="742931" y="114764"/>
                    <a:pt x="731657" y="114764"/>
                  </a:cubicBezTo>
                  <a:cubicBezTo>
                    <a:pt x="720383" y="114764"/>
                    <a:pt x="711244" y="105625"/>
                    <a:pt x="711244" y="94351"/>
                  </a:cubicBezTo>
                  <a:cubicBezTo>
                    <a:pt x="711244" y="83077"/>
                    <a:pt x="720383" y="73938"/>
                    <a:pt x="731657" y="73938"/>
                  </a:cubicBezTo>
                  <a:close/>
                  <a:moveTo>
                    <a:pt x="682880" y="73938"/>
                  </a:moveTo>
                  <a:cubicBezTo>
                    <a:pt x="694153" y="73938"/>
                    <a:pt x="703293" y="83077"/>
                    <a:pt x="703293" y="94351"/>
                  </a:cubicBezTo>
                  <a:cubicBezTo>
                    <a:pt x="703293" y="105625"/>
                    <a:pt x="694153" y="114764"/>
                    <a:pt x="682880" y="114764"/>
                  </a:cubicBezTo>
                  <a:cubicBezTo>
                    <a:pt x="671606" y="114764"/>
                    <a:pt x="662467" y="105625"/>
                    <a:pt x="662467" y="94351"/>
                  </a:cubicBezTo>
                  <a:cubicBezTo>
                    <a:pt x="662467" y="83077"/>
                    <a:pt x="671606" y="73938"/>
                    <a:pt x="682880" y="73938"/>
                  </a:cubicBezTo>
                  <a:close/>
                  <a:moveTo>
                    <a:pt x="634103" y="73938"/>
                  </a:moveTo>
                  <a:cubicBezTo>
                    <a:pt x="645377" y="73938"/>
                    <a:pt x="654516" y="83077"/>
                    <a:pt x="654516" y="94351"/>
                  </a:cubicBezTo>
                  <a:cubicBezTo>
                    <a:pt x="654516" y="105625"/>
                    <a:pt x="645377" y="114764"/>
                    <a:pt x="634103" y="114764"/>
                  </a:cubicBezTo>
                  <a:cubicBezTo>
                    <a:pt x="622829" y="114764"/>
                    <a:pt x="613690" y="105625"/>
                    <a:pt x="613690" y="94351"/>
                  </a:cubicBezTo>
                  <a:cubicBezTo>
                    <a:pt x="613690" y="83077"/>
                    <a:pt x="622829" y="73938"/>
                    <a:pt x="634103" y="73938"/>
                  </a:cubicBezTo>
                  <a:close/>
                  <a:moveTo>
                    <a:pt x="585326" y="73938"/>
                  </a:moveTo>
                  <a:cubicBezTo>
                    <a:pt x="596599" y="73938"/>
                    <a:pt x="605738" y="83077"/>
                    <a:pt x="605738" y="94351"/>
                  </a:cubicBezTo>
                  <a:cubicBezTo>
                    <a:pt x="605738" y="105625"/>
                    <a:pt x="596599" y="114764"/>
                    <a:pt x="585326" y="114764"/>
                  </a:cubicBezTo>
                  <a:cubicBezTo>
                    <a:pt x="574052" y="114764"/>
                    <a:pt x="564913" y="105625"/>
                    <a:pt x="564913" y="94351"/>
                  </a:cubicBezTo>
                  <a:cubicBezTo>
                    <a:pt x="564913" y="83077"/>
                    <a:pt x="574052" y="73938"/>
                    <a:pt x="585326" y="73938"/>
                  </a:cubicBezTo>
                  <a:close/>
                  <a:moveTo>
                    <a:pt x="536549" y="73938"/>
                  </a:moveTo>
                  <a:cubicBezTo>
                    <a:pt x="547822" y="73938"/>
                    <a:pt x="556961" y="83077"/>
                    <a:pt x="556961" y="94351"/>
                  </a:cubicBezTo>
                  <a:cubicBezTo>
                    <a:pt x="556961" y="105625"/>
                    <a:pt x="547822" y="114764"/>
                    <a:pt x="536549" y="114764"/>
                  </a:cubicBezTo>
                  <a:cubicBezTo>
                    <a:pt x="525275" y="114764"/>
                    <a:pt x="516136" y="105625"/>
                    <a:pt x="516136" y="94351"/>
                  </a:cubicBezTo>
                  <a:cubicBezTo>
                    <a:pt x="516136" y="83077"/>
                    <a:pt x="525275" y="73938"/>
                    <a:pt x="536549" y="73938"/>
                  </a:cubicBezTo>
                  <a:close/>
                  <a:moveTo>
                    <a:pt x="487772" y="73938"/>
                  </a:moveTo>
                  <a:cubicBezTo>
                    <a:pt x="499045" y="73938"/>
                    <a:pt x="508184" y="83077"/>
                    <a:pt x="508184" y="94351"/>
                  </a:cubicBezTo>
                  <a:cubicBezTo>
                    <a:pt x="508184" y="105625"/>
                    <a:pt x="499045" y="114764"/>
                    <a:pt x="487772" y="114764"/>
                  </a:cubicBezTo>
                  <a:cubicBezTo>
                    <a:pt x="476498" y="114764"/>
                    <a:pt x="467359" y="105625"/>
                    <a:pt x="467359" y="94351"/>
                  </a:cubicBezTo>
                  <a:cubicBezTo>
                    <a:pt x="467359" y="83077"/>
                    <a:pt x="476498" y="73938"/>
                    <a:pt x="487772" y="73938"/>
                  </a:cubicBezTo>
                  <a:close/>
                  <a:moveTo>
                    <a:pt x="438994" y="73938"/>
                  </a:moveTo>
                  <a:cubicBezTo>
                    <a:pt x="450268" y="73938"/>
                    <a:pt x="459407" y="83077"/>
                    <a:pt x="459407" y="94351"/>
                  </a:cubicBezTo>
                  <a:cubicBezTo>
                    <a:pt x="459407" y="105625"/>
                    <a:pt x="450268" y="114764"/>
                    <a:pt x="438994" y="114764"/>
                  </a:cubicBezTo>
                  <a:cubicBezTo>
                    <a:pt x="427721" y="114764"/>
                    <a:pt x="418582" y="105625"/>
                    <a:pt x="418582" y="94351"/>
                  </a:cubicBezTo>
                  <a:cubicBezTo>
                    <a:pt x="418582" y="83077"/>
                    <a:pt x="427721" y="73938"/>
                    <a:pt x="438994" y="73938"/>
                  </a:cubicBezTo>
                  <a:close/>
                  <a:moveTo>
                    <a:pt x="390217" y="73938"/>
                  </a:moveTo>
                  <a:cubicBezTo>
                    <a:pt x="401491" y="73938"/>
                    <a:pt x="410630" y="83077"/>
                    <a:pt x="410630" y="94351"/>
                  </a:cubicBezTo>
                  <a:cubicBezTo>
                    <a:pt x="410630" y="105625"/>
                    <a:pt x="401491" y="114764"/>
                    <a:pt x="390217" y="114764"/>
                  </a:cubicBezTo>
                  <a:cubicBezTo>
                    <a:pt x="378944" y="114764"/>
                    <a:pt x="369805" y="105625"/>
                    <a:pt x="369805" y="94351"/>
                  </a:cubicBezTo>
                  <a:cubicBezTo>
                    <a:pt x="369805" y="83077"/>
                    <a:pt x="378944" y="73938"/>
                    <a:pt x="390217" y="73938"/>
                  </a:cubicBezTo>
                  <a:close/>
                  <a:moveTo>
                    <a:pt x="341440" y="73938"/>
                  </a:moveTo>
                  <a:cubicBezTo>
                    <a:pt x="352714" y="73938"/>
                    <a:pt x="361853" y="83077"/>
                    <a:pt x="361853" y="94351"/>
                  </a:cubicBezTo>
                  <a:cubicBezTo>
                    <a:pt x="361853" y="105625"/>
                    <a:pt x="352714" y="114764"/>
                    <a:pt x="341440" y="114764"/>
                  </a:cubicBezTo>
                  <a:cubicBezTo>
                    <a:pt x="330166" y="114764"/>
                    <a:pt x="321028" y="105625"/>
                    <a:pt x="321028" y="94351"/>
                  </a:cubicBezTo>
                  <a:cubicBezTo>
                    <a:pt x="321028" y="83077"/>
                    <a:pt x="330166" y="73938"/>
                    <a:pt x="341440" y="73938"/>
                  </a:cubicBezTo>
                  <a:close/>
                  <a:moveTo>
                    <a:pt x="292663" y="73938"/>
                  </a:moveTo>
                  <a:cubicBezTo>
                    <a:pt x="303937" y="73938"/>
                    <a:pt x="313076" y="83077"/>
                    <a:pt x="313076" y="94351"/>
                  </a:cubicBezTo>
                  <a:cubicBezTo>
                    <a:pt x="313076" y="105625"/>
                    <a:pt x="303937" y="114764"/>
                    <a:pt x="292663" y="114764"/>
                  </a:cubicBezTo>
                  <a:cubicBezTo>
                    <a:pt x="281389" y="114764"/>
                    <a:pt x="272251" y="105625"/>
                    <a:pt x="272251" y="94351"/>
                  </a:cubicBezTo>
                  <a:cubicBezTo>
                    <a:pt x="272251" y="83077"/>
                    <a:pt x="281389" y="73938"/>
                    <a:pt x="292663" y="73938"/>
                  </a:cubicBezTo>
                  <a:close/>
                  <a:moveTo>
                    <a:pt x="243886" y="73938"/>
                  </a:moveTo>
                  <a:cubicBezTo>
                    <a:pt x="255160" y="73938"/>
                    <a:pt x="264299" y="83077"/>
                    <a:pt x="264299" y="94351"/>
                  </a:cubicBezTo>
                  <a:cubicBezTo>
                    <a:pt x="264299" y="105625"/>
                    <a:pt x="255160" y="114764"/>
                    <a:pt x="243886" y="114764"/>
                  </a:cubicBezTo>
                  <a:cubicBezTo>
                    <a:pt x="232612" y="114764"/>
                    <a:pt x="223473" y="105625"/>
                    <a:pt x="223473" y="94351"/>
                  </a:cubicBezTo>
                  <a:cubicBezTo>
                    <a:pt x="223473" y="83077"/>
                    <a:pt x="232612" y="73938"/>
                    <a:pt x="243886" y="73938"/>
                  </a:cubicBezTo>
                  <a:close/>
                  <a:moveTo>
                    <a:pt x="195109" y="73938"/>
                  </a:moveTo>
                  <a:cubicBezTo>
                    <a:pt x="206383" y="73938"/>
                    <a:pt x="215522" y="83077"/>
                    <a:pt x="215522" y="94351"/>
                  </a:cubicBezTo>
                  <a:cubicBezTo>
                    <a:pt x="215522" y="105625"/>
                    <a:pt x="206383" y="114764"/>
                    <a:pt x="195109" y="114764"/>
                  </a:cubicBezTo>
                  <a:cubicBezTo>
                    <a:pt x="183835" y="114764"/>
                    <a:pt x="174696" y="105625"/>
                    <a:pt x="174696" y="94351"/>
                  </a:cubicBezTo>
                  <a:cubicBezTo>
                    <a:pt x="174696" y="83077"/>
                    <a:pt x="183835" y="73938"/>
                    <a:pt x="195109" y="73938"/>
                  </a:cubicBezTo>
                  <a:close/>
                  <a:moveTo>
                    <a:pt x="146332" y="73938"/>
                  </a:moveTo>
                  <a:cubicBezTo>
                    <a:pt x="157606" y="73938"/>
                    <a:pt x="166745" y="83077"/>
                    <a:pt x="166745" y="94351"/>
                  </a:cubicBezTo>
                  <a:cubicBezTo>
                    <a:pt x="166745" y="105625"/>
                    <a:pt x="157606" y="114764"/>
                    <a:pt x="146332" y="114764"/>
                  </a:cubicBezTo>
                  <a:cubicBezTo>
                    <a:pt x="135058" y="114764"/>
                    <a:pt x="125919" y="105625"/>
                    <a:pt x="125919" y="94351"/>
                  </a:cubicBezTo>
                  <a:cubicBezTo>
                    <a:pt x="125919" y="83077"/>
                    <a:pt x="135058" y="73938"/>
                    <a:pt x="146332" y="73938"/>
                  </a:cubicBezTo>
                  <a:close/>
                  <a:moveTo>
                    <a:pt x="97555" y="73938"/>
                  </a:moveTo>
                  <a:cubicBezTo>
                    <a:pt x="108829" y="73938"/>
                    <a:pt x="117968" y="83077"/>
                    <a:pt x="117968" y="94351"/>
                  </a:cubicBezTo>
                  <a:cubicBezTo>
                    <a:pt x="117968" y="105625"/>
                    <a:pt x="108829" y="114764"/>
                    <a:pt x="97555" y="114764"/>
                  </a:cubicBezTo>
                  <a:cubicBezTo>
                    <a:pt x="86281" y="114764"/>
                    <a:pt x="77142" y="105625"/>
                    <a:pt x="77142" y="94351"/>
                  </a:cubicBezTo>
                  <a:cubicBezTo>
                    <a:pt x="77142" y="83077"/>
                    <a:pt x="86281" y="73938"/>
                    <a:pt x="97555" y="73938"/>
                  </a:cubicBezTo>
                  <a:close/>
                  <a:moveTo>
                    <a:pt x="48778" y="73938"/>
                  </a:moveTo>
                  <a:cubicBezTo>
                    <a:pt x="60052" y="73938"/>
                    <a:pt x="69191" y="83077"/>
                    <a:pt x="69191" y="94351"/>
                  </a:cubicBezTo>
                  <a:cubicBezTo>
                    <a:pt x="69191" y="105625"/>
                    <a:pt x="60052" y="114764"/>
                    <a:pt x="48778" y="114764"/>
                  </a:cubicBezTo>
                  <a:cubicBezTo>
                    <a:pt x="37504" y="114764"/>
                    <a:pt x="28365" y="105625"/>
                    <a:pt x="28365" y="94351"/>
                  </a:cubicBezTo>
                  <a:cubicBezTo>
                    <a:pt x="28365" y="83077"/>
                    <a:pt x="37504" y="73938"/>
                    <a:pt x="48778" y="73938"/>
                  </a:cubicBezTo>
                  <a:close/>
                  <a:moveTo>
                    <a:pt x="2" y="73938"/>
                  </a:moveTo>
                  <a:cubicBezTo>
                    <a:pt x="11275" y="73938"/>
                    <a:pt x="20414" y="83077"/>
                    <a:pt x="20414" y="94351"/>
                  </a:cubicBezTo>
                  <a:cubicBezTo>
                    <a:pt x="20414" y="105625"/>
                    <a:pt x="11275" y="114764"/>
                    <a:pt x="2" y="114764"/>
                  </a:cubicBezTo>
                  <a:lnTo>
                    <a:pt x="0" y="114763"/>
                  </a:lnTo>
                  <a:lnTo>
                    <a:pt x="0" y="73939"/>
                  </a:lnTo>
                  <a:close/>
                  <a:moveTo>
                    <a:pt x="1010013" y="25745"/>
                  </a:moveTo>
                  <a:lnTo>
                    <a:pt x="1008696" y="51828"/>
                  </a:lnTo>
                  <a:lnTo>
                    <a:pt x="1003906" y="40265"/>
                  </a:lnTo>
                  <a:cubicBezTo>
                    <a:pt x="1003906" y="34628"/>
                    <a:pt x="1006192" y="29525"/>
                    <a:pt x="1009885" y="25831"/>
                  </a:cubicBezTo>
                  <a:close/>
                  <a:moveTo>
                    <a:pt x="975542" y="19852"/>
                  </a:moveTo>
                  <a:cubicBezTo>
                    <a:pt x="986816" y="19852"/>
                    <a:pt x="995955" y="28991"/>
                    <a:pt x="995955" y="40265"/>
                  </a:cubicBezTo>
                  <a:cubicBezTo>
                    <a:pt x="995955" y="51539"/>
                    <a:pt x="986816" y="60678"/>
                    <a:pt x="975542" y="60678"/>
                  </a:cubicBezTo>
                  <a:cubicBezTo>
                    <a:pt x="964268" y="60678"/>
                    <a:pt x="955129" y="51539"/>
                    <a:pt x="955129" y="40265"/>
                  </a:cubicBezTo>
                  <a:cubicBezTo>
                    <a:pt x="955129" y="28991"/>
                    <a:pt x="964268" y="19852"/>
                    <a:pt x="975542" y="19852"/>
                  </a:cubicBezTo>
                  <a:close/>
                  <a:moveTo>
                    <a:pt x="926765" y="19852"/>
                  </a:moveTo>
                  <a:cubicBezTo>
                    <a:pt x="938039" y="19852"/>
                    <a:pt x="947178" y="28991"/>
                    <a:pt x="947178" y="40265"/>
                  </a:cubicBezTo>
                  <a:cubicBezTo>
                    <a:pt x="947178" y="51539"/>
                    <a:pt x="938039" y="60678"/>
                    <a:pt x="926765" y="60678"/>
                  </a:cubicBezTo>
                  <a:cubicBezTo>
                    <a:pt x="915491" y="60678"/>
                    <a:pt x="906352" y="51539"/>
                    <a:pt x="906352" y="40265"/>
                  </a:cubicBezTo>
                  <a:cubicBezTo>
                    <a:pt x="906352" y="28991"/>
                    <a:pt x="915491" y="19852"/>
                    <a:pt x="926765" y="19852"/>
                  </a:cubicBezTo>
                  <a:close/>
                  <a:moveTo>
                    <a:pt x="877988" y="19852"/>
                  </a:moveTo>
                  <a:cubicBezTo>
                    <a:pt x="889262" y="19852"/>
                    <a:pt x="898401" y="28991"/>
                    <a:pt x="898401" y="40265"/>
                  </a:cubicBezTo>
                  <a:cubicBezTo>
                    <a:pt x="898401" y="51539"/>
                    <a:pt x="889262" y="60678"/>
                    <a:pt x="877988" y="60678"/>
                  </a:cubicBezTo>
                  <a:cubicBezTo>
                    <a:pt x="866714" y="60678"/>
                    <a:pt x="857575" y="51539"/>
                    <a:pt x="857575" y="40265"/>
                  </a:cubicBezTo>
                  <a:cubicBezTo>
                    <a:pt x="857575" y="28991"/>
                    <a:pt x="866714" y="19852"/>
                    <a:pt x="877988" y="19852"/>
                  </a:cubicBezTo>
                  <a:close/>
                  <a:moveTo>
                    <a:pt x="829211" y="19852"/>
                  </a:moveTo>
                  <a:cubicBezTo>
                    <a:pt x="840485" y="19852"/>
                    <a:pt x="849624" y="28991"/>
                    <a:pt x="849624" y="40265"/>
                  </a:cubicBezTo>
                  <a:cubicBezTo>
                    <a:pt x="849624" y="51539"/>
                    <a:pt x="840485" y="60678"/>
                    <a:pt x="829211" y="60678"/>
                  </a:cubicBezTo>
                  <a:cubicBezTo>
                    <a:pt x="817937" y="60678"/>
                    <a:pt x="808798" y="51539"/>
                    <a:pt x="808798" y="40265"/>
                  </a:cubicBezTo>
                  <a:cubicBezTo>
                    <a:pt x="808798" y="28991"/>
                    <a:pt x="817937" y="19852"/>
                    <a:pt x="829211" y="19852"/>
                  </a:cubicBezTo>
                  <a:close/>
                  <a:moveTo>
                    <a:pt x="780434" y="19852"/>
                  </a:moveTo>
                  <a:cubicBezTo>
                    <a:pt x="791708" y="19852"/>
                    <a:pt x="800847" y="28991"/>
                    <a:pt x="800847" y="40265"/>
                  </a:cubicBezTo>
                  <a:cubicBezTo>
                    <a:pt x="800847" y="51539"/>
                    <a:pt x="791708" y="60678"/>
                    <a:pt x="780434" y="60678"/>
                  </a:cubicBezTo>
                  <a:cubicBezTo>
                    <a:pt x="769160" y="60678"/>
                    <a:pt x="760021" y="51539"/>
                    <a:pt x="760021" y="40265"/>
                  </a:cubicBezTo>
                  <a:cubicBezTo>
                    <a:pt x="760021" y="28991"/>
                    <a:pt x="769160" y="19852"/>
                    <a:pt x="780434" y="19852"/>
                  </a:cubicBezTo>
                  <a:close/>
                  <a:moveTo>
                    <a:pt x="731657" y="19852"/>
                  </a:moveTo>
                  <a:cubicBezTo>
                    <a:pt x="742931" y="19852"/>
                    <a:pt x="752070" y="28991"/>
                    <a:pt x="752070" y="40265"/>
                  </a:cubicBezTo>
                  <a:cubicBezTo>
                    <a:pt x="752070" y="51539"/>
                    <a:pt x="742931" y="60678"/>
                    <a:pt x="731657" y="60678"/>
                  </a:cubicBezTo>
                  <a:cubicBezTo>
                    <a:pt x="720383" y="60678"/>
                    <a:pt x="711244" y="51539"/>
                    <a:pt x="711244" y="40265"/>
                  </a:cubicBezTo>
                  <a:cubicBezTo>
                    <a:pt x="711244" y="28991"/>
                    <a:pt x="720383" y="19852"/>
                    <a:pt x="731657" y="19852"/>
                  </a:cubicBezTo>
                  <a:close/>
                  <a:moveTo>
                    <a:pt x="682880" y="19852"/>
                  </a:moveTo>
                  <a:cubicBezTo>
                    <a:pt x="694153" y="19852"/>
                    <a:pt x="703293" y="28991"/>
                    <a:pt x="703293" y="40265"/>
                  </a:cubicBezTo>
                  <a:cubicBezTo>
                    <a:pt x="703293" y="51539"/>
                    <a:pt x="694153" y="60678"/>
                    <a:pt x="682880" y="60678"/>
                  </a:cubicBezTo>
                  <a:cubicBezTo>
                    <a:pt x="671606" y="60678"/>
                    <a:pt x="662467" y="51539"/>
                    <a:pt x="662467" y="40265"/>
                  </a:cubicBezTo>
                  <a:cubicBezTo>
                    <a:pt x="662467" y="28991"/>
                    <a:pt x="671606" y="19852"/>
                    <a:pt x="682880" y="19852"/>
                  </a:cubicBezTo>
                  <a:close/>
                  <a:moveTo>
                    <a:pt x="634103" y="19852"/>
                  </a:moveTo>
                  <a:cubicBezTo>
                    <a:pt x="645377" y="19852"/>
                    <a:pt x="654516" y="28991"/>
                    <a:pt x="654516" y="40265"/>
                  </a:cubicBezTo>
                  <a:cubicBezTo>
                    <a:pt x="654516" y="51539"/>
                    <a:pt x="645377" y="60678"/>
                    <a:pt x="634103" y="60678"/>
                  </a:cubicBezTo>
                  <a:cubicBezTo>
                    <a:pt x="622829" y="60678"/>
                    <a:pt x="613690" y="51539"/>
                    <a:pt x="613690" y="40265"/>
                  </a:cubicBezTo>
                  <a:cubicBezTo>
                    <a:pt x="613690" y="28991"/>
                    <a:pt x="622829" y="19852"/>
                    <a:pt x="634103" y="19852"/>
                  </a:cubicBezTo>
                  <a:close/>
                  <a:moveTo>
                    <a:pt x="585326" y="19852"/>
                  </a:moveTo>
                  <a:cubicBezTo>
                    <a:pt x="596599" y="19852"/>
                    <a:pt x="605738" y="28991"/>
                    <a:pt x="605738" y="40265"/>
                  </a:cubicBezTo>
                  <a:cubicBezTo>
                    <a:pt x="605738" y="51539"/>
                    <a:pt x="596599" y="60678"/>
                    <a:pt x="585326" y="60678"/>
                  </a:cubicBezTo>
                  <a:cubicBezTo>
                    <a:pt x="574052" y="60678"/>
                    <a:pt x="564913" y="51539"/>
                    <a:pt x="564913" y="40265"/>
                  </a:cubicBezTo>
                  <a:cubicBezTo>
                    <a:pt x="564913" y="28991"/>
                    <a:pt x="574052" y="19852"/>
                    <a:pt x="585326" y="19852"/>
                  </a:cubicBezTo>
                  <a:close/>
                  <a:moveTo>
                    <a:pt x="536549" y="19852"/>
                  </a:moveTo>
                  <a:cubicBezTo>
                    <a:pt x="547822" y="19852"/>
                    <a:pt x="556961" y="28991"/>
                    <a:pt x="556961" y="40265"/>
                  </a:cubicBezTo>
                  <a:cubicBezTo>
                    <a:pt x="556961" y="51539"/>
                    <a:pt x="547822" y="60678"/>
                    <a:pt x="536549" y="60678"/>
                  </a:cubicBezTo>
                  <a:cubicBezTo>
                    <a:pt x="525275" y="60678"/>
                    <a:pt x="516136" y="51539"/>
                    <a:pt x="516136" y="40265"/>
                  </a:cubicBezTo>
                  <a:cubicBezTo>
                    <a:pt x="516136" y="28991"/>
                    <a:pt x="525275" y="19852"/>
                    <a:pt x="536549" y="19852"/>
                  </a:cubicBezTo>
                  <a:close/>
                  <a:moveTo>
                    <a:pt x="487772" y="19852"/>
                  </a:moveTo>
                  <a:cubicBezTo>
                    <a:pt x="499045" y="19852"/>
                    <a:pt x="508184" y="28991"/>
                    <a:pt x="508184" y="40265"/>
                  </a:cubicBezTo>
                  <a:cubicBezTo>
                    <a:pt x="508184" y="51539"/>
                    <a:pt x="499045" y="60678"/>
                    <a:pt x="487772" y="60678"/>
                  </a:cubicBezTo>
                  <a:cubicBezTo>
                    <a:pt x="476498" y="60678"/>
                    <a:pt x="467359" y="51539"/>
                    <a:pt x="467359" y="40265"/>
                  </a:cubicBezTo>
                  <a:cubicBezTo>
                    <a:pt x="467359" y="28991"/>
                    <a:pt x="476498" y="19852"/>
                    <a:pt x="487772" y="19852"/>
                  </a:cubicBezTo>
                  <a:close/>
                  <a:moveTo>
                    <a:pt x="438994" y="19852"/>
                  </a:moveTo>
                  <a:cubicBezTo>
                    <a:pt x="450268" y="19852"/>
                    <a:pt x="459407" y="28991"/>
                    <a:pt x="459407" y="40265"/>
                  </a:cubicBezTo>
                  <a:cubicBezTo>
                    <a:pt x="459407" y="51539"/>
                    <a:pt x="450268" y="60678"/>
                    <a:pt x="438994" y="60678"/>
                  </a:cubicBezTo>
                  <a:cubicBezTo>
                    <a:pt x="427721" y="60678"/>
                    <a:pt x="418582" y="51539"/>
                    <a:pt x="418582" y="40265"/>
                  </a:cubicBezTo>
                  <a:cubicBezTo>
                    <a:pt x="418582" y="28991"/>
                    <a:pt x="427721" y="19852"/>
                    <a:pt x="438994" y="19852"/>
                  </a:cubicBezTo>
                  <a:close/>
                  <a:moveTo>
                    <a:pt x="390217" y="19852"/>
                  </a:moveTo>
                  <a:cubicBezTo>
                    <a:pt x="401491" y="19852"/>
                    <a:pt x="410630" y="28991"/>
                    <a:pt x="410630" y="40265"/>
                  </a:cubicBezTo>
                  <a:cubicBezTo>
                    <a:pt x="410630" y="51539"/>
                    <a:pt x="401491" y="60678"/>
                    <a:pt x="390217" y="60678"/>
                  </a:cubicBezTo>
                  <a:cubicBezTo>
                    <a:pt x="378944" y="60678"/>
                    <a:pt x="369805" y="51539"/>
                    <a:pt x="369805" y="40265"/>
                  </a:cubicBezTo>
                  <a:cubicBezTo>
                    <a:pt x="369805" y="28991"/>
                    <a:pt x="378944" y="19852"/>
                    <a:pt x="390217" y="19852"/>
                  </a:cubicBezTo>
                  <a:close/>
                  <a:moveTo>
                    <a:pt x="341440" y="19852"/>
                  </a:moveTo>
                  <a:cubicBezTo>
                    <a:pt x="352714" y="19852"/>
                    <a:pt x="361853" y="28991"/>
                    <a:pt x="361853" y="40265"/>
                  </a:cubicBezTo>
                  <a:cubicBezTo>
                    <a:pt x="361853" y="51539"/>
                    <a:pt x="352714" y="60678"/>
                    <a:pt x="341440" y="60678"/>
                  </a:cubicBezTo>
                  <a:cubicBezTo>
                    <a:pt x="330166" y="60678"/>
                    <a:pt x="321028" y="51539"/>
                    <a:pt x="321028" y="40265"/>
                  </a:cubicBezTo>
                  <a:cubicBezTo>
                    <a:pt x="321028" y="28991"/>
                    <a:pt x="330166" y="19852"/>
                    <a:pt x="341440" y="19852"/>
                  </a:cubicBezTo>
                  <a:close/>
                  <a:moveTo>
                    <a:pt x="292663" y="19852"/>
                  </a:moveTo>
                  <a:cubicBezTo>
                    <a:pt x="303937" y="19852"/>
                    <a:pt x="313076" y="28991"/>
                    <a:pt x="313076" y="40265"/>
                  </a:cubicBezTo>
                  <a:cubicBezTo>
                    <a:pt x="313076" y="51539"/>
                    <a:pt x="303937" y="60678"/>
                    <a:pt x="292663" y="60678"/>
                  </a:cubicBezTo>
                  <a:cubicBezTo>
                    <a:pt x="281389" y="60678"/>
                    <a:pt x="272251" y="51539"/>
                    <a:pt x="272251" y="40265"/>
                  </a:cubicBezTo>
                  <a:cubicBezTo>
                    <a:pt x="272251" y="28991"/>
                    <a:pt x="281389" y="19852"/>
                    <a:pt x="292663" y="19852"/>
                  </a:cubicBezTo>
                  <a:close/>
                  <a:moveTo>
                    <a:pt x="243886" y="19852"/>
                  </a:moveTo>
                  <a:cubicBezTo>
                    <a:pt x="255160" y="19852"/>
                    <a:pt x="264299" y="28991"/>
                    <a:pt x="264299" y="40265"/>
                  </a:cubicBezTo>
                  <a:cubicBezTo>
                    <a:pt x="264299" y="51539"/>
                    <a:pt x="255160" y="60678"/>
                    <a:pt x="243886" y="60678"/>
                  </a:cubicBezTo>
                  <a:cubicBezTo>
                    <a:pt x="232612" y="60678"/>
                    <a:pt x="223473" y="51539"/>
                    <a:pt x="223473" y="40265"/>
                  </a:cubicBezTo>
                  <a:cubicBezTo>
                    <a:pt x="223473" y="28991"/>
                    <a:pt x="232612" y="19852"/>
                    <a:pt x="243886" y="19852"/>
                  </a:cubicBezTo>
                  <a:close/>
                  <a:moveTo>
                    <a:pt x="195109" y="19852"/>
                  </a:moveTo>
                  <a:cubicBezTo>
                    <a:pt x="206383" y="19852"/>
                    <a:pt x="215522" y="28991"/>
                    <a:pt x="215522" y="40265"/>
                  </a:cubicBezTo>
                  <a:cubicBezTo>
                    <a:pt x="215522" y="51539"/>
                    <a:pt x="206383" y="60678"/>
                    <a:pt x="195109" y="60678"/>
                  </a:cubicBezTo>
                  <a:cubicBezTo>
                    <a:pt x="183835" y="60678"/>
                    <a:pt x="174696" y="51539"/>
                    <a:pt x="174696" y="40265"/>
                  </a:cubicBezTo>
                  <a:cubicBezTo>
                    <a:pt x="174696" y="28991"/>
                    <a:pt x="183835" y="19852"/>
                    <a:pt x="195109" y="19852"/>
                  </a:cubicBezTo>
                  <a:close/>
                  <a:moveTo>
                    <a:pt x="146332" y="19852"/>
                  </a:moveTo>
                  <a:cubicBezTo>
                    <a:pt x="157606" y="19852"/>
                    <a:pt x="166745" y="28991"/>
                    <a:pt x="166745" y="40265"/>
                  </a:cubicBezTo>
                  <a:cubicBezTo>
                    <a:pt x="166745" y="51539"/>
                    <a:pt x="157606" y="60678"/>
                    <a:pt x="146332" y="60678"/>
                  </a:cubicBezTo>
                  <a:cubicBezTo>
                    <a:pt x="135058" y="60678"/>
                    <a:pt x="125919" y="51539"/>
                    <a:pt x="125919" y="40265"/>
                  </a:cubicBezTo>
                  <a:cubicBezTo>
                    <a:pt x="125919" y="28991"/>
                    <a:pt x="135058" y="19852"/>
                    <a:pt x="146332" y="19852"/>
                  </a:cubicBezTo>
                  <a:close/>
                  <a:moveTo>
                    <a:pt x="97555" y="19852"/>
                  </a:moveTo>
                  <a:cubicBezTo>
                    <a:pt x="108829" y="19852"/>
                    <a:pt x="117968" y="28991"/>
                    <a:pt x="117968" y="40265"/>
                  </a:cubicBezTo>
                  <a:cubicBezTo>
                    <a:pt x="117968" y="51539"/>
                    <a:pt x="108829" y="60678"/>
                    <a:pt x="97555" y="60678"/>
                  </a:cubicBezTo>
                  <a:cubicBezTo>
                    <a:pt x="86281" y="60678"/>
                    <a:pt x="77142" y="51539"/>
                    <a:pt x="77142" y="40265"/>
                  </a:cubicBezTo>
                  <a:cubicBezTo>
                    <a:pt x="77142" y="28991"/>
                    <a:pt x="86281" y="19852"/>
                    <a:pt x="97555" y="19852"/>
                  </a:cubicBezTo>
                  <a:close/>
                  <a:moveTo>
                    <a:pt x="48778" y="19852"/>
                  </a:moveTo>
                  <a:cubicBezTo>
                    <a:pt x="60052" y="19852"/>
                    <a:pt x="69191" y="28991"/>
                    <a:pt x="69191" y="40265"/>
                  </a:cubicBezTo>
                  <a:cubicBezTo>
                    <a:pt x="69191" y="51539"/>
                    <a:pt x="60052" y="60678"/>
                    <a:pt x="48778" y="60678"/>
                  </a:cubicBezTo>
                  <a:cubicBezTo>
                    <a:pt x="37504" y="60678"/>
                    <a:pt x="28365" y="51539"/>
                    <a:pt x="28365" y="40265"/>
                  </a:cubicBezTo>
                  <a:cubicBezTo>
                    <a:pt x="28365" y="28991"/>
                    <a:pt x="37504" y="19852"/>
                    <a:pt x="48778" y="19852"/>
                  </a:cubicBezTo>
                  <a:close/>
                  <a:moveTo>
                    <a:pt x="2" y="19852"/>
                  </a:moveTo>
                  <a:cubicBezTo>
                    <a:pt x="11275" y="19852"/>
                    <a:pt x="20414" y="28991"/>
                    <a:pt x="20414" y="40265"/>
                  </a:cubicBezTo>
                  <a:cubicBezTo>
                    <a:pt x="20414" y="51539"/>
                    <a:pt x="11275" y="60678"/>
                    <a:pt x="2" y="60678"/>
                  </a:cubicBezTo>
                  <a:lnTo>
                    <a:pt x="0" y="60677"/>
                  </a:lnTo>
                  <a:lnTo>
                    <a:pt x="0" y="19853"/>
                  </a:lnTo>
                  <a:close/>
                  <a:moveTo>
                    <a:pt x="1009631" y="0"/>
                  </a:moveTo>
                  <a:lnTo>
                    <a:pt x="1010974" y="0"/>
                  </a:lnTo>
                  <a:lnTo>
                    <a:pt x="1011044" y="1394"/>
                  </a:lnTo>
                  <a:lnTo>
                    <a:pt x="1009885" y="613"/>
                  </a:lnTo>
                  <a:close/>
                  <a:moveTo>
                    <a:pt x="960854" y="0"/>
                  </a:moveTo>
                  <a:lnTo>
                    <a:pt x="990230" y="0"/>
                  </a:lnTo>
                  <a:lnTo>
                    <a:pt x="989976" y="613"/>
                  </a:lnTo>
                  <a:cubicBezTo>
                    <a:pt x="986282" y="4307"/>
                    <a:pt x="981179" y="6592"/>
                    <a:pt x="975542" y="6592"/>
                  </a:cubicBezTo>
                  <a:cubicBezTo>
                    <a:pt x="969905" y="6592"/>
                    <a:pt x="964802" y="4307"/>
                    <a:pt x="961108" y="613"/>
                  </a:cubicBezTo>
                  <a:close/>
                  <a:moveTo>
                    <a:pt x="912077" y="0"/>
                  </a:moveTo>
                  <a:lnTo>
                    <a:pt x="941453" y="0"/>
                  </a:lnTo>
                  <a:lnTo>
                    <a:pt x="941199" y="613"/>
                  </a:lnTo>
                  <a:cubicBezTo>
                    <a:pt x="937505" y="4307"/>
                    <a:pt x="932402" y="6592"/>
                    <a:pt x="926765" y="6592"/>
                  </a:cubicBezTo>
                  <a:cubicBezTo>
                    <a:pt x="921128" y="6592"/>
                    <a:pt x="916025" y="4307"/>
                    <a:pt x="912331" y="613"/>
                  </a:cubicBezTo>
                  <a:close/>
                  <a:moveTo>
                    <a:pt x="863300" y="0"/>
                  </a:moveTo>
                  <a:lnTo>
                    <a:pt x="892676" y="0"/>
                  </a:lnTo>
                  <a:lnTo>
                    <a:pt x="892422" y="613"/>
                  </a:lnTo>
                  <a:cubicBezTo>
                    <a:pt x="888728" y="4307"/>
                    <a:pt x="883625" y="6592"/>
                    <a:pt x="877988" y="6592"/>
                  </a:cubicBezTo>
                  <a:cubicBezTo>
                    <a:pt x="872351" y="6592"/>
                    <a:pt x="867248" y="4307"/>
                    <a:pt x="863554" y="613"/>
                  </a:cubicBezTo>
                  <a:close/>
                  <a:moveTo>
                    <a:pt x="814523" y="0"/>
                  </a:moveTo>
                  <a:lnTo>
                    <a:pt x="843899" y="0"/>
                  </a:lnTo>
                  <a:lnTo>
                    <a:pt x="843645" y="613"/>
                  </a:lnTo>
                  <a:cubicBezTo>
                    <a:pt x="839951" y="4307"/>
                    <a:pt x="834848" y="6592"/>
                    <a:pt x="829211" y="6592"/>
                  </a:cubicBezTo>
                  <a:cubicBezTo>
                    <a:pt x="823574" y="6592"/>
                    <a:pt x="818471" y="4307"/>
                    <a:pt x="814777" y="613"/>
                  </a:cubicBezTo>
                  <a:close/>
                  <a:moveTo>
                    <a:pt x="765746" y="0"/>
                  </a:moveTo>
                  <a:lnTo>
                    <a:pt x="795122" y="0"/>
                  </a:lnTo>
                  <a:lnTo>
                    <a:pt x="794868" y="613"/>
                  </a:lnTo>
                  <a:cubicBezTo>
                    <a:pt x="791174" y="4307"/>
                    <a:pt x="786071" y="6592"/>
                    <a:pt x="780434" y="6592"/>
                  </a:cubicBezTo>
                  <a:cubicBezTo>
                    <a:pt x="774797" y="6592"/>
                    <a:pt x="769694" y="4307"/>
                    <a:pt x="766000" y="613"/>
                  </a:cubicBezTo>
                  <a:close/>
                  <a:moveTo>
                    <a:pt x="716969" y="0"/>
                  </a:moveTo>
                  <a:lnTo>
                    <a:pt x="746345" y="0"/>
                  </a:lnTo>
                  <a:lnTo>
                    <a:pt x="746091" y="613"/>
                  </a:lnTo>
                  <a:cubicBezTo>
                    <a:pt x="742397" y="4307"/>
                    <a:pt x="737294" y="6592"/>
                    <a:pt x="731657" y="6592"/>
                  </a:cubicBezTo>
                  <a:cubicBezTo>
                    <a:pt x="726020" y="6592"/>
                    <a:pt x="720917" y="4307"/>
                    <a:pt x="717223" y="613"/>
                  </a:cubicBezTo>
                  <a:close/>
                  <a:moveTo>
                    <a:pt x="668192" y="0"/>
                  </a:moveTo>
                  <a:lnTo>
                    <a:pt x="697568" y="0"/>
                  </a:lnTo>
                  <a:lnTo>
                    <a:pt x="697314" y="613"/>
                  </a:lnTo>
                  <a:cubicBezTo>
                    <a:pt x="693620" y="4307"/>
                    <a:pt x="688517" y="6592"/>
                    <a:pt x="682880" y="6592"/>
                  </a:cubicBezTo>
                  <a:cubicBezTo>
                    <a:pt x="677243" y="6592"/>
                    <a:pt x="672140" y="4307"/>
                    <a:pt x="668446" y="613"/>
                  </a:cubicBezTo>
                  <a:close/>
                  <a:moveTo>
                    <a:pt x="619415" y="0"/>
                  </a:moveTo>
                  <a:lnTo>
                    <a:pt x="648791" y="0"/>
                  </a:lnTo>
                  <a:lnTo>
                    <a:pt x="648537" y="613"/>
                  </a:lnTo>
                  <a:cubicBezTo>
                    <a:pt x="644843" y="4307"/>
                    <a:pt x="639740" y="6592"/>
                    <a:pt x="634103" y="6592"/>
                  </a:cubicBezTo>
                  <a:cubicBezTo>
                    <a:pt x="628466" y="6592"/>
                    <a:pt x="623363" y="4307"/>
                    <a:pt x="619669" y="613"/>
                  </a:cubicBezTo>
                  <a:close/>
                  <a:moveTo>
                    <a:pt x="570638" y="0"/>
                  </a:moveTo>
                  <a:lnTo>
                    <a:pt x="600013" y="0"/>
                  </a:lnTo>
                  <a:lnTo>
                    <a:pt x="599760" y="613"/>
                  </a:lnTo>
                  <a:cubicBezTo>
                    <a:pt x="596066" y="4307"/>
                    <a:pt x="590963" y="6592"/>
                    <a:pt x="585326" y="6592"/>
                  </a:cubicBezTo>
                  <a:cubicBezTo>
                    <a:pt x="579689" y="6592"/>
                    <a:pt x="574586" y="4307"/>
                    <a:pt x="570892" y="613"/>
                  </a:cubicBezTo>
                  <a:close/>
                  <a:moveTo>
                    <a:pt x="521861" y="0"/>
                  </a:moveTo>
                  <a:lnTo>
                    <a:pt x="551237" y="0"/>
                  </a:lnTo>
                  <a:lnTo>
                    <a:pt x="550983" y="613"/>
                  </a:lnTo>
                  <a:cubicBezTo>
                    <a:pt x="547289" y="4307"/>
                    <a:pt x="542185" y="6592"/>
                    <a:pt x="536549" y="6592"/>
                  </a:cubicBezTo>
                  <a:cubicBezTo>
                    <a:pt x="530912" y="6592"/>
                    <a:pt x="525808" y="4307"/>
                    <a:pt x="522114" y="613"/>
                  </a:cubicBezTo>
                  <a:close/>
                  <a:moveTo>
                    <a:pt x="473084" y="0"/>
                  </a:moveTo>
                  <a:lnTo>
                    <a:pt x="502459" y="0"/>
                  </a:lnTo>
                  <a:lnTo>
                    <a:pt x="502206" y="613"/>
                  </a:lnTo>
                  <a:cubicBezTo>
                    <a:pt x="498512" y="4307"/>
                    <a:pt x="493408" y="6592"/>
                    <a:pt x="487772" y="6592"/>
                  </a:cubicBezTo>
                  <a:cubicBezTo>
                    <a:pt x="482135" y="6592"/>
                    <a:pt x="477031" y="4307"/>
                    <a:pt x="473337" y="613"/>
                  </a:cubicBezTo>
                  <a:close/>
                  <a:moveTo>
                    <a:pt x="424307" y="0"/>
                  </a:moveTo>
                  <a:lnTo>
                    <a:pt x="453682" y="0"/>
                  </a:lnTo>
                  <a:lnTo>
                    <a:pt x="453429" y="613"/>
                  </a:lnTo>
                  <a:cubicBezTo>
                    <a:pt x="449735" y="4307"/>
                    <a:pt x="444631" y="6592"/>
                    <a:pt x="438994" y="6592"/>
                  </a:cubicBezTo>
                  <a:cubicBezTo>
                    <a:pt x="433358" y="6592"/>
                    <a:pt x="428254" y="4307"/>
                    <a:pt x="424560" y="613"/>
                  </a:cubicBezTo>
                  <a:close/>
                  <a:moveTo>
                    <a:pt x="375529" y="0"/>
                  </a:moveTo>
                  <a:lnTo>
                    <a:pt x="404905" y="0"/>
                  </a:lnTo>
                  <a:lnTo>
                    <a:pt x="404651" y="613"/>
                  </a:lnTo>
                  <a:cubicBezTo>
                    <a:pt x="400957" y="4307"/>
                    <a:pt x="395854" y="6592"/>
                    <a:pt x="390217" y="6592"/>
                  </a:cubicBezTo>
                  <a:cubicBezTo>
                    <a:pt x="384580" y="6592"/>
                    <a:pt x="379477" y="4307"/>
                    <a:pt x="375783" y="613"/>
                  </a:cubicBezTo>
                  <a:close/>
                  <a:moveTo>
                    <a:pt x="326752" y="0"/>
                  </a:moveTo>
                  <a:lnTo>
                    <a:pt x="356128" y="0"/>
                  </a:lnTo>
                  <a:lnTo>
                    <a:pt x="355874" y="613"/>
                  </a:lnTo>
                  <a:cubicBezTo>
                    <a:pt x="352180" y="4307"/>
                    <a:pt x="347077" y="6592"/>
                    <a:pt x="341440" y="6592"/>
                  </a:cubicBezTo>
                  <a:cubicBezTo>
                    <a:pt x="335803" y="6592"/>
                    <a:pt x="330700" y="4307"/>
                    <a:pt x="327006" y="613"/>
                  </a:cubicBezTo>
                  <a:close/>
                  <a:moveTo>
                    <a:pt x="277975" y="0"/>
                  </a:moveTo>
                  <a:lnTo>
                    <a:pt x="307351" y="0"/>
                  </a:lnTo>
                  <a:lnTo>
                    <a:pt x="307097" y="613"/>
                  </a:lnTo>
                  <a:cubicBezTo>
                    <a:pt x="303403" y="4307"/>
                    <a:pt x="298300" y="6592"/>
                    <a:pt x="292663" y="6592"/>
                  </a:cubicBezTo>
                  <a:cubicBezTo>
                    <a:pt x="287026" y="6592"/>
                    <a:pt x="281923" y="4307"/>
                    <a:pt x="278229" y="613"/>
                  </a:cubicBezTo>
                  <a:close/>
                  <a:moveTo>
                    <a:pt x="229198" y="0"/>
                  </a:moveTo>
                  <a:lnTo>
                    <a:pt x="258574" y="0"/>
                  </a:lnTo>
                  <a:lnTo>
                    <a:pt x="258320" y="613"/>
                  </a:lnTo>
                  <a:cubicBezTo>
                    <a:pt x="254626" y="4307"/>
                    <a:pt x="249523" y="6592"/>
                    <a:pt x="243886" y="6592"/>
                  </a:cubicBezTo>
                  <a:cubicBezTo>
                    <a:pt x="238249" y="6592"/>
                    <a:pt x="233146" y="4307"/>
                    <a:pt x="229452" y="613"/>
                  </a:cubicBezTo>
                  <a:close/>
                  <a:moveTo>
                    <a:pt x="180421" y="0"/>
                  </a:moveTo>
                  <a:lnTo>
                    <a:pt x="209797" y="0"/>
                  </a:lnTo>
                  <a:lnTo>
                    <a:pt x="209543" y="613"/>
                  </a:lnTo>
                  <a:cubicBezTo>
                    <a:pt x="205849" y="4307"/>
                    <a:pt x="200746" y="6592"/>
                    <a:pt x="195109" y="6592"/>
                  </a:cubicBezTo>
                  <a:cubicBezTo>
                    <a:pt x="189472" y="6592"/>
                    <a:pt x="184369" y="4307"/>
                    <a:pt x="180675" y="613"/>
                  </a:cubicBezTo>
                  <a:close/>
                  <a:moveTo>
                    <a:pt x="131644" y="0"/>
                  </a:moveTo>
                  <a:lnTo>
                    <a:pt x="161020" y="0"/>
                  </a:lnTo>
                  <a:lnTo>
                    <a:pt x="160766" y="613"/>
                  </a:lnTo>
                  <a:cubicBezTo>
                    <a:pt x="157072" y="4307"/>
                    <a:pt x="151969" y="6592"/>
                    <a:pt x="146332" y="6592"/>
                  </a:cubicBezTo>
                  <a:cubicBezTo>
                    <a:pt x="140695" y="6592"/>
                    <a:pt x="135592" y="4307"/>
                    <a:pt x="131898" y="613"/>
                  </a:cubicBezTo>
                  <a:close/>
                  <a:moveTo>
                    <a:pt x="82867" y="0"/>
                  </a:moveTo>
                  <a:lnTo>
                    <a:pt x="112243" y="0"/>
                  </a:lnTo>
                  <a:lnTo>
                    <a:pt x="111989" y="613"/>
                  </a:lnTo>
                  <a:cubicBezTo>
                    <a:pt x="108295" y="4307"/>
                    <a:pt x="103192" y="6592"/>
                    <a:pt x="97555" y="6592"/>
                  </a:cubicBezTo>
                  <a:cubicBezTo>
                    <a:pt x="91918" y="6592"/>
                    <a:pt x="86815" y="4307"/>
                    <a:pt x="83121" y="613"/>
                  </a:cubicBezTo>
                  <a:close/>
                  <a:moveTo>
                    <a:pt x="34090" y="0"/>
                  </a:moveTo>
                  <a:lnTo>
                    <a:pt x="63466" y="0"/>
                  </a:lnTo>
                  <a:lnTo>
                    <a:pt x="63212" y="613"/>
                  </a:lnTo>
                  <a:cubicBezTo>
                    <a:pt x="59518" y="4307"/>
                    <a:pt x="54415" y="6592"/>
                    <a:pt x="48778" y="6592"/>
                  </a:cubicBezTo>
                  <a:cubicBezTo>
                    <a:pt x="43141" y="6592"/>
                    <a:pt x="38038" y="4307"/>
                    <a:pt x="34344" y="613"/>
                  </a:cubicBezTo>
                  <a:close/>
                  <a:moveTo>
                    <a:pt x="0" y="0"/>
                  </a:moveTo>
                  <a:lnTo>
                    <a:pt x="14689" y="0"/>
                  </a:lnTo>
                  <a:lnTo>
                    <a:pt x="14435" y="613"/>
                  </a:lnTo>
                  <a:cubicBezTo>
                    <a:pt x="10741" y="4307"/>
                    <a:pt x="5638" y="6592"/>
                    <a:pt x="2" y="6592"/>
                  </a:cubicBezTo>
                  <a:lnTo>
                    <a:pt x="0" y="6591"/>
                  </a:lnTo>
                  <a:close/>
                </a:path>
              </a:pathLst>
            </a:custGeom>
            <a:solidFill>
              <a:srgbClr val="F7901D"/>
            </a:solidFill>
            <a:ln>
              <a:noFill/>
            </a:ln>
          </p:spPr>
          <p:txBody>
            <a:bodyPr spcFirstLastPara="1" wrap="square" lIns="68575" tIns="34275" rIns="68575" bIns="34275" anchor="ctr" anchorCtr="0">
              <a:noAutofit/>
            </a:bodyPr>
            <a:lstStyle/>
            <a:p>
              <a:pPr marL="0" marR="0" lvl="0" indent="0" algn="ctr" defTabSz="1219170" eaLnBrk="1" fontAlgn="auto" latinLnBrk="0" hangingPunct="1">
                <a:lnSpc>
                  <a:spcPct val="90000"/>
                </a:lnSpc>
                <a:spcBef>
                  <a:spcPts val="0"/>
                </a:spcBef>
                <a:spcAft>
                  <a:spcPts val="0"/>
                </a:spcAft>
                <a:buClrTx/>
                <a:buSzTx/>
                <a:buFontTx/>
                <a:buNone/>
                <a:tabLst/>
                <a:defRPr/>
              </a:pPr>
              <a:endParaRPr kumimoji="0" sz="2400" b="0" i="0" u="none" strike="noStrike" kern="0" cap="none" spc="0" normalizeH="0" baseline="0" noProof="0" dirty="0">
                <a:ln>
                  <a:noFill/>
                </a:ln>
                <a:solidFill>
                  <a:sysClr val="windowText" lastClr="000000"/>
                </a:solidFill>
                <a:effectLst/>
                <a:uLnTx/>
                <a:uFillTx/>
                <a:latin typeface="Calibri"/>
                <a:ea typeface="Calibri"/>
                <a:cs typeface="Calibri"/>
                <a:sym typeface="Calibri"/>
              </a:endParaRPr>
            </a:p>
          </p:txBody>
        </p:sp>
        <p:sp>
          <p:nvSpPr>
            <p:cNvPr id="39" name="Google Shape;51;p5">
              <a:extLst>
                <a:ext uri="{FF2B5EF4-FFF2-40B4-BE49-F238E27FC236}">
                  <a16:creationId xmlns:a16="http://schemas.microsoft.com/office/drawing/2014/main" id="{C09A1D96-50FF-9846-B5CE-60828E0DBA22}"/>
                </a:ext>
              </a:extLst>
            </p:cNvPr>
            <p:cNvSpPr/>
            <p:nvPr/>
          </p:nvSpPr>
          <p:spPr>
            <a:xfrm>
              <a:off x="1" y="1"/>
              <a:ext cx="302530" cy="372598"/>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68575" tIns="34275" rIns="68575" bIns="34275" anchor="ctr" anchorCtr="0">
              <a:noAutofit/>
            </a:bodyPr>
            <a:lstStyle/>
            <a:p>
              <a:pPr marL="0" marR="0" lvl="0" indent="0" algn="ctr" defTabSz="1219170" eaLnBrk="1" fontAlgn="auto" latinLnBrk="0" hangingPunct="1">
                <a:lnSpc>
                  <a:spcPct val="90000"/>
                </a:lnSpc>
                <a:spcBef>
                  <a:spcPts val="0"/>
                </a:spcBef>
                <a:spcAft>
                  <a:spcPts val="0"/>
                </a:spcAft>
                <a:buClrTx/>
                <a:buSzTx/>
                <a:buFontTx/>
                <a:buNone/>
                <a:tabLst/>
                <a:defRPr/>
              </a:pPr>
              <a:endParaRPr kumimoji="0" sz="2400" b="0" i="0" u="none" strike="noStrike" kern="0" cap="none" spc="0" normalizeH="0" baseline="0" noProof="0" dirty="0">
                <a:ln>
                  <a:noFill/>
                </a:ln>
                <a:solidFill>
                  <a:sysClr val="windowText" lastClr="000000"/>
                </a:solidFill>
                <a:effectLst/>
                <a:uLnTx/>
                <a:uFillTx/>
                <a:latin typeface="Calibri"/>
                <a:ea typeface="Calibri"/>
                <a:cs typeface="Calibri"/>
                <a:sym typeface="Calibri"/>
              </a:endParaRPr>
            </a:p>
          </p:txBody>
        </p:sp>
      </p:grpSp>
      <p:sp>
        <p:nvSpPr>
          <p:cNvPr id="47" name="Google Shape;62;p5">
            <a:extLst>
              <a:ext uri="{FF2B5EF4-FFF2-40B4-BE49-F238E27FC236}">
                <a16:creationId xmlns:a16="http://schemas.microsoft.com/office/drawing/2014/main" id="{A14BBE88-6BEE-5B49-9421-F5ACF44A3C9E}"/>
              </a:ext>
            </a:extLst>
          </p:cNvPr>
          <p:cNvSpPr/>
          <p:nvPr/>
        </p:nvSpPr>
        <p:spPr>
          <a:xfrm rot="10800000">
            <a:off x="392" y="1"/>
            <a:ext cx="3851608" cy="3851345"/>
          </a:xfrm>
          <a:custGeom>
            <a:avLst/>
            <a:gdLst/>
            <a:ahLst/>
            <a:cxnLst/>
            <a:rect l="l" t="t" r="r" b="b"/>
            <a:pathLst>
              <a:path w="3826101" h="3851345" extrusionOk="0">
                <a:moveTo>
                  <a:pt x="3826101" y="0"/>
                </a:moveTo>
                <a:lnTo>
                  <a:pt x="3826101" y="584257"/>
                </a:lnTo>
                <a:lnTo>
                  <a:pt x="3672624" y="588138"/>
                </a:lnTo>
                <a:cubicBezTo>
                  <a:pt x="1952295" y="675341"/>
                  <a:pt x="584255" y="2097818"/>
                  <a:pt x="584255" y="3839818"/>
                </a:cubicBezTo>
                <a:lnTo>
                  <a:pt x="584819" y="3851345"/>
                </a:lnTo>
                <a:lnTo>
                  <a:pt x="564" y="3851345"/>
                </a:lnTo>
                <a:lnTo>
                  <a:pt x="0" y="3839817"/>
                </a:lnTo>
                <a:cubicBezTo>
                  <a:pt x="0" y="1785226"/>
                  <a:pt x="1613526" y="107493"/>
                  <a:pt x="3642558" y="4641"/>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91433" tIns="45700" rIns="91433" bIns="45700" anchor="ctr" anchorCtr="0">
            <a:noAutofit/>
          </a:bodyPr>
          <a:lstStyle/>
          <a:p>
            <a:pPr algn="ctr">
              <a:lnSpc>
                <a:spcPct val="90000"/>
              </a:lnSpc>
            </a:pPr>
            <a:endParaRPr sz="2400" dirty="0">
              <a:latin typeface="Calibri"/>
              <a:ea typeface="Calibri"/>
              <a:cs typeface="Calibri"/>
              <a:sym typeface="Calibri"/>
            </a:endParaRPr>
          </a:p>
        </p:txBody>
      </p:sp>
      <p:pic>
        <p:nvPicPr>
          <p:cNvPr id="48" name="Google Shape;63;p5">
            <a:extLst>
              <a:ext uri="{FF2B5EF4-FFF2-40B4-BE49-F238E27FC236}">
                <a16:creationId xmlns:a16="http://schemas.microsoft.com/office/drawing/2014/main" id="{F7B6CD17-6BB1-9C47-BC5A-EE9F5A9C4B57}"/>
              </a:ext>
            </a:extLst>
          </p:cNvPr>
          <p:cNvPicPr preferRelativeResize="0"/>
          <p:nvPr/>
        </p:nvPicPr>
        <p:blipFill rotWithShape="1">
          <a:blip r:embed="rId2">
            <a:alphaModFix/>
          </a:blip>
          <a:srcRect/>
          <a:stretch/>
        </p:blipFill>
        <p:spPr>
          <a:xfrm>
            <a:off x="10288449" y="553203"/>
            <a:ext cx="1349352" cy="461300"/>
          </a:xfrm>
          <a:prstGeom prst="rect">
            <a:avLst/>
          </a:prstGeom>
          <a:noFill/>
          <a:ln>
            <a:noFill/>
          </a:ln>
        </p:spPr>
      </p:pic>
      <p:sp>
        <p:nvSpPr>
          <p:cNvPr id="18" name="Google Shape;52;p5">
            <a:hlinkClick r:id="rId3"/>
            <a:extLst>
              <a:ext uri="{FF2B5EF4-FFF2-40B4-BE49-F238E27FC236}">
                <a16:creationId xmlns:a16="http://schemas.microsoft.com/office/drawing/2014/main" id="{09524BAE-0617-2E49-BF43-205F141545E3}"/>
              </a:ext>
            </a:extLst>
          </p:cNvPr>
          <p:cNvSpPr/>
          <p:nvPr/>
        </p:nvSpPr>
        <p:spPr>
          <a:xfrm>
            <a:off x="4528067" y="4916533"/>
            <a:ext cx="2317600" cy="166000"/>
          </a:xfrm>
          <a:prstGeom prst="rect">
            <a:avLst/>
          </a:prstGeom>
          <a:noFill/>
          <a:ln>
            <a:noFill/>
          </a:ln>
        </p:spPr>
        <p:txBody>
          <a:bodyPr spcFirstLastPara="1" wrap="square" lIns="0" tIns="0" rIns="0" bIns="0" anchor="b" anchorCtr="0">
            <a:noAutofit/>
          </a:bodyPr>
          <a:lstStyle/>
          <a:p>
            <a:pPr marL="0" marR="0" lvl="0" indent="0" algn="l" rtl="0">
              <a:lnSpc>
                <a:spcPct val="150000"/>
              </a:lnSpc>
              <a:spcBef>
                <a:spcPts val="0"/>
              </a:spcBef>
              <a:spcAft>
                <a:spcPts val="0"/>
              </a:spcAft>
              <a:buClr>
                <a:schemeClr val="accent6"/>
              </a:buClr>
              <a:buSzPts val="1200"/>
              <a:buFont typeface="Trebuchet MS"/>
              <a:buNone/>
            </a:pPr>
            <a:r>
              <a:rPr lang="en" sz="1600" b="0" i="0" u="none" strike="noStrike" cap="none" dirty="0">
                <a:solidFill>
                  <a:schemeClr val="tx2"/>
                </a:solidFill>
                <a:latin typeface="+mn-lt"/>
                <a:ea typeface="Trebuchet MS"/>
                <a:cs typeface="Calibri" panose="020F0502020204030204" pitchFamily="34" charset="0"/>
                <a:sym typeface="Trebuchet MS"/>
              </a:rPr>
              <a:t>www.tigeranalytics.com</a:t>
            </a:r>
            <a:endParaRPr sz="1467" b="0" i="0" dirty="0">
              <a:solidFill>
                <a:schemeClr val="tx2"/>
              </a:solidFill>
              <a:latin typeface="+mn-lt"/>
              <a:cs typeface="Calibri" panose="020F0502020204030204" pitchFamily="34" charset="0"/>
            </a:endParaRPr>
          </a:p>
        </p:txBody>
      </p:sp>
      <p:sp>
        <p:nvSpPr>
          <p:cNvPr id="19" name="Google Shape;53;p5">
            <a:hlinkClick r:id="rId4"/>
            <a:extLst>
              <a:ext uri="{FF2B5EF4-FFF2-40B4-BE49-F238E27FC236}">
                <a16:creationId xmlns:a16="http://schemas.microsoft.com/office/drawing/2014/main" id="{1F27D7C2-988F-BC46-ADC8-285328F23957}"/>
              </a:ext>
            </a:extLst>
          </p:cNvPr>
          <p:cNvSpPr/>
          <p:nvPr/>
        </p:nvSpPr>
        <p:spPr>
          <a:xfrm>
            <a:off x="5374253" y="5231696"/>
            <a:ext cx="324000" cy="324000"/>
          </a:xfrm>
          <a:prstGeom prst="ellipse">
            <a:avLst/>
          </a:prstGeom>
          <a:solidFill>
            <a:schemeClr val="bg1"/>
          </a:solidFill>
          <a:ln>
            <a:noFill/>
          </a:ln>
        </p:spPr>
        <p:txBody>
          <a:bodyPr spcFirstLastPara="1" wrap="square" lIns="91433" tIns="45700" rIns="91433" bIns="45700" anchor="ctr" anchorCtr="0">
            <a:noAutofit/>
          </a:bodyPr>
          <a:lstStyle/>
          <a:p>
            <a:pPr marL="0" marR="0" lvl="0" indent="0" algn="ctr" rtl="0">
              <a:spcBef>
                <a:spcPts val="0"/>
              </a:spcBef>
              <a:spcAft>
                <a:spcPts val="0"/>
              </a:spcAft>
              <a:buNone/>
            </a:pPr>
            <a:endParaRPr sz="1867" dirty="0">
              <a:solidFill>
                <a:schemeClr val="lt1"/>
              </a:solidFill>
              <a:latin typeface="Calibri"/>
              <a:ea typeface="Calibri"/>
              <a:cs typeface="Calibri"/>
              <a:sym typeface="Calibri"/>
            </a:endParaRPr>
          </a:p>
        </p:txBody>
      </p:sp>
      <p:sp>
        <p:nvSpPr>
          <p:cNvPr id="20" name="Google Shape;54;p5">
            <a:hlinkClick r:id="rId4"/>
            <a:extLst>
              <a:ext uri="{FF2B5EF4-FFF2-40B4-BE49-F238E27FC236}">
                <a16:creationId xmlns:a16="http://schemas.microsoft.com/office/drawing/2014/main" id="{4485DF96-6428-004D-AC40-796B9F7E648D}"/>
              </a:ext>
            </a:extLst>
          </p:cNvPr>
          <p:cNvSpPr/>
          <p:nvPr/>
        </p:nvSpPr>
        <p:spPr>
          <a:xfrm>
            <a:off x="5451638" y="5309091"/>
            <a:ext cx="168021" cy="168000"/>
          </a:xfrm>
          <a:custGeom>
            <a:avLst/>
            <a:gdLst/>
            <a:ahLst/>
            <a:cxnLst/>
            <a:rect l="l" t="t" r="r" b="b"/>
            <a:pathLst>
              <a:path w="3600450" h="3600000" extrusionOk="0">
                <a:moveTo>
                  <a:pt x="2443351" y="598336"/>
                </a:moveTo>
                <a:cubicBezTo>
                  <a:pt x="2344604" y="591283"/>
                  <a:pt x="2247735" y="605917"/>
                  <a:pt x="2175442" y="640945"/>
                </a:cubicBezTo>
                <a:cubicBezTo>
                  <a:pt x="1896180" y="785483"/>
                  <a:pt x="1772372" y="991259"/>
                  <a:pt x="1822862" y="1347778"/>
                </a:cubicBezTo>
                <a:cubicBezTo>
                  <a:pt x="1368677" y="1358195"/>
                  <a:pt x="773170" y="1076549"/>
                  <a:pt x="573365" y="710108"/>
                </a:cubicBezTo>
                <a:cubicBezTo>
                  <a:pt x="385362" y="875792"/>
                  <a:pt x="470466" y="1411198"/>
                  <a:pt x="774927" y="1531630"/>
                </a:cubicBezTo>
                <a:cubicBezTo>
                  <a:pt x="636580" y="1529584"/>
                  <a:pt x="591043" y="1502544"/>
                  <a:pt x="454598" y="1456258"/>
                </a:cubicBezTo>
                <a:cubicBezTo>
                  <a:pt x="501872" y="1904597"/>
                  <a:pt x="763983" y="1980208"/>
                  <a:pt x="973777" y="2064155"/>
                </a:cubicBezTo>
                <a:cubicBezTo>
                  <a:pt x="852534" y="2142597"/>
                  <a:pt x="745426" y="2079715"/>
                  <a:pt x="666580" y="2073364"/>
                </a:cubicBezTo>
                <a:cubicBezTo>
                  <a:pt x="760010" y="2372399"/>
                  <a:pt x="1073128" y="2490107"/>
                  <a:pt x="1270553" y="2449863"/>
                </a:cubicBezTo>
                <a:cubicBezTo>
                  <a:pt x="1134133" y="2645905"/>
                  <a:pt x="923075" y="2722647"/>
                  <a:pt x="376665" y="2759915"/>
                </a:cubicBezTo>
                <a:cubicBezTo>
                  <a:pt x="684120" y="2913251"/>
                  <a:pt x="911493" y="3028902"/>
                  <a:pt x="1355560" y="2998518"/>
                </a:cubicBezTo>
                <a:cubicBezTo>
                  <a:pt x="1849783" y="2992786"/>
                  <a:pt x="2282768" y="2746806"/>
                  <a:pt x="2447240" y="2585619"/>
                </a:cubicBezTo>
                <a:cubicBezTo>
                  <a:pt x="2693768" y="2358293"/>
                  <a:pt x="3006247" y="1801218"/>
                  <a:pt x="3003106" y="1197035"/>
                </a:cubicBezTo>
                <a:lnTo>
                  <a:pt x="3317867" y="907530"/>
                </a:lnTo>
                <a:lnTo>
                  <a:pt x="2965917" y="984828"/>
                </a:lnTo>
                <a:lnTo>
                  <a:pt x="3242424" y="653580"/>
                </a:lnTo>
                <a:cubicBezTo>
                  <a:pt x="3178746" y="675623"/>
                  <a:pt x="3001926" y="754111"/>
                  <a:pt x="2847650" y="820309"/>
                </a:cubicBezTo>
                <a:cubicBezTo>
                  <a:pt x="2777725" y="682087"/>
                  <a:pt x="2607930" y="610091"/>
                  <a:pt x="2443351" y="598336"/>
                </a:cubicBezTo>
                <a:close/>
                <a:moveTo>
                  <a:pt x="353268" y="0"/>
                </a:moveTo>
                <a:lnTo>
                  <a:pt x="3247182" y="0"/>
                </a:lnTo>
                <a:cubicBezTo>
                  <a:pt x="3442287" y="0"/>
                  <a:pt x="3600450" y="158163"/>
                  <a:pt x="3600450" y="353268"/>
                </a:cubicBezTo>
                <a:lnTo>
                  <a:pt x="3600450" y="3246732"/>
                </a:lnTo>
                <a:cubicBezTo>
                  <a:pt x="3600450" y="3441837"/>
                  <a:pt x="3442287" y="3600000"/>
                  <a:pt x="3247182" y="3600000"/>
                </a:cubicBezTo>
                <a:lnTo>
                  <a:pt x="353268" y="3600000"/>
                </a:lnTo>
                <a:cubicBezTo>
                  <a:pt x="158163" y="3600000"/>
                  <a:pt x="0" y="3441837"/>
                  <a:pt x="0" y="3246732"/>
                </a:cubicBezTo>
                <a:lnTo>
                  <a:pt x="0" y="353268"/>
                </a:lnTo>
                <a:cubicBezTo>
                  <a:pt x="0" y="158163"/>
                  <a:pt x="158163" y="0"/>
                  <a:pt x="353268" y="0"/>
                </a:cubicBezTo>
                <a:close/>
              </a:path>
            </a:pathLst>
          </a:custGeom>
          <a:solidFill>
            <a:schemeClr val="accent1"/>
          </a:solidFill>
          <a:ln>
            <a:noFill/>
          </a:ln>
        </p:spPr>
        <p:txBody>
          <a:bodyPr spcFirstLastPara="1" wrap="square" lIns="91433" tIns="45700" rIns="91433" bIns="45700" anchor="ctr" anchorCtr="0">
            <a:noAutofit/>
          </a:bodyPr>
          <a:lstStyle/>
          <a:p>
            <a:pPr marL="0" marR="0" lvl="0" indent="0" algn="l" rtl="0">
              <a:spcBef>
                <a:spcPts val="0"/>
              </a:spcBef>
              <a:spcAft>
                <a:spcPts val="0"/>
              </a:spcAft>
              <a:buNone/>
            </a:pPr>
            <a:endParaRPr sz="1867" dirty="0">
              <a:solidFill>
                <a:schemeClr val="lt1"/>
              </a:solidFill>
              <a:latin typeface="Calibri"/>
              <a:ea typeface="Calibri"/>
              <a:cs typeface="Calibri"/>
              <a:sym typeface="Calibri"/>
            </a:endParaRPr>
          </a:p>
        </p:txBody>
      </p:sp>
      <p:sp>
        <p:nvSpPr>
          <p:cNvPr id="21" name="Google Shape;55;p5">
            <a:hlinkClick r:id="rId5"/>
            <a:extLst>
              <a:ext uri="{FF2B5EF4-FFF2-40B4-BE49-F238E27FC236}">
                <a16:creationId xmlns:a16="http://schemas.microsoft.com/office/drawing/2014/main" id="{C955F806-AA2F-114E-BF9F-3AE32506ACAA}"/>
              </a:ext>
            </a:extLst>
          </p:cNvPr>
          <p:cNvSpPr/>
          <p:nvPr/>
        </p:nvSpPr>
        <p:spPr>
          <a:xfrm>
            <a:off x="4951160" y="5231696"/>
            <a:ext cx="324000" cy="324000"/>
          </a:xfrm>
          <a:prstGeom prst="ellipse">
            <a:avLst/>
          </a:prstGeom>
          <a:solidFill>
            <a:schemeClr val="bg1"/>
          </a:solidFill>
          <a:ln>
            <a:noFill/>
          </a:ln>
        </p:spPr>
        <p:txBody>
          <a:bodyPr spcFirstLastPara="1" wrap="square" lIns="91433" tIns="45700" rIns="91433" bIns="45700" anchor="ctr" anchorCtr="0">
            <a:noAutofit/>
          </a:bodyPr>
          <a:lstStyle/>
          <a:p>
            <a:pPr marL="0" marR="0" lvl="0" indent="0" algn="ctr" rtl="0">
              <a:spcBef>
                <a:spcPts val="0"/>
              </a:spcBef>
              <a:spcAft>
                <a:spcPts val="0"/>
              </a:spcAft>
              <a:buNone/>
            </a:pPr>
            <a:endParaRPr sz="1867" dirty="0">
              <a:solidFill>
                <a:schemeClr val="lt1"/>
              </a:solidFill>
              <a:latin typeface="Calibri"/>
              <a:ea typeface="Calibri"/>
              <a:cs typeface="Calibri"/>
              <a:sym typeface="Calibri"/>
            </a:endParaRPr>
          </a:p>
        </p:txBody>
      </p:sp>
      <p:sp>
        <p:nvSpPr>
          <p:cNvPr id="22" name="Google Shape;56;p5">
            <a:hlinkClick r:id="rId5"/>
            <a:extLst>
              <a:ext uri="{FF2B5EF4-FFF2-40B4-BE49-F238E27FC236}">
                <a16:creationId xmlns:a16="http://schemas.microsoft.com/office/drawing/2014/main" id="{26A579CC-923D-BA49-836F-C900E8DC3163}"/>
              </a:ext>
            </a:extLst>
          </p:cNvPr>
          <p:cNvSpPr/>
          <p:nvPr/>
        </p:nvSpPr>
        <p:spPr>
          <a:xfrm>
            <a:off x="5030465" y="5311002"/>
            <a:ext cx="158900" cy="158900"/>
          </a:xfrm>
          <a:custGeom>
            <a:avLst/>
            <a:gdLst/>
            <a:ahLst/>
            <a:cxnLst/>
            <a:rect l="l" t="t" r="r" b="b"/>
            <a:pathLst>
              <a:path w="4333647" h="4333647" extrusionOk="0">
                <a:moveTo>
                  <a:pt x="937082" y="1651039"/>
                </a:moveTo>
                <a:lnTo>
                  <a:pt x="937082" y="3354087"/>
                </a:lnTo>
                <a:lnTo>
                  <a:pt x="1469284" y="3354087"/>
                </a:lnTo>
                <a:lnTo>
                  <a:pt x="1469284" y="1651039"/>
                </a:lnTo>
                <a:lnTo>
                  <a:pt x="937082" y="1651039"/>
                </a:lnTo>
                <a:close/>
                <a:moveTo>
                  <a:pt x="2832769" y="1616621"/>
                </a:moveTo>
                <a:cubicBezTo>
                  <a:pt x="2664206" y="1616621"/>
                  <a:pt x="2516100" y="1654237"/>
                  <a:pt x="2405635" y="1758689"/>
                </a:cubicBezTo>
                <a:lnTo>
                  <a:pt x="2304094" y="1865710"/>
                </a:lnTo>
                <a:cubicBezTo>
                  <a:pt x="2300124" y="1749259"/>
                  <a:pt x="2300919" y="1715091"/>
                  <a:pt x="2299331" y="1651027"/>
                </a:cubicBezTo>
                <a:lnTo>
                  <a:pt x="1795366" y="1651027"/>
                </a:lnTo>
                <a:lnTo>
                  <a:pt x="1795366" y="3353420"/>
                </a:lnTo>
                <a:lnTo>
                  <a:pt x="2318381" y="3353150"/>
                </a:lnTo>
                <a:cubicBezTo>
                  <a:pt x="2319884" y="3034704"/>
                  <a:pt x="2319075" y="2716239"/>
                  <a:pt x="2322890" y="2397812"/>
                </a:cubicBezTo>
                <a:cubicBezTo>
                  <a:pt x="2327866" y="1982497"/>
                  <a:pt x="2877210" y="1989236"/>
                  <a:pt x="2899974" y="2349718"/>
                </a:cubicBezTo>
                <a:lnTo>
                  <a:pt x="2911179" y="3350999"/>
                </a:lnTo>
                <a:lnTo>
                  <a:pt x="3434195" y="3348350"/>
                </a:lnTo>
                <a:cubicBezTo>
                  <a:pt x="3431814" y="2937575"/>
                  <a:pt x="3427581" y="2508785"/>
                  <a:pt x="3418056" y="2102772"/>
                </a:cubicBezTo>
                <a:cubicBezTo>
                  <a:pt x="3334312" y="1659711"/>
                  <a:pt x="3010503" y="1642480"/>
                  <a:pt x="2832769" y="1616621"/>
                </a:cubicBezTo>
                <a:close/>
                <a:moveTo>
                  <a:pt x="1203183" y="812039"/>
                </a:moveTo>
                <a:cubicBezTo>
                  <a:pt x="1035222" y="812039"/>
                  <a:pt x="899067" y="948195"/>
                  <a:pt x="899067" y="1116155"/>
                </a:cubicBezTo>
                <a:cubicBezTo>
                  <a:pt x="899067" y="1284116"/>
                  <a:pt x="1035222" y="1420271"/>
                  <a:pt x="1203183" y="1420271"/>
                </a:cubicBezTo>
                <a:cubicBezTo>
                  <a:pt x="1371143" y="1420271"/>
                  <a:pt x="1507298" y="1284116"/>
                  <a:pt x="1507298" y="1116155"/>
                </a:cubicBezTo>
                <a:cubicBezTo>
                  <a:pt x="1507298" y="948195"/>
                  <a:pt x="1371143" y="812039"/>
                  <a:pt x="1203183" y="812039"/>
                </a:cubicBezTo>
                <a:close/>
                <a:moveTo>
                  <a:pt x="446104" y="0"/>
                </a:moveTo>
                <a:lnTo>
                  <a:pt x="3887543" y="0"/>
                </a:lnTo>
                <a:cubicBezTo>
                  <a:pt x="4133919" y="0"/>
                  <a:pt x="4333647" y="199728"/>
                  <a:pt x="4333647" y="446104"/>
                </a:cubicBezTo>
                <a:lnTo>
                  <a:pt x="4333647" y="3887543"/>
                </a:lnTo>
                <a:cubicBezTo>
                  <a:pt x="4333647" y="4133919"/>
                  <a:pt x="4133919" y="4333647"/>
                  <a:pt x="3887543" y="4333647"/>
                </a:cubicBezTo>
                <a:lnTo>
                  <a:pt x="446104" y="4333647"/>
                </a:lnTo>
                <a:cubicBezTo>
                  <a:pt x="199728" y="4333647"/>
                  <a:pt x="0" y="4133919"/>
                  <a:pt x="0" y="3887543"/>
                </a:cubicBezTo>
                <a:lnTo>
                  <a:pt x="0" y="446104"/>
                </a:lnTo>
                <a:cubicBezTo>
                  <a:pt x="0" y="199728"/>
                  <a:pt x="199728" y="0"/>
                  <a:pt x="446104" y="0"/>
                </a:cubicBezTo>
                <a:close/>
              </a:path>
            </a:pathLst>
          </a:custGeom>
          <a:solidFill>
            <a:schemeClr val="accent1"/>
          </a:solidFill>
          <a:ln>
            <a:noFill/>
          </a:ln>
        </p:spPr>
        <p:txBody>
          <a:bodyPr spcFirstLastPara="1" wrap="square" lIns="91433" tIns="45700" rIns="91433" bIns="45700" anchor="ctr" anchorCtr="0">
            <a:noAutofit/>
          </a:bodyPr>
          <a:lstStyle/>
          <a:p>
            <a:pPr marL="0" marR="0" lvl="0" indent="0" algn="l" rtl="0">
              <a:spcBef>
                <a:spcPts val="0"/>
              </a:spcBef>
              <a:spcAft>
                <a:spcPts val="0"/>
              </a:spcAft>
              <a:buNone/>
            </a:pPr>
            <a:endParaRPr sz="1867" dirty="0">
              <a:solidFill>
                <a:schemeClr val="lt1"/>
              </a:solidFill>
              <a:latin typeface="Calibri"/>
              <a:ea typeface="Calibri"/>
              <a:cs typeface="Calibri"/>
              <a:sym typeface="Calibri"/>
            </a:endParaRPr>
          </a:p>
        </p:txBody>
      </p:sp>
      <p:sp>
        <p:nvSpPr>
          <p:cNvPr id="23" name="Google Shape;57;p5">
            <a:hlinkClick r:id="rId6"/>
            <a:extLst>
              <a:ext uri="{FF2B5EF4-FFF2-40B4-BE49-F238E27FC236}">
                <a16:creationId xmlns:a16="http://schemas.microsoft.com/office/drawing/2014/main" id="{75F6ECB5-2AFE-4447-86B1-C11E27C70176}"/>
              </a:ext>
            </a:extLst>
          </p:cNvPr>
          <p:cNvSpPr/>
          <p:nvPr/>
        </p:nvSpPr>
        <p:spPr>
          <a:xfrm>
            <a:off x="4528067" y="5231696"/>
            <a:ext cx="324000" cy="324000"/>
          </a:xfrm>
          <a:prstGeom prst="ellipse">
            <a:avLst/>
          </a:prstGeom>
          <a:solidFill>
            <a:schemeClr val="bg1"/>
          </a:solidFill>
          <a:ln>
            <a:noFill/>
          </a:ln>
        </p:spPr>
        <p:txBody>
          <a:bodyPr spcFirstLastPara="1" wrap="square" lIns="91433" tIns="45700" rIns="91433" bIns="45700" anchor="ctr" anchorCtr="0">
            <a:noAutofit/>
          </a:bodyPr>
          <a:lstStyle/>
          <a:p>
            <a:pPr marL="0" marR="0" lvl="0" indent="0" algn="ctr" rtl="0">
              <a:spcBef>
                <a:spcPts val="0"/>
              </a:spcBef>
              <a:spcAft>
                <a:spcPts val="0"/>
              </a:spcAft>
              <a:buNone/>
            </a:pPr>
            <a:endParaRPr sz="1867" dirty="0">
              <a:solidFill>
                <a:schemeClr val="lt1"/>
              </a:solidFill>
              <a:latin typeface="Calibri"/>
              <a:ea typeface="Calibri"/>
              <a:cs typeface="Calibri"/>
              <a:sym typeface="Calibri"/>
            </a:endParaRPr>
          </a:p>
        </p:txBody>
      </p:sp>
      <p:sp>
        <p:nvSpPr>
          <p:cNvPr id="24" name="Google Shape;58;p5">
            <a:hlinkClick r:id="rId6"/>
            <a:extLst>
              <a:ext uri="{FF2B5EF4-FFF2-40B4-BE49-F238E27FC236}">
                <a16:creationId xmlns:a16="http://schemas.microsoft.com/office/drawing/2014/main" id="{42520DFF-F955-5640-9A92-F2312C568248}"/>
              </a:ext>
            </a:extLst>
          </p:cNvPr>
          <p:cNvSpPr/>
          <p:nvPr/>
        </p:nvSpPr>
        <p:spPr>
          <a:xfrm>
            <a:off x="4642383" y="5292297"/>
            <a:ext cx="94340" cy="200620"/>
          </a:xfrm>
          <a:custGeom>
            <a:avLst/>
            <a:gdLst/>
            <a:ahLst/>
            <a:cxnLst/>
            <a:rect l="l" t="t" r="r" b="b"/>
            <a:pathLst>
              <a:path w="1415106" h="3009296" extrusionOk="0">
                <a:moveTo>
                  <a:pt x="1125580" y="0"/>
                </a:moveTo>
                <a:cubicBezTo>
                  <a:pt x="1374672" y="0"/>
                  <a:pt x="1406457" y="1262"/>
                  <a:pt x="1410322" y="11311"/>
                </a:cubicBezTo>
                <a:cubicBezTo>
                  <a:pt x="1412700" y="17533"/>
                  <a:pt x="1414646" y="134349"/>
                  <a:pt x="1414646" y="270901"/>
                </a:cubicBezTo>
                <a:cubicBezTo>
                  <a:pt x="1414646" y="454470"/>
                  <a:pt x="1412430" y="521414"/>
                  <a:pt x="1406078" y="527757"/>
                </a:cubicBezTo>
                <a:cubicBezTo>
                  <a:pt x="1399862" y="533982"/>
                  <a:pt x="1347779" y="536341"/>
                  <a:pt x="1216719" y="536341"/>
                </a:cubicBezTo>
                <a:cubicBezTo>
                  <a:pt x="1010440" y="536341"/>
                  <a:pt x="990574" y="540169"/>
                  <a:pt x="962492" y="585333"/>
                </a:cubicBezTo>
                <a:cubicBezTo>
                  <a:pt x="947275" y="609761"/>
                  <a:pt x="946113" y="620445"/>
                  <a:pt x="943924" y="752664"/>
                </a:cubicBezTo>
                <a:lnTo>
                  <a:pt x="941599" y="893900"/>
                </a:lnTo>
                <a:lnTo>
                  <a:pt x="1173690" y="893900"/>
                </a:lnTo>
                <a:cubicBezTo>
                  <a:pt x="1350860" y="893900"/>
                  <a:pt x="1407403" y="896016"/>
                  <a:pt x="1412727" y="902838"/>
                </a:cubicBezTo>
                <a:cubicBezTo>
                  <a:pt x="1417295" y="908709"/>
                  <a:pt x="1415268" y="958419"/>
                  <a:pt x="1406808" y="1047652"/>
                </a:cubicBezTo>
                <a:cubicBezTo>
                  <a:pt x="1399727" y="1122383"/>
                  <a:pt x="1387537" y="1252761"/>
                  <a:pt x="1379699" y="1337386"/>
                </a:cubicBezTo>
                <a:cubicBezTo>
                  <a:pt x="1371861" y="1422011"/>
                  <a:pt x="1363293" y="1496831"/>
                  <a:pt x="1360671" y="1503653"/>
                </a:cubicBezTo>
                <a:cubicBezTo>
                  <a:pt x="1356293" y="1515045"/>
                  <a:pt x="1338238" y="1516056"/>
                  <a:pt x="1138608" y="1516056"/>
                </a:cubicBezTo>
                <a:lnTo>
                  <a:pt x="921301" y="1516056"/>
                </a:lnTo>
                <a:lnTo>
                  <a:pt x="919463" y="2261569"/>
                </a:lnTo>
                <a:lnTo>
                  <a:pt x="917652" y="3007087"/>
                </a:lnTo>
                <a:lnTo>
                  <a:pt x="613202" y="3008952"/>
                </a:lnTo>
                <a:cubicBezTo>
                  <a:pt x="445757" y="3009979"/>
                  <a:pt x="306575" y="3008627"/>
                  <a:pt x="303910" y="3005979"/>
                </a:cubicBezTo>
                <a:cubicBezTo>
                  <a:pt x="301248" y="3003303"/>
                  <a:pt x="299069" y="2667045"/>
                  <a:pt x="299069" y="2258731"/>
                </a:cubicBezTo>
                <a:lnTo>
                  <a:pt x="299069" y="1516345"/>
                </a:lnTo>
                <a:lnTo>
                  <a:pt x="150682" y="1514413"/>
                </a:lnTo>
                <a:lnTo>
                  <a:pt x="2292" y="1512480"/>
                </a:lnTo>
                <a:lnTo>
                  <a:pt x="427" y="1212957"/>
                </a:lnTo>
                <a:cubicBezTo>
                  <a:pt x="-916" y="997785"/>
                  <a:pt x="843" y="910684"/>
                  <a:pt x="6665" y="903668"/>
                </a:cubicBezTo>
                <a:cubicBezTo>
                  <a:pt x="13019" y="896011"/>
                  <a:pt x="45497" y="893900"/>
                  <a:pt x="156920" y="893900"/>
                </a:cubicBezTo>
                <a:lnTo>
                  <a:pt x="299069" y="893900"/>
                </a:lnTo>
                <a:lnTo>
                  <a:pt x="299069" y="725433"/>
                </a:lnTo>
                <a:cubicBezTo>
                  <a:pt x="299069" y="542193"/>
                  <a:pt x="309354" y="464187"/>
                  <a:pt x="346631" y="364710"/>
                </a:cubicBezTo>
                <a:cubicBezTo>
                  <a:pt x="392425" y="242510"/>
                  <a:pt x="487918" y="132443"/>
                  <a:pt x="595844" y="77468"/>
                </a:cubicBezTo>
                <a:cubicBezTo>
                  <a:pt x="734266" y="6960"/>
                  <a:pt x="781863" y="0"/>
                  <a:pt x="1125580" y="0"/>
                </a:cubicBezTo>
                <a:close/>
              </a:path>
            </a:pathLst>
          </a:custGeom>
          <a:solidFill>
            <a:schemeClr val="accent1"/>
          </a:solidFill>
          <a:ln>
            <a:noFill/>
          </a:ln>
        </p:spPr>
        <p:txBody>
          <a:bodyPr spcFirstLastPara="1" wrap="square" lIns="91433" tIns="45700" rIns="91433" bIns="45700" anchor="ctr" anchorCtr="0">
            <a:noAutofit/>
          </a:bodyPr>
          <a:lstStyle/>
          <a:p>
            <a:pPr marL="0" marR="0" lvl="0" indent="0" algn="l" rtl="0">
              <a:spcBef>
                <a:spcPts val="0"/>
              </a:spcBef>
              <a:spcAft>
                <a:spcPts val="0"/>
              </a:spcAft>
              <a:buNone/>
            </a:pPr>
            <a:endParaRPr sz="1867" dirty="0">
              <a:solidFill>
                <a:schemeClr val="lt1"/>
              </a:solidFill>
              <a:latin typeface="Calibri"/>
              <a:ea typeface="Calibri"/>
              <a:cs typeface="Calibri"/>
              <a:sym typeface="Calibri"/>
            </a:endParaRPr>
          </a:p>
        </p:txBody>
      </p:sp>
      <p:sp>
        <p:nvSpPr>
          <p:cNvPr id="25" name="Text Placeholder 4">
            <a:extLst>
              <a:ext uri="{FF2B5EF4-FFF2-40B4-BE49-F238E27FC236}">
                <a16:creationId xmlns:a16="http://schemas.microsoft.com/office/drawing/2014/main" id="{A626FD99-5719-204C-B75A-058206F2B393}"/>
              </a:ext>
            </a:extLst>
          </p:cNvPr>
          <p:cNvSpPr>
            <a:spLocks noGrp="1"/>
          </p:cNvSpPr>
          <p:nvPr>
            <p:ph type="body" sz="quarter" idx="169"/>
          </p:nvPr>
        </p:nvSpPr>
        <p:spPr>
          <a:xfrm>
            <a:off x="4528067" y="1422400"/>
            <a:ext cx="6197600" cy="1482800"/>
          </a:xfrm>
          <a:prstGeom prst="rect">
            <a:avLst/>
          </a:prstGeom>
        </p:spPr>
        <p:txBody>
          <a:bodyPr lIns="0" tIns="0" rIns="0" bIns="0"/>
          <a:lstStyle>
            <a:lvl1pPr marL="6351" marR="0" indent="0" algn="l" rtl="0">
              <a:lnSpc>
                <a:spcPct val="90000"/>
              </a:lnSpc>
              <a:spcBef>
                <a:spcPts val="0"/>
              </a:spcBef>
              <a:spcAft>
                <a:spcPts val="0"/>
              </a:spcAft>
              <a:buClr>
                <a:schemeClr val="dk1"/>
              </a:buClr>
              <a:buSzPts val="6400"/>
              <a:buFont typeface="Poppins"/>
              <a:buNone/>
              <a:tabLst/>
              <a:defRPr lang="en-US" sz="8533" b="0" i="0" u="none" strike="noStrike" cap="none" dirty="0">
                <a:solidFill>
                  <a:schemeClr val="bg1"/>
                </a:solidFill>
                <a:latin typeface="Poppins"/>
                <a:ea typeface="Poppins"/>
                <a:cs typeface="Poppins"/>
                <a:sym typeface="Poppins"/>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26" name="Text Placeholder 4">
            <a:extLst>
              <a:ext uri="{FF2B5EF4-FFF2-40B4-BE49-F238E27FC236}">
                <a16:creationId xmlns:a16="http://schemas.microsoft.com/office/drawing/2014/main" id="{A681DAEF-4D26-8C43-8DA5-2FDB15DF829D}"/>
              </a:ext>
            </a:extLst>
          </p:cNvPr>
          <p:cNvSpPr>
            <a:spLocks noGrp="1"/>
          </p:cNvSpPr>
          <p:nvPr>
            <p:ph type="body" sz="quarter" idx="170"/>
          </p:nvPr>
        </p:nvSpPr>
        <p:spPr>
          <a:xfrm>
            <a:off x="4528067" y="2834567"/>
            <a:ext cx="6197600" cy="308000"/>
          </a:xfrm>
          <a:prstGeom prst="rect">
            <a:avLst/>
          </a:prstGeom>
        </p:spPr>
        <p:txBody>
          <a:bodyPr lIns="0" tIns="0" rIns="0" bIns="0"/>
          <a:lstStyle>
            <a:lvl1pPr marL="6351" marR="0" indent="0" algn="l" rtl="0">
              <a:lnSpc>
                <a:spcPct val="100000"/>
              </a:lnSpc>
              <a:spcBef>
                <a:spcPts val="0"/>
              </a:spcBef>
              <a:spcAft>
                <a:spcPts val="0"/>
              </a:spcAft>
              <a:buClr>
                <a:schemeClr val="accent1"/>
              </a:buClr>
              <a:buSzPts val="1400"/>
              <a:buFont typeface="Poppins Medium"/>
              <a:buNone/>
              <a:tabLst/>
              <a:defRPr lang="en-US" sz="1867" b="0" i="0" u="none" strike="noStrike" cap="none" dirty="0">
                <a:solidFill>
                  <a:schemeClr val="accent1"/>
                </a:solidFill>
                <a:latin typeface="Poppins Medium"/>
                <a:ea typeface="Poppins Medium"/>
                <a:cs typeface="Poppins Medium"/>
                <a:sym typeface="Poppins Medium"/>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27" name="Text Placeholder 4">
            <a:extLst>
              <a:ext uri="{FF2B5EF4-FFF2-40B4-BE49-F238E27FC236}">
                <a16:creationId xmlns:a16="http://schemas.microsoft.com/office/drawing/2014/main" id="{43EDDF4F-5266-E347-9ED0-FC4BA905BB48}"/>
              </a:ext>
            </a:extLst>
          </p:cNvPr>
          <p:cNvSpPr>
            <a:spLocks noGrp="1"/>
          </p:cNvSpPr>
          <p:nvPr>
            <p:ph type="body" sz="quarter" idx="173"/>
          </p:nvPr>
        </p:nvSpPr>
        <p:spPr>
          <a:xfrm>
            <a:off x="4528067" y="3269999"/>
            <a:ext cx="6197600" cy="253600"/>
          </a:xfrm>
          <a:prstGeom prst="rect">
            <a:avLst/>
          </a:prstGeom>
        </p:spPr>
        <p:txBody>
          <a:bodyPr lIns="0" tIns="0" rIns="0" bIns="0"/>
          <a:lstStyle>
            <a:lvl1pPr marL="6351" marR="0" indent="0" algn="l" rtl="0">
              <a:lnSpc>
                <a:spcPct val="100000"/>
              </a:lnSpc>
              <a:spcBef>
                <a:spcPts val="0"/>
              </a:spcBef>
              <a:spcAft>
                <a:spcPts val="0"/>
              </a:spcAft>
              <a:buClr>
                <a:schemeClr val="dk1"/>
              </a:buClr>
              <a:buSzPts val="1200"/>
              <a:buFont typeface="Arial"/>
              <a:buNone/>
              <a:tabLst/>
              <a:defRPr lang="en-US" sz="1600"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28" name="Text Placeholder 4">
            <a:extLst>
              <a:ext uri="{FF2B5EF4-FFF2-40B4-BE49-F238E27FC236}">
                <a16:creationId xmlns:a16="http://schemas.microsoft.com/office/drawing/2014/main" id="{1E35A8B5-5C75-7A4B-8E09-9E7B1C6DA584}"/>
              </a:ext>
            </a:extLst>
          </p:cNvPr>
          <p:cNvSpPr>
            <a:spLocks noGrp="1"/>
          </p:cNvSpPr>
          <p:nvPr>
            <p:ph type="body" sz="quarter" idx="174"/>
          </p:nvPr>
        </p:nvSpPr>
        <p:spPr>
          <a:xfrm>
            <a:off x="4528067" y="3562132"/>
            <a:ext cx="6197600" cy="205184"/>
          </a:xfrm>
          <a:prstGeom prst="rect">
            <a:avLst/>
          </a:prstGeom>
        </p:spPr>
        <p:txBody>
          <a:bodyPr lIns="0" tIns="0" rIns="0" bIns="0"/>
          <a:lstStyle>
            <a:lvl1pPr marL="6351" marR="0" indent="0" algn="l" rtl="0">
              <a:lnSpc>
                <a:spcPct val="100000"/>
              </a:lnSpc>
              <a:spcBef>
                <a:spcPts val="0"/>
              </a:spcBef>
              <a:spcAft>
                <a:spcPts val="0"/>
              </a:spcAft>
              <a:buClr>
                <a:schemeClr val="lt1"/>
              </a:buClr>
              <a:buSzPts val="1000"/>
              <a:buFont typeface="Arial"/>
              <a:buNone/>
              <a:tabLst/>
              <a:defRPr lang="en-US" sz="1333" b="0" i="0" u="none" strike="noStrike" cap="none" dirty="0">
                <a:solidFill>
                  <a:schemeClr val="tx2"/>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Tree>
    <p:extLst>
      <p:ext uri="{BB962C8B-B14F-4D97-AF65-F5344CB8AC3E}">
        <p14:creationId xmlns:p14="http://schemas.microsoft.com/office/powerpoint/2010/main" val="860881796"/>
      </p:ext>
    </p:extLst>
  </p:cSld>
  <p:clrMapOvr>
    <a:masterClrMapping/>
  </p:clrMapOvr>
  <p:extLst>
    <p:ext uri="{DCECCB84-F9BA-43D5-87BE-67443E8EF086}">
      <p15:sldGuideLst xmlns:p15="http://schemas.microsoft.com/office/powerpoint/2012/main">
        <p15:guide id="1" pos="249">
          <p15:clr>
            <a:srgbClr val="FBAE40"/>
          </p15:clr>
        </p15:guide>
        <p15:guide id="2" orient="horz" pos="531">
          <p15:clr>
            <a:srgbClr val="FBAE40"/>
          </p15:clr>
        </p15:guide>
        <p15:guide id="3" pos="5511">
          <p15:clr>
            <a:srgbClr val="FBAE40"/>
          </p15:clr>
        </p15:guide>
        <p15:guide id="4" orient="horz" pos="2935">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itle + Column (Vertical Style)">
    <p:spTree>
      <p:nvGrpSpPr>
        <p:cNvPr id="1" name=""/>
        <p:cNvGrpSpPr/>
        <p:nvPr/>
      </p:nvGrpSpPr>
      <p:grpSpPr>
        <a:xfrm>
          <a:off x="0" y="0"/>
          <a:ext cx="0" cy="0"/>
          <a:chOff x="0" y="0"/>
          <a:chExt cx="0" cy="0"/>
        </a:xfrm>
      </p:grpSpPr>
      <p:sp>
        <p:nvSpPr>
          <p:cNvPr id="2" name="Google Shape;630;p23">
            <a:extLst>
              <a:ext uri="{FF2B5EF4-FFF2-40B4-BE49-F238E27FC236}">
                <a16:creationId xmlns:a16="http://schemas.microsoft.com/office/drawing/2014/main" id="{0C0589EB-968E-7143-8E8C-2D2BF80DCB83}"/>
              </a:ext>
            </a:extLst>
          </p:cNvPr>
          <p:cNvSpPr/>
          <p:nvPr/>
        </p:nvSpPr>
        <p:spPr>
          <a:xfrm>
            <a:off x="0" y="0"/>
            <a:ext cx="3024400" cy="6858000"/>
          </a:xfrm>
          <a:prstGeom prst="rect">
            <a:avLst/>
          </a:prstGeom>
          <a:solidFill>
            <a:srgbClr val="000000">
              <a:alpha val="4470"/>
            </a:srgbClr>
          </a:solidFill>
          <a:ln w="9525" cap="flat" cmpd="sng">
            <a:no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b="0" i="0" dirty="0">
              <a:latin typeface="Calibri" panose="020F0502020204030204" pitchFamily="34" charset="0"/>
              <a:cs typeface="Calibri" panose="020F0502020204030204" pitchFamily="34" charset="0"/>
            </a:endParaRPr>
          </a:p>
        </p:txBody>
      </p:sp>
      <p:sp>
        <p:nvSpPr>
          <p:cNvPr id="3" name="Google Shape;631;p23">
            <a:extLst>
              <a:ext uri="{FF2B5EF4-FFF2-40B4-BE49-F238E27FC236}">
                <a16:creationId xmlns:a16="http://schemas.microsoft.com/office/drawing/2014/main" id="{8928E530-854C-BC4C-A3C4-B1CCD549ABA8}"/>
              </a:ext>
            </a:extLst>
          </p:cNvPr>
          <p:cNvSpPr/>
          <p:nvPr/>
        </p:nvSpPr>
        <p:spPr>
          <a:xfrm>
            <a:off x="11792595" y="6494883"/>
            <a:ext cx="304800" cy="306000"/>
          </a:xfrm>
          <a:prstGeom prst="ellipse">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fld id="{00000000-1234-1234-1234-123412341234}" type="slidenum">
              <a:rPr lang="en" sz="933">
                <a:solidFill>
                  <a:schemeClr val="dk1"/>
                </a:solidFill>
                <a:latin typeface="Calibri"/>
                <a:ea typeface="Calibri"/>
                <a:cs typeface="Calibri"/>
                <a:sym typeface="Calibri"/>
              </a:rPr>
              <a:pPr marL="0" marR="0" lvl="0" indent="0" algn="r" rtl="0">
                <a:spcBef>
                  <a:spcPts val="0"/>
                </a:spcBef>
                <a:spcAft>
                  <a:spcPts val="0"/>
                </a:spcAft>
                <a:buNone/>
              </a:pPr>
              <a:t>‹#›</a:t>
            </a:fld>
            <a:endParaRPr sz="933" dirty="0">
              <a:solidFill>
                <a:schemeClr val="dk1"/>
              </a:solidFill>
              <a:latin typeface="Calibri"/>
              <a:ea typeface="Calibri"/>
              <a:cs typeface="Calibri"/>
              <a:sym typeface="Calibri"/>
            </a:endParaRPr>
          </a:p>
        </p:txBody>
      </p:sp>
      <p:sp>
        <p:nvSpPr>
          <p:cNvPr id="4" name="Google Shape;632;p23">
            <a:extLst>
              <a:ext uri="{FF2B5EF4-FFF2-40B4-BE49-F238E27FC236}">
                <a16:creationId xmlns:a16="http://schemas.microsoft.com/office/drawing/2014/main" id="{E1B83B6F-F25A-7A43-8271-1D2B0850245F}"/>
              </a:ext>
            </a:extLst>
          </p:cNvPr>
          <p:cNvSpPr/>
          <p:nvPr/>
        </p:nvSpPr>
        <p:spPr>
          <a:xfrm>
            <a:off x="3" y="1"/>
            <a:ext cx="301543" cy="347263"/>
          </a:xfrm>
          <a:custGeom>
            <a:avLst/>
            <a:gdLst/>
            <a:ahLst/>
            <a:cxnLst/>
            <a:rect l="l" t="t" r="r" b="b"/>
            <a:pathLst>
              <a:path w="1675237" h="1929234" extrusionOk="0">
                <a:moveTo>
                  <a:pt x="461556" y="1897854"/>
                </a:moveTo>
                <a:lnTo>
                  <a:pt x="469774" y="1899513"/>
                </a:lnTo>
                <a:lnTo>
                  <a:pt x="443985" y="1904118"/>
                </a:lnTo>
                <a:lnTo>
                  <a:pt x="449737" y="1900240"/>
                </a:lnTo>
                <a:cubicBezTo>
                  <a:pt x="453370" y="1898704"/>
                  <a:pt x="457364" y="1897854"/>
                  <a:pt x="461556" y="1897854"/>
                </a:cubicBezTo>
                <a:close/>
                <a:moveTo>
                  <a:pt x="389002" y="1897854"/>
                </a:moveTo>
                <a:cubicBezTo>
                  <a:pt x="397386" y="1897854"/>
                  <a:pt x="404977" y="1901253"/>
                  <a:pt x="410472" y="1906747"/>
                </a:cubicBezTo>
                <a:lnTo>
                  <a:pt x="411766" y="1909872"/>
                </a:lnTo>
                <a:lnTo>
                  <a:pt x="400388" y="1911904"/>
                </a:lnTo>
                <a:lnTo>
                  <a:pt x="363451" y="1916598"/>
                </a:lnTo>
                <a:lnTo>
                  <a:pt x="367531" y="1906747"/>
                </a:lnTo>
                <a:cubicBezTo>
                  <a:pt x="373026" y="1901253"/>
                  <a:pt x="380617" y="1897854"/>
                  <a:pt x="389002" y="1897854"/>
                </a:cubicBezTo>
                <a:close/>
                <a:moveTo>
                  <a:pt x="316447" y="1897854"/>
                </a:moveTo>
                <a:cubicBezTo>
                  <a:pt x="324832" y="1897854"/>
                  <a:pt x="332422" y="1901253"/>
                  <a:pt x="337917" y="1906747"/>
                </a:cubicBezTo>
                <a:lnTo>
                  <a:pt x="343070" y="1919187"/>
                </a:lnTo>
                <a:lnTo>
                  <a:pt x="325117" y="1921469"/>
                </a:lnTo>
                <a:lnTo>
                  <a:pt x="287700" y="1924314"/>
                </a:lnTo>
                <a:lnTo>
                  <a:pt x="294977" y="1906747"/>
                </a:lnTo>
                <a:cubicBezTo>
                  <a:pt x="300471" y="1901253"/>
                  <a:pt x="308062" y="1897854"/>
                  <a:pt x="316447" y="1897854"/>
                </a:cubicBezTo>
                <a:close/>
                <a:moveTo>
                  <a:pt x="243892" y="1897854"/>
                </a:moveTo>
                <a:cubicBezTo>
                  <a:pt x="252277" y="1897854"/>
                  <a:pt x="259868" y="1901253"/>
                  <a:pt x="265363" y="1906747"/>
                </a:cubicBezTo>
                <a:lnTo>
                  <a:pt x="273099" y="1925425"/>
                </a:lnTo>
                <a:lnTo>
                  <a:pt x="248735" y="1927277"/>
                </a:lnTo>
                <a:lnTo>
                  <a:pt x="213550" y="1928167"/>
                </a:lnTo>
                <a:lnTo>
                  <a:pt x="222422" y="1906747"/>
                </a:lnTo>
                <a:cubicBezTo>
                  <a:pt x="227917" y="1901253"/>
                  <a:pt x="235508" y="1897854"/>
                  <a:pt x="243892" y="1897854"/>
                </a:cubicBezTo>
                <a:close/>
                <a:moveTo>
                  <a:pt x="171339" y="1897854"/>
                </a:moveTo>
                <a:cubicBezTo>
                  <a:pt x="188107" y="1897854"/>
                  <a:pt x="201701" y="1911448"/>
                  <a:pt x="201701" y="1928218"/>
                </a:cubicBezTo>
                <a:lnTo>
                  <a:pt x="201597" y="1928469"/>
                </a:lnTo>
                <a:lnTo>
                  <a:pt x="171336" y="1929234"/>
                </a:lnTo>
                <a:lnTo>
                  <a:pt x="141087" y="1928469"/>
                </a:lnTo>
                <a:lnTo>
                  <a:pt x="140982" y="1928218"/>
                </a:lnTo>
                <a:cubicBezTo>
                  <a:pt x="140982" y="1911448"/>
                  <a:pt x="154577" y="1897854"/>
                  <a:pt x="171339" y="1897854"/>
                </a:cubicBezTo>
                <a:close/>
                <a:moveTo>
                  <a:pt x="98792" y="1897854"/>
                </a:moveTo>
                <a:cubicBezTo>
                  <a:pt x="107177" y="1897854"/>
                  <a:pt x="114768" y="1901253"/>
                  <a:pt x="120263" y="1906747"/>
                </a:cubicBezTo>
                <a:lnTo>
                  <a:pt x="129135" y="1928167"/>
                </a:lnTo>
                <a:lnTo>
                  <a:pt x="93938" y="1927277"/>
                </a:lnTo>
                <a:lnTo>
                  <a:pt x="69586" y="1925425"/>
                </a:lnTo>
                <a:lnTo>
                  <a:pt x="77322" y="1906747"/>
                </a:lnTo>
                <a:cubicBezTo>
                  <a:pt x="82817" y="1901253"/>
                  <a:pt x="90408" y="1897854"/>
                  <a:pt x="98792" y="1897854"/>
                </a:cubicBezTo>
                <a:close/>
                <a:moveTo>
                  <a:pt x="26239" y="1897854"/>
                </a:moveTo>
                <a:cubicBezTo>
                  <a:pt x="34623" y="1897854"/>
                  <a:pt x="42214" y="1901253"/>
                  <a:pt x="47709" y="1906747"/>
                </a:cubicBezTo>
                <a:lnTo>
                  <a:pt x="54985" y="1924315"/>
                </a:lnTo>
                <a:lnTo>
                  <a:pt x="17556" y="1921469"/>
                </a:lnTo>
                <a:lnTo>
                  <a:pt x="0" y="1919238"/>
                </a:lnTo>
                <a:lnTo>
                  <a:pt x="0" y="1918259"/>
                </a:lnTo>
                <a:lnTo>
                  <a:pt x="4768" y="1906747"/>
                </a:lnTo>
                <a:cubicBezTo>
                  <a:pt x="10263" y="1901253"/>
                  <a:pt x="17854" y="1897854"/>
                  <a:pt x="26239" y="1897854"/>
                </a:cubicBezTo>
                <a:close/>
                <a:moveTo>
                  <a:pt x="679220" y="1817400"/>
                </a:moveTo>
                <a:cubicBezTo>
                  <a:pt x="687604" y="1817400"/>
                  <a:pt x="695195" y="1820799"/>
                  <a:pt x="700690" y="1826293"/>
                </a:cubicBezTo>
                <a:lnTo>
                  <a:pt x="702587" y="1830873"/>
                </a:lnTo>
                <a:lnTo>
                  <a:pt x="649855" y="1850174"/>
                </a:lnTo>
                <a:lnTo>
                  <a:pt x="648856" y="1847763"/>
                </a:lnTo>
                <a:cubicBezTo>
                  <a:pt x="648856" y="1830994"/>
                  <a:pt x="662450" y="1817400"/>
                  <a:pt x="679220" y="1817400"/>
                </a:cubicBezTo>
                <a:close/>
                <a:moveTo>
                  <a:pt x="606665" y="1817400"/>
                </a:moveTo>
                <a:cubicBezTo>
                  <a:pt x="623435" y="1817400"/>
                  <a:pt x="637029" y="1830994"/>
                  <a:pt x="637029" y="1847763"/>
                </a:cubicBezTo>
                <a:lnTo>
                  <a:pt x="633560" y="1856138"/>
                </a:lnTo>
                <a:lnTo>
                  <a:pt x="618594" y="1861615"/>
                </a:lnTo>
                <a:lnTo>
                  <a:pt x="587142" y="1870547"/>
                </a:lnTo>
                <a:lnTo>
                  <a:pt x="585195" y="1869234"/>
                </a:lnTo>
                <a:cubicBezTo>
                  <a:pt x="579700" y="1863739"/>
                  <a:pt x="576302" y="1856148"/>
                  <a:pt x="576302" y="1847763"/>
                </a:cubicBezTo>
                <a:cubicBezTo>
                  <a:pt x="576302" y="1830994"/>
                  <a:pt x="589896" y="1817400"/>
                  <a:pt x="606665" y="1817400"/>
                </a:cubicBezTo>
                <a:close/>
                <a:moveTo>
                  <a:pt x="534111" y="1817400"/>
                </a:moveTo>
                <a:cubicBezTo>
                  <a:pt x="550880" y="1817400"/>
                  <a:pt x="564474" y="1830994"/>
                  <a:pt x="564474" y="1847763"/>
                </a:cubicBezTo>
                <a:cubicBezTo>
                  <a:pt x="564474" y="1864533"/>
                  <a:pt x="550880" y="1878127"/>
                  <a:pt x="534111" y="1878127"/>
                </a:cubicBezTo>
                <a:cubicBezTo>
                  <a:pt x="517341" y="1878127"/>
                  <a:pt x="503747" y="1864533"/>
                  <a:pt x="503747" y="1847763"/>
                </a:cubicBezTo>
                <a:cubicBezTo>
                  <a:pt x="503747" y="1830994"/>
                  <a:pt x="517341" y="1817400"/>
                  <a:pt x="534111" y="1817400"/>
                </a:cubicBezTo>
                <a:close/>
                <a:moveTo>
                  <a:pt x="461556" y="1817400"/>
                </a:moveTo>
                <a:cubicBezTo>
                  <a:pt x="478326" y="1817400"/>
                  <a:pt x="491920" y="1830994"/>
                  <a:pt x="491920" y="1847763"/>
                </a:cubicBezTo>
                <a:cubicBezTo>
                  <a:pt x="491920" y="1864533"/>
                  <a:pt x="478326" y="1878127"/>
                  <a:pt x="461556" y="1878127"/>
                </a:cubicBezTo>
                <a:cubicBezTo>
                  <a:pt x="444787" y="1878127"/>
                  <a:pt x="431192" y="1864533"/>
                  <a:pt x="431192" y="1847763"/>
                </a:cubicBezTo>
                <a:cubicBezTo>
                  <a:pt x="431192" y="1830994"/>
                  <a:pt x="444787" y="1817400"/>
                  <a:pt x="461556" y="1817400"/>
                </a:cubicBezTo>
                <a:close/>
                <a:moveTo>
                  <a:pt x="389002" y="1817400"/>
                </a:moveTo>
                <a:cubicBezTo>
                  <a:pt x="405771" y="1817400"/>
                  <a:pt x="419365" y="1830994"/>
                  <a:pt x="419365" y="1847763"/>
                </a:cubicBezTo>
                <a:cubicBezTo>
                  <a:pt x="419365" y="1864533"/>
                  <a:pt x="405771" y="1878127"/>
                  <a:pt x="389002" y="1878127"/>
                </a:cubicBezTo>
                <a:cubicBezTo>
                  <a:pt x="372232" y="1878127"/>
                  <a:pt x="358638" y="1864533"/>
                  <a:pt x="358638" y="1847763"/>
                </a:cubicBezTo>
                <a:cubicBezTo>
                  <a:pt x="358638" y="1830994"/>
                  <a:pt x="372232" y="1817400"/>
                  <a:pt x="389002" y="1817400"/>
                </a:cubicBezTo>
                <a:close/>
                <a:moveTo>
                  <a:pt x="316447" y="1817400"/>
                </a:moveTo>
                <a:cubicBezTo>
                  <a:pt x="333216" y="1817400"/>
                  <a:pt x="346810" y="1830994"/>
                  <a:pt x="346810" y="1847763"/>
                </a:cubicBezTo>
                <a:cubicBezTo>
                  <a:pt x="346810" y="1864533"/>
                  <a:pt x="333216" y="1878127"/>
                  <a:pt x="316447" y="1878127"/>
                </a:cubicBezTo>
                <a:cubicBezTo>
                  <a:pt x="299677" y="1878127"/>
                  <a:pt x="286084" y="1864533"/>
                  <a:pt x="286084" y="1847763"/>
                </a:cubicBezTo>
                <a:cubicBezTo>
                  <a:pt x="286084" y="1830994"/>
                  <a:pt x="299677" y="1817400"/>
                  <a:pt x="316447" y="1817400"/>
                </a:cubicBezTo>
                <a:close/>
                <a:moveTo>
                  <a:pt x="243892" y="1817400"/>
                </a:moveTo>
                <a:cubicBezTo>
                  <a:pt x="260662" y="1817400"/>
                  <a:pt x="274256" y="1830994"/>
                  <a:pt x="274256" y="1847763"/>
                </a:cubicBezTo>
                <a:cubicBezTo>
                  <a:pt x="274256" y="1864533"/>
                  <a:pt x="260662" y="1878127"/>
                  <a:pt x="243892" y="1878127"/>
                </a:cubicBezTo>
                <a:cubicBezTo>
                  <a:pt x="227123" y="1878127"/>
                  <a:pt x="213529" y="1864533"/>
                  <a:pt x="213529" y="1847763"/>
                </a:cubicBezTo>
                <a:cubicBezTo>
                  <a:pt x="213529" y="1830994"/>
                  <a:pt x="227123" y="1817400"/>
                  <a:pt x="243892" y="1817400"/>
                </a:cubicBezTo>
                <a:close/>
                <a:moveTo>
                  <a:pt x="171339" y="1817400"/>
                </a:moveTo>
                <a:cubicBezTo>
                  <a:pt x="188107" y="1817400"/>
                  <a:pt x="201701" y="1830994"/>
                  <a:pt x="201701" y="1847763"/>
                </a:cubicBezTo>
                <a:cubicBezTo>
                  <a:pt x="201701" y="1864533"/>
                  <a:pt x="188107" y="1878127"/>
                  <a:pt x="171339" y="1878127"/>
                </a:cubicBezTo>
                <a:cubicBezTo>
                  <a:pt x="154583" y="1878127"/>
                  <a:pt x="140989" y="1864533"/>
                  <a:pt x="140989" y="1847763"/>
                </a:cubicBezTo>
                <a:cubicBezTo>
                  <a:pt x="140989" y="1830994"/>
                  <a:pt x="154583" y="1817400"/>
                  <a:pt x="171339" y="1817400"/>
                </a:cubicBezTo>
                <a:close/>
                <a:moveTo>
                  <a:pt x="98799" y="1817400"/>
                </a:moveTo>
                <a:cubicBezTo>
                  <a:pt x="115568" y="1817400"/>
                  <a:pt x="129162" y="1830994"/>
                  <a:pt x="129162" y="1847763"/>
                </a:cubicBezTo>
                <a:cubicBezTo>
                  <a:pt x="129162" y="1864533"/>
                  <a:pt x="115568" y="1878127"/>
                  <a:pt x="98799" y="1878127"/>
                </a:cubicBezTo>
                <a:cubicBezTo>
                  <a:pt x="82029" y="1878127"/>
                  <a:pt x="68435" y="1864533"/>
                  <a:pt x="68435" y="1847763"/>
                </a:cubicBezTo>
                <a:cubicBezTo>
                  <a:pt x="68435" y="1830994"/>
                  <a:pt x="82029" y="1817400"/>
                  <a:pt x="98799" y="1817400"/>
                </a:cubicBezTo>
                <a:close/>
                <a:moveTo>
                  <a:pt x="26245" y="1817400"/>
                </a:moveTo>
                <a:cubicBezTo>
                  <a:pt x="43014" y="1817400"/>
                  <a:pt x="56608" y="1830994"/>
                  <a:pt x="56608" y="1847763"/>
                </a:cubicBezTo>
                <a:cubicBezTo>
                  <a:pt x="56608" y="1864533"/>
                  <a:pt x="43014" y="1878127"/>
                  <a:pt x="26245" y="1878127"/>
                </a:cubicBezTo>
                <a:cubicBezTo>
                  <a:pt x="17860" y="1878127"/>
                  <a:pt x="10269" y="1874729"/>
                  <a:pt x="4775" y="1869234"/>
                </a:cubicBezTo>
                <a:lnTo>
                  <a:pt x="0" y="1857707"/>
                </a:lnTo>
                <a:lnTo>
                  <a:pt x="0" y="1837819"/>
                </a:lnTo>
                <a:lnTo>
                  <a:pt x="4775" y="1826293"/>
                </a:lnTo>
                <a:cubicBezTo>
                  <a:pt x="10269" y="1820799"/>
                  <a:pt x="17860" y="1817400"/>
                  <a:pt x="26245" y="1817400"/>
                </a:cubicBezTo>
                <a:close/>
                <a:moveTo>
                  <a:pt x="896883" y="1736948"/>
                </a:moveTo>
                <a:lnTo>
                  <a:pt x="903696" y="1738324"/>
                </a:lnTo>
                <a:lnTo>
                  <a:pt x="888255" y="1747704"/>
                </a:lnTo>
                <a:lnTo>
                  <a:pt x="871248" y="1755896"/>
                </a:lnTo>
                <a:lnTo>
                  <a:pt x="875413" y="1745841"/>
                </a:lnTo>
                <a:cubicBezTo>
                  <a:pt x="880908" y="1740347"/>
                  <a:pt x="888499" y="1736948"/>
                  <a:pt x="896883" y="1736948"/>
                </a:cubicBezTo>
                <a:close/>
                <a:moveTo>
                  <a:pt x="824329" y="1736948"/>
                </a:moveTo>
                <a:cubicBezTo>
                  <a:pt x="832714" y="1736948"/>
                  <a:pt x="840304" y="1740347"/>
                  <a:pt x="845799" y="1745841"/>
                </a:cubicBezTo>
                <a:lnTo>
                  <a:pt x="853504" y="1764444"/>
                </a:lnTo>
                <a:lnTo>
                  <a:pt x="802910" y="1788817"/>
                </a:lnTo>
                <a:lnTo>
                  <a:pt x="802858" y="1788782"/>
                </a:lnTo>
                <a:cubicBezTo>
                  <a:pt x="797364" y="1783287"/>
                  <a:pt x="793965" y="1775696"/>
                  <a:pt x="793965" y="1767312"/>
                </a:cubicBezTo>
                <a:cubicBezTo>
                  <a:pt x="793965" y="1750542"/>
                  <a:pt x="807559" y="1736948"/>
                  <a:pt x="824329" y="1736948"/>
                </a:cubicBezTo>
                <a:close/>
                <a:moveTo>
                  <a:pt x="751774" y="1736948"/>
                </a:moveTo>
                <a:cubicBezTo>
                  <a:pt x="768544" y="1736948"/>
                  <a:pt x="782138" y="1750542"/>
                  <a:pt x="782138" y="1767312"/>
                </a:cubicBezTo>
                <a:cubicBezTo>
                  <a:pt x="782138" y="1784081"/>
                  <a:pt x="768544" y="1797675"/>
                  <a:pt x="751774" y="1797675"/>
                </a:cubicBezTo>
                <a:cubicBezTo>
                  <a:pt x="735005" y="1797675"/>
                  <a:pt x="721411" y="1784081"/>
                  <a:pt x="721411" y="1767312"/>
                </a:cubicBezTo>
                <a:cubicBezTo>
                  <a:pt x="721411" y="1750542"/>
                  <a:pt x="735005" y="1736948"/>
                  <a:pt x="751774" y="1736948"/>
                </a:cubicBezTo>
                <a:close/>
                <a:moveTo>
                  <a:pt x="679220" y="1736948"/>
                </a:moveTo>
                <a:cubicBezTo>
                  <a:pt x="695989" y="1736948"/>
                  <a:pt x="709583" y="1750542"/>
                  <a:pt x="709583" y="1767312"/>
                </a:cubicBezTo>
                <a:cubicBezTo>
                  <a:pt x="709583" y="1784081"/>
                  <a:pt x="695989" y="1797675"/>
                  <a:pt x="679220" y="1797675"/>
                </a:cubicBezTo>
                <a:cubicBezTo>
                  <a:pt x="662450" y="1797675"/>
                  <a:pt x="648856" y="1784081"/>
                  <a:pt x="648856" y="1767312"/>
                </a:cubicBezTo>
                <a:cubicBezTo>
                  <a:pt x="648856" y="1750542"/>
                  <a:pt x="662450" y="1736948"/>
                  <a:pt x="679220" y="1736948"/>
                </a:cubicBezTo>
                <a:close/>
                <a:moveTo>
                  <a:pt x="606665" y="1736948"/>
                </a:moveTo>
                <a:cubicBezTo>
                  <a:pt x="623435" y="1736948"/>
                  <a:pt x="637029" y="1750542"/>
                  <a:pt x="637029" y="1767312"/>
                </a:cubicBezTo>
                <a:cubicBezTo>
                  <a:pt x="637029" y="1784081"/>
                  <a:pt x="623435" y="1797675"/>
                  <a:pt x="606665" y="1797675"/>
                </a:cubicBezTo>
                <a:cubicBezTo>
                  <a:pt x="589896" y="1797675"/>
                  <a:pt x="576302" y="1784081"/>
                  <a:pt x="576302" y="1767312"/>
                </a:cubicBezTo>
                <a:cubicBezTo>
                  <a:pt x="576302" y="1750542"/>
                  <a:pt x="589896" y="1736948"/>
                  <a:pt x="606665" y="1736948"/>
                </a:cubicBezTo>
                <a:close/>
                <a:moveTo>
                  <a:pt x="534111" y="1736948"/>
                </a:moveTo>
                <a:cubicBezTo>
                  <a:pt x="550880" y="1736948"/>
                  <a:pt x="564474" y="1750542"/>
                  <a:pt x="564474" y="1767312"/>
                </a:cubicBezTo>
                <a:cubicBezTo>
                  <a:pt x="564474" y="1784081"/>
                  <a:pt x="550880" y="1797675"/>
                  <a:pt x="534111" y="1797675"/>
                </a:cubicBezTo>
                <a:cubicBezTo>
                  <a:pt x="517341" y="1797675"/>
                  <a:pt x="503747" y="1784081"/>
                  <a:pt x="503747" y="1767312"/>
                </a:cubicBezTo>
                <a:cubicBezTo>
                  <a:pt x="503747" y="1750542"/>
                  <a:pt x="517341" y="1736948"/>
                  <a:pt x="534111" y="1736948"/>
                </a:cubicBezTo>
                <a:close/>
                <a:moveTo>
                  <a:pt x="461556" y="1736948"/>
                </a:moveTo>
                <a:cubicBezTo>
                  <a:pt x="478326" y="1736948"/>
                  <a:pt x="491920" y="1750542"/>
                  <a:pt x="491920" y="1767312"/>
                </a:cubicBezTo>
                <a:cubicBezTo>
                  <a:pt x="491920" y="1784081"/>
                  <a:pt x="478326" y="1797675"/>
                  <a:pt x="461556" y="1797675"/>
                </a:cubicBezTo>
                <a:cubicBezTo>
                  <a:pt x="444787" y="1797675"/>
                  <a:pt x="431192" y="1784081"/>
                  <a:pt x="431192" y="1767312"/>
                </a:cubicBezTo>
                <a:cubicBezTo>
                  <a:pt x="431192" y="1750542"/>
                  <a:pt x="444787" y="1736948"/>
                  <a:pt x="461556" y="1736948"/>
                </a:cubicBezTo>
                <a:close/>
                <a:moveTo>
                  <a:pt x="389002" y="1736948"/>
                </a:moveTo>
                <a:cubicBezTo>
                  <a:pt x="405771" y="1736948"/>
                  <a:pt x="419365" y="1750542"/>
                  <a:pt x="419365" y="1767312"/>
                </a:cubicBezTo>
                <a:cubicBezTo>
                  <a:pt x="419365" y="1784081"/>
                  <a:pt x="405771" y="1797675"/>
                  <a:pt x="389002" y="1797675"/>
                </a:cubicBezTo>
                <a:cubicBezTo>
                  <a:pt x="372232" y="1797675"/>
                  <a:pt x="358638" y="1784081"/>
                  <a:pt x="358638" y="1767312"/>
                </a:cubicBezTo>
                <a:cubicBezTo>
                  <a:pt x="358638" y="1750542"/>
                  <a:pt x="372232" y="1736948"/>
                  <a:pt x="389002" y="1736948"/>
                </a:cubicBezTo>
                <a:close/>
                <a:moveTo>
                  <a:pt x="316447" y="1736948"/>
                </a:moveTo>
                <a:cubicBezTo>
                  <a:pt x="333216" y="1736948"/>
                  <a:pt x="346810" y="1750542"/>
                  <a:pt x="346810" y="1767312"/>
                </a:cubicBezTo>
                <a:cubicBezTo>
                  <a:pt x="346810" y="1784081"/>
                  <a:pt x="333216" y="1797675"/>
                  <a:pt x="316447" y="1797675"/>
                </a:cubicBezTo>
                <a:cubicBezTo>
                  <a:pt x="299677" y="1797675"/>
                  <a:pt x="286084" y="1784081"/>
                  <a:pt x="286084" y="1767312"/>
                </a:cubicBezTo>
                <a:cubicBezTo>
                  <a:pt x="286084" y="1750542"/>
                  <a:pt x="299677" y="1736948"/>
                  <a:pt x="316447" y="1736948"/>
                </a:cubicBezTo>
                <a:close/>
                <a:moveTo>
                  <a:pt x="243892" y="1736948"/>
                </a:moveTo>
                <a:cubicBezTo>
                  <a:pt x="260662" y="1736948"/>
                  <a:pt x="274256" y="1750542"/>
                  <a:pt x="274256" y="1767312"/>
                </a:cubicBezTo>
                <a:cubicBezTo>
                  <a:pt x="274256" y="1784081"/>
                  <a:pt x="260662" y="1797675"/>
                  <a:pt x="243892" y="1797675"/>
                </a:cubicBezTo>
                <a:cubicBezTo>
                  <a:pt x="227123" y="1797675"/>
                  <a:pt x="213529" y="1784081"/>
                  <a:pt x="213529" y="1767312"/>
                </a:cubicBezTo>
                <a:cubicBezTo>
                  <a:pt x="213529" y="1750542"/>
                  <a:pt x="227123" y="1736948"/>
                  <a:pt x="243892" y="1736948"/>
                </a:cubicBezTo>
                <a:close/>
                <a:moveTo>
                  <a:pt x="171339" y="1736948"/>
                </a:moveTo>
                <a:cubicBezTo>
                  <a:pt x="188107" y="1736948"/>
                  <a:pt x="201701" y="1750542"/>
                  <a:pt x="201701" y="1767312"/>
                </a:cubicBezTo>
                <a:cubicBezTo>
                  <a:pt x="201701" y="1784081"/>
                  <a:pt x="188107" y="1797675"/>
                  <a:pt x="171339" y="1797675"/>
                </a:cubicBezTo>
                <a:cubicBezTo>
                  <a:pt x="154588" y="1797675"/>
                  <a:pt x="140995" y="1784081"/>
                  <a:pt x="140995" y="1767312"/>
                </a:cubicBezTo>
                <a:cubicBezTo>
                  <a:pt x="140995" y="1750542"/>
                  <a:pt x="154588" y="1736948"/>
                  <a:pt x="171339" y="1736948"/>
                </a:cubicBezTo>
                <a:close/>
                <a:moveTo>
                  <a:pt x="98806" y="1736948"/>
                </a:moveTo>
                <a:cubicBezTo>
                  <a:pt x="115574" y="1736948"/>
                  <a:pt x="129168" y="1750542"/>
                  <a:pt x="129168" y="1767312"/>
                </a:cubicBezTo>
                <a:cubicBezTo>
                  <a:pt x="129168" y="1784081"/>
                  <a:pt x="115574" y="1797675"/>
                  <a:pt x="98806" y="1797675"/>
                </a:cubicBezTo>
                <a:cubicBezTo>
                  <a:pt x="82035" y="1797675"/>
                  <a:pt x="68442" y="1784081"/>
                  <a:pt x="68442" y="1767312"/>
                </a:cubicBezTo>
                <a:cubicBezTo>
                  <a:pt x="68442" y="1750542"/>
                  <a:pt x="82035" y="1736948"/>
                  <a:pt x="98806" y="1736948"/>
                </a:cubicBezTo>
                <a:close/>
                <a:moveTo>
                  <a:pt x="26251" y="1736948"/>
                </a:moveTo>
                <a:cubicBezTo>
                  <a:pt x="43020" y="1736948"/>
                  <a:pt x="56614" y="1750542"/>
                  <a:pt x="56614" y="1767312"/>
                </a:cubicBezTo>
                <a:cubicBezTo>
                  <a:pt x="56614" y="1784081"/>
                  <a:pt x="43020" y="1797675"/>
                  <a:pt x="26251" y="1797675"/>
                </a:cubicBezTo>
                <a:cubicBezTo>
                  <a:pt x="17866" y="1797675"/>
                  <a:pt x="10276" y="1794277"/>
                  <a:pt x="4781" y="1788782"/>
                </a:cubicBezTo>
                <a:lnTo>
                  <a:pt x="0" y="1777239"/>
                </a:lnTo>
                <a:lnTo>
                  <a:pt x="0" y="1757384"/>
                </a:lnTo>
                <a:lnTo>
                  <a:pt x="4781" y="1745841"/>
                </a:lnTo>
                <a:cubicBezTo>
                  <a:pt x="10276" y="1740347"/>
                  <a:pt x="17866" y="1736948"/>
                  <a:pt x="26251" y="1736948"/>
                </a:cubicBezTo>
                <a:close/>
                <a:moveTo>
                  <a:pt x="1030341" y="1658849"/>
                </a:moveTo>
                <a:lnTo>
                  <a:pt x="1020041" y="1666551"/>
                </a:lnTo>
                <a:lnTo>
                  <a:pt x="1020522" y="1665390"/>
                </a:lnTo>
                <a:cubicBezTo>
                  <a:pt x="1023269" y="1662642"/>
                  <a:pt x="1026541" y="1660419"/>
                  <a:pt x="1030173" y="1658883"/>
                </a:cubicBezTo>
                <a:close/>
                <a:moveTo>
                  <a:pt x="969438" y="1656497"/>
                </a:moveTo>
                <a:cubicBezTo>
                  <a:pt x="977823" y="1656497"/>
                  <a:pt x="985413" y="1659895"/>
                  <a:pt x="990908" y="1665390"/>
                </a:cubicBezTo>
                <a:lnTo>
                  <a:pt x="997511" y="1681329"/>
                </a:lnTo>
                <a:lnTo>
                  <a:pt x="950384" y="1709959"/>
                </a:lnTo>
                <a:lnTo>
                  <a:pt x="947968" y="1708330"/>
                </a:lnTo>
                <a:cubicBezTo>
                  <a:pt x="942473" y="1702836"/>
                  <a:pt x="939075" y="1695245"/>
                  <a:pt x="939075" y="1686860"/>
                </a:cubicBezTo>
                <a:cubicBezTo>
                  <a:pt x="939075" y="1670091"/>
                  <a:pt x="952669" y="1656497"/>
                  <a:pt x="969438" y="1656497"/>
                </a:cubicBezTo>
                <a:close/>
                <a:moveTo>
                  <a:pt x="896883" y="1656497"/>
                </a:moveTo>
                <a:cubicBezTo>
                  <a:pt x="913653" y="1656497"/>
                  <a:pt x="927247" y="1670091"/>
                  <a:pt x="927247" y="1686860"/>
                </a:cubicBezTo>
                <a:cubicBezTo>
                  <a:pt x="927247" y="1703630"/>
                  <a:pt x="913653" y="1717224"/>
                  <a:pt x="896883" y="1717224"/>
                </a:cubicBezTo>
                <a:cubicBezTo>
                  <a:pt x="880114" y="1717224"/>
                  <a:pt x="866520" y="1703630"/>
                  <a:pt x="866520" y="1686860"/>
                </a:cubicBezTo>
                <a:cubicBezTo>
                  <a:pt x="866520" y="1670091"/>
                  <a:pt x="880114" y="1656497"/>
                  <a:pt x="896883" y="1656497"/>
                </a:cubicBezTo>
                <a:close/>
                <a:moveTo>
                  <a:pt x="824329" y="1656497"/>
                </a:moveTo>
                <a:cubicBezTo>
                  <a:pt x="841098" y="1656497"/>
                  <a:pt x="854692" y="1670091"/>
                  <a:pt x="854692" y="1686860"/>
                </a:cubicBezTo>
                <a:cubicBezTo>
                  <a:pt x="854692" y="1703630"/>
                  <a:pt x="841098" y="1717224"/>
                  <a:pt x="824329" y="1717224"/>
                </a:cubicBezTo>
                <a:cubicBezTo>
                  <a:pt x="807559" y="1717224"/>
                  <a:pt x="793965" y="1703630"/>
                  <a:pt x="793965" y="1686860"/>
                </a:cubicBezTo>
                <a:cubicBezTo>
                  <a:pt x="793965" y="1670091"/>
                  <a:pt x="807559" y="1656497"/>
                  <a:pt x="824329" y="1656497"/>
                </a:cubicBezTo>
                <a:close/>
                <a:moveTo>
                  <a:pt x="751774" y="1656497"/>
                </a:moveTo>
                <a:cubicBezTo>
                  <a:pt x="768544" y="1656497"/>
                  <a:pt x="782138" y="1670091"/>
                  <a:pt x="782138" y="1686860"/>
                </a:cubicBezTo>
                <a:cubicBezTo>
                  <a:pt x="782138" y="1703630"/>
                  <a:pt x="768544" y="1717224"/>
                  <a:pt x="751774" y="1717224"/>
                </a:cubicBezTo>
                <a:cubicBezTo>
                  <a:pt x="735005" y="1717224"/>
                  <a:pt x="721411" y="1703630"/>
                  <a:pt x="721411" y="1686860"/>
                </a:cubicBezTo>
                <a:cubicBezTo>
                  <a:pt x="721411" y="1670091"/>
                  <a:pt x="735005" y="1656497"/>
                  <a:pt x="751774" y="1656497"/>
                </a:cubicBezTo>
                <a:close/>
                <a:moveTo>
                  <a:pt x="679220" y="1656497"/>
                </a:moveTo>
                <a:cubicBezTo>
                  <a:pt x="695989" y="1656497"/>
                  <a:pt x="709583" y="1670091"/>
                  <a:pt x="709583" y="1686860"/>
                </a:cubicBezTo>
                <a:cubicBezTo>
                  <a:pt x="709583" y="1703630"/>
                  <a:pt x="695989" y="1717224"/>
                  <a:pt x="679220" y="1717224"/>
                </a:cubicBezTo>
                <a:cubicBezTo>
                  <a:pt x="662450" y="1717224"/>
                  <a:pt x="648856" y="1703630"/>
                  <a:pt x="648856" y="1686860"/>
                </a:cubicBezTo>
                <a:cubicBezTo>
                  <a:pt x="648856" y="1670091"/>
                  <a:pt x="662450" y="1656497"/>
                  <a:pt x="679220" y="1656497"/>
                </a:cubicBezTo>
                <a:close/>
                <a:moveTo>
                  <a:pt x="606665" y="1656497"/>
                </a:moveTo>
                <a:cubicBezTo>
                  <a:pt x="623435" y="1656497"/>
                  <a:pt x="637029" y="1670091"/>
                  <a:pt x="637029" y="1686860"/>
                </a:cubicBezTo>
                <a:cubicBezTo>
                  <a:pt x="637029" y="1703630"/>
                  <a:pt x="623435" y="1717224"/>
                  <a:pt x="606665" y="1717224"/>
                </a:cubicBezTo>
                <a:cubicBezTo>
                  <a:pt x="589896" y="1717224"/>
                  <a:pt x="576302" y="1703630"/>
                  <a:pt x="576302" y="1686860"/>
                </a:cubicBezTo>
                <a:cubicBezTo>
                  <a:pt x="576302" y="1670091"/>
                  <a:pt x="589896" y="1656497"/>
                  <a:pt x="606665" y="1656497"/>
                </a:cubicBezTo>
                <a:close/>
                <a:moveTo>
                  <a:pt x="534111" y="1656497"/>
                </a:moveTo>
                <a:cubicBezTo>
                  <a:pt x="550880" y="1656497"/>
                  <a:pt x="564474" y="1670091"/>
                  <a:pt x="564474" y="1686860"/>
                </a:cubicBezTo>
                <a:cubicBezTo>
                  <a:pt x="564474" y="1703630"/>
                  <a:pt x="550880" y="1717224"/>
                  <a:pt x="534111" y="1717224"/>
                </a:cubicBezTo>
                <a:cubicBezTo>
                  <a:pt x="517341" y="1717224"/>
                  <a:pt x="503747" y="1703630"/>
                  <a:pt x="503747" y="1686860"/>
                </a:cubicBezTo>
                <a:cubicBezTo>
                  <a:pt x="503747" y="1670091"/>
                  <a:pt x="517341" y="1656497"/>
                  <a:pt x="534111" y="1656497"/>
                </a:cubicBezTo>
                <a:close/>
                <a:moveTo>
                  <a:pt x="461556" y="1656497"/>
                </a:moveTo>
                <a:cubicBezTo>
                  <a:pt x="478326" y="1656497"/>
                  <a:pt x="491920" y="1670091"/>
                  <a:pt x="491920" y="1686860"/>
                </a:cubicBezTo>
                <a:cubicBezTo>
                  <a:pt x="491920" y="1703630"/>
                  <a:pt x="478326" y="1717224"/>
                  <a:pt x="461556" y="1717224"/>
                </a:cubicBezTo>
                <a:cubicBezTo>
                  <a:pt x="444787" y="1717224"/>
                  <a:pt x="431192" y="1703630"/>
                  <a:pt x="431192" y="1686860"/>
                </a:cubicBezTo>
                <a:cubicBezTo>
                  <a:pt x="431192" y="1670091"/>
                  <a:pt x="444787" y="1656497"/>
                  <a:pt x="461556" y="1656497"/>
                </a:cubicBezTo>
                <a:close/>
                <a:moveTo>
                  <a:pt x="389002" y="1656497"/>
                </a:moveTo>
                <a:cubicBezTo>
                  <a:pt x="405771" y="1656497"/>
                  <a:pt x="419365" y="1670091"/>
                  <a:pt x="419365" y="1686860"/>
                </a:cubicBezTo>
                <a:cubicBezTo>
                  <a:pt x="419365" y="1703630"/>
                  <a:pt x="405771" y="1717224"/>
                  <a:pt x="389002" y="1717224"/>
                </a:cubicBezTo>
                <a:cubicBezTo>
                  <a:pt x="372232" y="1717224"/>
                  <a:pt x="358638" y="1703630"/>
                  <a:pt x="358638" y="1686860"/>
                </a:cubicBezTo>
                <a:cubicBezTo>
                  <a:pt x="358638" y="1670091"/>
                  <a:pt x="372232" y="1656497"/>
                  <a:pt x="389002" y="1656497"/>
                </a:cubicBezTo>
                <a:close/>
                <a:moveTo>
                  <a:pt x="316447" y="1656497"/>
                </a:moveTo>
                <a:cubicBezTo>
                  <a:pt x="333216" y="1656497"/>
                  <a:pt x="346810" y="1670091"/>
                  <a:pt x="346810" y="1686860"/>
                </a:cubicBezTo>
                <a:cubicBezTo>
                  <a:pt x="346810" y="1703630"/>
                  <a:pt x="333216" y="1717224"/>
                  <a:pt x="316447" y="1717224"/>
                </a:cubicBezTo>
                <a:cubicBezTo>
                  <a:pt x="299677" y="1717224"/>
                  <a:pt x="286084" y="1703630"/>
                  <a:pt x="286084" y="1686860"/>
                </a:cubicBezTo>
                <a:cubicBezTo>
                  <a:pt x="286084" y="1670091"/>
                  <a:pt x="299677" y="1656497"/>
                  <a:pt x="316447" y="1656497"/>
                </a:cubicBezTo>
                <a:close/>
                <a:moveTo>
                  <a:pt x="243892" y="1656497"/>
                </a:moveTo>
                <a:cubicBezTo>
                  <a:pt x="260662" y="1656497"/>
                  <a:pt x="274256" y="1670091"/>
                  <a:pt x="274256" y="1686860"/>
                </a:cubicBezTo>
                <a:cubicBezTo>
                  <a:pt x="274256" y="1703630"/>
                  <a:pt x="260662" y="1717224"/>
                  <a:pt x="243892" y="1717224"/>
                </a:cubicBezTo>
                <a:cubicBezTo>
                  <a:pt x="227123" y="1717224"/>
                  <a:pt x="213529" y="1703630"/>
                  <a:pt x="213529" y="1686860"/>
                </a:cubicBezTo>
                <a:cubicBezTo>
                  <a:pt x="213529" y="1670091"/>
                  <a:pt x="227123" y="1656497"/>
                  <a:pt x="243892" y="1656497"/>
                </a:cubicBezTo>
                <a:close/>
                <a:moveTo>
                  <a:pt x="171339" y="1656497"/>
                </a:moveTo>
                <a:cubicBezTo>
                  <a:pt x="188107" y="1656497"/>
                  <a:pt x="201701" y="1670091"/>
                  <a:pt x="201701" y="1686860"/>
                </a:cubicBezTo>
                <a:cubicBezTo>
                  <a:pt x="201701" y="1703630"/>
                  <a:pt x="188107" y="1717224"/>
                  <a:pt x="171339" y="1717224"/>
                </a:cubicBezTo>
                <a:cubicBezTo>
                  <a:pt x="154594" y="1717224"/>
                  <a:pt x="141001" y="1703630"/>
                  <a:pt x="141001" y="1686860"/>
                </a:cubicBezTo>
                <a:cubicBezTo>
                  <a:pt x="141001" y="1670091"/>
                  <a:pt x="154594" y="1656497"/>
                  <a:pt x="171339" y="1656497"/>
                </a:cubicBezTo>
                <a:close/>
                <a:moveTo>
                  <a:pt x="98812" y="1656497"/>
                </a:moveTo>
                <a:cubicBezTo>
                  <a:pt x="115580" y="1656497"/>
                  <a:pt x="129174" y="1670091"/>
                  <a:pt x="129174" y="1686860"/>
                </a:cubicBezTo>
                <a:cubicBezTo>
                  <a:pt x="129174" y="1703630"/>
                  <a:pt x="115580" y="1717224"/>
                  <a:pt x="98812" y="1717224"/>
                </a:cubicBezTo>
                <a:cubicBezTo>
                  <a:pt x="82042" y="1717224"/>
                  <a:pt x="68448" y="1703630"/>
                  <a:pt x="68448" y="1686860"/>
                </a:cubicBezTo>
                <a:cubicBezTo>
                  <a:pt x="68448" y="1670091"/>
                  <a:pt x="82042" y="1656497"/>
                  <a:pt x="98812" y="1656497"/>
                </a:cubicBezTo>
                <a:close/>
                <a:moveTo>
                  <a:pt x="26257" y="1656497"/>
                </a:moveTo>
                <a:cubicBezTo>
                  <a:pt x="43026" y="1656497"/>
                  <a:pt x="56620" y="1670091"/>
                  <a:pt x="56620" y="1686860"/>
                </a:cubicBezTo>
                <a:cubicBezTo>
                  <a:pt x="56620" y="1703630"/>
                  <a:pt x="43026" y="1717224"/>
                  <a:pt x="26257" y="1717224"/>
                </a:cubicBezTo>
                <a:cubicBezTo>
                  <a:pt x="17873" y="1717224"/>
                  <a:pt x="10282" y="1713826"/>
                  <a:pt x="4787" y="1708331"/>
                </a:cubicBezTo>
                <a:lnTo>
                  <a:pt x="0" y="1696773"/>
                </a:lnTo>
                <a:lnTo>
                  <a:pt x="0" y="1676947"/>
                </a:lnTo>
                <a:lnTo>
                  <a:pt x="4787" y="1665390"/>
                </a:lnTo>
                <a:cubicBezTo>
                  <a:pt x="10282" y="1659896"/>
                  <a:pt x="17873" y="1656497"/>
                  <a:pt x="26257" y="1656497"/>
                </a:cubicBezTo>
                <a:close/>
                <a:moveTo>
                  <a:pt x="1114547" y="1576045"/>
                </a:moveTo>
                <a:cubicBezTo>
                  <a:pt x="1118739" y="1576045"/>
                  <a:pt x="1122733" y="1576894"/>
                  <a:pt x="1126366" y="1578431"/>
                </a:cubicBezTo>
                <a:lnTo>
                  <a:pt x="1131977" y="1582214"/>
                </a:lnTo>
                <a:lnTo>
                  <a:pt x="1128051" y="1585783"/>
                </a:lnTo>
                <a:lnTo>
                  <a:pt x="1088035" y="1615706"/>
                </a:lnTo>
                <a:lnTo>
                  <a:pt x="1084184" y="1606408"/>
                </a:lnTo>
                <a:cubicBezTo>
                  <a:pt x="1084184" y="1589639"/>
                  <a:pt x="1097778" y="1576045"/>
                  <a:pt x="1114547" y="1576045"/>
                </a:cubicBezTo>
                <a:close/>
                <a:moveTo>
                  <a:pt x="1041993" y="1576045"/>
                </a:moveTo>
                <a:cubicBezTo>
                  <a:pt x="1058762" y="1576045"/>
                  <a:pt x="1072356" y="1589639"/>
                  <a:pt x="1072356" y="1606408"/>
                </a:cubicBezTo>
                <a:cubicBezTo>
                  <a:pt x="1072356" y="1623178"/>
                  <a:pt x="1058762" y="1636772"/>
                  <a:pt x="1041993" y="1636772"/>
                </a:cubicBezTo>
                <a:cubicBezTo>
                  <a:pt x="1025223" y="1636772"/>
                  <a:pt x="1011629" y="1623178"/>
                  <a:pt x="1011629" y="1606408"/>
                </a:cubicBezTo>
                <a:cubicBezTo>
                  <a:pt x="1011629" y="1589639"/>
                  <a:pt x="1025223" y="1576045"/>
                  <a:pt x="1041993" y="1576045"/>
                </a:cubicBezTo>
                <a:close/>
                <a:moveTo>
                  <a:pt x="969438" y="1576045"/>
                </a:moveTo>
                <a:cubicBezTo>
                  <a:pt x="986208" y="1576045"/>
                  <a:pt x="999801" y="1589639"/>
                  <a:pt x="999801" y="1606408"/>
                </a:cubicBezTo>
                <a:cubicBezTo>
                  <a:pt x="999801" y="1623178"/>
                  <a:pt x="986208" y="1636772"/>
                  <a:pt x="969438" y="1636772"/>
                </a:cubicBezTo>
                <a:cubicBezTo>
                  <a:pt x="952669" y="1636772"/>
                  <a:pt x="939075" y="1623178"/>
                  <a:pt x="939075" y="1606408"/>
                </a:cubicBezTo>
                <a:cubicBezTo>
                  <a:pt x="939075" y="1589639"/>
                  <a:pt x="952669" y="1576045"/>
                  <a:pt x="969438" y="1576045"/>
                </a:cubicBezTo>
                <a:close/>
                <a:moveTo>
                  <a:pt x="896883" y="1576045"/>
                </a:moveTo>
                <a:cubicBezTo>
                  <a:pt x="913653" y="1576045"/>
                  <a:pt x="927247" y="1589639"/>
                  <a:pt x="927247" y="1606408"/>
                </a:cubicBezTo>
                <a:cubicBezTo>
                  <a:pt x="927247" y="1623178"/>
                  <a:pt x="913653" y="1636772"/>
                  <a:pt x="896883" y="1636772"/>
                </a:cubicBezTo>
                <a:cubicBezTo>
                  <a:pt x="880114" y="1636772"/>
                  <a:pt x="866520" y="1623178"/>
                  <a:pt x="866520" y="1606408"/>
                </a:cubicBezTo>
                <a:cubicBezTo>
                  <a:pt x="866520" y="1589639"/>
                  <a:pt x="880114" y="1576045"/>
                  <a:pt x="896883" y="1576045"/>
                </a:cubicBezTo>
                <a:close/>
                <a:moveTo>
                  <a:pt x="824329" y="1576045"/>
                </a:moveTo>
                <a:cubicBezTo>
                  <a:pt x="841098" y="1576045"/>
                  <a:pt x="854692" y="1589639"/>
                  <a:pt x="854692" y="1606408"/>
                </a:cubicBezTo>
                <a:cubicBezTo>
                  <a:pt x="854692" y="1623178"/>
                  <a:pt x="841098" y="1636772"/>
                  <a:pt x="824329" y="1636772"/>
                </a:cubicBezTo>
                <a:cubicBezTo>
                  <a:pt x="807559" y="1636772"/>
                  <a:pt x="793965" y="1623178"/>
                  <a:pt x="793965" y="1606408"/>
                </a:cubicBezTo>
                <a:cubicBezTo>
                  <a:pt x="793965" y="1589639"/>
                  <a:pt x="807559" y="1576045"/>
                  <a:pt x="824329" y="1576045"/>
                </a:cubicBezTo>
                <a:close/>
                <a:moveTo>
                  <a:pt x="751774" y="1576045"/>
                </a:moveTo>
                <a:cubicBezTo>
                  <a:pt x="768544" y="1576045"/>
                  <a:pt x="782138" y="1589639"/>
                  <a:pt x="782138" y="1606408"/>
                </a:cubicBezTo>
                <a:cubicBezTo>
                  <a:pt x="782138" y="1623178"/>
                  <a:pt x="768544" y="1636772"/>
                  <a:pt x="751774" y="1636772"/>
                </a:cubicBezTo>
                <a:cubicBezTo>
                  <a:pt x="735005" y="1636772"/>
                  <a:pt x="721411" y="1623178"/>
                  <a:pt x="721411" y="1606408"/>
                </a:cubicBezTo>
                <a:cubicBezTo>
                  <a:pt x="721411" y="1589639"/>
                  <a:pt x="735005" y="1576045"/>
                  <a:pt x="751774" y="1576045"/>
                </a:cubicBezTo>
                <a:close/>
                <a:moveTo>
                  <a:pt x="679220" y="1576045"/>
                </a:moveTo>
                <a:cubicBezTo>
                  <a:pt x="695989" y="1576045"/>
                  <a:pt x="709583" y="1589639"/>
                  <a:pt x="709583" y="1606408"/>
                </a:cubicBezTo>
                <a:cubicBezTo>
                  <a:pt x="709583" y="1623178"/>
                  <a:pt x="695989" y="1636772"/>
                  <a:pt x="679220" y="1636772"/>
                </a:cubicBezTo>
                <a:cubicBezTo>
                  <a:pt x="662450" y="1636772"/>
                  <a:pt x="648856" y="1623178"/>
                  <a:pt x="648856" y="1606408"/>
                </a:cubicBezTo>
                <a:cubicBezTo>
                  <a:pt x="648856" y="1589639"/>
                  <a:pt x="662450" y="1576045"/>
                  <a:pt x="679220" y="1576045"/>
                </a:cubicBezTo>
                <a:close/>
                <a:moveTo>
                  <a:pt x="606665" y="1576045"/>
                </a:moveTo>
                <a:cubicBezTo>
                  <a:pt x="623435" y="1576045"/>
                  <a:pt x="637029" y="1589639"/>
                  <a:pt x="637029" y="1606408"/>
                </a:cubicBezTo>
                <a:cubicBezTo>
                  <a:pt x="637029" y="1623178"/>
                  <a:pt x="623435" y="1636772"/>
                  <a:pt x="606665" y="1636772"/>
                </a:cubicBezTo>
                <a:cubicBezTo>
                  <a:pt x="589896" y="1636772"/>
                  <a:pt x="576302" y="1623178"/>
                  <a:pt x="576302" y="1606408"/>
                </a:cubicBezTo>
                <a:cubicBezTo>
                  <a:pt x="576302" y="1589639"/>
                  <a:pt x="589896" y="1576045"/>
                  <a:pt x="606665" y="1576045"/>
                </a:cubicBezTo>
                <a:close/>
                <a:moveTo>
                  <a:pt x="534111" y="1576045"/>
                </a:moveTo>
                <a:cubicBezTo>
                  <a:pt x="550880" y="1576045"/>
                  <a:pt x="564474" y="1589639"/>
                  <a:pt x="564474" y="1606408"/>
                </a:cubicBezTo>
                <a:cubicBezTo>
                  <a:pt x="564474" y="1623178"/>
                  <a:pt x="550880" y="1636772"/>
                  <a:pt x="534111" y="1636772"/>
                </a:cubicBezTo>
                <a:cubicBezTo>
                  <a:pt x="517341" y="1636772"/>
                  <a:pt x="503747" y="1623178"/>
                  <a:pt x="503747" y="1606408"/>
                </a:cubicBezTo>
                <a:cubicBezTo>
                  <a:pt x="503747" y="1589639"/>
                  <a:pt x="517341" y="1576045"/>
                  <a:pt x="534111" y="1576045"/>
                </a:cubicBezTo>
                <a:close/>
                <a:moveTo>
                  <a:pt x="461556" y="1576045"/>
                </a:moveTo>
                <a:cubicBezTo>
                  <a:pt x="478326" y="1576045"/>
                  <a:pt x="491920" y="1589639"/>
                  <a:pt x="491920" y="1606408"/>
                </a:cubicBezTo>
                <a:cubicBezTo>
                  <a:pt x="491920" y="1623178"/>
                  <a:pt x="478326" y="1636772"/>
                  <a:pt x="461556" y="1636772"/>
                </a:cubicBezTo>
                <a:cubicBezTo>
                  <a:pt x="444787" y="1636772"/>
                  <a:pt x="431192" y="1623178"/>
                  <a:pt x="431192" y="1606408"/>
                </a:cubicBezTo>
                <a:cubicBezTo>
                  <a:pt x="431192" y="1589639"/>
                  <a:pt x="444787" y="1576045"/>
                  <a:pt x="461556" y="1576045"/>
                </a:cubicBezTo>
                <a:close/>
                <a:moveTo>
                  <a:pt x="389002" y="1576045"/>
                </a:moveTo>
                <a:cubicBezTo>
                  <a:pt x="405771" y="1576045"/>
                  <a:pt x="419365" y="1589639"/>
                  <a:pt x="419365" y="1606408"/>
                </a:cubicBezTo>
                <a:cubicBezTo>
                  <a:pt x="419365" y="1623178"/>
                  <a:pt x="405771" y="1636772"/>
                  <a:pt x="389002" y="1636772"/>
                </a:cubicBezTo>
                <a:cubicBezTo>
                  <a:pt x="372232" y="1636772"/>
                  <a:pt x="358638" y="1623178"/>
                  <a:pt x="358638" y="1606408"/>
                </a:cubicBezTo>
                <a:cubicBezTo>
                  <a:pt x="358638" y="1589639"/>
                  <a:pt x="372232" y="1576045"/>
                  <a:pt x="389002" y="1576045"/>
                </a:cubicBezTo>
                <a:close/>
                <a:moveTo>
                  <a:pt x="316447" y="1576045"/>
                </a:moveTo>
                <a:cubicBezTo>
                  <a:pt x="333216" y="1576045"/>
                  <a:pt x="346810" y="1589639"/>
                  <a:pt x="346810" y="1606408"/>
                </a:cubicBezTo>
                <a:cubicBezTo>
                  <a:pt x="346810" y="1623178"/>
                  <a:pt x="333216" y="1636772"/>
                  <a:pt x="316447" y="1636772"/>
                </a:cubicBezTo>
                <a:cubicBezTo>
                  <a:pt x="299677" y="1636772"/>
                  <a:pt x="286084" y="1623178"/>
                  <a:pt x="286084" y="1606408"/>
                </a:cubicBezTo>
                <a:cubicBezTo>
                  <a:pt x="286084" y="1589639"/>
                  <a:pt x="299677" y="1576045"/>
                  <a:pt x="316447" y="1576045"/>
                </a:cubicBezTo>
                <a:close/>
                <a:moveTo>
                  <a:pt x="243892" y="1576045"/>
                </a:moveTo>
                <a:cubicBezTo>
                  <a:pt x="260662" y="1576045"/>
                  <a:pt x="274256" y="1589639"/>
                  <a:pt x="274256" y="1606408"/>
                </a:cubicBezTo>
                <a:cubicBezTo>
                  <a:pt x="274256" y="1623178"/>
                  <a:pt x="260662" y="1636772"/>
                  <a:pt x="243892" y="1636772"/>
                </a:cubicBezTo>
                <a:cubicBezTo>
                  <a:pt x="227123" y="1636772"/>
                  <a:pt x="213529" y="1623178"/>
                  <a:pt x="213529" y="1606408"/>
                </a:cubicBezTo>
                <a:cubicBezTo>
                  <a:pt x="213529" y="1589639"/>
                  <a:pt x="227123" y="1576045"/>
                  <a:pt x="243892" y="1576045"/>
                </a:cubicBezTo>
                <a:close/>
                <a:moveTo>
                  <a:pt x="171339" y="1576045"/>
                </a:moveTo>
                <a:cubicBezTo>
                  <a:pt x="188107" y="1576045"/>
                  <a:pt x="201701" y="1589639"/>
                  <a:pt x="201701" y="1606408"/>
                </a:cubicBezTo>
                <a:cubicBezTo>
                  <a:pt x="201701" y="1623178"/>
                  <a:pt x="188107" y="1636772"/>
                  <a:pt x="171339" y="1636772"/>
                </a:cubicBezTo>
                <a:cubicBezTo>
                  <a:pt x="154599" y="1636772"/>
                  <a:pt x="141006" y="1623178"/>
                  <a:pt x="141006" y="1606408"/>
                </a:cubicBezTo>
                <a:cubicBezTo>
                  <a:pt x="141006" y="1589639"/>
                  <a:pt x="154599" y="1576045"/>
                  <a:pt x="171339" y="1576045"/>
                </a:cubicBezTo>
                <a:close/>
                <a:moveTo>
                  <a:pt x="98818" y="1576045"/>
                </a:moveTo>
                <a:cubicBezTo>
                  <a:pt x="115586" y="1576045"/>
                  <a:pt x="129180" y="1589639"/>
                  <a:pt x="129180" y="1606408"/>
                </a:cubicBezTo>
                <a:cubicBezTo>
                  <a:pt x="129180" y="1623178"/>
                  <a:pt x="115586" y="1636772"/>
                  <a:pt x="98818" y="1636772"/>
                </a:cubicBezTo>
                <a:cubicBezTo>
                  <a:pt x="82048" y="1636772"/>
                  <a:pt x="68454" y="1623178"/>
                  <a:pt x="68454" y="1606408"/>
                </a:cubicBezTo>
                <a:cubicBezTo>
                  <a:pt x="68454" y="1589639"/>
                  <a:pt x="82048" y="1576045"/>
                  <a:pt x="98818" y="1576045"/>
                </a:cubicBezTo>
                <a:close/>
                <a:moveTo>
                  <a:pt x="26264" y="1576045"/>
                </a:moveTo>
                <a:cubicBezTo>
                  <a:pt x="43032" y="1576045"/>
                  <a:pt x="56626" y="1589639"/>
                  <a:pt x="56626" y="1606408"/>
                </a:cubicBezTo>
                <a:cubicBezTo>
                  <a:pt x="56626" y="1623178"/>
                  <a:pt x="43032" y="1636772"/>
                  <a:pt x="26264" y="1636772"/>
                </a:cubicBezTo>
                <a:cubicBezTo>
                  <a:pt x="17880" y="1636772"/>
                  <a:pt x="10289" y="1633374"/>
                  <a:pt x="4794" y="1627879"/>
                </a:cubicBezTo>
                <a:lnTo>
                  <a:pt x="0" y="1616304"/>
                </a:lnTo>
                <a:lnTo>
                  <a:pt x="0" y="1596512"/>
                </a:lnTo>
                <a:lnTo>
                  <a:pt x="4794" y="1584938"/>
                </a:lnTo>
                <a:cubicBezTo>
                  <a:pt x="10289" y="1579444"/>
                  <a:pt x="17880" y="1576045"/>
                  <a:pt x="26264" y="1576045"/>
                </a:cubicBezTo>
                <a:close/>
                <a:moveTo>
                  <a:pt x="1187102" y="1495593"/>
                </a:moveTo>
                <a:cubicBezTo>
                  <a:pt x="1195486" y="1495593"/>
                  <a:pt x="1203077" y="1498992"/>
                  <a:pt x="1208572" y="1504486"/>
                </a:cubicBezTo>
                <a:lnTo>
                  <a:pt x="1211014" y="1510381"/>
                </a:lnTo>
                <a:lnTo>
                  <a:pt x="1168285" y="1549216"/>
                </a:lnTo>
                <a:lnTo>
                  <a:pt x="1165631" y="1547427"/>
                </a:lnTo>
                <a:cubicBezTo>
                  <a:pt x="1160137" y="1541932"/>
                  <a:pt x="1156738" y="1534341"/>
                  <a:pt x="1156738" y="1525957"/>
                </a:cubicBezTo>
                <a:cubicBezTo>
                  <a:pt x="1156738" y="1509187"/>
                  <a:pt x="1170332" y="1495593"/>
                  <a:pt x="1187102" y="1495593"/>
                </a:cubicBezTo>
                <a:close/>
                <a:moveTo>
                  <a:pt x="1114547" y="1495593"/>
                </a:moveTo>
                <a:cubicBezTo>
                  <a:pt x="1131317" y="1495593"/>
                  <a:pt x="1144911" y="1509187"/>
                  <a:pt x="1144911" y="1525957"/>
                </a:cubicBezTo>
                <a:cubicBezTo>
                  <a:pt x="1144911" y="1542726"/>
                  <a:pt x="1131317" y="1556320"/>
                  <a:pt x="1114547" y="1556320"/>
                </a:cubicBezTo>
                <a:cubicBezTo>
                  <a:pt x="1097778" y="1556320"/>
                  <a:pt x="1084184" y="1542726"/>
                  <a:pt x="1084184" y="1525957"/>
                </a:cubicBezTo>
                <a:cubicBezTo>
                  <a:pt x="1084184" y="1509187"/>
                  <a:pt x="1097778" y="1495593"/>
                  <a:pt x="1114547" y="1495593"/>
                </a:cubicBezTo>
                <a:close/>
                <a:moveTo>
                  <a:pt x="1041993" y="1495593"/>
                </a:moveTo>
                <a:cubicBezTo>
                  <a:pt x="1058762" y="1495593"/>
                  <a:pt x="1072356" y="1509187"/>
                  <a:pt x="1072356" y="1525957"/>
                </a:cubicBezTo>
                <a:cubicBezTo>
                  <a:pt x="1072356" y="1542726"/>
                  <a:pt x="1058762" y="1556320"/>
                  <a:pt x="1041993" y="1556320"/>
                </a:cubicBezTo>
                <a:cubicBezTo>
                  <a:pt x="1025223" y="1556320"/>
                  <a:pt x="1011629" y="1542726"/>
                  <a:pt x="1011629" y="1525957"/>
                </a:cubicBezTo>
                <a:cubicBezTo>
                  <a:pt x="1011629" y="1509187"/>
                  <a:pt x="1025223" y="1495593"/>
                  <a:pt x="1041993" y="1495593"/>
                </a:cubicBezTo>
                <a:close/>
                <a:moveTo>
                  <a:pt x="969438" y="1495593"/>
                </a:moveTo>
                <a:cubicBezTo>
                  <a:pt x="986208" y="1495593"/>
                  <a:pt x="999801" y="1509187"/>
                  <a:pt x="999801" y="1525957"/>
                </a:cubicBezTo>
                <a:cubicBezTo>
                  <a:pt x="999801" y="1542726"/>
                  <a:pt x="986208" y="1556320"/>
                  <a:pt x="969438" y="1556320"/>
                </a:cubicBezTo>
                <a:cubicBezTo>
                  <a:pt x="952669" y="1556320"/>
                  <a:pt x="939075" y="1542726"/>
                  <a:pt x="939075" y="1525957"/>
                </a:cubicBezTo>
                <a:cubicBezTo>
                  <a:pt x="939075" y="1509187"/>
                  <a:pt x="952669" y="1495593"/>
                  <a:pt x="969438" y="1495593"/>
                </a:cubicBezTo>
                <a:close/>
                <a:moveTo>
                  <a:pt x="896883" y="1495593"/>
                </a:moveTo>
                <a:cubicBezTo>
                  <a:pt x="913653" y="1495593"/>
                  <a:pt x="927247" y="1509187"/>
                  <a:pt x="927247" y="1525957"/>
                </a:cubicBezTo>
                <a:cubicBezTo>
                  <a:pt x="927247" y="1542726"/>
                  <a:pt x="913653" y="1556320"/>
                  <a:pt x="896883" y="1556320"/>
                </a:cubicBezTo>
                <a:cubicBezTo>
                  <a:pt x="880114" y="1556320"/>
                  <a:pt x="866520" y="1542726"/>
                  <a:pt x="866520" y="1525957"/>
                </a:cubicBezTo>
                <a:cubicBezTo>
                  <a:pt x="866520" y="1509187"/>
                  <a:pt x="880114" y="1495593"/>
                  <a:pt x="896883" y="1495593"/>
                </a:cubicBezTo>
                <a:close/>
                <a:moveTo>
                  <a:pt x="824329" y="1495593"/>
                </a:moveTo>
                <a:cubicBezTo>
                  <a:pt x="841098" y="1495593"/>
                  <a:pt x="854692" y="1509187"/>
                  <a:pt x="854692" y="1525957"/>
                </a:cubicBezTo>
                <a:cubicBezTo>
                  <a:pt x="854692" y="1542726"/>
                  <a:pt x="841098" y="1556320"/>
                  <a:pt x="824329" y="1556320"/>
                </a:cubicBezTo>
                <a:cubicBezTo>
                  <a:pt x="807559" y="1556320"/>
                  <a:pt x="793965" y="1542726"/>
                  <a:pt x="793965" y="1525957"/>
                </a:cubicBezTo>
                <a:cubicBezTo>
                  <a:pt x="793965" y="1509187"/>
                  <a:pt x="807559" y="1495593"/>
                  <a:pt x="824329" y="1495593"/>
                </a:cubicBezTo>
                <a:close/>
                <a:moveTo>
                  <a:pt x="751774" y="1495593"/>
                </a:moveTo>
                <a:cubicBezTo>
                  <a:pt x="768544" y="1495593"/>
                  <a:pt x="782138" y="1509187"/>
                  <a:pt x="782138" y="1525957"/>
                </a:cubicBezTo>
                <a:cubicBezTo>
                  <a:pt x="782138" y="1542726"/>
                  <a:pt x="768544" y="1556320"/>
                  <a:pt x="751774" y="1556320"/>
                </a:cubicBezTo>
                <a:cubicBezTo>
                  <a:pt x="735005" y="1556320"/>
                  <a:pt x="721411" y="1542726"/>
                  <a:pt x="721411" y="1525957"/>
                </a:cubicBezTo>
                <a:cubicBezTo>
                  <a:pt x="721411" y="1509187"/>
                  <a:pt x="735005" y="1495593"/>
                  <a:pt x="751774" y="1495593"/>
                </a:cubicBezTo>
                <a:close/>
                <a:moveTo>
                  <a:pt x="679220" y="1495593"/>
                </a:moveTo>
                <a:cubicBezTo>
                  <a:pt x="695989" y="1495593"/>
                  <a:pt x="709583" y="1509187"/>
                  <a:pt x="709583" y="1525957"/>
                </a:cubicBezTo>
                <a:cubicBezTo>
                  <a:pt x="709583" y="1542726"/>
                  <a:pt x="695989" y="1556320"/>
                  <a:pt x="679220" y="1556320"/>
                </a:cubicBezTo>
                <a:cubicBezTo>
                  <a:pt x="662450" y="1556320"/>
                  <a:pt x="648856" y="1542726"/>
                  <a:pt x="648856" y="1525957"/>
                </a:cubicBezTo>
                <a:cubicBezTo>
                  <a:pt x="648856" y="1509187"/>
                  <a:pt x="662450" y="1495593"/>
                  <a:pt x="679220" y="1495593"/>
                </a:cubicBezTo>
                <a:close/>
                <a:moveTo>
                  <a:pt x="606665" y="1495593"/>
                </a:moveTo>
                <a:cubicBezTo>
                  <a:pt x="623435" y="1495593"/>
                  <a:pt x="637029" y="1509187"/>
                  <a:pt x="637029" y="1525957"/>
                </a:cubicBezTo>
                <a:cubicBezTo>
                  <a:pt x="637029" y="1542726"/>
                  <a:pt x="623435" y="1556320"/>
                  <a:pt x="606665" y="1556320"/>
                </a:cubicBezTo>
                <a:cubicBezTo>
                  <a:pt x="589896" y="1556320"/>
                  <a:pt x="576302" y="1542726"/>
                  <a:pt x="576302" y="1525957"/>
                </a:cubicBezTo>
                <a:cubicBezTo>
                  <a:pt x="576302" y="1509187"/>
                  <a:pt x="589896" y="1495593"/>
                  <a:pt x="606665" y="1495593"/>
                </a:cubicBezTo>
                <a:close/>
                <a:moveTo>
                  <a:pt x="534111" y="1495593"/>
                </a:moveTo>
                <a:cubicBezTo>
                  <a:pt x="550880" y="1495593"/>
                  <a:pt x="564474" y="1509187"/>
                  <a:pt x="564474" y="1525957"/>
                </a:cubicBezTo>
                <a:cubicBezTo>
                  <a:pt x="564474" y="1542726"/>
                  <a:pt x="550880" y="1556320"/>
                  <a:pt x="534111" y="1556320"/>
                </a:cubicBezTo>
                <a:cubicBezTo>
                  <a:pt x="517341" y="1556320"/>
                  <a:pt x="503747" y="1542726"/>
                  <a:pt x="503747" y="1525957"/>
                </a:cubicBezTo>
                <a:cubicBezTo>
                  <a:pt x="503747" y="1509187"/>
                  <a:pt x="517341" y="1495593"/>
                  <a:pt x="534111" y="1495593"/>
                </a:cubicBezTo>
                <a:close/>
                <a:moveTo>
                  <a:pt x="461556" y="1495593"/>
                </a:moveTo>
                <a:cubicBezTo>
                  <a:pt x="478326" y="1495593"/>
                  <a:pt x="491920" y="1509187"/>
                  <a:pt x="491920" y="1525957"/>
                </a:cubicBezTo>
                <a:cubicBezTo>
                  <a:pt x="491920" y="1542726"/>
                  <a:pt x="478326" y="1556320"/>
                  <a:pt x="461556" y="1556320"/>
                </a:cubicBezTo>
                <a:cubicBezTo>
                  <a:pt x="444787" y="1556320"/>
                  <a:pt x="431192" y="1542726"/>
                  <a:pt x="431192" y="1525957"/>
                </a:cubicBezTo>
                <a:cubicBezTo>
                  <a:pt x="431192" y="1509187"/>
                  <a:pt x="444787" y="1495593"/>
                  <a:pt x="461556" y="1495593"/>
                </a:cubicBezTo>
                <a:close/>
                <a:moveTo>
                  <a:pt x="389002" y="1495593"/>
                </a:moveTo>
                <a:cubicBezTo>
                  <a:pt x="405771" y="1495593"/>
                  <a:pt x="419365" y="1509187"/>
                  <a:pt x="419365" y="1525957"/>
                </a:cubicBezTo>
                <a:cubicBezTo>
                  <a:pt x="419365" y="1542726"/>
                  <a:pt x="405771" y="1556320"/>
                  <a:pt x="389002" y="1556320"/>
                </a:cubicBezTo>
                <a:cubicBezTo>
                  <a:pt x="372232" y="1556320"/>
                  <a:pt x="358638" y="1542726"/>
                  <a:pt x="358638" y="1525957"/>
                </a:cubicBezTo>
                <a:cubicBezTo>
                  <a:pt x="358638" y="1509187"/>
                  <a:pt x="372232" y="1495593"/>
                  <a:pt x="389002" y="1495593"/>
                </a:cubicBezTo>
                <a:close/>
                <a:moveTo>
                  <a:pt x="316447" y="1495593"/>
                </a:moveTo>
                <a:cubicBezTo>
                  <a:pt x="333216" y="1495593"/>
                  <a:pt x="346810" y="1509187"/>
                  <a:pt x="346810" y="1525957"/>
                </a:cubicBezTo>
                <a:cubicBezTo>
                  <a:pt x="346810" y="1542726"/>
                  <a:pt x="333216" y="1556320"/>
                  <a:pt x="316447" y="1556320"/>
                </a:cubicBezTo>
                <a:cubicBezTo>
                  <a:pt x="299677" y="1556320"/>
                  <a:pt x="286084" y="1542726"/>
                  <a:pt x="286084" y="1525957"/>
                </a:cubicBezTo>
                <a:cubicBezTo>
                  <a:pt x="286084" y="1509187"/>
                  <a:pt x="299677" y="1495593"/>
                  <a:pt x="316447" y="1495593"/>
                </a:cubicBezTo>
                <a:close/>
                <a:moveTo>
                  <a:pt x="243892" y="1495593"/>
                </a:moveTo>
                <a:cubicBezTo>
                  <a:pt x="260662" y="1495593"/>
                  <a:pt x="274256" y="1509187"/>
                  <a:pt x="274256" y="1525957"/>
                </a:cubicBezTo>
                <a:cubicBezTo>
                  <a:pt x="274256" y="1542726"/>
                  <a:pt x="260662" y="1556320"/>
                  <a:pt x="243892" y="1556320"/>
                </a:cubicBezTo>
                <a:cubicBezTo>
                  <a:pt x="227123" y="1556320"/>
                  <a:pt x="213529" y="1542726"/>
                  <a:pt x="213529" y="1525957"/>
                </a:cubicBezTo>
                <a:cubicBezTo>
                  <a:pt x="213529" y="1509187"/>
                  <a:pt x="227123" y="1495593"/>
                  <a:pt x="243892" y="1495593"/>
                </a:cubicBezTo>
                <a:close/>
                <a:moveTo>
                  <a:pt x="171339" y="1495593"/>
                </a:moveTo>
                <a:cubicBezTo>
                  <a:pt x="188107" y="1495593"/>
                  <a:pt x="201701" y="1509187"/>
                  <a:pt x="201701" y="1525957"/>
                </a:cubicBezTo>
                <a:cubicBezTo>
                  <a:pt x="201701" y="1542726"/>
                  <a:pt x="188107" y="1556320"/>
                  <a:pt x="171339" y="1556320"/>
                </a:cubicBezTo>
                <a:cubicBezTo>
                  <a:pt x="154606" y="1556320"/>
                  <a:pt x="141012" y="1542726"/>
                  <a:pt x="141012" y="1525957"/>
                </a:cubicBezTo>
                <a:cubicBezTo>
                  <a:pt x="141012" y="1509187"/>
                  <a:pt x="154606" y="1495593"/>
                  <a:pt x="171339" y="1495593"/>
                </a:cubicBezTo>
                <a:close/>
                <a:moveTo>
                  <a:pt x="98825" y="1495593"/>
                </a:moveTo>
                <a:cubicBezTo>
                  <a:pt x="115592" y="1495593"/>
                  <a:pt x="129186" y="1509187"/>
                  <a:pt x="129186" y="1525957"/>
                </a:cubicBezTo>
                <a:cubicBezTo>
                  <a:pt x="129186" y="1542726"/>
                  <a:pt x="115592" y="1556320"/>
                  <a:pt x="98825" y="1556320"/>
                </a:cubicBezTo>
                <a:cubicBezTo>
                  <a:pt x="82054" y="1556320"/>
                  <a:pt x="68461" y="1542726"/>
                  <a:pt x="68461" y="1525957"/>
                </a:cubicBezTo>
                <a:cubicBezTo>
                  <a:pt x="68461" y="1509187"/>
                  <a:pt x="82054" y="1495593"/>
                  <a:pt x="98825" y="1495593"/>
                </a:cubicBezTo>
                <a:close/>
                <a:moveTo>
                  <a:pt x="26270" y="1495593"/>
                </a:moveTo>
                <a:cubicBezTo>
                  <a:pt x="43038" y="1495593"/>
                  <a:pt x="56632" y="1509187"/>
                  <a:pt x="56632" y="1525957"/>
                </a:cubicBezTo>
                <a:cubicBezTo>
                  <a:pt x="56632" y="1542726"/>
                  <a:pt x="43038" y="1556320"/>
                  <a:pt x="26270" y="1556320"/>
                </a:cubicBezTo>
                <a:cubicBezTo>
                  <a:pt x="17886" y="1556320"/>
                  <a:pt x="10295" y="1552922"/>
                  <a:pt x="4801" y="1547427"/>
                </a:cubicBezTo>
                <a:lnTo>
                  <a:pt x="0" y="1535836"/>
                </a:lnTo>
                <a:lnTo>
                  <a:pt x="0" y="1516078"/>
                </a:lnTo>
                <a:lnTo>
                  <a:pt x="4801" y="1504486"/>
                </a:lnTo>
                <a:cubicBezTo>
                  <a:pt x="10295" y="1498992"/>
                  <a:pt x="17886" y="1495593"/>
                  <a:pt x="26270" y="1495593"/>
                </a:cubicBezTo>
                <a:close/>
                <a:moveTo>
                  <a:pt x="1259656" y="1415141"/>
                </a:moveTo>
                <a:cubicBezTo>
                  <a:pt x="1268041" y="1415141"/>
                  <a:pt x="1275632" y="1418540"/>
                  <a:pt x="1281127" y="1424035"/>
                </a:cubicBezTo>
                <a:lnTo>
                  <a:pt x="1285044" y="1433492"/>
                </a:lnTo>
                <a:lnTo>
                  <a:pt x="1248565" y="1473629"/>
                </a:lnTo>
                <a:lnTo>
                  <a:pt x="1247837" y="1473482"/>
                </a:lnTo>
                <a:cubicBezTo>
                  <a:pt x="1236940" y="1468873"/>
                  <a:pt x="1229293" y="1458082"/>
                  <a:pt x="1229293" y="1445505"/>
                </a:cubicBezTo>
                <a:cubicBezTo>
                  <a:pt x="1229293" y="1428735"/>
                  <a:pt x="1242887" y="1415141"/>
                  <a:pt x="1259656" y="1415141"/>
                </a:cubicBezTo>
                <a:close/>
                <a:moveTo>
                  <a:pt x="1187102" y="1415141"/>
                </a:moveTo>
                <a:cubicBezTo>
                  <a:pt x="1203871" y="1415141"/>
                  <a:pt x="1217465" y="1428735"/>
                  <a:pt x="1217465" y="1445505"/>
                </a:cubicBezTo>
                <a:cubicBezTo>
                  <a:pt x="1217465" y="1462274"/>
                  <a:pt x="1203871" y="1475868"/>
                  <a:pt x="1187102" y="1475868"/>
                </a:cubicBezTo>
                <a:cubicBezTo>
                  <a:pt x="1170332" y="1475868"/>
                  <a:pt x="1156738" y="1462274"/>
                  <a:pt x="1156738" y="1445505"/>
                </a:cubicBezTo>
                <a:cubicBezTo>
                  <a:pt x="1156738" y="1428735"/>
                  <a:pt x="1170332" y="1415141"/>
                  <a:pt x="1187102" y="1415141"/>
                </a:cubicBezTo>
                <a:close/>
                <a:moveTo>
                  <a:pt x="1114547" y="1415141"/>
                </a:moveTo>
                <a:cubicBezTo>
                  <a:pt x="1131317" y="1415141"/>
                  <a:pt x="1144911" y="1428735"/>
                  <a:pt x="1144911" y="1445505"/>
                </a:cubicBezTo>
                <a:cubicBezTo>
                  <a:pt x="1144911" y="1462274"/>
                  <a:pt x="1131317" y="1475868"/>
                  <a:pt x="1114547" y="1475868"/>
                </a:cubicBezTo>
                <a:cubicBezTo>
                  <a:pt x="1097778" y="1475868"/>
                  <a:pt x="1084184" y="1462274"/>
                  <a:pt x="1084184" y="1445505"/>
                </a:cubicBezTo>
                <a:cubicBezTo>
                  <a:pt x="1084184" y="1428735"/>
                  <a:pt x="1097778" y="1415141"/>
                  <a:pt x="1114547" y="1415141"/>
                </a:cubicBezTo>
                <a:close/>
                <a:moveTo>
                  <a:pt x="1041993" y="1415141"/>
                </a:moveTo>
                <a:cubicBezTo>
                  <a:pt x="1058762" y="1415141"/>
                  <a:pt x="1072356" y="1428735"/>
                  <a:pt x="1072356" y="1445505"/>
                </a:cubicBezTo>
                <a:cubicBezTo>
                  <a:pt x="1072356" y="1462274"/>
                  <a:pt x="1058762" y="1475868"/>
                  <a:pt x="1041993" y="1475868"/>
                </a:cubicBezTo>
                <a:cubicBezTo>
                  <a:pt x="1025223" y="1475868"/>
                  <a:pt x="1011629" y="1462274"/>
                  <a:pt x="1011629" y="1445505"/>
                </a:cubicBezTo>
                <a:cubicBezTo>
                  <a:pt x="1011629" y="1428735"/>
                  <a:pt x="1025223" y="1415141"/>
                  <a:pt x="1041993" y="1415141"/>
                </a:cubicBezTo>
                <a:close/>
                <a:moveTo>
                  <a:pt x="969438" y="1415141"/>
                </a:moveTo>
                <a:cubicBezTo>
                  <a:pt x="986208" y="1415141"/>
                  <a:pt x="999801" y="1428735"/>
                  <a:pt x="999801" y="1445505"/>
                </a:cubicBezTo>
                <a:cubicBezTo>
                  <a:pt x="999801" y="1462274"/>
                  <a:pt x="986208" y="1475868"/>
                  <a:pt x="969438" y="1475868"/>
                </a:cubicBezTo>
                <a:cubicBezTo>
                  <a:pt x="952669" y="1475868"/>
                  <a:pt x="939075" y="1462274"/>
                  <a:pt x="939075" y="1445505"/>
                </a:cubicBezTo>
                <a:cubicBezTo>
                  <a:pt x="939075" y="1428735"/>
                  <a:pt x="952669" y="1415141"/>
                  <a:pt x="969438" y="1415141"/>
                </a:cubicBezTo>
                <a:close/>
                <a:moveTo>
                  <a:pt x="896883" y="1415141"/>
                </a:moveTo>
                <a:cubicBezTo>
                  <a:pt x="913653" y="1415141"/>
                  <a:pt x="927247" y="1428735"/>
                  <a:pt x="927247" y="1445505"/>
                </a:cubicBezTo>
                <a:cubicBezTo>
                  <a:pt x="927247" y="1462274"/>
                  <a:pt x="913653" y="1475868"/>
                  <a:pt x="896883" y="1475868"/>
                </a:cubicBezTo>
                <a:cubicBezTo>
                  <a:pt x="880114" y="1475868"/>
                  <a:pt x="866520" y="1462274"/>
                  <a:pt x="866520" y="1445505"/>
                </a:cubicBezTo>
                <a:cubicBezTo>
                  <a:pt x="866520" y="1428735"/>
                  <a:pt x="880114" y="1415141"/>
                  <a:pt x="896883" y="1415141"/>
                </a:cubicBezTo>
                <a:close/>
                <a:moveTo>
                  <a:pt x="824329" y="1415141"/>
                </a:moveTo>
                <a:cubicBezTo>
                  <a:pt x="841098" y="1415141"/>
                  <a:pt x="854692" y="1428735"/>
                  <a:pt x="854692" y="1445505"/>
                </a:cubicBezTo>
                <a:cubicBezTo>
                  <a:pt x="854692" y="1462274"/>
                  <a:pt x="841098" y="1475868"/>
                  <a:pt x="824329" y="1475868"/>
                </a:cubicBezTo>
                <a:cubicBezTo>
                  <a:pt x="807559" y="1475868"/>
                  <a:pt x="793965" y="1462274"/>
                  <a:pt x="793965" y="1445505"/>
                </a:cubicBezTo>
                <a:cubicBezTo>
                  <a:pt x="793965" y="1428735"/>
                  <a:pt x="807559" y="1415141"/>
                  <a:pt x="824329" y="1415141"/>
                </a:cubicBezTo>
                <a:close/>
                <a:moveTo>
                  <a:pt x="751774" y="1415141"/>
                </a:moveTo>
                <a:cubicBezTo>
                  <a:pt x="768544" y="1415141"/>
                  <a:pt x="782138" y="1428735"/>
                  <a:pt x="782138" y="1445505"/>
                </a:cubicBezTo>
                <a:cubicBezTo>
                  <a:pt x="782138" y="1462274"/>
                  <a:pt x="768544" y="1475868"/>
                  <a:pt x="751774" y="1475868"/>
                </a:cubicBezTo>
                <a:cubicBezTo>
                  <a:pt x="735005" y="1475868"/>
                  <a:pt x="721411" y="1462274"/>
                  <a:pt x="721411" y="1445505"/>
                </a:cubicBezTo>
                <a:cubicBezTo>
                  <a:pt x="721411" y="1428735"/>
                  <a:pt x="735005" y="1415141"/>
                  <a:pt x="751774" y="1415141"/>
                </a:cubicBezTo>
                <a:close/>
                <a:moveTo>
                  <a:pt x="679220" y="1415141"/>
                </a:moveTo>
                <a:cubicBezTo>
                  <a:pt x="695989" y="1415141"/>
                  <a:pt x="709583" y="1428735"/>
                  <a:pt x="709583" y="1445505"/>
                </a:cubicBezTo>
                <a:cubicBezTo>
                  <a:pt x="709583" y="1462274"/>
                  <a:pt x="695989" y="1475868"/>
                  <a:pt x="679220" y="1475868"/>
                </a:cubicBezTo>
                <a:cubicBezTo>
                  <a:pt x="662450" y="1475868"/>
                  <a:pt x="648856" y="1462274"/>
                  <a:pt x="648856" y="1445505"/>
                </a:cubicBezTo>
                <a:cubicBezTo>
                  <a:pt x="648856" y="1428735"/>
                  <a:pt x="662450" y="1415141"/>
                  <a:pt x="679220" y="1415141"/>
                </a:cubicBezTo>
                <a:close/>
                <a:moveTo>
                  <a:pt x="606665" y="1415141"/>
                </a:moveTo>
                <a:cubicBezTo>
                  <a:pt x="623435" y="1415141"/>
                  <a:pt x="637029" y="1428735"/>
                  <a:pt x="637029" y="1445505"/>
                </a:cubicBezTo>
                <a:cubicBezTo>
                  <a:pt x="637029" y="1462274"/>
                  <a:pt x="623435" y="1475868"/>
                  <a:pt x="606665" y="1475868"/>
                </a:cubicBezTo>
                <a:cubicBezTo>
                  <a:pt x="589896" y="1475868"/>
                  <a:pt x="576302" y="1462274"/>
                  <a:pt x="576302" y="1445505"/>
                </a:cubicBezTo>
                <a:cubicBezTo>
                  <a:pt x="576302" y="1428735"/>
                  <a:pt x="589896" y="1415141"/>
                  <a:pt x="606665" y="1415141"/>
                </a:cubicBezTo>
                <a:close/>
                <a:moveTo>
                  <a:pt x="534111" y="1415141"/>
                </a:moveTo>
                <a:cubicBezTo>
                  <a:pt x="550880" y="1415141"/>
                  <a:pt x="564474" y="1428735"/>
                  <a:pt x="564474" y="1445505"/>
                </a:cubicBezTo>
                <a:cubicBezTo>
                  <a:pt x="564474" y="1462274"/>
                  <a:pt x="550880" y="1475868"/>
                  <a:pt x="534111" y="1475868"/>
                </a:cubicBezTo>
                <a:cubicBezTo>
                  <a:pt x="517341" y="1475868"/>
                  <a:pt x="503747" y="1462274"/>
                  <a:pt x="503747" y="1445505"/>
                </a:cubicBezTo>
                <a:cubicBezTo>
                  <a:pt x="503747" y="1428735"/>
                  <a:pt x="517341" y="1415141"/>
                  <a:pt x="534111" y="1415141"/>
                </a:cubicBezTo>
                <a:close/>
                <a:moveTo>
                  <a:pt x="461556" y="1415141"/>
                </a:moveTo>
                <a:cubicBezTo>
                  <a:pt x="478326" y="1415141"/>
                  <a:pt x="491920" y="1428735"/>
                  <a:pt x="491920" y="1445505"/>
                </a:cubicBezTo>
                <a:cubicBezTo>
                  <a:pt x="491920" y="1462274"/>
                  <a:pt x="478326" y="1475868"/>
                  <a:pt x="461556" y="1475868"/>
                </a:cubicBezTo>
                <a:cubicBezTo>
                  <a:pt x="444787" y="1475868"/>
                  <a:pt x="431192" y="1462274"/>
                  <a:pt x="431192" y="1445505"/>
                </a:cubicBezTo>
                <a:cubicBezTo>
                  <a:pt x="431192" y="1428735"/>
                  <a:pt x="444787" y="1415141"/>
                  <a:pt x="461556" y="1415141"/>
                </a:cubicBezTo>
                <a:close/>
                <a:moveTo>
                  <a:pt x="389002" y="1415141"/>
                </a:moveTo>
                <a:cubicBezTo>
                  <a:pt x="405771" y="1415141"/>
                  <a:pt x="419365" y="1428735"/>
                  <a:pt x="419365" y="1445505"/>
                </a:cubicBezTo>
                <a:cubicBezTo>
                  <a:pt x="419365" y="1462274"/>
                  <a:pt x="405771" y="1475868"/>
                  <a:pt x="389002" y="1475868"/>
                </a:cubicBezTo>
                <a:cubicBezTo>
                  <a:pt x="372232" y="1475868"/>
                  <a:pt x="358638" y="1462274"/>
                  <a:pt x="358638" y="1445505"/>
                </a:cubicBezTo>
                <a:cubicBezTo>
                  <a:pt x="358638" y="1428735"/>
                  <a:pt x="372232" y="1415141"/>
                  <a:pt x="389002" y="1415141"/>
                </a:cubicBezTo>
                <a:close/>
                <a:moveTo>
                  <a:pt x="316447" y="1415141"/>
                </a:moveTo>
                <a:cubicBezTo>
                  <a:pt x="333216" y="1415141"/>
                  <a:pt x="346810" y="1428735"/>
                  <a:pt x="346810" y="1445505"/>
                </a:cubicBezTo>
                <a:cubicBezTo>
                  <a:pt x="346810" y="1462274"/>
                  <a:pt x="333216" y="1475868"/>
                  <a:pt x="316447" y="1475868"/>
                </a:cubicBezTo>
                <a:cubicBezTo>
                  <a:pt x="299677" y="1475868"/>
                  <a:pt x="286084" y="1462274"/>
                  <a:pt x="286084" y="1445505"/>
                </a:cubicBezTo>
                <a:cubicBezTo>
                  <a:pt x="286084" y="1428735"/>
                  <a:pt x="299677" y="1415141"/>
                  <a:pt x="316447" y="1415141"/>
                </a:cubicBezTo>
                <a:close/>
                <a:moveTo>
                  <a:pt x="243892" y="1415141"/>
                </a:moveTo>
                <a:cubicBezTo>
                  <a:pt x="260662" y="1415141"/>
                  <a:pt x="274256" y="1428735"/>
                  <a:pt x="274256" y="1445505"/>
                </a:cubicBezTo>
                <a:cubicBezTo>
                  <a:pt x="274256" y="1462274"/>
                  <a:pt x="260662" y="1475868"/>
                  <a:pt x="243892" y="1475868"/>
                </a:cubicBezTo>
                <a:cubicBezTo>
                  <a:pt x="227123" y="1475868"/>
                  <a:pt x="213529" y="1462274"/>
                  <a:pt x="213529" y="1445505"/>
                </a:cubicBezTo>
                <a:cubicBezTo>
                  <a:pt x="213529" y="1428735"/>
                  <a:pt x="227123" y="1415141"/>
                  <a:pt x="243892" y="1415141"/>
                </a:cubicBezTo>
                <a:close/>
                <a:moveTo>
                  <a:pt x="171339" y="1415141"/>
                </a:moveTo>
                <a:cubicBezTo>
                  <a:pt x="188107" y="1415141"/>
                  <a:pt x="201701" y="1428735"/>
                  <a:pt x="201701" y="1445505"/>
                </a:cubicBezTo>
                <a:cubicBezTo>
                  <a:pt x="201701" y="1462274"/>
                  <a:pt x="188107" y="1475868"/>
                  <a:pt x="171339" y="1475868"/>
                </a:cubicBezTo>
                <a:cubicBezTo>
                  <a:pt x="154611" y="1475868"/>
                  <a:pt x="141018" y="1462274"/>
                  <a:pt x="141018" y="1445505"/>
                </a:cubicBezTo>
                <a:cubicBezTo>
                  <a:pt x="141018" y="1428735"/>
                  <a:pt x="154611" y="1415141"/>
                  <a:pt x="171339" y="1415141"/>
                </a:cubicBezTo>
                <a:close/>
                <a:moveTo>
                  <a:pt x="98831" y="1415141"/>
                </a:moveTo>
                <a:cubicBezTo>
                  <a:pt x="115598" y="1415141"/>
                  <a:pt x="129192" y="1428735"/>
                  <a:pt x="129192" y="1445505"/>
                </a:cubicBezTo>
                <a:cubicBezTo>
                  <a:pt x="129192" y="1462274"/>
                  <a:pt x="115598" y="1475868"/>
                  <a:pt x="98831" y="1475868"/>
                </a:cubicBezTo>
                <a:cubicBezTo>
                  <a:pt x="82060" y="1475868"/>
                  <a:pt x="68467" y="1462274"/>
                  <a:pt x="68467" y="1445505"/>
                </a:cubicBezTo>
                <a:cubicBezTo>
                  <a:pt x="68467" y="1428735"/>
                  <a:pt x="82060" y="1415141"/>
                  <a:pt x="98831" y="1415141"/>
                </a:cubicBezTo>
                <a:close/>
                <a:moveTo>
                  <a:pt x="26277" y="1415141"/>
                </a:moveTo>
                <a:cubicBezTo>
                  <a:pt x="43044" y="1415141"/>
                  <a:pt x="56638" y="1428735"/>
                  <a:pt x="56638" y="1445505"/>
                </a:cubicBezTo>
                <a:cubicBezTo>
                  <a:pt x="56638" y="1462274"/>
                  <a:pt x="43044" y="1475868"/>
                  <a:pt x="26277" y="1475868"/>
                </a:cubicBezTo>
                <a:cubicBezTo>
                  <a:pt x="17892" y="1475868"/>
                  <a:pt x="10301" y="1472470"/>
                  <a:pt x="4807" y="1466975"/>
                </a:cubicBezTo>
                <a:lnTo>
                  <a:pt x="0" y="1455370"/>
                </a:lnTo>
                <a:lnTo>
                  <a:pt x="0" y="1435640"/>
                </a:lnTo>
                <a:lnTo>
                  <a:pt x="4807" y="1424034"/>
                </a:lnTo>
                <a:cubicBezTo>
                  <a:pt x="10301" y="1418540"/>
                  <a:pt x="17892" y="1415141"/>
                  <a:pt x="26277" y="1415141"/>
                </a:cubicBezTo>
                <a:close/>
                <a:moveTo>
                  <a:pt x="1332211" y="1334690"/>
                </a:moveTo>
                <a:cubicBezTo>
                  <a:pt x="1340596" y="1334690"/>
                  <a:pt x="1348186" y="1338088"/>
                  <a:pt x="1353681" y="1343583"/>
                </a:cubicBezTo>
                <a:lnTo>
                  <a:pt x="1356143" y="1349526"/>
                </a:lnTo>
                <a:lnTo>
                  <a:pt x="1331934" y="1381900"/>
                </a:lnTo>
                <a:lnTo>
                  <a:pt x="1321597" y="1393274"/>
                </a:lnTo>
                <a:lnTo>
                  <a:pt x="1320392" y="1393030"/>
                </a:lnTo>
                <a:cubicBezTo>
                  <a:pt x="1309494" y="1388421"/>
                  <a:pt x="1301847" y="1377631"/>
                  <a:pt x="1301847" y="1365053"/>
                </a:cubicBezTo>
                <a:cubicBezTo>
                  <a:pt x="1301847" y="1348284"/>
                  <a:pt x="1315441" y="1334690"/>
                  <a:pt x="1332211" y="1334690"/>
                </a:cubicBezTo>
                <a:close/>
                <a:moveTo>
                  <a:pt x="1259656" y="1334690"/>
                </a:moveTo>
                <a:cubicBezTo>
                  <a:pt x="1276426" y="1334690"/>
                  <a:pt x="1290020" y="1348284"/>
                  <a:pt x="1290020" y="1365053"/>
                </a:cubicBezTo>
                <a:cubicBezTo>
                  <a:pt x="1290020" y="1381823"/>
                  <a:pt x="1276426" y="1395417"/>
                  <a:pt x="1259656" y="1395417"/>
                </a:cubicBezTo>
                <a:cubicBezTo>
                  <a:pt x="1242887" y="1395417"/>
                  <a:pt x="1229293" y="1381823"/>
                  <a:pt x="1229293" y="1365053"/>
                </a:cubicBezTo>
                <a:cubicBezTo>
                  <a:pt x="1229293" y="1348284"/>
                  <a:pt x="1242887" y="1334690"/>
                  <a:pt x="1259656" y="1334690"/>
                </a:cubicBezTo>
                <a:close/>
                <a:moveTo>
                  <a:pt x="1187102" y="1334690"/>
                </a:moveTo>
                <a:cubicBezTo>
                  <a:pt x="1203871" y="1334690"/>
                  <a:pt x="1217465" y="1348284"/>
                  <a:pt x="1217465" y="1365053"/>
                </a:cubicBezTo>
                <a:cubicBezTo>
                  <a:pt x="1217465" y="1381823"/>
                  <a:pt x="1203871" y="1395417"/>
                  <a:pt x="1187102" y="1395417"/>
                </a:cubicBezTo>
                <a:cubicBezTo>
                  <a:pt x="1170332" y="1395417"/>
                  <a:pt x="1156738" y="1381823"/>
                  <a:pt x="1156738" y="1365053"/>
                </a:cubicBezTo>
                <a:cubicBezTo>
                  <a:pt x="1156738" y="1348284"/>
                  <a:pt x="1170332" y="1334690"/>
                  <a:pt x="1187102" y="1334690"/>
                </a:cubicBezTo>
                <a:close/>
                <a:moveTo>
                  <a:pt x="1114547" y="1334690"/>
                </a:moveTo>
                <a:cubicBezTo>
                  <a:pt x="1131317" y="1334690"/>
                  <a:pt x="1144911" y="1348284"/>
                  <a:pt x="1144911" y="1365053"/>
                </a:cubicBezTo>
                <a:cubicBezTo>
                  <a:pt x="1144911" y="1381823"/>
                  <a:pt x="1131317" y="1395417"/>
                  <a:pt x="1114547" y="1395417"/>
                </a:cubicBezTo>
                <a:cubicBezTo>
                  <a:pt x="1097778" y="1395417"/>
                  <a:pt x="1084184" y="1381823"/>
                  <a:pt x="1084184" y="1365053"/>
                </a:cubicBezTo>
                <a:cubicBezTo>
                  <a:pt x="1084184" y="1348284"/>
                  <a:pt x="1097778" y="1334690"/>
                  <a:pt x="1114547" y="1334690"/>
                </a:cubicBezTo>
                <a:close/>
                <a:moveTo>
                  <a:pt x="1041993" y="1334690"/>
                </a:moveTo>
                <a:cubicBezTo>
                  <a:pt x="1058762" y="1334690"/>
                  <a:pt x="1072356" y="1348284"/>
                  <a:pt x="1072356" y="1365053"/>
                </a:cubicBezTo>
                <a:cubicBezTo>
                  <a:pt x="1072356" y="1381823"/>
                  <a:pt x="1058762" y="1395417"/>
                  <a:pt x="1041993" y="1395417"/>
                </a:cubicBezTo>
                <a:cubicBezTo>
                  <a:pt x="1025223" y="1395417"/>
                  <a:pt x="1011629" y="1381823"/>
                  <a:pt x="1011629" y="1365053"/>
                </a:cubicBezTo>
                <a:cubicBezTo>
                  <a:pt x="1011629" y="1348284"/>
                  <a:pt x="1025223" y="1334690"/>
                  <a:pt x="1041993" y="1334690"/>
                </a:cubicBezTo>
                <a:close/>
                <a:moveTo>
                  <a:pt x="969438" y="1334690"/>
                </a:moveTo>
                <a:cubicBezTo>
                  <a:pt x="986208" y="1334690"/>
                  <a:pt x="999801" y="1348284"/>
                  <a:pt x="999801" y="1365053"/>
                </a:cubicBezTo>
                <a:cubicBezTo>
                  <a:pt x="999801" y="1381823"/>
                  <a:pt x="986208" y="1395417"/>
                  <a:pt x="969438" y="1395417"/>
                </a:cubicBezTo>
                <a:cubicBezTo>
                  <a:pt x="952669" y="1395417"/>
                  <a:pt x="939075" y="1381823"/>
                  <a:pt x="939075" y="1365053"/>
                </a:cubicBezTo>
                <a:cubicBezTo>
                  <a:pt x="939075" y="1348284"/>
                  <a:pt x="952669" y="1334690"/>
                  <a:pt x="969438" y="1334690"/>
                </a:cubicBezTo>
                <a:close/>
                <a:moveTo>
                  <a:pt x="896883" y="1334690"/>
                </a:moveTo>
                <a:cubicBezTo>
                  <a:pt x="913653" y="1334690"/>
                  <a:pt x="927247" y="1348284"/>
                  <a:pt x="927247" y="1365053"/>
                </a:cubicBezTo>
                <a:cubicBezTo>
                  <a:pt x="927247" y="1381823"/>
                  <a:pt x="913653" y="1395417"/>
                  <a:pt x="896883" y="1395417"/>
                </a:cubicBezTo>
                <a:cubicBezTo>
                  <a:pt x="880114" y="1395417"/>
                  <a:pt x="866520" y="1381823"/>
                  <a:pt x="866520" y="1365053"/>
                </a:cubicBezTo>
                <a:cubicBezTo>
                  <a:pt x="866520" y="1348284"/>
                  <a:pt x="880114" y="1334690"/>
                  <a:pt x="896883" y="1334690"/>
                </a:cubicBezTo>
                <a:close/>
                <a:moveTo>
                  <a:pt x="824329" y="1334690"/>
                </a:moveTo>
                <a:cubicBezTo>
                  <a:pt x="841098" y="1334690"/>
                  <a:pt x="854692" y="1348284"/>
                  <a:pt x="854692" y="1365053"/>
                </a:cubicBezTo>
                <a:cubicBezTo>
                  <a:pt x="854692" y="1381823"/>
                  <a:pt x="841098" y="1395417"/>
                  <a:pt x="824329" y="1395417"/>
                </a:cubicBezTo>
                <a:cubicBezTo>
                  <a:pt x="807559" y="1395417"/>
                  <a:pt x="793965" y="1381823"/>
                  <a:pt x="793965" y="1365053"/>
                </a:cubicBezTo>
                <a:cubicBezTo>
                  <a:pt x="793965" y="1348284"/>
                  <a:pt x="807559" y="1334690"/>
                  <a:pt x="824329" y="1334690"/>
                </a:cubicBezTo>
                <a:close/>
                <a:moveTo>
                  <a:pt x="751774" y="1334690"/>
                </a:moveTo>
                <a:cubicBezTo>
                  <a:pt x="768544" y="1334690"/>
                  <a:pt x="782138" y="1348284"/>
                  <a:pt x="782138" y="1365053"/>
                </a:cubicBezTo>
                <a:cubicBezTo>
                  <a:pt x="782138" y="1381823"/>
                  <a:pt x="768544" y="1395417"/>
                  <a:pt x="751774" y="1395417"/>
                </a:cubicBezTo>
                <a:cubicBezTo>
                  <a:pt x="735005" y="1395417"/>
                  <a:pt x="721411" y="1381823"/>
                  <a:pt x="721411" y="1365053"/>
                </a:cubicBezTo>
                <a:cubicBezTo>
                  <a:pt x="721411" y="1348284"/>
                  <a:pt x="735005" y="1334690"/>
                  <a:pt x="751774" y="1334690"/>
                </a:cubicBezTo>
                <a:close/>
                <a:moveTo>
                  <a:pt x="679220" y="1334690"/>
                </a:moveTo>
                <a:cubicBezTo>
                  <a:pt x="695989" y="1334690"/>
                  <a:pt x="709583" y="1348284"/>
                  <a:pt x="709583" y="1365053"/>
                </a:cubicBezTo>
                <a:cubicBezTo>
                  <a:pt x="709583" y="1381823"/>
                  <a:pt x="695989" y="1395417"/>
                  <a:pt x="679220" y="1395417"/>
                </a:cubicBezTo>
                <a:cubicBezTo>
                  <a:pt x="662450" y="1395417"/>
                  <a:pt x="648856" y="1381823"/>
                  <a:pt x="648856" y="1365053"/>
                </a:cubicBezTo>
                <a:cubicBezTo>
                  <a:pt x="648856" y="1348284"/>
                  <a:pt x="662450" y="1334690"/>
                  <a:pt x="679220" y="1334690"/>
                </a:cubicBezTo>
                <a:close/>
                <a:moveTo>
                  <a:pt x="606665" y="1334690"/>
                </a:moveTo>
                <a:cubicBezTo>
                  <a:pt x="623435" y="1334690"/>
                  <a:pt x="637029" y="1348284"/>
                  <a:pt x="637029" y="1365053"/>
                </a:cubicBezTo>
                <a:cubicBezTo>
                  <a:pt x="637029" y="1381823"/>
                  <a:pt x="623435" y="1395417"/>
                  <a:pt x="606665" y="1395417"/>
                </a:cubicBezTo>
                <a:cubicBezTo>
                  <a:pt x="589896" y="1395417"/>
                  <a:pt x="576302" y="1381823"/>
                  <a:pt x="576302" y="1365053"/>
                </a:cubicBezTo>
                <a:cubicBezTo>
                  <a:pt x="576302" y="1348284"/>
                  <a:pt x="589896" y="1334690"/>
                  <a:pt x="606665" y="1334690"/>
                </a:cubicBezTo>
                <a:close/>
                <a:moveTo>
                  <a:pt x="534111" y="1334690"/>
                </a:moveTo>
                <a:cubicBezTo>
                  <a:pt x="550880" y="1334690"/>
                  <a:pt x="564474" y="1348284"/>
                  <a:pt x="564474" y="1365053"/>
                </a:cubicBezTo>
                <a:cubicBezTo>
                  <a:pt x="564474" y="1381823"/>
                  <a:pt x="550880" y="1395417"/>
                  <a:pt x="534111" y="1395417"/>
                </a:cubicBezTo>
                <a:cubicBezTo>
                  <a:pt x="517341" y="1395417"/>
                  <a:pt x="503747" y="1381823"/>
                  <a:pt x="503747" y="1365053"/>
                </a:cubicBezTo>
                <a:cubicBezTo>
                  <a:pt x="503747" y="1348284"/>
                  <a:pt x="517341" y="1334690"/>
                  <a:pt x="534111" y="1334690"/>
                </a:cubicBezTo>
                <a:close/>
                <a:moveTo>
                  <a:pt x="461556" y="1334690"/>
                </a:moveTo>
                <a:cubicBezTo>
                  <a:pt x="478326" y="1334690"/>
                  <a:pt x="491920" y="1348284"/>
                  <a:pt x="491920" y="1365053"/>
                </a:cubicBezTo>
                <a:cubicBezTo>
                  <a:pt x="491920" y="1381823"/>
                  <a:pt x="478326" y="1395417"/>
                  <a:pt x="461556" y="1395417"/>
                </a:cubicBezTo>
                <a:cubicBezTo>
                  <a:pt x="444787" y="1395417"/>
                  <a:pt x="431192" y="1381823"/>
                  <a:pt x="431192" y="1365053"/>
                </a:cubicBezTo>
                <a:cubicBezTo>
                  <a:pt x="431192" y="1348284"/>
                  <a:pt x="444787" y="1334690"/>
                  <a:pt x="461556" y="1334690"/>
                </a:cubicBezTo>
                <a:close/>
                <a:moveTo>
                  <a:pt x="389002" y="1334690"/>
                </a:moveTo>
                <a:cubicBezTo>
                  <a:pt x="405771" y="1334690"/>
                  <a:pt x="419365" y="1348284"/>
                  <a:pt x="419365" y="1365053"/>
                </a:cubicBezTo>
                <a:cubicBezTo>
                  <a:pt x="419365" y="1381823"/>
                  <a:pt x="405771" y="1395417"/>
                  <a:pt x="389002" y="1395417"/>
                </a:cubicBezTo>
                <a:cubicBezTo>
                  <a:pt x="372232" y="1395417"/>
                  <a:pt x="358638" y="1381823"/>
                  <a:pt x="358638" y="1365053"/>
                </a:cubicBezTo>
                <a:cubicBezTo>
                  <a:pt x="358638" y="1348284"/>
                  <a:pt x="372232" y="1334690"/>
                  <a:pt x="389002" y="1334690"/>
                </a:cubicBezTo>
                <a:close/>
                <a:moveTo>
                  <a:pt x="316447" y="1334690"/>
                </a:moveTo>
                <a:cubicBezTo>
                  <a:pt x="333216" y="1334690"/>
                  <a:pt x="346810" y="1348284"/>
                  <a:pt x="346810" y="1365053"/>
                </a:cubicBezTo>
                <a:cubicBezTo>
                  <a:pt x="346810" y="1381823"/>
                  <a:pt x="333216" y="1395417"/>
                  <a:pt x="316447" y="1395417"/>
                </a:cubicBezTo>
                <a:cubicBezTo>
                  <a:pt x="299677" y="1395417"/>
                  <a:pt x="286084" y="1381823"/>
                  <a:pt x="286084" y="1365053"/>
                </a:cubicBezTo>
                <a:cubicBezTo>
                  <a:pt x="286084" y="1348284"/>
                  <a:pt x="299677" y="1334690"/>
                  <a:pt x="316447" y="1334690"/>
                </a:cubicBezTo>
                <a:close/>
                <a:moveTo>
                  <a:pt x="243892" y="1334690"/>
                </a:moveTo>
                <a:cubicBezTo>
                  <a:pt x="260662" y="1334690"/>
                  <a:pt x="274256" y="1348284"/>
                  <a:pt x="274256" y="1365053"/>
                </a:cubicBezTo>
                <a:cubicBezTo>
                  <a:pt x="274256" y="1381823"/>
                  <a:pt x="260662" y="1395417"/>
                  <a:pt x="243892" y="1395417"/>
                </a:cubicBezTo>
                <a:cubicBezTo>
                  <a:pt x="227123" y="1395417"/>
                  <a:pt x="213529" y="1381823"/>
                  <a:pt x="213529" y="1365053"/>
                </a:cubicBezTo>
                <a:cubicBezTo>
                  <a:pt x="213529" y="1348284"/>
                  <a:pt x="227123" y="1334690"/>
                  <a:pt x="243892" y="1334690"/>
                </a:cubicBezTo>
                <a:close/>
                <a:moveTo>
                  <a:pt x="171339" y="1334690"/>
                </a:moveTo>
                <a:cubicBezTo>
                  <a:pt x="188107" y="1334690"/>
                  <a:pt x="201701" y="1348284"/>
                  <a:pt x="201701" y="1365053"/>
                </a:cubicBezTo>
                <a:cubicBezTo>
                  <a:pt x="201701" y="1381823"/>
                  <a:pt x="188107" y="1395417"/>
                  <a:pt x="171339" y="1395417"/>
                </a:cubicBezTo>
                <a:cubicBezTo>
                  <a:pt x="154616" y="1395417"/>
                  <a:pt x="141023" y="1381823"/>
                  <a:pt x="141023" y="1365053"/>
                </a:cubicBezTo>
                <a:cubicBezTo>
                  <a:pt x="141023" y="1348284"/>
                  <a:pt x="154616" y="1334690"/>
                  <a:pt x="171339" y="1334690"/>
                </a:cubicBezTo>
                <a:close/>
                <a:moveTo>
                  <a:pt x="98838" y="1334690"/>
                </a:moveTo>
                <a:cubicBezTo>
                  <a:pt x="115605" y="1334690"/>
                  <a:pt x="129198" y="1348284"/>
                  <a:pt x="129198" y="1365053"/>
                </a:cubicBezTo>
                <a:cubicBezTo>
                  <a:pt x="129198" y="1381823"/>
                  <a:pt x="115605" y="1395417"/>
                  <a:pt x="98838" y="1395417"/>
                </a:cubicBezTo>
                <a:cubicBezTo>
                  <a:pt x="82067" y="1395417"/>
                  <a:pt x="68474" y="1381823"/>
                  <a:pt x="68474" y="1365053"/>
                </a:cubicBezTo>
                <a:cubicBezTo>
                  <a:pt x="68474" y="1348284"/>
                  <a:pt x="82067" y="1334690"/>
                  <a:pt x="98838" y="1334690"/>
                </a:cubicBezTo>
                <a:close/>
                <a:moveTo>
                  <a:pt x="26283" y="1334690"/>
                </a:moveTo>
                <a:cubicBezTo>
                  <a:pt x="43051" y="1334690"/>
                  <a:pt x="56645" y="1348284"/>
                  <a:pt x="56645" y="1365053"/>
                </a:cubicBezTo>
                <a:cubicBezTo>
                  <a:pt x="56645" y="1381823"/>
                  <a:pt x="43051" y="1395417"/>
                  <a:pt x="26283" y="1395417"/>
                </a:cubicBezTo>
                <a:cubicBezTo>
                  <a:pt x="17898" y="1395417"/>
                  <a:pt x="10308" y="1392019"/>
                  <a:pt x="4813" y="1386524"/>
                </a:cubicBezTo>
                <a:lnTo>
                  <a:pt x="0" y="1374903"/>
                </a:lnTo>
                <a:lnTo>
                  <a:pt x="0" y="1355203"/>
                </a:lnTo>
                <a:lnTo>
                  <a:pt x="4813" y="1343583"/>
                </a:lnTo>
                <a:cubicBezTo>
                  <a:pt x="10308" y="1338089"/>
                  <a:pt x="17898" y="1334690"/>
                  <a:pt x="26283" y="1334690"/>
                </a:cubicBezTo>
                <a:close/>
                <a:moveTo>
                  <a:pt x="1404765" y="1254238"/>
                </a:moveTo>
                <a:cubicBezTo>
                  <a:pt x="1408957" y="1254238"/>
                  <a:pt x="1412951" y="1255088"/>
                  <a:pt x="1416584" y="1256624"/>
                </a:cubicBezTo>
                <a:lnTo>
                  <a:pt x="1422045" y="1260306"/>
                </a:lnTo>
                <a:lnTo>
                  <a:pt x="1418517" y="1266114"/>
                </a:lnTo>
                <a:lnTo>
                  <a:pt x="1386846" y="1308466"/>
                </a:lnTo>
                <a:lnTo>
                  <a:pt x="1383295" y="1306072"/>
                </a:lnTo>
                <a:cubicBezTo>
                  <a:pt x="1377800" y="1300577"/>
                  <a:pt x="1374402" y="1292986"/>
                  <a:pt x="1374402" y="1284602"/>
                </a:cubicBezTo>
                <a:cubicBezTo>
                  <a:pt x="1374402" y="1267832"/>
                  <a:pt x="1387996" y="1254238"/>
                  <a:pt x="1404765" y="1254238"/>
                </a:cubicBezTo>
                <a:close/>
                <a:moveTo>
                  <a:pt x="1332211" y="1254238"/>
                </a:moveTo>
                <a:cubicBezTo>
                  <a:pt x="1348980" y="1254238"/>
                  <a:pt x="1362574" y="1267832"/>
                  <a:pt x="1362574" y="1284602"/>
                </a:cubicBezTo>
                <a:cubicBezTo>
                  <a:pt x="1362574" y="1301371"/>
                  <a:pt x="1348980" y="1314965"/>
                  <a:pt x="1332211" y="1314965"/>
                </a:cubicBezTo>
                <a:cubicBezTo>
                  <a:pt x="1315441" y="1314965"/>
                  <a:pt x="1301847" y="1301371"/>
                  <a:pt x="1301847" y="1284602"/>
                </a:cubicBezTo>
                <a:cubicBezTo>
                  <a:pt x="1301847" y="1267832"/>
                  <a:pt x="1315441" y="1254238"/>
                  <a:pt x="1332211" y="1254238"/>
                </a:cubicBezTo>
                <a:close/>
                <a:moveTo>
                  <a:pt x="1259656" y="1254238"/>
                </a:moveTo>
                <a:cubicBezTo>
                  <a:pt x="1276426" y="1254238"/>
                  <a:pt x="1290020" y="1267832"/>
                  <a:pt x="1290020" y="1284602"/>
                </a:cubicBezTo>
                <a:cubicBezTo>
                  <a:pt x="1290020" y="1301371"/>
                  <a:pt x="1276426" y="1314965"/>
                  <a:pt x="1259656" y="1314965"/>
                </a:cubicBezTo>
                <a:cubicBezTo>
                  <a:pt x="1242887" y="1314965"/>
                  <a:pt x="1229293" y="1301371"/>
                  <a:pt x="1229293" y="1284602"/>
                </a:cubicBezTo>
                <a:cubicBezTo>
                  <a:pt x="1229293" y="1267832"/>
                  <a:pt x="1242887" y="1254238"/>
                  <a:pt x="1259656" y="1254238"/>
                </a:cubicBezTo>
                <a:close/>
                <a:moveTo>
                  <a:pt x="1187102" y="1254238"/>
                </a:moveTo>
                <a:cubicBezTo>
                  <a:pt x="1203871" y="1254238"/>
                  <a:pt x="1217465" y="1267832"/>
                  <a:pt x="1217465" y="1284602"/>
                </a:cubicBezTo>
                <a:cubicBezTo>
                  <a:pt x="1217465" y="1301371"/>
                  <a:pt x="1203871" y="1314965"/>
                  <a:pt x="1187102" y="1314965"/>
                </a:cubicBezTo>
                <a:cubicBezTo>
                  <a:pt x="1170332" y="1314965"/>
                  <a:pt x="1156738" y="1301371"/>
                  <a:pt x="1156738" y="1284602"/>
                </a:cubicBezTo>
                <a:cubicBezTo>
                  <a:pt x="1156738" y="1267832"/>
                  <a:pt x="1170332" y="1254238"/>
                  <a:pt x="1187102" y="1254238"/>
                </a:cubicBezTo>
                <a:close/>
                <a:moveTo>
                  <a:pt x="1114547" y="1254238"/>
                </a:moveTo>
                <a:cubicBezTo>
                  <a:pt x="1131317" y="1254238"/>
                  <a:pt x="1144911" y="1267832"/>
                  <a:pt x="1144911" y="1284602"/>
                </a:cubicBezTo>
                <a:cubicBezTo>
                  <a:pt x="1144911" y="1301371"/>
                  <a:pt x="1131317" y="1314965"/>
                  <a:pt x="1114547" y="1314965"/>
                </a:cubicBezTo>
                <a:cubicBezTo>
                  <a:pt x="1097778" y="1314965"/>
                  <a:pt x="1084184" y="1301371"/>
                  <a:pt x="1084184" y="1284602"/>
                </a:cubicBezTo>
                <a:cubicBezTo>
                  <a:pt x="1084184" y="1267832"/>
                  <a:pt x="1097778" y="1254238"/>
                  <a:pt x="1114547" y="1254238"/>
                </a:cubicBezTo>
                <a:close/>
                <a:moveTo>
                  <a:pt x="1041993" y="1254238"/>
                </a:moveTo>
                <a:cubicBezTo>
                  <a:pt x="1058762" y="1254238"/>
                  <a:pt x="1072356" y="1267832"/>
                  <a:pt x="1072356" y="1284602"/>
                </a:cubicBezTo>
                <a:cubicBezTo>
                  <a:pt x="1072356" y="1301371"/>
                  <a:pt x="1058762" y="1314965"/>
                  <a:pt x="1041993" y="1314965"/>
                </a:cubicBezTo>
                <a:cubicBezTo>
                  <a:pt x="1025223" y="1314965"/>
                  <a:pt x="1011629" y="1301371"/>
                  <a:pt x="1011629" y="1284602"/>
                </a:cubicBezTo>
                <a:cubicBezTo>
                  <a:pt x="1011629" y="1267832"/>
                  <a:pt x="1025223" y="1254238"/>
                  <a:pt x="1041993" y="1254238"/>
                </a:cubicBezTo>
                <a:close/>
                <a:moveTo>
                  <a:pt x="969438" y="1254238"/>
                </a:moveTo>
                <a:cubicBezTo>
                  <a:pt x="986208" y="1254238"/>
                  <a:pt x="999801" y="1267832"/>
                  <a:pt x="999801" y="1284602"/>
                </a:cubicBezTo>
                <a:cubicBezTo>
                  <a:pt x="999801" y="1301371"/>
                  <a:pt x="986208" y="1314965"/>
                  <a:pt x="969438" y="1314965"/>
                </a:cubicBezTo>
                <a:cubicBezTo>
                  <a:pt x="952669" y="1314965"/>
                  <a:pt x="939075" y="1301371"/>
                  <a:pt x="939075" y="1284602"/>
                </a:cubicBezTo>
                <a:cubicBezTo>
                  <a:pt x="939075" y="1267832"/>
                  <a:pt x="952669" y="1254238"/>
                  <a:pt x="969438" y="1254238"/>
                </a:cubicBezTo>
                <a:close/>
                <a:moveTo>
                  <a:pt x="896883" y="1254238"/>
                </a:moveTo>
                <a:cubicBezTo>
                  <a:pt x="913653" y="1254238"/>
                  <a:pt x="927247" y="1267832"/>
                  <a:pt x="927247" y="1284602"/>
                </a:cubicBezTo>
                <a:cubicBezTo>
                  <a:pt x="927247" y="1301371"/>
                  <a:pt x="913653" y="1314965"/>
                  <a:pt x="896883" y="1314965"/>
                </a:cubicBezTo>
                <a:cubicBezTo>
                  <a:pt x="880114" y="1314965"/>
                  <a:pt x="866520" y="1301371"/>
                  <a:pt x="866520" y="1284602"/>
                </a:cubicBezTo>
                <a:cubicBezTo>
                  <a:pt x="866520" y="1267832"/>
                  <a:pt x="880114" y="1254238"/>
                  <a:pt x="896883" y="1254238"/>
                </a:cubicBezTo>
                <a:close/>
                <a:moveTo>
                  <a:pt x="824329" y="1254238"/>
                </a:moveTo>
                <a:cubicBezTo>
                  <a:pt x="841098" y="1254238"/>
                  <a:pt x="854692" y="1267832"/>
                  <a:pt x="854692" y="1284602"/>
                </a:cubicBezTo>
                <a:cubicBezTo>
                  <a:pt x="854692" y="1301371"/>
                  <a:pt x="841098" y="1314965"/>
                  <a:pt x="824329" y="1314965"/>
                </a:cubicBezTo>
                <a:cubicBezTo>
                  <a:pt x="807559" y="1314965"/>
                  <a:pt x="793965" y="1301371"/>
                  <a:pt x="793965" y="1284602"/>
                </a:cubicBezTo>
                <a:cubicBezTo>
                  <a:pt x="793965" y="1267832"/>
                  <a:pt x="807559" y="1254238"/>
                  <a:pt x="824329" y="1254238"/>
                </a:cubicBezTo>
                <a:close/>
                <a:moveTo>
                  <a:pt x="751774" y="1254238"/>
                </a:moveTo>
                <a:cubicBezTo>
                  <a:pt x="768544" y="1254238"/>
                  <a:pt x="782138" y="1267832"/>
                  <a:pt x="782138" y="1284602"/>
                </a:cubicBezTo>
                <a:cubicBezTo>
                  <a:pt x="782138" y="1301371"/>
                  <a:pt x="768544" y="1314965"/>
                  <a:pt x="751774" y="1314965"/>
                </a:cubicBezTo>
                <a:cubicBezTo>
                  <a:pt x="735005" y="1314965"/>
                  <a:pt x="721411" y="1301371"/>
                  <a:pt x="721411" y="1284602"/>
                </a:cubicBezTo>
                <a:cubicBezTo>
                  <a:pt x="721411" y="1267832"/>
                  <a:pt x="735005" y="1254238"/>
                  <a:pt x="751774" y="1254238"/>
                </a:cubicBezTo>
                <a:close/>
                <a:moveTo>
                  <a:pt x="679220" y="1254238"/>
                </a:moveTo>
                <a:cubicBezTo>
                  <a:pt x="695989" y="1254238"/>
                  <a:pt x="709583" y="1267832"/>
                  <a:pt x="709583" y="1284602"/>
                </a:cubicBezTo>
                <a:cubicBezTo>
                  <a:pt x="709583" y="1301371"/>
                  <a:pt x="695989" y="1314965"/>
                  <a:pt x="679220" y="1314965"/>
                </a:cubicBezTo>
                <a:cubicBezTo>
                  <a:pt x="662450" y="1314965"/>
                  <a:pt x="648856" y="1301371"/>
                  <a:pt x="648856" y="1284602"/>
                </a:cubicBezTo>
                <a:cubicBezTo>
                  <a:pt x="648856" y="1267832"/>
                  <a:pt x="662450" y="1254238"/>
                  <a:pt x="679220" y="1254238"/>
                </a:cubicBezTo>
                <a:close/>
                <a:moveTo>
                  <a:pt x="606665" y="1254238"/>
                </a:moveTo>
                <a:cubicBezTo>
                  <a:pt x="623435" y="1254238"/>
                  <a:pt x="637029" y="1267832"/>
                  <a:pt x="637029" y="1284602"/>
                </a:cubicBezTo>
                <a:cubicBezTo>
                  <a:pt x="637029" y="1301371"/>
                  <a:pt x="623435" y="1314965"/>
                  <a:pt x="606665" y="1314965"/>
                </a:cubicBezTo>
                <a:cubicBezTo>
                  <a:pt x="589896" y="1314965"/>
                  <a:pt x="576302" y="1301371"/>
                  <a:pt x="576302" y="1284602"/>
                </a:cubicBezTo>
                <a:cubicBezTo>
                  <a:pt x="576302" y="1267832"/>
                  <a:pt x="589896" y="1254238"/>
                  <a:pt x="606665" y="1254238"/>
                </a:cubicBezTo>
                <a:close/>
                <a:moveTo>
                  <a:pt x="534111" y="1254238"/>
                </a:moveTo>
                <a:cubicBezTo>
                  <a:pt x="550880" y="1254238"/>
                  <a:pt x="564474" y="1267832"/>
                  <a:pt x="564474" y="1284602"/>
                </a:cubicBezTo>
                <a:cubicBezTo>
                  <a:pt x="564474" y="1301371"/>
                  <a:pt x="550880" y="1314965"/>
                  <a:pt x="534111" y="1314965"/>
                </a:cubicBezTo>
                <a:cubicBezTo>
                  <a:pt x="517341" y="1314965"/>
                  <a:pt x="503747" y="1301371"/>
                  <a:pt x="503747" y="1284602"/>
                </a:cubicBezTo>
                <a:cubicBezTo>
                  <a:pt x="503747" y="1267832"/>
                  <a:pt x="517341" y="1254238"/>
                  <a:pt x="534111" y="1254238"/>
                </a:cubicBezTo>
                <a:close/>
                <a:moveTo>
                  <a:pt x="461556" y="1254238"/>
                </a:moveTo>
                <a:cubicBezTo>
                  <a:pt x="478326" y="1254238"/>
                  <a:pt x="491920" y="1267832"/>
                  <a:pt x="491920" y="1284602"/>
                </a:cubicBezTo>
                <a:cubicBezTo>
                  <a:pt x="491920" y="1301371"/>
                  <a:pt x="478326" y="1314965"/>
                  <a:pt x="461556" y="1314965"/>
                </a:cubicBezTo>
                <a:cubicBezTo>
                  <a:pt x="444787" y="1314965"/>
                  <a:pt x="431192" y="1301371"/>
                  <a:pt x="431192" y="1284602"/>
                </a:cubicBezTo>
                <a:cubicBezTo>
                  <a:pt x="431192" y="1267832"/>
                  <a:pt x="444787" y="1254238"/>
                  <a:pt x="461556" y="1254238"/>
                </a:cubicBezTo>
                <a:close/>
                <a:moveTo>
                  <a:pt x="389002" y="1254238"/>
                </a:moveTo>
                <a:cubicBezTo>
                  <a:pt x="405771" y="1254238"/>
                  <a:pt x="419365" y="1267832"/>
                  <a:pt x="419365" y="1284602"/>
                </a:cubicBezTo>
                <a:cubicBezTo>
                  <a:pt x="419365" y="1301371"/>
                  <a:pt x="405771" y="1314965"/>
                  <a:pt x="389002" y="1314965"/>
                </a:cubicBezTo>
                <a:cubicBezTo>
                  <a:pt x="372232" y="1314965"/>
                  <a:pt x="358638" y="1301371"/>
                  <a:pt x="358638" y="1284602"/>
                </a:cubicBezTo>
                <a:cubicBezTo>
                  <a:pt x="358638" y="1267832"/>
                  <a:pt x="372232" y="1254238"/>
                  <a:pt x="389002" y="1254238"/>
                </a:cubicBezTo>
                <a:close/>
                <a:moveTo>
                  <a:pt x="316447" y="1254238"/>
                </a:moveTo>
                <a:cubicBezTo>
                  <a:pt x="333216" y="1254238"/>
                  <a:pt x="346810" y="1267832"/>
                  <a:pt x="346810" y="1284602"/>
                </a:cubicBezTo>
                <a:cubicBezTo>
                  <a:pt x="346810" y="1301371"/>
                  <a:pt x="333216" y="1314965"/>
                  <a:pt x="316447" y="1314965"/>
                </a:cubicBezTo>
                <a:cubicBezTo>
                  <a:pt x="299677" y="1314965"/>
                  <a:pt x="286084" y="1301371"/>
                  <a:pt x="286084" y="1284602"/>
                </a:cubicBezTo>
                <a:cubicBezTo>
                  <a:pt x="286084" y="1267832"/>
                  <a:pt x="299677" y="1254238"/>
                  <a:pt x="316447" y="1254238"/>
                </a:cubicBezTo>
                <a:close/>
                <a:moveTo>
                  <a:pt x="243892" y="1254238"/>
                </a:moveTo>
                <a:cubicBezTo>
                  <a:pt x="260662" y="1254238"/>
                  <a:pt x="274256" y="1267832"/>
                  <a:pt x="274256" y="1284602"/>
                </a:cubicBezTo>
                <a:cubicBezTo>
                  <a:pt x="274256" y="1301371"/>
                  <a:pt x="260662" y="1314965"/>
                  <a:pt x="243892" y="1314965"/>
                </a:cubicBezTo>
                <a:cubicBezTo>
                  <a:pt x="227123" y="1314965"/>
                  <a:pt x="213529" y="1301371"/>
                  <a:pt x="213529" y="1284602"/>
                </a:cubicBezTo>
                <a:cubicBezTo>
                  <a:pt x="213529" y="1267832"/>
                  <a:pt x="227123" y="1254238"/>
                  <a:pt x="243892" y="1254238"/>
                </a:cubicBezTo>
                <a:close/>
                <a:moveTo>
                  <a:pt x="171339" y="1254238"/>
                </a:moveTo>
                <a:cubicBezTo>
                  <a:pt x="188107" y="1254238"/>
                  <a:pt x="201701" y="1267832"/>
                  <a:pt x="201701" y="1284602"/>
                </a:cubicBezTo>
                <a:cubicBezTo>
                  <a:pt x="201701" y="1301371"/>
                  <a:pt x="188107" y="1314965"/>
                  <a:pt x="171339" y="1314965"/>
                </a:cubicBezTo>
                <a:cubicBezTo>
                  <a:pt x="154622" y="1314965"/>
                  <a:pt x="141029" y="1301371"/>
                  <a:pt x="141029" y="1284602"/>
                </a:cubicBezTo>
                <a:cubicBezTo>
                  <a:pt x="141029" y="1267832"/>
                  <a:pt x="154622" y="1254238"/>
                  <a:pt x="171339" y="1254238"/>
                </a:cubicBezTo>
                <a:close/>
                <a:moveTo>
                  <a:pt x="98845" y="1254238"/>
                </a:moveTo>
                <a:cubicBezTo>
                  <a:pt x="115610" y="1254238"/>
                  <a:pt x="129204" y="1267832"/>
                  <a:pt x="129204" y="1284602"/>
                </a:cubicBezTo>
                <a:cubicBezTo>
                  <a:pt x="129204" y="1301371"/>
                  <a:pt x="115610" y="1314965"/>
                  <a:pt x="98845" y="1314965"/>
                </a:cubicBezTo>
                <a:cubicBezTo>
                  <a:pt x="82074" y="1314965"/>
                  <a:pt x="68480" y="1301371"/>
                  <a:pt x="68480" y="1284602"/>
                </a:cubicBezTo>
                <a:cubicBezTo>
                  <a:pt x="68480" y="1267832"/>
                  <a:pt x="82074" y="1254238"/>
                  <a:pt x="98845" y="1254238"/>
                </a:cubicBezTo>
                <a:close/>
                <a:moveTo>
                  <a:pt x="26290" y="1254238"/>
                </a:moveTo>
                <a:cubicBezTo>
                  <a:pt x="43057" y="1254238"/>
                  <a:pt x="56651" y="1267832"/>
                  <a:pt x="56651" y="1284602"/>
                </a:cubicBezTo>
                <a:cubicBezTo>
                  <a:pt x="56651" y="1301371"/>
                  <a:pt x="43057" y="1314965"/>
                  <a:pt x="26290" y="1314965"/>
                </a:cubicBezTo>
                <a:cubicBezTo>
                  <a:pt x="17905" y="1314965"/>
                  <a:pt x="10314" y="1311567"/>
                  <a:pt x="4819" y="1306072"/>
                </a:cubicBezTo>
                <a:lnTo>
                  <a:pt x="0" y="1294437"/>
                </a:lnTo>
                <a:lnTo>
                  <a:pt x="0" y="1274766"/>
                </a:lnTo>
                <a:lnTo>
                  <a:pt x="4819" y="1263131"/>
                </a:lnTo>
                <a:cubicBezTo>
                  <a:pt x="10314" y="1257637"/>
                  <a:pt x="17905" y="1254238"/>
                  <a:pt x="26290" y="1254238"/>
                </a:cubicBezTo>
                <a:close/>
                <a:moveTo>
                  <a:pt x="1474228" y="1174410"/>
                </a:moveTo>
                <a:lnTo>
                  <a:pt x="1450688" y="1213159"/>
                </a:lnTo>
                <a:lnTo>
                  <a:pt x="1446956" y="1204150"/>
                </a:lnTo>
                <a:cubicBezTo>
                  <a:pt x="1446956" y="1191573"/>
                  <a:pt x="1454603" y="1180782"/>
                  <a:pt x="1465501" y="1176173"/>
                </a:cubicBezTo>
                <a:close/>
                <a:moveTo>
                  <a:pt x="1404765" y="1173786"/>
                </a:moveTo>
                <a:cubicBezTo>
                  <a:pt x="1421535" y="1173786"/>
                  <a:pt x="1435129" y="1187380"/>
                  <a:pt x="1435129" y="1204150"/>
                </a:cubicBezTo>
                <a:cubicBezTo>
                  <a:pt x="1435129" y="1220919"/>
                  <a:pt x="1421535" y="1234513"/>
                  <a:pt x="1404765" y="1234513"/>
                </a:cubicBezTo>
                <a:cubicBezTo>
                  <a:pt x="1387996" y="1234513"/>
                  <a:pt x="1374402" y="1220919"/>
                  <a:pt x="1374402" y="1204150"/>
                </a:cubicBezTo>
                <a:cubicBezTo>
                  <a:pt x="1374402" y="1187380"/>
                  <a:pt x="1387996" y="1173786"/>
                  <a:pt x="1404765" y="1173786"/>
                </a:cubicBezTo>
                <a:close/>
                <a:moveTo>
                  <a:pt x="1332211" y="1173786"/>
                </a:moveTo>
                <a:cubicBezTo>
                  <a:pt x="1348980" y="1173786"/>
                  <a:pt x="1362574" y="1187380"/>
                  <a:pt x="1362574" y="1204150"/>
                </a:cubicBezTo>
                <a:cubicBezTo>
                  <a:pt x="1362574" y="1220919"/>
                  <a:pt x="1348980" y="1234513"/>
                  <a:pt x="1332211" y="1234513"/>
                </a:cubicBezTo>
                <a:cubicBezTo>
                  <a:pt x="1315441" y="1234513"/>
                  <a:pt x="1301847" y="1220919"/>
                  <a:pt x="1301847" y="1204150"/>
                </a:cubicBezTo>
                <a:cubicBezTo>
                  <a:pt x="1301847" y="1187380"/>
                  <a:pt x="1315441" y="1173786"/>
                  <a:pt x="1332211" y="1173786"/>
                </a:cubicBezTo>
                <a:close/>
                <a:moveTo>
                  <a:pt x="1259656" y="1173786"/>
                </a:moveTo>
                <a:cubicBezTo>
                  <a:pt x="1276426" y="1173786"/>
                  <a:pt x="1290020" y="1187380"/>
                  <a:pt x="1290020" y="1204150"/>
                </a:cubicBezTo>
                <a:cubicBezTo>
                  <a:pt x="1290020" y="1220919"/>
                  <a:pt x="1276426" y="1234513"/>
                  <a:pt x="1259656" y="1234513"/>
                </a:cubicBezTo>
                <a:cubicBezTo>
                  <a:pt x="1242887" y="1234513"/>
                  <a:pt x="1229293" y="1220919"/>
                  <a:pt x="1229293" y="1204150"/>
                </a:cubicBezTo>
                <a:cubicBezTo>
                  <a:pt x="1229293" y="1187380"/>
                  <a:pt x="1242887" y="1173786"/>
                  <a:pt x="1259656" y="1173786"/>
                </a:cubicBezTo>
                <a:close/>
                <a:moveTo>
                  <a:pt x="1187102" y="1173786"/>
                </a:moveTo>
                <a:cubicBezTo>
                  <a:pt x="1203871" y="1173786"/>
                  <a:pt x="1217465" y="1187380"/>
                  <a:pt x="1217465" y="1204150"/>
                </a:cubicBezTo>
                <a:cubicBezTo>
                  <a:pt x="1217465" y="1220919"/>
                  <a:pt x="1203871" y="1234513"/>
                  <a:pt x="1187102" y="1234513"/>
                </a:cubicBezTo>
                <a:cubicBezTo>
                  <a:pt x="1170332" y="1234513"/>
                  <a:pt x="1156738" y="1220919"/>
                  <a:pt x="1156738" y="1204150"/>
                </a:cubicBezTo>
                <a:cubicBezTo>
                  <a:pt x="1156738" y="1187380"/>
                  <a:pt x="1170332" y="1173786"/>
                  <a:pt x="1187102" y="1173786"/>
                </a:cubicBezTo>
                <a:close/>
                <a:moveTo>
                  <a:pt x="1114547" y="1173786"/>
                </a:moveTo>
                <a:cubicBezTo>
                  <a:pt x="1131317" y="1173786"/>
                  <a:pt x="1144911" y="1187380"/>
                  <a:pt x="1144911" y="1204150"/>
                </a:cubicBezTo>
                <a:cubicBezTo>
                  <a:pt x="1144911" y="1220919"/>
                  <a:pt x="1131317" y="1234513"/>
                  <a:pt x="1114547" y="1234513"/>
                </a:cubicBezTo>
                <a:cubicBezTo>
                  <a:pt x="1097778" y="1234513"/>
                  <a:pt x="1084184" y="1220919"/>
                  <a:pt x="1084184" y="1204150"/>
                </a:cubicBezTo>
                <a:cubicBezTo>
                  <a:pt x="1084184" y="1187380"/>
                  <a:pt x="1097778" y="1173786"/>
                  <a:pt x="1114547" y="1173786"/>
                </a:cubicBezTo>
                <a:close/>
                <a:moveTo>
                  <a:pt x="1041993" y="1173786"/>
                </a:moveTo>
                <a:cubicBezTo>
                  <a:pt x="1058762" y="1173786"/>
                  <a:pt x="1072356" y="1187380"/>
                  <a:pt x="1072356" y="1204150"/>
                </a:cubicBezTo>
                <a:cubicBezTo>
                  <a:pt x="1072356" y="1220919"/>
                  <a:pt x="1058762" y="1234513"/>
                  <a:pt x="1041993" y="1234513"/>
                </a:cubicBezTo>
                <a:cubicBezTo>
                  <a:pt x="1025223" y="1234513"/>
                  <a:pt x="1011629" y="1220919"/>
                  <a:pt x="1011629" y="1204150"/>
                </a:cubicBezTo>
                <a:cubicBezTo>
                  <a:pt x="1011629" y="1187380"/>
                  <a:pt x="1025223" y="1173786"/>
                  <a:pt x="1041993" y="1173786"/>
                </a:cubicBezTo>
                <a:close/>
                <a:moveTo>
                  <a:pt x="969438" y="1173786"/>
                </a:moveTo>
                <a:cubicBezTo>
                  <a:pt x="986208" y="1173786"/>
                  <a:pt x="999801" y="1187380"/>
                  <a:pt x="999801" y="1204150"/>
                </a:cubicBezTo>
                <a:cubicBezTo>
                  <a:pt x="999801" y="1220919"/>
                  <a:pt x="986208" y="1234513"/>
                  <a:pt x="969438" y="1234513"/>
                </a:cubicBezTo>
                <a:cubicBezTo>
                  <a:pt x="952669" y="1234513"/>
                  <a:pt x="939075" y="1220919"/>
                  <a:pt x="939075" y="1204150"/>
                </a:cubicBezTo>
                <a:cubicBezTo>
                  <a:pt x="939075" y="1187380"/>
                  <a:pt x="952669" y="1173786"/>
                  <a:pt x="969438" y="1173786"/>
                </a:cubicBezTo>
                <a:close/>
                <a:moveTo>
                  <a:pt x="896883" y="1173786"/>
                </a:moveTo>
                <a:cubicBezTo>
                  <a:pt x="913653" y="1173786"/>
                  <a:pt x="927247" y="1187380"/>
                  <a:pt x="927247" y="1204150"/>
                </a:cubicBezTo>
                <a:cubicBezTo>
                  <a:pt x="927247" y="1220919"/>
                  <a:pt x="913653" y="1234513"/>
                  <a:pt x="896883" y="1234513"/>
                </a:cubicBezTo>
                <a:cubicBezTo>
                  <a:pt x="880114" y="1234513"/>
                  <a:pt x="866520" y="1220919"/>
                  <a:pt x="866520" y="1204150"/>
                </a:cubicBezTo>
                <a:cubicBezTo>
                  <a:pt x="866520" y="1187380"/>
                  <a:pt x="880114" y="1173786"/>
                  <a:pt x="896883" y="1173786"/>
                </a:cubicBezTo>
                <a:close/>
                <a:moveTo>
                  <a:pt x="824329" y="1173786"/>
                </a:moveTo>
                <a:cubicBezTo>
                  <a:pt x="841098" y="1173786"/>
                  <a:pt x="854692" y="1187380"/>
                  <a:pt x="854692" y="1204150"/>
                </a:cubicBezTo>
                <a:cubicBezTo>
                  <a:pt x="854692" y="1220919"/>
                  <a:pt x="841098" y="1234513"/>
                  <a:pt x="824329" y="1234513"/>
                </a:cubicBezTo>
                <a:cubicBezTo>
                  <a:pt x="807559" y="1234513"/>
                  <a:pt x="793965" y="1220919"/>
                  <a:pt x="793965" y="1204150"/>
                </a:cubicBezTo>
                <a:cubicBezTo>
                  <a:pt x="793965" y="1187380"/>
                  <a:pt x="807559" y="1173786"/>
                  <a:pt x="824329" y="1173786"/>
                </a:cubicBezTo>
                <a:close/>
                <a:moveTo>
                  <a:pt x="751774" y="1173786"/>
                </a:moveTo>
                <a:cubicBezTo>
                  <a:pt x="768544" y="1173786"/>
                  <a:pt x="782138" y="1187380"/>
                  <a:pt x="782138" y="1204150"/>
                </a:cubicBezTo>
                <a:cubicBezTo>
                  <a:pt x="782138" y="1220919"/>
                  <a:pt x="768544" y="1234513"/>
                  <a:pt x="751774" y="1234513"/>
                </a:cubicBezTo>
                <a:cubicBezTo>
                  <a:pt x="735005" y="1234513"/>
                  <a:pt x="721411" y="1220919"/>
                  <a:pt x="721411" y="1204150"/>
                </a:cubicBezTo>
                <a:cubicBezTo>
                  <a:pt x="721411" y="1187380"/>
                  <a:pt x="735005" y="1173786"/>
                  <a:pt x="751774" y="1173786"/>
                </a:cubicBezTo>
                <a:close/>
                <a:moveTo>
                  <a:pt x="679220" y="1173786"/>
                </a:moveTo>
                <a:cubicBezTo>
                  <a:pt x="695989" y="1173786"/>
                  <a:pt x="709583" y="1187380"/>
                  <a:pt x="709583" y="1204150"/>
                </a:cubicBezTo>
                <a:cubicBezTo>
                  <a:pt x="709583" y="1220919"/>
                  <a:pt x="695989" y="1234513"/>
                  <a:pt x="679220" y="1234513"/>
                </a:cubicBezTo>
                <a:cubicBezTo>
                  <a:pt x="662450" y="1234513"/>
                  <a:pt x="648856" y="1220919"/>
                  <a:pt x="648856" y="1204150"/>
                </a:cubicBezTo>
                <a:cubicBezTo>
                  <a:pt x="648856" y="1187380"/>
                  <a:pt x="662450" y="1173786"/>
                  <a:pt x="679220" y="1173786"/>
                </a:cubicBezTo>
                <a:close/>
                <a:moveTo>
                  <a:pt x="606665" y="1173786"/>
                </a:moveTo>
                <a:cubicBezTo>
                  <a:pt x="623435" y="1173786"/>
                  <a:pt x="637029" y="1187380"/>
                  <a:pt x="637029" y="1204150"/>
                </a:cubicBezTo>
                <a:cubicBezTo>
                  <a:pt x="637029" y="1220919"/>
                  <a:pt x="623435" y="1234513"/>
                  <a:pt x="606665" y="1234513"/>
                </a:cubicBezTo>
                <a:cubicBezTo>
                  <a:pt x="589896" y="1234513"/>
                  <a:pt x="576302" y="1220919"/>
                  <a:pt x="576302" y="1204150"/>
                </a:cubicBezTo>
                <a:cubicBezTo>
                  <a:pt x="576302" y="1187380"/>
                  <a:pt x="589896" y="1173786"/>
                  <a:pt x="606665" y="1173786"/>
                </a:cubicBezTo>
                <a:close/>
                <a:moveTo>
                  <a:pt x="534111" y="1173786"/>
                </a:moveTo>
                <a:cubicBezTo>
                  <a:pt x="550880" y="1173786"/>
                  <a:pt x="564474" y="1187380"/>
                  <a:pt x="564474" y="1204150"/>
                </a:cubicBezTo>
                <a:cubicBezTo>
                  <a:pt x="564474" y="1220919"/>
                  <a:pt x="550880" y="1234513"/>
                  <a:pt x="534111" y="1234513"/>
                </a:cubicBezTo>
                <a:cubicBezTo>
                  <a:pt x="517341" y="1234513"/>
                  <a:pt x="503747" y="1220919"/>
                  <a:pt x="503747" y="1204150"/>
                </a:cubicBezTo>
                <a:cubicBezTo>
                  <a:pt x="503747" y="1187380"/>
                  <a:pt x="517341" y="1173786"/>
                  <a:pt x="534111" y="1173786"/>
                </a:cubicBezTo>
                <a:close/>
                <a:moveTo>
                  <a:pt x="461556" y="1173786"/>
                </a:moveTo>
                <a:cubicBezTo>
                  <a:pt x="478326" y="1173786"/>
                  <a:pt x="491920" y="1187380"/>
                  <a:pt x="491920" y="1204150"/>
                </a:cubicBezTo>
                <a:cubicBezTo>
                  <a:pt x="491920" y="1220919"/>
                  <a:pt x="478326" y="1234513"/>
                  <a:pt x="461556" y="1234513"/>
                </a:cubicBezTo>
                <a:cubicBezTo>
                  <a:pt x="444787" y="1234513"/>
                  <a:pt x="431192" y="1220919"/>
                  <a:pt x="431192" y="1204150"/>
                </a:cubicBezTo>
                <a:cubicBezTo>
                  <a:pt x="431192" y="1187380"/>
                  <a:pt x="444787" y="1173786"/>
                  <a:pt x="461556" y="1173786"/>
                </a:cubicBezTo>
                <a:close/>
                <a:moveTo>
                  <a:pt x="389002" y="1173786"/>
                </a:moveTo>
                <a:cubicBezTo>
                  <a:pt x="405771" y="1173786"/>
                  <a:pt x="419365" y="1187380"/>
                  <a:pt x="419365" y="1204150"/>
                </a:cubicBezTo>
                <a:cubicBezTo>
                  <a:pt x="419365" y="1220919"/>
                  <a:pt x="405771" y="1234513"/>
                  <a:pt x="389002" y="1234513"/>
                </a:cubicBezTo>
                <a:cubicBezTo>
                  <a:pt x="372232" y="1234513"/>
                  <a:pt x="358638" y="1220919"/>
                  <a:pt x="358638" y="1204150"/>
                </a:cubicBezTo>
                <a:cubicBezTo>
                  <a:pt x="358638" y="1187380"/>
                  <a:pt x="372232" y="1173786"/>
                  <a:pt x="389002" y="1173786"/>
                </a:cubicBezTo>
                <a:close/>
                <a:moveTo>
                  <a:pt x="316447" y="1173786"/>
                </a:moveTo>
                <a:cubicBezTo>
                  <a:pt x="333216" y="1173786"/>
                  <a:pt x="346810" y="1187380"/>
                  <a:pt x="346810" y="1204150"/>
                </a:cubicBezTo>
                <a:cubicBezTo>
                  <a:pt x="346810" y="1220919"/>
                  <a:pt x="333216" y="1234513"/>
                  <a:pt x="316447" y="1234513"/>
                </a:cubicBezTo>
                <a:cubicBezTo>
                  <a:pt x="299677" y="1234513"/>
                  <a:pt x="286084" y="1220919"/>
                  <a:pt x="286084" y="1204150"/>
                </a:cubicBezTo>
                <a:cubicBezTo>
                  <a:pt x="286084" y="1187380"/>
                  <a:pt x="299677" y="1173786"/>
                  <a:pt x="316447" y="1173786"/>
                </a:cubicBezTo>
                <a:close/>
                <a:moveTo>
                  <a:pt x="243892" y="1173786"/>
                </a:moveTo>
                <a:cubicBezTo>
                  <a:pt x="260662" y="1173786"/>
                  <a:pt x="274256" y="1187380"/>
                  <a:pt x="274256" y="1204150"/>
                </a:cubicBezTo>
                <a:cubicBezTo>
                  <a:pt x="274256" y="1220919"/>
                  <a:pt x="260662" y="1234513"/>
                  <a:pt x="243892" y="1234513"/>
                </a:cubicBezTo>
                <a:cubicBezTo>
                  <a:pt x="227123" y="1234513"/>
                  <a:pt x="213529" y="1220919"/>
                  <a:pt x="213529" y="1204150"/>
                </a:cubicBezTo>
                <a:cubicBezTo>
                  <a:pt x="213529" y="1187380"/>
                  <a:pt x="227123" y="1173786"/>
                  <a:pt x="243892" y="1173786"/>
                </a:cubicBezTo>
                <a:close/>
                <a:moveTo>
                  <a:pt x="171339" y="1173786"/>
                </a:moveTo>
                <a:cubicBezTo>
                  <a:pt x="188107" y="1173786"/>
                  <a:pt x="201701" y="1187380"/>
                  <a:pt x="201701" y="1204150"/>
                </a:cubicBezTo>
                <a:cubicBezTo>
                  <a:pt x="201701" y="1220919"/>
                  <a:pt x="188107" y="1234513"/>
                  <a:pt x="171339" y="1234513"/>
                </a:cubicBezTo>
                <a:cubicBezTo>
                  <a:pt x="154627" y="1234513"/>
                  <a:pt x="141034" y="1220919"/>
                  <a:pt x="141034" y="1204150"/>
                </a:cubicBezTo>
                <a:cubicBezTo>
                  <a:pt x="141034" y="1187380"/>
                  <a:pt x="154627" y="1173786"/>
                  <a:pt x="171339" y="1173786"/>
                </a:cubicBezTo>
                <a:close/>
                <a:moveTo>
                  <a:pt x="98852" y="1173786"/>
                </a:moveTo>
                <a:cubicBezTo>
                  <a:pt x="115616" y="1173786"/>
                  <a:pt x="129210" y="1187380"/>
                  <a:pt x="129210" y="1204150"/>
                </a:cubicBezTo>
                <a:cubicBezTo>
                  <a:pt x="129210" y="1220919"/>
                  <a:pt x="115616" y="1234513"/>
                  <a:pt x="98852" y="1234513"/>
                </a:cubicBezTo>
                <a:cubicBezTo>
                  <a:pt x="82080" y="1234513"/>
                  <a:pt x="68486" y="1220919"/>
                  <a:pt x="68486" y="1204150"/>
                </a:cubicBezTo>
                <a:cubicBezTo>
                  <a:pt x="68486" y="1187380"/>
                  <a:pt x="82080" y="1173786"/>
                  <a:pt x="98852" y="1173786"/>
                </a:cubicBezTo>
                <a:close/>
                <a:moveTo>
                  <a:pt x="26297" y="1173786"/>
                </a:moveTo>
                <a:cubicBezTo>
                  <a:pt x="43063" y="1173786"/>
                  <a:pt x="56658" y="1187380"/>
                  <a:pt x="56658" y="1204150"/>
                </a:cubicBezTo>
                <a:cubicBezTo>
                  <a:pt x="56658" y="1220919"/>
                  <a:pt x="43063" y="1234513"/>
                  <a:pt x="26297" y="1234513"/>
                </a:cubicBezTo>
                <a:cubicBezTo>
                  <a:pt x="17912" y="1234513"/>
                  <a:pt x="10321" y="1231115"/>
                  <a:pt x="4826" y="1225620"/>
                </a:cubicBezTo>
                <a:lnTo>
                  <a:pt x="0" y="1213970"/>
                </a:lnTo>
                <a:lnTo>
                  <a:pt x="0" y="1194329"/>
                </a:lnTo>
                <a:lnTo>
                  <a:pt x="4826" y="1182679"/>
                </a:lnTo>
                <a:cubicBezTo>
                  <a:pt x="10321" y="1177185"/>
                  <a:pt x="17912" y="1173786"/>
                  <a:pt x="26297" y="1173786"/>
                </a:cubicBezTo>
                <a:close/>
                <a:moveTo>
                  <a:pt x="1477320" y="1093335"/>
                </a:moveTo>
                <a:cubicBezTo>
                  <a:pt x="1485705" y="1093335"/>
                  <a:pt x="1493295" y="1096733"/>
                  <a:pt x="1498790" y="1102228"/>
                </a:cubicBezTo>
                <a:lnTo>
                  <a:pt x="1505389" y="1118160"/>
                </a:lnTo>
                <a:lnTo>
                  <a:pt x="1493855" y="1142105"/>
                </a:lnTo>
                <a:lnTo>
                  <a:pt x="1487887" y="1151929"/>
                </a:lnTo>
                <a:lnTo>
                  <a:pt x="1477320" y="1154062"/>
                </a:lnTo>
                <a:cubicBezTo>
                  <a:pt x="1460550" y="1154062"/>
                  <a:pt x="1446956" y="1140468"/>
                  <a:pt x="1446956" y="1123698"/>
                </a:cubicBezTo>
                <a:cubicBezTo>
                  <a:pt x="1446956" y="1106929"/>
                  <a:pt x="1460550" y="1093335"/>
                  <a:pt x="1477320" y="1093335"/>
                </a:cubicBezTo>
                <a:close/>
                <a:moveTo>
                  <a:pt x="1404765" y="1093335"/>
                </a:moveTo>
                <a:cubicBezTo>
                  <a:pt x="1421535" y="1093335"/>
                  <a:pt x="1435129" y="1106929"/>
                  <a:pt x="1435129" y="1123698"/>
                </a:cubicBezTo>
                <a:cubicBezTo>
                  <a:pt x="1435129" y="1140468"/>
                  <a:pt x="1421535" y="1154062"/>
                  <a:pt x="1404765" y="1154062"/>
                </a:cubicBezTo>
                <a:cubicBezTo>
                  <a:pt x="1387996" y="1154062"/>
                  <a:pt x="1374402" y="1140468"/>
                  <a:pt x="1374402" y="1123698"/>
                </a:cubicBezTo>
                <a:cubicBezTo>
                  <a:pt x="1374402" y="1106929"/>
                  <a:pt x="1387996" y="1093335"/>
                  <a:pt x="1404765" y="1093335"/>
                </a:cubicBezTo>
                <a:close/>
                <a:moveTo>
                  <a:pt x="1332211" y="1093335"/>
                </a:moveTo>
                <a:cubicBezTo>
                  <a:pt x="1348980" y="1093335"/>
                  <a:pt x="1362574" y="1106929"/>
                  <a:pt x="1362574" y="1123698"/>
                </a:cubicBezTo>
                <a:cubicBezTo>
                  <a:pt x="1362574" y="1140468"/>
                  <a:pt x="1348980" y="1154062"/>
                  <a:pt x="1332211" y="1154062"/>
                </a:cubicBezTo>
                <a:cubicBezTo>
                  <a:pt x="1315441" y="1154062"/>
                  <a:pt x="1301847" y="1140468"/>
                  <a:pt x="1301847" y="1123698"/>
                </a:cubicBezTo>
                <a:cubicBezTo>
                  <a:pt x="1301847" y="1106929"/>
                  <a:pt x="1315441" y="1093335"/>
                  <a:pt x="1332211" y="1093335"/>
                </a:cubicBezTo>
                <a:close/>
                <a:moveTo>
                  <a:pt x="1259656" y="1093335"/>
                </a:moveTo>
                <a:cubicBezTo>
                  <a:pt x="1276426" y="1093335"/>
                  <a:pt x="1290020" y="1106929"/>
                  <a:pt x="1290020" y="1123698"/>
                </a:cubicBezTo>
                <a:cubicBezTo>
                  <a:pt x="1290020" y="1140468"/>
                  <a:pt x="1276426" y="1154062"/>
                  <a:pt x="1259656" y="1154062"/>
                </a:cubicBezTo>
                <a:cubicBezTo>
                  <a:pt x="1242887" y="1154062"/>
                  <a:pt x="1229293" y="1140468"/>
                  <a:pt x="1229293" y="1123698"/>
                </a:cubicBezTo>
                <a:cubicBezTo>
                  <a:pt x="1229293" y="1106929"/>
                  <a:pt x="1242887" y="1093335"/>
                  <a:pt x="1259656" y="1093335"/>
                </a:cubicBezTo>
                <a:close/>
                <a:moveTo>
                  <a:pt x="1187102" y="1093335"/>
                </a:moveTo>
                <a:cubicBezTo>
                  <a:pt x="1203871" y="1093335"/>
                  <a:pt x="1217465" y="1106929"/>
                  <a:pt x="1217465" y="1123698"/>
                </a:cubicBezTo>
                <a:cubicBezTo>
                  <a:pt x="1217465" y="1140468"/>
                  <a:pt x="1203871" y="1154062"/>
                  <a:pt x="1187102" y="1154062"/>
                </a:cubicBezTo>
                <a:cubicBezTo>
                  <a:pt x="1170332" y="1154062"/>
                  <a:pt x="1156738" y="1140468"/>
                  <a:pt x="1156738" y="1123698"/>
                </a:cubicBezTo>
                <a:cubicBezTo>
                  <a:pt x="1156738" y="1106929"/>
                  <a:pt x="1170332" y="1093335"/>
                  <a:pt x="1187102" y="1093335"/>
                </a:cubicBezTo>
                <a:close/>
                <a:moveTo>
                  <a:pt x="1114547" y="1093335"/>
                </a:moveTo>
                <a:cubicBezTo>
                  <a:pt x="1131317" y="1093335"/>
                  <a:pt x="1144911" y="1106929"/>
                  <a:pt x="1144911" y="1123698"/>
                </a:cubicBezTo>
                <a:cubicBezTo>
                  <a:pt x="1144911" y="1140468"/>
                  <a:pt x="1131317" y="1154062"/>
                  <a:pt x="1114547" y="1154062"/>
                </a:cubicBezTo>
                <a:cubicBezTo>
                  <a:pt x="1097778" y="1154062"/>
                  <a:pt x="1084184" y="1140468"/>
                  <a:pt x="1084184" y="1123698"/>
                </a:cubicBezTo>
                <a:cubicBezTo>
                  <a:pt x="1084184" y="1106929"/>
                  <a:pt x="1097778" y="1093335"/>
                  <a:pt x="1114547" y="1093335"/>
                </a:cubicBezTo>
                <a:close/>
                <a:moveTo>
                  <a:pt x="1041993" y="1093335"/>
                </a:moveTo>
                <a:cubicBezTo>
                  <a:pt x="1058762" y="1093335"/>
                  <a:pt x="1072356" y="1106929"/>
                  <a:pt x="1072356" y="1123698"/>
                </a:cubicBezTo>
                <a:cubicBezTo>
                  <a:pt x="1072356" y="1140468"/>
                  <a:pt x="1058762" y="1154062"/>
                  <a:pt x="1041993" y="1154062"/>
                </a:cubicBezTo>
                <a:cubicBezTo>
                  <a:pt x="1025223" y="1154062"/>
                  <a:pt x="1011629" y="1140468"/>
                  <a:pt x="1011629" y="1123698"/>
                </a:cubicBezTo>
                <a:cubicBezTo>
                  <a:pt x="1011629" y="1106929"/>
                  <a:pt x="1025223" y="1093335"/>
                  <a:pt x="1041993" y="1093335"/>
                </a:cubicBezTo>
                <a:close/>
                <a:moveTo>
                  <a:pt x="969438" y="1093335"/>
                </a:moveTo>
                <a:cubicBezTo>
                  <a:pt x="986208" y="1093335"/>
                  <a:pt x="999801" y="1106929"/>
                  <a:pt x="999801" y="1123698"/>
                </a:cubicBezTo>
                <a:cubicBezTo>
                  <a:pt x="999801" y="1140468"/>
                  <a:pt x="986208" y="1154062"/>
                  <a:pt x="969438" y="1154062"/>
                </a:cubicBezTo>
                <a:cubicBezTo>
                  <a:pt x="952669" y="1154062"/>
                  <a:pt x="939075" y="1140468"/>
                  <a:pt x="939075" y="1123698"/>
                </a:cubicBezTo>
                <a:cubicBezTo>
                  <a:pt x="939075" y="1106929"/>
                  <a:pt x="952669" y="1093335"/>
                  <a:pt x="969438" y="1093335"/>
                </a:cubicBezTo>
                <a:close/>
                <a:moveTo>
                  <a:pt x="896883" y="1093335"/>
                </a:moveTo>
                <a:cubicBezTo>
                  <a:pt x="913653" y="1093335"/>
                  <a:pt x="927247" y="1106929"/>
                  <a:pt x="927247" y="1123698"/>
                </a:cubicBezTo>
                <a:cubicBezTo>
                  <a:pt x="927247" y="1140468"/>
                  <a:pt x="913653" y="1154062"/>
                  <a:pt x="896883" y="1154062"/>
                </a:cubicBezTo>
                <a:cubicBezTo>
                  <a:pt x="880114" y="1154062"/>
                  <a:pt x="866520" y="1140468"/>
                  <a:pt x="866520" y="1123698"/>
                </a:cubicBezTo>
                <a:cubicBezTo>
                  <a:pt x="866520" y="1106929"/>
                  <a:pt x="880114" y="1093335"/>
                  <a:pt x="896883" y="1093335"/>
                </a:cubicBezTo>
                <a:close/>
                <a:moveTo>
                  <a:pt x="824329" y="1093335"/>
                </a:moveTo>
                <a:cubicBezTo>
                  <a:pt x="841098" y="1093335"/>
                  <a:pt x="854692" y="1106929"/>
                  <a:pt x="854692" y="1123698"/>
                </a:cubicBezTo>
                <a:cubicBezTo>
                  <a:pt x="854692" y="1140468"/>
                  <a:pt x="841098" y="1154062"/>
                  <a:pt x="824329" y="1154062"/>
                </a:cubicBezTo>
                <a:cubicBezTo>
                  <a:pt x="807559" y="1154062"/>
                  <a:pt x="793965" y="1140468"/>
                  <a:pt x="793965" y="1123698"/>
                </a:cubicBezTo>
                <a:cubicBezTo>
                  <a:pt x="793965" y="1106929"/>
                  <a:pt x="807559" y="1093335"/>
                  <a:pt x="824329" y="1093335"/>
                </a:cubicBezTo>
                <a:close/>
                <a:moveTo>
                  <a:pt x="751774" y="1093335"/>
                </a:moveTo>
                <a:cubicBezTo>
                  <a:pt x="768544" y="1093335"/>
                  <a:pt x="782138" y="1106929"/>
                  <a:pt x="782138" y="1123698"/>
                </a:cubicBezTo>
                <a:cubicBezTo>
                  <a:pt x="782138" y="1140468"/>
                  <a:pt x="768544" y="1154062"/>
                  <a:pt x="751774" y="1154062"/>
                </a:cubicBezTo>
                <a:cubicBezTo>
                  <a:pt x="735005" y="1154062"/>
                  <a:pt x="721411" y="1140468"/>
                  <a:pt x="721411" y="1123698"/>
                </a:cubicBezTo>
                <a:cubicBezTo>
                  <a:pt x="721411" y="1106929"/>
                  <a:pt x="735005" y="1093335"/>
                  <a:pt x="751774" y="1093335"/>
                </a:cubicBezTo>
                <a:close/>
                <a:moveTo>
                  <a:pt x="679220" y="1093335"/>
                </a:moveTo>
                <a:cubicBezTo>
                  <a:pt x="695989" y="1093335"/>
                  <a:pt x="709583" y="1106929"/>
                  <a:pt x="709583" y="1123698"/>
                </a:cubicBezTo>
                <a:cubicBezTo>
                  <a:pt x="709583" y="1140468"/>
                  <a:pt x="695989" y="1154062"/>
                  <a:pt x="679220" y="1154062"/>
                </a:cubicBezTo>
                <a:cubicBezTo>
                  <a:pt x="662450" y="1154062"/>
                  <a:pt x="648856" y="1140468"/>
                  <a:pt x="648856" y="1123698"/>
                </a:cubicBezTo>
                <a:cubicBezTo>
                  <a:pt x="648856" y="1106929"/>
                  <a:pt x="662450" y="1093335"/>
                  <a:pt x="679220" y="1093335"/>
                </a:cubicBezTo>
                <a:close/>
                <a:moveTo>
                  <a:pt x="606665" y="1093335"/>
                </a:moveTo>
                <a:cubicBezTo>
                  <a:pt x="623435" y="1093335"/>
                  <a:pt x="637029" y="1106929"/>
                  <a:pt x="637029" y="1123698"/>
                </a:cubicBezTo>
                <a:cubicBezTo>
                  <a:pt x="637029" y="1140468"/>
                  <a:pt x="623435" y="1154062"/>
                  <a:pt x="606665" y="1154062"/>
                </a:cubicBezTo>
                <a:cubicBezTo>
                  <a:pt x="589896" y="1154062"/>
                  <a:pt x="576302" y="1140468"/>
                  <a:pt x="576302" y="1123698"/>
                </a:cubicBezTo>
                <a:cubicBezTo>
                  <a:pt x="576302" y="1106929"/>
                  <a:pt x="589896" y="1093335"/>
                  <a:pt x="606665" y="1093335"/>
                </a:cubicBezTo>
                <a:close/>
                <a:moveTo>
                  <a:pt x="534111" y="1093335"/>
                </a:moveTo>
                <a:cubicBezTo>
                  <a:pt x="550880" y="1093335"/>
                  <a:pt x="564474" y="1106929"/>
                  <a:pt x="564474" y="1123698"/>
                </a:cubicBezTo>
                <a:cubicBezTo>
                  <a:pt x="564474" y="1140468"/>
                  <a:pt x="550880" y="1154062"/>
                  <a:pt x="534111" y="1154062"/>
                </a:cubicBezTo>
                <a:cubicBezTo>
                  <a:pt x="517341" y="1154062"/>
                  <a:pt x="503747" y="1140468"/>
                  <a:pt x="503747" y="1123698"/>
                </a:cubicBezTo>
                <a:cubicBezTo>
                  <a:pt x="503747" y="1106929"/>
                  <a:pt x="517341" y="1093335"/>
                  <a:pt x="534111" y="1093335"/>
                </a:cubicBezTo>
                <a:close/>
                <a:moveTo>
                  <a:pt x="461556" y="1093335"/>
                </a:moveTo>
                <a:cubicBezTo>
                  <a:pt x="478326" y="1093335"/>
                  <a:pt x="491920" y="1106929"/>
                  <a:pt x="491920" y="1123698"/>
                </a:cubicBezTo>
                <a:cubicBezTo>
                  <a:pt x="491920" y="1140468"/>
                  <a:pt x="478326" y="1154062"/>
                  <a:pt x="461556" y="1154062"/>
                </a:cubicBezTo>
                <a:cubicBezTo>
                  <a:pt x="444787" y="1154062"/>
                  <a:pt x="431192" y="1140468"/>
                  <a:pt x="431192" y="1123698"/>
                </a:cubicBezTo>
                <a:cubicBezTo>
                  <a:pt x="431192" y="1106929"/>
                  <a:pt x="444787" y="1093335"/>
                  <a:pt x="461556" y="1093335"/>
                </a:cubicBezTo>
                <a:close/>
                <a:moveTo>
                  <a:pt x="389002" y="1093335"/>
                </a:moveTo>
                <a:cubicBezTo>
                  <a:pt x="405771" y="1093335"/>
                  <a:pt x="419365" y="1106929"/>
                  <a:pt x="419365" y="1123698"/>
                </a:cubicBezTo>
                <a:cubicBezTo>
                  <a:pt x="419365" y="1140468"/>
                  <a:pt x="405771" y="1154062"/>
                  <a:pt x="389002" y="1154062"/>
                </a:cubicBezTo>
                <a:cubicBezTo>
                  <a:pt x="372232" y="1154062"/>
                  <a:pt x="358638" y="1140468"/>
                  <a:pt x="358638" y="1123698"/>
                </a:cubicBezTo>
                <a:cubicBezTo>
                  <a:pt x="358638" y="1106929"/>
                  <a:pt x="372232" y="1093335"/>
                  <a:pt x="389002" y="1093335"/>
                </a:cubicBezTo>
                <a:close/>
                <a:moveTo>
                  <a:pt x="316447" y="1093335"/>
                </a:moveTo>
                <a:cubicBezTo>
                  <a:pt x="333216" y="1093335"/>
                  <a:pt x="346810" y="1106929"/>
                  <a:pt x="346810" y="1123698"/>
                </a:cubicBezTo>
                <a:cubicBezTo>
                  <a:pt x="346810" y="1140468"/>
                  <a:pt x="333216" y="1154062"/>
                  <a:pt x="316447" y="1154062"/>
                </a:cubicBezTo>
                <a:cubicBezTo>
                  <a:pt x="299677" y="1154062"/>
                  <a:pt x="286084" y="1140468"/>
                  <a:pt x="286084" y="1123698"/>
                </a:cubicBezTo>
                <a:cubicBezTo>
                  <a:pt x="286084" y="1106929"/>
                  <a:pt x="299677" y="1093335"/>
                  <a:pt x="316447" y="1093335"/>
                </a:cubicBezTo>
                <a:close/>
                <a:moveTo>
                  <a:pt x="243892" y="1093335"/>
                </a:moveTo>
                <a:cubicBezTo>
                  <a:pt x="260662" y="1093335"/>
                  <a:pt x="274256" y="1106929"/>
                  <a:pt x="274256" y="1123698"/>
                </a:cubicBezTo>
                <a:cubicBezTo>
                  <a:pt x="274256" y="1140468"/>
                  <a:pt x="260662" y="1154062"/>
                  <a:pt x="243892" y="1154062"/>
                </a:cubicBezTo>
                <a:cubicBezTo>
                  <a:pt x="227123" y="1154062"/>
                  <a:pt x="213529" y="1140468"/>
                  <a:pt x="213529" y="1123698"/>
                </a:cubicBezTo>
                <a:cubicBezTo>
                  <a:pt x="213529" y="1106929"/>
                  <a:pt x="227123" y="1093335"/>
                  <a:pt x="243892" y="1093335"/>
                </a:cubicBezTo>
                <a:close/>
                <a:moveTo>
                  <a:pt x="171339" y="1093335"/>
                </a:moveTo>
                <a:cubicBezTo>
                  <a:pt x="188107" y="1093335"/>
                  <a:pt x="201701" y="1106929"/>
                  <a:pt x="201701" y="1123698"/>
                </a:cubicBezTo>
                <a:cubicBezTo>
                  <a:pt x="201701" y="1140468"/>
                  <a:pt x="188107" y="1154062"/>
                  <a:pt x="171339" y="1154062"/>
                </a:cubicBezTo>
                <a:cubicBezTo>
                  <a:pt x="154633" y="1154062"/>
                  <a:pt x="141040" y="1140468"/>
                  <a:pt x="141040" y="1123698"/>
                </a:cubicBezTo>
                <a:cubicBezTo>
                  <a:pt x="141040" y="1106929"/>
                  <a:pt x="154633" y="1093335"/>
                  <a:pt x="171339" y="1093335"/>
                </a:cubicBezTo>
                <a:close/>
                <a:moveTo>
                  <a:pt x="98858" y="1093335"/>
                </a:moveTo>
                <a:cubicBezTo>
                  <a:pt x="115622" y="1093335"/>
                  <a:pt x="129216" y="1106929"/>
                  <a:pt x="129216" y="1123698"/>
                </a:cubicBezTo>
                <a:cubicBezTo>
                  <a:pt x="129216" y="1140468"/>
                  <a:pt x="115622" y="1154062"/>
                  <a:pt x="98858" y="1154062"/>
                </a:cubicBezTo>
                <a:cubicBezTo>
                  <a:pt x="82086" y="1154062"/>
                  <a:pt x="68492" y="1140468"/>
                  <a:pt x="68492" y="1123698"/>
                </a:cubicBezTo>
                <a:cubicBezTo>
                  <a:pt x="68492" y="1106929"/>
                  <a:pt x="82086" y="1093335"/>
                  <a:pt x="98858" y="1093335"/>
                </a:cubicBezTo>
                <a:close/>
                <a:moveTo>
                  <a:pt x="26303" y="1093335"/>
                </a:moveTo>
                <a:cubicBezTo>
                  <a:pt x="43069" y="1093335"/>
                  <a:pt x="56664" y="1106929"/>
                  <a:pt x="56664" y="1123698"/>
                </a:cubicBezTo>
                <a:cubicBezTo>
                  <a:pt x="56664" y="1140468"/>
                  <a:pt x="43069" y="1154062"/>
                  <a:pt x="26303" y="1154062"/>
                </a:cubicBezTo>
                <a:cubicBezTo>
                  <a:pt x="17918" y="1154062"/>
                  <a:pt x="10327" y="1150664"/>
                  <a:pt x="4832" y="1145169"/>
                </a:cubicBezTo>
                <a:lnTo>
                  <a:pt x="0" y="1133503"/>
                </a:lnTo>
                <a:lnTo>
                  <a:pt x="0" y="1113894"/>
                </a:lnTo>
                <a:lnTo>
                  <a:pt x="4832" y="1102228"/>
                </a:lnTo>
                <a:cubicBezTo>
                  <a:pt x="10327" y="1096734"/>
                  <a:pt x="17918" y="1093335"/>
                  <a:pt x="26303" y="1093335"/>
                </a:cubicBezTo>
                <a:close/>
                <a:moveTo>
                  <a:pt x="1549874" y="1012883"/>
                </a:moveTo>
                <a:lnTo>
                  <a:pt x="1555552" y="1014029"/>
                </a:lnTo>
                <a:lnTo>
                  <a:pt x="1530465" y="1066106"/>
                </a:lnTo>
                <a:lnTo>
                  <a:pt x="1528404" y="1064717"/>
                </a:lnTo>
                <a:cubicBezTo>
                  <a:pt x="1522910" y="1059222"/>
                  <a:pt x="1519511" y="1051631"/>
                  <a:pt x="1519511" y="1043246"/>
                </a:cubicBezTo>
                <a:cubicBezTo>
                  <a:pt x="1519511" y="1026477"/>
                  <a:pt x="1533105" y="1012883"/>
                  <a:pt x="1549874" y="1012883"/>
                </a:cubicBezTo>
                <a:close/>
                <a:moveTo>
                  <a:pt x="1477320" y="1012883"/>
                </a:moveTo>
                <a:cubicBezTo>
                  <a:pt x="1494089" y="1012883"/>
                  <a:pt x="1507683" y="1026477"/>
                  <a:pt x="1507683" y="1043246"/>
                </a:cubicBezTo>
                <a:cubicBezTo>
                  <a:pt x="1507683" y="1060016"/>
                  <a:pt x="1494089" y="1073610"/>
                  <a:pt x="1477320" y="1073610"/>
                </a:cubicBezTo>
                <a:cubicBezTo>
                  <a:pt x="1460550" y="1073610"/>
                  <a:pt x="1446956" y="1060016"/>
                  <a:pt x="1446956" y="1043246"/>
                </a:cubicBezTo>
                <a:cubicBezTo>
                  <a:pt x="1446956" y="1026477"/>
                  <a:pt x="1460550" y="1012883"/>
                  <a:pt x="1477320" y="1012883"/>
                </a:cubicBezTo>
                <a:close/>
                <a:moveTo>
                  <a:pt x="1404765" y="1012883"/>
                </a:moveTo>
                <a:cubicBezTo>
                  <a:pt x="1421535" y="1012883"/>
                  <a:pt x="1435129" y="1026477"/>
                  <a:pt x="1435129" y="1043246"/>
                </a:cubicBezTo>
                <a:cubicBezTo>
                  <a:pt x="1435129" y="1060016"/>
                  <a:pt x="1421535" y="1073610"/>
                  <a:pt x="1404765" y="1073610"/>
                </a:cubicBezTo>
                <a:cubicBezTo>
                  <a:pt x="1387996" y="1073610"/>
                  <a:pt x="1374402" y="1060016"/>
                  <a:pt x="1374402" y="1043246"/>
                </a:cubicBezTo>
                <a:cubicBezTo>
                  <a:pt x="1374402" y="1026477"/>
                  <a:pt x="1387996" y="1012883"/>
                  <a:pt x="1404765" y="1012883"/>
                </a:cubicBezTo>
                <a:close/>
                <a:moveTo>
                  <a:pt x="1332211" y="1012883"/>
                </a:moveTo>
                <a:cubicBezTo>
                  <a:pt x="1348980" y="1012883"/>
                  <a:pt x="1362574" y="1026477"/>
                  <a:pt x="1362574" y="1043246"/>
                </a:cubicBezTo>
                <a:cubicBezTo>
                  <a:pt x="1362574" y="1060016"/>
                  <a:pt x="1348980" y="1073610"/>
                  <a:pt x="1332211" y="1073610"/>
                </a:cubicBezTo>
                <a:cubicBezTo>
                  <a:pt x="1315441" y="1073610"/>
                  <a:pt x="1301847" y="1060016"/>
                  <a:pt x="1301847" y="1043246"/>
                </a:cubicBezTo>
                <a:cubicBezTo>
                  <a:pt x="1301847" y="1026477"/>
                  <a:pt x="1315441" y="1012883"/>
                  <a:pt x="1332211" y="1012883"/>
                </a:cubicBezTo>
                <a:close/>
                <a:moveTo>
                  <a:pt x="1259656" y="1012883"/>
                </a:moveTo>
                <a:cubicBezTo>
                  <a:pt x="1276426" y="1012883"/>
                  <a:pt x="1290020" y="1026477"/>
                  <a:pt x="1290020" y="1043246"/>
                </a:cubicBezTo>
                <a:cubicBezTo>
                  <a:pt x="1290020" y="1060016"/>
                  <a:pt x="1276426" y="1073610"/>
                  <a:pt x="1259656" y="1073610"/>
                </a:cubicBezTo>
                <a:cubicBezTo>
                  <a:pt x="1242887" y="1073610"/>
                  <a:pt x="1229293" y="1060016"/>
                  <a:pt x="1229293" y="1043246"/>
                </a:cubicBezTo>
                <a:cubicBezTo>
                  <a:pt x="1229293" y="1026477"/>
                  <a:pt x="1242887" y="1012883"/>
                  <a:pt x="1259656" y="1012883"/>
                </a:cubicBezTo>
                <a:close/>
                <a:moveTo>
                  <a:pt x="1187102" y="1012883"/>
                </a:moveTo>
                <a:cubicBezTo>
                  <a:pt x="1203871" y="1012883"/>
                  <a:pt x="1217465" y="1026477"/>
                  <a:pt x="1217465" y="1043246"/>
                </a:cubicBezTo>
                <a:cubicBezTo>
                  <a:pt x="1217465" y="1060016"/>
                  <a:pt x="1203871" y="1073610"/>
                  <a:pt x="1187102" y="1073610"/>
                </a:cubicBezTo>
                <a:cubicBezTo>
                  <a:pt x="1170332" y="1073610"/>
                  <a:pt x="1156738" y="1060016"/>
                  <a:pt x="1156738" y="1043246"/>
                </a:cubicBezTo>
                <a:cubicBezTo>
                  <a:pt x="1156738" y="1026477"/>
                  <a:pt x="1170332" y="1012883"/>
                  <a:pt x="1187102" y="1012883"/>
                </a:cubicBezTo>
                <a:close/>
                <a:moveTo>
                  <a:pt x="1114547" y="1012883"/>
                </a:moveTo>
                <a:cubicBezTo>
                  <a:pt x="1131317" y="1012883"/>
                  <a:pt x="1144911" y="1026477"/>
                  <a:pt x="1144911" y="1043246"/>
                </a:cubicBezTo>
                <a:cubicBezTo>
                  <a:pt x="1144911" y="1060016"/>
                  <a:pt x="1131317" y="1073610"/>
                  <a:pt x="1114547" y="1073610"/>
                </a:cubicBezTo>
                <a:cubicBezTo>
                  <a:pt x="1097778" y="1073610"/>
                  <a:pt x="1084184" y="1060016"/>
                  <a:pt x="1084184" y="1043246"/>
                </a:cubicBezTo>
                <a:cubicBezTo>
                  <a:pt x="1084184" y="1026477"/>
                  <a:pt x="1097778" y="1012883"/>
                  <a:pt x="1114547" y="1012883"/>
                </a:cubicBezTo>
                <a:close/>
                <a:moveTo>
                  <a:pt x="1041993" y="1012883"/>
                </a:moveTo>
                <a:cubicBezTo>
                  <a:pt x="1058762" y="1012883"/>
                  <a:pt x="1072356" y="1026477"/>
                  <a:pt x="1072356" y="1043246"/>
                </a:cubicBezTo>
                <a:cubicBezTo>
                  <a:pt x="1072356" y="1060016"/>
                  <a:pt x="1058762" y="1073610"/>
                  <a:pt x="1041993" y="1073610"/>
                </a:cubicBezTo>
                <a:cubicBezTo>
                  <a:pt x="1025223" y="1073610"/>
                  <a:pt x="1011629" y="1060016"/>
                  <a:pt x="1011629" y="1043246"/>
                </a:cubicBezTo>
                <a:cubicBezTo>
                  <a:pt x="1011629" y="1026477"/>
                  <a:pt x="1025223" y="1012883"/>
                  <a:pt x="1041993" y="1012883"/>
                </a:cubicBezTo>
                <a:close/>
                <a:moveTo>
                  <a:pt x="969438" y="1012883"/>
                </a:moveTo>
                <a:cubicBezTo>
                  <a:pt x="986208" y="1012883"/>
                  <a:pt x="999801" y="1026477"/>
                  <a:pt x="999801" y="1043246"/>
                </a:cubicBezTo>
                <a:cubicBezTo>
                  <a:pt x="999801" y="1060016"/>
                  <a:pt x="986208" y="1073610"/>
                  <a:pt x="969438" y="1073610"/>
                </a:cubicBezTo>
                <a:cubicBezTo>
                  <a:pt x="952669" y="1073610"/>
                  <a:pt x="939075" y="1060016"/>
                  <a:pt x="939075" y="1043246"/>
                </a:cubicBezTo>
                <a:cubicBezTo>
                  <a:pt x="939075" y="1026477"/>
                  <a:pt x="952669" y="1012883"/>
                  <a:pt x="969438" y="1012883"/>
                </a:cubicBezTo>
                <a:close/>
                <a:moveTo>
                  <a:pt x="896883" y="1012883"/>
                </a:moveTo>
                <a:cubicBezTo>
                  <a:pt x="913653" y="1012883"/>
                  <a:pt x="927247" y="1026477"/>
                  <a:pt x="927247" y="1043246"/>
                </a:cubicBezTo>
                <a:cubicBezTo>
                  <a:pt x="927247" y="1060016"/>
                  <a:pt x="913653" y="1073610"/>
                  <a:pt x="896883" y="1073610"/>
                </a:cubicBezTo>
                <a:cubicBezTo>
                  <a:pt x="880114" y="1073610"/>
                  <a:pt x="866520" y="1060016"/>
                  <a:pt x="866520" y="1043246"/>
                </a:cubicBezTo>
                <a:cubicBezTo>
                  <a:pt x="866520" y="1026477"/>
                  <a:pt x="880114" y="1012883"/>
                  <a:pt x="896883" y="1012883"/>
                </a:cubicBezTo>
                <a:close/>
                <a:moveTo>
                  <a:pt x="824329" y="1012883"/>
                </a:moveTo>
                <a:cubicBezTo>
                  <a:pt x="841098" y="1012883"/>
                  <a:pt x="854692" y="1026477"/>
                  <a:pt x="854692" y="1043246"/>
                </a:cubicBezTo>
                <a:cubicBezTo>
                  <a:pt x="854692" y="1060016"/>
                  <a:pt x="841098" y="1073610"/>
                  <a:pt x="824329" y="1073610"/>
                </a:cubicBezTo>
                <a:cubicBezTo>
                  <a:pt x="807559" y="1073610"/>
                  <a:pt x="793965" y="1060016"/>
                  <a:pt x="793965" y="1043246"/>
                </a:cubicBezTo>
                <a:cubicBezTo>
                  <a:pt x="793965" y="1026477"/>
                  <a:pt x="807559" y="1012883"/>
                  <a:pt x="824329" y="1012883"/>
                </a:cubicBezTo>
                <a:close/>
                <a:moveTo>
                  <a:pt x="751774" y="1012883"/>
                </a:moveTo>
                <a:cubicBezTo>
                  <a:pt x="768544" y="1012883"/>
                  <a:pt x="782138" y="1026477"/>
                  <a:pt x="782138" y="1043246"/>
                </a:cubicBezTo>
                <a:cubicBezTo>
                  <a:pt x="782138" y="1060016"/>
                  <a:pt x="768544" y="1073610"/>
                  <a:pt x="751774" y="1073610"/>
                </a:cubicBezTo>
                <a:cubicBezTo>
                  <a:pt x="735005" y="1073610"/>
                  <a:pt x="721411" y="1060016"/>
                  <a:pt x="721411" y="1043246"/>
                </a:cubicBezTo>
                <a:cubicBezTo>
                  <a:pt x="721411" y="1026477"/>
                  <a:pt x="735005" y="1012883"/>
                  <a:pt x="751774" y="1012883"/>
                </a:cubicBezTo>
                <a:close/>
                <a:moveTo>
                  <a:pt x="679220" y="1012883"/>
                </a:moveTo>
                <a:cubicBezTo>
                  <a:pt x="695989" y="1012883"/>
                  <a:pt x="709583" y="1026477"/>
                  <a:pt x="709583" y="1043246"/>
                </a:cubicBezTo>
                <a:cubicBezTo>
                  <a:pt x="709583" y="1060016"/>
                  <a:pt x="695989" y="1073610"/>
                  <a:pt x="679220" y="1073610"/>
                </a:cubicBezTo>
                <a:cubicBezTo>
                  <a:pt x="662450" y="1073610"/>
                  <a:pt x="648856" y="1060016"/>
                  <a:pt x="648856" y="1043246"/>
                </a:cubicBezTo>
                <a:cubicBezTo>
                  <a:pt x="648856" y="1026477"/>
                  <a:pt x="662450" y="1012883"/>
                  <a:pt x="679220" y="1012883"/>
                </a:cubicBezTo>
                <a:close/>
                <a:moveTo>
                  <a:pt x="606665" y="1012883"/>
                </a:moveTo>
                <a:cubicBezTo>
                  <a:pt x="623435" y="1012883"/>
                  <a:pt x="637029" y="1026477"/>
                  <a:pt x="637029" y="1043246"/>
                </a:cubicBezTo>
                <a:cubicBezTo>
                  <a:pt x="637029" y="1060016"/>
                  <a:pt x="623435" y="1073610"/>
                  <a:pt x="606665" y="1073610"/>
                </a:cubicBezTo>
                <a:cubicBezTo>
                  <a:pt x="589896" y="1073610"/>
                  <a:pt x="576302" y="1060016"/>
                  <a:pt x="576302" y="1043246"/>
                </a:cubicBezTo>
                <a:cubicBezTo>
                  <a:pt x="576302" y="1026477"/>
                  <a:pt x="589896" y="1012883"/>
                  <a:pt x="606665" y="1012883"/>
                </a:cubicBezTo>
                <a:close/>
                <a:moveTo>
                  <a:pt x="534111" y="1012883"/>
                </a:moveTo>
                <a:cubicBezTo>
                  <a:pt x="550880" y="1012883"/>
                  <a:pt x="564474" y="1026477"/>
                  <a:pt x="564474" y="1043246"/>
                </a:cubicBezTo>
                <a:cubicBezTo>
                  <a:pt x="564474" y="1060016"/>
                  <a:pt x="550880" y="1073610"/>
                  <a:pt x="534111" y="1073610"/>
                </a:cubicBezTo>
                <a:cubicBezTo>
                  <a:pt x="517341" y="1073610"/>
                  <a:pt x="503747" y="1060016"/>
                  <a:pt x="503747" y="1043246"/>
                </a:cubicBezTo>
                <a:cubicBezTo>
                  <a:pt x="503747" y="1026477"/>
                  <a:pt x="517341" y="1012883"/>
                  <a:pt x="534111" y="1012883"/>
                </a:cubicBezTo>
                <a:close/>
                <a:moveTo>
                  <a:pt x="461556" y="1012883"/>
                </a:moveTo>
                <a:cubicBezTo>
                  <a:pt x="478326" y="1012883"/>
                  <a:pt x="491920" y="1026477"/>
                  <a:pt x="491920" y="1043246"/>
                </a:cubicBezTo>
                <a:cubicBezTo>
                  <a:pt x="491920" y="1060016"/>
                  <a:pt x="478326" y="1073610"/>
                  <a:pt x="461556" y="1073610"/>
                </a:cubicBezTo>
                <a:cubicBezTo>
                  <a:pt x="444787" y="1073610"/>
                  <a:pt x="431192" y="1060016"/>
                  <a:pt x="431192" y="1043246"/>
                </a:cubicBezTo>
                <a:cubicBezTo>
                  <a:pt x="431192" y="1026477"/>
                  <a:pt x="444787" y="1012883"/>
                  <a:pt x="461556" y="1012883"/>
                </a:cubicBezTo>
                <a:close/>
                <a:moveTo>
                  <a:pt x="389002" y="1012883"/>
                </a:moveTo>
                <a:cubicBezTo>
                  <a:pt x="405771" y="1012883"/>
                  <a:pt x="419365" y="1026477"/>
                  <a:pt x="419365" y="1043246"/>
                </a:cubicBezTo>
                <a:cubicBezTo>
                  <a:pt x="419365" y="1060016"/>
                  <a:pt x="405771" y="1073610"/>
                  <a:pt x="389002" y="1073610"/>
                </a:cubicBezTo>
                <a:cubicBezTo>
                  <a:pt x="372232" y="1073610"/>
                  <a:pt x="358638" y="1060016"/>
                  <a:pt x="358638" y="1043246"/>
                </a:cubicBezTo>
                <a:cubicBezTo>
                  <a:pt x="358638" y="1026477"/>
                  <a:pt x="372232" y="1012883"/>
                  <a:pt x="389002" y="1012883"/>
                </a:cubicBezTo>
                <a:close/>
                <a:moveTo>
                  <a:pt x="316447" y="1012883"/>
                </a:moveTo>
                <a:cubicBezTo>
                  <a:pt x="333216" y="1012883"/>
                  <a:pt x="346810" y="1026477"/>
                  <a:pt x="346810" y="1043246"/>
                </a:cubicBezTo>
                <a:cubicBezTo>
                  <a:pt x="346810" y="1060016"/>
                  <a:pt x="333216" y="1073610"/>
                  <a:pt x="316447" y="1073610"/>
                </a:cubicBezTo>
                <a:cubicBezTo>
                  <a:pt x="299677" y="1073610"/>
                  <a:pt x="286084" y="1060016"/>
                  <a:pt x="286084" y="1043246"/>
                </a:cubicBezTo>
                <a:cubicBezTo>
                  <a:pt x="286084" y="1026477"/>
                  <a:pt x="299677" y="1012883"/>
                  <a:pt x="316447" y="1012883"/>
                </a:cubicBezTo>
                <a:close/>
                <a:moveTo>
                  <a:pt x="243892" y="1012883"/>
                </a:moveTo>
                <a:cubicBezTo>
                  <a:pt x="260662" y="1012883"/>
                  <a:pt x="274256" y="1026477"/>
                  <a:pt x="274256" y="1043246"/>
                </a:cubicBezTo>
                <a:cubicBezTo>
                  <a:pt x="274256" y="1060016"/>
                  <a:pt x="260662" y="1073610"/>
                  <a:pt x="243892" y="1073610"/>
                </a:cubicBezTo>
                <a:cubicBezTo>
                  <a:pt x="227123" y="1073610"/>
                  <a:pt x="213529" y="1060016"/>
                  <a:pt x="213529" y="1043246"/>
                </a:cubicBezTo>
                <a:cubicBezTo>
                  <a:pt x="213529" y="1026477"/>
                  <a:pt x="227123" y="1012883"/>
                  <a:pt x="243892" y="1012883"/>
                </a:cubicBezTo>
                <a:close/>
                <a:moveTo>
                  <a:pt x="171339" y="1012883"/>
                </a:moveTo>
                <a:cubicBezTo>
                  <a:pt x="188107" y="1012883"/>
                  <a:pt x="201701" y="1026477"/>
                  <a:pt x="201701" y="1043246"/>
                </a:cubicBezTo>
                <a:cubicBezTo>
                  <a:pt x="201701" y="1060016"/>
                  <a:pt x="188107" y="1073610"/>
                  <a:pt x="171339" y="1073610"/>
                </a:cubicBezTo>
                <a:cubicBezTo>
                  <a:pt x="154639" y="1073610"/>
                  <a:pt x="141045" y="1060016"/>
                  <a:pt x="141045" y="1043246"/>
                </a:cubicBezTo>
                <a:cubicBezTo>
                  <a:pt x="141045" y="1026477"/>
                  <a:pt x="154639" y="1012883"/>
                  <a:pt x="171339" y="1012883"/>
                </a:cubicBezTo>
                <a:close/>
                <a:moveTo>
                  <a:pt x="98865" y="1012883"/>
                </a:moveTo>
                <a:cubicBezTo>
                  <a:pt x="115628" y="1012883"/>
                  <a:pt x="129222" y="1026477"/>
                  <a:pt x="129222" y="1043246"/>
                </a:cubicBezTo>
                <a:cubicBezTo>
                  <a:pt x="129222" y="1060016"/>
                  <a:pt x="115628" y="1073610"/>
                  <a:pt x="98865" y="1073610"/>
                </a:cubicBezTo>
                <a:cubicBezTo>
                  <a:pt x="82093" y="1073610"/>
                  <a:pt x="68498" y="1060016"/>
                  <a:pt x="68498" y="1043246"/>
                </a:cubicBezTo>
                <a:cubicBezTo>
                  <a:pt x="68498" y="1026477"/>
                  <a:pt x="82093" y="1012883"/>
                  <a:pt x="98865" y="1012883"/>
                </a:cubicBezTo>
                <a:close/>
                <a:moveTo>
                  <a:pt x="26309" y="1012883"/>
                </a:moveTo>
                <a:cubicBezTo>
                  <a:pt x="43075" y="1012883"/>
                  <a:pt x="56670" y="1026477"/>
                  <a:pt x="56670" y="1043246"/>
                </a:cubicBezTo>
                <a:cubicBezTo>
                  <a:pt x="56670" y="1060016"/>
                  <a:pt x="43075" y="1073610"/>
                  <a:pt x="26309" y="1073610"/>
                </a:cubicBezTo>
                <a:cubicBezTo>
                  <a:pt x="17924" y="1073610"/>
                  <a:pt x="10333" y="1070212"/>
                  <a:pt x="4838" y="1064717"/>
                </a:cubicBezTo>
                <a:lnTo>
                  <a:pt x="0" y="1053036"/>
                </a:lnTo>
                <a:lnTo>
                  <a:pt x="0" y="1033457"/>
                </a:lnTo>
                <a:lnTo>
                  <a:pt x="4838" y="1021776"/>
                </a:lnTo>
                <a:cubicBezTo>
                  <a:pt x="10333" y="1016282"/>
                  <a:pt x="17924" y="1012883"/>
                  <a:pt x="26309" y="1012883"/>
                </a:cubicBezTo>
                <a:close/>
                <a:moveTo>
                  <a:pt x="1549874" y="932431"/>
                </a:moveTo>
                <a:cubicBezTo>
                  <a:pt x="1558259" y="932431"/>
                  <a:pt x="1565850" y="935830"/>
                  <a:pt x="1571345" y="941324"/>
                </a:cubicBezTo>
                <a:lnTo>
                  <a:pt x="1577296" y="955693"/>
                </a:lnTo>
                <a:lnTo>
                  <a:pt x="1565363" y="988298"/>
                </a:lnTo>
                <a:lnTo>
                  <a:pt x="1561694" y="990772"/>
                </a:lnTo>
                <a:cubicBezTo>
                  <a:pt x="1558061" y="992309"/>
                  <a:pt x="1554067" y="993158"/>
                  <a:pt x="1549874" y="993158"/>
                </a:cubicBezTo>
                <a:cubicBezTo>
                  <a:pt x="1533105" y="993158"/>
                  <a:pt x="1519511" y="979564"/>
                  <a:pt x="1519511" y="962795"/>
                </a:cubicBezTo>
                <a:cubicBezTo>
                  <a:pt x="1519511" y="946025"/>
                  <a:pt x="1533105" y="932431"/>
                  <a:pt x="1549874" y="932431"/>
                </a:cubicBezTo>
                <a:close/>
                <a:moveTo>
                  <a:pt x="1477320" y="932431"/>
                </a:moveTo>
                <a:cubicBezTo>
                  <a:pt x="1494089" y="932431"/>
                  <a:pt x="1507683" y="946025"/>
                  <a:pt x="1507683" y="962795"/>
                </a:cubicBezTo>
                <a:cubicBezTo>
                  <a:pt x="1507683" y="979564"/>
                  <a:pt x="1494089" y="993158"/>
                  <a:pt x="1477320" y="993158"/>
                </a:cubicBezTo>
                <a:cubicBezTo>
                  <a:pt x="1460550" y="993158"/>
                  <a:pt x="1446956" y="979564"/>
                  <a:pt x="1446956" y="962795"/>
                </a:cubicBezTo>
                <a:cubicBezTo>
                  <a:pt x="1446956" y="946025"/>
                  <a:pt x="1460550" y="932431"/>
                  <a:pt x="1477320" y="932431"/>
                </a:cubicBezTo>
                <a:close/>
                <a:moveTo>
                  <a:pt x="1404765" y="932431"/>
                </a:moveTo>
                <a:cubicBezTo>
                  <a:pt x="1421535" y="932431"/>
                  <a:pt x="1435129" y="946025"/>
                  <a:pt x="1435129" y="962795"/>
                </a:cubicBezTo>
                <a:cubicBezTo>
                  <a:pt x="1435129" y="979564"/>
                  <a:pt x="1421535" y="993158"/>
                  <a:pt x="1404765" y="993158"/>
                </a:cubicBezTo>
                <a:cubicBezTo>
                  <a:pt x="1387996" y="993158"/>
                  <a:pt x="1374402" y="979564"/>
                  <a:pt x="1374402" y="962795"/>
                </a:cubicBezTo>
                <a:cubicBezTo>
                  <a:pt x="1374402" y="946025"/>
                  <a:pt x="1387996" y="932431"/>
                  <a:pt x="1404765" y="932431"/>
                </a:cubicBezTo>
                <a:close/>
                <a:moveTo>
                  <a:pt x="1332211" y="932431"/>
                </a:moveTo>
                <a:cubicBezTo>
                  <a:pt x="1348980" y="932431"/>
                  <a:pt x="1362574" y="946025"/>
                  <a:pt x="1362574" y="962795"/>
                </a:cubicBezTo>
                <a:cubicBezTo>
                  <a:pt x="1362574" y="979564"/>
                  <a:pt x="1348980" y="993158"/>
                  <a:pt x="1332211" y="993158"/>
                </a:cubicBezTo>
                <a:cubicBezTo>
                  <a:pt x="1315441" y="993158"/>
                  <a:pt x="1301847" y="979564"/>
                  <a:pt x="1301847" y="962795"/>
                </a:cubicBezTo>
                <a:cubicBezTo>
                  <a:pt x="1301847" y="946025"/>
                  <a:pt x="1315441" y="932431"/>
                  <a:pt x="1332211" y="932431"/>
                </a:cubicBezTo>
                <a:close/>
                <a:moveTo>
                  <a:pt x="1259656" y="932431"/>
                </a:moveTo>
                <a:cubicBezTo>
                  <a:pt x="1276426" y="932431"/>
                  <a:pt x="1290020" y="946025"/>
                  <a:pt x="1290020" y="962795"/>
                </a:cubicBezTo>
                <a:cubicBezTo>
                  <a:pt x="1290020" y="979564"/>
                  <a:pt x="1276426" y="993158"/>
                  <a:pt x="1259656" y="993158"/>
                </a:cubicBezTo>
                <a:cubicBezTo>
                  <a:pt x="1242887" y="993158"/>
                  <a:pt x="1229293" y="979564"/>
                  <a:pt x="1229293" y="962795"/>
                </a:cubicBezTo>
                <a:cubicBezTo>
                  <a:pt x="1229293" y="946025"/>
                  <a:pt x="1242887" y="932431"/>
                  <a:pt x="1259656" y="932431"/>
                </a:cubicBezTo>
                <a:close/>
                <a:moveTo>
                  <a:pt x="1187102" y="932431"/>
                </a:moveTo>
                <a:cubicBezTo>
                  <a:pt x="1203871" y="932431"/>
                  <a:pt x="1217465" y="946025"/>
                  <a:pt x="1217465" y="962795"/>
                </a:cubicBezTo>
                <a:cubicBezTo>
                  <a:pt x="1217465" y="979564"/>
                  <a:pt x="1203871" y="993158"/>
                  <a:pt x="1187102" y="993158"/>
                </a:cubicBezTo>
                <a:cubicBezTo>
                  <a:pt x="1170332" y="993158"/>
                  <a:pt x="1156738" y="979564"/>
                  <a:pt x="1156738" y="962795"/>
                </a:cubicBezTo>
                <a:cubicBezTo>
                  <a:pt x="1156738" y="946025"/>
                  <a:pt x="1170332" y="932431"/>
                  <a:pt x="1187102" y="932431"/>
                </a:cubicBezTo>
                <a:close/>
                <a:moveTo>
                  <a:pt x="1114547" y="932431"/>
                </a:moveTo>
                <a:cubicBezTo>
                  <a:pt x="1131317" y="932431"/>
                  <a:pt x="1144911" y="946025"/>
                  <a:pt x="1144911" y="962795"/>
                </a:cubicBezTo>
                <a:cubicBezTo>
                  <a:pt x="1144911" y="979564"/>
                  <a:pt x="1131317" y="993158"/>
                  <a:pt x="1114547" y="993158"/>
                </a:cubicBezTo>
                <a:cubicBezTo>
                  <a:pt x="1097778" y="993158"/>
                  <a:pt x="1084184" y="979564"/>
                  <a:pt x="1084184" y="962795"/>
                </a:cubicBezTo>
                <a:cubicBezTo>
                  <a:pt x="1084184" y="946025"/>
                  <a:pt x="1097778" y="932431"/>
                  <a:pt x="1114547" y="932431"/>
                </a:cubicBezTo>
                <a:close/>
                <a:moveTo>
                  <a:pt x="1041993" y="932431"/>
                </a:moveTo>
                <a:cubicBezTo>
                  <a:pt x="1058762" y="932431"/>
                  <a:pt x="1072356" y="946025"/>
                  <a:pt x="1072356" y="962795"/>
                </a:cubicBezTo>
                <a:cubicBezTo>
                  <a:pt x="1072356" y="979564"/>
                  <a:pt x="1058762" y="993158"/>
                  <a:pt x="1041993" y="993158"/>
                </a:cubicBezTo>
                <a:cubicBezTo>
                  <a:pt x="1025223" y="993158"/>
                  <a:pt x="1011629" y="979564"/>
                  <a:pt x="1011629" y="962795"/>
                </a:cubicBezTo>
                <a:cubicBezTo>
                  <a:pt x="1011629" y="946025"/>
                  <a:pt x="1025223" y="932431"/>
                  <a:pt x="1041993" y="932431"/>
                </a:cubicBezTo>
                <a:close/>
                <a:moveTo>
                  <a:pt x="969438" y="932431"/>
                </a:moveTo>
                <a:cubicBezTo>
                  <a:pt x="986208" y="932431"/>
                  <a:pt x="999801" y="946025"/>
                  <a:pt x="999801" y="962795"/>
                </a:cubicBezTo>
                <a:cubicBezTo>
                  <a:pt x="999801" y="979564"/>
                  <a:pt x="986208" y="993158"/>
                  <a:pt x="969438" y="993158"/>
                </a:cubicBezTo>
                <a:cubicBezTo>
                  <a:pt x="952669" y="993158"/>
                  <a:pt x="939075" y="979564"/>
                  <a:pt x="939075" y="962795"/>
                </a:cubicBezTo>
                <a:cubicBezTo>
                  <a:pt x="939075" y="946025"/>
                  <a:pt x="952669" y="932431"/>
                  <a:pt x="969438" y="932431"/>
                </a:cubicBezTo>
                <a:close/>
                <a:moveTo>
                  <a:pt x="896883" y="932431"/>
                </a:moveTo>
                <a:cubicBezTo>
                  <a:pt x="913653" y="932431"/>
                  <a:pt x="927247" y="946025"/>
                  <a:pt x="927247" y="962795"/>
                </a:cubicBezTo>
                <a:cubicBezTo>
                  <a:pt x="927247" y="979564"/>
                  <a:pt x="913653" y="993158"/>
                  <a:pt x="896883" y="993158"/>
                </a:cubicBezTo>
                <a:cubicBezTo>
                  <a:pt x="880114" y="993158"/>
                  <a:pt x="866520" y="979564"/>
                  <a:pt x="866520" y="962795"/>
                </a:cubicBezTo>
                <a:cubicBezTo>
                  <a:pt x="866520" y="946025"/>
                  <a:pt x="880114" y="932431"/>
                  <a:pt x="896883" y="932431"/>
                </a:cubicBezTo>
                <a:close/>
                <a:moveTo>
                  <a:pt x="824329" y="932431"/>
                </a:moveTo>
                <a:cubicBezTo>
                  <a:pt x="841098" y="932431"/>
                  <a:pt x="854692" y="946025"/>
                  <a:pt x="854692" y="962795"/>
                </a:cubicBezTo>
                <a:cubicBezTo>
                  <a:pt x="854692" y="979564"/>
                  <a:pt x="841098" y="993158"/>
                  <a:pt x="824329" y="993158"/>
                </a:cubicBezTo>
                <a:cubicBezTo>
                  <a:pt x="807559" y="993158"/>
                  <a:pt x="793965" y="979564"/>
                  <a:pt x="793965" y="962795"/>
                </a:cubicBezTo>
                <a:cubicBezTo>
                  <a:pt x="793965" y="946025"/>
                  <a:pt x="807559" y="932431"/>
                  <a:pt x="824329" y="932431"/>
                </a:cubicBezTo>
                <a:close/>
                <a:moveTo>
                  <a:pt x="751774" y="932431"/>
                </a:moveTo>
                <a:cubicBezTo>
                  <a:pt x="768544" y="932431"/>
                  <a:pt x="782138" y="946025"/>
                  <a:pt x="782138" y="962795"/>
                </a:cubicBezTo>
                <a:cubicBezTo>
                  <a:pt x="782138" y="979564"/>
                  <a:pt x="768544" y="993158"/>
                  <a:pt x="751774" y="993158"/>
                </a:cubicBezTo>
                <a:cubicBezTo>
                  <a:pt x="735005" y="993158"/>
                  <a:pt x="721411" y="979564"/>
                  <a:pt x="721411" y="962795"/>
                </a:cubicBezTo>
                <a:cubicBezTo>
                  <a:pt x="721411" y="946025"/>
                  <a:pt x="735005" y="932431"/>
                  <a:pt x="751774" y="932431"/>
                </a:cubicBezTo>
                <a:close/>
                <a:moveTo>
                  <a:pt x="679220" y="932431"/>
                </a:moveTo>
                <a:cubicBezTo>
                  <a:pt x="695989" y="932431"/>
                  <a:pt x="709583" y="946025"/>
                  <a:pt x="709583" y="962795"/>
                </a:cubicBezTo>
                <a:cubicBezTo>
                  <a:pt x="709583" y="979564"/>
                  <a:pt x="695989" y="993158"/>
                  <a:pt x="679220" y="993158"/>
                </a:cubicBezTo>
                <a:cubicBezTo>
                  <a:pt x="662450" y="993158"/>
                  <a:pt x="648856" y="979564"/>
                  <a:pt x="648856" y="962795"/>
                </a:cubicBezTo>
                <a:cubicBezTo>
                  <a:pt x="648856" y="946025"/>
                  <a:pt x="662450" y="932431"/>
                  <a:pt x="679220" y="932431"/>
                </a:cubicBezTo>
                <a:close/>
                <a:moveTo>
                  <a:pt x="606665" y="932431"/>
                </a:moveTo>
                <a:cubicBezTo>
                  <a:pt x="623435" y="932431"/>
                  <a:pt x="637029" y="946025"/>
                  <a:pt x="637029" y="962795"/>
                </a:cubicBezTo>
                <a:cubicBezTo>
                  <a:pt x="637029" y="979564"/>
                  <a:pt x="623435" y="993158"/>
                  <a:pt x="606665" y="993158"/>
                </a:cubicBezTo>
                <a:cubicBezTo>
                  <a:pt x="589896" y="993158"/>
                  <a:pt x="576302" y="979564"/>
                  <a:pt x="576302" y="962795"/>
                </a:cubicBezTo>
                <a:cubicBezTo>
                  <a:pt x="576302" y="946025"/>
                  <a:pt x="589896" y="932431"/>
                  <a:pt x="606665" y="932431"/>
                </a:cubicBezTo>
                <a:close/>
                <a:moveTo>
                  <a:pt x="534111" y="932431"/>
                </a:moveTo>
                <a:cubicBezTo>
                  <a:pt x="550880" y="932431"/>
                  <a:pt x="564474" y="946025"/>
                  <a:pt x="564474" y="962795"/>
                </a:cubicBezTo>
                <a:cubicBezTo>
                  <a:pt x="564474" y="979564"/>
                  <a:pt x="550880" y="993158"/>
                  <a:pt x="534111" y="993158"/>
                </a:cubicBezTo>
                <a:cubicBezTo>
                  <a:pt x="517341" y="993158"/>
                  <a:pt x="503747" y="979564"/>
                  <a:pt x="503747" y="962795"/>
                </a:cubicBezTo>
                <a:cubicBezTo>
                  <a:pt x="503747" y="946025"/>
                  <a:pt x="517341" y="932431"/>
                  <a:pt x="534111" y="932431"/>
                </a:cubicBezTo>
                <a:close/>
                <a:moveTo>
                  <a:pt x="461556" y="932431"/>
                </a:moveTo>
                <a:cubicBezTo>
                  <a:pt x="478326" y="932431"/>
                  <a:pt x="491920" y="946025"/>
                  <a:pt x="491920" y="962795"/>
                </a:cubicBezTo>
                <a:cubicBezTo>
                  <a:pt x="491920" y="979564"/>
                  <a:pt x="478326" y="993158"/>
                  <a:pt x="461556" y="993158"/>
                </a:cubicBezTo>
                <a:cubicBezTo>
                  <a:pt x="444787" y="993158"/>
                  <a:pt x="431192" y="979564"/>
                  <a:pt x="431192" y="962795"/>
                </a:cubicBezTo>
                <a:cubicBezTo>
                  <a:pt x="431192" y="946025"/>
                  <a:pt x="444787" y="932431"/>
                  <a:pt x="461556" y="932431"/>
                </a:cubicBezTo>
                <a:close/>
                <a:moveTo>
                  <a:pt x="389002" y="932431"/>
                </a:moveTo>
                <a:cubicBezTo>
                  <a:pt x="405771" y="932431"/>
                  <a:pt x="419365" y="946025"/>
                  <a:pt x="419365" y="962795"/>
                </a:cubicBezTo>
                <a:cubicBezTo>
                  <a:pt x="419365" y="979564"/>
                  <a:pt x="405771" y="993158"/>
                  <a:pt x="389002" y="993158"/>
                </a:cubicBezTo>
                <a:cubicBezTo>
                  <a:pt x="372232" y="993158"/>
                  <a:pt x="358638" y="979564"/>
                  <a:pt x="358638" y="962795"/>
                </a:cubicBezTo>
                <a:cubicBezTo>
                  <a:pt x="358638" y="946025"/>
                  <a:pt x="372232" y="932431"/>
                  <a:pt x="389002" y="932431"/>
                </a:cubicBezTo>
                <a:close/>
                <a:moveTo>
                  <a:pt x="316447" y="932431"/>
                </a:moveTo>
                <a:cubicBezTo>
                  <a:pt x="333216" y="932431"/>
                  <a:pt x="346810" y="946025"/>
                  <a:pt x="346810" y="962795"/>
                </a:cubicBezTo>
                <a:cubicBezTo>
                  <a:pt x="346810" y="979564"/>
                  <a:pt x="333216" y="993158"/>
                  <a:pt x="316447" y="993158"/>
                </a:cubicBezTo>
                <a:cubicBezTo>
                  <a:pt x="299677" y="993158"/>
                  <a:pt x="286084" y="979564"/>
                  <a:pt x="286084" y="962795"/>
                </a:cubicBezTo>
                <a:cubicBezTo>
                  <a:pt x="286084" y="946025"/>
                  <a:pt x="299677" y="932431"/>
                  <a:pt x="316447" y="932431"/>
                </a:cubicBezTo>
                <a:close/>
                <a:moveTo>
                  <a:pt x="243892" y="932431"/>
                </a:moveTo>
                <a:cubicBezTo>
                  <a:pt x="260662" y="932431"/>
                  <a:pt x="274256" y="946025"/>
                  <a:pt x="274256" y="962795"/>
                </a:cubicBezTo>
                <a:cubicBezTo>
                  <a:pt x="274256" y="979564"/>
                  <a:pt x="260662" y="993158"/>
                  <a:pt x="243892" y="993158"/>
                </a:cubicBezTo>
                <a:cubicBezTo>
                  <a:pt x="227123" y="993158"/>
                  <a:pt x="213529" y="979564"/>
                  <a:pt x="213529" y="962795"/>
                </a:cubicBezTo>
                <a:cubicBezTo>
                  <a:pt x="213529" y="946025"/>
                  <a:pt x="227123" y="932431"/>
                  <a:pt x="243892" y="932431"/>
                </a:cubicBezTo>
                <a:close/>
                <a:moveTo>
                  <a:pt x="171339" y="932431"/>
                </a:moveTo>
                <a:cubicBezTo>
                  <a:pt x="188107" y="932431"/>
                  <a:pt x="201701" y="946025"/>
                  <a:pt x="201701" y="962795"/>
                </a:cubicBezTo>
                <a:cubicBezTo>
                  <a:pt x="201701" y="979564"/>
                  <a:pt x="188107" y="993158"/>
                  <a:pt x="171339" y="993158"/>
                </a:cubicBezTo>
                <a:cubicBezTo>
                  <a:pt x="154645" y="993158"/>
                  <a:pt x="141051" y="979564"/>
                  <a:pt x="141051" y="962795"/>
                </a:cubicBezTo>
                <a:cubicBezTo>
                  <a:pt x="141051" y="946025"/>
                  <a:pt x="154645" y="932431"/>
                  <a:pt x="171339" y="932431"/>
                </a:cubicBezTo>
                <a:close/>
                <a:moveTo>
                  <a:pt x="98870" y="932431"/>
                </a:moveTo>
                <a:cubicBezTo>
                  <a:pt x="115634" y="932431"/>
                  <a:pt x="129228" y="946025"/>
                  <a:pt x="129228" y="962795"/>
                </a:cubicBezTo>
                <a:cubicBezTo>
                  <a:pt x="129228" y="979564"/>
                  <a:pt x="115634" y="993158"/>
                  <a:pt x="98870" y="993158"/>
                </a:cubicBezTo>
                <a:cubicBezTo>
                  <a:pt x="82099" y="993158"/>
                  <a:pt x="68505" y="979564"/>
                  <a:pt x="68505" y="962795"/>
                </a:cubicBezTo>
                <a:cubicBezTo>
                  <a:pt x="68505" y="946025"/>
                  <a:pt x="82099" y="932431"/>
                  <a:pt x="98870" y="932431"/>
                </a:cubicBezTo>
                <a:close/>
                <a:moveTo>
                  <a:pt x="26316" y="932431"/>
                </a:moveTo>
                <a:cubicBezTo>
                  <a:pt x="43081" y="932431"/>
                  <a:pt x="56676" y="946025"/>
                  <a:pt x="56676" y="962795"/>
                </a:cubicBezTo>
                <a:cubicBezTo>
                  <a:pt x="56676" y="979564"/>
                  <a:pt x="43081" y="993158"/>
                  <a:pt x="26316" y="993158"/>
                </a:cubicBezTo>
                <a:cubicBezTo>
                  <a:pt x="17931" y="993158"/>
                  <a:pt x="10340" y="989760"/>
                  <a:pt x="4845" y="984265"/>
                </a:cubicBezTo>
                <a:lnTo>
                  <a:pt x="0" y="972570"/>
                </a:lnTo>
                <a:lnTo>
                  <a:pt x="0" y="953020"/>
                </a:lnTo>
                <a:lnTo>
                  <a:pt x="4845" y="941324"/>
                </a:lnTo>
                <a:cubicBezTo>
                  <a:pt x="10340" y="935830"/>
                  <a:pt x="17931" y="932431"/>
                  <a:pt x="26316" y="932431"/>
                </a:cubicBezTo>
                <a:close/>
                <a:moveTo>
                  <a:pt x="1612513" y="853981"/>
                </a:moveTo>
                <a:lnTo>
                  <a:pt x="1607766" y="872445"/>
                </a:lnTo>
                <a:lnTo>
                  <a:pt x="1598477" y="897823"/>
                </a:lnTo>
                <a:lnTo>
                  <a:pt x="1592066" y="882343"/>
                </a:lnTo>
                <a:cubicBezTo>
                  <a:pt x="1592066" y="869766"/>
                  <a:pt x="1599712" y="858975"/>
                  <a:pt x="1610610" y="854366"/>
                </a:cubicBezTo>
                <a:close/>
                <a:moveTo>
                  <a:pt x="1549874" y="851979"/>
                </a:moveTo>
                <a:cubicBezTo>
                  <a:pt x="1566644" y="851979"/>
                  <a:pt x="1580238" y="865573"/>
                  <a:pt x="1580238" y="882343"/>
                </a:cubicBezTo>
                <a:cubicBezTo>
                  <a:pt x="1580238" y="899112"/>
                  <a:pt x="1566644" y="912706"/>
                  <a:pt x="1549874" y="912706"/>
                </a:cubicBezTo>
                <a:cubicBezTo>
                  <a:pt x="1533105" y="912706"/>
                  <a:pt x="1519511" y="899112"/>
                  <a:pt x="1519511" y="882343"/>
                </a:cubicBezTo>
                <a:cubicBezTo>
                  <a:pt x="1519511" y="865573"/>
                  <a:pt x="1533105" y="851979"/>
                  <a:pt x="1549874" y="851979"/>
                </a:cubicBezTo>
                <a:close/>
                <a:moveTo>
                  <a:pt x="1477320" y="851979"/>
                </a:moveTo>
                <a:cubicBezTo>
                  <a:pt x="1494089" y="851979"/>
                  <a:pt x="1507683" y="865573"/>
                  <a:pt x="1507683" y="882343"/>
                </a:cubicBezTo>
                <a:cubicBezTo>
                  <a:pt x="1507683" y="899112"/>
                  <a:pt x="1494089" y="912706"/>
                  <a:pt x="1477320" y="912706"/>
                </a:cubicBezTo>
                <a:cubicBezTo>
                  <a:pt x="1460550" y="912706"/>
                  <a:pt x="1446956" y="899112"/>
                  <a:pt x="1446956" y="882343"/>
                </a:cubicBezTo>
                <a:cubicBezTo>
                  <a:pt x="1446956" y="865573"/>
                  <a:pt x="1460550" y="851979"/>
                  <a:pt x="1477320" y="851979"/>
                </a:cubicBezTo>
                <a:close/>
                <a:moveTo>
                  <a:pt x="1404765" y="851979"/>
                </a:moveTo>
                <a:cubicBezTo>
                  <a:pt x="1421535" y="851979"/>
                  <a:pt x="1435129" y="865573"/>
                  <a:pt x="1435129" y="882343"/>
                </a:cubicBezTo>
                <a:cubicBezTo>
                  <a:pt x="1435129" y="899112"/>
                  <a:pt x="1421535" y="912706"/>
                  <a:pt x="1404765" y="912706"/>
                </a:cubicBezTo>
                <a:cubicBezTo>
                  <a:pt x="1387996" y="912706"/>
                  <a:pt x="1374402" y="899112"/>
                  <a:pt x="1374402" y="882343"/>
                </a:cubicBezTo>
                <a:cubicBezTo>
                  <a:pt x="1374402" y="865573"/>
                  <a:pt x="1387996" y="851979"/>
                  <a:pt x="1404765" y="851979"/>
                </a:cubicBezTo>
                <a:close/>
                <a:moveTo>
                  <a:pt x="1332211" y="851979"/>
                </a:moveTo>
                <a:cubicBezTo>
                  <a:pt x="1348980" y="851979"/>
                  <a:pt x="1362574" y="865573"/>
                  <a:pt x="1362574" y="882343"/>
                </a:cubicBezTo>
                <a:cubicBezTo>
                  <a:pt x="1362574" y="899112"/>
                  <a:pt x="1348980" y="912706"/>
                  <a:pt x="1332211" y="912706"/>
                </a:cubicBezTo>
                <a:cubicBezTo>
                  <a:pt x="1315441" y="912706"/>
                  <a:pt x="1301847" y="899112"/>
                  <a:pt x="1301847" y="882343"/>
                </a:cubicBezTo>
                <a:cubicBezTo>
                  <a:pt x="1301847" y="865573"/>
                  <a:pt x="1315441" y="851979"/>
                  <a:pt x="1332211" y="851979"/>
                </a:cubicBezTo>
                <a:close/>
                <a:moveTo>
                  <a:pt x="1259656" y="851979"/>
                </a:moveTo>
                <a:cubicBezTo>
                  <a:pt x="1276426" y="851979"/>
                  <a:pt x="1290020" y="865573"/>
                  <a:pt x="1290020" y="882343"/>
                </a:cubicBezTo>
                <a:cubicBezTo>
                  <a:pt x="1290020" y="899112"/>
                  <a:pt x="1276426" y="912706"/>
                  <a:pt x="1259656" y="912706"/>
                </a:cubicBezTo>
                <a:cubicBezTo>
                  <a:pt x="1242887" y="912706"/>
                  <a:pt x="1229293" y="899112"/>
                  <a:pt x="1229293" y="882343"/>
                </a:cubicBezTo>
                <a:cubicBezTo>
                  <a:pt x="1229293" y="865573"/>
                  <a:pt x="1242887" y="851979"/>
                  <a:pt x="1259656" y="851979"/>
                </a:cubicBezTo>
                <a:close/>
                <a:moveTo>
                  <a:pt x="1187102" y="851979"/>
                </a:moveTo>
                <a:cubicBezTo>
                  <a:pt x="1203871" y="851979"/>
                  <a:pt x="1217465" y="865573"/>
                  <a:pt x="1217465" y="882343"/>
                </a:cubicBezTo>
                <a:cubicBezTo>
                  <a:pt x="1217465" y="899112"/>
                  <a:pt x="1203871" y="912706"/>
                  <a:pt x="1187102" y="912706"/>
                </a:cubicBezTo>
                <a:cubicBezTo>
                  <a:pt x="1170332" y="912706"/>
                  <a:pt x="1156738" y="899112"/>
                  <a:pt x="1156738" y="882343"/>
                </a:cubicBezTo>
                <a:cubicBezTo>
                  <a:pt x="1156738" y="865573"/>
                  <a:pt x="1170332" y="851979"/>
                  <a:pt x="1187102" y="851979"/>
                </a:cubicBezTo>
                <a:close/>
                <a:moveTo>
                  <a:pt x="1114547" y="851979"/>
                </a:moveTo>
                <a:cubicBezTo>
                  <a:pt x="1131317" y="851979"/>
                  <a:pt x="1144911" y="865573"/>
                  <a:pt x="1144911" y="882343"/>
                </a:cubicBezTo>
                <a:cubicBezTo>
                  <a:pt x="1144911" y="899112"/>
                  <a:pt x="1131317" y="912706"/>
                  <a:pt x="1114547" y="912706"/>
                </a:cubicBezTo>
                <a:cubicBezTo>
                  <a:pt x="1097778" y="912706"/>
                  <a:pt x="1084184" y="899112"/>
                  <a:pt x="1084184" y="882343"/>
                </a:cubicBezTo>
                <a:cubicBezTo>
                  <a:pt x="1084184" y="865573"/>
                  <a:pt x="1097778" y="851979"/>
                  <a:pt x="1114547" y="851979"/>
                </a:cubicBezTo>
                <a:close/>
                <a:moveTo>
                  <a:pt x="1041993" y="851979"/>
                </a:moveTo>
                <a:cubicBezTo>
                  <a:pt x="1058762" y="851979"/>
                  <a:pt x="1072356" y="865573"/>
                  <a:pt x="1072356" y="882343"/>
                </a:cubicBezTo>
                <a:cubicBezTo>
                  <a:pt x="1072356" y="899112"/>
                  <a:pt x="1058762" y="912706"/>
                  <a:pt x="1041993" y="912706"/>
                </a:cubicBezTo>
                <a:cubicBezTo>
                  <a:pt x="1025223" y="912706"/>
                  <a:pt x="1011629" y="899112"/>
                  <a:pt x="1011629" y="882343"/>
                </a:cubicBezTo>
                <a:cubicBezTo>
                  <a:pt x="1011629" y="865573"/>
                  <a:pt x="1025223" y="851979"/>
                  <a:pt x="1041993" y="851979"/>
                </a:cubicBezTo>
                <a:close/>
                <a:moveTo>
                  <a:pt x="969438" y="851979"/>
                </a:moveTo>
                <a:cubicBezTo>
                  <a:pt x="986208" y="851979"/>
                  <a:pt x="999801" y="865573"/>
                  <a:pt x="999801" y="882343"/>
                </a:cubicBezTo>
                <a:cubicBezTo>
                  <a:pt x="999801" y="899112"/>
                  <a:pt x="986208" y="912706"/>
                  <a:pt x="969438" y="912706"/>
                </a:cubicBezTo>
                <a:cubicBezTo>
                  <a:pt x="952669" y="912706"/>
                  <a:pt x="939075" y="899112"/>
                  <a:pt x="939075" y="882343"/>
                </a:cubicBezTo>
                <a:cubicBezTo>
                  <a:pt x="939075" y="865573"/>
                  <a:pt x="952669" y="851979"/>
                  <a:pt x="969438" y="851979"/>
                </a:cubicBezTo>
                <a:close/>
                <a:moveTo>
                  <a:pt x="896883" y="851979"/>
                </a:moveTo>
                <a:cubicBezTo>
                  <a:pt x="913653" y="851979"/>
                  <a:pt x="927247" y="865573"/>
                  <a:pt x="927247" y="882343"/>
                </a:cubicBezTo>
                <a:cubicBezTo>
                  <a:pt x="927247" y="899112"/>
                  <a:pt x="913653" y="912706"/>
                  <a:pt x="896883" y="912706"/>
                </a:cubicBezTo>
                <a:cubicBezTo>
                  <a:pt x="880114" y="912706"/>
                  <a:pt x="866520" y="899112"/>
                  <a:pt x="866520" y="882343"/>
                </a:cubicBezTo>
                <a:cubicBezTo>
                  <a:pt x="866520" y="865573"/>
                  <a:pt x="880114" y="851979"/>
                  <a:pt x="896883" y="851979"/>
                </a:cubicBezTo>
                <a:close/>
                <a:moveTo>
                  <a:pt x="824329" y="851979"/>
                </a:moveTo>
                <a:cubicBezTo>
                  <a:pt x="841098" y="851979"/>
                  <a:pt x="854692" y="865573"/>
                  <a:pt x="854692" y="882343"/>
                </a:cubicBezTo>
                <a:cubicBezTo>
                  <a:pt x="854692" y="899112"/>
                  <a:pt x="841098" y="912706"/>
                  <a:pt x="824329" y="912706"/>
                </a:cubicBezTo>
                <a:cubicBezTo>
                  <a:pt x="807559" y="912706"/>
                  <a:pt x="793965" y="899112"/>
                  <a:pt x="793965" y="882343"/>
                </a:cubicBezTo>
                <a:cubicBezTo>
                  <a:pt x="793965" y="865573"/>
                  <a:pt x="807559" y="851979"/>
                  <a:pt x="824329" y="851979"/>
                </a:cubicBezTo>
                <a:close/>
                <a:moveTo>
                  <a:pt x="751774" y="851979"/>
                </a:moveTo>
                <a:cubicBezTo>
                  <a:pt x="768544" y="851979"/>
                  <a:pt x="782138" y="865573"/>
                  <a:pt x="782138" y="882343"/>
                </a:cubicBezTo>
                <a:cubicBezTo>
                  <a:pt x="782138" y="899112"/>
                  <a:pt x="768544" y="912706"/>
                  <a:pt x="751774" y="912706"/>
                </a:cubicBezTo>
                <a:cubicBezTo>
                  <a:pt x="735005" y="912706"/>
                  <a:pt x="721411" y="899112"/>
                  <a:pt x="721411" y="882343"/>
                </a:cubicBezTo>
                <a:cubicBezTo>
                  <a:pt x="721411" y="865573"/>
                  <a:pt x="735005" y="851979"/>
                  <a:pt x="751774" y="851979"/>
                </a:cubicBezTo>
                <a:close/>
                <a:moveTo>
                  <a:pt x="679220" y="851979"/>
                </a:moveTo>
                <a:cubicBezTo>
                  <a:pt x="695989" y="851979"/>
                  <a:pt x="709583" y="865573"/>
                  <a:pt x="709583" y="882343"/>
                </a:cubicBezTo>
                <a:cubicBezTo>
                  <a:pt x="709583" y="899112"/>
                  <a:pt x="695989" y="912706"/>
                  <a:pt x="679220" y="912706"/>
                </a:cubicBezTo>
                <a:cubicBezTo>
                  <a:pt x="662450" y="912706"/>
                  <a:pt x="648856" y="899112"/>
                  <a:pt x="648856" y="882343"/>
                </a:cubicBezTo>
                <a:cubicBezTo>
                  <a:pt x="648856" y="865573"/>
                  <a:pt x="662450" y="851979"/>
                  <a:pt x="679220" y="851979"/>
                </a:cubicBezTo>
                <a:close/>
                <a:moveTo>
                  <a:pt x="606665" y="851979"/>
                </a:moveTo>
                <a:cubicBezTo>
                  <a:pt x="623435" y="851979"/>
                  <a:pt x="637029" y="865573"/>
                  <a:pt x="637029" y="882343"/>
                </a:cubicBezTo>
                <a:cubicBezTo>
                  <a:pt x="637029" y="899112"/>
                  <a:pt x="623435" y="912706"/>
                  <a:pt x="606665" y="912706"/>
                </a:cubicBezTo>
                <a:cubicBezTo>
                  <a:pt x="589896" y="912706"/>
                  <a:pt x="576302" y="899112"/>
                  <a:pt x="576302" y="882343"/>
                </a:cubicBezTo>
                <a:cubicBezTo>
                  <a:pt x="576302" y="865573"/>
                  <a:pt x="589896" y="851979"/>
                  <a:pt x="606665" y="851979"/>
                </a:cubicBezTo>
                <a:close/>
                <a:moveTo>
                  <a:pt x="534111" y="851979"/>
                </a:moveTo>
                <a:cubicBezTo>
                  <a:pt x="550880" y="851979"/>
                  <a:pt x="564474" y="865573"/>
                  <a:pt x="564474" y="882343"/>
                </a:cubicBezTo>
                <a:cubicBezTo>
                  <a:pt x="564474" y="899112"/>
                  <a:pt x="550880" y="912706"/>
                  <a:pt x="534111" y="912706"/>
                </a:cubicBezTo>
                <a:cubicBezTo>
                  <a:pt x="517341" y="912706"/>
                  <a:pt x="503747" y="899112"/>
                  <a:pt x="503747" y="882343"/>
                </a:cubicBezTo>
                <a:cubicBezTo>
                  <a:pt x="503747" y="865573"/>
                  <a:pt x="517341" y="851979"/>
                  <a:pt x="534111" y="851979"/>
                </a:cubicBezTo>
                <a:close/>
                <a:moveTo>
                  <a:pt x="461556" y="851979"/>
                </a:moveTo>
                <a:cubicBezTo>
                  <a:pt x="478326" y="851979"/>
                  <a:pt x="491920" y="865573"/>
                  <a:pt x="491920" y="882343"/>
                </a:cubicBezTo>
                <a:cubicBezTo>
                  <a:pt x="491920" y="899112"/>
                  <a:pt x="478326" y="912706"/>
                  <a:pt x="461556" y="912706"/>
                </a:cubicBezTo>
                <a:cubicBezTo>
                  <a:pt x="444787" y="912706"/>
                  <a:pt x="431192" y="899112"/>
                  <a:pt x="431192" y="882343"/>
                </a:cubicBezTo>
                <a:cubicBezTo>
                  <a:pt x="431192" y="865573"/>
                  <a:pt x="444787" y="851979"/>
                  <a:pt x="461556" y="851979"/>
                </a:cubicBezTo>
                <a:close/>
                <a:moveTo>
                  <a:pt x="389002" y="851979"/>
                </a:moveTo>
                <a:cubicBezTo>
                  <a:pt x="405771" y="851979"/>
                  <a:pt x="419365" y="865573"/>
                  <a:pt x="419365" y="882343"/>
                </a:cubicBezTo>
                <a:cubicBezTo>
                  <a:pt x="419365" y="899112"/>
                  <a:pt x="405771" y="912706"/>
                  <a:pt x="389002" y="912706"/>
                </a:cubicBezTo>
                <a:cubicBezTo>
                  <a:pt x="372232" y="912706"/>
                  <a:pt x="358638" y="899112"/>
                  <a:pt x="358638" y="882343"/>
                </a:cubicBezTo>
                <a:cubicBezTo>
                  <a:pt x="358638" y="865573"/>
                  <a:pt x="372232" y="851979"/>
                  <a:pt x="389002" y="851979"/>
                </a:cubicBezTo>
                <a:close/>
                <a:moveTo>
                  <a:pt x="316447" y="851979"/>
                </a:moveTo>
                <a:cubicBezTo>
                  <a:pt x="333216" y="851979"/>
                  <a:pt x="346810" y="865573"/>
                  <a:pt x="346810" y="882343"/>
                </a:cubicBezTo>
                <a:cubicBezTo>
                  <a:pt x="346810" y="899112"/>
                  <a:pt x="333216" y="912706"/>
                  <a:pt x="316447" y="912706"/>
                </a:cubicBezTo>
                <a:cubicBezTo>
                  <a:pt x="299677" y="912706"/>
                  <a:pt x="286084" y="899112"/>
                  <a:pt x="286084" y="882343"/>
                </a:cubicBezTo>
                <a:cubicBezTo>
                  <a:pt x="286084" y="865573"/>
                  <a:pt x="299677" y="851979"/>
                  <a:pt x="316447" y="851979"/>
                </a:cubicBezTo>
                <a:close/>
                <a:moveTo>
                  <a:pt x="243892" y="851979"/>
                </a:moveTo>
                <a:cubicBezTo>
                  <a:pt x="260662" y="851979"/>
                  <a:pt x="274256" y="865573"/>
                  <a:pt x="274256" y="882343"/>
                </a:cubicBezTo>
                <a:cubicBezTo>
                  <a:pt x="274256" y="899112"/>
                  <a:pt x="260662" y="912706"/>
                  <a:pt x="243892" y="912706"/>
                </a:cubicBezTo>
                <a:cubicBezTo>
                  <a:pt x="227123" y="912706"/>
                  <a:pt x="213529" y="899112"/>
                  <a:pt x="213529" y="882343"/>
                </a:cubicBezTo>
                <a:cubicBezTo>
                  <a:pt x="213529" y="865573"/>
                  <a:pt x="227123" y="851979"/>
                  <a:pt x="243892" y="851979"/>
                </a:cubicBezTo>
                <a:close/>
                <a:moveTo>
                  <a:pt x="171339" y="851979"/>
                </a:moveTo>
                <a:cubicBezTo>
                  <a:pt x="188107" y="851979"/>
                  <a:pt x="201701" y="865573"/>
                  <a:pt x="201701" y="882343"/>
                </a:cubicBezTo>
                <a:cubicBezTo>
                  <a:pt x="201701" y="899112"/>
                  <a:pt x="188107" y="912706"/>
                  <a:pt x="171339" y="912706"/>
                </a:cubicBezTo>
                <a:cubicBezTo>
                  <a:pt x="154651" y="912706"/>
                  <a:pt x="141056" y="899112"/>
                  <a:pt x="141056" y="882343"/>
                </a:cubicBezTo>
                <a:cubicBezTo>
                  <a:pt x="141056" y="865573"/>
                  <a:pt x="154651" y="851979"/>
                  <a:pt x="171339" y="851979"/>
                </a:cubicBezTo>
                <a:close/>
                <a:moveTo>
                  <a:pt x="98877" y="851979"/>
                </a:moveTo>
                <a:cubicBezTo>
                  <a:pt x="115640" y="851979"/>
                  <a:pt x="129234" y="865573"/>
                  <a:pt x="129234" y="882343"/>
                </a:cubicBezTo>
                <a:cubicBezTo>
                  <a:pt x="129234" y="899112"/>
                  <a:pt x="115640" y="912706"/>
                  <a:pt x="98877" y="912706"/>
                </a:cubicBezTo>
                <a:cubicBezTo>
                  <a:pt x="82106" y="912706"/>
                  <a:pt x="68511" y="899112"/>
                  <a:pt x="68511" y="882343"/>
                </a:cubicBezTo>
                <a:cubicBezTo>
                  <a:pt x="68511" y="865573"/>
                  <a:pt x="82106" y="851979"/>
                  <a:pt x="98877" y="851979"/>
                </a:cubicBezTo>
                <a:close/>
                <a:moveTo>
                  <a:pt x="26322" y="851979"/>
                </a:moveTo>
                <a:cubicBezTo>
                  <a:pt x="43087" y="851979"/>
                  <a:pt x="56682" y="865573"/>
                  <a:pt x="56682" y="882343"/>
                </a:cubicBezTo>
                <a:cubicBezTo>
                  <a:pt x="56682" y="899112"/>
                  <a:pt x="43087" y="912706"/>
                  <a:pt x="26322" y="912706"/>
                </a:cubicBezTo>
                <a:cubicBezTo>
                  <a:pt x="17937" y="912706"/>
                  <a:pt x="10346" y="909308"/>
                  <a:pt x="4851" y="903813"/>
                </a:cubicBezTo>
                <a:lnTo>
                  <a:pt x="0" y="892101"/>
                </a:lnTo>
                <a:lnTo>
                  <a:pt x="0" y="872585"/>
                </a:lnTo>
                <a:lnTo>
                  <a:pt x="4851" y="860872"/>
                </a:lnTo>
                <a:cubicBezTo>
                  <a:pt x="10346" y="855378"/>
                  <a:pt x="17937" y="851979"/>
                  <a:pt x="26322" y="851979"/>
                </a:cubicBezTo>
                <a:close/>
                <a:moveTo>
                  <a:pt x="1622429" y="771528"/>
                </a:moveTo>
                <a:lnTo>
                  <a:pt x="1633158" y="773694"/>
                </a:lnTo>
                <a:lnTo>
                  <a:pt x="1618313" y="831424"/>
                </a:lnTo>
                <a:lnTo>
                  <a:pt x="1610610" y="829868"/>
                </a:lnTo>
                <a:cubicBezTo>
                  <a:pt x="1599712" y="825259"/>
                  <a:pt x="1592066" y="814469"/>
                  <a:pt x="1592066" y="801891"/>
                </a:cubicBezTo>
                <a:cubicBezTo>
                  <a:pt x="1592066" y="785122"/>
                  <a:pt x="1605659" y="771528"/>
                  <a:pt x="1622429" y="771528"/>
                </a:cubicBezTo>
                <a:close/>
                <a:moveTo>
                  <a:pt x="1549874" y="771528"/>
                </a:moveTo>
                <a:cubicBezTo>
                  <a:pt x="1566644" y="771528"/>
                  <a:pt x="1580238" y="785122"/>
                  <a:pt x="1580238" y="801891"/>
                </a:cubicBezTo>
                <a:cubicBezTo>
                  <a:pt x="1580238" y="818661"/>
                  <a:pt x="1566644" y="832255"/>
                  <a:pt x="1549874" y="832255"/>
                </a:cubicBezTo>
                <a:cubicBezTo>
                  <a:pt x="1533105" y="832255"/>
                  <a:pt x="1519511" y="818661"/>
                  <a:pt x="1519511" y="801891"/>
                </a:cubicBezTo>
                <a:cubicBezTo>
                  <a:pt x="1519511" y="785122"/>
                  <a:pt x="1533105" y="771528"/>
                  <a:pt x="1549874" y="771528"/>
                </a:cubicBezTo>
                <a:close/>
                <a:moveTo>
                  <a:pt x="1477320" y="771528"/>
                </a:moveTo>
                <a:cubicBezTo>
                  <a:pt x="1494089" y="771528"/>
                  <a:pt x="1507683" y="785122"/>
                  <a:pt x="1507683" y="801891"/>
                </a:cubicBezTo>
                <a:cubicBezTo>
                  <a:pt x="1507683" y="818661"/>
                  <a:pt x="1494089" y="832255"/>
                  <a:pt x="1477320" y="832255"/>
                </a:cubicBezTo>
                <a:cubicBezTo>
                  <a:pt x="1460550" y="832255"/>
                  <a:pt x="1446956" y="818661"/>
                  <a:pt x="1446956" y="801891"/>
                </a:cubicBezTo>
                <a:cubicBezTo>
                  <a:pt x="1446956" y="785122"/>
                  <a:pt x="1460550" y="771528"/>
                  <a:pt x="1477320" y="771528"/>
                </a:cubicBezTo>
                <a:close/>
                <a:moveTo>
                  <a:pt x="1404765" y="771528"/>
                </a:moveTo>
                <a:cubicBezTo>
                  <a:pt x="1421535" y="771528"/>
                  <a:pt x="1435129" y="785122"/>
                  <a:pt x="1435129" y="801891"/>
                </a:cubicBezTo>
                <a:cubicBezTo>
                  <a:pt x="1435129" y="818661"/>
                  <a:pt x="1421535" y="832255"/>
                  <a:pt x="1404765" y="832255"/>
                </a:cubicBezTo>
                <a:cubicBezTo>
                  <a:pt x="1387996" y="832255"/>
                  <a:pt x="1374402" y="818661"/>
                  <a:pt x="1374402" y="801891"/>
                </a:cubicBezTo>
                <a:cubicBezTo>
                  <a:pt x="1374402" y="785122"/>
                  <a:pt x="1387996" y="771528"/>
                  <a:pt x="1404765" y="771528"/>
                </a:cubicBezTo>
                <a:close/>
                <a:moveTo>
                  <a:pt x="1332211" y="771528"/>
                </a:moveTo>
                <a:cubicBezTo>
                  <a:pt x="1348980" y="771528"/>
                  <a:pt x="1362574" y="785122"/>
                  <a:pt x="1362574" y="801891"/>
                </a:cubicBezTo>
                <a:cubicBezTo>
                  <a:pt x="1362574" y="818661"/>
                  <a:pt x="1348980" y="832255"/>
                  <a:pt x="1332211" y="832255"/>
                </a:cubicBezTo>
                <a:cubicBezTo>
                  <a:pt x="1315441" y="832255"/>
                  <a:pt x="1301847" y="818661"/>
                  <a:pt x="1301847" y="801891"/>
                </a:cubicBezTo>
                <a:cubicBezTo>
                  <a:pt x="1301847" y="785122"/>
                  <a:pt x="1315441" y="771528"/>
                  <a:pt x="1332211" y="771528"/>
                </a:cubicBezTo>
                <a:close/>
                <a:moveTo>
                  <a:pt x="1259656" y="771528"/>
                </a:moveTo>
                <a:cubicBezTo>
                  <a:pt x="1276426" y="771528"/>
                  <a:pt x="1290020" y="785122"/>
                  <a:pt x="1290020" y="801891"/>
                </a:cubicBezTo>
                <a:cubicBezTo>
                  <a:pt x="1290020" y="818661"/>
                  <a:pt x="1276426" y="832255"/>
                  <a:pt x="1259656" y="832255"/>
                </a:cubicBezTo>
                <a:cubicBezTo>
                  <a:pt x="1242887" y="832255"/>
                  <a:pt x="1229293" y="818661"/>
                  <a:pt x="1229293" y="801891"/>
                </a:cubicBezTo>
                <a:cubicBezTo>
                  <a:pt x="1229293" y="785122"/>
                  <a:pt x="1242887" y="771528"/>
                  <a:pt x="1259656" y="771528"/>
                </a:cubicBezTo>
                <a:close/>
                <a:moveTo>
                  <a:pt x="1187102" y="771528"/>
                </a:moveTo>
                <a:cubicBezTo>
                  <a:pt x="1203871" y="771528"/>
                  <a:pt x="1217465" y="785122"/>
                  <a:pt x="1217465" y="801891"/>
                </a:cubicBezTo>
                <a:cubicBezTo>
                  <a:pt x="1217465" y="818661"/>
                  <a:pt x="1203871" y="832255"/>
                  <a:pt x="1187102" y="832255"/>
                </a:cubicBezTo>
                <a:cubicBezTo>
                  <a:pt x="1170332" y="832255"/>
                  <a:pt x="1156738" y="818661"/>
                  <a:pt x="1156738" y="801891"/>
                </a:cubicBezTo>
                <a:cubicBezTo>
                  <a:pt x="1156738" y="785122"/>
                  <a:pt x="1170332" y="771528"/>
                  <a:pt x="1187102" y="771528"/>
                </a:cubicBezTo>
                <a:close/>
                <a:moveTo>
                  <a:pt x="1114547" y="771528"/>
                </a:moveTo>
                <a:cubicBezTo>
                  <a:pt x="1131317" y="771528"/>
                  <a:pt x="1144911" y="785122"/>
                  <a:pt x="1144911" y="801891"/>
                </a:cubicBezTo>
                <a:cubicBezTo>
                  <a:pt x="1144911" y="818661"/>
                  <a:pt x="1131317" y="832255"/>
                  <a:pt x="1114547" y="832255"/>
                </a:cubicBezTo>
                <a:cubicBezTo>
                  <a:pt x="1097778" y="832255"/>
                  <a:pt x="1084184" y="818661"/>
                  <a:pt x="1084184" y="801891"/>
                </a:cubicBezTo>
                <a:cubicBezTo>
                  <a:pt x="1084184" y="785122"/>
                  <a:pt x="1097778" y="771528"/>
                  <a:pt x="1114547" y="771528"/>
                </a:cubicBezTo>
                <a:close/>
                <a:moveTo>
                  <a:pt x="1041993" y="771528"/>
                </a:moveTo>
                <a:cubicBezTo>
                  <a:pt x="1058762" y="771528"/>
                  <a:pt x="1072356" y="785122"/>
                  <a:pt x="1072356" y="801891"/>
                </a:cubicBezTo>
                <a:cubicBezTo>
                  <a:pt x="1072356" y="818661"/>
                  <a:pt x="1058762" y="832255"/>
                  <a:pt x="1041993" y="832255"/>
                </a:cubicBezTo>
                <a:cubicBezTo>
                  <a:pt x="1025223" y="832255"/>
                  <a:pt x="1011629" y="818661"/>
                  <a:pt x="1011629" y="801891"/>
                </a:cubicBezTo>
                <a:cubicBezTo>
                  <a:pt x="1011629" y="785122"/>
                  <a:pt x="1025223" y="771528"/>
                  <a:pt x="1041993" y="771528"/>
                </a:cubicBezTo>
                <a:close/>
                <a:moveTo>
                  <a:pt x="969438" y="771528"/>
                </a:moveTo>
                <a:cubicBezTo>
                  <a:pt x="986208" y="771528"/>
                  <a:pt x="999801" y="785122"/>
                  <a:pt x="999801" y="801891"/>
                </a:cubicBezTo>
                <a:cubicBezTo>
                  <a:pt x="999801" y="818661"/>
                  <a:pt x="986208" y="832255"/>
                  <a:pt x="969438" y="832255"/>
                </a:cubicBezTo>
                <a:cubicBezTo>
                  <a:pt x="952669" y="832255"/>
                  <a:pt x="939075" y="818661"/>
                  <a:pt x="939075" y="801891"/>
                </a:cubicBezTo>
                <a:cubicBezTo>
                  <a:pt x="939075" y="785122"/>
                  <a:pt x="952669" y="771528"/>
                  <a:pt x="969438" y="771528"/>
                </a:cubicBezTo>
                <a:close/>
                <a:moveTo>
                  <a:pt x="896883" y="771528"/>
                </a:moveTo>
                <a:cubicBezTo>
                  <a:pt x="913653" y="771528"/>
                  <a:pt x="927247" y="785122"/>
                  <a:pt x="927247" y="801891"/>
                </a:cubicBezTo>
                <a:cubicBezTo>
                  <a:pt x="927247" y="818661"/>
                  <a:pt x="913653" y="832255"/>
                  <a:pt x="896883" y="832255"/>
                </a:cubicBezTo>
                <a:cubicBezTo>
                  <a:pt x="880114" y="832255"/>
                  <a:pt x="866520" y="818661"/>
                  <a:pt x="866520" y="801891"/>
                </a:cubicBezTo>
                <a:cubicBezTo>
                  <a:pt x="866520" y="785122"/>
                  <a:pt x="880114" y="771528"/>
                  <a:pt x="896883" y="771528"/>
                </a:cubicBezTo>
                <a:close/>
                <a:moveTo>
                  <a:pt x="824329" y="771528"/>
                </a:moveTo>
                <a:cubicBezTo>
                  <a:pt x="841098" y="771528"/>
                  <a:pt x="854692" y="785122"/>
                  <a:pt x="854692" y="801891"/>
                </a:cubicBezTo>
                <a:cubicBezTo>
                  <a:pt x="854692" y="818661"/>
                  <a:pt x="841098" y="832255"/>
                  <a:pt x="824329" y="832255"/>
                </a:cubicBezTo>
                <a:cubicBezTo>
                  <a:pt x="807559" y="832255"/>
                  <a:pt x="793965" y="818661"/>
                  <a:pt x="793965" y="801891"/>
                </a:cubicBezTo>
                <a:cubicBezTo>
                  <a:pt x="793965" y="785122"/>
                  <a:pt x="807559" y="771528"/>
                  <a:pt x="824329" y="771528"/>
                </a:cubicBezTo>
                <a:close/>
                <a:moveTo>
                  <a:pt x="751774" y="771528"/>
                </a:moveTo>
                <a:cubicBezTo>
                  <a:pt x="768544" y="771528"/>
                  <a:pt x="782138" y="785122"/>
                  <a:pt x="782138" y="801891"/>
                </a:cubicBezTo>
                <a:cubicBezTo>
                  <a:pt x="782138" y="818661"/>
                  <a:pt x="768544" y="832255"/>
                  <a:pt x="751774" y="832255"/>
                </a:cubicBezTo>
                <a:cubicBezTo>
                  <a:pt x="735005" y="832255"/>
                  <a:pt x="721411" y="818661"/>
                  <a:pt x="721411" y="801891"/>
                </a:cubicBezTo>
                <a:cubicBezTo>
                  <a:pt x="721411" y="785122"/>
                  <a:pt x="735005" y="771528"/>
                  <a:pt x="751774" y="771528"/>
                </a:cubicBezTo>
                <a:close/>
                <a:moveTo>
                  <a:pt x="679220" y="771528"/>
                </a:moveTo>
                <a:cubicBezTo>
                  <a:pt x="695989" y="771528"/>
                  <a:pt x="709583" y="785122"/>
                  <a:pt x="709583" y="801891"/>
                </a:cubicBezTo>
                <a:cubicBezTo>
                  <a:pt x="709583" y="818661"/>
                  <a:pt x="695989" y="832255"/>
                  <a:pt x="679220" y="832255"/>
                </a:cubicBezTo>
                <a:cubicBezTo>
                  <a:pt x="662450" y="832255"/>
                  <a:pt x="648856" y="818661"/>
                  <a:pt x="648856" y="801891"/>
                </a:cubicBezTo>
                <a:cubicBezTo>
                  <a:pt x="648856" y="785122"/>
                  <a:pt x="662450" y="771528"/>
                  <a:pt x="679220" y="771528"/>
                </a:cubicBezTo>
                <a:close/>
                <a:moveTo>
                  <a:pt x="606665" y="771528"/>
                </a:moveTo>
                <a:cubicBezTo>
                  <a:pt x="623435" y="771528"/>
                  <a:pt x="637029" y="785122"/>
                  <a:pt x="637029" y="801891"/>
                </a:cubicBezTo>
                <a:cubicBezTo>
                  <a:pt x="637029" y="818661"/>
                  <a:pt x="623435" y="832255"/>
                  <a:pt x="606665" y="832255"/>
                </a:cubicBezTo>
                <a:cubicBezTo>
                  <a:pt x="589896" y="832255"/>
                  <a:pt x="576302" y="818661"/>
                  <a:pt x="576302" y="801891"/>
                </a:cubicBezTo>
                <a:cubicBezTo>
                  <a:pt x="576302" y="785122"/>
                  <a:pt x="589896" y="771528"/>
                  <a:pt x="606665" y="771528"/>
                </a:cubicBezTo>
                <a:close/>
                <a:moveTo>
                  <a:pt x="534111" y="771528"/>
                </a:moveTo>
                <a:cubicBezTo>
                  <a:pt x="550880" y="771528"/>
                  <a:pt x="564474" y="785122"/>
                  <a:pt x="564474" y="801891"/>
                </a:cubicBezTo>
                <a:cubicBezTo>
                  <a:pt x="564474" y="818661"/>
                  <a:pt x="550880" y="832255"/>
                  <a:pt x="534111" y="832255"/>
                </a:cubicBezTo>
                <a:cubicBezTo>
                  <a:pt x="517341" y="832255"/>
                  <a:pt x="503747" y="818661"/>
                  <a:pt x="503747" y="801891"/>
                </a:cubicBezTo>
                <a:cubicBezTo>
                  <a:pt x="503747" y="785122"/>
                  <a:pt x="517341" y="771528"/>
                  <a:pt x="534111" y="771528"/>
                </a:cubicBezTo>
                <a:close/>
                <a:moveTo>
                  <a:pt x="461556" y="771528"/>
                </a:moveTo>
                <a:cubicBezTo>
                  <a:pt x="478326" y="771528"/>
                  <a:pt x="491920" y="785122"/>
                  <a:pt x="491920" y="801891"/>
                </a:cubicBezTo>
                <a:cubicBezTo>
                  <a:pt x="491920" y="818661"/>
                  <a:pt x="478326" y="832255"/>
                  <a:pt x="461556" y="832255"/>
                </a:cubicBezTo>
                <a:cubicBezTo>
                  <a:pt x="444787" y="832255"/>
                  <a:pt x="431192" y="818661"/>
                  <a:pt x="431192" y="801891"/>
                </a:cubicBezTo>
                <a:cubicBezTo>
                  <a:pt x="431192" y="785122"/>
                  <a:pt x="444787" y="771528"/>
                  <a:pt x="461556" y="771528"/>
                </a:cubicBezTo>
                <a:close/>
                <a:moveTo>
                  <a:pt x="389002" y="771528"/>
                </a:moveTo>
                <a:cubicBezTo>
                  <a:pt x="405771" y="771528"/>
                  <a:pt x="419365" y="785122"/>
                  <a:pt x="419365" y="801891"/>
                </a:cubicBezTo>
                <a:cubicBezTo>
                  <a:pt x="419365" y="818661"/>
                  <a:pt x="405771" y="832255"/>
                  <a:pt x="389002" y="832255"/>
                </a:cubicBezTo>
                <a:cubicBezTo>
                  <a:pt x="372232" y="832255"/>
                  <a:pt x="358638" y="818661"/>
                  <a:pt x="358638" y="801891"/>
                </a:cubicBezTo>
                <a:cubicBezTo>
                  <a:pt x="358638" y="785122"/>
                  <a:pt x="372232" y="771528"/>
                  <a:pt x="389002" y="771528"/>
                </a:cubicBezTo>
                <a:close/>
                <a:moveTo>
                  <a:pt x="316447" y="771528"/>
                </a:moveTo>
                <a:cubicBezTo>
                  <a:pt x="333216" y="771528"/>
                  <a:pt x="346810" y="785122"/>
                  <a:pt x="346810" y="801891"/>
                </a:cubicBezTo>
                <a:cubicBezTo>
                  <a:pt x="346810" y="818661"/>
                  <a:pt x="333216" y="832255"/>
                  <a:pt x="316447" y="832255"/>
                </a:cubicBezTo>
                <a:cubicBezTo>
                  <a:pt x="299677" y="832255"/>
                  <a:pt x="286084" y="818661"/>
                  <a:pt x="286084" y="801891"/>
                </a:cubicBezTo>
                <a:cubicBezTo>
                  <a:pt x="286084" y="785122"/>
                  <a:pt x="299677" y="771528"/>
                  <a:pt x="316447" y="771528"/>
                </a:cubicBezTo>
                <a:close/>
                <a:moveTo>
                  <a:pt x="243892" y="771528"/>
                </a:moveTo>
                <a:cubicBezTo>
                  <a:pt x="260662" y="771528"/>
                  <a:pt x="274256" y="785122"/>
                  <a:pt x="274256" y="801891"/>
                </a:cubicBezTo>
                <a:cubicBezTo>
                  <a:pt x="274256" y="818661"/>
                  <a:pt x="260662" y="832255"/>
                  <a:pt x="243892" y="832255"/>
                </a:cubicBezTo>
                <a:cubicBezTo>
                  <a:pt x="227123" y="832255"/>
                  <a:pt x="213529" y="818661"/>
                  <a:pt x="213529" y="801891"/>
                </a:cubicBezTo>
                <a:cubicBezTo>
                  <a:pt x="213529" y="785122"/>
                  <a:pt x="227123" y="771528"/>
                  <a:pt x="243892" y="771528"/>
                </a:cubicBezTo>
                <a:close/>
                <a:moveTo>
                  <a:pt x="171339" y="771528"/>
                </a:moveTo>
                <a:cubicBezTo>
                  <a:pt x="188107" y="771528"/>
                  <a:pt x="201701" y="785122"/>
                  <a:pt x="201701" y="801891"/>
                </a:cubicBezTo>
                <a:cubicBezTo>
                  <a:pt x="201701" y="818661"/>
                  <a:pt x="188107" y="832255"/>
                  <a:pt x="171339" y="832255"/>
                </a:cubicBezTo>
                <a:cubicBezTo>
                  <a:pt x="154656" y="832255"/>
                  <a:pt x="141062" y="818661"/>
                  <a:pt x="141062" y="801891"/>
                </a:cubicBezTo>
                <a:cubicBezTo>
                  <a:pt x="141062" y="785122"/>
                  <a:pt x="154656" y="771528"/>
                  <a:pt x="171339" y="771528"/>
                </a:cubicBezTo>
                <a:close/>
                <a:moveTo>
                  <a:pt x="98884" y="771528"/>
                </a:moveTo>
                <a:cubicBezTo>
                  <a:pt x="115646" y="771528"/>
                  <a:pt x="129240" y="785122"/>
                  <a:pt x="129240" y="801891"/>
                </a:cubicBezTo>
                <a:cubicBezTo>
                  <a:pt x="129240" y="818661"/>
                  <a:pt x="115646" y="832255"/>
                  <a:pt x="98884" y="832255"/>
                </a:cubicBezTo>
                <a:cubicBezTo>
                  <a:pt x="82112" y="832255"/>
                  <a:pt x="68517" y="818661"/>
                  <a:pt x="68517" y="801891"/>
                </a:cubicBezTo>
                <a:cubicBezTo>
                  <a:pt x="68517" y="785122"/>
                  <a:pt x="82112" y="771528"/>
                  <a:pt x="98884" y="771528"/>
                </a:cubicBezTo>
                <a:close/>
                <a:moveTo>
                  <a:pt x="26329" y="771528"/>
                </a:moveTo>
                <a:cubicBezTo>
                  <a:pt x="43093" y="771528"/>
                  <a:pt x="56688" y="785122"/>
                  <a:pt x="56688" y="801891"/>
                </a:cubicBezTo>
                <a:cubicBezTo>
                  <a:pt x="56688" y="818661"/>
                  <a:pt x="43093" y="832255"/>
                  <a:pt x="26329" y="832255"/>
                </a:cubicBezTo>
                <a:cubicBezTo>
                  <a:pt x="17944" y="832255"/>
                  <a:pt x="10353" y="828857"/>
                  <a:pt x="4858" y="823362"/>
                </a:cubicBezTo>
                <a:lnTo>
                  <a:pt x="0" y="811633"/>
                </a:lnTo>
                <a:lnTo>
                  <a:pt x="0" y="792150"/>
                </a:lnTo>
                <a:lnTo>
                  <a:pt x="4858" y="780421"/>
                </a:lnTo>
                <a:cubicBezTo>
                  <a:pt x="10353" y="774927"/>
                  <a:pt x="17944" y="771528"/>
                  <a:pt x="26329" y="771528"/>
                </a:cubicBezTo>
                <a:close/>
                <a:moveTo>
                  <a:pt x="1622429" y="691076"/>
                </a:moveTo>
                <a:cubicBezTo>
                  <a:pt x="1630814" y="691076"/>
                  <a:pt x="1638404" y="694475"/>
                  <a:pt x="1643899" y="699969"/>
                </a:cubicBezTo>
                <a:lnTo>
                  <a:pt x="1647739" y="709237"/>
                </a:lnTo>
                <a:lnTo>
                  <a:pt x="1644828" y="728305"/>
                </a:lnTo>
                <a:lnTo>
                  <a:pt x="1640480" y="745215"/>
                </a:lnTo>
                <a:lnTo>
                  <a:pt x="1634248" y="749417"/>
                </a:lnTo>
                <a:cubicBezTo>
                  <a:pt x="1630615" y="750953"/>
                  <a:pt x="1626621" y="751803"/>
                  <a:pt x="1622429" y="751803"/>
                </a:cubicBezTo>
                <a:cubicBezTo>
                  <a:pt x="1605659" y="751803"/>
                  <a:pt x="1592066" y="738209"/>
                  <a:pt x="1592066" y="721440"/>
                </a:cubicBezTo>
                <a:cubicBezTo>
                  <a:pt x="1592066" y="704670"/>
                  <a:pt x="1605659" y="691076"/>
                  <a:pt x="1622429" y="691076"/>
                </a:cubicBezTo>
                <a:close/>
                <a:moveTo>
                  <a:pt x="1549874" y="691076"/>
                </a:moveTo>
                <a:cubicBezTo>
                  <a:pt x="1566644" y="691076"/>
                  <a:pt x="1580238" y="704670"/>
                  <a:pt x="1580238" y="721440"/>
                </a:cubicBezTo>
                <a:cubicBezTo>
                  <a:pt x="1580238" y="738209"/>
                  <a:pt x="1566644" y="751803"/>
                  <a:pt x="1549874" y="751803"/>
                </a:cubicBezTo>
                <a:cubicBezTo>
                  <a:pt x="1533105" y="751803"/>
                  <a:pt x="1519511" y="738209"/>
                  <a:pt x="1519511" y="721440"/>
                </a:cubicBezTo>
                <a:cubicBezTo>
                  <a:pt x="1519511" y="704670"/>
                  <a:pt x="1533105" y="691076"/>
                  <a:pt x="1549874" y="691076"/>
                </a:cubicBezTo>
                <a:close/>
                <a:moveTo>
                  <a:pt x="1477320" y="691076"/>
                </a:moveTo>
                <a:cubicBezTo>
                  <a:pt x="1494089" y="691076"/>
                  <a:pt x="1507683" y="704670"/>
                  <a:pt x="1507683" y="721440"/>
                </a:cubicBezTo>
                <a:cubicBezTo>
                  <a:pt x="1507683" y="738209"/>
                  <a:pt x="1494089" y="751803"/>
                  <a:pt x="1477320" y="751803"/>
                </a:cubicBezTo>
                <a:cubicBezTo>
                  <a:pt x="1460550" y="751803"/>
                  <a:pt x="1446956" y="738209"/>
                  <a:pt x="1446956" y="721440"/>
                </a:cubicBezTo>
                <a:cubicBezTo>
                  <a:pt x="1446956" y="704670"/>
                  <a:pt x="1460550" y="691076"/>
                  <a:pt x="1477320" y="691076"/>
                </a:cubicBezTo>
                <a:close/>
                <a:moveTo>
                  <a:pt x="1404765" y="691076"/>
                </a:moveTo>
                <a:cubicBezTo>
                  <a:pt x="1421535" y="691076"/>
                  <a:pt x="1435129" y="704670"/>
                  <a:pt x="1435129" y="721440"/>
                </a:cubicBezTo>
                <a:cubicBezTo>
                  <a:pt x="1435129" y="738209"/>
                  <a:pt x="1421535" y="751803"/>
                  <a:pt x="1404765" y="751803"/>
                </a:cubicBezTo>
                <a:cubicBezTo>
                  <a:pt x="1387996" y="751803"/>
                  <a:pt x="1374402" y="738209"/>
                  <a:pt x="1374402" y="721440"/>
                </a:cubicBezTo>
                <a:cubicBezTo>
                  <a:pt x="1374402" y="704670"/>
                  <a:pt x="1387996" y="691076"/>
                  <a:pt x="1404765" y="691076"/>
                </a:cubicBezTo>
                <a:close/>
                <a:moveTo>
                  <a:pt x="1332211" y="691076"/>
                </a:moveTo>
                <a:cubicBezTo>
                  <a:pt x="1348980" y="691076"/>
                  <a:pt x="1362574" y="704670"/>
                  <a:pt x="1362574" y="721440"/>
                </a:cubicBezTo>
                <a:cubicBezTo>
                  <a:pt x="1362574" y="738209"/>
                  <a:pt x="1348980" y="751803"/>
                  <a:pt x="1332211" y="751803"/>
                </a:cubicBezTo>
                <a:cubicBezTo>
                  <a:pt x="1315441" y="751803"/>
                  <a:pt x="1301847" y="738209"/>
                  <a:pt x="1301847" y="721440"/>
                </a:cubicBezTo>
                <a:cubicBezTo>
                  <a:pt x="1301847" y="704670"/>
                  <a:pt x="1315441" y="691076"/>
                  <a:pt x="1332211" y="691076"/>
                </a:cubicBezTo>
                <a:close/>
                <a:moveTo>
                  <a:pt x="1259656" y="691076"/>
                </a:moveTo>
                <a:cubicBezTo>
                  <a:pt x="1276426" y="691076"/>
                  <a:pt x="1290020" y="704670"/>
                  <a:pt x="1290020" y="721440"/>
                </a:cubicBezTo>
                <a:cubicBezTo>
                  <a:pt x="1290020" y="738209"/>
                  <a:pt x="1276426" y="751803"/>
                  <a:pt x="1259656" y="751803"/>
                </a:cubicBezTo>
                <a:cubicBezTo>
                  <a:pt x="1242887" y="751803"/>
                  <a:pt x="1229293" y="738209"/>
                  <a:pt x="1229293" y="721440"/>
                </a:cubicBezTo>
                <a:cubicBezTo>
                  <a:pt x="1229293" y="704670"/>
                  <a:pt x="1242887" y="691076"/>
                  <a:pt x="1259656" y="691076"/>
                </a:cubicBezTo>
                <a:close/>
                <a:moveTo>
                  <a:pt x="1187102" y="691076"/>
                </a:moveTo>
                <a:cubicBezTo>
                  <a:pt x="1203871" y="691076"/>
                  <a:pt x="1217465" y="704670"/>
                  <a:pt x="1217465" y="721440"/>
                </a:cubicBezTo>
                <a:cubicBezTo>
                  <a:pt x="1217465" y="738209"/>
                  <a:pt x="1203871" y="751803"/>
                  <a:pt x="1187102" y="751803"/>
                </a:cubicBezTo>
                <a:cubicBezTo>
                  <a:pt x="1170332" y="751803"/>
                  <a:pt x="1156738" y="738209"/>
                  <a:pt x="1156738" y="721440"/>
                </a:cubicBezTo>
                <a:cubicBezTo>
                  <a:pt x="1156738" y="704670"/>
                  <a:pt x="1170332" y="691076"/>
                  <a:pt x="1187102" y="691076"/>
                </a:cubicBezTo>
                <a:close/>
                <a:moveTo>
                  <a:pt x="1114547" y="691076"/>
                </a:moveTo>
                <a:cubicBezTo>
                  <a:pt x="1131317" y="691076"/>
                  <a:pt x="1144911" y="704670"/>
                  <a:pt x="1144911" y="721440"/>
                </a:cubicBezTo>
                <a:cubicBezTo>
                  <a:pt x="1144911" y="738209"/>
                  <a:pt x="1131317" y="751803"/>
                  <a:pt x="1114547" y="751803"/>
                </a:cubicBezTo>
                <a:cubicBezTo>
                  <a:pt x="1097778" y="751803"/>
                  <a:pt x="1084184" y="738209"/>
                  <a:pt x="1084184" y="721440"/>
                </a:cubicBezTo>
                <a:cubicBezTo>
                  <a:pt x="1084184" y="704670"/>
                  <a:pt x="1097778" y="691076"/>
                  <a:pt x="1114547" y="691076"/>
                </a:cubicBezTo>
                <a:close/>
                <a:moveTo>
                  <a:pt x="1041993" y="691076"/>
                </a:moveTo>
                <a:cubicBezTo>
                  <a:pt x="1058762" y="691076"/>
                  <a:pt x="1072356" y="704670"/>
                  <a:pt x="1072356" y="721440"/>
                </a:cubicBezTo>
                <a:cubicBezTo>
                  <a:pt x="1072356" y="738209"/>
                  <a:pt x="1058762" y="751803"/>
                  <a:pt x="1041993" y="751803"/>
                </a:cubicBezTo>
                <a:cubicBezTo>
                  <a:pt x="1025223" y="751803"/>
                  <a:pt x="1011629" y="738209"/>
                  <a:pt x="1011629" y="721440"/>
                </a:cubicBezTo>
                <a:cubicBezTo>
                  <a:pt x="1011629" y="704670"/>
                  <a:pt x="1025223" y="691076"/>
                  <a:pt x="1041993" y="691076"/>
                </a:cubicBezTo>
                <a:close/>
                <a:moveTo>
                  <a:pt x="969438" y="691076"/>
                </a:moveTo>
                <a:cubicBezTo>
                  <a:pt x="986208" y="691076"/>
                  <a:pt x="999801" y="704670"/>
                  <a:pt x="999801" y="721440"/>
                </a:cubicBezTo>
                <a:cubicBezTo>
                  <a:pt x="999801" y="738209"/>
                  <a:pt x="986208" y="751803"/>
                  <a:pt x="969438" y="751803"/>
                </a:cubicBezTo>
                <a:cubicBezTo>
                  <a:pt x="952669" y="751803"/>
                  <a:pt x="939075" y="738209"/>
                  <a:pt x="939075" y="721440"/>
                </a:cubicBezTo>
                <a:cubicBezTo>
                  <a:pt x="939075" y="704670"/>
                  <a:pt x="952669" y="691076"/>
                  <a:pt x="969438" y="691076"/>
                </a:cubicBezTo>
                <a:close/>
                <a:moveTo>
                  <a:pt x="896883" y="691076"/>
                </a:moveTo>
                <a:cubicBezTo>
                  <a:pt x="913653" y="691076"/>
                  <a:pt x="927247" y="704670"/>
                  <a:pt x="927247" y="721440"/>
                </a:cubicBezTo>
                <a:cubicBezTo>
                  <a:pt x="927247" y="738209"/>
                  <a:pt x="913653" y="751803"/>
                  <a:pt x="896883" y="751803"/>
                </a:cubicBezTo>
                <a:cubicBezTo>
                  <a:pt x="880114" y="751803"/>
                  <a:pt x="866520" y="738209"/>
                  <a:pt x="866520" y="721440"/>
                </a:cubicBezTo>
                <a:cubicBezTo>
                  <a:pt x="866520" y="704670"/>
                  <a:pt x="880114" y="691076"/>
                  <a:pt x="896883" y="691076"/>
                </a:cubicBezTo>
                <a:close/>
                <a:moveTo>
                  <a:pt x="824329" y="691076"/>
                </a:moveTo>
                <a:cubicBezTo>
                  <a:pt x="841098" y="691076"/>
                  <a:pt x="854692" y="704670"/>
                  <a:pt x="854692" y="721440"/>
                </a:cubicBezTo>
                <a:cubicBezTo>
                  <a:pt x="854692" y="738209"/>
                  <a:pt x="841098" y="751803"/>
                  <a:pt x="824329" y="751803"/>
                </a:cubicBezTo>
                <a:cubicBezTo>
                  <a:pt x="807559" y="751803"/>
                  <a:pt x="793965" y="738209"/>
                  <a:pt x="793965" y="721440"/>
                </a:cubicBezTo>
                <a:cubicBezTo>
                  <a:pt x="793965" y="704670"/>
                  <a:pt x="807559" y="691076"/>
                  <a:pt x="824329" y="691076"/>
                </a:cubicBezTo>
                <a:close/>
                <a:moveTo>
                  <a:pt x="751774" y="691076"/>
                </a:moveTo>
                <a:cubicBezTo>
                  <a:pt x="768544" y="691076"/>
                  <a:pt x="782138" y="704670"/>
                  <a:pt x="782138" y="721440"/>
                </a:cubicBezTo>
                <a:cubicBezTo>
                  <a:pt x="782138" y="738209"/>
                  <a:pt x="768544" y="751803"/>
                  <a:pt x="751774" y="751803"/>
                </a:cubicBezTo>
                <a:cubicBezTo>
                  <a:pt x="735005" y="751803"/>
                  <a:pt x="721411" y="738209"/>
                  <a:pt x="721411" y="721440"/>
                </a:cubicBezTo>
                <a:cubicBezTo>
                  <a:pt x="721411" y="704670"/>
                  <a:pt x="735005" y="691076"/>
                  <a:pt x="751774" y="691076"/>
                </a:cubicBezTo>
                <a:close/>
                <a:moveTo>
                  <a:pt x="679220" y="691076"/>
                </a:moveTo>
                <a:cubicBezTo>
                  <a:pt x="695989" y="691076"/>
                  <a:pt x="709583" y="704670"/>
                  <a:pt x="709583" y="721440"/>
                </a:cubicBezTo>
                <a:cubicBezTo>
                  <a:pt x="709583" y="738209"/>
                  <a:pt x="695989" y="751803"/>
                  <a:pt x="679220" y="751803"/>
                </a:cubicBezTo>
                <a:cubicBezTo>
                  <a:pt x="662450" y="751803"/>
                  <a:pt x="648856" y="738209"/>
                  <a:pt x="648856" y="721440"/>
                </a:cubicBezTo>
                <a:cubicBezTo>
                  <a:pt x="648856" y="704670"/>
                  <a:pt x="662450" y="691076"/>
                  <a:pt x="679220" y="691076"/>
                </a:cubicBezTo>
                <a:close/>
                <a:moveTo>
                  <a:pt x="606665" y="691076"/>
                </a:moveTo>
                <a:cubicBezTo>
                  <a:pt x="623435" y="691076"/>
                  <a:pt x="637029" y="704670"/>
                  <a:pt x="637029" y="721440"/>
                </a:cubicBezTo>
                <a:cubicBezTo>
                  <a:pt x="637029" y="738209"/>
                  <a:pt x="623435" y="751803"/>
                  <a:pt x="606665" y="751803"/>
                </a:cubicBezTo>
                <a:cubicBezTo>
                  <a:pt x="589896" y="751803"/>
                  <a:pt x="576302" y="738209"/>
                  <a:pt x="576302" y="721440"/>
                </a:cubicBezTo>
                <a:cubicBezTo>
                  <a:pt x="576302" y="704670"/>
                  <a:pt x="589896" y="691076"/>
                  <a:pt x="606665" y="691076"/>
                </a:cubicBezTo>
                <a:close/>
                <a:moveTo>
                  <a:pt x="534111" y="691076"/>
                </a:moveTo>
                <a:cubicBezTo>
                  <a:pt x="550880" y="691076"/>
                  <a:pt x="564474" y="704670"/>
                  <a:pt x="564474" y="721440"/>
                </a:cubicBezTo>
                <a:cubicBezTo>
                  <a:pt x="564474" y="738209"/>
                  <a:pt x="550880" y="751803"/>
                  <a:pt x="534111" y="751803"/>
                </a:cubicBezTo>
                <a:cubicBezTo>
                  <a:pt x="517341" y="751803"/>
                  <a:pt x="503747" y="738209"/>
                  <a:pt x="503747" y="721440"/>
                </a:cubicBezTo>
                <a:cubicBezTo>
                  <a:pt x="503747" y="704670"/>
                  <a:pt x="517341" y="691076"/>
                  <a:pt x="534111" y="691076"/>
                </a:cubicBezTo>
                <a:close/>
                <a:moveTo>
                  <a:pt x="461556" y="691076"/>
                </a:moveTo>
                <a:cubicBezTo>
                  <a:pt x="478326" y="691076"/>
                  <a:pt x="491920" y="704670"/>
                  <a:pt x="491920" y="721440"/>
                </a:cubicBezTo>
                <a:cubicBezTo>
                  <a:pt x="491920" y="738209"/>
                  <a:pt x="478326" y="751803"/>
                  <a:pt x="461556" y="751803"/>
                </a:cubicBezTo>
                <a:cubicBezTo>
                  <a:pt x="444787" y="751803"/>
                  <a:pt x="431192" y="738209"/>
                  <a:pt x="431192" y="721440"/>
                </a:cubicBezTo>
                <a:cubicBezTo>
                  <a:pt x="431192" y="704670"/>
                  <a:pt x="444787" y="691076"/>
                  <a:pt x="461556" y="691076"/>
                </a:cubicBezTo>
                <a:close/>
                <a:moveTo>
                  <a:pt x="389002" y="691076"/>
                </a:moveTo>
                <a:cubicBezTo>
                  <a:pt x="405771" y="691076"/>
                  <a:pt x="419365" y="704670"/>
                  <a:pt x="419365" y="721440"/>
                </a:cubicBezTo>
                <a:cubicBezTo>
                  <a:pt x="419365" y="738209"/>
                  <a:pt x="405771" y="751803"/>
                  <a:pt x="389002" y="751803"/>
                </a:cubicBezTo>
                <a:cubicBezTo>
                  <a:pt x="372232" y="751803"/>
                  <a:pt x="358638" y="738209"/>
                  <a:pt x="358638" y="721440"/>
                </a:cubicBezTo>
                <a:cubicBezTo>
                  <a:pt x="358638" y="704670"/>
                  <a:pt x="372232" y="691076"/>
                  <a:pt x="389002" y="691076"/>
                </a:cubicBezTo>
                <a:close/>
                <a:moveTo>
                  <a:pt x="316447" y="691076"/>
                </a:moveTo>
                <a:cubicBezTo>
                  <a:pt x="333216" y="691076"/>
                  <a:pt x="346810" y="704670"/>
                  <a:pt x="346810" y="721440"/>
                </a:cubicBezTo>
                <a:cubicBezTo>
                  <a:pt x="346810" y="738209"/>
                  <a:pt x="333216" y="751803"/>
                  <a:pt x="316447" y="751803"/>
                </a:cubicBezTo>
                <a:cubicBezTo>
                  <a:pt x="299677" y="751803"/>
                  <a:pt x="286084" y="738209"/>
                  <a:pt x="286084" y="721440"/>
                </a:cubicBezTo>
                <a:cubicBezTo>
                  <a:pt x="286084" y="704670"/>
                  <a:pt x="299677" y="691076"/>
                  <a:pt x="316447" y="691076"/>
                </a:cubicBezTo>
                <a:close/>
                <a:moveTo>
                  <a:pt x="243892" y="691076"/>
                </a:moveTo>
                <a:cubicBezTo>
                  <a:pt x="260662" y="691076"/>
                  <a:pt x="274256" y="704670"/>
                  <a:pt x="274256" y="721440"/>
                </a:cubicBezTo>
                <a:cubicBezTo>
                  <a:pt x="274256" y="738209"/>
                  <a:pt x="260662" y="751803"/>
                  <a:pt x="243892" y="751803"/>
                </a:cubicBezTo>
                <a:cubicBezTo>
                  <a:pt x="227123" y="751803"/>
                  <a:pt x="213529" y="738209"/>
                  <a:pt x="213529" y="721440"/>
                </a:cubicBezTo>
                <a:cubicBezTo>
                  <a:pt x="213529" y="704670"/>
                  <a:pt x="227123" y="691076"/>
                  <a:pt x="243892" y="691076"/>
                </a:cubicBezTo>
                <a:close/>
                <a:moveTo>
                  <a:pt x="171339" y="691076"/>
                </a:moveTo>
                <a:cubicBezTo>
                  <a:pt x="188107" y="691076"/>
                  <a:pt x="201701" y="704670"/>
                  <a:pt x="201701" y="721440"/>
                </a:cubicBezTo>
                <a:cubicBezTo>
                  <a:pt x="201701" y="738209"/>
                  <a:pt x="188107" y="751803"/>
                  <a:pt x="171339" y="751803"/>
                </a:cubicBezTo>
                <a:cubicBezTo>
                  <a:pt x="154662" y="751803"/>
                  <a:pt x="141067" y="738209"/>
                  <a:pt x="141067" y="721440"/>
                </a:cubicBezTo>
                <a:cubicBezTo>
                  <a:pt x="141067" y="704670"/>
                  <a:pt x="154662" y="691076"/>
                  <a:pt x="171339" y="691076"/>
                </a:cubicBezTo>
                <a:close/>
                <a:moveTo>
                  <a:pt x="98890" y="691076"/>
                </a:moveTo>
                <a:cubicBezTo>
                  <a:pt x="115653" y="691076"/>
                  <a:pt x="129246" y="704670"/>
                  <a:pt x="129246" y="721440"/>
                </a:cubicBezTo>
                <a:cubicBezTo>
                  <a:pt x="129246" y="738209"/>
                  <a:pt x="115653" y="751803"/>
                  <a:pt x="98890" y="751803"/>
                </a:cubicBezTo>
                <a:cubicBezTo>
                  <a:pt x="82117" y="751803"/>
                  <a:pt x="68523" y="738209"/>
                  <a:pt x="68523" y="721440"/>
                </a:cubicBezTo>
                <a:cubicBezTo>
                  <a:pt x="68523" y="704670"/>
                  <a:pt x="82117" y="691076"/>
                  <a:pt x="98890" y="691076"/>
                </a:cubicBezTo>
                <a:close/>
                <a:moveTo>
                  <a:pt x="26336" y="691076"/>
                </a:moveTo>
                <a:cubicBezTo>
                  <a:pt x="43099" y="691076"/>
                  <a:pt x="56694" y="704670"/>
                  <a:pt x="56694" y="721440"/>
                </a:cubicBezTo>
                <a:cubicBezTo>
                  <a:pt x="56694" y="738209"/>
                  <a:pt x="43099" y="751803"/>
                  <a:pt x="26336" y="751803"/>
                </a:cubicBezTo>
                <a:cubicBezTo>
                  <a:pt x="17950" y="751803"/>
                  <a:pt x="10359" y="748405"/>
                  <a:pt x="4864" y="742910"/>
                </a:cubicBezTo>
                <a:lnTo>
                  <a:pt x="0" y="731167"/>
                </a:lnTo>
                <a:lnTo>
                  <a:pt x="0" y="711713"/>
                </a:lnTo>
                <a:lnTo>
                  <a:pt x="4864" y="699969"/>
                </a:lnTo>
                <a:cubicBezTo>
                  <a:pt x="10359" y="694475"/>
                  <a:pt x="17950" y="691076"/>
                  <a:pt x="26336" y="691076"/>
                </a:cubicBezTo>
                <a:close/>
                <a:moveTo>
                  <a:pt x="1622429" y="610624"/>
                </a:moveTo>
                <a:cubicBezTo>
                  <a:pt x="1639199" y="610624"/>
                  <a:pt x="1652792" y="624218"/>
                  <a:pt x="1652792" y="640988"/>
                </a:cubicBezTo>
                <a:cubicBezTo>
                  <a:pt x="1652792" y="657757"/>
                  <a:pt x="1639199" y="671351"/>
                  <a:pt x="1622429" y="671351"/>
                </a:cubicBezTo>
                <a:cubicBezTo>
                  <a:pt x="1605659" y="671351"/>
                  <a:pt x="1592066" y="657757"/>
                  <a:pt x="1592066" y="640988"/>
                </a:cubicBezTo>
                <a:cubicBezTo>
                  <a:pt x="1592066" y="624218"/>
                  <a:pt x="1605659" y="610624"/>
                  <a:pt x="1622429" y="610624"/>
                </a:cubicBezTo>
                <a:close/>
                <a:moveTo>
                  <a:pt x="1549874" y="610624"/>
                </a:moveTo>
                <a:cubicBezTo>
                  <a:pt x="1566644" y="610624"/>
                  <a:pt x="1580238" y="624218"/>
                  <a:pt x="1580238" y="640988"/>
                </a:cubicBezTo>
                <a:cubicBezTo>
                  <a:pt x="1580238" y="657757"/>
                  <a:pt x="1566644" y="671351"/>
                  <a:pt x="1549874" y="671351"/>
                </a:cubicBezTo>
                <a:cubicBezTo>
                  <a:pt x="1533105" y="671351"/>
                  <a:pt x="1519511" y="657757"/>
                  <a:pt x="1519511" y="640988"/>
                </a:cubicBezTo>
                <a:cubicBezTo>
                  <a:pt x="1519511" y="624218"/>
                  <a:pt x="1533105" y="610624"/>
                  <a:pt x="1549874" y="610624"/>
                </a:cubicBezTo>
                <a:close/>
                <a:moveTo>
                  <a:pt x="1477320" y="610624"/>
                </a:moveTo>
                <a:cubicBezTo>
                  <a:pt x="1494089" y="610624"/>
                  <a:pt x="1507683" y="624218"/>
                  <a:pt x="1507683" y="640988"/>
                </a:cubicBezTo>
                <a:cubicBezTo>
                  <a:pt x="1507683" y="657757"/>
                  <a:pt x="1494089" y="671351"/>
                  <a:pt x="1477320" y="671351"/>
                </a:cubicBezTo>
                <a:cubicBezTo>
                  <a:pt x="1460550" y="671351"/>
                  <a:pt x="1446956" y="657757"/>
                  <a:pt x="1446956" y="640988"/>
                </a:cubicBezTo>
                <a:cubicBezTo>
                  <a:pt x="1446956" y="624218"/>
                  <a:pt x="1460550" y="610624"/>
                  <a:pt x="1477320" y="610624"/>
                </a:cubicBezTo>
                <a:close/>
                <a:moveTo>
                  <a:pt x="1404765" y="610624"/>
                </a:moveTo>
                <a:cubicBezTo>
                  <a:pt x="1421535" y="610624"/>
                  <a:pt x="1435129" y="624218"/>
                  <a:pt x="1435129" y="640988"/>
                </a:cubicBezTo>
                <a:cubicBezTo>
                  <a:pt x="1435129" y="657757"/>
                  <a:pt x="1421535" y="671351"/>
                  <a:pt x="1404765" y="671351"/>
                </a:cubicBezTo>
                <a:cubicBezTo>
                  <a:pt x="1387996" y="671351"/>
                  <a:pt x="1374402" y="657757"/>
                  <a:pt x="1374402" y="640988"/>
                </a:cubicBezTo>
                <a:cubicBezTo>
                  <a:pt x="1374402" y="624218"/>
                  <a:pt x="1387996" y="610624"/>
                  <a:pt x="1404765" y="610624"/>
                </a:cubicBezTo>
                <a:close/>
                <a:moveTo>
                  <a:pt x="1332211" y="610624"/>
                </a:moveTo>
                <a:cubicBezTo>
                  <a:pt x="1348980" y="610624"/>
                  <a:pt x="1362574" y="624218"/>
                  <a:pt x="1362574" y="640988"/>
                </a:cubicBezTo>
                <a:cubicBezTo>
                  <a:pt x="1362574" y="657757"/>
                  <a:pt x="1348980" y="671351"/>
                  <a:pt x="1332211" y="671351"/>
                </a:cubicBezTo>
                <a:cubicBezTo>
                  <a:pt x="1315441" y="671351"/>
                  <a:pt x="1301847" y="657757"/>
                  <a:pt x="1301847" y="640988"/>
                </a:cubicBezTo>
                <a:cubicBezTo>
                  <a:pt x="1301847" y="624218"/>
                  <a:pt x="1315441" y="610624"/>
                  <a:pt x="1332211" y="610624"/>
                </a:cubicBezTo>
                <a:close/>
                <a:moveTo>
                  <a:pt x="1259656" y="610624"/>
                </a:moveTo>
                <a:cubicBezTo>
                  <a:pt x="1276426" y="610624"/>
                  <a:pt x="1290020" y="624218"/>
                  <a:pt x="1290020" y="640988"/>
                </a:cubicBezTo>
                <a:cubicBezTo>
                  <a:pt x="1290020" y="657757"/>
                  <a:pt x="1276426" y="671351"/>
                  <a:pt x="1259656" y="671351"/>
                </a:cubicBezTo>
                <a:cubicBezTo>
                  <a:pt x="1242887" y="671351"/>
                  <a:pt x="1229293" y="657757"/>
                  <a:pt x="1229293" y="640988"/>
                </a:cubicBezTo>
                <a:cubicBezTo>
                  <a:pt x="1229293" y="624218"/>
                  <a:pt x="1242887" y="610624"/>
                  <a:pt x="1259656" y="610624"/>
                </a:cubicBezTo>
                <a:close/>
                <a:moveTo>
                  <a:pt x="1187102" y="610624"/>
                </a:moveTo>
                <a:cubicBezTo>
                  <a:pt x="1203871" y="610624"/>
                  <a:pt x="1217465" y="624218"/>
                  <a:pt x="1217465" y="640988"/>
                </a:cubicBezTo>
                <a:cubicBezTo>
                  <a:pt x="1217465" y="657757"/>
                  <a:pt x="1203871" y="671351"/>
                  <a:pt x="1187102" y="671351"/>
                </a:cubicBezTo>
                <a:cubicBezTo>
                  <a:pt x="1170332" y="671351"/>
                  <a:pt x="1156738" y="657757"/>
                  <a:pt x="1156738" y="640988"/>
                </a:cubicBezTo>
                <a:cubicBezTo>
                  <a:pt x="1156738" y="624218"/>
                  <a:pt x="1170332" y="610624"/>
                  <a:pt x="1187102" y="610624"/>
                </a:cubicBezTo>
                <a:close/>
                <a:moveTo>
                  <a:pt x="1114547" y="610624"/>
                </a:moveTo>
                <a:cubicBezTo>
                  <a:pt x="1131317" y="610624"/>
                  <a:pt x="1144911" y="624218"/>
                  <a:pt x="1144911" y="640988"/>
                </a:cubicBezTo>
                <a:cubicBezTo>
                  <a:pt x="1144911" y="657757"/>
                  <a:pt x="1131317" y="671351"/>
                  <a:pt x="1114547" y="671351"/>
                </a:cubicBezTo>
                <a:cubicBezTo>
                  <a:pt x="1097778" y="671351"/>
                  <a:pt x="1084184" y="657757"/>
                  <a:pt x="1084184" y="640988"/>
                </a:cubicBezTo>
                <a:cubicBezTo>
                  <a:pt x="1084184" y="624218"/>
                  <a:pt x="1097778" y="610624"/>
                  <a:pt x="1114547" y="610624"/>
                </a:cubicBezTo>
                <a:close/>
                <a:moveTo>
                  <a:pt x="1041993" y="610624"/>
                </a:moveTo>
                <a:cubicBezTo>
                  <a:pt x="1058762" y="610624"/>
                  <a:pt x="1072356" y="624218"/>
                  <a:pt x="1072356" y="640988"/>
                </a:cubicBezTo>
                <a:cubicBezTo>
                  <a:pt x="1072356" y="657757"/>
                  <a:pt x="1058762" y="671351"/>
                  <a:pt x="1041993" y="671351"/>
                </a:cubicBezTo>
                <a:cubicBezTo>
                  <a:pt x="1025223" y="671351"/>
                  <a:pt x="1011629" y="657757"/>
                  <a:pt x="1011629" y="640988"/>
                </a:cubicBezTo>
                <a:cubicBezTo>
                  <a:pt x="1011629" y="624218"/>
                  <a:pt x="1025223" y="610624"/>
                  <a:pt x="1041993" y="610624"/>
                </a:cubicBezTo>
                <a:close/>
                <a:moveTo>
                  <a:pt x="969438" y="610624"/>
                </a:moveTo>
                <a:cubicBezTo>
                  <a:pt x="986208" y="610624"/>
                  <a:pt x="999801" y="624218"/>
                  <a:pt x="999801" y="640988"/>
                </a:cubicBezTo>
                <a:cubicBezTo>
                  <a:pt x="999801" y="657757"/>
                  <a:pt x="986208" y="671351"/>
                  <a:pt x="969438" y="671351"/>
                </a:cubicBezTo>
                <a:cubicBezTo>
                  <a:pt x="952669" y="671351"/>
                  <a:pt x="939075" y="657757"/>
                  <a:pt x="939075" y="640988"/>
                </a:cubicBezTo>
                <a:cubicBezTo>
                  <a:pt x="939075" y="624218"/>
                  <a:pt x="952669" y="610624"/>
                  <a:pt x="969438" y="610624"/>
                </a:cubicBezTo>
                <a:close/>
                <a:moveTo>
                  <a:pt x="896883" y="610624"/>
                </a:moveTo>
                <a:cubicBezTo>
                  <a:pt x="913653" y="610624"/>
                  <a:pt x="927247" y="624218"/>
                  <a:pt x="927247" y="640988"/>
                </a:cubicBezTo>
                <a:cubicBezTo>
                  <a:pt x="927247" y="657757"/>
                  <a:pt x="913653" y="671351"/>
                  <a:pt x="896883" y="671351"/>
                </a:cubicBezTo>
                <a:cubicBezTo>
                  <a:pt x="880114" y="671351"/>
                  <a:pt x="866520" y="657757"/>
                  <a:pt x="866520" y="640988"/>
                </a:cubicBezTo>
                <a:cubicBezTo>
                  <a:pt x="866520" y="624218"/>
                  <a:pt x="880114" y="610624"/>
                  <a:pt x="896883" y="610624"/>
                </a:cubicBezTo>
                <a:close/>
                <a:moveTo>
                  <a:pt x="824329" y="610624"/>
                </a:moveTo>
                <a:cubicBezTo>
                  <a:pt x="841098" y="610624"/>
                  <a:pt x="854692" y="624218"/>
                  <a:pt x="854692" y="640988"/>
                </a:cubicBezTo>
                <a:cubicBezTo>
                  <a:pt x="854692" y="657757"/>
                  <a:pt x="841098" y="671351"/>
                  <a:pt x="824329" y="671351"/>
                </a:cubicBezTo>
                <a:cubicBezTo>
                  <a:pt x="807559" y="671351"/>
                  <a:pt x="793965" y="657757"/>
                  <a:pt x="793965" y="640988"/>
                </a:cubicBezTo>
                <a:cubicBezTo>
                  <a:pt x="793965" y="624218"/>
                  <a:pt x="807559" y="610624"/>
                  <a:pt x="824329" y="610624"/>
                </a:cubicBezTo>
                <a:close/>
                <a:moveTo>
                  <a:pt x="751774" y="610624"/>
                </a:moveTo>
                <a:cubicBezTo>
                  <a:pt x="768544" y="610624"/>
                  <a:pt x="782138" y="624218"/>
                  <a:pt x="782138" y="640988"/>
                </a:cubicBezTo>
                <a:cubicBezTo>
                  <a:pt x="782138" y="657757"/>
                  <a:pt x="768544" y="671351"/>
                  <a:pt x="751774" y="671351"/>
                </a:cubicBezTo>
                <a:cubicBezTo>
                  <a:pt x="735005" y="671351"/>
                  <a:pt x="721411" y="657757"/>
                  <a:pt x="721411" y="640988"/>
                </a:cubicBezTo>
                <a:cubicBezTo>
                  <a:pt x="721411" y="624218"/>
                  <a:pt x="735005" y="610624"/>
                  <a:pt x="751774" y="610624"/>
                </a:cubicBezTo>
                <a:close/>
                <a:moveTo>
                  <a:pt x="679220" y="610624"/>
                </a:moveTo>
                <a:cubicBezTo>
                  <a:pt x="695989" y="610624"/>
                  <a:pt x="709583" y="624218"/>
                  <a:pt x="709583" y="640988"/>
                </a:cubicBezTo>
                <a:cubicBezTo>
                  <a:pt x="709583" y="657757"/>
                  <a:pt x="695989" y="671351"/>
                  <a:pt x="679220" y="671351"/>
                </a:cubicBezTo>
                <a:cubicBezTo>
                  <a:pt x="662450" y="671351"/>
                  <a:pt x="648856" y="657757"/>
                  <a:pt x="648856" y="640988"/>
                </a:cubicBezTo>
                <a:cubicBezTo>
                  <a:pt x="648856" y="624218"/>
                  <a:pt x="662450" y="610624"/>
                  <a:pt x="679220" y="610624"/>
                </a:cubicBezTo>
                <a:close/>
                <a:moveTo>
                  <a:pt x="606665" y="610624"/>
                </a:moveTo>
                <a:cubicBezTo>
                  <a:pt x="623435" y="610624"/>
                  <a:pt x="637029" y="624218"/>
                  <a:pt x="637029" y="640988"/>
                </a:cubicBezTo>
                <a:cubicBezTo>
                  <a:pt x="637029" y="657757"/>
                  <a:pt x="623435" y="671351"/>
                  <a:pt x="606665" y="671351"/>
                </a:cubicBezTo>
                <a:cubicBezTo>
                  <a:pt x="589896" y="671351"/>
                  <a:pt x="576302" y="657757"/>
                  <a:pt x="576302" y="640988"/>
                </a:cubicBezTo>
                <a:cubicBezTo>
                  <a:pt x="576302" y="624218"/>
                  <a:pt x="589896" y="610624"/>
                  <a:pt x="606665" y="610624"/>
                </a:cubicBezTo>
                <a:close/>
                <a:moveTo>
                  <a:pt x="534111" y="610624"/>
                </a:moveTo>
                <a:cubicBezTo>
                  <a:pt x="550880" y="610624"/>
                  <a:pt x="564474" y="624218"/>
                  <a:pt x="564474" y="640988"/>
                </a:cubicBezTo>
                <a:cubicBezTo>
                  <a:pt x="564474" y="657757"/>
                  <a:pt x="550880" y="671351"/>
                  <a:pt x="534111" y="671351"/>
                </a:cubicBezTo>
                <a:cubicBezTo>
                  <a:pt x="517341" y="671351"/>
                  <a:pt x="503747" y="657757"/>
                  <a:pt x="503747" y="640988"/>
                </a:cubicBezTo>
                <a:cubicBezTo>
                  <a:pt x="503747" y="624218"/>
                  <a:pt x="517341" y="610624"/>
                  <a:pt x="534111" y="610624"/>
                </a:cubicBezTo>
                <a:close/>
                <a:moveTo>
                  <a:pt x="461556" y="610624"/>
                </a:moveTo>
                <a:cubicBezTo>
                  <a:pt x="478326" y="610624"/>
                  <a:pt x="491920" y="624218"/>
                  <a:pt x="491920" y="640988"/>
                </a:cubicBezTo>
                <a:cubicBezTo>
                  <a:pt x="491920" y="657757"/>
                  <a:pt x="478326" y="671351"/>
                  <a:pt x="461556" y="671351"/>
                </a:cubicBezTo>
                <a:cubicBezTo>
                  <a:pt x="444787" y="671351"/>
                  <a:pt x="431192" y="657757"/>
                  <a:pt x="431192" y="640988"/>
                </a:cubicBezTo>
                <a:cubicBezTo>
                  <a:pt x="431192" y="624218"/>
                  <a:pt x="444787" y="610624"/>
                  <a:pt x="461556" y="610624"/>
                </a:cubicBezTo>
                <a:close/>
                <a:moveTo>
                  <a:pt x="389002" y="610624"/>
                </a:moveTo>
                <a:cubicBezTo>
                  <a:pt x="405771" y="610624"/>
                  <a:pt x="419365" y="624218"/>
                  <a:pt x="419365" y="640988"/>
                </a:cubicBezTo>
                <a:cubicBezTo>
                  <a:pt x="419365" y="657757"/>
                  <a:pt x="405771" y="671351"/>
                  <a:pt x="389002" y="671351"/>
                </a:cubicBezTo>
                <a:cubicBezTo>
                  <a:pt x="372232" y="671351"/>
                  <a:pt x="358638" y="657757"/>
                  <a:pt x="358638" y="640988"/>
                </a:cubicBezTo>
                <a:cubicBezTo>
                  <a:pt x="358638" y="624218"/>
                  <a:pt x="372232" y="610624"/>
                  <a:pt x="389002" y="610624"/>
                </a:cubicBezTo>
                <a:close/>
                <a:moveTo>
                  <a:pt x="316447" y="610624"/>
                </a:moveTo>
                <a:cubicBezTo>
                  <a:pt x="333216" y="610624"/>
                  <a:pt x="346810" y="624218"/>
                  <a:pt x="346810" y="640988"/>
                </a:cubicBezTo>
                <a:cubicBezTo>
                  <a:pt x="346810" y="657757"/>
                  <a:pt x="333216" y="671351"/>
                  <a:pt x="316447" y="671351"/>
                </a:cubicBezTo>
                <a:cubicBezTo>
                  <a:pt x="299677" y="671351"/>
                  <a:pt x="286084" y="657757"/>
                  <a:pt x="286084" y="640988"/>
                </a:cubicBezTo>
                <a:cubicBezTo>
                  <a:pt x="286084" y="624218"/>
                  <a:pt x="299677" y="610624"/>
                  <a:pt x="316447" y="610624"/>
                </a:cubicBezTo>
                <a:close/>
                <a:moveTo>
                  <a:pt x="243892" y="610624"/>
                </a:moveTo>
                <a:cubicBezTo>
                  <a:pt x="260662" y="610624"/>
                  <a:pt x="274256" y="624218"/>
                  <a:pt x="274256" y="640988"/>
                </a:cubicBezTo>
                <a:cubicBezTo>
                  <a:pt x="274256" y="657757"/>
                  <a:pt x="260662" y="671351"/>
                  <a:pt x="243892" y="671351"/>
                </a:cubicBezTo>
                <a:cubicBezTo>
                  <a:pt x="227123" y="671351"/>
                  <a:pt x="213529" y="657757"/>
                  <a:pt x="213529" y="640988"/>
                </a:cubicBezTo>
                <a:cubicBezTo>
                  <a:pt x="213529" y="624218"/>
                  <a:pt x="227123" y="610624"/>
                  <a:pt x="243892" y="610624"/>
                </a:cubicBezTo>
                <a:close/>
                <a:moveTo>
                  <a:pt x="171339" y="610624"/>
                </a:moveTo>
                <a:cubicBezTo>
                  <a:pt x="188107" y="610624"/>
                  <a:pt x="201701" y="624218"/>
                  <a:pt x="201701" y="640988"/>
                </a:cubicBezTo>
                <a:cubicBezTo>
                  <a:pt x="201701" y="657757"/>
                  <a:pt x="188107" y="671351"/>
                  <a:pt x="171339" y="671351"/>
                </a:cubicBezTo>
                <a:cubicBezTo>
                  <a:pt x="154667" y="671351"/>
                  <a:pt x="141073" y="657757"/>
                  <a:pt x="141073" y="640988"/>
                </a:cubicBezTo>
                <a:cubicBezTo>
                  <a:pt x="141073" y="624218"/>
                  <a:pt x="154667" y="610624"/>
                  <a:pt x="171339" y="610624"/>
                </a:cubicBezTo>
                <a:close/>
                <a:moveTo>
                  <a:pt x="98897" y="610624"/>
                </a:moveTo>
                <a:cubicBezTo>
                  <a:pt x="115658" y="610624"/>
                  <a:pt x="129252" y="624218"/>
                  <a:pt x="129252" y="640988"/>
                </a:cubicBezTo>
                <a:cubicBezTo>
                  <a:pt x="129252" y="657757"/>
                  <a:pt x="115658" y="671351"/>
                  <a:pt x="98897" y="671351"/>
                </a:cubicBezTo>
                <a:cubicBezTo>
                  <a:pt x="82124" y="671351"/>
                  <a:pt x="68530" y="657757"/>
                  <a:pt x="68530" y="640988"/>
                </a:cubicBezTo>
                <a:cubicBezTo>
                  <a:pt x="68530" y="624218"/>
                  <a:pt x="82124" y="610624"/>
                  <a:pt x="98897" y="610624"/>
                </a:cubicBezTo>
                <a:close/>
                <a:moveTo>
                  <a:pt x="26342" y="610624"/>
                </a:moveTo>
                <a:cubicBezTo>
                  <a:pt x="43106" y="610624"/>
                  <a:pt x="56701" y="624218"/>
                  <a:pt x="56701" y="640988"/>
                </a:cubicBezTo>
                <a:cubicBezTo>
                  <a:pt x="56701" y="657757"/>
                  <a:pt x="43106" y="671351"/>
                  <a:pt x="26342" y="671351"/>
                </a:cubicBezTo>
                <a:cubicBezTo>
                  <a:pt x="17956" y="671351"/>
                  <a:pt x="10365" y="667953"/>
                  <a:pt x="4871" y="662458"/>
                </a:cubicBezTo>
                <a:lnTo>
                  <a:pt x="0" y="650698"/>
                </a:lnTo>
                <a:lnTo>
                  <a:pt x="0" y="631277"/>
                </a:lnTo>
                <a:lnTo>
                  <a:pt x="4871" y="619517"/>
                </a:lnTo>
                <a:cubicBezTo>
                  <a:pt x="10365" y="614023"/>
                  <a:pt x="17956" y="610624"/>
                  <a:pt x="26342" y="610624"/>
                </a:cubicBezTo>
                <a:close/>
                <a:moveTo>
                  <a:pt x="1669096" y="549730"/>
                </a:moveTo>
                <a:lnTo>
                  <a:pt x="1668124" y="568994"/>
                </a:lnTo>
                <a:lnTo>
                  <a:pt x="1664620" y="560536"/>
                </a:lnTo>
                <a:close/>
                <a:moveTo>
                  <a:pt x="1622429" y="530173"/>
                </a:moveTo>
                <a:cubicBezTo>
                  <a:pt x="1639199" y="530173"/>
                  <a:pt x="1652792" y="543767"/>
                  <a:pt x="1652792" y="560536"/>
                </a:cubicBezTo>
                <a:cubicBezTo>
                  <a:pt x="1652792" y="577306"/>
                  <a:pt x="1639199" y="590900"/>
                  <a:pt x="1622429" y="590900"/>
                </a:cubicBezTo>
                <a:cubicBezTo>
                  <a:pt x="1605659" y="590900"/>
                  <a:pt x="1592066" y="577306"/>
                  <a:pt x="1592066" y="560536"/>
                </a:cubicBezTo>
                <a:cubicBezTo>
                  <a:pt x="1592066" y="543767"/>
                  <a:pt x="1605659" y="530173"/>
                  <a:pt x="1622429" y="530173"/>
                </a:cubicBezTo>
                <a:close/>
                <a:moveTo>
                  <a:pt x="1549874" y="530173"/>
                </a:moveTo>
                <a:cubicBezTo>
                  <a:pt x="1566644" y="530173"/>
                  <a:pt x="1580238" y="543767"/>
                  <a:pt x="1580238" y="560536"/>
                </a:cubicBezTo>
                <a:cubicBezTo>
                  <a:pt x="1580238" y="577306"/>
                  <a:pt x="1566644" y="590900"/>
                  <a:pt x="1549874" y="590900"/>
                </a:cubicBezTo>
                <a:cubicBezTo>
                  <a:pt x="1533105" y="590900"/>
                  <a:pt x="1519511" y="577306"/>
                  <a:pt x="1519511" y="560536"/>
                </a:cubicBezTo>
                <a:cubicBezTo>
                  <a:pt x="1519511" y="543767"/>
                  <a:pt x="1533105" y="530173"/>
                  <a:pt x="1549874" y="530173"/>
                </a:cubicBezTo>
                <a:close/>
                <a:moveTo>
                  <a:pt x="1477320" y="530173"/>
                </a:moveTo>
                <a:cubicBezTo>
                  <a:pt x="1494089" y="530173"/>
                  <a:pt x="1507683" y="543767"/>
                  <a:pt x="1507683" y="560536"/>
                </a:cubicBezTo>
                <a:cubicBezTo>
                  <a:pt x="1507683" y="577306"/>
                  <a:pt x="1494089" y="590900"/>
                  <a:pt x="1477320" y="590900"/>
                </a:cubicBezTo>
                <a:cubicBezTo>
                  <a:pt x="1460550" y="590900"/>
                  <a:pt x="1446956" y="577306"/>
                  <a:pt x="1446956" y="560536"/>
                </a:cubicBezTo>
                <a:cubicBezTo>
                  <a:pt x="1446956" y="543767"/>
                  <a:pt x="1460550" y="530173"/>
                  <a:pt x="1477320" y="530173"/>
                </a:cubicBezTo>
                <a:close/>
                <a:moveTo>
                  <a:pt x="1404765" y="530173"/>
                </a:moveTo>
                <a:cubicBezTo>
                  <a:pt x="1421535" y="530173"/>
                  <a:pt x="1435129" y="543767"/>
                  <a:pt x="1435129" y="560536"/>
                </a:cubicBezTo>
                <a:cubicBezTo>
                  <a:pt x="1435129" y="577306"/>
                  <a:pt x="1421535" y="590900"/>
                  <a:pt x="1404765" y="590900"/>
                </a:cubicBezTo>
                <a:cubicBezTo>
                  <a:pt x="1387996" y="590900"/>
                  <a:pt x="1374402" y="577306"/>
                  <a:pt x="1374402" y="560536"/>
                </a:cubicBezTo>
                <a:cubicBezTo>
                  <a:pt x="1374402" y="543767"/>
                  <a:pt x="1387996" y="530173"/>
                  <a:pt x="1404765" y="530173"/>
                </a:cubicBezTo>
                <a:close/>
                <a:moveTo>
                  <a:pt x="1332211" y="530173"/>
                </a:moveTo>
                <a:cubicBezTo>
                  <a:pt x="1348980" y="530173"/>
                  <a:pt x="1362574" y="543767"/>
                  <a:pt x="1362574" y="560536"/>
                </a:cubicBezTo>
                <a:cubicBezTo>
                  <a:pt x="1362574" y="577306"/>
                  <a:pt x="1348980" y="590900"/>
                  <a:pt x="1332211" y="590900"/>
                </a:cubicBezTo>
                <a:cubicBezTo>
                  <a:pt x="1315441" y="590900"/>
                  <a:pt x="1301847" y="577306"/>
                  <a:pt x="1301847" y="560536"/>
                </a:cubicBezTo>
                <a:cubicBezTo>
                  <a:pt x="1301847" y="543767"/>
                  <a:pt x="1315441" y="530173"/>
                  <a:pt x="1332211" y="530173"/>
                </a:cubicBezTo>
                <a:close/>
                <a:moveTo>
                  <a:pt x="1259656" y="530173"/>
                </a:moveTo>
                <a:cubicBezTo>
                  <a:pt x="1276426" y="530173"/>
                  <a:pt x="1290020" y="543767"/>
                  <a:pt x="1290020" y="560536"/>
                </a:cubicBezTo>
                <a:cubicBezTo>
                  <a:pt x="1290020" y="577306"/>
                  <a:pt x="1276426" y="590900"/>
                  <a:pt x="1259656" y="590900"/>
                </a:cubicBezTo>
                <a:cubicBezTo>
                  <a:pt x="1242887" y="590900"/>
                  <a:pt x="1229293" y="577306"/>
                  <a:pt x="1229293" y="560536"/>
                </a:cubicBezTo>
                <a:cubicBezTo>
                  <a:pt x="1229293" y="543767"/>
                  <a:pt x="1242887" y="530173"/>
                  <a:pt x="1259656" y="530173"/>
                </a:cubicBezTo>
                <a:close/>
                <a:moveTo>
                  <a:pt x="1187102" y="530173"/>
                </a:moveTo>
                <a:cubicBezTo>
                  <a:pt x="1203871" y="530173"/>
                  <a:pt x="1217465" y="543767"/>
                  <a:pt x="1217465" y="560536"/>
                </a:cubicBezTo>
                <a:cubicBezTo>
                  <a:pt x="1217465" y="577306"/>
                  <a:pt x="1203871" y="590900"/>
                  <a:pt x="1187102" y="590900"/>
                </a:cubicBezTo>
                <a:cubicBezTo>
                  <a:pt x="1170332" y="590900"/>
                  <a:pt x="1156738" y="577306"/>
                  <a:pt x="1156738" y="560536"/>
                </a:cubicBezTo>
                <a:cubicBezTo>
                  <a:pt x="1156738" y="543767"/>
                  <a:pt x="1170332" y="530173"/>
                  <a:pt x="1187102" y="530173"/>
                </a:cubicBezTo>
                <a:close/>
                <a:moveTo>
                  <a:pt x="1114547" y="530173"/>
                </a:moveTo>
                <a:cubicBezTo>
                  <a:pt x="1131317" y="530173"/>
                  <a:pt x="1144911" y="543767"/>
                  <a:pt x="1144911" y="560536"/>
                </a:cubicBezTo>
                <a:cubicBezTo>
                  <a:pt x="1144911" y="577306"/>
                  <a:pt x="1131317" y="590900"/>
                  <a:pt x="1114547" y="590900"/>
                </a:cubicBezTo>
                <a:cubicBezTo>
                  <a:pt x="1097778" y="590900"/>
                  <a:pt x="1084184" y="577306"/>
                  <a:pt x="1084184" y="560536"/>
                </a:cubicBezTo>
                <a:cubicBezTo>
                  <a:pt x="1084184" y="543767"/>
                  <a:pt x="1097778" y="530173"/>
                  <a:pt x="1114547" y="530173"/>
                </a:cubicBezTo>
                <a:close/>
                <a:moveTo>
                  <a:pt x="1041993" y="530173"/>
                </a:moveTo>
                <a:cubicBezTo>
                  <a:pt x="1058762" y="530173"/>
                  <a:pt x="1072356" y="543767"/>
                  <a:pt x="1072356" y="560536"/>
                </a:cubicBezTo>
                <a:cubicBezTo>
                  <a:pt x="1072356" y="577306"/>
                  <a:pt x="1058762" y="590900"/>
                  <a:pt x="1041993" y="590900"/>
                </a:cubicBezTo>
                <a:cubicBezTo>
                  <a:pt x="1025223" y="590900"/>
                  <a:pt x="1011629" y="577306"/>
                  <a:pt x="1011629" y="560536"/>
                </a:cubicBezTo>
                <a:cubicBezTo>
                  <a:pt x="1011629" y="543767"/>
                  <a:pt x="1025223" y="530173"/>
                  <a:pt x="1041993" y="530173"/>
                </a:cubicBezTo>
                <a:close/>
                <a:moveTo>
                  <a:pt x="969438" y="530173"/>
                </a:moveTo>
                <a:cubicBezTo>
                  <a:pt x="986208" y="530173"/>
                  <a:pt x="999801" y="543767"/>
                  <a:pt x="999801" y="560536"/>
                </a:cubicBezTo>
                <a:cubicBezTo>
                  <a:pt x="999801" y="577306"/>
                  <a:pt x="986208" y="590900"/>
                  <a:pt x="969438" y="590900"/>
                </a:cubicBezTo>
                <a:cubicBezTo>
                  <a:pt x="952669" y="590900"/>
                  <a:pt x="939075" y="577306"/>
                  <a:pt x="939075" y="560536"/>
                </a:cubicBezTo>
                <a:cubicBezTo>
                  <a:pt x="939075" y="543767"/>
                  <a:pt x="952669" y="530173"/>
                  <a:pt x="969438" y="530173"/>
                </a:cubicBezTo>
                <a:close/>
                <a:moveTo>
                  <a:pt x="896883" y="530173"/>
                </a:moveTo>
                <a:cubicBezTo>
                  <a:pt x="913653" y="530173"/>
                  <a:pt x="927247" y="543767"/>
                  <a:pt x="927247" y="560536"/>
                </a:cubicBezTo>
                <a:cubicBezTo>
                  <a:pt x="927247" y="577306"/>
                  <a:pt x="913653" y="590900"/>
                  <a:pt x="896883" y="590900"/>
                </a:cubicBezTo>
                <a:cubicBezTo>
                  <a:pt x="880114" y="590900"/>
                  <a:pt x="866520" y="577306"/>
                  <a:pt x="866520" y="560536"/>
                </a:cubicBezTo>
                <a:cubicBezTo>
                  <a:pt x="866520" y="543767"/>
                  <a:pt x="880114" y="530173"/>
                  <a:pt x="896883" y="530173"/>
                </a:cubicBezTo>
                <a:close/>
                <a:moveTo>
                  <a:pt x="824329" y="530173"/>
                </a:moveTo>
                <a:cubicBezTo>
                  <a:pt x="841098" y="530173"/>
                  <a:pt x="854692" y="543767"/>
                  <a:pt x="854692" y="560536"/>
                </a:cubicBezTo>
                <a:cubicBezTo>
                  <a:pt x="854692" y="577306"/>
                  <a:pt x="841098" y="590900"/>
                  <a:pt x="824329" y="590900"/>
                </a:cubicBezTo>
                <a:cubicBezTo>
                  <a:pt x="807559" y="590900"/>
                  <a:pt x="793965" y="577306"/>
                  <a:pt x="793965" y="560536"/>
                </a:cubicBezTo>
                <a:cubicBezTo>
                  <a:pt x="793965" y="543767"/>
                  <a:pt x="807559" y="530173"/>
                  <a:pt x="824329" y="530173"/>
                </a:cubicBezTo>
                <a:close/>
                <a:moveTo>
                  <a:pt x="751774" y="530173"/>
                </a:moveTo>
                <a:cubicBezTo>
                  <a:pt x="768544" y="530173"/>
                  <a:pt x="782138" y="543767"/>
                  <a:pt x="782138" y="560536"/>
                </a:cubicBezTo>
                <a:cubicBezTo>
                  <a:pt x="782138" y="577306"/>
                  <a:pt x="768544" y="590900"/>
                  <a:pt x="751774" y="590900"/>
                </a:cubicBezTo>
                <a:cubicBezTo>
                  <a:pt x="735005" y="590900"/>
                  <a:pt x="721411" y="577306"/>
                  <a:pt x="721411" y="560536"/>
                </a:cubicBezTo>
                <a:cubicBezTo>
                  <a:pt x="721411" y="543767"/>
                  <a:pt x="735005" y="530173"/>
                  <a:pt x="751774" y="530173"/>
                </a:cubicBezTo>
                <a:close/>
                <a:moveTo>
                  <a:pt x="679220" y="530173"/>
                </a:moveTo>
                <a:cubicBezTo>
                  <a:pt x="695989" y="530173"/>
                  <a:pt x="709583" y="543767"/>
                  <a:pt x="709583" y="560536"/>
                </a:cubicBezTo>
                <a:cubicBezTo>
                  <a:pt x="709583" y="577306"/>
                  <a:pt x="695989" y="590900"/>
                  <a:pt x="679220" y="590900"/>
                </a:cubicBezTo>
                <a:cubicBezTo>
                  <a:pt x="662450" y="590900"/>
                  <a:pt x="648856" y="577306"/>
                  <a:pt x="648856" y="560536"/>
                </a:cubicBezTo>
                <a:cubicBezTo>
                  <a:pt x="648856" y="543767"/>
                  <a:pt x="662450" y="530173"/>
                  <a:pt x="679220" y="530173"/>
                </a:cubicBezTo>
                <a:close/>
                <a:moveTo>
                  <a:pt x="606665" y="530173"/>
                </a:moveTo>
                <a:cubicBezTo>
                  <a:pt x="623435" y="530173"/>
                  <a:pt x="637029" y="543767"/>
                  <a:pt x="637029" y="560536"/>
                </a:cubicBezTo>
                <a:cubicBezTo>
                  <a:pt x="637029" y="577306"/>
                  <a:pt x="623435" y="590900"/>
                  <a:pt x="606665" y="590900"/>
                </a:cubicBezTo>
                <a:cubicBezTo>
                  <a:pt x="589896" y="590900"/>
                  <a:pt x="576302" y="577306"/>
                  <a:pt x="576302" y="560536"/>
                </a:cubicBezTo>
                <a:cubicBezTo>
                  <a:pt x="576302" y="543767"/>
                  <a:pt x="589896" y="530173"/>
                  <a:pt x="606665" y="530173"/>
                </a:cubicBezTo>
                <a:close/>
                <a:moveTo>
                  <a:pt x="534111" y="530173"/>
                </a:moveTo>
                <a:cubicBezTo>
                  <a:pt x="550880" y="530173"/>
                  <a:pt x="564474" y="543767"/>
                  <a:pt x="564474" y="560536"/>
                </a:cubicBezTo>
                <a:cubicBezTo>
                  <a:pt x="564474" y="577306"/>
                  <a:pt x="550880" y="590900"/>
                  <a:pt x="534111" y="590900"/>
                </a:cubicBezTo>
                <a:cubicBezTo>
                  <a:pt x="517341" y="590900"/>
                  <a:pt x="503747" y="577306"/>
                  <a:pt x="503747" y="560536"/>
                </a:cubicBezTo>
                <a:cubicBezTo>
                  <a:pt x="503747" y="543767"/>
                  <a:pt x="517341" y="530173"/>
                  <a:pt x="534111" y="530173"/>
                </a:cubicBezTo>
                <a:close/>
                <a:moveTo>
                  <a:pt x="461556" y="530173"/>
                </a:moveTo>
                <a:cubicBezTo>
                  <a:pt x="478326" y="530173"/>
                  <a:pt x="491920" y="543767"/>
                  <a:pt x="491920" y="560536"/>
                </a:cubicBezTo>
                <a:cubicBezTo>
                  <a:pt x="491920" y="577306"/>
                  <a:pt x="478326" y="590900"/>
                  <a:pt x="461556" y="590900"/>
                </a:cubicBezTo>
                <a:cubicBezTo>
                  <a:pt x="444787" y="590900"/>
                  <a:pt x="431192" y="577306"/>
                  <a:pt x="431192" y="560536"/>
                </a:cubicBezTo>
                <a:cubicBezTo>
                  <a:pt x="431192" y="543767"/>
                  <a:pt x="444787" y="530173"/>
                  <a:pt x="461556" y="530173"/>
                </a:cubicBezTo>
                <a:close/>
                <a:moveTo>
                  <a:pt x="389002" y="530173"/>
                </a:moveTo>
                <a:cubicBezTo>
                  <a:pt x="405771" y="530173"/>
                  <a:pt x="419365" y="543767"/>
                  <a:pt x="419365" y="560536"/>
                </a:cubicBezTo>
                <a:cubicBezTo>
                  <a:pt x="419365" y="577306"/>
                  <a:pt x="405771" y="590900"/>
                  <a:pt x="389002" y="590900"/>
                </a:cubicBezTo>
                <a:cubicBezTo>
                  <a:pt x="372232" y="590900"/>
                  <a:pt x="358638" y="577306"/>
                  <a:pt x="358638" y="560536"/>
                </a:cubicBezTo>
                <a:cubicBezTo>
                  <a:pt x="358638" y="543767"/>
                  <a:pt x="372232" y="530173"/>
                  <a:pt x="389002" y="530173"/>
                </a:cubicBezTo>
                <a:close/>
                <a:moveTo>
                  <a:pt x="316447" y="530173"/>
                </a:moveTo>
                <a:cubicBezTo>
                  <a:pt x="333216" y="530173"/>
                  <a:pt x="346810" y="543767"/>
                  <a:pt x="346810" y="560536"/>
                </a:cubicBezTo>
                <a:cubicBezTo>
                  <a:pt x="346810" y="577306"/>
                  <a:pt x="333216" y="590900"/>
                  <a:pt x="316447" y="590900"/>
                </a:cubicBezTo>
                <a:cubicBezTo>
                  <a:pt x="299677" y="590900"/>
                  <a:pt x="286084" y="577306"/>
                  <a:pt x="286084" y="560536"/>
                </a:cubicBezTo>
                <a:cubicBezTo>
                  <a:pt x="286084" y="543767"/>
                  <a:pt x="299677" y="530173"/>
                  <a:pt x="316447" y="530173"/>
                </a:cubicBezTo>
                <a:close/>
                <a:moveTo>
                  <a:pt x="243892" y="530173"/>
                </a:moveTo>
                <a:cubicBezTo>
                  <a:pt x="260662" y="530173"/>
                  <a:pt x="274256" y="543767"/>
                  <a:pt x="274256" y="560536"/>
                </a:cubicBezTo>
                <a:cubicBezTo>
                  <a:pt x="274256" y="577306"/>
                  <a:pt x="260662" y="590900"/>
                  <a:pt x="243892" y="590900"/>
                </a:cubicBezTo>
                <a:cubicBezTo>
                  <a:pt x="227123" y="590900"/>
                  <a:pt x="213529" y="577306"/>
                  <a:pt x="213529" y="560536"/>
                </a:cubicBezTo>
                <a:cubicBezTo>
                  <a:pt x="213529" y="543767"/>
                  <a:pt x="227123" y="530173"/>
                  <a:pt x="243892" y="530173"/>
                </a:cubicBezTo>
                <a:close/>
                <a:moveTo>
                  <a:pt x="171339" y="530173"/>
                </a:moveTo>
                <a:cubicBezTo>
                  <a:pt x="188107" y="530173"/>
                  <a:pt x="201701" y="543767"/>
                  <a:pt x="201701" y="560536"/>
                </a:cubicBezTo>
                <a:cubicBezTo>
                  <a:pt x="201701" y="577306"/>
                  <a:pt x="188107" y="590900"/>
                  <a:pt x="171339" y="590900"/>
                </a:cubicBezTo>
                <a:cubicBezTo>
                  <a:pt x="154673" y="590900"/>
                  <a:pt x="141079" y="577306"/>
                  <a:pt x="141079" y="560536"/>
                </a:cubicBezTo>
                <a:cubicBezTo>
                  <a:pt x="141079" y="543767"/>
                  <a:pt x="154673" y="530173"/>
                  <a:pt x="171339" y="530173"/>
                </a:cubicBezTo>
                <a:close/>
                <a:moveTo>
                  <a:pt x="98904" y="530173"/>
                </a:moveTo>
                <a:cubicBezTo>
                  <a:pt x="115664" y="530173"/>
                  <a:pt x="129258" y="543767"/>
                  <a:pt x="129258" y="560536"/>
                </a:cubicBezTo>
                <a:cubicBezTo>
                  <a:pt x="129258" y="577306"/>
                  <a:pt x="115664" y="590900"/>
                  <a:pt x="98904" y="590900"/>
                </a:cubicBezTo>
                <a:cubicBezTo>
                  <a:pt x="82130" y="590900"/>
                  <a:pt x="68536" y="577306"/>
                  <a:pt x="68536" y="560536"/>
                </a:cubicBezTo>
                <a:cubicBezTo>
                  <a:pt x="68536" y="543767"/>
                  <a:pt x="82130" y="530173"/>
                  <a:pt x="98904" y="530173"/>
                </a:cubicBezTo>
                <a:close/>
                <a:moveTo>
                  <a:pt x="26349" y="530173"/>
                </a:moveTo>
                <a:cubicBezTo>
                  <a:pt x="43112" y="530173"/>
                  <a:pt x="56707" y="543767"/>
                  <a:pt x="56707" y="560536"/>
                </a:cubicBezTo>
                <a:cubicBezTo>
                  <a:pt x="56707" y="577306"/>
                  <a:pt x="43112" y="590900"/>
                  <a:pt x="26349" y="590900"/>
                </a:cubicBezTo>
                <a:cubicBezTo>
                  <a:pt x="17963" y="590900"/>
                  <a:pt x="10372" y="587502"/>
                  <a:pt x="4877" y="582007"/>
                </a:cubicBezTo>
                <a:lnTo>
                  <a:pt x="0" y="570232"/>
                </a:lnTo>
                <a:lnTo>
                  <a:pt x="0" y="550840"/>
                </a:lnTo>
                <a:lnTo>
                  <a:pt x="4877" y="539066"/>
                </a:lnTo>
                <a:cubicBezTo>
                  <a:pt x="10372" y="533572"/>
                  <a:pt x="17963" y="530173"/>
                  <a:pt x="26349" y="530173"/>
                </a:cubicBezTo>
                <a:close/>
                <a:moveTo>
                  <a:pt x="1673704" y="458486"/>
                </a:moveTo>
                <a:lnTo>
                  <a:pt x="1671744" y="497284"/>
                </a:lnTo>
                <a:lnTo>
                  <a:pt x="1664620" y="480084"/>
                </a:lnTo>
                <a:cubicBezTo>
                  <a:pt x="1664620" y="471700"/>
                  <a:pt x="1668019" y="464109"/>
                  <a:pt x="1673514" y="458614"/>
                </a:cubicBezTo>
                <a:close/>
                <a:moveTo>
                  <a:pt x="1622429" y="449721"/>
                </a:moveTo>
                <a:cubicBezTo>
                  <a:pt x="1639199" y="449721"/>
                  <a:pt x="1652792" y="463315"/>
                  <a:pt x="1652792" y="480084"/>
                </a:cubicBezTo>
                <a:cubicBezTo>
                  <a:pt x="1652792" y="496854"/>
                  <a:pt x="1639199" y="510448"/>
                  <a:pt x="1622429" y="510448"/>
                </a:cubicBezTo>
                <a:cubicBezTo>
                  <a:pt x="1605659" y="510448"/>
                  <a:pt x="1592066" y="496854"/>
                  <a:pt x="1592066" y="480084"/>
                </a:cubicBezTo>
                <a:cubicBezTo>
                  <a:pt x="1592066" y="463315"/>
                  <a:pt x="1605659" y="449721"/>
                  <a:pt x="1622429" y="449721"/>
                </a:cubicBezTo>
                <a:close/>
                <a:moveTo>
                  <a:pt x="1549874" y="449721"/>
                </a:moveTo>
                <a:cubicBezTo>
                  <a:pt x="1566644" y="449721"/>
                  <a:pt x="1580238" y="463315"/>
                  <a:pt x="1580238" y="480084"/>
                </a:cubicBezTo>
                <a:cubicBezTo>
                  <a:pt x="1580238" y="496854"/>
                  <a:pt x="1566644" y="510448"/>
                  <a:pt x="1549874" y="510448"/>
                </a:cubicBezTo>
                <a:cubicBezTo>
                  <a:pt x="1533105" y="510448"/>
                  <a:pt x="1519511" y="496854"/>
                  <a:pt x="1519511" y="480084"/>
                </a:cubicBezTo>
                <a:cubicBezTo>
                  <a:pt x="1519511" y="463315"/>
                  <a:pt x="1533105" y="449721"/>
                  <a:pt x="1549874" y="449721"/>
                </a:cubicBezTo>
                <a:close/>
                <a:moveTo>
                  <a:pt x="1477320" y="449721"/>
                </a:moveTo>
                <a:cubicBezTo>
                  <a:pt x="1494089" y="449721"/>
                  <a:pt x="1507683" y="463315"/>
                  <a:pt x="1507683" y="480084"/>
                </a:cubicBezTo>
                <a:cubicBezTo>
                  <a:pt x="1507683" y="496854"/>
                  <a:pt x="1494089" y="510448"/>
                  <a:pt x="1477320" y="510448"/>
                </a:cubicBezTo>
                <a:cubicBezTo>
                  <a:pt x="1460550" y="510448"/>
                  <a:pt x="1446956" y="496854"/>
                  <a:pt x="1446956" y="480084"/>
                </a:cubicBezTo>
                <a:cubicBezTo>
                  <a:pt x="1446956" y="463315"/>
                  <a:pt x="1460550" y="449721"/>
                  <a:pt x="1477320" y="449721"/>
                </a:cubicBezTo>
                <a:close/>
                <a:moveTo>
                  <a:pt x="1404765" y="449721"/>
                </a:moveTo>
                <a:cubicBezTo>
                  <a:pt x="1421535" y="449721"/>
                  <a:pt x="1435129" y="463315"/>
                  <a:pt x="1435129" y="480084"/>
                </a:cubicBezTo>
                <a:cubicBezTo>
                  <a:pt x="1435129" y="496854"/>
                  <a:pt x="1421535" y="510448"/>
                  <a:pt x="1404765" y="510448"/>
                </a:cubicBezTo>
                <a:cubicBezTo>
                  <a:pt x="1387996" y="510448"/>
                  <a:pt x="1374402" y="496854"/>
                  <a:pt x="1374402" y="480084"/>
                </a:cubicBezTo>
                <a:cubicBezTo>
                  <a:pt x="1374402" y="463315"/>
                  <a:pt x="1387996" y="449721"/>
                  <a:pt x="1404765" y="449721"/>
                </a:cubicBezTo>
                <a:close/>
                <a:moveTo>
                  <a:pt x="1332211" y="449721"/>
                </a:moveTo>
                <a:cubicBezTo>
                  <a:pt x="1348980" y="449721"/>
                  <a:pt x="1362574" y="463315"/>
                  <a:pt x="1362574" y="480084"/>
                </a:cubicBezTo>
                <a:cubicBezTo>
                  <a:pt x="1362574" y="496854"/>
                  <a:pt x="1348980" y="510448"/>
                  <a:pt x="1332211" y="510448"/>
                </a:cubicBezTo>
                <a:cubicBezTo>
                  <a:pt x="1315441" y="510448"/>
                  <a:pt x="1301847" y="496854"/>
                  <a:pt x="1301847" y="480084"/>
                </a:cubicBezTo>
                <a:cubicBezTo>
                  <a:pt x="1301847" y="463315"/>
                  <a:pt x="1315441" y="449721"/>
                  <a:pt x="1332211" y="449721"/>
                </a:cubicBezTo>
                <a:close/>
                <a:moveTo>
                  <a:pt x="1259656" y="449721"/>
                </a:moveTo>
                <a:cubicBezTo>
                  <a:pt x="1276426" y="449721"/>
                  <a:pt x="1290020" y="463315"/>
                  <a:pt x="1290020" y="480084"/>
                </a:cubicBezTo>
                <a:cubicBezTo>
                  <a:pt x="1290020" y="496854"/>
                  <a:pt x="1276426" y="510448"/>
                  <a:pt x="1259656" y="510448"/>
                </a:cubicBezTo>
                <a:cubicBezTo>
                  <a:pt x="1242887" y="510448"/>
                  <a:pt x="1229293" y="496854"/>
                  <a:pt x="1229293" y="480084"/>
                </a:cubicBezTo>
                <a:cubicBezTo>
                  <a:pt x="1229293" y="463315"/>
                  <a:pt x="1242887" y="449721"/>
                  <a:pt x="1259656" y="449721"/>
                </a:cubicBezTo>
                <a:close/>
                <a:moveTo>
                  <a:pt x="1187102" y="449721"/>
                </a:moveTo>
                <a:cubicBezTo>
                  <a:pt x="1203871" y="449721"/>
                  <a:pt x="1217465" y="463315"/>
                  <a:pt x="1217465" y="480084"/>
                </a:cubicBezTo>
                <a:cubicBezTo>
                  <a:pt x="1217465" y="496854"/>
                  <a:pt x="1203871" y="510448"/>
                  <a:pt x="1187102" y="510448"/>
                </a:cubicBezTo>
                <a:cubicBezTo>
                  <a:pt x="1170332" y="510448"/>
                  <a:pt x="1156738" y="496854"/>
                  <a:pt x="1156738" y="480084"/>
                </a:cubicBezTo>
                <a:cubicBezTo>
                  <a:pt x="1156738" y="463315"/>
                  <a:pt x="1170332" y="449721"/>
                  <a:pt x="1187102" y="449721"/>
                </a:cubicBezTo>
                <a:close/>
                <a:moveTo>
                  <a:pt x="1114547" y="449721"/>
                </a:moveTo>
                <a:cubicBezTo>
                  <a:pt x="1131317" y="449721"/>
                  <a:pt x="1144911" y="463315"/>
                  <a:pt x="1144911" y="480084"/>
                </a:cubicBezTo>
                <a:cubicBezTo>
                  <a:pt x="1144911" y="496854"/>
                  <a:pt x="1131317" y="510448"/>
                  <a:pt x="1114547" y="510448"/>
                </a:cubicBezTo>
                <a:cubicBezTo>
                  <a:pt x="1097778" y="510448"/>
                  <a:pt x="1084184" y="496854"/>
                  <a:pt x="1084184" y="480084"/>
                </a:cubicBezTo>
                <a:cubicBezTo>
                  <a:pt x="1084184" y="463315"/>
                  <a:pt x="1097778" y="449721"/>
                  <a:pt x="1114547" y="449721"/>
                </a:cubicBezTo>
                <a:close/>
                <a:moveTo>
                  <a:pt x="1041993" y="449721"/>
                </a:moveTo>
                <a:cubicBezTo>
                  <a:pt x="1058762" y="449721"/>
                  <a:pt x="1072356" y="463315"/>
                  <a:pt x="1072356" y="480084"/>
                </a:cubicBezTo>
                <a:cubicBezTo>
                  <a:pt x="1072356" y="496854"/>
                  <a:pt x="1058762" y="510448"/>
                  <a:pt x="1041993" y="510448"/>
                </a:cubicBezTo>
                <a:cubicBezTo>
                  <a:pt x="1025223" y="510448"/>
                  <a:pt x="1011629" y="496854"/>
                  <a:pt x="1011629" y="480084"/>
                </a:cubicBezTo>
                <a:cubicBezTo>
                  <a:pt x="1011629" y="463315"/>
                  <a:pt x="1025223" y="449721"/>
                  <a:pt x="1041993" y="449721"/>
                </a:cubicBezTo>
                <a:close/>
                <a:moveTo>
                  <a:pt x="969438" y="449721"/>
                </a:moveTo>
                <a:cubicBezTo>
                  <a:pt x="986208" y="449721"/>
                  <a:pt x="999801" y="463315"/>
                  <a:pt x="999801" y="480084"/>
                </a:cubicBezTo>
                <a:cubicBezTo>
                  <a:pt x="999801" y="496854"/>
                  <a:pt x="986208" y="510448"/>
                  <a:pt x="969438" y="510448"/>
                </a:cubicBezTo>
                <a:cubicBezTo>
                  <a:pt x="952669" y="510448"/>
                  <a:pt x="939075" y="496854"/>
                  <a:pt x="939075" y="480084"/>
                </a:cubicBezTo>
                <a:cubicBezTo>
                  <a:pt x="939075" y="463315"/>
                  <a:pt x="952669" y="449721"/>
                  <a:pt x="969438" y="449721"/>
                </a:cubicBezTo>
                <a:close/>
                <a:moveTo>
                  <a:pt x="896883" y="449721"/>
                </a:moveTo>
                <a:cubicBezTo>
                  <a:pt x="913653" y="449721"/>
                  <a:pt x="927247" y="463315"/>
                  <a:pt x="927247" y="480084"/>
                </a:cubicBezTo>
                <a:cubicBezTo>
                  <a:pt x="927247" y="496854"/>
                  <a:pt x="913653" y="510448"/>
                  <a:pt x="896883" y="510448"/>
                </a:cubicBezTo>
                <a:cubicBezTo>
                  <a:pt x="880114" y="510448"/>
                  <a:pt x="866520" y="496854"/>
                  <a:pt x="866520" y="480084"/>
                </a:cubicBezTo>
                <a:cubicBezTo>
                  <a:pt x="866520" y="463315"/>
                  <a:pt x="880114" y="449721"/>
                  <a:pt x="896883" y="449721"/>
                </a:cubicBezTo>
                <a:close/>
                <a:moveTo>
                  <a:pt x="824329" y="449721"/>
                </a:moveTo>
                <a:cubicBezTo>
                  <a:pt x="841098" y="449721"/>
                  <a:pt x="854692" y="463315"/>
                  <a:pt x="854692" y="480084"/>
                </a:cubicBezTo>
                <a:cubicBezTo>
                  <a:pt x="854692" y="496854"/>
                  <a:pt x="841098" y="510448"/>
                  <a:pt x="824329" y="510448"/>
                </a:cubicBezTo>
                <a:cubicBezTo>
                  <a:pt x="807559" y="510448"/>
                  <a:pt x="793965" y="496854"/>
                  <a:pt x="793965" y="480084"/>
                </a:cubicBezTo>
                <a:cubicBezTo>
                  <a:pt x="793965" y="463315"/>
                  <a:pt x="807559" y="449721"/>
                  <a:pt x="824329" y="449721"/>
                </a:cubicBezTo>
                <a:close/>
                <a:moveTo>
                  <a:pt x="751774" y="449721"/>
                </a:moveTo>
                <a:cubicBezTo>
                  <a:pt x="768544" y="449721"/>
                  <a:pt x="782138" y="463315"/>
                  <a:pt x="782138" y="480084"/>
                </a:cubicBezTo>
                <a:cubicBezTo>
                  <a:pt x="782138" y="496854"/>
                  <a:pt x="768544" y="510448"/>
                  <a:pt x="751774" y="510448"/>
                </a:cubicBezTo>
                <a:cubicBezTo>
                  <a:pt x="735005" y="510448"/>
                  <a:pt x="721411" y="496854"/>
                  <a:pt x="721411" y="480084"/>
                </a:cubicBezTo>
                <a:cubicBezTo>
                  <a:pt x="721411" y="463315"/>
                  <a:pt x="735005" y="449721"/>
                  <a:pt x="751774" y="449721"/>
                </a:cubicBezTo>
                <a:close/>
                <a:moveTo>
                  <a:pt x="679220" y="449721"/>
                </a:moveTo>
                <a:cubicBezTo>
                  <a:pt x="695989" y="449721"/>
                  <a:pt x="709583" y="463315"/>
                  <a:pt x="709583" y="480084"/>
                </a:cubicBezTo>
                <a:cubicBezTo>
                  <a:pt x="709583" y="496854"/>
                  <a:pt x="695989" y="510448"/>
                  <a:pt x="679220" y="510448"/>
                </a:cubicBezTo>
                <a:cubicBezTo>
                  <a:pt x="662450" y="510448"/>
                  <a:pt x="648856" y="496854"/>
                  <a:pt x="648856" y="480084"/>
                </a:cubicBezTo>
                <a:cubicBezTo>
                  <a:pt x="648856" y="463315"/>
                  <a:pt x="662450" y="449721"/>
                  <a:pt x="679220" y="449721"/>
                </a:cubicBezTo>
                <a:close/>
                <a:moveTo>
                  <a:pt x="606665" y="449721"/>
                </a:moveTo>
                <a:cubicBezTo>
                  <a:pt x="623435" y="449721"/>
                  <a:pt x="637029" y="463315"/>
                  <a:pt x="637029" y="480084"/>
                </a:cubicBezTo>
                <a:cubicBezTo>
                  <a:pt x="637029" y="496854"/>
                  <a:pt x="623435" y="510448"/>
                  <a:pt x="606665" y="510448"/>
                </a:cubicBezTo>
                <a:cubicBezTo>
                  <a:pt x="589896" y="510448"/>
                  <a:pt x="576302" y="496854"/>
                  <a:pt x="576302" y="480084"/>
                </a:cubicBezTo>
                <a:cubicBezTo>
                  <a:pt x="576302" y="463315"/>
                  <a:pt x="589896" y="449721"/>
                  <a:pt x="606665" y="449721"/>
                </a:cubicBezTo>
                <a:close/>
                <a:moveTo>
                  <a:pt x="534111" y="449721"/>
                </a:moveTo>
                <a:cubicBezTo>
                  <a:pt x="550880" y="449721"/>
                  <a:pt x="564474" y="463315"/>
                  <a:pt x="564474" y="480084"/>
                </a:cubicBezTo>
                <a:cubicBezTo>
                  <a:pt x="564474" y="496854"/>
                  <a:pt x="550880" y="510448"/>
                  <a:pt x="534111" y="510448"/>
                </a:cubicBezTo>
                <a:cubicBezTo>
                  <a:pt x="517341" y="510448"/>
                  <a:pt x="503747" y="496854"/>
                  <a:pt x="503747" y="480084"/>
                </a:cubicBezTo>
                <a:cubicBezTo>
                  <a:pt x="503747" y="463315"/>
                  <a:pt x="517341" y="449721"/>
                  <a:pt x="534111" y="449721"/>
                </a:cubicBezTo>
                <a:close/>
                <a:moveTo>
                  <a:pt x="461556" y="449721"/>
                </a:moveTo>
                <a:cubicBezTo>
                  <a:pt x="478326" y="449721"/>
                  <a:pt x="491920" y="463315"/>
                  <a:pt x="491920" y="480084"/>
                </a:cubicBezTo>
                <a:cubicBezTo>
                  <a:pt x="491920" y="496854"/>
                  <a:pt x="478326" y="510448"/>
                  <a:pt x="461556" y="510448"/>
                </a:cubicBezTo>
                <a:cubicBezTo>
                  <a:pt x="444787" y="510448"/>
                  <a:pt x="431192" y="496854"/>
                  <a:pt x="431192" y="480084"/>
                </a:cubicBezTo>
                <a:cubicBezTo>
                  <a:pt x="431192" y="463315"/>
                  <a:pt x="444787" y="449721"/>
                  <a:pt x="461556" y="449721"/>
                </a:cubicBezTo>
                <a:close/>
                <a:moveTo>
                  <a:pt x="389002" y="449721"/>
                </a:moveTo>
                <a:cubicBezTo>
                  <a:pt x="405771" y="449721"/>
                  <a:pt x="419365" y="463315"/>
                  <a:pt x="419365" y="480084"/>
                </a:cubicBezTo>
                <a:cubicBezTo>
                  <a:pt x="419365" y="496854"/>
                  <a:pt x="405771" y="510448"/>
                  <a:pt x="389002" y="510448"/>
                </a:cubicBezTo>
                <a:cubicBezTo>
                  <a:pt x="372232" y="510448"/>
                  <a:pt x="358638" y="496854"/>
                  <a:pt x="358638" y="480084"/>
                </a:cubicBezTo>
                <a:cubicBezTo>
                  <a:pt x="358638" y="463315"/>
                  <a:pt x="372232" y="449721"/>
                  <a:pt x="389002" y="449721"/>
                </a:cubicBezTo>
                <a:close/>
                <a:moveTo>
                  <a:pt x="316447" y="449721"/>
                </a:moveTo>
                <a:cubicBezTo>
                  <a:pt x="333216" y="449721"/>
                  <a:pt x="346810" y="463315"/>
                  <a:pt x="346810" y="480084"/>
                </a:cubicBezTo>
                <a:cubicBezTo>
                  <a:pt x="346810" y="496854"/>
                  <a:pt x="333216" y="510448"/>
                  <a:pt x="316447" y="510448"/>
                </a:cubicBezTo>
                <a:cubicBezTo>
                  <a:pt x="299677" y="510448"/>
                  <a:pt x="286084" y="496854"/>
                  <a:pt x="286084" y="480084"/>
                </a:cubicBezTo>
                <a:cubicBezTo>
                  <a:pt x="286084" y="463315"/>
                  <a:pt x="299677" y="449721"/>
                  <a:pt x="316447" y="449721"/>
                </a:cubicBezTo>
                <a:close/>
                <a:moveTo>
                  <a:pt x="243892" y="449721"/>
                </a:moveTo>
                <a:cubicBezTo>
                  <a:pt x="260662" y="449721"/>
                  <a:pt x="274256" y="463315"/>
                  <a:pt x="274256" y="480084"/>
                </a:cubicBezTo>
                <a:cubicBezTo>
                  <a:pt x="274256" y="496854"/>
                  <a:pt x="260662" y="510448"/>
                  <a:pt x="243892" y="510448"/>
                </a:cubicBezTo>
                <a:cubicBezTo>
                  <a:pt x="227123" y="510448"/>
                  <a:pt x="213529" y="496854"/>
                  <a:pt x="213529" y="480084"/>
                </a:cubicBezTo>
                <a:cubicBezTo>
                  <a:pt x="213529" y="463315"/>
                  <a:pt x="227123" y="449721"/>
                  <a:pt x="243892" y="449721"/>
                </a:cubicBezTo>
                <a:close/>
                <a:moveTo>
                  <a:pt x="171339" y="449721"/>
                </a:moveTo>
                <a:cubicBezTo>
                  <a:pt x="188107" y="449721"/>
                  <a:pt x="201701" y="463315"/>
                  <a:pt x="201701" y="480084"/>
                </a:cubicBezTo>
                <a:cubicBezTo>
                  <a:pt x="201701" y="496854"/>
                  <a:pt x="188107" y="510448"/>
                  <a:pt x="171339" y="510448"/>
                </a:cubicBezTo>
                <a:cubicBezTo>
                  <a:pt x="154679" y="510448"/>
                  <a:pt x="141085" y="496854"/>
                  <a:pt x="141085" y="480084"/>
                </a:cubicBezTo>
                <a:cubicBezTo>
                  <a:pt x="141085" y="463315"/>
                  <a:pt x="154679" y="449721"/>
                  <a:pt x="171339" y="449721"/>
                </a:cubicBezTo>
                <a:close/>
                <a:moveTo>
                  <a:pt x="98910" y="449721"/>
                </a:moveTo>
                <a:cubicBezTo>
                  <a:pt x="115670" y="449721"/>
                  <a:pt x="129264" y="463315"/>
                  <a:pt x="129264" y="480084"/>
                </a:cubicBezTo>
                <a:cubicBezTo>
                  <a:pt x="129264" y="496854"/>
                  <a:pt x="115670" y="510448"/>
                  <a:pt x="98910" y="510448"/>
                </a:cubicBezTo>
                <a:cubicBezTo>
                  <a:pt x="82136" y="510448"/>
                  <a:pt x="68542" y="496854"/>
                  <a:pt x="68542" y="480084"/>
                </a:cubicBezTo>
                <a:cubicBezTo>
                  <a:pt x="68542" y="463315"/>
                  <a:pt x="82136" y="449721"/>
                  <a:pt x="98910" y="449721"/>
                </a:cubicBezTo>
                <a:close/>
                <a:moveTo>
                  <a:pt x="26355" y="449721"/>
                </a:moveTo>
                <a:cubicBezTo>
                  <a:pt x="43118" y="449721"/>
                  <a:pt x="56713" y="463315"/>
                  <a:pt x="56713" y="480084"/>
                </a:cubicBezTo>
                <a:cubicBezTo>
                  <a:pt x="56713" y="496854"/>
                  <a:pt x="43118" y="510448"/>
                  <a:pt x="26355" y="510448"/>
                </a:cubicBezTo>
                <a:cubicBezTo>
                  <a:pt x="17970" y="510448"/>
                  <a:pt x="10379" y="507050"/>
                  <a:pt x="4884" y="501555"/>
                </a:cubicBezTo>
                <a:lnTo>
                  <a:pt x="0" y="489763"/>
                </a:lnTo>
                <a:lnTo>
                  <a:pt x="0" y="470405"/>
                </a:lnTo>
                <a:lnTo>
                  <a:pt x="4884" y="458614"/>
                </a:lnTo>
                <a:cubicBezTo>
                  <a:pt x="10379" y="453120"/>
                  <a:pt x="17970" y="449721"/>
                  <a:pt x="26355" y="449721"/>
                </a:cubicBezTo>
                <a:close/>
                <a:moveTo>
                  <a:pt x="1673066" y="379245"/>
                </a:moveTo>
                <a:lnTo>
                  <a:pt x="1675237" y="422266"/>
                </a:lnTo>
                <a:lnTo>
                  <a:pt x="1673514" y="421103"/>
                </a:lnTo>
                <a:cubicBezTo>
                  <a:pt x="1668019" y="415609"/>
                  <a:pt x="1664620" y="408017"/>
                  <a:pt x="1664620" y="399633"/>
                </a:cubicBezTo>
                <a:close/>
                <a:moveTo>
                  <a:pt x="1622429" y="369269"/>
                </a:moveTo>
                <a:cubicBezTo>
                  <a:pt x="1639199" y="369269"/>
                  <a:pt x="1652792" y="382864"/>
                  <a:pt x="1652792" y="399633"/>
                </a:cubicBezTo>
                <a:cubicBezTo>
                  <a:pt x="1652792" y="416402"/>
                  <a:pt x="1639199" y="429997"/>
                  <a:pt x="1622429" y="429997"/>
                </a:cubicBezTo>
                <a:cubicBezTo>
                  <a:pt x="1605659" y="429997"/>
                  <a:pt x="1592066" y="416402"/>
                  <a:pt x="1592066" y="399633"/>
                </a:cubicBezTo>
                <a:cubicBezTo>
                  <a:pt x="1592066" y="382864"/>
                  <a:pt x="1605659" y="369269"/>
                  <a:pt x="1622429" y="369269"/>
                </a:cubicBezTo>
                <a:close/>
                <a:moveTo>
                  <a:pt x="1549874" y="369269"/>
                </a:moveTo>
                <a:cubicBezTo>
                  <a:pt x="1566644" y="369269"/>
                  <a:pt x="1580238" y="382864"/>
                  <a:pt x="1580238" y="399633"/>
                </a:cubicBezTo>
                <a:cubicBezTo>
                  <a:pt x="1580238" y="416402"/>
                  <a:pt x="1566644" y="429997"/>
                  <a:pt x="1549874" y="429997"/>
                </a:cubicBezTo>
                <a:cubicBezTo>
                  <a:pt x="1533105" y="429997"/>
                  <a:pt x="1519511" y="416402"/>
                  <a:pt x="1519511" y="399633"/>
                </a:cubicBezTo>
                <a:cubicBezTo>
                  <a:pt x="1519511" y="382864"/>
                  <a:pt x="1533105" y="369269"/>
                  <a:pt x="1549874" y="369269"/>
                </a:cubicBezTo>
                <a:close/>
                <a:moveTo>
                  <a:pt x="1477320" y="369269"/>
                </a:moveTo>
                <a:cubicBezTo>
                  <a:pt x="1494089" y="369269"/>
                  <a:pt x="1507683" y="382864"/>
                  <a:pt x="1507683" y="399633"/>
                </a:cubicBezTo>
                <a:cubicBezTo>
                  <a:pt x="1507683" y="416402"/>
                  <a:pt x="1494089" y="429997"/>
                  <a:pt x="1477320" y="429997"/>
                </a:cubicBezTo>
                <a:cubicBezTo>
                  <a:pt x="1460550" y="429997"/>
                  <a:pt x="1446956" y="416402"/>
                  <a:pt x="1446956" y="399633"/>
                </a:cubicBezTo>
                <a:cubicBezTo>
                  <a:pt x="1446956" y="382864"/>
                  <a:pt x="1460550" y="369269"/>
                  <a:pt x="1477320" y="369269"/>
                </a:cubicBezTo>
                <a:close/>
                <a:moveTo>
                  <a:pt x="1404765" y="369269"/>
                </a:moveTo>
                <a:cubicBezTo>
                  <a:pt x="1421535" y="369269"/>
                  <a:pt x="1435129" y="382864"/>
                  <a:pt x="1435129" y="399633"/>
                </a:cubicBezTo>
                <a:cubicBezTo>
                  <a:pt x="1435129" y="416402"/>
                  <a:pt x="1421535" y="429997"/>
                  <a:pt x="1404765" y="429997"/>
                </a:cubicBezTo>
                <a:cubicBezTo>
                  <a:pt x="1387996" y="429997"/>
                  <a:pt x="1374402" y="416402"/>
                  <a:pt x="1374402" y="399633"/>
                </a:cubicBezTo>
                <a:cubicBezTo>
                  <a:pt x="1374402" y="382864"/>
                  <a:pt x="1387996" y="369269"/>
                  <a:pt x="1404765" y="369269"/>
                </a:cubicBezTo>
                <a:close/>
                <a:moveTo>
                  <a:pt x="1332211" y="369269"/>
                </a:moveTo>
                <a:cubicBezTo>
                  <a:pt x="1348980" y="369269"/>
                  <a:pt x="1362574" y="382864"/>
                  <a:pt x="1362574" y="399633"/>
                </a:cubicBezTo>
                <a:cubicBezTo>
                  <a:pt x="1362574" y="416402"/>
                  <a:pt x="1348980" y="429997"/>
                  <a:pt x="1332211" y="429997"/>
                </a:cubicBezTo>
                <a:cubicBezTo>
                  <a:pt x="1315441" y="429997"/>
                  <a:pt x="1301847" y="416402"/>
                  <a:pt x="1301847" y="399633"/>
                </a:cubicBezTo>
                <a:cubicBezTo>
                  <a:pt x="1301847" y="382864"/>
                  <a:pt x="1315441" y="369269"/>
                  <a:pt x="1332211" y="369269"/>
                </a:cubicBezTo>
                <a:close/>
                <a:moveTo>
                  <a:pt x="1259656" y="369269"/>
                </a:moveTo>
                <a:cubicBezTo>
                  <a:pt x="1276426" y="369269"/>
                  <a:pt x="1290020" y="382864"/>
                  <a:pt x="1290020" y="399633"/>
                </a:cubicBezTo>
                <a:cubicBezTo>
                  <a:pt x="1290020" y="416402"/>
                  <a:pt x="1276426" y="429997"/>
                  <a:pt x="1259656" y="429997"/>
                </a:cubicBezTo>
                <a:cubicBezTo>
                  <a:pt x="1242887" y="429997"/>
                  <a:pt x="1229293" y="416402"/>
                  <a:pt x="1229293" y="399633"/>
                </a:cubicBezTo>
                <a:cubicBezTo>
                  <a:pt x="1229293" y="382864"/>
                  <a:pt x="1242887" y="369269"/>
                  <a:pt x="1259656" y="369269"/>
                </a:cubicBezTo>
                <a:close/>
                <a:moveTo>
                  <a:pt x="1187102" y="369269"/>
                </a:moveTo>
                <a:cubicBezTo>
                  <a:pt x="1203871" y="369269"/>
                  <a:pt x="1217465" y="382864"/>
                  <a:pt x="1217465" y="399633"/>
                </a:cubicBezTo>
                <a:cubicBezTo>
                  <a:pt x="1217465" y="416402"/>
                  <a:pt x="1203871" y="429997"/>
                  <a:pt x="1187102" y="429997"/>
                </a:cubicBezTo>
                <a:cubicBezTo>
                  <a:pt x="1170332" y="429997"/>
                  <a:pt x="1156738" y="416402"/>
                  <a:pt x="1156738" y="399633"/>
                </a:cubicBezTo>
                <a:cubicBezTo>
                  <a:pt x="1156738" y="382864"/>
                  <a:pt x="1170332" y="369269"/>
                  <a:pt x="1187102" y="369269"/>
                </a:cubicBezTo>
                <a:close/>
                <a:moveTo>
                  <a:pt x="1114547" y="369269"/>
                </a:moveTo>
                <a:cubicBezTo>
                  <a:pt x="1131317" y="369269"/>
                  <a:pt x="1144911" y="382864"/>
                  <a:pt x="1144911" y="399633"/>
                </a:cubicBezTo>
                <a:cubicBezTo>
                  <a:pt x="1144911" y="416402"/>
                  <a:pt x="1131317" y="429997"/>
                  <a:pt x="1114547" y="429997"/>
                </a:cubicBezTo>
                <a:cubicBezTo>
                  <a:pt x="1097778" y="429997"/>
                  <a:pt x="1084184" y="416402"/>
                  <a:pt x="1084184" y="399633"/>
                </a:cubicBezTo>
                <a:cubicBezTo>
                  <a:pt x="1084184" y="382864"/>
                  <a:pt x="1097778" y="369269"/>
                  <a:pt x="1114547" y="369269"/>
                </a:cubicBezTo>
                <a:close/>
                <a:moveTo>
                  <a:pt x="1041993" y="369269"/>
                </a:moveTo>
                <a:cubicBezTo>
                  <a:pt x="1058762" y="369269"/>
                  <a:pt x="1072356" y="382864"/>
                  <a:pt x="1072356" y="399633"/>
                </a:cubicBezTo>
                <a:cubicBezTo>
                  <a:pt x="1072356" y="416402"/>
                  <a:pt x="1058762" y="429997"/>
                  <a:pt x="1041993" y="429997"/>
                </a:cubicBezTo>
                <a:cubicBezTo>
                  <a:pt x="1025223" y="429997"/>
                  <a:pt x="1011629" y="416402"/>
                  <a:pt x="1011629" y="399633"/>
                </a:cubicBezTo>
                <a:cubicBezTo>
                  <a:pt x="1011629" y="382864"/>
                  <a:pt x="1025223" y="369269"/>
                  <a:pt x="1041993" y="369269"/>
                </a:cubicBezTo>
                <a:close/>
                <a:moveTo>
                  <a:pt x="969438" y="369269"/>
                </a:moveTo>
                <a:cubicBezTo>
                  <a:pt x="986208" y="369269"/>
                  <a:pt x="999801" y="382864"/>
                  <a:pt x="999801" y="399633"/>
                </a:cubicBezTo>
                <a:cubicBezTo>
                  <a:pt x="999801" y="416402"/>
                  <a:pt x="986208" y="429997"/>
                  <a:pt x="969438" y="429997"/>
                </a:cubicBezTo>
                <a:cubicBezTo>
                  <a:pt x="952669" y="429997"/>
                  <a:pt x="939075" y="416402"/>
                  <a:pt x="939075" y="399633"/>
                </a:cubicBezTo>
                <a:cubicBezTo>
                  <a:pt x="939075" y="382864"/>
                  <a:pt x="952669" y="369269"/>
                  <a:pt x="969438" y="369269"/>
                </a:cubicBezTo>
                <a:close/>
                <a:moveTo>
                  <a:pt x="896883" y="369269"/>
                </a:moveTo>
                <a:cubicBezTo>
                  <a:pt x="913653" y="369269"/>
                  <a:pt x="927247" y="382864"/>
                  <a:pt x="927247" y="399633"/>
                </a:cubicBezTo>
                <a:cubicBezTo>
                  <a:pt x="927247" y="416402"/>
                  <a:pt x="913653" y="429997"/>
                  <a:pt x="896883" y="429997"/>
                </a:cubicBezTo>
                <a:cubicBezTo>
                  <a:pt x="880114" y="429997"/>
                  <a:pt x="866520" y="416402"/>
                  <a:pt x="866520" y="399633"/>
                </a:cubicBezTo>
                <a:cubicBezTo>
                  <a:pt x="866520" y="382864"/>
                  <a:pt x="880114" y="369269"/>
                  <a:pt x="896883" y="369269"/>
                </a:cubicBezTo>
                <a:close/>
                <a:moveTo>
                  <a:pt x="824329" y="369269"/>
                </a:moveTo>
                <a:cubicBezTo>
                  <a:pt x="841098" y="369269"/>
                  <a:pt x="854692" y="382864"/>
                  <a:pt x="854692" y="399633"/>
                </a:cubicBezTo>
                <a:cubicBezTo>
                  <a:pt x="854692" y="416402"/>
                  <a:pt x="841098" y="429997"/>
                  <a:pt x="824329" y="429997"/>
                </a:cubicBezTo>
                <a:cubicBezTo>
                  <a:pt x="807559" y="429997"/>
                  <a:pt x="793965" y="416402"/>
                  <a:pt x="793965" y="399633"/>
                </a:cubicBezTo>
                <a:cubicBezTo>
                  <a:pt x="793965" y="382864"/>
                  <a:pt x="807559" y="369269"/>
                  <a:pt x="824329" y="369269"/>
                </a:cubicBezTo>
                <a:close/>
                <a:moveTo>
                  <a:pt x="751774" y="369269"/>
                </a:moveTo>
                <a:cubicBezTo>
                  <a:pt x="768544" y="369269"/>
                  <a:pt x="782138" y="382864"/>
                  <a:pt x="782138" y="399633"/>
                </a:cubicBezTo>
                <a:cubicBezTo>
                  <a:pt x="782138" y="416402"/>
                  <a:pt x="768544" y="429997"/>
                  <a:pt x="751774" y="429997"/>
                </a:cubicBezTo>
                <a:cubicBezTo>
                  <a:pt x="735005" y="429997"/>
                  <a:pt x="721411" y="416402"/>
                  <a:pt x="721411" y="399633"/>
                </a:cubicBezTo>
                <a:cubicBezTo>
                  <a:pt x="721411" y="382864"/>
                  <a:pt x="735005" y="369269"/>
                  <a:pt x="751774" y="369269"/>
                </a:cubicBezTo>
                <a:close/>
                <a:moveTo>
                  <a:pt x="679220" y="369269"/>
                </a:moveTo>
                <a:cubicBezTo>
                  <a:pt x="695989" y="369269"/>
                  <a:pt x="709583" y="382864"/>
                  <a:pt x="709583" y="399633"/>
                </a:cubicBezTo>
                <a:cubicBezTo>
                  <a:pt x="709583" y="416402"/>
                  <a:pt x="695989" y="429997"/>
                  <a:pt x="679220" y="429997"/>
                </a:cubicBezTo>
                <a:cubicBezTo>
                  <a:pt x="662450" y="429997"/>
                  <a:pt x="648856" y="416402"/>
                  <a:pt x="648856" y="399633"/>
                </a:cubicBezTo>
                <a:cubicBezTo>
                  <a:pt x="648856" y="382864"/>
                  <a:pt x="662450" y="369269"/>
                  <a:pt x="679220" y="369269"/>
                </a:cubicBezTo>
                <a:close/>
                <a:moveTo>
                  <a:pt x="606665" y="369269"/>
                </a:moveTo>
                <a:cubicBezTo>
                  <a:pt x="623435" y="369269"/>
                  <a:pt x="637029" y="382864"/>
                  <a:pt x="637029" y="399633"/>
                </a:cubicBezTo>
                <a:cubicBezTo>
                  <a:pt x="637029" y="416402"/>
                  <a:pt x="623435" y="429997"/>
                  <a:pt x="606665" y="429997"/>
                </a:cubicBezTo>
                <a:cubicBezTo>
                  <a:pt x="589896" y="429997"/>
                  <a:pt x="576302" y="416402"/>
                  <a:pt x="576302" y="399633"/>
                </a:cubicBezTo>
                <a:cubicBezTo>
                  <a:pt x="576302" y="382864"/>
                  <a:pt x="589896" y="369269"/>
                  <a:pt x="606665" y="369269"/>
                </a:cubicBezTo>
                <a:close/>
                <a:moveTo>
                  <a:pt x="534111" y="369269"/>
                </a:moveTo>
                <a:cubicBezTo>
                  <a:pt x="550880" y="369269"/>
                  <a:pt x="564474" y="382864"/>
                  <a:pt x="564474" y="399633"/>
                </a:cubicBezTo>
                <a:cubicBezTo>
                  <a:pt x="564474" y="416402"/>
                  <a:pt x="550880" y="429997"/>
                  <a:pt x="534111" y="429997"/>
                </a:cubicBezTo>
                <a:cubicBezTo>
                  <a:pt x="517341" y="429997"/>
                  <a:pt x="503747" y="416402"/>
                  <a:pt x="503747" y="399633"/>
                </a:cubicBezTo>
                <a:cubicBezTo>
                  <a:pt x="503747" y="382864"/>
                  <a:pt x="517341" y="369269"/>
                  <a:pt x="534111" y="369269"/>
                </a:cubicBezTo>
                <a:close/>
                <a:moveTo>
                  <a:pt x="461556" y="369269"/>
                </a:moveTo>
                <a:cubicBezTo>
                  <a:pt x="478326" y="369269"/>
                  <a:pt x="491920" y="382864"/>
                  <a:pt x="491920" y="399633"/>
                </a:cubicBezTo>
                <a:cubicBezTo>
                  <a:pt x="491920" y="416402"/>
                  <a:pt x="478326" y="429997"/>
                  <a:pt x="461556" y="429997"/>
                </a:cubicBezTo>
                <a:cubicBezTo>
                  <a:pt x="444787" y="429997"/>
                  <a:pt x="431192" y="416402"/>
                  <a:pt x="431192" y="399633"/>
                </a:cubicBezTo>
                <a:cubicBezTo>
                  <a:pt x="431192" y="382864"/>
                  <a:pt x="444787" y="369269"/>
                  <a:pt x="461556" y="369269"/>
                </a:cubicBezTo>
                <a:close/>
                <a:moveTo>
                  <a:pt x="389002" y="369269"/>
                </a:moveTo>
                <a:cubicBezTo>
                  <a:pt x="405771" y="369269"/>
                  <a:pt x="419365" y="382864"/>
                  <a:pt x="419365" y="399633"/>
                </a:cubicBezTo>
                <a:cubicBezTo>
                  <a:pt x="419365" y="416402"/>
                  <a:pt x="405771" y="429997"/>
                  <a:pt x="389002" y="429997"/>
                </a:cubicBezTo>
                <a:cubicBezTo>
                  <a:pt x="372232" y="429997"/>
                  <a:pt x="358638" y="416402"/>
                  <a:pt x="358638" y="399633"/>
                </a:cubicBezTo>
                <a:cubicBezTo>
                  <a:pt x="358638" y="382864"/>
                  <a:pt x="372232" y="369269"/>
                  <a:pt x="389002" y="369269"/>
                </a:cubicBezTo>
                <a:close/>
                <a:moveTo>
                  <a:pt x="316447" y="369269"/>
                </a:moveTo>
                <a:cubicBezTo>
                  <a:pt x="333216" y="369269"/>
                  <a:pt x="346810" y="382864"/>
                  <a:pt x="346810" y="399633"/>
                </a:cubicBezTo>
                <a:cubicBezTo>
                  <a:pt x="346810" y="416402"/>
                  <a:pt x="333216" y="429997"/>
                  <a:pt x="316447" y="429997"/>
                </a:cubicBezTo>
                <a:cubicBezTo>
                  <a:pt x="299677" y="429997"/>
                  <a:pt x="286084" y="416402"/>
                  <a:pt x="286084" y="399633"/>
                </a:cubicBezTo>
                <a:cubicBezTo>
                  <a:pt x="286084" y="382864"/>
                  <a:pt x="299677" y="369269"/>
                  <a:pt x="316447" y="369269"/>
                </a:cubicBezTo>
                <a:close/>
                <a:moveTo>
                  <a:pt x="243892" y="369269"/>
                </a:moveTo>
                <a:cubicBezTo>
                  <a:pt x="260662" y="369269"/>
                  <a:pt x="274256" y="382864"/>
                  <a:pt x="274256" y="399633"/>
                </a:cubicBezTo>
                <a:cubicBezTo>
                  <a:pt x="274256" y="416402"/>
                  <a:pt x="260662" y="429997"/>
                  <a:pt x="243892" y="429997"/>
                </a:cubicBezTo>
                <a:cubicBezTo>
                  <a:pt x="227123" y="429997"/>
                  <a:pt x="213529" y="416402"/>
                  <a:pt x="213529" y="399633"/>
                </a:cubicBezTo>
                <a:cubicBezTo>
                  <a:pt x="213529" y="382864"/>
                  <a:pt x="227123" y="369269"/>
                  <a:pt x="243892" y="369269"/>
                </a:cubicBezTo>
                <a:close/>
                <a:moveTo>
                  <a:pt x="171339" y="369269"/>
                </a:moveTo>
                <a:cubicBezTo>
                  <a:pt x="188107" y="369269"/>
                  <a:pt x="201701" y="382864"/>
                  <a:pt x="201701" y="399633"/>
                </a:cubicBezTo>
                <a:cubicBezTo>
                  <a:pt x="201701" y="416402"/>
                  <a:pt x="188107" y="429997"/>
                  <a:pt x="171339" y="429997"/>
                </a:cubicBezTo>
                <a:cubicBezTo>
                  <a:pt x="154685" y="429997"/>
                  <a:pt x="141090" y="416402"/>
                  <a:pt x="141090" y="399633"/>
                </a:cubicBezTo>
                <a:cubicBezTo>
                  <a:pt x="141090" y="382864"/>
                  <a:pt x="154685" y="369269"/>
                  <a:pt x="171339" y="369269"/>
                </a:cubicBezTo>
                <a:close/>
                <a:moveTo>
                  <a:pt x="98917" y="369269"/>
                </a:moveTo>
                <a:cubicBezTo>
                  <a:pt x="115677" y="369269"/>
                  <a:pt x="129270" y="382864"/>
                  <a:pt x="129270" y="399633"/>
                </a:cubicBezTo>
                <a:cubicBezTo>
                  <a:pt x="129270" y="416402"/>
                  <a:pt x="115677" y="429997"/>
                  <a:pt x="98917" y="429997"/>
                </a:cubicBezTo>
                <a:cubicBezTo>
                  <a:pt x="82143" y="429997"/>
                  <a:pt x="68549" y="416402"/>
                  <a:pt x="68549" y="399633"/>
                </a:cubicBezTo>
                <a:cubicBezTo>
                  <a:pt x="68549" y="382864"/>
                  <a:pt x="82143" y="369269"/>
                  <a:pt x="98917" y="369269"/>
                </a:cubicBezTo>
                <a:close/>
                <a:moveTo>
                  <a:pt x="26362" y="369269"/>
                </a:moveTo>
                <a:cubicBezTo>
                  <a:pt x="43124" y="369269"/>
                  <a:pt x="56719" y="382864"/>
                  <a:pt x="56719" y="399633"/>
                </a:cubicBezTo>
                <a:cubicBezTo>
                  <a:pt x="56719" y="416402"/>
                  <a:pt x="43124" y="429997"/>
                  <a:pt x="26362" y="429997"/>
                </a:cubicBezTo>
                <a:cubicBezTo>
                  <a:pt x="17976" y="429997"/>
                  <a:pt x="10385" y="426598"/>
                  <a:pt x="4890" y="421103"/>
                </a:cubicBezTo>
                <a:lnTo>
                  <a:pt x="0" y="409299"/>
                </a:lnTo>
                <a:lnTo>
                  <a:pt x="0" y="389967"/>
                </a:lnTo>
                <a:lnTo>
                  <a:pt x="4890" y="378163"/>
                </a:lnTo>
                <a:cubicBezTo>
                  <a:pt x="10385" y="372668"/>
                  <a:pt x="17976" y="369269"/>
                  <a:pt x="26362" y="369269"/>
                </a:cubicBezTo>
                <a:close/>
                <a:moveTo>
                  <a:pt x="1669444" y="307535"/>
                </a:moveTo>
                <a:lnTo>
                  <a:pt x="1670784" y="334061"/>
                </a:lnTo>
                <a:lnTo>
                  <a:pt x="1664620" y="319181"/>
                </a:lnTo>
                <a:close/>
                <a:moveTo>
                  <a:pt x="1622429" y="288818"/>
                </a:moveTo>
                <a:cubicBezTo>
                  <a:pt x="1639199" y="288818"/>
                  <a:pt x="1652792" y="302412"/>
                  <a:pt x="1652792" y="319181"/>
                </a:cubicBezTo>
                <a:cubicBezTo>
                  <a:pt x="1652792" y="335950"/>
                  <a:pt x="1639199" y="349545"/>
                  <a:pt x="1622429" y="349545"/>
                </a:cubicBezTo>
                <a:cubicBezTo>
                  <a:pt x="1605659" y="349545"/>
                  <a:pt x="1592066" y="335950"/>
                  <a:pt x="1592066" y="319181"/>
                </a:cubicBezTo>
                <a:cubicBezTo>
                  <a:pt x="1592066" y="302412"/>
                  <a:pt x="1605659" y="288818"/>
                  <a:pt x="1622429" y="288818"/>
                </a:cubicBezTo>
                <a:close/>
                <a:moveTo>
                  <a:pt x="1549874" y="288818"/>
                </a:moveTo>
                <a:cubicBezTo>
                  <a:pt x="1566644" y="288818"/>
                  <a:pt x="1580238" y="302412"/>
                  <a:pt x="1580238" y="319181"/>
                </a:cubicBezTo>
                <a:cubicBezTo>
                  <a:pt x="1580238" y="335950"/>
                  <a:pt x="1566644" y="349545"/>
                  <a:pt x="1549874" y="349545"/>
                </a:cubicBezTo>
                <a:cubicBezTo>
                  <a:pt x="1533105" y="349545"/>
                  <a:pt x="1519511" y="335950"/>
                  <a:pt x="1519511" y="319181"/>
                </a:cubicBezTo>
                <a:cubicBezTo>
                  <a:pt x="1519511" y="302412"/>
                  <a:pt x="1533105" y="288818"/>
                  <a:pt x="1549874" y="288818"/>
                </a:cubicBezTo>
                <a:close/>
                <a:moveTo>
                  <a:pt x="1477320" y="288818"/>
                </a:moveTo>
                <a:cubicBezTo>
                  <a:pt x="1494089" y="288818"/>
                  <a:pt x="1507683" y="302412"/>
                  <a:pt x="1507683" y="319181"/>
                </a:cubicBezTo>
                <a:cubicBezTo>
                  <a:pt x="1507683" y="335950"/>
                  <a:pt x="1494089" y="349545"/>
                  <a:pt x="1477320" y="349545"/>
                </a:cubicBezTo>
                <a:cubicBezTo>
                  <a:pt x="1460550" y="349545"/>
                  <a:pt x="1446956" y="335950"/>
                  <a:pt x="1446956" y="319181"/>
                </a:cubicBezTo>
                <a:cubicBezTo>
                  <a:pt x="1446956" y="302412"/>
                  <a:pt x="1460550" y="288818"/>
                  <a:pt x="1477320" y="288818"/>
                </a:cubicBezTo>
                <a:close/>
                <a:moveTo>
                  <a:pt x="1404765" y="288818"/>
                </a:moveTo>
                <a:cubicBezTo>
                  <a:pt x="1421535" y="288818"/>
                  <a:pt x="1435129" y="302412"/>
                  <a:pt x="1435129" y="319181"/>
                </a:cubicBezTo>
                <a:cubicBezTo>
                  <a:pt x="1435129" y="335950"/>
                  <a:pt x="1421535" y="349545"/>
                  <a:pt x="1404765" y="349545"/>
                </a:cubicBezTo>
                <a:cubicBezTo>
                  <a:pt x="1387996" y="349545"/>
                  <a:pt x="1374402" y="335950"/>
                  <a:pt x="1374402" y="319181"/>
                </a:cubicBezTo>
                <a:cubicBezTo>
                  <a:pt x="1374402" y="302412"/>
                  <a:pt x="1387996" y="288818"/>
                  <a:pt x="1404765" y="288818"/>
                </a:cubicBezTo>
                <a:close/>
                <a:moveTo>
                  <a:pt x="1332211" y="288818"/>
                </a:moveTo>
                <a:cubicBezTo>
                  <a:pt x="1348980" y="288818"/>
                  <a:pt x="1362574" y="302412"/>
                  <a:pt x="1362574" y="319181"/>
                </a:cubicBezTo>
                <a:cubicBezTo>
                  <a:pt x="1362574" y="335950"/>
                  <a:pt x="1348980" y="349545"/>
                  <a:pt x="1332211" y="349545"/>
                </a:cubicBezTo>
                <a:cubicBezTo>
                  <a:pt x="1315441" y="349545"/>
                  <a:pt x="1301847" y="335950"/>
                  <a:pt x="1301847" y="319181"/>
                </a:cubicBezTo>
                <a:cubicBezTo>
                  <a:pt x="1301847" y="302412"/>
                  <a:pt x="1315441" y="288818"/>
                  <a:pt x="1332211" y="288818"/>
                </a:cubicBezTo>
                <a:close/>
                <a:moveTo>
                  <a:pt x="1259656" y="288818"/>
                </a:moveTo>
                <a:cubicBezTo>
                  <a:pt x="1276426" y="288818"/>
                  <a:pt x="1290020" y="302412"/>
                  <a:pt x="1290020" y="319181"/>
                </a:cubicBezTo>
                <a:cubicBezTo>
                  <a:pt x="1290020" y="335950"/>
                  <a:pt x="1276426" y="349545"/>
                  <a:pt x="1259656" y="349545"/>
                </a:cubicBezTo>
                <a:cubicBezTo>
                  <a:pt x="1242887" y="349545"/>
                  <a:pt x="1229293" y="335950"/>
                  <a:pt x="1229293" y="319181"/>
                </a:cubicBezTo>
                <a:cubicBezTo>
                  <a:pt x="1229293" y="302412"/>
                  <a:pt x="1242887" y="288818"/>
                  <a:pt x="1259656" y="288818"/>
                </a:cubicBezTo>
                <a:close/>
                <a:moveTo>
                  <a:pt x="1187102" y="288818"/>
                </a:moveTo>
                <a:cubicBezTo>
                  <a:pt x="1203871" y="288818"/>
                  <a:pt x="1217465" y="302412"/>
                  <a:pt x="1217465" y="319181"/>
                </a:cubicBezTo>
                <a:cubicBezTo>
                  <a:pt x="1217465" y="335950"/>
                  <a:pt x="1203871" y="349545"/>
                  <a:pt x="1187102" y="349545"/>
                </a:cubicBezTo>
                <a:cubicBezTo>
                  <a:pt x="1170332" y="349545"/>
                  <a:pt x="1156738" y="335950"/>
                  <a:pt x="1156738" y="319181"/>
                </a:cubicBezTo>
                <a:cubicBezTo>
                  <a:pt x="1156738" y="302412"/>
                  <a:pt x="1170332" y="288818"/>
                  <a:pt x="1187102" y="288818"/>
                </a:cubicBezTo>
                <a:close/>
                <a:moveTo>
                  <a:pt x="1114547" y="288818"/>
                </a:moveTo>
                <a:cubicBezTo>
                  <a:pt x="1131317" y="288818"/>
                  <a:pt x="1144911" y="302412"/>
                  <a:pt x="1144911" y="319181"/>
                </a:cubicBezTo>
                <a:cubicBezTo>
                  <a:pt x="1144911" y="335950"/>
                  <a:pt x="1131317" y="349545"/>
                  <a:pt x="1114547" y="349545"/>
                </a:cubicBezTo>
                <a:cubicBezTo>
                  <a:pt x="1097778" y="349545"/>
                  <a:pt x="1084184" y="335950"/>
                  <a:pt x="1084184" y="319181"/>
                </a:cubicBezTo>
                <a:cubicBezTo>
                  <a:pt x="1084184" y="302412"/>
                  <a:pt x="1097778" y="288818"/>
                  <a:pt x="1114547" y="288818"/>
                </a:cubicBezTo>
                <a:close/>
                <a:moveTo>
                  <a:pt x="1041993" y="288818"/>
                </a:moveTo>
                <a:cubicBezTo>
                  <a:pt x="1058762" y="288818"/>
                  <a:pt x="1072356" y="302412"/>
                  <a:pt x="1072356" y="319181"/>
                </a:cubicBezTo>
                <a:cubicBezTo>
                  <a:pt x="1072356" y="335950"/>
                  <a:pt x="1058762" y="349545"/>
                  <a:pt x="1041993" y="349545"/>
                </a:cubicBezTo>
                <a:cubicBezTo>
                  <a:pt x="1025223" y="349545"/>
                  <a:pt x="1011629" y="335950"/>
                  <a:pt x="1011629" y="319181"/>
                </a:cubicBezTo>
                <a:cubicBezTo>
                  <a:pt x="1011629" y="302412"/>
                  <a:pt x="1025223" y="288818"/>
                  <a:pt x="1041993" y="288818"/>
                </a:cubicBezTo>
                <a:close/>
                <a:moveTo>
                  <a:pt x="969438" y="288818"/>
                </a:moveTo>
                <a:cubicBezTo>
                  <a:pt x="986208" y="288818"/>
                  <a:pt x="999801" y="302412"/>
                  <a:pt x="999801" y="319181"/>
                </a:cubicBezTo>
                <a:cubicBezTo>
                  <a:pt x="999801" y="335950"/>
                  <a:pt x="986208" y="349545"/>
                  <a:pt x="969438" y="349545"/>
                </a:cubicBezTo>
                <a:cubicBezTo>
                  <a:pt x="952669" y="349545"/>
                  <a:pt x="939075" y="335950"/>
                  <a:pt x="939075" y="319181"/>
                </a:cubicBezTo>
                <a:cubicBezTo>
                  <a:pt x="939075" y="302412"/>
                  <a:pt x="952669" y="288818"/>
                  <a:pt x="969438" y="288818"/>
                </a:cubicBezTo>
                <a:close/>
                <a:moveTo>
                  <a:pt x="896883" y="288818"/>
                </a:moveTo>
                <a:cubicBezTo>
                  <a:pt x="913653" y="288818"/>
                  <a:pt x="927247" y="302412"/>
                  <a:pt x="927247" y="319181"/>
                </a:cubicBezTo>
                <a:cubicBezTo>
                  <a:pt x="927247" y="335950"/>
                  <a:pt x="913653" y="349545"/>
                  <a:pt x="896883" y="349545"/>
                </a:cubicBezTo>
                <a:cubicBezTo>
                  <a:pt x="880114" y="349545"/>
                  <a:pt x="866520" y="335950"/>
                  <a:pt x="866520" y="319181"/>
                </a:cubicBezTo>
                <a:cubicBezTo>
                  <a:pt x="866520" y="302412"/>
                  <a:pt x="880114" y="288818"/>
                  <a:pt x="896883" y="288818"/>
                </a:cubicBezTo>
                <a:close/>
                <a:moveTo>
                  <a:pt x="824329" y="288818"/>
                </a:moveTo>
                <a:cubicBezTo>
                  <a:pt x="841098" y="288818"/>
                  <a:pt x="854692" y="302412"/>
                  <a:pt x="854692" y="319181"/>
                </a:cubicBezTo>
                <a:cubicBezTo>
                  <a:pt x="854692" y="335950"/>
                  <a:pt x="841098" y="349545"/>
                  <a:pt x="824329" y="349545"/>
                </a:cubicBezTo>
                <a:cubicBezTo>
                  <a:pt x="807559" y="349545"/>
                  <a:pt x="793965" y="335950"/>
                  <a:pt x="793965" y="319181"/>
                </a:cubicBezTo>
                <a:cubicBezTo>
                  <a:pt x="793965" y="302412"/>
                  <a:pt x="807559" y="288818"/>
                  <a:pt x="824329" y="288818"/>
                </a:cubicBezTo>
                <a:close/>
                <a:moveTo>
                  <a:pt x="751774" y="288818"/>
                </a:moveTo>
                <a:cubicBezTo>
                  <a:pt x="768544" y="288818"/>
                  <a:pt x="782138" y="302412"/>
                  <a:pt x="782138" y="319181"/>
                </a:cubicBezTo>
                <a:cubicBezTo>
                  <a:pt x="782138" y="335950"/>
                  <a:pt x="768544" y="349545"/>
                  <a:pt x="751774" y="349545"/>
                </a:cubicBezTo>
                <a:cubicBezTo>
                  <a:pt x="735005" y="349545"/>
                  <a:pt x="721411" y="335950"/>
                  <a:pt x="721411" y="319181"/>
                </a:cubicBezTo>
                <a:cubicBezTo>
                  <a:pt x="721411" y="302412"/>
                  <a:pt x="735005" y="288818"/>
                  <a:pt x="751774" y="288818"/>
                </a:cubicBezTo>
                <a:close/>
                <a:moveTo>
                  <a:pt x="679220" y="288818"/>
                </a:moveTo>
                <a:cubicBezTo>
                  <a:pt x="695989" y="288818"/>
                  <a:pt x="709583" y="302412"/>
                  <a:pt x="709583" y="319181"/>
                </a:cubicBezTo>
                <a:cubicBezTo>
                  <a:pt x="709583" y="335950"/>
                  <a:pt x="695989" y="349545"/>
                  <a:pt x="679220" y="349545"/>
                </a:cubicBezTo>
                <a:cubicBezTo>
                  <a:pt x="662450" y="349545"/>
                  <a:pt x="648856" y="335950"/>
                  <a:pt x="648856" y="319181"/>
                </a:cubicBezTo>
                <a:cubicBezTo>
                  <a:pt x="648856" y="302412"/>
                  <a:pt x="662450" y="288818"/>
                  <a:pt x="679220" y="288818"/>
                </a:cubicBezTo>
                <a:close/>
                <a:moveTo>
                  <a:pt x="606665" y="288818"/>
                </a:moveTo>
                <a:cubicBezTo>
                  <a:pt x="623435" y="288818"/>
                  <a:pt x="637029" y="302412"/>
                  <a:pt x="637029" y="319181"/>
                </a:cubicBezTo>
                <a:cubicBezTo>
                  <a:pt x="637029" y="335950"/>
                  <a:pt x="623435" y="349545"/>
                  <a:pt x="606665" y="349545"/>
                </a:cubicBezTo>
                <a:cubicBezTo>
                  <a:pt x="589896" y="349545"/>
                  <a:pt x="576302" y="335950"/>
                  <a:pt x="576302" y="319181"/>
                </a:cubicBezTo>
                <a:cubicBezTo>
                  <a:pt x="576302" y="302412"/>
                  <a:pt x="589896" y="288818"/>
                  <a:pt x="606665" y="288818"/>
                </a:cubicBezTo>
                <a:close/>
                <a:moveTo>
                  <a:pt x="534111" y="288818"/>
                </a:moveTo>
                <a:cubicBezTo>
                  <a:pt x="550880" y="288818"/>
                  <a:pt x="564474" y="302412"/>
                  <a:pt x="564474" y="319181"/>
                </a:cubicBezTo>
                <a:cubicBezTo>
                  <a:pt x="564474" y="335950"/>
                  <a:pt x="550880" y="349545"/>
                  <a:pt x="534111" y="349545"/>
                </a:cubicBezTo>
                <a:cubicBezTo>
                  <a:pt x="517341" y="349545"/>
                  <a:pt x="503747" y="335950"/>
                  <a:pt x="503747" y="319181"/>
                </a:cubicBezTo>
                <a:cubicBezTo>
                  <a:pt x="503747" y="302412"/>
                  <a:pt x="517341" y="288818"/>
                  <a:pt x="534111" y="288818"/>
                </a:cubicBezTo>
                <a:close/>
                <a:moveTo>
                  <a:pt x="461556" y="288818"/>
                </a:moveTo>
                <a:cubicBezTo>
                  <a:pt x="478326" y="288818"/>
                  <a:pt x="491920" y="302412"/>
                  <a:pt x="491920" y="319181"/>
                </a:cubicBezTo>
                <a:cubicBezTo>
                  <a:pt x="491920" y="335950"/>
                  <a:pt x="478326" y="349545"/>
                  <a:pt x="461556" y="349545"/>
                </a:cubicBezTo>
                <a:cubicBezTo>
                  <a:pt x="444787" y="349545"/>
                  <a:pt x="431192" y="335950"/>
                  <a:pt x="431192" y="319181"/>
                </a:cubicBezTo>
                <a:cubicBezTo>
                  <a:pt x="431192" y="302412"/>
                  <a:pt x="444787" y="288818"/>
                  <a:pt x="461556" y="288818"/>
                </a:cubicBezTo>
                <a:close/>
                <a:moveTo>
                  <a:pt x="389002" y="288818"/>
                </a:moveTo>
                <a:cubicBezTo>
                  <a:pt x="405771" y="288818"/>
                  <a:pt x="419365" y="302412"/>
                  <a:pt x="419365" y="319181"/>
                </a:cubicBezTo>
                <a:cubicBezTo>
                  <a:pt x="419365" y="335950"/>
                  <a:pt x="405771" y="349545"/>
                  <a:pt x="389002" y="349545"/>
                </a:cubicBezTo>
                <a:cubicBezTo>
                  <a:pt x="372232" y="349545"/>
                  <a:pt x="358638" y="335950"/>
                  <a:pt x="358638" y="319181"/>
                </a:cubicBezTo>
                <a:cubicBezTo>
                  <a:pt x="358638" y="302412"/>
                  <a:pt x="372232" y="288818"/>
                  <a:pt x="389002" y="288818"/>
                </a:cubicBezTo>
                <a:close/>
                <a:moveTo>
                  <a:pt x="316447" y="288818"/>
                </a:moveTo>
                <a:cubicBezTo>
                  <a:pt x="333216" y="288818"/>
                  <a:pt x="346810" y="302412"/>
                  <a:pt x="346810" y="319181"/>
                </a:cubicBezTo>
                <a:cubicBezTo>
                  <a:pt x="346810" y="335950"/>
                  <a:pt x="333216" y="349545"/>
                  <a:pt x="316447" y="349545"/>
                </a:cubicBezTo>
                <a:cubicBezTo>
                  <a:pt x="299677" y="349545"/>
                  <a:pt x="286084" y="335950"/>
                  <a:pt x="286084" y="319181"/>
                </a:cubicBezTo>
                <a:cubicBezTo>
                  <a:pt x="286084" y="302412"/>
                  <a:pt x="299677" y="288818"/>
                  <a:pt x="316447" y="288818"/>
                </a:cubicBezTo>
                <a:close/>
                <a:moveTo>
                  <a:pt x="243892" y="288818"/>
                </a:moveTo>
                <a:cubicBezTo>
                  <a:pt x="260662" y="288818"/>
                  <a:pt x="274256" y="302412"/>
                  <a:pt x="274256" y="319181"/>
                </a:cubicBezTo>
                <a:cubicBezTo>
                  <a:pt x="274256" y="335950"/>
                  <a:pt x="260662" y="349545"/>
                  <a:pt x="243892" y="349545"/>
                </a:cubicBezTo>
                <a:cubicBezTo>
                  <a:pt x="227123" y="349545"/>
                  <a:pt x="213529" y="335950"/>
                  <a:pt x="213529" y="319181"/>
                </a:cubicBezTo>
                <a:cubicBezTo>
                  <a:pt x="213529" y="302412"/>
                  <a:pt x="227123" y="288818"/>
                  <a:pt x="243892" y="288818"/>
                </a:cubicBezTo>
                <a:close/>
                <a:moveTo>
                  <a:pt x="171339" y="288818"/>
                </a:moveTo>
                <a:cubicBezTo>
                  <a:pt x="188107" y="288818"/>
                  <a:pt x="201701" y="302412"/>
                  <a:pt x="201701" y="319181"/>
                </a:cubicBezTo>
                <a:cubicBezTo>
                  <a:pt x="201701" y="335950"/>
                  <a:pt x="188107" y="349545"/>
                  <a:pt x="171339" y="349545"/>
                </a:cubicBezTo>
                <a:cubicBezTo>
                  <a:pt x="154691" y="349545"/>
                  <a:pt x="141096" y="335950"/>
                  <a:pt x="141096" y="319181"/>
                </a:cubicBezTo>
                <a:cubicBezTo>
                  <a:pt x="141096" y="302412"/>
                  <a:pt x="154691" y="288818"/>
                  <a:pt x="171339" y="288818"/>
                </a:cubicBezTo>
                <a:close/>
                <a:moveTo>
                  <a:pt x="98923" y="288818"/>
                </a:moveTo>
                <a:cubicBezTo>
                  <a:pt x="115682" y="288818"/>
                  <a:pt x="129276" y="302412"/>
                  <a:pt x="129276" y="319181"/>
                </a:cubicBezTo>
                <a:cubicBezTo>
                  <a:pt x="129276" y="335950"/>
                  <a:pt x="115682" y="349545"/>
                  <a:pt x="98923" y="349545"/>
                </a:cubicBezTo>
                <a:cubicBezTo>
                  <a:pt x="82149" y="349545"/>
                  <a:pt x="68554" y="335950"/>
                  <a:pt x="68554" y="319181"/>
                </a:cubicBezTo>
                <a:cubicBezTo>
                  <a:pt x="68554" y="302412"/>
                  <a:pt x="82149" y="288818"/>
                  <a:pt x="98923" y="288818"/>
                </a:cubicBezTo>
                <a:close/>
                <a:moveTo>
                  <a:pt x="26368" y="288818"/>
                </a:moveTo>
                <a:cubicBezTo>
                  <a:pt x="43131" y="288818"/>
                  <a:pt x="56725" y="302412"/>
                  <a:pt x="56725" y="319181"/>
                </a:cubicBezTo>
                <a:cubicBezTo>
                  <a:pt x="56725" y="335950"/>
                  <a:pt x="43131" y="349545"/>
                  <a:pt x="26368" y="349545"/>
                </a:cubicBezTo>
                <a:cubicBezTo>
                  <a:pt x="17983" y="349545"/>
                  <a:pt x="10391" y="346146"/>
                  <a:pt x="4896" y="340651"/>
                </a:cubicBezTo>
                <a:lnTo>
                  <a:pt x="0" y="328831"/>
                </a:lnTo>
                <a:lnTo>
                  <a:pt x="0" y="309532"/>
                </a:lnTo>
                <a:lnTo>
                  <a:pt x="4896" y="297711"/>
                </a:lnTo>
                <a:cubicBezTo>
                  <a:pt x="10391" y="292217"/>
                  <a:pt x="17983" y="288818"/>
                  <a:pt x="26368" y="288818"/>
                </a:cubicBezTo>
                <a:close/>
                <a:moveTo>
                  <a:pt x="1622429" y="208366"/>
                </a:moveTo>
                <a:cubicBezTo>
                  <a:pt x="1639199" y="208366"/>
                  <a:pt x="1652792" y="221960"/>
                  <a:pt x="1652792" y="238729"/>
                </a:cubicBezTo>
                <a:cubicBezTo>
                  <a:pt x="1652792" y="255499"/>
                  <a:pt x="1639199" y="269093"/>
                  <a:pt x="1622429" y="269093"/>
                </a:cubicBezTo>
                <a:cubicBezTo>
                  <a:pt x="1605659" y="269093"/>
                  <a:pt x="1592066" y="255499"/>
                  <a:pt x="1592066" y="238729"/>
                </a:cubicBezTo>
                <a:cubicBezTo>
                  <a:pt x="1592066" y="221960"/>
                  <a:pt x="1605659" y="208366"/>
                  <a:pt x="1622429" y="208366"/>
                </a:cubicBezTo>
                <a:close/>
                <a:moveTo>
                  <a:pt x="1549874" y="208366"/>
                </a:moveTo>
                <a:cubicBezTo>
                  <a:pt x="1566644" y="208366"/>
                  <a:pt x="1580238" y="221960"/>
                  <a:pt x="1580238" y="238729"/>
                </a:cubicBezTo>
                <a:cubicBezTo>
                  <a:pt x="1580238" y="255499"/>
                  <a:pt x="1566644" y="269093"/>
                  <a:pt x="1549874" y="269093"/>
                </a:cubicBezTo>
                <a:cubicBezTo>
                  <a:pt x="1533105" y="269093"/>
                  <a:pt x="1519511" y="255499"/>
                  <a:pt x="1519511" y="238729"/>
                </a:cubicBezTo>
                <a:cubicBezTo>
                  <a:pt x="1519511" y="221960"/>
                  <a:pt x="1533105" y="208366"/>
                  <a:pt x="1549874" y="208366"/>
                </a:cubicBezTo>
                <a:close/>
                <a:moveTo>
                  <a:pt x="1477320" y="208366"/>
                </a:moveTo>
                <a:cubicBezTo>
                  <a:pt x="1494089" y="208366"/>
                  <a:pt x="1507683" y="221960"/>
                  <a:pt x="1507683" y="238729"/>
                </a:cubicBezTo>
                <a:cubicBezTo>
                  <a:pt x="1507683" y="255499"/>
                  <a:pt x="1494089" y="269093"/>
                  <a:pt x="1477320" y="269093"/>
                </a:cubicBezTo>
                <a:cubicBezTo>
                  <a:pt x="1460550" y="269093"/>
                  <a:pt x="1446956" y="255499"/>
                  <a:pt x="1446956" y="238729"/>
                </a:cubicBezTo>
                <a:cubicBezTo>
                  <a:pt x="1446956" y="221960"/>
                  <a:pt x="1460550" y="208366"/>
                  <a:pt x="1477320" y="208366"/>
                </a:cubicBezTo>
                <a:close/>
                <a:moveTo>
                  <a:pt x="1404765" y="208366"/>
                </a:moveTo>
                <a:cubicBezTo>
                  <a:pt x="1421535" y="208366"/>
                  <a:pt x="1435129" y="221960"/>
                  <a:pt x="1435129" y="238729"/>
                </a:cubicBezTo>
                <a:cubicBezTo>
                  <a:pt x="1435129" y="255499"/>
                  <a:pt x="1421535" y="269093"/>
                  <a:pt x="1404765" y="269093"/>
                </a:cubicBezTo>
                <a:cubicBezTo>
                  <a:pt x="1387996" y="269093"/>
                  <a:pt x="1374402" y="255499"/>
                  <a:pt x="1374402" y="238729"/>
                </a:cubicBezTo>
                <a:cubicBezTo>
                  <a:pt x="1374402" y="221960"/>
                  <a:pt x="1387996" y="208366"/>
                  <a:pt x="1404765" y="208366"/>
                </a:cubicBezTo>
                <a:close/>
                <a:moveTo>
                  <a:pt x="1332211" y="208366"/>
                </a:moveTo>
                <a:cubicBezTo>
                  <a:pt x="1348980" y="208366"/>
                  <a:pt x="1362574" y="221960"/>
                  <a:pt x="1362574" y="238729"/>
                </a:cubicBezTo>
                <a:cubicBezTo>
                  <a:pt x="1362574" y="255499"/>
                  <a:pt x="1348980" y="269093"/>
                  <a:pt x="1332211" y="269093"/>
                </a:cubicBezTo>
                <a:cubicBezTo>
                  <a:pt x="1315441" y="269093"/>
                  <a:pt x="1301847" y="255499"/>
                  <a:pt x="1301847" y="238729"/>
                </a:cubicBezTo>
                <a:cubicBezTo>
                  <a:pt x="1301847" y="221960"/>
                  <a:pt x="1315441" y="208366"/>
                  <a:pt x="1332211" y="208366"/>
                </a:cubicBezTo>
                <a:close/>
                <a:moveTo>
                  <a:pt x="1259656" y="208366"/>
                </a:moveTo>
                <a:cubicBezTo>
                  <a:pt x="1276426" y="208366"/>
                  <a:pt x="1290020" y="221960"/>
                  <a:pt x="1290020" y="238729"/>
                </a:cubicBezTo>
                <a:cubicBezTo>
                  <a:pt x="1290020" y="255499"/>
                  <a:pt x="1276426" y="269093"/>
                  <a:pt x="1259656" y="269093"/>
                </a:cubicBezTo>
                <a:cubicBezTo>
                  <a:pt x="1242887" y="269093"/>
                  <a:pt x="1229293" y="255499"/>
                  <a:pt x="1229293" y="238729"/>
                </a:cubicBezTo>
                <a:cubicBezTo>
                  <a:pt x="1229293" y="221960"/>
                  <a:pt x="1242887" y="208366"/>
                  <a:pt x="1259656" y="208366"/>
                </a:cubicBezTo>
                <a:close/>
                <a:moveTo>
                  <a:pt x="1187102" y="208366"/>
                </a:moveTo>
                <a:cubicBezTo>
                  <a:pt x="1203871" y="208366"/>
                  <a:pt x="1217465" y="221960"/>
                  <a:pt x="1217465" y="238729"/>
                </a:cubicBezTo>
                <a:cubicBezTo>
                  <a:pt x="1217465" y="255499"/>
                  <a:pt x="1203871" y="269093"/>
                  <a:pt x="1187102" y="269093"/>
                </a:cubicBezTo>
                <a:cubicBezTo>
                  <a:pt x="1170332" y="269093"/>
                  <a:pt x="1156738" y="255499"/>
                  <a:pt x="1156738" y="238729"/>
                </a:cubicBezTo>
                <a:cubicBezTo>
                  <a:pt x="1156738" y="221960"/>
                  <a:pt x="1170332" y="208366"/>
                  <a:pt x="1187102" y="208366"/>
                </a:cubicBezTo>
                <a:close/>
                <a:moveTo>
                  <a:pt x="1114547" y="208366"/>
                </a:moveTo>
                <a:cubicBezTo>
                  <a:pt x="1131317" y="208366"/>
                  <a:pt x="1144911" y="221960"/>
                  <a:pt x="1144911" y="238729"/>
                </a:cubicBezTo>
                <a:cubicBezTo>
                  <a:pt x="1144911" y="255499"/>
                  <a:pt x="1131317" y="269093"/>
                  <a:pt x="1114547" y="269093"/>
                </a:cubicBezTo>
                <a:cubicBezTo>
                  <a:pt x="1097778" y="269093"/>
                  <a:pt x="1084184" y="255499"/>
                  <a:pt x="1084184" y="238729"/>
                </a:cubicBezTo>
                <a:cubicBezTo>
                  <a:pt x="1084184" y="221960"/>
                  <a:pt x="1097778" y="208366"/>
                  <a:pt x="1114547" y="208366"/>
                </a:cubicBezTo>
                <a:close/>
                <a:moveTo>
                  <a:pt x="1041993" y="208366"/>
                </a:moveTo>
                <a:cubicBezTo>
                  <a:pt x="1058762" y="208366"/>
                  <a:pt x="1072356" y="221960"/>
                  <a:pt x="1072356" y="238729"/>
                </a:cubicBezTo>
                <a:cubicBezTo>
                  <a:pt x="1072356" y="255499"/>
                  <a:pt x="1058762" y="269093"/>
                  <a:pt x="1041993" y="269093"/>
                </a:cubicBezTo>
                <a:cubicBezTo>
                  <a:pt x="1025223" y="269093"/>
                  <a:pt x="1011629" y="255499"/>
                  <a:pt x="1011629" y="238729"/>
                </a:cubicBezTo>
                <a:cubicBezTo>
                  <a:pt x="1011629" y="221960"/>
                  <a:pt x="1025223" y="208366"/>
                  <a:pt x="1041993" y="208366"/>
                </a:cubicBezTo>
                <a:close/>
                <a:moveTo>
                  <a:pt x="969438" y="208366"/>
                </a:moveTo>
                <a:cubicBezTo>
                  <a:pt x="986208" y="208366"/>
                  <a:pt x="999801" y="221960"/>
                  <a:pt x="999801" y="238729"/>
                </a:cubicBezTo>
                <a:cubicBezTo>
                  <a:pt x="999801" y="255499"/>
                  <a:pt x="986208" y="269093"/>
                  <a:pt x="969438" y="269093"/>
                </a:cubicBezTo>
                <a:cubicBezTo>
                  <a:pt x="952669" y="269093"/>
                  <a:pt x="939075" y="255499"/>
                  <a:pt x="939075" y="238729"/>
                </a:cubicBezTo>
                <a:cubicBezTo>
                  <a:pt x="939075" y="221960"/>
                  <a:pt x="952669" y="208366"/>
                  <a:pt x="969438" y="208366"/>
                </a:cubicBezTo>
                <a:close/>
                <a:moveTo>
                  <a:pt x="896883" y="208366"/>
                </a:moveTo>
                <a:cubicBezTo>
                  <a:pt x="913653" y="208366"/>
                  <a:pt x="927247" y="221960"/>
                  <a:pt x="927247" y="238729"/>
                </a:cubicBezTo>
                <a:cubicBezTo>
                  <a:pt x="927247" y="255499"/>
                  <a:pt x="913653" y="269093"/>
                  <a:pt x="896883" y="269093"/>
                </a:cubicBezTo>
                <a:cubicBezTo>
                  <a:pt x="880114" y="269093"/>
                  <a:pt x="866520" y="255499"/>
                  <a:pt x="866520" y="238729"/>
                </a:cubicBezTo>
                <a:cubicBezTo>
                  <a:pt x="866520" y="221960"/>
                  <a:pt x="880114" y="208366"/>
                  <a:pt x="896883" y="208366"/>
                </a:cubicBezTo>
                <a:close/>
                <a:moveTo>
                  <a:pt x="824329" y="208366"/>
                </a:moveTo>
                <a:cubicBezTo>
                  <a:pt x="841098" y="208366"/>
                  <a:pt x="854692" y="221960"/>
                  <a:pt x="854692" y="238729"/>
                </a:cubicBezTo>
                <a:cubicBezTo>
                  <a:pt x="854692" y="255499"/>
                  <a:pt x="841098" y="269093"/>
                  <a:pt x="824329" y="269093"/>
                </a:cubicBezTo>
                <a:cubicBezTo>
                  <a:pt x="807559" y="269093"/>
                  <a:pt x="793965" y="255499"/>
                  <a:pt x="793965" y="238729"/>
                </a:cubicBezTo>
                <a:cubicBezTo>
                  <a:pt x="793965" y="221960"/>
                  <a:pt x="807559" y="208366"/>
                  <a:pt x="824329" y="208366"/>
                </a:cubicBezTo>
                <a:close/>
                <a:moveTo>
                  <a:pt x="751774" y="208366"/>
                </a:moveTo>
                <a:cubicBezTo>
                  <a:pt x="768544" y="208366"/>
                  <a:pt x="782138" y="221960"/>
                  <a:pt x="782138" y="238729"/>
                </a:cubicBezTo>
                <a:cubicBezTo>
                  <a:pt x="782138" y="255499"/>
                  <a:pt x="768544" y="269093"/>
                  <a:pt x="751774" y="269093"/>
                </a:cubicBezTo>
                <a:cubicBezTo>
                  <a:pt x="735005" y="269093"/>
                  <a:pt x="721411" y="255499"/>
                  <a:pt x="721411" y="238729"/>
                </a:cubicBezTo>
                <a:cubicBezTo>
                  <a:pt x="721411" y="221960"/>
                  <a:pt x="735005" y="208366"/>
                  <a:pt x="751774" y="208366"/>
                </a:cubicBezTo>
                <a:close/>
                <a:moveTo>
                  <a:pt x="679220" y="208366"/>
                </a:moveTo>
                <a:cubicBezTo>
                  <a:pt x="695989" y="208366"/>
                  <a:pt x="709583" y="221960"/>
                  <a:pt x="709583" y="238729"/>
                </a:cubicBezTo>
                <a:cubicBezTo>
                  <a:pt x="709583" y="255499"/>
                  <a:pt x="695989" y="269093"/>
                  <a:pt x="679220" y="269093"/>
                </a:cubicBezTo>
                <a:cubicBezTo>
                  <a:pt x="662450" y="269093"/>
                  <a:pt x="648856" y="255499"/>
                  <a:pt x="648856" y="238729"/>
                </a:cubicBezTo>
                <a:cubicBezTo>
                  <a:pt x="648856" y="221960"/>
                  <a:pt x="662450" y="208366"/>
                  <a:pt x="679220" y="208366"/>
                </a:cubicBezTo>
                <a:close/>
                <a:moveTo>
                  <a:pt x="606665" y="208366"/>
                </a:moveTo>
                <a:cubicBezTo>
                  <a:pt x="623435" y="208366"/>
                  <a:pt x="637029" y="221960"/>
                  <a:pt x="637029" y="238729"/>
                </a:cubicBezTo>
                <a:cubicBezTo>
                  <a:pt x="637029" y="255499"/>
                  <a:pt x="623435" y="269093"/>
                  <a:pt x="606665" y="269093"/>
                </a:cubicBezTo>
                <a:cubicBezTo>
                  <a:pt x="589896" y="269093"/>
                  <a:pt x="576302" y="255499"/>
                  <a:pt x="576302" y="238729"/>
                </a:cubicBezTo>
                <a:cubicBezTo>
                  <a:pt x="576302" y="221960"/>
                  <a:pt x="589896" y="208366"/>
                  <a:pt x="606665" y="208366"/>
                </a:cubicBezTo>
                <a:close/>
                <a:moveTo>
                  <a:pt x="534111" y="208366"/>
                </a:moveTo>
                <a:cubicBezTo>
                  <a:pt x="550880" y="208366"/>
                  <a:pt x="564474" y="221960"/>
                  <a:pt x="564474" y="238729"/>
                </a:cubicBezTo>
                <a:cubicBezTo>
                  <a:pt x="564474" y="255499"/>
                  <a:pt x="550880" y="269093"/>
                  <a:pt x="534111" y="269093"/>
                </a:cubicBezTo>
                <a:cubicBezTo>
                  <a:pt x="517341" y="269093"/>
                  <a:pt x="503747" y="255499"/>
                  <a:pt x="503747" y="238729"/>
                </a:cubicBezTo>
                <a:cubicBezTo>
                  <a:pt x="503747" y="221960"/>
                  <a:pt x="517341" y="208366"/>
                  <a:pt x="534111" y="208366"/>
                </a:cubicBezTo>
                <a:close/>
                <a:moveTo>
                  <a:pt x="461556" y="208366"/>
                </a:moveTo>
                <a:cubicBezTo>
                  <a:pt x="478326" y="208366"/>
                  <a:pt x="491920" y="221960"/>
                  <a:pt x="491920" y="238729"/>
                </a:cubicBezTo>
                <a:cubicBezTo>
                  <a:pt x="491920" y="255499"/>
                  <a:pt x="478326" y="269093"/>
                  <a:pt x="461556" y="269093"/>
                </a:cubicBezTo>
                <a:cubicBezTo>
                  <a:pt x="444787" y="269093"/>
                  <a:pt x="431192" y="255499"/>
                  <a:pt x="431192" y="238729"/>
                </a:cubicBezTo>
                <a:cubicBezTo>
                  <a:pt x="431192" y="221960"/>
                  <a:pt x="444787" y="208366"/>
                  <a:pt x="461556" y="208366"/>
                </a:cubicBezTo>
                <a:close/>
                <a:moveTo>
                  <a:pt x="389002" y="208366"/>
                </a:moveTo>
                <a:cubicBezTo>
                  <a:pt x="405771" y="208366"/>
                  <a:pt x="419365" y="221960"/>
                  <a:pt x="419365" y="238729"/>
                </a:cubicBezTo>
                <a:cubicBezTo>
                  <a:pt x="419365" y="255499"/>
                  <a:pt x="405771" y="269093"/>
                  <a:pt x="389002" y="269093"/>
                </a:cubicBezTo>
                <a:cubicBezTo>
                  <a:pt x="372232" y="269093"/>
                  <a:pt x="358638" y="255499"/>
                  <a:pt x="358638" y="238729"/>
                </a:cubicBezTo>
                <a:cubicBezTo>
                  <a:pt x="358638" y="221960"/>
                  <a:pt x="372232" y="208366"/>
                  <a:pt x="389002" y="208366"/>
                </a:cubicBezTo>
                <a:close/>
                <a:moveTo>
                  <a:pt x="316447" y="208366"/>
                </a:moveTo>
                <a:cubicBezTo>
                  <a:pt x="333216" y="208366"/>
                  <a:pt x="346810" y="221960"/>
                  <a:pt x="346810" y="238729"/>
                </a:cubicBezTo>
                <a:cubicBezTo>
                  <a:pt x="346810" y="255499"/>
                  <a:pt x="333216" y="269093"/>
                  <a:pt x="316447" y="269093"/>
                </a:cubicBezTo>
                <a:cubicBezTo>
                  <a:pt x="299677" y="269093"/>
                  <a:pt x="286084" y="255499"/>
                  <a:pt x="286084" y="238729"/>
                </a:cubicBezTo>
                <a:cubicBezTo>
                  <a:pt x="286084" y="221960"/>
                  <a:pt x="299677" y="208366"/>
                  <a:pt x="316447" y="208366"/>
                </a:cubicBezTo>
                <a:close/>
                <a:moveTo>
                  <a:pt x="243892" y="208366"/>
                </a:moveTo>
                <a:cubicBezTo>
                  <a:pt x="260662" y="208366"/>
                  <a:pt x="274256" y="221960"/>
                  <a:pt x="274256" y="238729"/>
                </a:cubicBezTo>
                <a:cubicBezTo>
                  <a:pt x="274256" y="255499"/>
                  <a:pt x="260662" y="269093"/>
                  <a:pt x="243892" y="269093"/>
                </a:cubicBezTo>
                <a:cubicBezTo>
                  <a:pt x="227123" y="269093"/>
                  <a:pt x="213529" y="255499"/>
                  <a:pt x="213529" y="238729"/>
                </a:cubicBezTo>
                <a:cubicBezTo>
                  <a:pt x="213529" y="221960"/>
                  <a:pt x="227123" y="208366"/>
                  <a:pt x="243892" y="208366"/>
                </a:cubicBezTo>
                <a:close/>
                <a:moveTo>
                  <a:pt x="171339" y="208366"/>
                </a:moveTo>
                <a:cubicBezTo>
                  <a:pt x="188107" y="208366"/>
                  <a:pt x="201701" y="221960"/>
                  <a:pt x="201701" y="238729"/>
                </a:cubicBezTo>
                <a:cubicBezTo>
                  <a:pt x="201701" y="255499"/>
                  <a:pt x="188107" y="269093"/>
                  <a:pt x="171339" y="269093"/>
                </a:cubicBezTo>
                <a:cubicBezTo>
                  <a:pt x="154697" y="269093"/>
                  <a:pt x="141102" y="255499"/>
                  <a:pt x="141102" y="238729"/>
                </a:cubicBezTo>
                <a:cubicBezTo>
                  <a:pt x="141102" y="221960"/>
                  <a:pt x="154697" y="208366"/>
                  <a:pt x="171339" y="208366"/>
                </a:cubicBezTo>
                <a:close/>
                <a:moveTo>
                  <a:pt x="98929" y="208366"/>
                </a:moveTo>
                <a:cubicBezTo>
                  <a:pt x="115688" y="208366"/>
                  <a:pt x="129282" y="221960"/>
                  <a:pt x="129282" y="238729"/>
                </a:cubicBezTo>
                <a:cubicBezTo>
                  <a:pt x="129282" y="255499"/>
                  <a:pt x="115688" y="269093"/>
                  <a:pt x="98929" y="269093"/>
                </a:cubicBezTo>
                <a:cubicBezTo>
                  <a:pt x="82155" y="269093"/>
                  <a:pt x="68561" y="255499"/>
                  <a:pt x="68561" y="238729"/>
                </a:cubicBezTo>
                <a:cubicBezTo>
                  <a:pt x="68561" y="221960"/>
                  <a:pt x="82155" y="208366"/>
                  <a:pt x="98929" y="208366"/>
                </a:cubicBezTo>
                <a:close/>
                <a:moveTo>
                  <a:pt x="26375" y="208366"/>
                </a:moveTo>
                <a:cubicBezTo>
                  <a:pt x="43137" y="208366"/>
                  <a:pt x="56732" y="221960"/>
                  <a:pt x="56732" y="238729"/>
                </a:cubicBezTo>
                <a:cubicBezTo>
                  <a:pt x="56732" y="255499"/>
                  <a:pt x="43137" y="269093"/>
                  <a:pt x="26375" y="269093"/>
                </a:cubicBezTo>
                <a:cubicBezTo>
                  <a:pt x="17989" y="269093"/>
                  <a:pt x="10398" y="265695"/>
                  <a:pt x="4903" y="260200"/>
                </a:cubicBezTo>
                <a:lnTo>
                  <a:pt x="0" y="248364"/>
                </a:lnTo>
                <a:lnTo>
                  <a:pt x="0" y="229094"/>
                </a:lnTo>
                <a:lnTo>
                  <a:pt x="4903" y="217259"/>
                </a:lnTo>
                <a:cubicBezTo>
                  <a:pt x="10398" y="211765"/>
                  <a:pt x="17989" y="208366"/>
                  <a:pt x="26375" y="208366"/>
                </a:cubicBezTo>
                <a:close/>
                <a:moveTo>
                  <a:pt x="1622429" y="127914"/>
                </a:moveTo>
                <a:cubicBezTo>
                  <a:pt x="1630814" y="127914"/>
                  <a:pt x="1638404" y="131313"/>
                  <a:pt x="1643899" y="136808"/>
                </a:cubicBezTo>
                <a:lnTo>
                  <a:pt x="1648931" y="148957"/>
                </a:lnTo>
                <a:lnTo>
                  <a:pt x="1651011" y="162579"/>
                </a:lnTo>
                <a:lnTo>
                  <a:pt x="1643899" y="179748"/>
                </a:lnTo>
                <a:cubicBezTo>
                  <a:pt x="1638404" y="185243"/>
                  <a:pt x="1630814" y="188641"/>
                  <a:pt x="1622429" y="188641"/>
                </a:cubicBezTo>
                <a:cubicBezTo>
                  <a:pt x="1605659" y="188641"/>
                  <a:pt x="1592066" y="175047"/>
                  <a:pt x="1592066" y="158278"/>
                </a:cubicBezTo>
                <a:cubicBezTo>
                  <a:pt x="1592066" y="141508"/>
                  <a:pt x="1605659" y="127914"/>
                  <a:pt x="1622429" y="127914"/>
                </a:cubicBezTo>
                <a:close/>
                <a:moveTo>
                  <a:pt x="1549874" y="127914"/>
                </a:moveTo>
                <a:cubicBezTo>
                  <a:pt x="1566644" y="127914"/>
                  <a:pt x="1580238" y="141508"/>
                  <a:pt x="1580238" y="158278"/>
                </a:cubicBezTo>
                <a:cubicBezTo>
                  <a:pt x="1580238" y="175047"/>
                  <a:pt x="1566644" y="188641"/>
                  <a:pt x="1549874" y="188641"/>
                </a:cubicBezTo>
                <a:cubicBezTo>
                  <a:pt x="1533105" y="188641"/>
                  <a:pt x="1519511" y="175047"/>
                  <a:pt x="1519511" y="158278"/>
                </a:cubicBezTo>
                <a:cubicBezTo>
                  <a:pt x="1519511" y="141508"/>
                  <a:pt x="1533105" y="127914"/>
                  <a:pt x="1549874" y="127914"/>
                </a:cubicBezTo>
                <a:close/>
                <a:moveTo>
                  <a:pt x="1477320" y="127914"/>
                </a:moveTo>
                <a:cubicBezTo>
                  <a:pt x="1494089" y="127914"/>
                  <a:pt x="1507683" y="141508"/>
                  <a:pt x="1507683" y="158278"/>
                </a:cubicBezTo>
                <a:cubicBezTo>
                  <a:pt x="1507683" y="175047"/>
                  <a:pt x="1494089" y="188641"/>
                  <a:pt x="1477320" y="188641"/>
                </a:cubicBezTo>
                <a:cubicBezTo>
                  <a:pt x="1460550" y="188641"/>
                  <a:pt x="1446956" y="175047"/>
                  <a:pt x="1446956" y="158278"/>
                </a:cubicBezTo>
                <a:cubicBezTo>
                  <a:pt x="1446956" y="141508"/>
                  <a:pt x="1460550" y="127914"/>
                  <a:pt x="1477320" y="127914"/>
                </a:cubicBezTo>
                <a:close/>
                <a:moveTo>
                  <a:pt x="1404765" y="127914"/>
                </a:moveTo>
                <a:cubicBezTo>
                  <a:pt x="1421535" y="127914"/>
                  <a:pt x="1435129" y="141508"/>
                  <a:pt x="1435129" y="158278"/>
                </a:cubicBezTo>
                <a:cubicBezTo>
                  <a:pt x="1435129" y="175047"/>
                  <a:pt x="1421535" y="188641"/>
                  <a:pt x="1404765" y="188641"/>
                </a:cubicBezTo>
                <a:cubicBezTo>
                  <a:pt x="1387996" y="188641"/>
                  <a:pt x="1374402" y="175047"/>
                  <a:pt x="1374402" y="158278"/>
                </a:cubicBezTo>
                <a:cubicBezTo>
                  <a:pt x="1374402" y="141508"/>
                  <a:pt x="1387996" y="127914"/>
                  <a:pt x="1404765" y="127914"/>
                </a:cubicBezTo>
                <a:close/>
                <a:moveTo>
                  <a:pt x="1332211" y="127914"/>
                </a:moveTo>
                <a:cubicBezTo>
                  <a:pt x="1348980" y="127914"/>
                  <a:pt x="1362574" y="141508"/>
                  <a:pt x="1362574" y="158278"/>
                </a:cubicBezTo>
                <a:cubicBezTo>
                  <a:pt x="1362574" y="175047"/>
                  <a:pt x="1348980" y="188641"/>
                  <a:pt x="1332211" y="188641"/>
                </a:cubicBezTo>
                <a:cubicBezTo>
                  <a:pt x="1315441" y="188641"/>
                  <a:pt x="1301847" y="175047"/>
                  <a:pt x="1301847" y="158278"/>
                </a:cubicBezTo>
                <a:cubicBezTo>
                  <a:pt x="1301847" y="141508"/>
                  <a:pt x="1315441" y="127914"/>
                  <a:pt x="1332211" y="127914"/>
                </a:cubicBezTo>
                <a:close/>
                <a:moveTo>
                  <a:pt x="1259656" y="127914"/>
                </a:moveTo>
                <a:cubicBezTo>
                  <a:pt x="1276426" y="127914"/>
                  <a:pt x="1290020" y="141508"/>
                  <a:pt x="1290020" y="158278"/>
                </a:cubicBezTo>
                <a:cubicBezTo>
                  <a:pt x="1290020" y="175047"/>
                  <a:pt x="1276426" y="188641"/>
                  <a:pt x="1259656" y="188641"/>
                </a:cubicBezTo>
                <a:cubicBezTo>
                  <a:pt x="1242887" y="188641"/>
                  <a:pt x="1229293" y="175047"/>
                  <a:pt x="1229293" y="158278"/>
                </a:cubicBezTo>
                <a:cubicBezTo>
                  <a:pt x="1229293" y="141508"/>
                  <a:pt x="1242887" y="127914"/>
                  <a:pt x="1259656" y="127914"/>
                </a:cubicBezTo>
                <a:close/>
                <a:moveTo>
                  <a:pt x="1187102" y="127914"/>
                </a:moveTo>
                <a:cubicBezTo>
                  <a:pt x="1203871" y="127914"/>
                  <a:pt x="1217465" y="141508"/>
                  <a:pt x="1217465" y="158278"/>
                </a:cubicBezTo>
                <a:cubicBezTo>
                  <a:pt x="1217465" y="175047"/>
                  <a:pt x="1203871" y="188641"/>
                  <a:pt x="1187102" y="188641"/>
                </a:cubicBezTo>
                <a:cubicBezTo>
                  <a:pt x="1170332" y="188641"/>
                  <a:pt x="1156738" y="175047"/>
                  <a:pt x="1156738" y="158278"/>
                </a:cubicBezTo>
                <a:cubicBezTo>
                  <a:pt x="1156738" y="141508"/>
                  <a:pt x="1170332" y="127914"/>
                  <a:pt x="1187102" y="127914"/>
                </a:cubicBezTo>
                <a:close/>
                <a:moveTo>
                  <a:pt x="1114547" y="127914"/>
                </a:moveTo>
                <a:cubicBezTo>
                  <a:pt x="1131317" y="127914"/>
                  <a:pt x="1144911" y="141508"/>
                  <a:pt x="1144911" y="158278"/>
                </a:cubicBezTo>
                <a:cubicBezTo>
                  <a:pt x="1144911" y="175047"/>
                  <a:pt x="1131317" y="188641"/>
                  <a:pt x="1114547" y="188641"/>
                </a:cubicBezTo>
                <a:cubicBezTo>
                  <a:pt x="1097778" y="188641"/>
                  <a:pt x="1084184" y="175047"/>
                  <a:pt x="1084184" y="158278"/>
                </a:cubicBezTo>
                <a:cubicBezTo>
                  <a:pt x="1084184" y="141508"/>
                  <a:pt x="1097778" y="127914"/>
                  <a:pt x="1114547" y="127914"/>
                </a:cubicBezTo>
                <a:close/>
                <a:moveTo>
                  <a:pt x="1041993" y="127914"/>
                </a:moveTo>
                <a:cubicBezTo>
                  <a:pt x="1058762" y="127914"/>
                  <a:pt x="1072356" y="141508"/>
                  <a:pt x="1072356" y="158278"/>
                </a:cubicBezTo>
                <a:cubicBezTo>
                  <a:pt x="1072356" y="175047"/>
                  <a:pt x="1058762" y="188641"/>
                  <a:pt x="1041993" y="188641"/>
                </a:cubicBezTo>
                <a:cubicBezTo>
                  <a:pt x="1025223" y="188641"/>
                  <a:pt x="1011629" y="175047"/>
                  <a:pt x="1011629" y="158278"/>
                </a:cubicBezTo>
                <a:cubicBezTo>
                  <a:pt x="1011629" y="141508"/>
                  <a:pt x="1025223" y="127914"/>
                  <a:pt x="1041993" y="127914"/>
                </a:cubicBezTo>
                <a:close/>
                <a:moveTo>
                  <a:pt x="969438" y="127914"/>
                </a:moveTo>
                <a:cubicBezTo>
                  <a:pt x="986208" y="127914"/>
                  <a:pt x="999801" y="141508"/>
                  <a:pt x="999801" y="158278"/>
                </a:cubicBezTo>
                <a:cubicBezTo>
                  <a:pt x="999801" y="175047"/>
                  <a:pt x="986208" y="188641"/>
                  <a:pt x="969438" y="188641"/>
                </a:cubicBezTo>
                <a:cubicBezTo>
                  <a:pt x="952669" y="188641"/>
                  <a:pt x="939075" y="175047"/>
                  <a:pt x="939075" y="158278"/>
                </a:cubicBezTo>
                <a:cubicBezTo>
                  <a:pt x="939075" y="141508"/>
                  <a:pt x="952669" y="127914"/>
                  <a:pt x="969438" y="127914"/>
                </a:cubicBezTo>
                <a:close/>
                <a:moveTo>
                  <a:pt x="896883" y="127914"/>
                </a:moveTo>
                <a:cubicBezTo>
                  <a:pt x="913653" y="127914"/>
                  <a:pt x="927247" y="141508"/>
                  <a:pt x="927247" y="158278"/>
                </a:cubicBezTo>
                <a:cubicBezTo>
                  <a:pt x="927247" y="175047"/>
                  <a:pt x="913653" y="188641"/>
                  <a:pt x="896883" y="188641"/>
                </a:cubicBezTo>
                <a:cubicBezTo>
                  <a:pt x="880114" y="188641"/>
                  <a:pt x="866520" y="175047"/>
                  <a:pt x="866520" y="158278"/>
                </a:cubicBezTo>
                <a:cubicBezTo>
                  <a:pt x="866520" y="141508"/>
                  <a:pt x="880114" y="127914"/>
                  <a:pt x="896883" y="127914"/>
                </a:cubicBezTo>
                <a:close/>
                <a:moveTo>
                  <a:pt x="824329" y="127914"/>
                </a:moveTo>
                <a:cubicBezTo>
                  <a:pt x="841098" y="127914"/>
                  <a:pt x="854692" y="141508"/>
                  <a:pt x="854692" y="158278"/>
                </a:cubicBezTo>
                <a:cubicBezTo>
                  <a:pt x="854692" y="175047"/>
                  <a:pt x="841098" y="188641"/>
                  <a:pt x="824329" y="188641"/>
                </a:cubicBezTo>
                <a:cubicBezTo>
                  <a:pt x="807559" y="188641"/>
                  <a:pt x="793965" y="175047"/>
                  <a:pt x="793965" y="158278"/>
                </a:cubicBezTo>
                <a:cubicBezTo>
                  <a:pt x="793965" y="141508"/>
                  <a:pt x="807559" y="127914"/>
                  <a:pt x="824329" y="127914"/>
                </a:cubicBezTo>
                <a:close/>
                <a:moveTo>
                  <a:pt x="751774" y="127914"/>
                </a:moveTo>
                <a:cubicBezTo>
                  <a:pt x="768544" y="127914"/>
                  <a:pt x="782138" y="141508"/>
                  <a:pt x="782138" y="158278"/>
                </a:cubicBezTo>
                <a:cubicBezTo>
                  <a:pt x="782138" y="175047"/>
                  <a:pt x="768544" y="188641"/>
                  <a:pt x="751774" y="188641"/>
                </a:cubicBezTo>
                <a:cubicBezTo>
                  <a:pt x="735005" y="188641"/>
                  <a:pt x="721411" y="175047"/>
                  <a:pt x="721411" y="158278"/>
                </a:cubicBezTo>
                <a:cubicBezTo>
                  <a:pt x="721411" y="141508"/>
                  <a:pt x="735005" y="127914"/>
                  <a:pt x="751774" y="127914"/>
                </a:cubicBezTo>
                <a:close/>
                <a:moveTo>
                  <a:pt x="679220" y="127914"/>
                </a:moveTo>
                <a:cubicBezTo>
                  <a:pt x="695989" y="127914"/>
                  <a:pt x="709583" y="141508"/>
                  <a:pt x="709583" y="158278"/>
                </a:cubicBezTo>
                <a:cubicBezTo>
                  <a:pt x="709583" y="175047"/>
                  <a:pt x="695989" y="188641"/>
                  <a:pt x="679220" y="188641"/>
                </a:cubicBezTo>
                <a:cubicBezTo>
                  <a:pt x="662450" y="188641"/>
                  <a:pt x="648856" y="175047"/>
                  <a:pt x="648856" y="158278"/>
                </a:cubicBezTo>
                <a:cubicBezTo>
                  <a:pt x="648856" y="141508"/>
                  <a:pt x="662450" y="127914"/>
                  <a:pt x="679220" y="127914"/>
                </a:cubicBezTo>
                <a:close/>
                <a:moveTo>
                  <a:pt x="606665" y="127914"/>
                </a:moveTo>
                <a:cubicBezTo>
                  <a:pt x="623435" y="127914"/>
                  <a:pt x="637029" y="141508"/>
                  <a:pt x="637029" y="158278"/>
                </a:cubicBezTo>
                <a:cubicBezTo>
                  <a:pt x="637029" y="175047"/>
                  <a:pt x="623435" y="188641"/>
                  <a:pt x="606665" y="188641"/>
                </a:cubicBezTo>
                <a:cubicBezTo>
                  <a:pt x="589896" y="188641"/>
                  <a:pt x="576302" y="175047"/>
                  <a:pt x="576302" y="158278"/>
                </a:cubicBezTo>
                <a:cubicBezTo>
                  <a:pt x="576302" y="141508"/>
                  <a:pt x="589896" y="127914"/>
                  <a:pt x="606665" y="127914"/>
                </a:cubicBezTo>
                <a:close/>
                <a:moveTo>
                  <a:pt x="534111" y="127914"/>
                </a:moveTo>
                <a:cubicBezTo>
                  <a:pt x="550880" y="127914"/>
                  <a:pt x="564474" y="141508"/>
                  <a:pt x="564474" y="158278"/>
                </a:cubicBezTo>
                <a:cubicBezTo>
                  <a:pt x="564474" y="175047"/>
                  <a:pt x="550880" y="188641"/>
                  <a:pt x="534111" y="188641"/>
                </a:cubicBezTo>
                <a:cubicBezTo>
                  <a:pt x="517341" y="188641"/>
                  <a:pt x="503747" y="175047"/>
                  <a:pt x="503747" y="158278"/>
                </a:cubicBezTo>
                <a:cubicBezTo>
                  <a:pt x="503747" y="141508"/>
                  <a:pt x="517341" y="127914"/>
                  <a:pt x="534111" y="127914"/>
                </a:cubicBezTo>
                <a:close/>
                <a:moveTo>
                  <a:pt x="461556" y="127914"/>
                </a:moveTo>
                <a:cubicBezTo>
                  <a:pt x="478326" y="127914"/>
                  <a:pt x="491920" y="141508"/>
                  <a:pt x="491920" y="158278"/>
                </a:cubicBezTo>
                <a:cubicBezTo>
                  <a:pt x="491920" y="175047"/>
                  <a:pt x="478326" y="188641"/>
                  <a:pt x="461556" y="188641"/>
                </a:cubicBezTo>
                <a:cubicBezTo>
                  <a:pt x="444787" y="188641"/>
                  <a:pt x="431192" y="175047"/>
                  <a:pt x="431192" y="158278"/>
                </a:cubicBezTo>
                <a:cubicBezTo>
                  <a:pt x="431192" y="141508"/>
                  <a:pt x="444787" y="127914"/>
                  <a:pt x="461556" y="127914"/>
                </a:cubicBezTo>
                <a:close/>
                <a:moveTo>
                  <a:pt x="389002" y="127914"/>
                </a:moveTo>
                <a:cubicBezTo>
                  <a:pt x="405771" y="127914"/>
                  <a:pt x="419365" y="141508"/>
                  <a:pt x="419365" y="158278"/>
                </a:cubicBezTo>
                <a:cubicBezTo>
                  <a:pt x="419365" y="175047"/>
                  <a:pt x="405771" y="188641"/>
                  <a:pt x="389002" y="188641"/>
                </a:cubicBezTo>
                <a:cubicBezTo>
                  <a:pt x="372232" y="188641"/>
                  <a:pt x="358638" y="175047"/>
                  <a:pt x="358638" y="158278"/>
                </a:cubicBezTo>
                <a:cubicBezTo>
                  <a:pt x="358638" y="141508"/>
                  <a:pt x="372232" y="127914"/>
                  <a:pt x="389002" y="127914"/>
                </a:cubicBezTo>
                <a:close/>
                <a:moveTo>
                  <a:pt x="316447" y="127914"/>
                </a:moveTo>
                <a:cubicBezTo>
                  <a:pt x="333216" y="127914"/>
                  <a:pt x="346810" y="141508"/>
                  <a:pt x="346810" y="158278"/>
                </a:cubicBezTo>
                <a:cubicBezTo>
                  <a:pt x="346810" y="175047"/>
                  <a:pt x="333216" y="188641"/>
                  <a:pt x="316447" y="188641"/>
                </a:cubicBezTo>
                <a:cubicBezTo>
                  <a:pt x="299677" y="188641"/>
                  <a:pt x="286084" y="175047"/>
                  <a:pt x="286084" y="158278"/>
                </a:cubicBezTo>
                <a:cubicBezTo>
                  <a:pt x="286084" y="141508"/>
                  <a:pt x="299677" y="127914"/>
                  <a:pt x="316447" y="127914"/>
                </a:cubicBezTo>
                <a:close/>
                <a:moveTo>
                  <a:pt x="243892" y="127914"/>
                </a:moveTo>
                <a:cubicBezTo>
                  <a:pt x="260662" y="127914"/>
                  <a:pt x="274256" y="141508"/>
                  <a:pt x="274256" y="158278"/>
                </a:cubicBezTo>
                <a:cubicBezTo>
                  <a:pt x="274256" y="175047"/>
                  <a:pt x="260662" y="188641"/>
                  <a:pt x="243892" y="188641"/>
                </a:cubicBezTo>
                <a:cubicBezTo>
                  <a:pt x="227123" y="188641"/>
                  <a:pt x="213529" y="175047"/>
                  <a:pt x="213529" y="158278"/>
                </a:cubicBezTo>
                <a:cubicBezTo>
                  <a:pt x="213529" y="141508"/>
                  <a:pt x="227123" y="127914"/>
                  <a:pt x="243892" y="127914"/>
                </a:cubicBezTo>
                <a:close/>
                <a:moveTo>
                  <a:pt x="171339" y="127914"/>
                </a:moveTo>
                <a:cubicBezTo>
                  <a:pt x="188107" y="127914"/>
                  <a:pt x="201701" y="141508"/>
                  <a:pt x="201701" y="158278"/>
                </a:cubicBezTo>
                <a:cubicBezTo>
                  <a:pt x="201701" y="175047"/>
                  <a:pt x="188107" y="188641"/>
                  <a:pt x="171339" y="188641"/>
                </a:cubicBezTo>
                <a:cubicBezTo>
                  <a:pt x="154702" y="188641"/>
                  <a:pt x="141108" y="175047"/>
                  <a:pt x="141108" y="158278"/>
                </a:cubicBezTo>
                <a:cubicBezTo>
                  <a:pt x="141108" y="141508"/>
                  <a:pt x="154702" y="127914"/>
                  <a:pt x="171339" y="127914"/>
                </a:cubicBezTo>
                <a:close/>
                <a:moveTo>
                  <a:pt x="98936" y="127914"/>
                </a:moveTo>
                <a:cubicBezTo>
                  <a:pt x="115695" y="127914"/>
                  <a:pt x="129288" y="141508"/>
                  <a:pt x="129288" y="158278"/>
                </a:cubicBezTo>
                <a:cubicBezTo>
                  <a:pt x="129288" y="175047"/>
                  <a:pt x="115695" y="188641"/>
                  <a:pt x="98936" y="188641"/>
                </a:cubicBezTo>
                <a:cubicBezTo>
                  <a:pt x="82162" y="188641"/>
                  <a:pt x="68567" y="175047"/>
                  <a:pt x="68567" y="158278"/>
                </a:cubicBezTo>
                <a:cubicBezTo>
                  <a:pt x="68567" y="141508"/>
                  <a:pt x="82162" y="127914"/>
                  <a:pt x="98936" y="127914"/>
                </a:cubicBezTo>
                <a:close/>
                <a:moveTo>
                  <a:pt x="26381" y="127914"/>
                </a:moveTo>
                <a:cubicBezTo>
                  <a:pt x="43143" y="127914"/>
                  <a:pt x="56738" y="141508"/>
                  <a:pt x="56738" y="158278"/>
                </a:cubicBezTo>
                <a:cubicBezTo>
                  <a:pt x="56738" y="175047"/>
                  <a:pt x="43143" y="188641"/>
                  <a:pt x="26381" y="188641"/>
                </a:cubicBezTo>
                <a:cubicBezTo>
                  <a:pt x="17995" y="188641"/>
                  <a:pt x="10404" y="185243"/>
                  <a:pt x="4909" y="179748"/>
                </a:cubicBezTo>
                <a:lnTo>
                  <a:pt x="0" y="167898"/>
                </a:lnTo>
                <a:lnTo>
                  <a:pt x="0" y="148658"/>
                </a:lnTo>
                <a:lnTo>
                  <a:pt x="4909" y="136807"/>
                </a:lnTo>
                <a:cubicBezTo>
                  <a:pt x="10404" y="131313"/>
                  <a:pt x="17995" y="127914"/>
                  <a:pt x="26381" y="127914"/>
                </a:cubicBezTo>
                <a:close/>
                <a:moveTo>
                  <a:pt x="1622429" y="47462"/>
                </a:moveTo>
                <a:lnTo>
                  <a:pt x="1625821" y="48147"/>
                </a:lnTo>
                <a:lnTo>
                  <a:pt x="1639701" y="102127"/>
                </a:lnTo>
                <a:lnTo>
                  <a:pt x="1634248" y="105804"/>
                </a:lnTo>
                <a:cubicBezTo>
                  <a:pt x="1630615" y="107340"/>
                  <a:pt x="1626621" y="108189"/>
                  <a:pt x="1622429" y="108189"/>
                </a:cubicBezTo>
                <a:cubicBezTo>
                  <a:pt x="1605659" y="108189"/>
                  <a:pt x="1592066" y="94595"/>
                  <a:pt x="1592066" y="77826"/>
                </a:cubicBezTo>
                <a:cubicBezTo>
                  <a:pt x="1592066" y="61056"/>
                  <a:pt x="1605659" y="47462"/>
                  <a:pt x="1622429" y="47462"/>
                </a:cubicBezTo>
                <a:close/>
                <a:moveTo>
                  <a:pt x="1549874" y="47462"/>
                </a:moveTo>
                <a:cubicBezTo>
                  <a:pt x="1566644" y="47462"/>
                  <a:pt x="1580238" y="61056"/>
                  <a:pt x="1580238" y="77826"/>
                </a:cubicBezTo>
                <a:cubicBezTo>
                  <a:pt x="1580238" y="94595"/>
                  <a:pt x="1566644" y="108189"/>
                  <a:pt x="1549874" y="108189"/>
                </a:cubicBezTo>
                <a:cubicBezTo>
                  <a:pt x="1533105" y="108189"/>
                  <a:pt x="1519511" y="94595"/>
                  <a:pt x="1519511" y="77826"/>
                </a:cubicBezTo>
                <a:cubicBezTo>
                  <a:pt x="1519511" y="61056"/>
                  <a:pt x="1533105" y="47462"/>
                  <a:pt x="1549874" y="47462"/>
                </a:cubicBezTo>
                <a:close/>
                <a:moveTo>
                  <a:pt x="1477320" y="47462"/>
                </a:moveTo>
                <a:cubicBezTo>
                  <a:pt x="1494089" y="47462"/>
                  <a:pt x="1507683" y="61056"/>
                  <a:pt x="1507683" y="77826"/>
                </a:cubicBezTo>
                <a:cubicBezTo>
                  <a:pt x="1507683" y="94595"/>
                  <a:pt x="1494089" y="108189"/>
                  <a:pt x="1477320" y="108189"/>
                </a:cubicBezTo>
                <a:cubicBezTo>
                  <a:pt x="1460550" y="108189"/>
                  <a:pt x="1446956" y="94595"/>
                  <a:pt x="1446956" y="77826"/>
                </a:cubicBezTo>
                <a:cubicBezTo>
                  <a:pt x="1446956" y="61056"/>
                  <a:pt x="1460550" y="47462"/>
                  <a:pt x="1477320" y="47462"/>
                </a:cubicBezTo>
                <a:close/>
                <a:moveTo>
                  <a:pt x="1404765" y="47462"/>
                </a:moveTo>
                <a:cubicBezTo>
                  <a:pt x="1421535" y="47462"/>
                  <a:pt x="1435129" y="61056"/>
                  <a:pt x="1435129" y="77826"/>
                </a:cubicBezTo>
                <a:cubicBezTo>
                  <a:pt x="1435129" y="94595"/>
                  <a:pt x="1421535" y="108189"/>
                  <a:pt x="1404765" y="108189"/>
                </a:cubicBezTo>
                <a:cubicBezTo>
                  <a:pt x="1387996" y="108189"/>
                  <a:pt x="1374402" y="94595"/>
                  <a:pt x="1374402" y="77826"/>
                </a:cubicBezTo>
                <a:cubicBezTo>
                  <a:pt x="1374402" y="61056"/>
                  <a:pt x="1387996" y="47462"/>
                  <a:pt x="1404765" y="47462"/>
                </a:cubicBezTo>
                <a:close/>
                <a:moveTo>
                  <a:pt x="1332211" y="47462"/>
                </a:moveTo>
                <a:cubicBezTo>
                  <a:pt x="1348980" y="47462"/>
                  <a:pt x="1362574" y="61056"/>
                  <a:pt x="1362574" y="77826"/>
                </a:cubicBezTo>
                <a:cubicBezTo>
                  <a:pt x="1362574" y="94595"/>
                  <a:pt x="1348980" y="108189"/>
                  <a:pt x="1332211" y="108189"/>
                </a:cubicBezTo>
                <a:cubicBezTo>
                  <a:pt x="1315441" y="108189"/>
                  <a:pt x="1301847" y="94595"/>
                  <a:pt x="1301847" y="77826"/>
                </a:cubicBezTo>
                <a:cubicBezTo>
                  <a:pt x="1301847" y="61056"/>
                  <a:pt x="1315441" y="47462"/>
                  <a:pt x="1332211" y="47462"/>
                </a:cubicBezTo>
                <a:close/>
                <a:moveTo>
                  <a:pt x="1259656" y="47462"/>
                </a:moveTo>
                <a:cubicBezTo>
                  <a:pt x="1276426" y="47462"/>
                  <a:pt x="1290020" y="61056"/>
                  <a:pt x="1290020" y="77826"/>
                </a:cubicBezTo>
                <a:cubicBezTo>
                  <a:pt x="1290020" y="94595"/>
                  <a:pt x="1276426" y="108189"/>
                  <a:pt x="1259656" y="108189"/>
                </a:cubicBezTo>
                <a:cubicBezTo>
                  <a:pt x="1242887" y="108189"/>
                  <a:pt x="1229293" y="94595"/>
                  <a:pt x="1229293" y="77826"/>
                </a:cubicBezTo>
                <a:cubicBezTo>
                  <a:pt x="1229293" y="61056"/>
                  <a:pt x="1242887" y="47462"/>
                  <a:pt x="1259656" y="47462"/>
                </a:cubicBezTo>
                <a:close/>
                <a:moveTo>
                  <a:pt x="1187102" y="47462"/>
                </a:moveTo>
                <a:cubicBezTo>
                  <a:pt x="1203871" y="47462"/>
                  <a:pt x="1217465" y="61056"/>
                  <a:pt x="1217465" y="77826"/>
                </a:cubicBezTo>
                <a:cubicBezTo>
                  <a:pt x="1217465" y="94595"/>
                  <a:pt x="1203871" y="108189"/>
                  <a:pt x="1187102" y="108189"/>
                </a:cubicBezTo>
                <a:cubicBezTo>
                  <a:pt x="1170332" y="108189"/>
                  <a:pt x="1156738" y="94595"/>
                  <a:pt x="1156738" y="77826"/>
                </a:cubicBezTo>
                <a:cubicBezTo>
                  <a:pt x="1156738" y="61056"/>
                  <a:pt x="1170332" y="47462"/>
                  <a:pt x="1187102" y="47462"/>
                </a:cubicBezTo>
                <a:close/>
                <a:moveTo>
                  <a:pt x="1114547" y="47462"/>
                </a:moveTo>
                <a:cubicBezTo>
                  <a:pt x="1131317" y="47462"/>
                  <a:pt x="1144911" y="61056"/>
                  <a:pt x="1144911" y="77826"/>
                </a:cubicBezTo>
                <a:cubicBezTo>
                  <a:pt x="1144911" y="94595"/>
                  <a:pt x="1131317" y="108189"/>
                  <a:pt x="1114547" y="108189"/>
                </a:cubicBezTo>
                <a:cubicBezTo>
                  <a:pt x="1097778" y="108189"/>
                  <a:pt x="1084184" y="94595"/>
                  <a:pt x="1084184" y="77826"/>
                </a:cubicBezTo>
                <a:cubicBezTo>
                  <a:pt x="1084184" y="61056"/>
                  <a:pt x="1097778" y="47462"/>
                  <a:pt x="1114547" y="47462"/>
                </a:cubicBezTo>
                <a:close/>
                <a:moveTo>
                  <a:pt x="1041993" y="47462"/>
                </a:moveTo>
                <a:cubicBezTo>
                  <a:pt x="1058762" y="47462"/>
                  <a:pt x="1072356" y="61056"/>
                  <a:pt x="1072356" y="77826"/>
                </a:cubicBezTo>
                <a:cubicBezTo>
                  <a:pt x="1072356" y="94595"/>
                  <a:pt x="1058762" y="108189"/>
                  <a:pt x="1041993" y="108189"/>
                </a:cubicBezTo>
                <a:cubicBezTo>
                  <a:pt x="1025223" y="108189"/>
                  <a:pt x="1011629" y="94595"/>
                  <a:pt x="1011629" y="77826"/>
                </a:cubicBezTo>
                <a:cubicBezTo>
                  <a:pt x="1011629" y="61056"/>
                  <a:pt x="1025223" y="47462"/>
                  <a:pt x="1041993" y="47462"/>
                </a:cubicBezTo>
                <a:close/>
                <a:moveTo>
                  <a:pt x="969438" y="47462"/>
                </a:moveTo>
                <a:cubicBezTo>
                  <a:pt x="986208" y="47462"/>
                  <a:pt x="999801" y="61056"/>
                  <a:pt x="999801" y="77826"/>
                </a:cubicBezTo>
                <a:cubicBezTo>
                  <a:pt x="999801" y="94595"/>
                  <a:pt x="986208" y="108189"/>
                  <a:pt x="969438" y="108189"/>
                </a:cubicBezTo>
                <a:cubicBezTo>
                  <a:pt x="952669" y="108189"/>
                  <a:pt x="939075" y="94595"/>
                  <a:pt x="939075" y="77826"/>
                </a:cubicBezTo>
                <a:cubicBezTo>
                  <a:pt x="939075" y="61056"/>
                  <a:pt x="952669" y="47462"/>
                  <a:pt x="969438" y="47462"/>
                </a:cubicBezTo>
                <a:close/>
                <a:moveTo>
                  <a:pt x="896883" y="47462"/>
                </a:moveTo>
                <a:cubicBezTo>
                  <a:pt x="913653" y="47462"/>
                  <a:pt x="927247" y="61056"/>
                  <a:pt x="927247" y="77826"/>
                </a:cubicBezTo>
                <a:cubicBezTo>
                  <a:pt x="927247" y="94595"/>
                  <a:pt x="913653" y="108189"/>
                  <a:pt x="896883" y="108189"/>
                </a:cubicBezTo>
                <a:cubicBezTo>
                  <a:pt x="880114" y="108189"/>
                  <a:pt x="866520" y="94595"/>
                  <a:pt x="866520" y="77826"/>
                </a:cubicBezTo>
                <a:cubicBezTo>
                  <a:pt x="866520" y="61056"/>
                  <a:pt x="880114" y="47462"/>
                  <a:pt x="896883" y="47462"/>
                </a:cubicBezTo>
                <a:close/>
                <a:moveTo>
                  <a:pt x="824329" y="47462"/>
                </a:moveTo>
                <a:cubicBezTo>
                  <a:pt x="841098" y="47462"/>
                  <a:pt x="854692" y="61056"/>
                  <a:pt x="854692" y="77826"/>
                </a:cubicBezTo>
                <a:cubicBezTo>
                  <a:pt x="854692" y="94595"/>
                  <a:pt x="841098" y="108189"/>
                  <a:pt x="824329" y="108189"/>
                </a:cubicBezTo>
                <a:cubicBezTo>
                  <a:pt x="807559" y="108189"/>
                  <a:pt x="793965" y="94595"/>
                  <a:pt x="793965" y="77826"/>
                </a:cubicBezTo>
                <a:cubicBezTo>
                  <a:pt x="793965" y="61056"/>
                  <a:pt x="807559" y="47462"/>
                  <a:pt x="824329" y="47462"/>
                </a:cubicBezTo>
                <a:close/>
                <a:moveTo>
                  <a:pt x="751774" y="47462"/>
                </a:moveTo>
                <a:cubicBezTo>
                  <a:pt x="768544" y="47462"/>
                  <a:pt x="782138" y="61056"/>
                  <a:pt x="782138" y="77826"/>
                </a:cubicBezTo>
                <a:cubicBezTo>
                  <a:pt x="782138" y="94595"/>
                  <a:pt x="768544" y="108189"/>
                  <a:pt x="751774" y="108189"/>
                </a:cubicBezTo>
                <a:cubicBezTo>
                  <a:pt x="735005" y="108189"/>
                  <a:pt x="721411" y="94595"/>
                  <a:pt x="721411" y="77826"/>
                </a:cubicBezTo>
                <a:cubicBezTo>
                  <a:pt x="721411" y="61056"/>
                  <a:pt x="735005" y="47462"/>
                  <a:pt x="751774" y="47462"/>
                </a:cubicBezTo>
                <a:close/>
                <a:moveTo>
                  <a:pt x="679220" y="47462"/>
                </a:moveTo>
                <a:cubicBezTo>
                  <a:pt x="695989" y="47462"/>
                  <a:pt x="709583" y="61056"/>
                  <a:pt x="709583" y="77826"/>
                </a:cubicBezTo>
                <a:cubicBezTo>
                  <a:pt x="709583" y="94595"/>
                  <a:pt x="695989" y="108189"/>
                  <a:pt x="679220" y="108189"/>
                </a:cubicBezTo>
                <a:cubicBezTo>
                  <a:pt x="662450" y="108189"/>
                  <a:pt x="648856" y="94595"/>
                  <a:pt x="648856" y="77826"/>
                </a:cubicBezTo>
                <a:cubicBezTo>
                  <a:pt x="648856" y="61056"/>
                  <a:pt x="662450" y="47462"/>
                  <a:pt x="679220" y="47462"/>
                </a:cubicBezTo>
                <a:close/>
                <a:moveTo>
                  <a:pt x="606665" y="47462"/>
                </a:moveTo>
                <a:cubicBezTo>
                  <a:pt x="623435" y="47462"/>
                  <a:pt x="637029" y="61056"/>
                  <a:pt x="637029" y="77826"/>
                </a:cubicBezTo>
                <a:cubicBezTo>
                  <a:pt x="637029" y="94595"/>
                  <a:pt x="623435" y="108189"/>
                  <a:pt x="606665" y="108189"/>
                </a:cubicBezTo>
                <a:cubicBezTo>
                  <a:pt x="589896" y="108189"/>
                  <a:pt x="576302" y="94595"/>
                  <a:pt x="576302" y="77826"/>
                </a:cubicBezTo>
                <a:cubicBezTo>
                  <a:pt x="576302" y="61056"/>
                  <a:pt x="589896" y="47462"/>
                  <a:pt x="606665" y="47462"/>
                </a:cubicBezTo>
                <a:close/>
                <a:moveTo>
                  <a:pt x="534111" y="47462"/>
                </a:moveTo>
                <a:cubicBezTo>
                  <a:pt x="550880" y="47462"/>
                  <a:pt x="564474" y="61056"/>
                  <a:pt x="564474" y="77826"/>
                </a:cubicBezTo>
                <a:cubicBezTo>
                  <a:pt x="564474" y="94595"/>
                  <a:pt x="550880" y="108189"/>
                  <a:pt x="534111" y="108189"/>
                </a:cubicBezTo>
                <a:cubicBezTo>
                  <a:pt x="517341" y="108189"/>
                  <a:pt x="503747" y="94595"/>
                  <a:pt x="503747" y="77826"/>
                </a:cubicBezTo>
                <a:cubicBezTo>
                  <a:pt x="503747" y="61056"/>
                  <a:pt x="517341" y="47462"/>
                  <a:pt x="534111" y="47462"/>
                </a:cubicBezTo>
                <a:close/>
                <a:moveTo>
                  <a:pt x="461556" y="47462"/>
                </a:moveTo>
                <a:cubicBezTo>
                  <a:pt x="478326" y="47462"/>
                  <a:pt x="491920" y="61056"/>
                  <a:pt x="491920" y="77826"/>
                </a:cubicBezTo>
                <a:cubicBezTo>
                  <a:pt x="491920" y="94595"/>
                  <a:pt x="478326" y="108189"/>
                  <a:pt x="461556" y="108189"/>
                </a:cubicBezTo>
                <a:cubicBezTo>
                  <a:pt x="444787" y="108189"/>
                  <a:pt x="431192" y="94595"/>
                  <a:pt x="431192" y="77826"/>
                </a:cubicBezTo>
                <a:cubicBezTo>
                  <a:pt x="431192" y="61056"/>
                  <a:pt x="444787" y="47462"/>
                  <a:pt x="461556" y="47462"/>
                </a:cubicBezTo>
                <a:close/>
                <a:moveTo>
                  <a:pt x="389002" y="47462"/>
                </a:moveTo>
                <a:cubicBezTo>
                  <a:pt x="405771" y="47462"/>
                  <a:pt x="419365" y="61056"/>
                  <a:pt x="419365" y="77826"/>
                </a:cubicBezTo>
                <a:cubicBezTo>
                  <a:pt x="419365" y="94595"/>
                  <a:pt x="405771" y="108189"/>
                  <a:pt x="389002" y="108189"/>
                </a:cubicBezTo>
                <a:cubicBezTo>
                  <a:pt x="372232" y="108189"/>
                  <a:pt x="358638" y="94595"/>
                  <a:pt x="358638" y="77826"/>
                </a:cubicBezTo>
                <a:cubicBezTo>
                  <a:pt x="358638" y="61056"/>
                  <a:pt x="372232" y="47462"/>
                  <a:pt x="389002" y="47462"/>
                </a:cubicBezTo>
                <a:close/>
                <a:moveTo>
                  <a:pt x="316447" y="47462"/>
                </a:moveTo>
                <a:cubicBezTo>
                  <a:pt x="333216" y="47462"/>
                  <a:pt x="346810" y="61056"/>
                  <a:pt x="346810" y="77826"/>
                </a:cubicBezTo>
                <a:cubicBezTo>
                  <a:pt x="346810" y="94595"/>
                  <a:pt x="333216" y="108189"/>
                  <a:pt x="316447" y="108189"/>
                </a:cubicBezTo>
                <a:cubicBezTo>
                  <a:pt x="299677" y="108189"/>
                  <a:pt x="286084" y="94595"/>
                  <a:pt x="286084" y="77826"/>
                </a:cubicBezTo>
                <a:cubicBezTo>
                  <a:pt x="286084" y="61056"/>
                  <a:pt x="299677" y="47462"/>
                  <a:pt x="316447" y="47462"/>
                </a:cubicBezTo>
                <a:close/>
                <a:moveTo>
                  <a:pt x="243892" y="47462"/>
                </a:moveTo>
                <a:cubicBezTo>
                  <a:pt x="260662" y="47462"/>
                  <a:pt x="274256" y="61056"/>
                  <a:pt x="274256" y="77826"/>
                </a:cubicBezTo>
                <a:cubicBezTo>
                  <a:pt x="274256" y="94595"/>
                  <a:pt x="260662" y="108189"/>
                  <a:pt x="243892" y="108189"/>
                </a:cubicBezTo>
                <a:cubicBezTo>
                  <a:pt x="227123" y="108189"/>
                  <a:pt x="213529" y="94595"/>
                  <a:pt x="213529" y="77826"/>
                </a:cubicBezTo>
                <a:cubicBezTo>
                  <a:pt x="213529" y="61056"/>
                  <a:pt x="227123" y="47462"/>
                  <a:pt x="243892" y="47462"/>
                </a:cubicBezTo>
                <a:close/>
                <a:moveTo>
                  <a:pt x="171339" y="47462"/>
                </a:moveTo>
                <a:cubicBezTo>
                  <a:pt x="188107" y="47462"/>
                  <a:pt x="201701" y="61056"/>
                  <a:pt x="201701" y="77826"/>
                </a:cubicBezTo>
                <a:cubicBezTo>
                  <a:pt x="201701" y="94595"/>
                  <a:pt x="188107" y="108189"/>
                  <a:pt x="171339" y="108189"/>
                </a:cubicBezTo>
                <a:cubicBezTo>
                  <a:pt x="154708" y="108189"/>
                  <a:pt x="141113" y="94595"/>
                  <a:pt x="141113" y="77826"/>
                </a:cubicBezTo>
                <a:cubicBezTo>
                  <a:pt x="141113" y="61056"/>
                  <a:pt x="154708" y="47462"/>
                  <a:pt x="171339" y="47462"/>
                </a:cubicBezTo>
                <a:close/>
                <a:moveTo>
                  <a:pt x="98942" y="47462"/>
                </a:moveTo>
                <a:cubicBezTo>
                  <a:pt x="115700" y="47462"/>
                  <a:pt x="129294" y="61056"/>
                  <a:pt x="129294" y="77826"/>
                </a:cubicBezTo>
                <a:cubicBezTo>
                  <a:pt x="129294" y="94595"/>
                  <a:pt x="115700" y="108189"/>
                  <a:pt x="98942" y="108189"/>
                </a:cubicBezTo>
                <a:cubicBezTo>
                  <a:pt x="82168" y="108189"/>
                  <a:pt x="68573" y="94595"/>
                  <a:pt x="68573" y="77826"/>
                </a:cubicBezTo>
                <a:cubicBezTo>
                  <a:pt x="68573" y="61056"/>
                  <a:pt x="82168" y="47462"/>
                  <a:pt x="98942" y="47462"/>
                </a:cubicBezTo>
                <a:close/>
                <a:moveTo>
                  <a:pt x="26388" y="47462"/>
                </a:moveTo>
                <a:cubicBezTo>
                  <a:pt x="43149" y="47462"/>
                  <a:pt x="56744" y="61056"/>
                  <a:pt x="56744" y="77826"/>
                </a:cubicBezTo>
                <a:cubicBezTo>
                  <a:pt x="56744" y="94595"/>
                  <a:pt x="43149" y="108189"/>
                  <a:pt x="26388" y="108189"/>
                </a:cubicBezTo>
                <a:cubicBezTo>
                  <a:pt x="18002" y="108189"/>
                  <a:pt x="10410" y="104791"/>
                  <a:pt x="4916" y="99296"/>
                </a:cubicBezTo>
                <a:lnTo>
                  <a:pt x="0" y="87429"/>
                </a:lnTo>
                <a:lnTo>
                  <a:pt x="0" y="68222"/>
                </a:lnTo>
                <a:lnTo>
                  <a:pt x="4916" y="56355"/>
                </a:lnTo>
                <a:cubicBezTo>
                  <a:pt x="10410" y="50861"/>
                  <a:pt x="18002" y="47462"/>
                  <a:pt x="26388" y="47462"/>
                </a:cubicBezTo>
                <a:close/>
                <a:moveTo>
                  <a:pt x="1592868" y="0"/>
                </a:moveTo>
                <a:lnTo>
                  <a:pt x="1613441" y="0"/>
                </a:lnTo>
                <a:lnTo>
                  <a:pt x="1620472" y="27343"/>
                </a:lnTo>
                <a:lnTo>
                  <a:pt x="1610610" y="25352"/>
                </a:lnTo>
                <a:cubicBezTo>
                  <a:pt x="1605161" y="23047"/>
                  <a:pt x="1600525" y="19197"/>
                  <a:pt x="1597251" y="14351"/>
                </a:cubicBezTo>
                <a:close/>
                <a:moveTo>
                  <a:pt x="1520598" y="0"/>
                </a:moveTo>
                <a:lnTo>
                  <a:pt x="1579150" y="0"/>
                </a:lnTo>
                <a:lnTo>
                  <a:pt x="1571345" y="18844"/>
                </a:lnTo>
                <a:cubicBezTo>
                  <a:pt x="1565850" y="24339"/>
                  <a:pt x="1558259" y="27738"/>
                  <a:pt x="1549874" y="27738"/>
                </a:cubicBezTo>
                <a:cubicBezTo>
                  <a:pt x="1541490" y="27738"/>
                  <a:pt x="1533899" y="24339"/>
                  <a:pt x="1528404" y="18844"/>
                </a:cubicBezTo>
                <a:close/>
                <a:moveTo>
                  <a:pt x="1448044" y="0"/>
                </a:moveTo>
                <a:lnTo>
                  <a:pt x="1506596" y="0"/>
                </a:lnTo>
                <a:lnTo>
                  <a:pt x="1498790" y="18844"/>
                </a:lnTo>
                <a:cubicBezTo>
                  <a:pt x="1493295" y="24339"/>
                  <a:pt x="1485705" y="27738"/>
                  <a:pt x="1477320" y="27738"/>
                </a:cubicBezTo>
                <a:cubicBezTo>
                  <a:pt x="1468935" y="27738"/>
                  <a:pt x="1461344" y="24339"/>
                  <a:pt x="1455850" y="18844"/>
                </a:cubicBezTo>
                <a:close/>
                <a:moveTo>
                  <a:pt x="1375489" y="0"/>
                </a:moveTo>
                <a:lnTo>
                  <a:pt x="1434041" y="0"/>
                </a:lnTo>
                <a:lnTo>
                  <a:pt x="1426236" y="18844"/>
                </a:lnTo>
                <a:cubicBezTo>
                  <a:pt x="1420741" y="24339"/>
                  <a:pt x="1413150" y="27738"/>
                  <a:pt x="1404765" y="27738"/>
                </a:cubicBezTo>
                <a:cubicBezTo>
                  <a:pt x="1396381" y="27738"/>
                  <a:pt x="1388790" y="24339"/>
                  <a:pt x="1383295" y="18844"/>
                </a:cubicBezTo>
                <a:close/>
                <a:moveTo>
                  <a:pt x="1302935" y="0"/>
                </a:moveTo>
                <a:lnTo>
                  <a:pt x="1361486" y="0"/>
                </a:lnTo>
                <a:lnTo>
                  <a:pt x="1353681" y="18844"/>
                </a:lnTo>
                <a:cubicBezTo>
                  <a:pt x="1348186" y="24339"/>
                  <a:pt x="1340596" y="27738"/>
                  <a:pt x="1332211" y="27738"/>
                </a:cubicBezTo>
                <a:cubicBezTo>
                  <a:pt x="1323826" y="27738"/>
                  <a:pt x="1316235" y="24339"/>
                  <a:pt x="1310740" y="18844"/>
                </a:cubicBezTo>
                <a:close/>
                <a:moveTo>
                  <a:pt x="1230380" y="0"/>
                </a:moveTo>
                <a:lnTo>
                  <a:pt x="1288932" y="0"/>
                </a:lnTo>
                <a:lnTo>
                  <a:pt x="1281126" y="18844"/>
                </a:lnTo>
                <a:cubicBezTo>
                  <a:pt x="1275632" y="24339"/>
                  <a:pt x="1268041" y="27738"/>
                  <a:pt x="1259656" y="27738"/>
                </a:cubicBezTo>
                <a:cubicBezTo>
                  <a:pt x="1251271" y="27738"/>
                  <a:pt x="1243680" y="24339"/>
                  <a:pt x="1238186" y="18844"/>
                </a:cubicBezTo>
                <a:close/>
                <a:moveTo>
                  <a:pt x="1157826" y="0"/>
                </a:moveTo>
                <a:lnTo>
                  <a:pt x="1216377" y="0"/>
                </a:lnTo>
                <a:lnTo>
                  <a:pt x="1208572" y="18844"/>
                </a:lnTo>
                <a:cubicBezTo>
                  <a:pt x="1203077" y="24339"/>
                  <a:pt x="1195486" y="27738"/>
                  <a:pt x="1187102" y="27738"/>
                </a:cubicBezTo>
                <a:cubicBezTo>
                  <a:pt x="1178717" y="27738"/>
                  <a:pt x="1171126" y="24339"/>
                  <a:pt x="1165631" y="18844"/>
                </a:cubicBezTo>
                <a:close/>
                <a:moveTo>
                  <a:pt x="1085271" y="0"/>
                </a:moveTo>
                <a:lnTo>
                  <a:pt x="1143823" y="0"/>
                </a:lnTo>
                <a:lnTo>
                  <a:pt x="1136017" y="18844"/>
                </a:lnTo>
                <a:cubicBezTo>
                  <a:pt x="1130523" y="24339"/>
                  <a:pt x="1122932" y="27738"/>
                  <a:pt x="1114547" y="27738"/>
                </a:cubicBezTo>
                <a:cubicBezTo>
                  <a:pt x="1106162" y="27738"/>
                  <a:pt x="1098571" y="24339"/>
                  <a:pt x="1093077" y="18844"/>
                </a:cubicBezTo>
                <a:close/>
                <a:moveTo>
                  <a:pt x="1012717" y="0"/>
                </a:moveTo>
                <a:lnTo>
                  <a:pt x="1071268" y="0"/>
                </a:lnTo>
                <a:lnTo>
                  <a:pt x="1063463" y="18844"/>
                </a:lnTo>
                <a:cubicBezTo>
                  <a:pt x="1057968" y="24339"/>
                  <a:pt x="1050377" y="27738"/>
                  <a:pt x="1041993" y="27738"/>
                </a:cubicBezTo>
                <a:cubicBezTo>
                  <a:pt x="1033608" y="27738"/>
                  <a:pt x="1026017" y="24339"/>
                  <a:pt x="1020522" y="18844"/>
                </a:cubicBezTo>
                <a:close/>
                <a:moveTo>
                  <a:pt x="940162" y="0"/>
                </a:moveTo>
                <a:lnTo>
                  <a:pt x="998714" y="0"/>
                </a:lnTo>
                <a:lnTo>
                  <a:pt x="990908" y="18844"/>
                </a:lnTo>
                <a:cubicBezTo>
                  <a:pt x="985414" y="24339"/>
                  <a:pt x="977823" y="27738"/>
                  <a:pt x="969438" y="27738"/>
                </a:cubicBezTo>
                <a:cubicBezTo>
                  <a:pt x="961053" y="27738"/>
                  <a:pt x="953462" y="24339"/>
                  <a:pt x="947968" y="18844"/>
                </a:cubicBezTo>
                <a:close/>
                <a:moveTo>
                  <a:pt x="867607" y="0"/>
                </a:moveTo>
                <a:lnTo>
                  <a:pt x="926159" y="0"/>
                </a:lnTo>
                <a:lnTo>
                  <a:pt x="918354" y="18844"/>
                </a:lnTo>
                <a:cubicBezTo>
                  <a:pt x="912859" y="24339"/>
                  <a:pt x="905268" y="27738"/>
                  <a:pt x="896883" y="27738"/>
                </a:cubicBezTo>
                <a:cubicBezTo>
                  <a:pt x="888499" y="27738"/>
                  <a:pt x="880908" y="24339"/>
                  <a:pt x="875413" y="18844"/>
                </a:cubicBezTo>
                <a:close/>
                <a:moveTo>
                  <a:pt x="795053" y="0"/>
                </a:moveTo>
                <a:lnTo>
                  <a:pt x="853605" y="0"/>
                </a:lnTo>
                <a:lnTo>
                  <a:pt x="845799" y="18844"/>
                </a:lnTo>
                <a:cubicBezTo>
                  <a:pt x="840304" y="24339"/>
                  <a:pt x="832714" y="27738"/>
                  <a:pt x="824329" y="27738"/>
                </a:cubicBezTo>
                <a:cubicBezTo>
                  <a:pt x="815944" y="27738"/>
                  <a:pt x="808353" y="24339"/>
                  <a:pt x="802858" y="18844"/>
                </a:cubicBezTo>
                <a:close/>
                <a:moveTo>
                  <a:pt x="722498" y="0"/>
                </a:moveTo>
                <a:lnTo>
                  <a:pt x="781050" y="0"/>
                </a:lnTo>
                <a:lnTo>
                  <a:pt x="773245" y="18844"/>
                </a:lnTo>
                <a:cubicBezTo>
                  <a:pt x="767750" y="24339"/>
                  <a:pt x="760159" y="27738"/>
                  <a:pt x="751774" y="27738"/>
                </a:cubicBezTo>
                <a:cubicBezTo>
                  <a:pt x="743390" y="27738"/>
                  <a:pt x="735799" y="24339"/>
                  <a:pt x="730304" y="18844"/>
                </a:cubicBezTo>
                <a:close/>
                <a:moveTo>
                  <a:pt x="649944" y="0"/>
                </a:moveTo>
                <a:lnTo>
                  <a:pt x="708496" y="0"/>
                </a:lnTo>
                <a:lnTo>
                  <a:pt x="700690" y="18844"/>
                </a:lnTo>
                <a:cubicBezTo>
                  <a:pt x="695195" y="24339"/>
                  <a:pt x="687604" y="27738"/>
                  <a:pt x="679220" y="27738"/>
                </a:cubicBezTo>
                <a:cubicBezTo>
                  <a:pt x="670835" y="27738"/>
                  <a:pt x="663244" y="24339"/>
                  <a:pt x="657749" y="18844"/>
                </a:cubicBezTo>
                <a:close/>
                <a:moveTo>
                  <a:pt x="577389" y="0"/>
                </a:moveTo>
                <a:lnTo>
                  <a:pt x="635941" y="0"/>
                </a:lnTo>
                <a:lnTo>
                  <a:pt x="628135" y="18844"/>
                </a:lnTo>
                <a:cubicBezTo>
                  <a:pt x="622641" y="24339"/>
                  <a:pt x="615050" y="27738"/>
                  <a:pt x="606665" y="27738"/>
                </a:cubicBezTo>
                <a:cubicBezTo>
                  <a:pt x="598280" y="27738"/>
                  <a:pt x="590690" y="24339"/>
                  <a:pt x="585195" y="18844"/>
                </a:cubicBezTo>
                <a:close/>
                <a:moveTo>
                  <a:pt x="504835" y="0"/>
                </a:moveTo>
                <a:lnTo>
                  <a:pt x="563386" y="0"/>
                </a:lnTo>
                <a:lnTo>
                  <a:pt x="555581" y="18844"/>
                </a:lnTo>
                <a:cubicBezTo>
                  <a:pt x="550086" y="24339"/>
                  <a:pt x="542495" y="27738"/>
                  <a:pt x="534111" y="27738"/>
                </a:cubicBezTo>
                <a:cubicBezTo>
                  <a:pt x="525726" y="27738"/>
                  <a:pt x="518135" y="24339"/>
                  <a:pt x="512640" y="18844"/>
                </a:cubicBezTo>
                <a:close/>
                <a:moveTo>
                  <a:pt x="432280" y="0"/>
                </a:moveTo>
                <a:lnTo>
                  <a:pt x="490832" y="0"/>
                </a:lnTo>
                <a:lnTo>
                  <a:pt x="483026" y="18844"/>
                </a:lnTo>
                <a:cubicBezTo>
                  <a:pt x="477532" y="24339"/>
                  <a:pt x="469941" y="27738"/>
                  <a:pt x="461556" y="27738"/>
                </a:cubicBezTo>
                <a:cubicBezTo>
                  <a:pt x="453171" y="27738"/>
                  <a:pt x="445580" y="24339"/>
                  <a:pt x="440086" y="18844"/>
                </a:cubicBezTo>
                <a:close/>
                <a:moveTo>
                  <a:pt x="359726" y="0"/>
                </a:moveTo>
                <a:lnTo>
                  <a:pt x="418277" y="0"/>
                </a:lnTo>
                <a:lnTo>
                  <a:pt x="410472" y="18844"/>
                </a:lnTo>
                <a:cubicBezTo>
                  <a:pt x="404977" y="24339"/>
                  <a:pt x="397386" y="27738"/>
                  <a:pt x="389002" y="27738"/>
                </a:cubicBezTo>
                <a:cubicBezTo>
                  <a:pt x="380617" y="27738"/>
                  <a:pt x="373026" y="24339"/>
                  <a:pt x="367531" y="18844"/>
                </a:cubicBezTo>
                <a:close/>
                <a:moveTo>
                  <a:pt x="287171" y="0"/>
                </a:moveTo>
                <a:lnTo>
                  <a:pt x="345723" y="0"/>
                </a:lnTo>
                <a:lnTo>
                  <a:pt x="337917" y="18844"/>
                </a:lnTo>
                <a:cubicBezTo>
                  <a:pt x="332423" y="24339"/>
                  <a:pt x="324832" y="27738"/>
                  <a:pt x="316447" y="27738"/>
                </a:cubicBezTo>
                <a:cubicBezTo>
                  <a:pt x="308062" y="27738"/>
                  <a:pt x="300471" y="24339"/>
                  <a:pt x="294977" y="18844"/>
                </a:cubicBezTo>
                <a:close/>
                <a:moveTo>
                  <a:pt x="214617" y="0"/>
                </a:moveTo>
                <a:lnTo>
                  <a:pt x="273168" y="0"/>
                </a:lnTo>
                <a:lnTo>
                  <a:pt x="265363" y="18844"/>
                </a:lnTo>
                <a:cubicBezTo>
                  <a:pt x="259868" y="24339"/>
                  <a:pt x="252277" y="27738"/>
                  <a:pt x="243892" y="27738"/>
                </a:cubicBezTo>
                <a:cubicBezTo>
                  <a:pt x="235508" y="27738"/>
                  <a:pt x="227917" y="24339"/>
                  <a:pt x="222422" y="18844"/>
                </a:cubicBezTo>
                <a:close/>
                <a:moveTo>
                  <a:pt x="142204" y="0"/>
                </a:moveTo>
                <a:lnTo>
                  <a:pt x="200614" y="0"/>
                </a:lnTo>
                <a:lnTo>
                  <a:pt x="192808" y="18844"/>
                </a:lnTo>
                <a:cubicBezTo>
                  <a:pt x="187314" y="24339"/>
                  <a:pt x="179723" y="27738"/>
                  <a:pt x="171339" y="27738"/>
                </a:cubicBezTo>
                <a:cubicBezTo>
                  <a:pt x="163026" y="27738"/>
                  <a:pt x="155471" y="24339"/>
                  <a:pt x="149994" y="18844"/>
                </a:cubicBezTo>
                <a:close/>
                <a:moveTo>
                  <a:pt x="69668" y="0"/>
                </a:moveTo>
                <a:lnTo>
                  <a:pt x="128212" y="0"/>
                </a:lnTo>
                <a:lnTo>
                  <a:pt x="120408" y="18844"/>
                </a:lnTo>
                <a:cubicBezTo>
                  <a:pt x="114915" y="24339"/>
                  <a:pt x="107328" y="27738"/>
                  <a:pt x="98949" y="27738"/>
                </a:cubicBezTo>
                <a:cubicBezTo>
                  <a:pt x="90562" y="27738"/>
                  <a:pt x="82969" y="24339"/>
                  <a:pt x="77474" y="18844"/>
                </a:cubicBezTo>
                <a:close/>
                <a:moveTo>
                  <a:pt x="0" y="0"/>
                </a:moveTo>
                <a:lnTo>
                  <a:pt x="55662" y="0"/>
                </a:lnTo>
                <a:lnTo>
                  <a:pt x="47858" y="18844"/>
                </a:lnTo>
                <a:cubicBezTo>
                  <a:pt x="42364" y="24339"/>
                  <a:pt x="34775" y="27738"/>
                  <a:pt x="26394" y="27738"/>
                </a:cubicBezTo>
                <a:cubicBezTo>
                  <a:pt x="18009" y="27738"/>
                  <a:pt x="10417" y="24339"/>
                  <a:pt x="4922" y="18844"/>
                </a:cubicBezTo>
                <a:lnTo>
                  <a:pt x="0" y="6962"/>
                </a:lnTo>
                <a:close/>
              </a:path>
            </a:pathLst>
          </a:custGeom>
          <a:solidFill>
            <a:schemeClr val="accent1">
              <a:alpha val="60000"/>
            </a:schemeClr>
          </a:soli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5" name="Google Shape;633;p23">
            <a:extLst>
              <a:ext uri="{FF2B5EF4-FFF2-40B4-BE49-F238E27FC236}">
                <a16:creationId xmlns:a16="http://schemas.microsoft.com/office/drawing/2014/main" id="{64348557-F9A1-6849-988D-A03E78B2D622}"/>
              </a:ext>
            </a:extLst>
          </p:cNvPr>
          <p:cNvSpPr/>
          <p:nvPr/>
        </p:nvSpPr>
        <p:spPr>
          <a:xfrm>
            <a:off x="2" y="2"/>
            <a:ext cx="403373" cy="496797"/>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grpSp>
        <p:nvGrpSpPr>
          <p:cNvPr id="6" name="Group 5">
            <a:extLst>
              <a:ext uri="{FF2B5EF4-FFF2-40B4-BE49-F238E27FC236}">
                <a16:creationId xmlns:a16="http://schemas.microsoft.com/office/drawing/2014/main" id="{DC8958C4-D9FB-114E-8415-5203EEA4C86B}"/>
              </a:ext>
            </a:extLst>
          </p:cNvPr>
          <p:cNvGrpSpPr/>
          <p:nvPr/>
        </p:nvGrpSpPr>
        <p:grpSpPr>
          <a:xfrm>
            <a:off x="1" y="6814800"/>
            <a:ext cx="12179567" cy="43200"/>
            <a:chOff x="0" y="5111100"/>
            <a:chExt cx="9134675" cy="32400"/>
          </a:xfrm>
        </p:grpSpPr>
        <p:sp>
          <p:nvSpPr>
            <p:cNvPr id="7" name="Google Shape;455;p14">
              <a:extLst>
                <a:ext uri="{FF2B5EF4-FFF2-40B4-BE49-F238E27FC236}">
                  <a16:creationId xmlns:a16="http://schemas.microsoft.com/office/drawing/2014/main" id="{DF2123D7-3CDF-C043-BE30-1120BB4FA150}"/>
                </a:ext>
              </a:extLst>
            </p:cNvPr>
            <p:cNvSpPr/>
            <p:nvPr/>
          </p:nvSpPr>
          <p:spPr>
            <a:xfrm>
              <a:off x="8939030"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8" name="Google Shape;456;p14">
              <a:extLst>
                <a:ext uri="{FF2B5EF4-FFF2-40B4-BE49-F238E27FC236}">
                  <a16:creationId xmlns:a16="http://schemas.microsoft.com/office/drawing/2014/main" id="{9BD2760D-A336-5F4B-9515-E0091870221D}"/>
                </a:ext>
              </a:extLst>
            </p:cNvPr>
            <p:cNvSpPr/>
            <p:nvPr/>
          </p:nvSpPr>
          <p:spPr>
            <a:xfrm>
              <a:off x="899344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9" name="Google Shape;457;p14">
              <a:extLst>
                <a:ext uri="{FF2B5EF4-FFF2-40B4-BE49-F238E27FC236}">
                  <a16:creationId xmlns:a16="http://schemas.microsoft.com/office/drawing/2014/main" id="{8ED3F67E-FB80-9244-814E-AC6F8F7CD31B}"/>
                </a:ext>
              </a:extLst>
            </p:cNvPr>
            <p:cNvSpPr/>
            <p:nvPr/>
          </p:nvSpPr>
          <p:spPr>
            <a:xfrm>
              <a:off x="910227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10" name="Google Shape;458;p14">
              <a:extLst>
                <a:ext uri="{FF2B5EF4-FFF2-40B4-BE49-F238E27FC236}">
                  <a16:creationId xmlns:a16="http://schemas.microsoft.com/office/drawing/2014/main" id="{3E2F473B-27B2-A04B-ABB4-D13641D52A80}"/>
                </a:ext>
              </a:extLst>
            </p:cNvPr>
            <p:cNvSpPr/>
            <p:nvPr/>
          </p:nvSpPr>
          <p:spPr>
            <a:xfrm>
              <a:off x="888461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11" name="Google Shape;459;p14">
              <a:extLst>
                <a:ext uri="{FF2B5EF4-FFF2-40B4-BE49-F238E27FC236}">
                  <a16:creationId xmlns:a16="http://schemas.microsoft.com/office/drawing/2014/main" id="{6582EC92-B889-F44A-817F-AE3B7D8697F8}"/>
                </a:ext>
              </a:extLst>
            </p:cNvPr>
            <p:cNvSpPr/>
            <p:nvPr/>
          </p:nvSpPr>
          <p:spPr>
            <a:xfrm>
              <a:off x="0" y="5112281"/>
              <a:ext cx="8862600" cy="31200"/>
            </a:xfrm>
            <a:prstGeom prst="roundRect">
              <a:avLst>
                <a:gd name="adj" fmla="val 16667"/>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12" name="Google Shape;457;p14">
              <a:extLst>
                <a:ext uri="{FF2B5EF4-FFF2-40B4-BE49-F238E27FC236}">
                  <a16:creationId xmlns:a16="http://schemas.microsoft.com/office/drawing/2014/main" id="{68896956-6C4D-154E-8756-F3FD7914CAD1}"/>
                </a:ext>
              </a:extLst>
            </p:cNvPr>
            <p:cNvSpPr/>
            <p:nvPr/>
          </p:nvSpPr>
          <p:spPr>
            <a:xfrm>
              <a:off x="9047860"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grpSp>
      <p:sp>
        <p:nvSpPr>
          <p:cNvPr id="13" name="Text Placeholder 4">
            <a:extLst>
              <a:ext uri="{FF2B5EF4-FFF2-40B4-BE49-F238E27FC236}">
                <a16:creationId xmlns:a16="http://schemas.microsoft.com/office/drawing/2014/main" id="{533C03D9-1F3F-184E-92AF-9C7119EF0644}"/>
              </a:ext>
            </a:extLst>
          </p:cNvPr>
          <p:cNvSpPr>
            <a:spLocks noGrp="1"/>
          </p:cNvSpPr>
          <p:nvPr>
            <p:ph type="body" sz="quarter" idx="199"/>
          </p:nvPr>
        </p:nvSpPr>
        <p:spPr>
          <a:xfrm>
            <a:off x="527051" y="496800"/>
            <a:ext cx="2212085" cy="611600"/>
          </a:xfrm>
          <a:prstGeom prst="rect">
            <a:avLst/>
          </a:prstGeom>
        </p:spPr>
        <p:txBody>
          <a:bodyPr lIns="0" tIns="0" rIns="0" bIns="0" anchor="t"/>
          <a:lstStyle>
            <a:lvl1pPr marL="8466" marR="0" indent="0" algn="l" rtl="0">
              <a:lnSpc>
                <a:spcPct val="90000"/>
              </a:lnSpc>
              <a:spcBef>
                <a:spcPts val="0"/>
              </a:spcBef>
              <a:spcAft>
                <a:spcPts val="0"/>
              </a:spcAft>
              <a:buClr>
                <a:schemeClr val="dk1"/>
              </a:buClr>
              <a:buSzPts val="2000"/>
              <a:buFont typeface="Poppins Medium"/>
              <a:buNone/>
              <a:tabLst/>
              <a:defRPr lang="en-GB" sz="2400" b="0" i="0" u="none" strike="noStrike" cap="none" dirty="0" smtClean="0">
                <a:solidFill>
                  <a:schemeClr val="bg1"/>
                </a:solidFill>
                <a:latin typeface="Poppins Medium"/>
                <a:ea typeface="Poppins Medium"/>
                <a:cs typeface="Poppins Medium"/>
                <a:sym typeface="Poppins Medium"/>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Tree>
    <p:extLst>
      <p:ext uri="{BB962C8B-B14F-4D97-AF65-F5344CB8AC3E}">
        <p14:creationId xmlns:p14="http://schemas.microsoft.com/office/powerpoint/2010/main" val="1561268760"/>
      </p:ext>
    </p:extLst>
  </p:cSld>
  <p:clrMapOvr>
    <a:masterClrMapping/>
  </p:clrMapOvr>
  <p:extLst>
    <p:ext uri="{DCECCB84-F9BA-43D5-87BE-67443E8EF086}">
      <p15:sldGuideLst xmlns:p15="http://schemas.microsoft.com/office/powerpoint/2012/main">
        <p15:guide id="1" orient="horz" pos="237">
          <p15:clr>
            <a:srgbClr val="FBAE40"/>
          </p15:clr>
        </p15:guide>
        <p15:guide id="2" pos="249">
          <p15:clr>
            <a:srgbClr val="FBAE40"/>
          </p15:clr>
        </p15:guide>
        <p15:guide id="3" pos="5511">
          <p15:clr>
            <a:srgbClr val="FBAE40"/>
          </p15:clr>
        </p15:guide>
        <p15:guide id="4" orient="horz" pos="3072">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itle + One Column">
    <p:spTree>
      <p:nvGrpSpPr>
        <p:cNvPr id="1" name=""/>
        <p:cNvGrpSpPr/>
        <p:nvPr/>
      </p:nvGrpSpPr>
      <p:grpSpPr>
        <a:xfrm>
          <a:off x="0" y="0"/>
          <a:ext cx="0" cy="0"/>
          <a:chOff x="0" y="0"/>
          <a:chExt cx="0" cy="0"/>
        </a:xfrm>
      </p:grpSpPr>
      <p:sp>
        <p:nvSpPr>
          <p:cNvPr id="2" name="Google Shape;464;p15">
            <a:extLst>
              <a:ext uri="{FF2B5EF4-FFF2-40B4-BE49-F238E27FC236}">
                <a16:creationId xmlns:a16="http://schemas.microsoft.com/office/drawing/2014/main" id="{07937921-EE20-D341-877C-29B73CA60F13}"/>
              </a:ext>
            </a:extLst>
          </p:cNvPr>
          <p:cNvSpPr/>
          <p:nvPr/>
        </p:nvSpPr>
        <p:spPr>
          <a:xfrm>
            <a:off x="11792595" y="6494883"/>
            <a:ext cx="304800" cy="306000"/>
          </a:xfrm>
          <a:prstGeom prst="ellipse">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fld id="{00000000-1234-1234-1234-123412341234}" type="slidenum">
              <a:rPr lang="en" sz="933" b="0" i="0" u="none" strike="noStrike" cap="none">
                <a:solidFill>
                  <a:schemeClr val="dk1"/>
                </a:solidFill>
                <a:latin typeface="Calibri"/>
                <a:ea typeface="Calibri"/>
                <a:cs typeface="Calibri"/>
                <a:sym typeface="Calibri"/>
              </a:rPr>
              <a:pPr marL="0" marR="0" lvl="0" indent="0" algn="r" rtl="0">
                <a:spcBef>
                  <a:spcPts val="0"/>
                </a:spcBef>
                <a:spcAft>
                  <a:spcPts val="0"/>
                </a:spcAft>
                <a:buNone/>
              </a:pPr>
              <a:t>‹#›</a:t>
            </a:fld>
            <a:endParaRPr sz="933" b="0" i="0" u="none" strike="noStrike" cap="none" dirty="0">
              <a:solidFill>
                <a:schemeClr val="dk1"/>
              </a:solidFill>
              <a:latin typeface="Calibri"/>
              <a:ea typeface="Calibri"/>
              <a:cs typeface="Calibri"/>
              <a:sym typeface="Calibri"/>
            </a:endParaRPr>
          </a:p>
        </p:txBody>
      </p:sp>
      <p:sp>
        <p:nvSpPr>
          <p:cNvPr id="3" name="Google Shape;465;p15">
            <a:extLst>
              <a:ext uri="{FF2B5EF4-FFF2-40B4-BE49-F238E27FC236}">
                <a16:creationId xmlns:a16="http://schemas.microsoft.com/office/drawing/2014/main" id="{87FAFFBD-8F20-7042-B193-A065DEBEC951}"/>
              </a:ext>
            </a:extLst>
          </p:cNvPr>
          <p:cNvSpPr/>
          <p:nvPr/>
        </p:nvSpPr>
        <p:spPr>
          <a:xfrm>
            <a:off x="3" y="1"/>
            <a:ext cx="301543" cy="347263"/>
          </a:xfrm>
          <a:custGeom>
            <a:avLst/>
            <a:gdLst/>
            <a:ahLst/>
            <a:cxnLst/>
            <a:rect l="l" t="t" r="r" b="b"/>
            <a:pathLst>
              <a:path w="1675237" h="1929234" extrusionOk="0">
                <a:moveTo>
                  <a:pt x="461556" y="1897854"/>
                </a:moveTo>
                <a:lnTo>
                  <a:pt x="469774" y="1899513"/>
                </a:lnTo>
                <a:lnTo>
                  <a:pt x="443985" y="1904118"/>
                </a:lnTo>
                <a:lnTo>
                  <a:pt x="449737" y="1900240"/>
                </a:lnTo>
                <a:cubicBezTo>
                  <a:pt x="453370" y="1898704"/>
                  <a:pt x="457364" y="1897854"/>
                  <a:pt x="461556" y="1897854"/>
                </a:cubicBezTo>
                <a:close/>
                <a:moveTo>
                  <a:pt x="389002" y="1897854"/>
                </a:moveTo>
                <a:cubicBezTo>
                  <a:pt x="397386" y="1897854"/>
                  <a:pt x="404977" y="1901253"/>
                  <a:pt x="410472" y="1906747"/>
                </a:cubicBezTo>
                <a:lnTo>
                  <a:pt x="411766" y="1909872"/>
                </a:lnTo>
                <a:lnTo>
                  <a:pt x="400388" y="1911904"/>
                </a:lnTo>
                <a:lnTo>
                  <a:pt x="363451" y="1916598"/>
                </a:lnTo>
                <a:lnTo>
                  <a:pt x="367531" y="1906747"/>
                </a:lnTo>
                <a:cubicBezTo>
                  <a:pt x="373026" y="1901253"/>
                  <a:pt x="380617" y="1897854"/>
                  <a:pt x="389002" y="1897854"/>
                </a:cubicBezTo>
                <a:close/>
                <a:moveTo>
                  <a:pt x="316447" y="1897854"/>
                </a:moveTo>
                <a:cubicBezTo>
                  <a:pt x="324832" y="1897854"/>
                  <a:pt x="332422" y="1901253"/>
                  <a:pt x="337917" y="1906747"/>
                </a:cubicBezTo>
                <a:lnTo>
                  <a:pt x="343070" y="1919187"/>
                </a:lnTo>
                <a:lnTo>
                  <a:pt x="325117" y="1921469"/>
                </a:lnTo>
                <a:lnTo>
                  <a:pt x="287700" y="1924314"/>
                </a:lnTo>
                <a:lnTo>
                  <a:pt x="294977" y="1906747"/>
                </a:lnTo>
                <a:cubicBezTo>
                  <a:pt x="300471" y="1901253"/>
                  <a:pt x="308062" y="1897854"/>
                  <a:pt x="316447" y="1897854"/>
                </a:cubicBezTo>
                <a:close/>
                <a:moveTo>
                  <a:pt x="243892" y="1897854"/>
                </a:moveTo>
                <a:cubicBezTo>
                  <a:pt x="252277" y="1897854"/>
                  <a:pt x="259868" y="1901253"/>
                  <a:pt x="265363" y="1906747"/>
                </a:cubicBezTo>
                <a:lnTo>
                  <a:pt x="273099" y="1925425"/>
                </a:lnTo>
                <a:lnTo>
                  <a:pt x="248735" y="1927277"/>
                </a:lnTo>
                <a:lnTo>
                  <a:pt x="213550" y="1928167"/>
                </a:lnTo>
                <a:lnTo>
                  <a:pt x="222422" y="1906747"/>
                </a:lnTo>
                <a:cubicBezTo>
                  <a:pt x="227917" y="1901253"/>
                  <a:pt x="235508" y="1897854"/>
                  <a:pt x="243892" y="1897854"/>
                </a:cubicBezTo>
                <a:close/>
                <a:moveTo>
                  <a:pt x="171339" y="1897854"/>
                </a:moveTo>
                <a:cubicBezTo>
                  <a:pt x="188107" y="1897854"/>
                  <a:pt x="201701" y="1911448"/>
                  <a:pt x="201701" y="1928218"/>
                </a:cubicBezTo>
                <a:lnTo>
                  <a:pt x="201597" y="1928469"/>
                </a:lnTo>
                <a:lnTo>
                  <a:pt x="171336" y="1929234"/>
                </a:lnTo>
                <a:lnTo>
                  <a:pt x="141087" y="1928469"/>
                </a:lnTo>
                <a:lnTo>
                  <a:pt x="140982" y="1928218"/>
                </a:lnTo>
                <a:cubicBezTo>
                  <a:pt x="140982" y="1911448"/>
                  <a:pt x="154577" y="1897854"/>
                  <a:pt x="171339" y="1897854"/>
                </a:cubicBezTo>
                <a:close/>
                <a:moveTo>
                  <a:pt x="98792" y="1897854"/>
                </a:moveTo>
                <a:cubicBezTo>
                  <a:pt x="107177" y="1897854"/>
                  <a:pt x="114768" y="1901253"/>
                  <a:pt x="120263" y="1906747"/>
                </a:cubicBezTo>
                <a:lnTo>
                  <a:pt x="129135" y="1928167"/>
                </a:lnTo>
                <a:lnTo>
                  <a:pt x="93938" y="1927277"/>
                </a:lnTo>
                <a:lnTo>
                  <a:pt x="69586" y="1925425"/>
                </a:lnTo>
                <a:lnTo>
                  <a:pt x="77322" y="1906747"/>
                </a:lnTo>
                <a:cubicBezTo>
                  <a:pt x="82817" y="1901253"/>
                  <a:pt x="90408" y="1897854"/>
                  <a:pt x="98792" y="1897854"/>
                </a:cubicBezTo>
                <a:close/>
                <a:moveTo>
                  <a:pt x="26239" y="1897854"/>
                </a:moveTo>
                <a:cubicBezTo>
                  <a:pt x="34623" y="1897854"/>
                  <a:pt x="42214" y="1901253"/>
                  <a:pt x="47709" y="1906747"/>
                </a:cubicBezTo>
                <a:lnTo>
                  <a:pt x="54985" y="1924315"/>
                </a:lnTo>
                <a:lnTo>
                  <a:pt x="17556" y="1921469"/>
                </a:lnTo>
                <a:lnTo>
                  <a:pt x="0" y="1919238"/>
                </a:lnTo>
                <a:lnTo>
                  <a:pt x="0" y="1918259"/>
                </a:lnTo>
                <a:lnTo>
                  <a:pt x="4768" y="1906747"/>
                </a:lnTo>
                <a:cubicBezTo>
                  <a:pt x="10263" y="1901253"/>
                  <a:pt x="17854" y="1897854"/>
                  <a:pt x="26239" y="1897854"/>
                </a:cubicBezTo>
                <a:close/>
                <a:moveTo>
                  <a:pt x="679220" y="1817400"/>
                </a:moveTo>
                <a:cubicBezTo>
                  <a:pt x="687604" y="1817400"/>
                  <a:pt x="695195" y="1820799"/>
                  <a:pt x="700690" y="1826293"/>
                </a:cubicBezTo>
                <a:lnTo>
                  <a:pt x="702587" y="1830873"/>
                </a:lnTo>
                <a:lnTo>
                  <a:pt x="649855" y="1850174"/>
                </a:lnTo>
                <a:lnTo>
                  <a:pt x="648856" y="1847763"/>
                </a:lnTo>
                <a:cubicBezTo>
                  <a:pt x="648856" y="1830994"/>
                  <a:pt x="662450" y="1817400"/>
                  <a:pt x="679220" y="1817400"/>
                </a:cubicBezTo>
                <a:close/>
                <a:moveTo>
                  <a:pt x="606665" y="1817400"/>
                </a:moveTo>
                <a:cubicBezTo>
                  <a:pt x="623435" y="1817400"/>
                  <a:pt x="637029" y="1830994"/>
                  <a:pt x="637029" y="1847763"/>
                </a:cubicBezTo>
                <a:lnTo>
                  <a:pt x="633560" y="1856138"/>
                </a:lnTo>
                <a:lnTo>
                  <a:pt x="618594" y="1861615"/>
                </a:lnTo>
                <a:lnTo>
                  <a:pt x="587142" y="1870547"/>
                </a:lnTo>
                <a:lnTo>
                  <a:pt x="585195" y="1869234"/>
                </a:lnTo>
                <a:cubicBezTo>
                  <a:pt x="579700" y="1863739"/>
                  <a:pt x="576302" y="1856148"/>
                  <a:pt x="576302" y="1847763"/>
                </a:cubicBezTo>
                <a:cubicBezTo>
                  <a:pt x="576302" y="1830994"/>
                  <a:pt x="589896" y="1817400"/>
                  <a:pt x="606665" y="1817400"/>
                </a:cubicBezTo>
                <a:close/>
                <a:moveTo>
                  <a:pt x="534111" y="1817400"/>
                </a:moveTo>
                <a:cubicBezTo>
                  <a:pt x="550880" y="1817400"/>
                  <a:pt x="564474" y="1830994"/>
                  <a:pt x="564474" y="1847763"/>
                </a:cubicBezTo>
                <a:cubicBezTo>
                  <a:pt x="564474" y="1864533"/>
                  <a:pt x="550880" y="1878127"/>
                  <a:pt x="534111" y="1878127"/>
                </a:cubicBezTo>
                <a:cubicBezTo>
                  <a:pt x="517341" y="1878127"/>
                  <a:pt x="503747" y="1864533"/>
                  <a:pt x="503747" y="1847763"/>
                </a:cubicBezTo>
                <a:cubicBezTo>
                  <a:pt x="503747" y="1830994"/>
                  <a:pt x="517341" y="1817400"/>
                  <a:pt x="534111" y="1817400"/>
                </a:cubicBezTo>
                <a:close/>
                <a:moveTo>
                  <a:pt x="461556" y="1817400"/>
                </a:moveTo>
                <a:cubicBezTo>
                  <a:pt x="478326" y="1817400"/>
                  <a:pt x="491920" y="1830994"/>
                  <a:pt x="491920" y="1847763"/>
                </a:cubicBezTo>
                <a:cubicBezTo>
                  <a:pt x="491920" y="1864533"/>
                  <a:pt x="478326" y="1878127"/>
                  <a:pt x="461556" y="1878127"/>
                </a:cubicBezTo>
                <a:cubicBezTo>
                  <a:pt x="444787" y="1878127"/>
                  <a:pt x="431192" y="1864533"/>
                  <a:pt x="431192" y="1847763"/>
                </a:cubicBezTo>
                <a:cubicBezTo>
                  <a:pt x="431192" y="1830994"/>
                  <a:pt x="444787" y="1817400"/>
                  <a:pt x="461556" y="1817400"/>
                </a:cubicBezTo>
                <a:close/>
                <a:moveTo>
                  <a:pt x="389002" y="1817400"/>
                </a:moveTo>
                <a:cubicBezTo>
                  <a:pt x="405771" y="1817400"/>
                  <a:pt x="419365" y="1830994"/>
                  <a:pt x="419365" y="1847763"/>
                </a:cubicBezTo>
                <a:cubicBezTo>
                  <a:pt x="419365" y="1864533"/>
                  <a:pt x="405771" y="1878127"/>
                  <a:pt x="389002" y="1878127"/>
                </a:cubicBezTo>
                <a:cubicBezTo>
                  <a:pt x="372232" y="1878127"/>
                  <a:pt x="358638" y="1864533"/>
                  <a:pt x="358638" y="1847763"/>
                </a:cubicBezTo>
                <a:cubicBezTo>
                  <a:pt x="358638" y="1830994"/>
                  <a:pt x="372232" y="1817400"/>
                  <a:pt x="389002" y="1817400"/>
                </a:cubicBezTo>
                <a:close/>
                <a:moveTo>
                  <a:pt x="316447" y="1817400"/>
                </a:moveTo>
                <a:cubicBezTo>
                  <a:pt x="333216" y="1817400"/>
                  <a:pt x="346810" y="1830994"/>
                  <a:pt x="346810" y="1847763"/>
                </a:cubicBezTo>
                <a:cubicBezTo>
                  <a:pt x="346810" y="1864533"/>
                  <a:pt x="333216" y="1878127"/>
                  <a:pt x="316447" y="1878127"/>
                </a:cubicBezTo>
                <a:cubicBezTo>
                  <a:pt x="299677" y="1878127"/>
                  <a:pt x="286084" y="1864533"/>
                  <a:pt x="286084" y="1847763"/>
                </a:cubicBezTo>
                <a:cubicBezTo>
                  <a:pt x="286084" y="1830994"/>
                  <a:pt x="299677" y="1817400"/>
                  <a:pt x="316447" y="1817400"/>
                </a:cubicBezTo>
                <a:close/>
                <a:moveTo>
                  <a:pt x="243892" y="1817400"/>
                </a:moveTo>
                <a:cubicBezTo>
                  <a:pt x="260662" y="1817400"/>
                  <a:pt x="274256" y="1830994"/>
                  <a:pt x="274256" y="1847763"/>
                </a:cubicBezTo>
                <a:cubicBezTo>
                  <a:pt x="274256" y="1864533"/>
                  <a:pt x="260662" y="1878127"/>
                  <a:pt x="243892" y="1878127"/>
                </a:cubicBezTo>
                <a:cubicBezTo>
                  <a:pt x="227123" y="1878127"/>
                  <a:pt x="213529" y="1864533"/>
                  <a:pt x="213529" y="1847763"/>
                </a:cubicBezTo>
                <a:cubicBezTo>
                  <a:pt x="213529" y="1830994"/>
                  <a:pt x="227123" y="1817400"/>
                  <a:pt x="243892" y="1817400"/>
                </a:cubicBezTo>
                <a:close/>
                <a:moveTo>
                  <a:pt x="171339" y="1817400"/>
                </a:moveTo>
                <a:cubicBezTo>
                  <a:pt x="188107" y="1817400"/>
                  <a:pt x="201701" y="1830994"/>
                  <a:pt x="201701" y="1847763"/>
                </a:cubicBezTo>
                <a:cubicBezTo>
                  <a:pt x="201701" y="1864533"/>
                  <a:pt x="188107" y="1878127"/>
                  <a:pt x="171339" y="1878127"/>
                </a:cubicBezTo>
                <a:cubicBezTo>
                  <a:pt x="154583" y="1878127"/>
                  <a:pt x="140989" y="1864533"/>
                  <a:pt x="140989" y="1847763"/>
                </a:cubicBezTo>
                <a:cubicBezTo>
                  <a:pt x="140989" y="1830994"/>
                  <a:pt x="154583" y="1817400"/>
                  <a:pt x="171339" y="1817400"/>
                </a:cubicBezTo>
                <a:close/>
                <a:moveTo>
                  <a:pt x="98799" y="1817400"/>
                </a:moveTo>
                <a:cubicBezTo>
                  <a:pt x="115568" y="1817400"/>
                  <a:pt x="129162" y="1830994"/>
                  <a:pt x="129162" y="1847763"/>
                </a:cubicBezTo>
                <a:cubicBezTo>
                  <a:pt x="129162" y="1864533"/>
                  <a:pt x="115568" y="1878127"/>
                  <a:pt x="98799" y="1878127"/>
                </a:cubicBezTo>
                <a:cubicBezTo>
                  <a:pt x="82029" y="1878127"/>
                  <a:pt x="68435" y="1864533"/>
                  <a:pt x="68435" y="1847763"/>
                </a:cubicBezTo>
                <a:cubicBezTo>
                  <a:pt x="68435" y="1830994"/>
                  <a:pt x="82029" y="1817400"/>
                  <a:pt x="98799" y="1817400"/>
                </a:cubicBezTo>
                <a:close/>
                <a:moveTo>
                  <a:pt x="26245" y="1817400"/>
                </a:moveTo>
                <a:cubicBezTo>
                  <a:pt x="43014" y="1817400"/>
                  <a:pt x="56608" y="1830994"/>
                  <a:pt x="56608" y="1847763"/>
                </a:cubicBezTo>
                <a:cubicBezTo>
                  <a:pt x="56608" y="1864533"/>
                  <a:pt x="43014" y="1878127"/>
                  <a:pt x="26245" y="1878127"/>
                </a:cubicBezTo>
                <a:cubicBezTo>
                  <a:pt x="17860" y="1878127"/>
                  <a:pt x="10269" y="1874729"/>
                  <a:pt x="4775" y="1869234"/>
                </a:cubicBezTo>
                <a:lnTo>
                  <a:pt x="0" y="1857707"/>
                </a:lnTo>
                <a:lnTo>
                  <a:pt x="0" y="1837819"/>
                </a:lnTo>
                <a:lnTo>
                  <a:pt x="4775" y="1826293"/>
                </a:lnTo>
                <a:cubicBezTo>
                  <a:pt x="10269" y="1820799"/>
                  <a:pt x="17860" y="1817400"/>
                  <a:pt x="26245" y="1817400"/>
                </a:cubicBezTo>
                <a:close/>
                <a:moveTo>
                  <a:pt x="896883" y="1736948"/>
                </a:moveTo>
                <a:lnTo>
                  <a:pt x="903696" y="1738324"/>
                </a:lnTo>
                <a:lnTo>
                  <a:pt x="888255" y="1747704"/>
                </a:lnTo>
                <a:lnTo>
                  <a:pt x="871248" y="1755896"/>
                </a:lnTo>
                <a:lnTo>
                  <a:pt x="875413" y="1745841"/>
                </a:lnTo>
                <a:cubicBezTo>
                  <a:pt x="880908" y="1740347"/>
                  <a:pt x="888499" y="1736948"/>
                  <a:pt x="896883" y="1736948"/>
                </a:cubicBezTo>
                <a:close/>
                <a:moveTo>
                  <a:pt x="824329" y="1736948"/>
                </a:moveTo>
                <a:cubicBezTo>
                  <a:pt x="832714" y="1736948"/>
                  <a:pt x="840304" y="1740347"/>
                  <a:pt x="845799" y="1745841"/>
                </a:cubicBezTo>
                <a:lnTo>
                  <a:pt x="853504" y="1764444"/>
                </a:lnTo>
                <a:lnTo>
                  <a:pt x="802910" y="1788817"/>
                </a:lnTo>
                <a:lnTo>
                  <a:pt x="802858" y="1788782"/>
                </a:lnTo>
                <a:cubicBezTo>
                  <a:pt x="797364" y="1783287"/>
                  <a:pt x="793965" y="1775696"/>
                  <a:pt x="793965" y="1767312"/>
                </a:cubicBezTo>
                <a:cubicBezTo>
                  <a:pt x="793965" y="1750542"/>
                  <a:pt x="807559" y="1736948"/>
                  <a:pt x="824329" y="1736948"/>
                </a:cubicBezTo>
                <a:close/>
                <a:moveTo>
                  <a:pt x="751774" y="1736948"/>
                </a:moveTo>
                <a:cubicBezTo>
                  <a:pt x="768544" y="1736948"/>
                  <a:pt x="782138" y="1750542"/>
                  <a:pt x="782138" y="1767312"/>
                </a:cubicBezTo>
                <a:cubicBezTo>
                  <a:pt x="782138" y="1784081"/>
                  <a:pt x="768544" y="1797675"/>
                  <a:pt x="751774" y="1797675"/>
                </a:cubicBezTo>
                <a:cubicBezTo>
                  <a:pt x="735005" y="1797675"/>
                  <a:pt x="721411" y="1784081"/>
                  <a:pt x="721411" y="1767312"/>
                </a:cubicBezTo>
                <a:cubicBezTo>
                  <a:pt x="721411" y="1750542"/>
                  <a:pt x="735005" y="1736948"/>
                  <a:pt x="751774" y="1736948"/>
                </a:cubicBezTo>
                <a:close/>
                <a:moveTo>
                  <a:pt x="679220" y="1736948"/>
                </a:moveTo>
                <a:cubicBezTo>
                  <a:pt x="695989" y="1736948"/>
                  <a:pt x="709583" y="1750542"/>
                  <a:pt x="709583" y="1767312"/>
                </a:cubicBezTo>
                <a:cubicBezTo>
                  <a:pt x="709583" y="1784081"/>
                  <a:pt x="695989" y="1797675"/>
                  <a:pt x="679220" y="1797675"/>
                </a:cubicBezTo>
                <a:cubicBezTo>
                  <a:pt x="662450" y="1797675"/>
                  <a:pt x="648856" y="1784081"/>
                  <a:pt x="648856" y="1767312"/>
                </a:cubicBezTo>
                <a:cubicBezTo>
                  <a:pt x="648856" y="1750542"/>
                  <a:pt x="662450" y="1736948"/>
                  <a:pt x="679220" y="1736948"/>
                </a:cubicBezTo>
                <a:close/>
                <a:moveTo>
                  <a:pt x="606665" y="1736948"/>
                </a:moveTo>
                <a:cubicBezTo>
                  <a:pt x="623435" y="1736948"/>
                  <a:pt x="637029" y="1750542"/>
                  <a:pt x="637029" y="1767312"/>
                </a:cubicBezTo>
                <a:cubicBezTo>
                  <a:pt x="637029" y="1784081"/>
                  <a:pt x="623435" y="1797675"/>
                  <a:pt x="606665" y="1797675"/>
                </a:cubicBezTo>
                <a:cubicBezTo>
                  <a:pt x="589896" y="1797675"/>
                  <a:pt x="576302" y="1784081"/>
                  <a:pt x="576302" y="1767312"/>
                </a:cubicBezTo>
                <a:cubicBezTo>
                  <a:pt x="576302" y="1750542"/>
                  <a:pt x="589896" y="1736948"/>
                  <a:pt x="606665" y="1736948"/>
                </a:cubicBezTo>
                <a:close/>
                <a:moveTo>
                  <a:pt x="534111" y="1736948"/>
                </a:moveTo>
                <a:cubicBezTo>
                  <a:pt x="550880" y="1736948"/>
                  <a:pt x="564474" y="1750542"/>
                  <a:pt x="564474" y="1767312"/>
                </a:cubicBezTo>
                <a:cubicBezTo>
                  <a:pt x="564474" y="1784081"/>
                  <a:pt x="550880" y="1797675"/>
                  <a:pt x="534111" y="1797675"/>
                </a:cubicBezTo>
                <a:cubicBezTo>
                  <a:pt x="517341" y="1797675"/>
                  <a:pt x="503747" y="1784081"/>
                  <a:pt x="503747" y="1767312"/>
                </a:cubicBezTo>
                <a:cubicBezTo>
                  <a:pt x="503747" y="1750542"/>
                  <a:pt x="517341" y="1736948"/>
                  <a:pt x="534111" y="1736948"/>
                </a:cubicBezTo>
                <a:close/>
                <a:moveTo>
                  <a:pt x="461556" y="1736948"/>
                </a:moveTo>
                <a:cubicBezTo>
                  <a:pt x="478326" y="1736948"/>
                  <a:pt x="491920" y="1750542"/>
                  <a:pt x="491920" y="1767312"/>
                </a:cubicBezTo>
                <a:cubicBezTo>
                  <a:pt x="491920" y="1784081"/>
                  <a:pt x="478326" y="1797675"/>
                  <a:pt x="461556" y="1797675"/>
                </a:cubicBezTo>
                <a:cubicBezTo>
                  <a:pt x="444787" y="1797675"/>
                  <a:pt x="431192" y="1784081"/>
                  <a:pt x="431192" y="1767312"/>
                </a:cubicBezTo>
                <a:cubicBezTo>
                  <a:pt x="431192" y="1750542"/>
                  <a:pt x="444787" y="1736948"/>
                  <a:pt x="461556" y="1736948"/>
                </a:cubicBezTo>
                <a:close/>
                <a:moveTo>
                  <a:pt x="389002" y="1736948"/>
                </a:moveTo>
                <a:cubicBezTo>
                  <a:pt x="405771" y="1736948"/>
                  <a:pt x="419365" y="1750542"/>
                  <a:pt x="419365" y="1767312"/>
                </a:cubicBezTo>
                <a:cubicBezTo>
                  <a:pt x="419365" y="1784081"/>
                  <a:pt x="405771" y="1797675"/>
                  <a:pt x="389002" y="1797675"/>
                </a:cubicBezTo>
                <a:cubicBezTo>
                  <a:pt x="372232" y="1797675"/>
                  <a:pt x="358638" y="1784081"/>
                  <a:pt x="358638" y="1767312"/>
                </a:cubicBezTo>
                <a:cubicBezTo>
                  <a:pt x="358638" y="1750542"/>
                  <a:pt x="372232" y="1736948"/>
                  <a:pt x="389002" y="1736948"/>
                </a:cubicBezTo>
                <a:close/>
                <a:moveTo>
                  <a:pt x="316447" y="1736948"/>
                </a:moveTo>
                <a:cubicBezTo>
                  <a:pt x="333216" y="1736948"/>
                  <a:pt x="346810" y="1750542"/>
                  <a:pt x="346810" y="1767312"/>
                </a:cubicBezTo>
                <a:cubicBezTo>
                  <a:pt x="346810" y="1784081"/>
                  <a:pt x="333216" y="1797675"/>
                  <a:pt x="316447" y="1797675"/>
                </a:cubicBezTo>
                <a:cubicBezTo>
                  <a:pt x="299677" y="1797675"/>
                  <a:pt x="286084" y="1784081"/>
                  <a:pt x="286084" y="1767312"/>
                </a:cubicBezTo>
                <a:cubicBezTo>
                  <a:pt x="286084" y="1750542"/>
                  <a:pt x="299677" y="1736948"/>
                  <a:pt x="316447" y="1736948"/>
                </a:cubicBezTo>
                <a:close/>
                <a:moveTo>
                  <a:pt x="243892" y="1736948"/>
                </a:moveTo>
                <a:cubicBezTo>
                  <a:pt x="260662" y="1736948"/>
                  <a:pt x="274256" y="1750542"/>
                  <a:pt x="274256" y="1767312"/>
                </a:cubicBezTo>
                <a:cubicBezTo>
                  <a:pt x="274256" y="1784081"/>
                  <a:pt x="260662" y="1797675"/>
                  <a:pt x="243892" y="1797675"/>
                </a:cubicBezTo>
                <a:cubicBezTo>
                  <a:pt x="227123" y="1797675"/>
                  <a:pt x="213529" y="1784081"/>
                  <a:pt x="213529" y="1767312"/>
                </a:cubicBezTo>
                <a:cubicBezTo>
                  <a:pt x="213529" y="1750542"/>
                  <a:pt x="227123" y="1736948"/>
                  <a:pt x="243892" y="1736948"/>
                </a:cubicBezTo>
                <a:close/>
                <a:moveTo>
                  <a:pt x="171339" y="1736948"/>
                </a:moveTo>
                <a:cubicBezTo>
                  <a:pt x="188107" y="1736948"/>
                  <a:pt x="201701" y="1750542"/>
                  <a:pt x="201701" y="1767312"/>
                </a:cubicBezTo>
                <a:cubicBezTo>
                  <a:pt x="201701" y="1784081"/>
                  <a:pt x="188107" y="1797675"/>
                  <a:pt x="171339" y="1797675"/>
                </a:cubicBezTo>
                <a:cubicBezTo>
                  <a:pt x="154588" y="1797675"/>
                  <a:pt x="140995" y="1784081"/>
                  <a:pt x="140995" y="1767312"/>
                </a:cubicBezTo>
                <a:cubicBezTo>
                  <a:pt x="140995" y="1750542"/>
                  <a:pt x="154588" y="1736948"/>
                  <a:pt x="171339" y="1736948"/>
                </a:cubicBezTo>
                <a:close/>
                <a:moveTo>
                  <a:pt x="98806" y="1736948"/>
                </a:moveTo>
                <a:cubicBezTo>
                  <a:pt x="115574" y="1736948"/>
                  <a:pt x="129168" y="1750542"/>
                  <a:pt x="129168" y="1767312"/>
                </a:cubicBezTo>
                <a:cubicBezTo>
                  <a:pt x="129168" y="1784081"/>
                  <a:pt x="115574" y="1797675"/>
                  <a:pt x="98806" y="1797675"/>
                </a:cubicBezTo>
                <a:cubicBezTo>
                  <a:pt x="82035" y="1797675"/>
                  <a:pt x="68442" y="1784081"/>
                  <a:pt x="68442" y="1767312"/>
                </a:cubicBezTo>
                <a:cubicBezTo>
                  <a:pt x="68442" y="1750542"/>
                  <a:pt x="82035" y="1736948"/>
                  <a:pt x="98806" y="1736948"/>
                </a:cubicBezTo>
                <a:close/>
                <a:moveTo>
                  <a:pt x="26251" y="1736948"/>
                </a:moveTo>
                <a:cubicBezTo>
                  <a:pt x="43020" y="1736948"/>
                  <a:pt x="56614" y="1750542"/>
                  <a:pt x="56614" y="1767312"/>
                </a:cubicBezTo>
                <a:cubicBezTo>
                  <a:pt x="56614" y="1784081"/>
                  <a:pt x="43020" y="1797675"/>
                  <a:pt x="26251" y="1797675"/>
                </a:cubicBezTo>
                <a:cubicBezTo>
                  <a:pt x="17866" y="1797675"/>
                  <a:pt x="10276" y="1794277"/>
                  <a:pt x="4781" y="1788782"/>
                </a:cubicBezTo>
                <a:lnTo>
                  <a:pt x="0" y="1777239"/>
                </a:lnTo>
                <a:lnTo>
                  <a:pt x="0" y="1757384"/>
                </a:lnTo>
                <a:lnTo>
                  <a:pt x="4781" y="1745841"/>
                </a:lnTo>
                <a:cubicBezTo>
                  <a:pt x="10276" y="1740347"/>
                  <a:pt x="17866" y="1736948"/>
                  <a:pt x="26251" y="1736948"/>
                </a:cubicBezTo>
                <a:close/>
                <a:moveTo>
                  <a:pt x="1030341" y="1658849"/>
                </a:moveTo>
                <a:lnTo>
                  <a:pt x="1020041" y="1666551"/>
                </a:lnTo>
                <a:lnTo>
                  <a:pt x="1020522" y="1665390"/>
                </a:lnTo>
                <a:cubicBezTo>
                  <a:pt x="1023269" y="1662642"/>
                  <a:pt x="1026541" y="1660419"/>
                  <a:pt x="1030173" y="1658883"/>
                </a:cubicBezTo>
                <a:close/>
                <a:moveTo>
                  <a:pt x="969438" y="1656497"/>
                </a:moveTo>
                <a:cubicBezTo>
                  <a:pt x="977823" y="1656497"/>
                  <a:pt x="985413" y="1659895"/>
                  <a:pt x="990908" y="1665390"/>
                </a:cubicBezTo>
                <a:lnTo>
                  <a:pt x="997511" y="1681329"/>
                </a:lnTo>
                <a:lnTo>
                  <a:pt x="950384" y="1709959"/>
                </a:lnTo>
                <a:lnTo>
                  <a:pt x="947968" y="1708330"/>
                </a:lnTo>
                <a:cubicBezTo>
                  <a:pt x="942473" y="1702836"/>
                  <a:pt x="939075" y="1695245"/>
                  <a:pt x="939075" y="1686860"/>
                </a:cubicBezTo>
                <a:cubicBezTo>
                  <a:pt x="939075" y="1670091"/>
                  <a:pt x="952669" y="1656497"/>
                  <a:pt x="969438" y="1656497"/>
                </a:cubicBezTo>
                <a:close/>
                <a:moveTo>
                  <a:pt x="896883" y="1656497"/>
                </a:moveTo>
                <a:cubicBezTo>
                  <a:pt x="913653" y="1656497"/>
                  <a:pt x="927247" y="1670091"/>
                  <a:pt x="927247" y="1686860"/>
                </a:cubicBezTo>
                <a:cubicBezTo>
                  <a:pt x="927247" y="1703630"/>
                  <a:pt x="913653" y="1717224"/>
                  <a:pt x="896883" y="1717224"/>
                </a:cubicBezTo>
                <a:cubicBezTo>
                  <a:pt x="880114" y="1717224"/>
                  <a:pt x="866520" y="1703630"/>
                  <a:pt x="866520" y="1686860"/>
                </a:cubicBezTo>
                <a:cubicBezTo>
                  <a:pt x="866520" y="1670091"/>
                  <a:pt x="880114" y="1656497"/>
                  <a:pt x="896883" y="1656497"/>
                </a:cubicBezTo>
                <a:close/>
                <a:moveTo>
                  <a:pt x="824329" y="1656497"/>
                </a:moveTo>
                <a:cubicBezTo>
                  <a:pt x="841098" y="1656497"/>
                  <a:pt x="854692" y="1670091"/>
                  <a:pt x="854692" y="1686860"/>
                </a:cubicBezTo>
                <a:cubicBezTo>
                  <a:pt x="854692" y="1703630"/>
                  <a:pt x="841098" y="1717224"/>
                  <a:pt x="824329" y="1717224"/>
                </a:cubicBezTo>
                <a:cubicBezTo>
                  <a:pt x="807559" y="1717224"/>
                  <a:pt x="793965" y="1703630"/>
                  <a:pt x="793965" y="1686860"/>
                </a:cubicBezTo>
                <a:cubicBezTo>
                  <a:pt x="793965" y="1670091"/>
                  <a:pt x="807559" y="1656497"/>
                  <a:pt x="824329" y="1656497"/>
                </a:cubicBezTo>
                <a:close/>
                <a:moveTo>
                  <a:pt x="751774" y="1656497"/>
                </a:moveTo>
                <a:cubicBezTo>
                  <a:pt x="768544" y="1656497"/>
                  <a:pt x="782138" y="1670091"/>
                  <a:pt x="782138" y="1686860"/>
                </a:cubicBezTo>
                <a:cubicBezTo>
                  <a:pt x="782138" y="1703630"/>
                  <a:pt x="768544" y="1717224"/>
                  <a:pt x="751774" y="1717224"/>
                </a:cubicBezTo>
                <a:cubicBezTo>
                  <a:pt x="735005" y="1717224"/>
                  <a:pt x="721411" y="1703630"/>
                  <a:pt x="721411" y="1686860"/>
                </a:cubicBezTo>
                <a:cubicBezTo>
                  <a:pt x="721411" y="1670091"/>
                  <a:pt x="735005" y="1656497"/>
                  <a:pt x="751774" y="1656497"/>
                </a:cubicBezTo>
                <a:close/>
                <a:moveTo>
                  <a:pt x="679220" y="1656497"/>
                </a:moveTo>
                <a:cubicBezTo>
                  <a:pt x="695989" y="1656497"/>
                  <a:pt x="709583" y="1670091"/>
                  <a:pt x="709583" y="1686860"/>
                </a:cubicBezTo>
                <a:cubicBezTo>
                  <a:pt x="709583" y="1703630"/>
                  <a:pt x="695989" y="1717224"/>
                  <a:pt x="679220" y="1717224"/>
                </a:cubicBezTo>
                <a:cubicBezTo>
                  <a:pt x="662450" y="1717224"/>
                  <a:pt x="648856" y="1703630"/>
                  <a:pt x="648856" y="1686860"/>
                </a:cubicBezTo>
                <a:cubicBezTo>
                  <a:pt x="648856" y="1670091"/>
                  <a:pt x="662450" y="1656497"/>
                  <a:pt x="679220" y="1656497"/>
                </a:cubicBezTo>
                <a:close/>
                <a:moveTo>
                  <a:pt x="606665" y="1656497"/>
                </a:moveTo>
                <a:cubicBezTo>
                  <a:pt x="623435" y="1656497"/>
                  <a:pt x="637029" y="1670091"/>
                  <a:pt x="637029" y="1686860"/>
                </a:cubicBezTo>
                <a:cubicBezTo>
                  <a:pt x="637029" y="1703630"/>
                  <a:pt x="623435" y="1717224"/>
                  <a:pt x="606665" y="1717224"/>
                </a:cubicBezTo>
                <a:cubicBezTo>
                  <a:pt x="589896" y="1717224"/>
                  <a:pt x="576302" y="1703630"/>
                  <a:pt x="576302" y="1686860"/>
                </a:cubicBezTo>
                <a:cubicBezTo>
                  <a:pt x="576302" y="1670091"/>
                  <a:pt x="589896" y="1656497"/>
                  <a:pt x="606665" y="1656497"/>
                </a:cubicBezTo>
                <a:close/>
                <a:moveTo>
                  <a:pt x="534111" y="1656497"/>
                </a:moveTo>
                <a:cubicBezTo>
                  <a:pt x="550880" y="1656497"/>
                  <a:pt x="564474" y="1670091"/>
                  <a:pt x="564474" y="1686860"/>
                </a:cubicBezTo>
                <a:cubicBezTo>
                  <a:pt x="564474" y="1703630"/>
                  <a:pt x="550880" y="1717224"/>
                  <a:pt x="534111" y="1717224"/>
                </a:cubicBezTo>
                <a:cubicBezTo>
                  <a:pt x="517341" y="1717224"/>
                  <a:pt x="503747" y="1703630"/>
                  <a:pt x="503747" y="1686860"/>
                </a:cubicBezTo>
                <a:cubicBezTo>
                  <a:pt x="503747" y="1670091"/>
                  <a:pt x="517341" y="1656497"/>
                  <a:pt x="534111" y="1656497"/>
                </a:cubicBezTo>
                <a:close/>
                <a:moveTo>
                  <a:pt x="461556" y="1656497"/>
                </a:moveTo>
                <a:cubicBezTo>
                  <a:pt x="478326" y="1656497"/>
                  <a:pt x="491920" y="1670091"/>
                  <a:pt x="491920" y="1686860"/>
                </a:cubicBezTo>
                <a:cubicBezTo>
                  <a:pt x="491920" y="1703630"/>
                  <a:pt x="478326" y="1717224"/>
                  <a:pt x="461556" y="1717224"/>
                </a:cubicBezTo>
                <a:cubicBezTo>
                  <a:pt x="444787" y="1717224"/>
                  <a:pt x="431192" y="1703630"/>
                  <a:pt x="431192" y="1686860"/>
                </a:cubicBezTo>
                <a:cubicBezTo>
                  <a:pt x="431192" y="1670091"/>
                  <a:pt x="444787" y="1656497"/>
                  <a:pt x="461556" y="1656497"/>
                </a:cubicBezTo>
                <a:close/>
                <a:moveTo>
                  <a:pt x="389002" y="1656497"/>
                </a:moveTo>
                <a:cubicBezTo>
                  <a:pt x="405771" y="1656497"/>
                  <a:pt x="419365" y="1670091"/>
                  <a:pt x="419365" y="1686860"/>
                </a:cubicBezTo>
                <a:cubicBezTo>
                  <a:pt x="419365" y="1703630"/>
                  <a:pt x="405771" y="1717224"/>
                  <a:pt x="389002" y="1717224"/>
                </a:cubicBezTo>
                <a:cubicBezTo>
                  <a:pt x="372232" y="1717224"/>
                  <a:pt x="358638" y="1703630"/>
                  <a:pt x="358638" y="1686860"/>
                </a:cubicBezTo>
                <a:cubicBezTo>
                  <a:pt x="358638" y="1670091"/>
                  <a:pt x="372232" y="1656497"/>
                  <a:pt x="389002" y="1656497"/>
                </a:cubicBezTo>
                <a:close/>
                <a:moveTo>
                  <a:pt x="316447" y="1656497"/>
                </a:moveTo>
                <a:cubicBezTo>
                  <a:pt x="333216" y="1656497"/>
                  <a:pt x="346810" y="1670091"/>
                  <a:pt x="346810" y="1686860"/>
                </a:cubicBezTo>
                <a:cubicBezTo>
                  <a:pt x="346810" y="1703630"/>
                  <a:pt x="333216" y="1717224"/>
                  <a:pt x="316447" y="1717224"/>
                </a:cubicBezTo>
                <a:cubicBezTo>
                  <a:pt x="299677" y="1717224"/>
                  <a:pt x="286084" y="1703630"/>
                  <a:pt x="286084" y="1686860"/>
                </a:cubicBezTo>
                <a:cubicBezTo>
                  <a:pt x="286084" y="1670091"/>
                  <a:pt x="299677" y="1656497"/>
                  <a:pt x="316447" y="1656497"/>
                </a:cubicBezTo>
                <a:close/>
                <a:moveTo>
                  <a:pt x="243892" y="1656497"/>
                </a:moveTo>
                <a:cubicBezTo>
                  <a:pt x="260662" y="1656497"/>
                  <a:pt x="274256" y="1670091"/>
                  <a:pt x="274256" y="1686860"/>
                </a:cubicBezTo>
                <a:cubicBezTo>
                  <a:pt x="274256" y="1703630"/>
                  <a:pt x="260662" y="1717224"/>
                  <a:pt x="243892" y="1717224"/>
                </a:cubicBezTo>
                <a:cubicBezTo>
                  <a:pt x="227123" y="1717224"/>
                  <a:pt x="213529" y="1703630"/>
                  <a:pt x="213529" y="1686860"/>
                </a:cubicBezTo>
                <a:cubicBezTo>
                  <a:pt x="213529" y="1670091"/>
                  <a:pt x="227123" y="1656497"/>
                  <a:pt x="243892" y="1656497"/>
                </a:cubicBezTo>
                <a:close/>
                <a:moveTo>
                  <a:pt x="171339" y="1656497"/>
                </a:moveTo>
                <a:cubicBezTo>
                  <a:pt x="188107" y="1656497"/>
                  <a:pt x="201701" y="1670091"/>
                  <a:pt x="201701" y="1686860"/>
                </a:cubicBezTo>
                <a:cubicBezTo>
                  <a:pt x="201701" y="1703630"/>
                  <a:pt x="188107" y="1717224"/>
                  <a:pt x="171339" y="1717224"/>
                </a:cubicBezTo>
                <a:cubicBezTo>
                  <a:pt x="154594" y="1717224"/>
                  <a:pt x="141001" y="1703630"/>
                  <a:pt x="141001" y="1686860"/>
                </a:cubicBezTo>
                <a:cubicBezTo>
                  <a:pt x="141001" y="1670091"/>
                  <a:pt x="154594" y="1656497"/>
                  <a:pt x="171339" y="1656497"/>
                </a:cubicBezTo>
                <a:close/>
                <a:moveTo>
                  <a:pt x="98812" y="1656497"/>
                </a:moveTo>
                <a:cubicBezTo>
                  <a:pt x="115580" y="1656497"/>
                  <a:pt x="129174" y="1670091"/>
                  <a:pt x="129174" y="1686860"/>
                </a:cubicBezTo>
                <a:cubicBezTo>
                  <a:pt x="129174" y="1703630"/>
                  <a:pt x="115580" y="1717224"/>
                  <a:pt x="98812" y="1717224"/>
                </a:cubicBezTo>
                <a:cubicBezTo>
                  <a:pt x="82042" y="1717224"/>
                  <a:pt x="68448" y="1703630"/>
                  <a:pt x="68448" y="1686860"/>
                </a:cubicBezTo>
                <a:cubicBezTo>
                  <a:pt x="68448" y="1670091"/>
                  <a:pt x="82042" y="1656497"/>
                  <a:pt x="98812" y="1656497"/>
                </a:cubicBezTo>
                <a:close/>
                <a:moveTo>
                  <a:pt x="26257" y="1656497"/>
                </a:moveTo>
                <a:cubicBezTo>
                  <a:pt x="43026" y="1656497"/>
                  <a:pt x="56620" y="1670091"/>
                  <a:pt x="56620" y="1686860"/>
                </a:cubicBezTo>
                <a:cubicBezTo>
                  <a:pt x="56620" y="1703630"/>
                  <a:pt x="43026" y="1717224"/>
                  <a:pt x="26257" y="1717224"/>
                </a:cubicBezTo>
                <a:cubicBezTo>
                  <a:pt x="17873" y="1717224"/>
                  <a:pt x="10282" y="1713826"/>
                  <a:pt x="4787" y="1708331"/>
                </a:cubicBezTo>
                <a:lnTo>
                  <a:pt x="0" y="1696773"/>
                </a:lnTo>
                <a:lnTo>
                  <a:pt x="0" y="1676947"/>
                </a:lnTo>
                <a:lnTo>
                  <a:pt x="4787" y="1665390"/>
                </a:lnTo>
                <a:cubicBezTo>
                  <a:pt x="10282" y="1659896"/>
                  <a:pt x="17873" y="1656497"/>
                  <a:pt x="26257" y="1656497"/>
                </a:cubicBezTo>
                <a:close/>
                <a:moveTo>
                  <a:pt x="1114547" y="1576045"/>
                </a:moveTo>
                <a:cubicBezTo>
                  <a:pt x="1118739" y="1576045"/>
                  <a:pt x="1122733" y="1576894"/>
                  <a:pt x="1126366" y="1578431"/>
                </a:cubicBezTo>
                <a:lnTo>
                  <a:pt x="1131977" y="1582214"/>
                </a:lnTo>
                <a:lnTo>
                  <a:pt x="1128051" y="1585783"/>
                </a:lnTo>
                <a:lnTo>
                  <a:pt x="1088035" y="1615706"/>
                </a:lnTo>
                <a:lnTo>
                  <a:pt x="1084184" y="1606408"/>
                </a:lnTo>
                <a:cubicBezTo>
                  <a:pt x="1084184" y="1589639"/>
                  <a:pt x="1097778" y="1576045"/>
                  <a:pt x="1114547" y="1576045"/>
                </a:cubicBezTo>
                <a:close/>
                <a:moveTo>
                  <a:pt x="1041993" y="1576045"/>
                </a:moveTo>
                <a:cubicBezTo>
                  <a:pt x="1058762" y="1576045"/>
                  <a:pt x="1072356" y="1589639"/>
                  <a:pt x="1072356" y="1606408"/>
                </a:cubicBezTo>
                <a:cubicBezTo>
                  <a:pt x="1072356" y="1623178"/>
                  <a:pt x="1058762" y="1636772"/>
                  <a:pt x="1041993" y="1636772"/>
                </a:cubicBezTo>
                <a:cubicBezTo>
                  <a:pt x="1025223" y="1636772"/>
                  <a:pt x="1011629" y="1623178"/>
                  <a:pt x="1011629" y="1606408"/>
                </a:cubicBezTo>
                <a:cubicBezTo>
                  <a:pt x="1011629" y="1589639"/>
                  <a:pt x="1025223" y="1576045"/>
                  <a:pt x="1041993" y="1576045"/>
                </a:cubicBezTo>
                <a:close/>
                <a:moveTo>
                  <a:pt x="969438" y="1576045"/>
                </a:moveTo>
                <a:cubicBezTo>
                  <a:pt x="986208" y="1576045"/>
                  <a:pt x="999801" y="1589639"/>
                  <a:pt x="999801" y="1606408"/>
                </a:cubicBezTo>
                <a:cubicBezTo>
                  <a:pt x="999801" y="1623178"/>
                  <a:pt x="986208" y="1636772"/>
                  <a:pt x="969438" y="1636772"/>
                </a:cubicBezTo>
                <a:cubicBezTo>
                  <a:pt x="952669" y="1636772"/>
                  <a:pt x="939075" y="1623178"/>
                  <a:pt x="939075" y="1606408"/>
                </a:cubicBezTo>
                <a:cubicBezTo>
                  <a:pt x="939075" y="1589639"/>
                  <a:pt x="952669" y="1576045"/>
                  <a:pt x="969438" y="1576045"/>
                </a:cubicBezTo>
                <a:close/>
                <a:moveTo>
                  <a:pt x="896883" y="1576045"/>
                </a:moveTo>
                <a:cubicBezTo>
                  <a:pt x="913653" y="1576045"/>
                  <a:pt x="927247" y="1589639"/>
                  <a:pt x="927247" y="1606408"/>
                </a:cubicBezTo>
                <a:cubicBezTo>
                  <a:pt x="927247" y="1623178"/>
                  <a:pt x="913653" y="1636772"/>
                  <a:pt x="896883" y="1636772"/>
                </a:cubicBezTo>
                <a:cubicBezTo>
                  <a:pt x="880114" y="1636772"/>
                  <a:pt x="866520" y="1623178"/>
                  <a:pt x="866520" y="1606408"/>
                </a:cubicBezTo>
                <a:cubicBezTo>
                  <a:pt x="866520" y="1589639"/>
                  <a:pt x="880114" y="1576045"/>
                  <a:pt x="896883" y="1576045"/>
                </a:cubicBezTo>
                <a:close/>
                <a:moveTo>
                  <a:pt x="824329" y="1576045"/>
                </a:moveTo>
                <a:cubicBezTo>
                  <a:pt x="841098" y="1576045"/>
                  <a:pt x="854692" y="1589639"/>
                  <a:pt x="854692" y="1606408"/>
                </a:cubicBezTo>
                <a:cubicBezTo>
                  <a:pt x="854692" y="1623178"/>
                  <a:pt x="841098" y="1636772"/>
                  <a:pt x="824329" y="1636772"/>
                </a:cubicBezTo>
                <a:cubicBezTo>
                  <a:pt x="807559" y="1636772"/>
                  <a:pt x="793965" y="1623178"/>
                  <a:pt x="793965" y="1606408"/>
                </a:cubicBezTo>
                <a:cubicBezTo>
                  <a:pt x="793965" y="1589639"/>
                  <a:pt x="807559" y="1576045"/>
                  <a:pt x="824329" y="1576045"/>
                </a:cubicBezTo>
                <a:close/>
                <a:moveTo>
                  <a:pt x="751774" y="1576045"/>
                </a:moveTo>
                <a:cubicBezTo>
                  <a:pt x="768544" y="1576045"/>
                  <a:pt x="782138" y="1589639"/>
                  <a:pt x="782138" y="1606408"/>
                </a:cubicBezTo>
                <a:cubicBezTo>
                  <a:pt x="782138" y="1623178"/>
                  <a:pt x="768544" y="1636772"/>
                  <a:pt x="751774" y="1636772"/>
                </a:cubicBezTo>
                <a:cubicBezTo>
                  <a:pt x="735005" y="1636772"/>
                  <a:pt x="721411" y="1623178"/>
                  <a:pt x="721411" y="1606408"/>
                </a:cubicBezTo>
                <a:cubicBezTo>
                  <a:pt x="721411" y="1589639"/>
                  <a:pt x="735005" y="1576045"/>
                  <a:pt x="751774" y="1576045"/>
                </a:cubicBezTo>
                <a:close/>
                <a:moveTo>
                  <a:pt x="679220" y="1576045"/>
                </a:moveTo>
                <a:cubicBezTo>
                  <a:pt x="695989" y="1576045"/>
                  <a:pt x="709583" y="1589639"/>
                  <a:pt x="709583" y="1606408"/>
                </a:cubicBezTo>
                <a:cubicBezTo>
                  <a:pt x="709583" y="1623178"/>
                  <a:pt x="695989" y="1636772"/>
                  <a:pt x="679220" y="1636772"/>
                </a:cubicBezTo>
                <a:cubicBezTo>
                  <a:pt x="662450" y="1636772"/>
                  <a:pt x="648856" y="1623178"/>
                  <a:pt x="648856" y="1606408"/>
                </a:cubicBezTo>
                <a:cubicBezTo>
                  <a:pt x="648856" y="1589639"/>
                  <a:pt x="662450" y="1576045"/>
                  <a:pt x="679220" y="1576045"/>
                </a:cubicBezTo>
                <a:close/>
                <a:moveTo>
                  <a:pt x="606665" y="1576045"/>
                </a:moveTo>
                <a:cubicBezTo>
                  <a:pt x="623435" y="1576045"/>
                  <a:pt x="637029" y="1589639"/>
                  <a:pt x="637029" y="1606408"/>
                </a:cubicBezTo>
                <a:cubicBezTo>
                  <a:pt x="637029" y="1623178"/>
                  <a:pt x="623435" y="1636772"/>
                  <a:pt x="606665" y="1636772"/>
                </a:cubicBezTo>
                <a:cubicBezTo>
                  <a:pt x="589896" y="1636772"/>
                  <a:pt x="576302" y="1623178"/>
                  <a:pt x="576302" y="1606408"/>
                </a:cubicBezTo>
                <a:cubicBezTo>
                  <a:pt x="576302" y="1589639"/>
                  <a:pt x="589896" y="1576045"/>
                  <a:pt x="606665" y="1576045"/>
                </a:cubicBezTo>
                <a:close/>
                <a:moveTo>
                  <a:pt x="534111" y="1576045"/>
                </a:moveTo>
                <a:cubicBezTo>
                  <a:pt x="550880" y="1576045"/>
                  <a:pt x="564474" y="1589639"/>
                  <a:pt x="564474" y="1606408"/>
                </a:cubicBezTo>
                <a:cubicBezTo>
                  <a:pt x="564474" y="1623178"/>
                  <a:pt x="550880" y="1636772"/>
                  <a:pt x="534111" y="1636772"/>
                </a:cubicBezTo>
                <a:cubicBezTo>
                  <a:pt x="517341" y="1636772"/>
                  <a:pt x="503747" y="1623178"/>
                  <a:pt x="503747" y="1606408"/>
                </a:cubicBezTo>
                <a:cubicBezTo>
                  <a:pt x="503747" y="1589639"/>
                  <a:pt x="517341" y="1576045"/>
                  <a:pt x="534111" y="1576045"/>
                </a:cubicBezTo>
                <a:close/>
                <a:moveTo>
                  <a:pt x="461556" y="1576045"/>
                </a:moveTo>
                <a:cubicBezTo>
                  <a:pt x="478326" y="1576045"/>
                  <a:pt x="491920" y="1589639"/>
                  <a:pt x="491920" y="1606408"/>
                </a:cubicBezTo>
                <a:cubicBezTo>
                  <a:pt x="491920" y="1623178"/>
                  <a:pt x="478326" y="1636772"/>
                  <a:pt x="461556" y="1636772"/>
                </a:cubicBezTo>
                <a:cubicBezTo>
                  <a:pt x="444787" y="1636772"/>
                  <a:pt x="431192" y="1623178"/>
                  <a:pt x="431192" y="1606408"/>
                </a:cubicBezTo>
                <a:cubicBezTo>
                  <a:pt x="431192" y="1589639"/>
                  <a:pt x="444787" y="1576045"/>
                  <a:pt x="461556" y="1576045"/>
                </a:cubicBezTo>
                <a:close/>
                <a:moveTo>
                  <a:pt x="389002" y="1576045"/>
                </a:moveTo>
                <a:cubicBezTo>
                  <a:pt x="405771" y="1576045"/>
                  <a:pt x="419365" y="1589639"/>
                  <a:pt x="419365" y="1606408"/>
                </a:cubicBezTo>
                <a:cubicBezTo>
                  <a:pt x="419365" y="1623178"/>
                  <a:pt x="405771" y="1636772"/>
                  <a:pt x="389002" y="1636772"/>
                </a:cubicBezTo>
                <a:cubicBezTo>
                  <a:pt x="372232" y="1636772"/>
                  <a:pt x="358638" y="1623178"/>
                  <a:pt x="358638" y="1606408"/>
                </a:cubicBezTo>
                <a:cubicBezTo>
                  <a:pt x="358638" y="1589639"/>
                  <a:pt x="372232" y="1576045"/>
                  <a:pt x="389002" y="1576045"/>
                </a:cubicBezTo>
                <a:close/>
                <a:moveTo>
                  <a:pt x="316447" y="1576045"/>
                </a:moveTo>
                <a:cubicBezTo>
                  <a:pt x="333216" y="1576045"/>
                  <a:pt x="346810" y="1589639"/>
                  <a:pt x="346810" y="1606408"/>
                </a:cubicBezTo>
                <a:cubicBezTo>
                  <a:pt x="346810" y="1623178"/>
                  <a:pt x="333216" y="1636772"/>
                  <a:pt x="316447" y="1636772"/>
                </a:cubicBezTo>
                <a:cubicBezTo>
                  <a:pt x="299677" y="1636772"/>
                  <a:pt x="286084" y="1623178"/>
                  <a:pt x="286084" y="1606408"/>
                </a:cubicBezTo>
                <a:cubicBezTo>
                  <a:pt x="286084" y="1589639"/>
                  <a:pt x="299677" y="1576045"/>
                  <a:pt x="316447" y="1576045"/>
                </a:cubicBezTo>
                <a:close/>
                <a:moveTo>
                  <a:pt x="243892" y="1576045"/>
                </a:moveTo>
                <a:cubicBezTo>
                  <a:pt x="260662" y="1576045"/>
                  <a:pt x="274256" y="1589639"/>
                  <a:pt x="274256" y="1606408"/>
                </a:cubicBezTo>
                <a:cubicBezTo>
                  <a:pt x="274256" y="1623178"/>
                  <a:pt x="260662" y="1636772"/>
                  <a:pt x="243892" y="1636772"/>
                </a:cubicBezTo>
                <a:cubicBezTo>
                  <a:pt x="227123" y="1636772"/>
                  <a:pt x="213529" y="1623178"/>
                  <a:pt x="213529" y="1606408"/>
                </a:cubicBezTo>
                <a:cubicBezTo>
                  <a:pt x="213529" y="1589639"/>
                  <a:pt x="227123" y="1576045"/>
                  <a:pt x="243892" y="1576045"/>
                </a:cubicBezTo>
                <a:close/>
                <a:moveTo>
                  <a:pt x="171339" y="1576045"/>
                </a:moveTo>
                <a:cubicBezTo>
                  <a:pt x="188107" y="1576045"/>
                  <a:pt x="201701" y="1589639"/>
                  <a:pt x="201701" y="1606408"/>
                </a:cubicBezTo>
                <a:cubicBezTo>
                  <a:pt x="201701" y="1623178"/>
                  <a:pt x="188107" y="1636772"/>
                  <a:pt x="171339" y="1636772"/>
                </a:cubicBezTo>
                <a:cubicBezTo>
                  <a:pt x="154599" y="1636772"/>
                  <a:pt x="141006" y="1623178"/>
                  <a:pt x="141006" y="1606408"/>
                </a:cubicBezTo>
                <a:cubicBezTo>
                  <a:pt x="141006" y="1589639"/>
                  <a:pt x="154599" y="1576045"/>
                  <a:pt x="171339" y="1576045"/>
                </a:cubicBezTo>
                <a:close/>
                <a:moveTo>
                  <a:pt x="98818" y="1576045"/>
                </a:moveTo>
                <a:cubicBezTo>
                  <a:pt x="115586" y="1576045"/>
                  <a:pt x="129180" y="1589639"/>
                  <a:pt x="129180" y="1606408"/>
                </a:cubicBezTo>
                <a:cubicBezTo>
                  <a:pt x="129180" y="1623178"/>
                  <a:pt x="115586" y="1636772"/>
                  <a:pt x="98818" y="1636772"/>
                </a:cubicBezTo>
                <a:cubicBezTo>
                  <a:pt x="82048" y="1636772"/>
                  <a:pt x="68454" y="1623178"/>
                  <a:pt x="68454" y="1606408"/>
                </a:cubicBezTo>
                <a:cubicBezTo>
                  <a:pt x="68454" y="1589639"/>
                  <a:pt x="82048" y="1576045"/>
                  <a:pt x="98818" y="1576045"/>
                </a:cubicBezTo>
                <a:close/>
                <a:moveTo>
                  <a:pt x="26264" y="1576045"/>
                </a:moveTo>
                <a:cubicBezTo>
                  <a:pt x="43032" y="1576045"/>
                  <a:pt x="56626" y="1589639"/>
                  <a:pt x="56626" y="1606408"/>
                </a:cubicBezTo>
                <a:cubicBezTo>
                  <a:pt x="56626" y="1623178"/>
                  <a:pt x="43032" y="1636772"/>
                  <a:pt x="26264" y="1636772"/>
                </a:cubicBezTo>
                <a:cubicBezTo>
                  <a:pt x="17880" y="1636772"/>
                  <a:pt x="10289" y="1633374"/>
                  <a:pt x="4794" y="1627879"/>
                </a:cubicBezTo>
                <a:lnTo>
                  <a:pt x="0" y="1616304"/>
                </a:lnTo>
                <a:lnTo>
                  <a:pt x="0" y="1596512"/>
                </a:lnTo>
                <a:lnTo>
                  <a:pt x="4794" y="1584938"/>
                </a:lnTo>
                <a:cubicBezTo>
                  <a:pt x="10289" y="1579444"/>
                  <a:pt x="17880" y="1576045"/>
                  <a:pt x="26264" y="1576045"/>
                </a:cubicBezTo>
                <a:close/>
                <a:moveTo>
                  <a:pt x="1187102" y="1495593"/>
                </a:moveTo>
                <a:cubicBezTo>
                  <a:pt x="1195486" y="1495593"/>
                  <a:pt x="1203077" y="1498992"/>
                  <a:pt x="1208572" y="1504486"/>
                </a:cubicBezTo>
                <a:lnTo>
                  <a:pt x="1211014" y="1510381"/>
                </a:lnTo>
                <a:lnTo>
                  <a:pt x="1168285" y="1549216"/>
                </a:lnTo>
                <a:lnTo>
                  <a:pt x="1165631" y="1547427"/>
                </a:lnTo>
                <a:cubicBezTo>
                  <a:pt x="1160137" y="1541932"/>
                  <a:pt x="1156738" y="1534341"/>
                  <a:pt x="1156738" y="1525957"/>
                </a:cubicBezTo>
                <a:cubicBezTo>
                  <a:pt x="1156738" y="1509187"/>
                  <a:pt x="1170332" y="1495593"/>
                  <a:pt x="1187102" y="1495593"/>
                </a:cubicBezTo>
                <a:close/>
                <a:moveTo>
                  <a:pt x="1114547" y="1495593"/>
                </a:moveTo>
                <a:cubicBezTo>
                  <a:pt x="1131317" y="1495593"/>
                  <a:pt x="1144911" y="1509187"/>
                  <a:pt x="1144911" y="1525957"/>
                </a:cubicBezTo>
                <a:cubicBezTo>
                  <a:pt x="1144911" y="1542726"/>
                  <a:pt x="1131317" y="1556320"/>
                  <a:pt x="1114547" y="1556320"/>
                </a:cubicBezTo>
                <a:cubicBezTo>
                  <a:pt x="1097778" y="1556320"/>
                  <a:pt x="1084184" y="1542726"/>
                  <a:pt x="1084184" y="1525957"/>
                </a:cubicBezTo>
                <a:cubicBezTo>
                  <a:pt x="1084184" y="1509187"/>
                  <a:pt x="1097778" y="1495593"/>
                  <a:pt x="1114547" y="1495593"/>
                </a:cubicBezTo>
                <a:close/>
                <a:moveTo>
                  <a:pt x="1041993" y="1495593"/>
                </a:moveTo>
                <a:cubicBezTo>
                  <a:pt x="1058762" y="1495593"/>
                  <a:pt x="1072356" y="1509187"/>
                  <a:pt x="1072356" y="1525957"/>
                </a:cubicBezTo>
                <a:cubicBezTo>
                  <a:pt x="1072356" y="1542726"/>
                  <a:pt x="1058762" y="1556320"/>
                  <a:pt x="1041993" y="1556320"/>
                </a:cubicBezTo>
                <a:cubicBezTo>
                  <a:pt x="1025223" y="1556320"/>
                  <a:pt x="1011629" y="1542726"/>
                  <a:pt x="1011629" y="1525957"/>
                </a:cubicBezTo>
                <a:cubicBezTo>
                  <a:pt x="1011629" y="1509187"/>
                  <a:pt x="1025223" y="1495593"/>
                  <a:pt x="1041993" y="1495593"/>
                </a:cubicBezTo>
                <a:close/>
                <a:moveTo>
                  <a:pt x="969438" y="1495593"/>
                </a:moveTo>
                <a:cubicBezTo>
                  <a:pt x="986208" y="1495593"/>
                  <a:pt x="999801" y="1509187"/>
                  <a:pt x="999801" y="1525957"/>
                </a:cubicBezTo>
                <a:cubicBezTo>
                  <a:pt x="999801" y="1542726"/>
                  <a:pt x="986208" y="1556320"/>
                  <a:pt x="969438" y="1556320"/>
                </a:cubicBezTo>
                <a:cubicBezTo>
                  <a:pt x="952669" y="1556320"/>
                  <a:pt x="939075" y="1542726"/>
                  <a:pt x="939075" y="1525957"/>
                </a:cubicBezTo>
                <a:cubicBezTo>
                  <a:pt x="939075" y="1509187"/>
                  <a:pt x="952669" y="1495593"/>
                  <a:pt x="969438" y="1495593"/>
                </a:cubicBezTo>
                <a:close/>
                <a:moveTo>
                  <a:pt x="896883" y="1495593"/>
                </a:moveTo>
                <a:cubicBezTo>
                  <a:pt x="913653" y="1495593"/>
                  <a:pt x="927247" y="1509187"/>
                  <a:pt x="927247" y="1525957"/>
                </a:cubicBezTo>
                <a:cubicBezTo>
                  <a:pt x="927247" y="1542726"/>
                  <a:pt x="913653" y="1556320"/>
                  <a:pt x="896883" y="1556320"/>
                </a:cubicBezTo>
                <a:cubicBezTo>
                  <a:pt x="880114" y="1556320"/>
                  <a:pt x="866520" y="1542726"/>
                  <a:pt x="866520" y="1525957"/>
                </a:cubicBezTo>
                <a:cubicBezTo>
                  <a:pt x="866520" y="1509187"/>
                  <a:pt x="880114" y="1495593"/>
                  <a:pt x="896883" y="1495593"/>
                </a:cubicBezTo>
                <a:close/>
                <a:moveTo>
                  <a:pt x="824329" y="1495593"/>
                </a:moveTo>
                <a:cubicBezTo>
                  <a:pt x="841098" y="1495593"/>
                  <a:pt x="854692" y="1509187"/>
                  <a:pt x="854692" y="1525957"/>
                </a:cubicBezTo>
                <a:cubicBezTo>
                  <a:pt x="854692" y="1542726"/>
                  <a:pt x="841098" y="1556320"/>
                  <a:pt x="824329" y="1556320"/>
                </a:cubicBezTo>
                <a:cubicBezTo>
                  <a:pt x="807559" y="1556320"/>
                  <a:pt x="793965" y="1542726"/>
                  <a:pt x="793965" y="1525957"/>
                </a:cubicBezTo>
                <a:cubicBezTo>
                  <a:pt x="793965" y="1509187"/>
                  <a:pt x="807559" y="1495593"/>
                  <a:pt x="824329" y="1495593"/>
                </a:cubicBezTo>
                <a:close/>
                <a:moveTo>
                  <a:pt x="751774" y="1495593"/>
                </a:moveTo>
                <a:cubicBezTo>
                  <a:pt x="768544" y="1495593"/>
                  <a:pt x="782138" y="1509187"/>
                  <a:pt x="782138" y="1525957"/>
                </a:cubicBezTo>
                <a:cubicBezTo>
                  <a:pt x="782138" y="1542726"/>
                  <a:pt x="768544" y="1556320"/>
                  <a:pt x="751774" y="1556320"/>
                </a:cubicBezTo>
                <a:cubicBezTo>
                  <a:pt x="735005" y="1556320"/>
                  <a:pt x="721411" y="1542726"/>
                  <a:pt x="721411" y="1525957"/>
                </a:cubicBezTo>
                <a:cubicBezTo>
                  <a:pt x="721411" y="1509187"/>
                  <a:pt x="735005" y="1495593"/>
                  <a:pt x="751774" y="1495593"/>
                </a:cubicBezTo>
                <a:close/>
                <a:moveTo>
                  <a:pt x="679220" y="1495593"/>
                </a:moveTo>
                <a:cubicBezTo>
                  <a:pt x="695989" y="1495593"/>
                  <a:pt x="709583" y="1509187"/>
                  <a:pt x="709583" y="1525957"/>
                </a:cubicBezTo>
                <a:cubicBezTo>
                  <a:pt x="709583" y="1542726"/>
                  <a:pt x="695989" y="1556320"/>
                  <a:pt x="679220" y="1556320"/>
                </a:cubicBezTo>
                <a:cubicBezTo>
                  <a:pt x="662450" y="1556320"/>
                  <a:pt x="648856" y="1542726"/>
                  <a:pt x="648856" y="1525957"/>
                </a:cubicBezTo>
                <a:cubicBezTo>
                  <a:pt x="648856" y="1509187"/>
                  <a:pt x="662450" y="1495593"/>
                  <a:pt x="679220" y="1495593"/>
                </a:cubicBezTo>
                <a:close/>
                <a:moveTo>
                  <a:pt x="606665" y="1495593"/>
                </a:moveTo>
                <a:cubicBezTo>
                  <a:pt x="623435" y="1495593"/>
                  <a:pt x="637029" y="1509187"/>
                  <a:pt x="637029" y="1525957"/>
                </a:cubicBezTo>
                <a:cubicBezTo>
                  <a:pt x="637029" y="1542726"/>
                  <a:pt x="623435" y="1556320"/>
                  <a:pt x="606665" y="1556320"/>
                </a:cubicBezTo>
                <a:cubicBezTo>
                  <a:pt x="589896" y="1556320"/>
                  <a:pt x="576302" y="1542726"/>
                  <a:pt x="576302" y="1525957"/>
                </a:cubicBezTo>
                <a:cubicBezTo>
                  <a:pt x="576302" y="1509187"/>
                  <a:pt x="589896" y="1495593"/>
                  <a:pt x="606665" y="1495593"/>
                </a:cubicBezTo>
                <a:close/>
                <a:moveTo>
                  <a:pt x="534111" y="1495593"/>
                </a:moveTo>
                <a:cubicBezTo>
                  <a:pt x="550880" y="1495593"/>
                  <a:pt x="564474" y="1509187"/>
                  <a:pt x="564474" y="1525957"/>
                </a:cubicBezTo>
                <a:cubicBezTo>
                  <a:pt x="564474" y="1542726"/>
                  <a:pt x="550880" y="1556320"/>
                  <a:pt x="534111" y="1556320"/>
                </a:cubicBezTo>
                <a:cubicBezTo>
                  <a:pt x="517341" y="1556320"/>
                  <a:pt x="503747" y="1542726"/>
                  <a:pt x="503747" y="1525957"/>
                </a:cubicBezTo>
                <a:cubicBezTo>
                  <a:pt x="503747" y="1509187"/>
                  <a:pt x="517341" y="1495593"/>
                  <a:pt x="534111" y="1495593"/>
                </a:cubicBezTo>
                <a:close/>
                <a:moveTo>
                  <a:pt x="461556" y="1495593"/>
                </a:moveTo>
                <a:cubicBezTo>
                  <a:pt x="478326" y="1495593"/>
                  <a:pt x="491920" y="1509187"/>
                  <a:pt x="491920" y="1525957"/>
                </a:cubicBezTo>
                <a:cubicBezTo>
                  <a:pt x="491920" y="1542726"/>
                  <a:pt x="478326" y="1556320"/>
                  <a:pt x="461556" y="1556320"/>
                </a:cubicBezTo>
                <a:cubicBezTo>
                  <a:pt x="444787" y="1556320"/>
                  <a:pt x="431192" y="1542726"/>
                  <a:pt x="431192" y="1525957"/>
                </a:cubicBezTo>
                <a:cubicBezTo>
                  <a:pt x="431192" y="1509187"/>
                  <a:pt x="444787" y="1495593"/>
                  <a:pt x="461556" y="1495593"/>
                </a:cubicBezTo>
                <a:close/>
                <a:moveTo>
                  <a:pt x="389002" y="1495593"/>
                </a:moveTo>
                <a:cubicBezTo>
                  <a:pt x="405771" y="1495593"/>
                  <a:pt x="419365" y="1509187"/>
                  <a:pt x="419365" y="1525957"/>
                </a:cubicBezTo>
                <a:cubicBezTo>
                  <a:pt x="419365" y="1542726"/>
                  <a:pt x="405771" y="1556320"/>
                  <a:pt x="389002" y="1556320"/>
                </a:cubicBezTo>
                <a:cubicBezTo>
                  <a:pt x="372232" y="1556320"/>
                  <a:pt x="358638" y="1542726"/>
                  <a:pt x="358638" y="1525957"/>
                </a:cubicBezTo>
                <a:cubicBezTo>
                  <a:pt x="358638" y="1509187"/>
                  <a:pt x="372232" y="1495593"/>
                  <a:pt x="389002" y="1495593"/>
                </a:cubicBezTo>
                <a:close/>
                <a:moveTo>
                  <a:pt x="316447" y="1495593"/>
                </a:moveTo>
                <a:cubicBezTo>
                  <a:pt x="333216" y="1495593"/>
                  <a:pt x="346810" y="1509187"/>
                  <a:pt x="346810" y="1525957"/>
                </a:cubicBezTo>
                <a:cubicBezTo>
                  <a:pt x="346810" y="1542726"/>
                  <a:pt x="333216" y="1556320"/>
                  <a:pt x="316447" y="1556320"/>
                </a:cubicBezTo>
                <a:cubicBezTo>
                  <a:pt x="299677" y="1556320"/>
                  <a:pt x="286084" y="1542726"/>
                  <a:pt x="286084" y="1525957"/>
                </a:cubicBezTo>
                <a:cubicBezTo>
                  <a:pt x="286084" y="1509187"/>
                  <a:pt x="299677" y="1495593"/>
                  <a:pt x="316447" y="1495593"/>
                </a:cubicBezTo>
                <a:close/>
                <a:moveTo>
                  <a:pt x="243892" y="1495593"/>
                </a:moveTo>
                <a:cubicBezTo>
                  <a:pt x="260662" y="1495593"/>
                  <a:pt x="274256" y="1509187"/>
                  <a:pt x="274256" y="1525957"/>
                </a:cubicBezTo>
                <a:cubicBezTo>
                  <a:pt x="274256" y="1542726"/>
                  <a:pt x="260662" y="1556320"/>
                  <a:pt x="243892" y="1556320"/>
                </a:cubicBezTo>
                <a:cubicBezTo>
                  <a:pt x="227123" y="1556320"/>
                  <a:pt x="213529" y="1542726"/>
                  <a:pt x="213529" y="1525957"/>
                </a:cubicBezTo>
                <a:cubicBezTo>
                  <a:pt x="213529" y="1509187"/>
                  <a:pt x="227123" y="1495593"/>
                  <a:pt x="243892" y="1495593"/>
                </a:cubicBezTo>
                <a:close/>
                <a:moveTo>
                  <a:pt x="171339" y="1495593"/>
                </a:moveTo>
                <a:cubicBezTo>
                  <a:pt x="188107" y="1495593"/>
                  <a:pt x="201701" y="1509187"/>
                  <a:pt x="201701" y="1525957"/>
                </a:cubicBezTo>
                <a:cubicBezTo>
                  <a:pt x="201701" y="1542726"/>
                  <a:pt x="188107" y="1556320"/>
                  <a:pt x="171339" y="1556320"/>
                </a:cubicBezTo>
                <a:cubicBezTo>
                  <a:pt x="154606" y="1556320"/>
                  <a:pt x="141012" y="1542726"/>
                  <a:pt x="141012" y="1525957"/>
                </a:cubicBezTo>
                <a:cubicBezTo>
                  <a:pt x="141012" y="1509187"/>
                  <a:pt x="154606" y="1495593"/>
                  <a:pt x="171339" y="1495593"/>
                </a:cubicBezTo>
                <a:close/>
                <a:moveTo>
                  <a:pt x="98825" y="1495593"/>
                </a:moveTo>
                <a:cubicBezTo>
                  <a:pt x="115592" y="1495593"/>
                  <a:pt x="129186" y="1509187"/>
                  <a:pt x="129186" y="1525957"/>
                </a:cubicBezTo>
                <a:cubicBezTo>
                  <a:pt x="129186" y="1542726"/>
                  <a:pt x="115592" y="1556320"/>
                  <a:pt x="98825" y="1556320"/>
                </a:cubicBezTo>
                <a:cubicBezTo>
                  <a:pt x="82054" y="1556320"/>
                  <a:pt x="68461" y="1542726"/>
                  <a:pt x="68461" y="1525957"/>
                </a:cubicBezTo>
                <a:cubicBezTo>
                  <a:pt x="68461" y="1509187"/>
                  <a:pt x="82054" y="1495593"/>
                  <a:pt x="98825" y="1495593"/>
                </a:cubicBezTo>
                <a:close/>
                <a:moveTo>
                  <a:pt x="26270" y="1495593"/>
                </a:moveTo>
                <a:cubicBezTo>
                  <a:pt x="43038" y="1495593"/>
                  <a:pt x="56632" y="1509187"/>
                  <a:pt x="56632" y="1525957"/>
                </a:cubicBezTo>
                <a:cubicBezTo>
                  <a:pt x="56632" y="1542726"/>
                  <a:pt x="43038" y="1556320"/>
                  <a:pt x="26270" y="1556320"/>
                </a:cubicBezTo>
                <a:cubicBezTo>
                  <a:pt x="17886" y="1556320"/>
                  <a:pt x="10295" y="1552922"/>
                  <a:pt x="4801" y="1547427"/>
                </a:cubicBezTo>
                <a:lnTo>
                  <a:pt x="0" y="1535836"/>
                </a:lnTo>
                <a:lnTo>
                  <a:pt x="0" y="1516078"/>
                </a:lnTo>
                <a:lnTo>
                  <a:pt x="4801" y="1504486"/>
                </a:lnTo>
                <a:cubicBezTo>
                  <a:pt x="10295" y="1498992"/>
                  <a:pt x="17886" y="1495593"/>
                  <a:pt x="26270" y="1495593"/>
                </a:cubicBezTo>
                <a:close/>
                <a:moveTo>
                  <a:pt x="1259656" y="1415141"/>
                </a:moveTo>
                <a:cubicBezTo>
                  <a:pt x="1268041" y="1415141"/>
                  <a:pt x="1275632" y="1418540"/>
                  <a:pt x="1281127" y="1424035"/>
                </a:cubicBezTo>
                <a:lnTo>
                  <a:pt x="1285044" y="1433492"/>
                </a:lnTo>
                <a:lnTo>
                  <a:pt x="1248565" y="1473629"/>
                </a:lnTo>
                <a:lnTo>
                  <a:pt x="1247837" y="1473482"/>
                </a:lnTo>
                <a:cubicBezTo>
                  <a:pt x="1236940" y="1468873"/>
                  <a:pt x="1229293" y="1458082"/>
                  <a:pt x="1229293" y="1445505"/>
                </a:cubicBezTo>
                <a:cubicBezTo>
                  <a:pt x="1229293" y="1428735"/>
                  <a:pt x="1242887" y="1415141"/>
                  <a:pt x="1259656" y="1415141"/>
                </a:cubicBezTo>
                <a:close/>
                <a:moveTo>
                  <a:pt x="1187102" y="1415141"/>
                </a:moveTo>
                <a:cubicBezTo>
                  <a:pt x="1203871" y="1415141"/>
                  <a:pt x="1217465" y="1428735"/>
                  <a:pt x="1217465" y="1445505"/>
                </a:cubicBezTo>
                <a:cubicBezTo>
                  <a:pt x="1217465" y="1462274"/>
                  <a:pt x="1203871" y="1475868"/>
                  <a:pt x="1187102" y="1475868"/>
                </a:cubicBezTo>
                <a:cubicBezTo>
                  <a:pt x="1170332" y="1475868"/>
                  <a:pt x="1156738" y="1462274"/>
                  <a:pt x="1156738" y="1445505"/>
                </a:cubicBezTo>
                <a:cubicBezTo>
                  <a:pt x="1156738" y="1428735"/>
                  <a:pt x="1170332" y="1415141"/>
                  <a:pt x="1187102" y="1415141"/>
                </a:cubicBezTo>
                <a:close/>
                <a:moveTo>
                  <a:pt x="1114547" y="1415141"/>
                </a:moveTo>
                <a:cubicBezTo>
                  <a:pt x="1131317" y="1415141"/>
                  <a:pt x="1144911" y="1428735"/>
                  <a:pt x="1144911" y="1445505"/>
                </a:cubicBezTo>
                <a:cubicBezTo>
                  <a:pt x="1144911" y="1462274"/>
                  <a:pt x="1131317" y="1475868"/>
                  <a:pt x="1114547" y="1475868"/>
                </a:cubicBezTo>
                <a:cubicBezTo>
                  <a:pt x="1097778" y="1475868"/>
                  <a:pt x="1084184" y="1462274"/>
                  <a:pt x="1084184" y="1445505"/>
                </a:cubicBezTo>
                <a:cubicBezTo>
                  <a:pt x="1084184" y="1428735"/>
                  <a:pt x="1097778" y="1415141"/>
                  <a:pt x="1114547" y="1415141"/>
                </a:cubicBezTo>
                <a:close/>
                <a:moveTo>
                  <a:pt x="1041993" y="1415141"/>
                </a:moveTo>
                <a:cubicBezTo>
                  <a:pt x="1058762" y="1415141"/>
                  <a:pt x="1072356" y="1428735"/>
                  <a:pt x="1072356" y="1445505"/>
                </a:cubicBezTo>
                <a:cubicBezTo>
                  <a:pt x="1072356" y="1462274"/>
                  <a:pt x="1058762" y="1475868"/>
                  <a:pt x="1041993" y="1475868"/>
                </a:cubicBezTo>
                <a:cubicBezTo>
                  <a:pt x="1025223" y="1475868"/>
                  <a:pt x="1011629" y="1462274"/>
                  <a:pt x="1011629" y="1445505"/>
                </a:cubicBezTo>
                <a:cubicBezTo>
                  <a:pt x="1011629" y="1428735"/>
                  <a:pt x="1025223" y="1415141"/>
                  <a:pt x="1041993" y="1415141"/>
                </a:cubicBezTo>
                <a:close/>
                <a:moveTo>
                  <a:pt x="969438" y="1415141"/>
                </a:moveTo>
                <a:cubicBezTo>
                  <a:pt x="986208" y="1415141"/>
                  <a:pt x="999801" y="1428735"/>
                  <a:pt x="999801" y="1445505"/>
                </a:cubicBezTo>
                <a:cubicBezTo>
                  <a:pt x="999801" y="1462274"/>
                  <a:pt x="986208" y="1475868"/>
                  <a:pt x="969438" y="1475868"/>
                </a:cubicBezTo>
                <a:cubicBezTo>
                  <a:pt x="952669" y="1475868"/>
                  <a:pt x="939075" y="1462274"/>
                  <a:pt x="939075" y="1445505"/>
                </a:cubicBezTo>
                <a:cubicBezTo>
                  <a:pt x="939075" y="1428735"/>
                  <a:pt x="952669" y="1415141"/>
                  <a:pt x="969438" y="1415141"/>
                </a:cubicBezTo>
                <a:close/>
                <a:moveTo>
                  <a:pt x="896883" y="1415141"/>
                </a:moveTo>
                <a:cubicBezTo>
                  <a:pt x="913653" y="1415141"/>
                  <a:pt x="927247" y="1428735"/>
                  <a:pt x="927247" y="1445505"/>
                </a:cubicBezTo>
                <a:cubicBezTo>
                  <a:pt x="927247" y="1462274"/>
                  <a:pt x="913653" y="1475868"/>
                  <a:pt x="896883" y="1475868"/>
                </a:cubicBezTo>
                <a:cubicBezTo>
                  <a:pt x="880114" y="1475868"/>
                  <a:pt x="866520" y="1462274"/>
                  <a:pt x="866520" y="1445505"/>
                </a:cubicBezTo>
                <a:cubicBezTo>
                  <a:pt x="866520" y="1428735"/>
                  <a:pt x="880114" y="1415141"/>
                  <a:pt x="896883" y="1415141"/>
                </a:cubicBezTo>
                <a:close/>
                <a:moveTo>
                  <a:pt x="824329" y="1415141"/>
                </a:moveTo>
                <a:cubicBezTo>
                  <a:pt x="841098" y="1415141"/>
                  <a:pt x="854692" y="1428735"/>
                  <a:pt x="854692" y="1445505"/>
                </a:cubicBezTo>
                <a:cubicBezTo>
                  <a:pt x="854692" y="1462274"/>
                  <a:pt x="841098" y="1475868"/>
                  <a:pt x="824329" y="1475868"/>
                </a:cubicBezTo>
                <a:cubicBezTo>
                  <a:pt x="807559" y="1475868"/>
                  <a:pt x="793965" y="1462274"/>
                  <a:pt x="793965" y="1445505"/>
                </a:cubicBezTo>
                <a:cubicBezTo>
                  <a:pt x="793965" y="1428735"/>
                  <a:pt x="807559" y="1415141"/>
                  <a:pt x="824329" y="1415141"/>
                </a:cubicBezTo>
                <a:close/>
                <a:moveTo>
                  <a:pt x="751774" y="1415141"/>
                </a:moveTo>
                <a:cubicBezTo>
                  <a:pt x="768544" y="1415141"/>
                  <a:pt x="782138" y="1428735"/>
                  <a:pt x="782138" y="1445505"/>
                </a:cubicBezTo>
                <a:cubicBezTo>
                  <a:pt x="782138" y="1462274"/>
                  <a:pt x="768544" y="1475868"/>
                  <a:pt x="751774" y="1475868"/>
                </a:cubicBezTo>
                <a:cubicBezTo>
                  <a:pt x="735005" y="1475868"/>
                  <a:pt x="721411" y="1462274"/>
                  <a:pt x="721411" y="1445505"/>
                </a:cubicBezTo>
                <a:cubicBezTo>
                  <a:pt x="721411" y="1428735"/>
                  <a:pt x="735005" y="1415141"/>
                  <a:pt x="751774" y="1415141"/>
                </a:cubicBezTo>
                <a:close/>
                <a:moveTo>
                  <a:pt x="679220" y="1415141"/>
                </a:moveTo>
                <a:cubicBezTo>
                  <a:pt x="695989" y="1415141"/>
                  <a:pt x="709583" y="1428735"/>
                  <a:pt x="709583" y="1445505"/>
                </a:cubicBezTo>
                <a:cubicBezTo>
                  <a:pt x="709583" y="1462274"/>
                  <a:pt x="695989" y="1475868"/>
                  <a:pt x="679220" y="1475868"/>
                </a:cubicBezTo>
                <a:cubicBezTo>
                  <a:pt x="662450" y="1475868"/>
                  <a:pt x="648856" y="1462274"/>
                  <a:pt x="648856" y="1445505"/>
                </a:cubicBezTo>
                <a:cubicBezTo>
                  <a:pt x="648856" y="1428735"/>
                  <a:pt x="662450" y="1415141"/>
                  <a:pt x="679220" y="1415141"/>
                </a:cubicBezTo>
                <a:close/>
                <a:moveTo>
                  <a:pt x="606665" y="1415141"/>
                </a:moveTo>
                <a:cubicBezTo>
                  <a:pt x="623435" y="1415141"/>
                  <a:pt x="637029" y="1428735"/>
                  <a:pt x="637029" y="1445505"/>
                </a:cubicBezTo>
                <a:cubicBezTo>
                  <a:pt x="637029" y="1462274"/>
                  <a:pt x="623435" y="1475868"/>
                  <a:pt x="606665" y="1475868"/>
                </a:cubicBezTo>
                <a:cubicBezTo>
                  <a:pt x="589896" y="1475868"/>
                  <a:pt x="576302" y="1462274"/>
                  <a:pt x="576302" y="1445505"/>
                </a:cubicBezTo>
                <a:cubicBezTo>
                  <a:pt x="576302" y="1428735"/>
                  <a:pt x="589896" y="1415141"/>
                  <a:pt x="606665" y="1415141"/>
                </a:cubicBezTo>
                <a:close/>
                <a:moveTo>
                  <a:pt x="534111" y="1415141"/>
                </a:moveTo>
                <a:cubicBezTo>
                  <a:pt x="550880" y="1415141"/>
                  <a:pt x="564474" y="1428735"/>
                  <a:pt x="564474" y="1445505"/>
                </a:cubicBezTo>
                <a:cubicBezTo>
                  <a:pt x="564474" y="1462274"/>
                  <a:pt x="550880" y="1475868"/>
                  <a:pt x="534111" y="1475868"/>
                </a:cubicBezTo>
                <a:cubicBezTo>
                  <a:pt x="517341" y="1475868"/>
                  <a:pt x="503747" y="1462274"/>
                  <a:pt x="503747" y="1445505"/>
                </a:cubicBezTo>
                <a:cubicBezTo>
                  <a:pt x="503747" y="1428735"/>
                  <a:pt x="517341" y="1415141"/>
                  <a:pt x="534111" y="1415141"/>
                </a:cubicBezTo>
                <a:close/>
                <a:moveTo>
                  <a:pt x="461556" y="1415141"/>
                </a:moveTo>
                <a:cubicBezTo>
                  <a:pt x="478326" y="1415141"/>
                  <a:pt x="491920" y="1428735"/>
                  <a:pt x="491920" y="1445505"/>
                </a:cubicBezTo>
                <a:cubicBezTo>
                  <a:pt x="491920" y="1462274"/>
                  <a:pt x="478326" y="1475868"/>
                  <a:pt x="461556" y="1475868"/>
                </a:cubicBezTo>
                <a:cubicBezTo>
                  <a:pt x="444787" y="1475868"/>
                  <a:pt x="431192" y="1462274"/>
                  <a:pt x="431192" y="1445505"/>
                </a:cubicBezTo>
                <a:cubicBezTo>
                  <a:pt x="431192" y="1428735"/>
                  <a:pt x="444787" y="1415141"/>
                  <a:pt x="461556" y="1415141"/>
                </a:cubicBezTo>
                <a:close/>
                <a:moveTo>
                  <a:pt x="389002" y="1415141"/>
                </a:moveTo>
                <a:cubicBezTo>
                  <a:pt x="405771" y="1415141"/>
                  <a:pt x="419365" y="1428735"/>
                  <a:pt x="419365" y="1445505"/>
                </a:cubicBezTo>
                <a:cubicBezTo>
                  <a:pt x="419365" y="1462274"/>
                  <a:pt x="405771" y="1475868"/>
                  <a:pt x="389002" y="1475868"/>
                </a:cubicBezTo>
                <a:cubicBezTo>
                  <a:pt x="372232" y="1475868"/>
                  <a:pt x="358638" y="1462274"/>
                  <a:pt x="358638" y="1445505"/>
                </a:cubicBezTo>
                <a:cubicBezTo>
                  <a:pt x="358638" y="1428735"/>
                  <a:pt x="372232" y="1415141"/>
                  <a:pt x="389002" y="1415141"/>
                </a:cubicBezTo>
                <a:close/>
                <a:moveTo>
                  <a:pt x="316447" y="1415141"/>
                </a:moveTo>
                <a:cubicBezTo>
                  <a:pt x="333216" y="1415141"/>
                  <a:pt x="346810" y="1428735"/>
                  <a:pt x="346810" y="1445505"/>
                </a:cubicBezTo>
                <a:cubicBezTo>
                  <a:pt x="346810" y="1462274"/>
                  <a:pt x="333216" y="1475868"/>
                  <a:pt x="316447" y="1475868"/>
                </a:cubicBezTo>
                <a:cubicBezTo>
                  <a:pt x="299677" y="1475868"/>
                  <a:pt x="286084" y="1462274"/>
                  <a:pt x="286084" y="1445505"/>
                </a:cubicBezTo>
                <a:cubicBezTo>
                  <a:pt x="286084" y="1428735"/>
                  <a:pt x="299677" y="1415141"/>
                  <a:pt x="316447" y="1415141"/>
                </a:cubicBezTo>
                <a:close/>
                <a:moveTo>
                  <a:pt x="243892" y="1415141"/>
                </a:moveTo>
                <a:cubicBezTo>
                  <a:pt x="260662" y="1415141"/>
                  <a:pt x="274256" y="1428735"/>
                  <a:pt x="274256" y="1445505"/>
                </a:cubicBezTo>
                <a:cubicBezTo>
                  <a:pt x="274256" y="1462274"/>
                  <a:pt x="260662" y="1475868"/>
                  <a:pt x="243892" y="1475868"/>
                </a:cubicBezTo>
                <a:cubicBezTo>
                  <a:pt x="227123" y="1475868"/>
                  <a:pt x="213529" y="1462274"/>
                  <a:pt x="213529" y="1445505"/>
                </a:cubicBezTo>
                <a:cubicBezTo>
                  <a:pt x="213529" y="1428735"/>
                  <a:pt x="227123" y="1415141"/>
                  <a:pt x="243892" y="1415141"/>
                </a:cubicBezTo>
                <a:close/>
                <a:moveTo>
                  <a:pt x="171339" y="1415141"/>
                </a:moveTo>
                <a:cubicBezTo>
                  <a:pt x="188107" y="1415141"/>
                  <a:pt x="201701" y="1428735"/>
                  <a:pt x="201701" y="1445505"/>
                </a:cubicBezTo>
                <a:cubicBezTo>
                  <a:pt x="201701" y="1462274"/>
                  <a:pt x="188107" y="1475868"/>
                  <a:pt x="171339" y="1475868"/>
                </a:cubicBezTo>
                <a:cubicBezTo>
                  <a:pt x="154611" y="1475868"/>
                  <a:pt x="141018" y="1462274"/>
                  <a:pt x="141018" y="1445505"/>
                </a:cubicBezTo>
                <a:cubicBezTo>
                  <a:pt x="141018" y="1428735"/>
                  <a:pt x="154611" y="1415141"/>
                  <a:pt x="171339" y="1415141"/>
                </a:cubicBezTo>
                <a:close/>
                <a:moveTo>
                  <a:pt x="98831" y="1415141"/>
                </a:moveTo>
                <a:cubicBezTo>
                  <a:pt x="115598" y="1415141"/>
                  <a:pt x="129192" y="1428735"/>
                  <a:pt x="129192" y="1445505"/>
                </a:cubicBezTo>
                <a:cubicBezTo>
                  <a:pt x="129192" y="1462274"/>
                  <a:pt x="115598" y="1475868"/>
                  <a:pt x="98831" y="1475868"/>
                </a:cubicBezTo>
                <a:cubicBezTo>
                  <a:pt x="82060" y="1475868"/>
                  <a:pt x="68467" y="1462274"/>
                  <a:pt x="68467" y="1445505"/>
                </a:cubicBezTo>
                <a:cubicBezTo>
                  <a:pt x="68467" y="1428735"/>
                  <a:pt x="82060" y="1415141"/>
                  <a:pt x="98831" y="1415141"/>
                </a:cubicBezTo>
                <a:close/>
                <a:moveTo>
                  <a:pt x="26277" y="1415141"/>
                </a:moveTo>
                <a:cubicBezTo>
                  <a:pt x="43044" y="1415141"/>
                  <a:pt x="56638" y="1428735"/>
                  <a:pt x="56638" y="1445505"/>
                </a:cubicBezTo>
                <a:cubicBezTo>
                  <a:pt x="56638" y="1462274"/>
                  <a:pt x="43044" y="1475868"/>
                  <a:pt x="26277" y="1475868"/>
                </a:cubicBezTo>
                <a:cubicBezTo>
                  <a:pt x="17892" y="1475868"/>
                  <a:pt x="10301" y="1472470"/>
                  <a:pt x="4807" y="1466975"/>
                </a:cubicBezTo>
                <a:lnTo>
                  <a:pt x="0" y="1455370"/>
                </a:lnTo>
                <a:lnTo>
                  <a:pt x="0" y="1435640"/>
                </a:lnTo>
                <a:lnTo>
                  <a:pt x="4807" y="1424034"/>
                </a:lnTo>
                <a:cubicBezTo>
                  <a:pt x="10301" y="1418540"/>
                  <a:pt x="17892" y="1415141"/>
                  <a:pt x="26277" y="1415141"/>
                </a:cubicBezTo>
                <a:close/>
                <a:moveTo>
                  <a:pt x="1332211" y="1334690"/>
                </a:moveTo>
                <a:cubicBezTo>
                  <a:pt x="1340596" y="1334690"/>
                  <a:pt x="1348186" y="1338088"/>
                  <a:pt x="1353681" y="1343583"/>
                </a:cubicBezTo>
                <a:lnTo>
                  <a:pt x="1356143" y="1349526"/>
                </a:lnTo>
                <a:lnTo>
                  <a:pt x="1331934" y="1381900"/>
                </a:lnTo>
                <a:lnTo>
                  <a:pt x="1321597" y="1393274"/>
                </a:lnTo>
                <a:lnTo>
                  <a:pt x="1320392" y="1393030"/>
                </a:lnTo>
                <a:cubicBezTo>
                  <a:pt x="1309494" y="1388421"/>
                  <a:pt x="1301847" y="1377631"/>
                  <a:pt x="1301847" y="1365053"/>
                </a:cubicBezTo>
                <a:cubicBezTo>
                  <a:pt x="1301847" y="1348284"/>
                  <a:pt x="1315441" y="1334690"/>
                  <a:pt x="1332211" y="1334690"/>
                </a:cubicBezTo>
                <a:close/>
                <a:moveTo>
                  <a:pt x="1259656" y="1334690"/>
                </a:moveTo>
                <a:cubicBezTo>
                  <a:pt x="1276426" y="1334690"/>
                  <a:pt x="1290020" y="1348284"/>
                  <a:pt x="1290020" y="1365053"/>
                </a:cubicBezTo>
                <a:cubicBezTo>
                  <a:pt x="1290020" y="1381823"/>
                  <a:pt x="1276426" y="1395417"/>
                  <a:pt x="1259656" y="1395417"/>
                </a:cubicBezTo>
                <a:cubicBezTo>
                  <a:pt x="1242887" y="1395417"/>
                  <a:pt x="1229293" y="1381823"/>
                  <a:pt x="1229293" y="1365053"/>
                </a:cubicBezTo>
                <a:cubicBezTo>
                  <a:pt x="1229293" y="1348284"/>
                  <a:pt x="1242887" y="1334690"/>
                  <a:pt x="1259656" y="1334690"/>
                </a:cubicBezTo>
                <a:close/>
                <a:moveTo>
                  <a:pt x="1187102" y="1334690"/>
                </a:moveTo>
                <a:cubicBezTo>
                  <a:pt x="1203871" y="1334690"/>
                  <a:pt x="1217465" y="1348284"/>
                  <a:pt x="1217465" y="1365053"/>
                </a:cubicBezTo>
                <a:cubicBezTo>
                  <a:pt x="1217465" y="1381823"/>
                  <a:pt x="1203871" y="1395417"/>
                  <a:pt x="1187102" y="1395417"/>
                </a:cubicBezTo>
                <a:cubicBezTo>
                  <a:pt x="1170332" y="1395417"/>
                  <a:pt x="1156738" y="1381823"/>
                  <a:pt x="1156738" y="1365053"/>
                </a:cubicBezTo>
                <a:cubicBezTo>
                  <a:pt x="1156738" y="1348284"/>
                  <a:pt x="1170332" y="1334690"/>
                  <a:pt x="1187102" y="1334690"/>
                </a:cubicBezTo>
                <a:close/>
                <a:moveTo>
                  <a:pt x="1114547" y="1334690"/>
                </a:moveTo>
                <a:cubicBezTo>
                  <a:pt x="1131317" y="1334690"/>
                  <a:pt x="1144911" y="1348284"/>
                  <a:pt x="1144911" y="1365053"/>
                </a:cubicBezTo>
                <a:cubicBezTo>
                  <a:pt x="1144911" y="1381823"/>
                  <a:pt x="1131317" y="1395417"/>
                  <a:pt x="1114547" y="1395417"/>
                </a:cubicBezTo>
                <a:cubicBezTo>
                  <a:pt x="1097778" y="1395417"/>
                  <a:pt x="1084184" y="1381823"/>
                  <a:pt x="1084184" y="1365053"/>
                </a:cubicBezTo>
                <a:cubicBezTo>
                  <a:pt x="1084184" y="1348284"/>
                  <a:pt x="1097778" y="1334690"/>
                  <a:pt x="1114547" y="1334690"/>
                </a:cubicBezTo>
                <a:close/>
                <a:moveTo>
                  <a:pt x="1041993" y="1334690"/>
                </a:moveTo>
                <a:cubicBezTo>
                  <a:pt x="1058762" y="1334690"/>
                  <a:pt x="1072356" y="1348284"/>
                  <a:pt x="1072356" y="1365053"/>
                </a:cubicBezTo>
                <a:cubicBezTo>
                  <a:pt x="1072356" y="1381823"/>
                  <a:pt x="1058762" y="1395417"/>
                  <a:pt x="1041993" y="1395417"/>
                </a:cubicBezTo>
                <a:cubicBezTo>
                  <a:pt x="1025223" y="1395417"/>
                  <a:pt x="1011629" y="1381823"/>
                  <a:pt x="1011629" y="1365053"/>
                </a:cubicBezTo>
                <a:cubicBezTo>
                  <a:pt x="1011629" y="1348284"/>
                  <a:pt x="1025223" y="1334690"/>
                  <a:pt x="1041993" y="1334690"/>
                </a:cubicBezTo>
                <a:close/>
                <a:moveTo>
                  <a:pt x="969438" y="1334690"/>
                </a:moveTo>
                <a:cubicBezTo>
                  <a:pt x="986208" y="1334690"/>
                  <a:pt x="999801" y="1348284"/>
                  <a:pt x="999801" y="1365053"/>
                </a:cubicBezTo>
                <a:cubicBezTo>
                  <a:pt x="999801" y="1381823"/>
                  <a:pt x="986208" y="1395417"/>
                  <a:pt x="969438" y="1395417"/>
                </a:cubicBezTo>
                <a:cubicBezTo>
                  <a:pt x="952669" y="1395417"/>
                  <a:pt x="939075" y="1381823"/>
                  <a:pt x="939075" y="1365053"/>
                </a:cubicBezTo>
                <a:cubicBezTo>
                  <a:pt x="939075" y="1348284"/>
                  <a:pt x="952669" y="1334690"/>
                  <a:pt x="969438" y="1334690"/>
                </a:cubicBezTo>
                <a:close/>
                <a:moveTo>
                  <a:pt x="896883" y="1334690"/>
                </a:moveTo>
                <a:cubicBezTo>
                  <a:pt x="913653" y="1334690"/>
                  <a:pt x="927247" y="1348284"/>
                  <a:pt x="927247" y="1365053"/>
                </a:cubicBezTo>
                <a:cubicBezTo>
                  <a:pt x="927247" y="1381823"/>
                  <a:pt x="913653" y="1395417"/>
                  <a:pt x="896883" y="1395417"/>
                </a:cubicBezTo>
                <a:cubicBezTo>
                  <a:pt x="880114" y="1395417"/>
                  <a:pt x="866520" y="1381823"/>
                  <a:pt x="866520" y="1365053"/>
                </a:cubicBezTo>
                <a:cubicBezTo>
                  <a:pt x="866520" y="1348284"/>
                  <a:pt x="880114" y="1334690"/>
                  <a:pt x="896883" y="1334690"/>
                </a:cubicBezTo>
                <a:close/>
                <a:moveTo>
                  <a:pt x="824329" y="1334690"/>
                </a:moveTo>
                <a:cubicBezTo>
                  <a:pt x="841098" y="1334690"/>
                  <a:pt x="854692" y="1348284"/>
                  <a:pt x="854692" y="1365053"/>
                </a:cubicBezTo>
                <a:cubicBezTo>
                  <a:pt x="854692" y="1381823"/>
                  <a:pt x="841098" y="1395417"/>
                  <a:pt x="824329" y="1395417"/>
                </a:cubicBezTo>
                <a:cubicBezTo>
                  <a:pt x="807559" y="1395417"/>
                  <a:pt x="793965" y="1381823"/>
                  <a:pt x="793965" y="1365053"/>
                </a:cubicBezTo>
                <a:cubicBezTo>
                  <a:pt x="793965" y="1348284"/>
                  <a:pt x="807559" y="1334690"/>
                  <a:pt x="824329" y="1334690"/>
                </a:cubicBezTo>
                <a:close/>
                <a:moveTo>
                  <a:pt x="751774" y="1334690"/>
                </a:moveTo>
                <a:cubicBezTo>
                  <a:pt x="768544" y="1334690"/>
                  <a:pt x="782138" y="1348284"/>
                  <a:pt x="782138" y="1365053"/>
                </a:cubicBezTo>
                <a:cubicBezTo>
                  <a:pt x="782138" y="1381823"/>
                  <a:pt x="768544" y="1395417"/>
                  <a:pt x="751774" y="1395417"/>
                </a:cubicBezTo>
                <a:cubicBezTo>
                  <a:pt x="735005" y="1395417"/>
                  <a:pt x="721411" y="1381823"/>
                  <a:pt x="721411" y="1365053"/>
                </a:cubicBezTo>
                <a:cubicBezTo>
                  <a:pt x="721411" y="1348284"/>
                  <a:pt x="735005" y="1334690"/>
                  <a:pt x="751774" y="1334690"/>
                </a:cubicBezTo>
                <a:close/>
                <a:moveTo>
                  <a:pt x="679220" y="1334690"/>
                </a:moveTo>
                <a:cubicBezTo>
                  <a:pt x="695989" y="1334690"/>
                  <a:pt x="709583" y="1348284"/>
                  <a:pt x="709583" y="1365053"/>
                </a:cubicBezTo>
                <a:cubicBezTo>
                  <a:pt x="709583" y="1381823"/>
                  <a:pt x="695989" y="1395417"/>
                  <a:pt x="679220" y="1395417"/>
                </a:cubicBezTo>
                <a:cubicBezTo>
                  <a:pt x="662450" y="1395417"/>
                  <a:pt x="648856" y="1381823"/>
                  <a:pt x="648856" y="1365053"/>
                </a:cubicBezTo>
                <a:cubicBezTo>
                  <a:pt x="648856" y="1348284"/>
                  <a:pt x="662450" y="1334690"/>
                  <a:pt x="679220" y="1334690"/>
                </a:cubicBezTo>
                <a:close/>
                <a:moveTo>
                  <a:pt x="606665" y="1334690"/>
                </a:moveTo>
                <a:cubicBezTo>
                  <a:pt x="623435" y="1334690"/>
                  <a:pt x="637029" y="1348284"/>
                  <a:pt x="637029" y="1365053"/>
                </a:cubicBezTo>
                <a:cubicBezTo>
                  <a:pt x="637029" y="1381823"/>
                  <a:pt x="623435" y="1395417"/>
                  <a:pt x="606665" y="1395417"/>
                </a:cubicBezTo>
                <a:cubicBezTo>
                  <a:pt x="589896" y="1395417"/>
                  <a:pt x="576302" y="1381823"/>
                  <a:pt x="576302" y="1365053"/>
                </a:cubicBezTo>
                <a:cubicBezTo>
                  <a:pt x="576302" y="1348284"/>
                  <a:pt x="589896" y="1334690"/>
                  <a:pt x="606665" y="1334690"/>
                </a:cubicBezTo>
                <a:close/>
                <a:moveTo>
                  <a:pt x="534111" y="1334690"/>
                </a:moveTo>
                <a:cubicBezTo>
                  <a:pt x="550880" y="1334690"/>
                  <a:pt x="564474" y="1348284"/>
                  <a:pt x="564474" y="1365053"/>
                </a:cubicBezTo>
                <a:cubicBezTo>
                  <a:pt x="564474" y="1381823"/>
                  <a:pt x="550880" y="1395417"/>
                  <a:pt x="534111" y="1395417"/>
                </a:cubicBezTo>
                <a:cubicBezTo>
                  <a:pt x="517341" y="1395417"/>
                  <a:pt x="503747" y="1381823"/>
                  <a:pt x="503747" y="1365053"/>
                </a:cubicBezTo>
                <a:cubicBezTo>
                  <a:pt x="503747" y="1348284"/>
                  <a:pt x="517341" y="1334690"/>
                  <a:pt x="534111" y="1334690"/>
                </a:cubicBezTo>
                <a:close/>
                <a:moveTo>
                  <a:pt x="461556" y="1334690"/>
                </a:moveTo>
                <a:cubicBezTo>
                  <a:pt x="478326" y="1334690"/>
                  <a:pt x="491920" y="1348284"/>
                  <a:pt x="491920" y="1365053"/>
                </a:cubicBezTo>
                <a:cubicBezTo>
                  <a:pt x="491920" y="1381823"/>
                  <a:pt x="478326" y="1395417"/>
                  <a:pt x="461556" y="1395417"/>
                </a:cubicBezTo>
                <a:cubicBezTo>
                  <a:pt x="444787" y="1395417"/>
                  <a:pt x="431192" y="1381823"/>
                  <a:pt x="431192" y="1365053"/>
                </a:cubicBezTo>
                <a:cubicBezTo>
                  <a:pt x="431192" y="1348284"/>
                  <a:pt x="444787" y="1334690"/>
                  <a:pt x="461556" y="1334690"/>
                </a:cubicBezTo>
                <a:close/>
                <a:moveTo>
                  <a:pt x="389002" y="1334690"/>
                </a:moveTo>
                <a:cubicBezTo>
                  <a:pt x="405771" y="1334690"/>
                  <a:pt x="419365" y="1348284"/>
                  <a:pt x="419365" y="1365053"/>
                </a:cubicBezTo>
                <a:cubicBezTo>
                  <a:pt x="419365" y="1381823"/>
                  <a:pt x="405771" y="1395417"/>
                  <a:pt x="389002" y="1395417"/>
                </a:cubicBezTo>
                <a:cubicBezTo>
                  <a:pt x="372232" y="1395417"/>
                  <a:pt x="358638" y="1381823"/>
                  <a:pt x="358638" y="1365053"/>
                </a:cubicBezTo>
                <a:cubicBezTo>
                  <a:pt x="358638" y="1348284"/>
                  <a:pt x="372232" y="1334690"/>
                  <a:pt x="389002" y="1334690"/>
                </a:cubicBezTo>
                <a:close/>
                <a:moveTo>
                  <a:pt x="316447" y="1334690"/>
                </a:moveTo>
                <a:cubicBezTo>
                  <a:pt x="333216" y="1334690"/>
                  <a:pt x="346810" y="1348284"/>
                  <a:pt x="346810" y="1365053"/>
                </a:cubicBezTo>
                <a:cubicBezTo>
                  <a:pt x="346810" y="1381823"/>
                  <a:pt x="333216" y="1395417"/>
                  <a:pt x="316447" y="1395417"/>
                </a:cubicBezTo>
                <a:cubicBezTo>
                  <a:pt x="299677" y="1395417"/>
                  <a:pt x="286084" y="1381823"/>
                  <a:pt x="286084" y="1365053"/>
                </a:cubicBezTo>
                <a:cubicBezTo>
                  <a:pt x="286084" y="1348284"/>
                  <a:pt x="299677" y="1334690"/>
                  <a:pt x="316447" y="1334690"/>
                </a:cubicBezTo>
                <a:close/>
                <a:moveTo>
                  <a:pt x="243892" y="1334690"/>
                </a:moveTo>
                <a:cubicBezTo>
                  <a:pt x="260662" y="1334690"/>
                  <a:pt x="274256" y="1348284"/>
                  <a:pt x="274256" y="1365053"/>
                </a:cubicBezTo>
                <a:cubicBezTo>
                  <a:pt x="274256" y="1381823"/>
                  <a:pt x="260662" y="1395417"/>
                  <a:pt x="243892" y="1395417"/>
                </a:cubicBezTo>
                <a:cubicBezTo>
                  <a:pt x="227123" y="1395417"/>
                  <a:pt x="213529" y="1381823"/>
                  <a:pt x="213529" y="1365053"/>
                </a:cubicBezTo>
                <a:cubicBezTo>
                  <a:pt x="213529" y="1348284"/>
                  <a:pt x="227123" y="1334690"/>
                  <a:pt x="243892" y="1334690"/>
                </a:cubicBezTo>
                <a:close/>
                <a:moveTo>
                  <a:pt x="171339" y="1334690"/>
                </a:moveTo>
                <a:cubicBezTo>
                  <a:pt x="188107" y="1334690"/>
                  <a:pt x="201701" y="1348284"/>
                  <a:pt x="201701" y="1365053"/>
                </a:cubicBezTo>
                <a:cubicBezTo>
                  <a:pt x="201701" y="1381823"/>
                  <a:pt x="188107" y="1395417"/>
                  <a:pt x="171339" y="1395417"/>
                </a:cubicBezTo>
                <a:cubicBezTo>
                  <a:pt x="154616" y="1395417"/>
                  <a:pt x="141023" y="1381823"/>
                  <a:pt x="141023" y="1365053"/>
                </a:cubicBezTo>
                <a:cubicBezTo>
                  <a:pt x="141023" y="1348284"/>
                  <a:pt x="154616" y="1334690"/>
                  <a:pt x="171339" y="1334690"/>
                </a:cubicBezTo>
                <a:close/>
                <a:moveTo>
                  <a:pt x="98838" y="1334690"/>
                </a:moveTo>
                <a:cubicBezTo>
                  <a:pt x="115605" y="1334690"/>
                  <a:pt x="129198" y="1348284"/>
                  <a:pt x="129198" y="1365053"/>
                </a:cubicBezTo>
                <a:cubicBezTo>
                  <a:pt x="129198" y="1381823"/>
                  <a:pt x="115605" y="1395417"/>
                  <a:pt x="98838" y="1395417"/>
                </a:cubicBezTo>
                <a:cubicBezTo>
                  <a:pt x="82067" y="1395417"/>
                  <a:pt x="68474" y="1381823"/>
                  <a:pt x="68474" y="1365053"/>
                </a:cubicBezTo>
                <a:cubicBezTo>
                  <a:pt x="68474" y="1348284"/>
                  <a:pt x="82067" y="1334690"/>
                  <a:pt x="98838" y="1334690"/>
                </a:cubicBezTo>
                <a:close/>
                <a:moveTo>
                  <a:pt x="26283" y="1334690"/>
                </a:moveTo>
                <a:cubicBezTo>
                  <a:pt x="43051" y="1334690"/>
                  <a:pt x="56645" y="1348284"/>
                  <a:pt x="56645" y="1365053"/>
                </a:cubicBezTo>
                <a:cubicBezTo>
                  <a:pt x="56645" y="1381823"/>
                  <a:pt x="43051" y="1395417"/>
                  <a:pt x="26283" y="1395417"/>
                </a:cubicBezTo>
                <a:cubicBezTo>
                  <a:pt x="17898" y="1395417"/>
                  <a:pt x="10308" y="1392019"/>
                  <a:pt x="4813" y="1386524"/>
                </a:cubicBezTo>
                <a:lnTo>
                  <a:pt x="0" y="1374903"/>
                </a:lnTo>
                <a:lnTo>
                  <a:pt x="0" y="1355203"/>
                </a:lnTo>
                <a:lnTo>
                  <a:pt x="4813" y="1343583"/>
                </a:lnTo>
                <a:cubicBezTo>
                  <a:pt x="10308" y="1338089"/>
                  <a:pt x="17898" y="1334690"/>
                  <a:pt x="26283" y="1334690"/>
                </a:cubicBezTo>
                <a:close/>
                <a:moveTo>
                  <a:pt x="1404765" y="1254238"/>
                </a:moveTo>
                <a:cubicBezTo>
                  <a:pt x="1408957" y="1254238"/>
                  <a:pt x="1412951" y="1255088"/>
                  <a:pt x="1416584" y="1256624"/>
                </a:cubicBezTo>
                <a:lnTo>
                  <a:pt x="1422045" y="1260306"/>
                </a:lnTo>
                <a:lnTo>
                  <a:pt x="1418517" y="1266114"/>
                </a:lnTo>
                <a:lnTo>
                  <a:pt x="1386846" y="1308466"/>
                </a:lnTo>
                <a:lnTo>
                  <a:pt x="1383295" y="1306072"/>
                </a:lnTo>
                <a:cubicBezTo>
                  <a:pt x="1377800" y="1300577"/>
                  <a:pt x="1374402" y="1292986"/>
                  <a:pt x="1374402" y="1284602"/>
                </a:cubicBezTo>
                <a:cubicBezTo>
                  <a:pt x="1374402" y="1267832"/>
                  <a:pt x="1387996" y="1254238"/>
                  <a:pt x="1404765" y="1254238"/>
                </a:cubicBezTo>
                <a:close/>
                <a:moveTo>
                  <a:pt x="1332211" y="1254238"/>
                </a:moveTo>
                <a:cubicBezTo>
                  <a:pt x="1348980" y="1254238"/>
                  <a:pt x="1362574" y="1267832"/>
                  <a:pt x="1362574" y="1284602"/>
                </a:cubicBezTo>
                <a:cubicBezTo>
                  <a:pt x="1362574" y="1301371"/>
                  <a:pt x="1348980" y="1314965"/>
                  <a:pt x="1332211" y="1314965"/>
                </a:cubicBezTo>
                <a:cubicBezTo>
                  <a:pt x="1315441" y="1314965"/>
                  <a:pt x="1301847" y="1301371"/>
                  <a:pt x="1301847" y="1284602"/>
                </a:cubicBezTo>
                <a:cubicBezTo>
                  <a:pt x="1301847" y="1267832"/>
                  <a:pt x="1315441" y="1254238"/>
                  <a:pt x="1332211" y="1254238"/>
                </a:cubicBezTo>
                <a:close/>
                <a:moveTo>
                  <a:pt x="1259656" y="1254238"/>
                </a:moveTo>
                <a:cubicBezTo>
                  <a:pt x="1276426" y="1254238"/>
                  <a:pt x="1290020" y="1267832"/>
                  <a:pt x="1290020" y="1284602"/>
                </a:cubicBezTo>
                <a:cubicBezTo>
                  <a:pt x="1290020" y="1301371"/>
                  <a:pt x="1276426" y="1314965"/>
                  <a:pt x="1259656" y="1314965"/>
                </a:cubicBezTo>
                <a:cubicBezTo>
                  <a:pt x="1242887" y="1314965"/>
                  <a:pt x="1229293" y="1301371"/>
                  <a:pt x="1229293" y="1284602"/>
                </a:cubicBezTo>
                <a:cubicBezTo>
                  <a:pt x="1229293" y="1267832"/>
                  <a:pt x="1242887" y="1254238"/>
                  <a:pt x="1259656" y="1254238"/>
                </a:cubicBezTo>
                <a:close/>
                <a:moveTo>
                  <a:pt x="1187102" y="1254238"/>
                </a:moveTo>
                <a:cubicBezTo>
                  <a:pt x="1203871" y="1254238"/>
                  <a:pt x="1217465" y="1267832"/>
                  <a:pt x="1217465" y="1284602"/>
                </a:cubicBezTo>
                <a:cubicBezTo>
                  <a:pt x="1217465" y="1301371"/>
                  <a:pt x="1203871" y="1314965"/>
                  <a:pt x="1187102" y="1314965"/>
                </a:cubicBezTo>
                <a:cubicBezTo>
                  <a:pt x="1170332" y="1314965"/>
                  <a:pt x="1156738" y="1301371"/>
                  <a:pt x="1156738" y="1284602"/>
                </a:cubicBezTo>
                <a:cubicBezTo>
                  <a:pt x="1156738" y="1267832"/>
                  <a:pt x="1170332" y="1254238"/>
                  <a:pt x="1187102" y="1254238"/>
                </a:cubicBezTo>
                <a:close/>
                <a:moveTo>
                  <a:pt x="1114547" y="1254238"/>
                </a:moveTo>
                <a:cubicBezTo>
                  <a:pt x="1131317" y="1254238"/>
                  <a:pt x="1144911" y="1267832"/>
                  <a:pt x="1144911" y="1284602"/>
                </a:cubicBezTo>
                <a:cubicBezTo>
                  <a:pt x="1144911" y="1301371"/>
                  <a:pt x="1131317" y="1314965"/>
                  <a:pt x="1114547" y="1314965"/>
                </a:cubicBezTo>
                <a:cubicBezTo>
                  <a:pt x="1097778" y="1314965"/>
                  <a:pt x="1084184" y="1301371"/>
                  <a:pt x="1084184" y="1284602"/>
                </a:cubicBezTo>
                <a:cubicBezTo>
                  <a:pt x="1084184" y="1267832"/>
                  <a:pt x="1097778" y="1254238"/>
                  <a:pt x="1114547" y="1254238"/>
                </a:cubicBezTo>
                <a:close/>
                <a:moveTo>
                  <a:pt x="1041993" y="1254238"/>
                </a:moveTo>
                <a:cubicBezTo>
                  <a:pt x="1058762" y="1254238"/>
                  <a:pt x="1072356" y="1267832"/>
                  <a:pt x="1072356" y="1284602"/>
                </a:cubicBezTo>
                <a:cubicBezTo>
                  <a:pt x="1072356" y="1301371"/>
                  <a:pt x="1058762" y="1314965"/>
                  <a:pt x="1041993" y="1314965"/>
                </a:cubicBezTo>
                <a:cubicBezTo>
                  <a:pt x="1025223" y="1314965"/>
                  <a:pt x="1011629" y="1301371"/>
                  <a:pt x="1011629" y="1284602"/>
                </a:cubicBezTo>
                <a:cubicBezTo>
                  <a:pt x="1011629" y="1267832"/>
                  <a:pt x="1025223" y="1254238"/>
                  <a:pt x="1041993" y="1254238"/>
                </a:cubicBezTo>
                <a:close/>
                <a:moveTo>
                  <a:pt x="969438" y="1254238"/>
                </a:moveTo>
                <a:cubicBezTo>
                  <a:pt x="986208" y="1254238"/>
                  <a:pt x="999801" y="1267832"/>
                  <a:pt x="999801" y="1284602"/>
                </a:cubicBezTo>
                <a:cubicBezTo>
                  <a:pt x="999801" y="1301371"/>
                  <a:pt x="986208" y="1314965"/>
                  <a:pt x="969438" y="1314965"/>
                </a:cubicBezTo>
                <a:cubicBezTo>
                  <a:pt x="952669" y="1314965"/>
                  <a:pt x="939075" y="1301371"/>
                  <a:pt x="939075" y="1284602"/>
                </a:cubicBezTo>
                <a:cubicBezTo>
                  <a:pt x="939075" y="1267832"/>
                  <a:pt x="952669" y="1254238"/>
                  <a:pt x="969438" y="1254238"/>
                </a:cubicBezTo>
                <a:close/>
                <a:moveTo>
                  <a:pt x="896883" y="1254238"/>
                </a:moveTo>
                <a:cubicBezTo>
                  <a:pt x="913653" y="1254238"/>
                  <a:pt x="927247" y="1267832"/>
                  <a:pt x="927247" y="1284602"/>
                </a:cubicBezTo>
                <a:cubicBezTo>
                  <a:pt x="927247" y="1301371"/>
                  <a:pt x="913653" y="1314965"/>
                  <a:pt x="896883" y="1314965"/>
                </a:cubicBezTo>
                <a:cubicBezTo>
                  <a:pt x="880114" y="1314965"/>
                  <a:pt x="866520" y="1301371"/>
                  <a:pt x="866520" y="1284602"/>
                </a:cubicBezTo>
                <a:cubicBezTo>
                  <a:pt x="866520" y="1267832"/>
                  <a:pt x="880114" y="1254238"/>
                  <a:pt x="896883" y="1254238"/>
                </a:cubicBezTo>
                <a:close/>
                <a:moveTo>
                  <a:pt x="824329" y="1254238"/>
                </a:moveTo>
                <a:cubicBezTo>
                  <a:pt x="841098" y="1254238"/>
                  <a:pt x="854692" y="1267832"/>
                  <a:pt x="854692" y="1284602"/>
                </a:cubicBezTo>
                <a:cubicBezTo>
                  <a:pt x="854692" y="1301371"/>
                  <a:pt x="841098" y="1314965"/>
                  <a:pt x="824329" y="1314965"/>
                </a:cubicBezTo>
                <a:cubicBezTo>
                  <a:pt x="807559" y="1314965"/>
                  <a:pt x="793965" y="1301371"/>
                  <a:pt x="793965" y="1284602"/>
                </a:cubicBezTo>
                <a:cubicBezTo>
                  <a:pt x="793965" y="1267832"/>
                  <a:pt x="807559" y="1254238"/>
                  <a:pt x="824329" y="1254238"/>
                </a:cubicBezTo>
                <a:close/>
                <a:moveTo>
                  <a:pt x="751774" y="1254238"/>
                </a:moveTo>
                <a:cubicBezTo>
                  <a:pt x="768544" y="1254238"/>
                  <a:pt x="782138" y="1267832"/>
                  <a:pt x="782138" y="1284602"/>
                </a:cubicBezTo>
                <a:cubicBezTo>
                  <a:pt x="782138" y="1301371"/>
                  <a:pt x="768544" y="1314965"/>
                  <a:pt x="751774" y="1314965"/>
                </a:cubicBezTo>
                <a:cubicBezTo>
                  <a:pt x="735005" y="1314965"/>
                  <a:pt x="721411" y="1301371"/>
                  <a:pt x="721411" y="1284602"/>
                </a:cubicBezTo>
                <a:cubicBezTo>
                  <a:pt x="721411" y="1267832"/>
                  <a:pt x="735005" y="1254238"/>
                  <a:pt x="751774" y="1254238"/>
                </a:cubicBezTo>
                <a:close/>
                <a:moveTo>
                  <a:pt x="679220" y="1254238"/>
                </a:moveTo>
                <a:cubicBezTo>
                  <a:pt x="695989" y="1254238"/>
                  <a:pt x="709583" y="1267832"/>
                  <a:pt x="709583" y="1284602"/>
                </a:cubicBezTo>
                <a:cubicBezTo>
                  <a:pt x="709583" y="1301371"/>
                  <a:pt x="695989" y="1314965"/>
                  <a:pt x="679220" y="1314965"/>
                </a:cubicBezTo>
                <a:cubicBezTo>
                  <a:pt x="662450" y="1314965"/>
                  <a:pt x="648856" y="1301371"/>
                  <a:pt x="648856" y="1284602"/>
                </a:cubicBezTo>
                <a:cubicBezTo>
                  <a:pt x="648856" y="1267832"/>
                  <a:pt x="662450" y="1254238"/>
                  <a:pt x="679220" y="1254238"/>
                </a:cubicBezTo>
                <a:close/>
                <a:moveTo>
                  <a:pt x="606665" y="1254238"/>
                </a:moveTo>
                <a:cubicBezTo>
                  <a:pt x="623435" y="1254238"/>
                  <a:pt x="637029" y="1267832"/>
                  <a:pt x="637029" y="1284602"/>
                </a:cubicBezTo>
                <a:cubicBezTo>
                  <a:pt x="637029" y="1301371"/>
                  <a:pt x="623435" y="1314965"/>
                  <a:pt x="606665" y="1314965"/>
                </a:cubicBezTo>
                <a:cubicBezTo>
                  <a:pt x="589896" y="1314965"/>
                  <a:pt x="576302" y="1301371"/>
                  <a:pt x="576302" y="1284602"/>
                </a:cubicBezTo>
                <a:cubicBezTo>
                  <a:pt x="576302" y="1267832"/>
                  <a:pt x="589896" y="1254238"/>
                  <a:pt x="606665" y="1254238"/>
                </a:cubicBezTo>
                <a:close/>
                <a:moveTo>
                  <a:pt x="534111" y="1254238"/>
                </a:moveTo>
                <a:cubicBezTo>
                  <a:pt x="550880" y="1254238"/>
                  <a:pt x="564474" y="1267832"/>
                  <a:pt x="564474" y="1284602"/>
                </a:cubicBezTo>
                <a:cubicBezTo>
                  <a:pt x="564474" y="1301371"/>
                  <a:pt x="550880" y="1314965"/>
                  <a:pt x="534111" y="1314965"/>
                </a:cubicBezTo>
                <a:cubicBezTo>
                  <a:pt x="517341" y="1314965"/>
                  <a:pt x="503747" y="1301371"/>
                  <a:pt x="503747" y="1284602"/>
                </a:cubicBezTo>
                <a:cubicBezTo>
                  <a:pt x="503747" y="1267832"/>
                  <a:pt x="517341" y="1254238"/>
                  <a:pt x="534111" y="1254238"/>
                </a:cubicBezTo>
                <a:close/>
                <a:moveTo>
                  <a:pt x="461556" y="1254238"/>
                </a:moveTo>
                <a:cubicBezTo>
                  <a:pt x="478326" y="1254238"/>
                  <a:pt x="491920" y="1267832"/>
                  <a:pt x="491920" y="1284602"/>
                </a:cubicBezTo>
                <a:cubicBezTo>
                  <a:pt x="491920" y="1301371"/>
                  <a:pt x="478326" y="1314965"/>
                  <a:pt x="461556" y="1314965"/>
                </a:cubicBezTo>
                <a:cubicBezTo>
                  <a:pt x="444787" y="1314965"/>
                  <a:pt x="431192" y="1301371"/>
                  <a:pt x="431192" y="1284602"/>
                </a:cubicBezTo>
                <a:cubicBezTo>
                  <a:pt x="431192" y="1267832"/>
                  <a:pt x="444787" y="1254238"/>
                  <a:pt x="461556" y="1254238"/>
                </a:cubicBezTo>
                <a:close/>
                <a:moveTo>
                  <a:pt x="389002" y="1254238"/>
                </a:moveTo>
                <a:cubicBezTo>
                  <a:pt x="405771" y="1254238"/>
                  <a:pt x="419365" y="1267832"/>
                  <a:pt x="419365" y="1284602"/>
                </a:cubicBezTo>
                <a:cubicBezTo>
                  <a:pt x="419365" y="1301371"/>
                  <a:pt x="405771" y="1314965"/>
                  <a:pt x="389002" y="1314965"/>
                </a:cubicBezTo>
                <a:cubicBezTo>
                  <a:pt x="372232" y="1314965"/>
                  <a:pt x="358638" y="1301371"/>
                  <a:pt x="358638" y="1284602"/>
                </a:cubicBezTo>
                <a:cubicBezTo>
                  <a:pt x="358638" y="1267832"/>
                  <a:pt x="372232" y="1254238"/>
                  <a:pt x="389002" y="1254238"/>
                </a:cubicBezTo>
                <a:close/>
                <a:moveTo>
                  <a:pt x="316447" y="1254238"/>
                </a:moveTo>
                <a:cubicBezTo>
                  <a:pt x="333216" y="1254238"/>
                  <a:pt x="346810" y="1267832"/>
                  <a:pt x="346810" y="1284602"/>
                </a:cubicBezTo>
                <a:cubicBezTo>
                  <a:pt x="346810" y="1301371"/>
                  <a:pt x="333216" y="1314965"/>
                  <a:pt x="316447" y="1314965"/>
                </a:cubicBezTo>
                <a:cubicBezTo>
                  <a:pt x="299677" y="1314965"/>
                  <a:pt x="286084" y="1301371"/>
                  <a:pt x="286084" y="1284602"/>
                </a:cubicBezTo>
                <a:cubicBezTo>
                  <a:pt x="286084" y="1267832"/>
                  <a:pt x="299677" y="1254238"/>
                  <a:pt x="316447" y="1254238"/>
                </a:cubicBezTo>
                <a:close/>
                <a:moveTo>
                  <a:pt x="243892" y="1254238"/>
                </a:moveTo>
                <a:cubicBezTo>
                  <a:pt x="260662" y="1254238"/>
                  <a:pt x="274256" y="1267832"/>
                  <a:pt x="274256" y="1284602"/>
                </a:cubicBezTo>
                <a:cubicBezTo>
                  <a:pt x="274256" y="1301371"/>
                  <a:pt x="260662" y="1314965"/>
                  <a:pt x="243892" y="1314965"/>
                </a:cubicBezTo>
                <a:cubicBezTo>
                  <a:pt x="227123" y="1314965"/>
                  <a:pt x="213529" y="1301371"/>
                  <a:pt x="213529" y="1284602"/>
                </a:cubicBezTo>
                <a:cubicBezTo>
                  <a:pt x="213529" y="1267832"/>
                  <a:pt x="227123" y="1254238"/>
                  <a:pt x="243892" y="1254238"/>
                </a:cubicBezTo>
                <a:close/>
                <a:moveTo>
                  <a:pt x="171339" y="1254238"/>
                </a:moveTo>
                <a:cubicBezTo>
                  <a:pt x="188107" y="1254238"/>
                  <a:pt x="201701" y="1267832"/>
                  <a:pt x="201701" y="1284602"/>
                </a:cubicBezTo>
                <a:cubicBezTo>
                  <a:pt x="201701" y="1301371"/>
                  <a:pt x="188107" y="1314965"/>
                  <a:pt x="171339" y="1314965"/>
                </a:cubicBezTo>
                <a:cubicBezTo>
                  <a:pt x="154622" y="1314965"/>
                  <a:pt x="141029" y="1301371"/>
                  <a:pt x="141029" y="1284602"/>
                </a:cubicBezTo>
                <a:cubicBezTo>
                  <a:pt x="141029" y="1267832"/>
                  <a:pt x="154622" y="1254238"/>
                  <a:pt x="171339" y="1254238"/>
                </a:cubicBezTo>
                <a:close/>
                <a:moveTo>
                  <a:pt x="98845" y="1254238"/>
                </a:moveTo>
                <a:cubicBezTo>
                  <a:pt x="115610" y="1254238"/>
                  <a:pt x="129204" y="1267832"/>
                  <a:pt x="129204" y="1284602"/>
                </a:cubicBezTo>
                <a:cubicBezTo>
                  <a:pt x="129204" y="1301371"/>
                  <a:pt x="115610" y="1314965"/>
                  <a:pt x="98845" y="1314965"/>
                </a:cubicBezTo>
                <a:cubicBezTo>
                  <a:pt x="82074" y="1314965"/>
                  <a:pt x="68480" y="1301371"/>
                  <a:pt x="68480" y="1284602"/>
                </a:cubicBezTo>
                <a:cubicBezTo>
                  <a:pt x="68480" y="1267832"/>
                  <a:pt x="82074" y="1254238"/>
                  <a:pt x="98845" y="1254238"/>
                </a:cubicBezTo>
                <a:close/>
                <a:moveTo>
                  <a:pt x="26290" y="1254238"/>
                </a:moveTo>
                <a:cubicBezTo>
                  <a:pt x="43057" y="1254238"/>
                  <a:pt x="56651" y="1267832"/>
                  <a:pt x="56651" y="1284602"/>
                </a:cubicBezTo>
                <a:cubicBezTo>
                  <a:pt x="56651" y="1301371"/>
                  <a:pt x="43057" y="1314965"/>
                  <a:pt x="26290" y="1314965"/>
                </a:cubicBezTo>
                <a:cubicBezTo>
                  <a:pt x="17905" y="1314965"/>
                  <a:pt x="10314" y="1311567"/>
                  <a:pt x="4819" y="1306072"/>
                </a:cubicBezTo>
                <a:lnTo>
                  <a:pt x="0" y="1294437"/>
                </a:lnTo>
                <a:lnTo>
                  <a:pt x="0" y="1274766"/>
                </a:lnTo>
                <a:lnTo>
                  <a:pt x="4819" y="1263131"/>
                </a:lnTo>
                <a:cubicBezTo>
                  <a:pt x="10314" y="1257637"/>
                  <a:pt x="17905" y="1254238"/>
                  <a:pt x="26290" y="1254238"/>
                </a:cubicBezTo>
                <a:close/>
                <a:moveTo>
                  <a:pt x="1474228" y="1174410"/>
                </a:moveTo>
                <a:lnTo>
                  <a:pt x="1450688" y="1213159"/>
                </a:lnTo>
                <a:lnTo>
                  <a:pt x="1446956" y="1204150"/>
                </a:lnTo>
                <a:cubicBezTo>
                  <a:pt x="1446956" y="1191573"/>
                  <a:pt x="1454603" y="1180782"/>
                  <a:pt x="1465501" y="1176173"/>
                </a:cubicBezTo>
                <a:close/>
                <a:moveTo>
                  <a:pt x="1404765" y="1173786"/>
                </a:moveTo>
                <a:cubicBezTo>
                  <a:pt x="1421535" y="1173786"/>
                  <a:pt x="1435129" y="1187380"/>
                  <a:pt x="1435129" y="1204150"/>
                </a:cubicBezTo>
                <a:cubicBezTo>
                  <a:pt x="1435129" y="1220919"/>
                  <a:pt x="1421535" y="1234513"/>
                  <a:pt x="1404765" y="1234513"/>
                </a:cubicBezTo>
                <a:cubicBezTo>
                  <a:pt x="1387996" y="1234513"/>
                  <a:pt x="1374402" y="1220919"/>
                  <a:pt x="1374402" y="1204150"/>
                </a:cubicBezTo>
                <a:cubicBezTo>
                  <a:pt x="1374402" y="1187380"/>
                  <a:pt x="1387996" y="1173786"/>
                  <a:pt x="1404765" y="1173786"/>
                </a:cubicBezTo>
                <a:close/>
                <a:moveTo>
                  <a:pt x="1332211" y="1173786"/>
                </a:moveTo>
                <a:cubicBezTo>
                  <a:pt x="1348980" y="1173786"/>
                  <a:pt x="1362574" y="1187380"/>
                  <a:pt x="1362574" y="1204150"/>
                </a:cubicBezTo>
                <a:cubicBezTo>
                  <a:pt x="1362574" y="1220919"/>
                  <a:pt x="1348980" y="1234513"/>
                  <a:pt x="1332211" y="1234513"/>
                </a:cubicBezTo>
                <a:cubicBezTo>
                  <a:pt x="1315441" y="1234513"/>
                  <a:pt x="1301847" y="1220919"/>
                  <a:pt x="1301847" y="1204150"/>
                </a:cubicBezTo>
                <a:cubicBezTo>
                  <a:pt x="1301847" y="1187380"/>
                  <a:pt x="1315441" y="1173786"/>
                  <a:pt x="1332211" y="1173786"/>
                </a:cubicBezTo>
                <a:close/>
                <a:moveTo>
                  <a:pt x="1259656" y="1173786"/>
                </a:moveTo>
                <a:cubicBezTo>
                  <a:pt x="1276426" y="1173786"/>
                  <a:pt x="1290020" y="1187380"/>
                  <a:pt x="1290020" y="1204150"/>
                </a:cubicBezTo>
                <a:cubicBezTo>
                  <a:pt x="1290020" y="1220919"/>
                  <a:pt x="1276426" y="1234513"/>
                  <a:pt x="1259656" y="1234513"/>
                </a:cubicBezTo>
                <a:cubicBezTo>
                  <a:pt x="1242887" y="1234513"/>
                  <a:pt x="1229293" y="1220919"/>
                  <a:pt x="1229293" y="1204150"/>
                </a:cubicBezTo>
                <a:cubicBezTo>
                  <a:pt x="1229293" y="1187380"/>
                  <a:pt x="1242887" y="1173786"/>
                  <a:pt x="1259656" y="1173786"/>
                </a:cubicBezTo>
                <a:close/>
                <a:moveTo>
                  <a:pt x="1187102" y="1173786"/>
                </a:moveTo>
                <a:cubicBezTo>
                  <a:pt x="1203871" y="1173786"/>
                  <a:pt x="1217465" y="1187380"/>
                  <a:pt x="1217465" y="1204150"/>
                </a:cubicBezTo>
                <a:cubicBezTo>
                  <a:pt x="1217465" y="1220919"/>
                  <a:pt x="1203871" y="1234513"/>
                  <a:pt x="1187102" y="1234513"/>
                </a:cubicBezTo>
                <a:cubicBezTo>
                  <a:pt x="1170332" y="1234513"/>
                  <a:pt x="1156738" y="1220919"/>
                  <a:pt x="1156738" y="1204150"/>
                </a:cubicBezTo>
                <a:cubicBezTo>
                  <a:pt x="1156738" y="1187380"/>
                  <a:pt x="1170332" y="1173786"/>
                  <a:pt x="1187102" y="1173786"/>
                </a:cubicBezTo>
                <a:close/>
                <a:moveTo>
                  <a:pt x="1114547" y="1173786"/>
                </a:moveTo>
                <a:cubicBezTo>
                  <a:pt x="1131317" y="1173786"/>
                  <a:pt x="1144911" y="1187380"/>
                  <a:pt x="1144911" y="1204150"/>
                </a:cubicBezTo>
                <a:cubicBezTo>
                  <a:pt x="1144911" y="1220919"/>
                  <a:pt x="1131317" y="1234513"/>
                  <a:pt x="1114547" y="1234513"/>
                </a:cubicBezTo>
                <a:cubicBezTo>
                  <a:pt x="1097778" y="1234513"/>
                  <a:pt x="1084184" y="1220919"/>
                  <a:pt x="1084184" y="1204150"/>
                </a:cubicBezTo>
                <a:cubicBezTo>
                  <a:pt x="1084184" y="1187380"/>
                  <a:pt x="1097778" y="1173786"/>
                  <a:pt x="1114547" y="1173786"/>
                </a:cubicBezTo>
                <a:close/>
                <a:moveTo>
                  <a:pt x="1041993" y="1173786"/>
                </a:moveTo>
                <a:cubicBezTo>
                  <a:pt x="1058762" y="1173786"/>
                  <a:pt x="1072356" y="1187380"/>
                  <a:pt x="1072356" y="1204150"/>
                </a:cubicBezTo>
                <a:cubicBezTo>
                  <a:pt x="1072356" y="1220919"/>
                  <a:pt x="1058762" y="1234513"/>
                  <a:pt x="1041993" y="1234513"/>
                </a:cubicBezTo>
                <a:cubicBezTo>
                  <a:pt x="1025223" y="1234513"/>
                  <a:pt x="1011629" y="1220919"/>
                  <a:pt x="1011629" y="1204150"/>
                </a:cubicBezTo>
                <a:cubicBezTo>
                  <a:pt x="1011629" y="1187380"/>
                  <a:pt x="1025223" y="1173786"/>
                  <a:pt x="1041993" y="1173786"/>
                </a:cubicBezTo>
                <a:close/>
                <a:moveTo>
                  <a:pt x="969438" y="1173786"/>
                </a:moveTo>
                <a:cubicBezTo>
                  <a:pt x="986208" y="1173786"/>
                  <a:pt x="999801" y="1187380"/>
                  <a:pt x="999801" y="1204150"/>
                </a:cubicBezTo>
                <a:cubicBezTo>
                  <a:pt x="999801" y="1220919"/>
                  <a:pt x="986208" y="1234513"/>
                  <a:pt x="969438" y="1234513"/>
                </a:cubicBezTo>
                <a:cubicBezTo>
                  <a:pt x="952669" y="1234513"/>
                  <a:pt x="939075" y="1220919"/>
                  <a:pt x="939075" y="1204150"/>
                </a:cubicBezTo>
                <a:cubicBezTo>
                  <a:pt x="939075" y="1187380"/>
                  <a:pt x="952669" y="1173786"/>
                  <a:pt x="969438" y="1173786"/>
                </a:cubicBezTo>
                <a:close/>
                <a:moveTo>
                  <a:pt x="896883" y="1173786"/>
                </a:moveTo>
                <a:cubicBezTo>
                  <a:pt x="913653" y="1173786"/>
                  <a:pt x="927247" y="1187380"/>
                  <a:pt x="927247" y="1204150"/>
                </a:cubicBezTo>
                <a:cubicBezTo>
                  <a:pt x="927247" y="1220919"/>
                  <a:pt x="913653" y="1234513"/>
                  <a:pt x="896883" y="1234513"/>
                </a:cubicBezTo>
                <a:cubicBezTo>
                  <a:pt x="880114" y="1234513"/>
                  <a:pt x="866520" y="1220919"/>
                  <a:pt x="866520" y="1204150"/>
                </a:cubicBezTo>
                <a:cubicBezTo>
                  <a:pt x="866520" y="1187380"/>
                  <a:pt x="880114" y="1173786"/>
                  <a:pt x="896883" y="1173786"/>
                </a:cubicBezTo>
                <a:close/>
                <a:moveTo>
                  <a:pt x="824329" y="1173786"/>
                </a:moveTo>
                <a:cubicBezTo>
                  <a:pt x="841098" y="1173786"/>
                  <a:pt x="854692" y="1187380"/>
                  <a:pt x="854692" y="1204150"/>
                </a:cubicBezTo>
                <a:cubicBezTo>
                  <a:pt x="854692" y="1220919"/>
                  <a:pt x="841098" y="1234513"/>
                  <a:pt x="824329" y="1234513"/>
                </a:cubicBezTo>
                <a:cubicBezTo>
                  <a:pt x="807559" y="1234513"/>
                  <a:pt x="793965" y="1220919"/>
                  <a:pt x="793965" y="1204150"/>
                </a:cubicBezTo>
                <a:cubicBezTo>
                  <a:pt x="793965" y="1187380"/>
                  <a:pt x="807559" y="1173786"/>
                  <a:pt x="824329" y="1173786"/>
                </a:cubicBezTo>
                <a:close/>
                <a:moveTo>
                  <a:pt x="751774" y="1173786"/>
                </a:moveTo>
                <a:cubicBezTo>
                  <a:pt x="768544" y="1173786"/>
                  <a:pt x="782138" y="1187380"/>
                  <a:pt x="782138" y="1204150"/>
                </a:cubicBezTo>
                <a:cubicBezTo>
                  <a:pt x="782138" y="1220919"/>
                  <a:pt x="768544" y="1234513"/>
                  <a:pt x="751774" y="1234513"/>
                </a:cubicBezTo>
                <a:cubicBezTo>
                  <a:pt x="735005" y="1234513"/>
                  <a:pt x="721411" y="1220919"/>
                  <a:pt x="721411" y="1204150"/>
                </a:cubicBezTo>
                <a:cubicBezTo>
                  <a:pt x="721411" y="1187380"/>
                  <a:pt x="735005" y="1173786"/>
                  <a:pt x="751774" y="1173786"/>
                </a:cubicBezTo>
                <a:close/>
                <a:moveTo>
                  <a:pt x="679220" y="1173786"/>
                </a:moveTo>
                <a:cubicBezTo>
                  <a:pt x="695989" y="1173786"/>
                  <a:pt x="709583" y="1187380"/>
                  <a:pt x="709583" y="1204150"/>
                </a:cubicBezTo>
                <a:cubicBezTo>
                  <a:pt x="709583" y="1220919"/>
                  <a:pt x="695989" y="1234513"/>
                  <a:pt x="679220" y="1234513"/>
                </a:cubicBezTo>
                <a:cubicBezTo>
                  <a:pt x="662450" y="1234513"/>
                  <a:pt x="648856" y="1220919"/>
                  <a:pt x="648856" y="1204150"/>
                </a:cubicBezTo>
                <a:cubicBezTo>
                  <a:pt x="648856" y="1187380"/>
                  <a:pt x="662450" y="1173786"/>
                  <a:pt x="679220" y="1173786"/>
                </a:cubicBezTo>
                <a:close/>
                <a:moveTo>
                  <a:pt x="606665" y="1173786"/>
                </a:moveTo>
                <a:cubicBezTo>
                  <a:pt x="623435" y="1173786"/>
                  <a:pt x="637029" y="1187380"/>
                  <a:pt x="637029" y="1204150"/>
                </a:cubicBezTo>
                <a:cubicBezTo>
                  <a:pt x="637029" y="1220919"/>
                  <a:pt x="623435" y="1234513"/>
                  <a:pt x="606665" y="1234513"/>
                </a:cubicBezTo>
                <a:cubicBezTo>
                  <a:pt x="589896" y="1234513"/>
                  <a:pt x="576302" y="1220919"/>
                  <a:pt x="576302" y="1204150"/>
                </a:cubicBezTo>
                <a:cubicBezTo>
                  <a:pt x="576302" y="1187380"/>
                  <a:pt x="589896" y="1173786"/>
                  <a:pt x="606665" y="1173786"/>
                </a:cubicBezTo>
                <a:close/>
                <a:moveTo>
                  <a:pt x="534111" y="1173786"/>
                </a:moveTo>
                <a:cubicBezTo>
                  <a:pt x="550880" y="1173786"/>
                  <a:pt x="564474" y="1187380"/>
                  <a:pt x="564474" y="1204150"/>
                </a:cubicBezTo>
                <a:cubicBezTo>
                  <a:pt x="564474" y="1220919"/>
                  <a:pt x="550880" y="1234513"/>
                  <a:pt x="534111" y="1234513"/>
                </a:cubicBezTo>
                <a:cubicBezTo>
                  <a:pt x="517341" y="1234513"/>
                  <a:pt x="503747" y="1220919"/>
                  <a:pt x="503747" y="1204150"/>
                </a:cubicBezTo>
                <a:cubicBezTo>
                  <a:pt x="503747" y="1187380"/>
                  <a:pt x="517341" y="1173786"/>
                  <a:pt x="534111" y="1173786"/>
                </a:cubicBezTo>
                <a:close/>
                <a:moveTo>
                  <a:pt x="461556" y="1173786"/>
                </a:moveTo>
                <a:cubicBezTo>
                  <a:pt x="478326" y="1173786"/>
                  <a:pt x="491920" y="1187380"/>
                  <a:pt x="491920" y="1204150"/>
                </a:cubicBezTo>
                <a:cubicBezTo>
                  <a:pt x="491920" y="1220919"/>
                  <a:pt x="478326" y="1234513"/>
                  <a:pt x="461556" y="1234513"/>
                </a:cubicBezTo>
                <a:cubicBezTo>
                  <a:pt x="444787" y="1234513"/>
                  <a:pt x="431192" y="1220919"/>
                  <a:pt x="431192" y="1204150"/>
                </a:cubicBezTo>
                <a:cubicBezTo>
                  <a:pt x="431192" y="1187380"/>
                  <a:pt x="444787" y="1173786"/>
                  <a:pt x="461556" y="1173786"/>
                </a:cubicBezTo>
                <a:close/>
                <a:moveTo>
                  <a:pt x="389002" y="1173786"/>
                </a:moveTo>
                <a:cubicBezTo>
                  <a:pt x="405771" y="1173786"/>
                  <a:pt x="419365" y="1187380"/>
                  <a:pt x="419365" y="1204150"/>
                </a:cubicBezTo>
                <a:cubicBezTo>
                  <a:pt x="419365" y="1220919"/>
                  <a:pt x="405771" y="1234513"/>
                  <a:pt x="389002" y="1234513"/>
                </a:cubicBezTo>
                <a:cubicBezTo>
                  <a:pt x="372232" y="1234513"/>
                  <a:pt x="358638" y="1220919"/>
                  <a:pt x="358638" y="1204150"/>
                </a:cubicBezTo>
                <a:cubicBezTo>
                  <a:pt x="358638" y="1187380"/>
                  <a:pt x="372232" y="1173786"/>
                  <a:pt x="389002" y="1173786"/>
                </a:cubicBezTo>
                <a:close/>
                <a:moveTo>
                  <a:pt x="316447" y="1173786"/>
                </a:moveTo>
                <a:cubicBezTo>
                  <a:pt x="333216" y="1173786"/>
                  <a:pt x="346810" y="1187380"/>
                  <a:pt x="346810" y="1204150"/>
                </a:cubicBezTo>
                <a:cubicBezTo>
                  <a:pt x="346810" y="1220919"/>
                  <a:pt x="333216" y="1234513"/>
                  <a:pt x="316447" y="1234513"/>
                </a:cubicBezTo>
                <a:cubicBezTo>
                  <a:pt x="299677" y="1234513"/>
                  <a:pt x="286084" y="1220919"/>
                  <a:pt x="286084" y="1204150"/>
                </a:cubicBezTo>
                <a:cubicBezTo>
                  <a:pt x="286084" y="1187380"/>
                  <a:pt x="299677" y="1173786"/>
                  <a:pt x="316447" y="1173786"/>
                </a:cubicBezTo>
                <a:close/>
                <a:moveTo>
                  <a:pt x="243892" y="1173786"/>
                </a:moveTo>
                <a:cubicBezTo>
                  <a:pt x="260662" y="1173786"/>
                  <a:pt x="274256" y="1187380"/>
                  <a:pt x="274256" y="1204150"/>
                </a:cubicBezTo>
                <a:cubicBezTo>
                  <a:pt x="274256" y="1220919"/>
                  <a:pt x="260662" y="1234513"/>
                  <a:pt x="243892" y="1234513"/>
                </a:cubicBezTo>
                <a:cubicBezTo>
                  <a:pt x="227123" y="1234513"/>
                  <a:pt x="213529" y="1220919"/>
                  <a:pt x="213529" y="1204150"/>
                </a:cubicBezTo>
                <a:cubicBezTo>
                  <a:pt x="213529" y="1187380"/>
                  <a:pt x="227123" y="1173786"/>
                  <a:pt x="243892" y="1173786"/>
                </a:cubicBezTo>
                <a:close/>
                <a:moveTo>
                  <a:pt x="171339" y="1173786"/>
                </a:moveTo>
                <a:cubicBezTo>
                  <a:pt x="188107" y="1173786"/>
                  <a:pt x="201701" y="1187380"/>
                  <a:pt x="201701" y="1204150"/>
                </a:cubicBezTo>
                <a:cubicBezTo>
                  <a:pt x="201701" y="1220919"/>
                  <a:pt x="188107" y="1234513"/>
                  <a:pt x="171339" y="1234513"/>
                </a:cubicBezTo>
                <a:cubicBezTo>
                  <a:pt x="154627" y="1234513"/>
                  <a:pt x="141034" y="1220919"/>
                  <a:pt x="141034" y="1204150"/>
                </a:cubicBezTo>
                <a:cubicBezTo>
                  <a:pt x="141034" y="1187380"/>
                  <a:pt x="154627" y="1173786"/>
                  <a:pt x="171339" y="1173786"/>
                </a:cubicBezTo>
                <a:close/>
                <a:moveTo>
                  <a:pt x="98852" y="1173786"/>
                </a:moveTo>
                <a:cubicBezTo>
                  <a:pt x="115616" y="1173786"/>
                  <a:pt x="129210" y="1187380"/>
                  <a:pt x="129210" y="1204150"/>
                </a:cubicBezTo>
                <a:cubicBezTo>
                  <a:pt x="129210" y="1220919"/>
                  <a:pt x="115616" y="1234513"/>
                  <a:pt x="98852" y="1234513"/>
                </a:cubicBezTo>
                <a:cubicBezTo>
                  <a:pt x="82080" y="1234513"/>
                  <a:pt x="68486" y="1220919"/>
                  <a:pt x="68486" y="1204150"/>
                </a:cubicBezTo>
                <a:cubicBezTo>
                  <a:pt x="68486" y="1187380"/>
                  <a:pt x="82080" y="1173786"/>
                  <a:pt x="98852" y="1173786"/>
                </a:cubicBezTo>
                <a:close/>
                <a:moveTo>
                  <a:pt x="26297" y="1173786"/>
                </a:moveTo>
                <a:cubicBezTo>
                  <a:pt x="43063" y="1173786"/>
                  <a:pt x="56658" y="1187380"/>
                  <a:pt x="56658" y="1204150"/>
                </a:cubicBezTo>
                <a:cubicBezTo>
                  <a:pt x="56658" y="1220919"/>
                  <a:pt x="43063" y="1234513"/>
                  <a:pt x="26297" y="1234513"/>
                </a:cubicBezTo>
                <a:cubicBezTo>
                  <a:pt x="17912" y="1234513"/>
                  <a:pt x="10321" y="1231115"/>
                  <a:pt x="4826" y="1225620"/>
                </a:cubicBezTo>
                <a:lnTo>
                  <a:pt x="0" y="1213970"/>
                </a:lnTo>
                <a:lnTo>
                  <a:pt x="0" y="1194329"/>
                </a:lnTo>
                <a:lnTo>
                  <a:pt x="4826" y="1182679"/>
                </a:lnTo>
                <a:cubicBezTo>
                  <a:pt x="10321" y="1177185"/>
                  <a:pt x="17912" y="1173786"/>
                  <a:pt x="26297" y="1173786"/>
                </a:cubicBezTo>
                <a:close/>
                <a:moveTo>
                  <a:pt x="1477320" y="1093335"/>
                </a:moveTo>
                <a:cubicBezTo>
                  <a:pt x="1485705" y="1093335"/>
                  <a:pt x="1493295" y="1096733"/>
                  <a:pt x="1498790" y="1102228"/>
                </a:cubicBezTo>
                <a:lnTo>
                  <a:pt x="1505389" y="1118160"/>
                </a:lnTo>
                <a:lnTo>
                  <a:pt x="1493855" y="1142105"/>
                </a:lnTo>
                <a:lnTo>
                  <a:pt x="1487887" y="1151929"/>
                </a:lnTo>
                <a:lnTo>
                  <a:pt x="1477320" y="1154062"/>
                </a:lnTo>
                <a:cubicBezTo>
                  <a:pt x="1460550" y="1154062"/>
                  <a:pt x="1446956" y="1140468"/>
                  <a:pt x="1446956" y="1123698"/>
                </a:cubicBezTo>
                <a:cubicBezTo>
                  <a:pt x="1446956" y="1106929"/>
                  <a:pt x="1460550" y="1093335"/>
                  <a:pt x="1477320" y="1093335"/>
                </a:cubicBezTo>
                <a:close/>
                <a:moveTo>
                  <a:pt x="1404765" y="1093335"/>
                </a:moveTo>
                <a:cubicBezTo>
                  <a:pt x="1421535" y="1093335"/>
                  <a:pt x="1435129" y="1106929"/>
                  <a:pt x="1435129" y="1123698"/>
                </a:cubicBezTo>
                <a:cubicBezTo>
                  <a:pt x="1435129" y="1140468"/>
                  <a:pt x="1421535" y="1154062"/>
                  <a:pt x="1404765" y="1154062"/>
                </a:cubicBezTo>
                <a:cubicBezTo>
                  <a:pt x="1387996" y="1154062"/>
                  <a:pt x="1374402" y="1140468"/>
                  <a:pt x="1374402" y="1123698"/>
                </a:cubicBezTo>
                <a:cubicBezTo>
                  <a:pt x="1374402" y="1106929"/>
                  <a:pt x="1387996" y="1093335"/>
                  <a:pt x="1404765" y="1093335"/>
                </a:cubicBezTo>
                <a:close/>
                <a:moveTo>
                  <a:pt x="1332211" y="1093335"/>
                </a:moveTo>
                <a:cubicBezTo>
                  <a:pt x="1348980" y="1093335"/>
                  <a:pt x="1362574" y="1106929"/>
                  <a:pt x="1362574" y="1123698"/>
                </a:cubicBezTo>
                <a:cubicBezTo>
                  <a:pt x="1362574" y="1140468"/>
                  <a:pt x="1348980" y="1154062"/>
                  <a:pt x="1332211" y="1154062"/>
                </a:cubicBezTo>
                <a:cubicBezTo>
                  <a:pt x="1315441" y="1154062"/>
                  <a:pt x="1301847" y="1140468"/>
                  <a:pt x="1301847" y="1123698"/>
                </a:cubicBezTo>
                <a:cubicBezTo>
                  <a:pt x="1301847" y="1106929"/>
                  <a:pt x="1315441" y="1093335"/>
                  <a:pt x="1332211" y="1093335"/>
                </a:cubicBezTo>
                <a:close/>
                <a:moveTo>
                  <a:pt x="1259656" y="1093335"/>
                </a:moveTo>
                <a:cubicBezTo>
                  <a:pt x="1276426" y="1093335"/>
                  <a:pt x="1290020" y="1106929"/>
                  <a:pt x="1290020" y="1123698"/>
                </a:cubicBezTo>
                <a:cubicBezTo>
                  <a:pt x="1290020" y="1140468"/>
                  <a:pt x="1276426" y="1154062"/>
                  <a:pt x="1259656" y="1154062"/>
                </a:cubicBezTo>
                <a:cubicBezTo>
                  <a:pt x="1242887" y="1154062"/>
                  <a:pt x="1229293" y="1140468"/>
                  <a:pt x="1229293" y="1123698"/>
                </a:cubicBezTo>
                <a:cubicBezTo>
                  <a:pt x="1229293" y="1106929"/>
                  <a:pt x="1242887" y="1093335"/>
                  <a:pt x="1259656" y="1093335"/>
                </a:cubicBezTo>
                <a:close/>
                <a:moveTo>
                  <a:pt x="1187102" y="1093335"/>
                </a:moveTo>
                <a:cubicBezTo>
                  <a:pt x="1203871" y="1093335"/>
                  <a:pt x="1217465" y="1106929"/>
                  <a:pt x="1217465" y="1123698"/>
                </a:cubicBezTo>
                <a:cubicBezTo>
                  <a:pt x="1217465" y="1140468"/>
                  <a:pt x="1203871" y="1154062"/>
                  <a:pt x="1187102" y="1154062"/>
                </a:cubicBezTo>
                <a:cubicBezTo>
                  <a:pt x="1170332" y="1154062"/>
                  <a:pt x="1156738" y="1140468"/>
                  <a:pt x="1156738" y="1123698"/>
                </a:cubicBezTo>
                <a:cubicBezTo>
                  <a:pt x="1156738" y="1106929"/>
                  <a:pt x="1170332" y="1093335"/>
                  <a:pt x="1187102" y="1093335"/>
                </a:cubicBezTo>
                <a:close/>
                <a:moveTo>
                  <a:pt x="1114547" y="1093335"/>
                </a:moveTo>
                <a:cubicBezTo>
                  <a:pt x="1131317" y="1093335"/>
                  <a:pt x="1144911" y="1106929"/>
                  <a:pt x="1144911" y="1123698"/>
                </a:cubicBezTo>
                <a:cubicBezTo>
                  <a:pt x="1144911" y="1140468"/>
                  <a:pt x="1131317" y="1154062"/>
                  <a:pt x="1114547" y="1154062"/>
                </a:cubicBezTo>
                <a:cubicBezTo>
                  <a:pt x="1097778" y="1154062"/>
                  <a:pt x="1084184" y="1140468"/>
                  <a:pt x="1084184" y="1123698"/>
                </a:cubicBezTo>
                <a:cubicBezTo>
                  <a:pt x="1084184" y="1106929"/>
                  <a:pt x="1097778" y="1093335"/>
                  <a:pt x="1114547" y="1093335"/>
                </a:cubicBezTo>
                <a:close/>
                <a:moveTo>
                  <a:pt x="1041993" y="1093335"/>
                </a:moveTo>
                <a:cubicBezTo>
                  <a:pt x="1058762" y="1093335"/>
                  <a:pt x="1072356" y="1106929"/>
                  <a:pt x="1072356" y="1123698"/>
                </a:cubicBezTo>
                <a:cubicBezTo>
                  <a:pt x="1072356" y="1140468"/>
                  <a:pt x="1058762" y="1154062"/>
                  <a:pt x="1041993" y="1154062"/>
                </a:cubicBezTo>
                <a:cubicBezTo>
                  <a:pt x="1025223" y="1154062"/>
                  <a:pt x="1011629" y="1140468"/>
                  <a:pt x="1011629" y="1123698"/>
                </a:cubicBezTo>
                <a:cubicBezTo>
                  <a:pt x="1011629" y="1106929"/>
                  <a:pt x="1025223" y="1093335"/>
                  <a:pt x="1041993" y="1093335"/>
                </a:cubicBezTo>
                <a:close/>
                <a:moveTo>
                  <a:pt x="969438" y="1093335"/>
                </a:moveTo>
                <a:cubicBezTo>
                  <a:pt x="986208" y="1093335"/>
                  <a:pt x="999801" y="1106929"/>
                  <a:pt x="999801" y="1123698"/>
                </a:cubicBezTo>
                <a:cubicBezTo>
                  <a:pt x="999801" y="1140468"/>
                  <a:pt x="986208" y="1154062"/>
                  <a:pt x="969438" y="1154062"/>
                </a:cubicBezTo>
                <a:cubicBezTo>
                  <a:pt x="952669" y="1154062"/>
                  <a:pt x="939075" y="1140468"/>
                  <a:pt x="939075" y="1123698"/>
                </a:cubicBezTo>
                <a:cubicBezTo>
                  <a:pt x="939075" y="1106929"/>
                  <a:pt x="952669" y="1093335"/>
                  <a:pt x="969438" y="1093335"/>
                </a:cubicBezTo>
                <a:close/>
                <a:moveTo>
                  <a:pt x="896883" y="1093335"/>
                </a:moveTo>
                <a:cubicBezTo>
                  <a:pt x="913653" y="1093335"/>
                  <a:pt x="927247" y="1106929"/>
                  <a:pt x="927247" y="1123698"/>
                </a:cubicBezTo>
                <a:cubicBezTo>
                  <a:pt x="927247" y="1140468"/>
                  <a:pt x="913653" y="1154062"/>
                  <a:pt x="896883" y="1154062"/>
                </a:cubicBezTo>
                <a:cubicBezTo>
                  <a:pt x="880114" y="1154062"/>
                  <a:pt x="866520" y="1140468"/>
                  <a:pt x="866520" y="1123698"/>
                </a:cubicBezTo>
                <a:cubicBezTo>
                  <a:pt x="866520" y="1106929"/>
                  <a:pt x="880114" y="1093335"/>
                  <a:pt x="896883" y="1093335"/>
                </a:cubicBezTo>
                <a:close/>
                <a:moveTo>
                  <a:pt x="824329" y="1093335"/>
                </a:moveTo>
                <a:cubicBezTo>
                  <a:pt x="841098" y="1093335"/>
                  <a:pt x="854692" y="1106929"/>
                  <a:pt x="854692" y="1123698"/>
                </a:cubicBezTo>
                <a:cubicBezTo>
                  <a:pt x="854692" y="1140468"/>
                  <a:pt x="841098" y="1154062"/>
                  <a:pt x="824329" y="1154062"/>
                </a:cubicBezTo>
                <a:cubicBezTo>
                  <a:pt x="807559" y="1154062"/>
                  <a:pt x="793965" y="1140468"/>
                  <a:pt x="793965" y="1123698"/>
                </a:cubicBezTo>
                <a:cubicBezTo>
                  <a:pt x="793965" y="1106929"/>
                  <a:pt x="807559" y="1093335"/>
                  <a:pt x="824329" y="1093335"/>
                </a:cubicBezTo>
                <a:close/>
                <a:moveTo>
                  <a:pt x="751774" y="1093335"/>
                </a:moveTo>
                <a:cubicBezTo>
                  <a:pt x="768544" y="1093335"/>
                  <a:pt x="782138" y="1106929"/>
                  <a:pt x="782138" y="1123698"/>
                </a:cubicBezTo>
                <a:cubicBezTo>
                  <a:pt x="782138" y="1140468"/>
                  <a:pt x="768544" y="1154062"/>
                  <a:pt x="751774" y="1154062"/>
                </a:cubicBezTo>
                <a:cubicBezTo>
                  <a:pt x="735005" y="1154062"/>
                  <a:pt x="721411" y="1140468"/>
                  <a:pt x="721411" y="1123698"/>
                </a:cubicBezTo>
                <a:cubicBezTo>
                  <a:pt x="721411" y="1106929"/>
                  <a:pt x="735005" y="1093335"/>
                  <a:pt x="751774" y="1093335"/>
                </a:cubicBezTo>
                <a:close/>
                <a:moveTo>
                  <a:pt x="679220" y="1093335"/>
                </a:moveTo>
                <a:cubicBezTo>
                  <a:pt x="695989" y="1093335"/>
                  <a:pt x="709583" y="1106929"/>
                  <a:pt x="709583" y="1123698"/>
                </a:cubicBezTo>
                <a:cubicBezTo>
                  <a:pt x="709583" y="1140468"/>
                  <a:pt x="695989" y="1154062"/>
                  <a:pt x="679220" y="1154062"/>
                </a:cubicBezTo>
                <a:cubicBezTo>
                  <a:pt x="662450" y="1154062"/>
                  <a:pt x="648856" y="1140468"/>
                  <a:pt x="648856" y="1123698"/>
                </a:cubicBezTo>
                <a:cubicBezTo>
                  <a:pt x="648856" y="1106929"/>
                  <a:pt x="662450" y="1093335"/>
                  <a:pt x="679220" y="1093335"/>
                </a:cubicBezTo>
                <a:close/>
                <a:moveTo>
                  <a:pt x="606665" y="1093335"/>
                </a:moveTo>
                <a:cubicBezTo>
                  <a:pt x="623435" y="1093335"/>
                  <a:pt x="637029" y="1106929"/>
                  <a:pt x="637029" y="1123698"/>
                </a:cubicBezTo>
                <a:cubicBezTo>
                  <a:pt x="637029" y="1140468"/>
                  <a:pt x="623435" y="1154062"/>
                  <a:pt x="606665" y="1154062"/>
                </a:cubicBezTo>
                <a:cubicBezTo>
                  <a:pt x="589896" y="1154062"/>
                  <a:pt x="576302" y="1140468"/>
                  <a:pt x="576302" y="1123698"/>
                </a:cubicBezTo>
                <a:cubicBezTo>
                  <a:pt x="576302" y="1106929"/>
                  <a:pt x="589896" y="1093335"/>
                  <a:pt x="606665" y="1093335"/>
                </a:cubicBezTo>
                <a:close/>
                <a:moveTo>
                  <a:pt x="534111" y="1093335"/>
                </a:moveTo>
                <a:cubicBezTo>
                  <a:pt x="550880" y="1093335"/>
                  <a:pt x="564474" y="1106929"/>
                  <a:pt x="564474" y="1123698"/>
                </a:cubicBezTo>
                <a:cubicBezTo>
                  <a:pt x="564474" y="1140468"/>
                  <a:pt x="550880" y="1154062"/>
                  <a:pt x="534111" y="1154062"/>
                </a:cubicBezTo>
                <a:cubicBezTo>
                  <a:pt x="517341" y="1154062"/>
                  <a:pt x="503747" y="1140468"/>
                  <a:pt x="503747" y="1123698"/>
                </a:cubicBezTo>
                <a:cubicBezTo>
                  <a:pt x="503747" y="1106929"/>
                  <a:pt x="517341" y="1093335"/>
                  <a:pt x="534111" y="1093335"/>
                </a:cubicBezTo>
                <a:close/>
                <a:moveTo>
                  <a:pt x="461556" y="1093335"/>
                </a:moveTo>
                <a:cubicBezTo>
                  <a:pt x="478326" y="1093335"/>
                  <a:pt x="491920" y="1106929"/>
                  <a:pt x="491920" y="1123698"/>
                </a:cubicBezTo>
                <a:cubicBezTo>
                  <a:pt x="491920" y="1140468"/>
                  <a:pt x="478326" y="1154062"/>
                  <a:pt x="461556" y="1154062"/>
                </a:cubicBezTo>
                <a:cubicBezTo>
                  <a:pt x="444787" y="1154062"/>
                  <a:pt x="431192" y="1140468"/>
                  <a:pt x="431192" y="1123698"/>
                </a:cubicBezTo>
                <a:cubicBezTo>
                  <a:pt x="431192" y="1106929"/>
                  <a:pt x="444787" y="1093335"/>
                  <a:pt x="461556" y="1093335"/>
                </a:cubicBezTo>
                <a:close/>
                <a:moveTo>
                  <a:pt x="389002" y="1093335"/>
                </a:moveTo>
                <a:cubicBezTo>
                  <a:pt x="405771" y="1093335"/>
                  <a:pt x="419365" y="1106929"/>
                  <a:pt x="419365" y="1123698"/>
                </a:cubicBezTo>
                <a:cubicBezTo>
                  <a:pt x="419365" y="1140468"/>
                  <a:pt x="405771" y="1154062"/>
                  <a:pt x="389002" y="1154062"/>
                </a:cubicBezTo>
                <a:cubicBezTo>
                  <a:pt x="372232" y="1154062"/>
                  <a:pt x="358638" y="1140468"/>
                  <a:pt x="358638" y="1123698"/>
                </a:cubicBezTo>
                <a:cubicBezTo>
                  <a:pt x="358638" y="1106929"/>
                  <a:pt x="372232" y="1093335"/>
                  <a:pt x="389002" y="1093335"/>
                </a:cubicBezTo>
                <a:close/>
                <a:moveTo>
                  <a:pt x="316447" y="1093335"/>
                </a:moveTo>
                <a:cubicBezTo>
                  <a:pt x="333216" y="1093335"/>
                  <a:pt x="346810" y="1106929"/>
                  <a:pt x="346810" y="1123698"/>
                </a:cubicBezTo>
                <a:cubicBezTo>
                  <a:pt x="346810" y="1140468"/>
                  <a:pt x="333216" y="1154062"/>
                  <a:pt x="316447" y="1154062"/>
                </a:cubicBezTo>
                <a:cubicBezTo>
                  <a:pt x="299677" y="1154062"/>
                  <a:pt x="286084" y="1140468"/>
                  <a:pt x="286084" y="1123698"/>
                </a:cubicBezTo>
                <a:cubicBezTo>
                  <a:pt x="286084" y="1106929"/>
                  <a:pt x="299677" y="1093335"/>
                  <a:pt x="316447" y="1093335"/>
                </a:cubicBezTo>
                <a:close/>
                <a:moveTo>
                  <a:pt x="243892" y="1093335"/>
                </a:moveTo>
                <a:cubicBezTo>
                  <a:pt x="260662" y="1093335"/>
                  <a:pt x="274256" y="1106929"/>
                  <a:pt x="274256" y="1123698"/>
                </a:cubicBezTo>
                <a:cubicBezTo>
                  <a:pt x="274256" y="1140468"/>
                  <a:pt x="260662" y="1154062"/>
                  <a:pt x="243892" y="1154062"/>
                </a:cubicBezTo>
                <a:cubicBezTo>
                  <a:pt x="227123" y="1154062"/>
                  <a:pt x="213529" y="1140468"/>
                  <a:pt x="213529" y="1123698"/>
                </a:cubicBezTo>
                <a:cubicBezTo>
                  <a:pt x="213529" y="1106929"/>
                  <a:pt x="227123" y="1093335"/>
                  <a:pt x="243892" y="1093335"/>
                </a:cubicBezTo>
                <a:close/>
                <a:moveTo>
                  <a:pt x="171339" y="1093335"/>
                </a:moveTo>
                <a:cubicBezTo>
                  <a:pt x="188107" y="1093335"/>
                  <a:pt x="201701" y="1106929"/>
                  <a:pt x="201701" y="1123698"/>
                </a:cubicBezTo>
                <a:cubicBezTo>
                  <a:pt x="201701" y="1140468"/>
                  <a:pt x="188107" y="1154062"/>
                  <a:pt x="171339" y="1154062"/>
                </a:cubicBezTo>
                <a:cubicBezTo>
                  <a:pt x="154633" y="1154062"/>
                  <a:pt x="141040" y="1140468"/>
                  <a:pt x="141040" y="1123698"/>
                </a:cubicBezTo>
                <a:cubicBezTo>
                  <a:pt x="141040" y="1106929"/>
                  <a:pt x="154633" y="1093335"/>
                  <a:pt x="171339" y="1093335"/>
                </a:cubicBezTo>
                <a:close/>
                <a:moveTo>
                  <a:pt x="98858" y="1093335"/>
                </a:moveTo>
                <a:cubicBezTo>
                  <a:pt x="115622" y="1093335"/>
                  <a:pt x="129216" y="1106929"/>
                  <a:pt x="129216" y="1123698"/>
                </a:cubicBezTo>
                <a:cubicBezTo>
                  <a:pt x="129216" y="1140468"/>
                  <a:pt x="115622" y="1154062"/>
                  <a:pt x="98858" y="1154062"/>
                </a:cubicBezTo>
                <a:cubicBezTo>
                  <a:pt x="82086" y="1154062"/>
                  <a:pt x="68492" y="1140468"/>
                  <a:pt x="68492" y="1123698"/>
                </a:cubicBezTo>
                <a:cubicBezTo>
                  <a:pt x="68492" y="1106929"/>
                  <a:pt x="82086" y="1093335"/>
                  <a:pt x="98858" y="1093335"/>
                </a:cubicBezTo>
                <a:close/>
                <a:moveTo>
                  <a:pt x="26303" y="1093335"/>
                </a:moveTo>
                <a:cubicBezTo>
                  <a:pt x="43069" y="1093335"/>
                  <a:pt x="56664" y="1106929"/>
                  <a:pt x="56664" y="1123698"/>
                </a:cubicBezTo>
                <a:cubicBezTo>
                  <a:pt x="56664" y="1140468"/>
                  <a:pt x="43069" y="1154062"/>
                  <a:pt x="26303" y="1154062"/>
                </a:cubicBezTo>
                <a:cubicBezTo>
                  <a:pt x="17918" y="1154062"/>
                  <a:pt x="10327" y="1150664"/>
                  <a:pt x="4832" y="1145169"/>
                </a:cubicBezTo>
                <a:lnTo>
                  <a:pt x="0" y="1133503"/>
                </a:lnTo>
                <a:lnTo>
                  <a:pt x="0" y="1113894"/>
                </a:lnTo>
                <a:lnTo>
                  <a:pt x="4832" y="1102228"/>
                </a:lnTo>
                <a:cubicBezTo>
                  <a:pt x="10327" y="1096734"/>
                  <a:pt x="17918" y="1093335"/>
                  <a:pt x="26303" y="1093335"/>
                </a:cubicBezTo>
                <a:close/>
                <a:moveTo>
                  <a:pt x="1549874" y="1012883"/>
                </a:moveTo>
                <a:lnTo>
                  <a:pt x="1555552" y="1014029"/>
                </a:lnTo>
                <a:lnTo>
                  <a:pt x="1530465" y="1066106"/>
                </a:lnTo>
                <a:lnTo>
                  <a:pt x="1528404" y="1064717"/>
                </a:lnTo>
                <a:cubicBezTo>
                  <a:pt x="1522910" y="1059222"/>
                  <a:pt x="1519511" y="1051631"/>
                  <a:pt x="1519511" y="1043246"/>
                </a:cubicBezTo>
                <a:cubicBezTo>
                  <a:pt x="1519511" y="1026477"/>
                  <a:pt x="1533105" y="1012883"/>
                  <a:pt x="1549874" y="1012883"/>
                </a:cubicBezTo>
                <a:close/>
                <a:moveTo>
                  <a:pt x="1477320" y="1012883"/>
                </a:moveTo>
                <a:cubicBezTo>
                  <a:pt x="1494089" y="1012883"/>
                  <a:pt x="1507683" y="1026477"/>
                  <a:pt x="1507683" y="1043246"/>
                </a:cubicBezTo>
                <a:cubicBezTo>
                  <a:pt x="1507683" y="1060016"/>
                  <a:pt x="1494089" y="1073610"/>
                  <a:pt x="1477320" y="1073610"/>
                </a:cubicBezTo>
                <a:cubicBezTo>
                  <a:pt x="1460550" y="1073610"/>
                  <a:pt x="1446956" y="1060016"/>
                  <a:pt x="1446956" y="1043246"/>
                </a:cubicBezTo>
                <a:cubicBezTo>
                  <a:pt x="1446956" y="1026477"/>
                  <a:pt x="1460550" y="1012883"/>
                  <a:pt x="1477320" y="1012883"/>
                </a:cubicBezTo>
                <a:close/>
                <a:moveTo>
                  <a:pt x="1404765" y="1012883"/>
                </a:moveTo>
                <a:cubicBezTo>
                  <a:pt x="1421535" y="1012883"/>
                  <a:pt x="1435129" y="1026477"/>
                  <a:pt x="1435129" y="1043246"/>
                </a:cubicBezTo>
                <a:cubicBezTo>
                  <a:pt x="1435129" y="1060016"/>
                  <a:pt x="1421535" y="1073610"/>
                  <a:pt x="1404765" y="1073610"/>
                </a:cubicBezTo>
                <a:cubicBezTo>
                  <a:pt x="1387996" y="1073610"/>
                  <a:pt x="1374402" y="1060016"/>
                  <a:pt x="1374402" y="1043246"/>
                </a:cubicBezTo>
                <a:cubicBezTo>
                  <a:pt x="1374402" y="1026477"/>
                  <a:pt x="1387996" y="1012883"/>
                  <a:pt x="1404765" y="1012883"/>
                </a:cubicBezTo>
                <a:close/>
                <a:moveTo>
                  <a:pt x="1332211" y="1012883"/>
                </a:moveTo>
                <a:cubicBezTo>
                  <a:pt x="1348980" y="1012883"/>
                  <a:pt x="1362574" y="1026477"/>
                  <a:pt x="1362574" y="1043246"/>
                </a:cubicBezTo>
                <a:cubicBezTo>
                  <a:pt x="1362574" y="1060016"/>
                  <a:pt x="1348980" y="1073610"/>
                  <a:pt x="1332211" y="1073610"/>
                </a:cubicBezTo>
                <a:cubicBezTo>
                  <a:pt x="1315441" y="1073610"/>
                  <a:pt x="1301847" y="1060016"/>
                  <a:pt x="1301847" y="1043246"/>
                </a:cubicBezTo>
                <a:cubicBezTo>
                  <a:pt x="1301847" y="1026477"/>
                  <a:pt x="1315441" y="1012883"/>
                  <a:pt x="1332211" y="1012883"/>
                </a:cubicBezTo>
                <a:close/>
                <a:moveTo>
                  <a:pt x="1259656" y="1012883"/>
                </a:moveTo>
                <a:cubicBezTo>
                  <a:pt x="1276426" y="1012883"/>
                  <a:pt x="1290020" y="1026477"/>
                  <a:pt x="1290020" y="1043246"/>
                </a:cubicBezTo>
                <a:cubicBezTo>
                  <a:pt x="1290020" y="1060016"/>
                  <a:pt x="1276426" y="1073610"/>
                  <a:pt x="1259656" y="1073610"/>
                </a:cubicBezTo>
                <a:cubicBezTo>
                  <a:pt x="1242887" y="1073610"/>
                  <a:pt x="1229293" y="1060016"/>
                  <a:pt x="1229293" y="1043246"/>
                </a:cubicBezTo>
                <a:cubicBezTo>
                  <a:pt x="1229293" y="1026477"/>
                  <a:pt x="1242887" y="1012883"/>
                  <a:pt x="1259656" y="1012883"/>
                </a:cubicBezTo>
                <a:close/>
                <a:moveTo>
                  <a:pt x="1187102" y="1012883"/>
                </a:moveTo>
                <a:cubicBezTo>
                  <a:pt x="1203871" y="1012883"/>
                  <a:pt x="1217465" y="1026477"/>
                  <a:pt x="1217465" y="1043246"/>
                </a:cubicBezTo>
                <a:cubicBezTo>
                  <a:pt x="1217465" y="1060016"/>
                  <a:pt x="1203871" y="1073610"/>
                  <a:pt x="1187102" y="1073610"/>
                </a:cubicBezTo>
                <a:cubicBezTo>
                  <a:pt x="1170332" y="1073610"/>
                  <a:pt x="1156738" y="1060016"/>
                  <a:pt x="1156738" y="1043246"/>
                </a:cubicBezTo>
                <a:cubicBezTo>
                  <a:pt x="1156738" y="1026477"/>
                  <a:pt x="1170332" y="1012883"/>
                  <a:pt x="1187102" y="1012883"/>
                </a:cubicBezTo>
                <a:close/>
                <a:moveTo>
                  <a:pt x="1114547" y="1012883"/>
                </a:moveTo>
                <a:cubicBezTo>
                  <a:pt x="1131317" y="1012883"/>
                  <a:pt x="1144911" y="1026477"/>
                  <a:pt x="1144911" y="1043246"/>
                </a:cubicBezTo>
                <a:cubicBezTo>
                  <a:pt x="1144911" y="1060016"/>
                  <a:pt x="1131317" y="1073610"/>
                  <a:pt x="1114547" y="1073610"/>
                </a:cubicBezTo>
                <a:cubicBezTo>
                  <a:pt x="1097778" y="1073610"/>
                  <a:pt x="1084184" y="1060016"/>
                  <a:pt x="1084184" y="1043246"/>
                </a:cubicBezTo>
                <a:cubicBezTo>
                  <a:pt x="1084184" y="1026477"/>
                  <a:pt x="1097778" y="1012883"/>
                  <a:pt x="1114547" y="1012883"/>
                </a:cubicBezTo>
                <a:close/>
                <a:moveTo>
                  <a:pt x="1041993" y="1012883"/>
                </a:moveTo>
                <a:cubicBezTo>
                  <a:pt x="1058762" y="1012883"/>
                  <a:pt x="1072356" y="1026477"/>
                  <a:pt x="1072356" y="1043246"/>
                </a:cubicBezTo>
                <a:cubicBezTo>
                  <a:pt x="1072356" y="1060016"/>
                  <a:pt x="1058762" y="1073610"/>
                  <a:pt x="1041993" y="1073610"/>
                </a:cubicBezTo>
                <a:cubicBezTo>
                  <a:pt x="1025223" y="1073610"/>
                  <a:pt x="1011629" y="1060016"/>
                  <a:pt x="1011629" y="1043246"/>
                </a:cubicBezTo>
                <a:cubicBezTo>
                  <a:pt x="1011629" y="1026477"/>
                  <a:pt x="1025223" y="1012883"/>
                  <a:pt x="1041993" y="1012883"/>
                </a:cubicBezTo>
                <a:close/>
                <a:moveTo>
                  <a:pt x="969438" y="1012883"/>
                </a:moveTo>
                <a:cubicBezTo>
                  <a:pt x="986208" y="1012883"/>
                  <a:pt x="999801" y="1026477"/>
                  <a:pt x="999801" y="1043246"/>
                </a:cubicBezTo>
                <a:cubicBezTo>
                  <a:pt x="999801" y="1060016"/>
                  <a:pt x="986208" y="1073610"/>
                  <a:pt x="969438" y="1073610"/>
                </a:cubicBezTo>
                <a:cubicBezTo>
                  <a:pt x="952669" y="1073610"/>
                  <a:pt x="939075" y="1060016"/>
                  <a:pt x="939075" y="1043246"/>
                </a:cubicBezTo>
                <a:cubicBezTo>
                  <a:pt x="939075" y="1026477"/>
                  <a:pt x="952669" y="1012883"/>
                  <a:pt x="969438" y="1012883"/>
                </a:cubicBezTo>
                <a:close/>
                <a:moveTo>
                  <a:pt x="896883" y="1012883"/>
                </a:moveTo>
                <a:cubicBezTo>
                  <a:pt x="913653" y="1012883"/>
                  <a:pt x="927247" y="1026477"/>
                  <a:pt x="927247" y="1043246"/>
                </a:cubicBezTo>
                <a:cubicBezTo>
                  <a:pt x="927247" y="1060016"/>
                  <a:pt x="913653" y="1073610"/>
                  <a:pt x="896883" y="1073610"/>
                </a:cubicBezTo>
                <a:cubicBezTo>
                  <a:pt x="880114" y="1073610"/>
                  <a:pt x="866520" y="1060016"/>
                  <a:pt x="866520" y="1043246"/>
                </a:cubicBezTo>
                <a:cubicBezTo>
                  <a:pt x="866520" y="1026477"/>
                  <a:pt x="880114" y="1012883"/>
                  <a:pt x="896883" y="1012883"/>
                </a:cubicBezTo>
                <a:close/>
                <a:moveTo>
                  <a:pt x="824329" y="1012883"/>
                </a:moveTo>
                <a:cubicBezTo>
                  <a:pt x="841098" y="1012883"/>
                  <a:pt x="854692" y="1026477"/>
                  <a:pt x="854692" y="1043246"/>
                </a:cubicBezTo>
                <a:cubicBezTo>
                  <a:pt x="854692" y="1060016"/>
                  <a:pt x="841098" y="1073610"/>
                  <a:pt x="824329" y="1073610"/>
                </a:cubicBezTo>
                <a:cubicBezTo>
                  <a:pt x="807559" y="1073610"/>
                  <a:pt x="793965" y="1060016"/>
                  <a:pt x="793965" y="1043246"/>
                </a:cubicBezTo>
                <a:cubicBezTo>
                  <a:pt x="793965" y="1026477"/>
                  <a:pt x="807559" y="1012883"/>
                  <a:pt x="824329" y="1012883"/>
                </a:cubicBezTo>
                <a:close/>
                <a:moveTo>
                  <a:pt x="751774" y="1012883"/>
                </a:moveTo>
                <a:cubicBezTo>
                  <a:pt x="768544" y="1012883"/>
                  <a:pt x="782138" y="1026477"/>
                  <a:pt x="782138" y="1043246"/>
                </a:cubicBezTo>
                <a:cubicBezTo>
                  <a:pt x="782138" y="1060016"/>
                  <a:pt x="768544" y="1073610"/>
                  <a:pt x="751774" y="1073610"/>
                </a:cubicBezTo>
                <a:cubicBezTo>
                  <a:pt x="735005" y="1073610"/>
                  <a:pt x="721411" y="1060016"/>
                  <a:pt x="721411" y="1043246"/>
                </a:cubicBezTo>
                <a:cubicBezTo>
                  <a:pt x="721411" y="1026477"/>
                  <a:pt x="735005" y="1012883"/>
                  <a:pt x="751774" y="1012883"/>
                </a:cubicBezTo>
                <a:close/>
                <a:moveTo>
                  <a:pt x="679220" y="1012883"/>
                </a:moveTo>
                <a:cubicBezTo>
                  <a:pt x="695989" y="1012883"/>
                  <a:pt x="709583" y="1026477"/>
                  <a:pt x="709583" y="1043246"/>
                </a:cubicBezTo>
                <a:cubicBezTo>
                  <a:pt x="709583" y="1060016"/>
                  <a:pt x="695989" y="1073610"/>
                  <a:pt x="679220" y="1073610"/>
                </a:cubicBezTo>
                <a:cubicBezTo>
                  <a:pt x="662450" y="1073610"/>
                  <a:pt x="648856" y="1060016"/>
                  <a:pt x="648856" y="1043246"/>
                </a:cubicBezTo>
                <a:cubicBezTo>
                  <a:pt x="648856" y="1026477"/>
                  <a:pt x="662450" y="1012883"/>
                  <a:pt x="679220" y="1012883"/>
                </a:cubicBezTo>
                <a:close/>
                <a:moveTo>
                  <a:pt x="606665" y="1012883"/>
                </a:moveTo>
                <a:cubicBezTo>
                  <a:pt x="623435" y="1012883"/>
                  <a:pt x="637029" y="1026477"/>
                  <a:pt x="637029" y="1043246"/>
                </a:cubicBezTo>
                <a:cubicBezTo>
                  <a:pt x="637029" y="1060016"/>
                  <a:pt x="623435" y="1073610"/>
                  <a:pt x="606665" y="1073610"/>
                </a:cubicBezTo>
                <a:cubicBezTo>
                  <a:pt x="589896" y="1073610"/>
                  <a:pt x="576302" y="1060016"/>
                  <a:pt x="576302" y="1043246"/>
                </a:cubicBezTo>
                <a:cubicBezTo>
                  <a:pt x="576302" y="1026477"/>
                  <a:pt x="589896" y="1012883"/>
                  <a:pt x="606665" y="1012883"/>
                </a:cubicBezTo>
                <a:close/>
                <a:moveTo>
                  <a:pt x="534111" y="1012883"/>
                </a:moveTo>
                <a:cubicBezTo>
                  <a:pt x="550880" y="1012883"/>
                  <a:pt x="564474" y="1026477"/>
                  <a:pt x="564474" y="1043246"/>
                </a:cubicBezTo>
                <a:cubicBezTo>
                  <a:pt x="564474" y="1060016"/>
                  <a:pt x="550880" y="1073610"/>
                  <a:pt x="534111" y="1073610"/>
                </a:cubicBezTo>
                <a:cubicBezTo>
                  <a:pt x="517341" y="1073610"/>
                  <a:pt x="503747" y="1060016"/>
                  <a:pt x="503747" y="1043246"/>
                </a:cubicBezTo>
                <a:cubicBezTo>
                  <a:pt x="503747" y="1026477"/>
                  <a:pt x="517341" y="1012883"/>
                  <a:pt x="534111" y="1012883"/>
                </a:cubicBezTo>
                <a:close/>
                <a:moveTo>
                  <a:pt x="461556" y="1012883"/>
                </a:moveTo>
                <a:cubicBezTo>
                  <a:pt x="478326" y="1012883"/>
                  <a:pt x="491920" y="1026477"/>
                  <a:pt x="491920" y="1043246"/>
                </a:cubicBezTo>
                <a:cubicBezTo>
                  <a:pt x="491920" y="1060016"/>
                  <a:pt x="478326" y="1073610"/>
                  <a:pt x="461556" y="1073610"/>
                </a:cubicBezTo>
                <a:cubicBezTo>
                  <a:pt x="444787" y="1073610"/>
                  <a:pt x="431192" y="1060016"/>
                  <a:pt x="431192" y="1043246"/>
                </a:cubicBezTo>
                <a:cubicBezTo>
                  <a:pt x="431192" y="1026477"/>
                  <a:pt x="444787" y="1012883"/>
                  <a:pt x="461556" y="1012883"/>
                </a:cubicBezTo>
                <a:close/>
                <a:moveTo>
                  <a:pt x="389002" y="1012883"/>
                </a:moveTo>
                <a:cubicBezTo>
                  <a:pt x="405771" y="1012883"/>
                  <a:pt x="419365" y="1026477"/>
                  <a:pt x="419365" y="1043246"/>
                </a:cubicBezTo>
                <a:cubicBezTo>
                  <a:pt x="419365" y="1060016"/>
                  <a:pt x="405771" y="1073610"/>
                  <a:pt x="389002" y="1073610"/>
                </a:cubicBezTo>
                <a:cubicBezTo>
                  <a:pt x="372232" y="1073610"/>
                  <a:pt x="358638" y="1060016"/>
                  <a:pt x="358638" y="1043246"/>
                </a:cubicBezTo>
                <a:cubicBezTo>
                  <a:pt x="358638" y="1026477"/>
                  <a:pt x="372232" y="1012883"/>
                  <a:pt x="389002" y="1012883"/>
                </a:cubicBezTo>
                <a:close/>
                <a:moveTo>
                  <a:pt x="316447" y="1012883"/>
                </a:moveTo>
                <a:cubicBezTo>
                  <a:pt x="333216" y="1012883"/>
                  <a:pt x="346810" y="1026477"/>
                  <a:pt x="346810" y="1043246"/>
                </a:cubicBezTo>
                <a:cubicBezTo>
                  <a:pt x="346810" y="1060016"/>
                  <a:pt x="333216" y="1073610"/>
                  <a:pt x="316447" y="1073610"/>
                </a:cubicBezTo>
                <a:cubicBezTo>
                  <a:pt x="299677" y="1073610"/>
                  <a:pt x="286084" y="1060016"/>
                  <a:pt x="286084" y="1043246"/>
                </a:cubicBezTo>
                <a:cubicBezTo>
                  <a:pt x="286084" y="1026477"/>
                  <a:pt x="299677" y="1012883"/>
                  <a:pt x="316447" y="1012883"/>
                </a:cubicBezTo>
                <a:close/>
                <a:moveTo>
                  <a:pt x="243892" y="1012883"/>
                </a:moveTo>
                <a:cubicBezTo>
                  <a:pt x="260662" y="1012883"/>
                  <a:pt x="274256" y="1026477"/>
                  <a:pt x="274256" y="1043246"/>
                </a:cubicBezTo>
                <a:cubicBezTo>
                  <a:pt x="274256" y="1060016"/>
                  <a:pt x="260662" y="1073610"/>
                  <a:pt x="243892" y="1073610"/>
                </a:cubicBezTo>
                <a:cubicBezTo>
                  <a:pt x="227123" y="1073610"/>
                  <a:pt x="213529" y="1060016"/>
                  <a:pt x="213529" y="1043246"/>
                </a:cubicBezTo>
                <a:cubicBezTo>
                  <a:pt x="213529" y="1026477"/>
                  <a:pt x="227123" y="1012883"/>
                  <a:pt x="243892" y="1012883"/>
                </a:cubicBezTo>
                <a:close/>
                <a:moveTo>
                  <a:pt x="171339" y="1012883"/>
                </a:moveTo>
                <a:cubicBezTo>
                  <a:pt x="188107" y="1012883"/>
                  <a:pt x="201701" y="1026477"/>
                  <a:pt x="201701" y="1043246"/>
                </a:cubicBezTo>
                <a:cubicBezTo>
                  <a:pt x="201701" y="1060016"/>
                  <a:pt x="188107" y="1073610"/>
                  <a:pt x="171339" y="1073610"/>
                </a:cubicBezTo>
                <a:cubicBezTo>
                  <a:pt x="154639" y="1073610"/>
                  <a:pt x="141045" y="1060016"/>
                  <a:pt x="141045" y="1043246"/>
                </a:cubicBezTo>
                <a:cubicBezTo>
                  <a:pt x="141045" y="1026477"/>
                  <a:pt x="154639" y="1012883"/>
                  <a:pt x="171339" y="1012883"/>
                </a:cubicBezTo>
                <a:close/>
                <a:moveTo>
                  <a:pt x="98865" y="1012883"/>
                </a:moveTo>
                <a:cubicBezTo>
                  <a:pt x="115628" y="1012883"/>
                  <a:pt x="129222" y="1026477"/>
                  <a:pt x="129222" y="1043246"/>
                </a:cubicBezTo>
                <a:cubicBezTo>
                  <a:pt x="129222" y="1060016"/>
                  <a:pt x="115628" y="1073610"/>
                  <a:pt x="98865" y="1073610"/>
                </a:cubicBezTo>
                <a:cubicBezTo>
                  <a:pt x="82093" y="1073610"/>
                  <a:pt x="68498" y="1060016"/>
                  <a:pt x="68498" y="1043246"/>
                </a:cubicBezTo>
                <a:cubicBezTo>
                  <a:pt x="68498" y="1026477"/>
                  <a:pt x="82093" y="1012883"/>
                  <a:pt x="98865" y="1012883"/>
                </a:cubicBezTo>
                <a:close/>
                <a:moveTo>
                  <a:pt x="26309" y="1012883"/>
                </a:moveTo>
                <a:cubicBezTo>
                  <a:pt x="43075" y="1012883"/>
                  <a:pt x="56670" y="1026477"/>
                  <a:pt x="56670" y="1043246"/>
                </a:cubicBezTo>
                <a:cubicBezTo>
                  <a:pt x="56670" y="1060016"/>
                  <a:pt x="43075" y="1073610"/>
                  <a:pt x="26309" y="1073610"/>
                </a:cubicBezTo>
                <a:cubicBezTo>
                  <a:pt x="17924" y="1073610"/>
                  <a:pt x="10333" y="1070212"/>
                  <a:pt x="4838" y="1064717"/>
                </a:cubicBezTo>
                <a:lnTo>
                  <a:pt x="0" y="1053036"/>
                </a:lnTo>
                <a:lnTo>
                  <a:pt x="0" y="1033457"/>
                </a:lnTo>
                <a:lnTo>
                  <a:pt x="4838" y="1021776"/>
                </a:lnTo>
                <a:cubicBezTo>
                  <a:pt x="10333" y="1016282"/>
                  <a:pt x="17924" y="1012883"/>
                  <a:pt x="26309" y="1012883"/>
                </a:cubicBezTo>
                <a:close/>
                <a:moveTo>
                  <a:pt x="1549874" y="932431"/>
                </a:moveTo>
                <a:cubicBezTo>
                  <a:pt x="1558259" y="932431"/>
                  <a:pt x="1565850" y="935830"/>
                  <a:pt x="1571345" y="941324"/>
                </a:cubicBezTo>
                <a:lnTo>
                  <a:pt x="1577296" y="955693"/>
                </a:lnTo>
                <a:lnTo>
                  <a:pt x="1565363" y="988298"/>
                </a:lnTo>
                <a:lnTo>
                  <a:pt x="1561694" y="990772"/>
                </a:lnTo>
                <a:cubicBezTo>
                  <a:pt x="1558061" y="992309"/>
                  <a:pt x="1554067" y="993158"/>
                  <a:pt x="1549874" y="993158"/>
                </a:cubicBezTo>
                <a:cubicBezTo>
                  <a:pt x="1533105" y="993158"/>
                  <a:pt x="1519511" y="979564"/>
                  <a:pt x="1519511" y="962795"/>
                </a:cubicBezTo>
                <a:cubicBezTo>
                  <a:pt x="1519511" y="946025"/>
                  <a:pt x="1533105" y="932431"/>
                  <a:pt x="1549874" y="932431"/>
                </a:cubicBezTo>
                <a:close/>
                <a:moveTo>
                  <a:pt x="1477320" y="932431"/>
                </a:moveTo>
                <a:cubicBezTo>
                  <a:pt x="1494089" y="932431"/>
                  <a:pt x="1507683" y="946025"/>
                  <a:pt x="1507683" y="962795"/>
                </a:cubicBezTo>
                <a:cubicBezTo>
                  <a:pt x="1507683" y="979564"/>
                  <a:pt x="1494089" y="993158"/>
                  <a:pt x="1477320" y="993158"/>
                </a:cubicBezTo>
                <a:cubicBezTo>
                  <a:pt x="1460550" y="993158"/>
                  <a:pt x="1446956" y="979564"/>
                  <a:pt x="1446956" y="962795"/>
                </a:cubicBezTo>
                <a:cubicBezTo>
                  <a:pt x="1446956" y="946025"/>
                  <a:pt x="1460550" y="932431"/>
                  <a:pt x="1477320" y="932431"/>
                </a:cubicBezTo>
                <a:close/>
                <a:moveTo>
                  <a:pt x="1404765" y="932431"/>
                </a:moveTo>
                <a:cubicBezTo>
                  <a:pt x="1421535" y="932431"/>
                  <a:pt x="1435129" y="946025"/>
                  <a:pt x="1435129" y="962795"/>
                </a:cubicBezTo>
                <a:cubicBezTo>
                  <a:pt x="1435129" y="979564"/>
                  <a:pt x="1421535" y="993158"/>
                  <a:pt x="1404765" y="993158"/>
                </a:cubicBezTo>
                <a:cubicBezTo>
                  <a:pt x="1387996" y="993158"/>
                  <a:pt x="1374402" y="979564"/>
                  <a:pt x="1374402" y="962795"/>
                </a:cubicBezTo>
                <a:cubicBezTo>
                  <a:pt x="1374402" y="946025"/>
                  <a:pt x="1387996" y="932431"/>
                  <a:pt x="1404765" y="932431"/>
                </a:cubicBezTo>
                <a:close/>
                <a:moveTo>
                  <a:pt x="1332211" y="932431"/>
                </a:moveTo>
                <a:cubicBezTo>
                  <a:pt x="1348980" y="932431"/>
                  <a:pt x="1362574" y="946025"/>
                  <a:pt x="1362574" y="962795"/>
                </a:cubicBezTo>
                <a:cubicBezTo>
                  <a:pt x="1362574" y="979564"/>
                  <a:pt x="1348980" y="993158"/>
                  <a:pt x="1332211" y="993158"/>
                </a:cubicBezTo>
                <a:cubicBezTo>
                  <a:pt x="1315441" y="993158"/>
                  <a:pt x="1301847" y="979564"/>
                  <a:pt x="1301847" y="962795"/>
                </a:cubicBezTo>
                <a:cubicBezTo>
                  <a:pt x="1301847" y="946025"/>
                  <a:pt x="1315441" y="932431"/>
                  <a:pt x="1332211" y="932431"/>
                </a:cubicBezTo>
                <a:close/>
                <a:moveTo>
                  <a:pt x="1259656" y="932431"/>
                </a:moveTo>
                <a:cubicBezTo>
                  <a:pt x="1276426" y="932431"/>
                  <a:pt x="1290020" y="946025"/>
                  <a:pt x="1290020" y="962795"/>
                </a:cubicBezTo>
                <a:cubicBezTo>
                  <a:pt x="1290020" y="979564"/>
                  <a:pt x="1276426" y="993158"/>
                  <a:pt x="1259656" y="993158"/>
                </a:cubicBezTo>
                <a:cubicBezTo>
                  <a:pt x="1242887" y="993158"/>
                  <a:pt x="1229293" y="979564"/>
                  <a:pt x="1229293" y="962795"/>
                </a:cubicBezTo>
                <a:cubicBezTo>
                  <a:pt x="1229293" y="946025"/>
                  <a:pt x="1242887" y="932431"/>
                  <a:pt x="1259656" y="932431"/>
                </a:cubicBezTo>
                <a:close/>
                <a:moveTo>
                  <a:pt x="1187102" y="932431"/>
                </a:moveTo>
                <a:cubicBezTo>
                  <a:pt x="1203871" y="932431"/>
                  <a:pt x="1217465" y="946025"/>
                  <a:pt x="1217465" y="962795"/>
                </a:cubicBezTo>
                <a:cubicBezTo>
                  <a:pt x="1217465" y="979564"/>
                  <a:pt x="1203871" y="993158"/>
                  <a:pt x="1187102" y="993158"/>
                </a:cubicBezTo>
                <a:cubicBezTo>
                  <a:pt x="1170332" y="993158"/>
                  <a:pt x="1156738" y="979564"/>
                  <a:pt x="1156738" y="962795"/>
                </a:cubicBezTo>
                <a:cubicBezTo>
                  <a:pt x="1156738" y="946025"/>
                  <a:pt x="1170332" y="932431"/>
                  <a:pt x="1187102" y="932431"/>
                </a:cubicBezTo>
                <a:close/>
                <a:moveTo>
                  <a:pt x="1114547" y="932431"/>
                </a:moveTo>
                <a:cubicBezTo>
                  <a:pt x="1131317" y="932431"/>
                  <a:pt x="1144911" y="946025"/>
                  <a:pt x="1144911" y="962795"/>
                </a:cubicBezTo>
                <a:cubicBezTo>
                  <a:pt x="1144911" y="979564"/>
                  <a:pt x="1131317" y="993158"/>
                  <a:pt x="1114547" y="993158"/>
                </a:cubicBezTo>
                <a:cubicBezTo>
                  <a:pt x="1097778" y="993158"/>
                  <a:pt x="1084184" y="979564"/>
                  <a:pt x="1084184" y="962795"/>
                </a:cubicBezTo>
                <a:cubicBezTo>
                  <a:pt x="1084184" y="946025"/>
                  <a:pt x="1097778" y="932431"/>
                  <a:pt x="1114547" y="932431"/>
                </a:cubicBezTo>
                <a:close/>
                <a:moveTo>
                  <a:pt x="1041993" y="932431"/>
                </a:moveTo>
                <a:cubicBezTo>
                  <a:pt x="1058762" y="932431"/>
                  <a:pt x="1072356" y="946025"/>
                  <a:pt x="1072356" y="962795"/>
                </a:cubicBezTo>
                <a:cubicBezTo>
                  <a:pt x="1072356" y="979564"/>
                  <a:pt x="1058762" y="993158"/>
                  <a:pt x="1041993" y="993158"/>
                </a:cubicBezTo>
                <a:cubicBezTo>
                  <a:pt x="1025223" y="993158"/>
                  <a:pt x="1011629" y="979564"/>
                  <a:pt x="1011629" y="962795"/>
                </a:cubicBezTo>
                <a:cubicBezTo>
                  <a:pt x="1011629" y="946025"/>
                  <a:pt x="1025223" y="932431"/>
                  <a:pt x="1041993" y="932431"/>
                </a:cubicBezTo>
                <a:close/>
                <a:moveTo>
                  <a:pt x="969438" y="932431"/>
                </a:moveTo>
                <a:cubicBezTo>
                  <a:pt x="986208" y="932431"/>
                  <a:pt x="999801" y="946025"/>
                  <a:pt x="999801" y="962795"/>
                </a:cubicBezTo>
                <a:cubicBezTo>
                  <a:pt x="999801" y="979564"/>
                  <a:pt x="986208" y="993158"/>
                  <a:pt x="969438" y="993158"/>
                </a:cubicBezTo>
                <a:cubicBezTo>
                  <a:pt x="952669" y="993158"/>
                  <a:pt x="939075" y="979564"/>
                  <a:pt x="939075" y="962795"/>
                </a:cubicBezTo>
                <a:cubicBezTo>
                  <a:pt x="939075" y="946025"/>
                  <a:pt x="952669" y="932431"/>
                  <a:pt x="969438" y="932431"/>
                </a:cubicBezTo>
                <a:close/>
                <a:moveTo>
                  <a:pt x="896883" y="932431"/>
                </a:moveTo>
                <a:cubicBezTo>
                  <a:pt x="913653" y="932431"/>
                  <a:pt x="927247" y="946025"/>
                  <a:pt x="927247" y="962795"/>
                </a:cubicBezTo>
                <a:cubicBezTo>
                  <a:pt x="927247" y="979564"/>
                  <a:pt x="913653" y="993158"/>
                  <a:pt x="896883" y="993158"/>
                </a:cubicBezTo>
                <a:cubicBezTo>
                  <a:pt x="880114" y="993158"/>
                  <a:pt x="866520" y="979564"/>
                  <a:pt x="866520" y="962795"/>
                </a:cubicBezTo>
                <a:cubicBezTo>
                  <a:pt x="866520" y="946025"/>
                  <a:pt x="880114" y="932431"/>
                  <a:pt x="896883" y="932431"/>
                </a:cubicBezTo>
                <a:close/>
                <a:moveTo>
                  <a:pt x="824329" y="932431"/>
                </a:moveTo>
                <a:cubicBezTo>
                  <a:pt x="841098" y="932431"/>
                  <a:pt x="854692" y="946025"/>
                  <a:pt x="854692" y="962795"/>
                </a:cubicBezTo>
                <a:cubicBezTo>
                  <a:pt x="854692" y="979564"/>
                  <a:pt x="841098" y="993158"/>
                  <a:pt x="824329" y="993158"/>
                </a:cubicBezTo>
                <a:cubicBezTo>
                  <a:pt x="807559" y="993158"/>
                  <a:pt x="793965" y="979564"/>
                  <a:pt x="793965" y="962795"/>
                </a:cubicBezTo>
                <a:cubicBezTo>
                  <a:pt x="793965" y="946025"/>
                  <a:pt x="807559" y="932431"/>
                  <a:pt x="824329" y="932431"/>
                </a:cubicBezTo>
                <a:close/>
                <a:moveTo>
                  <a:pt x="751774" y="932431"/>
                </a:moveTo>
                <a:cubicBezTo>
                  <a:pt x="768544" y="932431"/>
                  <a:pt x="782138" y="946025"/>
                  <a:pt x="782138" y="962795"/>
                </a:cubicBezTo>
                <a:cubicBezTo>
                  <a:pt x="782138" y="979564"/>
                  <a:pt x="768544" y="993158"/>
                  <a:pt x="751774" y="993158"/>
                </a:cubicBezTo>
                <a:cubicBezTo>
                  <a:pt x="735005" y="993158"/>
                  <a:pt x="721411" y="979564"/>
                  <a:pt x="721411" y="962795"/>
                </a:cubicBezTo>
                <a:cubicBezTo>
                  <a:pt x="721411" y="946025"/>
                  <a:pt x="735005" y="932431"/>
                  <a:pt x="751774" y="932431"/>
                </a:cubicBezTo>
                <a:close/>
                <a:moveTo>
                  <a:pt x="679220" y="932431"/>
                </a:moveTo>
                <a:cubicBezTo>
                  <a:pt x="695989" y="932431"/>
                  <a:pt x="709583" y="946025"/>
                  <a:pt x="709583" y="962795"/>
                </a:cubicBezTo>
                <a:cubicBezTo>
                  <a:pt x="709583" y="979564"/>
                  <a:pt x="695989" y="993158"/>
                  <a:pt x="679220" y="993158"/>
                </a:cubicBezTo>
                <a:cubicBezTo>
                  <a:pt x="662450" y="993158"/>
                  <a:pt x="648856" y="979564"/>
                  <a:pt x="648856" y="962795"/>
                </a:cubicBezTo>
                <a:cubicBezTo>
                  <a:pt x="648856" y="946025"/>
                  <a:pt x="662450" y="932431"/>
                  <a:pt x="679220" y="932431"/>
                </a:cubicBezTo>
                <a:close/>
                <a:moveTo>
                  <a:pt x="606665" y="932431"/>
                </a:moveTo>
                <a:cubicBezTo>
                  <a:pt x="623435" y="932431"/>
                  <a:pt x="637029" y="946025"/>
                  <a:pt x="637029" y="962795"/>
                </a:cubicBezTo>
                <a:cubicBezTo>
                  <a:pt x="637029" y="979564"/>
                  <a:pt x="623435" y="993158"/>
                  <a:pt x="606665" y="993158"/>
                </a:cubicBezTo>
                <a:cubicBezTo>
                  <a:pt x="589896" y="993158"/>
                  <a:pt x="576302" y="979564"/>
                  <a:pt x="576302" y="962795"/>
                </a:cubicBezTo>
                <a:cubicBezTo>
                  <a:pt x="576302" y="946025"/>
                  <a:pt x="589896" y="932431"/>
                  <a:pt x="606665" y="932431"/>
                </a:cubicBezTo>
                <a:close/>
                <a:moveTo>
                  <a:pt x="534111" y="932431"/>
                </a:moveTo>
                <a:cubicBezTo>
                  <a:pt x="550880" y="932431"/>
                  <a:pt x="564474" y="946025"/>
                  <a:pt x="564474" y="962795"/>
                </a:cubicBezTo>
                <a:cubicBezTo>
                  <a:pt x="564474" y="979564"/>
                  <a:pt x="550880" y="993158"/>
                  <a:pt x="534111" y="993158"/>
                </a:cubicBezTo>
                <a:cubicBezTo>
                  <a:pt x="517341" y="993158"/>
                  <a:pt x="503747" y="979564"/>
                  <a:pt x="503747" y="962795"/>
                </a:cubicBezTo>
                <a:cubicBezTo>
                  <a:pt x="503747" y="946025"/>
                  <a:pt x="517341" y="932431"/>
                  <a:pt x="534111" y="932431"/>
                </a:cubicBezTo>
                <a:close/>
                <a:moveTo>
                  <a:pt x="461556" y="932431"/>
                </a:moveTo>
                <a:cubicBezTo>
                  <a:pt x="478326" y="932431"/>
                  <a:pt x="491920" y="946025"/>
                  <a:pt x="491920" y="962795"/>
                </a:cubicBezTo>
                <a:cubicBezTo>
                  <a:pt x="491920" y="979564"/>
                  <a:pt x="478326" y="993158"/>
                  <a:pt x="461556" y="993158"/>
                </a:cubicBezTo>
                <a:cubicBezTo>
                  <a:pt x="444787" y="993158"/>
                  <a:pt x="431192" y="979564"/>
                  <a:pt x="431192" y="962795"/>
                </a:cubicBezTo>
                <a:cubicBezTo>
                  <a:pt x="431192" y="946025"/>
                  <a:pt x="444787" y="932431"/>
                  <a:pt x="461556" y="932431"/>
                </a:cubicBezTo>
                <a:close/>
                <a:moveTo>
                  <a:pt x="389002" y="932431"/>
                </a:moveTo>
                <a:cubicBezTo>
                  <a:pt x="405771" y="932431"/>
                  <a:pt x="419365" y="946025"/>
                  <a:pt x="419365" y="962795"/>
                </a:cubicBezTo>
                <a:cubicBezTo>
                  <a:pt x="419365" y="979564"/>
                  <a:pt x="405771" y="993158"/>
                  <a:pt x="389002" y="993158"/>
                </a:cubicBezTo>
                <a:cubicBezTo>
                  <a:pt x="372232" y="993158"/>
                  <a:pt x="358638" y="979564"/>
                  <a:pt x="358638" y="962795"/>
                </a:cubicBezTo>
                <a:cubicBezTo>
                  <a:pt x="358638" y="946025"/>
                  <a:pt x="372232" y="932431"/>
                  <a:pt x="389002" y="932431"/>
                </a:cubicBezTo>
                <a:close/>
                <a:moveTo>
                  <a:pt x="316447" y="932431"/>
                </a:moveTo>
                <a:cubicBezTo>
                  <a:pt x="333216" y="932431"/>
                  <a:pt x="346810" y="946025"/>
                  <a:pt x="346810" y="962795"/>
                </a:cubicBezTo>
                <a:cubicBezTo>
                  <a:pt x="346810" y="979564"/>
                  <a:pt x="333216" y="993158"/>
                  <a:pt x="316447" y="993158"/>
                </a:cubicBezTo>
                <a:cubicBezTo>
                  <a:pt x="299677" y="993158"/>
                  <a:pt x="286084" y="979564"/>
                  <a:pt x="286084" y="962795"/>
                </a:cubicBezTo>
                <a:cubicBezTo>
                  <a:pt x="286084" y="946025"/>
                  <a:pt x="299677" y="932431"/>
                  <a:pt x="316447" y="932431"/>
                </a:cubicBezTo>
                <a:close/>
                <a:moveTo>
                  <a:pt x="243892" y="932431"/>
                </a:moveTo>
                <a:cubicBezTo>
                  <a:pt x="260662" y="932431"/>
                  <a:pt x="274256" y="946025"/>
                  <a:pt x="274256" y="962795"/>
                </a:cubicBezTo>
                <a:cubicBezTo>
                  <a:pt x="274256" y="979564"/>
                  <a:pt x="260662" y="993158"/>
                  <a:pt x="243892" y="993158"/>
                </a:cubicBezTo>
                <a:cubicBezTo>
                  <a:pt x="227123" y="993158"/>
                  <a:pt x="213529" y="979564"/>
                  <a:pt x="213529" y="962795"/>
                </a:cubicBezTo>
                <a:cubicBezTo>
                  <a:pt x="213529" y="946025"/>
                  <a:pt x="227123" y="932431"/>
                  <a:pt x="243892" y="932431"/>
                </a:cubicBezTo>
                <a:close/>
                <a:moveTo>
                  <a:pt x="171339" y="932431"/>
                </a:moveTo>
                <a:cubicBezTo>
                  <a:pt x="188107" y="932431"/>
                  <a:pt x="201701" y="946025"/>
                  <a:pt x="201701" y="962795"/>
                </a:cubicBezTo>
                <a:cubicBezTo>
                  <a:pt x="201701" y="979564"/>
                  <a:pt x="188107" y="993158"/>
                  <a:pt x="171339" y="993158"/>
                </a:cubicBezTo>
                <a:cubicBezTo>
                  <a:pt x="154645" y="993158"/>
                  <a:pt x="141051" y="979564"/>
                  <a:pt x="141051" y="962795"/>
                </a:cubicBezTo>
                <a:cubicBezTo>
                  <a:pt x="141051" y="946025"/>
                  <a:pt x="154645" y="932431"/>
                  <a:pt x="171339" y="932431"/>
                </a:cubicBezTo>
                <a:close/>
                <a:moveTo>
                  <a:pt x="98870" y="932431"/>
                </a:moveTo>
                <a:cubicBezTo>
                  <a:pt x="115634" y="932431"/>
                  <a:pt x="129228" y="946025"/>
                  <a:pt x="129228" y="962795"/>
                </a:cubicBezTo>
                <a:cubicBezTo>
                  <a:pt x="129228" y="979564"/>
                  <a:pt x="115634" y="993158"/>
                  <a:pt x="98870" y="993158"/>
                </a:cubicBezTo>
                <a:cubicBezTo>
                  <a:pt x="82099" y="993158"/>
                  <a:pt x="68505" y="979564"/>
                  <a:pt x="68505" y="962795"/>
                </a:cubicBezTo>
                <a:cubicBezTo>
                  <a:pt x="68505" y="946025"/>
                  <a:pt x="82099" y="932431"/>
                  <a:pt x="98870" y="932431"/>
                </a:cubicBezTo>
                <a:close/>
                <a:moveTo>
                  <a:pt x="26316" y="932431"/>
                </a:moveTo>
                <a:cubicBezTo>
                  <a:pt x="43081" y="932431"/>
                  <a:pt x="56676" y="946025"/>
                  <a:pt x="56676" y="962795"/>
                </a:cubicBezTo>
                <a:cubicBezTo>
                  <a:pt x="56676" y="979564"/>
                  <a:pt x="43081" y="993158"/>
                  <a:pt x="26316" y="993158"/>
                </a:cubicBezTo>
                <a:cubicBezTo>
                  <a:pt x="17931" y="993158"/>
                  <a:pt x="10340" y="989760"/>
                  <a:pt x="4845" y="984265"/>
                </a:cubicBezTo>
                <a:lnTo>
                  <a:pt x="0" y="972570"/>
                </a:lnTo>
                <a:lnTo>
                  <a:pt x="0" y="953020"/>
                </a:lnTo>
                <a:lnTo>
                  <a:pt x="4845" y="941324"/>
                </a:lnTo>
                <a:cubicBezTo>
                  <a:pt x="10340" y="935830"/>
                  <a:pt x="17931" y="932431"/>
                  <a:pt x="26316" y="932431"/>
                </a:cubicBezTo>
                <a:close/>
                <a:moveTo>
                  <a:pt x="1612513" y="853981"/>
                </a:moveTo>
                <a:lnTo>
                  <a:pt x="1607766" y="872445"/>
                </a:lnTo>
                <a:lnTo>
                  <a:pt x="1598477" y="897823"/>
                </a:lnTo>
                <a:lnTo>
                  <a:pt x="1592066" y="882343"/>
                </a:lnTo>
                <a:cubicBezTo>
                  <a:pt x="1592066" y="869766"/>
                  <a:pt x="1599712" y="858975"/>
                  <a:pt x="1610610" y="854366"/>
                </a:cubicBezTo>
                <a:close/>
                <a:moveTo>
                  <a:pt x="1549874" y="851979"/>
                </a:moveTo>
                <a:cubicBezTo>
                  <a:pt x="1566644" y="851979"/>
                  <a:pt x="1580238" y="865573"/>
                  <a:pt x="1580238" y="882343"/>
                </a:cubicBezTo>
                <a:cubicBezTo>
                  <a:pt x="1580238" y="899112"/>
                  <a:pt x="1566644" y="912706"/>
                  <a:pt x="1549874" y="912706"/>
                </a:cubicBezTo>
                <a:cubicBezTo>
                  <a:pt x="1533105" y="912706"/>
                  <a:pt x="1519511" y="899112"/>
                  <a:pt x="1519511" y="882343"/>
                </a:cubicBezTo>
                <a:cubicBezTo>
                  <a:pt x="1519511" y="865573"/>
                  <a:pt x="1533105" y="851979"/>
                  <a:pt x="1549874" y="851979"/>
                </a:cubicBezTo>
                <a:close/>
                <a:moveTo>
                  <a:pt x="1477320" y="851979"/>
                </a:moveTo>
                <a:cubicBezTo>
                  <a:pt x="1494089" y="851979"/>
                  <a:pt x="1507683" y="865573"/>
                  <a:pt x="1507683" y="882343"/>
                </a:cubicBezTo>
                <a:cubicBezTo>
                  <a:pt x="1507683" y="899112"/>
                  <a:pt x="1494089" y="912706"/>
                  <a:pt x="1477320" y="912706"/>
                </a:cubicBezTo>
                <a:cubicBezTo>
                  <a:pt x="1460550" y="912706"/>
                  <a:pt x="1446956" y="899112"/>
                  <a:pt x="1446956" y="882343"/>
                </a:cubicBezTo>
                <a:cubicBezTo>
                  <a:pt x="1446956" y="865573"/>
                  <a:pt x="1460550" y="851979"/>
                  <a:pt x="1477320" y="851979"/>
                </a:cubicBezTo>
                <a:close/>
                <a:moveTo>
                  <a:pt x="1404765" y="851979"/>
                </a:moveTo>
                <a:cubicBezTo>
                  <a:pt x="1421535" y="851979"/>
                  <a:pt x="1435129" y="865573"/>
                  <a:pt x="1435129" y="882343"/>
                </a:cubicBezTo>
                <a:cubicBezTo>
                  <a:pt x="1435129" y="899112"/>
                  <a:pt x="1421535" y="912706"/>
                  <a:pt x="1404765" y="912706"/>
                </a:cubicBezTo>
                <a:cubicBezTo>
                  <a:pt x="1387996" y="912706"/>
                  <a:pt x="1374402" y="899112"/>
                  <a:pt x="1374402" y="882343"/>
                </a:cubicBezTo>
                <a:cubicBezTo>
                  <a:pt x="1374402" y="865573"/>
                  <a:pt x="1387996" y="851979"/>
                  <a:pt x="1404765" y="851979"/>
                </a:cubicBezTo>
                <a:close/>
                <a:moveTo>
                  <a:pt x="1332211" y="851979"/>
                </a:moveTo>
                <a:cubicBezTo>
                  <a:pt x="1348980" y="851979"/>
                  <a:pt x="1362574" y="865573"/>
                  <a:pt x="1362574" y="882343"/>
                </a:cubicBezTo>
                <a:cubicBezTo>
                  <a:pt x="1362574" y="899112"/>
                  <a:pt x="1348980" y="912706"/>
                  <a:pt x="1332211" y="912706"/>
                </a:cubicBezTo>
                <a:cubicBezTo>
                  <a:pt x="1315441" y="912706"/>
                  <a:pt x="1301847" y="899112"/>
                  <a:pt x="1301847" y="882343"/>
                </a:cubicBezTo>
                <a:cubicBezTo>
                  <a:pt x="1301847" y="865573"/>
                  <a:pt x="1315441" y="851979"/>
                  <a:pt x="1332211" y="851979"/>
                </a:cubicBezTo>
                <a:close/>
                <a:moveTo>
                  <a:pt x="1259656" y="851979"/>
                </a:moveTo>
                <a:cubicBezTo>
                  <a:pt x="1276426" y="851979"/>
                  <a:pt x="1290020" y="865573"/>
                  <a:pt x="1290020" y="882343"/>
                </a:cubicBezTo>
                <a:cubicBezTo>
                  <a:pt x="1290020" y="899112"/>
                  <a:pt x="1276426" y="912706"/>
                  <a:pt x="1259656" y="912706"/>
                </a:cubicBezTo>
                <a:cubicBezTo>
                  <a:pt x="1242887" y="912706"/>
                  <a:pt x="1229293" y="899112"/>
                  <a:pt x="1229293" y="882343"/>
                </a:cubicBezTo>
                <a:cubicBezTo>
                  <a:pt x="1229293" y="865573"/>
                  <a:pt x="1242887" y="851979"/>
                  <a:pt x="1259656" y="851979"/>
                </a:cubicBezTo>
                <a:close/>
                <a:moveTo>
                  <a:pt x="1187102" y="851979"/>
                </a:moveTo>
                <a:cubicBezTo>
                  <a:pt x="1203871" y="851979"/>
                  <a:pt x="1217465" y="865573"/>
                  <a:pt x="1217465" y="882343"/>
                </a:cubicBezTo>
                <a:cubicBezTo>
                  <a:pt x="1217465" y="899112"/>
                  <a:pt x="1203871" y="912706"/>
                  <a:pt x="1187102" y="912706"/>
                </a:cubicBezTo>
                <a:cubicBezTo>
                  <a:pt x="1170332" y="912706"/>
                  <a:pt x="1156738" y="899112"/>
                  <a:pt x="1156738" y="882343"/>
                </a:cubicBezTo>
                <a:cubicBezTo>
                  <a:pt x="1156738" y="865573"/>
                  <a:pt x="1170332" y="851979"/>
                  <a:pt x="1187102" y="851979"/>
                </a:cubicBezTo>
                <a:close/>
                <a:moveTo>
                  <a:pt x="1114547" y="851979"/>
                </a:moveTo>
                <a:cubicBezTo>
                  <a:pt x="1131317" y="851979"/>
                  <a:pt x="1144911" y="865573"/>
                  <a:pt x="1144911" y="882343"/>
                </a:cubicBezTo>
                <a:cubicBezTo>
                  <a:pt x="1144911" y="899112"/>
                  <a:pt x="1131317" y="912706"/>
                  <a:pt x="1114547" y="912706"/>
                </a:cubicBezTo>
                <a:cubicBezTo>
                  <a:pt x="1097778" y="912706"/>
                  <a:pt x="1084184" y="899112"/>
                  <a:pt x="1084184" y="882343"/>
                </a:cubicBezTo>
                <a:cubicBezTo>
                  <a:pt x="1084184" y="865573"/>
                  <a:pt x="1097778" y="851979"/>
                  <a:pt x="1114547" y="851979"/>
                </a:cubicBezTo>
                <a:close/>
                <a:moveTo>
                  <a:pt x="1041993" y="851979"/>
                </a:moveTo>
                <a:cubicBezTo>
                  <a:pt x="1058762" y="851979"/>
                  <a:pt x="1072356" y="865573"/>
                  <a:pt x="1072356" y="882343"/>
                </a:cubicBezTo>
                <a:cubicBezTo>
                  <a:pt x="1072356" y="899112"/>
                  <a:pt x="1058762" y="912706"/>
                  <a:pt x="1041993" y="912706"/>
                </a:cubicBezTo>
                <a:cubicBezTo>
                  <a:pt x="1025223" y="912706"/>
                  <a:pt x="1011629" y="899112"/>
                  <a:pt x="1011629" y="882343"/>
                </a:cubicBezTo>
                <a:cubicBezTo>
                  <a:pt x="1011629" y="865573"/>
                  <a:pt x="1025223" y="851979"/>
                  <a:pt x="1041993" y="851979"/>
                </a:cubicBezTo>
                <a:close/>
                <a:moveTo>
                  <a:pt x="969438" y="851979"/>
                </a:moveTo>
                <a:cubicBezTo>
                  <a:pt x="986208" y="851979"/>
                  <a:pt x="999801" y="865573"/>
                  <a:pt x="999801" y="882343"/>
                </a:cubicBezTo>
                <a:cubicBezTo>
                  <a:pt x="999801" y="899112"/>
                  <a:pt x="986208" y="912706"/>
                  <a:pt x="969438" y="912706"/>
                </a:cubicBezTo>
                <a:cubicBezTo>
                  <a:pt x="952669" y="912706"/>
                  <a:pt x="939075" y="899112"/>
                  <a:pt x="939075" y="882343"/>
                </a:cubicBezTo>
                <a:cubicBezTo>
                  <a:pt x="939075" y="865573"/>
                  <a:pt x="952669" y="851979"/>
                  <a:pt x="969438" y="851979"/>
                </a:cubicBezTo>
                <a:close/>
                <a:moveTo>
                  <a:pt x="896883" y="851979"/>
                </a:moveTo>
                <a:cubicBezTo>
                  <a:pt x="913653" y="851979"/>
                  <a:pt x="927247" y="865573"/>
                  <a:pt x="927247" y="882343"/>
                </a:cubicBezTo>
                <a:cubicBezTo>
                  <a:pt x="927247" y="899112"/>
                  <a:pt x="913653" y="912706"/>
                  <a:pt x="896883" y="912706"/>
                </a:cubicBezTo>
                <a:cubicBezTo>
                  <a:pt x="880114" y="912706"/>
                  <a:pt x="866520" y="899112"/>
                  <a:pt x="866520" y="882343"/>
                </a:cubicBezTo>
                <a:cubicBezTo>
                  <a:pt x="866520" y="865573"/>
                  <a:pt x="880114" y="851979"/>
                  <a:pt x="896883" y="851979"/>
                </a:cubicBezTo>
                <a:close/>
                <a:moveTo>
                  <a:pt x="824329" y="851979"/>
                </a:moveTo>
                <a:cubicBezTo>
                  <a:pt x="841098" y="851979"/>
                  <a:pt x="854692" y="865573"/>
                  <a:pt x="854692" y="882343"/>
                </a:cubicBezTo>
                <a:cubicBezTo>
                  <a:pt x="854692" y="899112"/>
                  <a:pt x="841098" y="912706"/>
                  <a:pt x="824329" y="912706"/>
                </a:cubicBezTo>
                <a:cubicBezTo>
                  <a:pt x="807559" y="912706"/>
                  <a:pt x="793965" y="899112"/>
                  <a:pt x="793965" y="882343"/>
                </a:cubicBezTo>
                <a:cubicBezTo>
                  <a:pt x="793965" y="865573"/>
                  <a:pt x="807559" y="851979"/>
                  <a:pt x="824329" y="851979"/>
                </a:cubicBezTo>
                <a:close/>
                <a:moveTo>
                  <a:pt x="751774" y="851979"/>
                </a:moveTo>
                <a:cubicBezTo>
                  <a:pt x="768544" y="851979"/>
                  <a:pt x="782138" y="865573"/>
                  <a:pt x="782138" y="882343"/>
                </a:cubicBezTo>
                <a:cubicBezTo>
                  <a:pt x="782138" y="899112"/>
                  <a:pt x="768544" y="912706"/>
                  <a:pt x="751774" y="912706"/>
                </a:cubicBezTo>
                <a:cubicBezTo>
                  <a:pt x="735005" y="912706"/>
                  <a:pt x="721411" y="899112"/>
                  <a:pt x="721411" y="882343"/>
                </a:cubicBezTo>
                <a:cubicBezTo>
                  <a:pt x="721411" y="865573"/>
                  <a:pt x="735005" y="851979"/>
                  <a:pt x="751774" y="851979"/>
                </a:cubicBezTo>
                <a:close/>
                <a:moveTo>
                  <a:pt x="679220" y="851979"/>
                </a:moveTo>
                <a:cubicBezTo>
                  <a:pt x="695989" y="851979"/>
                  <a:pt x="709583" y="865573"/>
                  <a:pt x="709583" y="882343"/>
                </a:cubicBezTo>
                <a:cubicBezTo>
                  <a:pt x="709583" y="899112"/>
                  <a:pt x="695989" y="912706"/>
                  <a:pt x="679220" y="912706"/>
                </a:cubicBezTo>
                <a:cubicBezTo>
                  <a:pt x="662450" y="912706"/>
                  <a:pt x="648856" y="899112"/>
                  <a:pt x="648856" y="882343"/>
                </a:cubicBezTo>
                <a:cubicBezTo>
                  <a:pt x="648856" y="865573"/>
                  <a:pt x="662450" y="851979"/>
                  <a:pt x="679220" y="851979"/>
                </a:cubicBezTo>
                <a:close/>
                <a:moveTo>
                  <a:pt x="606665" y="851979"/>
                </a:moveTo>
                <a:cubicBezTo>
                  <a:pt x="623435" y="851979"/>
                  <a:pt x="637029" y="865573"/>
                  <a:pt x="637029" y="882343"/>
                </a:cubicBezTo>
                <a:cubicBezTo>
                  <a:pt x="637029" y="899112"/>
                  <a:pt x="623435" y="912706"/>
                  <a:pt x="606665" y="912706"/>
                </a:cubicBezTo>
                <a:cubicBezTo>
                  <a:pt x="589896" y="912706"/>
                  <a:pt x="576302" y="899112"/>
                  <a:pt x="576302" y="882343"/>
                </a:cubicBezTo>
                <a:cubicBezTo>
                  <a:pt x="576302" y="865573"/>
                  <a:pt x="589896" y="851979"/>
                  <a:pt x="606665" y="851979"/>
                </a:cubicBezTo>
                <a:close/>
                <a:moveTo>
                  <a:pt x="534111" y="851979"/>
                </a:moveTo>
                <a:cubicBezTo>
                  <a:pt x="550880" y="851979"/>
                  <a:pt x="564474" y="865573"/>
                  <a:pt x="564474" y="882343"/>
                </a:cubicBezTo>
                <a:cubicBezTo>
                  <a:pt x="564474" y="899112"/>
                  <a:pt x="550880" y="912706"/>
                  <a:pt x="534111" y="912706"/>
                </a:cubicBezTo>
                <a:cubicBezTo>
                  <a:pt x="517341" y="912706"/>
                  <a:pt x="503747" y="899112"/>
                  <a:pt x="503747" y="882343"/>
                </a:cubicBezTo>
                <a:cubicBezTo>
                  <a:pt x="503747" y="865573"/>
                  <a:pt x="517341" y="851979"/>
                  <a:pt x="534111" y="851979"/>
                </a:cubicBezTo>
                <a:close/>
                <a:moveTo>
                  <a:pt x="461556" y="851979"/>
                </a:moveTo>
                <a:cubicBezTo>
                  <a:pt x="478326" y="851979"/>
                  <a:pt x="491920" y="865573"/>
                  <a:pt x="491920" y="882343"/>
                </a:cubicBezTo>
                <a:cubicBezTo>
                  <a:pt x="491920" y="899112"/>
                  <a:pt x="478326" y="912706"/>
                  <a:pt x="461556" y="912706"/>
                </a:cubicBezTo>
                <a:cubicBezTo>
                  <a:pt x="444787" y="912706"/>
                  <a:pt x="431192" y="899112"/>
                  <a:pt x="431192" y="882343"/>
                </a:cubicBezTo>
                <a:cubicBezTo>
                  <a:pt x="431192" y="865573"/>
                  <a:pt x="444787" y="851979"/>
                  <a:pt x="461556" y="851979"/>
                </a:cubicBezTo>
                <a:close/>
                <a:moveTo>
                  <a:pt x="389002" y="851979"/>
                </a:moveTo>
                <a:cubicBezTo>
                  <a:pt x="405771" y="851979"/>
                  <a:pt x="419365" y="865573"/>
                  <a:pt x="419365" y="882343"/>
                </a:cubicBezTo>
                <a:cubicBezTo>
                  <a:pt x="419365" y="899112"/>
                  <a:pt x="405771" y="912706"/>
                  <a:pt x="389002" y="912706"/>
                </a:cubicBezTo>
                <a:cubicBezTo>
                  <a:pt x="372232" y="912706"/>
                  <a:pt x="358638" y="899112"/>
                  <a:pt x="358638" y="882343"/>
                </a:cubicBezTo>
                <a:cubicBezTo>
                  <a:pt x="358638" y="865573"/>
                  <a:pt x="372232" y="851979"/>
                  <a:pt x="389002" y="851979"/>
                </a:cubicBezTo>
                <a:close/>
                <a:moveTo>
                  <a:pt x="316447" y="851979"/>
                </a:moveTo>
                <a:cubicBezTo>
                  <a:pt x="333216" y="851979"/>
                  <a:pt x="346810" y="865573"/>
                  <a:pt x="346810" y="882343"/>
                </a:cubicBezTo>
                <a:cubicBezTo>
                  <a:pt x="346810" y="899112"/>
                  <a:pt x="333216" y="912706"/>
                  <a:pt x="316447" y="912706"/>
                </a:cubicBezTo>
                <a:cubicBezTo>
                  <a:pt x="299677" y="912706"/>
                  <a:pt x="286084" y="899112"/>
                  <a:pt x="286084" y="882343"/>
                </a:cubicBezTo>
                <a:cubicBezTo>
                  <a:pt x="286084" y="865573"/>
                  <a:pt x="299677" y="851979"/>
                  <a:pt x="316447" y="851979"/>
                </a:cubicBezTo>
                <a:close/>
                <a:moveTo>
                  <a:pt x="243892" y="851979"/>
                </a:moveTo>
                <a:cubicBezTo>
                  <a:pt x="260662" y="851979"/>
                  <a:pt x="274256" y="865573"/>
                  <a:pt x="274256" y="882343"/>
                </a:cubicBezTo>
                <a:cubicBezTo>
                  <a:pt x="274256" y="899112"/>
                  <a:pt x="260662" y="912706"/>
                  <a:pt x="243892" y="912706"/>
                </a:cubicBezTo>
                <a:cubicBezTo>
                  <a:pt x="227123" y="912706"/>
                  <a:pt x="213529" y="899112"/>
                  <a:pt x="213529" y="882343"/>
                </a:cubicBezTo>
                <a:cubicBezTo>
                  <a:pt x="213529" y="865573"/>
                  <a:pt x="227123" y="851979"/>
                  <a:pt x="243892" y="851979"/>
                </a:cubicBezTo>
                <a:close/>
                <a:moveTo>
                  <a:pt x="171339" y="851979"/>
                </a:moveTo>
                <a:cubicBezTo>
                  <a:pt x="188107" y="851979"/>
                  <a:pt x="201701" y="865573"/>
                  <a:pt x="201701" y="882343"/>
                </a:cubicBezTo>
                <a:cubicBezTo>
                  <a:pt x="201701" y="899112"/>
                  <a:pt x="188107" y="912706"/>
                  <a:pt x="171339" y="912706"/>
                </a:cubicBezTo>
                <a:cubicBezTo>
                  <a:pt x="154651" y="912706"/>
                  <a:pt x="141056" y="899112"/>
                  <a:pt x="141056" y="882343"/>
                </a:cubicBezTo>
                <a:cubicBezTo>
                  <a:pt x="141056" y="865573"/>
                  <a:pt x="154651" y="851979"/>
                  <a:pt x="171339" y="851979"/>
                </a:cubicBezTo>
                <a:close/>
                <a:moveTo>
                  <a:pt x="98877" y="851979"/>
                </a:moveTo>
                <a:cubicBezTo>
                  <a:pt x="115640" y="851979"/>
                  <a:pt x="129234" y="865573"/>
                  <a:pt x="129234" y="882343"/>
                </a:cubicBezTo>
                <a:cubicBezTo>
                  <a:pt x="129234" y="899112"/>
                  <a:pt x="115640" y="912706"/>
                  <a:pt x="98877" y="912706"/>
                </a:cubicBezTo>
                <a:cubicBezTo>
                  <a:pt x="82106" y="912706"/>
                  <a:pt x="68511" y="899112"/>
                  <a:pt x="68511" y="882343"/>
                </a:cubicBezTo>
                <a:cubicBezTo>
                  <a:pt x="68511" y="865573"/>
                  <a:pt x="82106" y="851979"/>
                  <a:pt x="98877" y="851979"/>
                </a:cubicBezTo>
                <a:close/>
                <a:moveTo>
                  <a:pt x="26322" y="851979"/>
                </a:moveTo>
                <a:cubicBezTo>
                  <a:pt x="43087" y="851979"/>
                  <a:pt x="56682" y="865573"/>
                  <a:pt x="56682" y="882343"/>
                </a:cubicBezTo>
                <a:cubicBezTo>
                  <a:pt x="56682" y="899112"/>
                  <a:pt x="43087" y="912706"/>
                  <a:pt x="26322" y="912706"/>
                </a:cubicBezTo>
                <a:cubicBezTo>
                  <a:pt x="17937" y="912706"/>
                  <a:pt x="10346" y="909308"/>
                  <a:pt x="4851" y="903813"/>
                </a:cubicBezTo>
                <a:lnTo>
                  <a:pt x="0" y="892101"/>
                </a:lnTo>
                <a:lnTo>
                  <a:pt x="0" y="872585"/>
                </a:lnTo>
                <a:lnTo>
                  <a:pt x="4851" y="860872"/>
                </a:lnTo>
                <a:cubicBezTo>
                  <a:pt x="10346" y="855378"/>
                  <a:pt x="17937" y="851979"/>
                  <a:pt x="26322" y="851979"/>
                </a:cubicBezTo>
                <a:close/>
                <a:moveTo>
                  <a:pt x="1622429" y="771528"/>
                </a:moveTo>
                <a:lnTo>
                  <a:pt x="1633158" y="773694"/>
                </a:lnTo>
                <a:lnTo>
                  <a:pt x="1618313" y="831424"/>
                </a:lnTo>
                <a:lnTo>
                  <a:pt x="1610610" y="829868"/>
                </a:lnTo>
                <a:cubicBezTo>
                  <a:pt x="1599712" y="825259"/>
                  <a:pt x="1592066" y="814469"/>
                  <a:pt x="1592066" y="801891"/>
                </a:cubicBezTo>
                <a:cubicBezTo>
                  <a:pt x="1592066" y="785122"/>
                  <a:pt x="1605659" y="771528"/>
                  <a:pt x="1622429" y="771528"/>
                </a:cubicBezTo>
                <a:close/>
                <a:moveTo>
                  <a:pt x="1549874" y="771528"/>
                </a:moveTo>
                <a:cubicBezTo>
                  <a:pt x="1566644" y="771528"/>
                  <a:pt x="1580238" y="785122"/>
                  <a:pt x="1580238" y="801891"/>
                </a:cubicBezTo>
                <a:cubicBezTo>
                  <a:pt x="1580238" y="818661"/>
                  <a:pt x="1566644" y="832255"/>
                  <a:pt x="1549874" y="832255"/>
                </a:cubicBezTo>
                <a:cubicBezTo>
                  <a:pt x="1533105" y="832255"/>
                  <a:pt x="1519511" y="818661"/>
                  <a:pt x="1519511" y="801891"/>
                </a:cubicBezTo>
                <a:cubicBezTo>
                  <a:pt x="1519511" y="785122"/>
                  <a:pt x="1533105" y="771528"/>
                  <a:pt x="1549874" y="771528"/>
                </a:cubicBezTo>
                <a:close/>
                <a:moveTo>
                  <a:pt x="1477320" y="771528"/>
                </a:moveTo>
                <a:cubicBezTo>
                  <a:pt x="1494089" y="771528"/>
                  <a:pt x="1507683" y="785122"/>
                  <a:pt x="1507683" y="801891"/>
                </a:cubicBezTo>
                <a:cubicBezTo>
                  <a:pt x="1507683" y="818661"/>
                  <a:pt x="1494089" y="832255"/>
                  <a:pt x="1477320" y="832255"/>
                </a:cubicBezTo>
                <a:cubicBezTo>
                  <a:pt x="1460550" y="832255"/>
                  <a:pt x="1446956" y="818661"/>
                  <a:pt x="1446956" y="801891"/>
                </a:cubicBezTo>
                <a:cubicBezTo>
                  <a:pt x="1446956" y="785122"/>
                  <a:pt x="1460550" y="771528"/>
                  <a:pt x="1477320" y="771528"/>
                </a:cubicBezTo>
                <a:close/>
                <a:moveTo>
                  <a:pt x="1404765" y="771528"/>
                </a:moveTo>
                <a:cubicBezTo>
                  <a:pt x="1421535" y="771528"/>
                  <a:pt x="1435129" y="785122"/>
                  <a:pt x="1435129" y="801891"/>
                </a:cubicBezTo>
                <a:cubicBezTo>
                  <a:pt x="1435129" y="818661"/>
                  <a:pt x="1421535" y="832255"/>
                  <a:pt x="1404765" y="832255"/>
                </a:cubicBezTo>
                <a:cubicBezTo>
                  <a:pt x="1387996" y="832255"/>
                  <a:pt x="1374402" y="818661"/>
                  <a:pt x="1374402" y="801891"/>
                </a:cubicBezTo>
                <a:cubicBezTo>
                  <a:pt x="1374402" y="785122"/>
                  <a:pt x="1387996" y="771528"/>
                  <a:pt x="1404765" y="771528"/>
                </a:cubicBezTo>
                <a:close/>
                <a:moveTo>
                  <a:pt x="1332211" y="771528"/>
                </a:moveTo>
                <a:cubicBezTo>
                  <a:pt x="1348980" y="771528"/>
                  <a:pt x="1362574" y="785122"/>
                  <a:pt x="1362574" y="801891"/>
                </a:cubicBezTo>
                <a:cubicBezTo>
                  <a:pt x="1362574" y="818661"/>
                  <a:pt x="1348980" y="832255"/>
                  <a:pt x="1332211" y="832255"/>
                </a:cubicBezTo>
                <a:cubicBezTo>
                  <a:pt x="1315441" y="832255"/>
                  <a:pt x="1301847" y="818661"/>
                  <a:pt x="1301847" y="801891"/>
                </a:cubicBezTo>
                <a:cubicBezTo>
                  <a:pt x="1301847" y="785122"/>
                  <a:pt x="1315441" y="771528"/>
                  <a:pt x="1332211" y="771528"/>
                </a:cubicBezTo>
                <a:close/>
                <a:moveTo>
                  <a:pt x="1259656" y="771528"/>
                </a:moveTo>
                <a:cubicBezTo>
                  <a:pt x="1276426" y="771528"/>
                  <a:pt x="1290020" y="785122"/>
                  <a:pt x="1290020" y="801891"/>
                </a:cubicBezTo>
                <a:cubicBezTo>
                  <a:pt x="1290020" y="818661"/>
                  <a:pt x="1276426" y="832255"/>
                  <a:pt x="1259656" y="832255"/>
                </a:cubicBezTo>
                <a:cubicBezTo>
                  <a:pt x="1242887" y="832255"/>
                  <a:pt x="1229293" y="818661"/>
                  <a:pt x="1229293" y="801891"/>
                </a:cubicBezTo>
                <a:cubicBezTo>
                  <a:pt x="1229293" y="785122"/>
                  <a:pt x="1242887" y="771528"/>
                  <a:pt x="1259656" y="771528"/>
                </a:cubicBezTo>
                <a:close/>
                <a:moveTo>
                  <a:pt x="1187102" y="771528"/>
                </a:moveTo>
                <a:cubicBezTo>
                  <a:pt x="1203871" y="771528"/>
                  <a:pt x="1217465" y="785122"/>
                  <a:pt x="1217465" y="801891"/>
                </a:cubicBezTo>
                <a:cubicBezTo>
                  <a:pt x="1217465" y="818661"/>
                  <a:pt x="1203871" y="832255"/>
                  <a:pt x="1187102" y="832255"/>
                </a:cubicBezTo>
                <a:cubicBezTo>
                  <a:pt x="1170332" y="832255"/>
                  <a:pt x="1156738" y="818661"/>
                  <a:pt x="1156738" y="801891"/>
                </a:cubicBezTo>
                <a:cubicBezTo>
                  <a:pt x="1156738" y="785122"/>
                  <a:pt x="1170332" y="771528"/>
                  <a:pt x="1187102" y="771528"/>
                </a:cubicBezTo>
                <a:close/>
                <a:moveTo>
                  <a:pt x="1114547" y="771528"/>
                </a:moveTo>
                <a:cubicBezTo>
                  <a:pt x="1131317" y="771528"/>
                  <a:pt x="1144911" y="785122"/>
                  <a:pt x="1144911" y="801891"/>
                </a:cubicBezTo>
                <a:cubicBezTo>
                  <a:pt x="1144911" y="818661"/>
                  <a:pt x="1131317" y="832255"/>
                  <a:pt x="1114547" y="832255"/>
                </a:cubicBezTo>
                <a:cubicBezTo>
                  <a:pt x="1097778" y="832255"/>
                  <a:pt x="1084184" y="818661"/>
                  <a:pt x="1084184" y="801891"/>
                </a:cubicBezTo>
                <a:cubicBezTo>
                  <a:pt x="1084184" y="785122"/>
                  <a:pt x="1097778" y="771528"/>
                  <a:pt x="1114547" y="771528"/>
                </a:cubicBezTo>
                <a:close/>
                <a:moveTo>
                  <a:pt x="1041993" y="771528"/>
                </a:moveTo>
                <a:cubicBezTo>
                  <a:pt x="1058762" y="771528"/>
                  <a:pt x="1072356" y="785122"/>
                  <a:pt x="1072356" y="801891"/>
                </a:cubicBezTo>
                <a:cubicBezTo>
                  <a:pt x="1072356" y="818661"/>
                  <a:pt x="1058762" y="832255"/>
                  <a:pt x="1041993" y="832255"/>
                </a:cubicBezTo>
                <a:cubicBezTo>
                  <a:pt x="1025223" y="832255"/>
                  <a:pt x="1011629" y="818661"/>
                  <a:pt x="1011629" y="801891"/>
                </a:cubicBezTo>
                <a:cubicBezTo>
                  <a:pt x="1011629" y="785122"/>
                  <a:pt x="1025223" y="771528"/>
                  <a:pt x="1041993" y="771528"/>
                </a:cubicBezTo>
                <a:close/>
                <a:moveTo>
                  <a:pt x="969438" y="771528"/>
                </a:moveTo>
                <a:cubicBezTo>
                  <a:pt x="986208" y="771528"/>
                  <a:pt x="999801" y="785122"/>
                  <a:pt x="999801" y="801891"/>
                </a:cubicBezTo>
                <a:cubicBezTo>
                  <a:pt x="999801" y="818661"/>
                  <a:pt x="986208" y="832255"/>
                  <a:pt x="969438" y="832255"/>
                </a:cubicBezTo>
                <a:cubicBezTo>
                  <a:pt x="952669" y="832255"/>
                  <a:pt x="939075" y="818661"/>
                  <a:pt x="939075" y="801891"/>
                </a:cubicBezTo>
                <a:cubicBezTo>
                  <a:pt x="939075" y="785122"/>
                  <a:pt x="952669" y="771528"/>
                  <a:pt x="969438" y="771528"/>
                </a:cubicBezTo>
                <a:close/>
                <a:moveTo>
                  <a:pt x="896883" y="771528"/>
                </a:moveTo>
                <a:cubicBezTo>
                  <a:pt x="913653" y="771528"/>
                  <a:pt x="927247" y="785122"/>
                  <a:pt x="927247" y="801891"/>
                </a:cubicBezTo>
                <a:cubicBezTo>
                  <a:pt x="927247" y="818661"/>
                  <a:pt x="913653" y="832255"/>
                  <a:pt x="896883" y="832255"/>
                </a:cubicBezTo>
                <a:cubicBezTo>
                  <a:pt x="880114" y="832255"/>
                  <a:pt x="866520" y="818661"/>
                  <a:pt x="866520" y="801891"/>
                </a:cubicBezTo>
                <a:cubicBezTo>
                  <a:pt x="866520" y="785122"/>
                  <a:pt x="880114" y="771528"/>
                  <a:pt x="896883" y="771528"/>
                </a:cubicBezTo>
                <a:close/>
                <a:moveTo>
                  <a:pt x="824329" y="771528"/>
                </a:moveTo>
                <a:cubicBezTo>
                  <a:pt x="841098" y="771528"/>
                  <a:pt x="854692" y="785122"/>
                  <a:pt x="854692" y="801891"/>
                </a:cubicBezTo>
                <a:cubicBezTo>
                  <a:pt x="854692" y="818661"/>
                  <a:pt x="841098" y="832255"/>
                  <a:pt x="824329" y="832255"/>
                </a:cubicBezTo>
                <a:cubicBezTo>
                  <a:pt x="807559" y="832255"/>
                  <a:pt x="793965" y="818661"/>
                  <a:pt x="793965" y="801891"/>
                </a:cubicBezTo>
                <a:cubicBezTo>
                  <a:pt x="793965" y="785122"/>
                  <a:pt x="807559" y="771528"/>
                  <a:pt x="824329" y="771528"/>
                </a:cubicBezTo>
                <a:close/>
                <a:moveTo>
                  <a:pt x="751774" y="771528"/>
                </a:moveTo>
                <a:cubicBezTo>
                  <a:pt x="768544" y="771528"/>
                  <a:pt x="782138" y="785122"/>
                  <a:pt x="782138" y="801891"/>
                </a:cubicBezTo>
                <a:cubicBezTo>
                  <a:pt x="782138" y="818661"/>
                  <a:pt x="768544" y="832255"/>
                  <a:pt x="751774" y="832255"/>
                </a:cubicBezTo>
                <a:cubicBezTo>
                  <a:pt x="735005" y="832255"/>
                  <a:pt x="721411" y="818661"/>
                  <a:pt x="721411" y="801891"/>
                </a:cubicBezTo>
                <a:cubicBezTo>
                  <a:pt x="721411" y="785122"/>
                  <a:pt x="735005" y="771528"/>
                  <a:pt x="751774" y="771528"/>
                </a:cubicBezTo>
                <a:close/>
                <a:moveTo>
                  <a:pt x="679220" y="771528"/>
                </a:moveTo>
                <a:cubicBezTo>
                  <a:pt x="695989" y="771528"/>
                  <a:pt x="709583" y="785122"/>
                  <a:pt x="709583" y="801891"/>
                </a:cubicBezTo>
                <a:cubicBezTo>
                  <a:pt x="709583" y="818661"/>
                  <a:pt x="695989" y="832255"/>
                  <a:pt x="679220" y="832255"/>
                </a:cubicBezTo>
                <a:cubicBezTo>
                  <a:pt x="662450" y="832255"/>
                  <a:pt x="648856" y="818661"/>
                  <a:pt x="648856" y="801891"/>
                </a:cubicBezTo>
                <a:cubicBezTo>
                  <a:pt x="648856" y="785122"/>
                  <a:pt x="662450" y="771528"/>
                  <a:pt x="679220" y="771528"/>
                </a:cubicBezTo>
                <a:close/>
                <a:moveTo>
                  <a:pt x="606665" y="771528"/>
                </a:moveTo>
                <a:cubicBezTo>
                  <a:pt x="623435" y="771528"/>
                  <a:pt x="637029" y="785122"/>
                  <a:pt x="637029" y="801891"/>
                </a:cubicBezTo>
                <a:cubicBezTo>
                  <a:pt x="637029" y="818661"/>
                  <a:pt x="623435" y="832255"/>
                  <a:pt x="606665" y="832255"/>
                </a:cubicBezTo>
                <a:cubicBezTo>
                  <a:pt x="589896" y="832255"/>
                  <a:pt x="576302" y="818661"/>
                  <a:pt x="576302" y="801891"/>
                </a:cubicBezTo>
                <a:cubicBezTo>
                  <a:pt x="576302" y="785122"/>
                  <a:pt x="589896" y="771528"/>
                  <a:pt x="606665" y="771528"/>
                </a:cubicBezTo>
                <a:close/>
                <a:moveTo>
                  <a:pt x="534111" y="771528"/>
                </a:moveTo>
                <a:cubicBezTo>
                  <a:pt x="550880" y="771528"/>
                  <a:pt x="564474" y="785122"/>
                  <a:pt x="564474" y="801891"/>
                </a:cubicBezTo>
                <a:cubicBezTo>
                  <a:pt x="564474" y="818661"/>
                  <a:pt x="550880" y="832255"/>
                  <a:pt x="534111" y="832255"/>
                </a:cubicBezTo>
                <a:cubicBezTo>
                  <a:pt x="517341" y="832255"/>
                  <a:pt x="503747" y="818661"/>
                  <a:pt x="503747" y="801891"/>
                </a:cubicBezTo>
                <a:cubicBezTo>
                  <a:pt x="503747" y="785122"/>
                  <a:pt x="517341" y="771528"/>
                  <a:pt x="534111" y="771528"/>
                </a:cubicBezTo>
                <a:close/>
                <a:moveTo>
                  <a:pt x="461556" y="771528"/>
                </a:moveTo>
                <a:cubicBezTo>
                  <a:pt x="478326" y="771528"/>
                  <a:pt x="491920" y="785122"/>
                  <a:pt x="491920" y="801891"/>
                </a:cubicBezTo>
                <a:cubicBezTo>
                  <a:pt x="491920" y="818661"/>
                  <a:pt x="478326" y="832255"/>
                  <a:pt x="461556" y="832255"/>
                </a:cubicBezTo>
                <a:cubicBezTo>
                  <a:pt x="444787" y="832255"/>
                  <a:pt x="431192" y="818661"/>
                  <a:pt x="431192" y="801891"/>
                </a:cubicBezTo>
                <a:cubicBezTo>
                  <a:pt x="431192" y="785122"/>
                  <a:pt x="444787" y="771528"/>
                  <a:pt x="461556" y="771528"/>
                </a:cubicBezTo>
                <a:close/>
                <a:moveTo>
                  <a:pt x="389002" y="771528"/>
                </a:moveTo>
                <a:cubicBezTo>
                  <a:pt x="405771" y="771528"/>
                  <a:pt x="419365" y="785122"/>
                  <a:pt x="419365" y="801891"/>
                </a:cubicBezTo>
                <a:cubicBezTo>
                  <a:pt x="419365" y="818661"/>
                  <a:pt x="405771" y="832255"/>
                  <a:pt x="389002" y="832255"/>
                </a:cubicBezTo>
                <a:cubicBezTo>
                  <a:pt x="372232" y="832255"/>
                  <a:pt x="358638" y="818661"/>
                  <a:pt x="358638" y="801891"/>
                </a:cubicBezTo>
                <a:cubicBezTo>
                  <a:pt x="358638" y="785122"/>
                  <a:pt x="372232" y="771528"/>
                  <a:pt x="389002" y="771528"/>
                </a:cubicBezTo>
                <a:close/>
                <a:moveTo>
                  <a:pt x="316447" y="771528"/>
                </a:moveTo>
                <a:cubicBezTo>
                  <a:pt x="333216" y="771528"/>
                  <a:pt x="346810" y="785122"/>
                  <a:pt x="346810" y="801891"/>
                </a:cubicBezTo>
                <a:cubicBezTo>
                  <a:pt x="346810" y="818661"/>
                  <a:pt x="333216" y="832255"/>
                  <a:pt x="316447" y="832255"/>
                </a:cubicBezTo>
                <a:cubicBezTo>
                  <a:pt x="299677" y="832255"/>
                  <a:pt x="286084" y="818661"/>
                  <a:pt x="286084" y="801891"/>
                </a:cubicBezTo>
                <a:cubicBezTo>
                  <a:pt x="286084" y="785122"/>
                  <a:pt x="299677" y="771528"/>
                  <a:pt x="316447" y="771528"/>
                </a:cubicBezTo>
                <a:close/>
                <a:moveTo>
                  <a:pt x="243892" y="771528"/>
                </a:moveTo>
                <a:cubicBezTo>
                  <a:pt x="260662" y="771528"/>
                  <a:pt x="274256" y="785122"/>
                  <a:pt x="274256" y="801891"/>
                </a:cubicBezTo>
                <a:cubicBezTo>
                  <a:pt x="274256" y="818661"/>
                  <a:pt x="260662" y="832255"/>
                  <a:pt x="243892" y="832255"/>
                </a:cubicBezTo>
                <a:cubicBezTo>
                  <a:pt x="227123" y="832255"/>
                  <a:pt x="213529" y="818661"/>
                  <a:pt x="213529" y="801891"/>
                </a:cubicBezTo>
                <a:cubicBezTo>
                  <a:pt x="213529" y="785122"/>
                  <a:pt x="227123" y="771528"/>
                  <a:pt x="243892" y="771528"/>
                </a:cubicBezTo>
                <a:close/>
                <a:moveTo>
                  <a:pt x="171339" y="771528"/>
                </a:moveTo>
                <a:cubicBezTo>
                  <a:pt x="188107" y="771528"/>
                  <a:pt x="201701" y="785122"/>
                  <a:pt x="201701" y="801891"/>
                </a:cubicBezTo>
                <a:cubicBezTo>
                  <a:pt x="201701" y="818661"/>
                  <a:pt x="188107" y="832255"/>
                  <a:pt x="171339" y="832255"/>
                </a:cubicBezTo>
                <a:cubicBezTo>
                  <a:pt x="154656" y="832255"/>
                  <a:pt x="141062" y="818661"/>
                  <a:pt x="141062" y="801891"/>
                </a:cubicBezTo>
                <a:cubicBezTo>
                  <a:pt x="141062" y="785122"/>
                  <a:pt x="154656" y="771528"/>
                  <a:pt x="171339" y="771528"/>
                </a:cubicBezTo>
                <a:close/>
                <a:moveTo>
                  <a:pt x="98884" y="771528"/>
                </a:moveTo>
                <a:cubicBezTo>
                  <a:pt x="115646" y="771528"/>
                  <a:pt x="129240" y="785122"/>
                  <a:pt x="129240" y="801891"/>
                </a:cubicBezTo>
                <a:cubicBezTo>
                  <a:pt x="129240" y="818661"/>
                  <a:pt x="115646" y="832255"/>
                  <a:pt x="98884" y="832255"/>
                </a:cubicBezTo>
                <a:cubicBezTo>
                  <a:pt x="82112" y="832255"/>
                  <a:pt x="68517" y="818661"/>
                  <a:pt x="68517" y="801891"/>
                </a:cubicBezTo>
                <a:cubicBezTo>
                  <a:pt x="68517" y="785122"/>
                  <a:pt x="82112" y="771528"/>
                  <a:pt x="98884" y="771528"/>
                </a:cubicBezTo>
                <a:close/>
                <a:moveTo>
                  <a:pt x="26329" y="771528"/>
                </a:moveTo>
                <a:cubicBezTo>
                  <a:pt x="43093" y="771528"/>
                  <a:pt x="56688" y="785122"/>
                  <a:pt x="56688" y="801891"/>
                </a:cubicBezTo>
                <a:cubicBezTo>
                  <a:pt x="56688" y="818661"/>
                  <a:pt x="43093" y="832255"/>
                  <a:pt x="26329" y="832255"/>
                </a:cubicBezTo>
                <a:cubicBezTo>
                  <a:pt x="17944" y="832255"/>
                  <a:pt x="10353" y="828857"/>
                  <a:pt x="4858" y="823362"/>
                </a:cubicBezTo>
                <a:lnTo>
                  <a:pt x="0" y="811633"/>
                </a:lnTo>
                <a:lnTo>
                  <a:pt x="0" y="792150"/>
                </a:lnTo>
                <a:lnTo>
                  <a:pt x="4858" y="780421"/>
                </a:lnTo>
                <a:cubicBezTo>
                  <a:pt x="10353" y="774927"/>
                  <a:pt x="17944" y="771528"/>
                  <a:pt x="26329" y="771528"/>
                </a:cubicBezTo>
                <a:close/>
                <a:moveTo>
                  <a:pt x="1622429" y="691076"/>
                </a:moveTo>
                <a:cubicBezTo>
                  <a:pt x="1630814" y="691076"/>
                  <a:pt x="1638404" y="694475"/>
                  <a:pt x="1643899" y="699969"/>
                </a:cubicBezTo>
                <a:lnTo>
                  <a:pt x="1647739" y="709237"/>
                </a:lnTo>
                <a:lnTo>
                  <a:pt x="1644828" y="728305"/>
                </a:lnTo>
                <a:lnTo>
                  <a:pt x="1640480" y="745215"/>
                </a:lnTo>
                <a:lnTo>
                  <a:pt x="1634248" y="749417"/>
                </a:lnTo>
                <a:cubicBezTo>
                  <a:pt x="1630615" y="750953"/>
                  <a:pt x="1626621" y="751803"/>
                  <a:pt x="1622429" y="751803"/>
                </a:cubicBezTo>
                <a:cubicBezTo>
                  <a:pt x="1605659" y="751803"/>
                  <a:pt x="1592066" y="738209"/>
                  <a:pt x="1592066" y="721440"/>
                </a:cubicBezTo>
                <a:cubicBezTo>
                  <a:pt x="1592066" y="704670"/>
                  <a:pt x="1605659" y="691076"/>
                  <a:pt x="1622429" y="691076"/>
                </a:cubicBezTo>
                <a:close/>
                <a:moveTo>
                  <a:pt x="1549874" y="691076"/>
                </a:moveTo>
                <a:cubicBezTo>
                  <a:pt x="1566644" y="691076"/>
                  <a:pt x="1580238" y="704670"/>
                  <a:pt x="1580238" y="721440"/>
                </a:cubicBezTo>
                <a:cubicBezTo>
                  <a:pt x="1580238" y="738209"/>
                  <a:pt x="1566644" y="751803"/>
                  <a:pt x="1549874" y="751803"/>
                </a:cubicBezTo>
                <a:cubicBezTo>
                  <a:pt x="1533105" y="751803"/>
                  <a:pt x="1519511" y="738209"/>
                  <a:pt x="1519511" y="721440"/>
                </a:cubicBezTo>
                <a:cubicBezTo>
                  <a:pt x="1519511" y="704670"/>
                  <a:pt x="1533105" y="691076"/>
                  <a:pt x="1549874" y="691076"/>
                </a:cubicBezTo>
                <a:close/>
                <a:moveTo>
                  <a:pt x="1477320" y="691076"/>
                </a:moveTo>
                <a:cubicBezTo>
                  <a:pt x="1494089" y="691076"/>
                  <a:pt x="1507683" y="704670"/>
                  <a:pt x="1507683" y="721440"/>
                </a:cubicBezTo>
                <a:cubicBezTo>
                  <a:pt x="1507683" y="738209"/>
                  <a:pt x="1494089" y="751803"/>
                  <a:pt x="1477320" y="751803"/>
                </a:cubicBezTo>
                <a:cubicBezTo>
                  <a:pt x="1460550" y="751803"/>
                  <a:pt x="1446956" y="738209"/>
                  <a:pt x="1446956" y="721440"/>
                </a:cubicBezTo>
                <a:cubicBezTo>
                  <a:pt x="1446956" y="704670"/>
                  <a:pt x="1460550" y="691076"/>
                  <a:pt x="1477320" y="691076"/>
                </a:cubicBezTo>
                <a:close/>
                <a:moveTo>
                  <a:pt x="1404765" y="691076"/>
                </a:moveTo>
                <a:cubicBezTo>
                  <a:pt x="1421535" y="691076"/>
                  <a:pt x="1435129" y="704670"/>
                  <a:pt x="1435129" y="721440"/>
                </a:cubicBezTo>
                <a:cubicBezTo>
                  <a:pt x="1435129" y="738209"/>
                  <a:pt x="1421535" y="751803"/>
                  <a:pt x="1404765" y="751803"/>
                </a:cubicBezTo>
                <a:cubicBezTo>
                  <a:pt x="1387996" y="751803"/>
                  <a:pt x="1374402" y="738209"/>
                  <a:pt x="1374402" y="721440"/>
                </a:cubicBezTo>
                <a:cubicBezTo>
                  <a:pt x="1374402" y="704670"/>
                  <a:pt x="1387996" y="691076"/>
                  <a:pt x="1404765" y="691076"/>
                </a:cubicBezTo>
                <a:close/>
                <a:moveTo>
                  <a:pt x="1332211" y="691076"/>
                </a:moveTo>
                <a:cubicBezTo>
                  <a:pt x="1348980" y="691076"/>
                  <a:pt x="1362574" y="704670"/>
                  <a:pt x="1362574" y="721440"/>
                </a:cubicBezTo>
                <a:cubicBezTo>
                  <a:pt x="1362574" y="738209"/>
                  <a:pt x="1348980" y="751803"/>
                  <a:pt x="1332211" y="751803"/>
                </a:cubicBezTo>
                <a:cubicBezTo>
                  <a:pt x="1315441" y="751803"/>
                  <a:pt x="1301847" y="738209"/>
                  <a:pt x="1301847" y="721440"/>
                </a:cubicBezTo>
                <a:cubicBezTo>
                  <a:pt x="1301847" y="704670"/>
                  <a:pt x="1315441" y="691076"/>
                  <a:pt x="1332211" y="691076"/>
                </a:cubicBezTo>
                <a:close/>
                <a:moveTo>
                  <a:pt x="1259656" y="691076"/>
                </a:moveTo>
                <a:cubicBezTo>
                  <a:pt x="1276426" y="691076"/>
                  <a:pt x="1290020" y="704670"/>
                  <a:pt x="1290020" y="721440"/>
                </a:cubicBezTo>
                <a:cubicBezTo>
                  <a:pt x="1290020" y="738209"/>
                  <a:pt x="1276426" y="751803"/>
                  <a:pt x="1259656" y="751803"/>
                </a:cubicBezTo>
                <a:cubicBezTo>
                  <a:pt x="1242887" y="751803"/>
                  <a:pt x="1229293" y="738209"/>
                  <a:pt x="1229293" y="721440"/>
                </a:cubicBezTo>
                <a:cubicBezTo>
                  <a:pt x="1229293" y="704670"/>
                  <a:pt x="1242887" y="691076"/>
                  <a:pt x="1259656" y="691076"/>
                </a:cubicBezTo>
                <a:close/>
                <a:moveTo>
                  <a:pt x="1187102" y="691076"/>
                </a:moveTo>
                <a:cubicBezTo>
                  <a:pt x="1203871" y="691076"/>
                  <a:pt x="1217465" y="704670"/>
                  <a:pt x="1217465" y="721440"/>
                </a:cubicBezTo>
                <a:cubicBezTo>
                  <a:pt x="1217465" y="738209"/>
                  <a:pt x="1203871" y="751803"/>
                  <a:pt x="1187102" y="751803"/>
                </a:cubicBezTo>
                <a:cubicBezTo>
                  <a:pt x="1170332" y="751803"/>
                  <a:pt x="1156738" y="738209"/>
                  <a:pt x="1156738" y="721440"/>
                </a:cubicBezTo>
                <a:cubicBezTo>
                  <a:pt x="1156738" y="704670"/>
                  <a:pt x="1170332" y="691076"/>
                  <a:pt x="1187102" y="691076"/>
                </a:cubicBezTo>
                <a:close/>
                <a:moveTo>
                  <a:pt x="1114547" y="691076"/>
                </a:moveTo>
                <a:cubicBezTo>
                  <a:pt x="1131317" y="691076"/>
                  <a:pt x="1144911" y="704670"/>
                  <a:pt x="1144911" y="721440"/>
                </a:cubicBezTo>
                <a:cubicBezTo>
                  <a:pt x="1144911" y="738209"/>
                  <a:pt x="1131317" y="751803"/>
                  <a:pt x="1114547" y="751803"/>
                </a:cubicBezTo>
                <a:cubicBezTo>
                  <a:pt x="1097778" y="751803"/>
                  <a:pt x="1084184" y="738209"/>
                  <a:pt x="1084184" y="721440"/>
                </a:cubicBezTo>
                <a:cubicBezTo>
                  <a:pt x="1084184" y="704670"/>
                  <a:pt x="1097778" y="691076"/>
                  <a:pt x="1114547" y="691076"/>
                </a:cubicBezTo>
                <a:close/>
                <a:moveTo>
                  <a:pt x="1041993" y="691076"/>
                </a:moveTo>
                <a:cubicBezTo>
                  <a:pt x="1058762" y="691076"/>
                  <a:pt x="1072356" y="704670"/>
                  <a:pt x="1072356" y="721440"/>
                </a:cubicBezTo>
                <a:cubicBezTo>
                  <a:pt x="1072356" y="738209"/>
                  <a:pt x="1058762" y="751803"/>
                  <a:pt x="1041993" y="751803"/>
                </a:cubicBezTo>
                <a:cubicBezTo>
                  <a:pt x="1025223" y="751803"/>
                  <a:pt x="1011629" y="738209"/>
                  <a:pt x="1011629" y="721440"/>
                </a:cubicBezTo>
                <a:cubicBezTo>
                  <a:pt x="1011629" y="704670"/>
                  <a:pt x="1025223" y="691076"/>
                  <a:pt x="1041993" y="691076"/>
                </a:cubicBezTo>
                <a:close/>
                <a:moveTo>
                  <a:pt x="969438" y="691076"/>
                </a:moveTo>
                <a:cubicBezTo>
                  <a:pt x="986208" y="691076"/>
                  <a:pt x="999801" y="704670"/>
                  <a:pt x="999801" y="721440"/>
                </a:cubicBezTo>
                <a:cubicBezTo>
                  <a:pt x="999801" y="738209"/>
                  <a:pt x="986208" y="751803"/>
                  <a:pt x="969438" y="751803"/>
                </a:cubicBezTo>
                <a:cubicBezTo>
                  <a:pt x="952669" y="751803"/>
                  <a:pt x="939075" y="738209"/>
                  <a:pt x="939075" y="721440"/>
                </a:cubicBezTo>
                <a:cubicBezTo>
                  <a:pt x="939075" y="704670"/>
                  <a:pt x="952669" y="691076"/>
                  <a:pt x="969438" y="691076"/>
                </a:cubicBezTo>
                <a:close/>
                <a:moveTo>
                  <a:pt x="896883" y="691076"/>
                </a:moveTo>
                <a:cubicBezTo>
                  <a:pt x="913653" y="691076"/>
                  <a:pt x="927247" y="704670"/>
                  <a:pt x="927247" y="721440"/>
                </a:cubicBezTo>
                <a:cubicBezTo>
                  <a:pt x="927247" y="738209"/>
                  <a:pt x="913653" y="751803"/>
                  <a:pt x="896883" y="751803"/>
                </a:cubicBezTo>
                <a:cubicBezTo>
                  <a:pt x="880114" y="751803"/>
                  <a:pt x="866520" y="738209"/>
                  <a:pt x="866520" y="721440"/>
                </a:cubicBezTo>
                <a:cubicBezTo>
                  <a:pt x="866520" y="704670"/>
                  <a:pt x="880114" y="691076"/>
                  <a:pt x="896883" y="691076"/>
                </a:cubicBezTo>
                <a:close/>
                <a:moveTo>
                  <a:pt x="824329" y="691076"/>
                </a:moveTo>
                <a:cubicBezTo>
                  <a:pt x="841098" y="691076"/>
                  <a:pt x="854692" y="704670"/>
                  <a:pt x="854692" y="721440"/>
                </a:cubicBezTo>
                <a:cubicBezTo>
                  <a:pt x="854692" y="738209"/>
                  <a:pt x="841098" y="751803"/>
                  <a:pt x="824329" y="751803"/>
                </a:cubicBezTo>
                <a:cubicBezTo>
                  <a:pt x="807559" y="751803"/>
                  <a:pt x="793965" y="738209"/>
                  <a:pt x="793965" y="721440"/>
                </a:cubicBezTo>
                <a:cubicBezTo>
                  <a:pt x="793965" y="704670"/>
                  <a:pt x="807559" y="691076"/>
                  <a:pt x="824329" y="691076"/>
                </a:cubicBezTo>
                <a:close/>
                <a:moveTo>
                  <a:pt x="751774" y="691076"/>
                </a:moveTo>
                <a:cubicBezTo>
                  <a:pt x="768544" y="691076"/>
                  <a:pt x="782138" y="704670"/>
                  <a:pt x="782138" y="721440"/>
                </a:cubicBezTo>
                <a:cubicBezTo>
                  <a:pt x="782138" y="738209"/>
                  <a:pt x="768544" y="751803"/>
                  <a:pt x="751774" y="751803"/>
                </a:cubicBezTo>
                <a:cubicBezTo>
                  <a:pt x="735005" y="751803"/>
                  <a:pt x="721411" y="738209"/>
                  <a:pt x="721411" y="721440"/>
                </a:cubicBezTo>
                <a:cubicBezTo>
                  <a:pt x="721411" y="704670"/>
                  <a:pt x="735005" y="691076"/>
                  <a:pt x="751774" y="691076"/>
                </a:cubicBezTo>
                <a:close/>
                <a:moveTo>
                  <a:pt x="679220" y="691076"/>
                </a:moveTo>
                <a:cubicBezTo>
                  <a:pt x="695989" y="691076"/>
                  <a:pt x="709583" y="704670"/>
                  <a:pt x="709583" y="721440"/>
                </a:cubicBezTo>
                <a:cubicBezTo>
                  <a:pt x="709583" y="738209"/>
                  <a:pt x="695989" y="751803"/>
                  <a:pt x="679220" y="751803"/>
                </a:cubicBezTo>
                <a:cubicBezTo>
                  <a:pt x="662450" y="751803"/>
                  <a:pt x="648856" y="738209"/>
                  <a:pt x="648856" y="721440"/>
                </a:cubicBezTo>
                <a:cubicBezTo>
                  <a:pt x="648856" y="704670"/>
                  <a:pt x="662450" y="691076"/>
                  <a:pt x="679220" y="691076"/>
                </a:cubicBezTo>
                <a:close/>
                <a:moveTo>
                  <a:pt x="606665" y="691076"/>
                </a:moveTo>
                <a:cubicBezTo>
                  <a:pt x="623435" y="691076"/>
                  <a:pt x="637029" y="704670"/>
                  <a:pt x="637029" y="721440"/>
                </a:cubicBezTo>
                <a:cubicBezTo>
                  <a:pt x="637029" y="738209"/>
                  <a:pt x="623435" y="751803"/>
                  <a:pt x="606665" y="751803"/>
                </a:cubicBezTo>
                <a:cubicBezTo>
                  <a:pt x="589896" y="751803"/>
                  <a:pt x="576302" y="738209"/>
                  <a:pt x="576302" y="721440"/>
                </a:cubicBezTo>
                <a:cubicBezTo>
                  <a:pt x="576302" y="704670"/>
                  <a:pt x="589896" y="691076"/>
                  <a:pt x="606665" y="691076"/>
                </a:cubicBezTo>
                <a:close/>
                <a:moveTo>
                  <a:pt x="534111" y="691076"/>
                </a:moveTo>
                <a:cubicBezTo>
                  <a:pt x="550880" y="691076"/>
                  <a:pt x="564474" y="704670"/>
                  <a:pt x="564474" y="721440"/>
                </a:cubicBezTo>
                <a:cubicBezTo>
                  <a:pt x="564474" y="738209"/>
                  <a:pt x="550880" y="751803"/>
                  <a:pt x="534111" y="751803"/>
                </a:cubicBezTo>
                <a:cubicBezTo>
                  <a:pt x="517341" y="751803"/>
                  <a:pt x="503747" y="738209"/>
                  <a:pt x="503747" y="721440"/>
                </a:cubicBezTo>
                <a:cubicBezTo>
                  <a:pt x="503747" y="704670"/>
                  <a:pt x="517341" y="691076"/>
                  <a:pt x="534111" y="691076"/>
                </a:cubicBezTo>
                <a:close/>
                <a:moveTo>
                  <a:pt x="461556" y="691076"/>
                </a:moveTo>
                <a:cubicBezTo>
                  <a:pt x="478326" y="691076"/>
                  <a:pt x="491920" y="704670"/>
                  <a:pt x="491920" y="721440"/>
                </a:cubicBezTo>
                <a:cubicBezTo>
                  <a:pt x="491920" y="738209"/>
                  <a:pt x="478326" y="751803"/>
                  <a:pt x="461556" y="751803"/>
                </a:cubicBezTo>
                <a:cubicBezTo>
                  <a:pt x="444787" y="751803"/>
                  <a:pt x="431192" y="738209"/>
                  <a:pt x="431192" y="721440"/>
                </a:cubicBezTo>
                <a:cubicBezTo>
                  <a:pt x="431192" y="704670"/>
                  <a:pt x="444787" y="691076"/>
                  <a:pt x="461556" y="691076"/>
                </a:cubicBezTo>
                <a:close/>
                <a:moveTo>
                  <a:pt x="389002" y="691076"/>
                </a:moveTo>
                <a:cubicBezTo>
                  <a:pt x="405771" y="691076"/>
                  <a:pt x="419365" y="704670"/>
                  <a:pt x="419365" y="721440"/>
                </a:cubicBezTo>
                <a:cubicBezTo>
                  <a:pt x="419365" y="738209"/>
                  <a:pt x="405771" y="751803"/>
                  <a:pt x="389002" y="751803"/>
                </a:cubicBezTo>
                <a:cubicBezTo>
                  <a:pt x="372232" y="751803"/>
                  <a:pt x="358638" y="738209"/>
                  <a:pt x="358638" y="721440"/>
                </a:cubicBezTo>
                <a:cubicBezTo>
                  <a:pt x="358638" y="704670"/>
                  <a:pt x="372232" y="691076"/>
                  <a:pt x="389002" y="691076"/>
                </a:cubicBezTo>
                <a:close/>
                <a:moveTo>
                  <a:pt x="316447" y="691076"/>
                </a:moveTo>
                <a:cubicBezTo>
                  <a:pt x="333216" y="691076"/>
                  <a:pt x="346810" y="704670"/>
                  <a:pt x="346810" y="721440"/>
                </a:cubicBezTo>
                <a:cubicBezTo>
                  <a:pt x="346810" y="738209"/>
                  <a:pt x="333216" y="751803"/>
                  <a:pt x="316447" y="751803"/>
                </a:cubicBezTo>
                <a:cubicBezTo>
                  <a:pt x="299677" y="751803"/>
                  <a:pt x="286084" y="738209"/>
                  <a:pt x="286084" y="721440"/>
                </a:cubicBezTo>
                <a:cubicBezTo>
                  <a:pt x="286084" y="704670"/>
                  <a:pt x="299677" y="691076"/>
                  <a:pt x="316447" y="691076"/>
                </a:cubicBezTo>
                <a:close/>
                <a:moveTo>
                  <a:pt x="243892" y="691076"/>
                </a:moveTo>
                <a:cubicBezTo>
                  <a:pt x="260662" y="691076"/>
                  <a:pt x="274256" y="704670"/>
                  <a:pt x="274256" y="721440"/>
                </a:cubicBezTo>
                <a:cubicBezTo>
                  <a:pt x="274256" y="738209"/>
                  <a:pt x="260662" y="751803"/>
                  <a:pt x="243892" y="751803"/>
                </a:cubicBezTo>
                <a:cubicBezTo>
                  <a:pt x="227123" y="751803"/>
                  <a:pt x="213529" y="738209"/>
                  <a:pt x="213529" y="721440"/>
                </a:cubicBezTo>
                <a:cubicBezTo>
                  <a:pt x="213529" y="704670"/>
                  <a:pt x="227123" y="691076"/>
                  <a:pt x="243892" y="691076"/>
                </a:cubicBezTo>
                <a:close/>
                <a:moveTo>
                  <a:pt x="171339" y="691076"/>
                </a:moveTo>
                <a:cubicBezTo>
                  <a:pt x="188107" y="691076"/>
                  <a:pt x="201701" y="704670"/>
                  <a:pt x="201701" y="721440"/>
                </a:cubicBezTo>
                <a:cubicBezTo>
                  <a:pt x="201701" y="738209"/>
                  <a:pt x="188107" y="751803"/>
                  <a:pt x="171339" y="751803"/>
                </a:cubicBezTo>
                <a:cubicBezTo>
                  <a:pt x="154662" y="751803"/>
                  <a:pt x="141067" y="738209"/>
                  <a:pt x="141067" y="721440"/>
                </a:cubicBezTo>
                <a:cubicBezTo>
                  <a:pt x="141067" y="704670"/>
                  <a:pt x="154662" y="691076"/>
                  <a:pt x="171339" y="691076"/>
                </a:cubicBezTo>
                <a:close/>
                <a:moveTo>
                  <a:pt x="98890" y="691076"/>
                </a:moveTo>
                <a:cubicBezTo>
                  <a:pt x="115653" y="691076"/>
                  <a:pt x="129246" y="704670"/>
                  <a:pt x="129246" y="721440"/>
                </a:cubicBezTo>
                <a:cubicBezTo>
                  <a:pt x="129246" y="738209"/>
                  <a:pt x="115653" y="751803"/>
                  <a:pt x="98890" y="751803"/>
                </a:cubicBezTo>
                <a:cubicBezTo>
                  <a:pt x="82117" y="751803"/>
                  <a:pt x="68523" y="738209"/>
                  <a:pt x="68523" y="721440"/>
                </a:cubicBezTo>
                <a:cubicBezTo>
                  <a:pt x="68523" y="704670"/>
                  <a:pt x="82117" y="691076"/>
                  <a:pt x="98890" y="691076"/>
                </a:cubicBezTo>
                <a:close/>
                <a:moveTo>
                  <a:pt x="26336" y="691076"/>
                </a:moveTo>
                <a:cubicBezTo>
                  <a:pt x="43099" y="691076"/>
                  <a:pt x="56694" y="704670"/>
                  <a:pt x="56694" y="721440"/>
                </a:cubicBezTo>
                <a:cubicBezTo>
                  <a:pt x="56694" y="738209"/>
                  <a:pt x="43099" y="751803"/>
                  <a:pt x="26336" y="751803"/>
                </a:cubicBezTo>
                <a:cubicBezTo>
                  <a:pt x="17950" y="751803"/>
                  <a:pt x="10359" y="748405"/>
                  <a:pt x="4864" y="742910"/>
                </a:cubicBezTo>
                <a:lnTo>
                  <a:pt x="0" y="731167"/>
                </a:lnTo>
                <a:lnTo>
                  <a:pt x="0" y="711713"/>
                </a:lnTo>
                <a:lnTo>
                  <a:pt x="4864" y="699969"/>
                </a:lnTo>
                <a:cubicBezTo>
                  <a:pt x="10359" y="694475"/>
                  <a:pt x="17950" y="691076"/>
                  <a:pt x="26336" y="691076"/>
                </a:cubicBezTo>
                <a:close/>
                <a:moveTo>
                  <a:pt x="1622429" y="610624"/>
                </a:moveTo>
                <a:cubicBezTo>
                  <a:pt x="1639199" y="610624"/>
                  <a:pt x="1652792" y="624218"/>
                  <a:pt x="1652792" y="640988"/>
                </a:cubicBezTo>
                <a:cubicBezTo>
                  <a:pt x="1652792" y="657757"/>
                  <a:pt x="1639199" y="671351"/>
                  <a:pt x="1622429" y="671351"/>
                </a:cubicBezTo>
                <a:cubicBezTo>
                  <a:pt x="1605659" y="671351"/>
                  <a:pt x="1592066" y="657757"/>
                  <a:pt x="1592066" y="640988"/>
                </a:cubicBezTo>
                <a:cubicBezTo>
                  <a:pt x="1592066" y="624218"/>
                  <a:pt x="1605659" y="610624"/>
                  <a:pt x="1622429" y="610624"/>
                </a:cubicBezTo>
                <a:close/>
                <a:moveTo>
                  <a:pt x="1549874" y="610624"/>
                </a:moveTo>
                <a:cubicBezTo>
                  <a:pt x="1566644" y="610624"/>
                  <a:pt x="1580238" y="624218"/>
                  <a:pt x="1580238" y="640988"/>
                </a:cubicBezTo>
                <a:cubicBezTo>
                  <a:pt x="1580238" y="657757"/>
                  <a:pt x="1566644" y="671351"/>
                  <a:pt x="1549874" y="671351"/>
                </a:cubicBezTo>
                <a:cubicBezTo>
                  <a:pt x="1533105" y="671351"/>
                  <a:pt x="1519511" y="657757"/>
                  <a:pt x="1519511" y="640988"/>
                </a:cubicBezTo>
                <a:cubicBezTo>
                  <a:pt x="1519511" y="624218"/>
                  <a:pt x="1533105" y="610624"/>
                  <a:pt x="1549874" y="610624"/>
                </a:cubicBezTo>
                <a:close/>
                <a:moveTo>
                  <a:pt x="1477320" y="610624"/>
                </a:moveTo>
                <a:cubicBezTo>
                  <a:pt x="1494089" y="610624"/>
                  <a:pt x="1507683" y="624218"/>
                  <a:pt x="1507683" y="640988"/>
                </a:cubicBezTo>
                <a:cubicBezTo>
                  <a:pt x="1507683" y="657757"/>
                  <a:pt x="1494089" y="671351"/>
                  <a:pt x="1477320" y="671351"/>
                </a:cubicBezTo>
                <a:cubicBezTo>
                  <a:pt x="1460550" y="671351"/>
                  <a:pt x="1446956" y="657757"/>
                  <a:pt x="1446956" y="640988"/>
                </a:cubicBezTo>
                <a:cubicBezTo>
                  <a:pt x="1446956" y="624218"/>
                  <a:pt x="1460550" y="610624"/>
                  <a:pt x="1477320" y="610624"/>
                </a:cubicBezTo>
                <a:close/>
                <a:moveTo>
                  <a:pt x="1404765" y="610624"/>
                </a:moveTo>
                <a:cubicBezTo>
                  <a:pt x="1421535" y="610624"/>
                  <a:pt x="1435129" y="624218"/>
                  <a:pt x="1435129" y="640988"/>
                </a:cubicBezTo>
                <a:cubicBezTo>
                  <a:pt x="1435129" y="657757"/>
                  <a:pt x="1421535" y="671351"/>
                  <a:pt x="1404765" y="671351"/>
                </a:cubicBezTo>
                <a:cubicBezTo>
                  <a:pt x="1387996" y="671351"/>
                  <a:pt x="1374402" y="657757"/>
                  <a:pt x="1374402" y="640988"/>
                </a:cubicBezTo>
                <a:cubicBezTo>
                  <a:pt x="1374402" y="624218"/>
                  <a:pt x="1387996" y="610624"/>
                  <a:pt x="1404765" y="610624"/>
                </a:cubicBezTo>
                <a:close/>
                <a:moveTo>
                  <a:pt x="1332211" y="610624"/>
                </a:moveTo>
                <a:cubicBezTo>
                  <a:pt x="1348980" y="610624"/>
                  <a:pt x="1362574" y="624218"/>
                  <a:pt x="1362574" y="640988"/>
                </a:cubicBezTo>
                <a:cubicBezTo>
                  <a:pt x="1362574" y="657757"/>
                  <a:pt x="1348980" y="671351"/>
                  <a:pt x="1332211" y="671351"/>
                </a:cubicBezTo>
                <a:cubicBezTo>
                  <a:pt x="1315441" y="671351"/>
                  <a:pt x="1301847" y="657757"/>
                  <a:pt x="1301847" y="640988"/>
                </a:cubicBezTo>
                <a:cubicBezTo>
                  <a:pt x="1301847" y="624218"/>
                  <a:pt x="1315441" y="610624"/>
                  <a:pt x="1332211" y="610624"/>
                </a:cubicBezTo>
                <a:close/>
                <a:moveTo>
                  <a:pt x="1259656" y="610624"/>
                </a:moveTo>
                <a:cubicBezTo>
                  <a:pt x="1276426" y="610624"/>
                  <a:pt x="1290020" y="624218"/>
                  <a:pt x="1290020" y="640988"/>
                </a:cubicBezTo>
                <a:cubicBezTo>
                  <a:pt x="1290020" y="657757"/>
                  <a:pt x="1276426" y="671351"/>
                  <a:pt x="1259656" y="671351"/>
                </a:cubicBezTo>
                <a:cubicBezTo>
                  <a:pt x="1242887" y="671351"/>
                  <a:pt x="1229293" y="657757"/>
                  <a:pt x="1229293" y="640988"/>
                </a:cubicBezTo>
                <a:cubicBezTo>
                  <a:pt x="1229293" y="624218"/>
                  <a:pt x="1242887" y="610624"/>
                  <a:pt x="1259656" y="610624"/>
                </a:cubicBezTo>
                <a:close/>
                <a:moveTo>
                  <a:pt x="1187102" y="610624"/>
                </a:moveTo>
                <a:cubicBezTo>
                  <a:pt x="1203871" y="610624"/>
                  <a:pt x="1217465" y="624218"/>
                  <a:pt x="1217465" y="640988"/>
                </a:cubicBezTo>
                <a:cubicBezTo>
                  <a:pt x="1217465" y="657757"/>
                  <a:pt x="1203871" y="671351"/>
                  <a:pt x="1187102" y="671351"/>
                </a:cubicBezTo>
                <a:cubicBezTo>
                  <a:pt x="1170332" y="671351"/>
                  <a:pt x="1156738" y="657757"/>
                  <a:pt x="1156738" y="640988"/>
                </a:cubicBezTo>
                <a:cubicBezTo>
                  <a:pt x="1156738" y="624218"/>
                  <a:pt x="1170332" y="610624"/>
                  <a:pt x="1187102" y="610624"/>
                </a:cubicBezTo>
                <a:close/>
                <a:moveTo>
                  <a:pt x="1114547" y="610624"/>
                </a:moveTo>
                <a:cubicBezTo>
                  <a:pt x="1131317" y="610624"/>
                  <a:pt x="1144911" y="624218"/>
                  <a:pt x="1144911" y="640988"/>
                </a:cubicBezTo>
                <a:cubicBezTo>
                  <a:pt x="1144911" y="657757"/>
                  <a:pt x="1131317" y="671351"/>
                  <a:pt x="1114547" y="671351"/>
                </a:cubicBezTo>
                <a:cubicBezTo>
                  <a:pt x="1097778" y="671351"/>
                  <a:pt x="1084184" y="657757"/>
                  <a:pt x="1084184" y="640988"/>
                </a:cubicBezTo>
                <a:cubicBezTo>
                  <a:pt x="1084184" y="624218"/>
                  <a:pt x="1097778" y="610624"/>
                  <a:pt x="1114547" y="610624"/>
                </a:cubicBezTo>
                <a:close/>
                <a:moveTo>
                  <a:pt x="1041993" y="610624"/>
                </a:moveTo>
                <a:cubicBezTo>
                  <a:pt x="1058762" y="610624"/>
                  <a:pt x="1072356" y="624218"/>
                  <a:pt x="1072356" y="640988"/>
                </a:cubicBezTo>
                <a:cubicBezTo>
                  <a:pt x="1072356" y="657757"/>
                  <a:pt x="1058762" y="671351"/>
                  <a:pt x="1041993" y="671351"/>
                </a:cubicBezTo>
                <a:cubicBezTo>
                  <a:pt x="1025223" y="671351"/>
                  <a:pt x="1011629" y="657757"/>
                  <a:pt x="1011629" y="640988"/>
                </a:cubicBezTo>
                <a:cubicBezTo>
                  <a:pt x="1011629" y="624218"/>
                  <a:pt x="1025223" y="610624"/>
                  <a:pt x="1041993" y="610624"/>
                </a:cubicBezTo>
                <a:close/>
                <a:moveTo>
                  <a:pt x="969438" y="610624"/>
                </a:moveTo>
                <a:cubicBezTo>
                  <a:pt x="986208" y="610624"/>
                  <a:pt x="999801" y="624218"/>
                  <a:pt x="999801" y="640988"/>
                </a:cubicBezTo>
                <a:cubicBezTo>
                  <a:pt x="999801" y="657757"/>
                  <a:pt x="986208" y="671351"/>
                  <a:pt x="969438" y="671351"/>
                </a:cubicBezTo>
                <a:cubicBezTo>
                  <a:pt x="952669" y="671351"/>
                  <a:pt x="939075" y="657757"/>
                  <a:pt x="939075" y="640988"/>
                </a:cubicBezTo>
                <a:cubicBezTo>
                  <a:pt x="939075" y="624218"/>
                  <a:pt x="952669" y="610624"/>
                  <a:pt x="969438" y="610624"/>
                </a:cubicBezTo>
                <a:close/>
                <a:moveTo>
                  <a:pt x="896883" y="610624"/>
                </a:moveTo>
                <a:cubicBezTo>
                  <a:pt x="913653" y="610624"/>
                  <a:pt x="927247" y="624218"/>
                  <a:pt x="927247" y="640988"/>
                </a:cubicBezTo>
                <a:cubicBezTo>
                  <a:pt x="927247" y="657757"/>
                  <a:pt x="913653" y="671351"/>
                  <a:pt x="896883" y="671351"/>
                </a:cubicBezTo>
                <a:cubicBezTo>
                  <a:pt x="880114" y="671351"/>
                  <a:pt x="866520" y="657757"/>
                  <a:pt x="866520" y="640988"/>
                </a:cubicBezTo>
                <a:cubicBezTo>
                  <a:pt x="866520" y="624218"/>
                  <a:pt x="880114" y="610624"/>
                  <a:pt x="896883" y="610624"/>
                </a:cubicBezTo>
                <a:close/>
                <a:moveTo>
                  <a:pt x="824329" y="610624"/>
                </a:moveTo>
                <a:cubicBezTo>
                  <a:pt x="841098" y="610624"/>
                  <a:pt x="854692" y="624218"/>
                  <a:pt x="854692" y="640988"/>
                </a:cubicBezTo>
                <a:cubicBezTo>
                  <a:pt x="854692" y="657757"/>
                  <a:pt x="841098" y="671351"/>
                  <a:pt x="824329" y="671351"/>
                </a:cubicBezTo>
                <a:cubicBezTo>
                  <a:pt x="807559" y="671351"/>
                  <a:pt x="793965" y="657757"/>
                  <a:pt x="793965" y="640988"/>
                </a:cubicBezTo>
                <a:cubicBezTo>
                  <a:pt x="793965" y="624218"/>
                  <a:pt x="807559" y="610624"/>
                  <a:pt x="824329" y="610624"/>
                </a:cubicBezTo>
                <a:close/>
                <a:moveTo>
                  <a:pt x="751774" y="610624"/>
                </a:moveTo>
                <a:cubicBezTo>
                  <a:pt x="768544" y="610624"/>
                  <a:pt x="782138" y="624218"/>
                  <a:pt x="782138" y="640988"/>
                </a:cubicBezTo>
                <a:cubicBezTo>
                  <a:pt x="782138" y="657757"/>
                  <a:pt x="768544" y="671351"/>
                  <a:pt x="751774" y="671351"/>
                </a:cubicBezTo>
                <a:cubicBezTo>
                  <a:pt x="735005" y="671351"/>
                  <a:pt x="721411" y="657757"/>
                  <a:pt x="721411" y="640988"/>
                </a:cubicBezTo>
                <a:cubicBezTo>
                  <a:pt x="721411" y="624218"/>
                  <a:pt x="735005" y="610624"/>
                  <a:pt x="751774" y="610624"/>
                </a:cubicBezTo>
                <a:close/>
                <a:moveTo>
                  <a:pt x="679220" y="610624"/>
                </a:moveTo>
                <a:cubicBezTo>
                  <a:pt x="695989" y="610624"/>
                  <a:pt x="709583" y="624218"/>
                  <a:pt x="709583" y="640988"/>
                </a:cubicBezTo>
                <a:cubicBezTo>
                  <a:pt x="709583" y="657757"/>
                  <a:pt x="695989" y="671351"/>
                  <a:pt x="679220" y="671351"/>
                </a:cubicBezTo>
                <a:cubicBezTo>
                  <a:pt x="662450" y="671351"/>
                  <a:pt x="648856" y="657757"/>
                  <a:pt x="648856" y="640988"/>
                </a:cubicBezTo>
                <a:cubicBezTo>
                  <a:pt x="648856" y="624218"/>
                  <a:pt x="662450" y="610624"/>
                  <a:pt x="679220" y="610624"/>
                </a:cubicBezTo>
                <a:close/>
                <a:moveTo>
                  <a:pt x="606665" y="610624"/>
                </a:moveTo>
                <a:cubicBezTo>
                  <a:pt x="623435" y="610624"/>
                  <a:pt x="637029" y="624218"/>
                  <a:pt x="637029" y="640988"/>
                </a:cubicBezTo>
                <a:cubicBezTo>
                  <a:pt x="637029" y="657757"/>
                  <a:pt x="623435" y="671351"/>
                  <a:pt x="606665" y="671351"/>
                </a:cubicBezTo>
                <a:cubicBezTo>
                  <a:pt x="589896" y="671351"/>
                  <a:pt x="576302" y="657757"/>
                  <a:pt x="576302" y="640988"/>
                </a:cubicBezTo>
                <a:cubicBezTo>
                  <a:pt x="576302" y="624218"/>
                  <a:pt x="589896" y="610624"/>
                  <a:pt x="606665" y="610624"/>
                </a:cubicBezTo>
                <a:close/>
                <a:moveTo>
                  <a:pt x="534111" y="610624"/>
                </a:moveTo>
                <a:cubicBezTo>
                  <a:pt x="550880" y="610624"/>
                  <a:pt x="564474" y="624218"/>
                  <a:pt x="564474" y="640988"/>
                </a:cubicBezTo>
                <a:cubicBezTo>
                  <a:pt x="564474" y="657757"/>
                  <a:pt x="550880" y="671351"/>
                  <a:pt x="534111" y="671351"/>
                </a:cubicBezTo>
                <a:cubicBezTo>
                  <a:pt x="517341" y="671351"/>
                  <a:pt x="503747" y="657757"/>
                  <a:pt x="503747" y="640988"/>
                </a:cubicBezTo>
                <a:cubicBezTo>
                  <a:pt x="503747" y="624218"/>
                  <a:pt x="517341" y="610624"/>
                  <a:pt x="534111" y="610624"/>
                </a:cubicBezTo>
                <a:close/>
                <a:moveTo>
                  <a:pt x="461556" y="610624"/>
                </a:moveTo>
                <a:cubicBezTo>
                  <a:pt x="478326" y="610624"/>
                  <a:pt x="491920" y="624218"/>
                  <a:pt x="491920" y="640988"/>
                </a:cubicBezTo>
                <a:cubicBezTo>
                  <a:pt x="491920" y="657757"/>
                  <a:pt x="478326" y="671351"/>
                  <a:pt x="461556" y="671351"/>
                </a:cubicBezTo>
                <a:cubicBezTo>
                  <a:pt x="444787" y="671351"/>
                  <a:pt x="431192" y="657757"/>
                  <a:pt x="431192" y="640988"/>
                </a:cubicBezTo>
                <a:cubicBezTo>
                  <a:pt x="431192" y="624218"/>
                  <a:pt x="444787" y="610624"/>
                  <a:pt x="461556" y="610624"/>
                </a:cubicBezTo>
                <a:close/>
                <a:moveTo>
                  <a:pt x="389002" y="610624"/>
                </a:moveTo>
                <a:cubicBezTo>
                  <a:pt x="405771" y="610624"/>
                  <a:pt x="419365" y="624218"/>
                  <a:pt x="419365" y="640988"/>
                </a:cubicBezTo>
                <a:cubicBezTo>
                  <a:pt x="419365" y="657757"/>
                  <a:pt x="405771" y="671351"/>
                  <a:pt x="389002" y="671351"/>
                </a:cubicBezTo>
                <a:cubicBezTo>
                  <a:pt x="372232" y="671351"/>
                  <a:pt x="358638" y="657757"/>
                  <a:pt x="358638" y="640988"/>
                </a:cubicBezTo>
                <a:cubicBezTo>
                  <a:pt x="358638" y="624218"/>
                  <a:pt x="372232" y="610624"/>
                  <a:pt x="389002" y="610624"/>
                </a:cubicBezTo>
                <a:close/>
                <a:moveTo>
                  <a:pt x="316447" y="610624"/>
                </a:moveTo>
                <a:cubicBezTo>
                  <a:pt x="333216" y="610624"/>
                  <a:pt x="346810" y="624218"/>
                  <a:pt x="346810" y="640988"/>
                </a:cubicBezTo>
                <a:cubicBezTo>
                  <a:pt x="346810" y="657757"/>
                  <a:pt x="333216" y="671351"/>
                  <a:pt x="316447" y="671351"/>
                </a:cubicBezTo>
                <a:cubicBezTo>
                  <a:pt x="299677" y="671351"/>
                  <a:pt x="286084" y="657757"/>
                  <a:pt x="286084" y="640988"/>
                </a:cubicBezTo>
                <a:cubicBezTo>
                  <a:pt x="286084" y="624218"/>
                  <a:pt x="299677" y="610624"/>
                  <a:pt x="316447" y="610624"/>
                </a:cubicBezTo>
                <a:close/>
                <a:moveTo>
                  <a:pt x="243892" y="610624"/>
                </a:moveTo>
                <a:cubicBezTo>
                  <a:pt x="260662" y="610624"/>
                  <a:pt x="274256" y="624218"/>
                  <a:pt x="274256" y="640988"/>
                </a:cubicBezTo>
                <a:cubicBezTo>
                  <a:pt x="274256" y="657757"/>
                  <a:pt x="260662" y="671351"/>
                  <a:pt x="243892" y="671351"/>
                </a:cubicBezTo>
                <a:cubicBezTo>
                  <a:pt x="227123" y="671351"/>
                  <a:pt x="213529" y="657757"/>
                  <a:pt x="213529" y="640988"/>
                </a:cubicBezTo>
                <a:cubicBezTo>
                  <a:pt x="213529" y="624218"/>
                  <a:pt x="227123" y="610624"/>
                  <a:pt x="243892" y="610624"/>
                </a:cubicBezTo>
                <a:close/>
                <a:moveTo>
                  <a:pt x="171339" y="610624"/>
                </a:moveTo>
                <a:cubicBezTo>
                  <a:pt x="188107" y="610624"/>
                  <a:pt x="201701" y="624218"/>
                  <a:pt x="201701" y="640988"/>
                </a:cubicBezTo>
                <a:cubicBezTo>
                  <a:pt x="201701" y="657757"/>
                  <a:pt x="188107" y="671351"/>
                  <a:pt x="171339" y="671351"/>
                </a:cubicBezTo>
                <a:cubicBezTo>
                  <a:pt x="154667" y="671351"/>
                  <a:pt x="141073" y="657757"/>
                  <a:pt x="141073" y="640988"/>
                </a:cubicBezTo>
                <a:cubicBezTo>
                  <a:pt x="141073" y="624218"/>
                  <a:pt x="154667" y="610624"/>
                  <a:pt x="171339" y="610624"/>
                </a:cubicBezTo>
                <a:close/>
                <a:moveTo>
                  <a:pt x="98897" y="610624"/>
                </a:moveTo>
                <a:cubicBezTo>
                  <a:pt x="115658" y="610624"/>
                  <a:pt x="129252" y="624218"/>
                  <a:pt x="129252" y="640988"/>
                </a:cubicBezTo>
                <a:cubicBezTo>
                  <a:pt x="129252" y="657757"/>
                  <a:pt x="115658" y="671351"/>
                  <a:pt x="98897" y="671351"/>
                </a:cubicBezTo>
                <a:cubicBezTo>
                  <a:pt x="82124" y="671351"/>
                  <a:pt x="68530" y="657757"/>
                  <a:pt x="68530" y="640988"/>
                </a:cubicBezTo>
                <a:cubicBezTo>
                  <a:pt x="68530" y="624218"/>
                  <a:pt x="82124" y="610624"/>
                  <a:pt x="98897" y="610624"/>
                </a:cubicBezTo>
                <a:close/>
                <a:moveTo>
                  <a:pt x="26342" y="610624"/>
                </a:moveTo>
                <a:cubicBezTo>
                  <a:pt x="43106" y="610624"/>
                  <a:pt x="56701" y="624218"/>
                  <a:pt x="56701" y="640988"/>
                </a:cubicBezTo>
                <a:cubicBezTo>
                  <a:pt x="56701" y="657757"/>
                  <a:pt x="43106" y="671351"/>
                  <a:pt x="26342" y="671351"/>
                </a:cubicBezTo>
                <a:cubicBezTo>
                  <a:pt x="17956" y="671351"/>
                  <a:pt x="10365" y="667953"/>
                  <a:pt x="4871" y="662458"/>
                </a:cubicBezTo>
                <a:lnTo>
                  <a:pt x="0" y="650698"/>
                </a:lnTo>
                <a:lnTo>
                  <a:pt x="0" y="631277"/>
                </a:lnTo>
                <a:lnTo>
                  <a:pt x="4871" y="619517"/>
                </a:lnTo>
                <a:cubicBezTo>
                  <a:pt x="10365" y="614023"/>
                  <a:pt x="17956" y="610624"/>
                  <a:pt x="26342" y="610624"/>
                </a:cubicBezTo>
                <a:close/>
                <a:moveTo>
                  <a:pt x="1669096" y="549730"/>
                </a:moveTo>
                <a:lnTo>
                  <a:pt x="1668124" y="568994"/>
                </a:lnTo>
                <a:lnTo>
                  <a:pt x="1664620" y="560536"/>
                </a:lnTo>
                <a:close/>
                <a:moveTo>
                  <a:pt x="1622429" y="530173"/>
                </a:moveTo>
                <a:cubicBezTo>
                  <a:pt x="1639199" y="530173"/>
                  <a:pt x="1652792" y="543767"/>
                  <a:pt x="1652792" y="560536"/>
                </a:cubicBezTo>
                <a:cubicBezTo>
                  <a:pt x="1652792" y="577306"/>
                  <a:pt x="1639199" y="590900"/>
                  <a:pt x="1622429" y="590900"/>
                </a:cubicBezTo>
                <a:cubicBezTo>
                  <a:pt x="1605659" y="590900"/>
                  <a:pt x="1592066" y="577306"/>
                  <a:pt x="1592066" y="560536"/>
                </a:cubicBezTo>
                <a:cubicBezTo>
                  <a:pt x="1592066" y="543767"/>
                  <a:pt x="1605659" y="530173"/>
                  <a:pt x="1622429" y="530173"/>
                </a:cubicBezTo>
                <a:close/>
                <a:moveTo>
                  <a:pt x="1549874" y="530173"/>
                </a:moveTo>
                <a:cubicBezTo>
                  <a:pt x="1566644" y="530173"/>
                  <a:pt x="1580238" y="543767"/>
                  <a:pt x="1580238" y="560536"/>
                </a:cubicBezTo>
                <a:cubicBezTo>
                  <a:pt x="1580238" y="577306"/>
                  <a:pt x="1566644" y="590900"/>
                  <a:pt x="1549874" y="590900"/>
                </a:cubicBezTo>
                <a:cubicBezTo>
                  <a:pt x="1533105" y="590900"/>
                  <a:pt x="1519511" y="577306"/>
                  <a:pt x="1519511" y="560536"/>
                </a:cubicBezTo>
                <a:cubicBezTo>
                  <a:pt x="1519511" y="543767"/>
                  <a:pt x="1533105" y="530173"/>
                  <a:pt x="1549874" y="530173"/>
                </a:cubicBezTo>
                <a:close/>
                <a:moveTo>
                  <a:pt x="1477320" y="530173"/>
                </a:moveTo>
                <a:cubicBezTo>
                  <a:pt x="1494089" y="530173"/>
                  <a:pt x="1507683" y="543767"/>
                  <a:pt x="1507683" y="560536"/>
                </a:cubicBezTo>
                <a:cubicBezTo>
                  <a:pt x="1507683" y="577306"/>
                  <a:pt x="1494089" y="590900"/>
                  <a:pt x="1477320" y="590900"/>
                </a:cubicBezTo>
                <a:cubicBezTo>
                  <a:pt x="1460550" y="590900"/>
                  <a:pt x="1446956" y="577306"/>
                  <a:pt x="1446956" y="560536"/>
                </a:cubicBezTo>
                <a:cubicBezTo>
                  <a:pt x="1446956" y="543767"/>
                  <a:pt x="1460550" y="530173"/>
                  <a:pt x="1477320" y="530173"/>
                </a:cubicBezTo>
                <a:close/>
                <a:moveTo>
                  <a:pt x="1404765" y="530173"/>
                </a:moveTo>
                <a:cubicBezTo>
                  <a:pt x="1421535" y="530173"/>
                  <a:pt x="1435129" y="543767"/>
                  <a:pt x="1435129" y="560536"/>
                </a:cubicBezTo>
                <a:cubicBezTo>
                  <a:pt x="1435129" y="577306"/>
                  <a:pt x="1421535" y="590900"/>
                  <a:pt x="1404765" y="590900"/>
                </a:cubicBezTo>
                <a:cubicBezTo>
                  <a:pt x="1387996" y="590900"/>
                  <a:pt x="1374402" y="577306"/>
                  <a:pt x="1374402" y="560536"/>
                </a:cubicBezTo>
                <a:cubicBezTo>
                  <a:pt x="1374402" y="543767"/>
                  <a:pt x="1387996" y="530173"/>
                  <a:pt x="1404765" y="530173"/>
                </a:cubicBezTo>
                <a:close/>
                <a:moveTo>
                  <a:pt x="1332211" y="530173"/>
                </a:moveTo>
                <a:cubicBezTo>
                  <a:pt x="1348980" y="530173"/>
                  <a:pt x="1362574" y="543767"/>
                  <a:pt x="1362574" y="560536"/>
                </a:cubicBezTo>
                <a:cubicBezTo>
                  <a:pt x="1362574" y="577306"/>
                  <a:pt x="1348980" y="590900"/>
                  <a:pt x="1332211" y="590900"/>
                </a:cubicBezTo>
                <a:cubicBezTo>
                  <a:pt x="1315441" y="590900"/>
                  <a:pt x="1301847" y="577306"/>
                  <a:pt x="1301847" y="560536"/>
                </a:cubicBezTo>
                <a:cubicBezTo>
                  <a:pt x="1301847" y="543767"/>
                  <a:pt x="1315441" y="530173"/>
                  <a:pt x="1332211" y="530173"/>
                </a:cubicBezTo>
                <a:close/>
                <a:moveTo>
                  <a:pt x="1259656" y="530173"/>
                </a:moveTo>
                <a:cubicBezTo>
                  <a:pt x="1276426" y="530173"/>
                  <a:pt x="1290020" y="543767"/>
                  <a:pt x="1290020" y="560536"/>
                </a:cubicBezTo>
                <a:cubicBezTo>
                  <a:pt x="1290020" y="577306"/>
                  <a:pt x="1276426" y="590900"/>
                  <a:pt x="1259656" y="590900"/>
                </a:cubicBezTo>
                <a:cubicBezTo>
                  <a:pt x="1242887" y="590900"/>
                  <a:pt x="1229293" y="577306"/>
                  <a:pt x="1229293" y="560536"/>
                </a:cubicBezTo>
                <a:cubicBezTo>
                  <a:pt x="1229293" y="543767"/>
                  <a:pt x="1242887" y="530173"/>
                  <a:pt x="1259656" y="530173"/>
                </a:cubicBezTo>
                <a:close/>
                <a:moveTo>
                  <a:pt x="1187102" y="530173"/>
                </a:moveTo>
                <a:cubicBezTo>
                  <a:pt x="1203871" y="530173"/>
                  <a:pt x="1217465" y="543767"/>
                  <a:pt x="1217465" y="560536"/>
                </a:cubicBezTo>
                <a:cubicBezTo>
                  <a:pt x="1217465" y="577306"/>
                  <a:pt x="1203871" y="590900"/>
                  <a:pt x="1187102" y="590900"/>
                </a:cubicBezTo>
                <a:cubicBezTo>
                  <a:pt x="1170332" y="590900"/>
                  <a:pt x="1156738" y="577306"/>
                  <a:pt x="1156738" y="560536"/>
                </a:cubicBezTo>
                <a:cubicBezTo>
                  <a:pt x="1156738" y="543767"/>
                  <a:pt x="1170332" y="530173"/>
                  <a:pt x="1187102" y="530173"/>
                </a:cubicBezTo>
                <a:close/>
                <a:moveTo>
                  <a:pt x="1114547" y="530173"/>
                </a:moveTo>
                <a:cubicBezTo>
                  <a:pt x="1131317" y="530173"/>
                  <a:pt x="1144911" y="543767"/>
                  <a:pt x="1144911" y="560536"/>
                </a:cubicBezTo>
                <a:cubicBezTo>
                  <a:pt x="1144911" y="577306"/>
                  <a:pt x="1131317" y="590900"/>
                  <a:pt x="1114547" y="590900"/>
                </a:cubicBezTo>
                <a:cubicBezTo>
                  <a:pt x="1097778" y="590900"/>
                  <a:pt x="1084184" y="577306"/>
                  <a:pt x="1084184" y="560536"/>
                </a:cubicBezTo>
                <a:cubicBezTo>
                  <a:pt x="1084184" y="543767"/>
                  <a:pt x="1097778" y="530173"/>
                  <a:pt x="1114547" y="530173"/>
                </a:cubicBezTo>
                <a:close/>
                <a:moveTo>
                  <a:pt x="1041993" y="530173"/>
                </a:moveTo>
                <a:cubicBezTo>
                  <a:pt x="1058762" y="530173"/>
                  <a:pt x="1072356" y="543767"/>
                  <a:pt x="1072356" y="560536"/>
                </a:cubicBezTo>
                <a:cubicBezTo>
                  <a:pt x="1072356" y="577306"/>
                  <a:pt x="1058762" y="590900"/>
                  <a:pt x="1041993" y="590900"/>
                </a:cubicBezTo>
                <a:cubicBezTo>
                  <a:pt x="1025223" y="590900"/>
                  <a:pt x="1011629" y="577306"/>
                  <a:pt x="1011629" y="560536"/>
                </a:cubicBezTo>
                <a:cubicBezTo>
                  <a:pt x="1011629" y="543767"/>
                  <a:pt x="1025223" y="530173"/>
                  <a:pt x="1041993" y="530173"/>
                </a:cubicBezTo>
                <a:close/>
                <a:moveTo>
                  <a:pt x="969438" y="530173"/>
                </a:moveTo>
                <a:cubicBezTo>
                  <a:pt x="986208" y="530173"/>
                  <a:pt x="999801" y="543767"/>
                  <a:pt x="999801" y="560536"/>
                </a:cubicBezTo>
                <a:cubicBezTo>
                  <a:pt x="999801" y="577306"/>
                  <a:pt x="986208" y="590900"/>
                  <a:pt x="969438" y="590900"/>
                </a:cubicBezTo>
                <a:cubicBezTo>
                  <a:pt x="952669" y="590900"/>
                  <a:pt x="939075" y="577306"/>
                  <a:pt x="939075" y="560536"/>
                </a:cubicBezTo>
                <a:cubicBezTo>
                  <a:pt x="939075" y="543767"/>
                  <a:pt x="952669" y="530173"/>
                  <a:pt x="969438" y="530173"/>
                </a:cubicBezTo>
                <a:close/>
                <a:moveTo>
                  <a:pt x="896883" y="530173"/>
                </a:moveTo>
                <a:cubicBezTo>
                  <a:pt x="913653" y="530173"/>
                  <a:pt x="927247" y="543767"/>
                  <a:pt x="927247" y="560536"/>
                </a:cubicBezTo>
                <a:cubicBezTo>
                  <a:pt x="927247" y="577306"/>
                  <a:pt x="913653" y="590900"/>
                  <a:pt x="896883" y="590900"/>
                </a:cubicBezTo>
                <a:cubicBezTo>
                  <a:pt x="880114" y="590900"/>
                  <a:pt x="866520" y="577306"/>
                  <a:pt x="866520" y="560536"/>
                </a:cubicBezTo>
                <a:cubicBezTo>
                  <a:pt x="866520" y="543767"/>
                  <a:pt x="880114" y="530173"/>
                  <a:pt x="896883" y="530173"/>
                </a:cubicBezTo>
                <a:close/>
                <a:moveTo>
                  <a:pt x="824329" y="530173"/>
                </a:moveTo>
                <a:cubicBezTo>
                  <a:pt x="841098" y="530173"/>
                  <a:pt x="854692" y="543767"/>
                  <a:pt x="854692" y="560536"/>
                </a:cubicBezTo>
                <a:cubicBezTo>
                  <a:pt x="854692" y="577306"/>
                  <a:pt x="841098" y="590900"/>
                  <a:pt x="824329" y="590900"/>
                </a:cubicBezTo>
                <a:cubicBezTo>
                  <a:pt x="807559" y="590900"/>
                  <a:pt x="793965" y="577306"/>
                  <a:pt x="793965" y="560536"/>
                </a:cubicBezTo>
                <a:cubicBezTo>
                  <a:pt x="793965" y="543767"/>
                  <a:pt x="807559" y="530173"/>
                  <a:pt x="824329" y="530173"/>
                </a:cubicBezTo>
                <a:close/>
                <a:moveTo>
                  <a:pt x="751774" y="530173"/>
                </a:moveTo>
                <a:cubicBezTo>
                  <a:pt x="768544" y="530173"/>
                  <a:pt x="782138" y="543767"/>
                  <a:pt x="782138" y="560536"/>
                </a:cubicBezTo>
                <a:cubicBezTo>
                  <a:pt x="782138" y="577306"/>
                  <a:pt x="768544" y="590900"/>
                  <a:pt x="751774" y="590900"/>
                </a:cubicBezTo>
                <a:cubicBezTo>
                  <a:pt x="735005" y="590900"/>
                  <a:pt x="721411" y="577306"/>
                  <a:pt x="721411" y="560536"/>
                </a:cubicBezTo>
                <a:cubicBezTo>
                  <a:pt x="721411" y="543767"/>
                  <a:pt x="735005" y="530173"/>
                  <a:pt x="751774" y="530173"/>
                </a:cubicBezTo>
                <a:close/>
                <a:moveTo>
                  <a:pt x="679220" y="530173"/>
                </a:moveTo>
                <a:cubicBezTo>
                  <a:pt x="695989" y="530173"/>
                  <a:pt x="709583" y="543767"/>
                  <a:pt x="709583" y="560536"/>
                </a:cubicBezTo>
                <a:cubicBezTo>
                  <a:pt x="709583" y="577306"/>
                  <a:pt x="695989" y="590900"/>
                  <a:pt x="679220" y="590900"/>
                </a:cubicBezTo>
                <a:cubicBezTo>
                  <a:pt x="662450" y="590900"/>
                  <a:pt x="648856" y="577306"/>
                  <a:pt x="648856" y="560536"/>
                </a:cubicBezTo>
                <a:cubicBezTo>
                  <a:pt x="648856" y="543767"/>
                  <a:pt x="662450" y="530173"/>
                  <a:pt x="679220" y="530173"/>
                </a:cubicBezTo>
                <a:close/>
                <a:moveTo>
                  <a:pt x="606665" y="530173"/>
                </a:moveTo>
                <a:cubicBezTo>
                  <a:pt x="623435" y="530173"/>
                  <a:pt x="637029" y="543767"/>
                  <a:pt x="637029" y="560536"/>
                </a:cubicBezTo>
                <a:cubicBezTo>
                  <a:pt x="637029" y="577306"/>
                  <a:pt x="623435" y="590900"/>
                  <a:pt x="606665" y="590900"/>
                </a:cubicBezTo>
                <a:cubicBezTo>
                  <a:pt x="589896" y="590900"/>
                  <a:pt x="576302" y="577306"/>
                  <a:pt x="576302" y="560536"/>
                </a:cubicBezTo>
                <a:cubicBezTo>
                  <a:pt x="576302" y="543767"/>
                  <a:pt x="589896" y="530173"/>
                  <a:pt x="606665" y="530173"/>
                </a:cubicBezTo>
                <a:close/>
                <a:moveTo>
                  <a:pt x="534111" y="530173"/>
                </a:moveTo>
                <a:cubicBezTo>
                  <a:pt x="550880" y="530173"/>
                  <a:pt x="564474" y="543767"/>
                  <a:pt x="564474" y="560536"/>
                </a:cubicBezTo>
                <a:cubicBezTo>
                  <a:pt x="564474" y="577306"/>
                  <a:pt x="550880" y="590900"/>
                  <a:pt x="534111" y="590900"/>
                </a:cubicBezTo>
                <a:cubicBezTo>
                  <a:pt x="517341" y="590900"/>
                  <a:pt x="503747" y="577306"/>
                  <a:pt x="503747" y="560536"/>
                </a:cubicBezTo>
                <a:cubicBezTo>
                  <a:pt x="503747" y="543767"/>
                  <a:pt x="517341" y="530173"/>
                  <a:pt x="534111" y="530173"/>
                </a:cubicBezTo>
                <a:close/>
                <a:moveTo>
                  <a:pt x="461556" y="530173"/>
                </a:moveTo>
                <a:cubicBezTo>
                  <a:pt x="478326" y="530173"/>
                  <a:pt x="491920" y="543767"/>
                  <a:pt x="491920" y="560536"/>
                </a:cubicBezTo>
                <a:cubicBezTo>
                  <a:pt x="491920" y="577306"/>
                  <a:pt x="478326" y="590900"/>
                  <a:pt x="461556" y="590900"/>
                </a:cubicBezTo>
                <a:cubicBezTo>
                  <a:pt x="444787" y="590900"/>
                  <a:pt x="431192" y="577306"/>
                  <a:pt x="431192" y="560536"/>
                </a:cubicBezTo>
                <a:cubicBezTo>
                  <a:pt x="431192" y="543767"/>
                  <a:pt x="444787" y="530173"/>
                  <a:pt x="461556" y="530173"/>
                </a:cubicBezTo>
                <a:close/>
                <a:moveTo>
                  <a:pt x="389002" y="530173"/>
                </a:moveTo>
                <a:cubicBezTo>
                  <a:pt x="405771" y="530173"/>
                  <a:pt x="419365" y="543767"/>
                  <a:pt x="419365" y="560536"/>
                </a:cubicBezTo>
                <a:cubicBezTo>
                  <a:pt x="419365" y="577306"/>
                  <a:pt x="405771" y="590900"/>
                  <a:pt x="389002" y="590900"/>
                </a:cubicBezTo>
                <a:cubicBezTo>
                  <a:pt x="372232" y="590900"/>
                  <a:pt x="358638" y="577306"/>
                  <a:pt x="358638" y="560536"/>
                </a:cubicBezTo>
                <a:cubicBezTo>
                  <a:pt x="358638" y="543767"/>
                  <a:pt x="372232" y="530173"/>
                  <a:pt x="389002" y="530173"/>
                </a:cubicBezTo>
                <a:close/>
                <a:moveTo>
                  <a:pt x="316447" y="530173"/>
                </a:moveTo>
                <a:cubicBezTo>
                  <a:pt x="333216" y="530173"/>
                  <a:pt x="346810" y="543767"/>
                  <a:pt x="346810" y="560536"/>
                </a:cubicBezTo>
                <a:cubicBezTo>
                  <a:pt x="346810" y="577306"/>
                  <a:pt x="333216" y="590900"/>
                  <a:pt x="316447" y="590900"/>
                </a:cubicBezTo>
                <a:cubicBezTo>
                  <a:pt x="299677" y="590900"/>
                  <a:pt x="286084" y="577306"/>
                  <a:pt x="286084" y="560536"/>
                </a:cubicBezTo>
                <a:cubicBezTo>
                  <a:pt x="286084" y="543767"/>
                  <a:pt x="299677" y="530173"/>
                  <a:pt x="316447" y="530173"/>
                </a:cubicBezTo>
                <a:close/>
                <a:moveTo>
                  <a:pt x="243892" y="530173"/>
                </a:moveTo>
                <a:cubicBezTo>
                  <a:pt x="260662" y="530173"/>
                  <a:pt x="274256" y="543767"/>
                  <a:pt x="274256" y="560536"/>
                </a:cubicBezTo>
                <a:cubicBezTo>
                  <a:pt x="274256" y="577306"/>
                  <a:pt x="260662" y="590900"/>
                  <a:pt x="243892" y="590900"/>
                </a:cubicBezTo>
                <a:cubicBezTo>
                  <a:pt x="227123" y="590900"/>
                  <a:pt x="213529" y="577306"/>
                  <a:pt x="213529" y="560536"/>
                </a:cubicBezTo>
                <a:cubicBezTo>
                  <a:pt x="213529" y="543767"/>
                  <a:pt x="227123" y="530173"/>
                  <a:pt x="243892" y="530173"/>
                </a:cubicBezTo>
                <a:close/>
                <a:moveTo>
                  <a:pt x="171339" y="530173"/>
                </a:moveTo>
                <a:cubicBezTo>
                  <a:pt x="188107" y="530173"/>
                  <a:pt x="201701" y="543767"/>
                  <a:pt x="201701" y="560536"/>
                </a:cubicBezTo>
                <a:cubicBezTo>
                  <a:pt x="201701" y="577306"/>
                  <a:pt x="188107" y="590900"/>
                  <a:pt x="171339" y="590900"/>
                </a:cubicBezTo>
                <a:cubicBezTo>
                  <a:pt x="154673" y="590900"/>
                  <a:pt x="141079" y="577306"/>
                  <a:pt x="141079" y="560536"/>
                </a:cubicBezTo>
                <a:cubicBezTo>
                  <a:pt x="141079" y="543767"/>
                  <a:pt x="154673" y="530173"/>
                  <a:pt x="171339" y="530173"/>
                </a:cubicBezTo>
                <a:close/>
                <a:moveTo>
                  <a:pt x="98904" y="530173"/>
                </a:moveTo>
                <a:cubicBezTo>
                  <a:pt x="115664" y="530173"/>
                  <a:pt x="129258" y="543767"/>
                  <a:pt x="129258" y="560536"/>
                </a:cubicBezTo>
                <a:cubicBezTo>
                  <a:pt x="129258" y="577306"/>
                  <a:pt x="115664" y="590900"/>
                  <a:pt x="98904" y="590900"/>
                </a:cubicBezTo>
                <a:cubicBezTo>
                  <a:pt x="82130" y="590900"/>
                  <a:pt x="68536" y="577306"/>
                  <a:pt x="68536" y="560536"/>
                </a:cubicBezTo>
                <a:cubicBezTo>
                  <a:pt x="68536" y="543767"/>
                  <a:pt x="82130" y="530173"/>
                  <a:pt x="98904" y="530173"/>
                </a:cubicBezTo>
                <a:close/>
                <a:moveTo>
                  <a:pt x="26349" y="530173"/>
                </a:moveTo>
                <a:cubicBezTo>
                  <a:pt x="43112" y="530173"/>
                  <a:pt x="56707" y="543767"/>
                  <a:pt x="56707" y="560536"/>
                </a:cubicBezTo>
                <a:cubicBezTo>
                  <a:pt x="56707" y="577306"/>
                  <a:pt x="43112" y="590900"/>
                  <a:pt x="26349" y="590900"/>
                </a:cubicBezTo>
                <a:cubicBezTo>
                  <a:pt x="17963" y="590900"/>
                  <a:pt x="10372" y="587502"/>
                  <a:pt x="4877" y="582007"/>
                </a:cubicBezTo>
                <a:lnTo>
                  <a:pt x="0" y="570232"/>
                </a:lnTo>
                <a:lnTo>
                  <a:pt x="0" y="550840"/>
                </a:lnTo>
                <a:lnTo>
                  <a:pt x="4877" y="539066"/>
                </a:lnTo>
                <a:cubicBezTo>
                  <a:pt x="10372" y="533572"/>
                  <a:pt x="17963" y="530173"/>
                  <a:pt x="26349" y="530173"/>
                </a:cubicBezTo>
                <a:close/>
                <a:moveTo>
                  <a:pt x="1673704" y="458486"/>
                </a:moveTo>
                <a:lnTo>
                  <a:pt x="1671744" y="497284"/>
                </a:lnTo>
                <a:lnTo>
                  <a:pt x="1664620" y="480084"/>
                </a:lnTo>
                <a:cubicBezTo>
                  <a:pt x="1664620" y="471700"/>
                  <a:pt x="1668019" y="464109"/>
                  <a:pt x="1673514" y="458614"/>
                </a:cubicBezTo>
                <a:close/>
                <a:moveTo>
                  <a:pt x="1622429" y="449721"/>
                </a:moveTo>
                <a:cubicBezTo>
                  <a:pt x="1639199" y="449721"/>
                  <a:pt x="1652792" y="463315"/>
                  <a:pt x="1652792" y="480084"/>
                </a:cubicBezTo>
                <a:cubicBezTo>
                  <a:pt x="1652792" y="496854"/>
                  <a:pt x="1639199" y="510448"/>
                  <a:pt x="1622429" y="510448"/>
                </a:cubicBezTo>
                <a:cubicBezTo>
                  <a:pt x="1605659" y="510448"/>
                  <a:pt x="1592066" y="496854"/>
                  <a:pt x="1592066" y="480084"/>
                </a:cubicBezTo>
                <a:cubicBezTo>
                  <a:pt x="1592066" y="463315"/>
                  <a:pt x="1605659" y="449721"/>
                  <a:pt x="1622429" y="449721"/>
                </a:cubicBezTo>
                <a:close/>
                <a:moveTo>
                  <a:pt x="1549874" y="449721"/>
                </a:moveTo>
                <a:cubicBezTo>
                  <a:pt x="1566644" y="449721"/>
                  <a:pt x="1580238" y="463315"/>
                  <a:pt x="1580238" y="480084"/>
                </a:cubicBezTo>
                <a:cubicBezTo>
                  <a:pt x="1580238" y="496854"/>
                  <a:pt x="1566644" y="510448"/>
                  <a:pt x="1549874" y="510448"/>
                </a:cubicBezTo>
                <a:cubicBezTo>
                  <a:pt x="1533105" y="510448"/>
                  <a:pt x="1519511" y="496854"/>
                  <a:pt x="1519511" y="480084"/>
                </a:cubicBezTo>
                <a:cubicBezTo>
                  <a:pt x="1519511" y="463315"/>
                  <a:pt x="1533105" y="449721"/>
                  <a:pt x="1549874" y="449721"/>
                </a:cubicBezTo>
                <a:close/>
                <a:moveTo>
                  <a:pt x="1477320" y="449721"/>
                </a:moveTo>
                <a:cubicBezTo>
                  <a:pt x="1494089" y="449721"/>
                  <a:pt x="1507683" y="463315"/>
                  <a:pt x="1507683" y="480084"/>
                </a:cubicBezTo>
                <a:cubicBezTo>
                  <a:pt x="1507683" y="496854"/>
                  <a:pt x="1494089" y="510448"/>
                  <a:pt x="1477320" y="510448"/>
                </a:cubicBezTo>
                <a:cubicBezTo>
                  <a:pt x="1460550" y="510448"/>
                  <a:pt x="1446956" y="496854"/>
                  <a:pt x="1446956" y="480084"/>
                </a:cubicBezTo>
                <a:cubicBezTo>
                  <a:pt x="1446956" y="463315"/>
                  <a:pt x="1460550" y="449721"/>
                  <a:pt x="1477320" y="449721"/>
                </a:cubicBezTo>
                <a:close/>
                <a:moveTo>
                  <a:pt x="1404765" y="449721"/>
                </a:moveTo>
                <a:cubicBezTo>
                  <a:pt x="1421535" y="449721"/>
                  <a:pt x="1435129" y="463315"/>
                  <a:pt x="1435129" y="480084"/>
                </a:cubicBezTo>
                <a:cubicBezTo>
                  <a:pt x="1435129" y="496854"/>
                  <a:pt x="1421535" y="510448"/>
                  <a:pt x="1404765" y="510448"/>
                </a:cubicBezTo>
                <a:cubicBezTo>
                  <a:pt x="1387996" y="510448"/>
                  <a:pt x="1374402" y="496854"/>
                  <a:pt x="1374402" y="480084"/>
                </a:cubicBezTo>
                <a:cubicBezTo>
                  <a:pt x="1374402" y="463315"/>
                  <a:pt x="1387996" y="449721"/>
                  <a:pt x="1404765" y="449721"/>
                </a:cubicBezTo>
                <a:close/>
                <a:moveTo>
                  <a:pt x="1332211" y="449721"/>
                </a:moveTo>
                <a:cubicBezTo>
                  <a:pt x="1348980" y="449721"/>
                  <a:pt x="1362574" y="463315"/>
                  <a:pt x="1362574" y="480084"/>
                </a:cubicBezTo>
                <a:cubicBezTo>
                  <a:pt x="1362574" y="496854"/>
                  <a:pt x="1348980" y="510448"/>
                  <a:pt x="1332211" y="510448"/>
                </a:cubicBezTo>
                <a:cubicBezTo>
                  <a:pt x="1315441" y="510448"/>
                  <a:pt x="1301847" y="496854"/>
                  <a:pt x="1301847" y="480084"/>
                </a:cubicBezTo>
                <a:cubicBezTo>
                  <a:pt x="1301847" y="463315"/>
                  <a:pt x="1315441" y="449721"/>
                  <a:pt x="1332211" y="449721"/>
                </a:cubicBezTo>
                <a:close/>
                <a:moveTo>
                  <a:pt x="1259656" y="449721"/>
                </a:moveTo>
                <a:cubicBezTo>
                  <a:pt x="1276426" y="449721"/>
                  <a:pt x="1290020" y="463315"/>
                  <a:pt x="1290020" y="480084"/>
                </a:cubicBezTo>
                <a:cubicBezTo>
                  <a:pt x="1290020" y="496854"/>
                  <a:pt x="1276426" y="510448"/>
                  <a:pt x="1259656" y="510448"/>
                </a:cubicBezTo>
                <a:cubicBezTo>
                  <a:pt x="1242887" y="510448"/>
                  <a:pt x="1229293" y="496854"/>
                  <a:pt x="1229293" y="480084"/>
                </a:cubicBezTo>
                <a:cubicBezTo>
                  <a:pt x="1229293" y="463315"/>
                  <a:pt x="1242887" y="449721"/>
                  <a:pt x="1259656" y="449721"/>
                </a:cubicBezTo>
                <a:close/>
                <a:moveTo>
                  <a:pt x="1187102" y="449721"/>
                </a:moveTo>
                <a:cubicBezTo>
                  <a:pt x="1203871" y="449721"/>
                  <a:pt x="1217465" y="463315"/>
                  <a:pt x="1217465" y="480084"/>
                </a:cubicBezTo>
                <a:cubicBezTo>
                  <a:pt x="1217465" y="496854"/>
                  <a:pt x="1203871" y="510448"/>
                  <a:pt x="1187102" y="510448"/>
                </a:cubicBezTo>
                <a:cubicBezTo>
                  <a:pt x="1170332" y="510448"/>
                  <a:pt x="1156738" y="496854"/>
                  <a:pt x="1156738" y="480084"/>
                </a:cubicBezTo>
                <a:cubicBezTo>
                  <a:pt x="1156738" y="463315"/>
                  <a:pt x="1170332" y="449721"/>
                  <a:pt x="1187102" y="449721"/>
                </a:cubicBezTo>
                <a:close/>
                <a:moveTo>
                  <a:pt x="1114547" y="449721"/>
                </a:moveTo>
                <a:cubicBezTo>
                  <a:pt x="1131317" y="449721"/>
                  <a:pt x="1144911" y="463315"/>
                  <a:pt x="1144911" y="480084"/>
                </a:cubicBezTo>
                <a:cubicBezTo>
                  <a:pt x="1144911" y="496854"/>
                  <a:pt x="1131317" y="510448"/>
                  <a:pt x="1114547" y="510448"/>
                </a:cubicBezTo>
                <a:cubicBezTo>
                  <a:pt x="1097778" y="510448"/>
                  <a:pt x="1084184" y="496854"/>
                  <a:pt x="1084184" y="480084"/>
                </a:cubicBezTo>
                <a:cubicBezTo>
                  <a:pt x="1084184" y="463315"/>
                  <a:pt x="1097778" y="449721"/>
                  <a:pt x="1114547" y="449721"/>
                </a:cubicBezTo>
                <a:close/>
                <a:moveTo>
                  <a:pt x="1041993" y="449721"/>
                </a:moveTo>
                <a:cubicBezTo>
                  <a:pt x="1058762" y="449721"/>
                  <a:pt x="1072356" y="463315"/>
                  <a:pt x="1072356" y="480084"/>
                </a:cubicBezTo>
                <a:cubicBezTo>
                  <a:pt x="1072356" y="496854"/>
                  <a:pt x="1058762" y="510448"/>
                  <a:pt x="1041993" y="510448"/>
                </a:cubicBezTo>
                <a:cubicBezTo>
                  <a:pt x="1025223" y="510448"/>
                  <a:pt x="1011629" y="496854"/>
                  <a:pt x="1011629" y="480084"/>
                </a:cubicBezTo>
                <a:cubicBezTo>
                  <a:pt x="1011629" y="463315"/>
                  <a:pt x="1025223" y="449721"/>
                  <a:pt x="1041993" y="449721"/>
                </a:cubicBezTo>
                <a:close/>
                <a:moveTo>
                  <a:pt x="969438" y="449721"/>
                </a:moveTo>
                <a:cubicBezTo>
                  <a:pt x="986208" y="449721"/>
                  <a:pt x="999801" y="463315"/>
                  <a:pt x="999801" y="480084"/>
                </a:cubicBezTo>
                <a:cubicBezTo>
                  <a:pt x="999801" y="496854"/>
                  <a:pt x="986208" y="510448"/>
                  <a:pt x="969438" y="510448"/>
                </a:cubicBezTo>
                <a:cubicBezTo>
                  <a:pt x="952669" y="510448"/>
                  <a:pt x="939075" y="496854"/>
                  <a:pt x="939075" y="480084"/>
                </a:cubicBezTo>
                <a:cubicBezTo>
                  <a:pt x="939075" y="463315"/>
                  <a:pt x="952669" y="449721"/>
                  <a:pt x="969438" y="449721"/>
                </a:cubicBezTo>
                <a:close/>
                <a:moveTo>
                  <a:pt x="896883" y="449721"/>
                </a:moveTo>
                <a:cubicBezTo>
                  <a:pt x="913653" y="449721"/>
                  <a:pt x="927247" y="463315"/>
                  <a:pt x="927247" y="480084"/>
                </a:cubicBezTo>
                <a:cubicBezTo>
                  <a:pt x="927247" y="496854"/>
                  <a:pt x="913653" y="510448"/>
                  <a:pt x="896883" y="510448"/>
                </a:cubicBezTo>
                <a:cubicBezTo>
                  <a:pt x="880114" y="510448"/>
                  <a:pt x="866520" y="496854"/>
                  <a:pt x="866520" y="480084"/>
                </a:cubicBezTo>
                <a:cubicBezTo>
                  <a:pt x="866520" y="463315"/>
                  <a:pt x="880114" y="449721"/>
                  <a:pt x="896883" y="449721"/>
                </a:cubicBezTo>
                <a:close/>
                <a:moveTo>
                  <a:pt x="824329" y="449721"/>
                </a:moveTo>
                <a:cubicBezTo>
                  <a:pt x="841098" y="449721"/>
                  <a:pt x="854692" y="463315"/>
                  <a:pt x="854692" y="480084"/>
                </a:cubicBezTo>
                <a:cubicBezTo>
                  <a:pt x="854692" y="496854"/>
                  <a:pt x="841098" y="510448"/>
                  <a:pt x="824329" y="510448"/>
                </a:cubicBezTo>
                <a:cubicBezTo>
                  <a:pt x="807559" y="510448"/>
                  <a:pt x="793965" y="496854"/>
                  <a:pt x="793965" y="480084"/>
                </a:cubicBezTo>
                <a:cubicBezTo>
                  <a:pt x="793965" y="463315"/>
                  <a:pt x="807559" y="449721"/>
                  <a:pt x="824329" y="449721"/>
                </a:cubicBezTo>
                <a:close/>
                <a:moveTo>
                  <a:pt x="751774" y="449721"/>
                </a:moveTo>
                <a:cubicBezTo>
                  <a:pt x="768544" y="449721"/>
                  <a:pt x="782138" y="463315"/>
                  <a:pt x="782138" y="480084"/>
                </a:cubicBezTo>
                <a:cubicBezTo>
                  <a:pt x="782138" y="496854"/>
                  <a:pt x="768544" y="510448"/>
                  <a:pt x="751774" y="510448"/>
                </a:cubicBezTo>
                <a:cubicBezTo>
                  <a:pt x="735005" y="510448"/>
                  <a:pt x="721411" y="496854"/>
                  <a:pt x="721411" y="480084"/>
                </a:cubicBezTo>
                <a:cubicBezTo>
                  <a:pt x="721411" y="463315"/>
                  <a:pt x="735005" y="449721"/>
                  <a:pt x="751774" y="449721"/>
                </a:cubicBezTo>
                <a:close/>
                <a:moveTo>
                  <a:pt x="679220" y="449721"/>
                </a:moveTo>
                <a:cubicBezTo>
                  <a:pt x="695989" y="449721"/>
                  <a:pt x="709583" y="463315"/>
                  <a:pt x="709583" y="480084"/>
                </a:cubicBezTo>
                <a:cubicBezTo>
                  <a:pt x="709583" y="496854"/>
                  <a:pt x="695989" y="510448"/>
                  <a:pt x="679220" y="510448"/>
                </a:cubicBezTo>
                <a:cubicBezTo>
                  <a:pt x="662450" y="510448"/>
                  <a:pt x="648856" y="496854"/>
                  <a:pt x="648856" y="480084"/>
                </a:cubicBezTo>
                <a:cubicBezTo>
                  <a:pt x="648856" y="463315"/>
                  <a:pt x="662450" y="449721"/>
                  <a:pt x="679220" y="449721"/>
                </a:cubicBezTo>
                <a:close/>
                <a:moveTo>
                  <a:pt x="606665" y="449721"/>
                </a:moveTo>
                <a:cubicBezTo>
                  <a:pt x="623435" y="449721"/>
                  <a:pt x="637029" y="463315"/>
                  <a:pt x="637029" y="480084"/>
                </a:cubicBezTo>
                <a:cubicBezTo>
                  <a:pt x="637029" y="496854"/>
                  <a:pt x="623435" y="510448"/>
                  <a:pt x="606665" y="510448"/>
                </a:cubicBezTo>
                <a:cubicBezTo>
                  <a:pt x="589896" y="510448"/>
                  <a:pt x="576302" y="496854"/>
                  <a:pt x="576302" y="480084"/>
                </a:cubicBezTo>
                <a:cubicBezTo>
                  <a:pt x="576302" y="463315"/>
                  <a:pt x="589896" y="449721"/>
                  <a:pt x="606665" y="449721"/>
                </a:cubicBezTo>
                <a:close/>
                <a:moveTo>
                  <a:pt x="534111" y="449721"/>
                </a:moveTo>
                <a:cubicBezTo>
                  <a:pt x="550880" y="449721"/>
                  <a:pt x="564474" y="463315"/>
                  <a:pt x="564474" y="480084"/>
                </a:cubicBezTo>
                <a:cubicBezTo>
                  <a:pt x="564474" y="496854"/>
                  <a:pt x="550880" y="510448"/>
                  <a:pt x="534111" y="510448"/>
                </a:cubicBezTo>
                <a:cubicBezTo>
                  <a:pt x="517341" y="510448"/>
                  <a:pt x="503747" y="496854"/>
                  <a:pt x="503747" y="480084"/>
                </a:cubicBezTo>
                <a:cubicBezTo>
                  <a:pt x="503747" y="463315"/>
                  <a:pt x="517341" y="449721"/>
                  <a:pt x="534111" y="449721"/>
                </a:cubicBezTo>
                <a:close/>
                <a:moveTo>
                  <a:pt x="461556" y="449721"/>
                </a:moveTo>
                <a:cubicBezTo>
                  <a:pt x="478326" y="449721"/>
                  <a:pt x="491920" y="463315"/>
                  <a:pt x="491920" y="480084"/>
                </a:cubicBezTo>
                <a:cubicBezTo>
                  <a:pt x="491920" y="496854"/>
                  <a:pt x="478326" y="510448"/>
                  <a:pt x="461556" y="510448"/>
                </a:cubicBezTo>
                <a:cubicBezTo>
                  <a:pt x="444787" y="510448"/>
                  <a:pt x="431192" y="496854"/>
                  <a:pt x="431192" y="480084"/>
                </a:cubicBezTo>
                <a:cubicBezTo>
                  <a:pt x="431192" y="463315"/>
                  <a:pt x="444787" y="449721"/>
                  <a:pt x="461556" y="449721"/>
                </a:cubicBezTo>
                <a:close/>
                <a:moveTo>
                  <a:pt x="389002" y="449721"/>
                </a:moveTo>
                <a:cubicBezTo>
                  <a:pt x="405771" y="449721"/>
                  <a:pt x="419365" y="463315"/>
                  <a:pt x="419365" y="480084"/>
                </a:cubicBezTo>
                <a:cubicBezTo>
                  <a:pt x="419365" y="496854"/>
                  <a:pt x="405771" y="510448"/>
                  <a:pt x="389002" y="510448"/>
                </a:cubicBezTo>
                <a:cubicBezTo>
                  <a:pt x="372232" y="510448"/>
                  <a:pt x="358638" y="496854"/>
                  <a:pt x="358638" y="480084"/>
                </a:cubicBezTo>
                <a:cubicBezTo>
                  <a:pt x="358638" y="463315"/>
                  <a:pt x="372232" y="449721"/>
                  <a:pt x="389002" y="449721"/>
                </a:cubicBezTo>
                <a:close/>
                <a:moveTo>
                  <a:pt x="316447" y="449721"/>
                </a:moveTo>
                <a:cubicBezTo>
                  <a:pt x="333216" y="449721"/>
                  <a:pt x="346810" y="463315"/>
                  <a:pt x="346810" y="480084"/>
                </a:cubicBezTo>
                <a:cubicBezTo>
                  <a:pt x="346810" y="496854"/>
                  <a:pt x="333216" y="510448"/>
                  <a:pt x="316447" y="510448"/>
                </a:cubicBezTo>
                <a:cubicBezTo>
                  <a:pt x="299677" y="510448"/>
                  <a:pt x="286084" y="496854"/>
                  <a:pt x="286084" y="480084"/>
                </a:cubicBezTo>
                <a:cubicBezTo>
                  <a:pt x="286084" y="463315"/>
                  <a:pt x="299677" y="449721"/>
                  <a:pt x="316447" y="449721"/>
                </a:cubicBezTo>
                <a:close/>
                <a:moveTo>
                  <a:pt x="243892" y="449721"/>
                </a:moveTo>
                <a:cubicBezTo>
                  <a:pt x="260662" y="449721"/>
                  <a:pt x="274256" y="463315"/>
                  <a:pt x="274256" y="480084"/>
                </a:cubicBezTo>
                <a:cubicBezTo>
                  <a:pt x="274256" y="496854"/>
                  <a:pt x="260662" y="510448"/>
                  <a:pt x="243892" y="510448"/>
                </a:cubicBezTo>
                <a:cubicBezTo>
                  <a:pt x="227123" y="510448"/>
                  <a:pt x="213529" y="496854"/>
                  <a:pt x="213529" y="480084"/>
                </a:cubicBezTo>
                <a:cubicBezTo>
                  <a:pt x="213529" y="463315"/>
                  <a:pt x="227123" y="449721"/>
                  <a:pt x="243892" y="449721"/>
                </a:cubicBezTo>
                <a:close/>
                <a:moveTo>
                  <a:pt x="171339" y="449721"/>
                </a:moveTo>
                <a:cubicBezTo>
                  <a:pt x="188107" y="449721"/>
                  <a:pt x="201701" y="463315"/>
                  <a:pt x="201701" y="480084"/>
                </a:cubicBezTo>
                <a:cubicBezTo>
                  <a:pt x="201701" y="496854"/>
                  <a:pt x="188107" y="510448"/>
                  <a:pt x="171339" y="510448"/>
                </a:cubicBezTo>
                <a:cubicBezTo>
                  <a:pt x="154679" y="510448"/>
                  <a:pt x="141085" y="496854"/>
                  <a:pt x="141085" y="480084"/>
                </a:cubicBezTo>
                <a:cubicBezTo>
                  <a:pt x="141085" y="463315"/>
                  <a:pt x="154679" y="449721"/>
                  <a:pt x="171339" y="449721"/>
                </a:cubicBezTo>
                <a:close/>
                <a:moveTo>
                  <a:pt x="98910" y="449721"/>
                </a:moveTo>
                <a:cubicBezTo>
                  <a:pt x="115670" y="449721"/>
                  <a:pt x="129264" y="463315"/>
                  <a:pt x="129264" y="480084"/>
                </a:cubicBezTo>
                <a:cubicBezTo>
                  <a:pt x="129264" y="496854"/>
                  <a:pt x="115670" y="510448"/>
                  <a:pt x="98910" y="510448"/>
                </a:cubicBezTo>
                <a:cubicBezTo>
                  <a:pt x="82136" y="510448"/>
                  <a:pt x="68542" y="496854"/>
                  <a:pt x="68542" y="480084"/>
                </a:cubicBezTo>
                <a:cubicBezTo>
                  <a:pt x="68542" y="463315"/>
                  <a:pt x="82136" y="449721"/>
                  <a:pt x="98910" y="449721"/>
                </a:cubicBezTo>
                <a:close/>
                <a:moveTo>
                  <a:pt x="26355" y="449721"/>
                </a:moveTo>
                <a:cubicBezTo>
                  <a:pt x="43118" y="449721"/>
                  <a:pt x="56713" y="463315"/>
                  <a:pt x="56713" y="480084"/>
                </a:cubicBezTo>
                <a:cubicBezTo>
                  <a:pt x="56713" y="496854"/>
                  <a:pt x="43118" y="510448"/>
                  <a:pt x="26355" y="510448"/>
                </a:cubicBezTo>
                <a:cubicBezTo>
                  <a:pt x="17970" y="510448"/>
                  <a:pt x="10379" y="507050"/>
                  <a:pt x="4884" y="501555"/>
                </a:cubicBezTo>
                <a:lnTo>
                  <a:pt x="0" y="489763"/>
                </a:lnTo>
                <a:lnTo>
                  <a:pt x="0" y="470405"/>
                </a:lnTo>
                <a:lnTo>
                  <a:pt x="4884" y="458614"/>
                </a:lnTo>
                <a:cubicBezTo>
                  <a:pt x="10379" y="453120"/>
                  <a:pt x="17970" y="449721"/>
                  <a:pt x="26355" y="449721"/>
                </a:cubicBezTo>
                <a:close/>
                <a:moveTo>
                  <a:pt x="1673066" y="379245"/>
                </a:moveTo>
                <a:lnTo>
                  <a:pt x="1675237" y="422266"/>
                </a:lnTo>
                <a:lnTo>
                  <a:pt x="1673514" y="421103"/>
                </a:lnTo>
                <a:cubicBezTo>
                  <a:pt x="1668019" y="415609"/>
                  <a:pt x="1664620" y="408017"/>
                  <a:pt x="1664620" y="399633"/>
                </a:cubicBezTo>
                <a:close/>
                <a:moveTo>
                  <a:pt x="1622429" y="369269"/>
                </a:moveTo>
                <a:cubicBezTo>
                  <a:pt x="1639199" y="369269"/>
                  <a:pt x="1652792" y="382864"/>
                  <a:pt x="1652792" y="399633"/>
                </a:cubicBezTo>
                <a:cubicBezTo>
                  <a:pt x="1652792" y="416402"/>
                  <a:pt x="1639199" y="429997"/>
                  <a:pt x="1622429" y="429997"/>
                </a:cubicBezTo>
                <a:cubicBezTo>
                  <a:pt x="1605659" y="429997"/>
                  <a:pt x="1592066" y="416402"/>
                  <a:pt x="1592066" y="399633"/>
                </a:cubicBezTo>
                <a:cubicBezTo>
                  <a:pt x="1592066" y="382864"/>
                  <a:pt x="1605659" y="369269"/>
                  <a:pt x="1622429" y="369269"/>
                </a:cubicBezTo>
                <a:close/>
                <a:moveTo>
                  <a:pt x="1549874" y="369269"/>
                </a:moveTo>
                <a:cubicBezTo>
                  <a:pt x="1566644" y="369269"/>
                  <a:pt x="1580238" y="382864"/>
                  <a:pt x="1580238" y="399633"/>
                </a:cubicBezTo>
                <a:cubicBezTo>
                  <a:pt x="1580238" y="416402"/>
                  <a:pt x="1566644" y="429997"/>
                  <a:pt x="1549874" y="429997"/>
                </a:cubicBezTo>
                <a:cubicBezTo>
                  <a:pt x="1533105" y="429997"/>
                  <a:pt x="1519511" y="416402"/>
                  <a:pt x="1519511" y="399633"/>
                </a:cubicBezTo>
                <a:cubicBezTo>
                  <a:pt x="1519511" y="382864"/>
                  <a:pt x="1533105" y="369269"/>
                  <a:pt x="1549874" y="369269"/>
                </a:cubicBezTo>
                <a:close/>
                <a:moveTo>
                  <a:pt x="1477320" y="369269"/>
                </a:moveTo>
                <a:cubicBezTo>
                  <a:pt x="1494089" y="369269"/>
                  <a:pt x="1507683" y="382864"/>
                  <a:pt x="1507683" y="399633"/>
                </a:cubicBezTo>
                <a:cubicBezTo>
                  <a:pt x="1507683" y="416402"/>
                  <a:pt x="1494089" y="429997"/>
                  <a:pt x="1477320" y="429997"/>
                </a:cubicBezTo>
                <a:cubicBezTo>
                  <a:pt x="1460550" y="429997"/>
                  <a:pt x="1446956" y="416402"/>
                  <a:pt x="1446956" y="399633"/>
                </a:cubicBezTo>
                <a:cubicBezTo>
                  <a:pt x="1446956" y="382864"/>
                  <a:pt x="1460550" y="369269"/>
                  <a:pt x="1477320" y="369269"/>
                </a:cubicBezTo>
                <a:close/>
                <a:moveTo>
                  <a:pt x="1404765" y="369269"/>
                </a:moveTo>
                <a:cubicBezTo>
                  <a:pt x="1421535" y="369269"/>
                  <a:pt x="1435129" y="382864"/>
                  <a:pt x="1435129" y="399633"/>
                </a:cubicBezTo>
                <a:cubicBezTo>
                  <a:pt x="1435129" y="416402"/>
                  <a:pt x="1421535" y="429997"/>
                  <a:pt x="1404765" y="429997"/>
                </a:cubicBezTo>
                <a:cubicBezTo>
                  <a:pt x="1387996" y="429997"/>
                  <a:pt x="1374402" y="416402"/>
                  <a:pt x="1374402" y="399633"/>
                </a:cubicBezTo>
                <a:cubicBezTo>
                  <a:pt x="1374402" y="382864"/>
                  <a:pt x="1387996" y="369269"/>
                  <a:pt x="1404765" y="369269"/>
                </a:cubicBezTo>
                <a:close/>
                <a:moveTo>
                  <a:pt x="1332211" y="369269"/>
                </a:moveTo>
                <a:cubicBezTo>
                  <a:pt x="1348980" y="369269"/>
                  <a:pt x="1362574" y="382864"/>
                  <a:pt x="1362574" y="399633"/>
                </a:cubicBezTo>
                <a:cubicBezTo>
                  <a:pt x="1362574" y="416402"/>
                  <a:pt x="1348980" y="429997"/>
                  <a:pt x="1332211" y="429997"/>
                </a:cubicBezTo>
                <a:cubicBezTo>
                  <a:pt x="1315441" y="429997"/>
                  <a:pt x="1301847" y="416402"/>
                  <a:pt x="1301847" y="399633"/>
                </a:cubicBezTo>
                <a:cubicBezTo>
                  <a:pt x="1301847" y="382864"/>
                  <a:pt x="1315441" y="369269"/>
                  <a:pt x="1332211" y="369269"/>
                </a:cubicBezTo>
                <a:close/>
                <a:moveTo>
                  <a:pt x="1259656" y="369269"/>
                </a:moveTo>
                <a:cubicBezTo>
                  <a:pt x="1276426" y="369269"/>
                  <a:pt x="1290020" y="382864"/>
                  <a:pt x="1290020" y="399633"/>
                </a:cubicBezTo>
                <a:cubicBezTo>
                  <a:pt x="1290020" y="416402"/>
                  <a:pt x="1276426" y="429997"/>
                  <a:pt x="1259656" y="429997"/>
                </a:cubicBezTo>
                <a:cubicBezTo>
                  <a:pt x="1242887" y="429997"/>
                  <a:pt x="1229293" y="416402"/>
                  <a:pt x="1229293" y="399633"/>
                </a:cubicBezTo>
                <a:cubicBezTo>
                  <a:pt x="1229293" y="382864"/>
                  <a:pt x="1242887" y="369269"/>
                  <a:pt x="1259656" y="369269"/>
                </a:cubicBezTo>
                <a:close/>
                <a:moveTo>
                  <a:pt x="1187102" y="369269"/>
                </a:moveTo>
                <a:cubicBezTo>
                  <a:pt x="1203871" y="369269"/>
                  <a:pt x="1217465" y="382864"/>
                  <a:pt x="1217465" y="399633"/>
                </a:cubicBezTo>
                <a:cubicBezTo>
                  <a:pt x="1217465" y="416402"/>
                  <a:pt x="1203871" y="429997"/>
                  <a:pt x="1187102" y="429997"/>
                </a:cubicBezTo>
                <a:cubicBezTo>
                  <a:pt x="1170332" y="429997"/>
                  <a:pt x="1156738" y="416402"/>
                  <a:pt x="1156738" y="399633"/>
                </a:cubicBezTo>
                <a:cubicBezTo>
                  <a:pt x="1156738" y="382864"/>
                  <a:pt x="1170332" y="369269"/>
                  <a:pt x="1187102" y="369269"/>
                </a:cubicBezTo>
                <a:close/>
                <a:moveTo>
                  <a:pt x="1114547" y="369269"/>
                </a:moveTo>
                <a:cubicBezTo>
                  <a:pt x="1131317" y="369269"/>
                  <a:pt x="1144911" y="382864"/>
                  <a:pt x="1144911" y="399633"/>
                </a:cubicBezTo>
                <a:cubicBezTo>
                  <a:pt x="1144911" y="416402"/>
                  <a:pt x="1131317" y="429997"/>
                  <a:pt x="1114547" y="429997"/>
                </a:cubicBezTo>
                <a:cubicBezTo>
                  <a:pt x="1097778" y="429997"/>
                  <a:pt x="1084184" y="416402"/>
                  <a:pt x="1084184" y="399633"/>
                </a:cubicBezTo>
                <a:cubicBezTo>
                  <a:pt x="1084184" y="382864"/>
                  <a:pt x="1097778" y="369269"/>
                  <a:pt x="1114547" y="369269"/>
                </a:cubicBezTo>
                <a:close/>
                <a:moveTo>
                  <a:pt x="1041993" y="369269"/>
                </a:moveTo>
                <a:cubicBezTo>
                  <a:pt x="1058762" y="369269"/>
                  <a:pt x="1072356" y="382864"/>
                  <a:pt x="1072356" y="399633"/>
                </a:cubicBezTo>
                <a:cubicBezTo>
                  <a:pt x="1072356" y="416402"/>
                  <a:pt x="1058762" y="429997"/>
                  <a:pt x="1041993" y="429997"/>
                </a:cubicBezTo>
                <a:cubicBezTo>
                  <a:pt x="1025223" y="429997"/>
                  <a:pt x="1011629" y="416402"/>
                  <a:pt x="1011629" y="399633"/>
                </a:cubicBezTo>
                <a:cubicBezTo>
                  <a:pt x="1011629" y="382864"/>
                  <a:pt x="1025223" y="369269"/>
                  <a:pt x="1041993" y="369269"/>
                </a:cubicBezTo>
                <a:close/>
                <a:moveTo>
                  <a:pt x="969438" y="369269"/>
                </a:moveTo>
                <a:cubicBezTo>
                  <a:pt x="986208" y="369269"/>
                  <a:pt x="999801" y="382864"/>
                  <a:pt x="999801" y="399633"/>
                </a:cubicBezTo>
                <a:cubicBezTo>
                  <a:pt x="999801" y="416402"/>
                  <a:pt x="986208" y="429997"/>
                  <a:pt x="969438" y="429997"/>
                </a:cubicBezTo>
                <a:cubicBezTo>
                  <a:pt x="952669" y="429997"/>
                  <a:pt x="939075" y="416402"/>
                  <a:pt x="939075" y="399633"/>
                </a:cubicBezTo>
                <a:cubicBezTo>
                  <a:pt x="939075" y="382864"/>
                  <a:pt x="952669" y="369269"/>
                  <a:pt x="969438" y="369269"/>
                </a:cubicBezTo>
                <a:close/>
                <a:moveTo>
                  <a:pt x="896883" y="369269"/>
                </a:moveTo>
                <a:cubicBezTo>
                  <a:pt x="913653" y="369269"/>
                  <a:pt x="927247" y="382864"/>
                  <a:pt x="927247" y="399633"/>
                </a:cubicBezTo>
                <a:cubicBezTo>
                  <a:pt x="927247" y="416402"/>
                  <a:pt x="913653" y="429997"/>
                  <a:pt x="896883" y="429997"/>
                </a:cubicBezTo>
                <a:cubicBezTo>
                  <a:pt x="880114" y="429997"/>
                  <a:pt x="866520" y="416402"/>
                  <a:pt x="866520" y="399633"/>
                </a:cubicBezTo>
                <a:cubicBezTo>
                  <a:pt x="866520" y="382864"/>
                  <a:pt x="880114" y="369269"/>
                  <a:pt x="896883" y="369269"/>
                </a:cubicBezTo>
                <a:close/>
                <a:moveTo>
                  <a:pt x="824329" y="369269"/>
                </a:moveTo>
                <a:cubicBezTo>
                  <a:pt x="841098" y="369269"/>
                  <a:pt x="854692" y="382864"/>
                  <a:pt x="854692" y="399633"/>
                </a:cubicBezTo>
                <a:cubicBezTo>
                  <a:pt x="854692" y="416402"/>
                  <a:pt x="841098" y="429997"/>
                  <a:pt x="824329" y="429997"/>
                </a:cubicBezTo>
                <a:cubicBezTo>
                  <a:pt x="807559" y="429997"/>
                  <a:pt x="793965" y="416402"/>
                  <a:pt x="793965" y="399633"/>
                </a:cubicBezTo>
                <a:cubicBezTo>
                  <a:pt x="793965" y="382864"/>
                  <a:pt x="807559" y="369269"/>
                  <a:pt x="824329" y="369269"/>
                </a:cubicBezTo>
                <a:close/>
                <a:moveTo>
                  <a:pt x="751774" y="369269"/>
                </a:moveTo>
                <a:cubicBezTo>
                  <a:pt x="768544" y="369269"/>
                  <a:pt x="782138" y="382864"/>
                  <a:pt x="782138" y="399633"/>
                </a:cubicBezTo>
                <a:cubicBezTo>
                  <a:pt x="782138" y="416402"/>
                  <a:pt x="768544" y="429997"/>
                  <a:pt x="751774" y="429997"/>
                </a:cubicBezTo>
                <a:cubicBezTo>
                  <a:pt x="735005" y="429997"/>
                  <a:pt x="721411" y="416402"/>
                  <a:pt x="721411" y="399633"/>
                </a:cubicBezTo>
                <a:cubicBezTo>
                  <a:pt x="721411" y="382864"/>
                  <a:pt x="735005" y="369269"/>
                  <a:pt x="751774" y="369269"/>
                </a:cubicBezTo>
                <a:close/>
                <a:moveTo>
                  <a:pt x="679220" y="369269"/>
                </a:moveTo>
                <a:cubicBezTo>
                  <a:pt x="695989" y="369269"/>
                  <a:pt x="709583" y="382864"/>
                  <a:pt x="709583" y="399633"/>
                </a:cubicBezTo>
                <a:cubicBezTo>
                  <a:pt x="709583" y="416402"/>
                  <a:pt x="695989" y="429997"/>
                  <a:pt x="679220" y="429997"/>
                </a:cubicBezTo>
                <a:cubicBezTo>
                  <a:pt x="662450" y="429997"/>
                  <a:pt x="648856" y="416402"/>
                  <a:pt x="648856" y="399633"/>
                </a:cubicBezTo>
                <a:cubicBezTo>
                  <a:pt x="648856" y="382864"/>
                  <a:pt x="662450" y="369269"/>
                  <a:pt x="679220" y="369269"/>
                </a:cubicBezTo>
                <a:close/>
                <a:moveTo>
                  <a:pt x="606665" y="369269"/>
                </a:moveTo>
                <a:cubicBezTo>
                  <a:pt x="623435" y="369269"/>
                  <a:pt x="637029" y="382864"/>
                  <a:pt x="637029" y="399633"/>
                </a:cubicBezTo>
                <a:cubicBezTo>
                  <a:pt x="637029" y="416402"/>
                  <a:pt x="623435" y="429997"/>
                  <a:pt x="606665" y="429997"/>
                </a:cubicBezTo>
                <a:cubicBezTo>
                  <a:pt x="589896" y="429997"/>
                  <a:pt x="576302" y="416402"/>
                  <a:pt x="576302" y="399633"/>
                </a:cubicBezTo>
                <a:cubicBezTo>
                  <a:pt x="576302" y="382864"/>
                  <a:pt x="589896" y="369269"/>
                  <a:pt x="606665" y="369269"/>
                </a:cubicBezTo>
                <a:close/>
                <a:moveTo>
                  <a:pt x="534111" y="369269"/>
                </a:moveTo>
                <a:cubicBezTo>
                  <a:pt x="550880" y="369269"/>
                  <a:pt x="564474" y="382864"/>
                  <a:pt x="564474" y="399633"/>
                </a:cubicBezTo>
                <a:cubicBezTo>
                  <a:pt x="564474" y="416402"/>
                  <a:pt x="550880" y="429997"/>
                  <a:pt x="534111" y="429997"/>
                </a:cubicBezTo>
                <a:cubicBezTo>
                  <a:pt x="517341" y="429997"/>
                  <a:pt x="503747" y="416402"/>
                  <a:pt x="503747" y="399633"/>
                </a:cubicBezTo>
                <a:cubicBezTo>
                  <a:pt x="503747" y="382864"/>
                  <a:pt x="517341" y="369269"/>
                  <a:pt x="534111" y="369269"/>
                </a:cubicBezTo>
                <a:close/>
                <a:moveTo>
                  <a:pt x="461556" y="369269"/>
                </a:moveTo>
                <a:cubicBezTo>
                  <a:pt x="478326" y="369269"/>
                  <a:pt x="491920" y="382864"/>
                  <a:pt x="491920" y="399633"/>
                </a:cubicBezTo>
                <a:cubicBezTo>
                  <a:pt x="491920" y="416402"/>
                  <a:pt x="478326" y="429997"/>
                  <a:pt x="461556" y="429997"/>
                </a:cubicBezTo>
                <a:cubicBezTo>
                  <a:pt x="444787" y="429997"/>
                  <a:pt x="431192" y="416402"/>
                  <a:pt x="431192" y="399633"/>
                </a:cubicBezTo>
                <a:cubicBezTo>
                  <a:pt x="431192" y="382864"/>
                  <a:pt x="444787" y="369269"/>
                  <a:pt x="461556" y="369269"/>
                </a:cubicBezTo>
                <a:close/>
                <a:moveTo>
                  <a:pt x="389002" y="369269"/>
                </a:moveTo>
                <a:cubicBezTo>
                  <a:pt x="405771" y="369269"/>
                  <a:pt x="419365" y="382864"/>
                  <a:pt x="419365" y="399633"/>
                </a:cubicBezTo>
                <a:cubicBezTo>
                  <a:pt x="419365" y="416402"/>
                  <a:pt x="405771" y="429997"/>
                  <a:pt x="389002" y="429997"/>
                </a:cubicBezTo>
                <a:cubicBezTo>
                  <a:pt x="372232" y="429997"/>
                  <a:pt x="358638" y="416402"/>
                  <a:pt x="358638" y="399633"/>
                </a:cubicBezTo>
                <a:cubicBezTo>
                  <a:pt x="358638" y="382864"/>
                  <a:pt x="372232" y="369269"/>
                  <a:pt x="389002" y="369269"/>
                </a:cubicBezTo>
                <a:close/>
                <a:moveTo>
                  <a:pt x="316447" y="369269"/>
                </a:moveTo>
                <a:cubicBezTo>
                  <a:pt x="333216" y="369269"/>
                  <a:pt x="346810" y="382864"/>
                  <a:pt x="346810" y="399633"/>
                </a:cubicBezTo>
                <a:cubicBezTo>
                  <a:pt x="346810" y="416402"/>
                  <a:pt x="333216" y="429997"/>
                  <a:pt x="316447" y="429997"/>
                </a:cubicBezTo>
                <a:cubicBezTo>
                  <a:pt x="299677" y="429997"/>
                  <a:pt x="286084" y="416402"/>
                  <a:pt x="286084" y="399633"/>
                </a:cubicBezTo>
                <a:cubicBezTo>
                  <a:pt x="286084" y="382864"/>
                  <a:pt x="299677" y="369269"/>
                  <a:pt x="316447" y="369269"/>
                </a:cubicBezTo>
                <a:close/>
                <a:moveTo>
                  <a:pt x="243892" y="369269"/>
                </a:moveTo>
                <a:cubicBezTo>
                  <a:pt x="260662" y="369269"/>
                  <a:pt x="274256" y="382864"/>
                  <a:pt x="274256" y="399633"/>
                </a:cubicBezTo>
                <a:cubicBezTo>
                  <a:pt x="274256" y="416402"/>
                  <a:pt x="260662" y="429997"/>
                  <a:pt x="243892" y="429997"/>
                </a:cubicBezTo>
                <a:cubicBezTo>
                  <a:pt x="227123" y="429997"/>
                  <a:pt x="213529" y="416402"/>
                  <a:pt x="213529" y="399633"/>
                </a:cubicBezTo>
                <a:cubicBezTo>
                  <a:pt x="213529" y="382864"/>
                  <a:pt x="227123" y="369269"/>
                  <a:pt x="243892" y="369269"/>
                </a:cubicBezTo>
                <a:close/>
                <a:moveTo>
                  <a:pt x="171339" y="369269"/>
                </a:moveTo>
                <a:cubicBezTo>
                  <a:pt x="188107" y="369269"/>
                  <a:pt x="201701" y="382864"/>
                  <a:pt x="201701" y="399633"/>
                </a:cubicBezTo>
                <a:cubicBezTo>
                  <a:pt x="201701" y="416402"/>
                  <a:pt x="188107" y="429997"/>
                  <a:pt x="171339" y="429997"/>
                </a:cubicBezTo>
                <a:cubicBezTo>
                  <a:pt x="154685" y="429997"/>
                  <a:pt x="141090" y="416402"/>
                  <a:pt x="141090" y="399633"/>
                </a:cubicBezTo>
                <a:cubicBezTo>
                  <a:pt x="141090" y="382864"/>
                  <a:pt x="154685" y="369269"/>
                  <a:pt x="171339" y="369269"/>
                </a:cubicBezTo>
                <a:close/>
                <a:moveTo>
                  <a:pt x="98917" y="369269"/>
                </a:moveTo>
                <a:cubicBezTo>
                  <a:pt x="115677" y="369269"/>
                  <a:pt x="129270" y="382864"/>
                  <a:pt x="129270" y="399633"/>
                </a:cubicBezTo>
                <a:cubicBezTo>
                  <a:pt x="129270" y="416402"/>
                  <a:pt x="115677" y="429997"/>
                  <a:pt x="98917" y="429997"/>
                </a:cubicBezTo>
                <a:cubicBezTo>
                  <a:pt x="82143" y="429997"/>
                  <a:pt x="68549" y="416402"/>
                  <a:pt x="68549" y="399633"/>
                </a:cubicBezTo>
                <a:cubicBezTo>
                  <a:pt x="68549" y="382864"/>
                  <a:pt x="82143" y="369269"/>
                  <a:pt x="98917" y="369269"/>
                </a:cubicBezTo>
                <a:close/>
                <a:moveTo>
                  <a:pt x="26362" y="369269"/>
                </a:moveTo>
                <a:cubicBezTo>
                  <a:pt x="43124" y="369269"/>
                  <a:pt x="56719" y="382864"/>
                  <a:pt x="56719" y="399633"/>
                </a:cubicBezTo>
                <a:cubicBezTo>
                  <a:pt x="56719" y="416402"/>
                  <a:pt x="43124" y="429997"/>
                  <a:pt x="26362" y="429997"/>
                </a:cubicBezTo>
                <a:cubicBezTo>
                  <a:pt x="17976" y="429997"/>
                  <a:pt x="10385" y="426598"/>
                  <a:pt x="4890" y="421103"/>
                </a:cubicBezTo>
                <a:lnTo>
                  <a:pt x="0" y="409299"/>
                </a:lnTo>
                <a:lnTo>
                  <a:pt x="0" y="389967"/>
                </a:lnTo>
                <a:lnTo>
                  <a:pt x="4890" y="378163"/>
                </a:lnTo>
                <a:cubicBezTo>
                  <a:pt x="10385" y="372668"/>
                  <a:pt x="17976" y="369269"/>
                  <a:pt x="26362" y="369269"/>
                </a:cubicBezTo>
                <a:close/>
                <a:moveTo>
                  <a:pt x="1669444" y="307535"/>
                </a:moveTo>
                <a:lnTo>
                  <a:pt x="1670784" y="334061"/>
                </a:lnTo>
                <a:lnTo>
                  <a:pt x="1664620" y="319181"/>
                </a:lnTo>
                <a:close/>
                <a:moveTo>
                  <a:pt x="1622429" y="288818"/>
                </a:moveTo>
                <a:cubicBezTo>
                  <a:pt x="1639199" y="288818"/>
                  <a:pt x="1652792" y="302412"/>
                  <a:pt x="1652792" y="319181"/>
                </a:cubicBezTo>
                <a:cubicBezTo>
                  <a:pt x="1652792" y="335950"/>
                  <a:pt x="1639199" y="349545"/>
                  <a:pt x="1622429" y="349545"/>
                </a:cubicBezTo>
                <a:cubicBezTo>
                  <a:pt x="1605659" y="349545"/>
                  <a:pt x="1592066" y="335950"/>
                  <a:pt x="1592066" y="319181"/>
                </a:cubicBezTo>
                <a:cubicBezTo>
                  <a:pt x="1592066" y="302412"/>
                  <a:pt x="1605659" y="288818"/>
                  <a:pt x="1622429" y="288818"/>
                </a:cubicBezTo>
                <a:close/>
                <a:moveTo>
                  <a:pt x="1549874" y="288818"/>
                </a:moveTo>
                <a:cubicBezTo>
                  <a:pt x="1566644" y="288818"/>
                  <a:pt x="1580238" y="302412"/>
                  <a:pt x="1580238" y="319181"/>
                </a:cubicBezTo>
                <a:cubicBezTo>
                  <a:pt x="1580238" y="335950"/>
                  <a:pt x="1566644" y="349545"/>
                  <a:pt x="1549874" y="349545"/>
                </a:cubicBezTo>
                <a:cubicBezTo>
                  <a:pt x="1533105" y="349545"/>
                  <a:pt x="1519511" y="335950"/>
                  <a:pt x="1519511" y="319181"/>
                </a:cubicBezTo>
                <a:cubicBezTo>
                  <a:pt x="1519511" y="302412"/>
                  <a:pt x="1533105" y="288818"/>
                  <a:pt x="1549874" y="288818"/>
                </a:cubicBezTo>
                <a:close/>
                <a:moveTo>
                  <a:pt x="1477320" y="288818"/>
                </a:moveTo>
                <a:cubicBezTo>
                  <a:pt x="1494089" y="288818"/>
                  <a:pt x="1507683" y="302412"/>
                  <a:pt x="1507683" y="319181"/>
                </a:cubicBezTo>
                <a:cubicBezTo>
                  <a:pt x="1507683" y="335950"/>
                  <a:pt x="1494089" y="349545"/>
                  <a:pt x="1477320" y="349545"/>
                </a:cubicBezTo>
                <a:cubicBezTo>
                  <a:pt x="1460550" y="349545"/>
                  <a:pt x="1446956" y="335950"/>
                  <a:pt x="1446956" y="319181"/>
                </a:cubicBezTo>
                <a:cubicBezTo>
                  <a:pt x="1446956" y="302412"/>
                  <a:pt x="1460550" y="288818"/>
                  <a:pt x="1477320" y="288818"/>
                </a:cubicBezTo>
                <a:close/>
                <a:moveTo>
                  <a:pt x="1404765" y="288818"/>
                </a:moveTo>
                <a:cubicBezTo>
                  <a:pt x="1421535" y="288818"/>
                  <a:pt x="1435129" y="302412"/>
                  <a:pt x="1435129" y="319181"/>
                </a:cubicBezTo>
                <a:cubicBezTo>
                  <a:pt x="1435129" y="335950"/>
                  <a:pt x="1421535" y="349545"/>
                  <a:pt x="1404765" y="349545"/>
                </a:cubicBezTo>
                <a:cubicBezTo>
                  <a:pt x="1387996" y="349545"/>
                  <a:pt x="1374402" y="335950"/>
                  <a:pt x="1374402" y="319181"/>
                </a:cubicBezTo>
                <a:cubicBezTo>
                  <a:pt x="1374402" y="302412"/>
                  <a:pt x="1387996" y="288818"/>
                  <a:pt x="1404765" y="288818"/>
                </a:cubicBezTo>
                <a:close/>
                <a:moveTo>
                  <a:pt x="1332211" y="288818"/>
                </a:moveTo>
                <a:cubicBezTo>
                  <a:pt x="1348980" y="288818"/>
                  <a:pt x="1362574" y="302412"/>
                  <a:pt x="1362574" y="319181"/>
                </a:cubicBezTo>
                <a:cubicBezTo>
                  <a:pt x="1362574" y="335950"/>
                  <a:pt x="1348980" y="349545"/>
                  <a:pt x="1332211" y="349545"/>
                </a:cubicBezTo>
                <a:cubicBezTo>
                  <a:pt x="1315441" y="349545"/>
                  <a:pt x="1301847" y="335950"/>
                  <a:pt x="1301847" y="319181"/>
                </a:cubicBezTo>
                <a:cubicBezTo>
                  <a:pt x="1301847" y="302412"/>
                  <a:pt x="1315441" y="288818"/>
                  <a:pt x="1332211" y="288818"/>
                </a:cubicBezTo>
                <a:close/>
                <a:moveTo>
                  <a:pt x="1259656" y="288818"/>
                </a:moveTo>
                <a:cubicBezTo>
                  <a:pt x="1276426" y="288818"/>
                  <a:pt x="1290020" y="302412"/>
                  <a:pt x="1290020" y="319181"/>
                </a:cubicBezTo>
                <a:cubicBezTo>
                  <a:pt x="1290020" y="335950"/>
                  <a:pt x="1276426" y="349545"/>
                  <a:pt x="1259656" y="349545"/>
                </a:cubicBezTo>
                <a:cubicBezTo>
                  <a:pt x="1242887" y="349545"/>
                  <a:pt x="1229293" y="335950"/>
                  <a:pt x="1229293" y="319181"/>
                </a:cubicBezTo>
                <a:cubicBezTo>
                  <a:pt x="1229293" y="302412"/>
                  <a:pt x="1242887" y="288818"/>
                  <a:pt x="1259656" y="288818"/>
                </a:cubicBezTo>
                <a:close/>
                <a:moveTo>
                  <a:pt x="1187102" y="288818"/>
                </a:moveTo>
                <a:cubicBezTo>
                  <a:pt x="1203871" y="288818"/>
                  <a:pt x="1217465" y="302412"/>
                  <a:pt x="1217465" y="319181"/>
                </a:cubicBezTo>
                <a:cubicBezTo>
                  <a:pt x="1217465" y="335950"/>
                  <a:pt x="1203871" y="349545"/>
                  <a:pt x="1187102" y="349545"/>
                </a:cubicBezTo>
                <a:cubicBezTo>
                  <a:pt x="1170332" y="349545"/>
                  <a:pt x="1156738" y="335950"/>
                  <a:pt x="1156738" y="319181"/>
                </a:cubicBezTo>
                <a:cubicBezTo>
                  <a:pt x="1156738" y="302412"/>
                  <a:pt x="1170332" y="288818"/>
                  <a:pt x="1187102" y="288818"/>
                </a:cubicBezTo>
                <a:close/>
                <a:moveTo>
                  <a:pt x="1114547" y="288818"/>
                </a:moveTo>
                <a:cubicBezTo>
                  <a:pt x="1131317" y="288818"/>
                  <a:pt x="1144911" y="302412"/>
                  <a:pt x="1144911" y="319181"/>
                </a:cubicBezTo>
                <a:cubicBezTo>
                  <a:pt x="1144911" y="335950"/>
                  <a:pt x="1131317" y="349545"/>
                  <a:pt x="1114547" y="349545"/>
                </a:cubicBezTo>
                <a:cubicBezTo>
                  <a:pt x="1097778" y="349545"/>
                  <a:pt x="1084184" y="335950"/>
                  <a:pt x="1084184" y="319181"/>
                </a:cubicBezTo>
                <a:cubicBezTo>
                  <a:pt x="1084184" y="302412"/>
                  <a:pt x="1097778" y="288818"/>
                  <a:pt x="1114547" y="288818"/>
                </a:cubicBezTo>
                <a:close/>
                <a:moveTo>
                  <a:pt x="1041993" y="288818"/>
                </a:moveTo>
                <a:cubicBezTo>
                  <a:pt x="1058762" y="288818"/>
                  <a:pt x="1072356" y="302412"/>
                  <a:pt x="1072356" y="319181"/>
                </a:cubicBezTo>
                <a:cubicBezTo>
                  <a:pt x="1072356" y="335950"/>
                  <a:pt x="1058762" y="349545"/>
                  <a:pt x="1041993" y="349545"/>
                </a:cubicBezTo>
                <a:cubicBezTo>
                  <a:pt x="1025223" y="349545"/>
                  <a:pt x="1011629" y="335950"/>
                  <a:pt x="1011629" y="319181"/>
                </a:cubicBezTo>
                <a:cubicBezTo>
                  <a:pt x="1011629" y="302412"/>
                  <a:pt x="1025223" y="288818"/>
                  <a:pt x="1041993" y="288818"/>
                </a:cubicBezTo>
                <a:close/>
                <a:moveTo>
                  <a:pt x="969438" y="288818"/>
                </a:moveTo>
                <a:cubicBezTo>
                  <a:pt x="986208" y="288818"/>
                  <a:pt x="999801" y="302412"/>
                  <a:pt x="999801" y="319181"/>
                </a:cubicBezTo>
                <a:cubicBezTo>
                  <a:pt x="999801" y="335950"/>
                  <a:pt x="986208" y="349545"/>
                  <a:pt x="969438" y="349545"/>
                </a:cubicBezTo>
                <a:cubicBezTo>
                  <a:pt x="952669" y="349545"/>
                  <a:pt x="939075" y="335950"/>
                  <a:pt x="939075" y="319181"/>
                </a:cubicBezTo>
                <a:cubicBezTo>
                  <a:pt x="939075" y="302412"/>
                  <a:pt x="952669" y="288818"/>
                  <a:pt x="969438" y="288818"/>
                </a:cubicBezTo>
                <a:close/>
                <a:moveTo>
                  <a:pt x="896883" y="288818"/>
                </a:moveTo>
                <a:cubicBezTo>
                  <a:pt x="913653" y="288818"/>
                  <a:pt x="927247" y="302412"/>
                  <a:pt x="927247" y="319181"/>
                </a:cubicBezTo>
                <a:cubicBezTo>
                  <a:pt x="927247" y="335950"/>
                  <a:pt x="913653" y="349545"/>
                  <a:pt x="896883" y="349545"/>
                </a:cubicBezTo>
                <a:cubicBezTo>
                  <a:pt x="880114" y="349545"/>
                  <a:pt x="866520" y="335950"/>
                  <a:pt x="866520" y="319181"/>
                </a:cubicBezTo>
                <a:cubicBezTo>
                  <a:pt x="866520" y="302412"/>
                  <a:pt x="880114" y="288818"/>
                  <a:pt x="896883" y="288818"/>
                </a:cubicBezTo>
                <a:close/>
                <a:moveTo>
                  <a:pt x="824329" y="288818"/>
                </a:moveTo>
                <a:cubicBezTo>
                  <a:pt x="841098" y="288818"/>
                  <a:pt x="854692" y="302412"/>
                  <a:pt x="854692" y="319181"/>
                </a:cubicBezTo>
                <a:cubicBezTo>
                  <a:pt x="854692" y="335950"/>
                  <a:pt x="841098" y="349545"/>
                  <a:pt x="824329" y="349545"/>
                </a:cubicBezTo>
                <a:cubicBezTo>
                  <a:pt x="807559" y="349545"/>
                  <a:pt x="793965" y="335950"/>
                  <a:pt x="793965" y="319181"/>
                </a:cubicBezTo>
                <a:cubicBezTo>
                  <a:pt x="793965" y="302412"/>
                  <a:pt x="807559" y="288818"/>
                  <a:pt x="824329" y="288818"/>
                </a:cubicBezTo>
                <a:close/>
                <a:moveTo>
                  <a:pt x="751774" y="288818"/>
                </a:moveTo>
                <a:cubicBezTo>
                  <a:pt x="768544" y="288818"/>
                  <a:pt x="782138" y="302412"/>
                  <a:pt x="782138" y="319181"/>
                </a:cubicBezTo>
                <a:cubicBezTo>
                  <a:pt x="782138" y="335950"/>
                  <a:pt x="768544" y="349545"/>
                  <a:pt x="751774" y="349545"/>
                </a:cubicBezTo>
                <a:cubicBezTo>
                  <a:pt x="735005" y="349545"/>
                  <a:pt x="721411" y="335950"/>
                  <a:pt x="721411" y="319181"/>
                </a:cubicBezTo>
                <a:cubicBezTo>
                  <a:pt x="721411" y="302412"/>
                  <a:pt x="735005" y="288818"/>
                  <a:pt x="751774" y="288818"/>
                </a:cubicBezTo>
                <a:close/>
                <a:moveTo>
                  <a:pt x="679220" y="288818"/>
                </a:moveTo>
                <a:cubicBezTo>
                  <a:pt x="695989" y="288818"/>
                  <a:pt x="709583" y="302412"/>
                  <a:pt x="709583" y="319181"/>
                </a:cubicBezTo>
                <a:cubicBezTo>
                  <a:pt x="709583" y="335950"/>
                  <a:pt x="695989" y="349545"/>
                  <a:pt x="679220" y="349545"/>
                </a:cubicBezTo>
                <a:cubicBezTo>
                  <a:pt x="662450" y="349545"/>
                  <a:pt x="648856" y="335950"/>
                  <a:pt x="648856" y="319181"/>
                </a:cubicBezTo>
                <a:cubicBezTo>
                  <a:pt x="648856" y="302412"/>
                  <a:pt x="662450" y="288818"/>
                  <a:pt x="679220" y="288818"/>
                </a:cubicBezTo>
                <a:close/>
                <a:moveTo>
                  <a:pt x="606665" y="288818"/>
                </a:moveTo>
                <a:cubicBezTo>
                  <a:pt x="623435" y="288818"/>
                  <a:pt x="637029" y="302412"/>
                  <a:pt x="637029" y="319181"/>
                </a:cubicBezTo>
                <a:cubicBezTo>
                  <a:pt x="637029" y="335950"/>
                  <a:pt x="623435" y="349545"/>
                  <a:pt x="606665" y="349545"/>
                </a:cubicBezTo>
                <a:cubicBezTo>
                  <a:pt x="589896" y="349545"/>
                  <a:pt x="576302" y="335950"/>
                  <a:pt x="576302" y="319181"/>
                </a:cubicBezTo>
                <a:cubicBezTo>
                  <a:pt x="576302" y="302412"/>
                  <a:pt x="589896" y="288818"/>
                  <a:pt x="606665" y="288818"/>
                </a:cubicBezTo>
                <a:close/>
                <a:moveTo>
                  <a:pt x="534111" y="288818"/>
                </a:moveTo>
                <a:cubicBezTo>
                  <a:pt x="550880" y="288818"/>
                  <a:pt x="564474" y="302412"/>
                  <a:pt x="564474" y="319181"/>
                </a:cubicBezTo>
                <a:cubicBezTo>
                  <a:pt x="564474" y="335950"/>
                  <a:pt x="550880" y="349545"/>
                  <a:pt x="534111" y="349545"/>
                </a:cubicBezTo>
                <a:cubicBezTo>
                  <a:pt x="517341" y="349545"/>
                  <a:pt x="503747" y="335950"/>
                  <a:pt x="503747" y="319181"/>
                </a:cubicBezTo>
                <a:cubicBezTo>
                  <a:pt x="503747" y="302412"/>
                  <a:pt x="517341" y="288818"/>
                  <a:pt x="534111" y="288818"/>
                </a:cubicBezTo>
                <a:close/>
                <a:moveTo>
                  <a:pt x="461556" y="288818"/>
                </a:moveTo>
                <a:cubicBezTo>
                  <a:pt x="478326" y="288818"/>
                  <a:pt x="491920" y="302412"/>
                  <a:pt x="491920" y="319181"/>
                </a:cubicBezTo>
                <a:cubicBezTo>
                  <a:pt x="491920" y="335950"/>
                  <a:pt x="478326" y="349545"/>
                  <a:pt x="461556" y="349545"/>
                </a:cubicBezTo>
                <a:cubicBezTo>
                  <a:pt x="444787" y="349545"/>
                  <a:pt x="431192" y="335950"/>
                  <a:pt x="431192" y="319181"/>
                </a:cubicBezTo>
                <a:cubicBezTo>
                  <a:pt x="431192" y="302412"/>
                  <a:pt x="444787" y="288818"/>
                  <a:pt x="461556" y="288818"/>
                </a:cubicBezTo>
                <a:close/>
                <a:moveTo>
                  <a:pt x="389002" y="288818"/>
                </a:moveTo>
                <a:cubicBezTo>
                  <a:pt x="405771" y="288818"/>
                  <a:pt x="419365" y="302412"/>
                  <a:pt x="419365" y="319181"/>
                </a:cubicBezTo>
                <a:cubicBezTo>
                  <a:pt x="419365" y="335950"/>
                  <a:pt x="405771" y="349545"/>
                  <a:pt x="389002" y="349545"/>
                </a:cubicBezTo>
                <a:cubicBezTo>
                  <a:pt x="372232" y="349545"/>
                  <a:pt x="358638" y="335950"/>
                  <a:pt x="358638" y="319181"/>
                </a:cubicBezTo>
                <a:cubicBezTo>
                  <a:pt x="358638" y="302412"/>
                  <a:pt x="372232" y="288818"/>
                  <a:pt x="389002" y="288818"/>
                </a:cubicBezTo>
                <a:close/>
                <a:moveTo>
                  <a:pt x="316447" y="288818"/>
                </a:moveTo>
                <a:cubicBezTo>
                  <a:pt x="333216" y="288818"/>
                  <a:pt x="346810" y="302412"/>
                  <a:pt x="346810" y="319181"/>
                </a:cubicBezTo>
                <a:cubicBezTo>
                  <a:pt x="346810" y="335950"/>
                  <a:pt x="333216" y="349545"/>
                  <a:pt x="316447" y="349545"/>
                </a:cubicBezTo>
                <a:cubicBezTo>
                  <a:pt x="299677" y="349545"/>
                  <a:pt x="286084" y="335950"/>
                  <a:pt x="286084" y="319181"/>
                </a:cubicBezTo>
                <a:cubicBezTo>
                  <a:pt x="286084" y="302412"/>
                  <a:pt x="299677" y="288818"/>
                  <a:pt x="316447" y="288818"/>
                </a:cubicBezTo>
                <a:close/>
                <a:moveTo>
                  <a:pt x="243892" y="288818"/>
                </a:moveTo>
                <a:cubicBezTo>
                  <a:pt x="260662" y="288818"/>
                  <a:pt x="274256" y="302412"/>
                  <a:pt x="274256" y="319181"/>
                </a:cubicBezTo>
                <a:cubicBezTo>
                  <a:pt x="274256" y="335950"/>
                  <a:pt x="260662" y="349545"/>
                  <a:pt x="243892" y="349545"/>
                </a:cubicBezTo>
                <a:cubicBezTo>
                  <a:pt x="227123" y="349545"/>
                  <a:pt x="213529" y="335950"/>
                  <a:pt x="213529" y="319181"/>
                </a:cubicBezTo>
                <a:cubicBezTo>
                  <a:pt x="213529" y="302412"/>
                  <a:pt x="227123" y="288818"/>
                  <a:pt x="243892" y="288818"/>
                </a:cubicBezTo>
                <a:close/>
                <a:moveTo>
                  <a:pt x="171339" y="288818"/>
                </a:moveTo>
                <a:cubicBezTo>
                  <a:pt x="188107" y="288818"/>
                  <a:pt x="201701" y="302412"/>
                  <a:pt x="201701" y="319181"/>
                </a:cubicBezTo>
                <a:cubicBezTo>
                  <a:pt x="201701" y="335950"/>
                  <a:pt x="188107" y="349545"/>
                  <a:pt x="171339" y="349545"/>
                </a:cubicBezTo>
                <a:cubicBezTo>
                  <a:pt x="154691" y="349545"/>
                  <a:pt x="141096" y="335950"/>
                  <a:pt x="141096" y="319181"/>
                </a:cubicBezTo>
                <a:cubicBezTo>
                  <a:pt x="141096" y="302412"/>
                  <a:pt x="154691" y="288818"/>
                  <a:pt x="171339" y="288818"/>
                </a:cubicBezTo>
                <a:close/>
                <a:moveTo>
                  <a:pt x="98923" y="288818"/>
                </a:moveTo>
                <a:cubicBezTo>
                  <a:pt x="115682" y="288818"/>
                  <a:pt x="129276" y="302412"/>
                  <a:pt x="129276" y="319181"/>
                </a:cubicBezTo>
                <a:cubicBezTo>
                  <a:pt x="129276" y="335950"/>
                  <a:pt x="115682" y="349545"/>
                  <a:pt x="98923" y="349545"/>
                </a:cubicBezTo>
                <a:cubicBezTo>
                  <a:pt x="82149" y="349545"/>
                  <a:pt x="68554" y="335950"/>
                  <a:pt x="68554" y="319181"/>
                </a:cubicBezTo>
                <a:cubicBezTo>
                  <a:pt x="68554" y="302412"/>
                  <a:pt x="82149" y="288818"/>
                  <a:pt x="98923" y="288818"/>
                </a:cubicBezTo>
                <a:close/>
                <a:moveTo>
                  <a:pt x="26368" y="288818"/>
                </a:moveTo>
                <a:cubicBezTo>
                  <a:pt x="43131" y="288818"/>
                  <a:pt x="56725" y="302412"/>
                  <a:pt x="56725" y="319181"/>
                </a:cubicBezTo>
                <a:cubicBezTo>
                  <a:pt x="56725" y="335950"/>
                  <a:pt x="43131" y="349545"/>
                  <a:pt x="26368" y="349545"/>
                </a:cubicBezTo>
                <a:cubicBezTo>
                  <a:pt x="17983" y="349545"/>
                  <a:pt x="10391" y="346146"/>
                  <a:pt x="4896" y="340651"/>
                </a:cubicBezTo>
                <a:lnTo>
                  <a:pt x="0" y="328831"/>
                </a:lnTo>
                <a:lnTo>
                  <a:pt x="0" y="309532"/>
                </a:lnTo>
                <a:lnTo>
                  <a:pt x="4896" y="297711"/>
                </a:lnTo>
                <a:cubicBezTo>
                  <a:pt x="10391" y="292217"/>
                  <a:pt x="17983" y="288818"/>
                  <a:pt x="26368" y="288818"/>
                </a:cubicBezTo>
                <a:close/>
                <a:moveTo>
                  <a:pt x="1622429" y="208366"/>
                </a:moveTo>
                <a:cubicBezTo>
                  <a:pt x="1639199" y="208366"/>
                  <a:pt x="1652792" y="221960"/>
                  <a:pt x="1652792" y="238729"/>
                </a:cubicBezTo>
                <a:cubicBezTo>
                  <a:pt x="1652792" y="255499"/>
                  <a:pt x="1639199" y="269093"/>
                  <a:pt x="1622429" y="269093"/>
                </a:cubicBezTo>
                <a:cubicBezTo>
                  <a:pt x="1605659" y="269093"/>
                  <a:pt x="1592066" y="255499"/>
                  <a:pt x="1592066" y="238729"/>
                </a:cubicBezTo>
                <a:cubicBezTo>
                  <a:pt x="1592066" y="221960"/>
                  <a:pt x="1605659" y="208366"/>
                  <a:pt x="1622429" y="208366"/>
                </a:cubicBezTo>
                <a:close/>
                <a:moveTo>
                  <a:pt x="1549874" y="208366"/>
                </a:moveTo>
                <a:cubicBezTo>
                  <a:pt x="1566644" y="208366"/>
                  <a:pt x="1580238" y="221960"/>
                  <a:pt x="1580238" y="238729"/>
                </a:cubicBezTo>
                <a:cubicBezTo>
                  <a:pt x="1580238" y="255499"/>
                  <a:pt x="1566644" y="269093"/>
                  <a:pt x="1549874" y="269093"/>
                </a:cubicBezTo>
                <a:cubicBezTo>
                  <a:pt x="1533105" y="269093"/>
                  <a:pt x="1519511" y="255499"/>
                  <a:pt x="1519511" y="238729"/>
                </a:cubicBezTo>
                <a:cubicBezTo>
                  <a:pt x="1519511" y="221960"/>
                  <a:pt x="1533105" y="208366"/>
                  <a:pt x="1549874" y="208366"/>
                </a:cubicBezTo>
                <a:close/>
                <a:moveTo>
                  <a:pt x="1477320" y="208366"/>
                </a:moveTo>
                <a:cubicBezTo>
                  <a:pt x="1494089" y="208366"/>
                  <a:pt x="1507683" y="221960"/>
                  <a:pt x="1507683" y="238729"/>
                </a:cubicBezTo>
                <a:cubicBezTo>
                  <a:pt x="1507683" y="255499"/>
                  <a:pt x="1494089" y="269093"/>
                  <a:pt x="1477320" y="269093"/>
                </a:cubicBezTo>
                <a:cubicBezTo>
                  <a:pt x="1460550" y="269093"/>
                  <a:pt x="1446956" y="255499"/>
                  <a:pt x="1446956" y="238729"/>
                </a:cubicBezTo>
                <a:cubicBezTo>
                  <a:pt x="1446956" y="221960"/>
                  <a:pt x="1460550" y="208366"/>
                  <a:pt x="1477320" y="208366"/>
                </a:cubicBezTo>
                <a:close/>
                <a:moveTo>
                  <a:pt x="1404765" y="208366"/>
                </a:moveTo>
                <a:cubicBezTo>
                  <a:pt x="1421535" y="208366"/>
                  <a:pt x="1435129" y="221960"/>
                  <a:pt x="1435129" y="238729"/>
                </a:cubicBezTo>
                <a:cubicBezTo>
                  <a:pt x="1435129" y="255499"/>
                  <a:pt x="1421535" y="269093"/>
                  <a:pt x="1404765" y="269093"/>
                </a:cubicBezTo>
                <a:cubicBezTo>
                  <a:pt x="1387996" y="269093"/>
                  <a:pt x="1374402" y="255499"/>
                  <a:pt x="1374402" y="238729"/>
                </a:cubicBezTo>
                <a:cubicBezTo>
                  <a:pt x="1374402" y="221960"/>
                  <a:pt x="1387996" y="208366"/>
                  <a:pt x="1404765" y="208366"/>
                </a:cubicBezTo>
                <a:close/>
                <a:moveTo>
                  <a:pt x="1332211" y="208366"/>
                </a:moveTo>
                <a:cubicBezTo>
                  <a:pt x="1348980" y="208366"/>
                  <a:pt x="1362574" y="221960"/>
                  <a:pt x="1362574" y="238729"/>
                </a:cubicBezTo>
                <a:cubicBezTo>
                  <a:pt x="1362574" y="255499"/>
                  <a:pt x="1348980" y="269093"/>
                  <a:pt x="1332211" y="269093"/>
                </a:cubicBezTo>
                <a:cubicBezTo>
                  <a:pt x="1315441" y="269093"/>
                  <a:pt x="1301847" y="255499"/>
                  <a:pt x="1301847" y="238729"/>
                </a:cubicBezTo>
                <a:cubicBezTo>
                  <a:pt x="1301847" y="221960"/>
                  <a:pt x="1315441" y="208366"/>
                  <a:pt x="1332211" y="208366"/>
                </a:cubicBezTo>
                <a:close/>
                <a:moveTo>
                  <a:pt x="1259656" y="208366"/>
                </a:moveTo>
                <a:cubicBezTo>
                  <a:pt x="1276426" y="208366"/>
                  <a:pt x="1290020" y="221960"/>
                  <a:pt x="1290020" y="238729"/>
                </a:cubicBezTo>
                <a:cubicBezTo>
                  <a:pt x="1290020" y="255499"/>
                  <a:pt x="1276426" y="269093"/>
                  <a:pt x="1259656" y="269093"/>
                </a:cubicBezTo>
                <a:cubicBezTo>
                  <a:pt x="1242887" y="269093"/>
                  <a:pt x="1229293" y="255499"/>
                  <a:pt x="1229293" y="238729"/>
                </a:cubicBezTo>
                <a:cubicBezTo>
                  <a:pt x="1229293" y="221960"/>
                  <a:pt x="1242887" y="208366"/>
                  <a:pt x="1259656" y="208366"/>
                </a:cubicBezTo>
                <a:close/>
                <a:moveTo>
                  <a:pt x="1187102" y="208366"/>
                </a:moveTo>
                <a:cubicBezTo>
                  <a:pt x="1203871" y="208366"/>
                  <a:pt x="1217465" y="221960"/>
                  <a:pt x="1217465" y="238729"/>
                </a:cubicBezTo>
                <a:cubicBezTo>
                  <a:pt x="1217465" y="255499"/>
                  <a:pt x="1203871" y="269093"/>
                  <a:pt x="1187102" y="269093"/>
                </a:cubicBezTo>
                <a:cubicBezTo>
                  <a:pt x="1170332" y="269093"/>
                  <a:pt x="1156738" y="255499"/>
                  <a:pt x="1156738" y="238729"/>
                </a:cubicBezTo>
                <a:cubicBezTo>
                  <a:pt x="1156738" y="221960"/>
                  <a:pt x="1170332" y="208366"/>
                  <a:pt x="1187102" y="208366"/>
                </a:cubicBezTo>
                <a:close/>
                <a:moveTo>
                  <a:pt x="1114547" y="208366"/>
                </a:moveTo>
                <a:cubicBezTo>
                  <a:pt x="1131317" y="208366"/>
                  <a:pt x="1144911" y="221960"/>
                  <a:pt x="1144911" y="238729"/>
                </a:cubicBezTo>
                <a:cubicBezTo>
                  <a:pt x="1144911" y="255499"/>
                  <a:pt x="1131317" y="269093"/>
                  <a:pt x="1114547" y="269093"/>
                </a:cubicBezTo>
                <a:cubicBezTo>
                  <a:pt x="1097778" y="269093"/>
                  <a:pt x="1084184" y="255499"/>
                  <a:pt x="1084184" y="238729"/>
                </a:cubicBezTo>
                <a:cubicBezTo>
                  <a:pt x="1084184" y="221960"/>
                  <a:pt x="1097778" y="208366"/>
                  <a:pt x="1114547" y="208366"/>
                </a:cubicBezTo>
                <a:close/>
                <a:moveTo>
                  <a:pt x="1041993" y="208366"/>
                </a:moveTo>
                <a:cubicBezTo>
                  <a:pt x="1058762" y="208366"/>
                  <a:pt x="1072356" y="221960"/>
                  <a:pt x="1072356" y="238729"/>
                </a:cubicBezTo>
                <a:cubicBezTo>
                  <a:pt x="1072356" y="255499"/>
                  <a:pt x="1058762" y="269093"/>
                  <a:pt x="1041993" y="269093"/>
                </a:cubicBezTo>
                <a:cubicBezTo>
                  <a:pt x="1025223" y="269093"/>
                  <a:pt x="1011629" y="255499"/>
                  <a:pt x="1011629" y="238729"/>
                </a:cubicBezTo>
                <a:cubicBezTo>
                  <a:pt x="1011629" y="221960"/>
                  <a:pt x="1025223" y="208366"/>
                  <a:pt x="1041993" y="208366"/>
                </a:cubicBezTo>
                <a:close/>
                <a:moveTo>
                  <a:pt x="969438" y="208366"/>
                </a:moveTo>
                <a:cubicBezTo>
                  <a:pt x="986208" y="208366"/>
                  <a:pt x="999801" y="221960"/>
                  <a:pt x="999801" y="238729"/>
                </a:cubicBezTo>
                <a:cubicBezTo>
                  <a:pt x="999801" y="255499"/>
                  <a:pt x="986208" y="269093"/>
                  <a:pt x="969438" y="269093"/>
                </a:cubicBezTo>
                <a:cubicBezTo>
                  <a:pt x="952669" y="269093"/>
                  <a:pt x="939075" y="255499"/>
                  <a:pt x="939075" y="238729"/>
                </a:cubicBezTo>
                <a:cubicBezTo>
                  <a:pt x="939075" y="221960"/>
                  <a:pt x="952669" y="208366"/>
                  <a:pt x="969438" y="208366"/>
                </a:cubicBezTo>
                <a:close/>
                <a:moveTo>
                  <a:pt x="896883" y="208366"/>
                </a:moveTo>
                <a:cubicBezTo>
                  <a:pt x="913653" y="208366"/>
                  <a:pt x="927247" y="221960"/>
                  <a:pt x="927247" y="238729"/>
                </a:cubicBezTo>
                <a:cubicBezTo>
                  <a:pt x="927247" y="255499"/>
                  <a:pt x="913653" y="269093"/>
                  <a:pt x="896883" y="269093"/>
                </a:cubicBezTo>
                <a:cubicBezTo>
                  <a:pt x="880114" y="269093"/>
                  <a:pt x="866520" y="255499"/>
                  <a:pt x="866520" y="238729"/>
                </a:cubicBezTo>
                <a:cubicBezTo>
                  <a:pt x="866520" y="221960"/>
                  <a:pt x="880114" y="208366"/>
                  <a:pt x="896883" y="208366"/>
                </a:cubicBezTo>
                <a:close/>
                <a:moveTo>
                  <a:pt x="824329" y="208366"/>
                </a:moveTo>
                <a:cubicBezTo>
                  <a:pt x="841098" y="208366"/>
                  <a:pt x="854692" y="221960"/>
                  <a:pt x="854692" y="238729"/>
                </a:cubicBezTo>
                <a:cubicBezTo>
                  <a:pt x="854692" y="255499"/>
                  <a:pt x="841098" y="269093"/>
                  <a:pt x="824329" y="269093"/>
                </a:cubicBezTo>
                <a:cubicBezTo>
                  <a:pt x="807559" y="269093"/>
                  <a:pt x="793965" y="255499"/>
                  <a:pt x="793965" y="238729"/>
                </a:cubicBezTo>
                <a:cubicBezTo>
                  <a:pt x="793965" y="221960"/>
                  <a:pt x="807559" y="208366"/>
                  <a:pt x="824329" y="208366"/>
                </a:cubicBezTo>
                <a:close/>
                <a:moveTo>
                  <a:pt x="751774" y="208366"/>
                </a:moveTo>
                <a:cubicBezTo>
                  <a:pt x="768544" y="208366"/>
                  <a:pt x="782138" y="221960"/>
                  <a:pt x="782138" y="238729"/>
                </a:cubicBezTo>
                <a:cubicBezTo>
                  <a:pt x="782138" y="255499"/>
                  <a:pt x="768544" y="269093"/>
                  <a:pt x="751774" y="269093"/>
                </a:cubicBezTo>
                <a:cubicBezTo>
                  <a:pt x="735005" y="269093"/>
                  <a:pt x="721411" y="255499"/>
                  <a:pt x="721411" y="238729"/>
                </a:cubicBezTo>
                <a:cubicBezTo>
                  <a:pt x="721411" y="221960"/>
                  <a:pt x="735005" y="208366"/>
                  <a:pt x="751774" y="208366"/>
                </a:cubicBezTo>
                <a:close/>
                <a:moveTo>
                  <a:pt x="679220" y="208366"/>
                </a:moveTo>
                <a:cubicBezTo>
                  <a:pt x="695989" y="208366"/>
                  <a:pt x="709583" y="221960"/>
                  <a:pt x="709583" y="238729"/>
                </a:cubicBezTo>
                <a:cubicBezTo>
                  <a:pt x="709583" y="255499"/>
                  <a:pt x="695989" y="269093"/>
                  <a:pt x="679220" y="269093"/>
                </a:cubicBezTo>
                <a:cubicBezTo>
                  <a:pt x="662450" y="269093"/>
                  <a:pt x="648856" y="255499"/>
                  <a:pt x="648856" y="238729"/>
                </a:cubicBezTo>
                <a:cubicBezTo>
                  <a:pt x="648856" y="221960"/>
                  <a:pt x="662450" y="208366"/>
                  <a:pt x="679220" y="208366"/>
                </a:cubicBezTo>
                <a:close/>
                <a:moveTo>
                  <a:pt x="606665" y="208366"/>
                </a:moveTo>
                <a:cubicBezTo>
                  <a:pt x="623435" y="208366"/>
                  <a:pt x="637029" y="221960"/>
                  <a:pt x="637029" y="238729"/>
                </a:cubicBezTo>
                <a:cubicBezTo>
                  <a:pt x="637029" y="255499"/>
                  <a:pt x="623435" y="269093"/>
                  <a:pt x="606665" y="269093"/>
                </a:cubicBezTo>
                <a:cubicBezTo>
                  <a:pt x="589896" y="269093"/>
                  <a:pt x="576302" y="255499"/>
                  <a:pt x="576302" y="238729"/>
                </a:cubicBezTo>
                <a:cubicBezTo>
                  <a:pt x="576302" y="221960"/>
                  <a:pt x="589896" y="208366"/>
                  <a:pt x="606665" y="208366"/>
                </a:cubicBezTo>
                <a:close/>
                <a:moveTo>
                  <a:pt x="534111" y="208366"/>
                </a:moveTo>
                <a:cubicBezTo>
                  <a:pt x="550880" y="208366"/>
                  <a:pt x="564474" y="221960"/>
                  <a:pt x="564474" y="238729"/>
                </a:cubicBezTo>
                <a:cubicBezTo>
                  <a:pt x="564474" y="255499"/>
                  <a:pt x="550880" y="269093"/>
                  <a:pt x="534111" y="269093"/>
                </a:cubicBezTo>
                <a:cubicBezTo>
                  <a:pt x="517341" y="269093"/>
                  <a:pt x="503747" y="255499"/>
                  <a:pt x="503747" y="238729"/>
                </a:cubicBezTo>
                <a:cubicBezTo>
                  <a:pt x="503747" y="221960"/>
                  <a:pt x="517341" y="208366"/>
                  <a:pt x="534111" y="208366"/>
                </a:cubicBezTo>
                <a:close/>
                <a:moveTo>
                  <a:pt x="461556" y="208366"/>
                </a:moveTo>
                <a:cubicBezTo>
                  <a:pt x="478326" y="208366"/>
                  <a:pt x="491920" y="221960"/>
                  <a:pt x="491920" y="238729"/>
                </a:cubicBezTo>
                <a:cubicBezTo>
                  <a:pt x="491920" y="255499"/>
                  <a:pt x="478326" y="269093"/>
                  <a:pt x="461556" y="269093"/>
                </a:cubicBezTo>
                <a:cubicBezTo>
                  <a:pt x="444787" y="269093"/>
                  <a:pt x="431192" y="255499"/>
                  <a:pt x="431192" y="238729"/>
                </a:cubicBezTo>
                <a:cubicBezTo>
                  <a:pt x="431192" y="221960"/>
                  <a:pt x="444787" y="208366"/>
                  <a:pt x="461556" y="208366"/>
                </a:cubicBezTo>
                <a:close/>
                <a:moveTo>
                  <a:pt x="389002" y="208366"/>
                </a:moveTo>
                <a:cubicBezTo>
                  <a:pt x="405771" y="208366"/>
                  <a:pt x="419365" y="221960"/>
                  <a:pt x="419365" y="238729"/>
                </a:cubicBezTo>
                <a:cubicBezTo>
                  <a:pt x="419365" y="255499"/>
                  <a:pt x="405771" y="269093"/>
                  <a:pt x="389002" y="269093"/>
                </a:cubicBezTo>
                <a:cubicBezTo>
                  <a:pt x="372232" y="269093"/>
                  <a:pt x="358638" y="255499"/>
                  <a:pt x="358638" y="238729"/>
                </a:cubicBezTo>
                <a:cubicBezTo>
                  <a:pt x="358638" y="221960"/>
                  <a:pt x="372232" y="208366"/>
                  <a:pt x="389002" y="208366"/>
                </a:cubicBezTo>
                <a:close/>
                <a:moveTo>
                  <a:pt x="316447" y="208366"/>
                </a:moveTo>
                <a:cubicBezTo>
                  <a:pt x="333216" y="208366"/>
                  <a:pt x="346810" y="221960"/>
                  <a:pt x="346810" y="238729"/>
                </a:cubicBezTo>
                <a:cubicBezTo>
                  <a:pt x="346810" y="255499"/>
                  <a:pt x="333216" y="269093"/>
                  <a:pt x="316447" y="269093"/>
                </a:cubicBezTo>
                <a:cubicBezTo>
                  <a:pt x="299677" y="269093"/>
                  <a:pt x="286084" y="255499"/>
                  <a:pt x="286084" y="238729"/>
                </a:cubicBezTo>
                <a:cubicBezTo>
                  <a:pt x="286084" y="221960"/>
                  <a:pt x="299677" y="208366"/>
                  <a:pt x="316447" y="208366"/>
                </a:cubicBezTo>
                <a:close/>
                <a:moveTo>
                  <a:pt x="243892" y="208366"/>
                </a:moveTo>
                <a:cubicBezTo>
                  <a:pt x="260662" y="208366"/>
                  <a:pt x="274256" y="221960"/>
                  <a:pt x="274256" y="238729"/>
                </a:cubicBezTo>
                <a:cubicBezTo>
                  <a:pt x="274256" y="255499"/>
                  <a:pt x="260662" y="269093"/>
                  <a:pt x="243892" y="269093"/>
                </a:cubicBezTo>
                <a:cubicBezTo>
                  <a:pt x="227123" y="269093"/>
                  <a:pt x="213529" y="255499"/>
                  <a:pt x="213529" y="238729"/>
                </a:cubicBezTo>
                <a:cubicBezTo>
                  <a:pt x="213529" y="221960"/>
                  <a:pt x="227123" y="208366"/>
                  <a:pt x="243892" y="208366"/>
                </a:cubicBezTo>
                <a:close/>
                <a:moveTo>
                  <a:pt x="171339" y="208366"/>
                </a:moveTo>
                <a:cubicBezTo>
                  <a:pt x="188107" y="208366"/>
                  <a:pt x="201701" y="221960"/>
                  <a:pt x="201701" y="238729"/>
                </a:cubicBezTo>
                <a:cubicBezTo>
                  <a:pt x="201701" y="255499"/>
                  <a:pt x="188107" y="269093"/>
                  <a:pt x="171339" y="269093"/>
                </a:cubicBezTo>
                <a:cubicBezTo>
                  <a:pt x="154697" y="269093"/>
                  <a:pt x="141102" y="255499"/>
                  <a:pt x="141102" y="238729"/>
                </a:cubicBezTo>
                <a:cubicBezTo>
                  <a:pt x="141102" y="221960"/>
                  <a:pt x="154697" y="208366"/>
                  <a:pt x="171339" y="208366"/>
                </a:cubicBezTo>
                <a:close/>
                <a:moveTo>
                  <a:pt x="98929" y="208366"/>
                </a:moveTo>
                <a:cubicBezTo>
                  <a:pt x="115688" y="208366"/>
                  <a:pt x="129282" y="221960"/>
                  <a:pt x="129282" y="238729"/>
                </a:cubicBezTo>
                <a:cubicBezTo>
                  <a:pt x="129282" y="255499"/>
                  <a:pt x="115688" y="269093"/>
                  <a:pt x="98929" y="269093"/>
                </a:cubicBezTo>
                <a:cubicBezTo>
                  <a:pt x="82155" y="269093"/>
                  <a:pt x="68561" y="255499"/>
                  <a:pt x="68561" y="238729"/>
                </a:cubicBezTo>
                <a:cubicBezTo>
                  <a:pt x="68561" y="221960"/>
                  <a:pt x="82155" y="208366"/>
                  <a:pt x="98929" y="208366"/>
                </a:cubicBezTo>
                <a:close/>
                <a:moveTo>
                  <a:pt x="26375" y="208366"/>
                </a:moveTo>
                <a:cubicBezTo>
                  <a:pt x="43137" y="208366"/>
                  <a:pt x="56732" y="221960"/>
                  <a:pt x="56732" y="238729"/>
                </a:cubicBezTo>
                <a:cubicBezTo>
                  <a:pt x="56732" y="255499"/>
                  <a:pt x="43137" y="269093"/>
                  <a:pt x="26375" y="269093"/>
                </a:cubicBezTo>
                <a:cubicBezTo>
                  <a:pt x="17989" y="269093"/>
                  <a:pt x="10398" y="265695"/>
                  <a:pt x="4903" y="260200"/>
                </a:cubicBezTo>
                <a:lnTo>
                  <a:pt x="0" y="248364"/>
                </a:lnTo>
                <a:lnTo>
                  <a:pt x="0" y="229094"/>
                </a:lnTo>
                <a:lnTo>
                  <a:pt x="4903" y="217259"/>
                </a:lnTo>
                <a:cubicBezTo>
                  <a:pt x="10398" y="211765"/>
                  <a:pt x="17989" y="208366"/>
                  <a:pt x="26375" y="208366"/>
                </a:cubicBezTo>
                <a:close/>
                <a:moveTo>
                  <a:pt x="1622429" y="127914"/>
                </a:moveTo>
                <a:cubicBezTo>
                  <a:pt x="1630814" y="127914"/>
                  <a:pt x="1638404" y="131313"/>
                  <a:pt x="1643899" y="136808"/>
                </a:cubicBezTo>
                <a:lnTo>
                  <a:pt x="1648931" y="148957"/>
                </a:lnTo>
                <a:lnTo>
                  <a:pt x="1651011" y="162579"/>
                </a:lnTo>
                <a:lnTo>
                  <a:pt x="1643899" y="179748"/>
                </a:lnTo>
                <a:cubicBezTo>
                  <a:pt x="1638404" y="185243"/>
                  <a:pt x="1630814" y="188641"/>
                  <a:pt x="1622429" y="188641"/>
                </a:cubicBezTo>
                <a:cubicBezTo>
                  <a:pt x="1605659" y="188641"/>
                  <a:pt x="1592066" y="175047"/>
                  <a:pt x="1592066" y="158278"/>
                </a:cubicBezTo>
                <a:cubicBezTo>
                  <a:pt x="1592066" y="141508"/>
                  <a:pt x="1605659" y="127914"/>
                  <a:pt x="1622429" y="127914"/>
                </a:cubicBezTo>
                <a:close/>
                <a:moveTo>
                  <a:pt x="1549874" y="127914"/>
                </a:moveTo>
                <a:cubicBezTo>
                  <a:pt x="1566644" y="127914"/>
                  <a:pt x="1580238" y="141508"/>
                  <a:pt x="1580238" y="158278"/>
                </a:cubicBezTo>
                <a:cubicBezTo>
                  <a:pt x="1580238" y="175047"/>
                  <a:pt x="1566644" y="188641"/>
                  <a:pt x="1549874" y="188641"/>
                </a:cubicBezTo>
                <a:cubicBezTo>
                  <a:pt x="1533105" y="188641"/>
                  <a:pt x="1519511" y="175047"/>
                  <a:pt x="1519511" y="158278"/>
                </a:cubicBezTo>
                <a:cubicBezTo>
                  <a:pt x="1519511" y="141508"/>
                  <a:pt x="1533105" y="127914"/>
                  <a:pt x="1549874" y="127914"/>
                </a:cubicBezTo>
                <a:close/>
                <a:moveTo>
                  <a:pt x="1477320" y="127914"/>
                </a:moveTo>
                <a:cubicBezTo>
                  <a:pt x="1494089" y="127914"/>
                  <a:pt x="1507683" y="141508"/>
                  <a:pt x="1507683" y="158278"/>
                </a:cubicBezTo>
                <a:cubicBezTo>
                  <a:pt x="1507683" y="175047"/>
                  <a:pt x="1494089" y="188641"/>
                  <a:pt x="1477320" y="188641"/>
                </a:cubicBezTo>
                <a:cubicBezTo>
                  <a:pt x="1460550" y="188641"/>
                  <a:pt x="1446956" y="175047"/>
                  <a:pt x="1446956" y="158278"/>
                </a:cubicBezTo>
                <a:cubicBezTo>
                  <a:pt x="1446956" y="141508"/>
                  <a:pt x="1460550" y="127914"/>
                  <a:pt x="1477320" y="127914"/>
                </a:cubicBezTo>
                <a:close/>
                <a:moveTo>
                  <a:pt x="1404765" y="127914"/>
                </a:moveTo>
                <a:cubicBezTo>
                  <a:pt x="1421535" y="127914"/>
                  <a:pt x="1435129" y="141508"/>
                  <a:pt x="1435129" y="158278"/>
                </a:cubicBezTo>
                <a:cubicBezTo>
                  <a:pt x="1435129" y="175047"/>
                  <a:pt x="1421535" y="188641"/>
                  <a:pt x="1404765" y="188641"/>
                </a:cubicBezTo>
                <a:cubicBezTo>
                  <a:pt x="1387996" y="188641"/>
                  <a:pt x="1374402" y="175047"/>
                  <a:pt x="1374402" y="158278"/>
                </a:cubicBezTo>
                <a:cubicBezTo>
                  <a:pt x="1374402" y="141508"/>
                  <a:pt x="1387996" y="127914"/>
                  <a:pt x="1404765" y="127914"/>
                </a:cubicBezTo>
                <a:close/>
                <a:moveTo>
                  <a:pt x="1332211" y="127914"/>
                </a:moveTo>
                <a:cubicBezTo>
                  <a:pt x="1348980" y="127914"/>
                  <a:pt x="1362574" y="141508"/>
                  <a:pt x="1362574" y="158278"/>
                </a:cubicBezTo>
                <a:cubicBezTo>
                  <a:pt x="1362574" y="175047"/>
                  <a:pt x="1348980" y="188641"/>
                  <a:pt x="1332211" y="188641"/>
                </a:cubicBezTo>
                <a:cubicBezTo>
                  <a:pt x="1315441" y="188641"/>
                  <a:pt x="1301847" y="175047"/>
                  <a:pt x="1301847" y="158278"/>
                </a:cubicBezTo>
                <a:cubicBezTo>
                  <a:pt x="1301847" y="141508"/>
                  <a:pt x="1315441" y="127914"/>
                  <a:pt x="1332211" y="127914"/>
                </a:cubicBezTo>
                <a:close/>
                <a:moveTo>
                  <a:pt x="1259656" y="127914"/>
                </a:moveTo>
                <a:cubicBezTo>
                  <a:pt x="1276426" y="127914"/>
                  <a:pt x="1290020" y="141508"/>
                  <a:pt x="1290020" y="158278"/>
                </a:cubicBezTo>
                <a:cubicBezTo>
                  <a:pt x="1290020" y="175047"/>
                  <a:pt x="1276426" y="188641"/>
                  <a:pt x="1259656" y="188641"/>
                </a:cubicBezTo>
                <a:cubicBezTo>
                  <a:pt x="1242887" y="188641"/>
                  <a:pt x="1229293" y="175047"/>
                  <a:pt x="1229293" y="158278"/>
                </a:cubicBezTo>
                <a:cubicBezTo>
                  <a:pt x="1229293" y="141508"/>
                  <a:pt x="1242887" y="127914"/>
                  <a:pt x="1259656" y="127914"/>
                </a:cubicBezTo>
                <a:close/>
                <a:moveTo>
                  <a:pt x="1187102" y="127914"/>
                </a:moveTo>
                <a:cubicBezTo>
                  <a:pt x="1203871" y="127914"/>
                  <a:pt x="1217465" y="141508"/>
                  <a:pt x="1217465" y="158278"/>
                </a:cubicBezTo>
                <a:cubicBezTo>
                  <a:pt x="1217465" y="175047"/>
                  <a:pt x="1203871" y="188641"/>
                  <a:pt x="1187102" y="188641"/>
                </a:cubicBezTo>
                <a:cubicBezTo>
                  <a:pt x="1170332" y="188641"/>
                  <a:pt x="1156738" y="175047"/>
                  <a:pt x="1156738" y="158278"/>
                </a:cubicBezTo>
                <a:cubicBezTo>
                  <a:pt x="1156738" y="141508"/>
                  <a:pt x="1170332" y="127914"/>
                  <a:pt x="1187102" y="127914"/>
                </a:cubicBezTo>
                <a:close/>
                <a:moveTo>
                  <a:pt x="1114547" y="127914"/>
                </a:moveTo>
                <a:cubicBezTo>
                  <a:pt x="1131317" y="127914"/>
                  <a:pt x="1144911" y="141508"/>
                  <a:pt x="1144911" y="158278"/>
                </a:cubicBezTo>
                <a:cubicBezTo>
                  <a:pt x="1144911" y="175047"/>
                  <a:pt x="1131317" y="188641"/>
                  <a:pt x="1114547" y="188641"/>
                </a:cubicBezTo>
                <a:cubicBezTo>
                  <a:pt x="1097778" y="188641"/>
                  <a:pt x="1084184" y="175047"/>
                  <a:pt x="1084184" y="158278"/>
                </a:cubicBezTo>
                <a:cubicBezTo>
                  <a:pt x="1084184" y="141508"/>
                  <a:pt x="1097778" y="127914"/>
                  <a:pt x="1114547" y="127914"/>
                </a:cubicBezTo>
                <a:close/>
                <a:moveTo>
                  <a:pt x="1041993" y="127914"/>
                </a:moveTo>
                <a:cubicBezTo>
                  <a:pt x="1058762" y="127914"/>
                  <a:pt x="1072356" y="141508"/>
                  <a:pt x="1072356" y="158278"/>
                </a:cubicBezTo>
                <a:cubicBezTo>
                  <a:pt x="1072356" y="175047"/>
                  <a:pt x="1058762" y="188641"/>
                  <a:pt x="1041993" y="188641"/>
                </a:cubicBezTo>
                <a:cubicBezTo>
                  <a:pt x="1025223" y="188641"/>
                  <a:pt x="1011629" y="175047"/>
                  <a:pt x="1011629" y="158278"/>
                </a:cubicBezTo>
                <a:cubicBezTo>
                  <a:pt x="1011629" y="141508"/>
                  <a:pt x="1025223" y="127914"/>
                  <a:pt x="1041993" y="127914"/>
                </a:cubicBezTo>
                <a:close/>
                <a:moveTo>
                  <a:pt x="969438" y="127914"/>
                </a:moveTo>
                <a:cubicBezTo>
                  <a:pt x="986208" y="127914"/>
                  <a:pt x="999801" y="141508"/>
                  <a:pt x="999801" y="158278"/>
                </a:cubicBezTo>
                <a:cubicBezTo>
                  <a:pt x="999801" y="175047"/>
                  <a:pt x="986208" y="188641"/>
                  <a:pt x="969438" y="188641"/>
                </a:cubicBezTo>
                <a:cubicBezTo>
                  <a:pt x="952669" y="188641"/>
                  <a:pt x="939075" y="175047"/>
                  <a:pt x="939075" y="158278"/>
                </a:cubicBezTo>
                <a:cubicBezTo>
                  <a:pt x="939075" y="141508"/>
                  <a:pt x="952669" y="127914"/>
                  <a:pt x="969438" y="127914"/>
                </a:cubicBezTo>
                <a:close/>
                <a:moveTo>
                  <a:pt x="896883" y="127914"/>
                </a:moveTo>
                <a:cubicBezTo>
                  <a:pt x="913653" y="127914"/>
                  <a:pt x="927247" y="141508"/>
                  <a:pt x="927247" y="158278"/>
                </a:cubicBezTo>
                <a:cubicBezTo>
                  <a:pt x="927247" y="175047"/>
                  <a:pt x="913653" y="188641"/>
                  <a:pt x="896883" y="188641"/>
                </a:cubicBezTo>
                <a:cubicBezTo>
                  <a:pt x="880114" y="188641"/>
                  <a:pt x="866520" y="175047"/>
                  <a:pt x="866520" y="158278"/>
                </a:cubicBezTo>
                <a:cubicBezTo>
                  <a:pt x="866520" y="141508"/>
                  <a:pt x="880114" y="127914"/>
                  <a:pt x="896883" y="127914"/>
                </a:cubicBezTo>
                <a:close/>
                <a:moveTo>
                  <a:pt x="824329" y="127914"/>
                </a:moveTo>
                <a:cubicBezTo>
                  <a:pt x="841098" y="127914"/>
                  <a:pt x="854692" y="141508"/>
                  <a:pt x="854692" y="158278"/>
                </a:cubicBezTo>
                <a:cubicBezTo>
                  <a:pt x="854692" y="175047"/>
                  <a:pt x="841098" y="188641"/>
                  <a:pt x="824329" y="188641"/>
                </a:cubicBezTo>
                <a:cubicBezTo>
                  <a:pt x="807559" y="188641"/>
                  <a:pt x="793965" y="175047"/>
                  <a:pt x="793965" y="158278"/>
                </a:cubicBezTo>
                <a:cubicBezTo>
                  <a:pt x="793965" y="141508"/>
                  <a:pt x="807559" y="127914"/>
                  <a:pt x="824329" y="127914"/>
                </a:cubicBezTo>
                <a:close/>
                <a:moveTo>
                  <a:pt x="751774" y="127914"/>
                </a:moveTo>
                <a:cubicBezTo>
                  <a:pt x="768544" y="127914"/>
                  <a:pt x="782138" y="141508"/>
                  <a:pt x="782138" y="158278"/>
                </a:cubicBezTo>
                <a:cubicBezTo>
                  <a:pt x="782138" y="175047"/>
                  <a:pt x="768544" y="188641"/>
                  <a:pt x="751774" y="188641"/>
                </a:cubicBezTo>
                <a:cubicBezTo>
                  <a:pt x="735005" y="188641"/>
                  <a:pt x="721411" y="175047"/>
                  <a:pt x="721411" y="158278"/>
                </a:cubicBezTo>
                <a:cubicBezTo>
                  <a:pt x="721411" y="141508"/>
                  <a:pt x="735005" y="127914"/>
                  <a:pt x="751774" y="127914"/>
                </a:cubicBezTo>
                <a:close/>
                <a:moveTo>
                  <a:pt x="679220" y="127914"/>
                </a:moveTo>
                <a:cubicBezTo>
                  <a:pt x="695989" y="127914"/>
                  <a:pt x="709583" y="141508"/>
                  <a:pt x="709583" y="158278"/>
                </a:cubicBezTo>
                <a:cubicBezTo>
                  <a:pt x="709583" y="175047"/>
                  <a:pt x="695989" y="188641"/>
                  <a:pt x="679220" y="188641"/>
                </a:cubicBezTo>
                <a:cubicBezTo>
                  <a:pt x="662450" y="188641"/>
                  <a:pt x="648856" y="175047"/>
                  <a:pt x="648856" y="158278"/>
                </a:cubicBezTo>
                <a:cubicBezTo>
                  <a:pt x="648856" y="141508"/>
                  <a:pt x="662450" y="127914"/>
                  <a:pt x="679220" y="127914"/>
                </a:cubicBezTo>
                <a:close/>
                <a:moveTo>
                  <a:pt x="606665" y="127914"/>
                </a:moveTo>
                <a:cubicBezTo>
                  <a:pt x="623435" y="127914"/>
                  <a:pt x="637029" y="141508"/>
                  <a:pt x="637029" y="158278"/>
                </a:cubicBezTo>
                <a:cubicBezTo>
                  <a:pt x="637029" y="175047"/>
                  <a:pt x="623435" y="188641"/>
                  <a:pt x="606665" y="188641"/>
                </a:cubicBezTo>
                <a:cubicBezTo>
                  <a:pt x="589896" y="188641"/>
                  <a:pt x="576302" y="175047"/>
                  <a:pt x="576302" y="158278"/>
                </a:cubicBezTo>
                <a:cubicBezTo>
                  <a:pt x="576302" y="141508"/>
                  <a:pt x="589896" y="127914"/>
                  <a:pt x="606665" y="127914"/>
                </a:cubicBezTo>
                <a:close/>
                <a:moveTo>
                  <a:pt x="534111" y="127914"/>
                </a:moveTo>
                <a:cubicBezTo>
                  <a:pt x="550880" y="127914"/>
                  <a:pt x="564474" y="141508"/>
                  <a:pt x="564474" y="158278"/>
                </a:cubicBezTo>
                <a:cubicBezTo>
                  <a:pt x="564474" y="175047"/>
                  <a:pt x="550880" y="188641"/>
                  <a:pt x="534111" y="188641"/>
                </a:cubicBezTo>
                <a:cubicBezTo>
                  <a:pt x="517341" y="188641"/>
                  <a:pt x="503747" y="175047"/>
                  <a:pt x="503747" y="158278"/>
                </a:cubicBezTo>
                <a:cubicBezTo>
                  <a:pt x="503747" y="141508"/>
                  <a:pt x="517341" y="127914"/>
                  <a:pt x="534111" y="127914"/>
                </a:cubicBezTo>
                <a:close/>
                <a:moveTo>
                  <a:pt x="461556" y="127914"/>
                </a:moveTo>
                <a:cubicBezTo>
                  <a:pt x="478326" y="127914"/>
                  <a:pt x="491920" y="141508"/>
                  <a:pt x="491920" y="158278"/>
                </a:cubicBezTo>
                <a:cubicBezTo>
                  <a:pt x="491920" y="175047"/>
                  <a:pt x="478326" y="188641"/>
                  <a:pt x="461556" y="188641"/>
                </a:cubicBezTo>
                <a:cubicBezTo>
                  <a:pt x="444787" y="188641"/>
                  <a:pt x="431192" y="175047"/>
                  <a:pt x="431192" y="158278"/>
                </a:cubicBezTo>
                <a:cubicBezTo>
                  <a:pt x="431192" y="141508"/>
                  <a:pt x="444787" y="127914"/>
                  <a:pt x="461556" y="127914"/>
                </a:cubicBezTo>
                <a:close/>
                <a:moveTo>
                  <a:pt x="389002" y="127914"/>
                </a:moveTo>
                <a:cubicBezTo>
                  <a:pt x="405771" y="127914"/>
                  <a:pt x="419365" y="141508"/>
                  <a:pt x="419365" y="158278"/>
                </a:cubicBezTo>
                <a:cubicBezTo>
                  <a:pt x="419365" y="175047"/>
                  <a:pt x="405771" y="188641"/>
                  <a:pt x="389002" y="188641"/>
                </a:cubicBezTo>
                <a:cubicBezTo>
                  <a:pt x="372232" y="188641"/>
                  <a:pt x="358638" y="175047"/>
                  <a:pt x="358638" y="158278"/>
                </a:cubicBezTo>
                <a:cubicBezTo>
                  <a:pt x="358638" y="141508"/>
                  <a:pt x="372232" y="127914"/>
                  <a:pt x="389002" y="127914"/>
                </a:cubicBezTo>
                <a:close/>
                <a:moveTo>
                  <a:pt x="316447" y="127914"/>
                </a:moveTo>
                <a:cubicBezTo>
                  <a:pt x="333216" y="127914"/>
                  <a:pt x="346810" y="141508"/>
                  <a:pt x="346810" y="158278"/>
                </a:cubicBezTo>
                <a:cubicBezTo>
                  <a:pt x="346810" y="175047"/>
                  <a:pt x="333216" y="188641"/>
                  <a:pt x="316447" y="188641"/>
                </a:cubicBezTo>
                <a:cubicBezTo>
                  <a:pt x="299677" y="188641"/>
                  <a:pt x="286084" y="175047"/>
                  <a:pt x="286084" y="158278"/>
                </a:cubicBezTo>
                <a:cubicBezTo>
                  <a:pt x="286084" y="141508"/>
                  <a:pt x="299677" y="127914"/>
                  <a:pt x="316447" y="127914"/>
                </a:cubicBezTo>
                <a:close/>
                <a:moveTo>
                  <a:pt x="243892" y="127914"/>
                </a:moveTo>
                <a:cubicBezTo>
                  <a:pt x="260662" y="127914"/>
                  <a:pt x="274256" y="141508"/>
                  <a:pt x="274256" y="158278"/>
                </a:cubicBezTo>
                <a:cubicBezTo>
                  <a:pt x="274256" y="175047"/>
                  <a:pt x="260662" y="188641"/>
                  <a:pt x="243892" y="188641"/>
                </a:cubicBezTo>
                <a:cubicBezTo>
                  <a:pt x="227123" y="188641"/>
                  <a:pt x="213529" y="175047"/>
                  <a:pt x="213529" y="158278"/>
                </a:cubicBezTo>
                <a:cubicBezTo>
                  <a:pt x="213529" y="141508"/>
                  <a:pt x="227123" y="127914"/>
                  <a:pt x="243892" y="127914"/>
                </a:cubicBezTo>
                <a:close/>
                <a:moveTo>
                  <a:pt x="171339" y="127914"/>
                </a:moveTo>
                <a:cubicBezTo>
                  <a:pt x="188107" y="127914"/>
                  <a:pt x="201701" y="141508"/>
                  <a:pt x="201701" y="158278"/>
                </a:cubicBezTo>
                <a:cubicBezTo>
                  <a:pt x="201701" y="175047"/>
                  <a:pt x="188107" y="188641"/>
                  <a:pt x="171339" y="188641"/>
                </a:cubicBezTo>
                <a:cubicBezTo>
                  <a:pt x="154702" y="188641"/>
                  <a:pt x="141108" y="175047"/>
                  <a:pt x="141108" y="158278"/>
                </a:cubicBezTo>
                <a:cubicBezTo>
                  <a:pt x="141108" y="141508"/>
                  <a:pt x="154702" y="127914"/>
                  <a:pt x="171339" y="127914"/>
                </a:cubicBezTo>
                <a:close/>
                <a:moveTo>
                  <a:pt x="98936" y="127914"/>
                </a:moveTo>
                <a:cubicBezTo>
                  <a:pt x="115695" y="127914"/>
                  <a:pt x="129288" y="141508"/>
                  <a:pt x="129288" y="158278"/>
                </a:cubicBezTo>
                <a:cubicBezTo>
                  <a:pt x="129288" y="175047"/>
                  <a:pt x="115695" y="188641"/>
                  <a:pt x="98936" y="188641"/>
                </a:cubicBezTo>
                <a:cubicBezTo>
                  <a:pt x="82162" y="188641"/>
                  <a:pt x="68567" y="175047"/>
                  <a:pt x="68567" y="158278"/>
                </a:cubicBezTo>
                <a:cubicBezTo>
                  <a:pt x="68567" y="141508"/>
                  <a:pt x="82162" y="127914"/>
                  <a:pt x="98936" y="127914"/>
                </a:cubicBezTo>
                <a:close/>
                <a:moveTo>
                  <a:pt x="26381" y="127914"/>
                </a:moveTo>
                <a:cubicBezTo>
                  <a:pt x="43143" y="127914"/>
                  <a:pt x="56738" y="141508"/>
                  <a:pt x="56738" y="158278"/>
                </a:cubicBezTo>
                <a:cubicBezTo>
                  <a:pt x="56738" y="175047"/>
                  <a:pt x="43143" y="188641"/>
                  <a:pt x="26381" y="188641"/>
                </a:cubicBezTo>
                <a:cubicBezTo>
                  <a:pt x="17995" y="188641"/>
                  <a:pt x="10404" y="185243"/>
                  <a:pt x="4909" y="179748"/>
                </a:cubicBezTo>
                <a:lnTo>
                  <a:pt x="0" y="167898"/>
                </a:lnTo>
                <a:lnTo>
                  <a:pt x="0" y="148658"/>
                </a:lnTo>
                <a:lnTo>
                  <a:pt x="4909" y="136807"/>
                </a:lnTo>
                <a:cubicBezTo>
                  <a:pt x="10404" y="131313"/>
                  <a:pt x="17995" y="127914"/>
                  <a:pt x="26381" y="127914"/>
                </a:cubicBezTo>
                <a:close/>
                <a:moveTo>
                  <a:pt x="1622429" y="47462"/>
                </a:moveTo>
                <a:lnTo>
                  <a:pt x="1625821" y="48147"/>
                </a:lnTo>
                <a:lnTo>
                  <a:pt x="1639701" y="102127"/>
                </a:lnTo>
                <a:lnTo>
                  <a:pt x="1634248" y="105804"/>
                </a:lnTo>
                <a:cubicBezTo>
                  <a:pt x="1630615" y="107340"/>
                  <a:pt x="1626621" y="108189"/>
                  <a:pt x="1622429" y="108189"/>
                </a:cubicBezTo>
                <a:cubicBezTo>
                  <a:pt x="1605659" y="108189"/>
                  <a:pt x="1592066" y="94595"/>
                  <a:pt x="1592066" y="77826"/>
                </a:cubicBezTo>
                <a:cubicBezTo>
                  <a:pt x="1592066" y="61056"/>
                  <a:pt x="1605659" y="47462"/>
                  <a:pt x="1622429" y="47462"/>
                </a:cubicBezTo>
                <a:close/>
                <a:moveTo>
                  <a:pt x="1549874" y="47462"/>
                </a:moveTo>
                <a:cubicBezTo>
                  <a:pt x="1566644" y="47462"/>
                  <a:pt x="1580238" y="61056"/>
                  <a:pt x="1580238" y="77826"/>
                </a:cubicBezTo>
                <a:cubicBezTo>
                  <a:pt x="1580238" y="94595"/>
                  <a:pt x="1566644" y="108189"/>
                  <a:pt x="1549874" y="108189"/>
                </a:cubicBezTo>
                <a:cubicBezTo>
                  <a:pt x="1533105" y="108189"/>
                  <a:pt x="1519511" y="94595"/>
                  <a:pt x="1519511" y="77826"/>
                </a:cubicBezTo>
                <a:cubicBezTo>
                  <a:pt x="1519511" y="61056"/>
                  <a:pt x="1533105" y="47462"/>
                  <a:pt x="1549874" y="47462"/>
                </a:cubicBezTo>
                <a:close/>
                <a:moveTo>
                  <a:pt x="1477320" y="47462"/>
                </a:moveTo>
                <a:cubicBezTo>
                  <a:pt x="1494089" y="47462"/>
                  <a:pt x="1507683" y="61056"/>
                  <a:pt x="1507683" y="77826"/>
                </a:cubicBezTo>
                <a:cubicBezTo>
                  <a:pt x="1507683" y="94595"/>
                  <a:pt x="1494089" y="108189"/>
                  <a:pt x="1477320" y="108189"/>
                </a:cubicBezTo>
                <a:cubicBezTo>
                  <a:pt x="1460550" y="108189"/>
                  <a:pt x="1446956" y="94595"/>
                  <a:pt x="1446956" y="77826"/>
                </a:cubicBezTo>
                <a:cubicBezTo>
                  <a:pt x="1446956" y="61056"/>
                  <a:pt x="1460550" y="47462"/>
                  <a:pt x="1477320" y="47462"/>
                </a:cubicBezTo>
                <a:close/>
                <a:moveTo>
                  <a:pt x="1404765" y="47462"/>
                </a:moveTo>
                <a:cubicBezTo>
                  <a:pt x="1421535" y="47462"/>
                  <a:pt x="1435129" y="61056"/>
                  <a:pt x="1435129" y="77826"/>
                </a:cubicBezTo>
                <a:cubicBezTo>
                  <a:pt x="1435129" y="94595"/>
                  <a:pt x="1421535" y="108189"/>
                  <a:pt x="1404765" y="108189"/>
                </a:cubicBezTo>
                <a:cubicBezTo>
                  <a:pt x="1387996" y="108189"/>
                  <a:pt x="1374402" y="94595"/>
                  <a:pt x="1374402" y="77826"/>
                </a:cubicBezTo>
                <a:cubicBezTo>
                  <a:pt x="1374402" y="61056"/>
                  <a:pt x="1387996" y="47462"/>
                  <a:pt x="1404765" y="47462"/>
                </a:cubicBezTo>
                <a:close/>
                <a:moveTo>
                  <a:pt x="1332211" y="47462"/>
                </a:moveTo>
                <a:cubicBezTo>
                  <a:pt x="1348980" y="47462"/>
                  <a:pt x="1362574" y="61056"/>
                  <a:pt x="1362574" y="77826"/>
                </a:cubicBezTo>
                <a:cubicBezTo>
                  <a:pt x="1362574" y="94595"/>
                  <a:pt x="1348980" y="108189"/>
                  <a:pt x="1332211" y="108189"/>
                </a:cubicBezTo>
                <a:cubicBezTo>
                  <a:pt x="1315441" y="108189"/>
                  <a:pt x="1301847" y="94595"/>
                  <a:pt x="1301847" y="77826"/>
                </a:cubicBezTo>
                <a:cubicBezTo>
                  <a:pt x="1301847" y="61056"/>
                  <a:pt x="1315441" y="47462"/>
                  <a:pt x="1332211" y="47462"/>
                </a:cubicBezTo>
                <a:close/>
                <a:moveTo>
                  <a:pt x="1259656" y="47462"/>
                </a:moveTo>
                <a:cubicBezTo>
                  <a:pt x="1276426" y="47462"/>
                  <a:pt x="1290020" y="61056"/>
                  <a:pt x="1290020" y="77826"/>
                </a:cubicBezTo>
                <a:cubicBezTo>
                  <a:pt x="1290020" y="94595"/>
                  <a:pt x="1276426" y="108189"/>
                  <a:pt x="1259656" y="108189"/>
                </a:cubicBezTo>
                <a:cubicBezTo>
                  <a:pt x="1242887" y="108189"/>
                  <a:pt x="1229293" y="94595"/>
                  <a:pt x="1229293" y="77826"/>
                </a:cubicBezTo>
                <a:cubicBezTo>
                  <a:pt x="1229293" y="61056"/>
                  <a:pt x="1242887" y="47462"/>
                  <a:pt x="1259656" y="47462"/>
                </a:cubicBezTo>
                <a:close/>
                <a:moveTo>
                  <a:pt x="1187102" y="47462"/>
                </a:moveTo>
                <a:cubicBezTo>
                  <a:pt x="1203871" y="47462"/>
                  <a:pt x="1217465" y="61056"/>
                  <a:pt x="1217465" y="77826"/>
                </a:cubicBezTo>
                <a:cubicBezTo>
                  <a:pt x="1217465" y="94595"/>
                  <a:pt x="1203871" y="108189"/>
                  <a:pt x="1187102" y="108189"/>
                </a:cubicBezTo>
                <a:cubicBezTo>
                  <a:pt x="1170332" y="108189"/>
                  <a:pt x="1156738" y="94595"/>
                  <a:pt x="1156738" y="77826"/>
                </a:cubicBezTo>
                <a:cubicBezTo>
                  <a:pt x="1156738" y="61056"/>
                  <a:pt x="1170332" y="47462"/>
                  <a:pt x="1187102" y="47462"/>
                </a:cubicBezTo>
                <a:close/>
                <a:moveTo>
                  <a:pt x="1114547" y="47462"/>
                </a:moveTo>
                <a:cubicBezTo>
                  <a:pt x="1131317" y="47462"/>
                  <a:pt x="1144911" y="61056"/>
                  <a:pt x="1144911" y="77826"/>
                </a:cubicBezTo>
                <a:cubicBezTo>
                  <a:pt x="1144911" y="94595"/>
                  <a:pt x="1131317" y="108189"/>
                  <a:pt x="1114547" y="108189"/>
                </a:cubicBezTo>
                <a:cubicBezTo>
                  <a:pt x="1097778" y="108189"/>
                  <a:pt x="1084184" y="94595"/>
                  <a:pt x="1084184" y="77826"/>
                </a:cubicBezTo>
                <a:cubicBezTo>
                  <a:pt x="1084184" y="61056"/>
                  <a:pt x="1097778" y="47462"/>
                  <a:pt x="1114547" y="47462"/>
                </a:cubicBezTo>
                <a:close/>
                <a:moveTo>
                  <a:pt x="1041993" y="47462"/>
                </a:moveTo>
                <a:cubicBezTo>
                  <a:pt x="1058762" y="47462"/>
                  <a:pt x="1072356" y="61056"/>
                  <a:pt x="1072356" y="77826"/>
                </a:cubicBezTo>
                <a:cubicBezTo>
                  <a:pt x="1072356" y="94595"/>
                  <a:pt x="1058762" y="108189"/>
                  <a:pt x="1041993" y="108189"/>
                </a:cubicBezTo>
                <a:cubicBezTo>
                  <a:pt x="1025223" y="108189"/>
                  <a:pt x="1011629" y="94595"/>
                  <a:pt x="1011629" y="77826"/>
                </a:cubicBezTo>
                <a:cubicBezTo>
                  <a:pt x="1011629" y="61056"/>
                  <a:pt x="1025223" y="47462"/>
                  <a:pt x="1041993" y="47462"/>
                </a:cubicBezTo>
                <a:close/>
                <a:moveTo>
                  <a:pt x="969438" y="47462"/>
                </a:moveTo>
                <a:cubicBezTo>
                  <a:pt x="986208" y="47462"/>
                  <a:pt x="999801" y="61056"/>
                  <a:pt x="999801" y="77826"/>
                </a:cubicBezTo>
                <a:cubicBezTo>
                  <a:pt x="999801" y="94595"/>
                  <a:pt x="986208" y="108189"/>
                  <a:pt x="969438" y="108189"/>
                </a:cubicBezTo>
                <a:cubicBezTo>
                  <a:pt x="952669" y="108189"/>
                  <a:pt x="939075" y="94595"/>
                  <a:pt x="939075" y="77826"/>
                </a:cubicBezTo>
                <a:cubicBezTo>
                  <a:pt x="939075" y="61056"/>
                  <a:pt x="952669" y="47462"/>
                  <a:pt x="969438" y="47462"/>
                </a:cubicBezTo>
                <a:close/>
                <a:moveTo>
                  <a:pt x="896883" y="47462"/>
                </a:moveTo>
                <a:cubicBezTo>
                  <a:pt x="913653" y="47462"/>
                  <a:pt x="927247" y="61056"/>
                  <a:pt x="927247" y="77826"/>
                </a:cubicBezTo>
                <a:cubicBezTo>
                  <a:pt x="927247" y="94595"/>
                  <a:pt x="913653" y="108189"/>
                  <a:pt x="896883" y="108189"/>
                </a:cubicBezTo>
                <a:cubicBezTo>
                  <a:pt x="880114" y="108189"/>
                  <a:pt x="866520" y="94595"/>
                  <a:pt x="866520" y="77826"/>
                </a:cubicBezTo>
                <a:cubicBezTo>
                  <a:pt x="866520" y="61056"/>
                  <a:pt x="880114" y="47462"/>
                  <a:pt x="896883" y="47462"/>
                </a:cubicBezTo>
                <a:close/>
                <a:moveTo>
                  <a:pt x="824329" y="47462"/>
                </a:moveTo>
                <a:cubicBezTo>
                  <a:pt x="841098" y="47462"/>
                  <a:pt x="854692" y="61056"/>
                  <a:pt x="854692" y="77826"/>
                </a:cubicBezTo>
                <a:cubicBezTo>
                  <a:pt x="854692" y="94595"/>
                  <a:pt x="841098" y="108189"/>
                  <a:pt x="824329" y="108189"/>
                </a:cubicBezTo>
                <a:cubicBezTo>
                  <a:pt x="807559" y="108189"/>
                  <a:pt x="793965" y="94595"/>
                  <a:pt x="793965" y="77826"/>
                </a:cubicBezTo>
                <a:cubicBezTo>
                  <a:pt x="793965" y="61056"/>
                  <a:pt x="807559" y="47462"/>
                  <a:pt x="824329" y="47462"/>
                </a:cubicBezTo>
                <a:close/>
                <a:moveTo>
                  <a:pt x="751774" y="47462"/>
                </a:moveTo>
                <a:cubicBezTo>
                  <a:pt x="768544" y="47462"/>
                  <a:pt x="782138" y="61056"/>
                  <a:pt x="782138" y="77826"/>
                </a:cubicBezTo>
                <a:cubicBezTo>
                  <a:pt x="782138" y="94595"/>
                  <a:pt x="768544" y="108189"/>
                  <a:pt x="751774" y="108189"/>
                </a:cubicBezTo>
                <a:cubicBezTo>
                  <a:pt x="735005" y="108189"/>
                  <a:pt x="721411" y="94595"/>
                  <a:pt x="721411" y="77826"/>
                </a:cubicBezTo>
                <a:cubicBezTo>
                  <a:pt x="721411" y="61056"/>
                  <a:pt x="735005" y="47462"/>
                  <a:pt x="751774" y="47462"/>
                </a:cubicBezTo>
                <a:close/>
                <a:moveTo>
                  <a:pt x="679220" y="47462"/>
                </a:moveTo>
                <a:cubicBezTo>
                  <a:pt x="695989" y="47462"/>
                  <a:pt x="709583" y="61056"/>
                  <a:pt x="709583" y="77826"/>
                </a:cubicBezTo>
                <a:cubicBezTo>
                  <a:pt x="709583" y="94595"/>
                  <a:pt x="695989" y="108189"/>
                  <a:pt x="679220" y="108189"/>
                </a:cubicBezTo>
                <a:cubicBezTo>
                  <a:pt x="662450" y="108189"/>
                  <a:pt x="648856" y="94595"/>
                  <a:pt x="648856" y="77826"/>
                </a:cubicBezTo>
                <a:cubicBezTo>
                  <a:pt x="648856" y="61056"/>
                  <a:pt x="662450" y="47462"/>
                  <a:pt x="679220" y="47462"/>
                </a:cubicBezTo>
                <a:close/>
                <a:moveTo>
                  <a:pt x="606665" y="47462"/>
                </a:moveTo>
                <a:cubicBezTo>
                  <a:pt x="623435" y="47462"/>
                  <a:pt x="637029" y="61056"/>
                  <a:pt x="637029" y="77826"/>
                </a:cubicBezTo>
                <a:cubicBezTo>
                  <a:pt x="637029" y="94595"/>
                  <a:pt x="623435" y="108189"/>
                  <a:pt x="606665" y="108189"/>
                </a:cubicBezTo>
                <a:cubicBezTo>
                  <a:pt x="589896" y="108189"/>
                  <a:pt x="576302" y="94595"/>
                  <a:pt x="576302" y="77826"/>
                </a:cubicBezTo>
                <a:cubicBezTo>
                  <a:pt x="576302" y="61056"/>
                  <a:pt x="589896" y="47462"/>
                  <a:pt x="606665" y="47462"/>
                </a:cubicBezTo>
                <a:close/>
                <a:moveTo>
                  <a:pt x="534111" y="47462"/>
                </a:moveTo>
                <a:cubicBezTo>
                  <a:pt x="550880" y="47462"/>
                  <a:pt x="564474" y="61056"/>
                  <a:pt x="564474" y="77826"/>
                </a:cubicBezTo>
                <a:cubicBezTo>
                  <a:pt x="564474" y="94595"/>
                  <a:pt x="550880" y="108189"/>
                  <a:pt x="534111" y="108189"/>
                </a:cubicBezTo>
                <a:cubicBezTo>
                  <a:pt x="517341" y="108189"/>
                  <a:pt x="503747" y="94595"/>
                  <a:pt x="503747" y="77826"/>
                </a:cubicBezTo>
                <a:cubicBezTo>
                  <a:pt x="503747" y="61056"/>
                  <a:pt x="517341" y="47462"/>
                  <a:pt x="534111" y="47462"/>
                </a:cubicBezTo>
                <a:close/>
                <a:moveTo>
                  <a:pt x="461556" y="47462"/>
                </a:moveTo>
                <a:cubicBezTo>
                  <a:pt x="478326" y="47462"/>
                  <a:pt x="491920" y="61056"/>
                  <a:pt x="491920" y="77826"/>
                </a:cubicBezTo>
                <a:cubicBezTo>
                  <a:pt x="491920" y="94595"/>
                  <a:pt x="478326" y="108189"/>
                  <a:pt x="461556" y="108189"/>
                </a:cubicBezTo>
                <a:cubicBezTo>
                  <a:pt x="444787" y="108189"/>
                  <a:pt x="431192" y="94595"/>
                  <a:pt x="431192" y="77826"/>
                </a:cubicBezTo>
                <a:cubicBezTo>
                  <a:pt x="431192" y="61056"/>
                  <a:pt x="444787" y="47462"/>
                  <a:pt x="461556" y="47462"/>
                </a:cubicBezTo>
                <a:close/>
                <a:moveTo>
                  <a:pt x="389002" y="47462"/>
                </a:moveTo>
                <a:cubicBezTo>
                  <a:pt x="405771" y="47462"/>
                  <a:pt x="419365" y="61056"/>
                  <a:pt x="419365" y="77826"/>
                </a:cubicBezTo>
                <a:cubicBezTo>
                  <a:pt x="419365" y="94595"/>
                  <a:pt x="405771" y="108189"/>
                  <a:pt x="389002" y="108189"/>
                </a:cubicBezTo>
                <a:cubicBezTo>
                  <a:pt x="372232" y="108189"/>
                  <a:pt x="358638" y="94595"/>
                  <a:pt x="358638" y="77826"/>
                </a:cubicBezTo>
                <a:cubicBezTo>
                  <a:pt x="358638" y="61056"/>
                  <a:pt x="372232" y="47462"/>
                  <a:pt x="389002" y="47462"/>
                </a:cubicBezTo>
                <a:close/>
                <a:moveTo>
                  <a:pt x="316447" y="47462"/>
                </a:moveTo>
                <a:cubicBezTo>
                  <a:pt x="333216" y="47462"/>
                  <a:pt x="346810" y="61056"/>
                  <a:pt x="346810" y="77826"/>
                </a:cubicBezTo>
                <a:cubicBezTo>
                  <a:pt x="346810" y="94595"/>
                  <a:pt x="333216" y="108189"/>
                  <a:pt x="316447" y="108189"/>
                </a:cubicBezTo>
                <a:cubicBezTo>
                  <a:pt x="299677" y="108189"/>
                  <a:pt x="286084" y="94595"/>
                  <a:pt x="286084" y="77826"/>
                </a:cubicBezTo>
                <a:cubicBezTo>
                  <a:pt x="286084" y="61056"/>
                  <a:pt x="299677" y="47462"/>
                  <a:pt x="316447" y="47462"/>
                </a:cubicBezTo>
                <a:close/>
                <a:moveTo>
                  <a:pt x="243892" y="47462"/>
                </a:moveTo>
                <a:cubicBezTo>
                  <a:pt x="260662" y="47462"/>
                  <a:pt x="274256" y="61056"/>
                  <a:pt x="274256" y="77826"/>
                </a:cubicBezTo>
                <a:cubicBezTo>
                  <a:pt x="274256" y="94595"/>
                  <a:pt x="260662" y="108189"/>
                  <a:pt x="243892" y="108189"/>
                </a:cubicBezTo>
                <a:cubicBezTo>
                  <a:pt x="227123" y="108189"/>
                  <a:pt x="213529" y="94595"/>
                  <a:pt x="213529" y="77826"/>
                </a:cubicBezTo>
                <a:cubicBezTo>
                  <a:pt x="213529" y="61056"/>
                  <a:pt x="227123" y="47462"/>
                  <a:pt x="243892" y="47462"/>
                </a:cubicBezTo>
                <a:close/>
                <a:moveTo>
                  <a:pt x="171339" y="47462"/>
                </a:moveTo>
                <a:cubicBezTo>
                  <a:pt x="188107" y="47462"/>
                  <a:pt x="201701" y="61056"/>
                  <a:pt x="201701" y="77826"/>
                </a:cubicBezTo>
                <a:cubicBezTo>
                  <a:pt x="201701" y="94595"/>
                  <a:pt x="188107" y="108189"/>
                  <a:pt x="171339" y="108189"/>
                </a:cubicBezTo>
                <a:cubicBezTo>
                  <a:pt x="154708" y="108189"/>
                  <a:pt x="141113" y="94595"/>
                  <a:pt x="141113" y="77826"/>
                </a:cubicBezTo>
                <a:cubicBezTo>
                  <a:pt x="141113" y="61056"/>
                  <a:pt x="154708" y="47462"/>
                  <a:pt x="171339" y="47462"/>
                </a:cubicBezTo>
                <a:close/>
                <a:moveTo>
                  <a:pt x="98942" y="47462"/>
                </a:moveTo>
                <a:cubicBezTo>
                  <a:pt x="115700" y="47462"/>
                  <a:pt x="129294" y="61056"/>
                  <a:pt x="129294" y="77826"/>
                </a:cubicBezTo>
                <a:cubicBezTo>
                  <a:pt x="129294" y="94595"/>
                  <a:pt x="115700" y="108189"/>
                  <a:pt x="98942" y="108189"/>
                </a:cubicBezTo>
                <a:cubicBezTo>
                  <a:pt x="82168" y="108189"/>
                  <a:pt x="68573" y="94595"/>
                  <a:pt x="68573" y="77826"/>
                </a:cubicBezTo>
                <a:cubicBezTo>
                  <a:pt x="68573" y="61056"/>
                  <a:pt x="82168" y="47462"/>
                  <a:pt x="98942" y="47462"/>
                </a:cubicBezTo>
                <a:close/>
                <a:moveTo>
                  <a:pt x="26388" y="47462"/>
                </a:moveTo>
                <a:cubicBezTo>
                  <a:pt x="43149" y="47462"/>
                  <a:pt x="56744" y="61056"/>
                  <a:pt x="56744" y="77826"/>
                </a:cubicBezTo>
                <a:cubicBezTo>
                  <a:pt x="56744" y="94595"/>
                  <a:pt x="43149" y="108189"/>
                  <a:pt x="26388" y="108189"/>
                </a:cubicBezTo>
                <a:cubicBezTo>
                  <a:pt x="18002" y="108189"/>
                  <a:pt x="10410" y="104791"/>
                  <a:pt x="4916" y="99296"/>
                </a:cubicBezTo>
                <a:lnTo>
                  <a:pt x="0" y="87429"/>
                </a:lnTo>
                <a:lnTo>
                  <a:pt x="0" y="68222"/>
                </a:lnTo>
                <a:lnTo>
                  <a:pt x="4916" y="56355"/>
                </a:lnTo>
                <a:cubicBezTo>
                  <a:pt x="10410" y="50861"/>
                  <a:pt x="18002" y="47462"/>
                  <a:pt x="26388" y="47462"/>
                </a:cubicBezTo>
                <a:close/>
                <a:moveTo>
                  <a:pt x="1592868" y="0"/>
                </a:moveTo>
                <a:lnTo>
                  <a:pt x="1613441" y="0"/>
                </a:lnTo>
                <a:lnTo>
                  <a:pt x="1620472" y="27343"/>
                </a:lnTo>
                <a:lnTo>
                  <a:pt x="1610610" y="25352"/>
                </a:lnTo>
                <a:cubicBezTo>
                  <a:pt x="1605161" y="23047"/>
                  <a:pt x="1600525" y="19197"/>
                  <a:pt x="1597251" y="14351"/>
                </a:cubicBezTo>
                <a:close/>
                <a:moveTo>
                  <a:pt x="1520598" y="0"/>
                </a:moveTo>
                <a:lnTo>
                  <a:pt x="1579150" y="0"/>
                </a:lnTo>
                <a:lnTo>
                  <a:pt x="1571345" y="18844"/>
                </a:lnTo>
                <a:cubicBezTo>
                  <a:pt x="1565850" y="24339"/>
                  <a:pt x="1558259" y="27738"/>
                  <a:pt x="1549874" y="27738"/>
                </a:cubicBezTo>
                <a:cubicBezTo>
                  <a:pt x="1541490" y="27738"/>
                  <a:pt x="1533899" y="24339"/>
                  <a:pt x="1528404" y="18844"/>
                </a:cubicBezTo>
                <a:close/>
                <a:moveTo>
                  <a:pt x="1448044" y="0"/>
                </a:moveTo>
                <a:lnTo>
                  <a:pt x="1506596" y="0"/>
                </a:lnTo>
                <a:lnTo>
                  <a:pt x="1498790" y="18844"/>
                </a:lnTo>
                <a:cubicBezTo>
                  <a:pt x="1493295" y="24339"/>
                  <a:pt x="1485705" y="27738"/>
                  <a:pt x="1477320" y="27738"/>
                </a:cubicBezTo>
                <a:cubicBezTo>
                  <a:pt x="1468935" y="27738"/>
                  <a:pt x="1461344" y="24339"/>
                  <a:pt x="1455850" y="18844"/>
                </a:cubicBezTo>
                <a:close/>
                <a:moveTo>
                  <a:pt x="1375489" y="0"/>
                </a:moveTo>
                <a:lnTo>
                  <a:pt x="1434041" y="0"/>
                </a:lnTo>
                <a:lnTo>
                  <a:pt x="1426236" y="18844"/>
                </a:lnTo>
                <a:cubicBezTo>
                  <a:pt x="1420741" y="24339"/>
                  <a:pt x="1413150" y="27738"/>
                  <a:pt x="1404765" y="27738"/>
                </a:cubicBezTo>
                <a:cubicBezTo>
                  <a:pt x="1396381" y="27738"/>
                  <a:pt x="1388790" y="24339"/>
                  <a:pt x="1383295" y="18844"/>
                </a:cubicBezTo>
                <a:close/>
                <a:moveTo>
                  <a:pt x="1302935" y="0"/>
                </a:moveTo>
                <a:lnTo>
                  <a:pt x="1361486" y="0"/>
                </a:lnTo>
                <a:lnTo>
                  <a:pt x="1353681" y="18844"/>
                </a:lnTo>
                <a:cubicBezTo>
                  <a:pt x="1348186" y="24339"/>
                  <a:pt x="1340596" y="27738"/>
                  <a:pt x="1332211" y="27738"/>
                </a:cubicBezTo>
                <a:cubicBezTo>
                  <a:pt x="1323826" y="27738"/>
                  <a:pt x="1316235" y="24339"/>
                  <a:pt x="1310740" y="18844"/>
                </a:cubicBezTo>
                <a:close/>
                <a:moveTo>
                  <a:pt x="1230380" y="0"/>
                </a:moveTo>
                <a:lnTo>
                  <a:pt x="1288932" y="0"/>
                </a:lnTo>
                <a:lnTo>
                  <a:pt x="1281126" y="18844"/>
                </a:lnTo>
                <a:cubicBezTo>
                  <a:pt x="1275632" y="24339"/>
                  <a:pt x="1268041" y="27738"/>
                  <a:pt x="1259656" y="27738"/>
                </a:cubicBezTo>
                <a:cubicBezTo>
                  <a:pt x="1251271" y="27738"/>
                  <a:pt x="1243680" y="24339"/>
                  <a:pt x="1238186" y="18844"/>
                </a:cubicBezTo>
                <a:close/>
                <a:moveTo>
                  <a:pt x="1157826" y="0"/>
                </a:moveTo>
                <a:lnTo>
                  <a:pt x="1216377" y="0"/>
                </a:lnTo>
                <a:lnTo>
                  <a:pt x="1208572" y="18844"/>
                </a:lnTo>
                <a:cubicBezTo>
                  <a:pt x="1203077" y="24339"/>
                  <a:pt x="1195486" y="27738"/>
                  <a:pt x="1187102" y="27738"/>
                </a:cubicBezTo>
                <a:cubicBezTo>
                  <a:pt x="1178717" y="27738"/>
                  <a:pt x="1171126" y="24339"/>
                  <a:pt x="1165631" y="18844"/>
                </a:cubicBezTo>
                <a:close/>
                <a:moveTo>
                  <a:pt x="1085271" y="0"/>
                </a:moveTo>
                <a:lnTo>
                  <a:pt x="1143823" y="0"/>
                </a:lnTo>
                <a:lnTo>
                  <a:pt x="1136017" y="18844"/>
                </a:lnTo>
                <a:cubicBezTo>
                  <a:pt x="1130523" y="24339"/>
                  <a:pt x="1122932" y="27738"/>
                  <a:pt x="1114547" y="27738"/>
                </a:cubicBezTo>
                <a:cubicBezTo>
                  <a:pt x="1106162" y="27738"/>
                  <a:pt x="1098571" y="24339"/>
                  <a:pt x="1093077" y="18844"/>
                </a:cubicBezTo>
                <a:close/>
                <a:moveTo>
                  <a:pt x="1012717" y="0"/>
                </a:moveTo>
                <a:lnTo>
                  <a:pt x="1071268" y="0"/>
                </a:lnTo>
                <a:lnTo>
                  <a:pt x="1063463" y="18844"/>
                </a:lnTo>
                <a:cubicBezTo>
                  <a:pt x="1057968" y="24339"/>
                  <a:pt x="1050377" y="27738"/>
                  <a:pt x="1041993" y="27738"/>
                </a:cubicBezTo>
                <a:cubicBezTo>
                  <a:pt x="1033608" y="27738"/>
                  <a:pt x="1026017" y="24339"/>
                  <a:pt x="1020522" y="18844"/>
                </a:cubicBezTo>
                <a:close/>
                <a:moveTo>
                  <a:pt x="940162" y="0"/>
                </a:moveTo>
                <a:lnTo>
                  <a:pt x="998714" y="0"/>
                </a:lnTo>
                <a:lnTo>
                  <a:pt x="990908" y="18844"/>
                </a:lnTo>
                <a:cubicBezTo>
                  <a:pt x="985414" y="24339"/>
                  <a:pt x="977823" y="27738"/>
                  <a:pt x="969438" y="27738"/>
                </a:cubicBezTo>
                <a:cubicBezTo>
                  <a:pt x="961053" y="27738"/>
                  <a:pt x="953462" y="24339"/>
                  <a:pt x="947968" y="18844"/>
                </a:cubicBezTo>
                <a:close/>
                <a:moveTo>
                  <a:pt x="867607" y="0"/>
                </a:moveTo>
                <a:lnTo>
                  <a:pt x="926159" y="0"/>
                </a:lnTo>
                <a:lnTo>
                  <a:pt x="918354" y="18844"/>
                </a:lnTo>
                <a:cubicBezTo>
                  <a:pt x="912859" y="24339"/>
                  <a:pt x="905268" y="27738"/>
                  <a:pt x="896883" y="27738"/>
                </a:cubicBezTo>
                <a:cubicBezTo>
                  <a:pt x="888499" y="27738"/>
                  <a:pt x="880908" y="24339"/>
                  <a:pt x="875413" y="18844"/>
                </a:cubicBezTo>
                <a:close/>
                <a:moveTo>
                  <a:pt x="795053" y="0"/>
                </a:moveTo>
                <a:lnTo>
                  <a:pt x="853605" y="0"/>
                </a:lnTo>
                <a:lnTo>
                  <a:pt x="845799" y="18844"/>
                </a:lnTo>
                <a:cubicBezTo>
                  <a:pt x="840304" y="24339"/>
                  <a:pt x="832714" y="27738"/>
                  <a:pt x="824329" y="27738"/>
                </a:cubicBezTo>
                <a:cubicBezTo>
                  <a:pt x="815944" y="27738"/>
                  <a:pt x="808353" y="24339"/>
                  <a:pt x="802858" y="18844"/>
                </a:cubicBezTo>
                <a:close/>
                <a:moveTo>
                  <a:pt x="722498" y="0"/>
                </a:moveTo>
                <a:lnTo>
                  <a:pt x="781050" y="0"/>
                </a:lnTo>
                <a:lnTo>
                  <a:pt x="773245" y="18844"/>
                </a:lnTo>
                <a:cubicBezTo>
                  <a:pt x="767750" y="24339"/>
                  <a:pt x="760159" y="27738"/>
                  <a:pt x="751774" y="27738"/>
                </a:cubicBezTo>
                <a:cubicBezTo>
                  <a:pt x="743390" y="27738"/>
                  <a:pt x="735799" y="24339"/>
                  <a:pt x="730304" y="18844"/>
                </a:cubicBezTo>
                <a:close/>
                <a:moveTo>
                  <a:pt x="649944" y="0"/>
                </a:moveTo>
                <a:lnTo>
                  <a:pt x="708496" y="0"/>
                </a:lnTo>
                <a:lnTo>
                  <a:pt x="700690" y="18844"/>
                </a:lnTo>
                <a:cubicBezTo>
                  <a:pt x="695195" y="24339"/>
                  <a:pt x="687604" y="27738"/>
                  <a:pt x="679220" y="27738"/>
                </a:cubicBezTo>
                <a:cubicBezTo>
                  <a:pt x="670835" y="27738"/>
                  <a:pt x="663244" y="24339"/>
                  <a:pt x="657749" y="18844"/>
                </a:cubicBezTo>
                <a:close/>
                <a:moveTo>
                  <a:pt x="577389" y="0"/>
                </a:moveTo>
                <a:lnTo>
                  <a:pt x="635941" y="0"/>
                </a:lnTo>
                <a:lnTo>
                  <a:pt x="628135" y="18844"/>
                </a:lnTo>
                <a:cubicBezTo>
                  <a:pt x="622641" y="24339"/>
                  <a:pt x="615050" y="27738"/>
                  <a:pt x="606665" y="27738"/>
                </a:cubicBezTo>
                <a:cubicBezTo>
                  <a:pt x="598280" y="27738"/>
                  <a:pt x="590690" y="24339"/>
                  <a:pt x="585195" y="18844"/>
                </a:cubicBezTo>
                <a:close/>
                <a:moveTo>
                  <a:pt x="504835" y="0"/>
                </a:moveTo>
                <a:lnTo>
                  <a:pt x="563386" y="0"/>
                </a:lnTo>
                <a:lnTo>
                  <a:pt x="555581" y="18844"/>
                </a:lnTo>
                <a:cubicBezTo>
                  <a:pt x="550086" y="24339"/>
                  <a:pt x="542495" y="27738"/>
                  <a:pt x="534111" y="27738"/>
                </a:cubicBezTo>
                <a:cubicBezTo>
                  <a:pt x="525726" y="27738"/>
                  <a:pt x="518135" y="24339"/>
                  <a:pt x="512640" y="18844"/>
                </a:cubicBezTo>
                <a:close/>
                <a:moveTo>
                  <a:pt x="432280" y="0"/>
                </a:moveTo>
                <a:lnTo>
                  <a:pt x="490832" y="0"/>
                </a:lnTo>
                <a:lnTo>
                  <a:pt x="483026" y="18844"/>
                </a:lnTo>
                <a:cubicBezTo>
                  <a:pt x="477532" y="24339"/>
                  <a:pt x="469941" y="27738"/>
                  <a:pt x="461556" y="27738"/>
                </a:cubicBezTo>
                <a:cubicBezTo>
                  <a:pt x="453171" y="27738"/>
                  <a:pt x="445580" y="24339"/>
                  <a:pt x="440086" y="18844"/>
                </a:cubicBezTo>
                <a:close/>
                <a:moveTo>
                  <a:pt x="359726" y="0"/>
                </a:moveTo>
                <a:lnTo>
                  <a:pt x="418277" y="0"/>
                </a:lnTo>
                <a:lnTo>
                  <a:pt x="410472" y="18844"/>
                </a:lnTo>
                <a:cubicBezTo>
                  <a:pt x="404977" y="24339"/>
                  <a:pt x="397386" y="27738"/>
                  <a:pt x="389002" y="27738"/>
                </a:cubicBezTo>
                <a:cubicBezTo>
                  <a:pt x="380617" y="27738"/>
                  <a:pt x="373026" y="24339"/>
                  <a:pt x="367531" y="18844"/>
                </a:cubicBezTo>
                <a:close/>
                <a:moveTo>
                  <a:pt x="287171" y="0"/>
                </a:moveTo>
                <a:lnTo>
                  <a:pt x="345723" y="0"/>
                </a:lnTo>
                <a:lnTo>
                  <a:pt x="337917" y="18844"/>
                </a:lnTo>
                <a:cubicBezTo>
                  <a:pt x="332423" y="24339"/>
                  <a:pt x="324832" y="27738"/>
                  <a:pt x="316447" y="27738"/>
                </a:cubicBezTo>
                <a:cubicBezTo>
                  <a:pt x="308062" y="27738"/>
                  <a:pt x="300471" y="24339"/>
                  <a:pt x="294977" y="18844"/>
                </a:cubicBezTo>
                <a:close/>
                <a:moveTo>
                  <a:pt x="214617" y="0"/>
                </a:moveTo>
                <a:lnTo>
                  <a:pt x="273168" y="0"/>
                </a:lnTo>
                <a:lnTo>
                  <a:pt x="265363" y="18844"/>
                </a:lnTo>
                <a:cubicBezTo>
                  <a:pt x="259868" y="24339"/>
                  <a:pt x="252277" y="27738"/>
                  <a:pt x="243892" y="27738"/>
                </a:cubicBezTo>
                <a:cubicBezTo>
                  <a:pt x="235508" y="27738"/>
                  <a:pt x="227917" y="24339"/>
                  <a:pt x="222422" y="18844"/>
                </a:cubicBezTo>
                <a:close/>
                <a:moveTo>
                  <a:pt x="142204" y="0"/>
                </a:moveTo>
                <a:lnTo>
                  <a:pt x="200614" y="0"/>
                </a:lnTo>
                <a:lnTo>
                  <a:pt x="192808" y="18844"/>
                </a:lnTo>
                <a:cubicBezTo>
                  <a:pt x="187314" y="24339"/>
                  <a:pt x="179723" y="27738"/>
                  <a:pt x="171339" y="27738"/>
                </a:cubicBezTo>
                <a:cubicBezTo>
                  <a:pt x="163026" y="27738"/>
                  <a:pt x="155471" y="24339"/>
                  <a:pt x="149994" y="18844"/>
                </a:cubicBezTo>
                <a:close/>
                <a:moveTo>
                  <a:pt x="69668" y="0"/>
                </a:moveTo>
                <a:lnTo>
                  <a:pt x="128212" y="0"/>
                </a:lnTo>
                <a:lnTo>
                  <a:pt x="120408" y="18844"/>
                </a:lnTo>
                <a:cubicBezTo>
                  <a:pt x="114915" y="24339"/>
                  <a:pt x="107328" y="27738"/>
                  <a:pt x="98949" y="27738"/>
                </a:cubicBezTo>
                <a:cubicBezTo>
                  <a:pt x="90562" y="27738"/>
                  <a:pt x="82969" y="24339"/>
                  <a:pt x="77474" y="18844"/>
                </a:cubicBezTo>
                <a:close/>
                <a:moveTo>
                  <a:pt x="0" y="0"/>
                </a:moveTo>
                <a:lnTo>
                  <a:pt x="55662" y="0"/>
                </a:lnTo>
                <a:lnTo>
                  <a:pt x="47858" y="18844"/>
                </a:lnTo>
                <a:cubicBezTo>
                  <a:pt x="42364" y="24339"/>
                  <a:pt x="34775" y="27738"/>
                  <a:pt x="26394" y="27738"/>
                </a:cubicBezTo>
                <a:cubicBezTo>
                  <a:pt x="18009" y="27738"/>
                  <a:pt x="10417" y="24339"/>
                  <a:pt x="4922" y="18844"/>
                </a:cubicBezTo>
                <a:lnTo>
                  <a:pt x="0" y="6962"/>
                </a:lnTo>
                <a:close/>
              </a:path>
            </a:pathLst>
          </a:custGeom>
          <a:solidFill>
            <a:schemeClr val="accent1">
              <a:alpha val="60000"/>
            </a:schemeClr>
          </a:soli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None/>
            </a:pPr>
            <a:endParaRPr sz="1867" b="0" i="0" u="none" strike="noStrike" cap="none" dirty="0">
              <a:solidFill>
                <a:schemeClr val="dk1"/>
              </a:solidFill>
              <a:latin typeface="Calibri"/>
              <a:ea typeface="Calibri"/>
              <a:cs typeface="Calibri"/>
              <a:sym typeface="Calibri"/>
            </a:endParaRPr>
          </a:p>
        </p:txBody>
      </p:sp>
      <p:sp>
        <p:nvSpPr>
          <p:cNvPr id="4" name="Google Shape;466;p15">
            <a:extLst>
              <a:ext uri="{FF2B5EF4-FFF2-40B4-BE49-F238E27FC236}">
                <a16:creationId xmlns:a16="http://schemas.microsoft.com/office/drawing/2014/main" id="{AC59B896-CEC4-6D4F-9A59-82BFEFAC1AE7}"/>
              </a:ext>
            </a:extLst>
          </p:cNvPr>
          <p:cNvSpPr/>
          <p:nvPr/>
        </p:nvSpPr>
        <p:spPr>
          <a:xfrm>
            <a:off x="2" y="2"/>
            <a:ext cx="403373" cy="496797"/>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None/>
            </a:pPr>
            <a:endParaRPr sz="1867" b="0" i="0" u="none" strike="noStrike" cap="none" dirty="0">
              <a:solidFill>
                <a:schemeClr val="dk1"/>
              </a:solidFill>
              <a:latin typeface="Calibri"/>
              <a:ea typeface="Calibri"/>
              <a:cs typeface="Calibri"/>
              <a:sym typeface="Calibri"/>
            </a:endParaRPr>
          </a:p>
        </p:txBody>
      </p:sp>
      <p:grpSp>
        <p:nvGrpSpPr>
          <p:cNvPr id="5" name="Group 4">
            <a:extLst>
              <a:ext uri="{FF2B5EF4-FFF2-40B4-BE49-F238E27FC236}">
                <a16:creationId xmlns:a16="http://schemas.microsoft.com/office/drawing/2014/main" id="{92EB48DB-77E8-6942-A3BD-08E58C3E6E4E}"/>
              </a:ext>
            </a:extLst>
          </p:cNvPr>
          <p:cNvGrpSpPr/>
          <p:nvPr/>
        </p:nvGrpSpPr>
        <p:grpSpPr>
          <a:xfrm>
            <a:off x="1" y="6814800"/>
            <a:ext cx="12179567" cy="43200"/>
            <a:chOff x="0" y="5111100"/>
            <a:chExt cx="9134675" cy="32400"/>
          </a:xfrm>
        </p:grpSpPr>
        <p:sp>
          <p:nvSpPr>
            <p:cNvPr id="6" name="Google Shape;455;p14">
              <a:extLst>
                <a:ext uri="{FF2B5EF4-FFF2-40B4-BE49-F238E27FC236}">
                  <a16:creationId xmlns:a16="http://schemas.microsoft.com/office/drawing/2014/main" id="{80EE727D-9211-7847-B6D9-3871DEB86214}"/>
                </a:ext>
              </a:extLst>
            </p:cNvPr>
            <p:cNvSpPr/>
            <p:nvPr/>
          </p:nvSpPr>
          <p:spPr>
            <a:xfrm>
              <a:off x="8939030"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7" name="Google Shape;456;p14">
              <a:extLst>
                <a:ext uri="{FF2B5EF4-FFF2-40B4-BE49-F238E27FC236}">
                  <a16:creationId xmlns:a16="http://schemas.microsoft.com/office/drawing/2014/main" id="{C812702E-55C5-6748-9512-87D4A9F634CC}"/>
                </a:ext>
              </a:extLst>
            </p:cNvPr>
            <p:cNvSpPr/>
            <p:nvPr/>
          </p:nvSpPr>
          <p:spPr>
            <a:xfrm>
              <a:off x="899344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8" name="Google Shape;457;p14">
              <a:extLst>
                <a:ext uri="{FF2B5EF4-FFF2-40B4-BE49-F238E27FC236}">
                  <a16:creationId xmlns:a16="http://schemas.microsoft.com/office/drawing/2014/main" id="{661101F4-21DD-E24D-A91C-961C1559FAFA}"/>
                </a:ext>
              </a:extLst>
            </p:cNvPr>
            <p:cNvSpPr/>
            <p:nvPr/>
          </p:nvSpPr>
          <p:spPr>
            <a:xfrm>
              <a:off x="910227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9" name="Google Shape;458;p14">
              <a:extLst>
                <a:ext uri="{FF2B5EF4-FFF2-40B4-BE49-F238E27FC236}">
                  <a16:creationId xmlns:a16="http://schemas.microsoft.com/office/drawing/2014/main" id="{A39FA398-0FB3-CA46-9F7A-1DCDF6373E67}"/>
                </a:ext>
              </a:extLst>
            </p:cNvPr>
            <p:cNvSpPr/>
            <p:nvPr/>
          </p:nvSpPr>
          <p:spPr>
            <a:xfrm>
              <a:off x="888461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10" name="Google Shape;459;p14">
              <a:extLst>
                <a:ext uri="{FF2B5EF4-FFF2-40B4-BE49-F238E27FC236}">
                  <a16:creationId xmlns:a16="http://schemas.microsoft.com/office/drawing/2014/main" id="{3D6D5EA1-522F-9C4B-A834-57947E0FD8A2}"/>
                </a:ext>
              </a:extLst>
            </p:cNvPr>
            <p:cNvSpPr/>
            <p:nvPr/>
          </p:nvSpPr>
          <p:spPr>
            <a:xfrm>
              <a:off x="0" y="5112281"/>
              <a:ext cx="8862600" cy="31200"/>
            </a:xfrm>
            <a:prstGeom prst="roundRect">
              <a:avLst>
                <a:gd name="adj" fmla="val 16667"/>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11" name="Google Shape;457;p14">
              <a:extLst>
                <a:ext uri="{FF2B5EF4-FFF2-40B4-BE49-F238E27FC236}">
                  <a16:creationId xmlns:a16="http://schemas.microsoft.com/office/drawing/2014/main" id="{B5D10F5E-AF91-DB4D-90A2-C100B9F0C9C9}"/>
                </a:ext>
              </a:extLst>
            </p:cNvPr>
            <p:cNvSpPr/>
            <p:nvPr/>
          </p:nvSpPr>
          <p:spPr>
            <a:xfrm>
              <a:off x="9047860"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grpSp>
      <p:sp>
        <p:nvSpPr>
          <p:cNvPr id="12" name="Text Placeholder 4">
            <a:extLst>
              <a:ext uri="{FF2B5EF4-FFF2-40B4-BE49-F238E27FC236}">
                <a16:creationId xmlns:a16="http://schemas.microsoft.com/office/drawing/2014/main" id="{9CAF3CB6-DB91-F649-9CEC-2B73FD6CD603}"/>
              </a:ext>
            </a:extLst>
          </p:cNvPr>
          <p:cNvSpPr>
            <a:spLocks noGrp="1"/>
          </p:cNvSpPr>
          <p:nvPr>
            <p:ph type="body" sz="quarter" idx="170"/>
          </p:nvPr>
        </p:nvSpPr>
        <p:spPr>
          <a:xfrm>
            <a:off x="527051" y="1346200"/>
            <a:ext cx="11137900" cy="4851600"/>
          </a:xfrm>
          <a:prstGeom prst="rect">
            <a:avLst/>
          </a:prstGeom>
        </p:spPr>
        <p:txBody>
          <a:bodyPr lIns="0" tIns="0" rIns="0" bIns="0"/>
          <a:lstStyle>
            <a:lvl1pPr marL="8466" marR="0" indent="0" algn="l" rtl="0">
              <a:lnSpc>
                <a:spcPct val="100000"/>
              </a:lnSpc>
              <a:spcBef>
                <a:spcPts val="0"/>
              </a:spcBef>
              <a:spcAft>
                <a:spcPts val="0"/>
              </a:spcAft>
              <a:buClr>
                <a:schemeClr val="dk1"/>
              </a:buClr>
              <a:buSzPts val="1000"/>
              <a:buFont typeface="Arial"/>
              <a:buNone/>
              <a:tabLst/>
              <a:defRPr lang="en-US" sz="1333"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14" name="Text Placeholder 4">
            <a:extLst>
              <a:ext uri="{FF2B5EF4-FFF2-40B4-BE49-F238E27FC236}">
                <a16:creationId xmlns:a16="http://schemas.microsoft.com/office/drawing/2014/main" id="{CCF95D7A-703A-0D4F-A15A-71967F99E9A7}"/>
              </a:ext>
            </a:extLst>
          </p:cNvPr>
          <p:cNvSpPr>
            <a:spLocks noGrp="1"/>
          </p:cNvSpPr>
          <p:nvPr>
            <p:ph type="body" sz="quarter" idx="199"/>
          </p:nvPr>
        </p:nvSpPr>
        <p:spPr>
          <a:xfrm>
            <a:off x="527051" y="496800"/>
            <a:ext cx="11137900" cy="611600"/>
          </a:xfrm>
          <a:prstGeom prst="rect">
            <a:avLst/>
          </a:prstGeom>
        </p:spPr>
        <p:txBody>
          <a:bodyPr lIns="0" tIns="0" rIns="0" bIns="0" anchor="t"/>
          <a:lstStyle>
            <a:lvl1pPr marL="8466" marR="0" indent="0" algn="l" rtl="0">
              <a:lnSpc>
                <a:spcPct val="90000"/>
              </a:lnSpc>
              <a:spcBef>
                <a:spcPts val="0"/>
              </a:spcBef>
              <a:spcAft>
                <a:spcPts val="0"/>
              </a:spcAft>
              <a:buClr>
                <a:schemeClr val="dk1"/>
              </a:buClr>
              <a:buSzPts val="2000"/>
              <a:buFont typeface="Poppins Medium"/>
              <a:buNone/>
              <a:tabLst/>
              <a:defRPr lang="en-GB" sz="2400" b="0" i="0" u="none" strike="noStrike" cap="none" dirty="0" smtClean="0">
                <a:solidFill>
                  <a:schemeClr val="bg1"/>
                </a:solidFill>
                <a:latin typeface="Poppins Medium"/>
                <a:ea typeface="Poppins Medium"/>
                <a:cs typeface="Poppins Medium"/>
                <a:sym typeface="Poppins Medium"/>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Tree>
    <p:extLst>
      <p:ext uri="{BB962C8B-B14F-4D97-AF65-F5344CB8AC3E}">
        <p14:creationId xmlns:p14="http://schemas.microsoft.com/office/powerpoint/2010/main" val="1191569100"/>
      </p:ext>
    </p:extLst>
  </p:cSld>
  <p:clrMapOvr>
    <a:masterClrMapping/>
  </p:clrMapOvr>
  <p:extLst>
    <p:ext uri="{DCECCB84-F9BA-43D5-87BE-67443E8EF086}">
      <p15:sldGuideLst xmlns:p15="http://schemas.microsoft.com/office/powerpoint/2012/main">
        <p15:guide id="1" orient="horz" pos="531">
          <p15:clr>
            <a:srgbClr val="FBAE40"/>
          </p15:clr>
        </p15:guide>
        <p15:guide id="2" pos="249">
          <p15:clr>
            <a:srgbClr val="FBAE40"/>
          </p15:clr>
        </p15:guide>
        <p15:guide id="3" pos="5511">
          <p15:clr>
            <a:srgbClr val="FBAE40"/>
          </p15:clr>
        </p15:guide>
        <p15:guide id="4" orient="horz" pos="3072">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itle + One Column with Headings">
    <p:spTree>
      <p:nvGrpSpPr>
        <p:cNvPr id="1" name=""/>
        <p:cNvGrpSpPr/>
        <p:nvPr/>
      </p:nvGrpSpPr>
      <p:grpSpPr>
        <a:xfrm>
          <a:off x="0" y="0"/>
          <a:ext cx="0" cy="0"/>
          <a:chOff x="0" y="0"/>
          <a:chExt cx="0" cy="0"/>
        </a:xfrm>
      </p:grpSpPr>
      <p:sp>
        <p:nvSpPr>
          <p:cNvPr id="2" name="Google Shape;476;p16">
            <a:extLst>
              <a:ext uri="{FF2B5EF4-FFF2-40B4-BE49-F238E27FC236}">
                <a16:creationId xmlns:a16="http://schemas.microsoft.com/office/drawing/2014/main" id="{F596485E-F366-FB48-8D4E-8F56516E5737}"/>
              </a:ext>
            </a:extLst>
          </p:cNvPr>
          <p:cNvSpPr/>
          <p:nvPr/>
        </p:nvSpPr>
        <p:spPr>
          <a:xfrm>
            <a:off x="11792595" y="6494883"/>
            <a:ext cx="304800" cy="306000"/>
          </a:xfrm>
          <a:prstGeom prst="ellipse">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fld id="{00000000-1234-1234-1234-123412341234}" type="slidenum">
              <a:rPr lang="en" sz="933" b="0" i="0" u="none" strike="noStrike" cap="none">
                <a:solidFill>
                  <a:schemeClr val="dk1"/>
                </a:solidFill>
                <a:latin typeface="Calibri"/>
                <a:ea typeface="Calibri"/>
                <a:cs typeface="Calibri"/>
                <a:sym typeface="Calibri"/>
              </a:rPr>
              <a:pPr marL="0" marR="0" lvl="0" indent="0" algn="r" rtl="0">
                <a:spcBef>
                  <a:spcPts val="0"/>
                </a:spcBef>
                <a:spcAft>
                  <a:spcPts val="0"/>
                </a:spcAft>
                <a:buNone/>
              </a:pPr>
              <a:t>‹#›</a:t>
            </a:fld>
            <a:endParaRPr sz="933" b="0" i="0" u="none" strike="noStrike" cap="none" dirty="0">
              <a:solidFill>
                <a:schemeClr val="dk1"/>
              </a:solidFill>
              <a:latin typeface="Calibri"/>
              <a:ea typeface="Calibri"/>
              <a:cs typeface="Calibri"/>
              <a:sym typeface="Calibri"/>
            </a:endParaRPr>
          </a:p>
        </p:txBody>
      </p:sp>
      <p:sp>
        <p:nvSpPr>
          <p:cNvPr id="3" name="Google Shape;477;p16">
            <a:extLst>
              <a:ext uri="{FF2B5EF4-FFF2-40B4-BE49-F238E27FC236}">
                <a16:creationId xmlns:a16="http://schemas.microsoft.com/office/drawing/2014/main" id="{543EC527-3525-5C4F-B384-5A8F316E78B1}"/>
              </a:ext>
            </a:extLst>
          </p:cNvPr>
          <p:cNvSpPr/>
          <p:nvPr/>
        </p:nvSpPr>
        <p:spPr>
          <a:xfrm>
            <a:off x="3" y="1"/>
            <a:ext cx="301543" cy="347263"/>
          </a:xfrm>
          <a:custGeom>
            <a:avLst/>
            <a:gdLst/>
            <a:ahLst/>
            <a:cxnLst/>
            <a:rect l="l" t="t" r="r" b="b"/>
            <a:pathLst>
              <a:path w="1675237" h="1929234" extrusionOk="0">
                <a:moveTo>
                  <a:pt x="461556" y="1897854"/>
                </a:moveTo>
                <a:lnTo>
                  <a:pt x="469774" y="1899513"/>
                </a:lnTo>
                <a:lnTo>
                  <a:pt x="443985" y="1904118"/>
                </a:lnTo>
                <a:lnTo>
                  <a:pt x="449737" y="1900240"/>
                </a:lnTo>
                <a:cubicBezTo>
                  <a:pt x="453370" y="1898704"/>
                  <a:pt x="457364" y="1897854"/>
                  <a:pt x="461556" y="1897854"/>
                </a:cubicBezTo>
                <a:close/>
                <a:moveTo>
                  <a:pt x="389002" y="1897854"/>
                </a:moveTo>
                <a:cubicBezTo>
                  <a:pt x="397386" y="1897854"/>
                  <a:pt x="404977" y="1901253"/>
                  <a:pt x="410472" y="1906747"/>
                </a:cubicBezTo>
                <a:lnTo>
                  <a:pt x="411766" y="1909872"/>
                </a:lnTo>
                <a:lnTo>
                  <a:pt x="400388" y="1911904"/>
                </a:lnTo>
                <a:lnTo>
                  <a:pt x="363451" y="1916598"/>
                </a:lnTo>
                <a:lnTo>
                  <a:pt x="367531" y="1906747"/>
                </a:lnTo>
                <a:cubicBezTo>
                  <a:pt x="373026" y="1901253"/>
                  <a:pt x="380617" y="1897854"/>
                  <a:pt x="389002" y="1897854"/>
                </a:cubicBezTo>
                <a:close/>
                <a:moveTo>
                  <a:pt x="316447" y="1897854"/>
                </a:moveTo>
                <a:cubicBezTo>
                  <a:pt x="324832" y="1897854"/>
                  <a:pt x="332422" y="1901253"/>
                  <a:pt x="337917" y="1906747"/>
                </a:cubicBezTo>
                <a:lnTo>
                  <a:pt x="343070" y="1919187"/>
                </a:lnTo>
                <a:lnTo>
                  <a:pt x="325117" y="1921469"/>
                </a:lnTo>
                <a:lnTo>
                  <a:pt x="287700" y="1924314"/>
                </a:lnTo>
                <a:lnTo>
                  <a:pt x="294977" y="1906747"/>
                </a:lnTo>
                <a:cubicBezTo>
                  <a:pt x="300471" y="1901253"/>
                  <a:pt x="308062" y="1897854"/>
                  <a:pt x="316447" y="1897854"/>
                </a:cubicBezTo>
                <a:close/>
                <a:moveTo>
                  <a:pt x="243892" y="1897854"/>
                </a:moveTo>
                <a:cubicBezTo>
                  <a:pt x="252277" y="1897854"/>
                  <a:pt x="259868" y="1901253"/>
                  <a:pt x="265363" y="1906747"/>
                </a:cubicBezTo>
                <a:lnTo>
                  <a:pt x="273099" y="1925425"/>
                </a:lnTo>
                <a:lnTo>
                  <a:pt x="248735" y="1927277"/>
                </a:lnTo>
                <a:lnTo>
                  <a:pt x="213550" y="1928167"/>
                </a:lnTo>
                <a:lnTo>
                  <a:pt x="222422" y="1906747"/>
                </a:lnTo>
                <a:cubicBezTo>
                  <a:pt x="227917" y="1901253"/>
                  <a:pt x="235508" y="1897854"/>
                  <a:pt x="243892" y="1897854"/>
                </a:cubicBezTo>
                <a:close/>
                <a:moveTo>
                  <a:pt x="171339" y="1897854"/>
                </a:moveTo>
                <a:cubicBezTo>
                  <a:pt x="188107" y="1897854"/>
                  <a:pt x="201701" y="1911448"/>
                  <a:pt x="201701" y="1928218"/>
                </a:cubicBezTo>
                <a:lnTo>
                  <a:pt x="201597" y="1928469"/>
                </a:lnTo>
                <a:lnTo>
                  <a:pt x="171336" y="1929234"/>
                </a:lnTo>
                <a:lnTo>
                  <a:pt x="141087" y="1928469"/>
                </a:lnTo>
                <a:lnTo>
                  <a:pt x="140982" y="1928218"/>
                </a:lnTo>
                <a:cubicBezTo>
                  <a:pt x="140982" y="1911448"/>
                  <a:pt x="154577" y="1897854"/>
                  <a:pt x="171339" y="1897854"/>
                </a:cubicBezTo>
                <a:close/>
                <a:moveTo>
                  <a:pt x="98792" y="1897854"/>
                </a:moveTo>
                <a:cubicBezTo>
                  <a:pt x="107177" y="1897854"/>
                  <a:pt x="114768" y="1901253"/>
                  <a:pt x="120263" y="1906747"/>
                </a:cubicBezTo>
                <a:lnTo>
                  <a:pt x="129135" y="1928167"/>
                </a:lnTo>
                <a:lnTo>
                  <a:pt x="93938" y="1927277"/>
                </a:lnTo>
                <a:lnTo>
                  <a:pt x="69586" y="1925425"/>
                </a:lnTo>
                <a:lnTo>
                  <a:pt x="77322" y="1906747"/>
                </a:lnTo>
                <a:cubicBezTo>
                  <a:pt x="82817" y="1901253"/>
                  <a:pt x="90408" y="1897854"/>
                  <a:pt x="98792" y="1897854"/>
                </a:cubicBezTo>
                <a:close/>
                <a:moveTo>
                  <a:pt x="26239" y="1897854"/>
                </a:moveTo>
                <a:cubicBezTo>
                  <a:pt x="34623" y="1897854"/>
                  <a:pt x="42214" y="1901253"/>
                  <a:pt x="47709" y="1906747"/>
                </a:cubicBezTo>
                <a:lnTo>
                  <a:pt x="54985" y="1924315"/>
                </a:lnTo>
                <a:lnTo>
                  <a:pt x="17556" y="1921469"/>
                </a:lnTo>
                <a:lnTo>
                  <a:pt x="0" y="1919238"/>
                </a:lnTo>
                <a:lnTo>
                  <a:pt x="0" y="1918259"/>
                </a:lnTo>
                <a:lnTo>
                  <a:pt x="4768" y="1906747"/>
                </a:lnTo>
                <a:cubicBezTo>
                  <a:pt x="10263" y="1901253"/>
                  <a:pt x="17854" y="1897854"/>
                  <a:pt x="26239" y="1897854"/>
                </a:cubicBezTo>
                <a:close/>
                <a:moveTo>
                  <a:pt x="679220" y="1817400"/>
                </a:moveTo>
                <a:cubicBezTo>
                  <a:pt x="687604" y="1817400"/>
                  <a:pt x="695195" y="1820799"/>
                  <a:pt x="700690" y="1826293"/>
                </a:cubicBezTo>
                <a:lnTo>
                  <a:pt x="702587" y="1830873"/>
                </a:lnTo>
                <a:lnTo>
                  <a:pt x="649855" y="1850174"/>
                </a:lnTo>
                <a:lnTo>
                  <a:pt x="648856" y="1847763"/>
                </a:lnTo>
                <a:cubicBezTo>
                  <a:pt x="648856" y="1830994"/>
                  <a:pt x="662450" y="1817400"/>
                  <a:pt x="679220" y="1817400"/>
                </a:cubicBezTo>
                <a:close/>
                <a:moveTo>
                  <a:pt x="606665" y="1817400"/>
                </a:moveTo>
                <a:cubicBezTo>
                  <a:pt x="623435" y="1817400"/>
                  <a:pt x="637029" y="1830994"/>
                  <a:pt x="637029" y="1847763"/>
                </a:cubicBezTo>
                <a:lnTo>
                  <a:pt x="633560" y="1856138"/>
                </a:lnTo>
                <a:lnTo>
                  <a:pt x="618594" y="1861615"/>
                </a:lnTo>
                <a:lnTo>
                  <a:pt x="587142" y="1870547"/>
                </a:lnTo>
                <a:lnTo>
                  <a:pt x="585195" y="1869234"/>
                </a:lnTo>
                <a:cubicBezTo>
                  <a:pt x="579700" y="1863739"/>
                  <a:pt x="576302" y="1856148"/>
                  <a:pt x="576302" y="1847763"/>
                </a:cubicBezTo>
                <a:cubicBezTo>
                  <a:pt x="576302" y="1830994"/>
                  <a:pt x="589896" y="1817400"/>
                  <a:pt x="606665" y="1817400"/>
                </a:cubicBezTo>
                <a:close/>
                <a:moveTo>
                  <a:pt x="534111" y="1817400"/>
                </a:moveTo>
                <a:cubicBezTo>
                  <a:pt x="550880" y="1817400"/>
                  <a:pt x="564474" y="1830994"/>
                  <a:pt x="564474" y="1847763"/>
                </a:cubicBezTo>
                <a:cubicBezTo>
                  <a:pt x="564474" y="1864533"/>
                  <a:pt x="550880" y="1878127"/>
                  <a:pt x="534111" y="1878127"/>
                </a:cubicBezTo>
                <a:cubicBezTo>
                  <a:pt x="517341" y="1878127"/>
                  <a:pt x="503747" y="1864533"/>
                  <a:pt x="503747" y="1847763"/>
                </a:cubicBezTo>
                <a:cubicBezTo>
                  <a:pt x="503747" y="1830994"/>
                  <a:pt x="517341" y="1817400"/>
                  <a:pt x="534111" y="1817400"/>
                </a:cubicBezTo>
                <a:close/>
                <a:moveTo>
                  <a:pt x="461556" y="1817400"/>
                </a:moveTo>
                <a:cubicBezTo>
                  <a:pt x="478326" y="1817400"/>
                  <a:pt x="491920" y="1830994"/>
                  <a:pt x="491920" y="1847763"/>
                </a:cubicBezTo>
                <a:cubicBezTo>
                  <a:pt x="491920" y="1864533"/>
                  <a:pt x="478326" y="1878127"/>
                  <a:pt x="461556" y="1878127"/>
                </a:cubicBezTo>
                <a:cubicBezTo>
                  <a:pt x="444787" y="1878127"/>
                  <a:pt x="431192" y="1864533"/>
                  <a:pt x="431192" y="1847763"/>
                </a:cubicBezTo>
                <a:cubicBezTo>
                  <a:pt x="431192" y="1830994"/>
                  <a:pt x="444787" y="1817400"/>
                  <a:pt x="461556" y="1817400"/>
                </a:cubicBezTo>
                <a:close/>
                <a:moveTo>
                  <a:pt x="389002" y="1817400"/>
                </a:moveTo>
                <a:cubicBezTo>
                  <a:pt x="405771" y="1817400"/>
                  <a:pt x="419365" y="1830994"/>
                  <a:pt x="419365" y="1847763"/>
                </a:cubicBezTo>
                <a:cubicBezTo>
                  <a:pt x="419365" y="1864533"/>
                  <a:pt x="405771" y="1878127"/>
                  <a:pt x="389002" y="1878127"/>
                </a:cubicBezTo>
                <a:cubicBezTo>
                  <a:pt x="372232" y="1878127"/>
                  <a:pt x="358638" y="1864533"/>
                  <a:pt x="358638" y="1847763"/>
                </a:cubicBezTo>
                <a:cubicBezTo>
                  <a:pt x="358638" y="1830994"/>
                  <a:pt x="372232" y="1817400"/>
                  <a:pt x="389002" y="1817400"/>
                </a:cubicBezTo>
                <a:close/>
                <a:moveTo>
                  <a:pt x="316447" y="1817400"/>
                </a:moveTo>
                <a:cubicBezTo>
                  <a:pt x="333216" y="1817400"/>
                  <a:pt x="346810" y="1830994"/>
                  <a:pt x="346810" y="1847763"/>
                </a:cubicBezTo>
                <a:cubicBezTo>
                  <a:pt x="346810" y="1864533"/>
                  <a:pt x="333216" y="1878127"/>
                  <a:pt x="316447" y="1878127"/>
                </a:cubicBezTo>
                <a:cubicBezTo>
                  <a:pt x="299677" y="1878127"/>
                  <a:pt x="286084" y="1864533"/>
                  <a:pt x="286084" y="1847763"/>
                </a:cubicBezTo>
                <a:cubicBezTo>
                  <a:pt x="286084" y="1830994"/>
                  <a:pt x="299677" y="1817400"/>
                  <a:pt x="316447" y="1817400"/>
                </a:cubicBezTo>
                <a:close/>
                <a:moveTo>
                  <a:pt x="243892" y="1817400"/>
                </a:moveTo>
                <a:cubicBezTo>
                  <a:pt x="260662" y="1817400"/>
                  <a:pt x="274256" y="1830994"/>
                  <a:pt x="274256" y="1847763"/>
                </a:cubicBezTo>
                <a:cubicBezTo>
                  <a:pt x="274256" y="1864533"/>
                  <a:pt x="260662" y="1878127"/>
                  <a:pt x="243892" y="1878127"/>
                </a:cubicBezTo>
                <a:cubicBezTo>
                  <a:pt x="227123" y="1878127"/>
                  <a:pt x="213529" y="1864533"/>
                  <a:pt x="213529" y="1847763"/>
                </a:cubicBezTo>
                <a:cubicBezTo>
                  <a:pt x="213529" y="1830994"/>
                  <a:pt x="227123" y="1817400"/>
                  <a:pt x="243892" y="1817400"/>
                </a:cubicBezTo>
                <a:close/>
                <a:moveTo>
                  <a:pt x="171339" y="1817400"/>
                </a:moveTo>
                <a:cubicBezTo>
                  <a:pt x="188107" y="1817400"/>
                  <a:pt x="201701" y="1830994"/>
                  <a:pt x="201701" y="1847763"/>
                </a:cubicBezTo>
                <a:cubicBezTo>
                  <a:pt x="201701" y="1864533"/>
                  <a:pt x="188107" y="1878127"/>
                  <a:pt x="171339" y="1878127"/>
                </a:cubicBezTo>
                <a:cubicBezTo>
                  <a:pt x="154583" y="1878127"/>
                  <a:pt x="140989" y="1864533"/>
                  <a:pt x="140989" y="1847763"/>
                </a:cubicBezTo>
                <a:cubicBezTo>
                  <a:pt x="140989" y="1830994"/>
                  <a:pt x="154583" y="1817400"/>
                  <a:pt x="171339" y="1817400"/>
                </a:cubicBezTo>
                <a:close/>
                <a:moveTo>
                  <a:pt x="98799" y="1817400"/>
                </a:moveTo>
                <a:cubicBezTo>
                  <a:pt x="115568" y="1817400"/>
                  <a:pt x="129162" y="1830994"/>
                  <a:pt x="129162" y="1847763"/>
                </a:cubicBezTo>
                <a:cubicBezTo>
                  <a:pt x="129162" y="1864533"/>
                  <a:pt x="115568" y="1878127"/>
                  <a:pt x="98799" y="1878127"/>
                </a:cubicBezTo>
                <a:cubicBezTo>
                  <a:pt x="82029" y="1878127"/>
                  <a:pt x="68435" y="1864533"/>
                  <a:pt x="68435" y="1847763"/>
                </a:cubicBezTo>
                <a:cubicBezTo>
                  <a:pt x="68435" y="1830994"/>
                  <a:pt x="82029" y="1817400"/>
                  <a:pt x="98799" y="1817400"/>
                </a:cubicBezTo>
                <a:close/>
                <a:moveTo>
                  <a:pt x="26245" y="1817400"/>
                </a:moveTo>
                <a:cubicBezTo>
                  <a:pt x="43014" y="1817400"/>
                  <a:pt x="56608" y="1830994"/>
                  <a:pt x="56608" y="1847763"/>
                </a:cubicBezTo>
                <a:cubicBezTo>
                  <a:pt x="56608" y="1864533"/>
                  <a:pt x="43014" y="1878127"/>
                  <a:pt x="26245" y="1878127"/>
                </a:cubicBezTo>
                <a:cubicBezTo>
                  <a:pt x="17860" y="1878127"/>
                  <a:pt x="10269" y="1874729"/>
                  <a:pt x="4775" y="1869234"/>
                </a:cubicBezTo>
                <a:lnTo>
                  <a:pt x="0" y="1857707"/>
                </a:lnTo>
                <a:lnTo>
                  <a:pt x="0" y="1837819"/>
                </a:lnTo>
                <a:lnTo>
                  <a:pt x="4775" y="1826293"/>
                </a:lnTo>
                <a:cubicBezTo>
                  <a:pt x="10269" y="1820799"/>
                  <a:pt x="17860" y="1817400"/>
                  <a:pt x="26245" y="1817400"/>
                </a:cubicBezTo>
                <a:close/>
                <a:moveTo>
                  <a:pt x="896883" y="1736948"/>
                </a:moveTo>
                <a:lnTo>
                  <a:pt x="903696" y="1738324"/>
                </a:lnTo>
                <a:lnTo>
                  <a:pt x="888255" y="1747704"/>
                </a:lnTo>
                <a:lnTo>
                  <a:pt x="871248" y="1755896"/>
                </a:lnTo>
                <a:lnTo>
                  <a:pt x="875413" y="1745841"/>
                </a:lnTo>
                <a:cubicBezTo>
                  <a:pt x="880908" y="1740347"/>
                  <a:pt x="888499" y="1736948"/>
                  <a:pt x="896883" y="1736948"/>
                </a:cubicBezTo>
                <a:close/>
                <a:moveTo>
                  <a:pt x="824329" y="1736948"/>
                </a:moveTo>
                <a:cubicBezTo>
                  <a:pt x="832714" y="1736948"/>
                  <a:pt x="840304" y="1740347"/>
                  <a:pt x="845799" y="1745841"/>
                </a:cubicBezTo>
                <a:lnTo>
                  <a:pt x="853504" y="1764444"/>
                </a:lnTo>
                <a:lnTo>
                  <a:pt x="802910" y="1788817"/>
                </a:lnTo>
                <a:lnTo>
                  <a:pt x="802858" y="1788782"/>
                </a:lnTo>
                <a:cubicBezTo>
                  <a:pt x="797364" y="1783287"/>
                  <a:pt x="793965" y="1775696"/>
                  <a:pt x="793965" y="1767312"/>
                </a:cubicBezTo>
                <a:cubicBezTo>
                  <a:pt x="793965" y="1750542"/>
                  <a:pt x="807559" y="1736948"/>
                  <a:pt x="824329" y="1736948"/>
                </a:cubicBezTo>
                <a:close/>
                <a:moveTo>
                  <a:pt x="751774" y="1736948"/>
                </a:moveTo>
                <a:cubicBezTo>
                  <a:pt x="768544" y="1736948"/>
                  <a:pt x="782138" y="1750542"/>
                  <a:pt x="782138" y="1767312"/>
                </a:cubicBezTo>
                <a:cubicBezTo>
                  <a:pt x="782138" y="1784081"/>
                  <a:pt x="768544" y="1797675"/>
                  <a:pt x="751774" y="1797675"/>
                </a:cubicBezTo>
                <a:cubicBezTo>
                  <a:pt x="735005" y="1797675"/>
                  <a:pt x="721411" y="1784081"/>
                  <a:pt x="721411" y="1767312"/>
                </a:cubicBezTo>
                <a:cubicBezTo>
                  <a:pt x="721411" y="1750542"/>
                  <a:pt x="735005" y="1736948"/>
                  <a:pt x="751774" y="1736948"/>
                </a:cubicBezTo>
                <a:close/>
                <a:moveTo>
                  <a:pt x="679220" y="1736948"/>
                </a:moveTo>
                <a:cubicBezTo>
                  <a:pt x="695989" y="1736948"/>
                  <a:pt x="709583" y="1750542"/>
                  <a:pt x="709583" y="1767312"/>
                </a:cubicBezTo>
                <a:cubicBezTo>
                  <a:pt x="709583" y="1784081"/>
                  <a:pt x="695989" y="1797675"/>
                  <a:pt x="679220" y="1797675"/>
                </a:cubicBezTo>
                <a:cubicBezTo>
                  <a:pt x="662450" y="1797675"/>
                  <a:pt x="648856" y="1784081"/>
                  <a:pt x="648856" y="1767312"/>
                </a:cubicBezTo>
                <a:cubicBezTo>
                  <a:pt x="648856" y="1750542"/>
                  <a:pt x="662450" y="1736948"/>
                  <a:pt x="679220" y="1736948"/>
                </a:cubicBezTo>
                <a:close/>
                <a:moveTo>
                  <a:pt x="606665" y="1736948"/>
                </a:moveTo>
                <a:cubicBezTo>
                  <a:pt x="623435" y="1736948"/>
                  <a:pt x="637029" y="1750542"/>
                  <a:pt x="637029" y="1767312"/>
                </a:cubicBezTo>
                <a:cubicBezTo>
                  <a:pt x="637029" y="1784081"/>
                  <a:pt x="623435" y="1797675"/>
                  <a:pt x="606665" y="1797675"/>
                </a:cubicBezTo>
                <a:cubicBezTo>
                  <a:pt x="589896" y="1797675"/>
                  <a:pt x="576302" y="1784081"/>
                  <a:pt x="576302" y="1767312"/>
                </a:cubicBezTo>
                <a:cubicBezTo>
                  <a:pt x="576302" y="1750542"/>
                  <a:pt x="589896" y="1736948"/>
                  <a:pt x="606665" y="1736948"/>
                </a:cubicBezTo>
                <a:close/>
                <a:moveTo>
                  <a:pt x="534111" y="1736948"/>
                </a:moveTo>
                <a:cubicBezTo>
                  <a:pt x="550880" y="1736948"/>
                  <a:pt x="564474" y="1750542"/>
                  <a:pt x="564474" y="1767312"/>
                </a:cubicBezTo>
                <a:cubicBezTo>
                  <a:pt x="564474" y="1784081"/>
                  <a:pt x="550880" y="1797675"/>
                  <a:pt x="534111" y="1797675"/>
                </a:cubicBezTo>
                <a:cubicBezTo>
                  <a:pt x="517341" y="1797675"/>
                  <a:pt x="503747" y="1784081"/>
                  <a:pt x="503747" y="1767312"/>
                </a:cubicBezTo>
                <a:cubicBezTo>
                  <a:pt x="503747" y="1750542"/>
                  <a:pt x="517341" y="1736948"/>
                  <a:pt x="534111" y="1736948"/>
                </a:cubicBezTo>
                <a:close/>
                <a:moveTo>
                  <a:pt x="461556" y="1736948"/>
                </a:moveTo>
                <a:cubicBezTo>
                  <a:pt x="478326" y="1736948"/>
                  <a:pt x="491920" y="1750542"/>
                  <a:pt x="491920" y="1767312"/>
                </a:cubicBezTo>
                <a:cubicBezTo>
                  <a:pt x="491920" y="1784081"/>
                  <a:pt x="478326" y="1797675"/>
                  <a:pt x="461556" y="1797675"/>
                </a:cubicBezTo>
                <a:cubicBezTo>
                  <a:pt x="444787" y="1797675"/>
                  <a:pt x="431192" y="1784081"/>
                  <a:pt x="431192" y="1767312"/>
                </a:cubicBezTo>
                <a:cubicBezTo>
                  <a:pt x="431192" y="1750542"/>
                  <a:pt x="444787" y="1736948"/>
                  <a:pt x="461556" y="1736948"/>
                </a:cubicBezTo>
                <a:close/>
                <a:moveTo>
                  <a:pt x="389002" y="1736948"/>
                </a:moveTo>
                <a:cubicBezTo>
                  <a:pt x="405771" y="1736948"/>
                  <a:pt x="419365" y="1750542"/>
                  <a:pt x="419365" y="1767312"/>
                </a:cubicBezTo>
                <a:cubicBezTo>
                  <a:pt x="419365" y="1784081"/>
                  <a:pt x="405771" y="1797675"/>
                  <a:pt x="389002" y="1797675"/>
                </a:cubicBezTo>
                <a:cubicBezTo>
                  <a:pt x="372232" y="1797675"/>
                  <a:pt x="358638" y="1784081"/>
                  <a:pt x="358638" y="1767312"/>
                </a:cubicBezTo>
                <a:cubicBezTo>
                  <a:pt x="358638" y="1750542"/>
                  <a:pt x="372232" y="1736948"/>
                  <a:pt x="389002" y="1736948"/>
                </a:cubicBezTo>
                <a:close/>
                <a:moveTo>
                  <a:pt x="316447" y="1736948"/>
                </a:moveTo>
                <a:cubicBezTo>
                  <a:pt x="333216" y="1736948"/>
                  <a:pt x="346810" y="1750542"/>
                  <a:pt x="346810" y="1767312"/>
                </a:cubicBezTo>
                <a:cubicBezTo>
                  <a:pt x="346810" y="1784081"/>
                  <a:pt x="333216" y="1797675"/>
                  <a:pt x="316447" y="1797675"/>
                </a:cubicBezTo>
                <a:cubicBezTo>
                  <a:pt x="299677" y="1797675"/>
                  <a:pt x="286084" y="1784081"/>
                  <a:pt x="286084" y="1767312"/>
                </a:cubicBezTo>
                <a:cubicBezTo>
                  <a:pt x="286084" y="1750542"/>
                  <a:pt x="299677" y="1736948"/>
                  <a:pt x="316447" y="1736948"/>
                </a:cubicBezTo>
                <a:close/>
                <a:moveTo>
                  <a:pt x="243892" y="1736948"/>
                </a:moveTo>
                <a:cubicBezTo>
                  <a:pt x="260662" y="1736948"/>
                  <a:pt x="274256" y="1750542"/>
                  <a:pt x="274256" y="1767312"/>
                </a:cubicBezTo>
                <a:cubicBezTo>
                  <a:pt x="274256" y="1784081"/>
                  <a:pt x="260662" y="1797675"/>
                  <a:pt x="243892" y="1797675"/>
                </a:cubicBezTo>
                <a:cubicBezTo>
                  <a:pt x="227123" y="1797675"/>
                  <a:pt x="213529" y="1784081"/>
                  <a:pt x="213529" y="1767312"/>
                </a:cubicBezTo>
                <a:cubicBezTo>
                  <a:pt x="213529" y="1750542"/>
                  <a:pt x="227123" y="1736948"/>
                  <a:pt x="243892" y="1736948"/>
                </a:cubicBezTo>
                <a:close/>
                <a:moveTo>
                  <a:pt x="171339" y="1736948"/>
                </a:moveTo>
                <a:cubicBezTo>
                  <a:pt x="188107" y="1736948"/>
                  <a:pt x="201701" y="1750542"/>
                  <a:pt x="201701" y="1767312"/>
                </a:cubicBezTo>
                <a:cubicBezTo>
                  <a:pt x="201701" y="1784081"/>
                  <a:pt x="188107" y="1797675"/>
                  <a:pt x="171339" y="1797675"/>
                </a:cubicBezTo>
                <a:cubicBezTo>
                  <a:pt x="154588" y="1797675"/>
                  <a:pt x="140995" y="1784081"/>
                  <a:pt x="140995" y="1767312"/>
                </a:cubicBezTo>
                <a:cubicBezTo>
                  <a:pt x="140995" y="1750542"/>
                  <a:pt x="154588" y="1736948"/>
                  <a:pt x="171339" y="1736948"/>
                </a:cubicBezTo>
                <a:close/>
                <a:moveTo>
                  <a:pt x="98806" y="1736948"/>
                </a:moveTo>
                <a:cubicBezTo>
                  <a:pt x="115574" y="1736948"/>
                  <a:pt x="129168" y="1750542"/>
                  <a:pt x="129168" y="1767312"/>
                </a:cubicBezTo>
                <a:cubicBezTo>
                  <a:pt x="129168" y="1784081"/>
                  <a:pt x="115574" y="1797675"/>
                  <a:pt x="98806" y="1797675"/>
                </a:cubicBezTo>
                <a:cubicBezTo>
                  <a:pt x="82035" y="1797675"/>
                  <a:pt x="68442" y="1784081"/>
                  <a:pt x="68442" y="1767312"/>
                </a:cubicBezTo>
                <a:cubicBezTo>
                  <a:pt x="68442" y="1750542"/>
                  <a:pt x="82035" y="1736948"/>
                  <a:pt x="98806" y="1736948"/>
                </a:cubicBezTo>
                <a:close/>
                <a:moveTo>
                  <a:pt x="26251" y="1736948"/>
                </a:moveTo>
                <a:cubicBezTo>
                  <a:pt x="43020" y="1736948"/>
                  <a:pt x="56614" y="1750542"/>
                  <a:pt x="56614" y="1767312"/>
                </a:cubicBezTo>
                <a:cubicBezTo>
                  <a:pt x="56614" y="1784081"/>
                  <a:pt x="43020" y="1797675"/>
                  <a:pt x="26251" y="1797675"/>
                </a:cubicBezTo>
                <a:cubicBezTo>
                  <a:pt x="17866" y="1797675"/>
                  <a:pt x="10276" y="1794277"/>
                  <a:pt x="4781" y="1788782"/>
                </a:cubicBezTo>
                <a:lnTo>
                  <a:pt x="0" y="1777239"/>
                </a:lnTo>
                <a:lnTo>
                  <a:pt x="0" y="1757384"/>
                </a:lnTo>
                <a:lnTo>
                  <a:pt x="4781" y="1745841"/>
                </a:lnTo>
                <a:cubicBezTo>
                  <a:pt x="10276" y="1740347"/>
                  <a:pt x="17866" y="1736948"/>
                  <a:pt x="26251" y="1736948"/>
                </a:cubicBezTo>
                <a:close/>
                <a:moveTo>
                  <a:pt x="1030341" y="1658849"/>
                </a:moveTo>
                <a:lnTo>
                  <a:pt x="1020041" y="1666551"/>
                </a:lnTo>
                <a:lnTo>
                  <a:pt x="1020522" y="1665390"/>
                </a:lnTo>
                <a:cubicBezTo>
                  <a:pt x="1023269" y="1662642"/>
                  <a:pt x="1026541" y="1660419"/>
                  <a:pt x="1030173" y="1658883"/>
                </a:cubicBezTo>
                <a:close/>
                <a:moveTo>
                  <a:pt x="969438" y="1656497"/>
                </a:moveTo>
                <a:cubicBezTo>
                  <a:pt x="977823" y="1656497"/>
                  <a:pt x="985413" y="1659895"/>
                  <a:pt x="990908" y="1665390"/>
                </a:cubicBezTo>
                <a:lnTo>
                  <a:pt x="997511" y="1681329"/>
                </a:lnTo>
                <a:lnTo>
                  <a:pt x="950384" y="1709959"/>
                </a:lnTo>
                <a:lnTo>
                  <a:pt x="947968" y="1708330"/>
                </a:lnTo>
                <a:cubicBezTo>
                  <a:pt x="942473" y="1702836"/>
                  <a:pt x="939075" y="1695245"/>
                  <a:pt x="939075" y="1686860"/>
                </a:cubicBezTo>
                <a:cubicBezTo>
                  <a:pt x="939075" y="1670091"/>
                  <a:pt x="952669" y="1656497"/>
                  <a:pt x="969438" y="1656497"/>
                </a:cubicBezTo>
                <a:close/>
                <a:moveTo>
                  <a:pt x="896883" y="1656497"/>
                </a:moveTo>
                <a:cubicBezTo>
                  <a:pt x="913653" y="1656497"/>
                  <a:pt x="927247" y="1670091"/>
                  <a:pt x="927247" y="1686860"/>
                </a:cubicBezTo>
                <a:cubicBezTo>
                  <a:pt x="927247" y="1703630"/>
                  <a:pt x="913653" y="1717224"/>
                  <a:pt x="896883" y="1717224"/>
                </a:cubicBezTo>
                <a:cubicBezTo>
                  <a:pt x="880114" y="1717224"/>
                  <a:pt x="866520" y="1703630"/>
                  <a:pt x="866520" y="1686860"/>
                </a:cubicBezTo>
                <a:cubicBezTo>
                  <a:pt x="866520" y="1670091"/>
                  <a:pt x="880114" y="1656497"/>
                  <a:pt x="896883" y="1656497"/>
                </a:cubicBezTo>
                <a:close/>
                <a:moveTo>
                  <a:pt x="824329" y="1656497"/>
                </a:moveTo>
                <a:cubicBezTo>
                  <a:pt x="841098" y="1656497"/>
                  <a:pt x="854692" y="1670091"/>
                  <a:pt x="854692" y="1686860"/>
                </a:cubicBezTo>
                <a:cubicBezTo>
                  <a:pt x="854692" y="1703630"/>
                  <a:pt x="841098" y="1717224"/>
                  <a:pt x="824329" y="1717224"/>
                </a:cubicBezTo>
                <a:cubicBezTo>
                  <a:pt x="807559" y="1717224"/>
                  <a:pt x="793965" y="1703630"/>
                  <a:pt x="793965" y="1686860"/>
                </a:cubicBezTo>
                <a:cubicBezTo>
                  <a:pt x="793965" y="1670091"/>
                  <a:pt x="807559" y="1656497"/>
                  <a:pt x="824329" y="1656497"/>
                </a:cubicBezTo>
                <a:close/>
                <a:moveTo>
                  <a:pt x="751774" y="1656497"/>
                </a:moveTo>
                <a:cubicBezTo>
                  <a:pt x="768544" y="1656497"/>
                  <a:pt x="782138" y="1670091"/>
                  <a:pt x="782138" y="1686860"/>
                </a:cubicBezTo>
                <a:cubicBezTo>
                  <a:pt x="782138" y="1703630"/>
                  <a:pt x="768544" y="1717224"/>
                  <a:pt x="751774" y="1717224"/>
                </a:cubicBezTo>
                <a:cubicBezTo>
                  <a:pt x="735005" y="1717224"/>
                  <a:pt x="721411" y="1703630"/>
                  <a:pt x="721411" y="1686860"/>
                </a:cubicBezTo>
                <a:cubicBezTo>
                  <a:pt x="721411" y="1670091"/>
                  <a:pt x="735005" y="1656497"/>
                  <a:pt x="751774" y="1656497"/>
                </a:cubicBezTo>
                <a:close/>
                <a:moveTo>
                  <a:pt x="679220" y="1656497"/>
                </a:moveTo>
                <a:cubicBezTo>
                  <a:pt x="695989" y="1656497"/>
                  <a:pt x="709583" y="1670091"/>
                  <a:pt x="709583" y="1686860"/>
                </a:cubicBezTo>
                <a:cubicBezTo>
                  <a:pt x="709583" y="1703630"/>
                  <a:pt x="695989" y="1717224"/>
                  <a:pt x="679220" y="1717224"/>
                </a:cubicBezTo>
                <a:cubicBezTo>
                  <a:pt x="662450" y="1717224"/>
                  <a:pt x="648856" y="1703630"/>
                  <a:pt x="648856" y="1686860"/>
                </a:cubicBezTo>
                <a:cubicBezTo>
                  <a:pt x="648856" y="1670091"/>
                  <a:pt x="662450" y="1656497"/>
                  <a:pt x="679220" y="1656497"/>
                </a:cubicBezTo>
                <a:close/>
                <a:moveTo>
                  <a:pt x="606665" y="1656497"/>
                </a:moveTo>
                <a:cubicBezTo>
                  <a:pt x="623435" y="1656497"/>
                  <a:pt x="637029" y="1670091"/>
                  <a:pt x="637029" y="1686860"/>
                </a:cubicBezTo>
                <a:cubicBezTo>
                  <a:pt x="637029" y="1703630"/>
                  <a:pt x="623435" y="1717224"/>
                  <a:pt x="606665" y="1717224"/>
                </a:cubicBezTo>
                <a:cubicBezTo>
                  <a:pt x="589896" y="1717224"/>
                  <a:pt x="576302" y="1703630"/>
                  <a:pt x="576302" y="1686860"/>
                </a:cubicBezTo>
                <a:cubicBezTo>
                  <a:pt x="576302" y="1670091"/>
                  <a:pt x="589896" y="1656497"/>
                  <a:pt x="606665" y="1656497"/>
                </a:cubicBezTo>
                <a:close/>
                <a:moveTo>
                  <a:pt x="534111" y="1656497"/>
                </a:moveTo>
                <a:cubicBezTo>
                  <a:pt x="550880" y="1656497"/>
                  <a:pt x="564474" y="1670091"/>
                  <a:pt x="564474" y="1686860"/>
                </a:cubicBezTo>
                <a:cubicBezTo>
                  <a:pt x="564474" y="1703630"/>
                  <a:pt x="550880" y="1717224"/>
                  <a:pt x="534111" y="1717224"/>
                </a:cubicBezTo>
                <a:cubicBezTo>
                  <a:pt x="517341" y="1717224"/>
                  <a:pt x="503747" y="1703630"/>
                  <a:pt x="503747" y="1686860"/>
                </a:cubicBezTo>
                <a:cubicBezTo>
                  <a:pt x="503747" y="1670091"/>
                  <a:pt x="517341" y="1656497"/>
                  <a:pt x="534111" y="1656497"/>
                </a:cubicBezTo>
                <a:close/>
                <a:moveTo>
                  <a:pt x="461556" y="1656497"/>
                </a:moveTo>
                <a:cubicBezTo>
                  <a:pt x="478326" y="1656497"/>
                  <a:pt x="491920" y="1670091"/>
                  <a:pt x="491920" y="1686860"/>
                </a:cubicBezTo>
                <a:cubicBezTo>
                  <a:pt x="491920" y="1703630"/>
                  <a:pt x="478326" y="1717224"/>
                  <a:pt x="461556" y="1717224"/>
                </a:cubicBezTo>
                <a:cubicBezTo>
                  <a:pt x="444787" y="1717224"/>
                  <a:pt x="431192" y="1703630"/>
                  <a:pt x="431192" y="1686860"/>
                </a:cubicBezTo>
                <a:cubicBezTo>
                  <a:pt x="431192" y="1670091"/>
                  <a:pt x="444787" y="1656497"/>
                  <a:pt x="461556" y="1656497"/>
                </a:cubicBezTo>
                <a:close/>
                <a:moveTo>
                  <a:pt x="389002" y="1656497"/>
                </a:moveTo>
                <a:cubicBezTo>
                  <a:pt x="405771" y="1656497"/>
                  <a:pt x="419365" y="1670091"/>
                  <a:pt x="419365" y="1686860"/>
                </a:cubicBezTo>
                <a:cubicBezTo>
                  <a:pt x="419365" y="1703630"/>
                  <a:pt x="405771" y="1717224"/>
                  <a:pt x="389002" y="1717224"/>
                </a:cubicBezTo>
                <a:cubicBezTo>
                  <a:pt x="372232" y="1717224"/>
                  <a:pt x="358638" y="1703630"/>
                  <a:pt x="358638" y="1686860"/>
                </a:cubicBezTo>
                <a:cubicBezTo>
                  <a:pt x="358638" y="1670091"/>
                  <a:pt x="372232" y="1656497"/>
                  <a:pt x="389002" y="1656497"/>
                </a:cubicBezTo>
                <a:close/>
                <a:moveTo>
                  <a:pt x="316447" y="1656497"/>
                </a:moveTo>
                <a:cubicBezTo>
                  <a:pt x="333216" y="1656497"/>
                  <a:pt x="346810" y="1670091"/>
                  <a:pt x="346810" y="1686860"/>
                </a:cubicBezTo>
                <a:cubicBezTo>
                  <a:pt x="346810" y="1703630"/>
                  <a:pt x="333216" y="1717224"/>
                  <a:pt x="316447" y="1717224"/>
                </a:cubicBezTo>
                <a:cubicBezTo>
                  <a:pt x="299677" y="1717224"/>
                  <a:pt x="286084" y="1703630"/>
                  <a:pt x="286084" y="1686860"/>
                </a:cubicBezTo>
                <a:cubicBezTo>
                  <a:pt x="286084" y="1670091"/>
                  <a:pt x="299677" y="1656497"/>
                  <a:pt x="316447" y="1656497"/>
                </a:cubicBezTo>
                <a:close/>
                <a:moveTo>
                  <a:pt x="243892" y="1656497"/>
                </a:moveTo>
                <a:cubicBezTo>
                  <a:pt x="260662" y="1656497"/>
                  <a:pt x="274256" y="1670091"/>
                  <a:pt x="274256" y="1686860"/>
                </a:cubicBezTo>
                <a:cubicBezTo>
                  <a:pt x="274256" y="1703630"/>
                  <a:pt x="260662" y="1717224"/>
                  <a:pt x="243892" y="1717224"/>
                </a:cubicBezTo>
                <a:cubicBezTo>
                  <a:pt x="227123" y="1717224"/>
                  <a:pt x="213529" y="1703630"/>
                  <a:pt x="213529" y="1686860"/>
                </a:cubicBezTo>
                <a:cubicBezTo>
                  <a:pt x="213529" y="1670091"/>
                  <a:pt x="227123" y="1656497"/>
                  <a:pt x="243892" y="1656497"/>
                </a:cubicBezTo>
                <a:close/>
                <a:moveTo>
                  <a:pt x="171339" y="1656497"/>
                </a:moveTo>
                <a:cubicBezTo>
                  <a:pt x="188107" y="1656497"/>
                  <a:pt x="201701" y="1670091"/>
                  <a:pt x="201701" y="1686860"/>
                </a:cubicBezTo>
                <a:cubicBezTo>
                  <a:pt x="201701" y="1703630"/>
                  <a:pt x="188107" y="1717224"/>
                  <a:pt x="171339" y="1717224"/>
                </a:cubicBezTo>
                <a:cubicBezTo>
                  <a:pt x="154594" y="1717224"/>
                  <a:pt x="141001" y="1703630"/>
                  <a:pt x="141001" y="1686860"/>
                </a:cubicBezTo>
                <a:cubicBezTo>
                  <a:pt x="141001" y="1670091"/>
                  <a:pt x="154594" y="1656497"/>
                  <a:pt x="171339" y="1656497"/>
                </a:cubicBezTo>
                <a:close/>
                <a:moveTo>
                  <a:pt x="98812" y="1656497"/>
                </a:moveTo>
                <a:cubicBezTo>
                  <a:pt x="115580" y="1656497"/>
                  <a:pt x="129174" y="1670091"/>
                  <a:pt x="129174" y="1686860"/>
                </a:cubicBezTo>
                <a:cubicBezTo>
                  <a:pt x="129174" y="1703630"/>
                  <a:pt x="115580" y="1717224"/>
                  <a:pt x="98812" y="1717224"/>
                </a:cubicBezTo>
                <a:cubicBezTo>
                  <a:pt x="82042" y="1717224"/>
                  <a:pt x="68448" y="1703630"/>
                  <a:pt x="68448" y="1686860"/>
                </a:cubicBezTo>
                <a:cubicBezTo>
                  <a:pt x="68448" y="1670091"/>
                  <a:pt x="82042" y="1656497"/>
                  <a:pt x="98812" y="1656497"/>
                </a:cubicBezTo>
                <a:close/>
                <a:moveTo>
                  <a:pt x="26257" y="1656497"/>
                </a:moveTo>
                <a:cubicBezTo>
                  <a:pt x="43026" y="1656497"/>
                  <a:pt x="56620" y="1670091"/>
                  <a:pt x="56620" y="1686860"/>
                </a:cubicBezTo>
                <a:cubicBezTo>
                  <a:pt x="56620" y="1703630"/>
                  <a:pt x="43026" y="1717224"/>
                  <a:pt x="26257" y="1717224"/>
                </a:cubicBezTo>
                <a:cubicBezTo>
                  <a:pt x="17873" y="1717224"/>
                  <a:pt x="10282" y="1713826"/>
                  <a:pt x="4787" y="1708331"/>
                </a:cubicBezTo>
                <a:lnTo>
                  <a:pt x="0" y="1696773"/>
                </a:lnTo>
                <a:lnTo>
                  <a:pt x="0" y="1676947"/>
                </a:lnTo>
                <a:lnTo>
                  <a:pt x="4787" y="1665390"/>
                </a:lnTo>
                <a:cubicBezTo>
                  <a:pt x="10282" y="1659896"/>
                  <a:pt x="17873" y="1656497"/>
                  <a:pt x="26257" y="1656497"/>
                </a:cubicBezTo>
                <a:close/>
                <a:moveTo>
                  <a:pt x="1114547" y="1576045"/>
                </a:moveTo>
                <a:cubicBezTo>
                  <a:pt x="1118739" y="1576045"/>
                  <a:pt x="1122733" y="1576894"/>
                  <a:pt x="1126366" y="1578431"/>
                </a:cubicBezTo>
                <a:lnTo>
                  <a:pt x="1131977" y="1582214"/>
                </a:lnTo>
                <a:lnTo>
                  <a:pt x="1128051" y="1585783"/>
                </a:lnTo>
                <a:lnTo>
                  <a:pt x="1088035" y="1615706"/>
                </a:lnTo>
                <a:lnTo>
                  <a:pt x="1084184" y="1606408"/>
                </a:lnTo>
                <a:cubicBezTo>
                  <a:pt x="1084184" y="1589639"/>
                  <a:pt x="1097778" y="1576045"/>
                  <a:pt x="1114547" y="1576045"/>
                </a:cubicBezTo>
                <a:close/>
                <a:moveTo>
                  <a:pt x="1041993" y="1576045"/>
                </a:moveTo>
                <a:cubicBezTo>
                  <a:pt x="1058762" y="1576045"/>
                  <a:pt x="1072356" y="1589639"/>
                  <a:pt x="1072356" y="1606408"/>
                </a:cubicBezTo>
                <a:cubicBezTo>
                  <a:pt x="1072356" y="1623178"/>
                  <a:pt x="1058762" y="1636772"/>
                  <a:pt x="1041993" y="1636772"/>
                </a:cubicBezTo>
                <a:cubicBezTo>
                  <a:pt x="1025223" y="1636772"/>
                  <a:pt x="1011629" y="1623178"/>
                  <a:pt x="1011629" y="1606408"/>
                </a:cubicBezTo>
                <a:cubicBezTo>
                  <a:pt x="1011629" y="1589639"/>
                  <a:pt x="1025223" y="1576045"/>
                  <a:pt x="1041993" y="1576045"/>
                </a:cubicBezTo>
                <a:close/>
                <a:moveTo>
                  <a:pt x="969438" y="1576045"/>
                </a:moveTo>
                <a:cubicBezTo>
                  <a:pt x="986208" y="1576045"/>
                  <a:pt x="999801" y="1589639"/>
                  <a:pt x="999801" y="1606408"/>
                </a:cubicBezTo>
                <a:cubicBezTo>
                  <a:pt x="999801" y="1623178"/>
                  <a:pt x="986208" y="1636772"/>
                  <a:pt x="969438" y="1636772"/>
                </a:cubicBezTo>
                <a:cubicBezTo>
                  <a:pt x="952669" y="1636772"/>
                  <a:pt x="939075" y="1623178"/>
                  <a:pt x="939075" y="1606408"/>
                </a:cubicBezTo>
                <a:cubicBezTo>
                  <a:pt x="939075" y="1589639"/>
                  <a:pt x="952669" y="1576045"/>
                  <a:pt x="969438" y="1576045"/>
                </a:cubicBezTo>
                <a:close/>
                <a:moveTo>
                  <a:pt x="896883" y="1576045"/>
                </a:moveTo>
                <a:cubicBezTo>
                  <a:pt x="913653" y="1576045"/>
                  <a:pt x="927247" y="1589639"/>
                  <a:pt x="927247" y="1606408"/>
                </a:cubicBezTo>
                <a:cubicBezTo>
                  <a:pt x="927247" y="1623178"/>
                  <a:pt x="913653" y="1636772"/>
                  <a:pt x="896883" y="1636772"/>
                </a:cubicBezTo>
                <a:cubicBezTo>
                  <a:pt x="880114" y="1636772"/>
                  <a:pt x="866520" y="1623178"/>
                  <a:pt x="866520" y="1606408"/>
                </a:cubicBezTo>
                <a:cubicBezTo>
                  <a:pt x="866520" y="1589639"/>
                  <a:pt x="880114" y="1576045"/>
                  <a:pt x="896883" y="1576045"/>
                </a:cubicBezTo>
                <a:close/>
                <a:moveTo>
                  <a:pt x="824329" y="1576045"/>
                </a:moveTo>
                <a:cubicBezTo>
                  <a:pt x="841098" y="1576045"/>
                  <a:pt x="854692" y="1589639"/>
                  <a:pt x="854692" y="1606408"/>
                </a:cubicBezTo>
                <a:cubicBezTo>
                  <a:pt x="854692" y="1623178"/>
                  <a:pt x="841098" y="1636772"/>
                  <a:pt x="824329" y="1636772"/>
                </a:cubicBezTo>
                <a:cubicBezTo>
                  <a:pt x="807559" y="1636772"/>
                  <a:pt x="793965" y="1623178"/>
                  <a:pt x="793965" y="1606408"/>
                </a:cubicBezTo>
                <a:cubicBezTo>
                  <a:pt x="793965" y="1589639"/>
                  <a:pt x="807559" y="1576045"/>
                  <a:pt x="824329" y="1576045"/>
                </a:cubicBezTo>
                <a:close/>
                <a:moveTo>
                  <a:pt x="751774" y="1576045"/>
                </a:moveTo>
                <a:cubicBezTo>
                  <a:pt x="768544" y="1576045"/>
                  <a:pt x="782138" y="1589639"/>
                  <a:pt x="782138" y="1606408"/>
                </a:cubicBezTo>
                <a:cubicBezTo>
                  <a:pt x="782138" y="1623178"/>
                  <a:pt x="768544" y="1636772"/>
                  <a:pt x="751774" y="1636772"/>
                </a:cubicBezTo>
                <a:cubicBezTo>
                  <a:pt x="735005" y="1636772"/>
                  <a:pt x="721411" y="1623178"/>
                  <a:pt x="721411" y="1606408"/>
                </a:cubicBezTo>
                <a:cubicBezTo>
                  <a:pt x="721411" y="1589639"/>
                  <a:pt x="735005" y="1576045"/>
                  <a:pt x="751774" y="1576045"/>
                </a:cubicBezTo>
                <a:close/>
                <a:moveTo>
                  <a:pt x="679220" y="1576045"/>
                </a:moveTo>
                <a:cubicBezTo>
                  <a:pt x="695989" y="1576045"/>
                  <a:pt x="709583" y="1589639"/>
                  <a:pt x="709583" y="1606408"/>
                </a:cubicBezTo>
                <a:cubicBezTo>
                  <a:pt x="709583" y="1623178"/>
                  <a:pt x="695989" y="1636772"/>
                  <a:pt x="679220" y="1636772"/>
                </a:cubicBezTo>
                <a:cubicBezTo>
                  <a:pt x="662450" y="1636772"/>
                  <a:pt x="648856" y="1623178"/>
                  <a:pt x="648856" y="1606408"/>
                </a:cubicBezTo>
                <a:cubicBezTo>
                  <a:pt x="648856" y="1589639"/>
                  <a:pt x="662450" y="1576045"/>
                  <a:pt x="679220" y="1576045"/>
                </a:cubicBezTo>
                <a:close/>
                <a:moveTo>
                  <a:pt x="606665" y="1576045"/>
                </a:moveTo>
                <a:cubicBezTo>
                  <a:pt x="623435" y="1576045"/>
                  <a:pt x="637029" y="1589639"/>
                  <a:pt x="637029" y="1606408"/>
                </a:cubicBezTo>
                <a:cubicBezTo>
                  <a:pt x="637029" y="1623178"/>
                  <a:pt x="623435" y="1636772"/>
                  <a:pt x="606665" y="1636772"/>
                </a:cubicBezTo>
                <a:cubicBezTo>
                  <a:pt x="589896" y="1636772"/>
                  <a:pt x="576302" y="1623178"/>
                  <a:pt x="576302" y="1606408"/>
                </a:cubicBezTo>
                <a:cubicBezTo>
                  <a:pt x="576302" y="1589639"/>
                  <a:pt x="589896" y="1576045"/>
                  <a:pt x="606665" y="1576045"/>
                </a:cubicBezTo>
                <a:close/>
                <a:moveTo>
                  <a:pt x="534111" y="1576045"/>
                </a:moveTo>
                <a:cubicBezTo>
                  <a:pt x="550880" y="1576045"/>
                  <a:pt x="564474" y="1589639"/>
                  <a:pt x="564474" y="1606408"/>
                </a:cubicBezTo>
                <a:cubicBezTo>
                  <a:pt x="564474" y="1623178"/>
                  <a:pt x="550880" y="1636772"/>
                  <a:pt x="534111" y="1636772"/>
                </a:cubicBezTo>
                <a:cubicBezTo>
                  <a:pt x="517341" y="1636772"/>
                  <a:pt x="503747" y="1623178"/>
                  <a:pt x="503747" y="1606408"/>
                </a:cubicBezTo>
                <a:cubicBezTo>
                  <a:pt x="503747" y="1589639"/>
                  <a:pt x="517341" y="1576045"/>
                  <a:pt x="534111" y="1576045"/>
                </a:cubicBezTo>
                <a:close/>
                <a:moveTo>
                  <a:pt x="461556" y="1576045"/>
                </a:moveTo>
                <a:cubicBezTo>
                  <a:pt x="478326" y="1576045"/>
                  <a:pt x="491920" y="1589639"/>
                  <a:pt x="491920" y="1606408"/>
                </a:cubicBezTo>
                <a:cubicBezTo>
                  <a:pt x="491920" y="1623178"/>
                  <a:pt x="478326" y="1636772"/>
                  <a:pt x="461556" y="1636772"/>
                </a:cubicBezTo>
                <a:cubicBezTo>
                  <a:pt x="444787" y="1636772"/>
                  <a:pt x="431192" y="1623178"/>
                  <a:pt x="431192" y="1606408"/>
                </a:cubicBezTo>
                <a:cubicBezTo>
                  <a:pt x="431192" y="1589639"/>
                  <a:pt x="444787" y="1576045"/>
                  <a:pt x="461556" y="1576045"/>
                </a:cubicBezTo>
                <a:close/>
                <a:moveTo>
                  <a:pt x="389002" y="1576045"/>
                </a:moveTo>
                <a:cubicBezTo>
                  <a:pt x="405771" y="1576045"/>
                  <a:pt x="419365" y="1589639"/>
                  <a:pt x="419365" y="1606408"/>
                </a:cubicBezTo>
                <a:cubicBezTo>
                  <a:pt x="419365" y="1623178"/>
                  <a:pt x="405771" y="1636772"/>
                  <a:pt x="389002" y="1636772"/>
                </a:cubicBezTo>
                <a:cubicBezTo>
                  <a:pt x="372232" y="1636772"/>
                  <a:pt x="358638" y="1623178"/>
                  <a:pt x="358638" y="1606408"/>
                </a:cubicBezTo>
                <a:cubicBezTo>
                  <a:pt x="358638" y="1589639"/>
                  <a:pt x="372232" y="1576045"/>
                  <a:pt x="389002" y="1576045"/>
                </a:cubicBezTo>
                <a:close/>
                <a:moveTo>
                  <a:pt x="316447" y="1576045"/>
                </a:moveTo>
                <a:cubicBezTo>
                  <a:pt x="333216" y="1576045"/>
                  <a:pt x="346810" y="1589639"/>
                  <a:pt x="346810" y="1606408"/>
                </a:cubicBezTo>
                <a:cubicBezTo>
                  <a:pt x="346810" y="1623178"/>
                  <a:pt x="333216" y="1636772"/>
                  <a:pt x="316447" y="1636772"/>
                </a:cubicBezTo>
                <a:cubicBezTo>
                  <a:pt x="299677" y="1636772"/>
                  <a:pt x="286084" y="1623178"/>
                  <a:pt x="286084" y="1606408"/>
                </a:cubicBezTo>
                <a:cubicBezTo>
                  <a:pt x="286084" y="1589639"/>
                  <a:pt x="299677" y="1576045"/>
                  <a:pt x="316447" y="1576045"/>
                </a:cubicBezTo>
                <a:close/>
                <a:moveTo>
                  <a:pt x="243892" y="1576045"/>
                </a:moveTo>
                <a:cubicBezTo>
                  <a:pt x="260662" y="1576045"/>
                  <a:pt x="274256" y="1589639"/>
                  <a:pt x="274256" y="1606408"/>
                </a:cubicBezTo>
                <a:cubicBezTo>
                  <a:pt x="274256" y="1623178"/>
                  <a:pt x="260662" y="1636772"/>
                  <a:pt x="243892" y="1636772"/>
                </a:cubicBezTo>
                <a:cubicBezTo>
                  <a:pt x="227123" y="1636772"/>
                  <a:pt x="213529" y="1623178"/>
                  <a:pt x="213529" y="1606408"/>
                </a:cubicBezTo>
                <a:cubicBezTo>
                  <a:pt x="213529" y="1589639"/>
                  <a:pt x="227123" y="1576045"/>
                  <a:pt x="243892" y="1576045"/>
                </a:cubicBezTo>
                <a:close/>
                <a:moveTo>
                  <a:pt x="171339" y="1576045"/>
                </a:moveTo>
                <a:cubicBezTo>
                  <a:pt x="188107" y="1576045"/>
                  <a:pt x="201701" y="1589639"/>
                  <a:pt x="201701" y="1606408"/>
                </a:cubicBezTo>
                <a:cubicBezTo>
                  <a:pt x="201701" y="1623178"/>
                  <a:pt x="188107" y="1636772"/>
                  <a:pt x="171339" y="1636772"/>
                </a:cubicBezTo>
                <a:cubicBezTo>
                  <a:pt x="154599" y="1636772"/>
                  <a:pt x="141006" y="1623178"/>
                  <a:pt x="141006" y="1606408"/>
                </a:cubicBezTo>
                <a:cubicBezTo>
                  <a:pt x="141006" y="1589639"/>
                  <a:pt x="154599" y="1576045"/>
                  <a:pt x="171339" y="1576045"/>
                </a:cubicBezTo>
                <a:close/>
                <a:moveTo>
                  <a:pt x="98818" y="1576045"/>
                </a:moveTo>
                <a:cubicBezTo>
                  <a:pt x="115586" y="1576045"/>
                  <a:pt x="129180" y="1589639"/>
                  <a:pt x="129180" y="1606408"/>
                </a:cubicBezTo>
                <a:cubicBezTo>
                  <a:pt x="129180" y="1623178"/>
                  <a:pt x="115586" y="1636772"/>
                  <a:pt x="98818" y="1636772"/>
                </a:cubicBezTo>
                <a:cubicBezTo>
                  <a:pt x="82048" y="1636772"/>
                  <a:pt x="68454" y="1623178"/>
                  <a:pt x="68454" y="1606408"/>
                </a:cubicBezTo>
                <a:cubicBezTo>
                  <a:pt x="68454" y="1589639"/>
                  <a:pt x="82048" y="1576045"/>
                  <a:pt x="98818" y="1576045"/>
                </a:cubicBezTo>
                <a:close/>
                <a:moveTo>
                  <a:pt x="26264" y="1576045"/>
                </a:moveTo>
                <a:cubicBezTo>
                  <a:pt x="43032" y="1576045"/>
                  <a:pt x="56626" y="1589639"/>
                  <a:pt x="56626" y="1606408"/>
                </a:cubicBezTo>
                <a:cubicBezTo>
                  <a:pt x="56626" y="1623178"/>
                  <a:pt x="43032" y="1636772"/>
                  <a:pt x="26264" y="1636772"/>
                </a:cubicBezTo>
                <a:cubicBezTo>
                  <a:pt x="17880" y="1636772"/>
                  <a:pt x="10289" y="1633374"/>
                  <a:pt x="4794" y="1627879"/>
                </a:cubicBezTo>
                <a:lnTo>
                  <a:pt x="0" y="1616304"/>
                </a:lnTo>
                <a:lnTo>
                  <a:pt x="0" y="1596512"/>
                </a:lnTo>
                <a:lnTo>
                  <a:pt x="4794" y="1584938"/>
                </a:lnTo>
                <a:cubicBezTo>
                  <a:pt x="10289" y="1579444"/>
                  <a:pt x="17880" y="1576045"/>
                  <a:pt x="26264" y="1576045"/>
                </a:cubicBezTo>
                <a:close/>
                <a:moveTo>
                  <a:pt x="1187102" y="1495593"/>
                </a:moveTo>
                <a:cubicBezTo>
                  <a:pt x="1195486" y="1495593"/>
                  <a:pt x="1203077" y="1498992"/>
                  <a:pt x="1208572" y="1504486"/>
                </a:cubicBezTo>
                <a:lnTo>
                  <a:pt x="1211014" y="1510381"/>
                </a:lnTo>
                <a:lnTo>
                  <a:pt x="1168285" y="1549216"/>
                </a:lnTo>
                <a:lnTo>
                  <a:pt x="1165631" y="1547427"/>
                </a:lnTo>
                <a:cubicBezTo>
                  <a:pt x="1160137" y="1541932"/>
                  <a:pt x="1156738" y="1534341"/>
                  <a:pt x="1156738" y="1525957"/>
                </a:cubicBezTo>
                <a:cubicBezTo>
                  <a:pt x="1156738" y="1509187"/>
                  <a:pt x="1170332" y="1495593"/>
                  <a:pt x="1187102" y="1495593"/>
                </a:cubicBezTo>
                <a:close/>
                <a:moveTo>
                  <a:pt x="1114547" y="1495593"/>
                </a:moveTo>
                <a:cubicBezTo>
                  <a:pt x="1131317" y="1495593"/>
                  <a:pt x="1144911" y="1509187"/>
                  <a:pt x="1144911" y="1525957"/>
                </a:cubicBezTo>
                <a:cubicBezTo>
                  <a:pt x="1144911" y="1542726"/>
                  <a:pt x="1131317" y="1556320"/>
                  <a:pt x="1114547" y="1556320"/>
                </a:cubicBezTo>
                <a:cubicBezTo>
                  <a:pt x="1097778" y="1556320"/>
                  <a:pt x="1084184" y="1542726"/>
                  <a:pt x="1084184" y="1525957"/>
                </a:cubicBezTo>
                <a:cubicBezTo>
                  <a:pt x="1084184" y="1509187"/>
                  <a:pt x="1097778" y="1495593"/>
                  <a:pt x="1114547" y="1495593"/>
                </a:cubicBezTo>
                <a:close/>
                <a:moveTo>
                  <a:pt x="1041993" y="1495593"/>
                </a:moveTo>
                <a:cubicBezTo>
                  <a:pt x="1058762" y="1495593"/>
                  <a:pt x="1072356" y="1509187"/>
                  <a:pt x="1072356" y="1525957"/>
                </a:cubicBezTo>
                <a:cubicBezTo>
                  <a:pt x="1072356" y="1542726"/>
                  <a:pt x="1058762" y="1556320"/>
                  <a:pt x="1041993" y="1556320"/>
                </a:cubicBezTo>
                <a:cubicBezTo>
                  <a:pt x="1025223" y="1556320"/>
                  <a:pt x="1011629" y="1542726"/>
                  <a:pt x="1011629" y="1525957"/>
                </a:cubicBezTo>
                <a:cubicBezTo>
                  <a:pt x="1011629" y="1509187"/>
                  <a:pt x="1025223" y="1495593"/>
                  <a:pt x="1041993" y="1495593"/>
                </a:cubicBezTo>
                <a:close/>
                <a:moveTo>
                  <a:pt x="969438" y="1495593"/>
                </a:moveTo>
                <a:cubicBezTo>
                  <a:pt x="986208" y="1495593"/>
                  <a:pt x="999801" y="1509187"/>
                  <a:pt x="999801" y="1525957"/>
                </a:cubicBezTo>
                <a:cubicBezTo>
                  <a:pt x="999801" y="1542726"/>
                  <a:pt x="986208" y="1556320"/>
                  <a:pt x="969438" y="1556320"/>
                </a:cubicBezTo>
                <a:cubicBezTo>
                  <a:pt x="952669" y="1556320"/>
                  <a:pt x="939075" y="1542726"/>
                  <a:pt x="939075" y="1525957"/>
                </a:cubicBezTo>
                <a:cubicBezTo>
                  <a:pt x="939075" y="1509187"/>
                  <a:pt x="952669" y="1495593"/>
                  <a:pt x="969438" y="1495593"/>
                </a:cubicBezTo>
                <a:close/>
                <a:moveTo>
                  <a:pt x="896883" y="1495593"/>
                </a:moveTo>
                <a:cubicBezTo>
                  <a:pt x="913653" y="1495593"/>
                  <a:pt x="927247" y="1509187"/>
                  <a:pt x="927247" y="1525957"/>
                </a:cubicBezTo>
                <a:cubicBezTo>
                  <a:pt x="927247" y="1542726"/>
                  <a:pt x="913653" y="1556320"/>
                  <a:pt x="896883" y="1556320"/>
                </a:cubicBezTo>
                <a:cubicBezTo>
                  <a:pt x="880114" y="1556320"/>
                  <a:pt x="866520" y="1542726"/>
                  <a:pt x="866520" y="1525957"/>
                </a:cubicBezTo>
                <a:cubicBezTo>
                  <a:pt x="866520" y="1509187"/>
                  <a:pt x="880114" y="1495593"/>
                  <a:pt x="896883" y="1495593"/>
                </a:cubicBezTo>
                <a:close/>
                <a:moveTo>
                  <a:pt x="824329" y="1495593"/>
                </a:moveTo>
                <a:cubicBezTo>
                  <a:pt x="841098" y="1495593"/>
                  <a:pt x="854692" y="1509187"/>
                  <a:pt x="854692" y="1525957"/>
                </a:cubicBezTo>
                <a:cubicBezTo>
                  <a:pt x="854692" y="1542726"/>
                  <a:pt x="841098" y="1556320"/>
                  <a:pt x="824329" y="1556320"/>
                </a:cubicBezTo>
                <a:cubicBezTo>
                  <a:pt x="807559" y="1556320"/>
                  <a:pt x="793965" y="1542726"/>
                  <a:pt x="793965" y="1525957"/>
                </a:cubicBezTo>
                <a:cubicBezTo>
                  <a:pt x="793965" y="1509187"/>
                  <a:pt x="807559" y="1495593"/>
                  <a:pt x="824329" y="1495593"/>
                </a:cubicBezTo>
                <a:close/>
                <a:moveTo>
                  <a:pt x="751774" y="1495593"/>
                </a:moveTo>
                <a:cubicBezTo>
                  <a:pt x="768544" y="1495593"/>
                  <a:pt x="782138" y="1509187"/>
                  <a:pt x="782138" y="1525957"/>
                </a:cubicBezTo>
                <a:cubicBezTo>
                  <a:pt x="782138" y="1542726"/>
                  <a:pt x="768544" y="1556320"/>
                  <a:pt x="751774" y="1556320"/>
                </a:cubicBezTo>
                <a:cubicBezTo>
                  <a:pt x="735005" y="1556320"/>
                  <a:pt x="721411" y="1542726"/>
                  <a:pt x="721411" y="1525957"/>
                </a:cubicBezTo>
                <a:cubicBezTo>
                  <a:pt x="721411" y="1509187"/>
                  <a:pt x="735005" y="1495593"/>
                  <a:pt x="751774" y="1495593"/>
                </a:cubicBezTo>
                <a:close/>
                <a:moveTo>
                  <a:pt x="679220" y="1495593"/>
                </a:moveTo>
                <a:cubicBezTo>
                  <a:pt x="695989" y="1495593"/>
                  <a:pt x="709583" y="1509187"/>
                  <a:pt x="709583" y="1525957"/>
                </a:cubicBezTo>
                <a:cubicBezTo>
                  <a:pt x="709583" y="1542726"/>
                  <a:pt x="695989" y="1556320"/>
                  <a:pt x="679220" y="1556320"/>
                </a:cubicBezTo>
                <a:cubicBezTo>
                  <a:pt x="662450" y="1556320"/>
                  <a:pt x="648856" y="1542726"/>
                  <a:pt x="648856" y="1525957"/>
                </a:cubicBezTo>
                <a:cubicBezTo>
                  <a:pt x="648856" y="1509187"/>
                  <a:pt x="662450" y="1495593"/>
                  <a:pt x="679220" y="1495593"/>
                </a:cubicBezTo>
                <a:close/>
                <a:moveTo>
                  <a:pt x="606665" y="1495593"/>
                </a:moveTo>
                <a:cubicBezTo>
                  <a:pt x="623435" y="1495593"/>
                  <a:pt x="637029" y="1509187"/>
                  <a:pt x="637029" y="1525957"/>
                </a:cubicBezTo>
                <a:cubicBezTo>
                  <a:pt x="637029" y="1542726"/>
                  <a:pt x="623435" y="1556320"/>
                  <a:pt x="606665" y="1556320"/>
                </a:cubicBezTo>
                <a:cubicBezTo>
                  <a:pt x="589896" y="1556320"/>
                  <a:pt x="576302" y="1542726"/>
                  <a:pt x="576302" y="1525957"/>
                </a:cubicBezTo>
                <a:cubicBezTo>
                  <a:pt x="576302" y="1509187"/>
                  <a:pt x="589896" y="1495593"/>
                  <a:pt x="606665" y="1495593"/>
                </a:cubicBezTo>
                <a:close/>
                <a:moveTo>
                  <a:pt x="534111" y="1495593"/>
                </a:moveTo>
                <a:cubicBezTo>
                  <a:pt x="550880" y="1495593"/>
                  <a:pt x="564474" y="1509187"/>
                  <a:pt x="564474" y="1525957"/>
                </a:cubicBezTo>
                <a:cubicBezTo>
                  <a:pt x="564474" y="1542726"/>
                  <a:pt x="550880" y="1556320"/>
                  <a:pt x="534111" y="1556320"/>
                </a:cubicBezTo>
                <a:cubicBezTo>
                  <a:pt x="517341" y="1556320"/>
                  <a:pt x="503747" y="1542726"/>
                  <a:pt x="503747" y="1525957"/>
                </a:cubicBezTo>
                <a:cubicBezTo>
                  <a:pt x="503747" y="1509187"/>
                  <a:pt x="517341" y="1495593"/>
                  <a:pt x="534111" y="1495593"/>
                </a:cubicBezTo>
                <a:close/>
                <a:moveTo>
                  <a:pt x="461556" y="1495593"/>
                </a:moveTo>
                <a:cubicBezTo>
                  <a:pt x="478326" y="1495593"/>
                  <a:pt x="491920" y="1509187"/>
                  <a:pt x="491920" y="1525957"/>
                </a:cubicBezTo>
                <a:cubicBezTo>
                  <a:pt x="491920" y="1542726"/>
                  <a:pt x="478326" y="1556320"/>
                  <a:pt x="461556" y="1556320"/>
                </a:cubicBezTo>
                <a:cubicBezTo>
                  <a:pt x="444787" y="1556320"/>
                  <a:pt x="431192" y="1542726"/>
                  <a:pt x="431192" y="1525957"/>
                </a:cubicBezTo>
                <a:cubicBezTo>
                  <a:pt x="431192" y="1509187"/>
                  <a:pt x="444787" y="1495593"/>
                  <a:pt x="461556" y="1495593"/>
                </a:cubicBezTo>
                <a:close/>
                <a:moveTo>
                  <a:pt x="389002" y="1495593"/>
                </a:moveTo>
                <a:cubicBezTo>
                  <a:pt x="405771" y="1495593"/>
                  <a:pt x="419365" y="1509187"/>
                  <a:pt x="419365" y="1525957"/>
                </a:cubicBezTo>
                <a:cubicBezTo>
                  <a:pt x="419365" y="1542726"/>
                  <a:pt x="405771" y="1556320"/>
                  <a:pt x="389002" y="1556320"/>
                </a:cubicBezTo>
                <a:cubicBezTo>
                  <a:pt x="372232" y="1556320"/>
                  <a:pt x="358638" y="1542726"/>
                  <a:pt x="358638" y="1525957"/>
                </a:cubicBezTo>
                <a:cubicBezTo>
                  <a:pt x="358638" y="1509187"/>
                  <a:pt x="372232" y="1495593"/>
                  <a:pt x="389002" y="1495593"/>
                </a:cubicBezTo>
                <a:close/>
                <a:moveTo>
                  <a:pt x="316447" y="1495593"/>
                </a:moveTo>
                <a:cubicBezTo>
                  <a:pt x="333216" y="1495593"/>
                  <a:pt x="346810" y="1509187"/>
                  <a:pt x="346810" y="1525957"/>
                </a:cubicBezTo>
                <a:cubicBezTo>
                  <a:pt x="346810" y="1542726"/>
                  <a:pt x="333216" y="1556320"/>
                  <a:pt x="316447" y="1556320"/>
                </a:cubicBezTo>
                <a:cubicBezTo>
                  <a:pt x="299677" y="1556320"/>
                  <a:pt x="286084" y="1542726"/>
                  <a:pt x="286084" y="1525957"/>
                </a:cubicBezTo>
                <a:cubicBezTo>
                  <a:pt x="286084" y="1509187"/>
                  <a:pt x="299677" y="1495593"/>
                  <a:pt x="316447" y="1495593"/>
                </a:cubicBezTo>
                <a:close/>
                <a:moveTo>
                  <a:pt x="243892" y="1495593"/>
                </a:moveTo>
                <a:cubicBezTo>
                  <a:pt x="260662" y="1495593"/>
                  <a:pt x="274256" y="1509187"/>
                  <a:pt x="274256" y="1525957"/>
                </a:cubicBezTo>
                <a:cubicBezTo>
                  <a:pt x="274256" y="1542726"/>
                  <a:pt x="260662" y="1556320"/>
                  <a:pt x="243892" y="1556320"/>
                </a:cubicBezTo>
                <a:cubicBezTo>
                  <a:pt x="227123" y="1556320"/>
                  <a:pt x="213529" y="1542726"/>
                  <a:pt x="213529" y="1525957"/>
                </a:cubicBezTo>
                <a:cubicBezTo>
                  <a:pt x="213529" y="1509187"/>
                  <a:pt x="227123" y="1495593"/>
                  <a:pt x="243892" y="1495593"/>
                </a:cubicBezTo>
                <a:close/>
                <a:moveTo>
                  <a:pt x="171339" y="1495593"/>
                </a:moveTo>
                <a:cubicBezTo>
                  <a:pt x="188107" y="1495593"/>
                  <a:pt x="201701" y="1509187"/>
                  <a:pt x="201701" y="1525957"/>
                </a:cubicBezTo>
                <a:cubicBezTo>
                  <a:pt x="201701" y="1542726"/>
                  <a:pt x="188107" y="1556320"/>
                  <a:pt x="171339" y="1556320"/>
                </a:cubicBezTo>
                <a:cubicBezTo>
                  <a:pt x="154606" y="1556320"/>
                  <a:pt x="141012" y="1542726"/>
                  <a:pt x="141012" y="1525957"/>
                </a:cubicBezTo>
                <a:cubicBezTo>
                  <a:pt x="141012" y="1509187"/>
                  <a:pt x="154606" y="1495593"/>
                  <a:pt x="171339" y="1495593"/>
                </a:cubicBezTo>
                <a:close/>
                <a:moveTo>
                  <a:pt x="98825" y="1495593"/>
                </a:moveTo>
                <a:cubicBezTo>
                  <a:pt x="115592" y="1495593"/>
                  <a:pt x="129186" y="1509187"/>
                  <a:pt x="129186" y="1525957"/>
                </a:cubicBezTo>
                <a:cubicBezTo>
                  <a:pt x="129186" y="1542726"/>
                  <a:pt x="115592" y="1556320"/>
                  <a:pt x="98825" y="1556320"/>
                </a:cubicBezTo>
                <a:cubicBezTo>
                  <a:pt x="82054" y="1556320"/>
                  <a:pt x="68461" y="1542726"/>
                  <a:pt x="68461" y="1525957"/>
                </a:cubicBezTo>
                <a:cubicBezTo>
                  <a:pt x="68461" y="1509187"/>
                  <a:pt x="82054" y="1495593"/>
                  <a:pt x="98825" y="1495593"/>
                </a:cubicBezTo>
                <a:close/>
                <a:moveTo>
                  <a:pt x="26270" y="1495593"/>
                </a:moveTo>
                <a:cubicBezTo>
                  <a:pt x="43038" y="1495593"/>
                  <a:pt x="56632" y="1509187"/>
                  <a:pt x="56632" y="1525957"/>
                </a:cubicBezTo>
                <a:cubicBezTo>
                  <a:pt x="56632" y="1542726"/>
                  <a:pt x="43038" y="1556320"/>
                  <a:pt x="26270" y="1556320"/>
                </a:cubicBezTo>
                <a:cubicBezTo>
                  <a:pt x="17886" y="1556320"/>
                  <a:pt x="10295" y="1552922"/>
                  <a:pt x="4801" y="1547427"/>
                </a:cubicBezTo>
                <a:lnTo>
                  <a:pt x="0" y="1535836"/>
                </a:lnTo>
                <a:lnTo>
                  <a:pt x="0" y="1516078"/>
                </a:lnTo>
                <a:lnTo>
                  <a:pt x="4801" y="1504486"/>
                </a:lnTo>
                <a:cubicBezTo>
                  <a:pt x="10295" y="1498992"/>
                  <a:pt x="17886" y="1495593"/>
                  <a:pt x="26270" y="1495593"/>
                </a:cubicBezTo>
                <a:close/>
                <a:moveTo>
                  <a:pt x="1259656" y="1415141"/>
                </a:moveTo>
                <a:cubicBezTo>
                  <a:pt x="1268041" y="1415141"/>
                  <a:pt x="1275632" y="1418540"/>
                  <a:pt x="1281127" y="1424035"/>
                </a:cubicBezTo>
                <a:lnTo>
                  <a:pt x="1285044" y="1433492"/>
                </a:lnTo>
                <a:lnTo>
                  <a:pt x="1248565" y="1473629"/>
                </a:lnTo>
                <a:lnTo>
                  <a:pt x="1247837" y="1473482"/>
                </a:lnTo>
                <a:cubicBezTo>
                  <a:pt x="1236940" y="1468873"/>
                  <a:pt x="1229293" y="1458082"/>
                  <a:pt x="1229293" y="1445505"/>
                </a:cubicBezTo>
                <a:cubicBezTo>
                  <a:pt x="1229293" y="1428735"/>
                  <a:pt x="1242887" y="1415141"/>
                  <a:pt x="1259656" y="1415141"/>
                </a:cubicBezTo>
                <a:close/>
                <a:moveTo>
                  <a:pt x="1187102" y="1415141"/>
                </a:moveTo>
                <a:cubicBezTo>
                  <a:pt x="1203871" y="1415141"/>
                  <a:pt x="1217465" y="1428735"/>
                  <a:pt x="1217465" y="1445505"/>
                </a:cubicBezTo>
                <a:cubicBezTo>
                  <a:pt x="1217465" y="1462274"/>
                  <a:pt x="1203871" y="1475868"/>
                  <a:pt x="1187102" y="1475868"/>
                </a:cubicBezTo>
                <a:cubicBezTo>
                  <a:pt x="1170332" y="1475868"/>
                  <a:pt x="1156738" y="1462274"/>
                  <a:pt x="1156738" y="1445505"/>
                </a:cubicBezTo>
                <a:cubicBezTo>
                  <a:pt x="1156738" y="1428735"/>
                  <a:pt x="1170332" y="1415141"/>
                  <a:pt x="1187102" y="1415141"/>
                </a:cubicBezTo>
                <a:close/>
                <a:moveTo>
                  <a:pt x="1114547" y="1415141"/>
                </a:moveTo>
                <a:cubicBezTo>
                  <a:pt x="1131317" y="1415141"/>
                  <a:pt x="1144911" y="1428735"/>
                  <a:pt x="1144911" y="1445505"/>
                </a:cubicBezTo>
                <a:cubicBezTo>
                  <a:pt x="1144911" y="1462274"/>
                  <a:pt x="1131317" y="1475868"/>
                  <a:pt x="1114547" y="1475868"/>
                </a:cubicBezTo>
                <a:cubicBezTo>
                  <a:pt x="1097778" y="1475868"/>
                  <a:pt x="1084184" y="1462274"/>
                  <a:pt x="1084184" y="1445505"/>
                </a:cubicBezTo>
                <a:cubicBezTo>
                  <a:pt x="1084184" y="1428735"/>
                  <a:pt x="1097778" y="1415141"/>
                  <a:pt x="1114547" y="1415141"/>
                </a:cubicBezTo>
                <a:close/>
                <a:moveTo>
                  <a:pt x="1041993" y="1415141"/>
                </a:moveTo>
                <a:cubicBezTo>
                  <a:pt x="1058762" y="1415141"/>
                  <a:pt x="1072356" y="1428735"/>
                  <a:pt x="1072356" y="1445505"/>
                </a:cubicBezTo>
                <a:cubicBezTo>
                  <a:pt x="1072356" y="1462274"/>
                  <a:pt x="1058762" y="1475868"/>
                  <a:pt x="1041993" y="1475868"/>
                </a:cubicBezTo>
                <a:cubicBezTo>
                  <a:pt x="1025223" y="1475868"/>
                  <a:pt x="1011629" y="1462274"/>
                  <a:pt x="1011629" y="1445505"/>
                </a:cubicBezTo>
                <a:cubicBezTo>
                  <a:pt x="1011629" y="1428735"/>
                  <a:pt x="1025223" y="1415141"/>
                  <a:pt x="1041993" y="1415141"/>
                </a:cubicBezTo>
                <a:close/>
                <a:moveTo>
                  <a:pt x="969438" y="1415141"/>
                </a:moveTo>
                <a:cubicBezTo>
                  <a:pt x="986208" y="1415141"/>
                  <a:pt x="999801" y="1428735"/>
                  <a:pt x="999801" y="1445505"/>
                </a:cubicBezTo>
                <a:cubicBezTo>
                  <a:pt x="999801" y="1462274"/>
                  <a:pt x="986208" y="1475868"/>
                  <a:pt x="969438" y="1475868"/>
                </a:cubicBezTo>
                <a:cubicBezTo>
                  <a:pt x="952669" y="1475868"/>
                  <a:pt x="939075" y="1462274"/>
                  <a:pt x="939075" y="1445505"/>
                </a:cubicBezTo>
                <a:cubicBezTo>
                  <a:pt x="939075" y="1428735"/>
                  <a:pt x="952669" y="1415141"/>
                  <a:pt x="969438" y="1415141"/>
                </a:cubicBezTo>
                <a:close/>
                <a:moveTo>
                  <a:pt x="896883" y="1415141"/>
                </a:moveTo>
                <a:cubicBezTo>
                  <a:pt x="913653" y="1415141"/>
                  <a:pt x="927247" y="1428735"/>
                  <a:pt x="927247" y="1445505"/>
                </a:cubicBezTo>
                <a:cubicBezTo>
                  <a:pt x="927247" y="1462274"/>
                  <a:pt x="913653" y="1475868"/>
                  <a:pt x="896883" y="1475868"/>
                </a:cubicBezTo>
                <a:cubicBezTo>
                  <a:pt x="880114" y="1475868"/>
                  <a:pt x="866520" y="1462274"/>
                  <a:pt x="866520" y="1445505"/>
                </a:cubicBezTo>
                <a:cubicBezTo>
                  <a:pt x="866520" y="1428735"/>
                  <a:pt x="880114" y="1415141"/>
                  <a:pt x="896883" y="1415141"/>
                </a:cubicBezTo>
                <a:close/>
                <a:moveTo>
                  <a:pt x="824329" y="1415141"/>
                </a:moveTo>
                <a:cubicBezTo>
                  <a:pt x="841098" y="1415141"/>
                  <a:pt x="854692" y="1428735"/>
                  <a:pt x="854692" y="1445505"/>
                </a:cubicBezTo>
                <a:cubicBezTo>
                  <a:pt x="854692" y="1462274"/>
                  <a:pt x="841098" y="1475868"/>
                  <a:pt x="824329" y="1475868"/>
                </a:cubicBezTo>
                <a:cubicBezTo>
                  <a:pt x="807559" y="1475868"/>
                  <a:pt x="793965" y="1462274"/>
                  <a:pt x="793965" y="1445505"/>
                </a:cubicBezTo>
                <a:cubicBezTo>
                  <a:pt x="793965" y="1428735"/>
                  <a:pt x="807559" y="1415141"/>
                  <a:pt x="824329" y="1415141"/>
                </a:cubicBezTo>
                <a:close/>
                <a:moveTo>
                  <a:pt x="751774" y="1415141"/>
                </a:moveTo>
                <a:cubicBezTo>
                  <a:pt x="768544" y="1415141"/>
                  <a:pt x="782138" y="1428735"/>
                  <a:pt x="782138" y="1445505"/>
                </a:cubicBezTo>
                <a:cubicBezTo>
                  <a:pt x="782138" y="1462274"/>
                  <a:pt x="768544" y="1475868"/>
                  <a:pt x="751774" y="1475868"/>
                </a:cubicBezTo>
                <a:cubicBezTo>
                  <a:pt x="735005" y="1475868"/>
                  <a:pt x="721411" y="1462274"/>
                  <a:pt x="721411" y="1445505"/>
                </a:cubicBezTo>
                <a:cubicBezTo>
                  <a:pt x="721411" y="1428735"/>
                  <a:pt x="735005" y="1415141"/>
                  <a:pt x="751774" y="1415141"/>
                </a:cubicBezTo>
                <a:close/>
                <a:moveTo>
                  <a:pt x="679220" y="1415141"/>
                </a:moveTo>
                <a:cubicBezTo>
                  <a:pt x="695989" y="1415141"/>
                  <a:pt x="709583" y="1428735"/>
                  <a:pt x="709583" y="1445505"/>
                </a:cubicBezTo>
                <a:cubicBezTo>
                  <a:pt x="709583" y="1462274"/>
                  <a:pt x="695989" y="1475868"/>
                  <a:pt x="679220" y="1475868"/>
                </a:cubicBezTo>
                <a:cubicBezTo>
                  <a:pt x="662450" y="1475868"/>
                  <a:pt x="648856" y="1462274"/>
                  <a:pt x="648856" y="1445505"/>
                </a:cubicBezTo>
                <a:cubicBezTo>
                  <a:pt x="648856" y="1428735"/>
                  <a:pt x="662450" y="1415141"/>
                  <a:pt x="679220" y="1415141"/>
                </a:cubicBezTo>
                <a:close/>
                <a:moveTo>
                  <a:pt x="606665" y="1415141"/>
                </a:moveTo>
                <a:cubicBezTo>
                  <a:pt x="623435" y="1415141"/>
                  <a:pt x="637029" y="1428735"/>
                  <a:pt x="637029" y="1445505"/>
                </a:cubicBezTo>
                <a:cubicBezTo>
                  <a:pt x="637029" y="1462274"/>
                  <a:pt x="623435" y="1475868"/>
                  <a:pt x="606665" y="1475868"/>
                </a:cubicBezTo>
                <a:cubicBezTo>
                  <a:pt x="589896" y="1475868"/>
                  <a:pt x="576302" y="1462274"/>
                  <a:pt x="576302" y="1445505"/>
                </a:cubicBezTo>
                <a:cubicBezTo>
                  <a:pt x="576302" y="1428735"/>
                  <a:pt x="589896" y="1415141"/>
                  <a:pt x="606665" y="1415141"/>
                </a:cubicBezTo>
                <a:close/>
                <a:moveTo>
                  <a:pt x="534111" y="1415141"/>
                </a:moveTo>
                <a:cubicBezTo>
                  <a:pt x="550880" y="1415141"/>
                  <a:pt x="564474" y="1428735"/>
                  <a:pt x="564474" y="1445505"/>
                </a:cubicBezTo>
                <a:cubicBezTo>
                  <a:pt x="564474" y="1462274"/>
                  <a:pt x="550880" y="1475868"/>
                  <a:pt x="534111" y="1475868"/>
                </a:cubicBezTo>
                <a:cubicBezTo>
                  <a:pt x="517341" y="1475868"/>
                  <a:pt x="503747" y="1462274"/>
                  <a:pt x="503747" y="1445505"/>
                </a:cubicBezTo>
                <a:cubicBezTo>
                  <a:pt x="503747" y="1428735"/>
                  <a:pt x="517341" y="1415141"/>
                  <a:pt x="534111" y="1415141"/>
                </a:cubicBezTo>
                <a:close/>
                <a:moveTo>
                  <a:pt x="461556" y="1415141"/>
                </a:moveTo>
                <a:cubicBezTo>
                  <a:pt x="478326" y="1415141"/>
                  <a:pt x="491920" y="1428735"/>
                  <a:pt x="491920" y="1445505"/>
                </a:cubicBezTo>
                <a:cubicBezTo>
                  <a:pt x="491920" y="1462274"/>
                  <a:pt x="478326" y="1475868"/>
                  <a:pt x="461556" y="1475868"/>
                </a:cubicBezTo>
                <a:cubicBezTo>
                  <a:pt x="444787" y="1475868"/>
                  <a:pt x="431192" y="1462274"/>
                  <a:pt x="431192" y="1445505"/>
                </a:cubicBezTo>
                <a:cubicBezTo>
                  <a:pt x="431192" y="1428735"/>
                  <a:pt x="444787" y="1415141"/>
                  <a:pt x="461556" y="1415141"/>
                </a:cubicBezTo>
                <a:close/>
                <a:moveTo>
                  <a:pt x="389002" y="1415141"/>
                </a:moveTo>
                <a:cubicBezTo>
                  <a:pt x="405771" y="1415141"/>
                  <a:pt x="419365" y="1428735"/>
                  <a:pt x="419365" y="1445505"/>
                </a:cubicBezTo>
                <a:cubicBezTo>
                  <a:pt x="419365" y="1462274"/>
                  <a:pt x="405771" y="1475868"/>
                  <a:pt x="389002" y="1475868"/>
                </a:cubicBezTo>
                <a:cubicBezTo>
                  <a:pt x="372232" y="1475868"/>
                  <a:pt x="358638" y="1462274"/>
                  <a:pt x="358638" y="1445505"/>
                </a:cubicBezTo>
                <a:cubicBezTo>
                  <a:pt x="358638" y="1428735"/>
                  <a:pt x="372232" y="1415141"/>
                  <a:pt x="389002" y="1415141"/>
                </a:cubicBezTo>
                <a:close/>
                <a:moveTo>
                  <a:pt x="316447" y="1415141"/>
                </a:moveTo>
                <a:cubicBezTo>
                  <a:pt x="333216" y="1415141"/>
                  <a:pt x="346810" y="1428735"/>
                  <a:pt x="346810" y="1445505"/>
                </a:cubicBezTo>
                <a:cubicBezTo>
                  <a:pt x="346810" y="1462274"/>
                  <a:pt x="333216" y="1475868"/>
                  <a:pt x="316447" y="1475868"/>
                </a:cubicBezTo>
                <a:cubicBezTo>
                  <a:pt x="299677" y="1475868"/>
                  <a:pt x="286084" y="1462274"/>
                  <a:pt x="286084" y="1445505"/>
                </a:cubicBezTo>
                <a:cubicBezTo>
                  <a:pt x="286084" y="1428735"/>
                  <a:pt x="299677" y="1415141"/>
                  <a:pt x="316447" y="1415141"/>
                </a:cubicBezTo>
                <a:close/>
                <a:moveTo>
                  <a:pt x="243892" y="1415141"/>
                </a:moveTo>
                <a:cubicBezTo>
                  <a:pt x="260662" y="1415141"/>
                  <a:pt x="274256" y="1428735"/>
                  <a:pt x="274256" y="1445505"/>
                </a:cubicBezTo>
                <a:cubicBezTo>
                  <a:pt x="274256" y="1462274"/>
                  <a:pt x="260662" y="1475868"/>
                  <a:pt x="243892" y="1475868"/>
                </a:cubicBezTo>
                <a:cubicBezTo>
                  <a:pt x="227123" y="1475868"/>
                  <a:pt x="213529" y="1462274"/>
                  <a:pt x="213529" y="1445505"/>
                </a:cubicBezTo>
                <a:cubicBezTo>
                  <a:pt x="213529" y="1428735"/>
                  <a:pt x="227123" y="1415141"/>
                  <a:pt x="243892" y="1415141"/>
                </a:cubicBezTo>
                <a:close/>
                <a:moveTo>
                  <a:pt x="171339" y="1415141"/>
                </a:moveTo>
                <a:cubicBezTo>
                  <a:pt x="188107" y="1415141"/>
                  <a:pt x="201701" y="1428735"/>
                  <a:pt x="201701" y="1445505"/>
                </a:cubicBezTo>
                <a:cubicBezTo>
                  <a:pt x="201701" y="1462274"/>
                  <a:pt x="188107" y="1475868"/>
                  <a:pt x="171339" y="1475868"/>
                </a:cubicBezTo>
                <a:cubicBezTo>
                  <a:pt x="154611" y="1475868"/>
                  <a:pt x="141018" y="1462274"/>
                  <a:pt x="141018" y="1445505"/>
                </a:cubicBezTo>
                <a:cubicBezTo>
                  <a:pt x="141018" y="1428735"/>
                  <a:pt x="154611" y="1415141"/>
                  <a:pt x="171339" y="1415141"/>
                </a:cubicBezTo>
                <a:close/>
                <a:moveTo>
                  <a:pt x="98831" y="1415141"/>
                </a:moveTo>
                <a:cubicBezTo>
                  <a:pt x="115598" y="1415141"/>
                  <a:pt x="129192" y="1428735"/>
                  <a:pt x="129192" y="1445505"/>
                </a:cubicBezTo>
                <a:cubicBezTo>
                  <a:pt x="129192" y="1462274"/>
                  <a:pt x="115598" y="1475868"/>
                  <a:pt x="98831" y="1475868"/>
                </a:cubicBezTo>
                <a:cubicBezTo>
                  <a:pt x="82060" y="1475868"/>
                  <a:pt x="68467" y="1462274"/>
                  <a:pt x="68467" y="1445505"/>
                </a:cubicBezTo>
                <a:cubicBezTo>
                  <a:pt x="68467" y="1428735"/>
                  <a:pt x="82060" y="1415141"/>
                  <a:pt x="98831" y="1415141"/>
                </a:cubicBezTo>
                <a:close/>
                <a:moveTo>
                  <a:pt x="26277" y="1415141"/>
                </a:moveTo>
                <a:cubicBezTo>
                  <a:pt x="43044" y="1415141"/>
                  <a:pt x="56638" y="1428735"/>
                  <a:pt x="56638" y="1445505"/>
                </a:cubicBezTo>
                <a:cubicBezTo>
                  <a:pt x="56638" y="1462274"/>
                  <a:pt x="43044" y="1475868"/>
                  <a:pt x="26277" y="1475868"/>
                </a:cubicBezTo>
                <a:cubicBezTo>
                  <a:pt x="17892" y="1475868"/>
                  <a:pt x="10301" y="1472470"/>
                  <a:pt x="4807" y="1466975"/>
                </a:cubicBezTo>
                <a:lnTo>
                  <a:pt x="0" y="1455370"/>
                </a:lnTo>
                <a:lnTo>
                  <a:pt x="0" y="1435640"/>
                </a:lnTo>
                <a:lnTo>
                  <a:pt x="4807" y="1424034"/>
                </a:lnTo>
                <a:cubicBezTo>
                  <a:pt x="10301" y="1418540"/>
                  <a:pt x="17892" y="1415141"/>
                  <a:pt x="26277" y="1415141"/>
                </a:cubicBezTo>
                <a:close/>
                <a:moveTo>
                  <a:pt x="1332211" y="1334690"/>
                </a:moveTo>
                <a:cubicBezTo>
                  <a:pt x="1340596" y="1334690"/>
                  <a:pt x="1348186" y="1338088"/>
                  <a:pt x="1353681" y="1343583"/>
                </a:cubicBezTo>
                <a:lnTo>
                  <a:pt x="1356143" y="1349526"/>
                </a:lnTo>
                <a:lnTo>
                  <a:pt x="1331934" y="1381900"/>
                </a:lnTo>
                <a:lnTo>
                  <a:pt x="1321597" y="1393274"/>
                </a:lnTo>
                <a:lnTo>
                  <a:pt x="1320392" y="1393030"/>
                </a:lnTo>
                <a:cubicBezTo>
                  <a:pt x="1309494" y="1388421"/>
                  <a:pt x="1301847" y="1377631"/>
                  <a:pt x="1301847" y="1365053"/>
                </a:cubicBezTo>
                <a:cubicBezTo>
                  <a:pt x="1301847" y="1348284"/>
                  <a:pt x="1315441" y="1334690"/>
                  <a:pt x="1332211" y="1334690"/>
                </a:cubicBezTo>
                <a:close/>
                <a:moveTo>
                  <a:pt x="1259656" y="1334690"/>
                </a:moveTo>
                <a:cubicBezTo>
                  <a:pt x="1276426" y="1334690"/>
                  <a:pt x="1290020" y="1348284"/>
                  <a:pt x="1290020" y="1365053"/>
                </a:cubicBezTo>
                <a:cubicBezTo>
                  <a:pt x="1290020" y="1381823"/>
                  <a:pt x="1276426" y="1395417"/>
                  <a:pt x="1259656" y="1395417"/>
                </a:cubicBezTo>
                <a:cubicBezTo>
                  <a:pt x="1242887" y="1395417"/>
                  <a:pt x="1229293" y="1381823"/>
                  <a:pt x="1229293" y="1365053"/>
                </a:cubicBezTo>
                <a:cubicBezTo>
                  <a:pt x="1229293" y="1348284"/>
                  <a:pt x="1242887" y="1334690"/>
                  <a:pt x="1259656" y="1334690"/>
                </a:cubicBezTo>
                <a:close/>
                <a:moveTo>
                  <a:pt x="1187102" y="1334690"/>
                </a:moveTo>
                <a:cubicBezTo>
                  <a:pt x="1203871" y="1334690"/>
                  <a:pt x="1217465" y="1348284"/>
                  <a:pt x="1217465" y="1365053"/>
                </a:cubicBezTo>
                <a:cubicBezTo>
                  <a:pt x="1217465" y="1381823"/>
                  <a:pt x="1203871" y="1395417"/>
                  <a:pt x="1187102" y="1395417"/>
                </a:cubicBezTo>
                <a:cubicBezTo>
                  <a:pt x="1170332" y="1395417"/>
                  <a:pt x="1156738" y="1381823"/>
                  <a:pt x="1156738" y="1365053"/>
                </a:cubicBezTo>
                <a:cubicBezTo>
                  <a:pt x="1156738" y="1348284"/>
                  <a:pt x="1170332" y="1334690"/>
                  <a:pt x="1187102" y="1334690"/>
                </a:cubicBezTo>
                <a:close/>
                <a:moveTo>
                  <a:pt x="1114547" y="1334690"/>
                </a:moveTo>
                <a:cubicBezTo>
                  <a:pt x="1131317" y="1334690"/>
                  <a:pt x="1144911" y="1348284"/>
                  <a:pt x="1144911" y="1365053"/>
                </a:cubicBezTo>
                <a:cubicBezTo>
                  <a:pt x="1144911" y="1381823"/>
                  <a:pt x="1131317" y="1395417"/>
                  <a:pt x="1114547" y="1395417"/>
                </a:cubicBezTo>
                <a:cubicBezTo>
                  <a:pt x="1097778" y="1395417"/>
                  <a:pt x="1084184" y="1381823"/>
                  <a:pt x="1084184" y="1365053"/>
                </a:cubicBezTo>
                <a:cubicBezTo>
                  <a:pt x="1084184" y="1348284"/>
                  <a:pt x="1097778" y="1334690"/>
                  <a:pt x="1114547" y="1334690"/>
                </a:cubicBezTo>
                <a:close/>
                <a:moveTo>
                  <a:pt x="1041993" y="1334690"/>
                </a:moveTo>
                <a:cubicBezTo>
                  <a:pt x="1058762" y="1334690"/>
                  <a:pt x="1072356" y="1348284"/>
                  <a:pt x="1072356" y="1365053"/>
                </a:cubicBezTo>
                <a:cubicBezTo>
                  <a:pt x="1072356" y="1381823"/>
                  <a:pt x="1058762" y="1395417"/>
                  <a:pt x="1041993" y="1395417"/>
                </a:cubicBezTo>
                <a:cubicBezTo>
                  <a:pt x="1025223" y="1395417"/>
                  <a:pt x="1011629" y="1381823"/>
                  <a:pt x="1011629" y="1365053"/>
                </a:cubicBezTo>
                <a:cubicBezTo>
                  <a:pt x="1011629" y="1348284"/>
                  <a:pt x="1025223" y="1334690"/>
                  <a:pt x="1041993" y="1334690"/>
                </a:cubicBezTo>
                <a:close/>
                <a:moveTo>
                  <a:pt x="969438" y="1334690"/>
                </a:moveTo>
                <a:cubicBezTo>
                  <a:pt x="986208" y="1334690"/>
                  <a:pt x="999801" y="1348284"/>
                  <a:pt x="999801" y="1365053"/>
                </a:cubicBezTo>
                <a:cubicBezTo>
                  <a:pt x="999801" y="1381823"/>
                  <a:pt x="986208" y="1395417"/>
                  <a:pt x="969438" y="1395417"/>
                </a:cubicBezTo>
                <a:cubicBezTo>
                  <a:pt x="952669" y="1395417"/>
                  <a:pt x="939075" y="1381823"/>
                  <a:pt x="939075" y="1365053"/>
                </a:cubicBezTo>
                <a:cubicBezTo>
                  <a:pt x="939075" y="1348284"/>
                  <a:pt x="952669" y="1334690"/>
                  <a:pt x="969438" y="1334690"/>
                </a:cubicBezTo>
                <a:close/>
                <a:moveTo>
                  <a:pt x="896883" y="1334690"/>
                </a:moveTo>
                <a:cubicBezTo>
                  <a:pt x="913653" y="1334690"/>
                  <a:pt x="927247" y="1348284"/>
                  <a:pt x="927247" y="1365053"/>
                </a:cubicBezTo>
                <a:cubicBezTo>
                  <a:pt x="927247" y="1381823"/>
                  <a:pt x="913653" y="1395417"/>
                  <a:pt x="896883" y="1395417"/>
                </a:cubicBezTo>
                <a:cubicBezTo>
                  <a:pt x="880114" y="1395417"/>
                  <a:pt x="866520" y="1381823"/>
                  <a:pt x="866520" y="1365053"/>
                </a:cubicBezTo>
                <a:cubicBezTo>
                  <a:pt x="866520" y="1348284"/>
                  <a:pt x="880114" y="1334690"/>
                  <a:pt x="896883" y="1334690"/>
                </a:cubicBezTo>
                <a:close/>
                <a:moveTo>
                  <a:pt x="824329" y="1334690"/>
                </a:moveTo>
                <a:cubicBezTo>
                  <a:pt x="841098" y="1334690"/>
                  <a:pt x="854692" y="1348284"/>
                  <a:pt x="854692" y="1365053"/>
                </a:cubicBezTo>
                <a:cubicBezTo>
                  <a:pt x="854692" y="1381823"/>
                  <a:pt x="841098" y="1395417"/>
                  <a:pt x="824329" y="1395417"/>
                </a:cubicBezTo>
                <a:cubicBezTo>
                  <a:pt x="807559" y="1395417"/>
                  <a:pt x="793965" y="1381823"/>
                  <a:pt x="793965" y="1365053"/>
                </a:cubicBezTo>
                <a:cubicBezTo>
                  <a:pt x="793965" y="1348284"/>
                  <a:pt x="807559" y="1334690"/>
                  <a:pt x="824329" y="1334690"/>
                </a:cubicBezTo>
                <a:close/>
                <a:moveTo>
                  <a:pt x="751774" y="1334690"/>
                </a:moveTo>
                <a:cubicBezTo>
                  <a:pt x="768544" y="1334690"/>
                  <a:pt x="782138" y="1348284"/>
                  <a:pt x="782138" y="1365053"/>
                </a:cubicBezTo>
                <a:cubicBezTo>
                  <a:pt x="782138" y="1381823"/>
                  <a:pt x="768544" y="1395417"/>
                  <a:pt x="751774" y="1395417"/>
                </a:cubicBezTo>
                <a:cubicBezTo>
                  <a:pt x="735005" y="1395417"/>
                  <a:pt x="721411" y="1381823"/>
                  <a:pt x="721411" y="1365053"/>
                </a:cubicBezTo>
                <a:cubicBezTo>
                  <a:pt x="721411" y="1348284"/>
                  <a:pt x="735005" y="1334690"/>
                  <a:pt x="751774" y="1334690"/>
                </a:cubicBezTo>
                <a:close/>
                <a:moveTo>
                  <a:pt x="679220" y="1334690"/>
                </a:moveTo>
                <a:cubicBezTo>
                  <a:pt x="695989" y="1334690"/>
                  <a:pt x="709583" y="1348284"/>
                  <a:pt x="709583" y="1365053"/>
                </a:cubicBezTo>
                <a:cubicBezTo>
                  <a:pt x="709583" y="1381823"/>
                  <a:pt x="695989" y="1395417"/>
                  <a:pt x="679220" y="1395417"/>
                </a:cubicBezTo>
                <a:cubicBezTo>
                  <a:pt x="662450" y="1395417"/>
                  <a:pt x="648856" y="1381823"/>
                  <a:pt x="648856" y="1365053"/>
                </a:cubicBezTo>
                <a:cubicBezTo>
                  <a:pt x="648856" y="1348284"/>
                  <a:pt x="662450" y="1334690"/>
                  <a:pt x="679220" y="1334690"/>
                </a:cubicBezTo>
                <a:close/>
                <a:moveTo>
                  <a:pt x="606665" y="1334690"/>
                </a:moveTo>
                <a:cubicBezTo>
                  <a:pt x="623435" y="1334690"/>
                  <a:pt x="637029" y="1348284"/>
                  <a:pt x="637029" y="1365053"/>
                </a:cubicBezTo>
                <a:cubicBezTo>
                  <a:pt x="637029" y="1381823"/>
                  <a:pt x="623435" y="1395417"/>
                  <a:pt x="606665" y="1395417"/>
                </a:cubicBezTo>
                <a:cubicBezTo>
                  <a:pt x="589896" y="1395417"/>
                  <a:pt x="576302" y="1381823"/>
                  <a:pt x="576302" y="1365053"/>
                </a:cubicBezTo>
                <a:cubicBezTo>
                  <a:pt x="576302" y="1348284"/>
                  <a:pt x="589896" y="1334690"/>
                  <a:pt x="606665" y="1334690"/>
                </a:cubicBezTo>
                <a:close/>
                <a:moveTo>
                  <a:pt x="534111" y="1334690"/>
                </a:moveTo>
                <a:cubicBezTo>
                  <a:pt x="550880" y="1334690"/>
                  <a:pt x="564474" y="1348284"/>
                  <a:pt x="564474" y="1365053"/>
                </a:cubicBezTo>
                <a:cubicBezTo>
                  <a:pt x="564474" y="1381823"/>
                  <a:pt x="550880" y="1395417"/>
                  <a:pt x="534111" y="1395417"/>
                </a:cubicBezTo>
                <a:cubicBezTo>
                  <a:pt x="517341" y="1395417"/>
                  <a:pt x="503747" y="1381823"/>
                  <a:pt x="503747" y="1365053"/>
                </a:cubicBezTo>
                <a:cubicBezTo>
                  <a:pt x="503747" y="1348284"/>
                  <a:pt x="517341" y="1334690"/>
                  <a:pt x="534111" y="1334690"/>
                </a:cubicBezTo>
                <a:close/>
                <a:moveTo>
                  <a:pt x="461556" y="1334690"/>
                </a:moveTo>
                <a:cubicBezTo>
                  <a:pt x="478326" y="1334690"/>
                  <a:pt x="491920" y="1348284"/>
                  <a:pt x="491920" y="1365053"/>
                </a:cubicBezTo>
                <a:cubicBezTo>
                  <a:pt x="491920" y="1381823"/>
                  <a:pt x="478326" y="1395417"/>
                  <a:pt x="461556" y="1395417"/>
                </a:cubicBezTo>
                <a:cubicBezTo>
                  <a:pt x="444787" y="1395417"/>
                  <a:pt x="431192" y="1381823"/>
                  <a:pt x="431192" y="1365053"/>
                </a:cubicBezTo>
                <a:cubicBezTo>
                  <a:pt x="431192" y="1348284"/>
                  <a:pt x="444787" y="1334690"/>
                  <a:pt x="461556" y="1334690"/>
                </a:cubicBezTo>
                <a:close/>
                <a:moveTo>
                  <a:pt x="389002" y="1334690"/>
                </a:moveTo>
                <a:cubicBezTo>
                  <a:pt x="405771" y="1334690"/>
                  <a:pt x="419365" y="1348284"/>
                  <a:pt x="419365" y="1365053"/>
                </a:cubicBezTo>
                <a:cubicBezTo>
                  <a:pt x="419365" y="1381823"/>
                  <a:pt x="405771" y="1395417"/>
                  <a:pt x="389002" y="1395417"/>
                </a:cubicBezTo>
                <a:cubicBezTo>
                  <a:pt x="372232" y="1395417"/>
                  <a:pt x="358638" y="1381823"/>
                  <a:pt x="358638" y="1365053"/>
                </a:cubicBezTo>
                <a:cubicBezTo>
                  <a:pt x="358638" y="1348284"/>
                  <a:pt x="372232" y="1334690"/>
                  <a:pt x="389002" y="1334690"/>
                </a:cubicBezTo>
                <a:close/>
                <a:moveTo>
                  <a:pt x="316447" y="1334690"/>
                </a:moveTo>
                <a:cubicBezTo>
                  <a:pt x="333216" y="1334690"/>
                  <a:pt x="346810" y="1348284"/>
                  <a:pt x="346810" y="1365053"/>
                </a:cubicBezTo>
                <a:cubicBezTo>
                  <a:pt x="346810" y="1381823"/>
                  <a:pt x="333216" y="1395417"/>
                  <a:pt x="316447" y="1395417"/>
                </a:cubicBezTo>
                <a:cubicBezTo>
                  <a:pt x="299677" y="1395417"/>
                  <a:pt x="286084" y="1381823"/>
                  <a:pt x="286084" y="1365053"/>
                </a:cubicBezTo>
                <a:cubicBezTo>
                  <a:pt x="286084" y="1348284"/>
                  <a:pt x="299677" y="1334690"/>
                  <a:pt x="316447" y="1334690"/>
                </a:cubicBezTo>
                <a:close/>
                <a:moveTo>
                  <a:pt x="243892" y="1334690"/>
                </a:moveTo>
                <a:cubicBezTo>
                  <a:pt x="260662" y="1334690"/>
                  <a:pt x="274256" y="1348284"/>
                  <a:pt x="274256" y="1365053"/>
                </a:cubicBezTo>
                <a:cubicBezTo>
                  <a:pt x="274256" y="1381823"/>
                  <a:pt x="260662" y="1395417"/>
                  <a:pt x="243892" y="1395417"/>
                </a:cubicBezTo>
                <a:cubicBezTo>
                  <a:pt x="227123" y="1395417"/>
                  <a:pt x="213529" y="1381823"/>
                  <a:pt x="213529" y="1365053"/>
                </a:cubicBezTo>
                <a:cubicBezTo>
                  <a:pt x="213529" y="1348284"/>
                  <a:pt x="227123" y="1334690"/>
                  <a:pt x="243892" y="1334690"/>
                </a:cubicBezTo>
                <a:close/>
                <a:moveTo>
                  <a:pt x="171339" y="1334690"/>
                </a:moveTo>
                <a:cubicBezTo>
                  <a:pt x="188107" y="1334690"/>
                  <a:pt x="201701" y="1348284"/>
                  <a:pt x="201701" y="1365053"/>
                </a:cubicBezTo>
                <a:cubicBezTo>
                  <a:pt x="201701" y="1381823"/>
                  <a:pt x="188107" y="1395417"/>
                  <a:pt x="171339" y="1395417"/>
                </a:cubicBezTo>
                <a:cubicBezTo>
                  <a:pt x="154616" y="1395417"/>
                  <a:pt x="141023" y="1381823"/>
                  <a:pt x="141023" y="1365053"/>
                </a:cubicBezTo>
                <a:cubicBezTo>
                  <a:pt x="141023" y="1348284"/>
                  <a:pt x="154616" y="1334690"/>
                  <a:pt x="171339" y="1334690"/>
                </a:cubicBezTo>
                <a:close/>
                <a:moveTo>
                  <a:pt x="98838" y="1334690"/>
                </a:moveTo>
                <a:cubicBezTo>
                  <a:pt x="115605" y="1334690"/>
                  <a:pt x="129198" y="1348284"/>
                  <a:pt x="129198" y="1365053"/>
                </a:cubicBezTo>
                <a:cubicBezTo>
                  <a:pt x="129198" y="1381823"/>
                  <a:pt x="115605" y="1395417"/>
                  <a:pt x="98838" y="1395417"/>
                </a:cubicBezTo>
                <a:cubicBezTo>
                  <a:pt x="82067" y="1395417"/>
                  <a:pt x="68474" y="1381823"/>
                  <a:pt x="68474" y="1365053"/>
                </a:cubicBezTo>
                <a:cubicBezTo>
                  <a:pt x="68474" y="1348284"/>
                  <a:pt x="82067" y="1334690"/>
                  <a:pt x="98838" y="1334690"/>
                </a:cubicBezTo>
                <a:close/>
                <a:moveTo>
                  <a:pt x="26283" y="1334690"/>
                </a:moveTo>
                <a:cubicBezTo>
                  <a:pt x="43051" y="1334690"/>
                  <a:pt x="56645" y="1348284"/>
                  <a:pt x="56645" y="1365053"/>
                </a:cubicBezTo>
                <a:cubicBezTo>
                  <a:pt x="56645" y="1381823"/>
                  <a:pt x="43051" y="1395417"/>
                  <a:pt x="26283" y="1395417"/>
                </a:cubicBezTo>
                <a:cubicBezTo>
                  <a:pt x="17898" y="1395417"/>
                  <a:pt x="10308" y="1392019"/>
                  <a:pt x="4813" y="1386524"/>
                </a:cubicBezTo>
                <a:lnTo>
                  <a:pt x="0" y="1374903"/>
                </a:lnTo>
                <a:lnTo>
                  <a:pt x="0" y="1355203"/>
                </a:lnTo>
                <a:lnTo>
                  <a:pt x="4813" y="1343583"/>
                </a:lnTo>
                <a:cubicBezTo>
                  <a:pt x="10308" y="1338089"/>
                  <a:pt x="17898" y="1334690"/>
                  <a:pt x="26283" y="1334690"/>
                </a:cubicBezTo>
                <a:close/>
                <a:moveTo>
                  <a:pt x="1404765" y="1254238"/>
                </a:moveTo>
                <a:cubicBezTo>
                  <a:pt x="1408957" y="1254238"/>
                  <a:pt x="1412951" y="1255088"/>
                  <a:pt x="1416584" y="1256624"/>
                </a:cubicBezTo>
                <a:lnTo>
                  <a:pt x="1422045" y="1260306"/>
                </a:lnTo>
                <a:lnTo>
                  <a:pt x="1418517" y="1266114"/>
                </a:lnTo>
                <a:lnTo>
                  <a:pt x="1386846" y="1308466"/>
                </a:lnTo>
                <a:lnTo>
                  <a:pt x="1383295" y="1306072"/>
                </a:lnTo>
                <a:cubicBezTo>
                  <a:pt x="1377800" y="1300577"/>
                  <a:pt x="1374402" y="1292986"/>
                  <a:pt x="1374402" y="1284602"/>
                </a:cubicBezTo>
                <a:cubicBezTo>
                  <a:pt x="1374402" y="1267832"/>
                  <a:pt x="1387996" y="1254238"/>
                  <a:pt x="1404765" y="1254238"/>
                </a:cubicBezTo>
                <a:close/>
                <a:moveTo>
                  <a:pt x="1332211" y="1254238"/>
                </a:moveTo>
                <a:cubicBezTo>
                  <a:pt x="1348980" y="1254238"/>
                  <a:pt x="1362574" y="1267832"/>
                  <a:pt x="1362574" y="1284602"/>
                </a:cubicBezTo>
                <a:cubicBezTo>
                  <a:pt x="1362574" y="1301371"/>
                  <a:pt x="1348980" y="1314965"/>
                  <a:pt x="1332211" y="1314965"/>
                </a:cubicBezTo>
                <a:cubicBezTo>
                  <a:pt x="1315441" y="1314965"/>
                  <a:pt x="1301847" y="1301371"/>
                  <a:pt x="1301847" y="1284602"/>
                </a:cubicBezTo>
                <a:cubicBezTo>
                  <a:pt x="1301847" y="1267832"/>
                  <a:pt x="1315441" y="1254238"/>
                  <a:pt x="1332211" y="1254238"/>
                </a:cubicBezTo>
                <a:close/>
                <a:moveTo>
                  <a:pt x="1259656" y="1254238"/>
                </a:moveTo>
                <a:cubicBezTo>
                  <a:pt x="1276426" y="1254238"/>
                  <a:pt x="1290020" y="1267832"/>
                  <a:pt x="1290020" y="1284602"/>
                </a:cubicBezTo>
                <a:cubicBezTo>
                  <a:pt x="1290020" y="1301371"/>
                  <a:pt x="1276426" y="1314965"/>
                  <a:pt x="1259656" y="1314965"/>
                </a:cubicBezTo>
                <a:cubicBezTo>
                  <a:pt x="1242887" y="1314965"/>
                  <a:pt x="1229293" y="1301371"/>
                  <a:pt x="1229293" y="1284602"/>
                </a:cubicBezTo>
                <a:cubicBezTo>
                  <a:pt x="1229293" y="1267832"/>
                  <a:pt x="1242887" y="1254238"/>
                  <a:pt x="1259656" y="1254238"/>
                </a:cubicBezTo>
                <a:close/>
                <a:moveTo>
                  <a:pt x="1187102" y="1254238"/>
                </a:moveTo>
                <a:cubicBezTo>
                  <a:pt x="1203871" y="1254238"/>
                  <a:pt x="1217465" y="1267832"/>
                  <a:pt x="1217465" y="1284602"/>
                </a:cubicBezTo>
                <a:cubicBezTo>
                  <a:pt x="1217465" y="1301371"/>
                  <a:pt x="1203871" y="1314965"/>
                  <a:pt x="1187102" y="1314965"/>
                </a:cubicBezTo>
                <a:cubicBezTo>
                  <a:pt x="1170332" y="1314965"/>
                  <a:pt x="1156738" y="1301371"/>
                  <a:pt x="1156738" y="1284602"/>
                </a:cubicBezTo>
                <a:cubicBezTo>
                  <a:pt x="1156738" y="1267832"/>
                  <a:pt x="1170332" y="1254238"/>
                  <a:pt x="1187102" y="1254238"/>
                </a:cubicBezTo>
                <a:close/>
                <a:moveTo>
                  <a:pt x="1114547" y="1254238"/>
                </a:moveTo>
                <a:cubicBezTo>
                  <a:pt x="1131317" y="1254238"/>
                  <a:pt x="1144911" y="1267832"/>
                  <a:pt x="1144911" y="1284602"/>
                </a:cubicBezTo>
                <a:cubicBezTo>
                  <a:pt x="1144911" y="1301371"/>
                  <a:pt x="1131317" y="1314965"/>
                  <a:pt x="1114547" y="1314965"/>
                </a:cubicBezTo>
                <a:cubicBezTo>
                  <a:pt x="1097778" y="1314965"/>
                  <a:pt x="1084184" y="1301371"/>
                  <a:pt x="1084184" y="1284602"/>
                </a:cubicBezTo>
                <a:cubicBezTo>
                  <a:pt x="1084184" y="1267832"/>
                  <a:pt x="1097778" y="1254238"/>
                  <a:pt x="1114547" y="1254238"/>
                </a:cubicBezTo>
                <a:close/>
                <a:moveTo>
                  <a:pt x="1041993" y="1254238"/>
                </a:moveTo>
                <a:cubicBezTo>
                  <a:pt x="1058762" y="1254238"/>
                  <a:pt x="1072356" y="1267832"/>
                  <a:pt x="1072356" y="1284602"/>
                </a:cubicBezTo>
                <a:cubicBezTo>
                  <a:pt x="1072356" y="1301371"/>
                  <a:pt x="1058762" y="1314965"/>
                  <a:pt x="1041993" y="1314965"/>
                </a:cubicBezTo>
                <a:cubicBezTo>
                  <a:pt x="1025223" y="1314965"/>
                  <a:pt x="1011629" y="1301371"/>
                  <a:pt x="1011629" y="1284602"/>
                </a:cubicBezTo>
                <a:cubicBezTo>
                  <a:pt x="1011629" y="1267832"/>
                  <a:pt x="1025223" y="1254238"/>
                  <a:pt x="1041993" y="1254238"/>
                </a:cubicBezTo>
                <a:close/>
                <a:moveTo>
                  <a:pt x="969438" y="1254238"/>
                </a:moveTo>
                <a:cubicBezTo>
                  <a:pt x="986208" y="1254238"/>
                  <a:pt x="999801" y="1267832"/>
                  <a:pt x="999801" y="1284602"/>
                </a:cubicBezTo>
                <a:cubicBezTo>
                  <a:pt x="999801" y="1301371"/>
                  <a:pt x="986208" y="1314965"/>
                  <a:pt x="969438" y="1314965"/>
                </a:cubicBezTo>
                <a:cubicBezTo>
                  <a:pt x="952669" y="1314965"/>
                  <a:pt x="939075" y="1301371"/>
                  <a:pt x="939075" y="1284602"/>
                </a:cubicBezTo>
                <a:cubicBezTo>
                  <a:pt x="939075" y="1267832"/>
                  <a:pt x="952669" y="1254238"/>
                  <a:pt x="969438" y="1254238"/>
                </a:cubicBezTo>
                <a:close/>
                <a:moveTo>
                  <a:pt x="896883" y="1254238"/>
                </a:moveTo>
                <a:cubicBezTo>
                  <a:pt x="913653" y="1254238"/>
                  <a:pt x="927247" y="1267832"/>
                  <a:pt x="927247" y="1284602"/>
                </a:cubicBezTo>
                <a:cubicBezTo>
                  <a:pt x="927247" y="1301371"/>
                  <a:pt x="913653" y="1314965"/>
                  <a:pt x="896883" y="1314965"/>
                </a:cubicBezTo>
                <a:cubicBezTo>
                  <a:pt x="880114" y="1314965"/>
                  <a:pt x="866520" y="1301371"/>
                  <a:pt x="866520" y="1284602"/>
                </a:cubicBezTo>
                <a:cubicBezTo>
                  <a:pt x="866520" y="1267832"/>
                  <a:pt x="880114" y="1254238"/>
                  <a:pt x="896883" y="1254238"/>
                </a:cubicBezTo>
                <a:close/>
                <a:moveTo>
                  <a:pt x="824329" y="1254238"/>
                </a:moveTo>
                <a:cubicBezTo>
                  <a:pt x="841098" y="1254238"/>
                  <a:pt x="854692" y="1267832"/>
                  <a:pt x="854692" y="1284602"/>
                </a:cubicBezTo>
                <a:cubicBezTo>
                  <a:pt x="854692" y="1301371"/>
                  <a:pt x="841098" y="1314965"/>
                  <a:pt x="824329" y="1314965"/>
                </a:cubicBezTo>
                <a:cubicBezTo>
                  <a:pt x="807559" y="1314965"/>
                  <a:pt x="793965" y="1301371"/>
                  <a:pt x="793965" y="1284602"/>
                </a:cubicBezTo>
                <a:cubicBezTo>
                  <a:pt x="793965" y="1267832"/>
                  <a:pt x="807559" y="1254238"/>
                  <a:pt x="824329" y="1254238"/>
                </a:cubicBezTo>
                <a:close/>
                <a:moveTo>
                  <a:pt x="751774" y="1254238"/>
                </a:moveTo>
                <a:cubicBezTo>
                  <a:pt x="768544" y="1254238"/>
                  <a:pt x="782138" y="1267832"/>
                  <a:pt x="782138" y="1284602"/>
                </a:cubicBezTo>
                <a:cubicBezTo>
                  <a:pt x="782138" y="1301371"/>
                  <a:pt x="768544" y="1314965"/>
                  <a:pt x="751774" y="1314965"/>
                </a:cubicBezTo>
                <a:cubicBezTo>
                  <a:pt x="735005" y="1314965"/>
                  <a:pt x="721411" y="1301371"/>
                  <a:pt x="721411" y="1284602"/>
                </a:cubicBezTo>
                <a:cubicBezTo>
                  <a:pt x="721411" y="1267832"/>
                  <a:pt x="735005" y="1254238"/>
                  <a:pt x="751774" y="1254238"/>
                </a:cubicBezTo>
                <a:close/>
                <a:moveTo>
                  <a:pt x="679220" y="1254238"/>
                </a:moveTo>
                <a:cubicBezTo>
                  <a:pt x="695989" y="1254238"/>
                  <a:pt x="709583" y="1267832"/>
                  <a:pt x="709583" y="1284602"/>
                </a:cubicBezTo>
                <a:cubicBezTo>
                  <a:pt x="709583" y="1301371"/>
                  <a:pt x="695989" y="1314965"/>
                  <a:pt x="679220" y="1314965"/>
                </a:cubicBezTo>
                <a:cubicBezTo>
                  <a:pt x="662450" y="1314965"/>
                  <a:pt x="648856" y="1301371"/>
                  <a:pt x="648856" y="1284602"/>
                </a:cubicBezTo>
                <a:cubicBezTo>
                  <a:pt x="648856" y="1267832"/>
                  <a:pt x="662450" y="1254238"/>
                  <a:pt x="679220" y="1254238"/>
                </a:cubicBezTo>
                <a:close/>
                <a:moveTo>
                  <a:pt x="606665" y="1254238"/>
                </a:moveTo>
                <a:cubicBezTo>
                  <a:pt x="623435" y="1254238"/>
                  <a:pt x="637029" y="1267832"/>
                  <a:pt x="637029" y="1284602"/>
                </a:cubicBezTo>
                <a:cubicBezTo>
                  <a:pt x="637029" y="1301371"/>
                  <a:pt x="623435" y="1314965"/>
                  <a:pt x="606665" y="1314965"/>
                </a:cubicBezTo>
                <a:cubicBezTo>
                  <a:pt x="589896" y="1314965"/>
                  <a:pt x="576302" y="1301371"/>
                  <a:pt x="576302" y="1284602"/>
                </a:cubicBezTo>
                <a:cubicBezTo>
                  <a:pt x="576302" y="1267832"/>
                  <a:pt x="589896" y="1254238"/>
                  <a:pt x="606665" y="1254238"/>
                </a:cubicBezTo>
                <a:close/>
                <a:moveTo>
                  <a:pt x="534111" y="1254238"/>
                </a:moveTo>
                <a:cubicBezTo>
                  <a:pt x="550880" y="1254238"/>
                  <a:pt x="564474" y="1267832"/>
                  <a:pt x="564474" y="1284602"/>
                </a:cubicBezTo>
                <a:cubicBezTo>
                  <a:pt x="564474" y="1301371"/>
                  <a:pt x="550880" y="1314965"/>
                  <a:pt x="534111" y="1314965"/>
                </a:cubicBezTo>
                <a:cubicBezTo>
                  <a:pt x="517341" y="1314965"/>
                  <a:pt x="503747" y="1301371"/>
                  <a:pt x="503747" y="1284602"/>
                </a:cubicBezTo>
                <a:cubicBezTo>
                  <a:pt x="503747" y="1267832"/>
                  <a:pt x="517341" y="1254238"/>
                  <a:pt x="534111" y="1254238"/>
                </a:cubicBezTo>
                <a:close/>
                <a:moveTo>
                  <a:pt x="461556" y="1254238"/>
                </a:moveTo>
                <a:cubicBezTo>
                  <a:pt x="478326" y="1254238"/>
                  <a:pt x="491920" y="1267832"/>
                  <a:pt x="491920" y="1284602"/>
                </a:cubicBezTo>
                <a:cubicBezTo>
                  <a:pt x="491920" y="1301371"/>
                  <a:pt x="478326" y="1314965"/>
                  <a:pt x="461556" y="1314965"/>
                </a:cubicBezTo>
                <a:cubicBezTo>
                  <a:pt x="444787" y="1314965"/>
                  <a:pt x="431192" y="1301371"/>
                  <a:pt x="431192" y="1284602"/>
                </a:cubicBezTo>
                <a:cubicBezTo>
                  <a:pt x="431192" y="1267832"/>
                  <a:pt x="444787" y="1254238"/>
                  <a:pt x="461556" y="1254238"/>
                </a:cubicBezTo>
                <a:close/>
                <a:moveTo>
                  <a:pt x="389002" y="1254238"/>
                </a:moveTo>
                <a:cubicBezTo>
                  <a:pt x="405771" y="1254238"/>
                  <a:pt x="419365" y="1267832"/>
                  <a:pt x="419365" y="1284602"/>
                </a:cubicBezTo>
                <a:cubicBezTo>
                  <a:pt x="419365" y="1301371"/>
                  <a:pt x="405771" y="1314965"/>
                  <a:pt x="389002" y="1314965"/>
                </a:cubicBezTo>
                <a:cubicBezTo>
                  <a:pt x="372232" y="1314965"/>
                  <a:pt x="358638" y="1301371"/>
                  <a:pt x="358638" y="1284602"/>
                </a:cubicBezTo>
                <a:cubicBezTo>
                  <a:pt x="358638" y="1267832"/>
                  <a:pt x="372232" y="1254238"/>
                  <a:pt x="389002" y="1254238"/>
                </a:cubicBezTo>
                <a:close/>
                <a:moveTo>
                  <a:pt x="316447" y="1254238"/>
                </a:moveTo>
                <a:cubicBezTo>
                  <a:pt x="333216" y="1254238"/>
                  <a:pt x="346810" y="1267832"/>
                  <a:pt x="346810" y="1284602"/>
                </a:cubicBezTo>
                <a:cubicBezTo>
                  <a:pt x="346810" y="1301371"/>
                  <a:pt x="333216" y="1314965"/>
                  <a:pt x="316447" y="1314965"/>
                </a:cubicBezTo>
                <a:cubicBezTo>
                  <a:pt x="299677" y="1314965"/>
                  <a:pt x="286084" y="1301371"/>
                  <a:pt x="286084" y="1284602"/>
                </a:cubicBezTo>
                <a:cubicBezTo>
                  <a:pt x="286084" y="1267832"/>
                  <a:pt x="299677" y="1254238"/>
                  <a:pt x="316447" y="1254238"/>
                </a:cubicBezTo>
                <a:close/>
                <a:moveTo>
                  <a:pt x="243892" y="1254238"/>
                </a:moveTo>
                <a:cubicBezTo>
                  <a:pt x="260662" y="1254238"/>
                  <a:pt x="274256" y="1267832"/>
                  <a:pt x="274256" y="1284602"/>
                </a:cubicBezTo>
                <a:cubicBezTo>
                  <a:pt x="274256" y="1301371"/>
                  <a:pt x="260662" y="1314965"/>
                  <a:pt x="243892" y="1314965"/>
                </a:cubicBezTo>
                <a:cubicBezTo>
                  <a:pt x="227123" y="1314965"/>
                  <a:pt x="213529" y="1301371"/>
                  <a:pt x="213529" y="1284602"/>
                </a:cubicBezTo>
                <a:cubicBezTo>
                  <a:pt x="213529" y="1267832"/>
                  <a:pt x="227123" y="1254238"/>
                  <a:pt x="243892" y="1254238"/>
                </a:cubicBezTo>
                <a:close/>
                <a:moveTo>
                  <a:pt x="171339" y="1254238"/>
                </a:moveTo>
                <a:cubicBezTo>
                  <a:pt x="188107" y="1254238"/>
                  <a:pt x="201701" y="1267832"/>
                  <a:pt x="201701" y="1284602"/>
                </a:cubicBezTo>
                <a:cubicBezTo>
                  <a:pt x="201701" y="1301371"/>
                  <a:pt x="188107" y="1314965"/>
                  <a:pt x="171339" y="1314965"/>
                </a:cubicBezTo>
                <a:cubicBezTo>
                  <a:pt x="154622" y="1314965"/>
                  <a:pt x="141029" y="1301371"/>
                  <a:pt x="141029" y="1284602"/>
                </a:cubicBezTo>
                <a:cubicBezTo>
                  <a:pt x="141029" y="1267832"/>
                  <a:pt x="154622" y="1254238"/>
                  <a:pt x="171339" y="1254238"/>
                </a:cubicBezTo>
                <a:close/>
                <a:moveTo>
                  <a:pt x="98845" y="1254238"/>
                </a:moveTo>
                <a:cubicBezTo>
                  <a:pt x="115610" y="1254238"/>
                  <a:pt x="129204" y="1267832"/>
                  <a:pt x="129204" y="1284602"/>
                </a:cubicBezTo>
                <a:cubicBezTo>
                  <a:pt x="129204" y="1301371"/>
                  <a:pt x="115610" y="1314965"/>
                  <a:pt x="98845" y="1314965"/>
                </a:cubicBezTo>
                <a:cubicBezTo>
                  <a:pt x="82074" y="1314965"/>
                  <a:pt x="68480" y="1301371"/>
                  <a:pt x="68480" y="1284602"/>
                </a:cubicBezTo>
                <a:cubicBezTo>
                  <a:pt x="68480" y="1267832"/>
                  <a:pt x="82074" y="1254238"/>
                  <a:pt x="98845" y="1254238"/>
                </a:cubicBezTo>
                <a:close/>
                <a:moveTo>
                  <a:pt x="26290" y="1254238"/>
                </a:moveTo>
                <a:cubicBezTo>
                  <a:pt x="43057" y="1254238"/>
                  <a:pt x="56651" y="1267832"/>
                  <a:pt x="56651" y="1284602"/>
                </a:cubicBezTo>
                <a:cubicBezTo>
                  <a:pt x="56651" y="1301371"/>
                  <a:pt x="43057" y="1314965"/>
                  <a:pt x="26290" y="1314965"/>
                </a:cubicBezTo>
                <a:cubicBezTo>
                  <a:pt x="17905" y="1314965"/>
                  <a:pt x="10314" y="1311567"/>
                  <a:pt x="4819" y="1306072"/>
                </a:cubicBezTo>
                <a:lnTo>
                  <a:pt x="0" y="1294437"/>
                </a:lnTo>
                <a:lnTo>
                  <a:pt x="0" y="1274766"/>
                </a:lnTo>
                <a:lnTo>
                  <a:pt x="4819" y="1263131"/>
                </a:lnTo>
                <a:cubicBezTo>
                  <a:pt x="10314" y="1257637"/>
                  <a:pt x="17905" y="1254238"/>
                  <a:pt x="26290" y="1254238"/>
                </a:cubicBezTo>
                <a:close/>
                <a:moveTo>
                  <a:pt x="1474228" y="1174410"/>
                </a:moveTo>
                <a:lnTo>
                  <a:pt x="1450688" y="1213159"/>
                </a:lnTo>
                <a:lnTo>
                  <a:pt x="1446956" y="1204150"/>
                </a:lnTo>
                <a:cubicBezTo>
                  <a:pt x="1446956" y="1191573"/>
                  <a:pt x="1454603" y="1180782"/>
                  <a:pt x="1465501" y="1176173"/>
                </a:cubicBezTo>
                <a:close/>
                <a:moveTo>
                  <a:pt x="1404765" y="1173786"/>
                </a:moveTo>
                <a:cubicBezTo>
                  <a:pt x="1421535" y="1173786"/>
                  <a:pt x="1435129" y="1187380"/>
                  <a:pt x="1435129" y="1204150"/>
                </a:cubicBezTo>
                <a:cubicBezTo>
                  <a:pt x="1435129" y="1220919"/>
                  <a:pt x="1421535" y="1234513"/>
                  <a:pt x="1404765" y="1234513"/>
                </a:cubicBezTo>
                <a:cubicBezTo>
                  <a:pt x="1387996" y="1234513"/>
                  <a:pt x="1374402" y="1220919"/>
                  <a:pt x="1374402" y="1204150"/>
                </a:cubicBezTo>
                <a:cubicBezTo>
                  <a:pt x="1374402" y="1187380"/>
                  <a:pt x="1387996" y="1173786"/>
                  <a:pt x="1404765" y="1173786"/>
                </a:cubicBezTo>
                <a:close/>
                <a:moveTo>
                  <a:pt x="1332211" y="1173786"/>
                </a:moveTo>
                <a:cubicBezTo>
                  <a:pt x="1348980" y="1173786"/>
                  <a:pt x="1362574" y="1187380"/>
                  <a:pt x="1362574" y="1204150"/>
                </a:cubicBezTo>
                <a:cubicBezTo>
                  <a:pt x="1362574" y="1220919"/>
                  <a:pt x="1348980" y="1234513"/>
                  <a:pt x="1332211" y="1234513"/>
                </a:cubicBezTo>
                <a:cubicBezTo>
                  <a:pt x="1315441" y="1234513"/>
                  <a:pt x="1301847" y="1220919"/>
                  <a:pt x="1301847" y="1204150"/>
                </a:cubicBezTo>
                <a:cubicBezTo>
                  <a:pt x="1301847" y="1187380"/>
                  <a:pt x="1315441" y="1173786"/>
                  <a:pt x="1332211" y="1173786"/>
                </a:cubicBezTo>
                <a:close/>
                <a:moveTo>
                  <a:pt x="1259656" y="1173786"/>
                </a:moveTo>
                <a:cubicBezTo>
                  <a:pt x="1276426" y="1173786"/>
                  <a:pt x="1290020" y="1187380"/>
                  <a:pt x="1290020" y="1204150"/>
                </a:cubicBezTo>
                <a:cubicBezTo>
                  <a:pt x="1290020" y="1220919"/>
                  <a:pt x="1276426" y="1234513"/>
                  <a:pt x="1259656" y="1234513"/>
                </a:cubicBezTo>
                <a:cubicBezTo>
                  <a:pt x="1242887" y="1234513"/>
                  <a:pt x="1229293" y="1220919"/>
                  <a:pt x="1229293" y="1204150"/>
                </a:cubicBezTo>
                <a:cubicBezTo>
                  <a:pt x="1229293" y="1187380"/>
                  <a:pt x="1242887" y="1173786"/>
                  <a:pt x="1259656" y="1173786"/>
                </a:cubicBezTo>
                <a:close/>
                <a:moveTo>
                  <a:pt x="1187102" y="1173786"/>
                </a:moveTo>
                <a:cubicBezTo>
                  <a:pt x="1203871" y="1173786"/>
                  <a:pt x="1217465" y="1187380"/>
                  <a:pt x="1217465" y="1204150"/>
                </a:cubicBezTo>
                <a:cubicBezTo>
                  <a:pt x="1217465" y="1220919"/>
                  <a:pt x="1203871" y="1234513"/>
                  <a:pt x="1187102" y="1234513"/>
                </a:cubicBezTo>
                <a:cubicBezTo>
                  <a:pt x="1170332" y="1234513"/>
                  <a:pt x="1156738" y="1220919"/>
                  <a:pt x="1156738" y="1204150"/>
                </a:cubicBezTo>
                <a:cubicBezTo>
                  <a:pt x="1156738" y="1187380"/>
                  <a:pt x="1170332" y="1173786"/>
                  <a:pt x="1187102" y="1173786"/>
                </a:cubicBezTo>
                <a:close/>
                <a:moveTo>
                  <a:pt x="1114547" y="1173786"/>
                </a:moveTo>
                <a:cubicBezTo>
                  <a:pt x="1131317" y="1173786"/>
                  <a:pt x="1144911" y="1187380"/>
                  <a:pt x="1144911" y="1204150"/>
                </a:cubicBezTo>
                <a:cubicBezTo>
                  <a:pt x="1144911" y="1220919"/>
                  <a:pt x="1131317" y="1234513"/>
                  <a:pt x="1114547" y="1234513"/>
                </a:cubicBezTo>
                <a:cubicBezTo>
                  <a:pt x="1097778" y="1234513"/>
                  <a:pt x="1084184" y="1220919"/>
                  <a:pt x="1084184" y="1204150"/>
                </a:cubicBezTo>
                <a:cubicBezTo>
                  <a:pt x="1084184" y="1187380"/>
                  <a:pt x="1097778" y="1173786"/>
                  <a:pt x="1114547" y="1173786"/>
                </a:cubicBezTo>
                <a:close/>
                <a:moveTo>
                  <a:pt x="1041993" y="1173786"/>
                </a:moveTo>
                <a:cubicBezTo>
                  <a:pt x="1058762" y="1173786"/>
                  <a:pt x="1072356" y="1187380"/>
                  <a:pt x="1072356" y="1204150"/>
                </a:cubicBezTo>
                <a:cubicBezTo>
                  <a:pt x="1072356" y="1220919"/>
                  <a:pt x="1058762" y="1234513"/>
                  <a:pt x="1041993" y="1234513"/>
                </a:cubicBezTo>
                <a:cubicBezTo>
                  <a:pt x="1025223" y="1234513"/>
                  <a:pt x="1011629" y="1220919"/>
                  <a:pt x="1011629" y="1204150"/>
                </a:cubicBezTo>
                <a:cubicBezTo>
                  <a:pt x="1011629" y="1187380"/>
                  <a:pt x="1025223" y="1173786"/>
                  <a:pt x="1041993" y="1173786"/>
                </a:cubicBezTo>
                <a:close/>
                <a:moveTo>
                  <a:pt x="969438" y="1173786"/>
                </a:moveTo>
                <a:cubicBezTo>
                  <a:pt x="986208" y="1173786"/>
                  <a:pt x="999801" y="1187380"/>
                  <a:pt x="999801" y="1204150"/>
                </a:cubicBezTo>
                <a:cubicBezTo>
                  <a:pt x="999801" y="1220919"/>
                  <a:pt x="986208" y="1234513"/>
                  <a:pt x="969438" y="1234513"/>
                </a:cubicBezTo>
                <a:cubicBezTo>
                  <a:pt x="952669" y="1234513"/>
                  <a:pt x="939075" y="1220919"/>
                  <a:pt x="939075" y="1204150"/>
                </a:cubicBezTo>
                <a:cubicBezTo>
                  <a:pt x="939075" y="1187380"/>
                  <a:pt x="952669" y="1173786"/>
                  <a:pt x="969438" y="1173786"/>
                </a:cubicBezTo>
                <a:close/>
                <a:moveTo>
                  <a:pt x="896883" y="1173786"/>
                </a:moveTo>
                <a:cubicBezTo>
                  <a:pt x="913653" y="1173786"/>
                  <a:pt x="927247" y="1187380"/>
                  <a:pt x="927247" y="1204150"/>
                </a:cubicBezTo>
                <a:cubicBezTo>
                  <a:pt x="927247" y="1220919"/>
                  <a:pt x="913653" y="1234513"/>
                  <a:pt x="896883" y="1234513"/>
                </a:cubicBezTo>
                <a:cubicBezTo>
                  <a:pt x="880114" y="1234513"/>
                  <a:pt x="866520" y="1220919"/>
                  <a:pt x="866520" y="1204150"/>
                </a:cubicBezTo>
                <a:cubicBezTo>
                  <a:pt x="866520" y="1187380"/>
                  <a:pt x="880114" y="1173786"/>
                  <a:pt x="896883" y="1173786"/>
                </a:cubicBezTo>
                <a:close/>
                <a:moveTo>
                  <a:pt x="824329" y="1173786"/>
                </a:moveTo>
                <a:cubicBezTo>
                  <a:pt x="841098" y="1173786"/>
                  <a:pt x="854692" y="1187380"/>
                  <a:pt x="854692" y="1204150"/>
                </a:cubicBezTo>
                <a:cubicBezTo>
                  <a:pt x="854692" y="1220919"/>
                  <a:pt x="841098" y="1234513"/>
                  <a:pt x="824329" y="1234513"/>
                </a:cubicBezTo>
                <a:cubicBezTo>
                  <a:pt x="807559" y="1234513"/>
                  <a:pt x="793965" y="1220919"/>
                  <a:pt x="793965" y="1204150"/>
                </a:cubicBezTo>
                <a:cubicBezTo>
                  <a:pt x="793965" y="1187380"/>
                  <a:pt x="807559" y="1173786"/>
                  <a:pt x="824329" y="1173786"/>
                </a:cubicBezTo>
                <a:close/>
                <a:moveTo>
                  <a:pt x="751774" y="1173786"/>
                </a:moveTo>
                <a:cubicBezTo>
                  <a:pt x="768544" y="1173786"/>
                  <a:pt x="782138" y="1187380"/>
                  <a:pt x="782138" y="1204150"/>
                </a:cubicBezTo>
                <a:cubicBezTo>
                  <a:pt x="782138" y="1220919"/>
                  <a:pt x="768544" y="1234513"/>
                  <a:pt x="751774" y="1234513"/>
                </a:cubicBezTo>
                <a:cubicBezTo>
                  <a:pt x="735005" y="1234513"/>
                  <a:pt x="721411" y="1220919"/>
                  <a:pt x="721411" y="1204150"/>
                </a:cubicBezTo>
                <a:cubicBezTo>
                  <a:pt x="721411" y="1187380"/>
                  <a:pt x="735005" y="1173786"/>
                  <a:pt x="751774" y="1173786"/>
                </a:cubicBezTo>
                <a:close/>
                <a:moveTo>
                  <a:pt x="679220" y="1173786"/>
                </a:moveTo>
                <a:cubicBezTo>
                  <a:pt x="695989" y="1173786"/>
                  <a:pt x="709583" y="1187380"/>
                  <a:pt x="709583" y="1204150"/>
                </a:cubicBezTo>
                <a:cubicBezTo>
                  <a:pt x="709583" y="1220919"/>
                  <a:pt x="695989" y="1234513"/>
                  <a:pt x="679220" y="1234513"/>
                </a:cubicBezTo>
                <a:cubicBezTo>
                  <a:pt x="662450" y="1234513"/>
                  <a:pt x="648856" y="1220919"/>
                  <a:pt x="648856" y="1204150"/>
                </a:cubicBezTo>
                <a:cubicBezTo>
                  <a:pt x="648856" y="1187380"/>
                  <a:pt x="662450" y="1173786"/>
                  <a:pt x="679220" y="1173786"/>
                </a:cubicBezTo>
                <a:close/>
                <a:moveTo>
                  <a:pt x="606665" y="1173786"/>
                </a:moveTo>
                <a:cubicBezTo>
                  <a:pt x="623435" y="1173786"/>
                  <a:pt x="637029" y="1187380"/>
                  <a:pt x="637029" y="1204150"/>
                </a:cubicBezTo>
                <a:cubicBezTo>
                  <a:pt x="637029" y="1220919"/>
                  <a:pt x="623435" y="1234513"/>
                  <a:pt x="606665" y="1234513"/>
                </a:cubicBezTo>
                <a:cubicBezTo>
                  <a:pt x="589896" y="1234513"/>
                  <a:pt x="576302" y="1220919"/>
                  <a:pt x="576302" y="1204150"/>
                </a:cubicBezTo>
                <a:cubicBezTo>
                  <a:pt x="576302" y="1187380"/>
                  <a:pt x="589896" y="1173786"/>
                  <a:pt x="606665" y="1173786"/>
                </a:cubicBezTo>
                <a:close/>
                <a:moveTo>
                  <a:pt x="534111" y="1173786"/>
                </a:moveTo>
                <a:cubicBezTo>
                  <a:pt x="550880" y="1173786"/>
                  <a:pt x="564474" y="1187380"/>
                  <a:pt x="564474" y="1204150"/>
                </a:cubicBezTo>
                <a:cubicBezTo>
                  <a:pt x="564474" y="1220919"/>
                  <a:pt x="550880" y="1234513"/>
                  <a:pt x="534111" y="1234513"/>
                </a:cubicBezTo>
                <a:cubicBezTo>
                  <a:pt x="517341" y="1234513"/>
                  <a:pt x="503747" y="1220919"/>
                  <a:pt x="503747" y="1204150"/>
                </a:cubicBezTo>
                <a:cubicBezTo>
                  <a:pt x="503747" y="1187380"/>
                  <a:pt x="517341" y="1173786"/>
                  <a:pt x="534111" y="1173786"/>
                </a:cubicBezTo>
                <a:close/>
                <a:moveTo>
                  <a:pt x="461556" y="1173786"/>
                </a:moveTo>
                <a:cubicBezTo>
                  <a:pt x="478326" y="1173786"/>
                  <a:pt x="491920" y="1187380"/>
                  <a:pt x="491920" y="1204150"/>
                </a:cubicBezTo>
                <a:cubicBezTo>
                  <a:pt x="491920" y="1220919"/>
                  <a:pt x="478326" y="1234513"/>
                  <a:pt x="461556" y="1234513"/>
                </a:cubicBezTo>
                <a:cubicBezTo>
                  <a:pt x="444787" y="1234513"/>
                  <a:pt x="431192" y="1220919"/>
                  <a:pt x="431192" y="1204150"/>
                </a:cubicBezTo>
                <a:cubicBezTo>
                  <a:pt x="431192" y="1187380"/>
                  <a:pt x="444787" y="1173786"/>
                  <a:pt x="461556" y="1173786"/>
                </a:cubicBezTo>
                <a:close/>
                <a:moveTo>
                  <a:pt x="389002" y="1173786"/>
                </a:moveTo>
                <a:cubicBezTo>
                  <a:pt x="405771" y="1173786"/>
                  <a:pt x="419365" y="1187380"/>
                  <a:pt x="419365" y="1204150"/>
                </a:cubicBezTo>
                <a:cubicBezTo>
                  <a:pt x="419365" y="1220919"/>
                  <a:pt x="405771" y="1234513"/>
                  <a:pt x="389002" y="1234513"/>
                </a:cubicBezTo>
                <a:cubicBezTo>
                  <a:pt x="372232" y="1234513"/>
                  <a:pt x="358638" y="1220919"/>
                  <a:pt x="358638" y="1204150"/>
                </a:cubicBezTo>
                <a:cubicBezTo>
                  <a:pt x="358638" y="1187380"/>
                  <a:pt x="372232" y="1173786"/>
                  <a:pt x="389002" y="1173786"/>
                </a:cubicBezTo>
                <a:close/>
                <a:moveTo>
                  <a:pt x="316447" y="1173786"/>
                </a:moveTo>
                <a:cubicBezTo>
                  <a:pt x="333216" y="1173786"/>
                  <a:pt x="346810" y="1187380"/>
                  <a:pt x="346810" y="1204150"/>
                </a:cubicBezTo>
                <a:cubicBezTo>
                  <a:pt x="346810" y="1220919"/>
                  <a:pt x="333216" y="1234513"/>
                  <a:pt x="316447" y="1234513"/>
                </a:cubicBezTo>
                <a:cubicBezTo>
                  <a:pt x="299677" y="1234513"/>
                  <a:pt x="286084" y="1220919"/>
                  <a:pt x="286084" y="1204150"/>
                </a:cubicBezTo>
                <a:cubicBezTo>
                  <a:pt x="286084" y="1187380"/>
                  <a:pt x="299677" y="1173786"/>
                  <a:pt x="316447" y="1173786"/>
                </a:cubicBezTo>
                <a:close/>
                <a:moveTo>
                  <a:pt x="243892" y="1173786"/>
                </a:moveTo>
                <a:cubicBezTo>
                  <a:pt x="260662" y="1173786"/>
                  <a:pt x="274256" y="1187380"/>
                  <a:pt x="274256" y="1204150"/>
                </a:cubicBezTo>
                <a:cubicBezTo>
                  <a:pt x="274256" y="1220919"/>
                  <a:pt x="260662" y="1234513"/>
                  <a:pt x="243892" y="1234513"/>
                </a:cubicBezTo>
                <a:cubicBezTo>
                  <a:pt x="227123" y="1234513"/>
                  <a:pt x="213529" y="1220919"/>
                  <a:pt x="213529" y="1204150"/>
                </a:cubicBezTo>
                <a:cubicBezTo>
                  <a:pt x="213529" y="1187380"/>
                  <a:pt x="227123" y="1173786"/>
                  <a:pt x="243892" y="1173786"/>
                </a:cubicBezTo>
                <a:close/>
                <a:moveTo>
                  <a:pt x="171339" y="1173786"/>
                </a:moveTo>
                <a:cubicBezTo>
                  <a:pt x="188107" y="1173786"/>
                  <a:pt x="201701" y="1187380"/>
                  <a:pt x="201701" y="1204150"/>
                </a:cubicBezTo>
                <a:cubicBezTo>
                  <a:pt x="201701" y="1220919"/>
                  <a:pt x="188107" y="1234513"/>
                  <a:pt x="171339" y="1234513"/>
                </a:cubicBezTo>
                <a:cubicBezTo>
                  <a:pt x="154627" y="1234513"/>
                  <a:pt x="141034" y="1220919"/>
                  <a:pt x="141034" y="1204150"/>
                </a:cubicBezTo>
                <a:cubicBezTo>
                  <a:pt x="141034" y="1187380"/>
                  <a:pt x="154627" y="1173786"/>
                  <a:pt x="171339" y="1173786"/>
                </a:cubicBezTo>
                <a:close/>
                <a:moveTo>
                  <a:pt x="98852" y="1173786"/>
                </a:moveTo>
                <a:cubicBezTo>
                  <a:pt x="115616" y="1173786"/>
                  <a:pt x="129210" y="1187380"/>
                  <a:pt x="129210" y="1204150"/>
                </a:cubicBezTo>
                <a:cubicBezTo>
                  <a:pt x="129210" y="1220919"/>
                  <a:pt x="115616" y="1234513"/>
                  <a:pt x="98852" y="1234513"/>
                </a:cubicBezTo>
                <a:cubicBezTo>
                  <a:pt x="82080" y="1234513"/>
                  <a:pt x="68486" y="1220919"/>
                  <a:pt x="68486" y="1204150"/>
                </a:cubicBezTo>
                <a:cubicBezTo>
                  <a:pt x="68486" y="1187380"/>
                  <a:pt x="82080" y="1173786"/>
                  <a:pt x="98852" y="1173786"/>
                </a:cubicBezTo>
                <a:close/>
                <a:moveTo>
                  <a:pt x="26297" y="1173786"/>
                </a:moveTo>
                <a:cubicBezTo>
                  <a:pt x="43063" y="1173786"/>
                  <a:pt x="56658" y="1187380"/>
                  <a:pt x="56658" y="1204150"/>
                </a:cubicBezTo>
                <a:cubicBezTo>
                  <a:pt x="56658" y="1220919"/>
                  <a:pt x="43063" y="1234513"/>
                  <a:pt x="26297" y="1234513"/>
                </a:cubicBezTo>
                <a:cubicBezTo>
                  <a:pt x="17912" y="1234513"/>
                  <a:pt x="10321" y="1231115"/>
                  <a:pt x="4826" y="1225620"/>
                </a:cubicBezTo>
                <a:lnTo>
                  <a:pt x="0" y="1213970"/>
                </a:lnTo>
                <a:lnTo>
                  <a:pt x="0" y="1194329"/>
                </a:lnTo>
                <a:lnTo>
                  <a:pt x="4826" y="1182679"/>
                </a:lnTo>
                <a:cubicBezTo>
                  <a:pt x="10321" y="1177185"/>
                  <a:pt x="17912" y="1173786"/>
                  <a:pt x="26297" y="1173786"/>
                </a:cubicBezTo>
                <a:close/>
                <a:moveTo>
                  <a:pt x="1477320" y="1093335"/>
                </a:moveTo>
                <a:cubicBezTo>
                  <a:pt x="1485705" y="1093335"/>
                  <a:pt x="1493295" y="1096733"/>
                  <a:pt x="1498790" y="1102228"/>
                </a:cubicBezTo>
                <a:lnTo>
                  <a:pt x="1505389" y="1118160"/>
                </a:lnTo>
                <a:lnTo>
                  <a:pt x="1493855" y="1142105"/>
                </a:lnTo>
                <a:lnTo>
                  <a:pt x="1487887" y="1151929"/>
                </a:lnTo>
                <a:lnTo>
                  <a:pt x="1477320" y="1154062"/>
                </a:lnTo>
                <a:cubicBezTo>
                  <a:pt x="1460550" y="1154062"/>
                  <a:pt x="1446956" y="1140468"/>
                  <a:pt x="1446956" y="1123698"/>
                </a:cubicBezTo>
                <a:cubicBezTo>
                  <a:pt x="1446956" y="1106929"/>
                  <a:pt x="1460550" y="1093335"/>
                  <a:pt x="1477320" y="1093335"/>
                </a:cubicBezTo>
                <a:close/>
                <a:moveTo>
                  <a:pt x="1404765" y="1093335"/>
                </a:moveTo>
                <a:cubicBezTo>
                  <a:pt x="1421535" y="1093335"/>
                  <a:pt x="1435129" y="1106929"/>
                  <a:pt x="1435129" y="1123698"/>
                </a:cubicBezTo>
                <a:cubicBezTo>
                  <a:pt x="1435129" y="1140468"/>
                  <a:pt x="1421535" y="1154062"/>
                  <a:pt x="1404765" y="1154062"/>
                </a:cubicBezTo>
                <a:cubicBezTo>
                  <a:pt x="1387996" y="1154062"/>
                  <a:pt x="1374402" y="1140468"/>
                  <a:pt x="1374402" y="1123698"/>
                </a:cubicBezTo>
                <a:cubicBezTo>
                  <a:pt x="1374402" y="1106929"/>
                  <a:pt x="1387996" y="1093335"/>
                  <a:pt x="1404765" y="1093335"/>
                </a:cubicBezTo>
                <a:close/>
                <a:moveTo>
                  <a:pt x="1332211" y="1093335"/>
                </a:moveTo>
                <a:cubicBezTo>
                  <a:pt x="1348980" y="1093335"/>
                  <a:pt x="1362574" y="1106929"/>
                  <a:pt x="1362574" y="1123698"/>
                </a:cubicBezTo>
                <a:cubicBezTo>
                  <a:pt x="1362574" y="1140468"/>
                  <a:pt x="1348980" y="1154062"/>
                  <a:pt x="1332211" y="1154062"/>
                </a:cubicBezTo>
                <a:cubicBezTo>
                  <a:pt x="1315441" y="1154062"/>
                  <a:pt x="1301847" y="1140468"/>
                  <a:pt x="1301847" y="1123698"/>
                </a:cubicBezTo>
                <a:cubicBezTo>
                  <a:pt x="1301847" y="1106929"/>
                  <a:pt x="1315441" y="1093335"/>
                  <a:pt x="1332211" y="1093335"/>
                </a:cubicBezTo>
                <a:close/>
                <a:moveTo>
                  <a:pt x="1259656" y="1093335"/>
                </a:moveTo>
                <a:cubicBezTo>
                  <a:pt x="1276426" y="1093335"/>
                  <a:pt x="1290020" y="1106929"/>
                  <a:pt x="1290020" y="1123698"/>
                </a:cubicBezTo>
                <a:cubicBezTo>
                  <a:pt x="1290020" y="1140468"/>
                  <a:pt x="1276426" y="1154062"/>
                  <a:pt x="1259656" y="1154062"/>
                </a:cubicBezTo>
                <a:cubicBezTo>
                  <a:pt x="1242887" y="1154062"/>
                  <a:pt x="1229293" y="1140468"/>
                  <a:pt x="1229293" y="1123698"/>
                </a:cubicBezTo>
                <a:cubicBezTo>
                  <a:pt x="1229293" y="1106929"/>
                  <a:pt x="1242887" y="1093335"/>
                  <a:pt x="1259656" y="1093335"/>
                </a:cubicBezTo>
                <a:close/>
                <a:moveTo>
                  <a:pt x="1187102" y="1093335"/>
                </a:moveTo>
                <a:cubicBezTo>
                  <a:pt x="1203871" y="1093335"/>
                  <a:pt x="1217465" y="1106929"/>
                  <a:pt x="1217465" y="1123698"/>
                </a:cubicBezTo>
                <a:cubicBezTo>
                  <a:pt x="1217465" y="1140468"/>
                  <a:pt x="1203871" y="1154062"/>
                  <a:pt x="1187102" y="1154062"/>
                </a:cubicBezTo>
                <a:cubicBezTo>
                  <a:pt x="1170332" y="1154062"/>
                  <a:pt x="1156738" y="1140468"/>
                  <a:pt x="1156738" y="1123698"/>
                </a:cubicBezTo>
                <a:cubicBezTo>
                  <a:pt x="1156738" y="1106929"/>
                  <a:pt x="1170332" y="1093335"/>
                  <a:pt x="1187102" y="1093335"/>
                </a:cubicBezTo>
                <a:close/>
                <a:moveTo>
                  <a:pt x="1114547" y="1093335"/>
                </a:moveTo>
                <a:cubicBezTo>
                  <a:pt x="1131317" y="1093335"/>
                  <a:pt x="1144911" y="1106929"/>
                  <a:pt x="1144911" y="1123698"/>
                </a:cubicBezTo>
                <a:cubicBezTo>
                  <a:pt x="1144911" y="1140468"/>
                  <a:pt x="1131317" y="1154062"/>
                  <a:pt x="1114547" y="1154062"/>
                </a:cubicBezTo>
                <a:cubicBezTo>
                  <a:pt x="1097778" y="1154062"/>
                  <a:pt x="1084184" y="1140468"/>
                  <a:pt x="1084184" y="1123698"/>
                </a:cubicBezTo>
                <a:cubicBezTo>
                  <a:pt x="1084184" y="1106929"/>
                  <a:pt x="1097778" y="1093335"/>
                  <a:pt x="1114547" y="1093335"/>
                </a:cubicBezTo>
                <a:close/>
                <a:moveTo>
                  <a:pt x="1041993" y="1093335"/>
                </a:moveTo>
                <a:cubicBezTo>
                  <a:pt x="1058762" y="1093335"/>
                  <a:pt x="1072356" y="1106929"/>
                  <a:pt x="1072356" y="1123698"/>
                </a:cubicBezTo>
                <a:cubicBezTo>
                  <a:pt x="1072356" y="1140468"/>
                  <a:pt x="1058762" y="1154062"/>
                  <a:pt x="1041993" y="1154062"/>
                </a:cubicBezTo>
                <a:cubicBezTo>
                  <a:pt x="1025223" y="1154062"/>
                  <a:pt x="1011629" y="1140468"/>
                  <a:pt x="1011629" y="1123698"/>
                </a:cubicBezTo>
                <a:cubicBezTo>
                  <a:pt x="1011629" y="1106929"/>
                  <a:pt x="1025223" y="1093335"/>
                  <a:pt x="1041993" y="1093335"/>
                </a:cubicBezTo>
                <a:close/>
                <a:moveTo>
                  <a:pt x="969438" y="1093335"/>
                </a:moveTo>
                <a:cubicBezTo>
                  <a:pt x="986208" y="1093335"/>
                  <a:pt x="999801" y="1106929"/>
                  <a:pt x="999801" y="1123698"/>
                </a:cubicBezTo>
                <a:cubicBezTo>
                  <a:pt x="999801" y="1140468"/>
                  <a:pt x="986208" y="1154062"/>
                  <a:pt x="969438" y="1154062"/>
                </a:cubicBezTo>
                <a:cubicBezTo>
                  <a:pt x="952669" y="1154062"/>
                  <a:pt x="939075" y="1140468"/>
                  <a:pt x="939075" y="1123698"/>
                </a:cubicBezTo>
                <a:cubicBezTo>
                  <a:pt x="939075" y="1106929"/>
                  <a:pt x="952669" y="1093335"/>
                  <a:pt x="969438" y="1093335"/>
                </a:cubicBezTo>
                <a:close/>
                <a:moveTo>
                  <a:pt x="896883" y="1093335"/>
                </a:moveTo>
                <a:cubicBezTo>
                  <a:pt x="913653" y="1093335"/>
                  <a:pt x="927247" y="1106929"/>
                  <a:pt x="927247" y="1123698"/>
                </a:cubicBezTo>
                <a:cubicBezTo>
                  <a:pt x="927247" y="1140468"/>
                  <a:pt x="913653" y="1154062"/>
                  <a:pt x="896883" y="1154062"/>
                </a:cubicBezTo>
                <a:cubicBezTo>
                  <a:pt x="880114" y="1154062"/>
                  <a:pt x="866520" y="1140468"/>
                  <a:pt x="866520" y="1123698"/>
                </a:cubicBezTo>
                <a:cubicBezTo>
                  <a:pt x="866520" y="1106929"/>
                  <a:pt x="880114" y="1093335"/>
                  <a:pt x="896883" y="1093335"/>
                </a:cubicBezTo>
                <a:close/>
                <a:moveTo>
                  <a:pt x="824329" y="1093335"/>
                </a:moveTo>
                <a:cubicBezTo>
                  <a:pt x="841098" y="1093335"/>
                  <a:pt x="854692" y="1106929"/>
                  <a:pt x="854692" y="1123698"/>
                </a:cubicBezTo>
                <a:cubicBezTo>
                  <a:pt x="854692" y="1140468"/>
                  <a:pt x="841098" y="1154062"/>
                  <a:pt x="824329" y="1154062"/>
                </a:cubicBezTo>
                <a:cubicBezTo>
                  <a:pt x="807559" y="1154062"/>
                  <a:pt x="793965" y="1140468"/>
                  <a:pt x="793965" y="1123698"/>
                </a:cubicBezTo>
                <a:cubicBezTo>
                  <a:pt x="793965" y="1106929"/>
                  <a:pt x="807559" y="1093335"/>
                  <a:pt x="824329" y="1093335"/>
                </a:cubicBezTo>
                <a:close/>
                <a:moveTo>
                  <a:pt x="751774" y="1093335"/>
                </a:moveTo>
                <a:cubicBezTo>
                  <a:pt x="768544" y="1093335"/>
                  <a:pt x="782138" y="1106929"/>
                  <a:pt x="782138" y="1123698"/>
                </a:cubicBezTo>
                <a:cubicBezTo>
                  <a:pt x="782138" y="1140468"/>
                  <a:pt x="768544" y="1154062"/>
                  <a:pt x="751774" y="1154062"/>
                </a:cubicBezTo>
                <a:cubicBezTo>
                  <a:pt x="735005" y="1154062"/>
                  <a:pt x="721411" y="1140468"/>
                  <a:pt x="721411" y="1123698"/>
                </a:cubicBezTo>
                <a:cubicBezTo>
                  <a:pt x="721411" y="1106929"/>
                  <a:pt x="735005" y="1093335"/>
                  <a:pt x="751774" y="1093335"/>
                </a:cubicBezTo>
                <a:close/>
                <a:moveTo>
                  <a:pt x="679220" y="1093335"/>
                </a:moveTo>
                <a:cubicBezTo>
                  <a:pt x="695989" y="1093335"/>
                  <a:pt x="709583" y="1106929"/>
                  <a:pt x="709583" y="1123698"/>
                </a:cubicBezTo>
                <a:cubicBezTo>
                  <a:pt x="709583" y="1140468"/>
                  <a:pt x="695989" y="1154062"/>
                  <a:pt x="679220" y="1154062"/>
                </a:cubicBezTo>
                <a:cubicBezTo>
                  <a:pt x="662450" y="1154062"/>
                  <a:pt x="648856" y="1140468"/>
                  <a:pt x="648856" y="1123698"/>
                </a:cubicBezTo>
                <a:cubicBezTo>
                  <a:pt x="648856" y="1106929"/>
                  <a:pt x="662450" y="1093335"/>
                  <a:pt x="679220" y="1093335"/>
                </a:cubicBezTo>
                <a:close/>
                <a:moveTo>
                  <a:pt x="606665" y="1093335"/>
                </a:moveTo>
                <a:cubicBezTo>
                  <a:pt x="623435" y="1093335"/>
                  <a:pt x="637029" y="1106929"/>
                  <a:pt x="637029" y="1123698"/>
                </a:cubicBezTo>
                <a:cubicBezTo>
                  <a:pt x="637029" y="1140468"/>
                  <a:pt x="623435" y="1154062"/>
                  <a:pt x="606665" y="1154062"/>
                </a:cubicBezTo>
                <a:cubicBezTo>
                  <a:pt x="589896" y="1154062"/>
                  <a:pt x="576302" y="1140468"/>
                  <a:pt x="576302" y="1123698"/>
                </a:cubicBezTo>
                <a:cubicBezTo>
                  <a:pt x="576302" y="1106929"/>
                  <a:pt x="589896" y="1093335"/>
                  <a:pt x="606665" y="1093335"/>
                </a:cubicBezTo>
                <a:close/>
                <a:moveTo>
                  <a:pt x="534111" y="1093335"/>
                </a:moveTo>
                <a:cubicBezTo>
                  <a:pt x="550880" y="1093335"/>
                  <a:pt x="564474" y="1106929"/>
                  <a:pt x="564474" y="1123698"/>
                </a:cubicBezTo>
                <a:cubicBezTo>
                  <a:pt x="564474" y="1140468"/>
                  <a:pt x="550880" y="1154062"/>
                  <a:pt x="534111" y="1154062"/>
                </a:cubicBezTo>
                <a:cubicBezTo>
                  <a:pt x="517341" y="1154062"/>
                  <a:pt x="503747" y="1140468"/>
                  <a:pt x="503747" y="1123698"/>
                </a:cubicBezTo>
                <a:cubicBezTo>
                  <a:pt x="503747" y="1106929"/>
                  <a:pt x="517341" y="1093335"/>
                  <a:pt x="534111" y="1093335"/>
                </a:cubicBezTo>
                <a:close/>
                <a:moveTo>
                  <a:pt x="461556" y="1093335"/>
                </a:moveTo>
                <a:cubicBezTo>
                  <a:pt x="478326" y="1093335"/>
                  <a:pt x="491920" y="1106929"/>
                  <a:pt x="491920" y="1123698"/>
                </a:cubicBezTo>
                <a:cubicBezTo>
                  <a:pt x="491920" y="1140468"/>
                  <a:pt x="478326" y="1154062"/>
                  <a:pt x="461556" y="1154062"/>
                </a:cubicBezTo>
                <a:cubicBezTo>
                  <a:pt x="444787" y="1154062"/>
                  <a:pt x="431192" y="1140468"/>
                  <a:pt x="431192" y="1123698"/>
                </a:cubicBezTo>
                <a:cubicBezTo>
                  <a:pt x="431192" y="1106929"/>
                  <a:pt x="444787" y="1093335"/>
                  <a:pt x="461556" y="1093335"/>
                </a:cubicBezTo>
                <a:close/>
                <a:moveTo>
                  <a:pt x="389002" y="1093335"/>
                </a:moveTo>
                <a:cubicBezTo>
                  <a:pt x="405771" y="1093335"/>
                  <a:pt x="419365" y="1106929"/>
                  <a:pt x="419365" y="1123698"/>
                </a:cubicBezTo>
                <a:cubicBezTo>
                  <a:pt x="419365" y="1140468"/>
                  <a:pt x="405771" y="1154062"/>
                  <a:pt x="389002" y="1154062"/>
                </a:cubicBezTo>
                <a:cubicBezTo>
                  <a:pt x="372232" y="1154062"/>
                  <a:pt x="358638" y="1140468"/>
                  <a:pt x="358638" y="1123698"/>
                </a:cubicBezTo>
                <a:cubicBezTo>
                  <a:pt x="358638" y="1106929"/>
                  <a:pt x="372232" y="1093335"/>
                  <a:pt x="389002" y="1093335"/>
                </a:cubicBezTo>
                <a:close/>
                <a:moveTo>
                  <a:pt x="316447" y="1093335"/>
                </a:moveTo>
                <a:cubicBezTo>
                  <a:pt x="333216" y="1093335"/>
                  <a:pt x="346810" y="1106929"/>
                  <a:pt x="346810" y="1123698"/>
                </a:cubicBezTo>
                <a:cubicBezTo>
                  <a:pt x="346810" y="1140468"/>
                  <a:pt x="333216" y="1154062"/>
                  <a:pt x="316447" y="1154062"/>
                </a:cubicBezTo>
                <a:cubicBezTo>
                  <a:pt x="299677" y="1154062"/>
                  <a:pt x="286084" y="1140468"/>
                  <a:pt x="286084" y="1123698"/>
                </a:cubicBezTo>
                <a:cubicBezTo>
                  <a:pt x="286084" y="1106929"/>
                  <a:pt x="299677" y="1093335"/>
                  <a:pt x="316447" y="1093335"/>
                </a:cubicBezTo>
                <a:close/>
                <a:moveTo>
                  <a:pt x="243892" y="1093335"/>
                </a:moveTo>
                <a:cubicBezTo>
                  <a:pt x="260662" y="1093335"/>
                  <a:pt x="274256" y="1106929"/>
                  <a:pt x="274256" y="1123698"/>
                </a:cubicBezTo>
                <a:cubicBezTo>
                  <a:pt x="274256" y="1140468"/>
                  <a:pt x="260662" y="1154062"/>
                  <a:pt x="243892" y="1154062"/>
                </a:cubicBezTo>
                <a:cubicBezTo>
                  <a:pt x="227123" y="1154062"/>
                  <a:pt x="213529" y="1140468"/>
                  <a:pt x="213529" y="1123698"/>
                </a:cubicBezTo>
                <a:cubicBezTo>
                  <a:pt x="213529" y="1106929"/>
                  <a:pt x="227123" y="1093335"/>
                  <a:pt x="243892" y="1093335"/>
                </a:cubicBezTo>
                <a:close/>
                <a:moveTo>
                  <a:pt x="171339" y="1093335"/>
                </a:moveTo>
                <a:cubicBezTo>
                  <a:pt x="188107" y="1093335"/>
                  <a:pt x="201701" y="1106929"/>
                  <a:pt x="201701" y="1123698"/>
                </a:cubicBezTo>
                <a:cubicBezTo>
                  <a:pt x="201701" y="1140468"/>
                  <a:pt x="188107" y="1154062"/>
                  <a:pt x="171339" y="1154062"/>
                </a:cubicBezTo>
                <a:cubicBezTo>
                  <a:pt x="154633" y="1154062"/>
                  <a:pt x="141040" y="1140468"/>
                  <a:pt x="141040" y="1123698"/>
                </a:cubicBezTo>
                <a:cubicBezTo>
                  <a:pt x="141040" y="1106929"/>
                  <a:pt x="154633" y="1093335"/>
                  <a:pt x="171339" y="1093335"/>
                </a:cubicBezTo>
                <a:close/>
                <a:moveTo>
                  <a:pt x="98858" y="1093335"/>
                </a:moveTo>
                <a:cubicBezTo>
                  <a:pt x="115622" y="1093335"/>
                  <a:pt x="129216" y="1106929"/>
                  <a:pt x="129216" y="1123698"/>
                </a:cubicBezTo>
                <a:cubicBezTo>
                  <a:pt x="129216" y="1140468"/>
                  <a:pt x="115622" y="1154062"/>
                  <a:pt x="98858" y="1154062"/>
                </a:cubicBezTo>
                <a:cubicBezTo>
                  <a:pt x="82086" y="1154062"/>
                  <a:pt x="68492" y="1140468"/>
                  <a:pt x="68492" y="1123698"/>
                </a:cubicBezTo>
                <a:cubicBezTo>
                  <a:pt x="68492" y="1106929"/>
                  <a:pt x="82086" y="1093335"/>
                  <a:pt x="98858" y="1093335"/>
                </a:cubicBezTo>
                <a:close/>
                <a:moveTo>
                  <a:pt x="26303" y="1093335"/>
                </a:moveTo>
                <a:cubicBezTo>
                  <a:pt x="43069" y="1093335"/>
                  <a:pt x="56664" y="1106929"/>
                  <a:pt x="56664" y="1123698"/>
                </a:cubicBezTo>
                <a:cubicBezTo>
                  <a:pt x="56664" y="1140468"/>
                  <a:pt x="43069" y="1154062"/>
                  <a:pt x="26303" y="1154062"/>
                </a:cubicBezTo>
                <a:cubicBezTo>
                  <a:pt x="17918" y="1154062"/>
                  <a:pt x="10327" y="1150664"/>
                  <a:pt x="4832" y="1145169"/>
                </a:cubicBezTo>
                <a:lnTo>
                  <a:pt x="0" y="1133503"/>
                </a:lnTo>
                <a:lnTo>
                  <a:pt x="0" y="1113894"/>
                </a:lnTo>
                <a:lnTo>
                  <a:pt x="4832" y="1102228"/>
                </a:lnTo>
                <a:cubicBezTo>
                  <a:pt x="10327" y="1096734"/>
                  <a:pt x="17918" y="1093335"/>
                  <a:pt x="26303" y="1093335"/>
                </a:cubicBezTo>
                <a:close/>
                <a:moveTo>
                  <a:pt x="1549874" y="1012883"/>
                </a:moveTo>
                <a:lnTo>
                  <a:pt x="1555552" y="1014029"/>
                </a:lnTo>
                <a:lnTo>
                  <a:pt x="1530465" y="1066106"/>
                </a:lnTo>
                <a:lnTo>
                  <a:pt x="1528404" y="1064717"/>
                </a:lnTo>
                <a:cubicBezTo>
                  <a:pt x="1522910" y="1059222"/>
                  <a:pt x="1519511" y="1051631"/>
                  <a:pt x="1519511" y="1043246"/>
                </a:cubicBezTo>
                <a:cubicBezTo>
                  <a:pt x="1519511" y="1026477"/>
                  <a:pt x="1533105" y="1012883"/>
                  <a:pt x="1549874" y="1012883"/>
                </a:cubicBezTo>
                <a:close/>
                <a:moveTo>
                  <a:pt x="1477320" y="1012883"/>
                </a:moveTo>
                <a:cubicBezTo>
                  <a:pt x="1494089" y="1012883"/>
                  <a:pt x="1507683" y="1026477"/>
                  <a:pt x="1507683" y="1043246"/>
                </a:cubicBezTo>
                <a:cubicBezTo>
                  <a:pt x="1507683" y="1060016"/>
                  <a:pt x="1494089" y="1073610"/>
                  <a:pt x="1477320" y="1073610"/>
                </a:cubicBezTo>
                <a:cubicBezTo>
                  <a:pt x="1460550" y="1073610"/>
                  <a:pt x="1446956" y="1060016"/>
                  <a:pt x="1446956" y="1043246"/>
                </a:cubicBezTo>
                <a:cubicBezTo>
                  <a:pt x="1446956" y="1026477"/>
                  <a:pt x="1460550" y="1012883"/>
                  <a:pt x="1477320" y="1012883"/>
                </a:cubicBezTo>
                <a:close/>
                <a:moveTo>
                  <a:pt x="1404765" y="1012883"/>
                </a:moveTo>
                <a:cubicBezTo>
                  <a:pt x="1421535" y="1012883"/>
                  <a:pt x="1435129" y="1026477"/>
                  <a:pt x="1435129" y="1043246"/>
                </a:cubicBezTo>
                <a:cubicBezTo>
                  <a:pt x="1435129" y="1060016"/>
                  <a:pt x="1421535" y="1073610"/>
                  <a:pt x="1404765" y="1073610"/>
                </a:cubicBezTo>
                <a:cubicBezTo>
                  <a:pt x="1387996" y="1073610"/>
                  <a:pt x="1374402" y="1060016"/>
                  <a:pt x="1374402" y="1043246"/>
                </a:cubicBezTo>
                <a:cubicBezTo>
                  <a:pt x="1374402" y="1026477"/>
                  <a:pt x="1387996" y="1012883"/>
                  <a:pt x="1404765" y="1012883"/>
                </a:cubicBezTo>
                <a:close/>
                <a:moveTo>
                  <a:pt x="1332211" y="1012883"/>
                </a:moveTo>
                <a:cubicBezTo>
                  <a:pt x="1348980" y="1012883"/>
                  <a:pt x="1362574" y="1026477"/>
                  <a:pt x="1362574" y="1043246"/>
                </a:cubicBezTo>
                <a:cubicBezTo>
                  <a:pt x="1362574" y="1060016"/>
                  <a:pt x="1348980" y="1073610"/>
                  <a:pt x="1332211" y="1073610"/>
                </a:cubicBezTo>
                <a:cubicBezTo>
                  <a:pt x="1315441" y="1073610"/>
                  <a:pt x="1301847" y="1060016"/>
                  <a:pt x="1301847" y="1043246"/>
                </a:cubicBezTo>
                <a:cubicBezTo>
                  <a:pt x="1301847" y="1026477"/>
                  <a:pt x="1315441" y="1012883"/>
                  <a:pt x="1332211" y="1012883"/>
                </a:cubicBezTo>
                <a:close/>
                <a:moveTo>
                  <a:pt x="1259656" y="1012883"/>
                </a:moveTo>
                <a:cubicBezTo>
                  <a:pt x="1276426" y="1012883"/>
                  <a:pt x="1290020" y="1026477"/>
                  <a:pt x="1290020" y="1043246"/>
                </a:cubicBezTo>
                <a:cubicBezTo>
                  <a:pt x="1290020" y="1060016"/>
                  <a:pt x="1276426" y="1073610"/>
                  <a:pt x="1259656" y="1073610"/>
                </a:cubicBezTo>
                <a:cubicBezTo>
                  <a:pt x="1242887" y="1073610"/>
                  <a:pt x="1229293" y="1060016"/>
                  <a:pt x="1229293" y="1043246"/>
                </a:cubicBezTo>
                <a:cubicBezTo>
                  <a:pt x="1229293" y="1026477"/>
                  <a:pt x="1242887" y="1012883"/>
                  <a:pt x="1259656" y="1012883"/>
                </a:cubicBezTo>
                <a:close/>
                <a:moveTo>
                  <a:pt x="1187102" y="1012883"/>
                </a:moveTo>
                <a:cubicBezTo>
                  <a:pt x="1203871" y="1012883"/>
                  <a:pt x="1217465" y="1026477"/>
                  <a:pt x="1217465" y="1043246"/>
                </a:cubicBezTo>
                <a:cubicBezTo>
                  <a:pt x="1217465" y="1060016"/>
                  <a:pt x="1203871" y="1073610"/>
                  <a:pt x="1187102" y="1073610"/>
                </a:cubicBezTo>
                <a:cubicBezTo>
                  <a:pt x="1170332" y="1073610"/>
                  <a:pt x="1156738" y="1060016"/>
                  <a:pt x="1156738" y="1043246"/>
                </a:cubicBezTo>
                <a:cubicBezTo>
                  <a:pt x="1156738" y="1026477"/>
                  <a:pt x="1170332" y="1012883"/>
                  <a:pt x="1187102" y="1012883"/>
                </a:cubicBezTo>
                <a:close/>
                <a:moveTo>
                  <a:pt x="1114547" y="1012883"/>
                </a:moveTo>
                <a:cubicBezTo>
                  <a:pt x="1131317" y="1012883"/>
                  <a:pt x="1144911" y="1026477"/>
                  <a:pt x="1144911" y="1043246"/>
                </a:cubicBezTo>
                <a:cubicBezTo>
                  <a:pt x="1144911" y="1060016"/>
                  <a:pt x="1131317" y="1073610"/>
                  <a:pt x="1114547" y="1073610"/>
                </a:cubicBezTo>
                <a:cubicBezTo>
                  <a:pt x="1097778" y="1073610"/>
                  <a:pt x="1084184" y="1060016"/>
                  <a:pt x="1084184" y="1043246"/>
                </a:cubicBezTo>
                <a:cubicBezTo>
                  <a:pt x="1084184" y="1026477"/>
                  <a:pt x="1097778" y="1012883"/>
                  <a:pt x="1114547" y="1012883"/>
                </a:cubicBezTo>
                <a:close/>
                <a:moveTo>
                  <a:pt x="1041993" y="1012883"/>
                </a:moveTo>
                <a:cubicBezTo>
                  <a:pt x="1058762" y="1012883"/>
                  <a:pt x="1072356" y="1026477"/>
                  <a:pt x="1072356" y="1043246"/>
                </a:cubicBezTo>
                <a:cubicBezTo>
                  <a:pt x="1072356" y="1060016"/>
                  <a:pt x="1058762" y="1073610"/>
                  <a:pt x="1041993" y="1073610"/>
                </a:cubicBezTo>
                <a:cubicBezTo>
                  <a:pt x="1025223" y="1073610"/>
                  <a:pt x="1011629" y="1060016"/>
                  <a:pt x="1011629" y="1043246"/>
                </a:cubicBezTo>
                <a:cubicBezTo>
                  <a:pt x="1011629" y="1026477"/>
                  <a:pt x="1025223" y="1012883"/>
                  <a:pt x="1041993" y="1012883"/>
                </a:cubicBezTo>
                <a:close/>
                <a:moveTo>
                  <a:pt x="969438" y="1012883"/>
                </a:moveTo>
                <a:cubicBezTo>
                  <a:pt x="986208" y="1012883"/>
                  <a:pt x="999801" y="1026477"/>
                  <a:pt x="999801" y="1043246"/>
                </a:cubicBezTo>
                <a:cubicBezTo>
                  <a:pt x="999801" y="1060016"/>
                  <a:pt x="986208" y="1073610"/>
                  <a:pt x="969438" y="1073610"/>
                </a:cubicBezTo>
                <a:cubicBezTo>
                  <a:pt x="952669" y="1073610"/>
                  <a:pt x="939075" y="1060016"/>
                  <a:pt x="939075" y="1043246"/>
                </a:cubicBezTo>
                <a:cubicBezTo>
                  <a:pt x="939075" y="1026477"/>
                  <a:pt x="952669" y="1012883"/>
                  <a:pt x="969438" y="1012883"/>
                </a:cubicBezTo>
                <a:close/>
                <a:moveTo>
                  <a:pt x="896883" y="1012883"/>
                </a:moveTo>
                <a:cubicBezTo>
                  <a:pt x="913653" y="1012883"/>
                  <a:pt x="927247" y="1026477"/>
                  <a:pt x="927247" y="1043246"/>
                </a:cubicBezTo>
                <a:cubicBezTo>
                  <a:pt x="927247" y="1060016"/>
                  <a:pt x="913653" y="1073610"/>
                  <a:pt x="896883" y="1073610"/>
                </a:cubicBezTo>
                <a:cubicBezTo>
                  <a:pt x="880114" y="1073610"/>
                  <a:pt x="866520" y="1060016"/>
                  <a:pt x="866520" y="1043246"/>
                </a:cubicBezTo>
                <a:cubicBezTo>
                  <a:pt x="866520" y="1026477"/>
                  <a:pt x="880114" y="1012883"/>
                  <a:pt x="896883" y="1012883"/>
                </a:cubicBezTo>
                <a:close/>
                <a:moveTo>
                  <a:pt x="824329" y="1012883"/>
                </a:moveTo>
                <a:cubicBezTo>
                  <a:pt x="841098" y="1012883"/>
                  <a:pt x="854692" y="1026477"/>
                  <a:pt x="854692" y="1043246"/>
                </a:cubicBezTo>
                <a:cubicBezTo>
                  <a:pt x="854692" y="1060016"/>
                  <a:pt x="841098" y="1073610"/>
                  <a:pt x="824329" y="1073610"/>
                </a:cubicBezTo>
                <a:cubicBezTo>
                  <a:pt x="807559" y="1073610"/>
                  <a:pt x="793965" y="1060016"/>
                  <a:pt x="793965" y="1043246"/>
                </a:cubicBezTo>
                <a:cubicBezTo>
                  <a:pt x="793965" y="1026477"/>
                  <a:pt x="807559" y="1012883"/>
                  <a:pt x="824329" y="1012883"/>
                </a:cubicBezTo>
                <a:close/>
                <a:moveTo>
                  <a:pt x="751774" y="1012883"/>
                </a:moveTo>
                <a:cubicBezTo>
                  <a:pt x="768544" y="1012883"/>
                  <a:pt x="782138" y="1026477"/>
                  <a:pt x="782138" y="1043246"/>
                </a:cubicBezTo>
                <a:cubicBezTo>
                  <a:pt x="782138" y="1060016"/>
                  <a:pt x="768544" y="1073610"/>
                  <a:pt x="751774" y="1073610"/>
                </a:cubicBezTo>
                <a:cubicBezTo>
                  <a:pt x="735005" y="1073610"/>
                  <a:pt x="721411" y="1060016"/>
                  <a:pt x="721411" y="1043246"/>
                </a:cubicBezTo>
                <a:cubicBezTo>
                  <a:pt x="721411" y="1026477"/>
                  <a:pt x="735005" y="1012883"/>
                  <a:pt x="751774" y="1012883"/>
                </a:cubicBezTo>
                <a:close/>
                <a:moveTo>
                  <a:pt x="679220" y="1012883"/>
                </a:moveTo>
                <a:cubicBezTo>
                  <a:pt x="695989" y="1012883"/>
                  <a:pt x="709583" y="1026477"/>
                  <a:pt x="709583" y="1043246"/>
                </a:cubicBezTo>
                <a:cubicBezTo>
                  <a:pt x="709583" y="1060016"/>
                  <a:pt x="695989" y="1073610"/>
                  <a:pt x="679220" y="1073610"/>
                </a:cubicBezTo>
                <a:cubicBezTo>
                  <a:pt x="662450" y="1073610"/>
                  <a:pt x="648856" y="1060016"/>
                  <a:pt x="648856" y="1043246"/>
                </a:cubicBezTo>
                <a:cubicBezTo>
                  <a:pt x="648856" y="1026477"/>
                  <a:pt x="662450" y="1012883"/>
                  <a:pt x="679220" y="1012883"/>
                </a:cubicBezTo>
                <a:close/>
                <a:moveTo>
                  <a:pt x="606665" y="1012883"/>
                </a:moveTo>
                <a:cubicBezTo>
                  <a:pt x="623435" y="1012883"/>
                  <a:pt x="637029" y="1026477"/>
                  <a:pt x="637029" y="1043246"/>
                </a:cubicBezTo>
                <a:cubicBezTo>
                  <a:pt x="637029" y="1060016"/>
                  <a:pt x="623435" y="1073610"/>
                  <a:pt x="606665" y="1073610"/>
                </a:cubicBezTo>
                <a:cubicBezTo>
                  <a:pt x="589896" y="1073610"/>
                  <a:pt x="576302" y="1060016"/>
                  <a:pt x="576302" y="1043246"/>
                </a:cubicBezTo>
                <a:cubicBezTo>
                  <a:pt x="576302" y="1026477"/>
                  <a:pt x="589896" y="1012883"/>
                  <a:pt x="606665" y="1012883"/>
                </a:cubicBezTo>
                <a:close/>
                <a:moveTo>
                  <a:pt x="534111" y="1012883"/>
                </a:moveTo>
                <a:cubicBezTo>
                  <a:pt x="550880" y="1012883"/>
                  <a:pt x="564474" y="1026477"/>
                  <a:pt x="564474" y="1043246"/>
                </a:cubicBezTo>
                <a:cubicBezTo>
                  <a:pt x="564474" y="1060016"/>
                  <a:pt x="550880" y="1073610"/>
                  <a:pt x="534111" y="1073610"/>
                </a:cubicBezTo>
                <a:cubicBezTo>
                  <a:pt x="517341" y="1073610"/>
                  <a:pt x="503747" y="1060016"/>
                  <a:pt x="503747" y="1043246"/>
                </a:cubicBezTo>
                <a:cubicBezTo>
                  <a:pt x="503747" y="1026477"/>
                  <a:pt x="517341" y="1012883"/>
                  <a:pt x="534111" y="1012883"/>
                </a:cubicBezTo>
                <a:close/>
                <a:moveTo>
                  <a:pt x="461556" y="1012883"/>
                </a:moveTo>
                <a:cubicBezTo>
                  <a:pt x="478326" y="1012883"/>
                  <a:pt x="491920" y="1026477"/>
                  <a:pt x="491920" y="1043246"/>
                </a:cubicBezTo>
                <a:cubicBezTo>
                  <a:pt x="491920" y="1060016"/>
                  <a:pt x="478326" y="1073610"/>
                  <a:pt x="461556" y="1073610"/>
                </a:cubicBezTo>
                <a:cubicBezTo>
                  <a:pt x="444787" y="1073610"/>
                  <a:pt x="431192" y="1060016"/>
                  <a:pt x="431192" y="1043246"/>
                </a:cubicBezTo>
                <a:cubicBezTo>
                  <a:pt x="431192" y="1026477"/>
                  <a:pt x="444787" y="1012883"/>
                  <a:pt x="461556" y="1012883"/>
                </a:cubicBezTo>
                <a:close/>
                <a:moveTo>
                  <a:pt x="389002" y="1012883"/>
                </a:moveTo>
                <a:cubicBezTo>
                  <a:pt x="405771" y="1012883"/>
                  <a:pt x="419365" y="1026477"/>
                  <a:pt x="419365" y="1043246"/>
                </a:cubicBezTo>
                <a:cubicBezTo>
                  <a:pt x="419365" y="1060016"/>
                  <a:pt x="405771" y="1073610"/>
                  <a:pt x="389002" y="1073610"/>
                </a:cubicBezTo>
                <a:cubicBezTo>
                  <a:pt x="372232" y="1073610"/>
                  <a:pt x="358638" y="1060016"/>
                  <a:pt x="358638" y="1043246"/>
                </a:cubicBezTo>
                <a:cubicBezTo>
                  <a:pt x="358638" y="1026477"/>
                  <a:pt x="372232" y="1012883"/>
                  <a:pt x="389002" y="1012883"/>
                </a:cubicBezTo>
                <a:close/>
                <a:moveTo>
                  <a:pt x="316447" y="1012883"/>
                </a:moveTo>
                <a:cubicBezTo>
                  <a:pt x="333216" y="1012883"/>
                  <a:pt x="346810" y="1026477"/>
                  <a:pt x="346810" y="1043246"/>
                </a:cubicBezTo>
                <a:cubicBezTo>
                  <a:pt x="346810" y="1060016"/>
                  <a:pt x="333216" y="1073610"/>
                  <a:pt x="316447" y="1073610"/>
                </a:cubicBezTo>
                <a:cubicBezTo>
                  <a:pt x="299677" y="1073610"/>
                  <a:pt x="286084" y="1060016"/>
                  <a:pt x="286084" y="1043246"/>
                </a:cubicBezTo>
                <a:cubicBezTo>
                  <a:pt x="286084" y="1026477"/>
                  <a:pt x="299677" y="1012883"/>
                  <a:pt x="316447" y="1012883"/>
                </a:cubicBezTo>
                <a:close/>
                <a:moveTo>
                  <a:pt x="243892" y="1012883"/>
                </a:moveTo>
                <a:cubicBezTo>
                  <a:pt x="260662" y="1012883"/>
                  <a:pt x="274256" y="1026477"/>
                  <a:pt x="274256" y="1043246"/>
                </a:cubicBezTo>
                <a:cubicBezTo>
                  <a:pt x="274256" y="1060016"/>
                  <a:pt x="260662" y="1073610"/>
                  <a:pt x="243892" y="1073610"/>
                </a:cubicBezTo>
                <a:cubicBezTo>
                  <a:pt x="227123" y="1073610"/>
                  <a:pt x="213529" y="1060016"/>
                  <a:pt x="213529" y="1043246"/>
                </a:cubicBezTo>
                <a:cubicBezTo>
                  <a:pt x="213529" y="1026477"/>
                  <a:pt x="227123" y="1012883"/>
                  <a:pt x="243892" y="1012883"/>
                </a:cubicBezTo>
                <a:close/>
                <a:moveTo>
                  <a:pt x="171339" y="1012883"/>
                </a:moveTo>
                <a:cubicBezTo>
                  <a:pt x="188107" y="1012883"/>
                  <a:pt x="201701" y="1026477"/>
                  <a:pt x="201701" y="1043246"/>
                </a:cubicBezTo>
                <a:cubicBezTo>
                  <a:pt x="201701" y="1060016"/>
                  <a:pt x="188107" y="1073610"/>
                  <a:pt x="171339" y="1073610"/>
                </a:cubicBezTo>
                <a:cubicBezTo>
                  <a:pt x="154639" y="1073610"/>
                  <a:pt x="141045" y="1060016"/>
                  <a:pt x="141045" y="1043246"/>
                </a:cubicBezTo>
                <a:cubicBezTo>
                  <a:pt x="141045" y="1026477"/>
                  <a:pt x="154639" y="1012883"/>
                  <a:pt x="171339" y="1012883"/>
                </a:cubicBezTo>
                <a:close/>
                <a:moveTo>
                  <a:pt x="98865" y="1012883"/>
                </a:moveTo>
                <a:cubicBezTo>
                  <a:pt x="115628" y="1012883"/>
                  <a:pt x="129222" y="1026477"/>
                  <a:pt x="129222" y="1043246"/>
                </a:cubicBezTo>
                <a:cubicBezTo>
                  <a:pt x="129222" y="1060016"/>
                  <a:pt x="115628" y="1073610"/>
                  <a:pt x="98865" y="1073610"/>
                </a:cubicBezTo>
                <a:cubicBezTo>
                  <a:pt x="82093" y="1073610"/>
                  <a:pt x="68498" y="1060016"/>
                  <a:pt x="68498" y="1043246"/>
                </a:cubicBezTo>
                <a:cubicBezTo>
                  <a:pt x="68498" y="1026477"/>
                  <a:pt x="82093" y="1012883"/>
                  <a:pt x="98865" y="1012883"/>
                </a:cubicBezTo>
                <a:close/>
                <a:moveTo>
                  <a:pt x="26309" y="1012883"/>
                </a:moveTo>
                <a:cubicBezTo>
                  <a:pt x="43075" y="1012883"/>
                  <a:pt x="56670" y="1026477"/>
                  <a:pt x="56670" y="1043246"/>
                </a:cubicBezTo>
                <a:cubicBezTo>
                  <a:pt x="56670" y="1060016"/>
                  <a:pt x="43075" y="1073610"/>
                  <a:pt x="26309" y="1073610"/>
                </a:cubicBezTo>
                <a:cubicBezTo>
                  <a:pt x="17924" y="1073610"/>
                  <a:pt x="10333" y="1070212"/>
                  <a:pt x="4838" y="1064717"/>
                </a:cubicBezTo>
                <a:lnTo>
                  <a:pt x="0" y="1053036"/>
                </a:lnTo>
                <a:lnTo>
                  <a:pt x="0" y="1033457"/>
                </a:lnTo>
                <a:lnTo>
                  <a:pt x="4838" y="1021776"/>
                </a:lnTo>
                <a:cubicBezTo>
                  <a:pt x="10333" y="1016282"/>
                  <a:pt x="17924" y="1012883"/>
                  <a:pt x="26309" y="1012883"/>
                </a:cubicBezTo>
                <a:close/>
                <a:moveTo>
                  <a:pt x="1549874" y="932431"/>
                </a:moveTo>
                <a:cubicBezTo>
                  <a:pt x="1558259" y="932431"/>
                  <a:pt x="1565850" y="935830"/>
                  <a:pt x="1571345" y="941324"/>
                </a:cubicBezTo>
                <a:lnTo>
                  <a:pt x="1577296" y="955693"/>
                </a:lnTo>
                <a:lnTo>
                  <a:pt x="1565363" y="988298"/>
                </a:lnTo>
                <a:lnTo>
                  <a:pt x="1561694" y="990772"/>
                </a:lnTo>
                <a:cubicBezTo>
                  <a:pt x="1558061" y="992309"/>
                  <a:pt x="1554067" y="993158"/>
                  <a:pt x="1549874" y="993158"/>
                </a:cubicBezTo>
                <a:cubicBezTo>
                  <a:pt x="1533105" y="993158"/>
                  <a:pt x="1519511" y="979564"/>
                  <a:pt x="1519511" y="962795"/>
                </a:cubicBezTo>
                <a:cubicBezTo>
                  <a:pt x="1519511" y="946025"/>
                  <a:pt x="1533105" y="932431"/>
                  <a:pt x="1549874" y="932431"/>
                </a:cubicBezTo>
                <a:close/>
                <a:moveTo>
                  <a:pt x="1477320" y="932431"/>
                </a:moveTo>
                <a:cubicBezTo>
                  <a:pt x="1494089" y="932431"/>
                  <a:pt x="1507683" y="946025"/>
                  <a:pt x="1507683" y="962795"/>
                </a:cubicBezTo>
                <a:cubicBezTo>
                  <a:pt x="1507683" y="979564"/>
                  <a:pt x="1494089" y="993158"/>
                  <a:pt x="1477320" y="993158"/>
                </a:cubicBezTo>
                <a:cubicBezTo>
                  <a:pt x="1460550" y="993158"/>
                  <a:pt x="1446956" y="979564"/>
                  <a:pt x="1446956" y="962795"/>
                </a:cubicBezTo>
                <a:cubicBezTo>
                  <a:pt x="1446956" y="946025"/>
                  <a:pt x="1460550" y="932431"/>
                  <a:pt x="1477320" y="932431"/>
                </a:cubicBezTo>
                <a:close/>
                <a:moveTo>
                  <a:pt x="1404765" y="932431"/>
                </a:moveTo>
                <a:cubicBezTo>
                  <a:pt x="1421535" y="932431"/>
                  <a:pt x="1435129" y="946025"/>
                  <a:pt x="1435129" y="962795"/>
                </a:cubicBezTo>
                <a:cubicBezTo>
                  <a:pt x="1435129" y="979564"/>
                  <a:pt x="1421535" y="993158"/>
                  <a:pt x="1404765" y="993158"/>
                </a:cubicBezTo>
                <a:cubicBezTo>
                  <a:pt x="1387996" y="993158"/>
                  <a:pt x="1374402" y="979564"/>
                  <a:pt x="1374402" y="962795"/>
                </a:cubicBezTo>
                <a:cubicBezTo>
                  <a:pt x="1374402" y="946025"/>
                  <a:pt x="1387996" y="932431"/>
                  <a:pt x="1404765" y="932431"/>
                </a:cubicBezTo>
                <a:close/>
                <a:moveTo>
                  <a:pt x="1332211" y="932431"/>
                </a:moveTo>
                <a:cubicBezTo>
                  <a:pt x="1348980" y="932431"/>
                  <a:pt x="1362574" y="946025"/>
                  <a:pt x="1362574" y="962795"/>
                </a:cubicBezTo>
                <a:cubicBezTo>
                  <a:pt x="1362574" y="979564"/>
                  <a:pt x="1348980" y="993158"/>
                  <a:pt x="1332211" y="993158"/>
                </a:cubicBezTo>
                <a:cubicBezTo>
                  <a:pt x="1315441" y="993158"/>
                  <a:pt x="1301847" y="979564"/>
                  <a:pt x="1301847" y="962795"/>
                </a:cubicBezTo>
                <a:cubicBezTo>
                  <a:pt x="1301847" y="946025"/>
                  <a:pt x="1315441" y="932431"/>
                  <a:pt x="1332211" y="932431"/>
                </a:cubicBezTo>
                <a:close/>
                <a:moveTo>
                  <a:pt x="1259656" y="932431"/>
                </a:moveTo>
                <a:cubicBezTo>
                  <a:pt x="1276426" y="932431"/>
                  <a:pt x="1290020" y="946025"/>
                  <a:pt x="1290020" y="962795"/>
                </a:cubicBezTo>
                <a:cubicBezTo>
                  <a:pt x="1290020" y="979564"/>
                  <a:pt x="1276426" y="993158"/>
                  <a:pt x="1259656" y="993158"/>
                </a:cubicBezTo>
                <a:cubicBezTo>
                  <a:pt x="1242887" y="993158"/>
                  <a:pt x="1229293" y="979564"/>
                  <a:pt x="1229293" y="962795"/>
                </a:cubicBezTo>
                <a:cubicBezTo>
                  <a:pt x="1229293" y="946025"/>
                  <a:pt x="1242887" y="932431"/>
                  <a:pt x="1259656" y="932431"/>
                </a:cubicBezTo>
                <a:close/>
                <a:moveTo>
                  <a:pt x="1187102" y="932431"/>
                </a:moveTo>
                <a:cubicBezTo>
                  <a:pt x="1203871" y="932431"/>
                  <a:pt x="1217465" y="946025"/>
                  <a:pt x="1217465" y="962795"/>
                </a:cubicBezTo>
                <a:cubicBezTo>
                  <a:pt x="1217465" y="979564"/>
                  <a:pt x="1203871" y="993158"/>
                  <a:pt x="1187102" y="993158"/>
                </a:cubicBezTo>
                <a:cubicBezTo>
                  <a:pt x="1170332" y="993158"/>
                  <a:pt x="1156738" y="979564"/>
                  <a:pt x="1156738" y="962795"/>
                </a:cubicBezTo>
                <a:cubicBezTo>
                  <a:pt x="1156738" y="946025"/>
                  <a:pt x="1170332" y="932431"/>
                  <a:pt x="1187102" y="932431"/>
                </a:cubicBezTo>
                <a:close/>
                <a:moveTo>
                  <a:pt x="1114547" y="932431"/>
                </a:moveTo>
                <a:cubicBezTo>
                  <a:pt x="1131317" y="932431"/>
                  <a:pt x="1144911" y="946025"/>
                  <a:pt x="1144911" y="962795"/>
                </a:cubicBezTo>
                <a:cubicBezTo>
                  <a:pt x="1144911" y="979564"/>
                  <a:pt x="1131317" y="993158"/>
                  <a:pt x="1114547" y="993158"/>
                </a:cubicBezTo>
                <a:cubicBezTo>
                  <a:pt x="1097778" y="993158"/>
                  <a:pt x="1084184" y="979564"/>
                  <a:pt x="1084184" y="962795"/>
                </a:cubicBezTo>
                <a:cubicBezTo>
                  <a:pt x="1084184" y="946025"/>
                  <a:pt x="1097778" y="932431"/>
                  <a:pt x="1114547" y="932431"/>
                </a:cubicBezTo>
                <a:close/>
                <a:moveTo>
                  <a:pt x="1041993" y="932431"/>
                </a:moveTo>
                <a:cubicBezTo>
                  <a:pt x="1058762" y="932431"/>
                  <a:pt x="1072356" y="946025"/>
                  <a:pt x="1072356" y="962795"/>
                </a:cubicBezTo>
                <a:cubicBezTo>
                  <a:pt x="1072356" y="979564"/>
                  <a:pt x="1058762" y="993158"/>
                  <a:pt x="1041993" y="993158"/>
                </a:cubicBezTo>
                <a:cubicBezTo>
                  <a:pt x="1025223" y="993158"/>
                  <a:pt x="1011629" y="979564"/>
                  <a:pt x="1011629" y="962795"/>
                </a:cubicBezTo>
                <a:cubicBezTo>
                  <a:pt x="1011629" y="946025"/>
                  <a:pt x="1025223" y="932431"/>
                  <a:pt x="1041993" y="932431"/>
                </a:cubicBezTo>
                <a:close/>
                <a:moveTo>
                  <a:pt x="969438" y="932431"/>
                </a:moveTo>
                <a:cubicBezTo>
                  <a:pt x="986208" y="932431"/>
                  <a:pt x="999801" y="946025"/>
                  <a:pt x="999801" y="962795"/>
                </a:cubicBezTo>
                <a:cubicBezTo>
                  <a:pt x="999801" y="979564"/>
                  <a:pt x="986208" y="993158"/>
                  <a:pt x="969438" y="993158"/>
                </a:cubicBezTo>
                <a:cubicBezTo>
                  <a:pt x="952669" y="993158"/>
                  <a:pt x="939075" y="979564"/>
                  <a:pt x="939075" y="962795"/>
                </a:cubicBezTo>
                <a:cubicBezTo>
                  <a:pt x="939075" y="946025"/>
                  <a:pt x="952669" y="932431"/>
                  <a:pt x="969438" y="932431"/>
                </a:cubicBezTo>
                <a:close/>
                <a:moveTo>
                  <a:pt x="896883" y="932431"/>
                </a:moveTo>
                <a:cubicBezTo>
                  <a:pt x="913653" y="932431"/>
                  <a:pt x="927247" y="946025"/>
                  <a:pt x="927247" y="962795"/>
                </a:cubicBezTo>
                <a:cubicBezTo>
                  <a:pt x="927247" y="979564"/>
                  <a:pt x="913653" y="993158"/>
                  <a:pt x="896883" y="993158"/>
                </a:cubicBezTo>
                <a:cubicBezTo>
                  <a:pt x="880114" y="993158"/>
                  <a:pt x="866520" y="979564"/>
                  <a:pt x="866520" y="962795"/>
                </a:cubicBezTo>
                <a:cubicBezTo>
                  <a:pt x="866520" y="946025"/>
                  <a:pt x="880114" y="932431"/>
                  <a:pt x="896883" y="932431"/>
                </a:cubicBezTo>
                <a:close/>
                <a:moveTo>
                  <a:pt x="824329" y="932431"/>
                </a:moveTo>
                <a:cubicBezTo>
                  <a:pt x="841098" y="932431"/>
                  <a:pt x="854692" y="946025"/>
                  <a:pt x="854692" y="962795"/>
                </a:cubicBezTo>
                <a:cubicBezTo>
                  <a:pt x="854692" y="979564"/>
                  <a:pt x="841098" y="993158"/>
                  <a:pt x="824329" y="993158"/>
                </a:cubicBezTo>
                <a:cubicBezTo>
                  <a:pt x="807559" y="993158"/>
                  <a:pt x="793965" y="979564"/>
                  <a:pt x="793965" y="962795"/>
                </a:cubicBezTo>
                <a:cubicBezTo>
                  <a:pt x="793965" y="946025"/>
                  <a:pt x="807559" y="932431"/>
                  <a:pt x="824329" y="932431"/>
                </a:cubicBezTo>
                <a:close/>
                <a:moveTo>
                  <a:pt x="751774" y="932431"/>
                </a:moveTo>
                <a:cubicBezTo>
                  <a:pt x="768544" y="932431"/>
                  <a:pt x="782138" y="946025"/>
                  <a:pt x="782138" y="962795"/>
                </a:cubicBezTo>
                <a:cubicBezTo>
                  <a:pt x="782138" y="979564"/>
                  <a:pt x="768544" y="993158"/>
                  <a:pt x="751774" y="993158"/>
                </a:cubicBezTo>
                <a:cubicBezTo>
                  <a:pt x="735005" y="993158"/>
                  <a:pt x="721411" y="979564"/>
                  <a:pt x="721411" y="962795"/>
                </a:cubicBezTo>
                <a:cubicBezTo>
                  <a:pt x="721411" y="946025"/>
                  <a:pt x="735005" y="932431"/>
                  <a:pt x="751774" y="932431"/>
                </a:cubicBezTo>
                <a:close/>
                <a:moveTo>
                  <a:pt x="679220" y="932431"/>
                </a:moveTo>
                <a:cubicBezTo>
                  <a:pt x="695989" y="932431"/>
                  <a:pt x="709583" y="946025"/>
                  <a:pt x="709583" y="962795"/>
                </a:cubicBezTo>
                <a:cubicBezTo>
                  <a:pt x="709583" y="979564"/>
                  <a:pt x="695989" y="993158"/>
                  <a:pt x="679220" y="993158"/>
                </a:cubicBezTo>
                <a:cubicBezTo>
                  <a:pt x="662450" y="993158"/>
                  <a:pt x="648856" y="979564"/>
                  <a:pt x="648856" y="962795"/>
                </a:cubicBezTo>
                <a:cubicBezTo>
                  <a:pt x="648856" y="946025"/>
                  <a:pt x="662450" y="932431"/>
                  <a:pt x="679220" y="932431"/>
                </a:cubicBezTo>
                <a:close/>
                <a:moveTo>
                  <a:pt x="606665" y="932431"/>
                </a:moveTo>
                <a:cubicBezTo>
                  <a:pt x="623435" y="932431"/>
                  <a:pt x="637029" y="946025"/>
                  <a:pt x="637029" y="962795"/>
                </a:cubicBezTo>
                <a:cubicBezTo>
                  <a:pt x="637029" y="979564"/>
                  <a:pt x="623435" y="993158"/>
                  <a:pt x="606665" y="993158"/>
                </a:cubicBezTo>
                <a:cubicBezTo>
                  <a:pt x="589896" y="993158"/>
                  <a:pt x="576302" y="979564"/>
                  <a:pt x="576302" y="962795"/>
                </a:cubicBezTo>
                <a:cubicBezTo>
                  <a:pt x="576302" y="946025"/>
                  <a:pt x="589896" y="932431"/>
                  <a:pt x="606665" y="932431"/>
                </a:cubicBezTo>
                <a:close/>
                <a:moveTo>
                  <a:pt x="534111" y="932431"/>
                </a:moveTo>
                <a:cubicBezTo>
                  <a:pt x="550880" y="932431"/>
                  <a:pt x="564474" y="946025"/>
                  <a:pt x="564474" y="962795"/>
                </a:cubicBezTo>
                <a:cubicBezTo>
                  <a:pt x="564474" y="979564"/>
                  <a:pt x="550880" y="993158"/>
                  <a:pt x="534111" y="993158"/>
                </a:cubicBezTo>
                <a:cubicBezTo>
                  <a:pt x="517341" y="993158"/>
                  <a:pt x="503747" y="979564"/>
                  <a:pt x="503747" y="962795"/>
                </a:cubicBezTo>
                <a:cubicBezTo>
                  <a:pt x="503747" y="946025"/>
                  <a:pt x="517341" y="932431"/>
                  <a:pt x="534111" y="932431"/>
                </a:cubicBezTo>
                <a:close/>
                <a:moveTo>
                  <a:pt x="461556" y="932431"/>
                </a:moveTo>
                <a:cubicBezTo>
                  <a:pt x="478326" y="932431"/>
                  <a:pt x="491920" y="946025"/>
                  <a:pt x="491920" y="962795"/>
                </a:cubicBezTo>
                <a:cubicBezTo>
                  <a:pt x="491920" y="979564"/>
                  <a:pt x="478326" y="993158"/>
                  <a:pt x="461556" y="993158"/>
                </a:cubicBezTo>
                <a:cubicBezTo>
                  <a:pt x="444787" y="993158"/>
                  <a:pt x="431192" y="979564"/>
                  <a:pt x="431192" y="962795"/>
                </a:cubicBezTo>
                <a:cubicBezTo>
                  <a:pt x="431192" y="946025"/>
                  <a:pt x="444787" y="932431"/>
                  <a:pt x="461556" y="932431"/>
                </a:cubicBezTo>
                <a:close/>
                <a:moveTo>
                  <a:pt x="389002" y="932431"/>
                </a:moveTo>
                <a:cubicBezTo>
                  <a:pt x="405771" y="932431"/>
                  <a:pt x="419365" y="946025"/>
                  <a:pt x="419365" y="962795"/>
                </a:cubicBezTo>
                <a:cubicBezTo>
                  <a:pt x="419365" y="979564"/>
                  <a:pt x="405771" y="993158"/>
                  <a:pt x="389002" y="993158"/>
                </a:cubicBezTo>
                <a:cubicBezTo>
                  <a:pt x="372232" y="993158"/>
                  <a:pt x="358638" y="979564"/>
                  <a:pt x="358638" y="962795"/>
                </a:cubicBezTo>
                <a:cubicBezTo>
                  <a:pt x="358638" y="946025"/>
                  <a:pt x="372232" y="932431"/>
                  <a:pt x="389002" y="932431"/>
                </a:cubicBezTo>
                <a:close/>
                <a:moveTo>
                  <a:pt x="316447" y="932431"/>
                </a:moveTo>
                <a:cubicBezTo>
                  <a:pt x="333216" y="932431"/>
                  <a:pt x="346810" y="946025"/>
                  <a:pt x="346810" y="962795"/>
                </a:cubicBezTo>
                <a:cubicBezTo>
                  <a:pt x="346810" y="979564"/>
                  <a:pt x="333216" y="993158"/>
                  <a:pt x="316447" y="993158"/>
                </a:cubicBezTo>
                <a:cubicBezTo>
                  <a:pt x="299677" y="993158"/>
                  <a:pt x="286084" y="979564"/>
                  <a:pt x="286084" y="962795"/>
                </a:cubicBezTo>
                <a:cubicBezTo>
                  <a:pt x="286084" y="946025"/>
                  <a:pt x="299677" y="932431"/>
                  <a:pt x="316447" y="932431"/>
                </a:cubicBezTo>
                <a:close/>
                <a:moveTo>
                  <a:pt x="243892" y="932431"/>
                </a:moveTo>
                <a:cubicBezTo>
                  <a:pt x="260662" y="932431"/>
                  <a:pt x="274256" y="946025"/>
                  <a:pt x="274256" y="962795"/>
                </a:cubicBezTo>
                <a:cubicBezTo>
                  <a:pt x="274256" y="979564"/>
                  <a:pt x="260662" y="993158"/>
                  <a:pt x="243892" y="993158"/>
                </a:cubicBezTo>
                <a:cubicBezTo>
                  <a:pt x="227123" y="993158"/>
                  <a:pt x="213529" y="979564"/>
                  <a:pt x="213529" y="962795"/>
                </a:cubicBezTo>
                <a:cubicBezTo>
                  <a:pt x="213529" y="946025"/>
                  <a:pt x="227123" y="932431"/>
                  <a:pt x="243892" y="932431"/>
                </a:cubicBezTo>
                <a:close/>
                <a:moveTo>
                  <a:pt x="171339" y="932431"/>
                </a:moveTo>
                <a:cubicBezTo>
                  <a:pt x="188107" y="932431"/>
                  <a:pt x="201701" y="946025"/>
                  <a:pt x="201701" y="962795"/>
                </a:cubicBezTo>
                <a:cubicBezTo>
                  <a:pt x="201701" y="979564"/>
                  <a:pt x="188107" y="993158"/>
                  <a:pt x="171339" y="993158"/>
                </a:cubicBezTo>
                <a:cubicBezTo>
                  <a:pt x="154645" y="993158"/>
                  <a:pt x="141051" y="979564"/>
                  <a:pt x="141051" y="962795"/>
                </a:cubicBezTo>
                <a:cubicBezTo>
                  <a:pt x="141051" y="946025"/>
                  <a:pt x="154645" y="932431"/>
                  <a:pt x="171339" y="932431"/>
                </a:cubicBezTo>
                <a:close/>
                <a:moveTo>
                  <a:pt x="98870" y="932431"/>
                </a:moveTo>
                <a:cubicBezTo>
                  <a:pt x="115634" y="932431"/>
                  <a:pt x="129228" y="946025"/>
                  <a:pt x="129228" y="962795"/>
                </a:cubicBezTo>
                <a:cubicBezTo>
                  <a:pt x="129228" y="979564"/>
                  <a:pt x="115634" y="993158"/>
                  <a:pt x="98870" y="993158"/>
                </a:cubicBezTo>
                <a:cubicBezTo>
                  <a:pt x="82099" y="993158"/>
                  <a:pt x="68505" y="979564"/>
                  <a:pt x="68505" y="962795"/>
                </a:cubicBezTo>
                <a:cubicBezTo>
                  <a:pt x="68505" y="946025"/>
                  <a:pt x="82099" y="932431"/>
                  <a:pt x="98870" y="932431"/>
                </a:cubicBezTo>
                <a:close/>
                <a:moveTo>
                  <a:pt x="26316" y="932431"/>
                </a:moveTo>
                <a:cubicBezTo>
                  <a:pt x="43081" y="932431"/>
                  <a:pt x="56676" y="946025"/>
                  <a:pt x="56676" y="962795"/>
                </a:cubicBezTo>
                <a:cubicBezTo>
                  <a:pt x="56676" y="979564"/>
                  <a:pt x="43081" y="993158"/>
                  <a:pt x="26316" y="993158"/>
                </a:cubicBezTo>
                <a:cubicBezTo>
                  <a:pt x="17931" y="993158"/>
                  <a:pt x="10340" y="989760"/>
                  <a:pt x="4845" y="984265"/>
                </a:cubicBezTo>
                <a:lnTo>
                  <a:pt x="0" y="972570"/>
                </a:lnTo>
                <a:lnTo>
                  <a:pt x="0" y="953020"/>
                </a:lnTo>
                <a:lnTo>
                  <a:pt x="4845" y="941324"/>
                </a:lnTo>
                <a:cubicBezTo>
                  <a:pt x="10340" y="935830"/>
                  <a:pt x="17931" y="932431"/>
                  <a:pt x="26316" y="932431"/>
                </a:cubicBezTo>
                <a:close/>
                <a:moveTo>
                  <a:pt x="1612513" y="853981"/>
                </a:moveTo>
                <a:lnTo>
                  <a:pt x="1607766" y="872445"/>
                </a:lnTo>
                <a:lnTo>
                  <a:pt x="1598477" y="897823"/>
                </a:lnTo>
                <a:lnTo>
                  <a:pt x="1592066" y="882343"/>
                </a:lnTo>
                <a:cubicBezTo>
                  <a:pt x="1592066" y="869766"/>
                  <a:pt x="1599712" y="858975"/>
                  <a:pt x="1610610" y="854366"/>
                </a:cubicBezTo>
                <a:close/>
                <a:moveTo>
                  <a:pt x="1549874" y="851979"/>
                </a:moveTo>
                <a:cubicBezTo>
                  <a:pt x="1566644" y="851979"/>
                  <a:pt x="1580238" y="865573"/>
                  <a:pt x="1580238" y="882343"/>
                </a:cubicBezTo>
                <a:cubicBezTo>
                  <a:pt x="1580238" y="899112"/>
                  <a:pt x="1566644" y="912706"/>
                  <a:pt x="1549874" y="912706"/>
                </a:cubicBezTo>
                <a:cubicBezTo>
                  <a:pt x="1533105" y="912706"/>
                  <a:pt x="1519511" y="899112"/>
                  <a:pt x="1519511" y="882343"/>
                </a:cubicBezTo>
                <a:cubicBezTo>
                  <a:pt x="1519511" y="865573"/>
                  <a:pt x="1533105" y="851979"/>
                  <a:pt x="1549874" y="851979"/>
                </a:cubicBezTo>
                <a:close/>
                <a:moveTo>
                  <a:pt x="1477320" y="851979"/>
                </a:moveTo>
                <a:cubicBezTo>
                  <a:pt x="1494089" y="851979"/>
                  <a:pt x="1507683" y="865573"/>
                  <a:pt x="1507683" y="882343"/>
                </a:cubicBezTo>
                <a:cubicBezTo>
                  <a:pt x="1507683" y="899112"/>
                  <a:pt x="1494089" y="912706"/>
                  <a:pt x="1477320" y="912706"/>
                </a:cubicBezTo>
                <a:cubicBezTo>
                  <a:pt x="1460550" y="912706"/>
                  <a:pt x="1446956" y="899112"/>
                  <a:pt x="1446956" y="882343"/>
                </a:cubicBezTo>
                <a:cubicBezTo>
                  <a:pt x="1446956" y="865573"/>
                  <a:pt x="1460550" y="851979"/>
                  <a:pt x="1477320" y="851979"/>
                </a:cubicBezTo>
                <a:close/>
                <a:moveTo>
                  <a:pt x="1404765" y="851979"/>
                </a:moveTo>
                <a:cubicBezTo>
                  <a:pt x="1421535" y="851979"/>
                  <a:pt x="1435129" y="865573"/>
                  <a:pt x="1435129" y="882343"/>
                </a:cubicBezTo>
                <a:cubicBezTo>
                  <a:pt x="1435129" y="899112"/>
                  <a:pt x="1421535" y="912706"/>
                  <a:pt x="1404765" y="912706"/>
                </a:cubicBezTo>
                <a:cubicBezTo>
                  <a:pt x="1387996" y="912706"/>
                  <a:pt x="1374402" y="899112"/>
                  <a:pt x="1374402" y="882343"/>
                </a:cubicBezTo>
                <a:cubicBezTo>
                  <a:pt x="1374402" y="865573"/>
                  <a:pt x="1387996" y="851979"/>
                  <a:pt x="1404765" y="851979"/>
                </a:cubicBezTo>
                <a:close/>
                <a:moveTo>
                  <a:pt x="1332211" y="851979"/>
                </a:moveTo>
                <a:cubicBezTo>
                  <a:pt x="1348980" y="851979"/>
                  <a:pt x="1362574" y="865573"/>
                  <a:pt x="1362574" y="882343"/>
                </a:cubicBezTo>
                <a:cubicBezTo>
                  <a:pt x="1362574" y="899112"/>
                  <a:pt x="1348980" y="912706"/>
                  <a:pt x="1332211" y="912706"/>
                </a:cubicBezTo>
                <a:cubicBezTo>
                  <a:pt x="1315441" y="912706"/>
                  <a:pt x="1301847" y="899112"/>
                  <a:pt x="1301847" y="882343"/>
                </a:cubicBezTo>
                <a:cubicBezTo>
                  <a:pt x="1301847" y="865573"/>
                  <a:pt x="1315441" y="851979"/>
                  <a:pt x="1332211" y="851979"/>
                </a:cubicBezTo>
                <a:close/>
                <a:moveTo>
                  <a:pt x="1259656" y="851979"/>
                </a:moveTo>
                <a:cubicBezTo>
                  <a:pt x="1276426" y="851979"/>
                  <a:pt x="1290020" y="865573"/>
                  <a:pt x="1290020" y="882343"/>
                </a:cubicBezTo>
                <a:cubicBezTo>
                  <a:pt x="1290020" y="899112"/>
                  <a:pt x="1276426" y="912706"/>
                  <a:pt x="1259656" y="912706"/>
                </a:cubicBezTo>
                <a:cubicBezTo>
                  <a:pt x="1242887" y="912706"/>
                  <a:pt x="1229293" y="899112"/>
                  <a:pt x="1229293" y="882343"/>
                </a:cubicBezTo>
                <a:cubicBezTo>
                  <a:pt x="1229293" y="865573"/>
                  <a:pt x="1242887" y="851979"/>
                  <a:pt x="1259656" y="851979"/>
                </a:cubicBezTo>
                <a:close/>
                <a:moveTo>
                  <a:pt x="1187102" y="851979"/>
                </a:moveTo>
                <a:cubicBezTo>
                  <a:pt x="1203871" y="851979"/>
                  <a:pt x="1217465" y="865573"/>
                  <a:pt x="1217465" y="882343"/>
                </a:cubicBezTo>
                <a:cubicBezTo>
                  <a:pt x="1217465" y="899112"/>
                  <a:pt x="1203871" y="912706"/>
                  <a:pt x="1187102" y="912706"/>
                </a:cubicBezTo>
                <a:cubicBezTo>
                  <a:pt x="1170332" y="912706"/>
                  <a:pt x="1156738" y="899112"/>
                  <a:pt x="1156738" y="882343"/>
                </a:cubicBezTo>
                <a:cubicBezTo>
                  <a:pt x="1156738" y="865573"/>
                  <a:pt x="1170332" y="851979"/>
                  <a:pt x="1187102" y="851979"/>
                </a:cubicBezTo>
                <a:close/>
                <a:moveTo>
                  <a:pt x="1114547" y="851979"/>
                </a:moveTo>
                <a:cubicBezTo>
                  <a:pt x="1131317" y="851979"/>
                  <a:pt x="1144911" y="865573"/>
                  <a:pt x="1144911" y="882343"/>
                </a:cubicBezTo>
                <a:cubicBezTo>
                  <a:pt x="1144911" y="899112"/>
                  <a:pt x="1131317" y="912706"/>
                  <a:pt x="1114547" y="912706"/>
                </a:cubicBezTo>
                <a:cubicBezTo>
                  <a:pt x="1097778" y="912706"/>
                  <a:pt x="1084184" y="899112"/>
                  <a:pt x="1084184" y="882343"/>
                </a:cubicBezTo>
                <a:cubicBezTo>
                  <a:pt x="1084184" y="865573"/>
                  <a:pt x="1097778" y="851979"/>
                  <a:pt x="1114547" y="851979"/>
                </a:cubicBezTo>
                <a:close/>
                <a:moveTo>
                  <a:pt x="1041993" y="851979"/>
                </a:moveTo>
                <a:cubicBezTo>
                  <a:pt x="1058762" y="851979"/>
                  <a:pt x="1072356" y="865573"/>
                  <a:pt x="1072356" y="882343"/>
                </a:cubicBezTo>
                <a:cubicBezTo>
                  <a:pt x="1072356" y="899112"/>
                  <a:pt x="1058762" y="912706"/>
                  <a:pt x="1041993" y="912706"/>
                </a:cubicBezTo>
                <a:cubicBezTo>
                  <a:pt x="1025223" y="912706"/>
                  <a:pt x="1011629" y="899112"/>
                  <a:pt x="1011629" y="882343"/>
                </a:cubicBezTo>
                <a:cubicBezTo>
                  <a:pt x="1011629" y="865573"/>
                  <a:pt x="1025223" y="851979"/>
                  <a:pt x="1041993" y="851979"/>
                </a:cubicBezTo>
                <a:close/>
                <a:moveTo>
                  <a:pt x="969438" y="851979"/>
                </a:moveTo>
                <a:cubicBezTo>
                  <a:pt x="986208" y="851979"/>
                  <a:pt x="999801" y="865573"/>
                  <a:pt x="999801" y="882343"/>
                </a:cubicBezTo>
                <a:cubicBezTo>
                  <a:pt x="999801" y="899112"/>
                  <a:pt x="986208" y="912706"/>
                  <a:pt x="969438" y="912706"/>
                </a:cubicBezTo>
                <a:cubicBezTo>
                  <a:pt x="952669" y="912706"/>
                  <a:pt x="939075" y="899112"/>
                  <a:pt x="939075" y="882343"/>
                </a:cubicBezTo>
                <a:cubicBezTo>
                  <a:pt x="939075" y="865573"/>
                  <a:pt x="952669" y="851979"/>
                  <a:pt x="969438" y="851979"/>
                </a:cubicBezTo>
                <a:close/>
                <a:moveTo>
                  <a:pt x="896883" y="851979"/>
                </a:moveTo>
                <a:cubicBezTo>
                  <a:pt x="913653" y="851979"/>
                  <a:pt x="927247" y="865573"/>
                  <a:pt x="927247" y="882343"/>
                </a:cubicBezTo>
                <a:cubicBezTo>
                  <a:pt x="927247" y="899112"/>
                  <a:pt x="913653" y="912706"/>
                  <a:pt x="896883" y="912706"/>
                </a:cubicBezTo>
                <a:cubicBezTo>
                  <a:pt x="880114" y="912706"/>
                  <a:pt x="866520" y="899112"/>
                  <a:pt x="866520" y="882343"/>
                </a:cubicBezTo>
                <a:cubicBezTo>
                  <a:pt x="866520" y="865573"/>
                  <a:pt x="880114" y="851979"/>
                  <a:pt x="896883" y="851979"/>
                </a:cubicBezTo>
                <a:close/>
                <a:moveTo>
                  <a:pt x="824329" y="851979"/>
                </a:moveTo>
                <a:cubicBezTo>
                  <a:pt x="841098" y="851979"/>
                  <a:pt x="854692" y="865573"/>
                  <a:pt x="854692" y="882343"/>
                </a:cubicBezTo>
                <a:cubicBezTo>
                  <a:pt x="854692" y="899112"/>
                  <a:pt x="841098" y="912706"/>
                  <a:pt x="824329" y="912706"/>
                </a:cubicBezTo>
                <a:cubicBezTo>
                  <a:pt x="807559" y="912706"/>
                  <a:pt x="793965" y="899112"/>
                  <a:pt x="793965" y="882343"/>
                </a:cubicBezTo>
                <a:cubicBezTo>
                  <a:pt x="793965" y="865573"/>
                  <a:pt x="807559" y="851979"/>
                  <a:pt x="824329" y="851979"/>
                </a:cubicBezTo>
                <a:close/>
                <a:moveTo>
                  <a:pt x="751774" y="851979"/>
                </a:moveTo>
                <a:cubicBezTo>
                  <a:pt x="768544" y="851979"/>
                  <a:pt x="782138" y="865573"/>
                  <a:pt x="782138" y="882343"/>
                </a:cubicBezTo>
                <a:cubicBezTo>
                  <a:pt x="782138" y="899112"/>
                  <a:pt x="768544" y="912706"/>
                  <a:pt x="751774" y="912706"/>
                </a:cubicBezTo>
                <a:cubicBezTo>
                  <a:pt x="735005" y="912706"/>
                  <a:pt x="721411" y="899112"/>
                  <a:pt x="721411" y="882343"/>
                </a:cubicBezTo>
                <a:cubicBezTo>
                  <a:pt x="721411" y="865573"/>
                  <a:pt x="735005" y="851979"/>
                  <a:pt x="751774" y="851979"/>
                </a:cubicBezTo>
                <a:close/>
                <a:moveTo>
                  <a:pt x="679220" y="851979"/>
                </a:moveTo>
                <a:cubicBezTo>
                  <a:pt x="695989" y="851979"/>
                  <a:pt x="709583" y="865573"/>
                  <a:pt x="709583" y="882343"/>
                </a:cubicBezTo>
                <a:cubicBezTo>
                  <a:pt x="709583" y="899112"/>
                  <a:pt x="695989" y="912706"/>
                  <a:pt x="679220" y="912706"/>
                </a:cubicBezTo>
                <a:cubicBezTo>
                  <a:pt x="662450" y="912706"/>
                  <a:pt x="648856" y="899112"/>
                  <a:pt x="648856" y="882343"/>
                </a:cubicBezTo>
                <a:cubicBezTo>
                  <a:pt x="648856" y="865573"/>
                  <a:pt x="662450" y="851979"/>
                  <a:pt x="679220" y="851979"/>
                </a:cubicBezTo>
                <a:close/>
                <a:moveTo>
                  <a:pt x="606665" y="851979"/>
                </a:moveTo>
                <a:cubicBezTo>
                  <a:pt x="623435" y="851979"/>
                  <a:pt x="637029" y="865573"/>
                  <a:pt x="637029" y="882343"/>
                </a:cubicBezTo>
                <a:cubicBezTo>
                  <a:pt x="637029" y="899112"/>
                  <a:pt x="623435" y="912706"/>
                  <a:pt x="606665" y="912706"/>
                </a:cubicBezTo>
                <a:cubicBezTo>
                  <a:pt x="589896" y="912706"/>
                  <a:pt x="576302" y="899112"/>
                  <a:pt x="576302" y="882343"/>
                </a:cubicBezTo>
                <a:cubicBezTo>
                  <a:pt x="576302" y="865573"/>
                  <a:pt x="589896" y="851979"/>
                  <a:pt x="606665" y="851979"/>
                </a:cubicBezTo>
                <a:close/>
                <a:moveTo>
                  <a:pt x="534111" y="851979"/>
                </a:moveTo>
                <a:cubicBezTo>
                  <a:pt x="550880" y="851979"/>
                  <a:pt x="564474" y="865573"/>
                  <a:pt x="564474" y="882343"/>
                </a:cubicBezTo>
                <a:cubicBezTo>
                  <a:pt x="564474" y="899112"/>
                  <a:pt x="550880" y="912706"/>
                  <a:pt x="534111" y="912706"/>
                </a:cubicBezTo>
                <a:cubicBezTo>
                  <a:pt x="517341" y="912706"/>
                  <a:pt x="503747" y="899112"/>
                  <a:pt x="503747" y="882343"/>
                </a:cubicBezTo>
                <a:cubicBezTo>
                  <a:pt x="503747" y="865573"/>
                  <a:pt x="517341" y="851979"/>
                  <a:pt x="534111" y="851979"/>
                </a:cubicBezTo>
                <a:close/>
                <a:moveTo>
                  <a:pt x="461556" y="851979"/>
                </a:moveTo>
                <a:cubicBezTo>
                  <a:pt x="478326" y="851979"/>
                  <a:pt x="491920" y="865573"/>
                  <a:pt x="491920" y="882343"/>
                </a:cubicBezTo>
                <a:cubicBezTo>
                  <a:pt x="491920" y="899112"/>
                  <a:pt x="478326" y="912706"/>
                  <a:pt x="461556" y="912706"/>
                </a:cubicBezTo>
                <a:cubicBezTo>
                  <a:pt x="444787" y="912706"/>
                  <a:pt x="431192" y="899112"/>
                  <a:pt x="431192" y="882343"/>
                </a:cubicBezTo>
                <a:cubicBezTo>
                  <a:pt x="431192" y="865573"/>
                  <a:pt x="444787" y="851979"/>
                  <a:pt x="461556" y="851979"/>
                </a:cubicBezTo>
                <a:close/>
                <a:moveTo>
                  <a:pt x="389002" y="851979"/>
                </a:moveTo>
                <a:cubicBezTo>
                  <a:pt x="405771" y="851979"/>
                  <a:pt x="419365" y="865573"/>
                  <a:pt x="419365" y="882343"/>
                </a:cubicBezTo>
                <a:cubicBezTo>
                  <a:pt x="419365" y="899112"/>
                  <a:pt x="405771" y="912706"/>
                  <a:pt x="389002" y="912706"/>
                </a:cubicBezTo>
                <a:cubicBezTo>
                  <a:pt x="372232" y="912706"/>
                  <a:pt x="358638" y="899112"/>
                  <a:pt x="358638" y="882343"/>
                </a:cubicBezTo>
                <a:cubicBezTo>
                  <a:pt x="358638" y="865573"/>
                  <a:pt x="372232" y="851979"/>
                  <a:pt x="389002" y="851979"/>
                </a:cubicBezTo>
                <a:close/>
                <a:moveTo>
                  <a:pt x="316447" y="851979"/>
                </a:moveTo>
                <a:cubicBezTo>
                  <a:pt x="333216" y="851979"/>
                  <a:pt x="346810" y="865573"/>
                  <a:pt x="346810" y="882343"/>
                </a:cubicBezTo>
                <a:cubicBezTo>
                  <a:pt x="346810" y="899112"/>
                  <a:pt x="333216" y="912706"/>
                  <a:pt x="316447" y="912706"/>
                </a:cubicBezTo>
                <a:cubicBezTo>
                  <a:pt x="299677" y="912706"/>
                  <a:pt x="286084" y="899112"/>
                  <a:pt x="286084" y="882343"/>
                </a:cubicBezTo>
                <a:cubicBezTo>
                  <a:pt x="286084" y="865573"/>
                  <a:pt x="299677" y="851979"/>
                  <a:pt x="316447" y="851979"/>
                </a:cubicBezTo>
                <a:close/>
                <a:moveTo>
                  <a:pt x="243892" y="851979"/>
                </a:moveTo>
                <a:cubicBezTo>
                  <a:pt x="260662" y="851979"/>
                  <a:pt x="274256" y="865573"/>
                  <a:pt x="274256" y="882343"/>
                </a:cubicBezTo>
                <a:cubicBezTo>
                  <a:pt x="274256" y="899112"/>
                  <a:pt x="260662" y="912706"/>
                  <a:pt x="243892" y="912706"/>
                </a:cubicBezTo>
                <a:cubicBezTo>
                  <a:pt x="227123" y="912706"/>
                  <a:pt x="213529" y="899112"/>
                  <a:pt x="213529" y="882343"/>
                </a:cubicBezTo>
                <a:cubicBezTo>
                  <a:pt x="213529" y="865573"/>
                  <a:pt x="227123" y="851979"/>
                  <a:pt x="243892" y="851979"/>
                </a:cubicBezTo>
                <a:close/>
                <a:moveTo>
                  <a:pt x="171339" y="851979"/>
                </a:moveTo>
                <a:cubicBezTo>
                  <a:pt x="188107" y="851979"/>
                  <a:pt x="201701" y="865573"/>
                  <a:pt x="201701" y="882343"/>
                </a:cubicBezTo>
                <a:cubicBezTo>
                  <a:pt x="201701" y="899112"/>
                  <a:pt x="188107" y="912706"/>
                  <a:pt x="171339" y="912706"/>
                </a:cubicBezTo>
                <a:cubicBezTo>
                  <a:pt x="154651" y="912706"/>
                  <a:pt x="141056" y="899112"/>
                  <a:pt x="141056" y="882343"/>
                </a:cubicBezTo>
                <a:cubicBezTo>
                  <a:pt x="141056" y="865573"/>
                  <a:pt x="154651" y="851979"/>
                  <a:pt x="171339" y="851979"/>
                </a:cubicBezTo>
                <a:close/>
                <a:moveTo>
                  <a:pt x="98877" y="851979"/>
                </a:moveTo>
                <a:cubicBezTo>
                  <a:pt x="115640" y="851979"/>
                  <a:pt x="129234" y="865573"/>
                  <a:pt x="129234" y="882343"/>
                </a:cubicBezTo>
                <a:cubicBezTo>
                  <a:pt x="129234" y="899112"/>
                  <a:pt x="115640" y="912706"/>
                  <a:pt x="98877" y="912706"/>
                </a:cubicBezTo>
                <a:cubicBezTo>
                  <a:pt x="82106" y="912706"/>
                  <a:pt x="68511" y="899112"/>
                  <a:pt x="68511" y="882343"/>
                </a:cubicBezTo>
                <a:cubicBezTo>
                  <a:pt x="68511" y="865573"/>
                  <a:pt x="82106" y="851979"/>
                  <a:pt x="98877" y="851979"/>
                </a:cubicBezTo>
                <a:close/>
                <a:moveTo>
                  <a:pt x="26322" y="851979"/>
                </a:moveTo>
                <a:cubicBezTo>
                  <a:pt x="43087" y="851979"/>
                  <a:pt x="56682" y="865573"/>
                  <a:pt x="56682" y="882343"/>
                </a:cubicBezTo>
                <a:cubicBezTo>
                  <a:pt x="56682" y="899112"/>
                  <a:pt x="43087" y="912706"/>
                  <a:pt x="26322" y="912706"/>
                </a:cubicBezTo>
                <a:cubicBezTo>
                  <a:pt x="17937" y="912706"/>
                  <a:pt x="10346" y="909308"/>
                  <a:pt x="4851" y="903813"/>
                </a:cubicBezTo>
                <a:lnTo>
                  <a:pt x="0" y="892101"/>
                </a:lnTo>
                <a:lnTo>
                  <a:pt x="0" y="872585"/>
                </a:lnTo>
                <a:lnTo>
                  <a:pt x="4851" y="860872"/>
                </a:lnTo>
                <a:cubicBezTo>
                  <a:pt x="10346" y="855378"/>
                  <a:pt x="17937" y="851979"/>
                  <a:pt x="26322" y="851979"/>
                </a:cubicBezTo>
                <a:close/>
                <a:moveTo>
                  <a:pt x="1622429" y="771528"/>
                </a:moveTo>
                <a:lnTo>
                  <a:pt x="1633158" y="773694"/>
                </a:lnTo>
                <a:lnTo>
                  <a:pt x="1618313" y="831424"/>
                </a:lnTo>
                <a:lnTo>
                  <a:pt x="1610610" y="829868"/>
                </a:lnTo>
                <a:cubicBezTo>
                  <a:pt x="1599712" y="825259"/>
                  <a:pt x="1592066" y="814469"/>
                  <a:pt x="1592066" y="801891"/>
                </a:cubicBezTo>
                <a:cubicBezTo>
                  <a:pt x="1592066" y="785122"/>
                  <a:pt x="1605659" y="771528"/>
                  <a:pt x="1622429" y="771528"/>
                </a:cubicBezTo>
                <a:close/>
                <a:moveTo>
                  <a:pt x="1549874" y="771528"/>
                </a:moveTo>
                <a:cubicBezTo>
                  <a:pt x="1566644" y="771528"/>
                  <a:pt x="1580238" y="785122"/>
                  <a:pt x="1580238" y="801891"/>
                </a:cubicBezTo>
                <a:cubicBezTo>
                  <a:pt x="1580238" y="818661"/>
                  <a:pt x="1566644" y="832255"/>
                  <a:pt x="1549874" y="832255"/>
                </a:cubicBezTo>
                <a:cubicBezTo>
                  <a:pt x="1533105" y="832255"/>
                  <a:pt x="1519511" y="818661"/>
                  <a:pt x="1519511" y="801891"/>
                </a:cubicBezTo>
                <a:cubicBezTo>
                  <a:pt x="1519511" y="785122"/>
                  <a:pt x="1533105" y="771528"/>
                  <a:pt x="1549874" y="771528"/>
                </a:cubicBezTo>
                <a:close/>
                <a:moveTo>
                  <a:pt x="1477320" y="771528"/>
                </a:moveTo>
                <a:cubicBezTo>
                  <a:pt x="1494089" y="771528"/>
                  <a:pt x="1507683" y="785122"/>
                  <a:pt x="1507683" y="801891"/>
                </a:cubicBezTo>
                <a:cubicBezTo>
                  <a:pt x="1507683" y="818661"/>
                  <a:pt x="1494089" y="832255"/>
                  <a:pt x="1477320" y="832255"/>
                </a:cubicBezTo>
                <a:cubicBezTo>
                  <a:pt x="1460550" y="832255"/>
                  <a:pt x="1446956" y="818661"/>
                  <a:pt x="1446956" y="801891"/>
                </a:cubicBezTo>
                <a:cubicBezTo>
                  <a:pt x="1446956" y="785122"/>
                  <a:pt x="1460550" y="771528"/>
                  <a:pt x="1477320" y="771528"/>
                </a:cubicBezTo>
                <a:close/>
                <a:moveTo>
                  <a:pt x="1404765" y="771528"/>
                </a:moveTo>
                <a:cubicBezTo>
                  <a:pt x="1421535" y="771528"/>
                  <a:pt x="1435129" y="785122"/>
                  <a:pt x="1435129" y="801891"/>
                </a:cubicBezTo>
                <a:cubicBezTo>
                  <a:pt x="1435129" y="818661"/>
                  <a:pt x="1421535" y="832255"/>
                  <a:pt x="1404765" y="832255"/>
                </a:cubicBezTo>
                <a:cubicBezTo>
                  <a:pt x="1387996" y="832255"/>
                  <a:pt x="1374402" y="818661"/>
                  <a:pt x="1374402" y="801891"/>
                </a:cubicBezTo>
                <a:cubicBezTo>
                  <a:pt x="1374402" y="785122"/>
                  <a:pt x="1387996" y="771528"/>
                  <a:pt x="1404765" y="771528"/>
                </a:cubicBezTo>
                <a:close/>
                <a:moveTo>
                  <a:pt x="1332211" y="771528"/>
                </a:moveTo>
                <a:cubicBezTo>
                  <a:pt x="1348980" y="771528"/>
                  <a:pt x="1362574" y="785122"/>
                  <a:pt x="1362574" y="801891"/>
                </a:cubicBezTo>
                <a:cubicBezTo>
                  <a:pt x="1362574" y="818661"/>
                  <a:pt x="1348980" y="832255"/>
                  <a:pt x="1332211" y="832255"/>
                </a:cubicBezTo>
                <a:cubicBezTo>
                  <a:pt x="1315441" y="832255"/>
                  <a:pt x="1301847" y="818661"/>
                  <a:pt x="1301847" y="801891"/>
                </a:cubicBezTo>
                <a:cubicBezTo>
                  <a:pt x="1301847" y="785122"/>
                  <a:pt x="1315441" y="771528"/>
                  <a:pt x="1332211" y="771528"/>
                </a:cubicBezTo>
                <a:close/>
                <a:moveTo>
                  <a:pt x="1259656" y="771528"/>
                </a:moveTo>
                <a:cubicBezTo>
                  <a:pt x="1276426" y="771528"/>
                  <a:pt x="1290020" y="785122"/>
                  <a:pt x="1290020" y="801891"/>
                </a:cubicBezTo>
                <a:cubicBezTo>
                  <a:pt x="1290020" y="818661"/>
                  <a:pt x="1276426" y="832255"/>
                  <a:pt x="1259656" y="832255"/>
                </a:cubicBezTo>
                <a:cubicBezTo>
                  <a:pt x="1242887" y="832255"/>
                  <a:pt x="1229293" y="818661"/>
                  <a:pt x="1229293" y="801891"/>
                </a:cubicBezTo>
                <a:cubicBezTo>
                  <a:pt x="1229293" y="785122"/>
                  <a:pt x="1242887" y="771528"/>
                  <a:pt x="1259656" y="771528"/>
                </a:cubicBezTo>
                <a:close/>
                <a:moveTo>
                  <a:pt x="1187102" y="771528"/>
                </a:moveTo>
                <a:cubicBezTo>
                  <a:pt x="1203871" y="771528"/>
                  <a:pt x="1217465" y="785122"/>
                  <a:pt x="1217465" y="801891"/>
                </a:cubicBezTo>
                <a:cubicBezTo>
                  <a:pt x="1217465" y="818661"/>
                  <a:pt x="1203871" y="832255"/>
                  <a:pt x="1187102" y="832255"/>
                </a:cubicBezTo>
                <a:cubicBezTo>
                  <a:pt x="1170332" y="832255"/>
                  <a:pt x="1156738" y="818661"/>
                  <a:pt x="1156738" y="801891"/>
                </a:cubicBezTo>
                <a:cubicBezTo>
                  <a:pt x="1156738" y="785122"/>
                  <a:pt x="1170332" y="771528"/>
                  <a:pt x="1187102" y="771528"/>
                </a:cubicBezTo>
                <a:close/>
                <a:moveTo>
                  <a:pt x="1114547" y="771528"/>
                </a:moveTo>
                <a:cubicBezTo>
                  <a:pt x="1131317" y="771528"/>
                  <a:pt x="1144911" y="785122"/>
                  <a:pt x="1144911" y="801891"/>
                </a:cubicBezTo>
                <a:cubicBezTo>
                  <a:pt x="1144911" y="818661"/>
                  <a:pt x="1131317" y="832255"/>
                  <a:pt x="1114547" y="832255"/>
                </a:cubicBezTo>
                <a:cubicBezTo>
                  <a:pt x="1097778" y="832255"/>
                  <a:pt x="1084184" y="818661"/>
                  <a:pt x="1084184" y="801891"/>
                </a:cubicBezTo>
                <a:cubicBezTo>
                  <a:pt x="1084184" y="785122"/>
                  <a:pt x="1097778" y="771528"/>
                  <a:pt x="1114547" y="771528"/>
                </a:cubicBezTo>
                <a:close/>
                <a:moveTo>
                  <a:pt x="1041993" y="771528"/>
                </a:moveTo>
                <a:cubicBezTo>
                  <a:pt x="1058762" y="771528"/>
                  <a:pt x="1072356" y="785122"/>
                  <a:pt x="1072356" y="801891"/>
                </a:cubicBezTo>
                <a:cubicBezTo>
                  <a:pt x="1072356" y="818661"/>
                  <a:pt x="1058762" y="832255"/>
                  <a:pt x="1041993" y="832255"/>
                </a:cubicBezTo>
                <a:cubicBezTo>
                  <a:pt x="1025223" y="832255"/>
                  <a:pt x="1011629" y="818661"/>
                  <a:pt x="1011629" y="801891"/>
                </a:cubicBezTo>
                <a:cubicBezTo>
                  <a:pt x="1011629" y="785122"/>
                  <a:pt x="1025223" y="771528"/>
                  <a:pt x="1041993" y="771528"/>
                </a:cubicBezTo>
                <a:close/>
                <a:moveTo>
                  <a:pt x="969438" y="771528"/>
                </a:moveTo>
                <a:cubicBezTo>
                  <a:pt x="986208" y="771528"/>
                  <a:pt x="999801" y="785122"/>
                  <a:pt x="999801" y="801891"/>
                </a:cubicBezTo>
                <a:cubicBezTo>
                  <a:pt x="999801" y="818661"/>
                  <a:pt x="986208" y="832255"/>
                  <a:pt x="969438" y="832255"/>
                </a:cubicBezTo>
                <a:cubicBezTo>
                  <a:pt x="952669" y="832255"/>
                  <a:pt x="939075" y="818661"/>
                  <a:pt x="939075" y="801891"/>
                </a:cubicBezTo>
                <a:cubicBezTo>
                  <a:pt x="939075" y="785122"/>
                  <a:pt x="952669" y="771528"/>
                  <a:pt x="969438" y="771528"/>
                </a:cubicBezTo>
                <a:close/>
                <a:moveTo>
                  <a:pt x="896883" y="771528"/>
                </a:moveTo>
                <a:cubicBezTo>
                  <a:pt x="913653" y="771528"/>
                  <a:pt x="927247" y="785122"/>
                  <a:pt x="927247" y="801891"/>
                </a:cubicBezTo>
                <a:cubicBezTo>
                  <a:pt x="927247" y="818661"/>
                  <a:pt x="913653" y="832255"/>
                  <a:pt x="896883" y="832255"/>
                </a:cubicBezTo>
                <a:cubicBezTo>
                  <a:pt x="880114" y="832255"/>
                  <a:pt x="866520" y="818661"/>
                  <a:pt x="866520" y="801891"/>
                </a:cubicBezTo>
                <a:cubicBezTo>
                  <a:pt x="866520" y="785122"/>
                  <a:pt x="880114" y="771528"/>
                  <a:pt x="896883" y="771528"/>
                </a:cubicBezTo>
                <a:close/>
                <a:moveTo>
                  <a:pt x="824329" y="771528"/>
                </a:moveTo>
                <a:cubicBezTo>
                  <a:pt x="841098" y="771528"/>
                  <a:pt x="854692" y="785122"/>
                  <a:pt x="854692" y="801891"/>
                </a:cubicBezTo>
                <a:cubicBezTo>
                  <a:pt x="854692" y="818661"/>
                  <a:pt x="841098" y="832255"/>
                  <a:pt x="824329" y="832255"/>
                </a:cubicBezTo>
                <a:cubicBezTo>
                  <a:pt x="807559" y="832255"/>
                  <a:pt x="793965" y="818661"/>
                  <a:pt x="793965" y="801891"/>
                </a:cubicBezTo>
                <a:cubicBezTo>
                  <a:pt x="793965" y="785122"/>
                  <a:pt x="807559" y="771528"/>
                  <a:pt x="824329" y="771528"/>
                </a:cubicBezTo>
                <a:close/>
                <a:moveTo>
                  <a:pt x="751774" y="771528"/>
                </a:moveTo>
                <a:cubicBezTo>
                  <a:pt x="768544" y="771528"/>
                  <a:pt x="782138" y="785122"/>
                  <a:pt x="782138" y="801891"/>
                </a:cubicBezTo>
                <a:cubicBezTo>
                  <a:pt x="782138" y="818661"/>
                  <a:pt x="768544" y="832255"/>
                  <a:pt x="751774" y="832255"/>
                </a:cubicBezTo>
                <a:cubicBezTo>
                  <a:pt x="735005" y="832255"/>
                  <a:pt x="721411" y="818661"/>
                  <a:pt x="721411" y="801891"/>
                </a:cubicBezTo>
                <a:cubicBezTo>
                  <a:pt x="721411" y="785122"/>
                  <a:pt x="735005" y="771528"/>
                  <a:pt x="751774" y="771528"/>
                </a:cubicBezTo>
                <a:close/>
                <a:moveTo>
                  <a:pt x="679220" y="771528"/>
                </a:moveTo>
                <a:cubicBezTo>
                  <a:pt x="695989" y="771528"/>
                  <a:pt x="709583" y="785122"/>
                  <a:pt x="709583" y="801891"/>
                </a:cubicBezTo>
                <a:cubicBezTo>
                  <a:pt x="709583" y="818661"/>
                  <a:pt x="695989" y="832255"/>
                  <a:pt x="679220" y="832255"/>
                </a:cubicBezTo>
                <a:cubicBezTo>
                  <a:pt x="662450" y="832255"/>
                  <a:pt x="648856" y="818661"/>
                  <a:pt x="648856" y="801891"/>
                </a:cubicBezTo>
                <a:cubicBezTo>
                  <a:pt x="648856" y="785122"/>
                  <a:pt x="662450" y="771528"/>
                  <a:pt x="679220" y="771528"/>
                </a:cubicBezTo>
                <a:close/>
                <a:moveTo>
                  <a:pt x="606665" y="771528"/>
                </a:moveTo>
                <a:cubicBezTo>
                  <a:pt x="623435" y="771528"/>
                  <a:pt x="637029" y="785122"/>
                  <a:pt x="637029" y="801891"/>
                </a:cubicBezTo>
                <a:cubicBezTo>
                  <a:pt x="637029" y="818661"/>
                  <a:pt x="623435" y="832255"/>
                  <a:pt x="606665" y="832255"/>
                </a:cubicBezTo>
                <a:cubicBezTo>
                  <a:pt x="589896" y="832255"/>
                  <a:pt x="576302" y="818661"/>
                  <a:pt x="576302" y="801891"/>
                </a:cubicBezTo>
                <a:cubicBezTo>
                  <a:pt x="576302" y="785122"/>
                  <a:pt x="589896" y="771528"/>
                  <a:pt x="606665" y="771528"/>
                </a:cubicBezTo>
                <a:close/>
                <a:moveTo>
                  <a:pt x="534111" y="771528"/>
                </a:moveTo>
                <a:cubicBezTo>
                  <a:pt x="550880" y="771528"/>
                  <a:pt x="564474" y="785122"/>
                  <a:pt x="564474" y="801891"/>
                </a:cubicBezTo>
                <a:cubicBezTo>
                  <a:pt x="564474" y="818661"/>
                  <a:pt x="550880" y="832255"/>
                  <a:pt x="534111" y="832255"/>
                </a:cubicBezTo>
                <a:cubicBezTo>
                  <a:pt x="517341" y="832255"/>
                  <a:pt x="503747" y="818661"/>
                  <a:pt x="503747" y="801891"/>
                </a:cubicBezTo>
                <a:cubicBezTo>
                  <a:pt x="503747" y="785122"/>
                  <a:pt x="517341" y="771528"/>
                  <a:pt x="534111" y="771528"/>
                </a:cubicBezTo>
                <a:close/>
                <a:moveTo>
                  <a:pt x="461556" y="771528"/>
                </a:moveTo>
                <a:cubicBezTo>
                  <a:pt x="478326" y="771528"/>
                  <a:pt x="491920" y="785122"/>
                  <a:pt x="491920" y="801891"/>
                </a:cubicBezTo>
                <a:cubicBezTo>
                  <a:pt x="491920" y="818661"/>
                  <a:pt x="478326" y="832255"/>
                  <a:pt x="461556" y="832255"/>
                </a:cubicBezTo>
                <a:cubicBezTo>
                  <a:pt x="444787" y="832255"/>
                  <a:pt x="431192" y="818661"/>
                  <a:pt x="431192" y="801891"/>
                </a:cubicBezTo>
                <a:cubicBezTo>
                  <a:pt x="431192" y="785122"/>
                  <a:pt x="444787" y="771528"/>
                  <a:pt x="461556" y="771528"/>
                </a:cubicBezTo>
                <a:close/>
                <a:moveTo>
                  <a:pt x="389002" y="771528"/>
                </a:moveTo>
                <a:cubicBezTo>
                  <a:pt x="405771" y="771528"/>
                  <a:pt x="419365" y="785122"/>
                  <a:pt x="419365" y="801891"/>
                </a:cubicBezTo>
                <a:cubicBezTo>
                  <a:pt x="419365" y="818661"/>
                  <a:pt x="405771" y="832255"/>
                  <a:pt x="389002" y="832255"/>
                </a:cubicBezTo>
                <a:cubicBezTo>
                  <a:pt x="372232" y="832255"/>
                  <a:pt x="358638" y="818661"/>
                  <a:pt x="358638" y="801891"/>
                </a:cubicBezTo>
                <a:cubicBezTo>
                  <a:pt x="358638" y="785122"/>
                  <a:pt x="372232" y="771528"/>
                  <a:pt x="389002" y="771528"/>
                </a:cubicBezTo>
                <a:close/>
                <a:moveTo>
                  <a:pt x="316447" y="771528"/>
                </a:moveTo>
                <a:cubicBezTo>
                  <a:pt x="333216" y="771528"/>
                  <a:pt x="346810" y="785122"/>
                  <a:pt x="346810" y="801891"/>
                </a:cubicBezTo>
                <a:cubicBezTo>
                  <a:pt x="346810" y="818661"/>
                  <a:pt x="333216" y="832255"/>
                  <a:pt x="316447" y="832255"/>
                </a:cubicBezTo>
                <a:cubicBezTo>
                  <a:pt x="299677" y="832255"/>
                  <a:pt x="286084" y="818661"/>
                  <a:pt x="286084" y="801891"/>
                </a:cubicBezTo>
                <a:cubicBezTo>
                  <a:pt x="286084" y="785122"/>
                  <a:pt x="299677" y="771528"/>
                  <a:pt x="316447" y="771528"/>
                </a:cubicBezTo>
                <a:close/>
                <a:moveTo>
                  <a:pt x="243892" y="771528"/>
                </a:moveTo>
                <a:cubicBezTo>
                  <a:pt x="260662" y="771528"/>
                  <a:pt x="274256" y="785122"/>
                  <a:pt x="274256" y="801891"/>
                </a:cubicBezTo>
                <a:cubicBezTo>
                  <a:pt x="274256" y="818661"/>
                  <a:pt x="260662" y="832255"/>
                  <a:pt x="243892" y="832255"/>
                </a:cubicBezTo>
                <a:cubicBezTo>
                  <a:pt x="227123" y="832255"/>
                  <a:pt x="213529" y="818661"/>
                  <a:pt x="213529" y="801891"/>
                </a:cubicBezTo>
                <a:cubicBezTo>
                  <a:pt x="213529" y="785122"/>
                  <a:pt x="227123" y="771528"/>
                  <a:pt x="243892" y="771528"/>
                </a:cubicBezTo>
                <a:close/>
                <a:moveTo>
                  <a:pt x="171339" y="771528"/>
                </a:moveTo>
                <a:cubicBezTo>
                  <a:pt x="188107" y="771528"/>
                  <a:pt x="201701" y="785122"/>
                  <a:pt x="201701" y="801891"/>
                </a:cubicBezTo>
                <a:cubicBezTo>
                  <a:pt x="201701" y="818661"/>
                  <a:pt x="188107" y="832255"/>
                  <a:pt x="171339" y="832255"/>
                </a:cubicBezTo>
                <a:cubicBezTo>
                  <a:pt x="154656" y="832255"/>
                  <a:pt x="141062" y="818661"/>
                  <a:pt x="141062" y="801891"/>
                </a:cubicBezTo>
                <a:cubicBezTo>
                  <a:pt x="141062" y="785122"/>
                  <a:pt x="154656" y="771528"/>
                  <a:pt x="171339" y="771528"/>
                </a:cubicBezTo>
                <a:close/>
                <a:moveTo>
                  <a:pt x="98884" y="771528"/>
                </a:moveTo>
                <a:cubicBezTo>
                  <a:pt x="115646" y="771528"/>
                  <a:pt x="129240" y="785122"/>
                  <a:pt x="129240" y="801891"/>
                </a:cubicBezTo>
                <a:cubicBezTo>
                  <a:pt x="129240" y="818661"/>
                  <a:pt x="115646" y="832255"/>
                  <a:pt x="98884" y="832255"/>
                </a:cubicBezTo>
                <a:cubicBezTo>
                  <a:pt x="82112" y="832255"/>
                  <a:pt x="68517" y="818661"/>
                  <a:pt x="68517" y="801891"/>
                </a:cubicBezTo>
                <a:cubicBezTo>
                  <a:pt x="68517" y="785122"/>
                  <a:pt x="82112" y="771528"/>
                  <a:pt x="98884" y="771528"/>
                </a:cubicBezTo>
                <a:close/>
                <a:moveTo>
                  <a:pt x="26329" y="771528"/>
                </a:moveTo>
                <a:cubicBezTo>
                  <a:pt x="43093" y="771528"/>
                  <a:pt x="56688" y="785122"/>
                  <a:pt x="56688" y="801891"/>
                </a:cubicBezTo>
                <a:cubicBezTo>
                  <a:pt x="56688" y="818661"/>
                  <a:pt x="43093" y="832255"/>
                  <a:pt x="26329" y="832255"/>
                </a:cubicBezTo>
                <a:cubicBezTo>
                  <a:pt x="17944" y="832255"/>
                  <a:pt x="10353" y="828857"/>
                  <a:pt x="4858" y="823362"/>
                </a:cubicBezTo>
                <a:lnTo>
                  <a:pt x="0" y="811633"/>
                </a:lnTo>
                <a:lnTo>
                  <a:pt x="0" y="792150"/>
                </a:lnTo>
                <a:lnTo>
                  <a:pt x="4858" y="780421"/>
                </a:lnTo>
                <a:cubicBezTo>
                  <a:pt x="10353" y="774927"/>
                  <a:pt x="17944" y="771528"/>
                  <a:pt x="26329" y="771528"/>
                </a:cubicBezTo>
                <a:close/>
                <a:moveTo>
                  <a:pt x="1622429" y="691076"/>
                </a:moveTo>
                <a:cubicBezTo>
                  <a:pt x="1630814" y="691076"/>
                  <a:pt x="1638404" y="694475"/>
                  <a:pt x="1643899" y="699969"/>
                </a:cubicBezTo>
                <a:lnTo>
                  <a:pt x="1647739" y="709237"/>
                </a:lnTo>
                <a:lnTo>
                  <a:pt x="1644828" y="728305"/>
                </a:lnTo>
                <a:lnTo>
                  <a:pt x="1640480" y="745215"/>
                </a:lnTo>
                <a:lnTo>
                  <a:pt x="1634248" y="749417"/>
                </a:lnTo>
                <a:cubicBezTo>
                  <a:pt x="1630615" y="750953"/>
                  <a:pt x="1626621" y="751803"/>
                  <a:pt x="1622429" y="751803"/>
                </a:cubicBezTo>
                <a:cubicBezTo>
                  <a:pt x="1605659" y="751803"/>
                  <a:pt x="1592066" y="738209"/>
                  <a:pt x="1592066" y="721440"/>
                </a:cubicBezTo>
                <a:cubicBezTo>
                  <a:pt x="1592066" y="704670"/>
                  <a:pt x="1605659" y="691076"/>
                  <a:pt x="1622429" y="691076"/>
                </a:cubicBezTo>
                <a:close/>
                <a:moveTo>
                  <a:pt x="1549874" y="691076"/>
                </a:moveTo>
                <a:cubicBezTo>
                  <a:pt x="1566644" y="691076"/>
                  <a:pt x="1580238" y="704670"/>
                  <a:pt x="1580238" y="721440"/>
                </a:cubicBezTo>
                <a:cubicBezTo>
                  <a:pt x="1580238" y="738209"/>
                  <a:pt x="1566644" y="751803"/>
                  <a:pt x="1549874" y="751803"/>
                </a:cubicBezTo>
                <a:cubicBezTo>
                  <a:pt x="1533105" y="751803"/>
                  <a:pt x="1519511" y="738209"/>
                  <a:pt x="1519511" y="721440"/>
                </a:cubicBezTo>
                <a:cubicBezTo>
                  <a:pt x="1519511" y="704670"/>
                  <a:pt x="1533105" y="691076"/>
                  <a:pt x="1549874" y="691076"/>
                </a:cubicBezTo>
                <a:close/>
                <a:moveTo>
                  <a:pt x="1477320" y="691076"/>
                </a:moveTo>
                <a:cubicBezTo>
                  <a:pt x="1494089" y="691076"/>
                  <a:pt x="1507683" y="704670"/>
                  <a:pt x="1507683" y="721440"/>
                </a:cubicBezTo>
                <a:cubicBezTo>
                  <a:pt x="1507683" y="738209"/>
                  <a:pt x="1494089" y="751803"/>
                  <a:pt x="1477320" y="751803"/>
                </a:cubicBezTo>
                <a:cubicBezTo>
                  <a:pt x="1460550" y="751803"/>
                  <a:pt x="1446956" y="738209"/>
                  <a:pt x="1446956" y="721440"/>
                </a:cubicBezTo>
                <a:cubicBezTo>
                  <a:pt x="1446956" y="704670"/>
                  <a:pt x="1460550" y="691076"/>
                  <a:pt x="1477320" y="691076"/>
                </a:cubicBezTo>
                <a:close/>
                <a:moveTo>
                  <a:pt x="1404765" y="691076"/>
                </a:moveTo>
                <a:cubicBezTo>
                  <a:pt x="1421535" y="691076"/>
                  <a:pt x="1435129" y="704670"/>
                  <a:pt x="1435129" y="721440"/>
                </a:cubicBezTo>
                <a:cubicBezTo>
                  <a:pt x="1435129" y="738209"/>
                  <a:pt x="1421535" y="751803"/>
                  <a:pt x="1404765" y="751803"/>
                </a:cubicBezTo>
                <a:cubicBezTo>
                  <a:pt x="1387996" y="751803"/>
                  <a:pt x="1374402" y="738209"/>
                  <a:pt x="1374402" y="721440"/>
                </a:cubicBezTo>
                <a:cubicBezTo>
                  <a:pt x="1374402" y="704670"/>
                  <a:pt x="1387996" y="691076"/>
                  <a:pt x="1404765" y="691076"/>
                </a:cubicBezTo>
                <a:close/>
                <a:moveTo>
                  <a:pt x="1332211" y="691076"/>
                </a:moveTo>
                <a:cubicBezTo>
                  <a:pt x="1348980" y="691076"/>
                  <a:pt x="1362574" y="704670"/>
                  <a:pt x="1362574" y="721440"/>
                </a:cubicBezTo>
                <a:cubicBezTo>
                  <a:pt x="1362574" y="738209"/>
                  <a:pt x="1348980" y="751803"/>
                  <a:pt x="1332211" y="751803"/>
                </a:cubicBezTo>
                <a:cubicBezTo>
                  <a:pt x="1315441" y="751803"/>
                  <a:pt x="1301847" y="738209"/>
                  <a:pt x="1301847" y="721440"/>
                </a:cubicBezTo>
                <a:cubicBezTo>
                  <a:pt x="1301847" y="704670"/>
                  <a:pt x="1315441" y="691076"/>
                  <a:pt x="1332211" y="691076"/>
                </a:cubicBezTo>
                <a:close/>
                <a:moveTo>
                  <a:pt x="1259656" y="691076"/>
                </a:moveTo>
                <a:cubicBezTo>
                  <a:pt x="1276426" y="691076"/>
                  <a:pt x="1290020" y="704670"/>
                  <a:pt x="1290020" y="721440"/>
                </a:cubicBezTo>
                <a:cubicBezTo>
                  <a:pt x="1290020" y="738209"/>
                  <a:pt x="1276426" y="751803"/>
                  <a:pt x="1259656" y="751803"/>
                </a:cubicBezTo>
                <a:cubicBezTo>
                  <a:pt x="1242887" y="751803"/>
                  <a:pt x="1229293" y="738209"/>
                  <a:pt x="1229293" y="721440"/>
                </a:cubicBezTo>
                <a:cubicBezTo>
                  <a:pt x="1229293" y="704670"/>
                  <a:pt x="1242887" y="691076"/>
                  <a:pt x="1259656" y="691076"/>
                </a:cubicBezTo>
                <a:close/>
                <a:moveTo>
                  <a:pt x="1187102" y="691076"/>
                </a:moveTo>
                <a:cubicBezTo>
                  <a:pt x="1203871" y="691076"/>
                  <a:pt x="1217465" y="704670"/>
                  <a:pt x="1217465" y="721440"/>
                </a:cubicBezTo>
                <a:cubicBezTo>
                  <a:pt x="1217465" y="738209"/>
                  <a:pt x="1203871" y="751803"/>
                  <a:pt x="1187102" y="751803"/>
                </a:cubicBezTo>
                <a:cubicBezTo>
                  <a:pt x="1170332" y="751803"/>
                  <a:pt x="1156738" y="738209"/>
                  <a:pt x="1156738" y="721440"/>
                </a:cubicBezTo>
                <a:cubicBezTo>
                  <a:pt x="1156738" y="704670"/>
                  <a:pt x="1170332" y="691076"/>
                  <a:pt x="1187102" y="691076"/>
                </a:cubicBezTo>
                <a:close/>
                <a:moveTo>
                  <a:pt x="1114547" y="691076"/>
                </a:moveTo>
                <a:cubicBezTo>
                  <a:pt x="1131317" y="691076"/>
                  <a:pt x="1144911" y="704670"/>
                  <a:pt x="1144911" y="721440"/>
                </a:cubicBezTo>
                <a:cubicBezTo>
                  <a:pt x="1144911" y="738209"/>
                  <a:pt x="1131317" y="751803"/>
                  <a:pt x="1114547" y="751803"/>
                </a:cubicBezTo>
                <a:cubicBezTo>
                  <a:pt x="1097778" y="751803"/>
                  <a:pt x="1084184" y="738209"/>
                  <a:pt x="1084184" y="721440"/>
                </a:cubicBezTo>
                <a:cubicBezTo>
                  <a:pt x="1084184" y="704670"/>
                  <a:pt x="1097778" y="691076"/>
                  <a:pt x="1114547" y="691076"/>
                </a:cubicBezTo>
                <a:close/>
                <a:moveTo>
                  <a:pt x="1041993" y="691076"/>
                </a:moveTo>
                <a:cubicBezTo>
                  <a:pt x="1058762" y="691076"/>
                  <a:pt x="1072356" y="704670"/>
                  <a:pt x="1072356" y="721440"/>
                </a:cubicBezTo>
                <a:cubicBezTo>
                  <a:pt x="1072356" y="738209"/>
                  <a:pt x="1058762" y="751803"/>
                  <a:pt x="1041993" y="751803"/>
                </a:cubicBezTo>
                <a:cubicBezTo>
                  <a:pt x="1025223" y="751803"/>
                  <a:pt x="1011629" y="738209"/>
                  <a:pt x="1011629" y="721440"/>
                </a:cubicBezTo>
                <a:cubicBezTo>
                  <a:pt x="1011629" y="704670"/>
                  <a:pt x="1025223" y="691076"/>
                  <a:pt x="1041993" y="691076"/>
                </a:cubicBezTo>
                <a:close/>
                <a:moveTo>
                  <a:pt x="969438" y="691076"/>
                </a:moveTo>
                <a:cubicBezTo>
                  <a:pt x="986208" y="691076"/>
                  <a:pt x="999801" y="704670"/>
                  <a:pt x="999801" y="721440"/>
                </a:cubicBezTo>
                <a:cubicBezTo>
                  <a:pt x="999801" y="738209"/>
                  <a:pt x="986208" y="751803"/>
                  <a:pt x="969438" y="751803"/>
                </a:cubicBezTo>
                <a:cubicBezTo>
                  <a:pt x="952669" y="751803"/>
                  <a:pt x="939075" y="738209"/>
                  <a:pt x="939075" y="721440"/>
                </a:cubicBezTo>
                <a:cubicBezTo>
                  <a:pt x="939075" y="704670"/>
                  <a:pt x="952669" y="691076"/>
                  <a:pt x="969438" y="691076"/>
                </a:cubicBezTo>
                <a:close/>
                <a:moveTo>
                  <a:pt x="896883" y="691076"/>
                </a:moveTo>
                <a:cubicBezTo>
                  <a:pt x="913653" y="691076"/>
                  <a:pt x="927247" y="704670"/>
                  <a:pt x="927247" y="721440"/>
                </a:cubicBezTo>
                <a:cubicBezTo>
                  <a:pt x="927247" y="738209"/>
                  <a:pt x="913653" y="751803"/>
                  <a:pt x="896883" y="751803"/>
                </a:cubicBezTo>
                <a:cubicBezTo>
                  <a:pt x="880114" y="751803"/>
                  <a:pt x="866520" y="738209"/>
                  <a:pt x="866520" y="721440"/>
                </a:cubicBezTo>
                <a:cubicBezTo>
                  <a:pt x="866520" y="704670"/>
                  <a:pt x="880114" y="691076"/>
                  <a:pt x="896883" y="691076"/>
                </a:cubicBezTo>
                <a:close/>
                <a:moveTo>
                  <a:pt x="824329" y="691076"/>
                </a:moveTo>
                <a:cubicBezTo>
                  <a:pt x="841098" y="691076"/>
                  <a:pt x="854692" y="704670"/>
                  <a:pt x="854692" y="721440"/>
                </a:cubicBezTo>
                <a:cubicBezTo>
                  <a:pt x="854692" y="738209"/>
                  <a:pt x="841098" y="751803"/>
                  <a:pt x="824329" y="751803"/>
                </a:cubicBezTo>
                <a:cubicBezTo>
                  <a:pt x="807559" y="751803"/>
                  <a:pt x="793965" y="738209"/>
                  <a:pt x="793965" y="721440"/>
                </a:cubicBezTo>
                <a:cubicBezTo>
                  <a:pt x="793965" y="704670"/>
                  <a:pt x="807559" y="691076"/>
                  <a:pt x="824329" y="691076"/>
                </a:cubicBezTo>
                <a:close/>
                <a:moveTo>
                  <a:pt x="751774" y="691076"/>
                </a:moveTo>
                <a:cubicBezTo>
                  <a:pt x="768544" y="691076"/>
                  <a:pt x="782138" y="704670"/>
                  <a:pt x="782138" y="721440"/>
                </a:cubicBezTo>
                <a:cubicBezTo>
                  <a:pt x="782138" y="738209"/>
                  <a:pt x="768544" y="751803"/>
                  <a:pt x="751774" y="751803"/>
                </a:cubicBezTo>
                <a:cubicBezTo>
                  <a:pt x="735005" y="751803"/>
                  <a:pt x="721411" y="738209"/>
                  <a:pt x="721411" y="721440"/>
                </a:cubicBezTo>
                <a:cubicBezTo>
                  <a:pt x="721411" y="704670"/>
                  <a:pt x="735005" y="691076"/>
                  <a:pt x="751774" y="691076"/>
                </a:cubicBezTo>
                <a:close/>
                <a:moveTo>
                  <a:pt x="679220" y="691076"/>
                </a:moveTo>
                <a:cubicBezTo>
                  <a:pt x="695989" y="691076"/>
                  <a:pt x="709583" y="704670"/>
                  <a:pt x="709583" y="721440"/>
                </a:cubicBezTo>
                <a:cubicBezTo>
                  <a:pt x="709583" y="738209"/>
                  <a:pt x="695989" y="751803"/>
                  <a:pt x="679220" y="751803"/>
                </a:cubicBezTo>
                <a:cubicBezTo>
                  <a:pt x="662450" y="751803"/>
                  <a:pt x="648856" y="738209"/>
                  <a:pt x="648856" y="721440"/>
                </a:cubicBezTo>
                <a:cubicBezTo>
                  <a:pt x="648856" y="704670"/>
                  <a:pt x="662450" y="691076"/>
                  <a:pt x="679220" y="691076"/>
                </a:cubicBezTo>
                <a:close/>
                <a:moveTo>
                  <a:pt x="606665" y="691076"/>
                </a:moveTo>
                <a:cubicBezTo>
                  <a:pt x="623435" y="691076"/>
                  <a:pt x="637029" y="704670"/>
                  <a:pt x="637029" y="721440"/>
                </a:cubicBezTo>
                <a:cubicBezTo>
                  <a:pt x="637029" y="738209"/>
                  <a:pt x="623435" y="751803"/>
                  <a:pt x="606665" y="751803"/>
                </a:cubicBezTo>
                <a:cubicBezTo>
                  <a:pt x="589896" y="751803"/>
                  <a:pt x="576302" y="738209"/>
                  <a:pt x="576302" y="721440"/>
                </a:cubicBezTo>
                <a:cubicBezTo>
                  <a:pt x="576302" y="704670"/>
                  <a:pt x="589896" y="691076"/>
                  <a:pt x="606665" y="691076"/>
                </a:cubicBezTo>
                <a:close/>
                <a:moveTo>
                  <a:pt x="534111" y="691076"/>
                </a:moveTo>
                <a:cubicBezTo>
                  <a:pt x="550880" y="691076"/>
                  <a:pt x="564474" y="704670"/>
                  <a:pt x="564474" y="721440"/>
                </a:cubicBezTo>
                <a:cubicBezTo>
                  <a:pt x="564474" y="738209"/>
                  <a:pt x="550880" y="751803"/>
                  <a:pt x="534111" y="751803"/>
                </a:cubicBezTo>
                <a:cubicBezTo>
                  <a:pt x="517341" y="751803"/>
                  <a:pt x="503747" y="738209"/>
                  <a:pt x="503747" y="721440"/>
                </a:cubicBezTo>
                <a:cubicBezTo>
                  <a:pt x="503747" y="704670"/>
                  <a:pt x="517341" y="691076"/>
                  <a:pt x="534111" y="691076"/>
                </a:cubicBezTo>
                <a:close/>
                <a:moveTo>
                  <a:pt x="461556" y="691076"/>
                </a:moveTo>
                <a:cubicBezTo>
                  <a:pt x="478326" y="691076"/>
                  <a:pt x="491920" y="704670"/>
                  <a:pt x="491920" y="721440"/>
                </a:cubicBezTo>
                <a:cubicBezTo>
                  <a:pt x="491920" y="738209"/>
                  <a:pt x="478326" y="751803"/>
                  <a:pt x="461556" y="751803"/>
                </a:cubicBezTo>
                <a:cubicBezTo>
                  <a:pt x="444787" y="751803"/>
                  <a:pt x="431192" y="738209"/>
                  <a:pt x="431192" y="721440"/>
                </a:cubicBezTo>
                <a:cubicBezTo>
                  <a:pt x="431192" y="704670"/>
                  <a:pt x="444787" y="691076"/>
                  <a:pt x="461556" y="691076"/>
                </a:cubicBezTo>
                <a:close/>
                <a:moveTo>
                  <a:pt x="389002" y="691076"/>
                </a:moveTo>
                <a:cubicBezTo>
                  <a:pt x="405771" y="691076"/>
                  <a:pt x="419365" y="704670"/>
                  <a:pt x="419365" y="721440"/>
                </a:cubicBezTo>
                <a:cubicBezTo>
                  <a:pt x="419365" y="738209"/>
                  <a:pt x="405771" y="751803"/>
                  <a:pt x="389002" y="751803"/>
                </a:cubicBezTo>
                <a:cubicBezTo>
                  <a:pt x="372232" y="751803"/>
                  <a:pt x="358638" y="738209"/>
                  <a:pt x="358638" y="721440"/>
                </a:cubicBezTo>
                <a:cubicBezTo>
                  <a:pt x="358638" y="704670"/>
                  <a:pt x="372232" y="691076"/>
                  <a:pt x="389002" y="691076"/>
                </a:cubicBezTo>
                <a:close/>
                <a:moveTo>
                  <a:pt x="316447" y="691076"/>
                </a:moveTo>
                <a:cubicBezTo>
                  <a:pt x="333216" y="691076"/>
                  <a:pt x="346810" y="704670"/>
                  <a:pt x="346810" y="721440"/>
                </a:cubicBezTo>
                <a:cubicBezTo>
                  <a:pt x="346810" y="738209"/>
                  <a:pt x="333216" y="751803"/>
                  <a:pt x="316447" y="751803"/>
                </a:cubicBezTo>
                <a:cubicBezTo>
                  <a:pt x="299677" y="751803"/>
                  <a:pt x="286084" y="738209"/>
                  <a:pt x="286084" y="721440"/>
                </a:cubicBezTo>
                <a:cubicBezTo>
                  <a:pt x="286084" y="704670"/>
                  <a:pt x="299677" y="691076"/>
                  <a:pt x="316447" y="691076"/>
                </a:cubicBezTo>
                <a:close/>
                <a:moveTo>
                  <a:pt x="243892" y="691076"/>
                </a:moveTo>
                <a:cubicBezTo>
                  <a:pt x="260662" y="691076"/>
                  <a:pt x="274256" y="704670"/>
                  <a:pt x="274256" y="721440"/>
                </a:cubicBezTo>
                <a:cubicBezTo>
                  <a:pt x="274256" y="738209"/>
                  <a:pt x="260662" y="751803"/>
                  <a:pt x="243892" y="751803"/>
                </a:cubicBezTo>
                <a:cubicBezTo>
                  <a:pt x="227123" y="751803"/>
                  <a:pt x="213529" y="738209"/>
                  <a:pt x="213529" y="721440"/>
                </a:cubicBezTo>
                <a:cubicBezTo>
                  <a:pt x="213529" y="704670"/>
                  <a:pt x="227123" y="691076"/>
                  <a:pt x="243892" y="691076"/>
                </a:cubicBezTo>
                <a:close/>
                <a:moveTo>
                  <a:pt x="171339" y="691076"/>
                </a:moveTo>
                <a:cubicBezTo>
                  <a:pt x="188107" y="691076"/>
                  <a:pt x="201701" y="704670"/>
                  <a:pt x="201701" y="721440"/>
                </a:cubicBezTo>
                <a:cubicBezTo>
                  <a:pt x="201701" y="738209"/>
                  <a:pt x="188107" y="751803"/>
                  <a:pt x="171339" y="751803"/>
                </a:cubicBezTo>
                <a:cubicBezTo>
                  <a:pt x="154662" y="751803"/>
                  <a:pt x="141067" y="738209"/>
                  <a:pt x="141067" y="721440"/>
                </a:cubicBezTo>
                <a:cubicBezTo>
                  <a:pt x="141067" y="704670"/>
                  <a:pt x="154662" y="691076"/>
                  <a:pt x="171339" y="691076"/>
                </a:cubicBezTo>
                <a:close/>
                <a:moveTo>
                  <a:pt x="98890" y="691076"/>
                </a:moveTo>
                <a:cubicBezTo>
                  <a:pt x="115653" y="691076"/>
                  <a:pt x="129246" y="704670"/>
                  <a:pt x="129246" y="721440"/>
                </a:cubicBezTo>
                <a:cubicBezTo>
                  <a:pt x="129246" y="738209"/>
                  <a:pt x="115653" y="751803"/>
                  <a:pt x="98890" y="751803"/>
                </a:cubicBezTo>
                <a:cubicBezTo>
                  <a:pt x="82117" y="751803"/>
                  <a:pt x="68523" y="738209"/>
                  <a:pt x="68523" y="721440"/>
                </a:cubicBezTo>
                <a:cubicBezTo>
                  <a:pt x="68523" y="704670"/>
                  <a:pt x="82117" y="691076"/>
                  <a:pt x="98890" y="691076"/>
                </a:cubicBezTo>
                <a:close/>
                <a:moveTo>
                  <a:pt x="26336" y="691076"/>
                </a:moveTo>
                <a:cubicBezTo>
                  <a:pt x="43099" y="691076"/>
                  <a:pt x="56694" y="704670"/>
                  <a:pt x="56694" y="721440"/>
                </a:cubicBezTo>
                <a:cubicBezTo>
                  <a:pt x="56694" y="738209"/>
                  <a:pt x="43099" y="751803"/>
                  <a:pt x="26336" y="751803"/>
                </a:cubicBezTo>
                <a:cubicBezTo>
                  <a:pt x="17950" y="751803"/>
                  <a:pt x="10359" y="748405"/>
                  <a:pt x="4864" y="742910"/>
                </a:cubicBezTo>
                <a:lnTo>
                  <a:pt x="0" y="731167"/>
                </a:lnTo>
                <a:lnTo>
                  <a:pt x="0" y="711713"/>
                </a:lnTo>
                <a:lnTo>
                  <a:pt x="4864" y="699969"/>
                </a:lnTo>
                <a:cubicBezTo>
                  <a:pt x="10359" y="694475"/>
                  <a:pt x="17950" y="691076"/>
                  <a:pt x="26336" y="691076"/>
                </a:cubicBezTo>
                <a:close/>
                <a:moveTo>
                  <a:pt x="1622429" y="610624"/>
                </a:moveTo>
                <a:cubicBezTo>
                  <a:pt x="1639199" y="610624"/>
                  <a:pt x="1652792" y="624218"/>
                  <a:pt x="1652792" y="640988"/>
                </a:cubicBezTo>
                <a:cubicBezTo>
                  <a:pt x="1652792" y="657757"/>
                  <a:pt x="1639199" y="671351"/>
                  <a:pt x="1622429" y="671351"/>
                </a:cubicBezTo>
                <a:cubicBezTo>
                  <a:pt x="1605659" y="671351"/>
                  <a:pt x="1592066" y="657757"/>
                  <a:pt x="1592066" y="640988"/>
                </a:cubicBezTo>
                <a:cubicBezTo>
                  <a:pt x="1592066" y="624218"/>
                  <a:pt x="1605659" y="610624"/>
                  <a:pt x="1622429" y="610624"/>
                </a:cubicBezTo>
                <a:close/>
                <a:moveTo>
                  <a:pt x="1549874" y="610624"/>
                </a:moveTo>
                <a:cubicBezTo>
                  <a:pt x="1566644" y="610624"/>
                  <a:pt x="1580238" y="624218"/>
                  <a:pt x="1580238" y="640988"/>
                </a:cubicBezTo>
                <a:cubicBezTo>
                  <a:pt x="1580238" y="657757"/>
                  <a:pt x="1566644" y="671351"/>
                  <a:pt x="1549874" y="671351"/>
                </a:cubicBezTo>
                <a:cubicBezTo>
                  <a:pt x="1533105" y="671351"/>
                  <a:pt x="1519511" y="657757"/>
                  <a:pt x="1519511" y="640988"/>
                </a:cubicBezTo>
                <a:cubicBezTo>
                  <a:pt x="1519511" y="624218"/>
                  <a:pt x="1533105" y="610624"/>
                  <a:pt x="1549874" y="610624"/>
                </a:cubicBezTo>
                <a:close/>
                <a:moveTo>
                  <a:pt x="1477320" y="610624"/>
                </a:moveTo>
                <a:cubicBezTo>
                  <a:pt x="1494089" y="610624"/>
                  <a:pt x="1507683" y="624218"/>
                  <a:pt x="1507683" y="640988"/>
                </a:cubicBezTo>
                <a:cubicBezTo>
                  <a:pt x="1507683" y="657757"/>
                  <a:pt x="1494089" y="671351"/>
                  <a:pt x="1477320" y="671351"/>
                </a:cubicBezTo>
                <a:cubicBezTo>
                  <a:pt x="1460550" y="671351"/>
                  <a:pt x="1446956" y="657757"/>
                  <a:pt x="1446956" y="640988"/>
                </a:cubicBezTo>
                <a:cubicBezTo>
                  <a:pt x="1446956" y="624218"/>
                  <a:pt x="1460550" y="610624"/>
                  <a:pt x="1477320" y="610624"/>
                </a:cubicBezTo>
                <a:close/>
                <a:moveTo>
                  <a:pt x="1404765" y="610624"/>
                </a:moveTo>
                <a:cubicBezTo>
                  <a:pt x="1421535" y="610624"/>
                  <a:pt x="1435129" y="624218"/>
                  <a:pt x="1435129" y="640988"/>
                </a:cubicBezTo>
                <a:cubicBezTo>
                  <a:pt x="1435129" y="657757"/>
                  <a:pt x="1421535" y="671351"/>
                  <a:pt x="1404765" y="671351"/>
                </a:cubicBezTo>
                <a:cubicBezTo>
                  <a:pt x="1387996" y="671351"/>
                  <a:pt x="1374402" y="657757"/>
                  <a:pt x="1374402" y="640988"/>
                </a:cubicBezTo>
                <a:cubicBezTo>
                  <a:pt x="1374402" y="624218"/>
                  <a:pt x="1387996" y="610624"/>
                  <a:pt x="1404765" y="610624"/>
                </a:cubicBezTo>
                <a:close/>
                <a:moveTo>
                  <a:pt x="1332211" y="610624"/>
                </a:moveTo>
                <a:cubicBezTo>
                  <a:pt x="1348980" y="610624"/>
                  <a:pt x="1362574" y="624218"/>
                  <a:pt x="1362574" y="640988"/>
                </a:cubicBezTo>
                <a:cubicBezTo>
                  <a:pt x="1362574" y="657757"/>
                  <a:pt x="1348980" y="671351"/>
                  <a:pt x="1332211" y="671351"/>
                </a:cubicBezTo>
                <a:cubicBezTo>
                  <a:pt x="1315441" y="671351"/>
                  <a:pt x="1301847" y="657757"/>
                  <a:pt x="1301847" y="640988"/>
                </a:cubicBezTo>
                <a:cubicBezTo>
                  <a:pt x="1301847" y="624218"/>
                  <a:pt x="1315441" y="610624"/>
                  <a:pt x="1332211" y="610624"/>
                </a:cubicBezTo>
                <a:close/>
                <a:moveTo>
                  <a:pt x="1259656" y="610624"/>
                </a:moveTo>
                <a:cubicBezTo>
                  <a:pt x="1276426" y="610624"/>
                  <a:pt x="1290020" y="624218"/>
                  <a:pt x="1290020" y="640988"/>
                </a:cubicBezTo>
                <a:cubicBezTo>
                  <a:pt x="1290020" y="657757"/>
                  <a:pt x="1276426" y="671351"/>
                  <a:pt x="1259656" y="671351"/>
                </a:cubicBezTo>
                <a:cubicBezTo>
                  <a:pt x="1242887" y="671351"/>
                  <a:pt x="1229293" y="657757"/>
                  <a:pt x="1229293" y="640988"/>
                </a:cubicBezTo>
                <a:cubicBezTo>
                  <a:pt x="1229293" y="624218"/>
                  <a:pt x="1242887" y="610624"/>
                  <a:pt x="1259656" y="610624"/>
                </a:cubicBezTo>
                <a:close/>
                <a:moveTo>
                  <a:pt x="1187102" y="610624"/>
                </a:moveTo>
                <a:cubicBezTo>
                  <a:pt x="1203871" y="610624"/>
                  <a:pt x="1217465" y="624218"/>
                  <a:pt x="1217465" y="640988"/>
                </a:cubicBezTo>
                <a:cubicBezTo>
                  <a:pt x="1217465" y="657757"/>
                  <a:pt x="1203871" y="671351"/>
                  <a:pt x="1187102" y="671351"/>
                </a:cubicBezTo>
                <a:cubicBezTo>
                  <a:pt x="1170332" y="671351"/>
                  <a:pt x="1156738" y="657757"/>
                  <a:pt x="1156738" y="640988"/>
                </a:cubicBezTo>
                <a:cubicBezTo>
                  <a:pt x="1156738" y="624218"/>
                  <a:pt x="1170332" y="610624"/>
                  <a:pt x="1187102" y="610624"/>
                </a:cubicBezTo>
                <a:close/>
                <a:moveTo>
                  <a:pt x="1114547" y="610624"/>
                </a:moveTo>
                <a:cubicBezTo>
                  <a:pt x="1131317" y="610624"/>
                  <a:pt x="1144911" y="624218"/>
                  <a:pt x="1144911" y="640988"/>
                </a:cubicBezTo>
                <a:cubicBezTo>
                  <a:pt x="1144911" y="657757"/>
                  <a:pt x="1131317" y="671351"/>
                  <a:pt x="1114547" y="671351"/>
                </a:cubicBezTo>
                <a:cubicBezTo>
                  <a:pt x="1097778" y="671351"/>
                  <a:pt x="1084184" y="657757"/>
                  <a:pt x="1084184" y="640988"/>
                </a:cubicBezTo>
                <a:cubicBezTo>
                  <a:pt x="1084184" y="624218"/>
                  <a:pt x="1097778" y="610624"/>
                  <a:pt x="1114547" y="610624"/>
                </a:cubicBezTo>
                <a:close/>
                <a:moveTo>
                  <a:pt x="1041993" y="610624"/>
                </a:moveTo>
                <a:cubicBezTo>
                  <a:pt x="1058762" y="610624"/>
                  <a:pt x="1072356" y="624218"/>
                  <a:pt x="1072356" y="640988"/>
                </a:cubicBezTo>
                <a:cubicBezTo>
                  <a:pt x="1072356" y="657757"/>
                  <a:pt x="1058762" y="671351"/>
                  <a:pt x="1041993" y="671351"/>
                </a:cubicBezTo>
                <a:cubicBezTo>
                  <a:pt x="1025223" y="671351"/>
                  <a:pt x="1011629" y="657757"/>
                  <a:pt x="1011629" y="640988"/>
                </a:cubicBezTo>
                <a:cubicBezTo>
                  <a:pt x="1011629" y="624218"/>
                  <a:pt x="1025223" y="610624"/>
                  <a:pt x="1041993" y="610624"/>
                </a:cubicBezTo>
                <a:close/>
                <a:moveTo>
                  <a:pt x="969438" y="610624"/>
                </a:moveTo>
                <a:cubicBezTo>
                  <a:pt x="986208" y="610624"/>
                  <a:pt x="999801" y="624218"/>
                  <a:pt x="999801" y="640988"/>
                </a:cubicBezTo>
                <a:cubicBezTo>
                  <a:pt x="999801" y="657757"/>
                  <a:pt x="986208" y="671351"/>
                  <a:pt x="969438" y="671351"/>
                </a:cubicBezTo>
                <a:cubicBezTo>
                  <a:pt x="952669" y="671351"/>
                  <a:pt x="939075" y="657757"/>
                  <a:pt x="939075" y="640988"/>
                </a:cubicBezTo>
                <a:cubicBezTo>
                  <a:pt x="939075" y="624218"/>
                  <a:pt x="952669" y="610624"/>
                  <a:pt x="969438" y="610624"/>
                </a:cubicBezTo>
                <a:close/>
                <a:moveTo>
                  <a:pt x="896883" y="610624"/>
                </a:moveTo>
                <a:cubicBezTo>
                  <a:pt x="913653" y="610624"/>
                  <a:pt x="927247" y="624218"/>
                  <a:pt x="927247" y="640988"/>
                </a:cubicBezTo>
                <a:cubicBezTo>
                  <a:pt x="927247" y="657757"/>
                  <a:pt x="913653" y="671351"/>
                  <a:pt x="896883" y="671351"/>
                </a:cubicBezTo>
                <a:cubicBezTo>
                  <a:pt x="880114" y="671351"/>
                  <a:pt x="866520" y="657757"/>
                  <a:pt x="866520" y="640988"/>
                </a:cubicBezTo>
                <a:cubicBezTo>
                  <a:pt x="866520" y="624218"/>
                  <a:pt x="880114" y="610624"/>
                  <a:pt x="896883" y="610624"/>
                </a:cubicBezTo>
                <a:close/>
                <a:moveTo>
                  <a:pt x="824329" y="610624"/>
                </a:moveTo>
                <a:cubicBezTo>
                  <a:pt x="841098" y="610624"/>
                  <a:pt x="854692" y="624218"/>
                  <a:pt x="854692" y="640988"/>
                </a:cubicBezTo>
                <a:cubicBezTo>
                  <a:pt x="854692" y="657757"/>
                  <a:pt x="841098" y="671351"/>
                  <a:pt x="824329" y="671351"/>
                </a:cubicBezTo>
                <a:cubicBezTo>
                  <a:pt x="807559" y="671351"/>
                  <a:pt x="793965" y="657757"/>
                  <a:pt x="793965" y="640988"/>
                </a:cubicBezTo>
                <a:cubicBezTo>
                  <a:pt x="793965" y="624218"/>
                  <a:pt x="807559" y="610624"/>
                  <a:pt x="824329" y="610624"/>
                </a:cubicBezTo>
                <a:close/>
                <a:moveTo>
                  <a:pt x="751774" y="610624"/>
                </a:moveTo>
                <a:cubicBezTo>
                  <a:pt x="768544" y="610624"/>
                  <a:pt x="782138" y="624218"/>
                  <a:pt x="782138" y="640988"/>
                </a:cubicBezTo>
                <a:cubicBezTo>
                  <a:pt x="782138" y="657757"/>
                  <a:pt x="768544" y="671351"/>
                  <a:pt x="751774" y="671351"/>
                </a:cubicBezTo>
                <a:cubicBezTo>
                  <a:pt x="735005" y="671351"/>
                  <a:pt x="721411" y="657757"/>
                  <a:pt x="721411" y="640988"/>
                </a:cubicBezTo>
                <a:cubicBezTo>
                  <a:pt x="721411" y="624218"/>
                  <a:pt x="735005" y="610624"/>
                  <a:pt x="751774" y="610624"/>
                </a:cubicBezTo>
                <a:close/>
                <a:moveTo>
                  <a:pt x="679220" y="610624"/>
                </a:moveTo>
                <a:cubicBezTo>
                  <a:pt x="695989" y="610624"/>
                  <a:pt x="709583" y="624218"/>
                  <a:pt x="709583" y="640988"/>
                </a:cubicBezTo>
                <a:cubicBezTo>
                  <a:pt x="709583" y="657757"/>
                  <a:pt x="695989" y="671351"/>
                  <a:pt x="679220" y="671351"/>
                </a:cubicBezTo>
                <a:cubicBezTo>
                  <a:pt x="662450" y="671351"/>
                  <a:pt x="648856" y="657757"/>
                  <a:pt x="648856" y="640988"/>
                </a:cubicBezTo>
                <a:cubicBezTo>
                  <a:pt x="648856" y="624218"/>
                  <a:pt x="662450" y="610624"/>
                  <a:pt x="679220" y="610624"/>
                </a:cubicBezTo>
                <a:close/>
                <a:moveTo>
                  <a:pt x="606665" y="610624"/>
                </a:moveTo>
                <a:cubicBezTo>
                  <a:pt x="623435" y="610624"/>
                  <a:pt x="637029" y="624218"/>
                  <a:pt x="637029" y="640988"/>
                </a:cubicBezTo>
                <a:cubicBezTo>
                  <a:pt x="637029" y="657757"/>
                  <a:pt x="623435" y="671351"/>
                  <a:pt x="606665" y="671351"/>
                </a:cubicBezTo>
                <a:cubicBezTo>
                  <a:pt x="589896" y="671351"/>
                  <a:pt x="576302" y="657757"/>
                  <a:pt x="576302" y="640988"/>
                </a:cubicBezTo>
                <a:cubicBezTo>
                  <a:pt x="576302" y="624218"/>
                  <a:pt x="589896" y="610624"/>
                  <a:pt x="606665" y="610624"/>
                </a:cubicBezTo>
                <a:close/>
                <a:moveTo>
                  <a:pt x="534111" y="610624"/>
                </a:moveTo>
                <a:cubicBezTo>
                  <a:pt x="550880" y="610624"/>
                  <a:pt x="564474" y="624218"/>
                  <a:pt x="564474" y="640988"/>
                </a:cubicBezTo>
                <a:cubicBezTo>
                  <a:pt x="564474" y="657757"/>
                  <a:pt x="550880" y="671351"/>
                  <a:pt x="534111" y="671351"/>
                </a:cubicBezTo>
                <a:cubicBezTo>
                  <a:pt x="517341" y="671351"/>
                  <a:pt x="503747" y="657757"/>
                  <a:pt x="503747" y="640988"/>
                </a:cubicBezTo>
                <a:cubicBezTo>
                  <a:pt x="503747" y="624218"/>
                  <a:pt x="517341" y="610624"/>
                  <a:pt x="534111" y="610624"/>
                </a:cubicBezTo>
                <a:close/>
                <a:moveTo>
                  <a:pt x="461556" y="610624"/>
                </a:moveTo>
                <a:cubicBezTo>
                  <a:pt x="478326" y="610624"/>
                  <a:pt x="491920" y="624218"/>
                  <a:pt x="491920" y="640988"/>
                </a:cubicBezTo>
                <a:cubicBezTo>
                  <a:pt x="491920" y="657757"/>
                  <a:pt x="478326" y="671351"/>
                  <a:pt x="461556" y="671351"/>
                </a:cubicBezTo>
                <a:cubicBezTo>
                  <a:pt x="444787" y="671351"/>
                  <a:pt x="431192" y="657757"/>
                  <a:pt x="431192" y="640988"/>
                </a:cubicBezTo>
                <a:cubicBezTo>
                  <a:pt x="431192" y="624218"/>
                  <a:pt x="444787" y="610624"/>
                  <a:pt x="461556" y="610624"/>
                </a:cubicBezTo>
                <a:close/>
                <a:moveTo>
                  <a:pt x="389002" y="610624"/>
                </a:moveTo>
                <a:cubicBezTo>
                  <a:pt x="405771" y="610624"/>
                  <a:pt x="419365" y="624218"/>
                  <a:pt x="419365" y="640988"/>
                </a:cubicBezTo>
                <a:cubicBezTo>
                  <a:pt x="419365" y="657757"/>
                  <a:pt x="405771" y="671351"/>
                  <a:pt x="389002" y="671351"/>
                </a:cubicBezTo>
                <a:cubicBezTo>
                  <a:pt x="372232" y="671351"/>
                  <a:pt x="358638" y="657757"/>
                  <a:pt x="358638" y="640988"/>
                </a:cubicBezTo>
                <a:cubicBezTo>
                  <a:pt x="358638" y="624218"/>
                  <a:pt x="372232" y="610624"/>
                  <a:pt x="389002" y="610624"/>
                </a:cubicBezTo>
                <a:close/>
                <a:moveTo>
                  <a:pt x="316447" y="610624"/>
                </a:moveTo>
                <a:cubicBezTo>
                  <a:pt x="333216" y="610624"/>
                  <a:pt x="346810" y="624218"/>
                  <a:pt x="346810" y="640988"/>
                </a:cubicBezTo>
                <a:cubicBezTo>
                  <a:pt x="346810" y="657757"/>
                  <a:pt x="333216" y="671351"/>
                  <a:pt x="316447" y="671351"/>
                </a:cubicBezTo>
                <a:cubicBezTo>
                  <a:pt x="299677" y="671351"/>
                  <a:pt x="286084" y="657757"/>
                  <a:pt x="286084" y="640988"/>
                </a:cubicBezTo>
                <a:cubicBezTo>
                  <a:pt x="286084" y="624218"/>
                  <a:pt x="299677" y="610624"/>
                  <a:pt x="316447" y="610624"/>
                </a:cubicBezTo>
                <a:close/>
                <a:moveTo>
                  <a:pt x="243892" y="610624"/>
                </a:moveTo>
                <a:cubicBezTo>
                  <a:pt x="260662" y="610624"/>
                  <a:pt x="274256" y="624218"/>
                  <a:pt x="274256" y="640988"/>
                </a:cubicBezTo>
                <a:cubicBezTo>
                  <a:pt x="274256" y="657757"/>
                  <a:pt x="260662" y="671351"/>
                  <a:pt x="243892" y="671351"/>
                </a:cubicBezTo>
                <a:cubicBezTo>
                  <a:pt x="227123" y="671351"/>
                  <a:pt x="213529" y="657757"/>
                  <a:pt x="213529" y="640988"/>
                </a:cubicBezTo>
                <a:cubicBezTo>
                  <a:pt x="213529" y="624218"/>
                  <a:pt x="227123" y="610624"/>
                  <a:pt x="243892" y="610624"/>
                </a:cubicBezTo>
                <a:close/>
                <a:moveTo>
                  <a:pt x="171339" y="610624"/>
                </a:moveTo>
                <a:cubicBezTo>
                  <a:pt x="188107" y="610624"/>
                  <a:pt x="201701" y="624218"/>
                  <a:pt x="201701" y="640988"/>
                </a:cubicBezTo>
                <a:cubicBezTo>
                  <a:pt x="201701" y="657757"/>
                  <a:pt x="188107" y="671351"/>
                  <a:pt x="171339" y="671351"/>
                </a:cubicBezTo>
                <a:cubicBezTo>
                  <a:pt x="154667" y="671351"/>
                  <a:pt x="141073" y="657757"/>
                  <a:pt x="141073" y="640988"/>
                </a:cubicBezTo>
                <a:cubicBezTo>
                  <a:pt x="141073" y="624218"/>
                  <a:pt x="154667" y="610624"/>
                  <a:pt x="171339" y="610624"/>
                </a:cubicBezTo>
                <a:close/>
                <a:moveTo>
                  <a:pt x="98897" y="610624"/>
                </a:moveTo>
                <a:cubicBezTo>
                  <a:pt x="115658" y="610624"/>
                  <a:pt x="129252" y="624218"/>
                  <a:pt x="129252" y="640988"/>
                </a:cubicBezTo>
                <a:cubicBezTo>
                  <a:pt x="129252" y="657757"/>
                  <a:pt x="115658" y="671351"/>
                  <a:pt x="98897" y="671351"/>
                </a:cubicBezTo>
                <a:cubicBezTo>
                  <a:pt x="82124" y="671351"/>
                  <a:pt x="68530" y="657757"/>
                  <a:pt x="68530" y="640988"/>
                </a:cubicBezTo>
                <a:cubicBezTo>
                  <a:pt x="68530" y="624218"/>
                  <a:pt x="82124" y="610624"/>
                  <a:pt x="98897" y="610624"/>
                </a:cubicBezTo>
                <a:close/>
                <a:moveTo>
                  <a:pt x="26342" y="610624"/>
                </a:moveTo>
                <a:cubicBezTo>
                  <a:pt x="43106" y="610624"/>
                  <a:pt x="56701" y="624218"/>
                  <a:pt x="56701" y="640988"/>
                </a:cubicBezTo>
                <a:cubicBezTo>
                  <a:pt x="56701" y="657757"/>
                  <a:pt x="43106" y="671351"/>
                  <a:pt x="26342" y="671351"/>
                </a:cubicBezTo>
                <a:cubicBezTo>
                  <a:pt x="17956" y="671351"/>
                  <a:pt x="10365" y="667953"/>
                  <a:pt x="4871" y="662458"/>
                </a:cubicBezTo>
                <a:lnTo>
                  <a:pt x="0" y="650698"/>
                </a:lnTo>
                <a:lnTo>
                  <a:pt x="0" y="631277"/>
                </a:lnTo>
                <a:lnTo>
                  <a:pt x="4871" y="619517"/>
                </a:lnTo>
                <a:cubicBezTo>
                  <a:pt x="10365" y="614023"/>
                  <a:pt x="17956" y="610624"/>
                  <a:pt x="26342" y="610624"/>
                </a:cubicBezTo>
                <a:close/>
                <a:moveTo>
                  <a:pt x="1669096" y="549730"/>
                </a:moveTo>
                <a:lnTo>
                  <a:pt x="1668124" y="568994"/>
                </a:lnTo>
                <a:lnTo>
                  <a:pt x="1664620" y="560536"/>
                </a:lnTo>
                <a:close/>
                <a:moveTo>
                  <a:pt x="1622429" y="530173"/>
                </a:moveTo>
                <a:cubicBezTo>
                  <a:pt x="1639199" y="530173"/>
                  <a:pt x="1652792" y="543767"/>
                  <a:pt x="1652792" y="560536"/>
                </a:cubicBezTo>
                <a:cubicBezTo>
                  <a:pt x="1652792" y="577306"/>
                  <a:pt x="1639199" y="590900"/>
                  <a:pt x="1622429" y="590900"/>
                </a:cubicBezTo>
                <a:cubicBezTo>
                  <a:pt x="1605659" y="590900"/>
                  <a:pt x="1592066" y="577306"/>
                  <a:pt x="1592066" y="560536"/>
                </a:cubicBezTo>
                <a:cubicBezTo>
                  <a:pt x="1592066" y="543767"/>
                  <a:pt x="1605659" y="530173"/>
                  <a:pt x="1622429" y="530173"/>
                </a:cubicBezTo>
                <a:close/>
                <a:moveTo>
                  <a:pt x="1549874" y="530173"/>
                </a:moveTo>
                <a:cubicBezTo>
                  <a:pt x="1566644" y="530173"/>
                  <a:pt x="1580238" y="543767"/>
                  <a:pt x="1580238" y="560536"/>
                </a:cubicBezTo>
                <a:cubicBezTo>
                  <a:pt x="1580238" y="577306"/>
                  <a:pt x="1566644" y="590900"/>
                  <a:pt x="1549874" y="590900"/>
                </a:cubicBezTo>
                <a:cubicBezTo>
                  <a:pt x="1533105" y="590900"/>
                  <a:pt x="1519511" y="577306"/>
                  <a:pt x="1519511" y="560536"/>
                </a:cubicBezTo>
                <a:cubicBezTo>
                  <a:pt x="1519511" y="543767"/>
                  <a:pt x="1533105" y="530173"/>
                  <a:pt x="1549874" y="530173"/>
                </a:cubicBezTo>
                <a:close/>
                <a:moveTo>
                  <a:pt x="1477320" y="530173"/>
                </a:moveTo>
                <a:cubicBezTo>
                  <a:pt x="1494089" y="530173"/>
                  <a:pt x="1507683" y="543767"/>
                  <a:pt x="1507683" y="560536"/>
                </a:cubicBezTo>
                <a:cubicBezTo>
                  <a:pt x="1507683" y="577306"/>
                  <a:pt x="1494089" y="590900"/>
                  <a:pt x="1477320" y="590900"/>
                </a:cubicBezTo>
                <a:cubicBezTo>
                  <a:pt x="1460550" y="590900"/>
                  <a:pt x="1446956" y="577306"/>
                  <a:pt x="1446956" y="560536"/>
                </a:cubicBezTo>
                <a:cubicBezTo>
                  <a:pt x="1446956" y="543767"/>
                  <a:pt x="1460550" y="530173"/>
                  <a:pt x="1477320" y="530173"/>
                </a:cubicBezTo>
                <a:close/>
                <a:moveTo>
                  <a:pt x="1404765" y="530173"/>
                </a:moveTo>
                <a:cubicBezTo>
                  <a:pt x="1421535" y="530173"/>
                  <a:pt x="1435129" y="543767"/>
                  <a:pt x="1435129" y="560536"/>
                </a:cubicBezTo>
                <a:cubicBezTo>
                  <a:pt x="1435129" y="577306"/>
                  <a:pt x="1421535" y="590900"/>
                  <a:pt x="1404765" y="590900"/>
                </a:cubicBezTo>
                <a:cubicBezTo>
                  <a:pt x="1387996" y="590900"/>
                  <a:pt x="1374402" y="577306"/>
                  <a:pt x="1374402" y="560536"/>
                </a:cubicBezTo>
                <a:cubicBezTo>
                  <a:pt x="1374402" y="543767"/>
                  <a:pt x="1387996" y="530173"/>
                  <a:pt x="1404765" y="530173"/>
                </a:cubicBezTo>
                <a:close/>
                <a:moveTo>
                  <a:pt x="1332211" y="530173"/>
                </a:moveTo>
                <a:cubicBezTo>
                  <a:pt x="1348980" y="530173"/>
                  <a:pt x="1362574" y="543767"/>
                  <a:pt x="1362574" y="560536"/>
                </a:cubicBezTo>
                <a:cubicBezTo>
                  <a:pt x="1362574" y="577306"/>
                  <a:pt x="1348980" y="590900"/>
                  <a:pt x="1332211" y="590900"/>
                </a:cubicBezTo>
                <a:cubicBezTo>
                  <a:pt x="1315441" y="590900"/>
                  <a:pt x="1301847" y="577306"/>
                  <a:pt x="1301847" y="560536"/>
                </a:cubicBezTo>
                <a:cubicBezTo>
                  <a:pt x="1301847" y="543767"/>
                  <a:pt x="1315441" y="530173"/>
                  <a:pt x="1332211" y="530173"/>
                </a:cubicBezTo>
                <a:close/>
                <a:moveTo>
                  <a:pt x="1259656" y="530173"/>
                </a:moveTo>
                <a:cubicBezTo>
                  <a:pt x="1276426" y="530173"/>
                  <a:pt x="1290020" y="543767"/>
                  <a:pt x="1290020" y="560536"/>
                </a:cubicBezTo>
                <a:cubicBezTo>
                  <a:pt x="1290020" y="577306"/>
                  <a:pt x="1276426" y="590900"/>
                  <a:pt x="1259656" y="590900"/>
                </a:cubicBezTo>
                <a:cubicBezTo>
                  <a:pt x="1242887" y="590900"/>
                  <a:pt x="1229293" y="577306"/>
                  <a:pt x="1229293" y="560536"/>
                </a:cubicBezTo>
                <a:cubicBezTo>
                  <a:pt x="1229293" y="543767"/>
                  <a:pt x="1242887" y="530173"/>
                  <a:pt x="1259656" y="530173"/>
                </a:cubicBezTo>
                <a:close/>
                <a:moveTo>
                  <a:pt x="1187102" y="530173"/>
                </a:moveTo>
                <a:cubicBezTo>
                  <a:pt x="1203871" y="530173"/>
                  <a:pt x="1217465" y="543767"/>
                  <a:pt x="1217465" y="560536"/>
                </a:cubicBezTo>
                <a:cubicBezTo>
                  <a:pt x="1217465" y="577306"/>
                  <a:pt x="1203871" y="590900"/>
                  <a:pt x="1187102" y="590900"/>
                </a:cubicBezTo>
                <a:cubicBezTo>
                  <a:pt x="1170332" y="590900"/>
                  <a:pt x="1156738" y="577306"/>
                  <a:pt x="1156738" y="560536"/>
                </a:cubicBezTo>
                <a:cubicBezTo>
                  <a:pt x="1156738" y="543767"/>
                  <a:pt x="1170332" y="530173"/>
                  <a:pt x="1187102" y="530173"/>
                </a:cubicBezTo>
                <a:close/>
                <a:moveTo>
                  <a:pt x="1114547" y="530173"/>
                </a:moveTo>
                <a:cubicBezTo>
                  <a:pt x="1131317" y="530173"/>
                  <a:pt x="1144911" y="543767"/>
                  <a:pt x="1144911" y="560536"/>
                </a:cubicBezTo>
                <a:cubicBezTo>
                  <a:pt x="1144911" y="577306"/>
                  <a:pt x="1131317" y="590900"/>
                  <a:pt x="1114547" y="590900"/>
                </a:cubicBezTo>
                <a:cubicBezTo>
                  <a:pt x="1097778" y="590900"/>
                  <a:pt x="1084184" y="577306"/>
                  <a:pt x="1084184" y="560536"/>
                </a:cubicBezTo>
                <a:cubicBezTo>
                  <a:pt x="1084184" y="543767"/>
                  <a:pt x="1097778" y="530173"/>
                  <a:pt x="1114547" y="530173"/>
                </a:cubicBezTo>
                <a:close/>
                <a:moveTo>
                  <a:pt x="1041993" y="530173"/>
                </a:moveTo>
                <a:cubicBezTo>
                  <a:pt x="1058762" y="530173"/>
                  <a:pt x="1072356" y="543767"/>
                  <a:pt x="1072356" y="560536"/>
                </a:cubicBezTo>
                <a:cubicBezTo>
                  <a:pt x="1072356" y="577306"/>
                  <a:pt x="1058762" y="590900"/>
                  <a:pt x="1041993" y="590900"/>
                </a:cubicBezTo>
                <a:cubicBezTo>
                  <a:pt x="1025223" y="590900"/>
                  <a:pt x="1011629" y="577306"/>
                  <a:pt x="1011629" y="560536"/>
                </a:cubicBezTo>
                <a:cubicBezTo>
                  <a:pt x="1011629" y="543767"/>
                  <a:pt x="1025223" y="530173"/>
                  <a:pt x="1041993" y="530173"/>
                </a:cubicBezTo>
                <a:close/>
                <a:moveTo>
                  <a:pt x="969438" y="530173"/>
                </a:moveTo>
                <a:cubicBezTo>
                  <a:pt x="986208" y="530173"/>
                  <a:pt x="999801" y="543767"/>
                  <a:pt x="999801" y="560536"/>
                </a:cubicBezTo>
                <a:cubicBezTo>
                  <a:pt x="999801" y="577306"/>
                  <a:pt x="986208" y="590900"/>
                  <a:pt x="969438" y="590900"/>
                </a:cubicBezTo>
                <a:cubicBezTo>
                  <a:pt x="952669" y="590900"/>
                  <a:pt x="939075" y="577306"/>
                  <a:pt x="939075" y="560536"/>
                </a:cubicBezTo>
                <a:cubicBezTo>
                  <a:pt x="939075" y="543767"/>
                  <a:pt x="952669" y="530173"/>
                  <a:pt x="969438" y="530173"/>
                </a:cubicBezTo>
                <a:close/>
                <a:moveTo>
                  <a:pt x="896883" y="530173"/>
                </a:moveTo>
                <a:cubicBezTo>
                  <a:pt x="913653" y="530173"/>
                  <a:pt x="927247" y="543767"/>
                  <a:pt x="927247" y="560536"/>
                </a:cubicBezTo>
                <a:cubicBezTo>
                  <a:pt x="927247" y="577306"/>
                  <a:pt x="913653" y="590900"/>
                  <a:pt x="896883" y="590900"/>
                </a:cubicBezTo>
                <a:cubicBezTo>
                  <a:pt x="880114" y="590900"/>
                  <a:pt x="866520" y="577306"/>
                  <a:pt x="866520" y="560536"/>
                </a:cubicBezTo>
                <a:cubicBezTo>
                  <a:pt x="866520" y="543767"/>
                  <a:pt x="880114" y="530173"/>
                  <a:pt x="896883" y="530173"/>
                </a:cubicBezTo>
                <a:close/>
                <a:moveTo>
                  <a:pt x="824329" y="530173"/>
                </a:moveTo>
                <a:cubicBezTo>
                  <a:pt x="841098" y="530173"/>
                  <a:pt x="854692" y="543767"/>
                  <a:pt x="854692" y="560536"/>
                </a:cubicBezTo>
                <a:cubicBezTo>
                  <a:pt x="854692" y="577306"/>
                  <a:pt x="841098" y="590900"/>
                  <a:pt x="824329" y="590900"/>
                </a:cubicBezTo>
                <a:cubicBezTo>
                  <a:pt x="807559" y="590900"/>
                  <a:pt x="793965" y="577306"/>
                  <a:pt x="793965" y="560536"/>
                </a:cubicBezTo>
                <a:cubicBezTo>
                  <a:pt x="793965" y="543767"/>
                  <a:pt x="807559" y="530173"/>
                  <a:pt x="824329" y="530173"/>
                </a:cubicBezTo>
                <a:close/>
                <a:moveTo>
                  <a:pt x="751774" y="530173"/>
                </a:moveTo>
                <a:cubicBezTo>
                  <a:pt x="768544" y="530173"/>
                  <a:pt x="782138" y="543767"/>
                  <a:pt x="782138" y="560536"/>
                </a:cubicBezTo>
                <a:cubicBezTo>
                  <a:pt x="782138" y="577306"/>
                  <a:pt x="768544" y="590900"/>
                  <a:pt x="751774" y="590900"/>
                </a:cubicBezTo>
                <a:cubicBezTo>
                  <a:pt x="735005" y="590900"/>
                  <a:pt x="721411" y="577306"/>
                  <a:pt x="721411" y="560536"/>
                </a:cubicBezTo>
                <a:cubicBezTo>
                  <a:pt x="721411" y="543767"/>
                  <a:pt x="735005" y="530173"/>
                  <a:pt x="751774" y="530173"/>
                </a:cubicBezTo>
                <a:close/>
                <a:moveTo>
                  <a:pt x="679220" y="530173"/>
                </a:moveTo>
                <a:cubicBezTo>
                  <a:pt x="695989" y="530173"/>
                  <a:pt x="709583" y="543767"/>
                  <a:pt x="709583" y="560536"/>
                </a:cubicBezTo>
                <a:cubicBezTo>
                  <a:pt x="709583" y="577306"/>
                  <a:pt x="695989" y="590900"/>
                  <a:pt x="679220" y="590900"/>
                </a:cubicBezTo>
                <a:cubicBezTo>
                  <a:pt x="662450" y="590900"/>
                  <a:pt x="648856" y="577306"/>
                  <a:pt x="648856" y="560536"/>
                </a:cubicBezTo>
                <a:cubicBezTo>
                  <a:pt x="648856" y="543767"/>
                  <a:pt x="662450" y="530173"/>
                  <a:pt x="679220" y="530173"/>
                </a:cubicBezTo>
                <a:close/>
                <a:moveTo>
                  <a:pt x="606665" y="530173"/>
                </a:moveTo>
                <a:cubicBezTo>
                  <a:pt x="623435" y="530173"/>
                  <a:pt x="637029" y="543767"/>
                  <a:pt x="637029" y="560536"/>
                </a:cubicBezTo>
                <a:cubicBezTo>
                  <a:pt x="637029" y="577306"/>
                  <a:pt x="623435" y="590900"/>
                  <a:pt x="606665" y="590900"/>
                </a:cubicBezTo>
                <a:cubicBezTo>
                  <a:pt x="589896" y="590900"/>
                  <a:pt x="576302" y="577306"/>
                  <a:pt x="576302" y="560536"/>
                </a:cubicBezTo>
                <a:cubicBezTo>
                  <a:pt x="576302" y="543767"/>
                  <a:pt x="589896" y="530173"/>
                  <a:pt x="606665" y="530173"/>
                </a:cubicBezTo>
                <a:close/>
                <a:moveTo>
                  <a:pt x="534111" y="530173"/>
                </a:moveTo>
                <a:cubicBezTo>
                  <a:pt x="550880" y="530173"/>
                  <a:pt x="564474" y="543767"/>
                  <a:pt x="564474" y="560536"/>
                </a:cubicBezTo>
                <a:cubicBezTo>
                  <a:pt x="564474" y="577306"/>
                  <a:pt x="550880" y="590900"/>
                  <a:pt x="534111" y="590900"/>
                </a:cubicBezTo>
                <a:cubicBezTo>
                  <a:pt x="517341" y="590900"/>
                  <a:pt x="503747" y="577306"/>
                  <a:pt x="503747" y="560536"/>
                </a:cubicBezTo>
                <a:cubicBezTo>
                  <a:pt x="503747" y="543767"/>
                  <a:pt x="517341" y="530173"/>
                  <a:pt x="534111" y="530173"/>
                </a:cubicBezTo>
                <a:close/>
                <a:moveTo>
                  <a:pt x="461556" y="530173"/>
                </a:moveTo>
                <a:cubicBezTo>
                  <a:pt x="478326" y="530173"/>
                  <a:pt x="491920" y="543767"/>
                  <a:pt x="491920" y="560536"/>
                </a:cubicBezTo>
                <a:cubicBezTo>
                  <a:pt x="491920" y="577306"/>
                  <a:pt x="478326" y="590900"/>
                  <a:pt x="461556" y="590900"/>
                </a:cubicBezTo>
                <a:cubicBezTo>
                  <a:pt x="444787" y="590900"/>
                  <a:pt x="431192" y="577306"/>
                  <a:pt x="431192" y="560536"/>
                </a:cubicBezTo>
                <a:cubicBezTo>
                  <a:pt x="431192" y="543767"/>
                  <a:pt x="444787" y="530173"/>
                  <a:pt x="461556" y="530173"/>
                </a:cubicBezTo>
                <a:close/>
                <a:moveTo>
                  <a:pt x="389002" y="530173"/>
                </a:moveTo>
                <a:cubicBezTo>
                  <a:pt x="405771" y="530173"/>
                  <a:pt x="419365" y="543767"/>
                  <a:pt x="419365" y="560536"/>
                </a:cubicBezTo>
                <a:cubicBezTo>
                  <a:pt x="419365" y="577306"/>
                  <a:pt x="405771" y="590900"/>
                  <a:pt x="389002" y="590900"/>
                </a:cubicBezTo>
                <a:cubicBezTo>
                  <a:pt x="372232" y="590900"/>
                  <a:pt x="358638" y="577306"/>
                  <a:pt x="358638" y="560536"/>
                </a:cubicBezTo>
                <a:cubicBezTo>
                  <a:pt x="358638" y="543767"/>
                  <a:pt x="372232" y="530173"/>
                  <a:pt x="389002" y="530173"/>
                </a:cubicBezTo>
                <a:close/>
                <a:moveTo>
                  <a:pt x="316447" y="530173"/>
                </a:moveTo>
                <a:cubicBezTo>
                  <a:pt x="333216" y="530173"/>
                  <a:pt x="346810" y="543767"/>
                  <a:pt x="346810" y="560536"/>
                </a:cubicBezTo>
                <a:cubicBezTo>
                  <a:pt x="346810" y="577306"/>
                  <a:pt x="333216" y="590900"/>
                  <a:pt x="316447" y="590900"/>
                </a:cubicBezTo>
                <a:cubicBezTo>
                  <a:pt x="299677" y="590900"/>
                  <a:pt x="286084" y="577306"/>
                  <a:pt x="286084" y="560536"/>
                </a:cubicBezTo>
                <a:cubicBezTo>
                  <a:pt x="286084" y="543767"/>
                  <a:pt x="299677" y="530173"/>
                  <a:pt x="316447" y="530173"/>
                </a:cubicBezTo>
                <a:close/>
                <a:moveTo>
                  <a:pt x="243892" y="530173"/>
                </a:moveTo>
                <a:cubicBezTo>
                  <a:pt x="260662" y="530173"/>
                  <a:pt x="274256" y="543767"/>
                  <a:pt x="274256" y="560536"/>
                </a:cubicBezTo>
                <a:cubicBezTo>
                  <a:pt x="274256" y="577306"/>
                  <a:pt x="260662" y="590900"/>
                  <a:pt x="243892" y="590900"/>
                </a:cubicBezTo>
                <a:cubicBezTo>
                  <a:pt x="227123" y="590900"/>
                  <a:pt x="213529" y="577306"/>
                  <a:pt x="213529" y="560536"/>
                </a:cubicBezTo>
                <a:cubicBezTo>
                  <a:pt x="213529" y="543767"/>
                  <a:pt x="227123" y="530173"/>
                  <a:pt x="243892" y="530173"/>
                </a:cubicBezTo>
                <a:close/>
                <a:moveTo>
                  <a:pt x="171339" y="530173"/>
                </a:moveTo>
                <a:cubicBezTo>
                  <a:pt x="188107" y="530173"/>
                  <a:pt x="201701" y="543767"/>
                  <a:pt x="201701" y="560536"/>
                </a:cubicBezTo>
                <a:cubicBezTo>
                  <a:pt x="201701" y="577306"/>
                  <a:pt x="188107" y="590900"/>
                  <a:pt x="171339" y="590900"/>
                </a:cubicBezTo>
                <a:cubicBezTo>
                  <a:pt x="154673" y="590900"/>
                  <a:pt x="141079" y="577306"/>
                  <a:pt x="141079" y="560536"/>
                </a:cubicBezTo>
                <a:cubicBezTo>
                  <a:pt x="141079" y="543767"/>
                  <a:pt x="154673" y="530173"/>
                  <a:pt x="171339" y="530173"/>
                </a:cubicBezTo>
                <a:close/>
                <a:moveTo>
                  <a:pt x="98904" y="530173"/>
                </a:moveTo>
                <a:cubicBezTo>
                  <a:pt x="115664" y="530173"/>
                  <a:pt x="129258" y="543767"/>
                  <a:pt x="129258" y="560536"/>
                </a:cubicBezTo>
                <a:cubicBezTo>
                  <a:pt x="129258" y="577306"/>
                  <a:pt x="115664" y="590900"/>
                  <a:pt x="98904" y="590900"/>
                </a:cubicBezTo>
                <a:cubicBezTo>
                  <a:pt x="82130" y="590900"/>
                  <a:pt x="68536" y="577306"/>
                  <a:pt x="68536" y="560536"/>
                </a:cubicBezTo>
                <a:cubicBezTo>
                  <a:pt x="68536" y="543767"/>
                  <a:pt x="82130" y="530173"/>
                  <a:pt x="98904" y="530173"/>
                </a:cubicBezTo>
                <a:close/>
                <a:moveTo>
                  <a:pt x="26349" y="530173"/>
                </a:moveTo>
                <a:cubicBezTo>
                  <a:pt x="43112" y="530173"/>
                  <a:pt x="56707" y="543767"/>
                  <a:pt x="56707" y="560536"/>
                </a:cubicBezTo>
                <a:cubicBezTo>
                  <a:pt x="56707" y="577306"/>
                  <a:pt x="43112" y="590900"/>
                  <a:pt x="26349" y="590900"/>
                </a:cubicBezTo>
                <a:cubicBezTo>
                  <a:pt x="17963" y="590900"/>
                  <a:pt x="10372" y="587502"/>
                  <a:pt x="4877" y="582007"/>
                </a:cubicBezTo>
                <a:lnTo>
                  <a:pt x="0" y="570232"/>
                </a:lnTo>
                <a:lnTo>
                  <a:pt x="0" y="550840"/>
                </a:lnTo>
                <a:lnTo>
                  <a:pt x="4877" y="539066"/>
                </a:lnTo>
                <a:cubicBezTo>
                  <a:pt x="10372" y="533572"/>
                  <a:pt x="17963" y="530173"/>
                  <a:pt x="26349" y="530173"/>
                </a:cubicBezTo>
                <a:close/>
                <a:moveTo>
                  <a:pt x="1673704" y="458486"/>
                </a:moveTo>
                <a:lnTo>
                  <a:pt x="1671744" y="497284"/>
                </a:lnTo>
                <a:lnTo>
                  <a:pt x="1664620" y="480084"/>
                </a:lnTo>
                <a:cubicBezTo>
                  <a:pt x="1664620" y="471700"/>
                  <a:pt x="1668019" y="464109"/>
                  <a:pt x="1673514" y="458614"/>
                </a:cubicBezTo>
                <a:close/>
                <a:moveTo>
                  <a:pt x="1622429" y="449721"/>
                </a:moveTo>
                <a:cubicBezTo>
                  <a:pt x="1639199" y="449721"/>
                  <a:pt x="1652792" y="463315"/>
                  <a:pt x="1652792" y="480084"/>
                </a:cubicBezTo>
                <a:cubicBezTo>
                  <a:pt x="1652792" y="496854"/>
                  <a:pt x="1639199" y="510448"/>
                  <a:pt x="1622429" y="510448"/>
                </a:cubicBezTo>
                <a:cubicBezTo>
                  <a:pt x="1605659" y="510448"/>
                  <a:pt x="1592066" y="496854"/>
                  <a:pt x="1592066" y="480084"/>
                </a:cubicBezTo>
                <a:cubicBezTo>
                  <a:pt x="1592066" y="463315"/>
                  <a:pt x="1605659" y="449721"/>
                  <a:pt x="1622429" y="449721"/>
                </a:cubicBezTo>
                <a:close/>
                <a:moveTo>
                  <a:pt x="1549874" y="449721"/>
                </a:moveTo>
                <a:cubicBezTo>
                  <a:pt x="1566644" y="449721"/>
                  <a:pt x="1580238" y="463315"/>
                  <a:pt x="1580238" y="480084"/>
                </a:cubicBezTo>
                <a:cubicBezTo>
                  <a:pt x="1580238" y="496854"/>
                  <a:pt x="1566644" y="510448"/>
                  <a:pt x="1549874" y="510448"/>
                </a:cubicBezTo>
                <a:cubicBezTo>
                  <a:pt x="1533105" y="510448"/>
                  <a:pt x="1519511" y="496854"/>
                  <a:pt x="1519511" y="480084"/>
                </a:cubicBezTo>
                <a:cubicBezTo>
                  <a:pt x="1519511" y="463315"/>
                  <a:pt x="1533105" y="449721"/>
                  <a:pt x="1549874" y="449721"/>
                </a:cubicBezTo>
                <a:close/>
                <a:moveTo>
                  <a:pt x="1477320" y="449721"/>
                </a:moveTo>
                <a:cubicBezTo>
                  <a:pt x="1494089" y="449721"/>
                  <a:pt x="1507683" y="463315"/>
                  <a:pt x="1507683" y="480084"/>
                </a:cubicBezTo>
                <a:cubicBezTo>
                  <a:pt x="1507683" y="496854"/>
                  <a:pt x="1494089" y="510448"/>
                  <a:pt x="1477320" y="510448"/>
                </a:cubicBezTo>
                <a:cubicBezTo>
                  <a:pt x="1460550" y="510448"/>
                  <a:pt x="1446956" y="496854"/>
                  <a:pt x="1446956" y="480084"/>
                </a:cubicBezTo>
                <a:cubicBezTo>
                  <a:pt x="1446956" y="463315"/>
                  <a:pt x="1460550" y="449721"/>
                  <a:pt x="1477320" y="449721"/>
                </a:cubicBezTo>
                <a:close/>
                <a:moveTo>
                  <a:pt x="1404765" y="449721"/>
                </a:moveTo>
                <a:cubicBezTo>
                  <a:pt x="1421535" y="449721"/>
                  <a:pt x="1435129" y="463315"/>
                  <a:pt x="1435129" y="480084"/>
                </a:cubicBezTo>
                <a:cubicBezTo>
                  <a:pt x="1435129" y="496854"/>
                  <a:pt x="1421535" y="510448"/>
                  <a:pt x="1404765" y="510448"/>
                </a:cubicBezTo>
                <a:cubicBezTo>
                  <a:pt x="1387996" y="510448"/>
                  <a:pt x="1374402" y="496854"/>
                  <a:pt x="1374402" y="480084"/>
                </a:cubicBezTo>
                <a:cubicBezTo>
                  <a:pt x="1374402" y="463315"/>
                  <a:pt x="1387996" y="449721"/>
                  <a:pt x="1404765" y="449721"/>
                </a:cubicBezTo>
                <a:close/>
                <a:moveTo>
                  <a:pt x="1332211" y="449721"/>
                </a:moveTo>
                <a:cubicBezTo>
                  <a:pt x="1348980" y="449721"/>
                  <a:pt x="1362574" y="463315"/>
                  <a:pt x="1362574" y="480084"/>
                </a:cubicBezTo>
                <a:cubicBezTo>
                  <a:pt x="1362574" y="496854"/>
                  <a:pt x="1348980" y="510448"/>
                  <a:pt x="1332211" y="510448"/>
                </a:cubicBezTo>
                <a:cubicBezTo>
                  <a:pt x="1315441" y="510448"/>
                  <a:pt x="1301847" y="496854"/>
                  <a:pt x="1301847" y="480084"/>
                </a:cubicBezTo>
                <a:cubicBezTo>
                  <a:pt x="1301847" y="463315"/>
                  <a:pt x="1315441" y="449721"/>
                  <a:pt x="1332211" y="449721"/>
                </a:cubicBezTo>
                <a:close/>
                <a:moveTo>
                  <a:pt x="1259656" y="449721"/>
                </a:moveTo>
                <a:cubicBezTo>
                  <a:pt x="1276426" y="449721"/>
                  <a:pt x="1290020" y="463315"/>
                  <a:pt x="1290020" y="480084"/>
                </a:cubicBezTo>
                <a:cubicBezTo>
                  <a:pt x="1290020" y="496854"/>
                  <a:pt x="1276426" y="510448"/>
                  <a:pt x="1259656" y="510448"/>
                </a:cubicBezTo>
                <a:cubicBezTo>
                  <a:pt x="1242887" y="510448"/>
                  <a:pt x="1229293" y="496854"/>
                  <a:pt x="1229293" y="480084"/>
                </a:cubicBezTo>
                <a:cubicBezTo>
                  <a:pt x="1229293" y="463315"/>
                  <a:pt x="1242887" y="449721"/>
                  <a:pt x="1259656" y="449721"/>
                </a:cubicBezTo>
                <a:close/>
                <a:moveTo>
                  <a:pt x="1187102" y="449721"/>
                </a:moveTo>
                <a:cubicBezTo>
                  <a:pt x="1203871" y="449721"/>
                  <a:pt x="1217465" y="463315"/>
                  <a:pt x="1217465" y="480084"/>
                </a:cubicBezTo>
                <a:cubicBezTo>
                  <a:pt x="1217465" y="496854"/>
                  <a:pt x="1203871" y="510448"/>
                  <a:pt x="1187102" y="510448"/>
                </a:cubicBezTo>
                <a:cubicBezTo>
                  <a:pt x="1170332" y="510448"/>
                  <a:pt x="1156738" y="496854"/>
                  <a:pt x="1156738" y="480084"/>
                </a:cubicBezTo>
                <a:cubicBezTo>
                  <a:pt x="1156738" y="463315"/>
                  <a:pt x="1170332" y="449721"/>
                  <a:pt x="1187102" y="449721"/>
                </a:cubicBezTo>
                <a:close/>
                <a:moveTo>
                  <a:pt x="1114547" y="449721"/>
                </a:moveTo>
                <a:cubicBezTo>
                  <a:pt x="1131317" y="449721"/>
                  <a:pt x="1144911" y="463315"/>
                  <a:pt x="1144911" y="480084"/>
                </a:cubicBezTo>
                <a:cubicBezTo>
                  <a:pt x="1144911" y="496854"/>
                  <a:pt x="1131317" y="510448"/>
                  <a:pt x="1114547" y="510448"/>
                </a:cubicBezTo>
                <a:cubicBezTo>
                  <a:pt x="1097778" y="510448"/>
                  <a:pt x="1084184" y="496854"/>
                  <a:pt x="1084184" y="480084"/>
                </a:cubicBezTo>
                <a:cubicBezTo>
                  <a:pt x="1084184" y="463315"/>
                  <a:pt x="1097778" y="449721"/>
                  <a:pt x="1114547" y="449721"/>
                </a:cubicBezTo>
                <a:close/>
                <a:moveTo>
                  <a:pt x="1041993" y="449721"/>
                </a:moveTo>
                <a:cubicBezTo>
                  <a:pt x="1058762" y="449721"/>
                  <a:pt x="1072356" y="463315"/>
                  <a:pt x="1072356" y="480084"/>
                </a:cubicBezTo>
                <a:cubicBezTo>
                  <a:pt x="1072356" y="496854"/>
                  <a:pt x="1058762" y="510448"/>
                  <a:pt x="1041993" y="510448"/>
                </a:cubicBezTo>
                <a:cubicBezTo>
                  <a:pt x="1025223" y="510448"/>
                  <a:pt x="1011629" y="496854"/>
                  <a:pt x="1011629" y="480084"/>
                </a:cubicBezTo>
                <a:cubicBezTo>
                  <a:pt x="1011629" y="463315"/>
                  <a:pt x="1025223" y="449721"/>
                  <a:pt x="1041993" y="449721"/>
                </a:cubicBezTo>
                <a:close/>
                <a:moveTo>
                  <a:pt x="969438" y="449721"/>
                </a:moveTo>
                <a:cubicBezTo>
                  <a:pt x="986208" y="449721"/>
                  <a:pt x="999801" y="463315"/>
                  <a:pt x="999801" y="480084"/>
                </a:cubicBezTo>
                <a:cubicBezTo>
                  <a:pt x="999801" y="496854"/>
                  <a:pt x="986208" y="510448"/>
                  <a:pt x="969438" y="510448"/>
                </a:cubicBezTo>
                <a:cubicBezTo>
                  <a:pt x="952669" y="510448"/>
                  <a:pt x="939075" y="496854"/>
                  <a:pt x="939075" y="480084"/>
                </a:cubicBezTo>
                <a:cubicBezTo>
                  <a:pt x="939075" y="463315"/>
                  <a:pt x="952669" y="449721"/>
                  <a:pt x="969438" y="449721"/>
                </a:cubicBezTo>
                <a:close/>
                <a:moveTo>
                  <a:pt x="896883" y="449721"/>
                </a:moveTo>
                <a:cubicBezTo>
                  <a:pt x="913653" y="449721"/>
                  <a:pt x="927247" y="463315"/>
                  <a:pt x="927247" y="480084"/>
                </a:cubicBezTo>
                <a:cubicBezTo>
                  <a:pt x="927247" y="496854"/>
                  <a:pt x="913653" y="510448"/>
                  <a:pt x="896883" y="510448"/>
                </a:cubicBezTo>
                <a:cubicBezTo>
                  <a:pt x="880114" y="510448"/>
                  <a:pt x="866520" y="496854"/>
                  <a:pt x="866520" y="480084"/>
                </a:cubicBezTo>
                <a:cubicBezTo>
                  <a:pt x="866520" y="463315"/>
                  <a:pt x="880114" y="449721"/>
                  <a:pt x="896883" y="449721"/>
                </a:cubicBezTo>
                <a:close/>
                <a:moveTo>
                  <a:pt x="824329" y="449721"/>
                </a:moveTo>
                <a:cubicBezTo>
                  <a:pt x="841098" y="449721"/>
                  <a:pt x="854692" y="463315"/>
                  <a:pt x="854692" y="480084"/>
                </a:cubicBezTo>
                <a:cubicBezTo>
                  <a:pt x="854692" y="496854"/>
                  <a:pt x="841098" y="510448"/>
                  <a:pt x="824329" y="510448"/>
                </a:cubicBezTo>
                <a:cubicBezTo>
                  <a:pt x="807559" y="510448"/>
                  <a:pt x="793965" y="496854"/>
                  <a:pt x="793965" y="480084"/>
                </a:cubicBezTo>
                <a:cubicBezTo>
                  <a:pt x="793965" y="463315"/>
                  <a:pt x="807559" y="449721"/>
                  <a:pt x="824329" y="449721"/>
                </a:cubicBezTo>
                <a:close/>
                <a:moveTo>
                  <a:pt x="751774" y="449721"/>
                </a:moveTo>
                <a:cubicBezTo>
                  <a:pt x="768544" y="449721"/>
                  <a:pt x="782138" y="463315"/>
                  <a:pt x="782138" y="480084"/>
                </a:cubicBezTo>
                <a:cubicBezTo>
                  <a:pt x="782138" y="496854"/>
                  <a:pt x="768544" y="510448"/>
                  <a:pt x="751774" y="510448"/>
                </a:cubicBezTo>
                <a:cubicBezTo>
                  <a:pt x="735005" y="510448"/>
                  <a:pt x="721411" y="496854"/>
                  <a:pt x="721411" y="480084"/>
                </a:cubicBezTo>
                <a:cubicBezTo>
                  <a:pt x="721411" y="463315"/>
                  <a:pt x="735005" y="449721"/>
                  <a:pt x="751774" y="449721"/>
                </a:cubicBezTo>
                <a:close/>
                <a:moveTo>
                  <a:pt x="679220" y="449721"/>
                </a:moveTo>
                <a:cubicBezTo>
                  <a:pt x="695989" y="449721"/>
                  <a:pt x="709583" y="463315"/>
                  <a:pt x="709583" y="480084"/>
                </a:cubicBezTo>
                <a:cubicBezTo>
                  <a:pt x="709583" y="496854"/>
                  <a:pt x="695989" y="510448"/>
                  <a:pt x="679220" y="510448"/>
                </a:cubicBezTo>
                <a:cubicBezTo>
                  <a:pt x="662450" y="510448"/>
                  <a:pt x="648856" y="496854"/>
                  <a:pt x="648856" y="480084"/>
                </a:cubicBezTo>
                <a:cubicBezTo>
                  <a:pt x="648856" y="463315"/>
                  <a:pt x="662450" y="449721"/>
                  <a:pt x="679220" y="449721"/>
                </a:cubicBezTo>
                <a:close/>
                <a:moveTo>
                  <a:pt x="606665" y="449721"/>
                </a:moveTo>
                <a:cubicBezTo>
                  <a:pt x="623435" y="449721"/>
                  <a:pt x="637029" y="463315"/>
                  <a:pt x="637029" y="480084"/>
                </a:cubicBezTo>
                <a:cubicBezTo>
                  <a:pt x="637029" y="496854"/>
                  <a:pt x="623435" y="510448"/>
                  <a:pt x="606665" y="510448"/>
                </a:cubicBezTo>
                <a:cubicBezTo>
                  <a:pt x="589896" y="510448"/>
                  <a:pt x="576302" y="496854"/>
                  <a:pt x="576302" y="480084"/>
                </a:cubicBezTo>
                <a:cubicBezTo>
                  <a:pt x="576302" y="463315"/>
                  <a:pt x="589896" y="449721"/>
                  <a:pt x="606665" y="449721"/>
                </a:cubicBezTo>
                <a:close/>
                <a:moveTo>
                  <a:pt x="534111" y="449721"/>
                </a:moveTo>
                <a:cubicBezTo>
                  <a:pt x="550880" y="449721"/>
                  <a:pt x="564474" y="463315"/>
                  <a:pt x="564474" y="480084"/>
                </a:cubicBezTo>
                <a:cubicBezTo>
                  <a:pt x="564474" y="496854"/>
                  <a:pt x="550880" y="510448"/>
                  <a:pt x="534111" y="510448"/>
                </a:cubicBezTo>
                <a:cubicBezTo>
                  <a:pt x="517341" y="510448"/>
                  <a:pt x="503747" y="496854"/>
                  <a:pt x="503747" y="480084"/>
                </a:cubicBezTo>
                <a:cubicBezTo>
                  <a:pt x="503747" y="463315"/>
                  <a:pt x="517341" y="449721"/>
                  <a:pt x="534111" y="449721"/>
                </a:cubicBezTo>
                <a:close/>
                <a:moveTo>
                  <a:pt x="461556" y="449721"/>
                </a:moveTo>
                <a:cubicBezTo>
                  <a:pt x="478326" y="449721"/>
                  <a:pt x="491920" y="463315"/>
                  <a:pt x="491920" y="480084"/>
                </a:cubicBezTo>
                <a:cubicBezTo>
                  <a:pt x="491920" y="496854"/>
                  <a:pt x="478326" y="510448"/>
                  <a:pt x="461556" y="510448"/>
                </a:cubicBezTo>
                <a:cubicBezTo>
                  <a:pt x="444787" y="510448"/>
                  <a:pt x="431192" y="496854"/>
                  <a:pt x="431192" y="480084"/>
                </a:cubicBezTo>
                <a:cubicBezTo>
                  <a:pt x="431192" y="463315"/>
                  <a:pt x="444787" y="449721"/>
                  <a:pt x="461556" y="449721"/>
                </a:cubicBezTo>
                <a:close/>
                <a:moveTo>
                  <a:pt x="389002" y="449721"/>
                </a:moveTo>
                <a:cubicBezTo>
                  <a:pt x="405771" y="449721"/>
                  <a:pt x="419365" y="463315"/>
                  <a:pt x="419365" y="480084"/>
                </a:cubicBezTo>
                <a:cubicBezTo>
                  <a:pt x="419365" y="496854"/>
                  <a:pt x="405771" y="510448"/>
                  <a:pt x="389002" y="510448"/>
                </a:cubicBezTo>
                <a:cubicBezTo>
                  <a:pt x="372232" y="510448"/>
                  <a:pt x="358638" y="496854"/>
                  <a:pt x="358638" y="480084"/>
                </a:cubicBezTo>
                <a:cubicBezTo>
                  <a:pt x="358638" y="463315"/>
                  <a:pt x="372232" y="449721"/>
                  <a:pt x="389002" y="449721"/>
                </a:cubicBezTo>
                <a:close/>
                <a:moveTo>
                  <a:pt x="316447" y="449721"/>
                </a:moveTo>
                <a:cubicBezTo>
                  <a:pt x="333216" y="449721"/>
                  <a:pt x="346810" y="463315"/>
                  <a:pt x="346810" y="480084"/>
                </a:cubicBezTo>
                <a:cubicBezTo>
                  <a:pt x="346810" y="496854"/>
                  <a:pt x="333216" y="510448"/>
                  <a:pt x="316447" y="510448"/>
                </a:cubicBezTo>
                <a:cubicBezTo>
                  <a:pt x="299677" y="510448"/>
                  <a:pt x="286084" y="496854"/>
                  <a:pt x="286084" y="480084"/>
                </a:cubicBezTo>
                <a:cubicBezTo>
                  <a:pt x="286084" y="463315"/>
                  <a:pt x="299677" y="449721"/>
                  <a:pt x="316447" y="449721"/>
                </a:cubicBezTo>
                <a:close/>
                <a:moveTo>
                  <a:pt x="243892" y="449721"/>
                </a:moveTo>
                <a:cubicBezTo>
                  <a:pt x="260662" y="449721"/>
                  <a:pt x="274256" y="463315"/>
                  <a:pt x="274256" y="480084"/>
                </a:cubicBezTo>
                <a:cubicBezTo>
                  <a:pt x="274256" y="496854"/>
                  <a:pt x="260662" y="510448"/>
                  <a:pt x="243892" y="510448"/>
                </a:cubicBezTo>
                <a:cubicBezTo>
                  <a:pt x="227123" y="510448"/>
                  <a:pt x="213529" y="496854"/>
                  <a:pt x="213529" y="480084"/>
                </a:cubicBezTo>
                <a:cubicBezTo>
                  <a:pt x="213529" y="463315"/>
                  <a:pt x="227123" y="449721"/>
                  <a:pt x="243892" y="449721"/>
                </a:cubicBezTo>
                <a:close/>
                <a:moveTo>
                  <a:pt x="171339" y="449721"/>
                </a:moveTo>
                <a:cubicBezTo>
                  <a:pt x="188107" y="449721"/>
                  <a:pt x="201701" y="463315"/>
                  <a:pt x="201701" y="480084"/>
                </a:cubicBezTo>
                <a:cubicBezTo>
                  <a:pt x="201701" y="496854"/>
                  <a:pt x="188107" y="510448"/>
                  <a:pt x="171339" y="510448"/>
                </a:cubicBezTo>
                <a:cubicBezTo>
                  <a:pt x="154679" y="510448"/>
                  <a:pt x="141085" y="496854"/>
                  <a:pt x="141085" y="480084"/>
                </a:cubicBezTo>
                <a:cubicBezTo>
                  <a:pt x="141085" y="463315"/>
                  <a:pt x="154679" y="449721"/>
                  <a:pt x="171339" y="449721"/>
                </a:cubicBezTo>
                <a:close/>
                <a:moveTo>
                  <a:pt x="98910" y="449721"/>
                </a:moveTo>
                <a:cubicBezTo>
                  <a:pt x="115670" y="449721"/>
                  <a:pt x="129264" y="463315"/>
                  <a:pt x="129264" y="480084"/>
                </a:cubicBezTo>
                <a:cubicBezTo>
                  <a:pt x="129264" y="496854"/>
                  <a:pt x="115670" y="510448"/>
                  <a:pt x="98910" y="510448"/>
                </a:cubicBezTo>
                <a:cubicBezTo>
                  <a:pt x="82136" y="510448"/>
                  <a:pt x="68542" y="496854"/>
                  <a:pt x="68542" y="480084"/>
                </a:cubicBezTo>
                <a:cubicBezTo>
                  <a:pt x="68542" y="463315"/>
                  <a:pt x="82136" y="449721"/>
                  <a:pt x="98910" y="449721"/>
                </a:cubicBezTo>
                <a:close/>
                <a:moveTo>
                  <a:pt x="26355" y="449721"/>
                </a:moveTo>
                <a:cubicBezTo>
                  <a:pt x="43118" y="449721"/>
                  <a:pt x="56713" y="463315"/>
                  <a:pt x="56713" y="480084"/>
                </a:cubicBezTo>
                <a:cubicBezTo>
                  <a:pt x="56713" y="496854"/>
                  <a:pt x="43118" y="510448"/>
                  <a:pt x="26355" y="510448"/>
                </a:cubicBezTo>
                <a:cubicBezTo>
                  <a:pt x="17970" y="510448"/>
                  <a:pt x="10379" y="507050"/>
                  <a:pt x="4884" y="501555"/>
                </a:cubicBezTo>
                <a:lnTo>
                  <a:pt x="0" y="489763"/>
                </a:lnTo>
                <a:lnTo>
                  <a:pt x="0" y="470405"/>
                </a:lnTo>
                <a:lnTo>
                  <a:pt x="4884" y="458614"/>
                </a:lnTo>
                <a:cubicBezTo>
                  <a:pt x="10379" y="453120"/>
                  <a:pt x="17970" y="449721"/>
                  <a:pt x="26355" y="449721"/>
                </a:cubicBezTo>
                <a:close/>
                <a:moveTo>
                  <a:pt x="1673066" y="379245"/>
                </a:moveTo>
                <a:lnTo>
                  <a:pt x="1675237" y="422266"/>
                </a:lnTo>
                <a:lnTo>
                  <a:pt x="1673514" y="421103"/>
                </a:lnTo>
                <a:cubicBezTo>
                  <a:pt x="1668019" y="415609"/>
                  <a:pt x="1664620" y="408017"/>
                  <a:pt x="1664620" y="399633"/>
                </a:cubicBezTo>
                <a:close/>
                <a:moveTo>
                  <a:pt x="1622429" y="369269"/>
                </a:moveTo>
                <a:cubicBezTo>
                  <a:pt x="1639199" y="369269"/>
                  <a:pt x="1652792" y="382864"/>
                  <a:pt x="1652792" y="399633"/>
                </a:cubicBezTo>
                <a:cubicBezTo>
                  <a:pt x="1652792" y="416402"/>
                  <a:pt x="1639199" y="429997"/>
                  <a:pt x="1622429" y="429997"/>
                </a:cubicBezTo>
                <a:cubicBezTo>
                  <a:pt x="1605659" y="429997"/>
                  <a:pt x="1592066" y="416402"/>
                  <a:pt x="1592066" y="399633"/>
                </a:cubicBezTo>
                <a:cubicBezTo>
                  <a:pt x="1592066" y="382864"/>
                  <a:pt x="1605659" y="369269"/>
                  <a:pt x="1622429" y="369269"/>
                </a:cubicBezTo>
                <a:close/>
                <a:moveTo>
                  <a:pt x="1549874" y="369269"/>
                </a:moveTo>
                <a:cubicBezTo>
                  <a:pt x="1566644" y="369269"/>
                  <a:pt x="1580238" y="382864"/>
                  <a:pt x="1580238" y="399633"/>
                </a:cubicBezTo>
                <a:cubicBezTo>
                  <a:pt x="1580238" y="416402"/>
                  <a:pt x="1566644" y="429997"/>
                  <a:pt x="1549874" y="429997"/>
                </a:cubicBezTo>
                <a:cubicBezTo>
                  <a:pt x="1533105" y="429997"/>
                  <a:pt x="1519511" y="416402"/>
                  <a:pt x="1519511" y="399633"/>
                </a:cubicBezTo>
                <a:cubicBezTo>
                  <a:pt x="1519511" y="382864"/>
                  <a:pt x="1533105" y="369269"/>
                  <a:pt x="1549874" y="369269"/>
                </a:cubicBezTo>
                <a:close/>
                <a:moveTo>
                  <a:pt x="1477320" y="369269"/>
                </a:moveTo>
                <a:cubicBezTo>
                  <a:pt x="1494089" y="369269"/>
                  <a:pt x="1507683" y="382864"/>
                  <a:pt x="1507683" y="399633"/>
                </a:cubicBezTo>
                <a:cubicBezTo>
                  <a:pt x="1507683" y="416402"/>
                  <a:pt x="1494089" y="429997"/>
                  <a:pt x="1477320" y="429997"/>
                </a:cubicBezTo>
                <a:cubicBezTo>
                  <a:pt x="1460550" y="429997"/>
                  <a:pt x="1446956" y="416402"/>
                  <a:pt x="1446956" y="399633"/>
                </a:cubicBezTo>
                <a:cubicBezTo>
                  <a:pt x="1446956" y="382864"/>
                  <a:pt x="1460550" y="369269"/>
                  <a:pt x="1477320" y="369269"/>
                </a:cubicBezTo>
                <a:close/>
                <a:moveTo>
                  <a:pt x="1404765" y="369269"/>
                </a:moveTo>
                <a:cubicBezTo>
                  <a:pt x="1421535" y="369269"/>
                  <a:pt x="1435129" y="382864"/>
                  <a:pt x="1435129" y="399633"/>
                </a:cubicBezTo>
                <a:cubicBezTo>
                  <a:pt x="1435129" y="416402"/>
                  <a:pt x="1421535" y="429997"/>
                  <a:pt x="1404765" y="429997"/>
                </a:cubicBezTo>
                <a:cubicBezTo>
                  <a:pt x="1387996" y="429997"/>
                  <a:pt x="1374402" y="416402"/>
                  <a:pt x="1374402" y="399633"/>
                </a:cubicBezTo>
                <a:cubicBezTo>
                  <a:pt x="1374402" y="382864"/>
                  <a:pt x="1387996" y="369269"/>
                  <a:pt x="1404765" y="369269"/>
                </a:cubicBezTo>
                <a:close/>
                <a:moveTo>
                  <a:pt x="1332211" y="369269"/>
                </a:moveTo>
                <a:cubicBezTo>
                  <a:pt x="1348980" y="369269"/>
                  <a:pt x="1362574" y="382864"/>
                  <a:pt x="1362574" y="399633"/>
                </a:cubicBezTo>
                <a:cubicBezTo>
                  <a:pt x="1362574" y="416402"/>
                  <a:pt x="1348980" y="429997"/>
                  <a:pt x="1332211" y="429997"/>
                </a:cubicBezTo>
                <a:cubicBezTo>
                  <a:pt x="1315441" y="429997"/>
                  <a:pt x="1301847" y="416402"/>
                  <a:pt x="1301847" y="399633"/>
                </a:cubicBezTo>
                <a:cubicBezTo>
                  <a:pt x="1301847" y="382864"/>
                  <a:pt x="1315441" y="369269"/>
                  <a:pt x="1332211" y="369269"/>
                </a:cubicBezTo>
                <a:close/>
                <a:moveTo>
                  <a:pt x="1259656" y="369269"/>
                </a:moveTo>
                <a:cubicBezTo>
                  <a:pt x="1276426" y="369269"/>
                  <a:pt x="1290020" y="382864"/>
                  <a:pt x="1290020" y="399633"/>
                </a:cubicBezTo>
                <a:cubicBezTo>
                  <a:pt x="1290020" y="416402"/>
                  <a:pt x="1276426" y="429997"/>
                  <a:pt x="1259656" y="429997"/>
                </a:cubicBezTo>
                <a:cubicBezTo>
                  <a:pt x="1242887" y="429997"/>
                  <a:pt x="1229293" y="416402"/>
                  <a:pt x="1229293" y="399633"/>
                </a:cubicBezTo>
                <a:cubicBezTo>
                  <a:pt x="1229293" y="382864"/>
                  <a:pt x="1242887" y="369269"/>
                  <a:pt x="1259656" y="369269"/>
                </a:cubicBezTo>
                <a:close/>
                <a:moveTo>
                  <a:pt x="1187102" y="369269"/>
                </a:moveTo>
                <a:cubicBezTo>
                  <a:pt x="1203871" y="369269"/>
                  <a:pt x="1217465" y="382864"/>
                  <a:pt x="1217465" y="399633"/>
                </a:cubicBezTo>
                <a:cubicBezTo>
                  <a:pt x="1217465" y="416402"/>
                  <a:pt x="1203871" y="429997"/>
                  <a:pt x="1187102" y="429997"/>
                </a:cubicBezTo>
                <a:cubicBezTo>
                  <a:pt x="1170332" y="429997"/>
                  <a:pt x="1156738" y="416402"/>
                  <a:pt x="1156738" y="399633"/>
                </a:cubicBezTo>
                <a:cubicBezTo>
                  <a:pt x="1156738" y="382864"/>
                  <a:pt x="1170332" y="369269"/>
                  <a:pt x="1187102" y="369269"/>
                </a:cubicBezTo>
                <a:close/>
                <a:moveTo>
                  <a:pt x="1114547" y="369269"/>
                </a:moveTo>
                <a:cubicBezTo>
                  <a:pt x="1131317" y="369269"/>
                  <a:pt x="1144911" y="382864"/>
                  <a:pt x="1144911" y="399633"/>
                </a:cubicBezTo>
                <a:cubicBezTo>
                  <a:pt x="1144911" y="416402"/>
                  <a:pt x="1131317" y="429997"/>
                  <a:pt x="1114547" y="429997"/>
                </a:cubicBezTo>
                <a:cubicBezTo>
                  <a:pt x="1097778" y="429997"/>
                  <a:pt x="1084184" y="416402"/>
                  <a:pt x="1084184" y="399633"/>
                </a:cubicBezTo>
                <a:cubicBezTo>
                  <a:pt x="1084184" y="382864"/>
                  <a:pt x="1097778" y="369269"/>
                  <a:pt x="1114547" y="369269"/>
                </a:cubicBezTo>
                <a:close/>
                <a:moveTo>
                  <a:pt x="1041993" y="369269"/>
                </a:moveTo>
                <a:cubicBezTo>
                  <a:pt x="1058762" y="369269"/>
                  <a:pt x="1072356" y="382864"/>
                  <a:pt x="1072356" y="399633"/>
                </a:cubicBezTo>
                <a:cubicBezTo>
                  <a:pt x="1072356" y="416402"/>
                  <a:pt x="1058762" y="429997"/>
                  <a:pt x="1041993" y="429997"/>
                </a:cubicBezTo>
                <a:cubicBezTo>
                  <a:pt x="1025223" y="429997"/>
                  <a:pt x="1011629" y="416402"/>
                  <a:pt x="1011629" y="399633"/>
                </a:cubicBezTo>
                <a:cubicBezTo>
                  <a:pt x="1011629" y="382864"/>
                  <a:pt x="1025223" y="369269"/>
                  <a:pt x="1041993" y="369269"/>
                </a:cubicBezTo>
                <a:close/>
                <a:moveTo>
                  <a:pt x="969438" y="369269"/>
                </a:moveTo>
                <a:cubicBezTo>
                  <a:pt x="986208" y="369269"/>
                  <a:pt x="999801" y="382864"/>
                  <a:pt x="999801" y="399633"/>
                </a:cubicBezTo>
                <a:cubicBezTo>
                  <a:pt x="999801" y="416402"/>
                  <a:pt x="986208" y="429997"/>
                  <a:pt x="969438" y="429997"/>
                </a:cubicBezTo>
                <a:cubicBezTo>
                  <a:pt x="952669" y="429997"/>
                  <a:pt x="939075" y="416402"/>
                  <a:pt x="939075" y="399633"/>
                </a:cubicBezTo>
                <a:cubicBezTo>
                  <a:pt x="939075" y="382864"/>
                  <a:pt x="952669" y="369269"/>
                  <a:pt x="969438" y="369269"/>
                </a:cubicBezTo>
                <a:close/>
                <a:moveTo>
                  <a:pt x="896883" y="369269"/>
                </a:moveTo>
                <a:cubicBezTo>
                  <a:pt x="913653" y="369269"/>
                  <a:pt x="927247" y="382864"/>
                  <a:pt x="927247" y="399633"/>
                </a:cubicBezTo>
                <a:cubicBezTo>
                  <a:pt x="927247" y="416402"/>
                  <a:pt x="913653" y="429997"/>
                  <a:pt x="896883" y="429997"/>
                </a:cubicBezTo>
                <a:cubicBezTo>
                  <a:pt x="880114" y="429997"/>
                  <a:pt x="866520" y="416402"/>
                  <a:pt x="866520" y="399633"/>
                </a:cubicBezTo>
                <a:cubicBezTo>
                  <a:pt x="866520" y="382864"/>
                  <a:pt x="880114" y="369269"/>
                  <a:pt x="896883" y="369269"/>
                </a:cubicBezTo>
                <a:close/>
                <a:moveTo>
                  <a:pt x="824329" y="369269"/>
                </a:moveTo>
                <a:cubicBezTo>
                  <a:pt x="841098" y="369269"/>
                  <a:pt x="854692" y="382864"/>
                  <a:pt x="854692" y="399633"/>
                </a:cubicBezTo>
                <a:cubicBezTo>
                  <a:pt x="854692" y="416402"/>
                  <a:pt x="841098" y="429997"/>
                  <a:pt x="824329" y="429997"/>
                </a:cubicBezTo>
                <a:cubicBezTo>
                  <a:pt x="807559" y="429997"/>
                  <a:pt x="793965" y="416402"/>
                  <a:pt x="793965" y="399633"/>
                </a:cubicBezTo>
                <a:cubicBezTo>
                  <a:pt x="793965" y="382864"/>
                  <a:pt x="807559" y="369269"/>
                  <a:pt x="824329" y="369269"/>
                </a:cubicBezTo>
                <a:close/>
                <a:moveTo>
                  <a:pt x="751774" y="369269"/>
                </a:moveTo>
                <a:cubicBezTo>
                  <a:pt x="768544" y="369269"/>
                  <a:pt x="782138" y="382864"/>
                  <a:pt x="782138" y="399633"/>
                </a:cubicBezTo>
                <a:cubicBezTo>
                  <a:pt x="782138" y="416402"/>
                  <a:pt x="768544" y="429997"/>
                  <a:pt x="751774" y="429997"/>
                </a:cubicBezTo>
                <a:cubicBezTo>
                  <a:pt x="735005" y="429997"/>
                  <a:pt x="721411" y="416402"/>
                  <a:pt x="721411" y="399633"/>
                </a:cubicBezTo>
                <a:cubicBezTo>
                  <a:pt x="721411" y="382864"/>
                  <a:pt x="735005" y="369269"/>
                  <a:pt x="751774" y="369269"/>
                </a:cubicBezTo>
                <a:close/>
                <a:moveTo>
                  <a:pt x="679220" y="369269"/>
                </a:moveTo>
                <a:cubicBezTo>
                  <a:pt x="695989" y="369269"/>
                  <a:pt x="709583" y="382864"/>
                  <a:pt x="709583" y="399633"/>
                </a:cubicBezTo>
                <a:cubicBezTo>
                  <a:pt x="709583" y="416402"/>
                  <a:pt x="695989" y="429997"/>
                  <a:pt x="679220" y="429997"/>
                </a:cubicBezTo>
                <a:cubicBezTo>
                  <a:pt x="662450" y="429997"/>
                  <a:pt x="648856" y="416402"/>
                  <a:pt x="648856" y="399633"/>
                </a:cubicBezTo>
                <a:cubicBezTo>
                  <a:pt x="648856" y="382864"/>
                  <a:pt x="662450" y="369269"/>
                  <a:pt x="679220" y="369269"/>
                </a:cubicBezTo>
                <a:close/>
                <a:moveTo>
                  <a:pt x="606665" y="369269"/>
                </a:moveTo>
                <a:cubicBezTo>
                  <a:pt x="623435" y="369269"/>
                  <a:pt x="637029" y="382864"/>
                  <a:pt x="637029" y="399633"/>
                </a:cubicBezTo>
                <a:cubicBezTo>
                  <a:pt x="637029" y="416402"/>
                  <a:pt x="623435" y="429997"/>
                  <a:pt x="606665" y="429997"/>
                </a:cubicBezTo>
                <a:cubicBezTo>
                  <a:pt x="589896" y="429997"/>
                  <a:pt x="576302" y="416402"/>
                  <a:pt x="576302" y="399633"/>
                </a:cubicBezTo>
                <a:cubicBezTo>
                  <a:pt x="576302" y="382864"/>
                  <a:pt x="589896" y="369269"/>
                  <a:pt x="606665" y="369269"/>
                </a:cubicBezTo>
                <a:close/>
                <a:moveTo>
                  <a:pt x="534111" y="369269"/>
                </a:moveTo>
                <a:cubicBezTo>
                  <a:pt x="550880" y="369269"/>
                  <a:pt x="564474" y="382864"/>
                  <a:pt x="564474" y="399633"/>
                </a:cubicBezTo>
                <a:cubicBezTo>
                  <a:pt x="564474" y="416402"/>
                  <a:pt x="550880" y="429997"/>
                  <a:pt x="534111" y="429997"/>
                </a:cubicBezTo>
                <a:cubicBezTo>
                  <a:pt x="517341" y="429997"/>
                  <a:pt x="503747" y="416402"/>
                  <a:pt x="503747" y="399633"/>
                </a:cubicBezTo>
                <a:cubicBezTo>
                  <a:pt x="503747" y="382864"/>
                  <a:pt x="517341" y="369269"/>
                  <a:pt x="534111" y="369269"/>
                </a:cubicBezTo>
                <a:close/>
                <a:moveTo>
                  <a:pt x="461556" y="369269"/>
                </a:moveTo>
                <a:cubicBezTo>
                  <a:pt x="478326" y="369269"/>
                  <a:pt x="491920" y="382864"/>
                  <a:pt x="491920" y="399633"/>
                </a:cubicBezTo>
                <a:cubicBezTo>
                  <a:pt x="491920" y="416402"/>
                  <a:pt x="478326" y="429997"/>
                  <a:pt x="461556" y="429997"/>
                </a:cubicBezTo>
                <a:cubicBezTo>
                  <a:pt x="444787" y="429997"/>
                  <a:pt x="431192" y="416402"/>
                  <a:pt x="431192" y="399633"/>
                </a:cubicBezTo>
                <a:cubicBezTo>
                  <a:pt x="431192" y="382864"/>
                  <a:pt x="444787" y="369269"/>
                  <a:pt x="461556" y="369269"/>
                </a:cubicBezTo>
                <a:close/>
                <a:moveTo>
                  <a:pt x="389002" y="369269"/>
                </a:moveTo>
                <a:cubicBezTo>
                  <a:pt x="405771" y="369269"/>
                  <a:pt x="419365" y="382864"/>
                  <a:pt x="419365" y="399633"/>
                </a:cubicBezTo>
                <a:cubicBezTo>
                  <a:pt x="419365" y="416402"/>
                  <a:pt x="405771" y="429997"/>
                  <a:pt x="389002" y="429997"/>
                </a:cubicBezTo>
                <a:cubicBezTo>
                  <a:pt x="372232" y="429997"/>
                  <a:pt x="358638" y="416402"/>
                  <a:pt x="358638" y="399633"/>
                </a:cubicBezTo>
                <a:cubicBezTo>
                  <a:pt x="358638" y="382864"/>
                  <a:pt x="372232" y="369269"/>
                  <a:pt x="389002" y="369269"/>
                </a:cubicBezTo>
                <a:close/>
                <a:moveTo>
                  <a:pt x="316447" y="369269"/>
                </a:moveTo>
                <a:cubicBezTo>
                  <a:pt x="333216" y="369269"/>
                  <a:pt x="346810" y="382864"/>
                  <a:pt x="346810" y="399633"/>
                </a:cubicBezTo>
                <a:cubicBezTo>
                  <a:pt x="346810" y="416402"/>
                  <a:pt x="333216" y="429997"/>
                  <a:pt x="316447" y="429997"/>
                </a:cubicBezTo>
                <a:cubicBezTo>
                  <a:pt x="299677" y="429997"/>
                  <a:pt x="286084" y="416402"/>
                  <a:pt x="286084" y="399633"/>
                </a:cubicBezTo>
                <a:cubicBezTo>
                  <a:pt x="286084" y="382864"/>
                  <a:pt x="299677" y="369269"/>
                  <a:pt x="316447" y="369269"/>
                </a:cubicBezTo>
                <a:close/>
                <a:moveTo>
                  <a:pt x="243892" y="369269"/>
                </a:moveTo>
                <a:cubicBezTo>
                  <a:pt x="260662" y="369269"/>
                  <a:pt x="274256" y="382864"/>
                  <a:pt x="274256" y="399633"/>
                </a:cubicBezTo>
                <a:cubicBezTo>
                  <a:pt x="274256" y="416402"/>
                  <a:pt x="260662" y="429997"/>
                  <a:pt x="243892" y="429997"/>
                </a:cubicBezTo>
                <a:cubicBezTo>
                  <a:pt x="227123" y="429997"/>
                  <a:pt x="213529" y="416402"/>
                  <a:pt x="213529" y="399633"/>
                </a:cubicBezTo>
                <a:cubicBezTo>
                  <a:pt x="213529" y="382864"/>
                  <a:pt x="227123" y="369269"/>
                  <a:pt x="243892" y="369269"/>
                </a:cubicBezTo>
                <a:close/>
                <a:moveTo>
                  <a:pt x="171339" y="369269"/>
                </a:moveTo>
                <a:cubicBezTo>
                  <a:pt x="188107" y="369269"/>
                  <a:pt x="201701" y="382864"/>
                  <a:pt x="201701" y="399633"/>
                </a:cubicBezTo>
                <a:cubicBezTo>
                  <a:pt x="201701" y="416402"/>
                  <a:pt x="188107" y="429997"/>
                  <a:pt x="171339" y="429997"/>
                </a:cubicBezTo>
                <a:cubicBezTo>
                  <a:pt x="154685" y="429997"/>
                  <a:pt x="141090" y="416402"/>
                  <a:pt x="141090" y="399633"/>
                </a:cubicBezTo>
                <a:cubicBezTo>
                  <a:pt x="141090" y="382864"/>
                  <a:pt x="154685" y="369269"/>
                  <a:pt x="171339" y="369269"/>
                </a:cubicBezTo>
                <a:close/>
                <a:moveTo>
                  <a:pt x="98917" y="369269"/>
                </a:moveTo>
                <a:cubicBezTo>
                  <a:pt x="115677" y="369269"/>
                  <a:pt x="129270" y="382864"/>
                  <a:pt x="129270" y="399633"/>
                </a:cubicBezTo>
                <a:cubicBezTo>
                  <a:pt x="129270" y="416402"/>
                  <a:pt x="115677" y="429997"/>
                  <a:pt x="98917" y="429997"/>
                </a:cubicBezTo>
                <a:cubicBezTo>
                  <a:pt x="82143" y="429997"/>
                  <a:pt x="68549" y="416402"/>
                  <a:pt x="68549" y="399633"/>
                </a:cubicBezTo>
                <a:cubicBezTo>
                  <a:pt x="68549" y="382864"/>
                  <a:pt x="82143" y="369269"/>
                  <a:pt x="98917" y="369269"/>
                </a:cubicBezTo>
                <a:close/>
                <a:moveTo>
                  <a:pt x="26362" y="369269"/>
                </a:moveTo>
                <a:cubicBezTo>
                  <a:pt x="43124" y="369269"/>
                  <a:pt x="56719" y="382864"/>
                  <a:pt x="56719" y="399633"/>
                </a:cubicBezTo>
                <a:cubicBezTo>
                  <a:pt x="56719" y="416402"/>
                  <a:pt x="43124" y="429997"/>
                  <a:pt x="26362" y="429997"/>
                </a:cubicBezTo>
                <a:cubicBezTo>
                  <a:pt x="17976" y="429997"/>
                  <a:pt x="10385" y="426598"/>
                  <a:pt x="4890" y="421103"/>
                </a:cubicBezTo>
                <a:lnTo>
                  <a:pt x="0" y="409299"/>
                </a:lnTo>
                <a:lnTo>
                  <a:pt x="0" y="389967"/>
                </a:lnTo>
                <a:lnTo>
                  <a:pt x="4890" y="378163"/>
                </a:lnTo>
                <a:cubicBezTo>
                  <a:pt x="10385" y="372668"/>
                  <a:pt x="17976" y="369269"/>
                  <a:pt x="26362" y="369269"/>
                </a:cubicBezTo>
                <a:close/>
                <a:moveTo>
                  <a:pt x="1669444" y="307535"/>
                </a:moveTo>
                <a:lnTo>
                  <a:pt x="1670784" y="334061"/>
                </a:lnTo>
                <a:lnTo>
                  <a:pt x="1664620" y="319181"/>
                </a:lnTo>
                <a:close/>
                <a:moveTo>
                  <a:pt x="1622429" y="288818"/>
                </a:moveTo>
                <a:cubicBezTo>
                  <a:pt x="1639199" y="288818"/>
                  <a:pt x="1652792" y="302412"/>
                  <a:pt x="1652792" y="319181"/>
                </a:cubicBezTo>
                <a:cubicBezTo>
                  <a:pt x="1652792" y="335950"/>
                  <a:pt x="1639199" y="349545"/>
                  <a:pt x="1622429" y="349545"/>
                </a:cubicBezTo>
                <a:cubicBezTo>
                  <a:pt x="1605659" y="349545"/>
                  <a:pt x="1592066" y="335950"/>
                  <a:pt x="1592066" y="319181"/>
                </a:cubicBezTo>
                <a:cubicBezTo>
                  <a:pt x="1592066" y="302412"/>
                  <a:pt x="1605659" y="288818"/>
                  <a:pt x="1622429" y="288818"/>
                </a:cubicBezTo>
                <a:close/>
                <a:moveTo>
                  <a:pt x="1549874" y="288818"/>
                </a:moveTo>
                <a:cubicBezTo>
                  <a:pt x="1566644" y="288818"/>
                  <a:pt x="1580238" y="302412"/>
                  <a:pt x="1580238" y="319181"/>
                </a:cubicBezTo>
                <a:cubicBezTo>
                  <a:pt x="1580238" y="335950"/>
                  <a:pt x="1566644" y="349545"/>
                  <a:pt x="1549874" y="349545"/>
                </a:cubicBezTo>
                <a:cubicBezTo>
                  <a:pt x="1533105" y="349545"/>
                  <a:pt x="1519511" y="335950"/>
                  <a:pt x="1519511" y="319181"/>
                </a:cubicBezTo>
                <a:cubicBezTo>
                  <a:pt x="1519511" y="302412"/>
                  <a:pt x="1533105" y="288818"/>
                  <a:pt x="1549874" y="288818"/>
                </a:cubicBezTo>
                <a:close/>
                <a:moveTo>
                  <a:pt x="1477320" y="288818"/>
                </a:moveTo>
                <a:cubicBezTo>
                  <a:pt x="1494089" y="288818"/>
                  <a:pt x="1507683" y="302412"/>
                  <a:pt x="1507683" y="319181"/>
                </a:cubicBezTo>
                <a:cubicBezTo>
                  <a:pt x="1507683" y="335950"/>
                  <a:pt x="1494089" y="349545"/>
                  <a:pt x="1477320" y="349545"/>
                </a:cubicBezTo>
                <a:cubicBezTo>
                  <a:pt x="1460550" y="349545"/>
                  <a:pt x="1446956" y="335950"/>
                  <a:pt x="1446956" y="319181"/>
                </a:cubicBezTo>
                <a:cubicBezTo>
                  <a:pt x="1446956" y="302412"/>
                  <a:pt x="1460550" y="288818"/>
                  <a:pt x="1477320" y="288818"/>
                </a:cubicBezTo>
                <a:close/>
                <a:moveTo>
                  <a:pt x="1404765" y="288818"/>
                </a:moveTo>
                <a:cubicBezTo>
                  <a:pt x="1421535" y="288818"/>
                  <a:pt x="1435129" y="302412"/>
                  <a:pt x="1435129" y="319181"/>
                </a:cubicBezTo>
                <a:cubicBezTo>
                  <a:pt x="1435129" y="335950"/>
                  <a:pt x="1421535" y="349545"/>
                  <a:pt x="1404765" y="349545"/>
                </a:cubicBezTo>
                <a:cubicBezTo>
                  <a:pt x="1387996" y="349545"/>
                  <a:pt x="1374402" y="335950"/>
                  <a:pt x="1374402" y="319181"/>
                </a:cubicBezTo>
                <a:cubicBezTo>
                  <a:pt x="1374402" y="302412"/>
                  <a:pt x="1387996" y="288818"/>
                  <a:pt x="1404765" y="288818"/>
                </a:cubicBezTo>
                <a:close/>
                <a:moveTo>
                  <a:pt x="1332211" y="288818"/>
                </a:moveTo>
                <a:cubicBezTo>
                  <a:pt x="1348980" y="288818"/>
                  <a:pt x="1362574" y="302412"/>
                  <a:pt x="1362574" y="319181"/>
                </a:cubicBezTo>
                <a:cubicBezTo>
                  <a:pt x="1362574" y="335950"/>
                  <a:pt x="1348980" y="349545"/>
                  <a:pt x="1332211" y="349545"/>
                </a:cubicBezTo>
                <a:cubicBezTo>
                  <a:pt x="1315441" y="349545"/>
                  <a:pt x="1301847" y="335950"/>
                  <a:pt x="1301847" y="319181"/>
                </a:cubicBezTo>
                <a:cubicBezTo>
                  <a:pt x="1301847" y="302412"/>
                  <a:pt x="1315441" y="288818"/>
                  <a:pt x="1332211" y="288818"/>
                </a:cubicBezTo>
                <a:close/>
                <a:moveTo>
                  <a:pt x="1259656" y="288818"/>
                </a:moveTo>
                <a:cubicBezTo>
                  <a:pt x="1276426" y="288818"/>
                  <a:pt x="1290020" y="302412"/>
                  <a:pt x="1290020" y="319181"/>
                </a:cubicBezTo>
                <a:cubicBezTo>
                  <a:pt x="1290020" y="335950"/>
                  <a:pt x="1276426" y="349545"/>
                  <a:pt x="1259656" y="349545"/>
                </a:cubicBezTo>
                <a:cubicBezTo>
                  <a:pt x="1242887" y="349545"/>
                  <a:pt x="1229293" y="335950"/>
                  <a:pt x="1229293" y="319181"/>
                </a:cubicBezTo>
                <a:cubicBezTo>
                  <a:pt x="1229293" y="302412"/>
                  <a:pt x="1242887" y="288818"/>
                  <a:pt x="1259656" y="288818"/>
                </a:cubicBezTo>
                <a:close/>
                <a:moveTo>
                  <a:pt x="1187102" y="288818"/>
                </a:moveTo>
                <a:cubicBezTo>
                  <a:pt x="1203871" y="288818"/>
                  <a:pt x="1217465" y="302412"/>
                  <a:pt x="1217465" y="319181"/>
                </a:cubicBezTo>
                <a:cubicBezTo>
                  <a:pt x="1217465" y="335950"/>
                  <a:pt x="1203871" y="349545"/>
                  <a:pt x="1187102" y="349545"/>
                </a:cubicBezTo>
                <a:cubicBezTo>
                  <a:pt x="1170332" y="349545"/>
                  <a:pt x="1156738" y="335950"/>
                  <a:pt x="1156738" y="319181"/>
                </a:cubicBezTo>
                <a:cubicBezTo>
                  <a:pt x="1156738" y="302412"/>
                  <a:pt x="1170332" y="288818"/>
                  <a:pt x="1187102" y="288818"/>
                </a:cubicBezTo>
                <a:close/>
                <a:moveTo>
                  <a:pt x="1114547" y="288818"/>
                </a:moveTo>
                <a:cubicBezTo>
                  <a:pt x="1131317" y="288818"/>
                  <a:pt x="1144911" y="302412"/>
                  <a:pt x="1144911" y="319181"/>
                </a:cubicBezTo>
                <a:cubicBezTo>
                  <a:pt x="1144911" y="335950"/>
                  <a:pt x="1131317" y="349545"/>
                  <a:pt x="1114547" y="349545"/>
                </a:cubicBezTo>
                <a:cubicBezTo>
                  <a:pt x="1097778" y="349545"/>
                  <a:pt x="1084184" y="335950"/>
                  <a:pt x="1084184" y="319181"/>
                </a:cubicBezTo>
                <a:cubicBezTo>
                  <a:pt x="1084184" y="302412"/>
                  <a:pt x="1097778" y="288818"/>
                  <a:pt x="1114547" y="288818"/>
                </a:cubicBezTo>
                <a:close/>
                <a:moveTo>
                  <a:pt x="1041993" y="288818"/>
                </a:moveTo>
                <a:cubicBezTo>
                  <a:pt x="1058762" y="288818"/>
                  <a:pt x="1072356" y="302412"/>
                  <a:pt x="1072356" y="319181"/>
                </a:cubicBezTo>
                <a:cubicBezTo>
                  <a:pt x="1072356" y="335950"/>
                  <a:pt x="1058762" y="349545"/>
                  <a:pt x="1041993" y="349545"/>
                </a:cubicBezTo>
                <a:cubicBezTo>
                  <a:pt x="1025223" y="349545"/>
                  <a:pt x="1011629" y="335950"/>
                  <a:pt x="1011629" y="319181"/>
                </a:cubicBezTo>
                <a:cubicBezTo>
                  <a:pt x="1011629" y="302412"/>
                  <a:pt x="1025223" y="288818"/>
                  <a:pt x="1041993" y="288818"/>
                </a:cubicBezTo>
                <a:close/>
                <a:moveTo>
                  <a:pt x="969438" y="288818"/>
                </a:moveTo>
                <a:cubicBezTo>
                  <a:pt x="986208" y="288818"/>
                  <a:pt x="999801" y="302412"/>
                  <a:pt x="999801" y="319181"/>
                </a:cubicBezTo>
                <a:cubicBezTo>
                  <a:pt x="999801" y="335950"/>
                  <a:pt x="986208" y="349545"/>
                  <a:pt x="969438" y="349545"/>
                </a:cubicBezTo>
                <a:cubicBezTo>
                  <a:pt x="952669" y="349545"/>
                  <a:pt x="939075" y="335950"/>
                  <a:pt x="939075" y="319181"/>
                </a:cubicBezTo>
                <a:cubicBezTo>
                  <a:pt x="939075" y="302412"/>
                  <a:pt x="952669" y="288818"/>
                  <a:pt x="969438" y="288818"/>
                </a:cubicBezTo>
                <a:close/>
                <a:moveTo>
                  <a:pt x="896883" y="288818"/>
                </a:moveTo>
                <a:cubicBezTo>
                  <a:pt x="913653" y="288818"/>
                  <a:pt x="927247" y="302412"/>
                  <a:pt x="927247" y="319181"/>
                </a:cubicBezTo>
                <a:cubicBezTo>
                  <a:pt x="927247" y="335950"/>
                  <a:pt x="913653" y="349545"/>
                  <a:pt x="896883" y="349545"/>
                </a:cubicBezTo>
                <a:cubicBezTo>
                  <a:pt x="880114" y="349545"/>
                  <a:pt x="866520" y="335950"/>
                  <a:pt x="866520" y="319181"/>
                </a:cubicBezTo>
                <a:cubicBezTo>
                  <a:pt x="866520" y="302412"/>
                  <a:pt x="880114" y="288818"/>
                  <a:pt x="896883" y="288818"/>
                </a:cubicBezTo>
                <a:close/>
                <a:moveTo>
                  <a:pt x="824329" y="288818"/>
                </a:moveTo>
                <a:cubicBezTo>
                  <a:pt x="841098" y="288818"/>
                  <a:pt x="854692" y="302412"/>
                  <a:pt x="854692" y="319181"/>
                </a:cubicBezTo>
                <a:cubicBezTo>
                  <a:pt x="854692" y="335950"/>
                  <a:pt x="841098" y="349545"/>
                  <a:pt x="824329" y="349545"/>
                </a:cubicBezTo>
                <a:cubicBezTo>
                  <a:pt x="807559" y="349545"/>
                  <a:pt x="793965" y="335950"/>
                  <a:pt x="793965" y="319181"/>
                </a:cubicBezTo>
                <a:cubicBezTo>
                  <a:pt x="793965" y="302412"/>
                  <a:pt x="807559" y="288818"/>
                  <a:pt x="824329" y="288818"/>
                </a:cubicBezTo>
                <a:close/>
                <a:moveTo>
                  <a:pt x="751774" y="288818"/>
                </a:moveTo>
                <a:cubicBezTo>
                  <a:pt x="768544" y="288818"/>
                  <a:pt x="782138" y="302412"/>
                  <a:pt x="782138" y="319181"/>
                </a:cubicBezTo>
                <a:cubicBezTo>
                  <a:pt x="782138" y="335950"/>
                  <a:pt x="768544" y="349545"/>
                  <a:pt x="751774" y="349545"/>
                </a:cubicBezTo>
                <a:cubicBezTo>
                  <a:pt x="735005" y="349545"/>
                  <a:pt x="721411" y="335950"/>
                  <a:pt x="721411" y="319181"/>
                </a:cubicBezTo>
                <a:cubicBezTo>
                  <a:pt x="721411" y="302412"/>
                  <a:pt x="735005" y="288818"/>
                  <a:pt x="751774" y="288818"/>
                </a:cubicBezTo>
                <a:close/>
                <a:moveTo>
                  <a:pt x="679220" y="288818"/>
                </a:moveTo>
                <a:cubicBezTo>
                  <a:pt x="695989" y="288818"/>
                  <a:pt x="709583" y="302412"/>
                  <a:pt x="709583" y="319181"/>
                </a:cubicBezTo>
                <a:cubicBezTo>
                  <a:pt x="709583" y="335950"/>
                  <a:pt x="695989" y="349545"/>
                  <a:pt x="679220" y="349545"/>
                </a:cubicBezTo>
                <a:cubicBezTo>
                  <a:pt x="662450" y="349545"/>
                  <a:pt x="648856" y="335950"/>
                  <a:pt x="648856" y="319181"/>
                </a:cubicBezTo>
                <a:cubicBezTo>
                  <a:pt x="648856" y="302412"/>
                  <a:pt x="662450" y="288818"/>
                  <a:pt x="679220" y="288818"/>
                </a:cubicBezTo>
                <a:close/>
                <a:moveTo>
                  <a:pt x="606665" y="288818"/>
                </a:moveTo>
                <a:cubicBezTo>
                  <a:pt x="623435" y="288818"/>
                  <a:pt x="637029" y="302412"/>
                  <a:pt x="637029" y="319181"/>
                </a:cubicBezTo>
                <a:cubicBezTo>
                  <a:pt x="637029" y="335950"/>
                  <a:pt x="623435" y="349545"/>
                  <a:pt x="606665" y="349545"/>
                </a:cubicBezTo>
                <a:cubicBezTo>
                  <a:pt x="589896" y="349545"/>
                  <a:pt x="576302" y="335950"/>
                  <a:pt x="576302" y="319181"/>
                </a:cubicBezTo>
                <a:cubicBezTo>
                  <a:pt x="576302" y="302412"/>
                  <a:pt x="589896" y="288818"/>
                  <a:pt x="606665" y="288818"/>
                </a:cubicBezTo>
                <a:close/>
                <a:moveTo>
                  <a:pt x="534111" y="288818"/>
                </a:moveTo>
                <a:cubicBezTo>
                  <a:pt x="550880" y="288818"/>
                  <a:pt x="564474" y="302412"/>
                  <a:pt x="564474" y="319181"/>
                </a:cubicBezTo>
                <a:cubicBezTo>
                  <a:pt x="564474" y="335950"/>
                  <a:pt x="550880" y="349545"/>
                  <a:pt x="534111" y="349545"/>
                </a:cubicBezTo>
                <a:cubicBezTo>
                  <a:pt x="517341" y="349545"/>
                  <a:pt x="503747" y="335950"/>
                  <a:pt x="503747" y="319181"/>
                </a:cubicBezTo>
                <a:cubicBezTo>
                  <a:pt x="503747" y="302412"/>
                  <a:pt x="517341" y="288818"/>
                  <a:pt x="534111" y="288818"/>
                </a:cubicBezTo>
                <a:close/>
                <a:moveTo>
                  <a:pt x="461556" y="288818"/>
                </a:moveTo>
                <a:cubicBezTo>
                  <a:pt x="478326" y="288818"/>
                  <a:pt x="491920" y="302412"/>
                  <a:pt x="491920" y="319181"/>
                </a:cubicBezTo>
                <a:cubicBezTo>
                  <a:pt x="491920" y="335950"/>
                  <a:pt x="478326" y="349545"/>
                  <a:pt x="461556" y="349545"/>
                </a:cubicBezTo>
                <a:cubicBezTo>
                  <a:pt x="444787" y="349545"/>
                  <a:pt x="431192" y="335950"/>
                  <a:pt x="431192" y="319181"/>
                </a:cubicBezTo>
                <a:cubicBezTo>
                  <a:pt x="431192" y="302412"/>
                  <a:pt x="444787" y="288818"/>
                  <a:pt x="461556" y="288818"/>
                </a:cubicBezTo>
                <a:close/>
                <a:moveTo>
                  <a:pt x="389002" y="288818"/>
                </a:moveTo>
                <a:cubicBezTo>
                  <a:pt x="405771" y="288818"/>
                  <a:pt x="419365" y="302412"/>
                  <a:pt x="419365" y="319181"/>
                </a:cubicBezTo>
                <a:cubicBezTo>
                  <a:pt x="419365" y="335950"/>
                  <a:pt x="405771" y="349545"/>
                  <a:pt x="389002" y="349545"/>
                </a:cubicBezTo>
                <a:cubicBezTo>
                  <a:pt x="372232" y="349545"/>
                  <a:pt x="358638" y="335950"/>
                  <a:pt x="358638" y="319181"/>
                </a:cubicBezTo>
                <a:cubicBezTo>
                  <a:pt x="358638" y="302412"/>
                  <a:pt x="372232" y="288818"/>
                  <a:pt x="389002" y="288818"/>
                </a:cubicBezTo>
                <a:close/>
                <a:moveTo>
                  <a:pt x="316447" y="288818"/>
                </a:moveTo>
                <a:cubicBezTo>
                  <a:pt x="333216" y="288818"/>
                  <a:pt x="346810" y="302412"/>
                  <a:pt x="346810" y="319181"/>
                </a:cubicBezTo>
                <a:cubicBezTo>
                  <a:pt x="346810" y="335950"/>
                  <a:pt x="333216" y="349545"/>
                  <a:pt x="316447" y="349545"/>
                </a:cubicBezTo>
                <a:cubicBezTo>
                  <a:pt x="299677" y="349545"/>
                  <a:pt x="286084" y="335950"/>
                  <a:pt x="286084" y="319181"/>
                </a:cubicBezTo>
                <a:cubicBezTo>
                  <a:pt x="286084" y="302412"/>
                  <a:pt x="299677" y="288818"/>
                  <a:pt x="316447" y="288818"/>
                </a:cubicBezTo>
                <a:close/>
                <a:moveTo>
                  <a:pt x="243892" y="288818"/>
                </a:moveTo>
                <a:cubicBezTo>
                  <a:pt x="260662" y="288818"/>
                  <a:pt x="274256" y="302412"/>
                  <a:pt x="274256" y="319181"/>
                </a:cubicBezTo>
                <a:cubicBezTo>
                  <a:pt x="274256" y="335950"/>
                  <a:pt x="260662" y="349545"/>
                  <a:pt x="243892" y="349545"/>
                </a:cubicBezTo>
                <a:cubicBezTo>
                  <a:pt x="227123" y="349545"/>
                  <a:pt x="213529" y="335950"/>
                  <a:pt x="213529" y="319181"/>
                </a:cubicBezTo>
                <a:cubicBezTo>
                  <a:pt x="213529" y="302412"/>
                  <a:pt x="227123" y="288818"/>
                  <a:pt x="243892" y="288818"/>
                </a:cubicBezTo>
                <a:close/>
                <a:moveTo>
                  <a:pt x="171339" y="288818"/>
                </a:moveTo>
                <a:cubicBezTo>
                  <a:pt x="188107" y="288818"/>
                  <a:pt x="201701" y="302412"/>
                  <a:pt x="201701" y="319181"/>
                </a:cubicBezTo>
                <a:cubicBezTo>
                  <a:pt x="201701" y="335950"/>
                  <a:pt x="188107" y="349545"/>
                  <a:pt x="171339" y="349545"/>
                </a:cubicBezTo>
                <a:cubicBezTo>
                  <a:pt x="154691" y="349545"/>
                  <a:pt x="141096" y="335950"/>
                  <a:pt x="141096" y="319181"/>
                </a:cubicBezTo>
                <a:cubicBezTo>
                  <a:pt x="141096" y="302412"/>
                  <a:pt x="154691" y="288818"/>
                  <a:pt x="171339" y="288818"/>
                </a:cubicBezTo>
                <a:close/>
                <a:moveTo>
                  <a:pt x="98923" y="288818"/>
                </a:moveTo>
                <a:cubicBezTo>
                  <a:pt x="115682" y="288818"/>
                  <a:pt x="129276" y="302412"/>
                  <a:pt x="129276" y="319181"/>
                </a:cubicBezTo>
                <a:cubicBezTo>
                  <a:pt x="129276" y="335950"/>
                  <a:pt x="115682" y="349545"/>
                  <a:pt x="98923" y="349545"/>
                </a:cubicBezTo>
                <a:cubicBezTo>
                  <a:pt x="82149" y="349545"/>
                  <a:pt x="68554" y="335950"/>
                  <a:pt x="68554" y="319181"/>
                </a:cubicBezTo>
                <a:cubicBezTo>
                  <a:pt x="68554" y="302412"/>
                  <a:pt x="82149" y="288818"/>
                  <a:pt x="98923" y="288818"/>
                </a:cubicBezTo>
                <a:close/>
                <a:moveTo>
                  <a:pt x="26368" y="288818"/>
                </a:moveTo>
                <a:cubicBezTo>
                  <a:pt x="43131" y="288818"/>
                  <a:pt x="56725" y="302412"/>
                  <a:pt x="56725" y="319181"/>
                </a:cubicBezTo>
                <a:cubicBezTo>
                  <a:pt x="56725" y="335950"/>
                  <a:pt x="43131" y="349545"/>
                  <a:pt x="26368" y="349545"/>
                </a:cubicBezTo>
                <a:cubicBezTo>
                  <a:pt x="17983" y="349545"/>
                  <a:pt x="10391" y="346146"/>
                  <a:pt x="4896" y="340651"/>
                </a:cubicBezTo>
                <a:lnTo>
                  <a:pt x="0" y="328831"/>
                </a:lnTo>
                <a:lnTo>
                  <a:pt x="0" y="309532"/>
                </a:lnTo>
                <a:lnTo>
                  <a:pt x="4896" y="297711"/>
                </a:lnTo>
                <a:cubicBezTo>
                  <a:pt x="10391" y="292217"/>
                  <a:pt x="17983" y="288818"/>
                  <a:pt x="26368" y="288818"/>
                </a:cubicBezTo>
                <a:close/>
                <a:moveTo>
                  <a:pt x="1622429" y="208366"/>
                </a:moveTo>
                <a:cubicBezTo>
                  <a:pt x="1639199" y="208366"/>
                  <a:pt x="1652792" y="221960"/>
                  <a:pt x="1652792" y="238729"/>
                </a:cubicBezTo>
                <a:cubicBezTo>
                  <a:pt x="1652792" y="255499"/>
                  <a:pt x="1639199" y="269093"/>
                  <a:pt x="1622429" y="269093"/>
                </a:cubicBezTo>
                <a:cubicBezTo>
                  <a:pt x="1605659" y="269093"/>
                  <a:pt x="1592066" y="255499"/>
                  <a:pt x="1592066" y="238729"/>
                </a:cubicBezTo>
                <a:cubicBezTo>
                  <a:pt x="1592066" y="221960"/>
                  <a:pt x="1605659" y="208366"/>
                  <a:pt x="1622429" y="208366"/>
                </a:cubicBezTo>
                <a:close/>
                <a:moveTo>
                  <a:pt x="1549874" y="208366"/>
                </a:moveTo>
                <a:cubicBezTo>
                  <a:pt x="1566644" y="208366"/>
                  <a:pt x="1580238" y="221960"/>
                  <a:pt x="1580238" y="238729"/>
                </a:cubicBezTo>
                <a:cubicBezTo>
                  <a:pt x="1580238" y="255499"/>
                  <a:pt x="1566644" y="269093"/>
                  <a:pt x="1549874" y="269093"/>
                </a:cubicBezTo>
                <a:cubicBezTo>
                  <a:pt x="1533105" y="269093"/>
                  <a:pt x="1519511" y="255499"/>
                  <a:pt x="1519511" y="238729"/>
                </a:cubicBezTo>
                <a:cubicBezTo>
                  <a:pt x="1519511" y="221960"/>
                  <a:pt x="1533105" y="208366"/>
                  <a:pt x="1549874" y="208366"/>
                </a:cubicBezTo>
                <a:close/>
                <a:moveTo>
                  <a:pt x="1477320" y="208366"/>
                </a:moveTo>
                <a:cubicBezTo>
                  <a:pt x="1494089" y="208366"/>
                  <a:pt x="1507683" y="221960"/>
                  <a:pt x="1507683" y="238729"/>
                </a:cubicBezTo>
                <a:cubicBezTo>
                  <a:pt x="1507683" y="255499"/>
                  <a:pt x="1494089" y="269093"/>
                  <a:pt x="1477320" y="269093"/>
                </a:cubicBezTo>
                <a:cubicBezTo>
                  <a:pt x="1460550" y="269093"/>
                  <a:pt x="1446956" y="255499"/>
                  <a:pt x="1446956" y="238729"/>
                </a:cubicBezTo>
                <a:cubicBezTo>
                  <a:pt x="1446956" y="221960"/>
                  <a:pt x="1460550" y="208366"/>
                  <a:pt x="1477320" y="208366"/>
                </a:cubicBezTo>
                <a:close/>
                <a:moveTo>
                  <a:pt x="1404765" y="208366"/>
                </a:moveTo>
                <a:cubicBezTo>
                  <a:pt x="1421535" y="208366"/>
                  <a:pt x="1435129" y="221960"/>
                  <a:pt x="1435129" y="238729"/>
                </a:cubicBezTo>
                <a:cubicBezTo>
                  <a:pt x="1435129" y="255499"/>
                  <a:pt x="1421535" y="269093"/>
                  <a:pt x="1404765" y="269093"/>
                </a:cubicBezTo>
                <a:cubicBezTo>
                  <a:pt x="1387996" y="269093"/>
                  <a:pt x="1374402" y="255499"/>
                  <a:pt x="1374402" y="238729"/>
                </a:cubicBezTo>
                <a:cubicBezTo>
                  <a:pt x="1374402" y="221960"/>
                  <a:pt x="1387996" y="208366"/>
                  <a:pt x="1404765" y="208366"/>
                </a:cubicBezTo>
                <a:close/>
                <a:moveTo>
                  <a:pt x="1332211" y="208366"/>
                </a:moveTo>
                <a:cubicBezTo>
                  <a:pt x="1348980" y="208366"/>
                  <a:pt x="1362574" y="221960"/>
                  <a:pt x="1362574" y="238729"/>
                </a:cubicBezTo>
                <a:cubicBezTo>
                  <a:pt x="1362574" y="255499"/>
                  <a:pt x="1348980" y="269093"/>
                  <a:pt x="1332211" y="269093"/>
                </a:cubicBezTo>
                <a:cubicBezTo>
                  <a:pt x="1315441" y="269093"/>
                  <a:pt x="1301847" y="255499"/>
                  <a:pt x="1301847" y="238729"/>
                </a:cubicBezTo>
                <a:cubicBezTo>
                  <a:pt x="1301847" y="221960"/>
                  <a:pt x="1315441" y="208366"/>
                  <a:pt x="1332211" y="208366"/>
                </a:cubicBezTo>
                <a:close/>
                <a:moveTo>
                  <a:pt x="1259656" y="208366"/>
                </a:moveTo>
                <a:cubicBezTo>
                  <a:pt x="1276426" y="208366"/>
                  <a:pt x="1290020" y="221960"/>
                  <a:pt x="1290020" y="238729"/>
                </a:cubicBezTo>
                <a:cubicBezTo>
                  <a:pt x="1290020" y="255499"/>
                  <a:pt x="1276426" y="269093"/>
                  <a:pt x="1259656" y="269093"/>
                </a:cubicBezTo>
                <a:cubicBezTo>
                  <a:pt x="1242887" y="269093"/>
                  <a:pt x="1229293" y="255499"/>
                  <a:pt x="1229293" y="238729"/>
                </a:cubicBezTo>
                <a:cubicBezTo>
                  <a:pt x="1229293" y="221960"/>
                  <a:pt x="1242887" y="208366"/>
                  <a:pt x="1259656" y="208366"/>
                </a:cubicBezTo>
                <a:close/>
                <a:moveTo>
                  <a:pt x="1187102" y="208366"/>
                </a:moveTo>
                <a:cubicBezTo>
                  <a:pt x="1203871" y="208366"/>
                  <a:pt x="1217465" y="221960"/>
                  <a:pt x="1217465" y="238729"/>
                </a:cubicBezTo>
                <a:cubicBezTo>
                  <a:pt x="1217465" y="255499"/>
                  <a:pt x="1203871" y="269093"/>
                  <a:pt x="1187102" y="269093"/>
                </a:cubicBezTo>
                <a:cubicBezTo>
                  <a:pt x="1170332" y="269093"/>
                  <a:pt x="1156738" y="255499"/>
                  <a:pt x="1156738" y="238729"/>
                </a:cubicBezTo>
                <a:cubicBezTo>
                  <a:pt x="1156738" y="221960"/>
                  <a:pt x="1170332" y="208366"/>
                  <a:pt x="1187102" y="208366"/>
                </a:cubicBezTo>
                <a:close/>
                <a:moveTo>
                  <a:pt x="1114547" y="208366"/>
                </a:moveTo>
                <a:cubicBezTo>
                  <a:pt x="1131317" y="208366"/>
                  <a:pt x="1144911" y="221960"/>
                  <a:pt x="1144911" y="238729"/>
                </a:cubicBezTo>
                <a:cubicBezTo>
                  <a:pt x="1144911" y="255499"/>
                  <a:pt x="1131317" y="269093"/>
                  <a:pt x="1114547" y="269093"/>
                </a:cubicBezTo>
                <a:cubicBezTo>
                  <a:pt x="1097778" y="269093"/>
                  <a:pt x="1084184" y="255499"/>
                  <a:pt x="1084184" y="238729"/>
                </a:cubicBezTo>
                <a:cubicBezTo>
                  <a:pt x="1084184" y="221960"/>
                  <a:pt x="1097778" y="208366"/>
                  <a:pt x="1114547" y="208366"/>
                </a:cubicBezTo>
                <a:close/>
                <a:moveTo>
                  <a:pt x="1041993" y="208366"/>
                </a:moveTo>
                <a:cubicBezTo>
                  <a:pt x="1058762" y="208366"/>
                  <a:pt x="1072356" y="221960"/>
                  <a:pt x="1072356" y="238729"/>
                </a:cubicBezTo>
                <a:cubicBezTo>
                  <a:pt x="1072356" y="255499"/>
                  <a:pt x="1058762" y="269093"/>
                  <a:pt x="1041993" y="269093"/>
                </a:cubicBezTo>
                <a:cubicBezTo>
                  <a:pt x="1025223" y="269093"/>
                  <a:pt x="1011629" y="255499"/>
                  <a:pt x="1011629" y="238729"/>
                </a:cubicBezTo>
                <a:cubicBezTo>
                  <a:pt x="1011629" y="221960"/>
                  <a:pt x="1025223" y="208366"/>
                  <a:pt x="1041993" y="208366"/>
                </a:cubicBezTo>
                <a:close/>
                <a:moveTo>
                  <a:pt x="969438" y="208366"/>
                </a:moveTo>
                <a:cubicBezTo>
                  <a:pt x="986208" y="208366"/>
                  <a:pt x="999801" y="221960"/>
                  <a:pt x="999801" y="238729"/>
                </a:cubicBezTo>
                <a:cubicBezTo>
                  <a:pt x="999801" y="255499"/>
                  <a:pt x="986208" y="269093"/>
                  <a:pt x="969438" y="269093"/>
                </a:cubicBezTo>
                <a:cubicBezTo>
                  <a:pt x="952669" y="269093"/>
                  <a:pt x="939075" y="255499"/>
                  <a:pt x="939075" y="238729"/>
                </a:cubicBezTo>
                <a:cubicBezTo>
                  <a:pt x="939075" y="221960"/>
                  <a:pt x="952669" y="208366"/>
                  <a:pt x="969438" y="208366"/>
                </a:cubicBezTo>
                <a:close/>
                <a:moveTo>
                  <a:pt x="896883" y="208366"/>
                </a:moveTo>
                <a:cubicBezTo>
                  <a:pt x="913653" y="208366"/>
                  <a:pt x="927247" y="221960"/>
                  <a:pt x="927247" y="238729"/>
                </a:cubicBezTo>
                <a:cubicBezTo>
                  <a:pt x="927247" y="255499"/>
                  <a:pt x="913653" y="269093"/>
                  <a:pt x="896883" y="269093"/>
                </a:cubicBezTo>
                <a:cubicBezTo>
                  <a:pt x="880114" y="269093"/>
                  <a:pt x="866520" y="255499"/>
                  <a:pt x="866520" y="238729"/>
                </a:cubicBezTo>
                <a:cubicBezTo>
                  <a:pt x="866520" y="221960"/>
                  <a:pt x="880114" y="208366"/>
                  <a:pt x="896883" y="208366"/>
                </a:cubicBezTo>
                <a:close/>
                <a:moveTo>
                  <a:pt x="824329" y="208366"/>
                </a:moveTo>
                <a:cubicBezTo>
                  <a:pt x="841098" y="208366"/>
                  <a:pt x="854692" y="221960"/>
                  <a:pt x="854692" y="238729"/>
                </a:cubicBezTo>
                <a:cubicBezTo>
                  <a:pt x="854692" y="255499"/>
                  <a:pt x="841098" y="269093"/>
                  <a:pt x="824329" y="269093"/>
                </a:cubicBezTo>
                <a:cubicBezTo>
                  <a:pt x="807559" y="269093"/>
                  <a:pt x="793965" y="255499"/>
                  <a:pt x="793965" y="238729"/>
                </a:cubicBezTo>
                <a:cubicBezTo>
                  <a:pt x="793965" y="221960"/>
                  <a:pt x="807559" y="208366"/>
                  <a:pt x="824329" y="208366"/>
                </a:cubicBezTo>
                <a:close/>
                <a:moveTo>
                  <a:pt x="751774" y="208366"/>
                </a:moveTo>
                <a:cubicBezTo>
                  <a:pt x="768544" y="208366"/>
                  <a:pt x="782138" y="221960"/>
                  <a:pt x="782138" y="238729"/>
                </a:cubicBezTo>
                <a:cubicBezTo>
                  <a:pt x="782138" y="255499"/>
                  <a:pt x="768544" y="269093"/>
                  <a:pt x="751774" y="269093"/>
                </a:cubicBezTo>
                <a:cubicBezTo>
                  <a:pt x="735005" y="269093"/>
                  <a:pt x="721411" y="255499"/>
                  <a:pt x="721411" y="238729"/>
                </a:cubicBezTo>
                <a:cubicBezTo>
                  <a:pt x="721411" y="221960"/>
                  <a:pt x="735005" y="208366"/>
                  <a:pt x="751774" y="208366"/>
                </a:cubicBezTo>
                <a:close/>
                <a:moveTo>
                  <a:pt x="679220" y="208366"/>
                </a:moveTo>
                <a:cubicBezTo>
                  <a:pt x="695989" y="208366"/>
                  <a:pt x="709583" y="221960"/>
                  <a:pt x="709583" y="238729"/>
                </a:cubicBezTo>
                <a:cubicBezTo>
                  <a:pt x="709583" y="255499"/>
                  <a:pt x="695989" y="269093"/>
                  <a:pt x="679220" y="269093"/>
                </a:cubicBezTo>
                <a:cubicBezTo>
                  <a:pt x="662450" y="269093"/>
                  <a:pt x="648856" y="255499"/>
                  <a:pt x="648856" y="238729"/>
                </a:cubicBezTo>
                <a:cubicBezTo>
                  <a:pt x="648856" y="221960"/>
                  <a:pt x="662450" y="208366"/>
                  <a:pt x="679220" y="208366"/>
                </a:cubicBezTo>
                <a:close/>
                <a:moveTo>
                  <a:pt x="606665" y="208366"/>
                </a:moveTo>
                <a:cubicBezTo>
                  <a:pt x="623435" y="208366"/>
                  <a:pt x="637029" y="221960"/>
                  <a:pt x="637029" y="238729"/>
                </a:cubicBezTo>
                <a:cubicBezTo>
                  <a:pt x="637029" y="255499"/>
                  <a:pt x="623435" y="269093"/>
                  <a:pt x="606665" y="269093"/>
                </a:cubicBezTo>
                <a:cubicBezTo>
                  <a:pt x="589896" y="269093"/>
                  <a:pt x="576302" y="255499"/>
                  <a:pt x="576302" y="238729"/>
                </a:cubicBezTo>
                <a:cubicBezTo>
                  <a:pt x="576302" y="221960"/>
                  <a:pt x="589896" y="208366"/>
                  <a:pt x="606665" y="208366"/>
                </a:cubicBezTo>
                <a:close/>
                <a:moveTo>
                  <a:pt x="534111" y="208366"/>
                </a:moveTo>
                <a:cubicBezTo>
                  <a:pt x="550880" y="208366"/>
                  <a:pt x="564474" y="221960"/>
                  <a:pt x="564474" y="238729"/>
                </a:cubicBezTo>
                <a:cubicBezTo>
                  <a:pt x="564474" y="255499"/>
                  <a:pt x="550880" y="269093"/>
                  <a:pt x="534111" y="269093"/>
                </a:cubicBezTo>
                <a:cubicBezTo>
                  <a:pt x="517341" y="269093"/>
                  <a:pt x="503747" y="255499"/>
                  <a:pt x="503747" y="238729"/>
                </a:cubicBezTo>
                <a:cubicBezTo>
                  <a:pt x="503747" y="221960"/>
                  <a:pt x="517341" y="208366"/>
                  <a:pt x="534111" y="208366"/>
                </a:cubicBezTo>
                <a:close/>
                <a:moveTo>
                  <a:pt x="461556" y="208366"/>
                </a:moveTo>
                <a:cubicBezTo>
                  <a:pt x="478326" y="208366"/>
                  <a:pt x="491920" y="221960"/>
                  <a:pt x="491920" y="238729"/>
                </a:cubicBezTo>
                <a:cubicBezTo>
                  <a:pt x="491920" y="255499"/>
                  <a:pt x="478326" y="269093"/>
                  <a:pt x="461556" y="269093"/>
                </a:cubicBezTo>
                <a:cubicBezTo>
                  <a:pt x="444787" y="269093"/>
                  <a:pt x="431192" y="255499"/>
                  <a:pt x="431192" y="238729"/>
                </a:cubicBezTo>
                <a:cubicBezTo>
                  <a:pt x="431192" y="221960"/>
                  <a:pt x="444787" y="208366"/>
                  <a:pt x="461556" y="208366"/>
                </a:cubicBezTo>
                <a:close/>
                <a:moveTo>
                  <a:pt x="389002" y="208366"/>
                </a:moveTo>
                <a:cubicBezTo>
                  <a:pt x="405771" y="208366"/>
                  <a:pt x="419365" y="221960"/>
                  <a:pt x="419365" y="238729"/>
                </a:cubicBezTo>
                <a:cubicBezTo>
                  <a:pt x="419365" y="255499"/>
                  <a:pt x="405771" y="269093"/>
                  <a:pt x="389002" y="269093"/>
                </a:cubicBezTo>
                <a:cubicBezTo>
                  <a:pt x="372232" y="269093"/>
                  <a:pt x="358638" y="255499"/>
                  <a:pt x="358638" y="238729"/>
                </a:cubicBezTo>
                <a:cubicBezTo>
                  <a:pt x="358638" y="221960"/>
                  <a:pt x="372232" y="208366"/>
                  <a:pt x="389002" y="208366"/>
                </a:cubicBezTo>
                <a:close/>
                <a:moveTo>
                  <a:pt x="316447" y="208366"/>
                </a:moveTo>
                <a:cubicBezTo>
                  <a:pt x="333216" y="208366"/>
                  <a:pt x="346810" y="221960"/>
                  <a:pt x="346810" y="238729"/>
                </a:cubicBezTo>
                <a:cubicBezTo>
                  <a:pt x="346810" y="255499"/>
                  <a:pt x="333216" y="269093"/>
                  <a:pt x="316447" y="269093"/>
                </a:cubicBezTo>
                <a:cubicBezTo>
                  <a:pt x="299677" y="269093"/>
                  <a:pt x="286084" y="255499"/>
                  <a:pt x="286084" y="238729"/>
                </a:cubicBezTo>
                <a:cubicBezTo>
                  <a:pt x="286084" y="221960"/>
                  <a:pt x="299677" y="208366"/>
                  <a:pt x="316447" y="208366"/>
                </a:cubicBezTo>
                <a:close/>
                <a:moveTo>
                  <a:pt x="243892" y="208366"/>
                </a:moveTo>
                <a:cubicBezTo>
                  <a:pt x="260662" y="208366"/>
                  <a:pt x="274256" y="221960"/>
                  <a:pt x="274256" y="238729"/>
                </a:cubicBezTo>
                <a:cubicBezTo>
                  <a:pt x="274256" y="255499"/>
                  <a:pt x="260662" y="269093"/>
                  <a:pt x="243892" y="269093"/>
                </a:cubicBezTo>
                <a:cubicBezTo>
                  <a:pt x="227123" y="269093"/>
                  <a:pt x="213529" y="255499"/>
                  <a:pt x="213529" y="238729"/>
                </a:cubicBezTo>
                <a:cubicBezTo>
                  <a:pt x="213529" y="221960"/>
                  <a:pt x="227123" y="208366"/>
                  <a:pt x="243892" y="208366"/>
                </a:cubicBezTo>
                <a:close/>
                <a:moveTo>
                  <a:pt x="171339" y="208366"/>
                </a:moveTo>
                <a:cubicBezTo>
                  <a:pt x="188107" y="208366"/>
                  <a:pt x="201701" y="221960"/>
                  <a:pt x="201701" y="238729"/>
                </a:cubicBezTo>
                <a:cubicBezTo>
                  <a:pt x="201701" y="255499"/>
                  <a:pt x="188107" y="269093"/>
                  <a:pt x="171339" y="269093"/>
                </a:cubicBezTo>
                <a:cubicBezTo>
                  <a:pt x="154697" y="269093"/>
                  <a:pt x="141102" y="255499"/>
                  <a:pt x="141102" y="238729"/>
                </a:cubicBezTo>
                <a:cubicBezTo>
                  <a:pt x="141102" y="221960"/>
                  <a:pt x="154697" y="208366"/>
                  <a:pt x="171339" y="208366"/>
                </a:cubicBezTo>
                <a:close/>
                <a:moveTo>
                  <a:pt x="98929" y="208366"/>
                </a:moveTo>
                <a:cubicBezTo>
                  <a:pt x="115688" y="208366"/>
                  <a:pt x="129282" y="221960"/>
                  <a:pt x="129282" y="238729"/>
                </a:cubicBezTo>
                <a:cubicBezTo>
                  <a:pt x="129282" y="255499"/>
                  <a:pt x="115688" y="269093"/>
                  <a:pt x="98929" y="269093"/>
                </a:cubicBezTo>
                <a:cubicBezTo>
                  <a:pt x="82155" y="269093"/>
                  <a:pt x="68561" y="255499"/>
                  <a:pt x="68561" y="238729"/>
                </a:cubicBezTo>
                <a:cubicBezTo>
                  <a:pt x="68561" y="221960"/>
                  <a:pt x="82155" y="208366"/>
                  <a:pt x="98929" y="208366"/>
                </a:cubicBezTo>
                <a:close/>
                <a:moveTo>
                  <a:pt x="26375" y="208366"/>
                </a:moveTo>
                <a:cubicBezTo>
                  <a:pt x="43137" y="208366"/>
                  <a:pt x="56732" y="221960"/>
                  <a:pt x="56732" y="238729"/>
                </a:cubicBezTo>
                <a:cubicBezTo>
                  <a:pt x="56732" y="255499"/>
                  <a:pt x="43137" y="269093"/>
                  <a:pt x="26375" y="269093"/>
                </a:cubicBezTo>
                <a:cubicBezTo>
                  <a:pt x="17989" y="269093"/>
                  <a:pt x="10398" y="265695"/>
                  <a:pt x="4903" y="260200"/>
                </a:cubicBezTo>
                <a:lnTo>
                  <a:pt x="0" y="248364"/>
                </a:lnTo>
                <a:lnTo>
                  <a:pt x="0" y="229094"/>
                </a:lnTo>
                <a:lnTo>
                  <a:pt x="4903" y="217259"/>
                </a:lnTo>
                <a:cubicBezTo>
                  <a:pt x="10398" y="211765"/>
                  <a:pt x="17989" y="208366"/>
                  <a:pt x="26375" y="208366"/>
                </a:cubicBezTo>
                <a:close/>
                <a:moveTo>
                  <a:pt x="1622429" y="127914"/>
                </a:moveTo>
                <a:cubicBezTo>
                  <a:pt x="1630814" y="127914"/>
                  <a:pt x="1638404" y="131313"/>
                  <a:pt x="1643899" y="136808"/>
                </a:cubicBezTo>
                <a:lnTo>
                  <a:pt x="1648931" y="148957"/>
                </a:lnTo>
                <a:lnTo>
                  <a:pt x="1651011" y="162579"/>
                </a:lnTo>
                <a:lnTo>
                  <a:pt x="1643899" y="179748"/>
                </a:lnTo>
                <a:cubicBezTo>
                  <a:pt x="1638404" y="185243"/>
                  <a:pt x="1630814" y="188641"/>
                  <a:pt x="1622429" y="188641"/>
                </a:cubicBezTo>
                <a:cubicBezTo>
                  <a:pt x="1605659" y="188641"/>
                  <a:pt x="1592066" y="175047"/>
                  <a:pt x="1592066" y="158278"/>
                </a:cubicBezTo>
                <a:cubicBezTo>
                  <a:pt x="1592066" y="141508"/>
                  <a:pt x="1605659" y="127914"/>
                  <a:pt x="1622429" y="127914"/>
                </a:cubicBezTo>
                <a:close/>
                <a:moveTo>
                  <a:pt x="1549874" y="127914"/>
                </a:moveTo>
                <a:cubicBezTo>
                  <a:pt x="1566644" y="127914"/>
                  <a:pt x="1580238" y="141508"/>
                  <a:pt x="1580238" y="158278"/>
                </a:cubicBezTo>
                <a:cubicBezTo>
                  <a:pt x="1580238" y="175047"/>
                  <a:pt x="1566644" y="188641"/>
                  <a:pt x="1549874" y="188641"/>
                </a:cubicBezTo>
                <a:cubicBezTo>
                  <a:pt x="1533105" y="188641"/>
                  <a:pt x="1519511" y="175047"/>
                  <a:pt x="1519511" y="158278"/>
                </a:cubicBezTo>
                <a:cubicBezTo>
                  <a:pt x="1519511" y="141508"/>
                  <a:pt x="1533105" y="127914"/>
                  <a:pt x="1549874" y="127914"/>
                </a:cubicBezTo>
                <a:close/>
                <a:moveTo>
                  <a:pt x="1477320" y="127914"/>
                </a:moveTo>
                <a:cubicBezTo>
                  <a:pt x="1494089" y="127914"/>
                  <a:pt x="1507683" y="141508"/>
                  <a:pt x="1507683" y="158278"/>
                </a:cubicBezTo>
                <a:cubicBezTo>
                  <a:pt x="1507683" y="175047"/>
                  <a:pt x="1494089" y="188641"/>
                  <a:pt x="1477320" y="188641"/>
                </a:cubicBezTo>
                <a:cubicBezTo>
                  <a:pt x="1460550" y="188641"/>
                  <a:pt x="1446956" y="175047"/>
                  <a:pt x="1446956" y="158278"/>
                </a:cubicBezTo>
                <a:cubicBezTo>
                  <a:pt x="1446956" y="141508"/>
                  <a:pt x="1460550" y="127914"/>
                  <a:pt x="1477320" y="127914"/>
                </a:cubicBezTo>
                <a:close/>
                <a:moveTo>
                  <a:pt x="1404765" y="127914"/>
                </a:moveTo>
                <a:cubicBezTo>
                  <a:pt x="1421535" y="127914"/>
                  <a:pt x="1435129" y="141508"/>
                  <a:pt x="1435129" y="158278"/>
                </a:cubicBezTo>
                <a:cubicBezTo>
                  <a:pt x="1435129" y="175047"/>
                  <a:pt x="1421535" y="188641"/>
                  <a:pt x="1404765" y="188641"/>
                </a:cubicBezTo>
                <a:cubicBezTo>
                  <a:pt x="1387996" y="188641"/>
                  <a:pt x="1374402" y="175047"/>
                  <a:pt x="1374402" y="158278"/>
                </a:cubicBezTo>
                <a:cubicBezTo>
                  <a:pt x="1374402" y="141508"/>
                  <a:pt x="1387996" y="127914"/>
                  <a:pt x="1404765" y="127914"/>
                </a:cubicBezTo>
                <a:close/>
                <a:moveTo>
                  <a:pt x="1332211" y="127914"/>
                </a:moveTo>
                <a:cubicBezTo>
                  <a:pt x="1348980" y="127914"/>
                  <a:pt x="1362574" y="141508"/>
                  <a:pt x="1362574" y="158278"/>
                </a:cubicBezTo>
                <a:cubicBezTo>
                  <a:pt x="1362574" y="175047"/>
                  <a:pt x="1348980" y="188641"/>
                  <a:pt x="1332211" y="188641"/>
                </a:cubicBezTo>
                <a:cubicBezTo>
                  <a:pt x="1315441" y="188641"/>
                  <a:pt x="1301847" y="175047"/>
                  <a:pt x="1301847" y="158278"/>
                </a:cubicBezTo>
                <a:cubicBezTo>
                  <a:pt x="1301847" y="141508"/>
                  <a:pt x="1315441" y="127914"/>
                  <a:pt x="1332211" y="127914"/>
                </a:cubicBezTo>
                <a:close/>
                <a:moveTo>
                  <a:pt x="1259656" y="127914"/>
                </a:moveTo>
                <a:cubicBezTo>
                  <a:pt x="1276426" y="127914"/>
                  <a:pt x="1290020" y="141508"/>
                  <a:pt x="1290020" y="158278"/>
                </a:cubicBezTo>
                <a:cubicBezTo>
                  <a:pt x="1290020" y="175047"/>
                  <a:pt x="1276426" y="188641"/>
                  <a:pt x="1259656" y="188641"/>
                </a:cubicBezTo>
                <a:cubicBezTo>
                  <a:pt x="1242887" y="188641"/>
                  <a:pt x="1229293" y="175047"/>
                  <a:pt x="1229293" y="158278"/>
                </a:cubicBezTo>
                <a:cubicBezTo>
                  <a:pt x="1229293" y="141508"/>
                  <a:pt x="1242887" y="127914"/>
                  <a:pt x="1259656" y="127914"/>
                </a:cubicBezTo>
                <a:close/>
                <a:moveTo>
                  <a:pt x="1187102" y="127914"/>
                </a:moveTo>
                <a:cubicBezTo>
                  <a:pt x="1203871" y="127914"/>
                  <a:pt x="1217465" y="141508"/>
                  <a:pt x="1217465" y="158278"/>
                </a:cubicBezTo>
                <a:cubicBezTo>
                  <a:pt x="1217465" y="175047"/>
                  <a:pt x="1203871" y="188641"/>
                  <a:pt x="1187102" y="188641"/>
                </a:cubicBezTo>
                <a:cubicBezTo>
                  <a:pt x="1170332" y="188641"/>
                  <a:pt x="1156738" y="175047"/>
                  <a:pt x="1156738" y="158278"/>
                </a:cubicBezTo>
                <a:cubicBezTo>
                  <a:pt x="1156738" y="141508"/>
                  <a:pt x="1170332" y="127914"/>
                  <a:pt x="1187102" y="127914"/>
                </a:cubicBezTo>
                <a:close/>
                <a:moveTo>
                  <a:pt x="1114547" y="127914"/>
                </a:moveTo>
                <a:cubicBezTo>
                  <a:pt x="1131317" y="127914"/>
                  <a:pt x="1144911" y="141508"/>
                  <a:pt x="1144911" y="158278"/>
                </a:cubicBezTo>
                <a:cubicBezTo>
                  <a:pt x="1144911" y="175047"/>
                  <a:pt x="1131317" y="188641"/>
                  <a:pt x="1114547" y="188641"/>
                </a:cubicBezTo>
                <a:cubicBezTo>
                  <a:pt x="1097778" y="188641"/>
                  <a:pt x="1084184" y="175047"/>
                  <a:pt x="1084184" y="158278"/>
                </a:cubicBezTo>
                <a:cubicBezTo>
                  <a:pt x="1084184" y="141508"/>
                  <a:pt x="1097778" y="127914"/>
                  <a:pt x="1114547" y="127914"/>
                </a:cubicBezTo>
                <a:close/>
                <a:moveTo>
                  <a:pt x="1041993" y="127914"/>
                </a:moveTo>
                <a:cubicBezTo>
                  <a:pt x="1058762" y="127914"/>
                  <a:pt x="1072356" y="141508"/>
                  <a:pt x="1072356" y="158278"/>
                </a:cubicBezTo>
                <a:cubicBezTo>
                  <a:pt x="1072356" y="175047"/>
                  <a:pt x="1058762" y="188641"/>
                  <a:pt x="1041993" y="188641"/>
                </a:cubicBezTo>
                <a:cubicBezTo>
                  <a:pt x="1025223" y="188641"/>
                  <a:pt x="1011629" y="175047"/>
                  <a:pt x="1011629" y="158278"/>
                </a:cubicBezTo>
                <a:cubicBezTo>
                  <a:pt x="1011629" y="141508"/>
                  <a:pt x="1025223" y="127914"/>
                  <a:pt x="1041993" y="127914"/>
                </a:cubicBezTo>
                <a:close/>
                <a:moveTo>
                  <a:pt x="969438" y="127914"/>
                </a:moveTo>
                <a:cubicBezTo>
                  <a:pt x="986208" y="127914"/>
                  <a:pt x="999801" y="141508"/>
                  <a:pt x="999801" y="158278"/>
                </a:cubicBezTo>
                <a:cubicBezTo>
                  <a:pt x="999801" y="175047"/>
                  <a:pt x="986208" y="188641"/>
                  <a:pt x="969438" y="188641"/>
                </a:cubicBezTo>
                <a:cubicBezTo>
                  <a:pt x="952669" y="188641"/>
                  <a:pt x="939075" y="175047"/>
                  <a:pt x="939075" y="158278"/>
                </a:cubicBezTo>
                <a:cubicBezTo>
                  <a:pt x="939075" y="141508"/>
                  <a:pt x="952669" y="127914"/>
                  <a:pt x="969438" y="127914"/>
                </a:cubicBezTo>
                <a:close/>
                <a:moveTo>
                  <a:pt x="896883" y="127914"/>
                </a:moveTo>
                <a:cubicBezTo>
                  <a:pt x="913653" y="127914"/>
                  <a:pt x="927247" y="141508"/>
                  <a:pt x="927247" y="158278"/>
                </a:cubicBezTo>
                <a:cubicBezTo>
                  <a:pt x="927247" y="175047"/>
                  <a:pt x="913653" y="188641"/>
                  <a:pt x="896883" y="188641"/>
                </a:cubicBezTo>
                <a:cubicBezTo>
                  <a:pt x="880114" y="188641"/>
                  <a:pt x="866520" y="175047"/>
                  <a:pt x="866520" y="158278"/>
                </a:cubicBezTo>
                <a:cubicBezTo>
                  <a:pt x="866520" y="141508"/>
                  <a:pt x="880114" y="127914"/>
                  <a:pt x="896883" y="127914"/>
                </a:cubicBezTo>
                <a:close/>
                <a:moveTo>
                  <a:pt x="824329" y="127914"/>
                </a:moveTo>
                <a:cubicBezTo>
                  <a:pt x="841098" y="127914"/>
                  <a:pt x="854692" y="141508"/>
                  <a:pt x="854692" y="158278"/>
                </a:cubicBezTo>
                <a:cubicBezTo>
                  <a:pt x="854692" y="175047"/>
                  <a:pt x="841098" y="188641"/>
                  <a:pt x="824329" y="188641"/>
                </a:cubicBezTo>
                <a:cubicBezTo>
                  <a:pt x="807559" y="188641"/>
                  <a:pt x="793965" y="175047"/>
                  <a:pt x="793965" y="158278"/>
                </a:cubicBezTo>
                <a:cubicBezTo>
                  <a:pt x="793965" y="141508"/>
                  <a:pt x="807559" y="127914"/>
                  <a:pt x="824329" y="127914"/>
                </a:cubicBezTo>
                <a:close/>
                <a:moveTo>
                  <a:pt x="751774" y="127914"/>
                </a:moveTo>
                <a:cubicBezTo>
                  <a:pt x="768544" y="127914"/>
                  <a:pt x="782138" y="141508"/>
                  <a:pt x="782138" y="158278"/>
                </a:cubicBezTo>
                <a:cubicBezTo>
                  <a:pt x="782138" y="175047"/>
                  <a:pt x="768544" y="188641"/>
                  <a:pt x="751774" y="188641"/>
                </a:cubicBezTo>
                <a:cubicBezTo>
                  <a:pt x="735005" y="188641"/>
                  <a:pt x="721411" y="175047"/>
                  <a:pt x="721411" y="158278"/>
                </a:cubicBezTo>
                <a:cubicBezTo>
                  <a:pt x="721411" y="141508"/>
                  <a:pt x="735005" y="127914"/>
                  <a:pt x="751774" y="127914"/>
                </a:cubicBezTo>
                <a:close/>
                <a:moveTo>
                  <a:pt x="679220" y="127914"/>
                </a:moveTo>
                <a:cubicBezTo>
                  <a:pt x="695989" y="127914"/>
                  <a:pt x="709583" y="141508"/>
                  <a:pt x="709583" y="158278"/>
                </a:cubicBezTo>
                <a:cubicBezTo>
                  <a:pt x="709583" y="175047"/>
                  <a:pt x="695989" y="188641"/>
                  <a:pt x="679220" y="188641"/>
                </a:cubicBezTo>
                <a:cubicBezTo>
                  <a:pt x="662450" y="188641"/>
                  <a:pt x="648856" y="175047"/>
                  <a:pt x="648856" y="158278"/>
                </a:cubicBezTo>
                <a:cubicBezTo>
                  <a:pt x="648856" y="141508"/>
                  <a:pt x="662450" y="127914"/>
                  <a:pt x="679220" y="127914"/>
                </a:cubicBezTo>
                <a:close/>
                <a:moveTo>
                  <a:pt x="606665" y="127914"/>
                </a:moveTo>
                <a:cubicBezTo>
                  <a:pt x="623435" y="127914"/>
                  <a:pt x="637029" y="141508"/>
                  <a:pt x="637029" y="158278"/>
                </a:cubicBezTo>
                <a:cubicBezTo>
                  <a:pt x="637029" y="175047"/>
                  <a:pt x="623435" y="188641"/>
                  <a:pt x="606665" y="188641"/>
                </a:cubicBezTo>
                <a:cubicBezTo>
                  <a:pt x="589896" y="188641"/>
                  <a:pt x="576302" y="175047"/>
                  <a:pt x="576302" y="158278"/>
                </a:cubicBezTo>
                <a:cubicBezTo>
                  <a:pt x="576302" y="141508"/>
                  <a:pt x="589896" y="127914"/>
                  <a:pt x="606665" y="127914"/>
                </a:cubicBezTo>
                <a:close/>
                <a:moveTo>
                  <a:pt x="534111" y="127914"/>
                </a:moveTo>
                <a:cubicBezTo>
                  <a:pt x="550880" y="127914"/>
                  <a:pt x="564474" y="141508"/>
                  <a:pt x="564474" y="158278"/>
                </a:cubicBezTo>
                <a:cubicBezTo>
                  <a:pt x="564474" y="175047"/>
                  <a:pt x="550880" y="188641"/>
                  <a:pt x="534111" y="188641"/>
                </a:cubicBezTo>
                <a:cubicBezTo>
                  <a:pt x="517341" y="188641"/>
                  <a:pt x="503747" y="175047"/>
                  <a:pt x="503747" y="158278"/>
                </a:cubicBezTo>
                <a:cubicBezTo>
                  <a:pt x="503747" y="141508"/>
                  <a:pt x="517341" y="127914"/>
                  <a:pt x="534111" y="127914"/>
                </a:cubicBezTo>
                <a:close/>
                <a:moveTo>
                  <a:pt x="461556" y="127914"/>
                </a:moveTo>
                <a:cubicBezTo>
                  <a:pt x="478326" y="127914"/>
                  <a:pt x="491920" y="141508"/>
                  <a:pt x="491920" y="158278"/>
                </a:cubicBezTo>
                <a:cubicBezTo>
                  <a:pt x="491920" y="175047"/>
                  <a:pt x="478326" y="188641"/>
                  <a:pt x="461556" y="188641"/>
                </a:cubicBezTo>
                <a:cubicBezTo>
                  <a:pt x="444787" y="188641"/>
                  <a:pt x="431192" y="175047"/>
                  <a:pt x="431192" y="158278"/>
                </a:cubicBezTo>
                <a:cubicBezTo>
                  <a:pt x="431192" y="141508"/>
                  <a:pt x="444787" y="127914"/>
                  <a:pt x="461556" y="127914"/>
                </a:cubicBezTo>
                <a:close/>
                <a:moveTo>
                  <a:pt x="389002" y="127914"/>
                </a:moveTo>
                <a:cubicBezTo>
                  <a:pt x="405771" y="127914"/>
                  <a:pt x="419365" y="141508"/>
                  <a:pt x="419365" y="158278"/>
                </a:cubicBezTo>
                <a:cubicBezTo>
                  <a:pt x="419365" y="175047"/>
                  <a:pt x="405771" y="188641"/>
                  <a:pt x="389002" y="188641"/>
                </a:cubicBezTo>
                <a:cubicBezTo>
                  <a:pt x="372232" y="188641"/>
                  <a:pt x="358638" y="175047"/>
                  <a:pt x="358638" y="158278"/>
                </a:cubicBezTo>
                <a:cubicBezTo>
                  <a:pt x="358638" y="141508"/>
                  <a:pt x="372232" y="127914"/>
                  <a:pt x="389002" y="127914"/>
                </a:cubicBezTo>
                <a:close/>
                <a:moveTo>
                  <a:pt x="316447" y="127914"/>
                </a:moveTo>
                <a:cubicBezTo>
                  <a:pt x="333216" y="127914"/>
                  <a:pt x="346810" y="141508"/>
                  <a:pt x="346810" y="158278"/>
                </a:cubicBezTo>
                <a:cubicBezTo>
                  <a:pt x="346810" y="175047"/>
                  <a:pt x="333216" y="188641"/>
                  <a:pt x="316447" y="188641"/>
                </a:cubicBezTo>
                <a:cubicBezTo>
                  <a:pt x="299677" y="188641"/>
                  <a:pt x="286084" y="175047"/>
                  <a:pt x="286084" y="158278"/>
                </a:cubicBezTo>
                <a:cubicBezTo>
                  <a:pt x="286084" y="141508"/>
                  <a:pt x="299677" y="127914"/>
                  <a:pt x="316447" y="127914"/>
                </a:cubicBezTo>
                <a:close/>
                <a:moveTo>
                  <a:pt x="243892" y="127914"/>
                </a:moveTo>
                <a:cubicBezTo>
                  <a:pt x="260662" y="127914"/>
                  <a:pt x="274256" y="141508"/>
                  <a:pt x="274256" y="158278"/>
                </a:cubicBezTo>
                <a:cubicBezTo>
                  <a:pt x="274256" y="175047"/>
                  <a:pt x="260662" y="188641"/>
                  <a:pt x="243892" y="188641"/>
                </a:cubicBezTo>
                <a:cubicBezTo>
                  <a:pt x="227123" y="188641"/>
                  <a:pt x="213529" y="175047"/>
                  <a:pt x="213529" y="158278"/>
                </a:cubicBezTo>
                <a:cubicBezTo>
                  <a:pt x="213529" y="141508"/>
                  <a:pt x="227123" y="127914"/>
                  <a:pt x="243892" y="127914"/>
                </a:cubicBezTo>
                <a:close/>
                <a:moveTo>
                  <a:pt x="171339" y="127914"/>
                </a:moveTo>
                <a:cubicBezTo>
                  <a:pt x="188107" y="127914"/>
                  <a:pt x="201701" y="141508"/>
                  <a:pt x="201701" y="158278"/>
                </a:cubicBezTo>
                <a:cubicBezTo>
                  <a:pt x="201701" y="175047"/>
                  <a:pt x="188107" y="188641"/>
                  <a:pt x="171339" y="188641"/>
                </a:cubicBezTo>
                <a:cubicBezTo>
                  <a:pt x="154702" y="188641"/>
                  <a:pt x="141108" y="175047"/>
                  <a:pt x="141108" y="158278"/>
                </a:cubicBezTo>
                <a:cubicBezTo>
                  <a:pt x="141108" y="141508"/>
                  <a:pt x="154702" y="127914"/>
                  <a:pt x="171339" y="127914"/>
                </a:cubicBezTo>
                <a:close/>
                <a:moveTo>
                  <a:pt x="98936" y="127914"/>
                </a:moveTo>
                <a:cubicBezTo>
                  <a:pt x="115695" y="127914"/>
                  <a:pt x="129288" y="141508"/>
                  <a:pt x="129288" y="158278"/>
                </a:cubicBezTo>
                <a:cubicBezTo>
                  <a:pt x="129288" y="175047"/>
                  <a:pt x="115695" y="188641"/>
                  <a:pt x="98936" y="188641"/>
                </a:cubicBezTo>
                <a:cubicBezTo>
                  <a:pt x="82162" y="188641"/>
                  <a:pt x="68567" y="175047"/>
                  <a:pt x="68567" y="158278"/>
                </a:cubicBezTo>
                <a:cubicBezTo>
                  <a:pt x="68567" y="141508"/>
                  <a:pt x="82162" y="127914"/>
                  <a:pt x="98936" y="127914"/>
                </a:cubicBezTo>
                <a:close/>
                <a:moveTo>
                  <a:pt x="26381" y="127914"/>
                </a:moveTo>
                <a:cubicBezTo>
                  <a:pt x="43143" y="127914"/>
                  <a:pt x="56738" y="141508"/>
                  <a:pt x="56738" y="158278"/>
                </a:cubicBezTo>
                <a:cubicBezTo>
                  <a:pt x="56738" y="175047"/>
                  <a:pt x="43143" y="188641"/>
                  <a:pt x="26381" y="188641"/>
                </a:cubicBezTo>
                <a:cubicBezTo>
                  <a:pt x="17995" y="188641"/>
                  <a:pt x="10404" y="185243"/>
                  <a:pt x="4909" y="179748"/>
                </a:cubicBezTo>
                <a:lnTo>
                  <a:pt x="0" y="167898"/>
                </a:lnTo>
                <a:lnTo>
                  <a:pt x="0" y="148658"/>
                </a:lnTo>
                <a:lnTo>
                  <a:pt x="4909" y="136807"/>
                </a:lnTo>
                <a:cubicBezTo>
                  <a:pt x="10404" y="131313"/>
                  <a:pt x="17995" y="127914"/>
                  <a:pt x="26381" y="127914"/>
                </a:cubicBezTo>
                <a:close/>
                <a:moveTo>
                  <a:pt x="1622429" y="47462"/>
                </a:moveTo>
                <a:lnTo>
                  <a:pt x="1625821" y="48147"/>
                </a:lnTo>
                <a:lnTo>
                  <a:pt x="1639701" y="102127"/>
                </a:lnTo>
                <a:lnTo>
                  <a:pt x="1634248" y="105804"/>
                </a:lnTo>
                <a:cubicBezTo>
                  <a:pt x="1630615" y="107340"/>
                  <a:pt x="1626621" y="108189"/>
                  <a:pt x="1622429" y="108189"/>
                </a:cubicBezTo>
                <a:cubicBezTo>
                  <a:pt x="1605659" y="108189"/>
                  <a:pt x="1592066" y="94595"/>
                  <a:pt x="1592066" y="77826"/>
                </a:cubicBezTo>
                <a:cubicBezTo>
                  <a:pt x="1592066" y="61056"/>
                  <a:pt x="1605659" y="47462"/>
                  <a:pt x="1622429" y="47462"/>
                </a:cubicBezTo>
                <a:close/>
                <a:moveTo>
                  <a:pt x="1549874" y="47462"/>
                </a:moveTo>
                <a:cubicBezTo>
                  <a:pt x="1566644" y="47462"/>
                  <a:pt x="1580238" y="61056"/>
                  <a:pt x="1580238" y="77826"/>
                </a:cubicBezTo>
                <a:cubicBezTo>
                  <a:pt x="1580238" y="94595"/>
                  <a:pt x="1566644" y="108189"/>
                  <a:pt x="1549874" y="108189"/>
                </a:cubicBezTo>
                <a:cubicBezTo>
                  <a:pt x="1533105" y="108189"/>
                  <a:pt x="1519511" y="94595"/>
                  <a:pt x="1519511" y="77826"/>
                </a:cubicBezTo>
                <a:cubicBezTo>
                  <a:pt x="1519511" y="61056"/>
                  <a:pt x="1533105" y="47462"/>
                  <a:pt x="1549874" y="47462"/>
                </a:cubicBezTo>
                <a:close/>
                <a:moveTo>
                  <a:pt x="1477320" y="47462"/>
                </a:moveTo>
                <a:cubicBezTo>
                  <a:pt x="1494089" y="47462"/>
                  <a:pt x="1507683" y="61056"/>
                  <a:pt x="1507683" y="77826"/>
                </a:cubicBezTo>
                <a:cubicBezTo>
                  <a:pt x="1507683" y="94595"/>
                  <a:pt x="1494089" y="108189"/>
                  <a:pt x="1477320" y="108189"/>
                </a:cubicBezTo>
                <a:cubicBezTo>
                  <a:pt x="1460550" y="108189"/>
                  <a:pt x="1446956" y="94595"/>
                  <a:pt x="1446956" y="77826"/>
                </a:cubicBezTo>
                <a:cubicBezTo>
                  <a:pt x="1446956" y="61056"/>
                  <a:pt x="1460550" y="47462"/>
                  <a:pt x="1477320" y="47462"/>
                </a:cubicBezTo>
                <a:close/>
                <a:moveTo>
                  <a:pt x="1404765" y="47462"/>
                </a:moveTo>
                <a:cubicBezTo>
                  <a:pt x="1421535" y="47462"/>
                  <a:pt x="1435129" y="61056"/>
                  <a:pt x="1435129" y="77826"/>
                </a:cubicBezTo>
                <a:cubicBezTo>
                  <a:pt x="1435129" y="94595"/>
                  <a:pt x="1421535" y="108189"/>
                  <a:pt x="1404765" y="108189"/>
                </a:cubicBezTo>
                <a:cubicBezTo>
                  <a:pt x="1387996" y="108189"/>
                  <a:pt x="1374402" y="94595"/>
                  <a:pt x="1374402" y="77826"/>
                </a:cubicBezTo>
                <a:cubicBezTo>
                  <a:pt x="1374402" y="61056"/>
                  <a:pt x="1387996" y="47462"/>
                  <a:pt x="1404765" y="47462"/>
                </a:cubicBezTo>
                <a:close/>
                <a:moveTo>
                  <a:pt x="1332211" y="47462"/>
                </a:moveTo>
                <a:cubicBezTo>
                  <a:pt x="1348980" y="47462"/>
                  <a:pt x="1362574" y="61056"/>
                  <a:pt x="1362574" y="77826"/>
                </a:cubicBezTo>
                <a:cubicBezTo>
                  <a:pt x="1362574" y="94595"/>
                  <a:pt x="1348980" y="108189"/>
                  <a:pt x="1332211" y="108189"/>
                </a:cubicBezTo>
                <a:cubicBezTo>
                  <a:pt x="1315441" y="108189"/>
                  <a:pt x="1301847" y="94595"/>
                  <a:pt x="1301847" y="77826"/>
                </a:cubicBezTo>
                <a:cubicBezTo>
                  <a:pt x="1301847" y="61056"/>
                  <a:pt x="1315441" y="47462"/>
                  <a:pt x="1332211" y="47462"/>
                </a:cubicBezTo>
                <a:close/>
                <a:moveTo>
                  <a:pt x="1259656" y="47462"/>
                </a:moveTo>
                <a:cubicBezTo>
                  <a:pt x="1276426" y="47462"/>
                  <a:pt x="1290020" y="61056"/>
                  <a:pt x="1290020" y="77826"/>
                </a:cubicBezTo>
                <a:cubicBezTo>
                  <a:pt x="1290020" y="94595"/>
                  <a:pt x="1276426" y="108189"/>
                  <a:pt x="1259656" y="108189"/>
                </a:cubicBezTo>
                <a:cubicBezTo>
                  <a:pt x="1242887" y="108189"/>
                  <a:pt x="1229293" y="94595"/>
                  <a:pt x="1229293" y="77826"/>
                </a:cubicBezTo>
                <a:cubicBezTo>
                  <a:pt x="1229293" y="61056"/>
                  <a:pt x="1242887" y="47462"/>
                  <a:pt x="1259656" y="47462"/>
                </a:cubicBezTo>
                <a:close/>
                <a:moveTo>
                  <a:pt x="1187102" y="47462"/>
                </a:moveTo>
                <a:cubicBezTo>
                  <a:pt x="1203871" y="47462"/>
                  <a:pt x="1217465" y="61056"/>
                  <a:pt x="1217465" y="77826"/>
                </a:cubicBezTo>
                <a:cubicBezTo>
                  <a:pt x="1217465" y="94595"/>
                  <a:pt x="1203871" y="108189"/>
                  <a:pt x="1187102" y="108189"/>
                </a:cubicBezTo>
                <a:cubicBezTo>
                  <a:pt x="1170332" y="108189"/>
                  <a:pt x="1156738" y="94595"/>
                  <a:pt x="1156738" y="77826"/>
                </a:cubicBezTo>
                <a:cubicBezTo>
                  <a:pt x="1156738" y="61056"/>
                  <a:pt x="1170332" y="47462"/>
                  <a:pt x="1187102" y="47462"/>
                </a:cubicBezTo>
                <a:close/>
                <a:moveTo>
                  <a:pt x="1114547" y="47462"/>
                </a:moveTo>
                <a:cubicBezTo>
                  <a:pt x="1131317" y="47462"/>
                  <a:pt x="1144911" y="61056"/>
                  <a:pt x="1144911" y="77826"/>
                </a:cubicBezTo>
                <a:cubicBezTo>
                  <a:pt x="1144911" y="94595"/>
                  <a:pt x="1131317" y="108189"/>
                  <a:pt x="1114547" y="108189"/>
                </a:cubicBezTo>
                <a:cubicBezTo>
                  <a:pt x="1097778" y="108189"/>
                  <a:pt x="1084184" y="94595"/>
                  <a:pt x="1084184" y="77826"/>
                </a:cubicBezTo>
                <a:cubicBezTo>
                  <a:pt x="1084184" y="61056"/>
                  <a:pt x="1097778" y="47462"/>
                  <a:pt x="1114547" y="47462"/>
                </a:cubicBezTo>
                <a:close/>
                <a:moveTo>
                  <a:pt x="1041993" y="47462"/>
                </a:moveTo>
                <a:cubicBezTo>
                  <a:pt x="1058762" y="47462"/>
                  <a:pt x="1072356" y="61056"/>
                  <a:pt x="1072356" y="77826"/>
                </a:cubicBezTo>
                <a:cubicBezTo>
                  <a:pt x="1072356" y="94595"/>
                  <a:pt x="1058762" y="108189"/>
                  <a:pt x="1041993" y="108189"/>
                </a:cubicBezTo>
                <a:cubicBezTo>
                  <a:pt x="1025223" y="108189"/>
                  <a:pt x="1011629" y="94595"/>
                  <a:pt x="1011629" y="77826"/>
                </a:cubicBezTo>
                <a:cubicBezTo>
                  <a:pt x="1011629" y="61056"/>
                  <a:pt x="1025223" y="47462"/>
                  <a:pt x="1041993" y="47462"/>
                </a:cubicBezTo>
                <a:close/>
                <a:moveTo>
                  <a:pt x="969438" y="47462"/>
                </a:moveTo>
                <a:cubicBezTo>
                  <a:pt x="986208" y="47462"/>
                  <a:pt x="999801" y="61056"/>
                  <a:pt x="999801" y="77826"/>
                </a:cubicBezTo>
                <a:cubicBezTo>
                  <a:pt x="999801" y="94595"/>
                  <a:pt x="986208" y="108189"/>
                  <a:pt x="969438" y="108189"/>
                </a:cubicBezTo>
                <a:cubicBezTo>
                  <a:pt x="952669" y="108189"/>
                  <a:pt x="939075" y="94595"/>
                  <a:pt x="939075" y="77826"/>
                </a:cubicBezTo>
                <a:cubicBezTo>
                  <a:pt x="939075" y="61056"/>
                  <a:pt x="952669" y="47462"/>
                  <a:pt x="969438" y="47462"/>
                </a:cubicBezTo>
                <a:close/>
                <a:moveTo>
                  <a:pt x="896883" y="47462"/>
                </a:moveTo>
                <a:cubicBezTo>
                  <a:pt x="913653" y="47462"/>
                  <a:pt x="927247" y="61056"/>
                  <a:pt x="927247" y="77826"/>
                </a:cubicBezTo>
                <a:cubicBezTo>
                  <a:pt x="927247" y="94595"/>
                  <a:pt x="913653" y="108189"/>
                  <a:pt x="896883" y="108189"/>
                </a:cubicBezTo>
                <a:cubicBezTo>
                  <a:pt x="880114" y="108189"/>
                  <a:pt x="866520" y="94595"/>
                  <a:pt x="866520" y="77826"/>
                </a:cubicBezTo>
                <a:cubicBezTo>
                  <a:pt x="866520" y="61056"/>
                  <a:pt x="880114" y="47462"/>
                  <a:pt x="896883" y="47462"/>
                </a:cubicBezTo>
                <a:close/>
                <a:moveTo>
                  <a:pt x="824329" y="47462"/>
                </a:moveTo>
                <a:cubicBezTo>
                  <a:pt x="841098" y="47462"/>
                  <a:pt x="854692" y="61056"/>
                  <a:pt x="854692" y="77826"/>
                </a:cubicBezTo>
                <a:cubicBezTo>
                  <a:pt x="854692" y="94595"/>
                  <a:pt x="841098" y="108189"/>
                  <a:pt x="824329" y="108189"/>
                </a:cubicBezTo>
                <a:cubicBezTo>
                  <a:pt x="807559" y="108189"/>
                  <a:pt x="793965" y="94595"/>
                  <a:pt x="793965" y="77826"/>
                </a:cubicBezTo>
                <a:cubicBezTo>
                  <a:pt x="793965" y="61056"/>
                  <a:pt x="807559" y="47462"/>
                  <a:pt x="824329" y="47462"/>
                </a:cubicBezTo>
                <a:close/>
                <a:moveTo>
                  <a:pt x="751774" y="47462"/>
                </a:moveTo>
                <a:cubicBezTo>
                  <a:pt x="768544" y="47462"/>
                  <a:pt x="782138" y="61056"/>
                  <a:pt x="782138" y="77826"/>
                </a:cubicBezTo>
                <a:cubicBezTo>
                  <a:pt x="782138" y="94595"/>
                  <a:pt x="768544" y="108189"/>
                  <a:pt x="751774" y="108189"/>
                </a:cubicBezTo>
                <a:cubicBezTo>
                  <a:pt x="735005" y="108189"/>
                  <a:pt x="721411" y="94595"/>
                  <a:pt x="721411" y="77826"/>
                </a:cubicBezTo>
                <a:cubicBezTo>
                  <a:pt x="721411" y="61056"/>
                  <a:pt x="735005" y="47462"/>
                  <a:pt x="751774" y="47462"/>
                </a:cubicBezTo>
                <a:close/>
                <a:moveTo>
                  <a:pt x="679220" y="47462"/>
                </a:moveTo>
                <a:cubicBezTo>
                  <a:pt x="695989" y="47462"/>
                  <a:pt x="709583" y="61056"/>
                  <a:pt x="709583" y="77826"/>
                </a:cubicBezTo>
                <a:cubicBezTo>
                  <a:pt x="709583" y="94595"/>
                  <a:pt x="695989" y="108189"/>
                  <a:pt x="679220" y="108189"/>
                </a:cubicBezTo>
                <a:cubicBezTo>
                  <a:pt x="662450" y="108189"/>
                  <a:pt x="648856" y="94595"/>
                  <a:pt x="648856" y="77826"/>
                </a:cubicBezTo>
                <a:cubicBezTo>
                  <a:pt x="648856" y="61056"/>
                  <a:pt x="662450" y="47462"/>
                  <a:pt x="679220" y="47462"/>
                </a:cubicBezTo>
                <a:close/>
                <a:moveTo>
                  <a:pt x="606665" y="47462"/>
                </a:moveTo>
                <a:cubicBezTo>
                  <a:pt x="623435" y="47462"/>
                  <a:pt x="637029" y="61056"/>
                  <a:pt x="637029" y="77826"/>
                </a:cubicBezTo>
                <a:cubicBezTo>
                  <a:pt x="637029" y="94595"/>
                  <a:pt x="623435" y="108189"/>
                  <a:pt x="606665" y="108189"/>
                </a:cubicBezTo>
                <a:cubicBezTo>
                  <a:pt x="589896" y="108189"/>
                  <a:pt x="576302" y="94595"/>
                  <a:pt x="576302" y="77826"/>
                </a:cubicBezTo>
                <a:cubicBezTo>
                  <a:pt x="576302" y="61056"/>
                  <a:pt x="589896" y="47462"/>
                  <a:pt x="606665" y="47462"/>
                </a:cubicBezTo>
                <a:close/>
                <a:moveTo>
                  <a:pt x="534111" y="47462"/>
                </a:moveTo>
                <a:cubicBezTo>
                  <a:pt x="550880" y="47462"/>
                  <a:pt x="564474" y="61056"/>
                  <a:pt x="564474" y="77826"/>
                </a:cubicBezTo>
                <a:cubicBezTo>
                  <a:pt x="564474" y="94595"/>
                  <a:pt x="550880" y="108189"/>
                  <a:pt x="534111" y="108189"/>
                </a:cubicBezTo>
                <a:cubicBezTo>
                  <a:pt x="517341" y="108189"/>
                  <a:pt x="503747" y="94595"/>
                  <a:pt x="503747" y="77826"/>
                </a:cubicBezTo>
                <a:cubicBezTo>
                  <a:pt x="503747" y="61056"/>
                  <a:pt x="517341" y="47462"/>
                  <a:pt x="534111" y="47462"/>
                </a:cubicBezTo>
                <a:close/>
                <a:moveTo>
                  <a:pt x="461556" y="47462"/>
                </a:moveTo>
                <a:cubicBezTo>
                  <a:pt x="478326" y="47462"/>
                  <a:pt x="491920" y="61056"/>
                  <a:pt x="491920" y="77826"/>
                </a:cubicBezTo>
                <a:cubicBezTo>
                  <a:pt x="491920" y="94595"/>
                  <a:pt x="478326" y="108189"/>
                  <a:pt x="461556" y="108189"/>
                </a:cubicBezTo>
                <a:cubicBezTo>
                  <a:pt x="444787" y="108189"/>
                  <a:pt x="431192" y="94595"/>
                  <a:pt x="431192" y="77826"/>
                </a:cubicBezTo>
                <a:cubicBezTo>
                  <a:pt x="431192" y="61056"/>
                  <a:pt x="444787" y="47462"/>
                  <a:pt x="461556" y="47462"/>
                </a:cubicBezTo>
                <a:close/>
                <a:moveTo>
                  <a:pt x="389002" y="47462"/>
                </a:moveTo>
                <a:cubicBezTo>
                  <a:pt x="405771" y="47462"/>
                  <a:pt x="419365" y="61056"/>
                  <a:pt x="419365" y="77826"/>
                </a:cubicBezTo>
                <a:cubicBezTo>
                  <a:pt x="419365" y="94595"/>
                  <a:pt x="405771" y="108189"/>
                  <a:pt x="389002" y="108189"/>
                </a:cubicBezTo>
                <a:cubicBezTo>
                  <a:pt x="372232" y="108189"/>
                  <a:pt x="358638" y="94595"/>
                  <a:pt x="358638" y="77826"/>
                </a:cubicBezTo>
                <a:cubicBezTo>
                  <a:pt x="358638" y="61056"/>
                  <a:pt x="372232" y="47462"/>
                  <a:pt x="389002" y="47462"/>
                </a:cubicBezTo>
                <a:close/>
                <a:moveTo>
                  <a:pt x="316447" y="47462"/>
                </a:moveTo>
                <a:cubicBezTo>
                  <a:pt x="333216" y="47462"/>
                  <a:pt x="346810" y="61056"/>
                  <a:pt x="346810" y="77826"/>
                </a:cubicBezTo>
                <a:cubicBezTo>
                  <a:pt x="346810" y="94595"/>
                  <a:pt x="333216" y="108189"/>
                  <a:pt x="316447" y="108189"/>
                </a:cubicBezTo>
                <a:cubicBezTo>
                  <a:pt x="299677" y="108189"/>
                  <a:pt x="286084" y="94595"/>
                  <a:pt x="286084" y="77826"/>
                </a:cubicBezTo>
                <a:cubicBezTo>
                  <a:pt x="286084" y="61056"/>
                  <a:pt x="299677" y="47462"/>
                  <a:pt x="316447" y="47462"/>
                </a:cubicBezTo>
                <a:close/>
                <a:moveTo>
                  <a:pt x="243892" y="47462"/>
                </a:moveTo>
                <a:cubicBezTo>
                  <a:pt x="260662" y="47462"/>
                  <a:pt x="274256" y="61056"/>
                  <a:pt x="274256" y="77826"/>
                </a:cubicBezTo>
                <a:cubicBezTo>
                  <a:pt x="274256" y="94595"/>
                  <a:pt x="260662" y="108189"/>
                  <a:pt x="243892" y="108189"/>
                </a:cubicBezTo>
                <a:cubicBezTo>
                  <a:pt x="227123" y="108189"/>
                  <a:pt x="213529" y="94595"/>
                  <a:pt x="213529" y="77826"/>
                </a:cubicBezTo>
                <a:cubicBezTo>
                  <a:pt x="213529" y="61056"/>
                  <a:pt x="227123" y="47462"/>
                  <a:pt x="243892" y="47462"/>
                </a:cubicBezTo>
                <a:close/>
                <a:moveTo>
                  <a:pt x="171339" y="47462"/>
                </a:moveTo>
                <a:cubicBezTo>
                  <a:pt x="188107" y="47462"/>
                  <a:pt x="201701" y="61056"/>
                  <a:pt x="201701" y="77826"/>
                </a:cubicBezTo>
                <a:cubicBezTo>
                  <a:pt x="201701" y="94595"/>
                  <a:pt x="188107" y="108189"/>
                  <a:pt x="171339" y="108189"/>
                </a:cubicBezTo>
                <a:cubicBezTo>
                  <a:pt x="154708" y="108189"/>
                  <a:pt x="141113" y="94595"/>
                  <a:pt x="141113" y="77826"/>
                </a:cubicBezTo>
                <a:cubicBezTo>
                  <a:pt x="141113" y="61056"/>
                  <a:pt x="154708" y="47462"/>
                  <a:pt x="171339" y="47462"/>
                </a:cubicBezTo>
                <a:close/>
                <a:moveTo>
                  <a:pt x="98942" y="47462"/>
                </a:moveTo>
                <a:cubicBezTo>
                  <a:pt x="115700" y="47462"/>
                  <a:pt x="129294" y="61056"/>
                  <a:pt x="129294" y="77826"/>
                </a:cubicBezTo>
                <a:cubicBezTo>
                  <a:pt x="129294" y="94595"/>
                  <a:pt x="115700" y="108189"/>
                  <a:pt x="98942" y="108189"/>
                </a:cubicBezTo>
                <a:cubicBezTo>
                  <a:pt x="82168" y="108189"/>
                  <a:pt x="68573" y="94595"/>
                  <a:pt x="68573" y="77826"/>
                </a:cubicBezTo>
                <a:cubicBezTo>
                  <a:pt x="68573" y="61056"/>
                  <a:pt x="82168" y="47462"/>
                  <a:pt x="98942" y="47462"/>
                </a:cubicBezTo>
                <a:close/>
                <a:moveTo>
                  <a:pt x="26388" y="47462"/>
                </a:moveTo>
                <a:cubicBezTo>
                  <a:pt x="43149" y="47462"/>
                  <a:pt x="56744" y="61056"/>
                  <a:pt x="56744" y="77826"/>
                </a:cubicBezTo>
                <a:cubicBezTo>
                  <a:pt x="56744" y="94595"/>
                  <a:pt x="43149" y="108189"/>
                  <a:pt x="26388" y="108189"/>
                </a:cubicBezTo>
                <a:cubicBezTo>
                  <a:pt x="18002" y="108189"/>
                  <a:pt x="10410" y="104791"/>
                  <a:pt x="4916" y="99296"/>
                </a:cubicBezTo>
                <a:lnTo>
                  <a:pt x="0" y="87429"/>
                </a:lnTo>
                <a:lnTo>
                  <a:pt x="0" y="68222"/>
                </a:lnTo>
                <a:lnTo>
                  <a:pt x="4916" y="56355"/>
                </a:lnTo>
                <a:cubicBezTo>
                  <a:pt x="10410" y="50861"/>
                  <a:pt x="18002" y="47462"/>
                  <a:pt x="26388" y="47462"/>
                </a:cubicBezTo>
                <a:close/>
                <a:moveTo>
                  <a:pt x="1592868" y="0"/>
                </a:moveTo>
                <a:lnTo>
                  <a:pt x="1613441" y="0"/>
                </a:lnTo>
                <a:lnTo>
                  <a:pt x="1620472" y="27343"/>
                </a:lnTo>
                <a:lnTo>
                  <a:pt x="1610610" y="25352"/>
                </a:lnTo>
                <a:cubicBezTo>
                  <a:pt x="1605161" y="23047"/>
                  <a:pt x="1600525" y="19197"/>
                  <a:pt x="1597251" y="14351"/>
                </a:cubicBezTo>
                <a:close/>
                <a:moveTo>
                  <a:pt x="1520598" y="0"/>
                </a:moveTo>
                <a:lnTo>
                  <a:pt x="1579150" y="0"/>
                </a:lnTo>
                <a:lnTo>
                  <a:pt x="1571345" y="18844"/>
                </a:lnTo>
                <a:cubicBezTo>
                  <a:pt x="1565850" y="24339"/>
                  <a:pt x="1558259" y="27738"/>
                  <a:pt x="1549874" y="27738"/>
                </a:cubicBezTo>
                <a:cubicBezTo>
                  <a:pt x="1541490" y="27738"/>
                  <a:pt x="1533899" y="24339"/>
                  <a:pt x="1528404" y="18844"/>
                </a:cubicBezTo>
                <a:close/>
                <a:moveTo>
                  <a:pt x="1448044" y="0"/>
                </a:moveTo>
                <a:lnTo>
                  <a:pt x="1506596" y="0"/>
                </a:lnTo>
                <a:lnTo>
                  <a:pt x="1498790" y="18844"/>
                </a:lnTo>
                <a:cubicBezTo>
                  <a:pt x="1493295" y="24339"/>
                  <a:pt x="1485705" y="27738"/>
                  <a:pt x="1477320" y="27738"/>
                </a:cubicBezTo>
                <a:cubicBezTo>
                  <a:pt x="1468935" y="27738"/>
                  <a:pt x="1461344" y="24339"/>
                  <a:pt x="1455850" y="18844"/>
                </a:cubicBezTo>
                <a:close/>
                <a:moveTo>
                  <a:pt x="1375489" y="0"/>
                </a:moveTo>
                <a:lnTo>
                  <a:pt x="1434041" y="0"/>
                </a:lnTo>
                <a:lnTo>
                  <a:pt x="1426236" y="18844"/>
                </a:lnTo>
                <a:cubicBezTo>
                  <a:pt x="1420741" y="24339"/>
                  <a:pt x="1413150" y="27738"/>
                  <a:pt x="1404765" y="27738"/>
                </a:cubicBezTo>
                <a:cubicBezTo>
                  <a:pt x="1396381" y="27738"/>
                  <a:pt x="1388790" y="24339"/>
                  <a:pt x="1383295" y="18844"/>
                </a:cubicBezTo>
                <a:close/>
                <a:moveTo>
                  <a:pt x="1302935" y="0"/>
                </a:moveTo>
                <a:lnTo>
                  <a:pt x="1361486" y="0"/>
                </a:lnTo>
                <a:lnTo>
                  <a:pt x="1353681" y="18844"/>
                </a:lnTo>
                <a:cubicBezTo>
                  <a:pt x="1348186" y="24339"/>
                  <a:pt x="1340596" y="27738"/>
                  <a:pt x="1332211" y="27738"/>
                </a:cubicBezTo>
                <a:cubicBezTo>
                  <a:pt x="1323826" y="27738"/>
                  <a:pt x="1316235" y="24339"/>
                  <a:pt x="1310740" y="18844"/>
                </a:cubicBezTo>
                <a:close/>
                <a:moveTo>
                  <a:pt x="1230380" y="0"/>
                </a:moveTo>
                <a:lnTo>
                  <a:pt x="1288932" y="0"/>
                </a:lnTo>
                <a:lnTo>
                  <a:pt x="1281126" y="18844"/>
                </a:lnTo>
                <a:cubicBezTo>
                  <a:pt x="1275632" y="24339"/>
                  <a:pt x="1268041" y="27738"/>
                  <a:pt x="1259656" y="27738"/>
                </a:cubicBezTo>
                <a:cubicBezTo>
                  <a:pt x="1251271" y="27738"/>
                  <a:pt x="1243680" y="24339"/>
                  <a:pt x="1238186" y="18844"/>
                </a:cubicBezTo>
                <a:close/>
                <a:moveTo>
                  <a:pt x="1157826" y="0"/>
                </a:moveTo>
                <a:lnTo>
                  <a:pt x="1216377" y="0"/>
                </a:lnTo>
                <a:lnTo>
                  <a:pt x="1208572" y="18844"/>
                </a:lnTo>
                <a:cubicBezTo>
                  <a:pt x="1203077" y="24339"/>
                  <a:pt x="1195486" y="27738"/>
                  <a:pt x="1187102" y="27738"/>
                </a:cubicBezTo>
                <a:cubicBezTo>
                  <a:pt x="1178717" y="27738"/>
                  <a:pt x="1171126" y="24339"/>
                  <a:pt x="1165631" y="18844"/>
                </a:cubicBezTo>
                <a:close/>
                <a:moveTo>
                  <a:pt x="1085271" y="0"/>
                </a:moveTo>
                <a:lnTo>
                  <a:pt x="1143823" y="0"/>
                </a:lnTo>
                <a:lnTo>
                  <a:pt x="1136017" y="18844"/>
                </a:lnTo>
                <a:cubicBezTo>
                  <a:pt x="1130523" y="24339"/>
                  <a:pt x="1122932" y="27738"/>
                  <a:pt x="1114547" y="27738"/>
                </a:cubicBezTo>
                <a:cubicBezTo>
                  <a:pt x="1106162" y="27738"/>
                  <a:pt x="1098571" y="24339"/>
                  <a:pt x="1093077" y="18844"/>
                </a:cubicBezTo>
                <a:close/>
                <a:moveTo>
                  <a:pt x="1012717" y="0"/>
                </a:moveTo>
                <a:lnTo>
                  <a:pt x="1071268" y="0"/>
                </a:lnTo>
                <a:lnTo>
                  <a:pt x="1063463" y="18844"/>
                </a:lnTo>
                <a:cubicBezTo>
                  <a:pt x="1057968" y="24339"/>
                  <a:pt x="1050377" y="27738"/>
                  <a:pt x="1041993" y="27738"/>
                </a:cubicBezTo>
                <a:cubicBezTo>
                  <a:pt x="1033608" y="27738"/>
                  <a:pt x="1026017" y="24339"/>
                  <a:pt x="1020522" y="18844"/>
                </a:cubicBezTo>
                <a:close/>
                <a:moveTo>
                  <a:pt x="940162" y="0"/>
                </a:moveTo>
                <a:lnTo>
                  <a:pt x="998714" y="0"/>
                </a:lnTo>
                <a:lnTo>
                  <a:pt x="990908" y="18844"/>
                </a:lnTo>
                <a:cubicBezTo>
                  <a:pt x="985414" y="24339"/>
                  <a:pt x="977823" y="27738"/>
                  <a:pt x="969438" y="27738"/>
                </a:cubicBezTo>
                <a:cubicBezTo>
                  <a:pt x="961053" y="27738"/>
                  <a:pt x="953462" y="24339"/>
                  <a:pt x="947968" y="18844"/>
                </a:cubicBezTo>
                <a:close/>
                <a:moveTo>
                  <a:pt x="867607" y="0"/>
                </a:moveTo>
                <a:lnTo>
                  <a:pt x="926159" y="0"/>
                </a:lnTo>
                <a:lnTo>
                  <a:pt x="918354" y="18844"/>
                </a:lnTo>
                <a:cubicBezTo>
                  <a:pt x="912859" y="24339"/>
                  <a:pt x="905268" y="27738"/>
                  <a:pt x="896883" y="27738"/>
                </a:cubicBezTo>
                <a:cubicBezTo>
                  <a:pt x="888499" y="27738"/>
                  <a:pt x="880908" y="24339"/>
                  <a:pt x="875413" y="18844"/>
                </a:cubicBezTo>
                <a:close/>
                <a:moveTo>
                  <a:pt x="795053" y="0"/>
                </a:moveTo>
                <a:lnTo>
                  <a:pt x="853605" y="0"/>
                </a:lnTo>
                <a:lnTo>
                  <a:pt x="845799" y="18844"/>
                </a:lnTo>
                <a:cubicBezTo>
                  <a:pt x="840304" y="24339"/>
                  <a:pt x="832714" y="27738"/>
                  <a:pt x="824329" y="27738"/>
                </a:cubicBezTo>
                <a:cubicBezTo>
                  <a:pt x="815944" y="27738"/>
                  <a:pt x="808353" y="24339"/>
                  <a:pt x="802858" y="18844"/>
                </a:cubicBezTo>
                <a:close/>
                <a:moveTo>
                  <a:pt x="722498" y="0"/>
                </a:moveTo>
                <a:lnTo>
                  <a:pt x="781050" y="0"/>
                </a:lnTo>
                <a:lnTo>
                  <a:pt x="773245" y="18844"/>
                </a:lnTo>
                <a:cubicBezTo>
                  <a:pt x="767750" y="24339"/>
                  <a:pt x="760159" y="27738"/>
                  <a:pt x="751774" y="27738"/>
                </a:cubicBezTo>
                <a:cubicBezTo>
                  <a:pt x="743390" y="27738"/>
                  <a:pt x="735799" y="24339"/>
                  <a:pt x="730304" y="18844"/>
                </a:cubicBezTo>
                <a:close/>
                <a:moveTo>
                  <a:pt x="649944" y="0"/>
                </a:moveTo>
                <a:lnTo>
                  <a:pt x="708496" y="0"/>
                </a:lnTo>
                <a:lnTo>
                  <a:pt x="700690" y="18844"/>
                </a:lnTo>
                <a:cubicBezTo>
                  <a:pt x="695195" y="24339"/>
                  <a:pt x="687604" y="27738"/>
                  <a:pt x="679220" y="27738"/>
                </a:cubicBezTo>
                <a:cubicBezTo>
                  <a:pt x="670835" y="27738"/>
                  <a:pt x="663244" y="24339"/>
                  <a:pt x="657749" y="18844"/>
                </a:cubicBezTo>
                <a:close/>
                <a:moveTo>
                  <a:pt x="577389" y="0"/>
                </a:moveTo>
                <a:lnTo>
                  <a:pt x="635941" y="0"/>
                </a:lnTo>
                <a:lnTo>
                  <a:pt x="628135" y="18844"/>
                </a:lnTo>
                <a:cubicBezTo>
                  <a:pt x="622641" y="24339"/>
                  <a:pt x="615050" y="27738"/>
                  <a:pt x="606665" y="27738"/>
                </a:cubicBezTo>
                <a:cubicBezTo>
                  <a:pt x="598280" y="27738"/>
                  <a:pt x="590690" y="24339"/>
                  <a:pt x="585195" y="18844"/>
                </a:cubicBezTo>
                <a:close/>
                <a:moveTo>
                  <a:pt x="504835" y="0"/>
                </a:moveTo>
                <a:lnTo>
                  <a:pt x="563386" y="0"/>
                </a:lnTo>
                <a:lnTo>
                  <a:pt x="555581" y="18844"/>
                </a:lnTo>
                <a:cubicBezTo>
                  <a:pt x="550086" y="24339"/>
                  <a:pt x="542495" y="27738"/>
                  <a:pt x="534111" y="27738"/>
                </a:cubicBezTo>
                <a:cubicBezTo>
                  <a:pt x="525726" y="27738"/>
                  <a:pt x="518135" y="24339"/>
                  <a:pt x="512640" y="18844"/>
                </a:cubicBezTo>
                <a:close/>
                <a:moveTo>
                  <a:pt x="432280" y="0"/>
                </a:moveTo>
                <a:lnTo>
                  <a:pt x="490832" y="0"/>
                </a:lnTo>
                <a:lnTo>
                  <a:pt x="483026" y="18844"/>
                </a:lnTo>
                <a:cubicBezTo>
                  <a:pt x="477532" y="24339"/>
                  <a:pt x="469941" y="27738"/>
                  <a:pt x="461556" y="27738"/>
                </a:cubicBezTo>
                <a:cubicBezTo>
                  <a:pt x="453171" y="27738"/>
                  <a:pt x="445580" y="24339"/>
                  <a:pt x="440086" y="18844"/>
                </a:cubicBezTo>
                <a:close/>
                <a:moveTo>
                  <a:pt x="359726" y="0"/>
                </a:moveTo>
                <a:lnTo>
                  <a:pt x="418277" y="0"/>
                </a:lnTo>
                <a:lnTo>
                  <a:pt x="410472" y="18844"/>
                </a:lnTo>
                <a:cubicBezTo>
                  <a:pt x="404977" y="24339"/>
                  <a:pt x="397386" y="27738"/>
                  <a:pt x="389002" y="27738"/>
                </a:cubicBezTo>
                <a:cubicBezTo>
                  <a:pt x="380617" y="27738"/>
                  <a:pt x="373026" y="24339"/>
                  <a:pt x="367531" y="18844"/>
                </a:cubicBezTo>
                <a:close/>
                <a:moveTo>
                  <a:pt x="287171" y="0"/>
                </a:moveTo>
                <a:lnTo>
                  <a:pt x="345723" y="0"/>
                </a:lnTo>
                <a:lnTo>
                  <a:pt x="337917" y="18844"/>
                </a:lnTo>
                <a:cubicBezTo>
                  <a:pt x="332423" y="24339"/>
                  <a:pt x="324832" y="27738"/>
                  <a:pt x="316447" y="27738"/>
                </a:cubicBezTo>
                <a:cubicBezTo>
                  <a:pt x="308062" y="27738"/>
                  <a:pt x="300471" y="24339"/>
                  <a:pt x="294977" y="18844"/>
                </a:cubicBezTo>
                <a:close/>
                <a:moveTo>
                  <a:pt x="214617" y="0"/>
                </a:moveTo>
                <a:lnTo>
                  <a:pt x="273168" y="0"/>
                </a:lnTo>
                <a:lnTo>
                  <a:pt x="265363" y="18844"/>
                </a:lnTo>
                <a:cubicBezTo>
                  <a:pt x="259868" y="24339"/>
                  <a:pt x="252277" y="27738"/>
                  <a:pt x="243892" y="27738"/>
                </a:cubicBezTo>
                <a:cubicBezTo>
                  <a:pt x="235508" y="27738"/>
                  <a:pt x="227917" y="24339"/>
                  <a:pt x="222422" y="18844"/>
                </a:cubicBezTo>
                <a:close/>
                <a:moveTo>
                  <a:pt x="142204" y="0"/>
                </a:moveTo>
                <a:lnTo>
                  <a:pt x="200614" y="0"/>
                </a:lnTo>
                <a:lnTo>
                  <a:pt x="192808" y="18844"/>
                </a:lnTo>
                <a:cubicBezTo>
                  <a:pt x="187314" y="24339"/>
                  <a:pt x="179723" y="27738"/>
                  <a:pt x="171339" y="27738"/>
                </a:cubicBezTo>
                <a:cubicBezTo>
                  <a:pt x="163026" y="27738"/>
                  <a:pt x="155471" y="24339"/>
                  <a:pt x="149994" y="18844"/>
                </a:cubicBezTo>
                <a:close/>
                <a:moveTo>
                  <a:pt x="69668" y="0"/>
                </a:moveTo>
                <a:lnTo>
                  <a:pt x="128212" y="0"/>
                </a:lnTo>
                <a:lnTo>
                  <a:pt x="120408" y="18844"/>
                </a:lnTo>
                <a:cubicBezTo>
                  <a:pt x="114915" y="24339"/>
                  <a:pt x="107328" y="27738"/>
                  <a:pt x="98949" y="27738"/>
                </a:cubicBezTo>
                <a:cubicBezTo>
                  <a:pt x="90562" y="27738"/>
                  <a:pt x="82969" y="24339"/>
                  <a:pt x="77474" y="18844"/>
                </a:cubicBezTo>
                <a:close/>
                <a:moveTo>
                  <a:pt x="0" y="0"/>
                </a:moveTo>
                <a:lnTo>
                  <a:pt x="55662" y="0"/>
                </a:lnTo>
                <a:lnTo>
                  <a:pt x="47858" y="18844"/>
                </a:lnTo>
                <a:cubicBezTo>
                  <a:pt x="42364" y="24339"/>
                  <a:pt x="34775" y="27738"/>
                  <a:pt x="26394" y="27738"/>
                </a:cubicBezTo>
                <a:cubicBezTo>
                  <a:pt x="18009" y="27738"/>
                  <a:pt x="10417" y="24339"/>
                  <a:pt x="4922" y="18844"/>
                </a:cubicBezTo>
                <a:lnTo>
                  <a:pt x="0" y="6962"/>
                </a:lnTo>
                <a:close/>
              </a:path>
            </a:pathLst>
          </a:custGeom>
          <a:solidFill>
            <a:schemeClr val="accent1">
              <a:alpha val="60000"/>
            </a:schemeClr>
          </a:soli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None/>
            </a:pPr>
            <a:endParaRPr sz="1867" b="0" i="0" u="none" strike="noStrike" cap="none" dirty="0">
              <a:solidFill>
                <a:schemeClr val="dk1"/>
              </a:solidFill>
              <a:latin typeface="Calibri"/>
              <a:ea typeface="Calibri"/>
              <a:cs typeface="Calibri"/>
              <a:sym typeface="Calibri"/>
            </a:endParaRPr>
          </a:p>
        </p:txBody>
      </p:sp>
      <p:sp>
        <p:nvSpPr>
          <p:cNvPr id="4" name="Google Shape;478;p16">
            <a:extLst>
              <a:ext uri="{FF2B5EF4-FFF2-40B4-BE49-F238E27FC236}">
                <a16:creationId xmlns:a16="http://schemas.microsoft.com/office/drawing/2014/main" id="{248C521B-50E7-5E4F-B734-FCBDEEEFBA83}"/>
              </a:ext>
            </a:extLst>
          </p:cNvPr>
          <p:cNvSpPr/>
          <p:nvPr/>
        </p:nvSpPr>
        <p:spPr>
          <a:xfrm>
            <a:off x="2" y="2"/>
            <a:ext cx="403373" cy="496797"/>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None/>
            </a:pPr>
            <a:endParaRPr sz="1867" b="0" i="0" u="none" strike="noStrike" cap="none" dirty="0">
              <a:solidFill>
                <a:schemeClr val="dk1"/>
              </a:solidFill>
              <a:latin typeface="Calibri"/>
              <a:ea typeface="Calibri"/>
              <a:cs typeface="Calibri"/>
              <a:sym typeface="Calibri"/>
            </a:endParaRPr>
          </a:p>
        </p:txBody>
      </p:sp>
      <p:grpSp>
        <p:nvGrpSpPr>
          <p:cNvPr id="5" name="Group 4">
            <a:extLst>
              <a:ext uri="{FF2B5EF4-FFF2-40B4-BE49-F238E27FC236}">
                <a16:creationId xmlns:a16="http://schemas.microsoft.com/office/drawing/2014/main" id="{D0A69DB6-566F-6049-87D6-E26AFB704744}"/>
              </a:ext>
            </a:extLst>
          </p:cNvPr>
          <p:cNvGrpSpPr/>
          <p:nvPr/>
        </p:nvGrpSpPr>
        <p:grpSpPr>
          <a:xfrm>
            <a:off x="1" y="6814800"/>
            <a:ext cx="12179567" cy="43200"/>
            <a:chOff x="0" y="5111100"/>
            <a:chExt cx="9134675" cy="32400"/>
          </a:xfrm>
        </p:grpSpPr>
        <p:sp>
          <p:nvSpPr>
            <p:cNvPr id="6" name="Google Shape;455;p14">
              <a:extLst>
                <a:ext uri="{FF2B5EF4-FFF2-40B4-BE49-F238E27FC236}">
                  <a16:creationId xmlns:a16="http://schemas.microsoft.com/office/drawing/2014/main" id="{5294B1D8-F0E3-7540-B027-9383FA35879E}"/>
                </a:ext>
              </a:extLst>
            </p:cNvPr>
            <p:cNvSpPr/>
            <p:nvPr/>
          </p:nvSpPr>
          <p:spPr>
            <a:xfrm>
              <a:off x="8939030"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7" name="Google Shape;456;p14">
              <a:extLst>
                <a:ext uri="{FF2B5EF4-FFF2-40B4-BE49-F238E27FC236}">
                  <a16:creationId xmlns:a16="http://schemas.microsoft.com/office/drawing/2014/main" id="{A7FD5A77-CC3C-9C42-9621-FCC2225B96B6}"/>
                </a:ext>
              </a:extLst>
            </p:cNvPr>
            <p:cNvSpPr/>
            <p:nvPr/>
          </p:nvSpPr>
          <p:spPr>
            <a:xfrm>
              <a:off x="899344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8" name="Google Shape;457;p14">
              <a:extLst>
                <a:ext uri="{FF2B5EF4-FFF2-40B4-BE49-F238E27FC236}">
                  <a16:creationId xmlns:a16="http://schemas.microsoft.com/office/drawing/2014/main" id="{C1716A30-87B3-C742-92A4-3BE75AB0922D}"/>
                </a:ext>
              </a:extLst>
            </p:cNvPr>
            <p:cNvSpPr/>
            <p:nvPr/>
          </p:nvSpPr>
          <p:spPr>
            <a:xfrm>
              <a:off x="910227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9" name="Google Shape;458;p14">
              <a:extLst>
                <a:ext uri="{FF2B5EF4-FFF2-40B4-BE49-F238E27FC236}">
                  <a16:creationId xmlns:a16="http://schemas.microsoft.com/office/drawing/2014/main" id="{994D4507-8AB0-4C4A-814A-8B2F2E1BE8B6}"/>
                </a:ext>
              </a:extLst>
            </p:cNvPr>
            <p:cNvSpPr/>
            <p:nvPr/>
          </p:nvSpPr>
          <p:spPr>
            <a:xfrm>
              <a:off x="888461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10" name="Google Shape;459;p14">
              <a:extLst>
                <a:ext uri="{FF2B5EF4-FFF2-40B4-BE49-F238E27FC236}">
                  <a16:creationId xmlns:a16="http://schemas.microsoft.com/office/drawing/2014/main" id="{ACE7728D-C888-7947-B490-10398709DEBE}"/>
                </a:ext>
              </a:extLst>
            </p:cNvPr>
            <p:cNvSpPr/>
            <p:nvPr/>
          </p:nvSpPr>
          <p:spPr>
            <a:xfrm>
              <a:off x="0" y="5112281"/>
              <a:ext cx="8862600" cy="31200"/>
            </a:xfrm>
            <a:prstGeom prst="roundRect">
              <a:avLst>
                <a:gd name="adj" fmla="val 16667"/>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11" name="Google Shape;457;p14">
              <a:extLst>
                <a:ext uri="{FF2B5EF4-FFF2-40B4-BE49-F238E27FC236}">
                  <a16:creationId xmlns:a16="http://schemas.microsoft.com/office/drawing/2014/main" id="{5595C835-FF77-A14E-AC63-4A1237653120}"/>
                </a:ext>
              </a:extLst>
            </p:cNvPr>
            <p:cNvSpPr/>
            <p:nvPr/>
          </p:nvSpPr>
          <p:spPr>
            <a:xfrm>
              <a:off x="9047860"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grpSp>
      <p:sp>
        <p:nvSpPr>
          <p:cNvPr id="12" name="Text Placeholder 4">
            <a:extLst>
              <a:ext uri="{FF2B5EF4-FFF2-40B4-BE49-F238E27FC236}">
                <a16:creationId xmlns:a16="http://schemas.microsoft.com/office/drawing/2014/main" id="{BF53B499-E7D2-1A4B-B4DA-1692661659C6}"/>
              </a:ext>
            </a:extLst>
          </p:cNvPr>
          <p:cNvSpPr>
            <a:spLocks noGrp="1"/>
          </p:cNvSpPr>
          <p:nvPr>
            <p:ph type="body" sz="quarter" idx="169"/>
          </p:nvPr>
        </p:nvSpPr>
        <p:spPr>
          <a:xfrm>
            <a:off x="527051" y="1300533"/>
            <a:ext cx="11137900" cy="347200"/>
          </a:xfrm>
          <a:prstGeom prst="rect">
            <a:avLst/>
          </a:prstGeom>
        </p:spPr>
        <p:txBody>
          <a:bodyPr lIns="0" tIns="0" rIns="0" bIns="0"/>
          <a:lstStyle>
            <a:lvl1pPr marL="6351" marR="0" indent="0" algn="l" rtl="0">
              <a:lnSpc>
                <a:spcPct val="100000"/>
              </a:lnSpc>
              <a:spcBef>
                <a:spcPts val="0"/>
              </a:spcBef>
              <a:spcAft>
                <a:spcPts val="0"/>
              </a:spcAft>
              <a:buClr>
                <a:schemeClr val="accent1"/>
              </a:buClr>
              <a:buSzPts val="1200"/>
              <a:buFont typeface="Arial"/>
              <a:buNone/>
              <a:tabLst/>
              <a:defRPr lang="en-US" sz="1600"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13" name="Text Placeholder 4">
            <a:extLst>
              <a:ext uri="{FF2B5EF4-FFF2-40B4-BE49-F238E27FC236}">
                <a16:creationId xmlns:a16="http://schemas.microsoft.com/office/drawing/2014/main" id="{57305A87-AC04-7A4F-B6BB-916D480F690F}"/>
              </a:ext>
            </a:extLst>
          </p:cNvPr>
          <p:cNvSpPr>
            <a:spLocks noGrp="1"/>
          </p:cNvSpPr>
          <p:nvPr>
            <p:ph type="body" sz="quarter" idx="170"/>
          </p:nvPr>
        </p:nvSpPr>
        <p:spPr>
          <a:xfrm>
            <a:off x="527051" y="1879400"/>
            <a:ext cx="11137900" cy="4318400"/>
          </a:xfrm>
          <a:prstGeom prst="rect">
            <a:avLst/>
          </a:prstGeom>
        </p:spPr>
        <p:txBody>
          <a:bodyPr lIns="0" tIns="0" rIns="0" bIns="0"/>
          <a:lstStyle>
            <a:lvl1pPr marL="8466" marR="0" indent="0" algn="l" rtl="0">
              <a:lnSpc>
                <a:spcPct val="100000"/>
              </a:lnSpc>
              <a:spcBef>
                <a:spcPts val="0"/>
              </a:spcBef>
              <a:spcAft>
                <a:spcPts val="0"/>
              </a:spcAft>
              <a:buClr>
                <a:schemeClr val="dk1"/>
              </a:buClr>
              <a:buSzPts val="1000"/>
              <a:buFont typeface="Arial"/>
              <a:buNone/>
              <a:tabLst/>
              <a:defRPr lang="en-US" sz="1333"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15" name="Text Placeholder 4">
            <a:extLst>
              <a:ext uri="{FF2B5EF4-FFF2-40B4-BE49-F238E27FC236}">
                <a16:creationId xmlns:a16="http://schemas.microsoft.com/office/drawing/2014/main" id="{8F709953-9EEC-1D41-B805-FA7EC486F2CD}"/>
              </a:ext>
            </a:extLst>
          </p:cNvPr>
          <p:cNvSpPr>
            <a:spLocks noGrp="1"/>
          </p:cNvSpPr>
          <p:nvPr>
            <p:ph type="body" sz="quarter" idx="199"/>
          </p:nvPr>
        </p:nvSpPr>
        <p:spPr>
          <a:xfrm>
            <a:off x="527051" y="496800"/>
            <a:ext cx="11137900" cy="611600"/>
          </a:xfrm>
          <a:prstGeom prst="rect">
            <a:avLst/>
          </a:prstGeom>
        </p:spPr>
        <p:txBody>
          <a:bodyPr lIns="0" tIns="0" rIns="0" bIns="0" anchor="t"/>
          <a:lstStyle>
            <a:lvl1pPr marL="8466" marR="0" indent="0" algn="l" rtl="0">
              <a:lnSpc>
                <a:spcPct val="90000"/>
              </a:lnSpc>
              <a:spcBef>
                <a:spcPts val="0"/>
              </a:spcBef>
              <a:spcAft>
                <a:spcPts val="0"/>
              </a:spcAft>
              <a:buClr>
                <a:schemeClr val="dk1"/>
              </a:buClr>
              <a:buSzPts val="2000"/>
              <a:buFont typeface="Poppins Medium"/>
              <a:buNone/>
              <a:tabLst/>
              <a:defRPr lang="en-GB" sz="2400" b="0" i="0" u="none" strike="noStrike" cap="none" dirty="0" smtClean="0">
                <a:solidFill>
                  <a:schemeClr val="bg1"/>
                </a:solidFill>
                <a:latin typeface="Poppins Medium"/>
                <a:ea typeface="Poppins Medium"/>
                <a:cs typeface="Poppins Medium"/>
                <a:sym typeface="Poppins Medium"/>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Tree>
    <p:extLst>
      <p:ext uri="{BB962C8B-B14F-4D97-AF65-F5344CB8AC3E}">
        <p14:creationId xmlns:p14="http://schemas.microsoft.com/office/powerpoint/2010/main" val="1781347585"/>
      </p:ext>
    </p:extLst>
  </p:cSld>
  <p:clrMapOvr>
    <a:masterClrMapping/>
  </p:clrMapOvr>
  <p:extLst>
    <p:ext uri="{DCECCB84-F9BA-43D5-87BE-67443E8EF086}">
      <p15:sldGuideLst xmlns:p15="http://schemas.microsoft.com/office/powerpoint/2012/main">
        <p15:guide id="1" orient="horz" pos="531">
          <p15:clr>
            <a:srgbClr val="FBAE40"/>
          </p15:clr>
        </p15:guide>
        <p15:guide id="2" pos="249">
          <p15:clr>
            <a:srgbClr val="FBAE40"/>
          </p15:clr>
        </p15:guide>
        <p15:guide id="3" pos="5511">
          <p15:clr>
            <a:srgbClr val="FBAE40"/>
          </p15:clr>
        </p15:guide>
        <p15:guide id="4" orient="horz" pos="3072">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itle + Three Column">
    <p:spTree>
      <p:nvGrpSpPr>
        <p:cNvPr id="1" name=""/>
        <p:cNvGrpSpPr/>
        <p:nvPr/>
      </p:nvGrpSpPr>
      <p:grpSpPr>
        <a:xfrm>
          <a:off x="0" y="0"/>
          <a:ext cx="0" cy="0"/>
          <a:chOff x="0" y="0"/>
          <a:chExt cx="0" cy="0"/>
        </a:xfrm>
      </p:grpSpPr>
      <p:sp>
        <p:nvSpPr>
          <p:cNvPr id="2" name="Google Shape;517;p19">
            <a:extLst>
              <a:ext uri="{FF2B5EF4-FFF2-40B4-BE49-F238E27FC236}">
                <a16:creationId xmlns:a16="http://schemas.microsoft.com/office/drawing/2014/main" id="{6ED1CF5D-3FF6-5140-84FD-1E09744B7F1A}"/>
              </a:ext>
            </a:extLst>
          </p:cNvPr>
          <p:cNvSpPr/>
          <p:nvPr/>
        </p:nvSpPr>
        <p:spPr>
          <a:xfrm>
            <a:off x="11792595" y="6494883"/>
            <a:ext cx="304800" cy="306000"/>
          </a:xfrm>
          <a:prstGeom prst="ellipse">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fld id="{00000000-1234-1234-1234-123412341234}" type="slidenum">
              <a:rPr lang="en" sz="933" b="0" i="0" u="none" strike="noStrike" cap="none">
                <a:solidFill>
                  <a:schemeClr val="dk1"/>
                </a:solidFill>
                <a:latin typeface="Calibri"/>
                <a:ea typeface="Calibri"/>
                <a:cs typeface="Calibri"/>
                <a:sym typeface="Calibri"/>
              </a:rPr>
              <a:pPr marL="0" marR="0" lvl="0" indent="0" algn="r" rtl="0">
                <a:spcBef>
                  <a:spcPts val="0"/>
                </a:spcBef>
                <a:spcAft>
                  <a:spcPts val="0"/>
                </a:spcAft>
                <a:buNone/>
              </a:pPr>
              <a:t>‹#›</a:t>
            </a:fld>
            <a:endParaRPr sz="933" b="0" i="0" u="none" strike="noStrike" cap="none" dirty="0">
              <a:solidFill>
                <a:schemeClr val="dk1"/>
              </a:solidFill>
              <a:latin typeface="Calibri"/>
              <a:ea typeface="Calibri"/>
              <a:cs typeface="Calibri"/>
              <a:sym typeface="Calibri"/>
            </a:endParaRPr>
          </a:p>
        </p:txBody>
      </p:sp>
      <p:sp>
        <p:nvSpPr>
          <p:cNvPr id="3" name="Google Shape;518;p19">
            <a:extLst>
              <a:ext uri="{FF2B5EF4-FFF2-40B4-BE49-F238E27FC236}">
                <a16:creationId xmlns:a16="http://schemas.microsoft.com/office/drawing/2014/main" id="{725ECC87-A4E1-9E47-9B97-FCDCCC65C10D}"/>
              </a:ext>
            </a:extLst>
          </p:cNvPr>
          <p:cNvSpPr/>
          <p:nvPr/>
        </p:nvSpPr>
        <p:spPr>
          <a:xfrm>
            <a:off x="3" y="1"/>
            <a:ext cx="301543" cy="347263"/>
          </a:xfrm>
          <a:custGeom>
            <a:avLst/>
            <a:gdLst/>
            <a:ahLst/>
            <a:cxnLst/>
            <a:rect l="l" t="t" r="r" b="b"/>
            <a:pathLst>
              <a:path w="1675237" h="1929234" extrusionOk="0">
                <a:moveTo>
                  <a:pt x="461556" y="1897854"/>
                </a:moveTo>
                <a:lnTo>
                  <a:pt x="469774" y="1899513"/>
                </a:lnTo>
                <a:lnTo>
                  <a:pt x="443985" y="1904118"/>
                </a:lnTo>
                <a:lnTo>
                  <a:pt x="449737" y="1900240"/>
                </a:lnTo>
                <a:cubicBezTo>
                  <a:pt x="453370" y="1898704"/>
                  <a:pt x="457364" y="1897854"/>
                  <a:pt x="461556" y="1897854"/>
                </a:cubicBezTo>
                <a:close/>
                <a:moveTo>
                  <a:pt x="389002" y="1897854"/>
                </a:moveTo>
                <a:cubicBezTo>
                  <a:pt x="397386" y="1897854"/>
                  <a:pt x="404977" y="1901253"/>
                  <a:pt x="410472" y="1906747"/>
                </a:cubicBezTo>
                <a:lnTo>
                  <a:pt x="411766" y="1909872"/>
                </a:lnTo>
                <a:lnTo>
                  <a:pt x="400388" y="1911904"/>
                </a:lnTo>
                <a:lnTo>
                  <a:pt x="363451" y="1916598"/>
                </a:lnTo>
                <a:lnTo>
                  <a:pt x="367531" y="1906747"/>
                </a:lnTo>
                <a:cubicBezTo>
                  <a:pt x="373026" y="1901253"/>
                  <a:pt x="380617" y="1897854"/>
                  <a:pt x="389002" y="1897854"/>
                </a:cubicBezTo>
                <a:close/>
                <a:moveTo>
                  <a:pt x="316447" y="1897854"/>
                </a:moveTo>
                <a:cubicBezTo>
                  <a:pt x="324832" y="1897854"/>
                  <a:pt x="332422" y="1901253"/>
                  <a:pt x="337917" y="1906747"/>
                </a:cubicBezTo>
                <a:lnTo>
                  <a:pt x="343070" y="1919187"/>
                </a:lnTo>
                <a:lnTo>
                  <a:pt x="325117" y="1921469"/>
                </a:lnTo>
                <a:lnTo>
                  <a:pt x="287700" y="1924314"/>
                </a:lnTo>
                <a:lnTo>
                  <a:pt x="294977" y="1906747"/>
                </a:lnTo>
                <a:cubicBezTo>
                  <a:pt x="300471" y="1901253"/>
                  <a:pt x="308062" y="1897854"/>
                  <a:pt x="316447" y="1897854"/>
                </a:cubicBezTo>
                <a:close/>
                <a:moveTo>
                  <a:pt x="243892" y="1897854"/>
                </a:moveTo>
                <a:cubicBezTo>
                  <a:pt x="252277" y="1897854"/>
                  <a:pt x="259868" y="1901253"/>
                  <a:pt x="265363" y="1906747"/>
                </a:cubicBezTo>
                <a:lnTo>
                  <a:pt x="273099" y="1925425"/>
                </a:lnTo>
                <a:lnTo>
                  <a:pt x="248735" y="1927277"/>
                </a:lnTo>
                <a:lnTo>
                  <a:pt x="213550" y="1928167"/>
                </a:lnTo>
                <a:lnTo>
                  <a:pt x="222422" y="1906747"/>
                </a:lnTo>
                <a:cubicBezTo>
                  <a:pt x="227917" y="1901253"/>
                  <a:pt x="235508" y="1897854"/>
                  <a:pt x="243892" y="1897854"/>
                </a:cubicBezTo>
                <a:close/>
                <a:moveTo>
                  <a:pt x="171339" y="1897854"/>
                </a:moveTo>
                <a:cubicBezTo>
                  <a:pt x="188107" y="1897854"/>
                  <a:pt x="201701" y="1911448"/>
                  <a:pt x="201701" y="1928218"/>
                </a:cubicBezTo>
                <a:lnTo>
                  <a:pt x="201597" y="1928469"/>
                </a:lnTo>
                <a:lnTo>
                  <a:pt x="171336" y="1929234"/>
                </a:lnTo>
                <a:lnTo>
                  <a:pt x="141087" y="1928469"/>
                </a:lnTo>
                <a:lnTo>
                  <a:pt x="140982" y="1928218"/>
                </a:lnTo>
                <a:cubicBezTo>
                  <a:pt x="140982" y="1911448"/>
                  <a:pt x="154577" y="1897854"/>
                  <a:pt x="171339" y="1897854"/>
                </a:cubicBezTo>
                <a:close/>
                <a:moveTo>
                  <a:pt x="98792" y="1897854"/>
                </a:moveTo>
                <a:cubicBezTo>
                  <a:pt x="107177" y="1897854"/>
                  <a:pt x="114768" y="1901253"/>
                  <a:pt x="120263" y="1906747"/>
                </a:cubicBezTo>
                <a:lnTo>
                  <a:pt x="129135" y="1928167"/>
                </a:lnTo>
                <a:lnTo>
                  <a:pt x="93938" y="1927277"/>
                </a:lnTo>
                <a:lnTo>
                  <a:pt x="69586" y="1925425"/>
                </a:lnTo>
                <a:lnTo>
                  <a:pt x="77322" y="1906747"/>
                </a:lnTo>
                <a:cubicBezTo>
                  <a:pt x="82817" y="1901253"/>
                  <a:pt x="90408" y="1897854"/>
                  <a:pt x="98792" y="1897854"/>
                </a:cubicBezTo>
                <a:close/>
                <a:moveTo>
                  <a:pt x="26239" y="1897854"/>
                </a:moveTo>
                <a:cubicBezTo>
                  <a:pt x="34623" y="1897854"/>
                  <a:pt x="42214" y="1901253"/>
                  <a:pt x="47709" y="1906747"/>
                </a:cubicBezTo>
                <a:lnTo>
                  <a:pt x="54985" y="1924315"/>
                </a:lnTo>
                <a:lnTo>
                  <a:pt x="17556" y="1921469"/>
                </a:lnTo>
                <a:lnTo>
                  <a:pt x="0" y="1919238"/>
                </a:lnTo>
                <a:lnTo>
                  <a:pt x="0" y="1918259"/>
                </a:lnTo>
                <a:lnTo>
                  <a:pt x="4768" y="1906747"/>
                </a:lnTo>
                <a:cubicBezTo>
                  <a:pt x="10263" y="1901253"/>
                  <a:pt x="17854" y="1897854"/>
                  <a:pt x="26239" y="1897854"/>
                </a:cubicBezTo>
                <a:close/>
                <a:moveTo>
                  <a:pt x="679220" y="1817400"/>
                </a:moveTo>
                <a:cubicBezTo>
                  <a:pt x="687604" y="1817400"/>
                  <a:pt x="695195" y="1820799"/>
                  <a:pt x="700690" y="1826293"/>
                </a:cubicBezTo>
                <a:lnTo>
                  <a:pt x="702587" y="1830873"/>
                </a:lnTo>
                <a:lnTo>
                  <a:pt x="649855" y="1850174"/>
                </a:lnTo>
                <a:lnTo>
                  <a:pt x="648856" y="1847763"/>
                </a:lnTo>
                <a:cubicBezTo>
                  <a:pt x="648856" y="1830994"/>
                  <a:pt x="662450" y="1817400"/>
                  <a:pt x="679220" y="1817400"/>
                </a:cubicBezTo>
                <a:close/>
                <a:moveTo>
                  <a:pt x="606665" y="1817400"/>
                </a:moveTo>
                <a:cubicBezTo>
                  <a:pt x="623435" y="1817400"/>
                  <a:pt x="637029" y="1830994"/>
                  <a:pt x="637029" y="1847763"/>
                </a:cubicBezTo>
                <a:lnTo>
                  <a:pt x="633560" y="1856138"/>
                </a:lnTo>
                <a:lnTo>
                  <a:pt x="618594" y="1861615"/>
                </a:lnTo>
                <a:lnTo>
                  <a:pt x="587142" y="1870547"/>
                </a:lnTo>
                <a:lnTo>
                  <a:pt x="585195" y="1869234"/>
                </a:lnTo>
                <a:cubicBezTo>
                  <a:pt x="579700" y="1863739"/>
                  <a:pt x="576302" y="1856148"/>
                  <a:pt x="576302" y="1847763"/>
                </a:cubicBezTo>
                <a:cubicBezTo>
                  <a:pt x="576302" y="1830994"/>
                  <a:pt x="589896" y="1817400"/>
                  <a:pt x="606665" y="1817400"/>
                </a:cubicBezTo>
                <a:close/>
                <a:moveTo>
                  <a:pt x="534111" y="1817400"/>
                </a:moveTo>
                <a:cubicBezTo>
                  <a:pt x="550880" y="1817400"/>
                  <a:pt x="564474" y="1830994"/>
                  <a:pt x="564474" y="1847763"/>
                </a:cubicBezTo>
                <a:cubicBezTo>
                  <a:pt x="564474" y="1864533"/>
                  <a:pt x="550880" y="1878127"/>
                  <a:pt x="534111" y="1878127"/>
                </a:cubicBezTo>
                <a:cubicBezTo>
                  <a:pt x="517341" y="1878127"/>
                  <a:pt x="503747" y="1864533"/>
                  <a:pt x="503747" y="1847763"/>
                </a:cubicBezTo>
                <a:cubicBezTo>
                  <a:pt x="503747" y="1830994"/>
                  <a:pt x="517341" y="1817400"/>
                  <a:pt x="534111" y="1817400"/>
                </a:cubicBezTo>
                <a:close/>
                <a:moveTo>
                  <a:pt x="461556" y="1817400"/>
                </a:moveTo>
                <a:cubicBezTo>
                  <a:pt x="478326" y="1817400"/>
                  <a:pt x="491920" y="1830994"/>
                  <a:pt x="491920" y="1847763"/>
                </a:cubicBezTo>
                <a:cubicBezTo>
                  <a:pt x="491920" y="1864533"/>
                  <a:pt x="478326" y="1878127"/>
                  <a:pt x="461556" y="1878127"/>
                </a:cubicBezTo>
                <a:cubicBezTo>
                  <a:pt x="444787" y="1878127"/>
                  <a:pt x="431192" y="1864533"/>
                  <a:pt x="431192" y="1847763"/>
                </a:cubicBezTo>
                <a:cubicBezTo>
                  <a:pt x="431192" y="1830994"/>
                  <a:pt x="444787" y="1817400"/>
                  <a:pt x="461556" y="1817400"/>
                </a:cubicBezTo>
                <a:close/>
                <a:moveTo>
                  <a:pt x="389002" y="1817400"/>
                </a:moveTo>
                <a:cubicBezTo>
                  <a:pt x="405771" y="1817400"/>
                  <a:pt x="419365" y="1830994"/>
                  <a:pt x="419365" y="1847763"/>
                </a:cubicBezTo>
                <a:cubicBezTo>
                  <a:pt x="419365" y="1864533"/>
                  <a:pt x="405771" y="1878127"/>
                  <a:pt x="389002" y="1878127"/>
                </a:cubicBezTo>
                <a:cubicBezTo>
                  <a:pt x="372232" y="1878127"/>
                  <a:pt x="358638" y="1864533"/>
                  <a:pt x="358638" y="1847763"/>
                </a:cubicBezTo>
                <a:cubicBezTo>
                  <a:pt x="358638" y="1830994"/>
                  <a:pt x="372232" y="1817400"/>
                  <a:pt x="389002" y="1817400"/>
                </a:cubicBezTo>
                <a:close/>
                <a:moveTo>
                  <a:pt x="316447" y="1817400"/>
                </a:moveTo>
                <a:cubicBezTo>
                  <a:pt x="333216" y="1817400"/>
                  <a:pt x="346810" y="1830994"/>
                  <a:pt x="346810" y="1847763"/>
                </a:cubicBezTo>
                <a:cubicBezTo>
                  <a:pt x="346810" y="1864533"/>
                  <a:pt x="333216" y="1878127"/>
                  <a:pt x="316447" y="1878127"/>
                </a:cubicBezTo>
                <a:cubicBezTo>
                  <a:pt x="299677" y="1878127"/>
                  <a:pt x="286084" y="1864533"/>
                  <a:pt x="286084" y="1847763"/>
                </a:cubicBezTo>
                <a:cubicBezTo>
                  <a:pt x="286084" y="1830994"/>
                  <a:pt x="299677" y="1817400"/>
                  <a:pt x="316447" y="1817400"/>
                </a:cubicBezTo>
                <a:close/>
                <a:moveTo>
                  <a:pt x="243892" y="1817400"/>
                </a:moveTo>
                <a:cubicBezTo>
                  <a:pt x="260662" y="1817400"/>
                  <a:pt x="274256" y="1830994"/>
                  <a:pt x="274256" y="1847763"/>
                </a:cubicBezTo>
                <a:cubicBezTo>
                  <a:pt x="274256" y="1864533"/>
                  <a:pt x="260662" y="1878127"/>
                  <a:pt x="243892" y="1878127"/>
                </a:cubicBezTo>
                <a:cubicBezTo>
                  <a:pt x="227123" y="1878127"/>
                  <a:pt x="213529" y="1864533"/>
                  <a:pt x="213529" y="1847763"/>
                </a:cubicBezTo>
                <a:cubicBezTo>
                  <a:pt x="213529" y="1830994"/>
                  <a:pt x="227123" y="1817400"/>
                  <a:pt x="243892" y="1817400"/>
                </a:cubicBezTo>
                <a:close/>
                <a:moveTo>
                  <a:pt x="171339" y="1817400"/>
                </a:moveTo>
                <a:cubicBezTo>
                  <a:pt x="188107" y="1817400"/>
                  <a:pt x="201701" y="1830994"/>
                  <a:pt x="201701" y="1847763"/>
                </a:cubicBezTo>
                <a:cubicBezTo>
                  <a:pt x="201701" y="1864533"/>
                  <a:pt x="188107" y="1878127"/>
                  <a:pt x="171339" y="1878127"/>
                </a:cubicBezTo>
                <a:cubicBezTo>
                  <a:pt x="154583" y="1878127"/>
                  <a:pt x="140989" y="1864533"/>
                  <a:pt x="140989" y="1847763"/>
                </a:cubicBezTo>
                <a:cubicBezTo>
                  <a:pt x="140989" y="1830994"/>
                  <a:pt x="154583" y="1817400"/>
                  <a:pt x="171339" y="1817400"/>
                </a:cubicBezTo>
                <a:close/>
                <a:moveTo>
                  <a:pt x="98799" y="1817400"/>
                </a:moveTo>
                <a:cubicBezTo>
                  <a:pt x="115568" y="1817400"/>
                  <a:pt x="129162" y="1830994"/>
                  <a:pt x="129162" y="1847763"/>
                </a:cubicBezTo>
                <a:cubicBezTo>
                  <a:pt x="129162" y="1864533"/>
                  <a:pt x="115568" y="1878127"/>
                  <a:pt x="98799" y="1878127"/>
                </a:cubicBezTo>
                <a:cubicBezTo>
                  <a:pt x="82029" y="1878127"/>
                  <a:pt x="68435" y="1864533"/>
                  <a:pt x="68435" y="1847763"/>
                </a:cubicBezTo>
                <a:cubicBezTo>
                  <a:pt x="68435" y="1830994"/>
                  <a:pt x="82029" y="1817400"/>
                  <a:pt x="98799" y="1817400"/>
                </a:cubicBezTo>
                <a:close/>
                <a:moveTo>
                  <a:pt x="26245" y="1817400"/>
                </a:moveTo>
                <a:cubicBezTo>
                  <a:pt x="43014" y="1817400"/>
                  <a:pt x="56608" y="1830994"/>
                  <a:pt x="56608" y="1847763"/>
                </a:cubicBezTo>
                <a:cubicBezTo>
                  <a:pt x="56608" y="1864533"/>
                  <a:pt x="43014" y="1878127"/>
                  <a:pt x="26245" y="1878127"/>
                </a:cubicBezTo>
                <a:cubicBezTo>
                  <a:pt x="17860" y="1878127"/>
                  <a:pt x="10269" y="1874729"/>
                  <a:pt x="4775" y="1869234"/>
                </a:cubicBezTo>
                <a:lnTo>
                  <a:pt x="0" y="1857707"/>
                </a:lnTo>
                <a:lnTo>
                  <a:pt x="0" y="1837819"/>
                </a:lnTo>
                <a:lnTo>
                  <a:pt x="4775" y="1826293"/>
                </a:lnTo>
                <a:cubicBezTo>
                  <a:pt x="10269" y="1820799"/>
                  <a:pt x="17860" y="1817400"/>
                  <a:pt x="26245" y="1817400"/>
                </a:cubicBezTo>
                <a:close/>
                <a:moveTo>
                  <a:pt x="896883" y="1736948"/>
                </a:moveTo>
                <a:lnTo>
                  <a:pt x="903696" y="1738324"/>
                </a:lnTo>
                <a:lnTo>
                  <a:pt x="888255" y="1747704"/>
                </a:lnTo>
                <a:lnTo>
                  <a:pt x="871248" y="1755896"/>
                </a:lnTo>
                <a:lnTo>
                  <a:pt x="875413" y="1745841"/>
                </a:lnTo>
                <a:cubicBezTo>
                  <a:pt x="880908" y="1740347"/>
                  <a:pt x="888499" y="1736948"/>
                  <a:pt x="896883" y="1736948"/>
                </a:cubicBezTo>
                <a:close/>
                <a:moveTo>
                  <a:pt x="824329" y="1736948"/>
                </a:moveTo>
                <a:cubicBezTo>
                  <a:pt x="832714" y="1736948"/>
                  <a:pt x="840304" y="1740347"/>
                  <a:pt x="845799" y="1745841"/>
                </a:cubicBezTo>
                <a:lnTo>
                  <a:pt x="853504" y="1764444"/>
                </a:lnTo>
                <a:lnTo>
                  <a:pt x="802910" y="1788817"/>
                </a:lnTo>
                <a:lnTo>
                  <a:pt x="802858" y="1788782"/>
                </a:lnTo>
                <a:cubicBezTo>
                  <a:pt x="797364" y="1783287"/>
                  <a:pt x="793965" y="1775696"/>
                  <a:pt x="793965" y="1767312"/>
                </a:cubicBezTo>
                <a:cubicBezTo>
                  <a:pt x="793965" y="1750542"/>
                  <a:pt x="807559" y="1736948"/>
                  <a:pt x="824329" y="1736948"/>
                </a:cubicBezTo>
                <a:close/>
                <a:moveTo>
                  <a:pt x="751774" y="1736948"/>
                </a:moveTo>
                <a:cubicBezTo>
                  <a:pt x="768544" y="1736948"/>
                  <a:pt x="782138" y="1750542"/>
                  <a:pt x="782138" y="1767312"/>
                </a:cubicBezTo>
                <a:cubicBezTo>
                  <a:pt x="782138" y="1784081"/>
                  <a:pt x="768544" y="1797675"/>
                  <a:pt x="751774" y="1797675"/>
                </a:cubicBezTo>
                <a:cubicBezTo>
                  <a:pt x="735005" y="1797675"/>
                  <a:pt x="721411" y="1784081"/>
                  <a:pt x="721411" y="1767312"/>
                </a:cubicBezTo>
                <a:cubicBezTo>
                  <a:pt x="721411" y="1750542"/>
                  <a:pt x="735005" y="1736948"/>
                  <a:pt x="751774" y="1736948"/>
                </a:cubicBezTo>
                <a:close/>
                <a:moveTo>
                  <a:pt x="679220" y="1736948"/>
                </a:moveTo>
                <a:cubicBezTo>
                  <a:pt x="695989" y="1736948"/>
                  <a:pt x="709583" y="1750542"/>
                  <a:pt x="709583" y="1767312"/>
                </a:cubicBezTo>
                <a:cubicBezTo>
                  <a:pt x="709583" y="1784081"/>
                  <a:pt x="695989" y="1797675"/>
                  <a:pt x="679220" y="1797675"/>
                </a:cubicBezTo>
                <a:cubicBezTo>
                  <a:pt x="662450" y="1797675"/>
                  <a:pt x="648856" y="1784081"/>
                  <a:pt x="648856" y="1767312"/>
                </a:cubicBezTo>
                <a:cubicBezTo>
                  <a:pt x="648856" y="1750542"/>
                  <a:pt x="662450" y="1736948"/>
                  <a:pt x="679220" y="1736948"/>
                </a:cubicBezTo>
                <a:close/>
                <a:moveTo>
                  <a:pt x="606665" y="1736948"/>
                </a:moveTo>
                <a:cubicBezTo>
                  <a:pt x="623435" y="1736948"/>
                  <a:pt x="637029" y="1750542"/>
                  <a:pt x="637029" y="1767312"/>
                </a:cubicBezTo>
                <a:cubicBezTo>
                  <a:pt x="637029" y="1784081"/>
                  <a:pt x="623435" y="1797675"/>
                  <a:pt x="606665" y="1797675"/>
                </a:cubicBezTo>
                <a:cubicBezTo>
                  <a:pt x="589896" y="1797675"/>
                  <a:pt x="576302" y="1784081"/>
                  <a:pt x="576302" y="1767312"/>
                </a:cubicBezTo>
                <a:cubicBezTo>
                  <a:pt x="576302" y="1750542"/>
                  <a:pt x="589896" y="1736948"/>
                  <a:pt x="606665" y="1736948"/>
                </a:cubicBezTo>
                <a:close/>
                <a:moveTo>
                  <a:pt x="534111" y="1736948"/>
                </a:moveTo>
                <a:cubicBezTo>
                  <a:pt x="550880" y="1736948"/>
                  <a:pt x="564474" y="1750542"/>
                  <a:pt x="564474" y="1767312"/>
                </a:cubicBezTo>
                <a:cubicBezTo>
                  <a:pt x="564474" y="1784081"/>
                  <a:pt x="550880" y="1797675"/>
                  <a:pt x="534111" y="1797675"/>
                </a:cubicBezTo>
                <a:cubicBezTo>
                  <a:pt x="517341" y="1797675"/>
                  <a:pt x="503747" y="1784081"/>
                  <a:pt x="503747" y="1767312"/>
                </a:cubicBezTo>
                <a:cubicBezTo>
                  <a:pt x="503747" y="1750542"/>
                  <a:pt x="517341" y="1736948"/>
                  <a:pt x="534111" y="1736948"/>
                </a:cubicBezTo>
                <a:close/>
                <a:moveTo>
                  <a:pt x="461556" y="1736948"/>
                </a:moveTo>
                <a:cubicBezTo>
                  <a:pt x="478326" y="1736948"/>
                  <a:pt x="491920" y="1750542"/>
                  <a:pt x="491920" y="1767312"/>
                </a:cubicBezTo>
                <a:cubicBezTo>
                  <a:pt x="491920" y="1784081"/>
                  <a:pt x="478326" y="1797675"/>
                  <a:pt x="461556" y="1797675"/>
                </a:cubicBezTo>
                <a:cubicBezTo>
                  <a:pt x="444787" y="1797675"/>
                  <a:pt x="431192" y="1784081"/>
                  <a:pt x="431192" y="1767312"/>
                </a:cubicBezTo>
                <a:cubicBezTo>
                  <a:pt x="431192" y="1750542"/>
                  <a:pt x="444787" y="1736948"/>
                  <a:pt x="461556" y="1736948"/>
                </a:cubicBezTo>
                <a:close/>
                <a:moveTo>
                  <a:pt x="389002" y="1736948"/>
                </a:moveTo>
                <a:cubicBezTo>
                  <a:pt x="405771" y="1736948"/>
                  <a:pt x="419365" y="1750542"/>
                  <a:pt x="419365" y="1767312"/>
                </a:cubicBezTo>
                <a:cubicBezTo>
                  <a:pt x="419365" y="1784081"/>
                  <a:pt x="405771" y="1797675"/>
                  <a:pt x="389002" y="1797675"/>
                </a:cubicBezTo>
                <a:cubicBezTo>
                  <a:pt x="372232" y="1797675"/>
                  <a:pt x="358638" y="1784081"/>
                  <a:pt x="358638" y="1767312"/>
                </a:cubicBezTo>
                <a:cubicBezTo>
                  <a:pt x="358638" y="1750542"/>
                  <a:pt x="372232" y="1736948"/>
                  <a:pt x="389002" y="1736948"/>
                </a:cubicBezTo>
                <a:close/>
                <a:moveTo>
                  <a:pt x="316447" y="1736948"/>
                </a:moveTo>
                <a:cubicBezTo>
                  <a:pt x="333216" y="1736948"/>
                  <a:pt x="346810" y="1750542"/>
                  <a:pt x="346810" y="1767312"/>
                </a:cubicBezTo>
                <a:cubicBezTo>
                  <a:pt x="346810" y="1784081"/>
                  <a:pt x="333216" y="1797675"/>
                  <a:pt x="316447" y="1797675"/>
                </a:cubicBezTo>
                <a:cubicBezTo>
                  <a:pt x="299677" y="1797675"/>
                  <a:pt x="286084" y="1784081"/>
                  <a:pt x="286084" y="1767312"/>
                </a:cubicBezTo>
                <a:cubicBezTo>
                  <a:pt x="286084" y="1750542"/>
                  <a:pt x="299677" y="1736948"/>
                  <a:pt x="316447" y="1736948"/>
                </a:cubicBezTo>
                <a:close/>
                <a:moveTo>
                  <a:pt x="243892" y="1736948"/>
                </a:moveTo>
                <a:cubicBezTo>
                  <a:pt x="260662" y="1736948"/>
                  <a:pt x="274256" y="1750542"/>
                  <a:pt x="274256" y="1767312"/>
                </a:cubicBezTo>
                <a:cubicBezTo>
                  <a:pt x="274256" y="1784081"/>
                  <a:pt x="260662" y="1797675"/>
                  <a:pt x="243892" y="1797675"/>
                </a:cubicBezTo>
                <a:cubicBezTo>
                  <a:pt x="227123" y="1797675"/>
                  <a:pt x="213529" y="1784081"/>
                  <a:pt x="213529" y="1767312"/>
                </a:cubicBezTo>
                <a:cubicBezTo>
                  <a:pt x="213529" y="1750542"/>
                  <a:pt x="227123" y="1736948"/>
                  <a:pt x="243892" y="1736948"/>
                </a:cubicBezTo>
                <a:close/>
                <a:moveTo>
                  <a:pt x="171339" y="1736948"/>
                </a:moveTo>
                <a:cubicBezTo>
                  <a:pt x="188107" y="1736948"/>
                  <a:pt x="201701" y="1750542"/>
                  <a:pt x="201701" y="1767312"/>
                </a:cubicBezTo>
                <a:cubicBezTo>
                  <a:pt x="201701" y="1784081"/>
                  <a:pt x="188107" y="1797675"/>
                  <a:pt x="171339" y="1797675"/>
                </a:cubicBezTo>
                <a:cubicBezTo>
                  <a:pt x="154588" y="1797675"/>
                  <a:pt x="140995" y="1784081"/>
                  <a:pt x="140995" y="1767312"/>
                </a:cubicBezTo>
                <a:cubicBezTo>
                  <a:pt x="140995" y="1750542"/>
                  <a:pt x="154588" y="1736948"/>
                  <a:pt x="171339" y="1736948"/>
                </a:cubicBezTo>
                <a:close/>
                <a:moveTo>
                  <a:pt x="98806" y="1736948"/>
                </a:moveTo>
                <a:cubicBezTo>
                  <a:pt x="115574" y="1736948"/>
                  <a:pt x="129168" y="1750542"/>
                  <a:pt x="129168" y="1767312"/>
                </a:cubicBezTo>
                <a:cubicBezTo>
                  <a:pt x="129168" y="1784081"/>
                  <a:pt x="115574" y="1797675"/>
                  <a:pt x="98806" y="1797675"/>
                </a:cubicBezTo>
                <a:cubicBezTo>
                  <a:pt x="82035" y="1797675"/>
                  <a:pt x="68442" y="1784081"/>
                  <a:pt x="68442" y="1767312"/>
                </a:cubicBezTo>
                <a:cubicBezTo>
                  <a:pt x="68442" y="1750542"/>
                  <a:pt x="82035" y="1736948"/>
                  <a:pt x="98806" y="1736948"/>
                </a:cubicBezTo>
                <a:close/>
                <a:moveTo>
                  <a:pt x="26251" y="1736948"/>
                </a:moveTo>
                <a:cubicBezTo>
                  <a:pt x="43020" y="1736948"/>
                  <a:pt x="56614" y="1750542"/>
                  <a:pt x="56614" y="1767312"/>
                </a:cubicBezTo>
                <a:cubicBezTo>
                  <a:pt x="56614" y="1784081"/>
                  <a:pt x="43020" y="1797675"/>
                  <a:pt x="26251" y="1797675"/>
                </a:cubicBezTo>
                <a:cubicBezTo>
                  <a:pt x="17866" y="1797675"/>
                  <a:pt x="10276" y="1794277"/>
                  <a:pt x="4781" y="1788782"/>
                </a:cubicBezTo>
                <a:lnTo>
                  <a:pt x="0" y="1777239"/>
                </a:lnTo>
                <a:lnTo>
                  <a:pt x="0" y="1757384"/>
                </a:lnTo>
                <a:lnTo>
                  <a:pt x="4781" y="1745841"/>
                </a:lnTo>
                <a:cubicBezTo>
                  <a:pt x="10276" y="1740347"/>
                  <a:pt x="17866" y="1736948"/>
                  <a:pt x="26251" y="1736948"/>
                </a:cubicBezTo>
                <a:close/>
                <a:moveTo>
                  <a:pt x="1030341" y="1658849"/>
                </a:moveTo>
                <a:lnTo>
                  <a:pt x="1020041" y="1666551"/>
                </a:lnTo>
                <a:lnTo>
                  <a:pt x="1020522" y="1665390"/>
                </a:lnTo>
                <a:cubicBezTo>
                  <a:pt x="1023269" y="1662642"/>
                  <a:pt x="1026541" y="1660419"/>
                  <a:pt x="1030173" y="1658883"/>
                </a:cubicBezTo>
                <a:close/>
                <a:moveTo>
                  <a:pt x="969438" y="1656497"/>
                </a:moveTo>
                <a:cubicBezTo>
                  <a:pt x="977823" y="1656497"/>
                  <a:pt x="985413" y="1659895"/>
                  <a:pt x="990908" y="1665390"/>
                </a:cubicBezTo>
                <a:lnTo>
                  <a:pt x="997511" y="1681329"/>
                </a:lnTo>
                <a:lnTo>
                  <a:pt x="950384" y="1709959"/>
                </a:lnTo>
                <a:lnTo>
                  <a:pt x="947968" y="1708330"/>
                </a:lnTo>
                <a:cubicBezTo>
                  <a:pt x="942473" y="1702836"/>
                  <a:pt x="939075" y="1695245"/>
                  <a:pt x="939075" y="1686860"/>
                </a:cubicBezTo>
                <a:cubicBezTo>
                  <a:pt x="939075" y="1670091"/>
                  <a:pt x="952669" y="1656497"/>
                  <a:pt x="969438" y="1656497"/>
                </a:cubicBezTo>
                <a:close/>
                <a:moveTo>
                  <a:pt x="896883" y="1656497"/>
                </a:moveTo>
                <a:cubicBezTo>
                  <a:pt x="913653" y="1656497"/>
                  <a:pt x="927247" y="1670091"/>
                  <a:pt x="927247" y="1686860"/>
                </a:cubicBezTo>
                <a:cubicBezTo>
                  <a:pt x="927247" y="1703630"/>
                  <a:pt x="913653" y="1717224"/>
                  <a:pt x="896883" y="1717224"/>
                </a:cubicBezTo>
                <a:cubicBezTo>
                  <a:pt x="880114" y="1717224"/>
                  <a:pt x="866520" y="1703630"/>
                  <a:pt x="866520" y="1686860"/>
                </a:cubicBezTo>
                <a:cubicBezTo>
                  <a:pt x="866520" y="1670091"/>
                  <a:pt x="880114" y="1656497"/>
                  <a:pt x="896883" y="1656497"/>
                </a:cubicBezTo>
                <a:close/>
                <a:moveTo>
                  <a:pt x="824329" y="1656497"/>
                </a:moveTo>
                <a:cubicBezTo>
                  <a:pt x="841098" y="1656497"/>
                  <a:pt x="854692" y="1670091"/>
                  <a:pt x="854692" y="1686860"/>
                </a:cubicBezTo>
                <a:cubicBezTo>
                  <a:pt x="854692" y="1703630"/>
                  <a:pt x="841098" y="1717224"/>
                  <a:pt x="824329" y="1717224"/>
                </a:cubicBezTo>
                <a:cubicBezTo>
                  <a:pt x="807559" y="1717224"/>
                  <a:pt x="793965" y="1703630"/>
                  <a:pt x="793965" y="1686860"/>
                </a:cubicBezTo>
                <a:cubicBezTo>
                  <a:pt x="793965" y="1670091"/>
                  <a:pt x="807559" y="1656497"/>
                  <a:pt x="824329" y="1656497"/>
                </a:cubicBezTo>
                <a:close/>
                <a:moveTo>
                  <a:pt x="751774" y="1656497"/>
                </a:moveTo>
                <a:cubicBezTo>
                  <a:pt x="768544" y="1656497"/>
                  <a:pt x="782138" y="1670091"/>
                  <a:pt x="782138" y="1686860"/>
                </a:cubicBezTo>
                <a:cubicBezTo>
                  <a:pt x="782138" y="1703630"/>
                  <a:pt x="768544" y="1717224"/>
                  <a:pt x="751774" y="1717224"/>
                </a:cubicBezTo>
                <a:cubicBezTo>
                  <a:pt x="735005" y="1717224"/>
                  <a:pt x="721411" y="1703630"/>
                  <a:pt x="721411" y="1686860"/>
                </a:cubicBezTo>
                <a:cubicBezTo>
                  <a:pt x="721411" y="1670091"/>
                  <a:pt x="735005" y="1656497"/>
                  <a:pt x="751774" y="1656497"/>
                </a:cubicBezTo>
                <a:close/>
                <a:moveTo>
                  <a:pt x="679220" y="1656497"/>
                </a:moveTo>
                <a:cubicBezTo>
                  <a:pt x="695989" y="1656497"/>
                  <a:pt x="709583" y="1670091"/>
                  <a:pt x="709583" y="1686860"/>
                </a:cubicBezTo>
                <a:cubicBezTo>
                  <a:pt x="709583" y="1703630"/>
                  <a:pt x="695989" y="1717224"/>
                  <a:pt x="679220" y="1717224"/>
                </a:cubicBezTo>
                <a:cubicBezTo>
                  <a:pt x="662450" y="1717224"/>
                  <a:pt x="648856" y="1703630"/>
                  <a:pt x="648856" y="1686860"/>
                </a:cubicBezTo>
                <a:cubicBezTo>
                  <a:pt x="648856" y="1670091"/>
                  <a:pt x="662450" y="1656497"/>
                  <a:pt x="679220" y="1656497"/>
                </a:cubicBezTo>
                <a:close/>
                <a:moveTo>
                  <a:pt x="606665" y="1656497"/>
                </a:moveTo>
                <a:cubicBezTo>
                  <a:pt x="623435" y="1656497"/>
                  <a:pt x="637029" y="1670091"/>
                  <a:pt x="637029" y="1686860"/>
                </a:cubicBezTo>
                <a:cubicBezTo>
                  <a:pt x="637029" y="1703630"/>
                  <a:pt x="623435" y="1717224"/>
                  <a:pt x="606665" y="1717224"/>
                </a:cubicBezTo>
                <a:cubicBezTo>
                  <a:pt x="589896" y="1717224"/>
                  <a:pt x="576302" y="1703630"/>
                  <a:pt x="576302" y="1686860"/>
                </a:cubicBezTo>
                <a:cubicBezTo>
                  <a:pt x="576302" y="1670091"/>
                  <a:pt x="589896" y="1656497"/>
                  <a:pt x="606665" y="1656497"/>
                </a:cubicBezTo>
                <a:close/>
                <a:moveTo>
                  <a:pt x="534111" y="1656497"/>
                </a:moveTo>
                <a:cubicBezTo>
                  <a:pt x="550880" y="1656497"/>
                  <a:pt x="564474" y="1670091"/>
                  <a:pt x="564474" y="1686860"/>
                </a:cubicBezTo>
                <a:cubicBezTo>
                  <a:pt x="564474" y="1703630"/>
                  <a:pt x="550880" y="1717224"/>
                  <a:pt x="534111" y="1717224"/>
                </a:cubicBezTo>
                <a:cubicBezTo>
                  <a:pt x="517341" y="1717224"/>
                  <a:pt x="503747" y="1703630"/>
                  <a:pt x="503747" y="1686860"/>
                </a:cubicBezTo>
                <a:cubicBezTo>
                  <a:pt x="503747" y="1670091"/>
                  <a:pt x="517341" y="1656497"/>
                  <a:pt x="534111" y="1656497"/>
                </a:cubicBezTo>
                <a:close/>
                <a:moveTo>
                  <a:pt x="461556" y="1656497"/>
                </a:moveTo>
                <a:cubicBezTo>
                  <a:pt x="478326" y="1656497"/>
                  <a:pt x="491920" y="1670091"/>
                  <a:pt x="491920" y="1686860"/>
                </a:cubicBezTo>
                <a:cubicBezTo>
                  <a:pt x="491920" y="1703630"/>
                  <a:pt x="478326" y="1717224"/>
                  <a:pt x="461556" y="1717224"/>
                </a:cubicBezTo>
                <a:cubicBezTo>
                  <a:pt x="444787" y="1717224"/>
                  <a:pt x="431192" y="1703630"/>
                  <a:pt x="431192" y="1686860"/>
                </a:cubicBezTo>
                <a:cubicBezTo>
                  <a:pt x="431192" y="1670091"/>
                  <a:pt x="444787" y="1656497"/>
                  <a:pt x="461556" y="1656497"/>
                </a:cubicBezTo>
                <a:close/>
                <a:moveTo>
                  <a:pt x="389002" y="1656497"/>
                </a:moveTo>
                <a:cubicBezTo>
                  <a:pt x="405771" y="1656497"/>
                  <a:pt x="419365" y="1670091"/>
                  <a:pt x="419365" y="1686860"/>
                </a:cubicBezTo>
                <a:cubicBezTo>
                  <a:pt x="419365" y="1703630"/>
                  <a:pt x="405771" y="1717224"/>
                  <a:pt x="389002" y="1717224"/>
                </a:cubicBezTo>
                <a:cubicBezTo>
                  <a:pt x="372232" y="1717224"/>
                  <a:pt x="358638" y="1703630"/>
                  <a:pt x="358638" y="1686860"/>
                </a:cubicBezTo>
                <a:cubicBezTo>
                  <a:pt x="358638" y="1670091"/>
                  <a:pt x="372232" y="1656497"/>
                  <a:pt x="389002" y="1656497"/>
                </a:cubicBezTo>
                <a:close/>
                <a:moveTo>
                  <a:pt x="316447" y="1656497"/>
                </a:moveTo>
                <a:cubicBezTo>
                  <a:pt x="333216" y="1656497"/>
                  <a:pt x="346810" y="1670091"/>
                  <a:pt x="346810" y="1686860"/>
                </a:cubicBezTo>
                <a:cubicBezTo>
                  <a:pt x="346810" y="1703630"/>
                  <a:pt x="333216" y="1717224"/>
                  <a:pt x="316447" y="1717224"/>
                </a:cubicBezTo>
                <a:cubicBezTo>
                  <a:pt x="299677" y="1717224"/>
                  <a:pt x="286084" y="1703630"/>
                  <a:pt x="286084" y="1686860"/>
                </a:cubicBezTo>
                <a:cubicBezTo>
                  <a:pt x="286084" y="1670091"/>
                  <a:pt x="299677" y="1656497"/>
                  <a:pt x="316447" y="1656497"/>
                </a:cubicBezTo>
                <a:close/>
                <a:moveTo>
                  <a:pt x="243892" y="1656497"/>
                </a:moveTo>
                <a:cubicBezTo>
                  <a:pt x="260662" y="1656497"/>
                  <a:pt x="274256" y="1670091"/>
                  <a:pt x="274256" y="1686860"/>
                </a:cubicBezTo>
                <a:cubicBezTo>
                  <a:pt x="274256" y="1703630"/>
                  <a:pt x="260662" y="1717224"/>
                  <a:pt x="243892" y="1717224"/>
                </a:cubicBezTo>
                <a:cubicBezTo>
                  <a:pt x="227123" y="1717224"/>
                  <a:pt x="213529" y="1703630"/>
                  <a:pt x="213529" y="1686860"/>
                </a:cubicBezTo>
                <a:cubicBezTo>
                  <a:pt x="213529" y="1670091"/>
                  <a:pt x="227123" y="1656497"/>
                  <a:pt x="243892" y="1656497"/>
                </a:cubicBezTo>
                <a:close/>
                <a:moveTo>
                  <a:pt x="171339" y="1656497"/>
                </a:moveTo>
                <a:cubicBezTo>
                  <a:pt x="188107" y="1656497"/>
                  <a:pt x="201701" y="1670091"/>
                  <a:pt x="201701" y="1686860"/>
                </a:cubicBezTo>
                <a:cubicBezTo>
                  <a:pt x="201701" y="1703630"/>
                  <a:pt x="188107" y="1717224"/>
                  <a:pt x="171339" y="1717224"/>
                </a:cubicBezTo>
                <a:cubicBezTo>
                  <a:pt x="154594" y="1717224"/>
                  <a:pt x="141001" y="1703630"/>
                  <a:pt x="141001" y="1686860"/>
                </a:cubicBezTo>
                <a:cubicBezTo>
                  <a:pt x="141001" y="1670091"/>
                  <a:pt x="154594" y="1656497"/>
                  <a:pt x="171339" y="1656497"/>
                </a:cubicBezTo>
                <a:close/>
                <a:moveTo>
                  <a:pt x="98812" y="1656497"/>
                </a:moveTo>
                <a:cubicBezTo>
                  <a:pt x="115580" y="1656497"/>
                  <a:pt x="129174" y="1670091"/>
                  <a:pt x="129174" y="1686860"/>
                </a:cubicBezTo>
                <a:cubicBezTo>
                  <a:pt x="129174" y="1703630"/>
                  <a:pt x="115580" y="1717224"/>
                  <a:pt x="98812" y="1717224"/>
                </a:cubicBezTo>
                <a:cubicBezTo>
                  <a:pt x="82042" y="1717224"/>
                  <a:pt x="68448" y="1703630"/>
                  <a:pt x="68448" y="1686860"/>
                </a:cubicBezTo>
                <a:cubicBezTo>
                  <a:pt x="68448" y="1670091"/>
                  <a:pt x="82042" y="1656497"/>
                  <a:pt x="98812" y="1656497"/>
                </a:cubicBezTo>
                <a:close/>
                <a:moveTo>
                  <a:pt x="26257" y="1656497"/>
                </a:moveTo>
                <a:cubicBezTo>
                  <a:pt x="43026" y="1656497"/>
                  <a:pt x="56620" y="1670091"/>
                  <a:pt x="56620" y="1686860"/>
                </a:cubicBezTo>
                <a:cubicBezTo>
                  <a:pt x="56620" y="1703630"/>
                  <a:pt x="43026" y="1717224"/>
                  <a:pt x="26257" y="1717224"/>
                </a:cubicBezTo>
                <a:cubicBezTo>
                  <a:pt x="17873" y="1717224"/>
                  <a:pt x="10282" y="1713826"/>
                  <a:pt x="4787" y="1708331"/>
                </a:cubicBezTo>
                <a:lnTo>
                  <a:pt x="0" y="1696773"/>
                </a:lnTo>
                <a:lnTo>
                  <a:pt x="0" y="1676947"/>
                </a:lnTo>
                <a:lnTo>
                  <a:pt x="4787" y="1665390"/>
                </a:lnTo>
                <a:cubicBezTo>
                  <a:pt x="10282" y="1659896"/>
                  <a:pt x="17873" y="1656497"/>
                  <a:pt x="26257" y="1656497"/>
                </a:cubicBezTo>
                <a:close/>
                <a:moveTo>
                  <a:pt x="1114547" y="1576045"/>
                </a:moveTo>
                <a:cubicBezTo>
                  <a:pt x="1118739" y="1576045"/>
                  <a:pt x="1122733" y="1576894"/>
                  <a:pt x="1126366" y="1578431"/>
                </a:cubicBezTo>
                <a:lnTo>
                  <a:pt x="1131977" y="1582214"/>
                </a:lnTo>
                <a:lnTo>
                  <a:pt x="1128051" y="1585783"/>
                </a:lnTo>
                <a:lnTo>
                  <a:pt x="1088035" y="1615706"/>
                </a:lnTo>
                <a:lnTo>
                  <a:pt x="1084184" y="1606408"/>
                </a:lnTo>
                <a:cubicBezTo>
                  <a:pt x="1084184" y="1589639"/>
                  <a:pt x="1097778" y="1576045"/>
                  <a:pt x="1114547" y="1576045"/>
                </a:cubicBezTo>
                <a:close/>
                <a:moveTo>
                  <a:pt x="1041993" y="1576045"/>
                </a:moveTo>
                <a:cubicBezTo>
                  <a:pt x="1058762" y="1576045"/>
                  <a:pt x="1072356" y="1589639"/>
                  <a:pt x="1072356" y="1606408"/>
                </a:cubicBezTo>
                <a:cubicBezTo>
                  <a:pt x="1072356" y="1623178"/>
                  <a:pt x="1058762" y="1636772"/>
                  <a:pt x="1041993" y="1636772"/>
                </a:cubicBezTo>
                <a:cubicBezTo>
                  <a:pt x="1025223" y="1636772"/>
                  <a:pt x="1011629" y="1623178"/>
                  <a:pt x="1011629" y="1606408"/>
                </a:cubicBezTo>
                <a:cubicBezTo>
                  <a:pt x="1011629" y="1589639"/>
                  <a:pt x="1025223" y="1576045"/>
                  <a:pt x="1041993" y="1576045"/>
                </a:cubicBezTo>
                <a:close/>
                <a:moveTo>
                  <a:pt x="969438" y="1576045"/>
                </a:moveTo>
                <a:cubicBezTo>
                  <a:pt x="986208" y="1576045"/>
                  <a:pt x="999801" y="1589639"/>
                  <a:pt x="999801" y="1606408"/>
                </a:cubicBezTo>
                <a:cubicBezTo>
                  <a:pt x="999801" y="1623178"/>
                  <a:pt x="986208" y="1636772"/>
                  <a:pt x="969438" y="1636772"/>
                </a:cubicBezTo>
                <a:cubicBezTo>
                  <a:pt x="952669" y="1636772"/>
                  <a:pt x="939075" y="1623178"/>
                  <a:pt x="939075" y="1606408"/>
                </a:cubicBezTo>
                <a:cubicBezTo>
                  <a:pt x="939075" y="1589639"/>
                  <a:pt x="952669" y="1576045"/>
                  <a:pt x="969438" y="1576045"/>
                </a:cubicBezTo>
                <a:close/>
                <a:moveTo>
                  <a:pt x="896883" y="1576045"/>
                </a:moveTo>
                <a:cubicBezTo>
                  <a:pt x="913653" y="1576045"/>
                  <a:pt x="927247" y="1589639"/>
                  <a:pt x="927247" y="1606408"/>
                </a:cubicBezTo>
                <a:cubicBezTo>
                  <a:pt x="927247" y="1623178"/>
                  <a:pt x="913653" y="1636772"/>
                  <a:pt x="896883" y="1636772"/>
                </a:cubicBezTo>
                <a:cubicBezTo>
                  <a:pt x="880114" y="1636772"/>
                  <a:pt x="866520" y="1623178"/>
                  <a:pt x="866520" y="1606408"/>
                </a:cubicBezTo>
                <a:cubicBezTo>
                  <a:pt x="866520" y="1589639"/>
                  <a:pt x="880114" y="1576045"/>
                  <a:pt x="896883" y="1576045"/>
                </a:cubicBezTo>
                <a:close/>
                <a:moveTo>
                  <a:pt x="824329" y="1576045"/>
                </a:moveTo>
                <a:cubicBezTo>
                  <a:pt x="841098" y="1576045"/>
                  <a:pt x="854692" y="1589639"/>
                  <a:pt x="854692" y="1606408"/>
                </a:cubicBezTo>
                <a:cubicBezTo>
                  <a:pt x="854692" y="1623178"/>
                  <a:pt x="841098" y="1636772"/>
                  <a:pt x="824329" y="1636772"/>
                </a:cubicBezTo>
                <a:cubicBezTo>
                  <a:pt x="807559" y="1636772"/>
                  <a:pt x="793965" y="1623178"/>
                  <a:pt x="793965" y="1606408"/>
                </a:cubicBezTo>
                <a:cubicBezTo>
                  <a:pt x="793965" y="1589639"/>
                  <a:pt x="807559" y="1576045"/>
                  <a:pt x="824329" y="1576045"/>
                </a:cubicBezTo>
                <a:close/>
                <a:moveTo>
                  <a:pt x="751774" y="1576045"/>
                </a:moveTo>
                <a:cubicBezTo>
                  <a:pt x="768544" y="1576045"/>
                  <a:pt x="782138" y="1589639"/>
                  <a:pt x="782138" y="1606408"/>
                </a:cubicBezTo>
                <a:cubicBezTo>
                  <a:pt x="782138" y="1623178"/>
                  <a:pt x="768544" y="1636772"/>
                  <a:pt x="751774" y="1636772"/>
                </a:cubicBezTo>
                <a:cubicBezTo>
                  <a:pt x="735005" y="1636772"/>
                  <a:pt x="721411" y="1623178"/>
                  <a:pt x="721411" y="1606408"/>
                </a:cubicBezTo>
                <a:cubicBezTo>
                  <a:pt x="721411" y="1589639"/>
                  <a:pt x="735005" y="1576045"/>
                  <a:pt x="751774" y="1576045"/>
                </a:cubicBezTo>
                <a:close/>
                <a:moveTo>
                  <a:pt x="679220" y="1576045"/>
                </a:moveTo>
                <a:cubicBezTo>
                  <a:pt x="695989" y="1576045"/>
                  <a:pt x="709583" y="1589639"/>
                  <a:pt x="709583" y="1606408"/>
                </a:cubicBezTo>
                <a:cubicBezTo>
                  <a:pt x="709583" y="1623178"/>
                  <a:pt x="695989" y="1636772"/>
                  <a:pt x="679220" y="1636772"/>
                </a:cubicBezTo>
                <a:cubicBezTo>
                  <a:pt x="662450" y="1636772"/>
                  <a:pt x="648856" y="1623178"/>
                  <a:pt x="648856" y="1606408"/>
                </a:cubicBezTo>
                <a:cubicBezTo>
                  <a:pt x="648856" y="1589639"/>
                  <a:pt x="662450" y="1576045"/>
                  <a:pt x="679220" y="1576045"/>
                </a:cubicBezTo>
                <a:close/>
                <a:moveTo>
                  <a:pt x="606665" y="1576045"/>
                </a:moveTo>
                <a:cubicBezTo>
                  <a:pt x="623435" y="1576045"/>
                  <a:pt x="637029" y="1589639"/>
                  <a:pt x="637029" y="1606408"/>
                </a:cubicBezTo>
                <a:cubicBezTo>
                  <a:pt x="637029" y="1623178"/>
                  <a:pt x="623435" y="1636772"/>
                  <a:pt x="606665" y="1636772"/>
                </a:cubicBezTo>
                <a:cubicBezTo>
                  <a:pt x="589896" y="1636772"/>
                  <a:pt x="576302" y="1623178"/>
                  <a:pt x="576302" y="1606408"/>
                </a:cubicBezTo>
                <a:cubicBezTo>
                  <a:pt x="576302" y="1589639"/>
                  <a:pt x="589896" y="1576045"/>
                  <a:pt x="606665" y="1576045"/>
                </a:cubicBezTo>
                <a:close/>
                <a:moveTo>
                  <a:pt x="534111" y="1576045"/>
                </a:moveTo>
                <a:cubicBezTo>
                  <a:pt x="550880" y="1576045"/>
                  <a:pt x="564474" y="1589639"/>
                  <a:pt x="564474" y="1606408"/>
                </a:cubicBezTo>
                <a:cubicBezTo>
                  <a:pt x="564474" y="1623178"/>
                  <a:pt x="550880" y="1636772"/>
                  <a:pt x="534111" y="1636772"/>
                </a:cubicBezTo>
                <a:cubicBezTo>
                  <a:pt x="517341" y="1636772"/>
                  <a:pt x="503747" y="1623178"/>
                  <a:pt x="503747" y="1606408"/>
                </a:cubicBezTo>
                <a:cubicBezTo>
                  <a:pt x="503747" y="1589639"/>
                  <a:pt x="517341" y="1576045"/>
                  <a:pt x="534111" y="1576045"/>
                </a:cubicBezTo>
                <a:close/>
                <a:moveTo>
                  <a:pt x="461556" y="1576045"/>
                </a:moveTo>
                <a:cubicBezTo>
                  <a:pt x="478326" y="1576045"/>
                  <a:pt x="491920" y="1589639"/>
                  <a:pt x="491920" y="1606408"/>
                </a:cubicBezTo>
                <a:cubicBezTo>
                  <a:pt x="491920" y="1623178"/>
                  <a:pt x="478326" y="1636772"/>
                  <a:pt x="461556" y="1636772"/>
                </a:cubicBezTo>
                <a:cubicBezTo>
                  <a:pt x="444787" y="1636772"/>
                  <a:pt x="431192" y="1623178"/>
                  <a:pt x="431192" y="1606408"/>
                </a:cubicBezTo>
                <a:cubicBezTo>
                  <a:pt x="431192" y="1589639"/>
                  <a:pt x="444787" y="1576045"/>
                  <a:pt x="461556" y="1576045"/>
                </a:cubicBezTo>
                <a:close/>
                <a:moveTo>
                  <a:pt x="389002" y="1576045"/>
                </a:moveTo>
                <a:cubicBezTo>
                  <a:pt x="405771" y="1576045"/>
                  <a:pt x="419365" y="1589639"/>
                  <a:pt x="419365" y="1606408"/>
                </a:cubicBezTo>
                <a:cubicBezTo>
                  <a:pt x="419365" y="1623178"/>
                  <a:pt x="405771" y="1636772"/>
                  <a:pt x="389002" y="1636772"/>
                </a:cubicBezTo>
                <a:cubicBezTo>
                  <a:pt x="372232" y="1636772"/>
                  <a:pt x="358638" y="1623178"/>
                  <a:pt x="358638" y="1606408"/>
                </a:cubicBezTo>
                <a:cubicBezTo>
                  <a:pt x="358638" y="1589639"/>
                  <a:pt x="372232" y="1576045"/>
                  <a:pt x="389002" y="1576045"/>
                </a:cubicBezTo>
                <a:close/>
                <a:moveTo>
                  <a:pt x="316447" y="1576045"/>
                </a:moveTo>
                <a:cubicBezTo>
                  <a:pt x="333216" y="1576045"/>
                  <a:pt x="346810" y="1589639"/>
                  <a:pt x="346810" y="1606408"/>
                </a:cubicBezTo>
                <a:cubicBezTo>
                  <a:pt x="346810" y="1623178"/>
                  <a:pt x="333216" y="1636772"/>
                  <a:pt x="316447" y="1636772"/>
                </a:cubicBezTo>
                <a:cubicBezTo>
                  <a:pt x="299677" y="1636772"/>
                  <a:pt x="286084" y="1623178"/>
                  <a:pt x="286084" y="1606408"/>
                </a:cubicBezTo>
                <a:cubicBezTo>
                  <a:pt x="286084" y="1589639"/>
                  <a:pt x="299677" y="1576045"/>
                  <a:pt x="316447" y="1576045"/>
                </a:cubicBezTo>
                <a:close/>
                <a:moveTo>
                  <a:pt x="243892" y="1576045"/>
                </a:moveTo>
                <a:cubicBezTo>
                  <a:pt x="260662" y="1576045"/>
                  <a:pt x="274256" y="1589639"/>
                  <a:pt x="274256" y="1606408"/>
                </a:cubicBezTo>
                <a:cubicBezTo>
                  <a:pt x="274256" y="1623178"/>
                  <a:pt x="260662" y="1636772"/>
                  <a:pt x="243892" y="1636772"/>
                </a:cubicBezTo>
                <a:cubicBezTo>
                  <a:pt x="227123" y="1636772"/>
                  <a:pt x="213529" y="1623178"/>
                  <a:pt x="213529" y="1606408"/>
                </a:cubicBezTo>
                <a:cubicBezTo>
                  <a:pt x="213529" y="1589639"/>
                  <a:pt x="227123" y="1576045"/>
                  <a:pt x="243892" y="1576045"/>
                </a:cubicBezTo>
                <a:close/>
                <a:moveTo>
                  <a:pt x="171339" y="1576045"/>
                </a:moveTo>
                <a:cubicBezTo>
                  <a:pt x="188107" y="1576045"/>
                  <a:pt x="201701" y="1589639"/>
                  <a:pt x="201701" y="1606408"/>
                </a:cubicBezTo>
                <a:cubicBezTo>
                  <a:pt x="201701" y="1623178"/>
                  <a:pt x="188107" y="1636772"/>
                  <a:pt x="171339" y="1636772"/>
                </a:cubicBezTo>
                <a:cubicBezTo>
                  <a:pt x="154599" y="1636772"/>
                  <a:pt x="141006" y="1623178"/>
                  <a:pt x="141006" y="1606408"/>
                </a:cubicBezTo>
                <a:cubicBezTo>
                  <a:pt x="141006" y="1589639"/>
                  <a:pt x="154599" y="1576045"/>
                  <a:pt x="171339" y="1576045"/>
                </a:cubicBezTo>
                <a:close/>
                <a:moveTo>
                  <a:pt x="98818" y="1576045"/>
                </a:moveTo>
                <a:cubicBezTo>
                  <a:pt x="115586" y="1576045"/>
                  <a:pt x="129180" y="1589639"/>
                  <a:pt x="129180" y="1606408"/>
                </a:cubicBezTo>
                <a:cubicBezTo>
                  <a:pt x="129180" y="1623178"/>
                  <a:pt x="115586" y="1636772"/>
                  <a:pt x="98818" y="1636772"/>
                </a:cubicBezTo>
                <a:cubicBezTo>
                  <a:pt x="82048" y="1636772"/>
                  <a:pt x="68454" y="1623178"/>
                  <a:pt x="68454" y="1606408"/>
                </a:cubicBezTo>
                <a:cubicBezTo>
                  <a:pt x="68454" y="1589639"/>
                  <a:pt x="82048" y="1576045"/>
                  <a:pt x="98818" y="1576045"/>
                </a:cubicBezTo>
                <a:close/>
                <a:moveTo>
                  <a:pt x="26264" y="1576045"/>
                </a:moveTo>
                <a:cubicBezTo>
                  <a:pt x="43032" y="1576045"/>
                  <a:pt x="56626" y="1589639"/>
                  <a:pt x="56626" y="1606408"/>
                </a:cubicBezTo>
                <a:cubicBezTo>
                  <a:pt x="56626" y="1623178"/>
                  <a:pt x="43032" y="1636772"/>
                  <a:pt x="26264" y="1636772"/>
                </a:cubicBezTo>
                <a:cubicBezTo>
                  <a:pt x="17880" y="1636772"/>
                  <a:pt x="10289" y="1633374"/>
                  <a:pt x="4794" y="1627879"/>
                </a:cubicBezTo>
                <a:lnTo>
                  <a:pt x="0" y="1616304"/>
                </a:lnTo>
                <a:lnTo>
                  <a:pt x="0" y="1596512"/>
                </a:lnTo>
                <a:lnTo>
                  <a:pt x="4794" y="1584938"/>
                </a:lnTo>
                <a:cubicBezTo>
                  <a:pt x="10289" y="1579444"/>
                  <a:pt x="17880" y="1576045"/>
                  <a:pt x="26264" y="1576045"/>
                </a:cubicBezTo>
                <a:close/>
                <a:moveTo>
                  <a:pt x="1187102" y="1495593"/>
                </a:moveTo>
                <a:cubicBezTo>
                  <a:pt x="1195486" y="1495593"/>
                  <a:pt x="1203077" y="1498992"/>
                  <a:pt x="1208572" y="1504486"/>
                </a:cubicBezTo>
                <a:lnTo>
                  <a:pt x="1211014" y="1510381"/>
                </a:lnTo>
                <a:lnTo>
                  <a:pt x="1168285" y="1549216"/>
                </a:lnTo>
                <a:lnTo>
                  <a:pt x="1165631" y="1547427"/>
                </a:lnTo>
                <a:cubicBezTo>
                  <a:pt x="1160137" y="1541932"/>
                  <a:pt x="1156738" y="1534341"/>
                  <a:pt x="1156738" y="1525957"/>
                </a:cubicBezTo>
                <a:cubicBezTo>
                  <a:pt x="1156738" y="1509187"/>
                  <a:pt x="1170332" y="1495593"/>
                  <a:pt x="1187102" y="1495593"/>
                </a:cubicBezTo>
                <a:close/>
                <a:moveTo>
                  <a:pt x="1114547" y="1495593"/>
                </a:moveTo>
                <a:cubicBezTo>
                  <a:pt x="1131317" y="1495593"/>
                  <a:pt x="1144911" y="1509187"/>
                  <a:pt x="1144911" y="1525957"/>
                </a:cubicBezTo>
                <a:cubicBezTo>
                  <a:pt x="1144911" y="1542726"/>
                  <a:pt x="1131317" y="1556320"/>
                  <a:pt x="1114547" y="1556320"/>
                </a:cubicBezTo>
                <a:cubicBezTo>
                  <a:pt x="1097778" y="1556320"/>
                  <a:pt x="1084184" y="1542726"/>
                  <a:pt x="1084184" y="1525957"/>
                </a:cubicBezTo>
                <a:cubicBezTo>
                  <a:pt x="1084184" y="1509187"/>
                  <a:pt x="1097778" y="1495593"/>
                  <a:pt x="1114547" y="1495593"/>
                </a:cubicBezTo>
                <a:close/>
                <a:moveTo>
                  <a:pt x="1041993" y="1495593"/>
                </a:moveTo>
                <a:cubicBezTo>
                  <a:pt x="1058762" y="1495593"/>
                  <a:pt x="1072356" y="1509187"/>
                  <a:pt x="1072356" y="1525957"/>
                </a:cubicBezTo>
                <a:cubicBezTo>
                  <a:pt x="1072356" y="1542726"/>
                  <a:pt x="1058762" y="1556320"/>
                  <a:pt x="1041993" y="1556320"/>
                </a:cubicBezTo>
                <a:cubicBezTo>
                  <a:pt x="1025223" y="1556320"/>
                  <a:pt x="1011629" y="1542726"/>
                  <a:pt x="1011629" y="1525957"/>
                </a:cubicBezTo>
                <a:cubicBezTo>
                  <a:pt x="1011629" y="1509187"/>
                  <a:pt x="1025223" y="1495593"/>
                  <a:pt x="1041993" y="1495593"/>
                </a:cubicBezTo>
                <a:close/>
                <a:moveTo>
                  <a:pt x="969438" y="1495593"/>
                </a:moveTo>
                <a:cubicBezTo>
                  <a:pt x="986208" y="1495593"/>
                  <a:pt x="999801" y="1509187"/>
                  <a:pt x="999801" y="1525957"/>
                </a:cubicBezTo>
                <a:cubicBezTo>
                  <a:pt x="999801" y="1542726"/>
                  <a:pt x="986208" y="1556320"/>
                  <a:pt x="969438" y="1556320"/>
                </a:cubicBezTo>
                <a:cubicBezTo>
                  <a:pt x="952669" y="1556320"/>
                  <a:pt x="939075" y="1542726"/>
                  <a:pt x="939075" y="1525957"/>
                </a:cubicBezTo>
                <a:cubicBezTo>
                  <a:pt x="939075" y="1509187"/>
                  <a:pt x="952669" y="1495593"/>
                  <a:pt x="969438" y="1495593"/>
                </a:cubicBezTo>
                <a:close/>
                <a:moveTo>
                  <a:pt x="896883" y="1495593"/>
                </a:moveTo>
                <a:cubicBezTo>
                  <a:pt x="913653" y="1495593"/>
                  <a:pt x="927247" y="1509187"/>
                  <a:pt x="927247" y="1525957"/>
                </a:cubicBezTo>
                <a:cubicBezTo>
                  <a:pt x="927247" y="1542726"/>
                  <a:pt x="913653" y="1556320"/>
                  <a:pt x="896883" y="1556320"/>
                </a:cubicBezTo>
                <a:cubicBezTo>
                  <a:pt x="880114" y="1556320"/>
                  <a:pt x="866520" y="1542726"/>
                  <a:pt x="866520" y="1525957"/>
                </a:cubicBezTo>
                <a:cubicBezTo>
                  <a:pt x="866520" y="1509187"/>
                  <a:pt x="880114" y="1495593"/>
                  <a:pt x="896883" y="1495593"/>
                </a:cubicBezTo>
                <a:close/>
                <a:moveTo>
                  <a:pt x="824329" y="1495593"/>
                </a:moveTo>
                <a:cubicBezTo>
                  <a:pt x="841098" y="1495593"/>
                  <a:pt x="854692" y="1509187"/>
                  <a:pt x="854692" y="1525957"/>
                </a:cubicBezTo>
                <a:cubicBezTo>
                  <a:pt x="854692" y="1542726"/>
                  <a:pt x="841098" y="1556320"/>
                  <a:pt x="824329" y="1556320"/>
                </a:cubicBezTo>
                <a:cubicBezTo>
                  <a:pt x="807559" y="1556320"/>
                  <a:pt x="793965" y="1542726"/>
                  <a:pt x="793965" y="1525957"/>
                </a:cubicBezTo>
                <a:cubicBezTo>
                  <a:pt x="793965" y="1509187"/>
                  <a:pt x="807559" y="1495593"/>
                  <a:pt x="824329" y="1495593"/>
                </a:cubicBezTo>
                <a:close/>
                <a:moveTo>
                  <a:pt x="751774" y="1495593"/>
                </a:moveTo>
                <a:cubicBezTo>
                  <a:pt x="768544" y="1495593"/>
                  <a:pt x="782138" y="1509187"/>
                  <a:pt x="782138" y="1525957"/>
                </a:cubicBezTo>
                <a:cubicBezTo>
                  <a:pt x="782138" y="1542726"/>
                  <a:pt x="768544" y="1556320"/>
                  <a:pt x="751774" y="1556320"/>
                </a:cubicBezTo>
                <a:cubicBezTo>
                  <a:pt x="735005" y="1556320"/>
                  <a:pt x="721411" y="1542726"/>
                  <a:pt x="721411" y="1525957"/>
                </a:cubicBezTo>
                <a:cubicBezTo>
                  <a:pt x="721411" y="1509187"/>
                  <a:pt x="735005" y="1495593"/>
                  <a:pt x="751774" y="1495593"/>
                </a:cubicBezTo>
                <a:close/>
                <a:moveTo>
                  <a:pt x="679220" y="1495593"/>
                </a:moveTo>
                <a:cubicBezTo>
                  <a:pt x="695989" y="1495593"/>
                  <a:pt x="709583" y="1509187"/>
                  <a:pt x="709583" y="1525957"/>
                </a:cubicBezTo>
                <a:cubicBezTo>
                  <a:pt x="709583" y="1542726"/>
                  <a:pt x="695989" y="1556320"/>
                  <a:pt x="679220" y="1556320"/>
                </a:cubicBezTo>
                <a:cubicBezTo>
                  <a:pt x="662450" y="1556320"/>
                  <a:pt x="648856" y="1542726"/>
                  <a:pt x="648856" y="1525957"/>
                </a:cubicBezTo>
                <a:cubicBezTo>
                  <a:pt x="648856" y="1509187"/>
                  <a:pt x="662450" y="1495593"/>
                  <a:pt x="679220" y="1495593"/>
                </a:cubicBezTo>
                <a:close/>
                <a:moveTo>
                  <a:pt x="606665" y="1495593"/>
                </a:moveTo>
                <a:cubicBezTo>
                  <a:pt x="623435" y="1495593"/>
                  <a:pt x="637029" y="1509187"/>
                  <a:pt x="637029" y="1525957"/>
                </a:cubicBezTo>
                <a:cubicBezTo>
                  <a:pt x="637029" y="1542726"/>
                  <a:pt x="623435" y="1556320"/>
                  <a:pt x="606665" y="1556320"/>
                </a:cubicBezTo>
                <a:cubicBezTo>
                  <a:pt x="589896" y="1556320"/>
                  <a:pt x="576302" y="1542726"/>
                  <a:pt x="576302" y="1525957"/>
                </a:cubicBezTo>
                <a:cubicBezTo>
                  <a:pt x="576302" y="1509187"/>
                  <a:pt x="589896" y="1495593"/>
                  <a:pt x="606665" y="1495593"/>
                </a:cubicBezTo>
                <a:close/>
                <a:moveTo>
                  <a:pt x="534111" y="1495593"/>
                </a:moveTo>
                <a:cubicBezTo>
                  <a:pt x="550880" y="1495593"/>
                  <a:pt x="564474" y="1509187"/>
                  <a:pt x="564474" y="1525957"/>
                </a:cubicBezTo>
                <a:cubicBezTo>
                  <a:pt x="564474" y="1542726"/>
                  <a:pt x="550880" y="1556320"/>
                  <a:pt x="534111" y="1556320"/>
                </a:cubicBezTo>
                <a:cubicBezTo>
                  <a:pt x="517341" y="1556320"/>
                  <a:pt x="503747" y="1542726"/>
                  <a:pt x="503747" y="1525957"/>
                </a:cubicBezTo>
                <a:cubicBezTo>
                  <a:pt x="503747" y="1509187"/>
                  <a:pt x="517341" y="1495593"/>
                  <a:pt x="534111" y="1495593"/>
                </a:cubicBezTo>
                <a:close/>
                <a:moveTo>
                  <a:pt x="461556" y="1495593"/>
                </a:moveTo>
                <a:cubicBezTo>
                  <a:pt x="478326" y="1495593"/>
                  <a:pt x="491920" y="1509187"/>
                  <a:pt x="491920" y="1525957"/>
                </a:cubicBezTo>
                <a:cubicBezTo>
                  <a:pt x="491920" y="1542726"/>
                  <a:pt x="478326" y="1556320"/>
                  <a:pt x="461556" y="1556320"/>
                </a:cubicBezTo>
                <a:cubicBezTo>
                  <a:pt x="444787" y="1556320"/>
                  <a:pt x="431192" y="1542726"/>
                  <a:pt x="431192" y="1525957"/>
                </a:cubicBezTo>
                <a:cubicBezTo>
                  <a:pt x="431192" y="1509187"/>
                  <a:pt x="444787" y="1495593"/>
                  <a:pt x="461556" y="1495593"/>
                </a:cubicBezTo>
                <a:close/>
                <a:moveTo>
                  <a:pt x="389002" y="1495593"/>
                </a:moveTo>
                <a:cubicBezTo>
                  <a:pt x="405771" y="1495593"/>
                  <a:pt x="419365" y="1509187"/>
                  <a:pt x="419365" y="1525957"/>
                </a:cubicBezTo>
                <a:cubicBezTo>
                  <a:pt x="419365" y="1542726"/>
                  <a:pt x="405771" y="1556320"/>
                  <a:pt x="389002" y="1556320"/>
                </a:cubicBezTo>
                <a:cubicBezTo>
                  <a:pt x="372232" y="1556320"/>
                  <a:pt x="358638" y="1542726"/>
                  <a:pt x="358638" y="1525957"/>
                </a:cubicBezTo>
                <a:cubicBezTo>
                  <a:pt x="358638" y="1509187"/>
                  <a:pt x="372232" y="1495593"/>
                  <a:pt x="389002" y="1495593"/>
                </a:cubicBezTo>
                <a:close/>
                <a:moveTo>
                  <a:pt x="316447" y="1495593"/>
                </a:moveTo>
                <a:cubicBezTo>
                  <a:pt x="333216" y="1495593"/>
                  <a:pt x="346810" y="1509187"/>
                  <a:pt x="346810" y="1525957"/>
                </a:cubicBezTo>
                <a:cubicBezTo>
                  <a:pt x="346810" y="1542726"/>
                  <a:pt x="333216" y="1556320"/>
                  <a:pt x="316447" y="1556320"/>
                </a:cubicBezTo>
                <a:cubicBezTo>
                  <a:pt x="299677" y="1556320"/>
                  <a:pt x="286084" y="1542726"/>
                  <a:pt x="286084" y="1525957"/>
                </a:cubicBezTo>
                <a:cubicBezTo>
                  <a:pt x="286084" y="1509187"/>
                  <a:pt x="299677" y="1495593"/>
                  <a:pt x="316447" y="1495593"/>
                </a:cubicBezTo>
                <a:close/>
                <a:moveTo>
                  <a:pt x="243892" y="1495593"/>
                </a:moveTo>
                <a:cubicBezTo>
                  <a:pt x="260662" y="1495593"/>
                  <a:pt x="274256" y="1509187"/>
                  <a:pt x="274256" y="1525957"/>
                </a:cubicBezTo>
                <a:cubicBezTo>
                  <a:pt x="274256" y="1542726"/>
                  <a:pt x="260662" y="1556320"/>
                  <a:pt x="243892" y="1556320"/>
                </a:cubicBezTo>
                <a:cubicBezTo>
                  <a:pt x="227123" y="1556320"/>
                  <a:pt x="213529" y="1542726"/>
                  <a:pt x="213529" y="1525957"/>
                </a:cubicBezTo>
                <a:cubicBezTo>
                  <a:pt x="213529" y="1509187"/>
                  <a:pt x="227123" y="1495593"/>
                  <a:pt x="243892" y="1495593"/>
                </a:cubicBezTo>
                <a:close/>
                <a:moveTo>
                  <a:pt x="171339" y="1495593"/>
                </a:moveTo>
                <a:cubicBezTo>
                  <a:pt x="188107" y="1495593"/>
                  <a:pt x="201701" y="1509187"/>
                  <a:pt x="201701" y="1525957"/>
                </a:cubicBezTo>
                <a:cubicBezTo>
                  <a:pt x="201701" y="1542726"/>
                  <a:pt x="188107" y="1556320"/>
                  <a:pt x="171339" y="1556320"/>
                </a:cubicBezTo>
                <a:cubicBezTo>
                  <a:pt x="154606" y="1556320"/>
                  <a:pt x="141012" y="1542726"/>
                  <a:pt x="141012" y="1525957"/>
                </a:cubicBezTo>
                <a:cubicBezTo>
                  <a:pt x="141012" y="1509187"/>
                  <a:pt x="154606" y="1495593"/>
                  <a:pt x="171339" y="1495593"/>
                </a:cubicBezTo>
                <a:close/>
                <a:moveTo>
                  <a:pt x="98825" y="1495593"/>
                </a:moveTo>
                <a:cubicBezTo>
                  <a:pt x="115592" y="1495593"/>
                  <a:pt x="129186" y="1509187"/>
                  <a:pt x="129186" y="1525957"/>
                </a:cubicBezTo>
                <a:cubicBezTo>
                  <a:pt x="129186" y="1542726"/>
                  <a:pt x="115592" y="1556320"/>
                  <a:pt x="98825" y="1556320"/>
                </a:cubicBezTo>
                <a:cubicBezTo>
                  <a:pt x="82054" y="1556320"/>
                  <a:pt x="68461" y="1542726"/>
                  <a:pt x="68461" y="1525957"/>
                </a:cubicBezTo>
                <a:cubicBezTo>
                  <a:pt x="68461" y="1509187"/>
                  <a:pt x="82054" y="1495593"/>
                  <a:pt x="98825" y="1495593"/>
                </a:cubicBezTo>
                <a:close/>
                <a:moveTo>
                  <a:pt x="26270" y="1495593"/>
                </a:moveTo>
                <a:cubicBezTo>
                  <a:pt x="43038" y="1495593"/>
                  <a:pt x="56632" y="1509187"/>
                  <a:pt x="56632" y="1525957"/>
                </a:cubicBezTo>
                <a:cubicBezTo>
                  <a:pt x="56632" y="1542726"/>
                  <a:pt x="43038" y="1556320"/>
                  <a:pt x="26270" y="1556320"/>
                </a:cubicBezTo>
                <a:cubicBezTo>
                  <a:pt x="17886" y="1556320"/>
                  <a:pt x="10295" y="1552922"/>
                  <a:pt x="4801" y="1547427"/>
                </a:cubicBezTo>
                <a:lnTo>
                  <a:pt x="0" y="1535836"/>
                </a:lnTo>
                <a:lnTo>
                  <a:pt x="0" y="1516078"/>
                </a:lnTo>
                <a:lnTo>
                  <a:pt x="4801" y="1504486"/>
                </a:lnTo>
                <a:cubicBezTo>
                  <a:pt x="10295" y="1498992"/>
                  <a:pt x="17886" y="1495593"/>
                  <a:pt x="26270" y="1495593"/>
                </a:cubicBezTo>
                <a:close/>
                <a:moveTo>
                  <a:pt x="1259656" y="1415141"/>
                </a:moveTo>
                <a:cubicBezTo>
                  <a:pt x="1268041" y="1415141"/>
                  <a:pt x="1275632" y="1418540"/>
                  <a:pt x="1281127" y="1424035"/>
                </a:cubicBezTo>
                <a:lnTo>
                  <a:pt x="1285044" y="1433492"/>
                </a:lnTo>
                <a:lnTo>
                  <a:pt x="1248565" y="1473629"/>
                </a:lnTo>
                <a:lnTo>
                  <a:pt x="1247837" y="1473482"/>
                </a:lnTo>
                <a:cubicBezTo>
                  <a:pt x="1236940" y="1468873"/>
                  <a:pt x="1229293" y="1458082"/>
                  <a:pt x="1229293" y="1445505"/>
                </a:cubicBezTo>
                <a:cubicBezTo>
                  <a:pt x="1229293" y="1428735"/>
                  <a:pt x="1242887" y="1415141"/>
                  <a:pt x="1259656" y="1415141"/>
                </a:cubicBezTo>
                <a:close/>
                <a:moveTo>
                  <a:pt x="1187102" y="1415141"/>
                </a:moveTo>
                <a:cubicBezTo>
                  <a:pt x="1203871" y="1415141"/>
                  <a:pt x="1217465" y="1428735"/>
                  <a:pt x="1217465" y="1445505"/>
                </a:cubicBezTo>
                <a:cubicBezTo>
                  <a:pt x="1217465" y="1462274"/>
                  <a:pt x="1203871" y="1475868"/>
                  <a:pt x="1187102" y="1475868"/>
                </a:cubicBezTo>
                <a:cubicBezTo>
                  <a:pt x="1170332" y="1475868"/>
                  <a:pt x="1156738" y="1462274"/>
                  <a:pt x="1156738" y="1445505"/>
                </a:cubicBezTo>
                <a:cubicBezTo>
                  <a:pt x="1156738" y="1428735"/>
                  <a:pt x="1170332" y="1415141"/>
                  <a:pt x="1187102" y="1415141"/>
                </a:cubicBezTo>
                <a:close/>
                <a:moveTo>
                  <a:pt x="1114547" y="1415141"/>
                </a:moveTo>
                <a:cubicBezTo>
                  <a:pt x="1131317" y="1415141"/>
                  <a:pt x="1144911" y="1428735"/>
                  <a:pt x="1144911" y="1445505"/>
                </a:cubicBezTo>
                <a:cubicBezTo>
                  <a:pt x="1144911" y="1462274"/>
                  <a:pt x="1131317" y="1475868"/>
                  <a:pt x="1114547" y="1475868"/>
                </a:cubicBezTo>
                <a:cubicBezTo>
                  <a:pt x="1097778" y="1475868"/>
                  <a:pt x="1084184" y="1462274"/>
                  <a:pt x="1084184" y="1445505"/>
                </a:cubicBezTo>
                <a:cubicBezTo>
                  <a:pt x="1084184" y="1428735"/>
                  <a:pt x="1097778" y="1415141"/>
                  <a:pt x="1114547" y="1415141"/>
                </a:cubicBezTo>
                <a:close/>
                <a:moveTo>
                  <a:pt x="1041993" y="1415141"/>
                </a:moveTo>
                <a:cubicBezTo>
                  <a:pt x="1058762" y="1415141"/>
                  <a:pt x="1072356" y="1428735"/>
                  <a:pt x="1072356" y="1445505"/>
                </a:cubicBezTo>
                <a:cubicBezTo>
                  <a:pt x="1072356" y="1462274"/>
                  <a:pt x="1058762" y="1475868"/>
                  <a:pt x="1041993" y="1475868"/>
                </a:cubicBezTo>
                <a:cubicBezTo>
                  <a:pt x="1025223" y="1475868"/>
                  <a:pt x="1011629" y="1462274"/>
                  <a:pt x="1011629" y="1445505"/>
                </a:cubicBezTo>
                <a:cubicBezTo>
                  <a:pt x="1011629" y="1428735"/>
                  <a:pt x="1025223" y="1415141"/>
                  <a:pt x="1041993" y="1415141"/>
                </a:cubicBezTo>
                <a:close/>
                <a:moveTo>
                  <a:pt x="969438" y="1415141"/>
                </a:moveTo>
                <a:cubicBezTo>
                  <a:pt x="986208" y="1415141"/>
                  <a:pt x="999801" y="1428735"/>
                  <a:pt x="999801" y="1445505"/>
                </a:cubicBezTo>
                <a:cubicBezTo>
                  <a:pt x="999801" y="1462274"/>
                  <a:pt x="986208" y="1475868"/>
                  <a:pt x="969438" y="1475868"/>
                </a:cubicBezTo>
                <a:cubicBezTo>
                  <a:pt x="952669" y="1475868"/>
                  <a:pt x="939075" y="1462274"/>
                  <a:pt x="939075" y="1445505"/>
                </a:cubicBezTo>
                <a:cubicBezTo>
                  <a:pt x="939075" y="1428735"/>
                  <a:pt x="952669" y="1415141"/>
                  <a:pt x="969438" y="1415141"/>
                </a:cubicBezTo>
                <a:close/>
                <a:moveTo>
                  <a:pt x="896883" y="1415141"/>
                </a:moveTo>
                <a:cubicBezTo>
                  <a:pt x="913653" y="1415141"/>
                  <a:pt x="927247" y="1428735"/>
                  <a:pt x="927247" y="1445505"/>
                </a:cubicBezTo>
                <a:cubicBezTo>
                  <a:pt x="927247" y="1462274"/>
                  <a:pt x="913653" y="1475868"/>
                  <a:pt x="896883" y="1475868"/>
                </a:cubicBezTo>
                <a:cubicBezTo>
                  <a:pt x="880114" y="1475868"/>
                  <a:pt x="866520" y="1462274"/>
                  <a:pt x="866520" y="1445505"/>
                </a:cubicBezTo>
                <a:cubicBezTo>
                  <a:pt x="866520" y="1428735"/>
                  <a:pt x="880114" y="1415141"/>
                  <a:pt x="896883" y="1415141"/>
                </a:cubicBezTo>
                <a:close/>
                <a:moveTo>
                  <a:pt x="824329" y="1415141"/>
                </a:moveTo>
                <a:cubicBezTo>
                  <a:pt x="841098" y="1415141"/>
                  <a:pt x="854692" y="1428735"/>
                  <a:pt x="854692" y="1445505"/>
                </a:cubicBezTo>
                <a:cubicBezTo>
                  <a:pt x="854692" y="1462274"/>
                  <a:pt x="841098" y="1475868"/>
                  <a:pt x="824329" y="1475868"/>
                </a:cubicBezTo>
                <a:cubicBezTo>
                  <a:pt x="807559" y="1475868"/>
                  <a:pt x="793965" y="1462274"/>
                  <a:pt x="793965" y="1445505"/>
                </a:cubicBezTo>
                <a:cubicBezTo>
                  <a:pt x="793965" y="1428735"/>
                  <a:pt x="807559" y="1415141"/>
                  <a:pt x="824329" y="1415141"/>
                </a:cubicBezTo>
                <a:close/>
                <a:moveTo>
                  <a:pt x="751774" y="1415141"/>
                </a:moveTo>
                <a:cubicBezTo>
                  <a:pt x="768544" y="1415141"/>
                  <a:pt x="782138" y="1428735"/>
                  <a:pt x="782138" y="1445505"/>
                </a:cubicBezTo>
                <a:cubicBezTo>
                  <a:pt x="782138" y="1462274"/>
                  <a:pt x="768544" y="1475868"/>
                  <a:pt x="751774" y="1475868"/>
                </a:cubicBezTo>
                <a:cubicBezTo>
                  <a:pt x="735005" y="1475868"/>
                  <a:pt x="721411" y="1462274"/>
                  <a:pt x="721411" y="1445505"/>
                </a:cubicBezTo>
                <a:cubicBezTo>
                  <a:pt x="721411" y="1428735"/>
                  <a:pt x="735005" y="1415141"/>
                  <a:pt x="751774" y="1415141"/>
                </a:cubicBezTo>
                <a:close/>
                <a:moveTo>
                  <a:pt x="679220" y="1415141"/>
                </a:moveTo>
                <a:cubicBezTo>
                  <a:pt x="695989" y="1415141"/>
                  <a:pt x="709583" y="1428735"/>
                  <a:pt x="709583" y="1445505"/>
                </a:cubicBezTo>
                <a:cubicBezTo>
                  <a:pt x="709583" y="1462274"/>
                  <a:pt x="695989" y="1475868"/>
                  <a:pt x="679220" y="1475868"/>
                </a:cubicBezTo>
                <a:cubicBezTo>
                  <a:pt x="662450" y="1475868"/>
                  <a:pt x="648856" y="1462274"/>
                  <a:pt x="648856" y="1445505"/>
                </a:cubicBezTo>
                <a:cubicBezTo>
                  <a:pt x="648856" y="1428735"/>
                  <a:pt x="662450" y="1415141"/>
                  <a:pt x="679220" y="1415141"/>
                </a:cubicBezTo>
                <a:close/>
                <a:moveTo>
                  <a:pt x="606665" y="1415141"/>
                </a:moveTo>
                <a:cubicBezTo>
                  <a:pt x="623435" y="1415141"/>
                  <a:pt x="637029" y="1428735"/>
                  <a:pt x="637029" y="1445505"/>
                </a:cubicBezTo>
                <a:cubicBezTo>
                  <a:pt x="637029" y="1462274"/>
                  <a:pt x="623435" y="1475868"/>
                  <a:pt x="606665" y="1475868"/>
                </a:cubicBezTo>
                <a:cubicBezTo>
                  <a:pt x="589896" y="1475868"/>
                  <a:pt x="576302" y="1462274"/>
                  <a:pt x="576302" y="1445505"/>
                </a:cubicBezTo>
                <a:cubicBezTo>
                  <a:pt x="576302" y="1428735"/>
                  <a:pt x="589896" y="1415141"/>
                  <a:pt x="606665" y="1415141"/>
                </a:cubicBezTo>
                <a:close/>
                <a:moveTo>
                  <a:pt x="534111" y="1415141"/>
                </a:moveTo>
                <a:cubicBezTo>
                  <a:pt x="550880" y="1415141"/>
                  <a:pt x="564474" y="1428735"/>
                  <a:pt x="564474" y="1445505"/>
                </a:cubicBezTo>
                <a:cubicBezTo>
                  <a:pt x="564474" y="1462274"/>
                  <a:pt x="550880" y="1475868"/>
                  <a:pt x="534111" y="1475868"/>
                </a:cubicBezTo>
                <a:cubicBezTo>
                  <a:pt x="517341" y="1475868"/>
                  <a:pt x="503747" y="1462274"/>
                  <a:pt x="503747" y="1445505"/>
                </a:cubicBezTo>
                <a:cubicBezTo>
                  <a:pt x="503747" y="1428735"/>
                  <a:pt x="517341" y="1415141"/>
                  <a:pt x="534111" y="1415141"/>
                </a:cubicBezTo>
                <a:close/>
                <a:moveTo>
                  <a:pt x="461556" y="1415141"/>
                </a:moveTo>
                <a:cubicBezTo>
                  <a:pt x="478326" y="1415141"/>
                  <a:pt x="491920" y="1428735"/>
                  <a:pt x="491920" y="1445505"/>
                </a:cubicBezTo>
                <a:cubicBezTo>
                  <a:pt x="491920" y="1462274"/>
                  <a:pt x="478326" y="1475868"/>
                  <a:pt x="461556" y="1475868"/>
                </a:cubicBezTo>
                <a:cubicBezTo>
                  <a:pt x="444787" y="1475868"/>
                  <a:pt x="431192" y="1462274"/>
                  <a:pt x="431192" y="1445505"/>
                </a:cubicBezTo>
                <a:cubicBezTo>
                  <a:pt x="431192" y="1428735"/>
                  <a:pt x="444787" y="1415141"/>
                  <a:pt x="461556" y="1415141"/>
                </a:cubicBezTo>
                <a:close/>
                <a:moveTo>
                  <a:pt x="389002" y="1415141"/>
                </a:moveTo>
                <a:cubicBezTo>
                  <a:pt x="405771" y="1415141"/>
                  <a:pt x="419365" y="1428735"/>
                  <a:pt x="419365" y="1445505"/>
                </a:cubicBezTo>
                <a:cubicBezTo>
                  <a:pt x="419365" y="1462274"/>
                  <a:pt x="405771" y="1475868"/>
                  <a:pt x="389002" y="1475868"/>
                </a:cubicBezTo>
                <a:cubicBezTo>
                  <a:pt x="372232" y="1475868"/>
                  <a:pt x="358638" y="1462274"/>
                  <a:pt x="358638" y="1445505"/>
                </a:cubicBezTo>
                <a:cubicBezTo>
                  <a:pt x="358638" y="1428735"/>
                  <a:pt x="372232" y="1415141"/>
                  <a:pt x="389002" y="1415141"/>
                </a:cubicBezTo>
                <a:close/>
                <a:moveTo>
                  <a:pt x="316447" y="1415141"/>
                </a:moveTo>
                <a:cubicBezTo>
                  <a:pt x="333216" y="1415141"/>
                  <a:pt x="346810" y="1428735"/>
                  <a:pt x="346810" y="1445505"/>
                </a:cubicBezTo>
                <a:cubicBezTo>
                  <a:pt x="346810" y="1462274"/>
                  <a:pt x="333216" y="1475868"/>
                  <a:pt x="316447" y="1475868"/>
                </a:cubicBezTo>
                <a:cubicBezTo>
                  <a:pt x="299677" y="1475868"/>
                  <a:pt x="286084" y="1462274"/>
                  <a:pt x="286084" y="1445505"/>
                </a:cubicBezTo>
                <a:cubicBezTo>
                  <a:pt x="286084" y="1428735"/>
                  <a:pt x="299677" y="1415141"/>
                  <a:pt x="316447" y="1415141"/>
                </a:cubicBezTo>
                <a:close/>
                <a:moveTo>
                  <a:pt x="243892" y="1415141"/>
                </a:moveTo>
                <a:cubicBezTo>
                  <a:pt x="260662" y="1415141"/>
                  <a:pt x="274256" y="1428735"/>
                  <a:pt x="274256" y="1445505"/>
                </a:cubicBezTo>
                <a:cubicBezTo>
                  <a:pt x="274256" y="1462274"/>
                  <a:pt x="260662" y="1475868"/>
                  <a:pt x="243892" y="1475868"/>
                </a:cubicBezTo>
                <a:cubicBezTo>
                  <a:pt x="227123" y="1475868"/>
                  <a:pt x="213529" y="1462274"/>
                  <a:pt x="213529" y="1445505"/>
                </a:cubicBezTo>
                <a:cubicBezTo>
                  <a:pt x="213529" y="1428735"/>
                  <a:pt x="227123" y="1415141"/>
                  <a:pt x="243892" y="1415141"/>
                </a:cubicBezTo>
                <a:close/>
                <a:moveTo>
                  <a:pt x="171339" y="1415141"/>
                </a:moveTo>
                <a:cubicBezTo>
                  <a:pt x="188107" y="1415141"/>
                  <a:pt x="201701" y="1428735"/>
                  <a:pt x="201701" y="1445505"/>
                </a:cubicBezTo>
                <a:cubicBezTo>
                  <a:pt x="201701" y="1462274"/>
                  <a:pt x="188107" y="1475868"/>
                  <a:pt x="171339" y="1475868"/>
                </a:cubicBezTo>
                <a:cubicBezTo>
                  <a:pt x="154611" y="1475868"/>
                  <a:pt x="141018" y="1462274"/>
                  <a:pt x="141018" y="1445505"/>
                </a:cubicBezTo>
                <a:cubicBezTo>
                  <a:pt x="141018" y="1428735"/>
                  <a:pt x="154611" y="1415141"/>
                  <a:pt x="171339" y="1415141"/>
                </a:cubicBezTo>
                <a:close/>
                <a:moveTo>
                  <a:pt x="98831" y="1415141"/>
                </a:moveTo>
                <a:cubicBezTo>
                  <a:pt x="115598" y="1415141"/>
                  <a:pt x="129192" y="1428735"/>
                  <a:pt x="129192" y="1445505"/>
                </a:cubicBezTo>
                <a:cubicBezTo>
                  <a:pt x="129192" y="1462274"/>
                  <a:pt x="115598" y="1475868"/>
                  <a:pt x="98831" y="1475868"/>
                </a:cubicBezTo>
                <a:cubicBezTo>
                  <a:pt x="82060" y="1475868"/>
                  <a:pt x="68467" y="1462274"/>
                  <a:pt x="68467" y="1445505"/>
                </a:cubicBezTo>
                <a:cubicBezTo>
                  <a:pt x="68467" y="1428735"/>
                  <a:pt x="82060" y="1415141"/>
                  <a:pt x="98831" y="1415141"/>
                </a:cubicBezTo>
                <a:close/>
                <a:moveTo>
                  <a:pt x="26277" y="1415141"/>
                </a:moveTo>
                <a:cubicBezTo>
                  <a:pt x="43044" y="1415141"/>
                  <a:pt x="56638" y="1428735"/>
                  <a:pt x="56638" y="1445505"/>
                </a:cubicBezTo>
                <a:cubicBezTo>
                  <a:pt x="56638" y="1462274"/>
                  <a:pt x="43044" y="1475868"/>
                  <a:pt x="26277" y="1475868"/>
                </a:cubicBezTo>
                <a:cubicBezTo>
                  <a:pt x="17892" y="1475868"/>
                  <a:pt x="10301" y="1472470"/>
                  <a:pt x="4807" y="1466975"/>
                </a:cubicBezTo>
                <a:lnTo>
                  <a:pt x="0" y="1455370"/>
                </a:lnTo>
                <a:lnTo>
                  <a:pt x="0" y="1435640"/>
                </a:lnTo>
                <a:lnTo>
                  <a:pt x="4807" y="1424034"/>
                </a:lnTo>
                <a:cubicBezTo>
                  <a:pt x="10301" y="1418540"/>
                  <a:pt x="17892" y="1415141"/>
                  <a:pt x="26277" y="1415141"/>
                </a:cubicBezTo>
                <a:close/>
                <a:moveTo>
                  <a:pt x="1332211" y="1334690"/>
                </a:moveTo>
                <a:cubicBezTo>
                  <a:pt x="1340596" y="1334690"/>
                  <a:pt x="1348186" y="1338088"/>
                  <a:pt x="1353681" y="1343583"/>
                </a:cubicBezTo>
                <a:lnTo>
                  <a:pt x="1356143" y="1349526"/>
                </a:lnTo>
                <a:lnTo>
                  <a:pt x="1331934" y="1381900"/>
                </a:lnTo>
                <a:lnTo>
                  <a:pt x="1321597" y="1393274"/>
                </a:lnTo>
                <a:lnTo>
                  <a:pt x="1320392" y="1393030"/>
                </a:lnTo>
                <a:cubicBezTo>
                  <a:pt x="1309494" y="1388421"/>
                  <a:pt x="1301847" y="1377631"/>
                  <a:pt x="1301847" y="1365053"/>
                </a:cubicBezTo>
                <a:cubicBezTo>
                  <a:pt x="1301847" y="1348284"/>
                  <a:pt x="1315441" y="1334690"/>
                  <a:pt x="1332211" y="1334690"/>
                </a:cubicBezTo>
                <a:close/>
                <a:moveTo>
                  <a:pt x="1259656" y="1334690"/>
                </a:moveTo>
                <a:cubicBezTo>
                  <a:pt x="1276426" y="1334690"/>
                  <a:pt x="1290020" y="1348284"/>
                  <a:pt x="1290020" y="1365053"/>
                </a:cubicBezTo>
                <a:cubicBezTo>
                  <a:pt x="1290020" y="1381823"/>
                  <a:pt x="1276426" y="1395417"/>
                  <a:pt x="1259656" y="1395417"/>
                </a:cubicBezTo>
                <a:cubicBezTo>
                  <a:pt x="1242887" y="1395417"/>
                  <a:pt x="1229293" y="1381823"/>
                  <a:pt x="1229293" y="1365053"/>
                </a:cubicBezTo>
                <a:cubicBezTo>
                  <a:pt x="1229293" y="1348284"/>
                  <a:pt x="1242887" y="1334690"/>
                  <a:pt x="1259656" y="1334690"/>
                </a:cubicBezTo>
                <a:close/>
                <a:moveTo>
                  <a:pt x="1187102" y="1334690"/>
                </a:moveTo>
                <a:cubicBezTo>
                  <a:pt x="1203871" y="1334690"/>
                  <a:pt x="1217465" y="1348284"/>
                  <a:pt x="1217465" y="1365053"/>
                </a:cubicBezTo>
                <a:cubicBezTo>
                  <a:pt x="1217465" y="1381823"/>
                  <a:pt x="1203871" y="1395417"/>
                  <a:pt x="1187102" y="1395417"/>
                </a:cubicBezTo>
                <a:cubicBezTo>
                  <a:pt x="1170332" y="1395417"/>
                  <a:pt x="1156738" y="1381823"/>
                  <a:pt x="1156738" y="1365053"/>
                </a:cubicBezTo>
                <a:cubicBezTo>
                  <a:pt x="1156738" y="1348284"/>
                  <a:pt x="1170332" y="1334690"/>
                  <a:pt x="1187102" y="1334690"/>
                </a:cubicBezTo>
                <a:close/>
                <a:moveTo>
                  <a:pt x="1114547" y="1334690"/>
                </a:moveTo>
                <a:cubicBezTo>
                  <a:pt x="1131317" y="1334690"/>
                  <a:pt x="1144911" y="1348284"/>
                  <a:pt x="1144911" y="1365053"/>
                </a:cubicBezTo>
                <a:cubicBezTo>
                  <a:pt x="1144911" y="1381823"/>
                  <a:pt x="1131317" y="1395417"/>
                  <a:pt x="1114547" y="1395417"/>
                </a:cubicBezTo>
                <a:cubicBezTo>
                  <a:pt x="1097778" y="1395417"/>
                  <a:pt x="1084184" y="1381823"/>
                  <a:pt x="1084184" y="1365053"/>
                </a:cubicBezTo>
                <a:cubicBezTo>
                  <a:pt x="1084184" y="1348284"/>
                  <a:pt x="1097778" y="1334690"/>
                  <a:pt x="1114547" y="1334690"/>
                </a:cubicBezTo>
                <a:close/>
                <a:moveTo>
                  <a:pt x="1041993" y="1334690"/>
                </a:moveTo>
                <a:cubicBezTo>
                  <a:pt x="1058762" y="1334690"/>
                  <a:pt x="1072356" y="1348284"/>
                  <a:pt x="1072356" y="1365053"/>
                </a:cubicBezTo>
                <a:cubicBezTo>
                  <a:pt x="1072356" y="1381823"/>
                  <a:pt x="1058762" y="1395417"/>
                  <a:pt x="1041993" y="1395417"/>
                </a:cubicBezTo>
                <a:cubicBezTo>
                  <a:pt x="1025223" y="1395417"/>
                  <a:pt x="1011629" y="1381823"/>
                  <a:pt x="1011629" y="1365053"/>
                </a:cubicBezTo>
                <a:cubicBezTo>
                  <a:pt x="1011629" y="1348284"/>
                  <a:pt x="1025223" y="1334690"/>
                  <a:pt x="1041993" y="1334690"/>
                </a:cubicBezTo>
                <a:close/>
                <a:moveTo>
                  <a:pt x="969438" y="1334690"/>
                </a:moveTo>
                <a:cubicBezTo>
                  <a:pt x="986208" y="1334690"/>
                  <a:pt x="999801" y="1348284"/>
                  <a:pt x="999801" y="1365053"/>
                </a:cubicBezTo>
                <a:cubicBezTo>
                  <a:pt x="999801" y="1381823"/>
                  <a:pt x="986208" y="1395417"/>
                  <a:pt x="969438" y="1395417"/>
                </a:cubicBezTo>
                <a:cubicBezTo>
                  <a:pt x="952669" y="1395417"/>
                  <a:pt x="939075" y="1381823"/>
                  <a:pt x="939075" y="1365053"/>
                </a:cubicBezTo>
                <a:cubicBezTo>
                  <a:pt x="939075" y="1348284"/>
                  <a:pt x="952669" y="1334690"/>
                  <a:pt x="969438" y="1334690"/>
                </a:cubicBezTo>
                <a:close/>
                <a:moveTo>
                  <a:pt x="896883" y="1334690"/>
                </a:moveTo>
                <a:cubicBezTo>
                  <a:pt x="913653" y="1334690"/>
                  <a:pt x="927247" y="1348284"/>
                  <a:pt x="927247" y="1365053"/>
                </a:cubicBezTo>
                <a:cubicBezTo>
                  <a:pt x="927247" y="1381823"/>
                  <a:pt x="913653" y="1395417"/>
                  <a:pt x="896883" y="1395417"/>
                </a:cubicBezTo>
                <a:cubicBezTo>
                  <a:pt x="880114" y="1395417"/>
                  <a:pt x="866520" y="1381823"/>
                  <a:pt x="866520" y="1365053"/>
                </a:cubicBezTo>
                <a:cubicBezTo>
                  <a:pt x="866520" y="1348284"/>
                  <a:pt x="880114" y="1334690"/>
                  <a:pt x="896883" y="1334690"/>
                </a:cubicBezTo>
                <a:close/>
                <a:moveTo>
                  <a:pt x="824329" y="1334690"/>
                </a:moveTo>
                <a:cubicBezTo>
                  <a:pt x="841098" y="1334690"/>
                  <a:pt x="854692" y="1348284"/>
                  <a:pt x="854692" y="1365053"/>
                </a:cubicBezTo>
                <a:cubicBezTo>
                  <a:pt x="854692" y="1381823"/>
                  <a:pt x="841098" y="1395417"/>
                  <a:pt x="824329" y="1395417"/>
                </a:cubicBezTo>
                <a:cubicBezTo>
                  <a:pt x="807559" y="1395417"/>
                  <a:pt x="793965" y="1381823"/>
                  <a:pt x="793965" y="1365053"/>
                </a:cubicBezTo>
                <a:cubicBezTo>
                  <a:pt x="793965" y="1348284"/>
                  <a:pt x="807559" y="1334690"/>
                  <a:pt x="824329" y="1334690"/>
                </a:cubicBezTo>
                <a:close/>
                <a:moveTo>
                  <a:pt x="751774" y="1334690"/>
                </a:moveTo>
                <a:cubicBezTo>
                  <a:pt x="768544" y="1334690"/>
                  <a:pt x="782138" y="1348284"/>
                  <a:pt x="782138" y="1365053"/>
                </a:cubicBezTo>
                <a:cubicBezTo>
                  <a:pt x="782138" y="1381823"/>
                  <a:pt x="768544" y="1395417"/>
                  <a:pt x="751774" y="1395417"/>
                </a:cubicBezTo>
                <a:cubicBezTo>
                  <a:pt x="735005" y="1395417"/>
                  <a:pt x="721411" y="1381823"/>
                  <a:pt x="721411" y="1365053"/>
                </a:cubicBezTo>
                <a:cubicBezTo>
                  <a:pt x="721411" y="1348284"/>
                  <a:pt x="735005" y="1334690"/>
                  <a:pt x="751774" y="1334690"/>
                </a:cubicBezTo>
                <a:close/>
                <a:moveTo>
                  <a:pt x="679220" y="1334690"/>
                </a:moveTo>
                <a:cubicBezTo>
                  <a:pt x="695989" y="1334690"/>
                  <a:pt x="709583" y="1348284"/>
                  <a:pt x="709583" y="1365053"/>
                </a:cubicBezTo>
                <a:cubicBezTo>
                  <a:pt x="709583" y="1381823"/>
                  <a:pt x="695989" y="1395417"/>
                  <a:pt x="679220" y="1395417"/>
                </a:cubicBezTo>
                <a:cubicBezTo>
                  <a:pt x="662450" y="1395417"/>
                  <a:pt x="648856" y="1381823"/>
                  <a:pt x="648856" y="1365053"/>
                </a:cubicBezTo>
                <a:cubicBezTo>
                  <a:pt x="648856" y="1348284"/>
                  <a:pt x="662450" y="1334690"/>
                  <a:pt x="679220" y="1334690"/>
                </a:cubicBezTo>
                <a:close/>
                <a:moveTo>
                  <a:pt x="606665" y="1334690"/>
                </a:moveTo>
                <a:cubicBezTo>
                  <a:pt x="623435" y="1334690"/>
                  <a:pt x="637029" y="1348284"/>
                  <a:pt x="637029" y="1365053"/>
                </a:cubicBezTo>
                <a:cubicBezTo>
                  <a:pt x="637029" y="1381823"/>
                  <a:pt x="623435" y="1395417"/>
                  <a:pt x="606665" y="1395417"/>
                </a:cubicBezTo>
                <a:cubicBezTo>
                  <a:pt x="589896" y="1395417"/>
                  <a:pt x="576302" y="1381823"/>
                  <a:pt x="576302" y="1365053"/>
                </a:cubicBezTo>
                <a:cubicBezTo>
                  <a:pt x="576302" y="1348284"/>
                  <a:pt x="589896" y="1334690"/>
                  <a:pt x="606665" y="1334690"/>
                </a:cubicBezTo>
                <a:close/>
                <a:moveTo>
                  <a:pt x="534111" y="1334690"/>
                </a:moveTo>
                <a:cubicBezTo>
                  <a:pt x="550880" y="1334690"/>
                  <a:pt x="564474" y="1348284"/>
                  <a:pt x="564474" y="1365053"/>
                </a:cubicBezTo>
                <a:cubicBezTo>
                  <a:pt x="564474" y="1381823"/>
                  <a:pt x="550880" y="1395417"/>
                  <a:pt x="534111" y="1395417"/>
                </a:cubicBezTo>
                <a:cubicBezTo>
                  <a:pt x="517341" y="1395417"/>
                  <a:pt x="503747" y="1381823"/>
                  <a:pt x="503747" y="1365053"/>
                </a:cubicBezTo>
                <a:cubicBezTo>
                  <a:pt x="503747" y="1348284"/>
                  <a:pt x="517341" y="1334690"/>
                  <a:pt x="534111" y="1334690"/>
                </a:cubicBezTo>
                <a:close/>
                <a:moveTo>
                  <a:pt x="461556" y="1334690"/>
                </a:moveTo>
                <a:cubicBezTo>
                  <a:pt x="478326" y="1334690"/>
                  <a:pt x="491920" y="1348284"/>
                  <a:pt x="491920" y="1365053"/>
                </a:cubicBezTo>
                <a:cubicBezTo>
                  <a:pt x="491920" y="1381823"/>
                  <a:pt x="478326" y="1395417"/>
                  <a:pt x="461556" y="1395417"/>
                </a:cubicBezTo>
                <a:cubicBezTo>
                  <a:pt x="444787" y="1395417"/>
                  <a:pt x="431192" y="1381823"/>
                  <a:pt x="431192" y="1365053"/>
                </a:cubicBezTo>
                <a:cubicBezTo>
                  <a:pt x="431192" y="1348284"/>
                  <a:pt x="444787" y="1334690"/>
                  <a:pt x="461556" y="1334690"/>
                </a:cubicBezTo>
                <a:close/>
                <a:moveTo>
                  <a:pt x="389002" y="1334690"/>
                </a:moveTo>
                <a:cubicBezTo>
                  <a:pt x="405771" y="1334690"/>
                  <a:pt x="419365" y="1348284"/>
                  <a:pt x="419365" y="1365053"/>
                </a:cubicBezTo>
                <a:cubicBezTo>
                  <a:pt x="419365" y="1381823"/>
                  <a:pt x="405771" y="1395417"/>
                  <a:pt x="389002" y="1395417"/>
                </a:cubicBezTo>
                <a:cubicBezTo>
                  <a:pt x="372232" y="1395417"/>
                  <a:pt x="358638" y="1381823"/>
                  <a:pt x="358638" y="1365053"/>
                </a:cubicBezTo>
                <a:cubicBezTo>
                  <a:pt x="358638" y="1348284"/>
                  <a:pt x="372232" y="1334690"/>
                  <a:pt x="389002" y="1334690"/>
                </a:cubicBezTo>
                <a:close/>
                <a:moveTo>
                  <a:pt x="316447" y="1334690"/>
                </a:moveTo>
                <a:cubicBezTo>
                  <a:pt x="333216" y="1334690"/>
                  <a:pt x="346810" y="1348284"/>
                  <a:pt x="346810" y="1365053"/>
                </a:cubicBezTo>
                <a:cubicBezTo>
                  <a:pt x="346810" y="1381823"/>
                  <a:pt x="333216" y="1395417"/>
                  <a:pt x="316447" y="1395417"/>
                </a:cubicBezTo>
                <a:cubicBezTo>
                  <a:pt x="299677" y="1395417"/>
                  <a:pt x="286084" y="1381823"/>
                  <a:pt x="286084" y="1365053"/>
                </a:cubicBezTo>
                <a:cubicBezTo>
                  <a:pt x="286084" y="1348284"/>
                  <a:pt x="299677" y="1334690"/>
                  <a:pt x="316447" y="1334690"/>
                </a:cubicBezTo>
                <a:close/>
                <a:moveTo>
                  <a:pt x="243892" y="1334690"/>
                </a:moveTo>
                <a:cubicBezTo>
                  <a:pt x="260662" y="1334690"/>
                  <a:pt x="274256" y="1348284"/>
                  <a:pt x="274256" y="1365053"/>
                </a:cubicBezTo>
                <a:cubicBezTo>
                  <a:pt x="274256" y="1381823"/>
                  <a:pt x="260662" y="1395417"/>
                  <a:pt x="243892" y="1395417"/>
                </a:cubicBezTo>
                <a:cubicBezTo>
                  <a:pt x="227123" y="1395417"/>
                  <a:pt x="213529" y="1381823"/>
                  <a:pt x="213529" y="1365053"/>
                </a:cubicBezTo>
                <a:cubicBezTo>
                  <a:pt x="213529" y="1348284"/>
                  <a:pt x="227123" y="1334690"/>
                  <a:pt x="243892" y="1334690"/>
                </a:cubicBezTo>
                <a:close/>
                <a:moveTo>
                  <a:pt x="171339" y="1334690"/>
                </a:moveTo>
                <a:cubicBezTo>
                  <a:pt x="188107" y="1334690"/>
                  <a:pt x="201701" y="1348284"/>
                  <a:pt x="201701" y="1365053"/>
                </a:cubicBezTo>
                <a:cubicBezTo>
                  <a:pt x="201701" y="1381823"/>
                  <a:pt x="188107" y="1395417"/>
                  <a:pt x="171339" y="1395417"/>
                </a:cubicBezTo>
                <a:cubicBezTo>
                  <a:pt x="154616" y="1395417"/>
                  <a:pt x="141023" y="1381823"/>
                  <a:pt x="141023" y="1365053"/>
                </a:cubicBezTo>
                <a:cubicBezTo>
                  <a:pt x="141023" y="1348284"/>
                  <a:pt x="154616" y="1334690"/>
                  <a:pt x="171339" y="1334690"/>
                </a:cubicBezTo>
                <a:close/>
                <a:moveTo>
                  <a:pt x="98838" y="1334690"/>
                </a:moveTo>
                <a:cubicBezTo>
                  <a:pt x="115605" y="1334690"/>
                  <a:pt x="129198" y="1348284"/>
                  <a:pt x="129198" y="1365053"/>
                </a:cubicBezTo>
                <a:cubicBezTo>
                  <a:pt x="129198" y="1381823"/>
                  <a:pt x="115605" y="1395417"/>
                  <a:pt x="98838" y="1395417"/>
                </a:cubicBezTo>
                <a:cubicBezTo>
                  <a:pt x="82067" y="1395417"/>
                  <a:pt x="68474" y="1381823"/>
                  <a:pt x="68474" y="1365053"/>
                </a:cubicBezTo>
                <a:cubicBezTo>
                  <a:pt x="68474" y="1348284"/>
                  <a:pt x="82067" y="1334690"/>
                  <a:pt x="98838" y="1334690"/>
                </a:cubicBezTo>
                <a:close/>
                <a:moveTo>
                  <a:pt x="26283" y="1334690"/>
                </a:moveTo>
                <a:cubicBezTo>
                  <a:pt x="43051" y="1334690"/>
                  <a:pt x="56645" y="1348284"/>
                  <a:pt x="56645" y="1365053"/>
                </a:cubicBezTo>
                <a:cubicBezTo>
                  <a:pt x="56645" y="1381823"/>
                  <a:pt x="43051" y="1395417"/>
                  <a:pt x="26283" y="1395417"/>
                </a:cubicBezTo>
                <a:cubicBezTo>
                  <a:pt x="17898" y="1395417"/>
                  <a:pt x="10308" y="1392019"/>
                  <a:pt x="4813" y="1386524"/>
                </a:cubicBezTo>
                <a:lnTo>
                  <a:pt x="0" y="1374903"/>
                </a:lnTo>
                <a:lnTo>
                  <a:pt x="0" y="1355203"/>
                </a:lnTo>
                <a:lnTo>
                  <a:pt x="4813" y="1343583"/>
                </a:lnTo>
                <a:cubicBezTo>
                  <a:pt x="10308" y="1338089"/>
                  <a:pt x="17898" y="1334690"/>
                  <a:pt x="26283" y="1334690"/>
                </a:cubicBezTo>
                <a:close/>
                <a:moveTo>
                  <a:pt x="1404765" y="1254238"/>
                </a:moveTo>
                <a:cubicBezTo>
                  <a:pt x="1408957" y="1254238"/>
                  <a:pt x="1412951" y="1255088"/>
                  <a:pt x="1416584" y="1256624"/>
                </a:cubicBezTo>
                <a:lnTo>
                  <a:pt x="1422045" y="1260306"/>
                </a:lnTo>
                <a:lnTo>
                  <a:pt x="1418517" y="1266114"/>
                </a:lnTo>
                <a:lnTo>
                  <a:pt x="1386846" y="1308466"/>
                </a:lnTo>
                <a:lnTo>
                  <a:pt x="1383295" y="1306072"/>
                </a:lnTo>
                <a:cubicBezTo>
                  <a:pt x="1377800" y="1300577"/>
                  <a:pt x="1374402" y="1292986"/>
                  <a:pt x="1374402" y="1284602"/>
                </a:cubicBezTo>
                <a:cubicBezTo>
                  <a:pt x="1374402" y="1267832"/>
                  <a:pt x="1387996" y="1254238"/>
                  <a:pt x="1404765" y="1254238"/>
                </a:cubicBezTo>
                <a:close/>
                <a:moveTo>
                  <a:pt x="1332211" y="1254238"/>
                </a:moveTo>
                <a:cubicBezTo>
                  <a:pt x="1348980" y="1254238"/>
                  <a:pt x="1362574" y="1267832"/>
                  <a:pt x="1362574" y="1284602"/>
                </a:cubicBezTo>
                <a:cubicBezTo>
                  <a:pt x="1362574" y="1301371"/>
                  <a:pt x="1348980" y="1314965"/>
                  <a:pt x="1332211" y="1314965"/>
                </a:cubicBezTo>
                <a:cubicBezTo>
                  <a:pt x="1315441" y="1314965"/>
                  <a:pt x="1301847" y="1301371"/>
                  <a:pt x="1301847" y="1284602"/>
                </a:cubicBezTo>
                <a:cubicBezTo>
                  <a:pt x="1301847" y="1267832"/>
                  <a:pt x="1315441" y="1254238"/>
                  <a:pt x="1332211" y="1254238"/>
                </a:cubicBezTo>
                <a:close/>
                <a:moveTo>
                  <a:pt x="1259656" y="1254238"/>
                </a:moveTo>
                <a:cubicBezTo>
                  <a:pt x="1276426" y="1254238"/>
                  <a:pt x="1290020" y="1267832"/>
                  <a:pt x="1290020" y="1284602"/>
                </a:cubicBezTo>
                <a:cubicBezTo>
                  <a:pt x="1290020" y="1301371"/>
                  <a:pt x="1276426" y="1314965"/>
                  <a:pt x="1259656" y="1314965"/>
                </a:cubicBezTo>
                <a:cubicBezTo>
                  <a:pt x="1242887" y="1314965"/>
                  <a:pt x="1229293" y="1301371"/>
                  <a:pt x="1229293" y="1284602"/>
                </a:cubicBezTo>
                <a:cubicBezTo>
                  <a:pt x="1229293" y="1267832"/>
                  <a:pt x="1242887" y="1254238"/>
                  <a:pt x="1259656" y="1254238"/>
                </a:cubicBezTo>
                <a:close/>
                <a:moveTo>
                  <a:pt x="1187102" y="1254238"/>
                </a:moveTo>
                <a:cubicBezTo>
                  <a:pt x="1203871" y="1254238"/>
                  <a:pt x="1217465" y="1267832"/>
                  <a:pt x="1217465" y="1284602"/>
                </a:cubicBezTo>
                <a:cubicBezTo>
                  <a:pt x="1217465" y="1301371"/>
                  <a:pt x="1203871" y="1314965"/>
                  <a:pt x="1187102" y="1314965"/>
                </a:cubicBezTo>
                <a:cubicBezTo>
                  <a:pt x="1170332" y="1314965"/>
                  <a:pt x="1156738" y="1301371"/>
                  <a:pt x="1156738" y="1284602"/>
                </a:cubicBezTo>
                <a:cubicBezTo>
                  <a:pt x="1156738" y="1267832"/>
                  <a:pt x="1170332" y="1254238"/>
                  <a:pt x="1187102" y="1254238"/>
                </a:cubicBezTo>
                <a:close/>
                <a:moveTo>
                  <a:pt x="1114547" y="1254238"/>
                </a:moveTo>
                <a:cubicBezTo>
                  <a:pt x="1131317" y="1254238"/>
                  <a:pt x="1144911" y="1267832"/>
                  <a:pt x="1144911" y="1284602"/>
                </a:cubicBezTo>
                <a:cubicBezTo>
                  <a:pt x="1144911" y="1301371"/>
                  <a:pt x="1131317" y="1314965"/>
                  <a:pt x="1114547" y="1314965"/>
                </a:cubicBezTo>
                <a:cubicBezTo>
                  <a:pt x="1097778" y="1314965"/>
                  <a:pt x="1084184" y="1301371"/>
                  <a:pt x="1084184" y="1284602"/>
                </a:cubicBezTo>
                <a:cubicBezTo>
                  <a:pt x="1084184" y="1267832"/>
                  <a:pt x="1097778" y="1254238"/>
                  <a:pt x="1114547" y="1254238"/>
                </a:cubicBezTo>
                <a:close/>
                <a:moveTo>
                  <a:pt x="1041993" y="1254238"/>
                </a:moveTo>
                <a:cubicBezTo>
                  <a:pt x="1058762" y="1254238"/>
                  <a:pt x="1072356" y="1267832"/>
                  <a:pt x="1072356" y="1284602"/>
                </a:cubicBezTo>
                <a:cubicBezTo>
                  <a:pt x="1072356" y="1301371"/>
                  <a:pt x="1058762" y="1314965"/>
                  <a:pt x="1041993" y="1314965"/>
                </a:cubicBezTo>
                <a:cubicBezTo>
                  <a:pt x="1025223" y="1314965"/>
                  <a:pt x="1011629" y="1301371"/>
                  <a:pt x="1011629" y="1284602"/>
                </a:cubicBezTo>
                <a:cubicBezTo>
                  <a:pt x="1011629" y="1267832"/>
                  <a:pt x="1025223" y="1254238"/>
                  <a:pt x="1041993" y="1254238"/>
                </a:cubicBezTo>
                <a:close/>
                <a:moveTo>
                  <a:pt x="969438" y="1254238"/>
                </a:moveTo>
                <a:cubicBezTo>
                  <a:pt x="986208" y="1254238"/>
                  <a:pt x="999801" y="1267832"/>
                  <a:pt x="999801" y="1284602"/>
                </a:cubicBezTo>
                <a:cubicBezTo>
                  <a:pt x="999801" y="1301371"/>
                  <a:pt x="986208" y="1314965"/>
                  <a:pt x="969438" y="1314965"/>
                </a:cubicBezTo>
                <a:cubicBezTo>
                  <a:pt x="952669" y="1314965"/>
                  <a:pt x="939075" y="1301371"/>
                  <a:pt x="939075" y="1284602"/>
                </a:cubicBezTo>
                <a:cubicBezTo>
                  <a:pt x="939075" y="1267832"/>
                  <a:pt x="952669" y="1254238"/>
                  <a:pt x="969438" y="1254238"/>
                </a:cubicBezTo>
                <a:close/>
                <a:moveTo>
                  <a:pt x="896883" y="1254238"/>
                </a:moveTo>
                <a:cubicBezTo>
                  <a:pt x="913653" y="1254238"/>
                  <a:pt x="927247" y="1267832"/>
                  <a:pt x="927247" y="1284602"/>
                </a:cubicBezTo>
                <a:cubicBezTo>
                  <a:pt x="927247" y="1301371"/>
                  <a:pt x="913653" y="1314965"/>
                  <a:pt x="896883" y="1314965"/>
                </a:cubicBezTo>
                <a:cubicBezTo>
                  <a:pt x="880114" y="1314965"/>
                  <a:pt x="866520" y="1301371"/>
                  <a:pt x="866520" y="1284602"/>
                </a:cubicBezTo>
                <a:cubicBezTo>
                  <a:pt x="866520" y="1267832"/>
                  <a:pt x="880114" y="1254238"/>
                  <a:pt x="896883" y="1254238"/>
                </a:cubicBezTo>
                <a:close/>
                <a:moveTo>
                  <a:pt x="824329" y="1254238"/>
                </a:moveTo>
                <a:cubicBezTo>
                  <a:pt x="841098" y="1254238"/>
                  <a:pt x="854692" y="1267832"/>
                  <a:pt x="854692" y="1284602"/>
                </a:cubicBezTo>
                <a:cubicBezTo>
                  <a:pt x="854692" y="1301371"/>
                  <a:pt x="841098" y="1314965"/>
                  <a:pt x="824329" y="1314965"/>
                </a:cubicBezTo>
                <a:cubicBezTo>
                  <a:pt x="807559" y="1314965"/>
                  <a:pt x="793965" y="1301371"/>
                  <a:pt x="793965" y="1284602"/>
                </a:cubicBezTo>
                <a:cubicBezTo>
                  <a:pt x="793965" y="1267832"/>
                  <a:pt x="807559" y="1254238"/>
                  <a:pt x="824329" y="1254238"/>
                </a:cubicBezTo>
                <a:close/>
                <a:moveTo>
                  <a:pt x="751774" y="1254238"/>
                </a:moveTo>
                <a:cubicBezTo>
                  <a:pt x="768544" y="1254238"/>
                  <a:pt x="782138" y="1267832"/>
                  <a:pt x="782138" y="1284602"/>
                </a:cubicBezTo>
                <a:cubicBezTo>
                  <a:pt x="782138" y="1301371"/>
                  <a:pt x="768544" y="1314965"/>
                  <a:pt x="751774" y="1314965"/>
                </a:cubicBezTo>
                <a:cubicBezTo>
                  <a:pt x="735005" y="1314965"/>
                  <a:pt x="721411" y="1301371"/>
                  <a:pt x="721411" y="1284602"/>
                </a:cubicBezTo>
                <a:cubicBezTo>
                  <a:pt x="721411" y="1267832"/>
                  <a:pt x="735005" y="1254238"/>
                  <a:pt x="751774" y="1254238"/>
                </a:cubicBezTo>
                <a:close/>
                <a:moveTo>
                  <a:pt x="679220" y="1254238"/>
                </a:moveTo>
                <a:cubicBezTo>
                  <a:pt x="695989" y="1254238"/>
                  <a:pt x="709583" y="1267832"/>
                  <a:pt x="709583" y="1284602"/>
                </a:cubicBezTo>
                <a:cubicBezTo>
                  <a:pt x="709583" y="1301371"/>
                  <a:pt x="695989" y="1314965"/>
                  <a:pt x="679220" y="1314965"/>
                </a:cubicBezTo>
                <a:cubicBezTo>
                  <a:pt x="662450" y="1314965"/>
                  <a:pt x="648856" y="1301371"/>
                  <a:pt x="648856" y="1284602"/>
                </a:cubicBezTo>
                <a:cubicBezTo>
                  <a:pt x="648856" y="1267832"/>
                  <a:pt x="662450" y="1254238"/>
                  <a:pt x="679220" y="1254238"/>
                </a:cubicBezTo>
                <a:close/>
                <a:moveTo>
                  <a:pt x="606665" y="1254238"/>
                </a:moveTo>
                <a:cubicBezTo>
                  <a:pt x="623435" y="1254238"/>
                  <a:pt x="637029" y="1267832"/>
                  <a:pt x="637029" y="1284602"/>
                </a:cubicBezTo>
                <a:cubicBezTo>
                  <a:pt x="637029" y="1301371"/>
                  <a:pt x="623435" y="1314965"/>
                  <a:pt x="606665" y="1314965"/>
                </a:cubicBezTo>
                <a:cubicBezTo>
                  <a:pt x="589896" y="1314965"/>
                  <a:pt x="576302" y="1301371"/>
                  <a:pt x="576302" y="1284602"/>
                </a:cubicBezTo>
                <a:cubicBezTo>
                  <a:pt x="576302" y="1267832"/>
                  <a:pt x="589896" y="1254238"/>
                  <a:pt x="606665" y="1254238"/>
                </a:cubicBezTo>
                <a:close/>
                <a:moveTo>
                  <a:pt x="534111" y="1254238"/>
                </a:moveTo>
                <a:cubicBezTo>
                  <a:pt x="550880" y="1254238"/>
                  <a:pt x="564474" y="1267832"/>
                  <a:pt x="564474" y="1284602"/>
                </a:cubicBezTo>
                <a:cubicBezTo>
                  <a:pt x="564474" y="1301371"/>
                  <a:pt x="550880" y="1314965"/>
                  <a:pt x="534111" y="1314965"/>
                </a:cubicBezTo>
                <a:cubicBezTo>
                  <a:pt x="517341" y="1314965"/>
                  <a:pt x="503747" y="1301371"/>
                  <a:pt x="503747" y="1284602"/>
                </a:cubicBezTo>
                <a:cubicBezTo>
                  <a:pt x="503747" y="1267832"/>
                  <a:pt x="517341" y="1254238"/>
                  <a:pt x="534111" y="1254238"/>
                </a:cubicBezTo>
                <a:close/>
                <a:moveTo>
                  <a:pt x="461556" y="1254238"/>
                </a:moveTo>
                <a:cubicBezTo>
                  <a:pt x="478326" y="1254238"/>
                  <a:pt x="491920" y="1267832"/>
                  <a:pt x="491920" y="1284602"/>
                </a:cubicBezTo>
                <a:cubicBezTo>
                  <a:pt x="491920" y="1301371"/>
                  <a:pt x="478326" y="1314965"/>
                  <a:pt x="461556" y="1314965"/>
                </a:cubicBezTo>
                <a:cubicBezTo>
                  <a:pt x="444787" y="1314965"/>
                  <a:pt x="431192" y="1301371"/>
                  <a:pt x="431192" y="1284602"/>
                </a:cubicBezTo>
                <a:cubicBezTo>
                  <a:pt x="431192" y="1267832"/>
                  <a:pt x="444787" y="1254238"/>
                  <a:pt x="461556" y="1254238"/>
                </a:cubicBezTo>
                <a:close/>
                <a:moveTo>
                  <a:pt x="389002" y="1254238"/>
                </a:moveTo>
                <a:cubicBezTo>
                  <a:pt x="405771" y="1254238"/>
                  <a:pt x="419365" y="1267832"/>
                  <a:pt x="419365" y="1284602"/>
                </a:cubicBezTo>
                <a:cubicBezTo>
                  <a:pt x="419365" y="1301371"/>
                  <a:pt x="405771" y="1314965"/>
                  <a:pt x="389002" y="1314965"/>
                </a:cubicBezTo>
                <a:cubicBezTo>
                  <a:pt x="372232" y="1314965"/>
                  <a:pt x="358638" y="1301371"/>
                  <a:pt x="358638" y="1284602"/>
                </a:cubicBezTo>
                <a:cubicBezTo>
                  <a:pt x="358638" y="1267832"/>
                  <a:pt x="372232" y="1254238"/>
                  <a:pt x="389002" y="1254238"/>
                </a:cubicBezTo>
                <a:close/>
                <a:moveTo>
                  <a:pt x="316447" y="1254238"/>
                </a:moveTo>
                <a:cubicBezTo>
                  <a:pt x="333216" y="1254238"/>
                  <a:pt x="346810" y="1267832"/>
                  <a:pt x="346810" y="1284602"/>
                </a:cubicBezTo>
                <a:cubicBezTo>
                  <a:pt x="346810" y="1301371"/>
                  <a:pt x="333216" y="1314965"/>
                  <a:pt x="316447" y="1314965"/>
                </a:cubicBezTo>
                <a:cubicBezTo>
                  <a:pt x="299677" y="1314965"/>
                  <a:pt x="286084" y="1301371"/>
                  <a:pt x="286084" y="1284602"/>
                </a:cubicBezTo>
                <a:cubicBezTo>
                  <a:pt x="286084" y="1267832"/>
                  <a:pt x="299677" y="1254238"/>
                  <a:pt x="316447" y="1254238"/>
                </a:cubicBezTo>
                <a:close/>
                <a:moveTo>
                  <a:pt x="243892" y="1254238"/>
                </a:moveTo>
                <a:cubicBezTo>
                  <a:pt x="260662" y="1254238"/>
                  <a:pt x="274256" y="1267832"/>
                  <a:pt x="274256" y="1284602"/>
                </a:cubicBezTo>
                <a:cubicBezTo>
                  <a:pt x="274256" y="1301371"/>
                  <a:pt x="260662" y="1314965"/>
                  <a:pt x="243892" y="1314965"/>
                </a:cubicBezTo>
                <a:cubicBezTo>
                  <a:pt x="227123" y="1314965"/>
                  <a:pt x="213529" y="1301371"/>
                  <a:pt x="213529" y="1284602"/>
                </a:cubicBezTo>
                <a:cubicBezTo>
                  <a:pt x="213529" y="1267832"/>
                  <a:pt x="227123" y="1254238"/>
                  <a:pt x="243892" y="1254238"/>
                </a:cubicBezTo>
                <a:close/>
                <a:moveTo>
                  <a:pt x="171339" y="1254238"/>
                </a:moveTo>
                <a:cubicBezTo>
                  <a:pt x="188107" y="1254238"/>
                  <a:pt x="201701" y="1267832"/>
                  <a:pt x="201701" y="1284602"/>
                </a:cubicBezTo>
                <a:cubicBezTo>
                  <a:pt x="201701" y="1301371"/>
                  <a:pt x="188107" y="1314965"/>
                  <a:pt x="171339" y="1314965"/>
                </a:cubicBezTo>
                <a:cubicBezTo>
                  <a:pt x="154622" y="1314965"/>
                  <a:pt x="141029" y="1301371"/>
                  <a:pt x="141029" y="1284602"/>
                </a:cubicBezTo>
                <a:cubicBezTo>
                  <a:pt x="141029" y="1267832"/>
                  <a:pt x="154622" y="1254238"/>
                  <a:pt x="171339" y="1254238"/>
                </a:cubicBezTo>
                <a:close/>
                <a:moveTo>
                  <a:pt x="98845" y="1254238"/>
                </a:moveTo>
                <a:cubicBezTo>
                  <a:pt x="115610" y="1254238"/>
                  <a:pt x="129204" y="1267832"/>
                  <a:pt x="129204" y="1284602"/>
                </a:cubicBezTo>
                <a:cubicBezTo>
                  <a:pt x="129204" y="1301371"/>
                  <a:pt x="115610" y="1314965"/>
                  <a:pt x="98845" y="1314965"/>
                </a:cubicBezTo>
                <a:cubicBezTo>
                  <a:pt x="82074" y="1314965"/>
                  <a:pt x="68480" y="1301371"/>
                  <a:pt x="68480" y="1284602"/>
                </a:cubicBezTo>
                <a:cubicBezTo>
                  <a:pt x="68480" y="1267832"/>
                  <a:pt x="82074" y="1254238"/>
                  <a:pt x="98845" y="1254238"/>
                </a:cubicBezTo>
                <a:close/>
                <a:moveTo>
                  <a:pt x="26290" y="1254238"/>
                </a:moveTo>
                <a:cubicBezTo>
                  <a:pt x="43057" y="1254238"/>
                  <a:pt x="56651" y="1267832"/>
                  <a:pt x="56651" y="1284602"/>
                </a:cubicBezTo>
                <a:cubicBezTo>
                  <a:pt x="56651" y="1301371"/>
                  <a:pt x="43057" y="1314965"/>
                  <a:pt x="26290" y="1314965"/>
                </a:cubicBezTo>
                <a:cubicBezTo>
                  <a:pt x="17905" y="1314965"/>
                  <a:pt x="10314" y="1311567"/>
                  <a:pt x="4819" y="1306072"/>
                </a:cubicBezTo>
                <a:lnTo>
                  <a:pt x="0" y="1294437"/>
                </a:lnTo>
                <a:lnTo>
                  <a:pt x="0" y="1274766"/>
                </a:lnTo>
                <a:lnTo>
                  <a:pt x="4819" y="1263131"/>
                </a:lnTo>
                <a:cubicBezTo>
                  <a:pt x="10314" y="1257637"/>
                  <a:pt x="17905" y="1254238"/>
                  <a:pt x="26290" y="1254238"/>
                </a:cubicBezTo>
                <a:close/>
                <a:moveTo>
                  <a:pt x="1474228" y="1174410"/>
                </a:moveTo>
                <a:lnTo>
                  <a:pt x="1450688" y="1213159"/>
                </a:lnTo>
                <a:lnTo>
                  <a:pt x="1446956" y="1204150"/>
                </a:lnTo>
                <a:cubicBezTo>
                  <a:pt x="1446956" y="1191573"/>
                  <a:pt x="1454603" y="1180782"/>
                  <a:pt x="1465501" y="1176173"/>
                </a:cubicBezTo>
                <a:close/>
                <a:moveTo>
                  <a:pt x="1404765" y="1173786"/>
                </a:moveTo>
                <a:cubicBezTo>
                  <a:pt x="1421535" y="1173786"/>
                  <a:pt x="1435129" y="1187380"/>
                  <a:pt x="1435129" y="1204150"/>
                </a:cubicBezTo>
                <a:cubicBezTo>
                  <a:pt x="1435129" y="1220919"/>
                  <a:pt x="1421535" y="1234513"/>
                  <a:pt x="1404765" y="1234513"/>
                </a:cubicBezTo>
                <a:cubicBezTo>
                  <a:pt x="1387996" y="1234513"/>
                  <a:pt x="1374402" y="1220919"/>
                  <a:pt x="1374402" y="1204150"/>
                </a:cubicBezTo>
                <a:cubicBezTo>
                  <a:pt x="1374402" y="1187380"/>
                  <a:pt x="1387996" y="1173786"/>
                  <a:pt x="1404765" y="1173786"/>
                </a:cubicBezTo>
                <a:close/>
                <a:moveTo>
                  <a:pt x="1332211" y="1173786"/>
                </a:moveTo>
                <a:cubicBezTo>
                  <a:pt x="1348980" y="1173786"/>
                  <a:pt x="1362574" y="1187380"/>
                  <a:pt x="1362574" y="1204150"/>
                </a:cubicBezTo>
                <a:cubicBezTo>
                  <a:pt x="1362574" y="1220919"/>
                  <a:pt x="1348980" y="1234513"/>
                  <a:pt x="1332211" y="1234513"/>
                </a:cubicBezTo>
                <a:cubicBezTo>
                  <a:pt x="1315441" y="1234513"/>
                  <a:pt x="1301847" y="1220919"/>
                  <a:pt x="1301847" y="1204150"/>
                </a:cubicBezTo>
                <a:cubicBezTo>
                  <a:pt x="1301847" y="1187380"/>
                  <a:pt x="1315441" y="1173786"/>
                  <a:pt x="1332211" y="1173786"/>
                </a:cubicBezTo>
                <a:close/>
                <a:moveTo>
                  <a:pt x="1259656" y="1173786"/>
                </a:moveTo>
                <a:cubicBezTo>
                  <a:pt x="1276426" y="1173786"/>
                  <a:pt x="1290020" y="1187380"/>
                  <a:pt x="1290020" y="1204150"/>
                </a:cubicBezTo>
                <a:cubicBezTo>
                  <a:pt x="1290020" y="1220919"/>
                  <a:pt x="1276426" y="1234513"/>
                  <a:pt x="1259656" y="1234513"/>
                </a:cubicBezTo>
                <a:cubicBezTo>
                  <a:pt x="1242887" y="1234513"/>
                  <a:pt x="1229293" y="1220919"/>
                  <a:pt x="1229293" y="1204150"/>
                </a:cubicBezTo>
                <a:cubicBezTo>
                  <a:pt x="1229293" y="1187380"/>
                  <a:pt x="1242887" y="1173786"/>
                  <a:pt x="1259656" y="1173786"/>
                </a:cubicBezTo>
                <a:close/>
                <a:moveTo>
                  <a:pt x="1187102" y="1173786"/>
                </a:moveTo>
                <a:cubicBezTo>
                  <a:pt x="1203871" y="1173786"/>
                  <a:pt x="1217465" y="1187380"/>
                  <a:pt x="1217465" y="1204150"/>
                </a:cubicBezTo>
                <a:cubicBezTo>
                  <a:pt x="1217465" y="1220919"/>
                  <a:pt x="1203871" y="1234513"/>
                  <a:pt x="1187102" y="1234513"/>
                </a:cubicBezTo>
                <a:cubicBezTo>
                  <a:pt x="1170332" y="1234513"/>
                  <a:pt x="1156738" y="1220919"/>
                  <a:pt x="1156738" y="1204150"/>
                </a:cubicBezTo>
                <a:cubicBezTo>
                  <a:pt x="1156738" y="1187380"/>
                  <a:pt x="1170332" y="1173786"/>
                  <a:pt x="1187102" y="1173786"/>
                </a:cubicBezTo>
                <a:close/>
                <a:moveTo>
                  <a:pt x="1114547" y="1173786"/>
                </a:moveTo>
                <a:cubicBezTo>
                  <a:pt x="1131317" y="1173786"/>
                  <a:pt x="1144911" y="1187380"/>
                  <a:pt x="1144911" y="1204150"/>
                </a:cubicBezTo>
                <a:cubicBezTo>
                  <a:pt x="1144911" y="1220919"/>
                  <a:pt x="1131317" y="1234513"/>
                  <a:pt x="1114547" y="1234513"/>
                </a:cubicBezTo>
                <a:cubicBezTo>
                  <a:pt x="1097778" y="1234513"/>
                  <a:pt x="1084184" y="1220919"/>
                  <a:pt x="1084184" y="1204150"/>
                </a:cubicBezTo>
                <a:cubicBezTo>
                  <a:pt x="1084184" y="1187380"/>
                  <a:pt x="1097778" y="1173786"/>
                  <a:pt x="1114547" y="1173786"/>
                </a:cubicBezTo>
                <a:close/>
                <a:moveTo>
                  <a:pt x="1041993" y="1173786"/>
                </a:moveTo>
                <a:cubicBezTo>
                  <a:pt x="1058762" y="1173786"/>
                  <a:pt x="1072356" y="1187380"/>
                  <a:pt x="1072356" y="1204150"/>
                </a:cubicBezTo>
                <a:cubicBezTo>
                  <a:pt x="1072356" y="1220919"/>
                  <a:pt x="1058762" y="1234513"/>
                  <a:pt x="1041993" y="1234513"/>
                </a:cubicBezTo>
                <a:cubicBezTo>
                  <a:pt x="1025223" y="1234513"/>
                  <a:pt x="1011629" y="1220919"/>
                  <a:pt x="1011629" y="1204150"/>
                </a:cubicBezTo>
                <a:cubicBezTo>
                  <a:pt x="1011629" y="1187380"/>
                  <a:pt x="1025223" y="1173786"/>
                  <a:pt x="1041993" y="1173786"/>
                </a:cubicBezTo>
                <a:close/>
                <a:moveTo>
                  <a:pt x="969438" y="1173786"/>
                </a:moveTo>
                <a:cubicBezTo>
                  <a:pt x="986208" y="1173786"/>
                  <a:pt x="999801" y="1187380"/>
                  <a:pt x="999801" y="1204150"/>
                </a:cubicBezTo>
                <a:cubicBezTo>
                  <a:pt x="999801" y="1220919"/>
                  <a:pt x="986208" y="1234513"/>
                  <a:pt x="969438" y="1234513"/>
                </a:cubicBezTo>
                <a:cubicBezTo>
                  <a:pt x="952669" y="1234513"/>
                  <a:pt x="939075" y="1220919"/>
                  <a:pt x="939075" y="1204150"/>
                </a:cubicBezTo>
                <a:cubicBezTo>
                  <a:pt x="939075" y="1187380"/>
                  <a:pt x="952669" y="1173786"/>
                  <a:pt x="969438" y="1173786"/>
                </a:cubicBezTo>
                <a:close/>
                <a:moveTo>
                  <a:pt x="896883" y="1173786"/>
                </a:moveTo>
                <a:cubicBezTo>
                  <a:pt x="913653" y="1173786"/>
                  <a:pt x="927247" y="1187380"/>
                  <a:pt x="927247" y="1204150"/>
                </a:cubicBezTo>
                <a:cubicBezTo>
                  <a:pt x="927247" y="1220919"/>
                  <a:pt x="913653" y="1234513"/>
                  <a:pt x="896883" y="1234513"/>
                </a:cubicBezTo>
                <a:cubicBezTo>
                  <a:pt x="880114" y="1234513"/>
                  <a:pt x="866520" y="1220919"/>
                  <a:pt x="866520" y="1204150"/>
                </a:cubicBezTo>
                <a:cubicBezTo>
                  <a:pt x="866520" y="1187380"/>
                  <a:pt x="880114" y="1173786"/>
                  <a:pt x="896883" y="1173786"/>
                </a:cubicBezTo>
                <a:close/>
                <a:moveTo>
                  <a:pt x="824329" y="1173786"/>
                </a:moveTo>
                <a:cubicBezTo>
                  <a:pt x="841098" y="1173786"/>
                  <a:pt x="854692" y="1187380"/>
                  <a:pt x="854692" y="1204150"/>
                </a:cubicBezTo>
                <a:cubicBezTo>
                  <a:pt x="854692" y="1220919"/>
                  <a:pt x="841098" y="1234513"/>
                  <a:pt x="824329" y="1234513"/>
                </a:cubicBezTo>
                <a:cubicBezTo>
                  <a:pt x="807559" y="1234513"/>
                  <a:pt x="793965" y="1220919"/>
                  <a:pt x="793965" y="1204150"/>
                </a:cubicBezTo>
                <a:cubicBezTo>
                  <a:pt x="793965" y="1187380"/>
                  <a:pt x="807559" y="1173786"/>
                  <a:pt x="824329" y="1173786"/>
                </a:cubicBezTo>
                <a:close/>
                <a:moveTo>
                  <a:pt x="751774" y="1173786"/>
                </a:moveTo>
                <a:cubicBezTo>
                  <a:pt x="768544" y="1173786"/>
                  <a:pt x="782138" y="1187380"/>
                  <a:pt x="782138" y="1204150"/>
                </a:cubicBezTo>
                <a:cubicBezTo>
                  <a:pt x="782138" y="1220919"/>
                  <a:pt x="768544" y="1234513"/>
                  <a:pt x="751774" y="1234513"/>
                </a:cubicBezTo>
                <a:cubicBezTo>
                  <a:pt x="735005" y="1234513"/>
                  <a:pt x="721411" y="1220919"/>
                  <a:pt x="721411" y="1204150"/>
                </a:cubicBezTo>
                <a:cubicBezTo>
                  <a:pt x="721411" y="1187380"/>
                  <a:pt x="735005" y="1173786"/>
                  <a:pt x="751774" y="1173786"/>
                </a:cubicBezTo>
                <a:close/>
                <a:moveTo>
                  <a:pt x="679220" y="1173786"/>
                </a:moveTo>
                <a:cubicBezTo>
                  <a:pt x="695989" y="1173786"/>
                  <a:pt x="709583" y="1187380"/>
                  <a:pt x="709583" y="1204150"/>
                </a:cubicBezTo>
                <a:cubicBezTo>
                  <a:pt x="709583" y="1220919"/>
                  <a:pt x="695989" y="1234513"/>
                  <a:pt x="679220" y="1234513"/>
                </a:cubicBezTo>
                <a:cubicBezTo>
                  <a:pt x="662450" y="1234513"/>
                  <a:pt x="648856" y="1220919"/>
                  <a:pt x="648856" y="1204150"/>
                </a:cubicBezTo>
                <a:cubicBezTo>
                  <a:pt x="648856" y="1187380"/>
                  <a:pt x="662450" y="1173786"/>
                  <a:pt x="679220" y="1173786"/>
                </a:cubicBezTo>
                <a:close/>
                <a:moveTo>
                  <a:pt x="606665" y="1173786"/>
                </a:moveTo>
                <a:cubicBezTo>
                  <a:pt x="623435" y="1173786"/>
                  <a:pt x="637029" y="1187380"/>
                  <a:pt x="637029" y="1204150"/>
                </a:cubicBezTo>
                <a:cubicBezTo>
                  <a:pt x="637029" y="1220919"/>
                  <a:pt x="623435" y="1234513"/>
                  <a:pt x="606665" y="1234513"/>
                </a:cubicBezTo>
                <a:cubicBezTo>
                  <a:pt x="589896" y="1234513"/>
                  <a:pt x="576302" y="1220919"/>
                  <a:pt x="576302" y="1204150"/>
                </a:cubicBezTo>
                <a:cubicBezTo>
                  <a:pt x="576302" y="1187380"/>
                  <a:pt x="589896" y="1173786"/>
                  <a:pt x="606665" y="1173786"/>
                </a:cubicBezTo>
                <a:close/>
                <a:moveTo>
                  <a:pt x="534111" y="1173786"/>
                </a:moveTo>
                <a:cubicBezTo>
                  <a:pt x="550880" y="1173786"/>
                  <a:pt x="564474" y="1187380"/>
                  <a:pt x="564474" y="1204150"/>
                </a:cubicBezTo>
                <a:cubicBezTo>
                  <a:pt x="564474" y="1220919"/>
                  <a:pt x="550880" y="1234513"/>
                  <a:pt x="534111" y="1234513"/>
                </a:cubicBezTo>
                <a:cubicBezTo>
                  <a:pt x="517341" y="1234513"/>
                  <a:pt x="503747" y="1220919"/>
                  <a:pt x="503747" y="1204150"/>
                </a:cubicBezTo>
                <a:cubicBezTo>
                  <a:pt x="503747" y="1187380"/>
                  <a:pt x="517341" y="1173786"/>
                  <a:pt x="534111" y="1173786"/>
                </a:cubicBezTo>
                <a:close/>
                <a:moveTo>
                  <a:pt x="461556" y="1173786"/>
                </a:moveTo>
                <a:cubicBezTo>
                  <a:pt x="478326" y="1173786"/>
                  <a:pt x="491920" y="1187380"/>
                  <a:pt x="491920" y="1204150"/>
                </a:cubicBezTo>
                <a:cubicBezTo>
                  <a:pt x="491920" y="1220919"/>
                  <a:pt x="478326" y="1234513"/>
                  <a:pt x="461556" y="1234513"/>
                </a:cubicBezTo>
                <a:cubicBezTo>
                  <a:pt x="444787" y="1234513"/>
                  <a:pt x="431192" y="1220919"/>
                  <a:pt x="431192" y="1204150"/>
                </a:cubicBezTo>
                <a:cubicBezTo>
                  <a:pt x="431192" y="1187380"/>
                  <a:pt x="444787" y="1173786"/>
                  <a:pt x="461556" y="1173786"/>
                </a:cubicBezTo>
                <a:close/>
                <a:moveTo>
                  <a:pt x="389002" y="1173786"/>
                </a:moveTo>
                <a:cubicBezTo>
                  <a:pt x="405771" y="1173786"/>
                  <a:pt x="419365" y="1187380"/>
                  <a:pt x="419365" y="1204150"/>
                </a:cubicBezTo>
                <a:cubicBezTo>
                  <a:pt x="419365" y="1220919"/>
                  <a:pt x="405771" y="1234513"/>
                  <a:pt x="389002" y="1234513"/>
                </a:cubicBezTo>
                <a:cubicBezTo>
                  <a:pt x="372232" y="1234513"/>
                  <a:pt x="358638" y="1220919"/>
                  <a:pt x="358638" y="1204150"/>
                </a:cubicBezTo>
                <a:cubicBezTo>
                  <a:pt x="358638" y="1187380"/>
                  <a:pt x="372232" y="1173786"/>
                  <a:pt x="389002" y="1173786"/>
                </a:cubicBezTo>
                <a:close/>
                <a:moveTo>
                  <a:pt x="316447" y="1173786"/>
                </a:moveTo>
                <a:cubicBezTo>
                  <a:pt x="333216" y="1173786"/>
                  <a:pt x="346810" y="1187380"/>
                  <a:pt x="346810" y="1204150"/>
                </a:cubicBezTo>
                <a:cubicBezTo>
                  <a:pt x="346810" y="1220919"/>
                  <a:pt x="333216" y="1234513"/>
                  <a:pt x="316447" y="1234513"/>
                </a:cubicBezTo>
                <a:cubicBezTo>
                  <a:pt x="299677" y="1234513"/>
                  <a:pt x="286084" y="1220919"/>
                  <a:pt x="286084" y="1204150"/>
                </a:cubicBezTo>
                <a:cubicBezTo>
                  <a:pt x="286084" y="1187380"/>
                  <a:pt x="299677" y="1173786"/>
                  <a:pt x="316447" y="1173786"/>
                </a:cubicBezTo>
                <a:close/>
                <a:moveTo>
                  <a:pt x="243892" y="1173786"/>
                </a:moveTo>
                <a:cubicBezTo>
                  <a:pt x="260662" y="1173786"/>
                  <a:pt x="274256" y="1187380"/>
                  <a:pt x="274256" y="1204150"/>
                </a:cubicBezTo>
                <a:cubicBezTo>
                  <a:pt x="274256" y="1220919"/>
                  <a:pt x="260662" y="1234513"/>
                  <a:pt x="243892" y="1234513"/>
                </a:cubicBezTo>
                <a:cubicBezTo>
                  <a:pt x="227123" y="1234513"/>
                  <a:pt x="213529" y="1220919"/>
                  <a:pt x="213529" y="1204150"/>
                </a:cubicBezTo>
                <a:cubicBezTo>
                  <a:pt x="213529" y="1187380"/>
                  <a:pt x="227123" y="1173786"/>
                  <a:pt x="243892" y="1173786"/>
                </a:cubicBezTo>
                <a:close/>
                <a:moveTo>
                  <a:pt x="171339" y="1173786"/>
                </a:moveTo>
                <a:cubicBezTo>
                  <a:pt x="188107" y="1173786"/>
                  <a:pt x="201701" y="1187380"/>
                  <a:pt x="201701" y="1204150"/>
                </a:cubicBezTo>
                <a:cubicBezTo>
                  <a:pt x="201701" y="1220919"/>
                  <a:pt x="188107" y="1234513"/>
                  <a:pt x="171339" y="1234513"/>
                </a:cubicBezTo>
                <a:cubicBezTo>
                  <a:pt x="154627" y="1234513"/>
                  <a:pt x="141034" y="1220919"/>
                  <a:pt x="141034" y="1204150"/>
                </a:cubicBezTo>
                <a:cubicBezTo>
                  <a:pt x="141034" y="1187380"/>
                  <a:pt x="154627" y="1173786"/>
                  <a:pt x="171339" y="1173786"/>
                </a:cubicBezTo>
                <a:close/>
                <a:moveTo>
                  <a:pt x="98852" y="1173786"/>
                </a:moveTo>
                <a:cubicBezTo>
                  <a:pt x="115616" y="1173786"/>
                  <a:pt x="129210" y="1187380"/>
                  <a:pt x="129210" y="1204150"/>
                </a:cubicBezTo>
                <a:cubicBezTo>
                  <a:pt x="129210" y="1220919"/>
                  <a:pt x="115616" y="1234513"/>
                  <a:pt x="98852" y="1234513"/>
                </a:cubicBezTo>
                <a:cubicBezTo>
                  <a:pt x="82080" y="1234513"/>
                  <a:pt x="68486" y="1220919"/>
                  <a:pt x="68486" y="1204150"/>
                </a:cubicBezTo>
                <a:cubicBezTo>
                  <a:pt x="68486" y="1187380"/>
                  <a:pt x="82080" y="1173786"/>
                  <a:pt x="98852" y="1173786"/>
                </a:cubicBezTo>
                <a:close/>
                <a:moveTo>
                  <a:pt x="26297" y="1173786"/>
                </a:moveTo>
                <a:cubicBezTo>
                  <a:pt x="43063" y="1173786"/>
                  <a:pt x="56658" y="1187380"/>
                  <a:pt x="56658" y="1204150"/>
                </a:cubicBezTo>
                <a:cubicBezTo>
                  <a:pt x="56658" y="1220919"/>
                  <a:pt x="43063" y="1234513"/>
                  <a:pt x="26297" y="1234513"/>
                </a:cubicBezTo>
                <a:cubicBezTo>
                  <a:pt x="17912" y="1234513"/>
                  <a:pt x="10321" y="1231115"/>
                  <a:pt x="4826" y="1225620"/>
                </a:cubicBezTo>
                <a:lnTo>
                  <a:pt x="0" y="1213970"/>
                </a:lnTo>
                <a:lnTo>
                  <a:pt x="0" y="1194329"/>
                </a:lnTo>
                <a:lnTo>
                  <a:pt x="4826" y="1182679"/>
                </a:lnTo>
                <a:cubicBezTo>
                  <a:pt x="10321" y="1177185"/>
                  <a:pt x="17912" y="1173786"/>
                  <a:pt x="26297" y="1173786"/>
                </a:cubicBezTo>
                <a:close/>
                <a:moveTo>
                  <a:pt x="1477320" y="1093335"/>
                </a:moveTo>
                <a:cubicBezTo>
                  <a:pt x="1485705" y="1093335"/>
                  <a:pt x="1493295" y="1096733"/>
                  <a:pt x="1498790" y="1102228"/>
                </a:cubicBezTo>
                <a:lnTo>
                  <a:pt x="1505389" y="1118160"/>
                </a:lnTo>
                <a:lnTo>
                  <a:pt x="1493855" y="1142105"/>
                </a:lnTo>
                <a:lnTo>
                  <a:pt x="1487887" y="1151929"/>
                </a:lnTo>
                <a:lnTo>
                  <a:pt x="1477320" y="1154062"/>
                </a:lnTo>
                <a:cubicBezTo>
                  <a:pt x="1460550" y="1154062"/>
                  <a:pt x="1446956" y="1140468"/>
                  <a:pt x="1446956" y="1123698"/>
                </a:cubicBezTo>
                <a:cubicBezTo>
                  <a:pt x="1446956" y="1106929"/>
                  <a:pt x="1460550" y="1093335"/>
                  <a:pt x="1477320" y="1093335"/>
                </a:cubicBezTo>
                <a:close/>
                <a:moveTo>
                  <a:pt x="1404765" y="1093335"/>
                </a:moveTo>
                <a:cubicBezTo>
                  <a:pt x="1421535" y="1093335"/>
                  <a:pt x="1435129" y="1106929"/>
                  <a:pt x="1435129" y="1123698"/>
                </a:cubicBezTo>
                <a:cubicBezTo>
                  <a:pt x="1435129" y="1140468"/>
                  <a:pt x="1421535" y="1154062"/>
                  <a:pt x="1404765" y="1154062"/>
                </a:cubicBezTo>
                <a:cubicBezTo>
                  <a:pt x="1387996" y="1154062"/>
                  <a:pt x="1374402" y="1140468"/>
                  <a:pt x="1374402" y="1123698"/>
                </a:cubicBezTo>
                <a:cubicBezTo>
                  <a:pt x="1374402" y="1106929"/>
                  <a:pt x="1387996" y="1093335"/>
                  <a:pt x="1404765" y="1093335"/>
                </a:cubicBezTo>
                <a:close/>
                <a:moveTo>
                  <a:pt x="1332211" y="1093335"/>
                </a:moveTo>
                <a:cubicBezTo>
                  <a:pt x="1348980" y="1093335"/>
                  <a:pt x="1362574" y="1106929"/>
                  <a:pt x="1362574" y="1123698"/>
                </a:cubicBezTo>
                <a:cubicBezTo>
                  <a:pt x="1362574" y="1140468"/>
                  <a:pt x="1348980" y="1154062"/>
                  <a:pt x="1332211" y="1154062"/>
                </a:cubicBezTo>
                <a:cubicBezTo>
                  <a:pt x="1315441" y="1154062"/>
                  <a:pt x="1301847" y="1140468"/>
                  <a:pt x="1301847" y="1123698"/>
                </a:cubicBezTo>
                <a:cubicBezTo>
                  <a:pt x="1301847" y="1106929"/>
                  <a:pt x="1315441" y="1093335"/>
                  <a:pt x="1332211" y="1093335"/>
                </a:cubicBezTo>
                <a:close/>
                <a:moveTo>
                  <a:pt x="1259656" y="1093335"/>
                </a:moveTo>
                <a:cubicBezTo>
                  <a:pt x="1276426" y="1093335"/>
                  <a:pt x="1290020" y="1106929"/>
                  <a:pt x="1290020" y="1123698"/>
                </a:cubicBezTo>
                <a:cubicBezTo>
                  <a:pt x="1290020" y="1140468"/>
                  <a:pt x="1276426" y="1154062"/>
                  <a:pt x="1259656" y="1154062"/>
                </a:cubicBezTo>
                <a:cubicBezTo>
                  <a:pt x="1242887" y="1154062"/>
                  <a:pt x="1229293" y="1140468"/>
                  <a:pt x="1229293" y="1123698"/>
                </a:cubicBezTo>
                <a:cubicBezTo>
                  <a:pt x="1229293" y="1106929"/>
                  <a:pt x="1242887" y="1093335"/>
                  <a:pt x="1259656" y="1093335"/>
                </a:cubicBezTo>
                <a:close/>
                <a:moveTo>
                  <a:pt x="1187102" y="1093335"/>
                </a:moveTo>
                <a:cubicBezTo>
                  <a:pt x="1203871" y="1093335"/>
                  <a:pt x="1217465" y="1106929"/>
                  <a:pt x="1217465" y="1123698"/>
                </a:cubicBezTo>
                <a:cubicBezTo>
                  <a:pt x="1217465" y="1140468"/>
                  <a:pt x="1203871" y="1154062"/>
                  <a:pt x="1187102" y="1154062"/>
                </a:cubicBezTo>
                <a:cubicBezTo>
                  <a:pt x="1170332" y="1154062"/>
                  <a:pt x="1156738" y="1140468"/>
                  <a:pt x="1156738" y="1123698"/>
                </a:cubicBezTo>
                <a:cubicBezTo>
                  <a:pt x="1156738" y="1106929"/>
                  <a:pt x="1170332" y="1093335"/>
                  <a:pt x="1187102" y="1093335"/>
                </a:cubicBezTo>
                <a:close/>
                <a:moveTo>
                  <a:pt x="1114547" y="1093335"/>
                </a:moveTo>
                <a:cubicBezTo>
                  <a:pt x="1131317" y="1093335"/>
                  <a:pt x="1144911" y="1106929"/>
                  <a:pt x="1144911" y="1123698"/>
                </a:cubicBezTo>
                <a:cubicBezTo>
                  <a:pt x="1144911" y="1140468"/>
                  <a:pt x="1131317" y="1154062"/>
                  <a:pt x="1114547" y="1154062"/>
                </a:cubicBezTo>
                <a:cubicBezTo>
                  <a:pt x="1097778" y="1154062"/>
                  <a:pt x="1084184" y="1140468"/>
                  <a:pt x="1084184" y="1123698"/>
                </a:cubicBezTo>
                <a:cubicBezTo>
                  <a:pt x="1084184" y="1106929"/>
                  <a:pt x="1097778" y="1093335"/>
                  <a:pt x="1114547" y="1093335"/>
                </a:cubicBezTo>
                <a:close/>
                <a:moveTo>
                  <a:pt x="1041993" y="1093335"/>
                </a:moveTo>
                <a:cubicBezTo>
                  <a:pt x="1058762" y="1093335"/>
                  <a:pt x="1072356" y="1106929"/>
                  <a:pt x="1072356" y="1123698"/>
                </a:cubicBezTo>
                <a:cubicBezTo>
                  <a:pt x="1072356" y="1140468"/>
                  <a:pt x="1058762" y="1154062"/>
                  <a:pt x="1041993" y="1154062"/>
                </a:cubicBezTo>
                <a:cubicBezTo>
                  <a:pt x="1025223" y="1154062"/>
                  <a:pt x="1011629" y="1140468"/>
                  <a:pt x="1011629" y="1123698"/>
                </a:cubicBezTo>
                <a:cubicBezTo>
                  <a:pt x="1011629" y="1106929"/>
                  <a:pt x="1025223" y="1093335"/>
                  <a:pt x="1041993" y="1093335"/>
                </a:cubicBezTo>
                <a:close/>
                <a:moveTo>
                  <a:pt x="969438" y="1093335"/>
                </a:moveTo>
                <a:cubicBezTo>
                  <a:pt x="986208" y="1093335"/>
                  <a:pt x="999801" y="1106929"/>
                  <a:pt x="999801" y="1123698"/>
                </a:cubicBezTo>
                <a:cubicBezTo>
                  <a:pt x="999801" y="1140468"/>
                  <a:pt x="986208" y="1154062"/>
                  <a:pt x="969438" y="1154062"/>
                </a:cubicBezTo>
                <a:cubicBezTo>
                  <a:pt x="952669" y="1154062"/>
                  <a:pt x="939075" y="1140468"/>
                  <a:pt x="939075" y="1123698"/>
                </a:cubicBezTo>
                <a:cubicBezTo>
                  <a:pt x="939075" y="1106929"/>
                  <a:pt x="952669" y="1093335"/>
                  <a:pt x="969438" y="1093335"/>
                </a:cubicBezTo>
                <a:close/>
                <a:moveTo>
                  <a:pt x="896883" y="1093335"/>
                </a:moveTo>
                <a:cubicBezTo>
                  <a:pt x="913653" y="1093335"/>
                  <a:pt x="927247" y="1106929"/>
                  <a:pt x="927247" y="1123698"/>
                </a:cubicBezTo>
                <a:cubicBezTo>
                  <a:pt x="927247" y="1140468"/>
                  <a:pt x="913653" y="1154062"/>
                  <a:pt x="896883" y="1154062"/>
                </a:cubicBezTo>
                <a:cubicBezTo>
                  <a:pt x="880114" y="1154062"/>
                  <a:pt x="866520" y="1140468"/>
                  <a:pt x="866520" y="1123698"/>
                </a:cubicBezTo>
                <a:cubicBezTo>
                  <a:pt x="866520" y="1106929"/>
                  <a:pt x="880114" y="1093335"/>
                  <a:pt x="896883" y="1093335"/>
                </a:cubicBezTo>
                <a:close/>
                <a:moveTo>
                  <a:pt x="824329" y="1093335"/>
                </a:moveTo>
                <a:cubicBezTo>
                  <a:pt x="841098" y="1093335"/>
                  <a:pt x="854692" y="1106929"/>
                  <a:pt x="854692" y="1123698"/>
                </a:cubicBezTo>
                <a:cubicBezTo>
                  <a:pt x="854692" y="1140468"/>
                  <a:pt x="841098" y="1154062"/>
                  <a:pt x="824329" y="1154062"/>
                </a:cubicBezTo>
                <a:cubicBezTo>
                  <a:pt x="807559" y="1154062"/>
                  <a:pt x="793965" y="1140468"/>
                  <a:pt x="793965" y="1123698"/>
                </a:cubicBezTo>
                <a:cubicBezTo>
                  <a:pt x="793965" y="1106929"/>
                  <a:pt x="807559" y="1093335"/>
                  <a:pt x="824329" y="1093335"/>
                </a:cubicBezTo>
                <a:close/>
                <a:moveTo>
                  <a:pt x="751774" y="1093335"/>
                </a:moveTo>
                <a:cubicBezTo>
                  <a:pt x="768544" y="1093335"/>
                  <a:pt x="782138" y="1106929"/>
                  <a:pt x="782138" y="1123698"/>
                </a:cubicBezTo>
                <a:cubicBezTo>
                  <a:pt x="782138" y="1140468"/>
                  <a:pt x="768544" y="1154062"/>
                  <a:pt x="751774" y="1154062"/>
                </a:cubicBezTo>
                <a:cubicBezTo>
                  <a:pt x="735005" y="1154062"/>
                  <a:pt x="721411" y="1140468"/>
                  <a:pt x="721411" y="1123698"/>
                </a:cubicBezTo>
                <a:cubicBezTo>
                  <a:pt x="721411" y="1106929"/>
                  <a:pt x="735005" y="1093335"/>
                  <a:pt x="751774" y="1093335"/>
                </a:cubicBezTo>
                <a:close/>
                <a:moveTo>
                  <a:pt x="679220" y="1093335"/>
                </a:moveTo>
                <a:cubicBezTo>
                  <a:pt x="695989" y="1093335"/>
                  <a:pt x="709583" y="1106929"/>
                  <a:pt x="709583" y="1123698"/>
                </a:cubicBezTo>
                <a:cubicBezTo>
                  <a:pt x="709583" y="1140468"/>
                  <a:pt x="695989" y="1154062"/>
                  <a:pt x="679220" y="1154062"/>
                </a:cubicBezTo>
                <a:cubicBezTo>
                  <a:pt x="662450" y="1154062"/>
                  <a:pt x="648856" y="1140468"/>
                  <a:pt x="648856" y="1123698"/>
                </a:cubicBezTo>
                <a:cubicBezTo>
                  <a:pt x="648856" y="1106929"/>
                  <a:pt x="662450" y="1093335"/>
                  <a:pt x="679220" y="1093335"/>
                </a:cubicBezTo>
                <a:close/>
                <a:moveTo>
                  <a:pt x="606665" y="1093335"/>
                </a:moveTo>
                <a:cubicBezTo>
                  <a:pt x="623435" y="1093335"/>
                  <a:pt x="637029" y="1106929"/>
                  <a:pt x="637029" y="1123698"/>
                </a:cubicBezTo>
                <a:cubicBezTo>
                  <a:pt x="637029" y="1140468"/>
                  <a:pt x="623435" y="1154062"/>
                  <a:pt x="606665" y="1154062"/>
                </a:cubicBezTo>
                <a:cubicBezTo>
                  <a:pt x="589896" y="1154062"/>
                  <a:pt x="576302" y="1140468"/>
                  <a:pt x="576302" y="1123698"/>
                </a:cubicBezTo>
                <a:cubicBezTo>
                  <a:pt x="576302" y="1106929"/>
                  <a:pt x="589896" y="1093335"/>
                  <a:pt x="606665" y="1093335"/>
                </a:cubicBezTo>
                <a:close/>
                <a:moveTo>
                  <a:pt x="534111" y="1093335"/>
                </a:moveTo>
                <a:cubicBezTo>
                  <a:pt x="550880" y="1093335"/>
                  <a:pt x="564474" y="1106929"/>
                  <a:pt x="564474" y="1123698"/>
                </a:cubicBezTo>
                <a:cubicBezTo>
                  <a:pt x="564474" y="1140468"/>
                  <a:pt x="550880" y="1154062"/>
                  <a:pt x="534111" y="1154062"/>
                </a:cubicBezTo>
                <a:cubicBezTo>
                  <a:pt x="517341" y="1154062"/>
                  <a:pt x="503747" y="1140468"/>
                  <a:pt x="503747" y="1123698"/>
                </a:cubicBezTo>
                <a:cubicBezTo>
                  <a:pt x="503747" y="1106929"/>
                  <a:pt x="517341" y="1093335"/>
                  <a:pt x="534111" y="1093335"/>
                </a:cubicBezTo>
                <a:close/>
                <a:moveTo>
                  <a:pt x="461556" y="1093335"/>
                </a:moveTo>
                <a:cubicBezTo>
                  <a:pt x="478326" y="1093335"/>
                  <a:pt x="491920" y="1106929"/>
                  <a:pt x="491920" y="1123698"/>
                </a:cubicBezTo>
                <a:cubicBezTo>
                  <a:pt x="491920" y="1140468"/>
                  <a:pt x="478326" y="1154062"/>
                  <a:pt x="461556" y="1154062"/>
                </a:cubicBezTo>
                <a:cubicBezTo>
                  <a:pt x="444787" y="1154062"/>
                  <a:pt x="431192" y="1140468"/>
                  <a:pt x="431192" y="1123698"/>
                </a:cubicBezTo>
                <a:cubicBezTo>
                  <a:pt x="431192" y="1106929"/>
                  <a:pt x="444787" y="1093335"/>
                  <a:pt x="461556" y="1093335"/>
                </a:cubicBezTo>
                <a:close/>
                <a:moveTo>
                  <a:pt x="389002" y="1093335"/>
                </a:moveTo>
                <a:cubicBezTo>
                  <a:pt x="405771" y="1093335"/>
                  <a:pt x="419365" y="1106929"/>
                  <a:pt x="419365" y="1123698"/>
                </a:cubicBezTo>
                <a:cubicBezTo>
                  <a:pt x="419365" y="1140468"/>
                  <a:pt x="405771" y="1154062"/>
                  <a:pt x="389002" y="1154062"/>
                </a:cubicBezTo>
                <a:cubicBezTo>
                  <a:pt x="372232" y="1154062"/>
                  <a:pt x="358638" y="1140468"/>
                  <a:pt x="358638" y="1123698"/>
                </a:cubicBezTo>
                <a:cubicBezTo>
                  <a:pt x="358638" y="1106929"/>
                  <a:pt x="372232" y="1093335"/>
                  <a:pt x="389002" y="1093335"/>
                </a:cubicBezTo>
                <a:close/>
                <a:moveTo>
                  <a:pt x="316447" y="1093335"/>
                </a:moveTo>
                <a:cubicBezTo>
                  <a:pt x="333216" y="1093335"/>
                  <a:pt x="346810" y="1106929"/>
                  <a:pt x="346810" y="1123698"/>
                </a:cubicBezTo>
                <a:cubicBezTo>
                  <a:pt x="346810" y="1140468"/>
                  <a:pt x="333216" y="1154062"/>
                  <a:pt x="316447" y="1154062"/>
                </a:cubicBezTo>
                <a:cubicBezTo>
                  <a:pt x="299677" y="1154062"/>
                  <a:pt x="286084" y="1140468"/>
                  <a:pt x="286084" y="1123698"/>
                </a:cubicBezTo>
                <a:cubicBezTo>
                  <a:pt x="286084" y="1106929"/>
                  <a:pt x="299677" y="1093335"/>
                  <a:pt x="316447" y="1093335"/>
                </a:cubicBezTo>
                <a:close/>
                <a:moveTo>
                  <a:pt x="243892" y="1093335"/>
                </a:moveTo>
                <a:cubicBezTo>
                  <a:pt x="260662" y="1093335"/>
                  <a:pt x="274256" y="1106929"/>
                  <a:pt x="274256" y="1123698"/>
                </a:cubicBezTo>
                <a:cubicBezTo>
                  <a:pt x="274256" y="1140468"/>
                  <a:pt x="260662" y="1154062"/>
                  <a:pt x="243892" y="1154062"/>
                </a:cubicBezTo>
                <a:cubicBezTo>
                  <a:pt x="227123" y="1154062"/>
                  <a:pt x="213529" y="1140468"/>
                  <a:pt x="213529" y="1123698"/>
                </a:cubicBezTo>
                <a:cubicBezTo>
                  <a:pt x="213529" y="1106929"/>
                  <a:pt x="227123" y="1093335"/>
                  <a:pt x="243892" y="1093335"/>
                </a:cubicBezTo>
                <a:close/>
                <a:moveTo>
                  <a:pt x="171339" y="1093335"/>
                </a:moveTo>
                <a:cubicBezTo>
                  <a:pt x="188107" y="1093335"/>
                  <a:pt x="201701" y="1106929"/>
                  <a:pt x="201701" y="1123698"/>
                </a:cubicBezTo>
                <a:cubicBezTo>
                  <a:pt x="201701" y="1140468"/>
                  <a:pt x="188107" y="1154062"/>
                  <a:pt x="171339" y="1154062"/>
                </a:cubicBezTo>
                <a:cubicBezTo>
                  <a:pt x="154633" y="1154062"/>
                  <a:pt x="141040" y="1140468"/>
                  <a:pt x="141040" y="1123698"/>
                </a:cubicBezTo>
                <a:cubicBezTo>
                  <a:pt x="141040" y="1106929"/>
                  <a:pt x="154633" y="1093335"/>
                  <a:pt x="171339" y="1093335"/>
                </a:cubicBezTo>
                <a:close/>
                <a:moveTo>
                  <a:pt x="98858" y="1093335"/>
                </a:moveTo>
                <a:cubicBezTo>
                  <a:pt x="115622" y="1093335"/>
                  <a:pt x="129216" y="1106929"/>
                  <a:pt x="129216" y="1123698"/>
                </a:cubicBezTo>
                <a:cubicBezTo>
                  <a:pt x="129216" y="1140468"/>
                  <a:pt x="115622" y="1154062"/>
                  <a:pt x="98858" y="1154062"/>
                </a:cubicBezTo>
                <a:cubicBezTo>
                  <a:pt x="82086" y="1154062"/>
                  <a:pt x="68492" y="1140468"/>
                  <a:pt x="68492" y="1123698"/>
                </a:cubicBezTo>
                <a:cubicBezTo>
                  <a:pt x="68492" y="1106929"/>
                  <a:pt x="82086" y="1093335"/>
                  <a:pt x="98858" y="1093335"/>
                </a:cubicBezTo>
                <a:close/>
                <a:moveTo>
                  <a:pt x="26303" y="1093335"/>
                </a:moveTo>
                <a:cubicBezTo>
                  <a:pt x="43069" y="1093335"/>
                  <a:pt x="56664" y="1106929"/>
                  <a:pt x="56664" y="1123698"/>
                </a:cubicBezTo>
                <a:cubicBezTo>
                  <a:pt x="56664" y="1140468"/>
                  <a:pt x="43069" y="1154062"/>
                  <a:pt x="26303" y="1154062"/>
                </a:cubicBezTo>
                <a:cubicBezTo>
                  <a:pt x="17918" y="1154062"/>
                  <a:pt x="10327" y="1150664"/>
                  <a:pt x="4832" y="1145169"/>
                </a:cubicBezTo>
                <a:lnTo>
                  <a:pt x="0" y="1133503"/>
                </a:lnTo>
                <a:lnTo>
                  <a:pt x="0" y="1113894"/>
                </a:lnTo>
                <a:lnTo>
                  <a:pt x="4832" y="1102228"/>
                </a:lnTo>
                <a:cubicBezTo>
                  <a:pt x="10327" y="1096734"/>
                  <a:pt x="17918" y="1093335"/>
                  <a:pt x="26303" y="1093335"/>
                </a:cubicBezTo>
                <a:close/>
                <a:moveTo>
                  <a:pt x="1549874" y="1012883"/>
                </a:moveTo>
                <a:lnTo>
                  <a:pt x="1555552" y="1014029"/>
                </a:lnTo>
                <a:lnTo>
                  <a:pt x="1530465" y="1066106"/>
                </a:lnTo>
                <a:lnTo>
                  <a:pt x="1528404" y="1064717"/>
                </a:lnTo>
                <a:cubicBezTo>
                  <a:pt x="1522910" y="1059222"/>
                  <a:pt x="1519511" y="1051631"/>
                  <a:pt x="1519511" y="1043246"/>
                </a:cubicBezTo>
                <a:cubicBezTo>
                  <a:pt x="1519511" y="1026477"/>
                  <a:pt x="1533105" y="1012883"/>
                  <a:pt x="1549874" y="1012883"/>
                </a:cubicBezTo>
                <a:close/>
                <a:moveTo>
                  <a:pt x="1477320" y="1012883"/>
                </a:moveTo>
                <a:cubicBezTo>
                  <a:pt x="1494089" y="1012883"/>
                  <a:pt x="1507683" y="1026477"/>
                  <a:pt x="1507683" y="1043246"/>
                </a:cubicBezTo>
                <a:cubicBezTo>
                  <a:pt x="1507683" y="1060016"/>
                  <a:pt x="1494089" y="1073610"/>
                  <a:pt x="1477320" y="1073610"/>
                </a:cubicBezTo>
                <a:cubicBezTo>
                  <a:pt x="1460550" y="1073610"/>
                  <a:pt x="1446956" y="1060016"/>
                  <a:pt x="1446956" y="1043246"/>
                </a:cubicBezTo>
                <a:cubicBezTo>
                  <a:pt x="1446956" y="1026477"/>
                  <a:pt x="1460550" y="1012883"/>
                  <a:pt x="1477320" y="1012883"/>
                </a:cubicBezTo>
                <a:close/>
                <a:moveTo>
                  <a:pt x="1404765" y="1012883"/>
                </a:moveTo>
                <a:cubicBezTo>
                  <a:pt x="1421535" y="1012883"/>
                  <a:pt x="1435129" y="1026477"/>
                  <a:pt x="1435129" y="1043246"/>
                </a:cubicBezTo>
                <a:cubicBezTo>
                  <a:pt x="1435129" y="1060016"/>
                  <a:pt x="1421535" y="1073610"/>
                  <a:pt x="1404765" y="1073610"/>
                </a:cubicBezTo>
                <a:cubicBezTo>
                  <a:pt x="1387996" y="1073610"/>
                  <a:pt x="1374402" y="1060016"/>
                  <a:pt x="1374402" y="1043246"/>
                </a:cubicBezTo>
                <a:cubicBezTo>
                  <a:pt x="1374402" y="1026477"/>
                  <a:pt x="1387996" y="1012883"/>
                  <a:pt x="1404765" y="1012883"/>
                </a:cubicBezTo>
                <a:close/>
                <a:moveTo>
                  <a:pt x="1332211" y="1012883"/>
                </a:moveTo>
                <a:cubicBezTo>
                  <a:pt x="1348980" y="1012883"/>
                  <a:pt x="1362574" y="1026477"/>
                  <a:pt x="1362574" y="1043246"/>
                </a:cubicBezTo>
                <a:cubicBezTo>
                  <a:pt x="1362574" y="1060016"/>
                  <a:pt x="1348980" y="1073610"/>
                  <a:pt x="1332211" y="1073610"/>
                </a:cubicBezTo>
                <a:cubicBezTo>
                  <a:pt x="1315441" y="1073610"/>
                  <a:pt x="1301847" y="1060016"/>
                  <a:pt x="1301847" y="1043246"/>
                </a:cubicBezTo>
                <a:cubicBezTo>
                  <a:pt x="1301847" y="1026477"/>
                  <a:pt x="1315441" y="1012883"/>
                  <a:pt x="1332211" y="1012883"/>
                </a:cubicBezTo>
                <a:close/>
                <a:moveTo>
                  <a:pt x="1259656" y="1012883"/>
                </a:moveTo>
                <a:cubicBezTo>
                  <a:pt x="1276426" y="1012883"/>
                  <a:pt x="1290020" y="1026477"/>
                  <a:pt x="1290020" y="1043246"/>
                </a:cubicBezTo>
                <a:cubicBezTo>
                  <a:pt x="1290020" y="1060016"/>
                  <a:pt x="1276426" y="1073610"/>
                  <a:pt x="1259656" y="1073610"/>
                </a:cubicBezTo>
                <a:cubicBezTo>
                  <a:pt x="1242887" y="1073610"/>
                  <a:pt x="1229293" y="1060016"/>
                  <a:pt x="1229293" y="1043246"/>
                </a:cubicBezTo>
                <a:cubicBezTo>
                  <a:pt x="1229293" y="1026477"/>
                  <a:pt x="1242887" y="1012883"/>
                  <a:pt x="1259656" y="1012883"/>
                </a:cubicBezTo>
                <a:close/>
                <a:moveTo>
                  <a:pt x="1187102" y="1012883"/>
                </a:moveTo>
                <a:cubicBezTo>
                  <a:pt x="1203871" y="1012883"/>
                  <a:pt x="1217465" y="1026477"/>
                  <a:pt x="1217465" y="1043246"/>
                </a:cubicBezTo>
                <a:cubicBezTo>
                  <a:pt x="1217465" y="1060016"/>
                  <a:pt x="1203871" y="1073610"/>
                  <a:pt x="1187102" y="1073610"/>
                </a:cubicBezTo>
                <a:cubicBezTo>
                  <a:pt x="1170332" y="1073610"/>
                  <a:pt x="1156738" y="1060016"/>
                  <a:pt x="1156738" y="1043246"/>
                </a:cubicBezTo>
                <a:cubicBezTo>
                  <a:pt x="1156738" y="1026477"/>
                  <a:pt x="1170332" y="1012883"/>
                  <a:pt x="1187102" y="1012883"/>
                </a:cubicBezTo>
                <a:close/>
                <a:moveTo>
                  <a:pt x="1114547" y="1012883"/>
                </a:moveTo>
                <a:cubicBezTo>
                  <a:pt x="1131317" y="1012883"/>
                  <a:pt x="1144911" y="1026477"/>
                  <a:pt x="1144911" y="1043246"/>
                </a:cubicBezTo>
                <a:cubicBezTo>
                  <a:pt x="1144911" y="1060016"/>
                  <a:pt x="1131317" y="1073610"/>
                  <a:pt x="1114547" y="1073610"/>
                </a:cubicBezTo>
                <a:cubicBezTo>
                  <a:pt x="1097778" y="1073610"/>
                  <a:pt x="1084184" y="1060016"/>
                  <a:pt x="1084184" y="1043246"/>
                </a:cubicBezTo>
                <a:cubicBezTo>
                  <a:pt x="1084184" y="1026477"/>
                  <a:pt x="1097778" y="1012883"/>
                  <a:pt x="1114547" y="1012883"/>
                </a:cubicBezTo>
                <a:close/>
                <a:moveTo>
                  <a:pt x="1041993" y="1012883"/>
                </a:moveTo>
                <a:cubicBezTo>
                  <a:pt x="1058762" y="1012883"/>
                  <a:pt x="1072356" y="1026477"/>
                  <a:pt x="1072356" y="1043246"/>
                </a:cubicBezTo>
                <a:cubicBezTo>
                  <a:pt x="1072356" y="1060016"/>
                  <a:pt x="1058762" y="1073610"/>
                  <a:pt x="1041993" y="1073610"/>
                </a:cubicBezTo>
                <a:cubicBezTo>
                  <a:pt x="1025223" y="1073610"/>
                  <a:pt x="1011629" y="1060016"/>
                  <a:pt x="1011629" y="1043246"/>
                </a:cubicBezTo>
                <a:cubicBezTo>
                  <a:pt x="1011629" y="1026477"/>
                  <a:pt x="1025223" y="1012883"/>
                  <a:pt x="1041993" y="1012883"/>
                </a:cubicBezTo>
                <a:close/>
                <a:moveTo>
                  <a:pt x="969438" y="1012883"/>
                </a:moveTo>
                <a:cubicBezTo>
                  <a:pt x="986208" y="1012883"/>
                  <a:pt x="999801" y="1026477"/>
                  <a:pt x="999801" y="1043246"/>
                </a:cubicBezTo>
                <a:cubicBezTo>
                  <a:pt x="999801" y="1060016"/>
                  <a:pt x="986208" y="1073610"/>
                  <a:pt x="969438" y="1073610"/>
                </a:cubicBezTo>
                <a:cubicBezTo>
                  <a:pt x="952669" y="1073610"/>
                  <a:pt x="939075" y="1060016"/>
                  <a:pt x="939075" y="1043246"/>
                </a:cubicBezTo>
                <a:cubicBezTo>
                  <a:pt x="939075" y="1026477"/>
                  <a:pt x="952669" y="1012883"/>
                  <a:pt x="969438" y="1012883"/>
                </a:cubicBezTo>
                <a:close/>
                <a:moveTo>
                  <a:pt x="896883" y="1012883"/>
                </a:moveTo>
                <a:cubicBezTo>
                  <a:pt x="913653" y="1012883"/>
                  <a:pt x="927247" y="1026477"/>
                  <a:pt x="927247" y="1043246"/>
                </a:cubicBezTo>
                <a:cubicBezTo>
                  <a:pt x="927247" y="1060016"/>
                  <a:pt x="913653" y="1073610"/>
                  <a:pt x="896883" y="1073610"/>
                </a:cubicBezTo>
                <a:cubicBezTo>
                  <a:pt x="880114" y="1073610"/>
                  <a:pt x="866520" y="1060016"/>
                  <a:pt x="866520" y="1043246"/>
                </a:cubicBezTo>
                <a:cubicBezTo>
                  <a:pt x="866520" y="1026477"/>
                  <a:pt x="880114" y="1012883"/>
                  <a:pt x="896883" y="1012883"/>
                </a:cubicBezTo>
                <a:close/>
                <a:moveTo>
                  <a:pt x="824329" y="1012883"/>
                </a:moveTo>
                <a:cubicBezTo>
                  <a:pt x="841098" y="1012883"/>
                  <a:pt x="854692" y="1026477"/>
                  <a:pt x="854692" y="1043246"/>
                </a:cubicBezTo>
                <a:cubicBezTo>
                  <a:pt x="854692" y="1060016"/>
                  <a:pt x="841098" y="1073610"/>
                  <a:pt x="824329" y="1073610"/>
                </a:cubicBezTo>
                <a:cubicBezTo>
                  <a:pt x="807559" y="1073610"/>
                  <a:pt x="793965" y="1060016"/>
                  <a:pt x="793965" y="1043246"/>
                </a:cubicBezTo>
                <a:cubicBezTo>
                  <a:pt x="793965" y="1026477"/>
                  <a:pt x="807559" y="1012883"/>
                  <a:pt x="824329" y="1012883"/>
                </a:cubicBezTo>
                <a:close/>
                <a:moveTo>
                  <a:pt x="751774" y="1012883"/>
                </a:moveTo>
                <a:cubicBezTo>
                  <a:pt x="768544" y="1012883"/>
                  <a:pt x="782138" y="1026477"/>
                  <a:pt x="782138" y="1043246"/>
                </a:cubicBezTo>
                <a:cubicBezTo>
                  <a:pt x="782138" y="1060016"/>
                  <a:pt x="768544" y="1073610"/>
                  <a:pt x="751774" y="1073610"/>
                </a:cubicBezTo>
                <a:cubicBezTo>
                  <a:pt x="735005" y="1073610"/>
                  <a:pt x="721411" y="1060016"/>
                  <a:pt x="721411" y="1043246"/>
                </a:cubicBezTo>
                <a:cubicBezTo>
                  <a:pt x="721411" y="1026477"/>
                  <a:pt x="735005" y="1012883"/>
                  <a:pt x="751774" y="1012883"/>
                </a:cubicBezTo>
                <a:close/>
                <a:moveTo>
                  <a:pt x="679220" y="1012883"/>
                </a:moveTo>
                <a:cubicBezTo>
                  <a:pt x="695989" y="1012883"/>
                  <a:pt x="709583" y="1026477"/>
                  <a:pt x="709583" y="1043246"/>
                </a:cubicBezTo>
                <a:cubicBezTo>
                  <a:pt x="709583" y="1060016"/>
                  <a:pt x="695989" y="1073610"/>
                  <a:pt x="679220" y="1073610"/>
                </a:cubicBezTo>
                <a:cubicBezTo>
                  <a:pt x="662450" y="1073610"/>
                  <a:pt x="648856" y="1060016"/>
                  <a:pt x="648856" y="1043246"/>
                </a:cubicBezTo>
                <a:cubicBezTo>
                  <a:pt x="648856" y="1026477"/>
                  <a:pt x="662450" y="1012883"/>
                  <a:pt x="679220" y="1012883"/>
                </a:cubicBezTo>
                <a:close/>
                <a:moveTo>
                  <a:pt x="606665" y="1012883"/>
                </a:moveTo>
                <a:cubicBezTo>
                  <a:pt x="623435" y="1012883"/>
                  <a:pt x="637029" y="1026477"/>
                  <a:pt x="637029" y="1043246"/>
                </a:cubicBezTo>
                <a:cubicBezTo>
                  <a:pt x="637029" y="1060016"/>
                  <a:pt x="623435" y="1073610"/>
                  <a:pt x="606665" y="1073610"/>
                </a:cubicBezTo>
                <a:cubicBezTo>
                  <a:pt x="589896" y="1073610"/>
                  <a:pt x="576302" y="1060016"/>
                  <a:pt x="576302" y="1043246"/>
                </a:cubicBezTo>
                <a:cubicBezTo>
                  <a:pt x="576302" y="1026477"/>
                  <a:pt x="589896" y="1012883"/>
                  <a:pt x="606665" y="1012883"/>
                </a:cubicBezTo>
                <a:close/>
                <a:moveTo>
                  <a:pt x="534111" y="1012883"/>
                </a:moveTo>
                <a:cubicBezTo>
                  <a:pt x="550880" y="1012883"/>
                  <a:pt x="564474" y="1026477"/>
                  <a:pt x="564474" y="1043246"/>
                </a:cubicBezTo>
                <a:cubicBezTo>
                  <a:pt x="564474" y="1060016"/>
                  <a:pt x="550880" y="1073610"/>
                  <a:pt x="534111" y="1073610"/>
                </a:cubicBezTo>
                <a:cubicBezTo>
                  <a:pt x="517341" y="1073610"/>
                  <a:pt x="503747" y="1060016"/>
                  <a:pt x="503747" y="1043246"/>
                </a:cubicBezTo>
                <a:cubicBezTo>
                  <a:pt x="503747" y="1026477"/>
                  <a:pt x="517341" y="1012883"/>
                  <a:pt x="534111" y="1012883"/>
                </a:cubicBezTo>
                <a:close/>
                <a:moveTo>
                  <a:pt x="461556" y="1012883"/>
                </a:moveTo>
                <a:cubicBezTo>
                  <a:pt x="478326" y="1012883"/>
                  <a:pt x="491920" y="1026477"/>
                  <a:pt x="491920" y="1043246"/>
                </a:cubicBezTo>
                <a:cubicBezTo>
                  <a:pt x="491920" y="1060016"/>
                  <a:pt x="478326" y="1073610"/>
                  <a:pt x="461556" y="1073610"/>
                </a:cubicBezTo>
                <a:cubicBezTo>
                  <a:pt x="444787" y="1073610"/>
                  <a:pt x="431192" y="1060016"/>
                  <a:pt x="431192" y="1043246"/>
                </a:cubicBezTo>
                <a:cubicBezTo>
                  <a:pt x="431192" y="1026477"/>
                  <a:pt x="444787" y="1012883"/>
                  <a:pt x="461556" y="1012883"/>
                </a:cubicBezTo>
                <a:close/>
                <a:moveTo>
                  <a:pt x="389002" y="1012883"/>
                </a:moveTo>
                <a:cubicBezTo>
                  <a:pt x="405771" y="1012883"/>
                  <a:pt x="419365" y="1026477"/>
                  <a:pt x="419365" y="1043246"/>
                </a:cubicBezTo>
                <a:cubicBezTo>
                  <a:pt x="419365" y="1060016"/>
                  <a:pt x="405771" y="1073610"/>
                  <a:pt x="389002" y="1073610"/>
                </a:cubicBezTo>
                <a:cubicBezTo>
                  <a:pt x="372232" y="1073610"/>
                  <a:pt x="358638" y="1060016"/>
                  <a:pt x="358638" y="1043246"/>
                </a:cubicBezTo>
                <a:cubicBezTo>
                  <a:pt x="358638" y="1026477"/>
                  <a:pt x="372232" y="1012883"/>
                  <a:pt x="389002" y="1012883"/>
                </a:cubicBezTo>
                <a:close/>
                <a:moveTo>
                  <a:pt x="316447" y="1012883"/>
                </a:moveTo>
                <a:cubicBezTo>
                  <a:pt x="333216" y="1012883"/>
                  <a:pt x="346810" y="1026477"/>
                  <a:pt x="346810" y="1043246"/>
                </a:cubicBezTo>
                <a:cubicBezTo>
                  <a:pt x="346810" y="1060016"/>
                  <a:pt x="333216" y="1073610"/>
                  <a:pt x="316447" y="1073610"/>
                </a:cubicBezTo>
                <a:cubicBezTo>
                  <a:pt x="299677" y="1073610"/>
                  <a:pt x="286084" y="1060016"/>
                  <a:pt x="286084" y="1043246"/>
                </a:cubicBezTo>
                <a:cubicBezTo>
                  <a:pt x="286084" y="1026477"/>
                  <a:pt x="299677" y="1012883"/>
                  <a:pt x="316447" y="1012883"/>
                </a:cubicBezTo>
                <a:close/>
                <a:moveTo>
                  <a:pt x="243892" y="1012883"/>
                </a:moveTo>
                <a:cubicBezTo>
                  <a:pt x="260662" y="1012883"/>
                  <a:pt x="274256" y="1026477"/>
                  <a:pt x="274256" y="1043246"/>
                </a:cubicBezTo>
                <a:cubicBezTo>
                  <a:pt x="274256" y="1060016"/>
                  <a:pt x="260662" y="1073610"/>
                  <a:pt x="243892" y="1073610"/>
                </a:cubicBezTo>
                <a:cubicBezTo>
                  <a:pt x="227123" y="1073610"/>
                  <a:pt x="213529" y="1060016"/>
                  <a:pt x="213529" y="1043246"/>
                </a:cubicBezTo>
                <a:cubicBezTo>
                  <a:pt x="213529" y="1026477"/>
                  <a:pt x="227123" y="1012883"/>
                  <a:pt x="243892" y="1012883"/>
                </a:cubicBezTo>
                <a:close/>
                <a:moveTo>
                  <a:pt x="171339" y="1012883"/>
                </a:moveTo>
                <a:cubicBezTo>
                  <a:pt x="188107" y="1012883"/>
                  <a:pt x="201701" y="1026477"/>
                  <a:pt x="201701" y="1043246"/>
                </a:cubicBezTo>
                <a:cubicBezTo>
                  <a:pt x="201701" y="1060016"/>
                  <a:pt x="188107" y="1073610"/>
                  <a:pt x="171339" y="1073610"/>
                </a:cubicBezTo>
                <a:cubicBezTo>
                  <a:pt x="154639" y="1073610"/>
                  <a:pt x="141045" y="1060016"/>
                  <a:pt x="141045" y="1043246"/>
                </a:cubicBezTo>
                <a:cubicBezTo>
                  <a:pt x="141045" y="1026477"/>
                  <a:pt x="154639" y="1012883"/>
                  <a:pt x="171339" y="1012883"/>
                </a:cubicBezTo>
                <a:close/>
                <a:moveTo>
                  <a:pt x="98865" y="1012883"/>
                </a:moveTo>
                <a:cubicBezTo>
                  <a:pt x="115628" y="1012883"/>
                  <a:pt x="129222" y="1026477"/>
                  <a:pt x="129222" y="1043246"/>
                </a:cubicBezTo>
                <a:cubicBezTo>
                  <a:pt x="129222" y="1060016"/>
                  <a:pt x="115628" y="1073610"/>
                  <a:pt x="98865" y="1073610"/>
                </a:cubicBezTo>
                <a:cubicBezTo>
                  <a:pt x="82093" y="1073610"/>
                  <a:pt x="68498" y="1060016"/>
                  <a:pt x="68498" y="1043246"/>
                </a:cubicBezTo>
                <a:cubicBezTo>
                  <a:pt x="68498" y="1026477"/>
                  <a:pt x="82093" y="1012883"/>
                  <a:pt x="98865" y="1012883"/>
                </a:cubicBezTo>
                <a:close/>
                <a:moveTo>
                  <a:pt x="26309" y="1012883"/>
                </a:moveTo>
                <a:cubicBezTo>
                  <a:pt x="43075" y="1012883"/>
                  <a:pt x="56670" y="1026477"/>
                  <a:pt x="56670" y="1043246"/>
                </a:cubicBezTo>
                <a:cubicBezTo>
                  <a:pt x="56670" y="1060016"/>
                  <a:pt x="43075" y="1073610"/>
                  <a:pt x="26309" y="1073610"/>
                </a:cubicBezTo>
                <a:cubicBezTo>
                  <a:pt x="17924" y="1073610"/>
                  <a:pt x="10333" y="1070212"/>
                  <a:pt x="4838" y="1064717"/>
                </a:cubicBezTo>
                <a:lnTo>
                  <a:pt x="0" y="1053036"/>
                </a:lnTo>
                <a:lnTo>
                  <a:pt x="0" y="1033457"/>
                </a:lnTo>
                <a:lnTo>
                  <a:pt x="4838" y="1021776"/>
                </a:lnTo>
                <a:cubicBezTo>
                  <a:pt x="10333" y="1016282"/>
                  <a:pt x="17924" y="1012883"/>
                  <a:pt x="26309" y="1012883"/>
                </a:cubicBezTo>
                <a:close/>
                <a:moveTo>
                  <a:pt x="1549874" y="932431"/>
                </a:moveTo>
                <a:cubicBezTo>
                  <a:pt x="1558259" y="932431"/>
                  <a:pt x="1565850" y="935830"/>
                  <a:pt x="1571345" y="941324"/>
                </a:cubicBezTo>
                <a:lnTo>
                  <a:pt x="1577296" y="955693"/>
                </a:lnTo>
                <a:lnTo>
                  <a:pt x="1565363" y="988298"/>
                </a:lnTo>
                <a:lnTo>
                  <a:pt x="1561694" y="990772"/>
                </a:lnTo>
                <a:cubicBezTo>
                  <a:pt x="1558061" y="992309"/>
                  <a:pt x="1554067" y="993158"/>
                  <a:pt x="1549874" y="993158"/>
                </a:cubicBezTo>
                <a:cubicBezTo>
                  <a:pt x="1533105" y="993158"/>
                  <a:pt x="1519511" y="979564"/>
                  <a:pt x="1519511" y="962795"/>
                </a:cubicBezTo>
                <a:cubicBezTo>
                  <a:pt x="1519511" y="946025"/>
                  <a:pt x="1533105" y="932431"/>
                  <a:pt x="1549874" y="932431"/>
                </a:cubicBezTo>
                <a:close/>
                <a:moveTo>
                  <a:pt x="1477320" y="932431"/>
                </a:moveTo>
                <a:cubicBezTo>
                  <a:pt x="1494089" y="932431"/>
                  <a:pt x="1507683" y="946025"/>
                  <a:pt x="1507683" y="962795"/>
                </a:cubicBezTo>
                <a:cubicBezTo>
                  <a:pt x="1507683" y="979564"/>
                  <a:pt x="1494089" y="993158"/>
                  <a:pt x="1477320" y="993158"/>
                </a:cubicBezTo>
                <a:cubicBezTo>
                  <a:pt x="1460550" y="993158"/>
                  <a:pt x="1446956" y="979564"/>
                  <a:pt x="1446956" y="962795"/>
                </a:cubicBezTo>
                <a:cubicBezTo>
                  <a:pt x="1446956" y="946025"/>
                  <a:pt x="1460550" y="932431"/>
                  <a:pt x="1477320" y="932431"/>
                </a:cubicBezTo>
                <a:close/>
                <a:moveTo>
                  <a:pt x="1404765" y="932431"/>
                </a:moveTo>
                <a:cubicBezTo>
                  <a:pt x="1421535" y="932431"/>
                  <a:pt x="1435129" y="946025"/>
                  <a:pt x="1435129" y="962795"/>
                </a:cubicBezTo>
                <a:cubicBezTo>
                  <a:pt x="1435129" y="979564"/>
                  <a:pt x="1421535" y="993158"/>
                  <a:pt x="1404765" y="993158"/>
                </a:cubicBezTo>
                <a:cubicBezTo>
                  <a:pt x="1387996" y="993158"/>
                  <a:pt x="1374402" y="979564"/>
                  <a:pt x="1374402" y="962795"/>
                </a:cubicBezTo>
                <a:cubicBezTo>
                  <a:pt x="1374402" y="946025"/>
                  <a:pt x="1387996" y="932431"/>
                  <a:pt x="1404765" y="932431"/>
                </a:cubicBezTo>
                <a:close/>
                <a:moveTo>
                  <a:pt x="1332211" y="932431"/>
                </a:moveTo>
                <a:cubicBezTo>
                  <a:pt x="1348980" y="932431"/>
                  <a:pt x="1362574" y="946025"/>
                  <a:pt x="1362574" y="962795"/>
                </a:cubicBezTo>
                <a:cubicBezTo>
                  <a:pt x="1362574" y="979564"/>
                  <a:pt x="1348980" y="993158"/>
                  <a:pt x="1332211" y="993158"/>
                </a:cubicBezTo>
                <a:cubicBezTo>
                  <a:pt x="1315441" y="993158"/>
                  <a:pt x="1301847" y="979564"/>
                  <a:pt x="1301847" y="962795"/>
                </a:cubicBezTo>
                <a:cubicBezTo>
                  <a:pt x="1301847" y="946025"/>
                  <a:pt x="1315441" y="932431"/>
                  <a:pt x="1332211" y="932431"/>
                </a:cubicBezTo>
                <a:close/>
                <a:moveTo>
                  <a:pt x="1259656" y="932431"/>
                </a:moveTo>
                <a:cubicBezTo>
                  <a:pt x="1276426" y="932431"/>
                  <a:pt x="1290020" y="946025"/>
                  <a:pt x="1290020" y="962795"/>
                </a:cubicBezTo>
                <a:cubicBezTo>
                  <a:pt x="1290020" y="979564"/>
                  <a:pt x="1276426" y="993158"/>
                  <a:pt x="1259656" y="993158"/>
                </a:cubicBezTo>
                <a:cubicBezTo>
                  <a:pt x="1242887" y="993158"/>
                  <a:pt x="1229293" y="979564"/>
                  <a:pt x="1229293" y="962795"/>
                </a:cubicBezTo>
                <a:cubicBezTo>
                  <a:pt x="1229293" y="946025"/>
                  <a:pt x="1242887" y="932431"/>
                  <a:pt x="1259656" y="932431"/>
                </a:cubicBezTo>
                <a:close/>
                <a:moveTo>
                  <a:pt x="1187102" y="932431"/>
                </a:moveTo>
                <a:cubicBezTo>
                  <a:pt x="1203871" y="932431"/>
                  <a:pt x="1217465" y="946025"/>
                  <a:pt x="1217465" y="962795"/>
                </a:cubicBezTo>
                <a:cubicBezTo>
                  <a:pt x="1217465" y="979564"/>
                  <a:pt x="1203871" y="993158"/>
                  <a:pt x="1187102" y="993158"/>
                </a:cubicBezTo>
                <a:cubicBezTo>
                  <a:pt x="1170332" y="993158"/>
                  <a:pt x="1156738" y="979564"/>
                  <a:pt x="1156738" y="962795"/>
                </a:cubicBezTo>
                <a:cubicBezTo>
                  <a:pt x="1156738" y="946025"/>
                  <a:pt x="1170332" y="932431"/>
                  <a:pt x="1187102" y="932431"/>
                </a:cubicBezTo>
                <a:close/>
                <a:moveTo>
                  <a:pt x="1114547" y="932431"/>
                </a:moveTo>
                <a:cubicBezTo>
                  <a:pt x="1131317" y="932431"/>
                  <a:pt x="1144911" y="946025"/>
                  <a:pt x="1144911" y="962795"/>
                </a:cubicBezTo>
                <a:cubicBezTo>
                  <a:pt x="1144911" y="979564"/>
                  <a:pt x="1131317" y="993158"/>
                  <a:pt x="1114547" y="993158"/>
                </a:cubicBezTo>
                <a:cubicBezTo>
                  <a:pt x="1097778" y="993158"/>
                  <a:pt x="1084184" y="979564"/>
                  <a:pt x="1084184" y="962795"/>
                </a:cubicBezTo>
                <a:cubicBezTo>
                  <a:pt x="1084184" y="946025"/>
                  <a:pt x="1097778" y="932431"/>
                  <a:pt x="1114547" y="932431"/>
                </a:cubicBezTo>
                <a:close/>
                <a:moveTo>
                  <a:pt x="1041993" y="932431"/>
                </a:moveTo>
                <a:cubicBezTo>
                  <a:pt x="1058762" y="932431"/>
                  <a:pt x="1072356" y="946025"/>
                  <a:pt x="1072356" y="962795"/>
                </a:cubicBezTo>
                <a:cubicBezTo>
                  <a:pt x="1072356" y="979564"/>
                  <a:pt x="1058762" y="993158"/>
                  <a:pt x="1041993" y="993158"/>
                </a:cubicBezTo>
                <a:cubicBezTo>
                  <a:pt x="1025223" y="993158"/>
                  <a:pt x="1011629" y="979564"/>
                  <a:pt x="1011629" y="962795"/>
                </a:cubicBezTo>
                <a:cubicBezTo>
                  <a:pt x="1011629" y="946025"/>
                  <a:pt x="1025223" y="932431"/>
                  <a:pt x="1041993" y="932431"/>
                </a:cubicBezTo>
                <a:close/>
                <a:moveTo>
                  <a:pt x="969438" y="932431"/>
                </a:moveTo>
                <a:cubicBezTo>
                  <a:pt x="986208" y="932431"/>
                  <a:pt x="999801" y="946025"/>
                  <a:pt x="999801" y="962795"/>
                </a:cubicBezTo>
                <a:cubicBezTo>
                  <a:pt x="999801" y="979564"/>
                  <a:pt x="986208" y="993158"/>
                  <a:pt x="969438" y="993158"/>
                </a:cubicBezTo>
                <a:cubicBezTo>
                  <a:pt x="952669" y="993158"/>
                  <a:pt x="939075" y="979564"/>
                  <a:pt x="939075" y="962795"/>
                </a:cubicBezTo>
                <a:cubicBezTo>
                  <a:pt x="939075" y="946025"/>
                  <a:pt x="952669" y="932431"/>
                  <a:pt x="969438" y="932431"/>
                </a:cubicBezTo>
                <a:close/>
                <a:moveTo>
                  <a:pt x="896883" y="932431"/>
                </a:moveTo>
                <a:cubicBezTo>
                  <a:pt x="913653" y="932431"/>
                  <a:pt x="927247" y="946025"/>
                  <a:pt x="927247" y="962795"/>
                </a:cubicBezTo>
                <a:cubicBezTo>
                  <a:pt x="927247" y="979564"/>
                  <a:pt x="913653" y="993158"/>
                  <a:pt x="896883" y="993158"/>
                </a:cubicBezTo>
                <a:cubicBezTo>
                  <a:pt x="880114" y="993158"/>
                  <a:pt x="866520" y="979564"/>
                  <a:pt x="866520" y="962795"/>
                </a:cubicBezTo>
                <a:cubicBezTo>
                  <a:pt x="866520" y="946025"/>
                  <a:pt x="880114" y="932431"/>
                  <a:pt x="896883" y="932431"/>
                </a:cubicBezTo>
                <a:close/>
                <a:moveTo>
                  <a:pt x="824329" y="932431"/>
                </a:moveTo>
                <a:cubicBezTo>
                  <a:pt x="841098" y="932431"/>
                  <a:pt x="854692" y="946025"/>
                  <a:pt x="854692" y="962795"/>
                </a:cubicBezTo>
                <a:cubicBezTo>
                  <a:pt x="854692" y="979564"/>
                  <a:pt x="841098" y="993158"/>
                  <a:pt x="824329" y="993158"/>
                </a:cubicBezTo>
                <a:cubicBezTo>
                  <a:pt x="807559" y="993158"/>
                  <a:pt x="793965" y="979564"/>
                  <a:pt x="793965" y="962795"/>
                </a:cubicBezTo>
                <a:cubicBezTo>
                  <a:pt x="793965" y="946025"/>
                  <a:pt x="807559" y="932431"/>
                  <a:pt x="824329" y="932431"/>
                </a:cubicBezTo>
                <a:close/>
                <a:moveTo>
                  <a:pt x="751774" y="932431"/>
                </a:moveTo>
                <a:cubicBezTo>
                  <a:pt x="768544" y="932431"/>
                  <a:pt x="782138" y="946025"/>
                  <a:pt x="782138" y="962795"/>
                </a:cubicBezTo>
                <a:cubicBezTo>
                  <a:pt x="782138" y="979564"/>
                  <a:pt x="768544" y="993158"/>
                  <a:pt x="751774" y="993158"/>
                </a:cubicBezTo>
                <a:cubicBezTo>
                  <a:pt x="735005" y="993158"/>
                  <a:pt x="721411" y="979564"/>
                  <a:pt x="721411" y="962795"/>
                </a:cubicBezTo>
                <a:cubicBezTo>
                  <a:pt x="721411" y="946025"/>
                  <a:pt x="735005" y="932431"/>
                  <a:pt x="751774" y="932431"/>
                </a:cubicBezTo>
                <a:close/>
                <a:moveTo>
                  <a:pt x="679220" y="932431"/>
                </a:moveTo>
                <a:cubicBezTo>
                  <a:pt x="695989" y="932431"/>
                  <a:pt x="709583" y="946025"/>
                  <a:pt x="709583" y="962795"/>
                </a:cubicBezTo>
                <a:cubicBezTo>
                  <a:pt x="709583" y="979564"/>
                  <a:pt x="695989" y="993158"/>
                  <a:pt x="679220" y="993158"/>
                </a:cubicBezTo>
                <a:cubicBezTo>
                  <a:pt x="662450" y="993158"/>
                  <a:pt x="648856" y="979564"/>
                  <a:pt x="648856" y="962795"/>
                </a:cubicBezTo>
                <a:cubicBezTo>
                  <a:pt x="648856" y="946025"/>
                  <a:pt x="662450" y="932431"/>
                  <a:pt x="679220" y="932431"/>
                </a:cubicBezTo>
                <a:close/>
                <a:moveTo>
                  <a:pt x="606665" y="932431"/>
                </a:moveTo>
                <a:cubicBezTo>
                  <a:pt x="623435" y="932431"/>
                  <a:pt x="637029" y="946025"/>
                  <a:pt x="637029" y="962795"/>
                </a:cubicBezTo>
                <a:cubicBezTo>
                  <a:pt x="637029" y="979564"/>
                  <a:pt x="623435" y="993158"/>
                  <a:pt x="606665" y="993158"/>
                </a:cubicBezTo>
                <a:cubicBezTo>
                  <a:pt x="589896" y="993158"/>
                  <a:pt x="576302" y="979564"/>
                  <a:pt x="576302" y="962795"/>
                </a:cubicBezTo>
                <a:cubicBezTo>
                  <a:pt x="576302" y="946025"/>
                  <a:pt x="589896" y="932431"/>
                  <a:pt x="606665" y="932431"/>
                </a:cubicBezTo>
                <a:close/>
                <a:moveTo>
                  <a:pt x="534111" y="932431"/>
                </a:moveTo>
                <a:cubicBezTo>
                  <a:pt x="550880" y="932431"/>
                  <a:pt x="564474" y="946025"/>
                  <a:pt x="564474" y="962795"/>
                </a:cubicBezTo>
                <a:cubicBezTo>
                  <a:pt x="564474" y="979564"/>
                  <a:pt x="550880" y="993158"/>
                  <a:pt x="534111" y="993158"/>
                </a:cubicBezTo>
                <a:cubicBezTo>
                  <a:pt x="517341" y="993158"/>
                  <a:pt x="503747" y="979564"/>
                  <a:pt x="503747" y="962795"/>
                </a:cubicBezTo>
                <a:cubicBezTo>
                  <a:pt x="503747" y="946025"/>
                  <a:pt x="517341" y="932431"/>
                  <a:pt x="534111" y="932431"/>
                </a:cubicBezTo>
                <a:close/>
                <a:moveTo>
                  <a:pt x="461556" y="932431"/>
                </a:moveTo>
                <a:cubicBezTo>
                  <a:pt x="478326" y="932431"/>
                  <a:pt x="491920" y="946025"/>
                  <a:pt x="491920" y="962795"/>
                </a:cubicBezTo>
                <a:cubicBezTo>
                  <a:pt x="491920" y="979564"/>
                  <a:pt x="478326" y="993158"/>
                  <a:pt x="461556" y="993158"/>
                </a:cubicBezTo>
                <a:cubicBezTo>
                  <a:pt x="444787" y="993158"/>
                  <a:pt x="431192" y="979564"/>
                  <a:pt x="431192" y="962795"/>
                </a:cubicBezTo>
                <a:cubicBezTo>
                  <a:pt x="431192" y="946025"/>
                  <a:pt x="444787" y="932431"/>
                  <a:pt x="461556" y="932431"/>
                </a:cubicBezTo>
                <a:close/>
                <a:moveTo>
                  <a:pt x="389002" y="932431"/>
                </a:moveTo>
                <a:cubicBezTo>
                  <a:pt x="405771" y="932431"/>
                  <a:pt x="419365" y="946025"/>
                  <a:pt x="419365" y="962795"/>
                </a:cubicBezTo>
                <a:cubicBezTo>
                  <a:pt x="419365" y="979564"/>
                  <a:pt x="405771" y="993158"/>
                  <a:pt x="389002" y="993158"/>
                </a:cubicBezTo>
                <a:cubicBezTo>
                  <a:pt x="372232" y="993158"/>
                  <a:pt x="358638" y="979564"/>
                  <a:pt x="358638" y="962795"/>
                </a:cubicBezTo>
                <a:cubicBezTo>
                  <a:pt x="358638" y="946025"/>
                  <a:pt x="372232" y="932431"/>
                  <a:pt x="389002" y="932431"/>
                </a:cubicBezTo>
                <a:close/>
                <a:moveTo>
                  <a:pt x="316447" y="932431"/>
                </a:moveTo>
                <a:cubicBezTo>
                  <a:pt x="333216" y="932431"/>
                  <a:pt x="346810" y="946025"/>
                  <a:pt x="346810" y="962795"/>
                </a:cubicBezTo>
                <a:cubicBezTo>
                  <a:pt x="346810" y="979564"/>
                  <a:pt x="333216" y="993158"/>
                  <a:pt x="316447" y="993158"/>
                </a:cubicBezTo>
                <a:cubicBezTo>
                  <a:pt x="299677" y="993158"/>
                  <a:pt x="286084" y="979564"/>
                  <a:pt x="286084" y="962795"/>
                </a:cubicBezTo>
                <a:cubicBezTo>
                  <a:pt x="286084" y="946025"/>
                  <a:pt x="299677" y="932431"/>
                  <a:pt x="316447" y="932431"/>
                </a:cubicBezTo>
                <a:close/>
                <a:moveTo>
                  <a:pt x="243892" y="932431"/>
                </a:moveTo>
                <a:cubicBezTo>
                  <a:pt x="260662" y="932431"/>
                  <a:pt x="274256" y="946025"/>
                  <a:pt x="274256" y="962795"/>
                </a:cubicBezTo>
                <a:cubicBezTo>
                  <a:pt x="274256" y="979564"/>
                  <a:pt x="260662" y="993158"/>
                  <a:pt x="243892" y="993158"/>
                </a:cubicBezTo>
                <a:cubicBezTo>
                  <a:pt x="227123" y="993158"/>
                  <a:pt x="213529" y="979564"/>
                  <a:pt x="213529" y="962795"/>
                </a:cubicBezTo>
                <a:cubicBezTo>
                  <a:pt x="213529" y="946025"/>
                  <a:pt x="227123" y="932431"/>
                  <a:pt x="243892" y="932431"/>
                </a:cubicBezTo>
                <a:close/>
                <a:moveTo>
                  <a:pt x="171339" y="932431"/>
                </a:moveTo>
                <a:cubicBezTo>
                  <a:pt x="188107" y="932431"/>
                  <a:pt x="201701" y="946025"/>
                  <a:pt x="201701" y="962795"/>
                </a:cubicBezTo>
                <a:cubicBezTo>
                  <a:pt x="201701" y="979564"/>
                  <a:pt x="188107" y="993158"/>
                  <a:pt x="171339" y="993158"/>
                </a:cubicBezTo>
                <a:cubicBezTo>
                  <a:pt x="154645" y="993158"/>
                  <a:pt x="141051" y="979564"/>
                  <a:pt x="141051" y="962795"/>
                </a:cubicBezTo>
                <a:cubicBezTo>
                  <a:pt x="141051" y="946025"/>
                  <a:pt x="154645" y="932431"/>
                  <a:pt x="171339" y="932431"/>
                </a:cubicBezTo>
                <a:close/>
                <a:moveTo>
                  <a:pt x="98870" y="932431"/>
                </a:moveTo>
                <a:cubicBezTo>
                  <a:pt x="115634" y="932431"/>
                  <a:pt x="129228" y="946025"/>
                  <a:pt x="129228" y="962795"/>
                </a:cubicBezTo>
                <a:cubicBezTo>
                  <a:pt x="129228" y="979564"/>
                  <a:pt x="115634" y="993158"/>
                  <a:pt x="98870" y="993158"/>
                </a:cubicBezTo>
                <a:cubicBezTo>
                  <a:pt x="82099" y="993158"/>
                  <a:pt x="68505" y="979564"/>
                  <a:pt x="68505" y="962795"/>
                </a:cubicBezTo>
                <a:cubicBezTo>
                  <a:pt x="68505" y="946025"/>
                  <a:pt x="82099" y="932431"/>
                  <a:pt x="98870" y="932431"/>
                </a:cubicBezTo>
                <a:close/>
                <a:moveTo>
                  <a:pt x="26316" y="932431"/>
                </a:moveTo>
                <a:cubicBezTo>
                  <a:pt x="43081" y="932431"/>
                  <a:pt x="56676" y="946025"/>
                  <a:pt x="56676" y="962795"/>
                </a:cubicBezTo>
                <a:cubicBezTo>
                  <a:pt x="56676" y="979564"/>
                  <a:pt x="43081" y="993158"/>
                  <a:pt x="26316" y="993158"/>
                </a:cubicBezTo>
                <a:cubicBezTo>
                  <a:pt x="17931" y="993158"/>
                  <a:pt x="10340" y="989760"/>
                  <a:pt x="4845" y="984265"/>
                </a:cubicBezTo>
                <a:lnTo>
                  <a:pt x="0" y="972570"/>
                </a:lnTo>
                <a:lnTo>
                  <a:pt x="0" y="953020"/>
                </a:lnTo>
                <a:lnTo>
                  <a:pt x="4845" y="941324"/>
                </a:lnTo>
                <a:cubicBezTo>
                  <a:pt x="10340" y="935830"/>
                  <a:pt x="17931" y="932431"/>
                  <a:pt x="26316" y="932431"/>
                </a:cubicBezTo>
                <a:close/>
                <a:moveTo>
                  <a:pt x="1612513" y="853981"/>
                </a:moveTo>
                <a:lnTo>
                  <a:pt x="1607766" y="872445"/>
                </a:lnTo>
                <a:lnTo>
                  <a:pt x="1598477" y="897823"/>
                </a:lnTo>
                <a:lnTo>
                  <a:pt x="1592066" y="882343"/>
                </a:lnTo>
                <a:cubicBezTo>
                  <a:pt x="1592066" y="869766"/>
                  <a:pt x="1599712" y="858975"/>
                  <a:pt x="1610610" y="854366"/>
                </a:cubicBezTo>
                <a:close/>
                <a:moveTo>
                  <a:pt x="1549874" y="851979"/>
                </a:moveTo>
                <a:cubicBezTo>
                  <a:pt x="1566644" y="851979"/>
                  <a:pt x="1580238" y="865573"/>
                  <a:pt x="1580238" y="882343"/>
                </a:cubicBezTo>
                <a:cubicBezTo>
                  <a:pt x="1580238" y="899112"/>
                  <a:pt x="1566644" y="912706"/>
                  <a:pt x="1549874" y="912706"/>
                </a:cubicBezTo>
                <a:cubicBezTo>
                  <a:pt x="1533105" y="912706"/>
                  <a:pt x="1519511" y="899112"/>
                  <a:pt x="1519511" y="882343"/>
                </a:cubicBezTo>
                <a:cubicBezTo>
                  <a:pt x="1519511" y="865573"/>
                  <a:pt x="1533105" y="851979"/>
                  <a:pt x="1549874" y="851979"/>
                </a:cubicBezTo>
                <a:close/>
                <a:moveTo>
                  <a:pt x="1477320" y="851979"/>
                </a:moveTo>
                <a:cubicBezTo>
                  <a:pt x="1494089" y="851979"/>
                  <a:pt x="1507683" y="865573"/>
                  <a:pt x="1507683" y="882343"/>
                </a:cubicBezTo>
                <a:cubicBezTo>
                  <a:pt x="1507683" y="899112"/>
                  <a:pt x="1494089" y="912706"/>
                  <a:pt x="1477320" y="912706"/>
                </a:cubicBezTo>
                <a:cubicBezTo>
                  <a:pt x="1460550" y="912706"/>
                  <a:pt x="1446956" y="899112"/>
                  <a:pt x="1446956" y="882343"/>
                </a:cubicBezTo>
                <a:cubicBezTo>
                  <a:pt x="1446956" y="865573"/>
                  <a:pt x="1460550" y="851979"/>
                  <a:pt x="1477320" y="851979"/>
                </a:cubicBezTo>
                <a:close/>
                <a:moveTo>
                  <a:pt x="1404765" y="851979"/>
                </a:moveTo>
                <a:cubicBezTo>
                  <a:pt x="1421535" y="851979"/>
                  <a:pt x="1435129" y="865573"/>
                  <a:pt x="1435129" y="882343"/>
                </a:cubicBezTo>
                <a:cubicBezTo>
                  <a:pt x="1435129" y="899112"/>
                  <a:pt x="1421535" y="912706"/>
                  <a:pt x="1404765" y="912706"/>
                </a:cubicBezTo>
                <a:cubicBezTo>
                  <a:pt x="1387996" y="912706"/>
                  <a:pt x="1374402" y="899112"/>
                  <a:pt x="1374402" y="882343"/>
                </a:cubicBezTo>
                <a:cubicBezTo>
                  <a:pt x="1374402" y="865573"/>
                  <a:pt x="1387996" y="851979"/>
                  <a:pt x="1404765" y="851979"/>
                </a:cubicBezTo>
                <a:close/>
                <a:moveTo>
                  <a:pt x="1332211" y="851979"/>
                </a:moveTo>
                <a:cubicBezTo>
                  <a:pt x="1348980" y="851979"/>
                  <a:pt x="1362574" y="865573"/>
                  <a:pt x="1362574" y="882343"/>
                </a:cubicBezTo>
                <a:cubicBezTo>
                  <a:pt x="1362574" y="899112"/>
                  <a:pt x="1348980" y="912706"/>
                  <a:pt x="1332211" y="912706"/>
                </a:cubicBezTo>
                <a:cubicBezTo>
                  <a:pt x="1315441" y="912706"/>
                  <a:pt x="1301847" y="899112"/>
                  <a:pt x="1301847" y="882343"/>
                </a:cubicBezTo>
                <a:cubicBezTo>
                  <a:pt x="1301847" y="865573"/>
                  <a:pt x="1315441" y="851979"/>
                  <a:pt x="1332211" y="851979"/>
                </a:cubicBezTo>
                <a:close/>
                <a:moveTo>
                  <a:pt x="1259656" y="851979"/>
                </a:moveTo>
                <a:cubicBezTo>
                  <a:pt x="1276426" y="851979"/>
                  <a:pt x="1290020" y="865573"/>
                  <a:pt x="1290020" y="882343"/>
                </a:cubicBezTo>
                <a:cubicBezTo>
                  <a:pt x="1290020" y="899112"/>
                  <a:pt x="1276426" y="912706"/>
                  <a:pt x="1259656" y="912706"/>
                </a:cubicBezTo>
                <a:cubicBezTo>
                  <a:pt x="1242887" y="912706"/>
                  <a:pt x="1229293" y="899112"/>
                  <a:pt x="1229293" y="882343"/>
                </a:cubicBezTo>
                <a:cubicBezTo>
                  <a:pt x="1229293" y="865573"/>
                  <a:pt x="1242887" y="851979"/>
                  <a:pt x="1259656" y="851979"/>
                </a:cubicBezTo>
                <a:close/>
                <a:moveTo>
                  <a:pt x="1187102" y="851979"/>
                </a:moveTo>
                <a:cubicBezTo>
                  <a:pt x="1203871" y="851979"/>
                  <a:pt x="1217465" y="865573"/>
                  <a:pt x="1217465" y="882343"/>
                </a:cubicBezTo>
                <a:cubicBezTo>
                  <a:pt x="1217465" y="899112"/>
                  <a:pt x="1203871" y="912706"/>
                  <a:pt x="1187102" y="912706"/>
                </a:cubicBezTo>
                <a:cubicBezTo>
                  <a:pt x="1170332" y="912706"/>
                  <a:pt x="1156738" y="899112"/>
                  <a:pt x="1156738" y="882343"/>
                </a:cubicBezTo>
                <a:cubicBezTo>
                  <a:pt x="1156738" y="865573"/>
                  <a:pt x="1170332" y="851979"/>
                  <a:pt x="1187102" y="851979"/>
                </a:cubicBezTo>
                <a:close/>
                <a:moveTo>
                  <a:pt x="1114547" y="851979"/>
                </a:moveTo>
                <a:cubicBezTo>
                  <a:pt x="1131317" y="851979"/>
                  <a:pt x="1144911" y="865573"/>
                  <a:pt x="1144911" y="882343"/>
                </a:cubicBezTo>
                <a:cubicBezTo>
                  <a:pt x="1144911" y="899112"/>
                  <a:pt x="1131317" y="912706"/>
                  <a:pt x="1114547" y="912706"/>
                </a:cubicBezTo>
                <a:cubicBezTo>
                  <a:pt x="1097778" y="912706"/>
                  <a:pt x="1084184" y="899112"/>
                  <a:pt x="1084184" y="882343"/>
                </a:cubicBezTo>
                <a:cubicBezTo>
                  <a:pt x="1084184" y="865573"/>
                  <a:pt x="1097778" y="851979"/>
                  <a:pt x="1114547" y="851979"/>
                </a:cubicBezTo>
                <a:close/>
                <a:moveTo>
                  <a:pt x="1041993" y="851979"/>
                </a:moveTo>
                <a:cubicBezTo>
                  <a:pt x="1058762" y="851979"/>
                  <a:pt x="1072356" y="865573"/>
                  <a:pt x="1072356" y="882343"/>
                </a:cubicBezTo>
                <a:cubicBezTo>
                  <a:pt x="1072356" y="899112"/>
                  <a:pt x="1058762" y="912706"/>
                  <a:pt x="1041993" y="912706"/>
                </a:cubicBezTo>
                <a:cubicBezTo>
                  <a:pt x="1025223" y="912706"/>
                  <a:pt x="1011629" y="899112"/>
                  <a:pt x="1011629" y="882343"/>
                </a:cubicBezTo>
                <a:cubicBezTo>
                  <a:pt x="1011629" y="865573"/>
                  <a:pt x="1025223" y="851979"/>
                  <a:pt x="1041993" y="851979"/>
                </a:cubicBezTo>
                <a:close/>
                <a:moveTo>
                  <a:pt x="969438" y="851979"/>
                </a:moveTo>
                <a:cubicBezTo>
                  <a:pt x="986208" y="851979"/>
                  <a:pt x="999801" y="865573"/>
                  <a:pt x="999801" y="882343"/>
                </a:cubicBezTo>
                <a:cubicBezTo>
                  <a:pt x="999801" y="899112"/>
                  <a:pt x="986208" y="912706"/>
                  <a:pt x="969438" y="912706"/>
                </a:cubicBezTo>
                <a:cubicBezTo>
                  <a:pt x="952669" y="912706"/>
                  <a:pt x="939075" y="899112"/>
                  <a:pt x="939075" y="882343"/>
                </a:cubicBezTo>
                <a:cubicBezTo>
                  <a:pt x="939075" y="865573"/>
                  <a:pt x="952669" y="851979"/>
                  <a:pt x="969438" y="851979"/>
                </a:cubicBezTo>
                <a:close/>
                <a:moveTo>
                  <a:pt x="896883" y="851979"/>
                </a:moveTo>
                <a:cubicBezTo>
                  <a:pt x="913653" y="851979"/>
                  <a:pt x="927247" y="865573"/>
                  <a:pt x="927247" y="882343"/>
                </a:cubicBezTo>
                <a:cubicBezTo>
                  <a:pt x="927247" y="899112"/>
                  <a:pt x="913653" y="912706"/>
                  <a:pt x="896883" y="912706"/>
                </a:cubicBezTo>
                <a:cubicBezTo>
                  <a:pt x="880114" y="912706"/>
                  <a:pt x="866520" y="899112"/>
                  <a:pt x="866520" y="882343"/>
                </a:cubicBezTo>
                <a:cubicBezTo>
                  <a:pt x="866520" y="865573"/>
                  <a:pt x="880114" y="851979"/>
                  <a:pt x="896883" y="851979"/>
                </a:cubicBezTo>
                <a:close/>
                <a:moveTo>
                  <a:pt x="824329" y="851979"/>
                </a:moveTo>
                <a:cubicBezTo>
                  <a:pt x="841098" y="851979"/>
                  <a:pt x="854692" y="865573"/>
                  <a:pt x="854692" y="882343"/>
                </a:cubicBezTo>
                <a:cubicBezTo>
                  <a:pt x="854692" y="899112"/>
                  <a:pt x="841098" y="912706"/>
                  <a:pt x="824329" y="912706"/>
                </a:cubicBezTo>
                <a:cubicBezTo>
                  <a:pt x="807559" y="912706"/>
                  <a:pt x="793965" y="899112"/>
                  <a:pt x="793965" y="882343"/>
                </a:cubicBezTo>
                <a:cubicBezTo>
                  <a:pt x="793965" y="865573"/>
                  <a:pt x="807559" y="851979"/>
                  <a:pt x="824329" y="851979"/>
                </a:cubicBezTo>
                <a:close/>
                <a:moveTo>
                  <a:pt x="751774" y="851979"/>
                </a:moveTo>
                <a:cubicBezTo>
                  <a:pt x="768544" y="851979"/>
                  <a:pt x="782138" y="865573"/>
                  <a:pt x="782138" y="882343"/>
                </a:cubicBezTo>
                <a:cubicBezTo>
                  <a:pt x="782138" y="899112"/>
                  <a:pt x="768544" y="912706"/>
                  <a:pt x="751774" y="912706"/>
                </a:cubicBezTo>
                <a:cubicBezTo>
                  <a:pt x="735005" y="912706"/>
                  <a:pt x="721411" y="899112"/>
                  <a:pt x="721411" y="882343"/>
                </a:cubicBezTo>
                <a:cubicBezTo>
                  <a:pt x="721411" y="865573"/>
                  <a:pt x="735005" y="851979"/>
                  <a:pt x="751774" y="851979"/>
                </a:cubicBezTo>
                <a:close/>
                <a:moveTo>
                  <a:pt x="679220" y="851979"/>
                </a:moveTo>
                <a:cubicBezTo>
                  <a:pt x="695989" y="851979"/>
                  <a:pt x="709583" y="865573"/>
                  <a:pt x="709583" y="882343"/>
                </a:cubicBezTo>
                <a:cubicBezTo>
                  <a:pt x="709583" y="899112"/>
                  <a:pt x="695989" y="912706"/>
                  <a:pt x="679220" y="912706"/>
                </a:cubicBezTo>
                <a:cubicBezTo>
                  <a:pt x="662450" y="912706"/>
                  <a:pt x="648856" y="899112"/>
                  <a:pt x="648856" y="882343"/>
                </a:cubicBezTo>
                <a:cubicBezTo>
                  <a:pt x="648856" y="865573"/>
                  <a:pt x="662450" y="851979"/>
                  <a:pt x="679220" y="851979"/>
                </a:cubicBezTo>
                <a:close/>
                <a:moveTo>
                  <a:pt x="606665" y="851979"/>
                </a:moveTo>
                <a:cubicBezTo>
                  <a:pt x="623435" y="851979"/>
                  <a:pt x="637029" y="865573"/>
                  <a:pt x="637029" y="882343"/>
                </a:cubicBezTo>
                <a:cubicBezTo>
                  <a:pt x="637029" y="899112"/>
                  <a:pt x="623435" y="912706"/>
                  <a:pt x="606665" y="912706"/>
                </a:cubicBezTo>
                <a:cubicBezTo>
                  <a:pt x="589896" y="912706"/>
                  <a:pt x="576302" y="899112"/>
                  <a:pt x="576302" y="882343"/>
                </a:cubicBezTo>
                <a:cubicBezTo>
                  <a:pt x="576302" y="865573"/>
                  <a:pt x="589896" y="851979"/>
                  <a:pt x="606665" y="851979"/>
                </a:cubicBezTo>
                <a:close/>
                <a:moveTo>
                  <a:pt x="534111" y="851979"/>
                </a:moveTo>
                <a:cubicBezTo>
                  <a:pt x="550880" y="851979"/>
                  <a:pt x="564474" y="865573"/>
                  <a:pt x="564474" y="882343"/>
                </a:cubicBezTo>
                <a:cubicBezTo>
                  <a:pt x="564474" y="899112"/>
                  <a:pt x="550880" y="912706"/>
                  <a:pt x="534111" y="912706"/>
                </a:cubicBezTo>
                <a:cubicBezTo>
                  <a:pt x="517341" y="912706"/>
                  <a:pt x="503747" y="899112"/>
                  <a:pt x="503747" y="882343"/>
                </a:cubicBezTo>
                <a:cubicBezTo>
                  <a:pt x="503747" y="865573"/>
                  <a:pt x="517341" y="851979"/>
                  <a:pt x="534111" y="851979"/>
                </a:cubicBezTo>
                <a:close/>
                <a:moveTo>
                  <a:pt x="461556" y="851979"/>
                </a:moveTo>
                <a:cubicBezTo>
                  <a:pt x="478326" y="851979"/>
                  <a:pt x="491920" y="865573"/>
                  <a:pt x="491920" y="882343"/>
                </a:cubicBezTo>
                <a:cubicBezTo>
                  <a:pt x="491920" y="899112"/>
                  <a:pt x="478326" y="912706"/>
                  <a:pt x="461556" y="912706"/>
                </a:cubicBezTo>
                <a:cubicBezTo>
                  <a:pt x="444787" y="912706"/>
                  <a:pt x="431192" y="899112"/>
                  <a:pt x="431192" y="882343"/>
                </a:cubicBezTo>
                <a:cubicBezTo>
                  <a:pt x="431192" y="865573"/>
                  <a:pt x="444787" y="851979"/>
                  <a:pt x="461556" y="851979"/>
                </a:cubicBezTo>
                <a:close/>
                <a:moveTo>
                  <a:pt x="389002" y="851979"/>
                </a:moveTo>
                <a:cubicBezTo>
                  <a:pt x="405771" y="851979"/>
                  <a:pt x="419365" y="865573"/>
                  <a:pt x="419365" y="882343"/>
                </a:cubicBezTo>
                <a:cubicBezTo>
                  <a:pt x="419365" y="899112"/>
                  <a:pt x="405771" y="912706"/>
                  <a:pt x="389002" y="912706"/>
                </a:cubicBezTo>
                <a:cubicBezTo>
                  <a:pt x="372232" y="912706"/>
                  <a:pt x="358638" y="899112"/>
                  <a:pt x="358638" y="882343"/>
                </a:cubicBezTo>
                <a:cubicBezTo>
                  <a:pt x="358638" y="865573"/>
                  <a:pt x="372232" y="851979"/>
                  <a:pt x="389002" y="851979"/>
                </a:cubicBezTo>
                <a:close/>
                <a:moveTo>
                  <a:pt x="316447" y="851979"/>
                </a:moveTo>
                <a:cubicBezTo>
                  <a:pt x="333216" y="851979"/>
                  <a:pt x="346810" y="865573"/>
                  <a:pt x="346810" y="882343"/>
                </a:cubicBezTo>
                <a:cubicBezTo>
                  <a:pt x="346810" y="899112"/>
                  <a:pt x="333216" y="912706"/>
                  <a:pt x="316447" y="912706"/>
                </a:cubicBezTo>
                <a:cubicBezTo>
                  <a:pt x="299677" y="912706"/>
                  <a:pt x="286084" y="899112"/>
                  <a:pt x="286084" y="882343"/>
                </a:cubicBezTo>
                <a:cubicBezTo>
                  <a:pt x="286084" y="865573"/>
                  <a:pt x="299677" y="851979"/>
                  <a:pt x="316447" y="851979"/>
                </a:cubicBezTo>
                <a:close/>
                <a:moveTo>
                  <a:pt x="243892" y="851979"/>
                </a:moveTo>
                <a:cubicBezTo>
                  <a:pt x="260662" y="851979"/>
                  <a:pt x="274256" y="865573"/>
                  <a:pt x="274256" y="882343"/>
                </a:cubicBezTo>
                <a:cubicBezTo>
                  <a:pt x="274256" y="899112"/>
                  <a:pt x="260662" y="912706"/>
                  <a:pt x="243892" y="912706"/>
                </a:cubicBezTo>
                <a:cubicBezTo>
                  <a:pt x="227123" y="912706"/>
                  <a:pt x="213529" y="899112"/>
                  <a:pt x="213529" y="882343"/>
                </a:cubicBezTo>
                <a:cubicBezTo>
                  <a:pt x="213529" y="865573"/>
                  <a:pt x="227123" y="851979"/>
                  <a:pt x="243892" y="851979"/>
                </a:cubicBezTo>
                <a:close/>
                <a:moveTo>
                  <a:pt x="171339" y="851979"/>
                </a:moveTo>
                <a:cubicBezTo>
                  <a:pt x="188107" y="851979"/>
                  <a:pt x="201701" y="865573"/>
                  <a:pt x="201701" y="882343"/>
                </a:cubicBezTo>
                <a:cubicBezTo>
                  <a:pt x="201701" y="899112"/>
                  <a:pt x="188107" y="912706"/>
                  <a:pt x="171339" y="912706"/>
                </a:cubicBezTo>
                <a:cubicBezTo>
                  <a:pt x="154651" y="912706"/>
                  <a:pt x="141056" y="899112"/>
                  <a:pt x="141056" y="882343"/>
                </a:cubicBezTo>
                <a:cubicBezTo>
                  <a:pt x="141056" y="865573"/>
                  <a:pt x="154651" y="851979"/>
                  <a:pt x="171339" y="851979"/>
                </a:cubicBezTo>
                <a:close/>
                <a:moveTo>
                  <a:pt x="98877" y="851979"/>
                </a:moveTo>
                <a:cubicBezTo>
                  <a:pt x="115640" y="851979"/>
                  <a:pt x="129234" y="865573"/>
                  <a:pt x="129234" y="882343"/>
                </a:cubicBezTo>
                <a:cubicBezTo>
                  <a:pt x="129234" y="899112"/>
                  <a:pt x="115640" y="912706"/>
                  <a:pt x="98877" y="912706"/>
                </a:cubicBezTo>
                <a:cubicBezTo>
                  <a:pt x="82106" y="912706"/>
                  <a:pt x="68511" y="899112"/>
                  <a:pt x="68511" y="882343"/>
                </a:cubicBezTo>
                <a:cubicBezTo>
                  <a:pt x="68511" y="865573"/>
                  <a:pt x="82106" y="851979"/>
                  <a:pt x="98877" y="851979"/>
                </a:cubicBezTo>
                <a:close/>
                <a:moveTo>
                  <a:pt x="26322" y="851979"/>
                </a:moveTo>
                <a:cubicBezTo>
                  <a:pt x="43087" y="851979"/>
                  <a:pt x="56682" y="865573"/>
                  <a:pt x="56682" y="882343"/>
                </a:cubicBezTo>
                <a:cubicBezTo>
                  <a:pt x="56682" y="899112"/>
                  <a:pt x="43087" y="912706"/>
                  <a:pt x="26322" y="912706"/>
                </a:cubicBezTo>
                <a:cubicBezTo>
                  <a:pt x="17937" y="912706"/>
                  <a:pt x="10346" y="909308"/>
                  <a:pt x="4851" y="903813"/>
                </a:cubicBezTo>
                <a:lnTo>
                  <a:pt x="0" y="892101"/>
                </a:lnTo>
                <a:lnTo>
                  <a:pt x="0" y="872585"/>
                </a:lnTo>
                <a:lnTo>
                  <a:pt x="4851" y="860872"/>
                </a:lnTo>
                <a:cubicBezTo>
                  <a:pt x="10346" y="855378"/>
                  <a:pt x="17937" y="851979"/>
                  <a:pt x="26322" y="851979"/>
                </a:cubicBezTo>
                <a:close/>
                <a:moveTo>
                  <a:pt x="1622429" y="771528"/>
                </a:moveTo>
                <a:lnTo>
                  <a:pt x="1633158" y="773694"/>
                </a:lnTo>
                <a:lnTo>
                  <a:pt x="1618313" y="831424"/>
                </a:lnTo>
                <a:lnTo>
                  <a:pt x="1610610" y="829868"/>
                </a:lnTo>
                <a:cubicBezTo>
                  <a:pt x="1599712" y="825259"/>
                  <a:pt x="1592066" y="814469"/>
                  <a:pt x="1592066" y="801891"/>
                </a:cubicBezTo>
                <a:cubicBezTo>
                  <a:pt x="1592066" y="785122"/>
                  <a:pt x="1605659" y="771528"/>
                  <a:pt x="1622429" y="771528"/>
                </a:cubicBezTo>
                <a:close/>
                <a:moveTo>
                  <a:pt x="1549874" y="771528"/>
                </a:moveTo>
                <a:cubicBezTo>
                  <a:pt x="1566644" y="771528"/>
                  <a:pt x="1580238" y="785122"/>
                  <a:pt x="1580238" y="801891"/>
                </a:cubicBezTo>
                <a:cubicBezTo>
                  <a:pt x="1580238" y="818661"/>
                  <a:pt x="1566644" y="832255"/>
                  <a:pt x="1549874" y="832255"/>
                </a:cubicBezTo>
                <a:cubicBezTo>
                  <a:pt x="1533105" y="832255"/>
                  <a:pt x="1519511" y="818661"/>
                  <a:pt x="1519511" y="801891"/>
                </a:cubicBezTo>
                <a:cubicBezTo>
                  <a:pt x="1519511" y="785122"/>
                  <a:pt x="1533105" y="771528"/>
                  <a:pt x="1549874" y="771528"/>
                </a:cubicBezTo>
                <a:close/>
                <a:moveTo>
                  <a:pt x="1477320" y="771528"/>
                </a:moveTo>
                <a:cubicBezTo>
                  <a:pt x="1494089" y="771528"/>
                  <a:pt x="1507683" y="785122"/>
                  <a:pt x="1507683" y="801891"/>
                </a:cubicBezTo>
                <a:cubicBezTo>
                  <a:pt x="1507683" y="818661"/>
                  <a:pt x="1494089" y="832255"/>
                  <a:pt x="1477320" y="832255"/>
                </a:cubicBezTo>
                <a:cubicBezTo>
                  <a:pt x="1460550" y="832255"/>
                  <a:pt x="1446956" y="818661"/>
                  <a:pt x="1446956" y="801891"/>
                </a:cubicBezTo>
                <a:cubicBezTo>
                  <a:pt x="1446956" y="785122"/>
                  <a:pt x="1460550" y="771528"/>
                  <a:pt x="1477320" y="771528"/>
                </a:cubicBezTo>
                <a:close/>
                <a:moveTo>
                  <a:pt x="1404765" y="771528"/>
                </a:moveTo>
                <a:cubicBezTo>
                  <a:pt x="1421535" y="771528"/>
                  <a:pt x="1435129" y="785122"/>
                  <a:pt x="1435129" y="801891"/>
                </a:cubicBezTo>
                <a:cubicBezTo>
                  <a:pt x="1435129" y="818661"/>
                  <a:pt x="1421535" y="832255"/>
                  <a:pt x="1404765" y="832255"/>
                </a:cubicBezTo>
                <a:cubicBezTo>
                  <a:pt x="1387996" y="832255"/>
                  <a:pt x="1374402" y="818661"/>
                  <a:pt x="1374402" y="801891"/>
                </a:cubicBezTo>
                <a:cubicBezTo>
                  <a:pt x="1374402" y="785122"/>
                  <a:pt x="1387996" y="771528"/>
                  <a:pt x="1404765" y="771528"/>
                </a:cubicBezTo>
                <a:close/>
                <a:moveTo>
                  <a:pt x="1332211" y="771528"/>
                </a:moveTo>
                <a:cubicBezTo>
                  <a:pt x="1348980" y="771528"/>
                  <a:pt x="1362574" y="785122"/>
                  <a:pt x="1362574" y="801891"/>
                </a:cubicBezTo>
                <a:cubicBezTo>
                  <a:pt x="1362574" y="818661"/>
                  <a:pt x="1348980" y="832255"/>
                  <a:pt x="1332211" y="832255"/>
                </a:cubicBezTo>
                <a:cubicBezTo>
                  <a:pt x="1315441" y="832255"/>
                  <a:pt x="1301847" y="818661"/>
                  <a:pt x="1301847" y="801891"/>
                </a:cubicBezTo>
                <a:cubicBezTo>
                  <a:pt x="1301847" y="785122"/>
                  <a:pt x="1315441" y="771528"/>
                  <a:pt x="1332211" y="771528"/>
                </a:cubicBezTo>
                <a:close/>
                <a:moveTo>
                  <a:pt x="1259656" y="771528"/>
                </a:moveTo>
                <a:cubicBezTo>
                  <a:pt x="1276426" y="771528"/>
                  <a:pt x="1290020" y="785122"/>
                  <a:pt x="1290020" y="801891"/>
                </a:cubicBezTo>
                <a:cubicBezTo>
                  <a:pt x="1290020" y="818661"/>
                  <a:pt x="1276426" y="832255"/>
                  <a:pt x="1259656" y="832255"/>
                </a:cubicBezTo>
                <a:cubicBezTo>
                  <a:pt x="1242887" y="832255"/>
                  <a:pt x="1229293" y="818661"/>
                  <a:pt x="1229293" y="801891"/>
                </a:cubicBezTo>
                <a:cubicBezTo>
                  <a:pt x="1229293" y="785122"/>
                  <a:pt x="1242887" y="771528"/>
                  <a:pt x="1259656" y="771528"/>
                </a:cubicBezTo>
                <a:close/>
                <a:moveTo>
                  <a:pt x="1187102" y="771528"/>
                </a:moveTo>
                <a:cubicBezTo>
                  <a:pt x="1203871" y="771528"/>
                  <a:pt x="1217465" y="785122"/>
                  <a:pt x="1217465" y="801891"/>
                </a:cubicBezTo>
                <a:cubicBezTo>
                  <a:pt x="1217465" y="818661"/>
                  <a:pt x="1203871" y="832255"/>
                  <a:pt x="1187102" y="832255"/>
                </a:cubicBezTo>
                <a:cubicBezTo>
                  <a:pt x="1170332" y="832255"/>
                  <a:pt x="1156738" y="818661"/>
                  <a:pt x="1156738" y="801891"/>
                </a:cubicBezTo>
                <a:cubicBezTo>
                  <a:pt x="1156738" y="785122"/>
                  <a:pt x="1170332" y="771528"/>
                  <a:pt x="1187102" y="771528"/>
                </a:cubicBezTo>
                <a:close/>
                <a:moveTo>
                  <a:pt x="1114547" y="771528"/>
                </a:moveTo>
                <a:cubicBezTo>
                  <a:pt x="1131317" y="771528"/>
                  <a:pt x="1144911" y="785122"/>
                  <a:pt x="1144911" y="801891"/>
                </a:cubicBezTo>
                <a:cubicBezTo>
                  <a:pt x="1144911" y="818661"/>
                  <a:pt x="1131317" y="832255"/>
                  <a:pt x="1114547" y="832255"/>
                </a:cubicBezTo>
                <a:cubicBezTo>
                  <a:pt x="1097778" y="832255"/>
                  <a:pt x="1084184" y="818661"/>
                  <a:pt x="1084184" y="801891"/>
                </a:cubicBezTo>
                <a:cubicBezTo>
                  <a:pt x="1084184" y="785122"/>
                  <a:pt x="1097778" y="771528"/>
                  <a:pt x="1114547" y="771528"/>
                </a:cubicBezTo>
                <a:close/>
                <a:moveTo>
                  <a:pt x="1041993" y="771528"/>
                </a:moveTo>
                <a:cubicBezTo>
                  <a:pt x="1058762" y="771528"/>
                  <a:pt x="1072356" y="785122"/>
                  <a:pt x="1072356" y="801891"/>
                </a:cubicBezTo>
                <a:cubicBezTo>
                  <a:pt x="1072356" y="818661"/>
                  <a:pt x="1058762" y="832255"/>
                  <a:pt x="1041993" y="832255"/>
                </a:cubicBezTo>
                <a:cubicBezTo>
                  <a:pt x="1025223" y="832255"/>
                  <a:pt x="1011629" y="818661"/>
                  <a:pt x="1011629" y="801891"/>
                </a:cubicBezTo>
                <a:cubicBezTo>
                  <a:pt x="1011629" y="785122"/>
                  <a:pt x="1025223" y="771528"/>
                  <a:pt x="1041993" y="771528"/>
                </a:cubicBezTo>
                <a:close/>
                <a:moveTo>
                  <a:pt x="969438" y="771528"/>
                </a:moveTo>
                <a:cubicBezTo>
                  <a:pt x="986208" y="771528"/>
                  <a:pt x="999801" y="785122"/>
                  <a:pt x="999801" y="801891"/>
                </a:cubicBezTo>
                <a:cubicBezTo>
                  <a:pt x="999801" y="818661"/>
                  <a:pt x="986208" y="832255"/>
                  <a:pt x="969438" y="832255"/>
                </a:cubicBezTo>
                <a:cubicBezTo>
                  <a:pt x="952669" y="832255"/>
                  <a:pt x="939075" y="818661"/>
                  <a:pt x="939075" y="801891"/>
                </a:cubicBezTo>
                <a:cubicBezTo>
                  <a:pt x="939075" y="785122"/>
                  <a:pt x="952669" y="771528"/>
                  <a:pt x="969438" y="771528"/>
                </a:cubicBezTo>
                <a:close/>
                <a:moveTo>
                  <a:pt x="896883" y="771528"/>
                </a:moveTo>
                <a:cubicBezTo>
                  <a:pt x="913653" y="771528"/>
                  <a:pt x="927247" y="785122"/>
                  <a:pt x="927247" y="801891"/>
                </a:cubicBezTo>
                <a:cubicBezTo>
                  <a:pt x="927247" y="818661"/>
                  <a:pt x="913653" y="832255"/>
                  <a:pt x="896883" y="832255"/>
                </a:cubicBezTo>
                <a:cubicBezTo>
                  <a:pt x="880114" y="832255"/>
                  <a:pt x="866520" y="818661"/>
                  <a:pt x="866520" y="801891"/>
                </a:cubicBezTo>
                <a:cubicBezTo>
                  <a:pt x="866520" y="785122"/>
                  <a:pt x="880114" y="771528"/>
                  <a:pt x="896883" y="771528"/>
                </a:cubicBezTo>
                <a:close/>
                <a:moveTo>
                  <a:pt x="824329" y="771528"/>
                </a:moveTo>
                <a:cubicBezTo>
                  <a:pt x="841098" y="771528"/>
                  <a:pt x="854692" y="785122"/>
                  <a:pt x="854692" y="801891"/>
                </a:cubicBezTo>
                <a:cubicBezTo>
                  <a:pt x="854692" y="818661"/>
                  <a:pt x="841098" y="832255"/>
                  <a:pt x="824329" y="832255"/>
                </a:cubicBezTo>
                <a:cubicBezTo>
                  <a:pt x="807559" y="832255"/>
                  <a:pt x="793965" y="818661"/>
                  <a:pt x="793965" y="801891"/>
                </a:cubicBezTo>
                <a:cubicBezTo>
                  <a:pt x="793965" y="785122"/>
                  <a:pt x="807559" y="771528"/>
                  <a:pt x="824329" y="771528"/>
                </a:cubicBezTo>
                <a:close/>
                <a:moveTo>
                  <a:pt x="751774" y="771528"/>
                </a:moveTo>
                <a:cubicBezTo>
                  <a:pt x="768544" y="771528"/>
                  <a:pt x="782138" y="785122"/>
                  <a:pt x="782138" y="801891"/>
                </a:cubicBezTo>
                <a:cubicBezTo>
                  <a:pt x="782138" y="818661"/>
                  <a:pt x="768544" y="832255"/>
                  <a:pt x="751774" y="832255"/>
                </a:cubicBezTo>
                <a:cubicBezTo>
                  <a:pt x="735005" y="832255"/>
                  <a:pt x="721411" y="818661"/>
                  <a:pt x="721411" y="801891"/>
                </a:cubicBezTo>
                <a:cubicBezTo>
                  <a:pt x="721411" y="785122"/>
                  <a:pt x="735005" y="771528"/>
                  <a:pt x="751774" y="771528"/>
                </a:cubicBezTo>
                <a:close/>
                <a:moveTo>
                  <a:pt x="679220" y="771528"/>
                </a:moveTo>
                <a:cubicBezTo>
                  <a:pt x="695989" y="771528"/>
                  <a:pt x="709583" y="785122"/>
                  <a:pt x="709583" y="801891"/>
                </a:cubicBezTo>
                <a:cubicBezTo>
                  <a:pt x="709583" y="818661"/>
                  <a:pt x="695989" y="832255"/>
                  <a:pt x="679220" y="832255"/>
                </a:cubicBezTo>
                <a:cubicBezTo>
                  <a:pt x="662450" y="832255"/>
                  <a:pt x="648856" y="818661"/>
                  <a:pt x="648856" y="801891"/>
                </a:cubicBezTo>
                <a:cubicBezTo>
                  <a:pt x="648856" y="785122"/>
                  <a:pt x="662450" y="771528"/>
                  <a:pt x="679220" y="771528"/>
                </a:cubicBezTo>
                <a:close/>
                <a:moveTo>
                  <a:pt x="606665" y="771528"/>
                </a:moveTo>
                <a:cubicBezTo>
                  <a:pt x="623435" y="771528"/>
                  <a:pt x="637029" y="785122"/>
                  <a:pt x="637029" y="801891"/>
                </a:cubicBezTo>
                <a:cubicBezTo>
                  <a:pt x="637029" y="818661"/>
                  <a:pt x="623435" y="832255"/>
                  <a:pt x="606665" y="832255"/>
                </a:cubicBezTo>
                <a:cubicBezTo>
                  <a:pt x="589896" y="832255"/>
                  <a:pt x="576302" y="818661"/>
                  <a:pt x="576302" y="801891"/>
                </a:cubicBezTo>
                <a:cubicBezTo>
                  <a:pt x="576302" y="785122"/>
                  <a:pt x="589896" y="771528"/>
                  <a:pt x="606665" y="771528"/>
                </a:cubicBezTo>
                <a:close/>
                <a:moveTo>
                  <a:pt x="534111" y="771528"/>
                </a:moveTo>
                <a:cubicBezTo>
                  <a:pt x="550880" y="771528"/>
                  <a:pt x="564474" y="785122"/>
                  <a:pt x="564474" y="801891"/>
                </a:cubicBezTo>
                <a:cubicBezTo>
                  <a:pt x="564474" y="818661"/>
                  <a:pt x="550880" y="832255"/>
                  <a:pt x="534111" y="832255"/>
                </a:cubicBezTo>
                <a:cubicBezTo>
                  <a:pt x="517341" y="832255"/>
                  <a:pt x="503747" y="818661"/>
                  <a:pt x="503747" y="801891"/>
                </a:cubicBezTo>
                <a:cubicBezTo>
                  <a:pt x="503747" y="785122"/>
                  <a:pt x="517341" y="771528"/>
                  <a:pt x="534111" y="771528"/>
                </a:cubicBezTo>
                <a:close/>
                <a:moveTo>
                  <a:pt x="461556" y="771528"/>
                </a:moveTo>
                <a:cubicBezTo>
                  <a:pt x="478326" y="771528"/>
                  <a:pt x="491920" y="785122"/>
                  <a:pt x="491920" y="801891"/>
                </a:cubicBezTo>
                <a:cubicBezTo>
                  <a:pt x="491920" y="818661"/>
                  <a:pt x="478326" y="832255"/>
                  <a:pt x="461556" y="832255"/>
                </a:cubicBezTo>
                <a:cubicBezTo>
                  <a:pt x="444787" y="832255"/>
                  <a:pt x="431192" y="818661"/>
                  <a:pt x="431192" y="801891"/>
                </a:cubicBezTo>
                <a:cubicBezTo>
                  <a:pt x="431192" y="785122"/>
                  <a:pt x="444787" y="771528"/>
                  <a:pt x="461556" y="771528"/>
                </a:cubicBezTo>
                <a:close/>
                <a:moveTo>
                  <a:pt x="389002" y="771528"/>
                </a:moveTo>
                <a:cubicBezTo>
                  <a:pt x="405771" y="771528"/>
                  <a:pt x="419365" y="785122"/>
                  <a:pt x="419365" y="801891"/>
                </a:cubicBezTo>
                <a:cubicBezTo>
                  <a:pt x="419365" y="818661"/>
                  <a:pt x="405771" y="832255"/>
                  <a:pt x="389002" y="832255"/>
                </a:cubicBezTo>
                <a:cubicBezTo>
                  <a:pt x="372232" y="832255"/>
                  <a:pt x="358638" y="818661"/>
                  <a:pt x="358638" y="801891"/>
                </a:cubicBezTo>
                <a:cubicBezTo>
                  <a:pt x="358638" y="785122"/>
                  <a:pt x="372232" y="771528"/>
                  <a:pt x="389002" y="771528"/>
                </a:cubicBezTo>
                <a:close/>
                <a:moveTo>
                  <a:pt x="316447" y="771528"/>
                </a:moveTo>
                <a:cubicBezTo>
                  <a:pt x="333216" y="771528"/>
                  <a:pt x="346810" y="785122"/>
                  <a:pt x="346810" y="801891"/>
                </a:cubicBezTo>
                <a:cubicBezTo>
                  <a:pt x="346810" y="818661"/>
                  <a:pt x="333216" y="832255"/>
                  <a:pt x="316447" y="832255"/>
                </a:cubicBezTo>
                <a:cubicBezTo>
                  <a:pt x="299677" y="832255"/>
                  <a:pt x="286084" y="818661"/>
                  <a:pt x="286084" y="801891"/>
                </a:cubicBezTo>
                <a:cubicBezTo>
                  <a:pt x="286084" y="785122"/>
                  <a:pt x="299677" y="771528"/>
                  <a:pt x="316447" y="771528"/>
                </a:cubicBezTo>
                <a:close/>
                <a:moveTo>
                  <a:pt x="243892" y="771528"/>
                </a:moveTo>
                <a:cubicBezTo>
                  <a:pt x="260662" y="771528"/>
                  <a:pt x="274256" y="785122"/>
                  <a:pt x="274256" y="801891"/>
                </a:cubicBezTo>
                <a:cubicBezTo>
                  <a:pt x="274256" y="818661"/>
                  <a:pt x="260662" y="832255"/>
                  <a:pt x="243892" y="832255"/>
                </a:cubicBezTo>
                <a:cubicBezTo>
                  <a:pt x="227123" y="832255"/>
                  <a:pt x="213529" y="818661"/>
                  <a:pt x="213529" y="801891"/>
                </a:cubicBezTo>
                <a:cubicBezTo>
                  <a:pt x="213529" y="785122"/>
                  <a:pt x="227123" y="771528"/>
                  <a:pt x="243892" y="771528"/>
                </a:cubicBezTo>
                <a:close/>
                <a:moveTo>
                  <a:pt x="171339" y="771528"/>
                </a:moveTo>
                <a:cubicBezTo>
                  <a:pt x="188107" y="771528"/>
                  <a:pt x="201701" y="785122"/>
                  <a:pt x="201701" y="801891"/>
                </a:cubicBezTo>
                <a:cubicBezTo>
                  <a:pt x="201701" y="818661"/>
                  <a:pt x="188107" y="832255"/>
                  <a:pt x="171339" y="832255"/>
                </a:cubicBezTo>
                <a:cubicBezTo>
                  <a:pt x="154656" y="832255"/>
                  <a:pt x="141062" y="818661"/>
                  <a:pt x="141062" y="801891"/>
                </a:cubicBezTo>
                <a:cubicBezTo>
                  <a:pt x="141062" y="785122"/>
                  <a:pt x="154656" y="771528"/>
                  <a:pt x="171339" y="771528"/>
                </a:cubicBezTo>
                <a:close/>
                <a:moveTo>
                  <a:pt x="98884" y="771528"/>
                </a:moveTo>
                <a:cubicBezTo>
                  <a:pt x="115646" y="771528"/>
                  <a:pt x="129240" y="785122"/>
                  <a:pt x="129240" y="801891"/>
                </a:cubicBezTo>
                <a:cubicBezTo>
                  <a:pt x="129240" y="818661"/>
                  <a:pt x="115646" y="832255"/>
                  <a:pt x="98884" y="832255"/>
                </a:cubicBezTo>
                <a:cubicBezTo>
                  <a:pt x="82112" y="832255"/>
                  <a:pt x="68517" y="818661"/>
                  <a:pt x="68517" y="801891"/>
                </a:cubicBezTo>
                <a:cubicBezTo>
                  <a:pt x="68517" y="785122"/>
                  <a:pt x="82112" y="771528"/>
                  <a:pt x="98884" y="771528"/>
                </a:cubicBezTo>
                <a:close/>
                <a:moveTo>
                  <a:pt x="26329" y="771528"/>
                </a:moveTo>
                <a:cubicBezTo>
                  <a:pt x="43093" y="771528"/>
                  <a:pt x="56688" y="785122"/>
                  <a:pt x="56688" y="801891"/>
                </a:cubicBezTo>
                <a:cubicBezTo>
                  <a:pt x="56688" y="818661"/>
                  <a:pt x="43093" y="832255"/>
                  <a:pt x="26329" y="832255"/>
                </a:cubicBezTo>
                <a:cubicBezTo>
                  <a:pt x="17944" y="832255"/>
                  <a:pt x="10353" y="828857"/>
                  <a:pt x="4858" y="823362"/>
                </a:cubicBezTo>
                <a:lnTo>
                  <a:pt x="0" y="811633"/>
                </a:lnTo>
                <a:lnTo>
                  <a:pt x="0" y="792150"/>
                </a:lnTo>
                <a:lnTo>
                  <a:pt x="4858" y="780421"/>
                </a:lnTo>
                <a:cubicBezTo>
                  <a:pt x="10353" y="774927"/>
                  <a:pt x="17944" y="771528"/>
                  <a:pt x="26329" y="771528"/>
                </a:cubicBezTo>
                <a:close/>
                <a:moveTo>
                  <a:pt x="1622429" y="691076"/>
                </a:moveTo>
                <a:cubicBezTo>
                  <a:pt x="1630814" y="691076"/>
                  <a:pt x="1638404" y="694475"/>
                  <a:pt x="1643899" y="699969"/>
                </a:cubicBezTo>
                <a:lnTo>
                  <a:pt x="1647739" y="709237"/>
                </a:lnTo>
                <a:lnTo>
                  <a:pt x="1644828" y="728305"/>
                </a:lnTo>
                <a:lnTo>
                  <a:pt x="1640480" y="745215"/>
                </a:lnTo>
                <a:lnTo>
                  <a:pt x="1634248" y="749417"/>
                </a:lnTo>
                <a:cubicBezTo>
                  <a:pt x="1630615" y="750953"/>
                  <a:pt x="1626621" y="751803"/>
                  <a:pt x="1622429" y="751803"/>
                </a:cubicBezTo>
                <a:cubicBezTo>
                  <a:pt x="1605659" y="751803"/>
                  <a:pt x="1592066" y="738209"/>
                  <a:pt x="1592066" y="721440"/>
                </a:cubicBezTo>
                <a:cubicBezTo>
                  <a:pt x="1592066" y="704670"/>
                  <a:pt x="1605659" y="691076"/>
                  <a:pt x="1622429" y="691076"/>
                </a:cubicBezTo>
                <a:close/>
                <a:moveTo>
                  <a:pt x="1549874" y="691076"/>
                </a:moveTo>
                <a:cubicBezTo>
                  <a:pt x="1566644" y="691076"/>
                  <a:pt x="1580238" y="704670"/>
                  <a:pt x="1580238" y="721440"/>
                </a:cubicBezTo>
                <a:cubicBezTo>
                  <a:pt x="1580238" y="738209"/>
                  <a:pt x="1566644" y="751803"/>
                  <a:pt x="1549874" y="751803"/>
                </a:cubicBezTo>
                <a:cubicBezTo>
                  <a:pt x="1533105" y="751803"/>
                  <a:pt x="1519511" y="738209"/>
                  <a:pt x="1519511" y="721440"/>
                </a:cubicBezTo>
                <a:cubicBezTo>
                  <a:pt x="1519511" y="704670"/>
                  <a:pt x="1533105" y="691076"/>
                  <a:pt x="1549874" y="691076"/>
                </a:cubicBezTo>
                <a:close/>
                <a:moveTo>
                  <a:pt x="1477320" y="691076"/>
                </a:moveTo>
                <a:cubicBezTo>
                  <a:pt x="1494089" y="691076"/>
                  <a:pt x="1507683" y="704670"/>
                  <a:pt x="1507683" y="721440"/>
                </a:cubicBezTo>
                <a:cubicBezTo>
                  <a:pt x="1507683" y="738209"/>
                  <a:pt x="1494089" y="751803"/>
                  <a:pt x="1477320" y="751803"/>
                </a:cubicBezTo>
                <a:cubicBezTo>
                  <a:pt x="1460550" y="751803"/>
                  <a:pt x="1446956" y="738209"/>
                  <a:pt x="1446956" y="721440"/>
                </a:cubicBezTo>
                <a:cubicBezTo>
                  <a:pt x="1446956" y="704670"/>
                  <a:pt x="1460550" y="691076"/>
                  <a:pt x="1477320" y="691076"/>
                </a:cubicBezTo>
                <a:close/>
                <a:moveTo>
                  <a:pt x="1404765" y="691076"/>
                </a:moveTo>
                <a:cubicBezTo>
                  <a:pt x="1421535" y="691076"/>
                  <a:pt x="1435129" y="704670"/>
                  <a:pt x="1435129" y="721440"/>
                </a:cubicBezTo>
                <a:cubicBezTo>
                  <a:pt x="1435129" y="738209"/>
                  <a:pt x="1421535" y="751803"/>
                  <a:pt x="1404765" y="751803"/>
                </a:cubicBezTo>
                <a:cubicBezTo>
                  <a:pt x="1387996" y="751803"/>
                  <a:pt x="1374402" y="738209"/>
                  <a:pt x="1374402" y="721440"/>
                </a:cubicBezTo>
                <a:cubicBezTo>
                  <a:pt x="1374402" y="704670"/>
                  <a:pt x="1387996" y="691076"/>
                  <a:pt x="1404765" y="691076"/>
                </a:cubicBezTo>
                <a:close/>
                <a:moveTo>
                  <a:pt x="1332211" y="691076"/>
                </a:moveTo>
                <a:cubicBezTo>
                  <a:pt x="1348980" y="691076"/>
                  <a:pt x="1362574" y="704670"/>
                  <a:pt x="1362574" y="721440"/>
                </a:cubicBezTo>
                <a:cubicBezTo>
                  <a:pt x="1362574" y="738209"/>
                  <a:pt x="1348980" y="751803"/>
                  <a:pt x="1332211" y="751803"/>
                </a:cubicBezTo>
                <a:cubicBezTo>
                  <a:pt x="1315441" y="751803"/>
                  <a:pt x="1301847" y="738209"/>
                  <a:pt x="1301847" y="721440"/>
                </a:cubicBezTo>
                <a:cubicBezTo>
                  <a:pt x="1301847" y="704670"/>
                  <a:pt x="1315441" y="691076"/>
                  <a:pt x="1332211" y="691076"/>
                </a:cubicBezTo>
                <a:close/>
                <a:moveTo>
                  <a:pt x="1259656" y="691076"/>
                </a:moveTo>
                <a:cubicBezTo>
                  <a:pt x="1276426" y="691076"/>
                  <a:pt x="1290020" y="704670"/>
                  <a:pt x="1290020" y="721440"/>
                </a:cubicBezTo>
                <a:cubicBezTo>
                  <a:pt x="1290020" y="738209"/>
                  <a:pt x="1276426" y="751803"/>
                  <a:pt x="1259656" y="751803"/>
                </a:cubicBezTo>
                <a:cubicBezTo>
                  <a:pt x="1242887" y="751803"/>
                  <a:pt x="1229293" y="738209"/>
                  <a:pt x="1229293" y="721440"/>
                </a:cubicBezTo>
                <a:cubicBezTo>
                  <a:pt x="1229293" y="704670"/>
                  <a:pt x="1242887" y="691076"/>
                  <a:pt x="1259656" y="691076"/>
                </a:cubicBezTo>
                <a:close/>
                <a:moveTo>
                  <a:pt x="1187102" y="691076"/>
                </a:moveTo>
                <a:cubicBezTo>
                  <a:pt x="1203871" y="691076"/>
                  <a:pt x="1217465" y="704670"/>
                  <a:pt x="1217465" y="721440"/>
                </a:cubicBezTo>
                <a:cubicBezTo>
                  <a:pt x="1217465" y="738209"/>
                  <a:pt x="1203871" y="751803"/>
                  <a:pt x="1187102" y="751803"/>
                </a:cubicBezTo>
                <a:cubicBezTo>
                  <a:pt x="1170332" y="751803"/>
                  <a:pt x="1156738" y="738209"/>
                  <a:pt x="1156738" y="721440"/>
                </a:cubicBezTo>
                <a:cubicBezTo>
                  <a:pt x="1156738" y="704670"/>
                  <a:pt x="1170332" y="691076"/>
                  <a:pt x="1187102" y="691076"/>
                </a:cubicBezTo>
                <a:close/>
                <a:moveTo>
                  <a:pt x="1114547" y="691076"/>
                </a:moveTo>
                <a:cubicBezTo>
                  <a:pt x="1131317" y="691076"/>
                  <a:pt x="1144911" y="704670"/>
                  <a:pt x="1144911" y="721440"/>
                </a:cubicBezTo>
                <a:cubicBezTo>
                  <a:pt x="1144911" y="738209"/>
                  <a:pt x="1131317" y="751803"/>
                  <a:pt x="1114547" y="751803"/>
                </a:cubicBezTo>
                <a:cubicBezTo>
                  <a:pt x="1097778" y="751803"/>
                  <a:pt x="1084184" y="738209"/>
                  <a:pt x="1084184" y="721440"/>
                </a:cubicBezTo>
                <a:cubicBezTo>
                  <a:pt x="1084184" y="704670"/>
                  <a:pt x="1097778" y="691076"/>
                  <a:pt x="1114547" y="691076"/>
                </a:cubicBezTo>
                <a:close/>
                <a:moveTo>
                  <a:pt x="1041993" y="691076"/>
                </a:moveTo>
                <a:cubicBezTo>
                  <a:pt x="1058762" y="691076"/>
                  <a:pt x="1072356" y="704670"/>
                  <a:pt x="1072356" y="721440"/>
                </a:cubicBezTo>
                <a:cubicBezTo>
                  <a:pt x="1072356" y="738209"/>
                  <a:pt x="1058762" y="751803"/>
                  <a:pt x="1041993" y="751803"/>
                </a:cubicBezTo>
                <a:cubicBezTo>
                  <a:pt x="1025223" y="751803"/>
                  <a:pt x="1011629" y="738209"/>
                  <a:pt x="1011629" y="721440"/>
                </a:cubicBezTo>
                <a:cubicBezTo>
                  <a:pt x="1011629" y="704670"/>
                  <a:pt x="1025223" y="691076"/>
                  <a:pt x="1041993" y="691076"/>
                </a:cubicBezTo>
                <a:close/>
                <a:moveTo>
                  <a:pt x="969438" y="691076"/>
                </a:moveTo>
                <a:cubicBezTo>
                  <a:pt x="986208" y="691076"/>
                  <a:pt x="999801" y="704670"/>
                  <a:pt x="999801" y="721440"/>
                </a:cubicBezTo>
                <a:cubicBezTo>
                  <a:pt x="999801" y="738209"/>
                  <a:pt x="986208" y="751803"/>
                  <a:pt x="969438" y="751803"/>
                </a:cubicBezTo>
                <a:cubicBezTo>
                  <a:pt x="952669" y="751803"/>
                  <a:pt x="939075" y="738209"/>
                  <a:pt x="939075" y="721440"/>
                </a:cubicBezTo>
                <a:cubicBezTo>
                  <a:pt x="939075" y="704670"/>
                  <a:pt x="952669" y="691076"/>
                  <a:pt x="969438" y="691076"/>
                </a:cubicBezTo>
                <a:close/>
                <a:moveTo>
                  <a:pt x="896883" y="691076"/>
                </a:moveTo>
                <a:cubicBezTo>
                  <a:pt x="913653" y="691076"/>
                  <a:pt x="927247" y="704670"/>
                  <a:pt x="927247" y="721440"/>
                </a:cubicBezTo>
                <a:cubicBezTo>
                  <a:pt x="927247" y="738209"/>
                  <a:pt x="913653" y="751803"/>
                  <a:pt x="896883" y="751803"/>
                </a:cubicBezTo>
                <a:cubicBezTo>
                  <a:pt x="880114" y="751803"/>
                  <a:pt x="866520" y="738209"/>
                  <a:pt x="866520" y="721440"/>
                </a:cubicBezTo>
                <a:cubicBezTo>
                  <a:pt x="866520" y="704670"/>
                  <a:pt x="880114" y="691076"/>
                  <a:pt x="896883" y="691076"/>
                </a:cubicBezTo>
                <a:close/>
                <a:moveTo>
                  <a:pt x="824329" y="691076"/>
                </a:moveTo>
                <a:cubicBezTo>
                  <a:pt x="841098" y="691076"/>
                  <a:pt x="854692" y="704670"/>
                  <a:pt x="854692" y="721440"/>
                </a:cubicBezTo>
                <a:cubicBezTo>
                  <a:pt x="854692" y="738209"/>
                  <a:pt x="841098" y="751803"/>
                  <a:pt x="824329" y="751803"/>
                </a:cubicBezTo>
                <a:cubicBezTo>
                  <a:pt x="807559" y="751803"/>
                  <a:pt x="793965" y="738209"/>
                  <a:pt x="793965" y="721440"/>
                </a:cubicBezTo>
                <a:cubicBezTo>
                  <a:pt x="793965" y="704670"/>
                  <a:pt x="807559" y="691076"/>
                  <a:pt x="824329" y="691076"/>
                </a:cubicBezTo>
                <a:close/>
                <a:moveTo>
                  <a:pt x="751774" y="691076"/>
                </a:moveTo>
                <a:cubicBezTo>
                  <a:pt x="768544" y="691076"/>
                  <a:pt x="782138" y="704670"/>
                  <a:pt x="782138" y="721440"/>
                </a:cubicBezTo>
                <a:cubicBezTo>
                  <a:pt x="782138" y="738209"/>
                  <a:pt x="768544" y="751803"/>
                  <a:pt x="751774" y="751803"/>
                </a:cubicBezTo>
                <a:cubicBezTo>
                  <a:pt x="735005" y="751803"/>
                  <a:pt x="721411" y="738209"/>
                  <a:pt x="721411" y="721440"/>
                </a:cubicBezTo>
                <a:cubicBezTo>
                  <a:pt x="721411" y="704670"/>
                  <a:pt x="735005" y="691076"/>
                  <a:pt x="751774" y="691076"/>
                </a:cubicBezTo>
                <a:close/>
                <a:moveTo>
                  <a:pt x="679220" y="691076"/>
                </a:moveTo>
                <a:cubicBezTo>
                  <a:pt x="695989" y="691076"/>
                  <a:pt x="709583" y="704670"/>
                  <a:pt x="709583" y="721440"/>
                </a:cubicBezTo>
                <a:cubicBezTo>
                  <a:pt x="709583" y="738209"/>
                  <a:pt x="695989" y="751803"/>
                  <a:pt x="679220" y="751803"/>
                </a:cubicBezTo>
                <a:cubicBezTo>
                  <a:pt x="662450" y="751803"/>
                  <a:pt x="648856" y="738209"/>
                  <a:pt x="648856" y="721440"/>
                </a:cubicBezTo>
                <a:cubicBezTo>
                  <a:pt x="648856" y="704670"/>
                  <a:pt x="662450" y="691076"/>
                  <a:pt x="679220" y="691076"/>
                </a:cubicBezTo>
                <a:close/>
                <a:moveTo>
                  <a:pt x="606665" y="691076"/>
                </a:moveTo>
                <a:cubicBezTo>
                  <a:pt x="623435" y="691076"/>
                  <a:pt x="637029" y="704670"/>
                  <a:pt x="637029" y="721440"/>
                </a:cubicBezTo>
                <a:cubicBezTo>
                  <a:pt x="637029" y="738209"/>
                  <a:pt x="623435" y="751803"/>
                  <a:pt x="606665" y="751803"/>
                </a:cubicBezTo>
                <a:cubicBezTo>
                  <a:pt x="589896" y="751803"/>
                  <a:pt x="576302" y="738209"/>
                  <a:pt x="576302" y="721440"/>
                </a:cubicBezTo>
                <a:cubicBezTo>
                  <a:pt x="576302" y="704670"/>
                  <a:pt x="589896" y="691076"/>
                  <a:pt x="606665" y="691076"/>
                </a:cubicBezTo>
                <a:close/>
                <a:moveTo>
                  <a:pt x="534111" y="691076"/>
                </a:moveTo>
                <a:cubicBezTo>
                  <a:pt x="550880" y="691076"/>
                  <a:pt x="564474" y="704670"/>
                  <a:pt x="564474" y="721440"/>
                </a:cubicBezTo>
                <a:cubicBezTo>
                  <a:pt x="564474" y="738209"/>
                  <a:pt x="550880" y="751803"/>
                  <a:pt x="534111" y="751803"/>
                </a:cubicBezTo>
                <a:cubicBezTo>
                  <a:pt x="517341" y="751803"/>
                  <a:pt x="503747" y="738209"/>
                  <a:pt x="503747" y="721440"/>
                </a:cubicBezTo>
                <a:cubicBezTo>
                  <a:pt x="503747" y="704670"/>
                  <a:pt x="517341" y="691076"/>
                  <a:pt x="534111" y="691076"/>
                </a:cubicBezTo>
                <a:close/>
                <a:moveTo>
                  <a:pt x="461556" y="691076"/>
                </a:moveTo>
                <a:cubicBezTo>
                  <a:pt x="478326" y="691076"/>
                  <a:pt x="491920" y="704670"/>
                  <a:pt x="491920" y="721440"/>
                </a:cubicBezTo>
                <a:cubicBezTo>
                  <a:pt x="491920" y="738209"/>
                  <a:pt x="478326" y="751803"/>
                  <a:pt x="461556" y="751803"/>
                </a:cubicBezTo>
                <a:cubicBezTo>
                  <a:pt x="444787" y="751803"/>
                  <a:pt x="431192" y="738209"/>
                  <a:pt x="431192" y="721440"/>
                </a:cubicBezTo>
                <a:cubicBezTo>
                  <a:pt x="431192" y="704670"/>
                  <a:pt x="444787" y="691076"/>
                  <a:pt x="461556" y="691076"/>
                </a:cubicBezTo>
                <a:close/>
                <a:moveTo>
                  <a:pt x="389002" y="691076"/>
                </a:moveTo>
                <a:cubicBezTo>
                  <a:pt x="405771" y="691076"/>
                  <a:pt x="419365" y="704670"/>
                  <a:pt x="419365" y="721440"/>
                </a:cubicBezTo>
                <a:cubicBezTo>
                  <a:pt x="419365" y="738209"/>
                  <a:pt x="405771" y="751803"/>
                  <a:pt x="389002" y="751803"/>
                </a:cubicBezTo>
                <a:cubicBezTo>
                  <a:pt x="372232" y="751803"/>
                  <a:pt x="358638" y="738209"/>
                  <a:pt x="358638" y="721440"/>
                </a:cubicBezTo>
                <a:cubicBezTo>
                  <a:pt x="358638" y="704670"/>
                  <a:pt x="372232" y="691076"/>
                  <a:pt x="389002" y="691076"/>
                </a:cubicBezTo>
                <a:close/>
                <a:moveTo>
                  <a:pt x="316447" y="691076"/>
                </a:moveTo>
                <a:cubicBezTo>
                  <a:pt x="333216" y="691076"/>
                  <a:pt x="346810" y="704670"/>
                  <a:pt x="346810" y="721440"/>
                </a:cubicBezTo>
                <a:cubicBezTo>
                  <a:pt x="346810" y="738209"/>
                  <a:pt x="333216" y="751803"/>
                  <a:pt x="316447" y="751803"/>
                </a:cubicBezTo>
                <a:cubicBezTo>
                  <a:pt x="299677" y="751803"/>
                  <a:pt x="286084" y="738209"/>
                  <a:pt x="286084" y="721440"/>
                </a:cubicBezTo>
                <a:cubicBezTo>
                  <a:pt x="286084" y="704670"/>
                  <a:pt x="299677" y="691076"/>
                  <a:pt x="316447" y="691076"/>
                </a:cubicBezTo>
                <a:close/>
                <a:moveTo>
                  <a:pt x="243892" y="691076"/>
                </a:moveTo>
                <a:cubicBezTo>
                  <a:pt x="260662" y="691076"/>
                  <a:pt x="274256" y="704670"/>
                  <a:pt x="274256" y="721440"/>
                </a:cubicBezTo>
                <a:cubicBezTo>
                  <a:pt x="274256" y="738209"/>
                  <a:pt x="260662" y="751803"/>
                  <a:pt x="243892" y="751803"/>
                </a:cubicBezTo>
                <a:cubicBezTo>
                  <a:pt x="227123" y="751803"/>
                  <a:pt x="213529" y="738209"/>
                  <a:pt x="213529" y="721440"/>
                </a:cubicBezTo>
                <a:cubicBezTo>
                  <a:pt x="213529" y="704670"/>
                  <a:pt x="227123" y="691076"/>
                  <a:pt x="243892" y="691076"/>
                </a:cubicBezTo>
                <a:close/>
                <a:moveTo>
                  <a:pt x="171339" y="691076"/>
                </a:moveTo>
                <a:cubicBezTo>
                  <a:pt x="188107" y="691076"/>
                  <a:pt x="201701" y="704670"/>
                  <a:pt x="201701" y="721440"/>
                </a:cubicBezTo>
                <a:cubicBezTo>
                  <a:pt x="201701" y="738209"/>
                  <a:pt x="188107" y="751803"/>
                  <a:pt x="171339" y="751803"/>
                </a:cubicBezTo>
                <a:cubicBezTo>
                  <a:pt x="154662" y="751803"/>
                  <a:pt x="141067" y="738209"/>
                  <a:pt x="141067" y="721440"/>
                </a:cubicBezTo>
                <a:cubicBezTo>
                  <a:pt x="141067" y="704670"/>
                  <a:pt x="154662" y="691076"/>
                  <a:pt x="171339" y="691076"/>
                </a:cubicBezTo>
                <a:close/>
                <a:moveTo>
                  <a:pt x="98890" y="691076"/>
                </a:moveTo>
                <a:cubicBezTo>
                  <a:pt x="115653" y="691076"/>
                  <a:pt x="129246" y="704670"/>
                  <a:pt x="129246" y="721440"/>
                </a:cubicBezTo>
                <a:cubicBezTo>
                  <a:pt x="129246" y="738209"/>
                  <a:pt x="115653" y="751803"/>
                  <a:pt x="98890" y="751803"/>
                </a:cubicBezTo>
                <a:cubicBezTo>
                  <a:pt x="82117" y="751803"/>
                  <a:pt x="68523" y="738209"/>
                  <a:pt x="68523" y="721440"/>
                </a:cubicBezTo>
                <a:cubicBezTo>
                  <a:pt x="68523" y="704670"/>
                  <a:pt x="82117" y="691076"/>
                  <a:pt x="98890" y="691076"/>
                </a:cubicBezTo>
                <a:close/>
                <a:moveTo>
                  <a:pt x="26336" y="691076"/>
                </a:moveTo>
                <a:cubicBezTo>
                  <a:pt x="43099" y="691076"/>
                  <a:pt x="56694" y="704670"/>
                  <a:pt x="56694" y="721440"/>
                </a:cubicBezTo>
                <a:cubicBezTo>
                  <a:pt x="56694" y="738209"/>
                  <a:pt x="43099" y="751803"/>
                  <a:pt x="26336" y="751803"/>
                </a:cubicBezTo>
                <a:cubicBezTo>
                  <a:pt x="17950" y="751803"/>
                  <a:pt x="10359" y="748405"/>
                  <a:pt x="4864" y="742910"/>
                </a:cubicBezTo>
                <a:lnTo>
                  <a:pt x="0" y="731167"/>
                </a:lnTo>
                <a:lnTo>
                  <a:pt x="0" y="711713"/>
                </a:lnTo>
                <a:lnTo>
                  <a:pt x="4864" y="699969"/>
                </a:lnTo>
                <a:cubicBezTo>
                  <a:pt x="10359" y="694475"/>
                  <a:pt x="17950" y="691076"/>
                  <a:pt x="26336" y="691076"/>
                </a:cubicBezTo>
                <a:close/>
                <a:moveTo>
                  <a:pt x="1622429" y="610624"/>
                </a:moveTo>
                <a:cubicBezTo>
                  <a:pt x="1639199" y="610624"/>
                  <a:pt x="1652792" y="624218"/>
                  <a:pt x="1652792" y="640988"/>
                </a:cubicBezTo>
                <a:cubicBezTo>
                  <a:pt x="1652792" y="657757"/>
                  <a:pt x="1639199" y="671351"/>
                  <a:pt x="1622429" y="671351"/>
                </a:cubicBezTo>
                <a:cubicBezTo>
                  <a:pt x="1605659" y="671351"/>
                  <a:pt x="1592066" y="657757"/>
                  <a:pt x="1592066" y="640988"/>
                </a:cubicBezTo>
                <a:cubicBezTo>
                  <a:pt x="1592066" y="624218"/>
                  <a:pt x="1605659" y="610624"/>
                  <a:pt x="1622429" y="610624"/>
                </a:cubicBezTo>
                <a:close/>
                <a:moveTo>
                  <a:pt x="1549874" y="610624"/>
                </a:moveTo>
                <a:cubicBezTo>
                  <a:pt x="1566644" y="610624"/>
                  <a:pt x="1580238" y="624218"/>
                  <a:pt x="1580238" y="640988"/>
                </a:cubicBezTo>
                <a:cubicBezTo>
                  <a:pt x="1580238" y="657757"/>
                  <a:pt x="1566644" y="671351"/>
                  <a:pt x="1549874" y="671351"/>
                </a:cubicBezTo>
                <a:cubicBezTo>
                  <a:pt x="1533105" y="671351"/>
                  <a:pt x="1519511" y="657757"/>
                  <a:pt x="1519511" y="640988"/>
                </a:cubicBezTo>
                <a:cubicBezTo>
                  <a:pt x="1519511" y="624218"/>
                  <a:pt x="1533105" y="610624"/>
                  <a:pt x="1549874" y="610624"/>
                </a:cubicBezTo>
                <a:close/>
                <a:moveTo>
                  <a:pt x="1477320" y="610624"/>
                </a:moveTo>
                <a:cubicBezTo>
                  <a:pt x="1494089" y="610624"/>
                  <a:pt x="1507683" y="624218"/>
                  <a:pt x="1507683" y="640988"/>
                </a:cubicBezTo>
                <a:cubicBezTo>
                  <a:pt x="1507683" y="657757"/>
                  <a:pt x="1494089" y="671351"/>
                  <a:pt x="1477320" y="671351"/>
                </a:cubicBezTo>
                <a:cubicBezTo>
                  <a:pt x="1460550" y="671351"/>
                  <a:pt x="1446956" y="657757"/>
                  <a:pt x="1446956" y="640988"/>
                </a:cubicBezTo>
                <a:cubicBezTo>
                  <a:pt x="1446956" y="624218"/>
                  <a:pt x="1460550" y="610624"/>
                  <a:pt x="1477320" y="610624"/>
                </a:cubicBezTo>
                <a:close/>
                <a:moveTo>
                  <a:pt x="1404765" y="610624"/>
                </a:moveTo>
                <a:cubicBezTo>
                  <a:pt x="1421535" y="610624"/>
                  <a:pt x="1435129" y="624218"/>
                  <a:pt x="1435129" y="640988"/>
                </a:cubicBezTo>
                <a:cubicBezTo>
                  <a:pt x="1435129" y="657757"/>
                  <a:pt x="1421535" y="671351"/>
                  <a:pt x="1404765" y="671351"/>
                </a:cubicBezTo>
                <a:cubicBezTo>
                  <a:pt x="1387996" y="671351"/>
                  <a:pt x="1374402" y="657757"/>
                  <a:pt x="1374402" y="640988"/>
                </a:cubicBezTo>
                <a:cubicBezTo>
                  <a:pt x="1374402" y="624218"/>
                  <a:pt x="1387996" y="610624"/>
                  <a:pt x="1404765" y="610624"/>
                </a:cubicBezTo>
                <a:close/>
                <a:moveTo>
                  <a:pt x="1332211" y="610624"/>
                </a:moveTo>
                <a:cubicBezTo>
                  <a:pt x="1348980" y="610624"/>
                  <a:pt x="1362574" y="624218"/>
                  <a:pt x="1362574" y="640988"/>
                </a:cubicBezTo>
                <a:cubicBezTo>
                  <a:pt x="1362574" y="657757"/>
                  <a:pt x="1348980" y="671351"/>
                  <a:pt x="1332211" y="671351"/>
                </a:cubicBezTo>
                <a:cubicBezTo>
                  <a:pt x="1315441" y="671351"/>
                  <a:pt x="1301847" y="657757"/>
                  <a:pt x="1301847" y="640988"/>
                </a:cubicBezTo>
                <a:cubicBezTo>
                  <a:pt x="1301847" y="624218"/>
                  <a:pt x="1315441" y="610624"/>
                  <a:pt x="1332211" y="610624"/>
                </a:cubicBezTo>
                <a:close/>
                <a:moveTo>
                  <a:pt x="1259656" y="610624"/>
                </a:moveTo>
                <a:cubicBezTo>
                  <a:pt x="1276426" y="610624"/>
                  <a:pt x="1290020" y="624218"/>
                  <a:pt x="1290020" y="640988"/>
                </a:cubicBezTo>
                <a:cubicBezTo>
                  <a:pt x="1290020" y="657757"/>
                  <a:pt x="1276426" y="671351"/>
                  <a:pt x="1259656" y="671351"/>
                </a:cubicBezTo>
                <a:cubicBezTo>
                  <a:pt x="1242887" y="671351"/>
                  <a:pt x="1229293" y="657757"/>
                  <a:pt x="1229293" y="640988"/>
                </a:cubicBezTo>
                <a:cubicBezTo>
                  <a:pt x="1229293" y="624218"/>
                  <a:pt x="1242887" y="610624"/>
                  <a:pt x="1259656" y="610624"/>
                </a:cubicBezTo>
                <a:close/>
                <a:moveTo>
                  <a:pt x="1187102" y="610624"/>
                </a:moveTo>
                <a:cubicBezTo>
                  <a:pt x="1203871" y="610624"/>
                  <a:pt x="1217465" y="624218"/>
                  <a:pt x="1217465" y="640988"/>
                </a:cubicBezTo>
                <a:cubicBezTo>
                  <a:pt x="1217465" y="657757"/>
                  <a:pt x="1203871" y="671351"/>
                  <a:pt x="1187102" y="671351"/>
                </a:cubicBezTo>
                <a:cubicBezTo>
                  <a:pt x="1170332" y="671351"/>
                  <a:pt x="1156738" y="657757"/>
                  <a:pt x="1156738" y="640988"/>
                </a:cubicBezTo>
                <a:cubicBezTo>
                  <a:pt x="1156738" y="624218"/>
                  <a:pt x="1170332" y="610624"/>
                  <a:pt x="1187102" y="610624"/>
                </a:cubicBezTo>
                <a:close/>
                <a:moveTo>
                  <a:pt x="1114547" y="610624"/>
                </a:moveTo>
                <a:cubicBezTo>
                  <a:pt x="1131317" y="610624"/>
                  <a:pt x="1144911" y="624218"/>
                  <a:pt x="1144911" y="640988"/>
                </a:cubicBezTo>
                <a:cubicBezTo>
                  <a:pt x="1144911" y="657757"/>
                  <a:pt x="1131317" y="671351"/>
                  <a:pt x="1114547" y="671351"/>
                </a:cubicBezTo>
                <a:cubicBezTo>
                  <a:pt x="1097778" y="671351"/>
                  <a:pt x="1084184" y="657757"/>
                  <a:pt x="1084184" y="640988"/>
                </a:cubicBezTo>
                <a:cubicBezTo>
                  <a:pt x="1084184" y="624218"/>
                  <a:pt x="1097778" y="610624"/>
                  <a:pt x="1114547" y="610624"/>
                </a:cubicBezTo>
                <a:close/>
                <a:moveTo>
                  <a:pt x="1041993" y="610624"/>
                </a:moveTo>
                <a:cubicBezTo>
                  <a:pt x="1058762" y="610624"/>
                  <a:pt x="1072356" y="624218"/>
                  <a:pt x="1072356" y="640988"/>
                </a:cubicBezTo>
                <a:cubicBezTo>
                  <a:pt x="1072356" y="657757"/>
                  <a:pt x="1058762" y="671351"/>
                  <a:pt x="1041993" y="671351"/>
                </a:cubicBezTo>
                <a:cubicBezTo>
                  <a:pt x="1025223" y="671351"/>
                  <a:pt x="1011629" y="657757"/>
                  <a:pt x="1011629" y="640988"/>
                </a:cubicBezTo>
                <a:cubicBezTo>
                  <a:pt x="1011629" y="624218"/>
                  <a:pt x="1025223" y="610624"/>
                  <a:pt x="1041993" y="610624"/>
                </a:cubicBezTo>
                <a:close/>
                <a:moveTo>
                  <a:pt x="969438" y="610624"/>
                </a:moveTo>
                <a:cubicBezTo>
                  <a:pt x="986208" y="610624"/>
                  <a:pt x="999801" y="624218"/>
                  <a:pt x="999801" y="640988"/>
                </a:cubicBezTo>
                <a:cubicBezTo>
                  <a:pt x="999801" y="657757"/>
                  <a:pt x="986208" y="671351"/>
                  <a:pt x="969438" y="671351"/>
                </a:cubicBezTo>
                <a:cubicBezTo>
                  <a:pt x="952669" y="671351"/>
                  <a:pt x="939075" y="657757"/>
                  <a:pt x="939075" y="640988"/>
                </a:cubicBezTo>
                <a:cubicBezTo>
                  <a:pt x="939075" y="624218"/>
                  <a:pt x="952669" y="610624"/>
                  <a:pt x="969438" y="610624"/>
                </a:cubicBezTo>
                <a:close/>
                <a:moveTo>
                  <a:pt x="896883" y="610624"/>
                </a:moveTo>
                <a:cubicBezTo>
                  <a:pt x="913653" y="610624"/>
                  <a:pt x="927247" y="624218"/>
                  <a:pt x="927247" y="640988"/>
                </a:cubicBezTo>
                <a:cubicBezTo>
                  <a:pt x="927247" y="657757"/>
                  <a:pt x="913653" y="671351"/>
                  <a:pt x="896883" y="671351"/>
                </a:cubicBezTo>
                <a:cubicBezTo>
                  <a:pt x="880114" y="671351"/>
                  <a:pt x="866520" y="657757"/>
                  <a:pt x="866520" y="640988"/>
                </a:cubicBezTo>
                <a:cubicBezTo>
                  <a:pt x="866520" y="624218"/>
                  <a:pt x="880114" y="610624"/>
                  <a:pt x="896883" y="610624"/>
                </a:cubicBezTo>
                <a:close/>
                <a:moveTo>
                  <a:pt x="824329" y="610624"/>
                </a:moveTo>
                <a:cubicBezTo>
                  <a:pt x="841098" y="610624"/>
                  <a:pt x="854692" y="624218"/>
                  <a:pt x="854692" y="640988"/>
                </a:cubicBezTo>
                <a:cubicBezTo>
                  <a:pt x="854692" y="657757"/>
                  <a:pt x="841098" y="671351"/>
                  <a:pt x="824329" y="671351"/>
                </a:cubicBezTo>
                <a:cubicBezTo>
                  <a:pt x="807559" y="671351"/>
                  <a:pt x="793965" y="657757"/>
                  <a:pt x="793965" y="640988"/>
                </a:cubicBezTo>
                <a:cubicBezTo>
                  <a:pt x="793965" y="624218"/>
                  <a:pt x="807559" y="610624"/>
                  <a:pt x="824329" y="610624"/>
                </a:cubicBezTo>
                <a:close/>
                <a:moveTo>
                  <a:pt x="751774" y="610624"/>
                </a:moveTo>
                <a:cubicBezTo>
                  <a:pt x="768544" y="610624"/>
                  <a:pt x="782138" y="624218"/>
                  <a:pt x="782138" y="640988"/>
                </a:cubicBezTo>
                <a:cubicBezTo>
                  <a:pt x="782138" y="657757"/>
                  <a:pt x="768544" y="671351"/>
                  <a:pt x="751774" y="671351"/>
                </a:cubicBezTo>
                <a:cubicBezTo>
                  <a:pt x="735005" y="671351"/>
                  <a:pt x="721411" y="657757"/>
                  <a:pt x="721411" y="640988"/>
                </a:cubicBezTo>
                <a:cubicBezTo>
                  <a:pt x="721411" y="624218"/>
                  <a:pt x="735005" y="610624"/>
                  <a:pt x="751774" y="610624"/>
                </a:cubicBezTo>
                <a:close/>
                <a:moveTo>
                  <a:pt x="679220" y="610624"/>
                </a:moveTo>
                <a:cubicBezTo>
                  <a:pt x="695989" y="610624"/>
                  <a:pt x="709583" y="624218"/>
                  <a:pt x="709583" y="640988"/>
                </a:cubicBezTo>
                <a:cubicBezTo>
                  <a:pt x="709583" y="657757"/>
                  <a:pt x="695989" y="671351"/>
                  <a:pt x="679220" y="671351"/>
                </a:cubicBezTo>
                <a:cubicBezTo>
                  <a:pt x="662450" y="671351"/>
                  <a:pt x="648856" y="657757"/>
                  <a:pt x="648856" y="640988"/>
                </a:cubicBezTo>
                <a:cubicBezTo>
                  <a:pt x="648856" y="624218"/>
                  <a:pt x="662450" y="610624"/>
                  <a:pt x="679220" y="610624"/>
                </a:cubicBezTo>
                <a:close/>
                <a:moveTo>
                  <a:pt x="606665" y="610624"/>
                </a:moveTo>
                <a:cubicBezTo>
                  <a:pt x="623435" y="610624"/>
                  <a:pt x="637029" y="624218"/>
                  <a:pt x="637029" y="640988"/>
                </a:cubicBezTo>
                <a:cubicBezTo>
                  <a:pt x="637029" y="657757"/>
                  <a:pt x="623435" y="671351"/>
                  <a:pt x="606665" y="671351"/>
                </a:cubicBezTo>
                <a:cubicBezTo>
                  <a:pt x="589896" y="671351"/>
                  <a:pt x="576302" y="657757"/>
                  <a:pt x="576302" y="640988"/>
                </a:cubicBezTo>
                <a:cubicBezTo>
                  <a:pt x="576302" y="624218"/>
                  <a:pt x="589896" y="610624"/>
                  <a:pt x="606665" y="610624"/>
                </a:cubicBezTo>
                <a:close/>
                <a:moveTo>
                  <a:pt x="534111" y="610624"/>
                </a:moveTo>
                <a:cubicBezTo>
                  <a:pt x="550880" y="610624"/>
                  <a:pt x="564474" y="624218"/>
                  <a:pt x="564474" y="640988"/>
                </a:cubicBezTo>
                <a:cubicBezTo>
                  <a:pt x="564474" y="657757"/>
                  <a:pt x="550880" y="671351"/>
                  <a:pt x="534111" y="671351"/>
                </a:cubicBezTo>
                <a:cubicBezTo>
                  <a:pt x="517341" y="671351"/>
                  <a:pt x="503747" y="657757"/>
                  <a:pt x="503747" y="640988"/>
                </a:cubicBezTo>
                <a:cubicBezTo>
                  <a:pt x="503747" y="624218"/>
                  <a:pt x="517341" y="610624"/>
                  <a:pt x="534111" y="610624"/>
                </a:cubicBezTo>
                <a:close/>
                <a:moveTo>
                  <a:pt x="461556" y="610624"/>
                </a:moveTo>
                <a:cubicBezTo>
                  <a:pt x="478326" y="610624"/>
                  <a:pt x="491920" y="624218"/>
                  <a:pt x="491920" y="640988"/>
                </a:cubicBezTo>
                <a:cubicBezTo>
                  <a:pt x="491920" y="657757"/>
                  <a:pt x="478326" y="671351"/>
                  <a:pt x="461556" y="671351"/>
                </a:cubicBezTo>
                <a:cubicBezTo>
                  <a:pt x="444787" y="671351"/>
                  <a:pt x="431192" y="657757"/>
                  <a:pt x="431192" y="640988"/>
                </a:cubicBezTo>
                <a:cubicBezTo>
                  <a:pt x="431192" y="624218"/>
                  <a:pt x="444787" y="610624"/>
                  <a:pt x="461556" y="610624"/>
                </a:cubicBezTo>
                <a:close/>
                <a:moveTo>
                  <a:pt x="389002" y="610624"/>
                </a:moveTo>
                <a:cubicBezTo>
                  <a:pt x="405771" y="610624"/>
                  <a:pt x="419365" y="624218"/>
                  <a:pt x="419365" y="640988"/>
                </a:cubicBezTo>
                <a:cubicBezTo>
                  <a:pt x="419365" y="657757"/>
                  <a:pt x="405771" y="671351"/>
                  <a:pt x="389002" y="671351"/>
                </a:cubicBezTo>
                <a:cubicBezTo>
                  <a:pt x="372232" y="671351"/>
                  <a:pt x="358638" y="657757"/>
                  <a:pt x="358638" y="640988"/>
                </a:cubicBezTo>
                <a:cubicBezTo>
                  <a:pt x="358638" y="624218"/>
                  <a:pt x="372232" y="610624"/>
                  <a:pt x="389002" y="610624"/>
                </a:cubicBezTo>
                <a:close/>
                <a:moveTo>
                  <a:pt x="316447" y="610624"/>
                </a:moveTo>
                <a:cubicBezTo>
                  <a:pt x="333216" y="610624"/>
                  <a:pt x="346810" y="624218"/>
                  <a:pt x="346810" y="640988"/>
                </a:cubicBezTo>
                <a:cubicBezTo>
                  <a:pt x="346810" y="657757"/>
                  <a:pt x="333216" y="671351"/>
                  <a:pt x="316447" y="671351"/>
                </a:cubicBezTo>
                <a:cubicBezTo>
                  <a:pt x="299677" y="671351"/>
                  <a:pt x="286084" y="657757"/>
                  <a:pt x="286084" y="640988"/>
                </a:cubicBezTo>
                <a:cubicBezTo>
                  <a:pt x="286084" y="624218"/>
                  <a:pt x="299677" y="610624"/>
                  <a:pt x="316447" y="610624"/>
                </a:cubicBezTo>
                <a:close/>
                <a:moveTo>
                  <a:pt x="243892" y="610624"/>
                </a:moveTo>
                <a:cubicBezTo>
                  <a:pt x="260662" y="610624"/>
                  <a:pt x="274256" y="624218"/>
                  <a:pt x="274256" y="640988"/>
                </a:cubicBezTo>
                <a:cubicBezTo>
                  <a:pt x="274256" y="657757"/>
                  <a:pt x="260662" y="671351"/>
                  <a:pt x="243892" y="671351"/>
                </a:cubicBezTo>
                <a:cubicBezTo>
                  <a:pt x="227123" y="671351"/>
                  <a:pt x="213529" y="657757"/>
                  <a:pt x="213529" y="640988"/>
                </a:cubicBezTo>
                <a:cubicBezTo>
                  <a:pt x="213529" y="624218"/>
                  <a:pt x="227123" y="610624"/>
                  <a:pt x="243892" y="610624"/>
                </a:cubicBezTo>
                <a:close/>
                <a:moveTo>
                  <a:pt x="171339" y="610624"/>
                </a:moveTo>
                <a:cubicBezTo>
                  <a:pt x="188107" y="610624"/>
                  <a:pt x="201701" y="624218"/>
                  <a:pt x="201701" y="640988"/>
                </a:cubicBezTo>
                <a:cubicBezTo>
                  <a:pt x="201701" y="657757"/>
                  <a:pt x="188107" y="671351"/>
                  <a:pt x="171339" y="671351"/>
                </a:cubicBezTo>
                <a:cubicBezTo>
                  <a:pt x="154667" y="671351"/>
                  <a:pt x="141073" y="657757"/>
                  <a:pt x="141073" y="640988"/>
                </a:cubicBezTo>
                <a:cubicBezTo>
                  <a:pt x="141073" y="624218"/>
                  <a:pt x="154667" y="610624"/>
                  <a:pt x="171339" y="610624"/>
                </a:cubicBezTo>
                <a:close/>
                <a:moveTo>
                  <a:pt x="98897" y="610624"/>
                </a:moveTo>
                <a:cubicBezTo>
                  <a:pt x="115658" y="610624"/>
                  <a:pt x="129252" y="624218"/>
                  <a:pt x="129252" y="640988"/>
                </a:cubicBezTo>
                <a:cubicBezTo>
                  <a:pt x="129252" y="657757"/>
                  <a:pt x="115658" y="671351"/>
                  <a:pt x="98897" y="671351"/>
                </a:cubicBezTo>
                <a:cubicBezTo>
                  <a:pt x="82124" y="671351"/>
                  <a:pt x="68530" y="657757"/>
                  <a:pt x="68530" y="640988"/>
                </a:cubicBezTo>
                <a:cubicBezTo>
                  <a:pt x="68530" y="624218"/>
                  <a:pt x="82124" y="610624"/>
                  <a:pt x="98897" y="610624"/>
                </a:cubicBezTo>
                <a:close/>
                <a:moveTo>
                  <a:pt x="26342" y="610624"/>
                </a:moveTo>
                <a:cubicBezTo>
                  <a:pt x="43106" y="610624"/>
                  <a:pt x="56701" y="624218"/>
                  <a:pt x="56701" y="640988"/>
                </a:cubicBezTo>
                <a:cubicBezTo>
                  <a:pt x="56701" y="657757"/>
                  <a:pt x="43106" y="671351"/>
                  <a:pt x="26342" y="671351"/>
                </a:cubicBezTo>
                <a:cubicBezTo>
                  <a:pt x="17956" y="671351"/>
                  <a:pt x="10365" y="667953"/>
                  <a:pt x="4871" y="662458"/>
                </a:cubicBezTo>
                <a:lnTo>
                  <a:pt x="0" y="650698"/>
                </a:lnTo>
                <a:lnTo>
                  <a:pt x="0" y="631277"/>
                </a:lnTo>
                <a:lnTo>
                  <a:pt x="4871" y="619517"/>
                </a:lnTo>
                <a:cubicBezTo>
                  <a:pt x="10365" y="614023"/>
                  <a:pt x="17956" y="610624"/>
                  <a:pt x="26342" y="610624"/>
                </a:cubicBezTo>
                <a:close/>
                <a:moveTo>
                  <a:pt x="1669096" y="549730"/>
                </a:moveTo>
                <a:lnTo>
                  <a:pt x="1668124" y="568994"/>
                </a:lnTo>
                <a:lnTo>
                  <a:pt x="1664620" y="560536"/>
                </a:lnTo>
                <a:close/>
                <a:moveTo>
                  <a:pt x="1622429" y="530173"/>
                </a:moveTo>
                <a:cubicBezTo>
                  <a:pt x="1639199" y="530173"/>
                  <a:pt x="1652792" y="543767"/>
                  <a:pt x="1652792" y="560536"/>
                </a:cubicBezTo>
                <a:cubicBezTo>
                  <a:pt x="1652792" y="577306"/>
                  <a:pt x="1639199" y="590900"/>
                  <a:pt x="1622429" y="590900"/>
                </a:cubicBezTo>
                <a:cubicBezTo>
                  <a:pt x="1605659" y="590900"/>
                  <a:pt x="1592066" y="577306"/>
                  <a:pt x="1592066" y="560536"/>
                </a:cubicBezTo>
                <a:cubicBezTo>
                  <a:pt x="1592066" y="543767"/>
                  <a:pt x="1605659" y="530173"/>
                  <a:pt x="1622429" y="530173"/>
                </a:cubicBezTo>
                <a:close/>
                <a:moveTo>
                  <a:pt x="1549874" y="530173"/>
                </a:moveTo>
                <a:cubicBezTo>
                  <a:pt x="1566644" y="530173"/>
                  <a:pt x="1580238" y="543767"/>
                  <a:pt x="1580238" y="560536"/>
                </a:cubicBezTo>
                <a:cubicBezTo>
                  <a:pt x="1580238" y="577306"/>
                  <a:pt x="1566644" y="590900"/>
                  <a:pt x="1549874" y="590900"/>
                </a:cubicBezTo>
                <a:cubicBezTo>
                  <a:pt x="1533105" y="590900"/>
                  <a:pt x="1519511" y="577306"/>
                  <a:pt x="1519511" y="560536"/>
                </a:cubicBezTo>
                <a:cubicBezTo>
                  <a:pt x="1519511" y="543767"/>
                  <a:pt x="1533105" y="530173"/>
                  <a:pt x="1549874" y="530173"/>
                </a:cubicBezTo>
                <a:close/>
                <a:moveTo>
                  <a:pt x="1477320" y="530173"/>
                </a:moveTo>
                <a:cubicBezTo>
                  <a:pt x="1494089" y="530173"/>
                  <a:pt x="1507683" y="543767"/>
                  <a:pt x="1507683" y="560536"/>
                </a:cubicBezTo>
                <a:cubicBezTo>
                  <a:pt x="1507683" y="577306"/>
                  <a:pt x="1494089" y="590900"/>
                  <a:pt x="1477320" y="590900"/>
                </a:cubicBezTo>
                <a:cubicBezTo>
                  <a:pt x="1460550" y="590900"/>
                  <a:pt x="1446956" y="577306"/>
                  <a:pt x="1446956" y="560536"/>
                </a:cubicBezTo>
                <a:cubicBezTo>
                  <a:pt x="1446956" y="543767"/>
                  <a:pt x="1460550" y="530173"/>
                  <a:pt x="1477320" y="530173"/>
                </a:cubicBezTo>
                <a:close/>
                <a:moveTo>
                  <a:pt x="1404765" y="530173"/>
                </a:moveTo>
                <a:cubicBezTo>
                  <a:pt x="1421535" y="530173"/>
                  <a:pt x="1435129" y="543767"/>
                  <a:pt x="1435129" y="560536"/>
                </a:cubicBezTo>
                <a:cubicBezTo>
                  <a:pt x="1435129" y="577306"/>
                  <a:pt x="1421535" y="590900"/>
                  <a:pt x="1404765" y="590900"/>
                </a:cubicBezTo>
                <a:cubicBezTo>
                  <a:pt x="1387996" y="590900"/>
                  <a:pt x="1374402" y="577306"/>
                  <a:pt x="1374402" y="560536"/>
                </a:cubicBezTo>
                <a:cubicBezTo>
                  <a:pt x="1374402" y="543767"/>
                  <a:pt x="1387996" y="530173"/>
                  <a:pt x="1404765" y="530173"/>
                </a:cubicBezTo>
                <a:close/>
                <a:moveTo>
                  <a:pt x="1332211" y="530173"/>
                </a:moveTo>
                <a:cubicBezTo>
                  <a:pt x="1348980" y="530173"/>
                  <a:pt x="1362574" y="543767"/>
                  <a:pt x="1362574" y="560536"/>
                </a:cubicBezTo>
                <a:cubicBezTo>
                  <a:pt x="1362574" y="577306"/>
                  <a:pt x="1348980" y="590900"/>
                  <a:pt x="1332211" y="590900"/>
                </a:cubicBezTo>
                <a:cubicBezTo>
                  <a:pt x="1315441" y="590900"/>
                  <a:pt x="1301847" y="577306"/>
                  <a:pt x="1301847" y="560536"/>
                </a:cubicBezTo>
                <a:cubicBezTo>
                  <a:pt x="1301847" y="543767"/>
                  <a:pt x="1315441" y="530173"/>
                  <a:pt x="1332211" y="530173"/>
                </a:cubicBezTo>
                <a:close/>
                <a:moveTo>
                  <a:pt x="1259656" y="530173"/>
                </a:moveTo>
                <a:cubicBezTo>
                  <a:pt x="1276426" y="530173"/>
                  <a:pt x="1290020" y="543767"/>
                  <a:pt x="1290020" y="560536"/>
                </a:cubicBezTo>
                <a:cubicBezTo>
                  <a:pt x="1290020" y="577306"/>
                  <a:pt x="1276426" y="590900"/>
                  <a:pt x="1259656" y="590900"/>
                </a:cubicBezTo>
                <a:cubicBezTo>
                  <a:pt x="1242887" y="590900"/>
                  <a:pt x="1229293" y="577306"/>
                  <a:pt x="1229293" y="560536"/>
                </a:cubicBezTo>
                <a:cubicBezTo>
                  <a:pt x="1229293" y="543767"/>
                  <a:pt x="1242887" y="530173"/>
                  <a:pt x="1259656" y="530173"/>
                </a:cubicBezTo>
                <a:close/>
                <a:moveTo>
                  <a:pt x="1187102" y="530173"/>
                </a:moveTo>
                <a:cubicBezTo>
                  <a:pt x="1203871" y="530173"/>
                  <a:pt x="1217465" y="543767"/>
                  <a:pt x="1217465" y="560536"/>
                </a:cubicBezTo>
                <a:cubicBezTo>
                  <a:pt x="1217465" y="577306"/>
                  <a:pt x="1203871" y="590900"/>
                  <a:pt x="1187102" y="590900"/>
                </a:cubicBezTo>
                <a:cubicBezTo>
                  <a:pt x="1170332" y="590900"/>
                  <a:pt x="1156738" y="577306"/>
                  <a:pt x="1156738" y="560536"/>
                </a:cubicBezTo>
                <a:cubicBezTo>
                  <a:pt x="1156738" y="543767"/>
                  <a:pt x="1170332" y="530173"/>
                  <a:pt x="1187102" y="530173"/>
                </a:cubicBezTo>
                <a:close/>
                <a:moveTo>
                  <a:pt x="1114547" y="530173"/>
                </a:moveTo>
                <a:cubicBezTo>
                  <a:pt x="1131317" y="530173"/>
                  <a:pt x="1144911" y="543767"/>
                  <a:pt x="1144911" y="560536"/>
                </a:cubicBezTo>
                <a:cubicBezTo>
                  <a:pt x="1144911" y="577306"/>
                  <a:pt x="1131317" y="590900"/>
                  <a:pt x="1114547" y="590900"/>
                </a:cubicBezTo>
                <a:cubicBezTo>
                  <a:pt x="1097778" y="590900"/>
                  <a:pt x="1084184" y="577306"/>
                  <a:pt x="1084184" y="560536"/>
                </a:cubicBezTo>
                <a:cubicBezTo>
                  <a:pt x="1084184" y="543767"/>
                  <a:pt x="1097778" y="530173"/>
                  <a:pt x="1114547" y="530173"/>
                </a:cubicBezTo>
                <a:close/>
                <a:moveTo>
                  <a:pt x="1041993" y="530173"/>
                </a:moveTo>
                <a:cubicBezTo>
                  <a:pt x="1058762" y="530173"/>
                  <a:pt x="1072356" y="543767"/>
                  <a:pt x="1072356" y="560536"/>
                </a:cubicBezTo>
                <a:cubicBezTo>
                  <a:pt x="1072356" y="577306"/>
                  <a:pt x="1058762" y="590900"/>
                  <a:pt x="1041993" y="590900"/>
                </a:cubicBezTo>
                <a:cubicBezTo>
                  <a:pt x="1025223" y="590900"/>
                  <a:pt x="1011629" y="577306"/>
                  <a:pt x="1011629" y="560536"/>
                </a:cubicBezTo>
                <a:cubicBezTo>
                  <a:pt x="1011629" y="543767"/>
                  <a:pt x="1025223" y="530173"/>
                  <a:pt x="1041993" y="530173"/>
                </a:cubicBezTo>
                <a:close/>
                <a:moveTo>
                  <a:pt x="969438" y="530173"/>
                </a:moveTo>
                <a:cubicBezTo>
                  <a:pt x="986208" y="530173"/>
                  <a:pt x="999801" y="543767"/>
                  <a:pt x="999801" y="560536"/>
                </a:cubicBezTo>
                <a:cubicBezTo>
                  <a:pt x="999801" y="577306"/>
                  <a:pt x="986208" y="590900"/>
                  <a:pt x="969438" y="590900"/>
                </a:cubicBezTo>
                <a:cubicBezTo>
                  <a:pt x="952669" y="590900"/>
                  <a:pt x="939075" y="577306"/>
                  <a:pt x="939075" y="560536"/>
                </a:cubicBezTo>
                <a:cubicBezTo>
                  <a:pt x="939075" y="543767"/>
                  <a:pt x="952669" y="530173"/>
                  <a:pt x="969438" y="530173"/>
                </a:cubicBezTo>
                <a:close/>
                <a:moveTo>
                  <a:pt x="896883" y="530173"/>
                </a:moveTo>
                <a:cubicBezTo>
                  <a:pt x="913653" y="530173"/>
                  <a:pt x="927247" y="543767"/>
                  <a:pt x="927247" y="560536"/>
                </a:cubicBezTo>
                <a:cubicBezTo>
                  <a:pt x="927247" y="577306"/>
                  <a:pt x="913653" y="590900"/>
                  <a:pt x="896883" y="590900"/>
                </a:cubicBezTo>
                <a:cubicBezTo>
                  <a:pt x="880114" y="590900"/>
                  <a:pt x="866520" y="577306"/>
                  <a:pt x="866520" y="560536"/>
                </a:cubicBezTo>
                <a:cubicBezTo>
                  <a:pt x="866520" y="543767"/>
                  <a:pt x="880114" y="530173"/>
                  <a:pt x="896883" y="530173"/>
                </a:cubicBezTo>
                <a:close/>
                <a:moveTo>
                  <a:pt x="824329" y="530173"/>
                </a:moveTo>
                <a:cubicBezTo>
                  <a:pt x="841098" y="530173"/>
                  <a:pt x="854692" y="543767"/>
                  <a:pt x="854692" y="560536"/>
                </a:cubicBezTo>
                <a:cubicBezTo>
                  <a:pt x="854692" y="577306"/>
                  <a:pt x="841098" y="590900"/>
                  <a:pt x="824329" y="590900"/>
                </a:cubicBezTo>
                <a:cubicBezTo>
                  <a:pt x="807559" y="590900"/>
                  <a:pt x="793965" y="577306"/>
                  <a:pt x="793965" y="560536"/>
                </a:cubicBezTo>
                <a:cubicBezTo>
                  <a:pt x="793965" y="543767"/>
                  <a:pt x="807559" y="530173"/>
                  <a:pt x="824329" y="530173"/>
                </a:cubicBezTo>
                <a:close/>
                <a:moveTo>
                  <a:pt x="751774" y="530173"/>
                </a:moveTo>
                <a:cubicBezTo>
                  <a:pt x="768544" y="530173"/>
                  <a:pt x="782138" y="543767"/>
                  <a:pt x="782138" y="560536"/>
                </a:cubicBezTo>
                <a:cubicBezTo>
                  <a:pt x="782138" y="577306"/>
                  <a:pt x="768544" y="590900"/>
                  <a:pt x="751774" y="590900"/>
                </a:cubicBezTo>
                <a:cubicBezTo>
                  <a:pt x="735005" y="590900"/>
                  <a:pt x="721411" y="577306"/>
                  <a:pt x="721411" y="560536"/>
                </a:cubicBezTo>
                <a:cubicBezTo>
                  <a:pt x="721411" y="543767"/>
                  <a:pt x="735005" y="530173"/>
                  <a:pt x="751774" y="530173"/>
                </a:cubicBezTo>
                <a:close/>
                <a:moveTo>
                  <a:pt x="679220" y="530173"/>
                </a:moveTo>
                <a:cubicBezTo>
                  <a:pt x="695989" y="530173"/>
                  <a:pt x="709583" y="543767"/>
                  <a:pt x="709583" y="560536"/>
                </a:cubicBezTo>
                <a:cubicBezTo>
                  <a:pt x="709583" y="577306"/>
                  <a:pt x="695989" y="590900"/>
                  <a:pt x="679220" y="590900"/>
                </a:cubicBezTo>
                <a:cubicBezTo>
                  <a:pt x="662450" y="590900"/>
                  <a:pt x="648856" y="577306"/>
                  <a:pt x="648856" y="560536"/>
                </a:cubicBezTo>
                <a:cubicBezTo>
                  <a:pt x="648856" y="543767"/>
                  <a:pt x="662450" y="530173"/>
                  <a:pt x="679220" y="530173"/>
                </a:cubicBezTo>
                <a:close/>
                <a:moveTo>
                  <a:pt x="606665" y="530173"/>
                </a:moveTo>
                <a:cubicBezTo>
                  <a:pt x="623435" y="530173"/>
                  <a:pt x="637029" y="543767"/>
                  <a:pt x="637029" y="560536"/>
                </a:cubicBezTo>
                <a:cubicBezTo>
                  <a:pt x="637029" y="577306"/>
                  <a:pt x="623435" y="590900"/>
                  <a:pt x="606665" y="590900"/>
                </a:cubicBezTo>
                <a:cubicBezTo>
                  <a:pt x="589896" y="590900"/>
                  <a:pt x="576302" y="577306"/>
                  <a:pt x="576302" y="560536"/>
                </a:cubicBezTo>
                <a:cubicBezTo>
                  <a:pt x="576302" y="543767"/>
                  <a:pt x="589896" y="530173"/>
                  <a:pt x="606665" y="530173"/>
                </a:cubicBezTo>
                <a:close/>
                <a:moveTo>
                  <a:pt x="534111" y="530173"/>
                </a:moveTo>
                <a:cubicBezTo>
                  <a:pt x="550880" y="530173"/>
                  <a:pt x="564474" y="543767"/>
                  <a:pt x="564474" y="560536"/>
                </a:cubicBezTo>
                <a:cubicBezTo>
                  <a:pt x="564474" y="577306"/>
                  <a:pt x="550880" y="590900"/>
                  <a:pt x="534111" y="590900"/>
                </a:cubicBezTo>
                <a:cubicBezTo>
                  <a:pt x="517341" y="590900"/>
                  <a:pt x="503747" y="577306"/>
                  <a:pt x="503747" y="560536"/>
                </a:cubicBezTo>
                <a:cubicBezTo>
                  <a:pt x="503747" y="543767"/>
                  <a:pt x="517341" y="530173"/>
                  <a:pt x="534111" y="530173"/>
                </a:cubicBezTo>
                <a:close/>
                <a:moveTo>
                  <a:pt x="461556" y="530173"/>
                </a:moveTo>
                <a:cubicBezTo>
                  <a:pt x="478326" y="530173"/>
                  <a:pt x="491920" y="543767"/>
                  <a:pt x="491920" y="560536"/>
                </a:cubicBezTo>
                <a:cubicBezTo>
                  <a:pt x="491920" y="577306"/>
                  <a:pt x="478326" y="590900"/>
                  <a:pt x="461556" y="590900"/>
                </a:cubicBezTo>
                <a:cubicBezTo>
                  <a:pt x="444787" y="590900"/>
                  <a:pt x="431192" y="577306"/>
                  <a:pt x="431192" y="560536"/>
                </a:cubicBezTo>
                <a:cubicBezTo>
                  <a:pt x="431192" y="543767"/>
                  <a:pt x="444787" y="530173"/>
                  <a:pt x="461556" y="530173"/>
                </a:cubicBezTo>
                <a:close/>
                <a:moveTo>
                  <a:pt x="389002" y="530173"/>
                </a:moveTo>
                <a:cubicBezTo>
                  <a:pt x="405771" y="530173"/>
                  <a:pt x="419365" y="543767"/>
                  <a:pt x="419365" y="560536"/>
                </a:cubicBezTo>
                <a:cubicBezTo>
                  <a:pt x="419365" y="577306"/>
                  <a:pt x="405771" y="590900"/>
                  <a:pt x="389002" y="590900"/>
                </a:cubicBezTo>
                <a:cubicBezTo>
                  <a:pt x="372232" y="590900"/>
                  <a:pt x="358638" y="577306"/>
                  <a:pt x="358638" y="560536"/>
                </a:cubicBezTo>
                <a:cubicBezTo>
                  <a:pt x="358638" y="543767"/>
                  <a:pt x="372232" y="530173"/>
                  <a:pt x="389002" y="530173"/>
                </a:cubicBezTo>
                <a:close/>
                <a:moveTo>
                  <a:pt x="316447" y="530173"/>
                </a:moveTo>
                <a:cubicBezTo>
                  <a:pt x="333216" y="530173"/>
                  <a:pt x="346810" y="543767"/>
                  <a:pt x="346810" y="560536"/>
                </a:cubicBezTo>
                <a:cubicBezTo>
                  <a:pt x="346810" y="577306"/>
                  <a:pt x="333216" y="590900"/>
                  <a:pt x="316447" y="590900"/>
                </a:cubicBezTo>
                <a:cubicBezTo>
                  <a:pt x="299677" y="590900"/>
                  <a:pt x="286084" y="577306"/>
                  <a:pt x="286084" y="560536"/>
                </a:cubicBezTo>
                <a:cubicBezTo>
                  <a:pt x="286084" y="543767"/>
                  <a:pt x="299677" y="530173"/>
                  <a:pt x="316447" y="530173"/>
                </a:cubicBezTo>
                <a:close/>
                <a:moveTo>
                  <a:pt x="243892" y="530173"/>
                </a:moveTo>
                <a:cubicBezTo>
                  <a:pt x="260662" y="530173"/>
                  <a:pt x="274256" y="543767"/>
                  <a:pt x="274256" y="560536"/>
                </a:cubicBezTo>
                <a:cubicBezTo>
                  <a:pt x="274256" y="577306"/>
                  <a:pt x="260662" y="590900"/>
                  <a:pt x="243892" y="590900"/>
                </a:cubicBezTo>
                <a:cubicBezTo>
                  <a:pt x="227123" y="590900"/>
                  <a:pt x="213529" y="577306"/>
                  <a:pt x="213529" y="560536"/>
                </a:cubicBezTo>
                <a:cubicBezTo>
                  <a:pt x="213529" y="543767"/>
                  <a:pt x="227123" y="530173"/>
                  <a:pt x="243892" y="530173"/>
                </a:cubicBezTo>
                <a:close/>
                <a:moveTo>
                  <a:pt x="171339" y="530173"/>
                </a:moveTo>
                <a:cubicBezTo>
                  <a:pt x="188107" y="530173"/>
                  <a:pt x="201701" y="543767"/>
                  <a:pt x="201701" y="560536"/>
                </a:cubicBezTo>
                <a:cubicBezTo>
                  <a:pt x="201701" y="577306"/>
                  <a:pt x="188107" y="590900"/>
                  <a:pt x="171339" y="590900"/>
                </a:cubicBezTo>
                <a:cubicBezTo>
                  <a:pt x="154673" y="590900"/>
                  <a:pt x="141079" y="577306"/>
                  <a:pt x="141079" y="560536"/>
                </a:cubicBezTo>
                <a:cubicBezTo>
                  <a:pt x="141079" y="543767"/>
                  <a:pt x="154673" y="530173"/>
                  <a:pt x="171339" y="530173"/>
                </a:cubicBezTo>
                <a:close/>
                <a:moveTo>
                  <a:pt x="98904" y="530173"/>
                </a:moveTo>
                <a:cubicBezTo>
                  <a:pt x="115664" y="530173"/>
                  <a:pt x="129258" y="543767"/>
                  <a:pt x="129258" y="560536"/>
                </a:cubicBezTo>
                <a:cubicBezTo>
                  <a:pt x="129258" y="577306"/>
                  <a:pt x="115664" y="590900"/>
                  <a:pt x="98904" y="590900"/>
                </a:cubicBezTo>
                <a:cubicBezTo>
                  <a:pt x="82130" y="590900"/>
                  <a:pt x="68536" y="577306"/>
                  <a:pt x="68536" y="560536"/>
                </a:cubicBezTo>
                <a:cubicBezTo>
                  <a:pt x="68536" y="543767"/>
                  <a:pt x="82130" y="530173"/>
                  <a:pt x="98904" y="530173"/>
                </a:cubicBezTo>
                <a:close/>
                <a:moveTo>
                  <a:pt x="26349" y="530173"/>
                </a:moveTo>
                <a:cubicBezTo>
                  <a:pt x="43112" y="530173"/>
                  <a:pt x="56707" y="543767"/>
                  <a:pt x="56707" y="560536"/>
                </a:cubicBezTo>
                <a:cubicBezTo>
                  <a:pt x="56707" y="577306"/>
                  <a:pt x="43112" y="590900"/>
                  <a:pt x="26349" y="590900"/>
                </a:cubicBezTo>
                <a:cubicBezTo>
                  <a:pt x="17963" y="590900"/>
                  <a:pt x="10372" y="587502"/>
                  <a:pt x="4877" y="582007"/>
                </a:cubicBezTo>
                <a:lnTo>
                  <a:pt x="0" y="570232"/>
                </a:lnTo>
                <a:lnTo>
                  <a:pt x="0" y="550840"/>
                </a:lnTo>
                <a:lnTo>
                  <a:pt x="4877" y="539066"/>
                </a:lnTo>
                <a:cubicBezTo>
                  <a:pt x="10372" y="533572"/>
                  <a:pt x="17963" y="530173"/>
                  <a:pt x="26349" y="530173"/>
                </a:cubicBezTo>
                <a:close/>
                <a:moveTo>
                  <a:pt x="1673704" y="458486"/>
                </a:moveTo>
                <a:lnTo>
                  <a:pt x="1671744" y="497284"/>
                </a:lnTo>
                <a:lnTo>
                  <a:pt x="1664620" y="480084"/>
                </a:lnTo>
                <a:cubicBezTo>
                  <a:pt x="1664620" y="471700"/>
                  <a:pt x="1668019" y="464109"/>
                  <a:pt x="1673514" y="458614"/>
                </a:cubicBezTo>
                <a:close/>
                <a:moveTo>
                  <a:pt x="1622429" y="449721"/>
                </a:moveTo>
                <a:cubicBezTo>
                  <a:pt x="1639199" y="449721"/>
                  <a:pt x="1652792" y="463315"/>
                  <a:pt x="1652792" y="480084"/>
                </a:cubicBezTo>
                <a:cubicBezTo>
                  <a:pt x="1652792" y="496854"/>
                  <a:pt x="1639199" y="510448"/>
                  <a:pt x="1622429" y="510448"/>
                </a:cubicBezTo>
                <a:cubicBezTo>
                  <a:pt x="1605659" y="510448"/>
                  <a:pt x="1592066" y="496854"/>
                  <a:pt x="1592066" y="480084"/>
                </a:cubicBezTo>
                <a:cubicBezTo>
                  <a:pt x="1592066" y="463315"/>
                  <a:pt x="1605659" y="449721"/>
                  <a:pt x="1622429" y="449721"/>
                </a:cubicBezTo>
                <a:close/>
                <a:moveTo>
                  <a:pt x="1549874" y="449721"/>
                </a:moveTo>
                <a:cubicBezTo>
                  <a:pt x="1566644" y="449721"/>
                  <a:pt x="1580238" y="463315"/>
                  <a:pt x="1580238" y="480084"/>
                </a:cubicBezTo>
                <a:cubicBezTo>
                  <a:pt x="1580238" y="496854"/>
                  <a:pt x="1566644" y="510448"/>
                  <a:pt x="1549874" y="510448"/>
                </a:cubicBezTo>
                <a:cubicBezTo>
                  <a:pt x="1533105" y="510448"/>
                  <a:pt x="1519511" y="496854"/>
                  <a:pt x="1519511" y="480084"/>
                </a:cubicBezTo>
                <a:cubicBezTo>
                  <a:pt x="1519511" y="463315"/>
                  <a:pt x="1533105" y="449721"/>
                  <a:pt x="1549874" y="449721"/>
                </a:cubicBezTo>
                <a:close/>
                <a:moveTo>
                  <a:pt x="1477320" y="449721"/>
                </a:moveTo>
                <a:cubicBezTo>
                  <a:pt x="1494089" y="449721"/>
                  <a:pt x="1507683" y="463315"/>
                  <a:pt x="1507683" y="480084"/>
                </a:cubicBezTo>
                <a:cubicBezTo>
                  <a:pt x="1507683" y="496854"/>
                  <a:pt x="1494089" y="510448"/>
                  <a:pt x="1477320" y="510448"/>
                </a:cubicBezTo>
                <a:cubicBezTo>
                  <a:pt x="1460550" y="510448"/>
                  <a:pt x="1446956" y="496854"/>
                  <a:pt x="1446956" y="480084"/>
                </a:cubicBezTo>
                <a:cubicBezTo>
                  <a:pt x="1446956" y="463315"/>
                  <a:pt x="1460550" y="449721"/>
                  <a:pt x="1477320" y="449721"/>
                </a:cubicBezTo>
                <a:close/>
                <a:moveTo>
                  <a:pt x="1404765" y="449721"/>
                </a:moveTo>
                <a:cubicBezTo>
                  <a:pt x="1421535" y="449721"/>
                  <a:pt x="1435129" y="463315"/>
                  <a:pt x="1435129" y="480084"/>
                </a:cubicBezTo>
                <a:cubicBezTo>
                  <a:pt x="1435129" y="496854"/>
                  <a:pt x="1421535" y="510448"/>
                  <a:pt x="1404765" y="510448"/>
                </a:cubicBezTo>
                <a:cubicBezTo>
                  <a:pt x="1387996" y="510448"/>
                  <a:pt x="1374402" y="496854"/>
                  <a:pt x="1374402" y="480084"/>
                </a:cubicBezTo>
                <a:cubicBezTo>
                  <a:pt x="1374402" y="463315"/>
                  <a:pt x="1387996" y="449721"/>
                  <a:pt x="1404765" y="449721"/>
                </a:cubicBezTo>
                <a:close/>
                <a:moveTo>
                  <a:pt x="1332211" y="449721"/>
                </a:moveTo>
                <a:cubicBezTo>
                  <a:pt x="1348980" y="449721"/>
                  <a:pt x="1362574" y="463315"/>
                  <a:pt x="1362574" y="480084"/>
                </a:cubicBezTo>
                <a:cubicBezTo>
                  <a:pt x="1362574" y="496854"/>
                  <a:pt x="1348980" y="510448"/>
                  <a:pt x="1332211" y="510448"/>
                </a:cubicBezTo>
                <a:cubicBezTo>
                  <a:pt x="1315441" y="510448"/>
                  <a:pt x="1301847" y="496854"/>
                  <a:pt x="1301847" y="480084"/>
                </a:cubicBezTo>
                <a:cubicBezTo>
                  <a:pt x="1301847" y="463315"/>
                  <a:pt x="1315441" y="449721"/>
                  <a:pt x="1332211" y="449721"/>
                </a:cubicBezTo>
                <a:close/>
                <a:moveTo>
                  <a:pt x="1259656" y="449721"/>
                </a:moveTo>
                <a:cubicBezTo>
                  <a:pt x="1276426" y="449721"/>
                  <a:pt x="1290020" y="463315"/>
                  <a:pt x="1290020" y="480084"/>
                </a:cubicBezTo>
                <a:cubicBezTo>
                  <a:pt x="1290020" y="496854"/>
                  <a:pt x="1276426" y="510448"/>
                  <a:pt x="1259656" y="510448"/>
                </a:cubicBezTo>
                <a:cubicBezTo>
                  <a:pt x="1242887" y="510448"/>
                  <a:pt x="1229293" y="496854"/>
                  <a:pt x="1229293" y="480084"/>
                </a:cubicBezTo>
                <a:cubicBezTo>
                  <a:pt x="1229293" y="463315"/>
                  <a:pt x="1242887" y="449721"/>
                  <a:pt x="1259656" y="449721"/>
                </a:cubicBezTo>
                <a:close/>
                <a:moveTo>
                  <a:pt x="1187102" y="449721"/>
                </a:moveTo>
                <a:cubicBezTo>
                  <a:pt x="1203871" y="449721"/>
                  <a:pt x="1217465" y="463315"/>
                  <a:pt x="1217465" y="480084"/>
                </a:cubicBezTo>
                <a:cubicBezTo>
                  <a:pt x="1217465" y="496854"/>
                  <a:pt x="1203871" y="510448"/>
                  <a:pt x="1187102" y="510448"/>
                </a:cubicBezTo>
                <a:cubicBezTo>
                  <a:pt x="1170332" y="510448"/>
                  <a:pt x="1156738" y="496854"/>
                  <a:pt x="1156738" y="480084"/>
                </a:cubicBezTo>
                <a:cubicBezTo>
                  <a:pt x="1156738" y="463315"/>
                  <a:pt x="1170332" y="449721"/>
                  <a:pt x="1187102" y="449721"/>
                </a:cubicBezTo>
                <a:close/>
                <a:moveTo>
                  <a:pt x="1114547" y="449721"/>
                </a:moveTo>
                <a:cubicBezTo>
                  <a:pt x="1131317" y="449721"/>
                  <a:pt x="1144911" y="463315"/>
                  <a:pt x="1144911" y="480084"/>
                </a:cubicBezTo>
                <a:cubicBezTo>
                  <a:pt x="1144911" y="496854"/>
                  <a:pt x="1131317" y="510448"/>
                  <a:pt x="1114547" y="510448"/>
                </a:cubicBezTo>
                <a:cubicBezTo>
                  <a:pt x="1097778" y="510448"/>
                  <a:pt x="1084184" y="496854"/>
                  <a:pt x="1084184" y="480084"/>
                </a:cubicBezTo>
                <a:cubicBezTo>
                  <a:pt x="1084184" y="463315"/>
                  <a:pt x="1097778" y="449721"/>
                  <a:pt x="1114547" y="449721"/>
                </a:cubicBezTo>
                <a:close/>
                <a:moveTo>
                  <a:pt x="1041993" y="449721"/>
                </a:moveTo>
                <a:cubicBezTo>
                  <a:pt x="1058762" y="449721"/>
                  <a:pt x="1072356" y="463315"/>
                  <a:pt x="1072356" y="480084"/>
                </a:cubicBezTo>
                <a:cubicBezTo>
                  <a:pt x="1072356" y="496854"/>
                  <a:pt x="1058762" y="510448"/>
                  <a:pt x="1041993" y="510448"/>
                </a:cubicBezTo>
                <a:cubicBezTo>
                  <a:pt x="1025223" y="510448"/>
                  <a:pt x="1011629" y="496854"/>
                  <a:pt x="1011629" y="480084"/>
                </a:cubicBezTo>
                <a:cubicBezTo>
                  <a:pt x="1011629" y="463315"/>
                  <a:pt x="1025223" y="449721"/>
                  <a:pt x="1041993" y="449721"/>
                </a:cubicBezTo>
                <a:close/>
                <a:moveTo>
                  <a:pt x="969438" y="449721"/>
                </a:moveTo>
                <a:cubicBezTo>
                  <a:pt x="986208" y="449721"/>
                  <a:pt x="999801" y="463315"/>
                  <a:pt x="999801" y="480084"/>
                </a:cubicBezTo>
                <a:cubicBezTo>
                  <a:pt x="999801" y="496854"/>
                  <a:pt x="986208" y="510448"/>
                  <a:pt x="969438" y="510448"/>
                </a:cubicBezTo>
                <a:cubicBezTo>
                  <a:pt x="952669" y="510448"/>
                  <a:pt x="939075" y="496854"/>
                  <a:pt x="939075" y="480084"/>
                </a:cubicBezTo>
                <a:cubicBezTo>
                  <a:pt x="939075" y="463315"/>
                  <a:pt x="952669" y="449721"/>
                  <a:pt x="969438" y="449721"/>
                </a:cubicBezTo>
                <a:close/>
                <a:moveTo>
                  <a:pt x="896883" y="449721"/>
                </a:moveTo>
                <a:cubicBezTo>
                  <a:pt x="913653" y="449721"/>
                  <a:pt x="927247" y="463315"/>
                  <a:pt x="927247" y="480084"/>
                </a:cubicBezTo>
                <a:cubicBezTo>
                  <a:pt x="927247" y="496854"/>
                  <a:pt x="913653" y="510448"/>
                  <a:pt x="896883" y="510448"/>
                </a:cubicBezTo>
                <a:cubicBezTo>
                  <a:pt x="880114" y="510448"/>
                  <a:pt x="866520" y="496854"/>
                  <a:pt x="866520" y="480084"/>
                </a:cubicBezTo>
                <a:cubicBezTo>
                  <a:pt x="866520" y="463315"/>
                  <a:pt x="880114" y="449721"/>
                  <a:pt x="896883" y="449721"/>
                </a:cubicBezTo>
                <a:close/>
                <a:moveTo>
                  <a:pt x="824329" y="449721"/>
                </a:moveTo>
                <a:cubicBezTo>
                  <a:pt x="841098" y="449721"/>
                  <a:pt x="854692" y="463315"/>
                  <a:pt x="854692" y="480084"/>
                </a:cubicBezTo>
                <a:cubicBezTo>
                  <a:pt x="854692" y="496854"/>
                  <a:pt x="841098" y="510448"/>
                  <a:pt x="824329" y="510448"/>
                </a:cubicBezTo>
                <a:cubicBezTo>
                  <a:pt x="807559" y="510448"/>
                  <a:pt x="793965" y="496854"/>
                  <a:pt x="793965" y="480084"/>
                </a:cubicBezTo>
                <a:cubicBezTo>
                  <a:pt x="793965" y="463315"/>
                  <a:pt x="807559" y="449721"/>
                  <a:pt x="824329" y="449721"/>
                </a:cubicBezTo>
                <a:close/>
                <a:moveTo>
                  <a:pt x="751774" y="449721"/>
                </a:moveTo>
                <a:cubicBezTo>
                  <a:pt x="768544" y="449721"/>
                  <a:pt x="782138" y="463315"/>
                  <a:pt x="782138" y="480084"/>
                </a:cubicBezTo>
                <a:cubicBezTo>
                  <a:pt x="782138" y="496854"/>
                  <a:pt x="768544" y="510448"/>
                  <a:pt x="751774" y="510448"/>
                </a:cubicBezTo>
                <a:cubicBezTo>
                  <a:pt x="735005" y="510448"/>
                  <a:pt x="721411" y="496854"/>
                  <a:pt x="721411" y="480084"/>
                </a:cubicBezTo>
                <a:cubicBezTo>
                  <a:pt x="721411" y="463315"/>
                  <a:pt x="735005" y="449721"/>
                  <a:pt x="751774" y="449721"/>
                </a:cubicBezTo>
                <a:close/>
                <a:moveTo>
                  <a:pt x="679220" y="449721"/>
                </a:moveTo>
                <a:cubicBezTo>
                  <a:pt x="695989" y="449721"/>
                  <a:pt x="709583" y="463315"/>
                  <a:pt x="709583" y="480084"/>
                </a:cubicBezTo>
                <a:cubicBezTo>
                  <a:pt x="709583" y="496854"/>
                  <a:pt x="695989" y="510448"/>
                  <a:pt x="679220" y="510448"/>
                </a:cubicBezTo>
                <a:cubicBezTo>
                  <a:pt x="662450" y="510448"/>
                  <a:pt x="648856" y="496854"/>
                  <a:pt x="648856" y="480084"/>
                </a:cubicBezTo>
                <a:cubicBezTo>
                  <a:pt x="648856" y="463315"/>
                  <a:pt x="662450" y="449721"/>
                  <a:pt x="679220" y="449721"/>
                </a:cubicBezTo>
                <a:close/>
                <a:moveTo>
                  <a:pt x="606665" y="449721"/>
                </a:moveTo>
                <a:cubicBezTo>
                  <a:pt x="623435" y="449721"/>
                  <a:pt x="637029" y="463315"/>
                  <a:pt x="637029" y="480084"/>
                </a:cubicBezTo>
                <a:cubicBezTo>
                  <a:pt x="637029" y="496854"/>
                  <a:pt x="623435" y="510448"/>
                  <a:pt x="606665" y="510448"/>
                </a:cubicBezTo>
                <a:cubicBezTo>
                  <a:pt x="589896" y="510448"/>
                  <a:pt x="576302" y="496854"/>
                  <a:pt x="576302" y="480084"/>
                </a:cubicBezTo>
                <a:cubicBezTo>
                  <a:pt x="576302" y="463315"/>
                  <a:pt x="589896" y="449721"/>
                  <a:pt x="606665" y="449721"/>
                </a:cubicBezTo>
                <a:close/>
                <a:moveTo>
                  <a:pt x="534111" y="449721"/>
                </a:moveTo>
                <a:cubicBezTo>
                  <a:pt x="550880" y="449721"/>
                  <a:pt x="564474" y="463315"/>
                  <a:pt x="564474" y="480084"/>
                </a:cubicBezTo>
                <a:cubicBezTo>
                  <a:pt x="564474" y="496854"/>
                  <a:pt x="550880" y="510448"/>
                  <a:pt x="534111" y="510448"/>
                </a:cubicBezTo>
                <a:cubicBezTo>
                  <a:pt x="517341" y="510448"/>
                  <a:pt x="503747" y="496854"/>
                  <a:pt x="503747" y="480084"/>
                </a:cubicBezTo>
                <a:cubicBezTo>
                  <a:pt x="503747" y="463315"/>
                  <a:pt x="517341" y="449721"/>
                  <a:pt x="534111" y="449721"/>
                </a:cubicBezTo>
                <a:close/>
                <a:moveTo>
                  <a:pt x="461556" y="449721"/>
                </a:moveTo>
                <a:cubicBezTo>
                  <a:pt x="478326" y="449721"/>
                  <a:pt x="491920" y="463315"/>
                  <a:pt x="491920" y="480084"/>
                </a:cubicBezTo>
                <a:cubicBezTo>
                  <a:pt x="491920" y="496854"/>
                  <a:pt x="478326" y="510448"/>
                  <a:pt x="461556" y="510448"/>
                </a:cubicBezTo>
                <a:cubicBezTo>
                  <a:pt x="444787" y="510448"/>
                  <a:pt x="431192" y="496854"/>
                  <a:pt x="431192" y="480084"/>
                </a:cubicBezTo>
                <a:cubicBezTo>
                  <a:pt x="431192" y="463315"/>
                  <a:pt x="444787" y="449721"/>
                  <a:pt x="461556" y="449721"/>
                </a:cubicBezTo>
                <a:close/>
                <a:moveTo>
                  <a:pt x="389002" y="449721"/>
                </a:moveTo>
                <a:cubicBezTo>
                  <a:pt x="405771" y="449721"/>
                  <a:pt x="419365" y="463315"/>
                  <a:pt x="419365" y="480084"/>
                </a:cubicBezTo>
                <a:cubicBezTo>
                  <a:pt x="419365" y="496854"/>
                  <a:pt x="405771" y="510448"/>
                  <a:pt x="389002" y="510448"/>
                </a:cubicBezTo>
                <a:cubicBezTo>
                  <a:pt x="372232" y="510448"/>
                  <a:pt x="358638" y="496854"/>
                  <a:pt x="358638" y="480084"/>
                </a:cubicBezTo>
                <a:cubicBezTo>
                  <a:pt x="358638" y="463315"/>
                  <a:pt x="372232" y="449721"/>
                  <a:pt x="389002" y="449721"/>
                </a:cubicBezTo>
                <a:close/>
                <a:moveTo>
                  <a:pt x="316447" y="449721"/>
                </a:moveTo>
                <a:cubicBezTo>
                  <a:pt x="333216" y="449721"/>
                  <a:pt x="346810" y="463315"/>
                  <a:pt x="346810" y="480084"/>
                </a:cubicBezTo>
                <a:cubicBezTo>
                  <a:pt x="346810" y="496854"/>
                  <a:pt x="333216" y="510448"/>
                  <a:pt x="316447" y="510448"/>
                </a:cubicBezTo>
                <a:cubicBezTo>
                  <a:pt x="299677" y="510448"/>
                  <a:pt x="286084" y="496854"/>
                  <a:pt x="286084" y="480084"/>
                </a:cubicBezTo>
                <a:cubicBezTo>
                  <a:pt x="286084" y="463315"/>
                  <a:pt x="299677" y="449721"/>
                  <a:pt x="316447" y="449721"/>
                </a:cubicBezTo>
                <a:close/>
                <a:moveTo>
                  <a:pt x="243892" y="449721"/>
                </a:moveTo>
                <a:cubicBezTo>
                  <a:pt x="260662" y="449721"/>
                  <a:pt x="274256" y="463315"/>
                  <a:pt x="274256" y="480084"/>
                </a:cubicBezTo>
                <a:cubicBezTo>
                  <a:pt x="274256" y="496854"/>
                  <a:pt x="260662" y="510448"/>
                  <a:pt x="243892" y="510448"/>
                </a:cubicBezTo>
                <a:cubicBezTo>
                  <a:pt x="227123" y="510448"/>
                  <a:pt x="213529" y="496854"/>
                  <a:pt x="213529" y="480084"/>
                </a:cubicBezTo>
                <a:cubicBezTo>
                  <a:pt x="213529" y="463315"/>
                  <a:pt x="227123" y="449721"/>
                  <a:pt x="243892" y="449721"/>
                </a:cubicBezTo>
                <a:close/>
                <a:moveTo>
                  <a:pt x="171339" y="449721"/>
                </a:moveTo>
                <a:cubicBezTo>
                  <a:pt x="188107" y="449721"/>
                  <a:pt x="201701" y="463315"/>
                  <a:pt x="201701" y="480084"/>
                </a:cubicBezTo>
                <a:cubicBezTo>
                  <a:pt x="201701" y="496854"/>
                  <a:pt x="188107" y="510448"/>
                  <a:pt x="171339" y="510448"/>
                </a:cubicBezTo>
                <a:cubicBezTo>
                  <a:pt x="154679" y="510448"/>
                  <a:pt x="141085" y="496854"/>
                  <a:pt x="141085" y="480084"/>
                </a:cubicBezTo>
                <a:cubicBezTo>
                  <a:pt x="141085" y="463315"/>
                  <a:pt x="154679" y="449721"/>
                  <a:pt x="171339" y="449721"/>
                </a:cubicBezTo>
                <a:close/>
                <a:moveTo>
                  <a:pt x="98910" y="449721"/>
                </a:moveTo>
                <a:cubicBezTo>
                  <a:pt x="115670" y="449721"/>
                  <a:pt x="129264" y="463315"/>
                  <a:pt x="129264" y="480084"/>
                </a:cubicBezTo>
                <a:cubicBezTo>
                  <a:pt x="129264" y="496854"/>
                  <a:pt x="115670" y="510448"/>
                  <a:pt x="98910" y="510448"/>
                </a:cubicBezTo>
                <a:cubicBezTo>
                  <a:pt x="82136" y="510448"/>
                  <a:pt x="68542" y="496854"/>
                  <a:pt x="68542" y="480084"/>
                </a:cubicBezTo>
                <a:cubicBezTo>
                  <a:pt x="68542" y="463315"/>
                  <a:pt x="82136" y="449721"/>
                  <a:pt x="98910" y="449721"/>
                </a:cubicBezTo>
                <a:close/>
                <a:moveTo>
                  <a:pt x="26355" y="449721"/>
                </a:moveTo>
                <a:cubicBezTo>
                  <a:pt x="43118" y="449721"/>
                  <a:pt x="56713" y="463315"/>
                  <a:pt x="56713" y="480084"/>
                </a:cubicBezTo>
                <a:cubicBezTo>
                  <a:pt x="56713" y="496854"/>
                  <a:pt x="43118" y="510448"/>
                  <a:pt x="26355" y="510448"/>
                </a:cubicBezTo>
                <a:cubicBezTo>
                  <a:pt x="17970" y="510448"/>
                  <a:pt x="10379" y="507050"/>
                  <a:pt x="4884" y="501555"/>
                </a:cubicBezTo>
                <a:lnTo>
                  <a:pt x="0" y="489763"/>
                </a:lnTo>
                <a:lnTo>
                  <a:pt x="0" y="470405"/>
                </a:lnTo>
                <a:lnTo>
                  <a:pt x="4884" y="458614"/>
                </a:lnTo>
                <a:cubicBezTo>
                  <a:pt x="10379" y="453120"/>
                  <a:pt x="17970" y="449721"/>
                  <a:pt x="26355" y="449721"/>
                </a:cubicBezTo>
                <a:close/>
                <a:moveTo>
                  <a:pt x="1673066" y="379245"/>
                </a:moveTo>
                <a:lnTo>
                  <a:pt x="1675237" y="422266"/>
                </a:lnTo>
                <a:lnTo>
                  <a:pt x="1673514" y="421103"/>
                </a:lnTo>
                <a:cubicBezTo>
                  <a:pt x="1668019" y="415609"/>
                  <a:pt x="1664620" y="408017"/>
                  <a:pt x="1664620" y="399633"/>
                </a:cubicBezTo>
                <a:close/>
                <a:moveTo>
                  <a:pt x="1622429" y="369269"/>
                </a:moveTo>
                <a:cubicBezTo>
                  <a:pt x="1639199" y="369269"/>
                  <a:pt x="1652792" y="382864"/>
                  <a:pt x="1652792" y="399633"/>
                </a:cubicBezTo>
                <a:cubicBezTo>
                  <a:pt x="1652792" y="416402"/>
                  <a:pt x="1639199" y="429997"/>
                  <a:pt x="1622429" y="429997"/>
                </a:cubicBezTo>
                <a:cubicBezTo>
                  <a:pt x="1605659" y="429997"/>
                  <a:pt x="1592066" y="416402"/>
                  <a:pt x="1592066" y="399633"/>
                </a:cubicBezTo>
                <a:cubicBezTo>
                  <a:pt x="1592066" y="382864"/>
                  <a:pt x="1605659" y="369269"/>
                  <a:pt x="1622429" y="369269"/>
                </a:cubicBezTo>
                <a:close/>
                <a:moveTo>
                  <a:pt x="1549874" y="369269"/>
                </a:moveTo>
                <a:cubicBezTo>
                  <a:pt x="1566644" y="369269"/>
                  <a:pt x="1580238" y="382864"/>
                  <a:pt x="1580238" y="399633"/>
                </a:cubicBezTo>
                <a:cubicBezTo>
                  <a:pt x="1580238" y="416402"/>
                  <a:pt x="1566644" y="429997"/>
                  <a:pt x="1549874" y="429997"/>
                </a:cubicBezTo>
                <a:cubicBezTo>
                  <a:pt x="1533105" y="429997"/>
                  <a:pt x="1519511" y="416402"/>
                  <a:pt x="1519511" y="399633"/>
                </a:cubicBezTo>
                <a:cubicBezTo>
                  <a:pt x="1519511" y="382864"/>
                  <a:pt x="1533105" y="369269"/>
                  <a:pt x="1549874" y="369269"/>
                </a:cubicBezTo>
                <a:close/>
                <a:moveTo>
                  <a:pt x="1477320" y="369269"/>
                </a:moveTo>
                <a:cubicBezTo>
                  <a:pt x="1494089" y="369269"/>
                  <a:pt x="1507683" y="382864"/>
                  <a:pt x="1507683" y="399633"/>
                </a:cubicBezTo>
                <a:cubicBezTo>
                  <a:pt x="1507683" y="416402"/>
                  <a:pt x="1494089" y="429997"/>
                  <a:pt x="1477320" y="429997"/>
                </a:cubicBezTo>
                <a:cubicBezTo>
                  <a:pt x="1460550" y="429997"/>
                  <a:pt x="1446956" y="416402"/>
                  <a:pt x="1446956" y="399633"/>
                </a:cubicBezTo>
                <a:cubicBezTo>
                  <a:pt x="1446956" y="382864"/>
                  <a:pt x="1460550" y="369269"/>
                  <a:pt x="1477320" y="369269"/>
                </a:cubicBezTo>
                <a:close/>
                <a:moveTo>
                  <a:pt x="1404765" y="369269"/>
                </a:moveTo>
                <a:cubicBezTo>
                  <a:pt x="1421535" y="369269"/>
                  <a:pt x="1435129" y="382864"/>
                  <a:pt x="1435129" y="399633"/>
                </a:cubicBezTo>
                <a:cubicBezTo>
                  <a:pt x="1435129" y="416402"/>
                  <a:pt x="1421535" y="429997"/>
                  <a:pt x="1404765" y="429997"/>
                </a:cubicBezTo>
                <a:cubicBezTo>
                  <a:pt x="1387996" y="429997"/>
                  <a:pt x="1374402" y="416402"/>
                  <a:pt x="1374402" y="399633"/>
                </a:cubicBezTo>
                <a:cubicBezTo>
                  <a:pt x="1374402" y="382864"/>
                  <a:pt x="1387996" y="369269"/>
                  <a:pt x="1404765" y="369269"/>
                </a:cubicBezTo>
                <a:close/>
                <a:moveTo>
                  <a:pt x="1332211" y="369269"/>
                </a:moveTo>
                <a:cubicBezTo>
                  <a:pt x="1348980" y="369269"/>
                  <a:pt x="1362574" y="382864"/>
                  <a:pt x="1362574" y="399633"/>
                </a:cubicBezTo>
                <a:cubicBezTo>
                  <a:pt x="1362574" y="416402"/>
                  <a:pt x="1348980" y="429997"/>
                  <a:pt x="1332211" y="429997"/>
                </a:cubicBezTo>
                <a:cubicBezTo>
                  <a:pt x="1315441" y="429997"/>
                  <a:pt x="1301847" y="416402"/>
                  <a:pt x="1301847" y="399633"/>
                </a:cubicBezTo>
                <a:cubicBezTo>
                  <a:pt x="1301847" y="382864"/>
                  <a:pt x="1315441" y="369269"/>
                  <a:pt x="1332211" y="369269"/>
                </a:cubicBezTo>
                <a:close/>
                <a:moveTo>
                  <a:pt x="1259656" y="369269"/>
                </a:moveTo>
                <a:cubicBezTo>
                  <a:pt x="1276426" y="369269"/>
                  <a:pt x="1290020" y="382864"/>
                  <a:pt x="1290020" y="399633"/>
                </a:cubicBezTo>
                <a:cubicBezTo>
                  <a:pt x="1290020" y="416402"/>
                  <a:pt x="1276426" y="429997"/>
                  <a:pt x="1259656" y="429997"/>
                </a:cubicBezTo>
                <a:cubicBezTo>
                  <a:pt x="1242887" y="429997"/>
                  <a:pt x="1229293" y="416402"/>
                  <a:pt x="1229293" y="399633"/>
                </a:cubicBezTo>
                <a:cubicBezTo>
                  <a:pt x="1229293" y="382864"/>
                  <a:pt x="1242887" y="369269"/>
                  <a:pt x="1259656" y="369269"/>
                </a:cubicBezTo>
                <a:close/>
                <a:moveTo>
                  <a:pt x="1187102" y="369269"/>
                </a:moveTo>
                <a:cubicBezTo>
                  <a:pt x="1203871" y="369269"/>
                  <a:pt x="1217465" y="382864"/>
                  <a:pt x="1217465" y="399633"/>
                </a:cubicBezTo>
                <a:cubicBezTo>
                  <a:pt x="1217465" y="416402"/>
                  <a:pt x="1203871" y="429997"/>
                  <a:pt x="1187102" y="429997"/>
                </a:cubicBezTo>
                <a:cubicBezTo>
                  <a:pt x="1170332" y="429997"/>
                  <a:pt x="1156738" y="416402"/>
                  <a:pt x="1156738" y="399633"/>
                </a:cubicBezTo>
                <a:cubicBezTo>
                  <a:pt x="1156738" y="382864"/>
                  <a:pt x="1170332" y="369269"/>
                  <a:pt x="1187102" y="369269"/>
                </a:cubicBezTo>
                <a:close/>
                <a:moveTo>
                  <a:pt x="1114547" y="369269"/>
                </a:moveTo>
                <a:cubicBezTo>
                  <a:pt x="1131317" y="369269"/>
                  <a:pt x="1144911" y="382864"/>
                  <a:pt x="1144911" y="399633"/>
                </a:cubicBezTo>
                <a:cubicBezTo>
                  <a:pt x="1144911" y="416402"/>
                  <a:pt x="1131317" y="429997"/>
                  <a:pt x="1114547" y="429997"/>
                </a:cubicBezTo>
                <a:cubicBezTo>
                  <a:pt x="1097778" y="429997"/>
                  <a:pt x="1084184" y="416402"/>
                  <a:pt x="1084184" y="399633"/>
                </a:cubicBezTo>
                <a:cubicBezTo>
                  <a:pt x="1084184" y="382864"/>
                  <a:pt x="1097778" y="369269"/>
                  <a:pt x="1114547" y="369269"/>
                </a:cubicBezTo>
                <a:close/>
                <a:moveTo>
                  <a:pt x="1041993" y="369269"/>
                </a:moveTo>
                <a:cubicBezTo>
                  <a:pt x="1058762" y="369269"/>
                  <a:pt x="1072356" y="382864"/>
                  <a:pt x="1072356" y="399633"/>
                </a:cubicBezTo>
                <a:cubicBezTo>
                  <a:pt x="1072356" y="416402"/>
                  <a:pt x="1058762" y="429997"/>
                  <a:pt x="1041993" y="429997"/>
                </a:cubicBezTo>
                <a:cubicBezTo>
                  <a:pt x="1025223" y="429997"/>
                  <a:pt x="1011629" y="416402"/>
                  <a:pt x="1011629" y="399633"/>
                </a:cubicBezTo>
                <a:cubicBezTo>
                  <a:pt x="1011629" y="382864"/>
                  <a:pt x="1025223" y="369269"/>
                  <a:pt x="1041993" y="369269"/>
                </a:cubicBezTo>
                <a:close/>
                <a:moveTo>
                  <a:pt x="969438" y="369269"/>
                </a:moveTo>
                <a:cubicBezTo>
                  <a:pt x="986208" y="369269"/>
                  <a:pt x="999801" y="382864"/>
                  <a:pt x="999801" y="399633"/>
                </a:cubicBezTo>
                <a:cubicBezTo>
                  <a:pt x="999801" y="416402"/>
                  <a:pt x="986208" y="429997"/>
                  <a:pt x="969438" y="429997"/>
                </a:cubicBezTo>
                <a:cubicBezTo>
                  <a:pt x="952669" y="429997"/>
                  <a:pt x="939075" y="416402"/>
                  <a:pt x="939075" y="399633"/>
                </a:cubicBezTo>
                <a:cubicBezTo>
                  <a:pt x="939075" y="382864"/>
                  <a:pt x="952669" y="369269"/>
                  <a:pt x="969438" y="369269"/>
                </a:cubicBezTo>
                <a:close/>
                <a:moveTo>
                  <a:pt x="896883" y="369269"/>
                </a:moveTo>
                <a:cubicBezTo>
                  <a:pt x="913653" y="369269"/>
                  <a:pt x="927247" y="382864"/>
                  <a:pt x="927247" y="399633"/>
                </a:cubicBezTo>
                <a:cubicBezTo>
                  <a:pt x="927247" y="416402"/>
                  <a:pt x="913653" y="429997"/>
                  <a:pt x="896883" y="429997"/>
                </a:cubicBezTo>
                <a:cubicBezTo>
                  <a:pt x="880114" y="429997"/>
                  <a:pt x="866520" y="416402"/>
                  <a:pt x="866520" y="399633"/>
                </a:cubicBezTo>
                <a:cubicBezTo>
                  <a:pt x="866520" y="382864"/>
                  <a:pt x="880114" y="369269"/>
                  <a:pt x="896883" y="369269"/>
                </a:cubicBezTo>
                <a:close/>
                <a:moveTo>
                  <a:pt x="824329" y="369269"/>
                </a:moveTo>
                <a:cubicBezTo>
                  <a:pt x="841098" y="369269"/>
                  <a:pt x="854692" y="382864"/>
                  <a:pt x="854692" y="399633"/>
                </a:cubicBezTo>
                <a:cubicBezTo>
                  <a:pt x="854692" y="416402"/>
                  <a:pt x="841098" y="429997"/>
                  <a:pt x="824329" y="429997"/>
                </a:cubicBezTo>
                <a:cubicBezTo>
                  <a:pt x="807559" y="429997"/>
                  <a:pt x="793965" y="416402"/>
                  <a:pt x="793965" y="399633"/>
                </a:cubicBezTo>
                <a:cubicBezTo>
                  <a:pt x="793965" y="382864"/>
                  <a:pt x="807559" y="369269"/>
                  <a:pt x="824329" y="369269"/>
                </a:cubicBezTo>
                <a:close/>
                <a:moveTo>
                  <a:pt x="751774" y="369269"/>
                </a:moveTo>
                <a:cubicBezTo>
                  <a:pt x="768544" y="369269"/>
                  <a:pt x="782138" y="382864"/>
                  <a:pt x="782138" y="399633"/>
                </a:cubicBezTo>
                <a:cubicBezTo>
                  <a:pt x="782138" y="416402"/>
                  <a:pt x="768544" y="429997"/>
                  <a:pt x="751774" y="429997"/>
                </a:cubicBezTo>
                <a:cubicBezTo>
                  <a:pt x="735005" y="429997"/>
                  <a:pt x="721411" y="416402"/>
                  <a:pt x="721411" y="399633"/>
                </a:cubicBezTo>
                <a:cubicBezTo>
                  <a:pt x="721411" y="382864"/>
                  <a:pt x="735005" y="369269"/>
                  <a:pt x="751774" y="369269"/>
                </a:cubicBezTo>
                <a:close/>
                <a:moveTo>
                  <a:pt x="679220" y="369269"/>
                </a:moveTo>
                <a:cubicBezTo>
                  <a:pt x="695989" y="369269"/>
                  <a:pt x="709583" y="382864"/>
                  <a:pt x="709583" y="399633"/>
                </a:cubicBezTo>
                <a:cubicBezTo>
                  <a:pt x="709583" y="416402"/>
                  <a:pt x="695989" y="429997"/>
                  <a:pt x="679220" y="429997"/>
                </a:cubicBezTo>
                <a:cubicBezTo>
                  <a:pt x="662450" y="429997"/>
                  <a:pt x="648856" y="416402"/>
                  <a:pt x="648856" y="399633"/>
                </a:cubicBezTo>
                <a:cubicBezTo>
                  <a:pt x="648856" y="382864"/>
                  <a:pt x="662450" y="369269"/>
                  <a:pt x="679220" y="369269"/>
                </a:cubicBezTo>
                <a:close/>
                <a:moveTo>
                  <a:pt x="606665" y="369269"/>
                </a:moveTo>
                <a:cubicBezTo>
                  <a:pt x="623435" y="369269"/>
                  <a:pt x="637029" y="382864"/>
                  <a:pt x="637029" y="399633"/>
                </a:cubicBezTo>
                <a:cubicBezTo>
                  <a:pt x="637029" y="416402"/>
                  <a:pt x="623435" y="429997"/>
                  <a:pt x="606665" y="429997"/>
                </a:cubicBezTo>
                <a:cubicBezTo>
                  <a:pt x="589896" y="429997"/>
                  <a:pt x="576302" y="416402"/>
                  <a:pt x="576302" y="399633"/>
                </a:cubicBezTo>
                <a:cubicBezTo>
                  <a:pt x="576302" y="382864"/>
                  <a:pt x="589896" y="369269"/>
                  <a:pt x="606665" y="369269"/>
                </a:cubicBezTo>
                <a:close/>
                <a:moveTo>
                  <a:pt x="534111" y="369269"/>
                </a:moveTo>
                <a:cubicBezTo>
                  <a:pt x="550880" y="369269"/>
                  <a:pt x="564474" y="382864"/>
                  <a:pt x="564474" y="399633"/>
                </a:cubicBezTo>
                <a:cubicBezTo>
                  <a:pt x="564474" y="416402"/>
                  <a:pt x="550880" y="429997"/>
                  <a:pt x="534111" y="429997"/>
                </a:cubicBezTo>
                <a:cubicBezTo>
                  <a:pt x="517341" y="429997"/>
                  <a:pt x="503747" y="416402"/>
                  <a:pt x="503747" y="399633"/>
                </a:cubicBezTo>
                <a:cubicBezTo>
                  <a:pt x="503747" y="382864"/>
                  <a:pt x="517341" y="369269"/>
                  <a:pt x="534111" y="369269"/>
                </a:cubicBezTo>
                <a:close/>
                <a:moveTo>
                  <a:pt x="461556" y="369269"/>
                </a:moveTo>
                <a:cubicBezTo>
                  <a:pt x="478326" y="369269"/>
                  <a:pt x="491920" y="382864"/>
                  <a:pt x="491920" y="399633"/>
                </a:cubicBezTo>
                <a:cubicBezTo>
                  <a:pt x="491920" y="416402"/>
                  <a:pt x="478326" y="429997"/>
                  <a:pt x="461556" y="429997"/>
                </a:cubicBezTo>
                <a:cubicBezTo>
                  <a:pt x="444787" y="429997"/>
                  <a:pt x="431192" y="416402"/>
                  <a:pt x="431192" y="399633"/>
                </a:cubicBezTo>
                <a:cubicBezTo>
                  <a:pt x="431192" y="382864"/>
                  <a:pt x="444787" y="369269"/>
                  <a:pt x="461556" y="369269"/>
                </a:cubicBezTo>
                <a:close/>
                <a:moveTo>
                  <a:pt x="389002" y="369269"/>
                </a:moveTo>
                <a:cubicBezTo>
                  <a:pt x="405771" y="369269"/>
                  <a:pt x="419365" y="382864"/>
                  <a:pt x="419365" y="399633"/>
                </a:cubicBezTo>
                <a:cubicBezTo>
                  <a:pt x="419365" y="416402"/>
                  <a:pt x="405771" y="429997"/>
                  <a:pt x="389002" y="429997"/>
                </a:cubicBezTo>
                <a:cubicBezTo>
                  <a:pt x="372232" y="429997"/>
                  <a:pt x="358638" y="416402"/>
                  <a:pt x="358638" y="399633"/>
                </a:cubicBezTo>
                <a:cubicBezTo>
                  <a:pt x="358638" y="382864"/>
                  <a:pt x="372232" y="369269"/>
                  <a:pt x="389002" y="369269"/>
                </a:cubicBezTo>
                <a:close/>
                <a:moveTo>
                  <a:pt x="316447" y="369269"/>
                </a:moveTo>
                <a:cubicBezTo>
                  <a:pt x="333216" y="369269"/>
                  <a:pt x="346810" y="382864"/>
                  <a:pt x="346810" y="399633"/>
                </a:cubicBezTo>
                <a:cubicBezTo>
                  <a:pt x="346810" y="416402"/>
                  <a:pt x="333216" y="429997"/>
                  <a:pt x="316447" y="429997"/>
                </a:cubicBezTo>
                <a:cubicBezTo>
                  <a:pt x="299677" y="429997"/>
                  <a:pt x="286084" y="416402"/>
                  <a:pt x="286084" y="399633"/>
                </a:cubicBezTo>
                <a:cubicBezTo>
                  <a:pt x="286084" y="382864"/>
                  <a:pt x="299677" y="369269"/>
                  <a:pt x="316447" y="369269"/>
                </a:cubicBezTo>
                <a:close/>
                <a:moveTo>
                  <a:pt x="243892" y="369269"/>
                </a:moveTo>
                <a:cubicBezTo>
                  <a:pt x="260662" y="369269"/>
                  <a:pt x="274256" y="382864"/>
                  <a:pt x="274256" y="399633"/>
                </a:cubicBezTo>
                <a:cubicBezTo>
                  <a:pt x="274256" y="416402"/>
                  <a:pt x="260662" y="429997"/>
                  <a:pt x="243892" y="429997"/>
                </a:cubicBezTo>
                <a:cubicBezTo>
                  <a:pt x="227123" y="429997"/>
                  <a:pt x="213529" y="416402"/>
                  <a:pt x="213529" y="399633"/>
                </a:cubicBezTo>
                <a:cubicBezTo>
                  <a:pt x="213529" y="382864"/>
                  <a:pt x="227123" y="369269"/>
                  <a:pt x="243892" y="369269"/>
                </a:cubicBezTo>
                <a:close/>
                <a:moveTo>
                  <a:pt x="171339" y="369269"/>
                </a:moveTo>
                <a:cubicBezTo>
                  <a:pt x="188107" y="369269"/>
                  <a:pt x="201701" y="382864"/>
                  <a:pt x="201701" y="399633"/>
                </a:cubicBezTo>
                <a:cubicBezTo>
                  <a:pt x="201701" y="416402"/>
                  <a:pt x="188107" y="429997"/>
                  <a:pt x="171339" y="429997"/>
                </a:cubicBezTo>
                <a:cubicBezTo>
                  <a:pt x="154685" y="429997"/>
                  <a:pt x="141090" y="416402"/>
                  <a:pt x="141090" y="399633"/>
                </a:cubicBezTo>
                <a:cubicBezTo>
                  <a:pt x="141090" y="382864"/>
                  <a:pt x="154685" y="369269"/>
                  <a:pt x="171339" y="369269"/>
                </a:cubicBezTo>
                <a:close/>
                <a:moveTo>
                  <a:pt x="98917" y="369269"/>
                </a:moveTo>
                <a:cubicBezTo>
                  <a:pt x="115677" y="369269"/>
                  <a:pt x="129270" y="382864"/>
                  <a:pt x="129270" y="399633"/>
                </a:cubicBezTo>
                <a:cubicBezTo>
                  <a:pt x="129270" y="416402"/>
                  <a:pt x="115677" y="429997"/>
                  <a:pt x="98917" y="429997"/>
                </a:cubicBezTo>
                <a:cubicBezTo>
                  <a:pt x="82143" y="429997"/>
                  <a:pt x="68549" y="416402"/>
                  <a:pt x="68549" y="399633"/>
                </a:cubicBezTo>
                <a:cubicBezTo>
                  <a:pt x="68549" y="382864"/>
                  <a:pt x="82143" y="369269"/>
                  <a:pt x="98917" y="369269"/>
                </a:cubicBezTo>
                <a:close/>
                <a:moveTo>
                  <a:pt x="26362" y="369269"/>
                </a:moveTo>
                <a:cubicBezTo>
                  <a:pt x="43124" y="369269"/>
                  <a:pt x="56719" y="382864"/>
                  <a:pt x="56719" y="399633"/>
                </a:cubicBezTo>
                <a:cubicBezTo>
                  <a:pt x="56719" y="416402"/>
                  <a:pt x="43124" y="429997"/>
                  <a:pt x="26362" y="429997"/>
                </a:cubicBezTo>
                <a:cubicBezTo>
                  <a:pt x="17976" y="429997"/>
                  <a:pt x="10385" y="426598"/>
                  <a:pt x="4890" y="421103"/>
                </a:cubicBezTo>
                <a:lnTo>
                  <a:pt x="0" y="409299"/>
                </a:lnTo>
                <a:lnTo>
                  <a:pt x="0" y="389967"/>
                </a:lnTo>
                <a:lnTo>
                  <a:pt x="4890" y="378163"/>
                </a:lnTo>
                <a:cubicBezTo>
                  <a:pt x="10385" y="372668"/>
                  <a:pt x="17976" y="369269"/>
                  <a:pt x="26362" y="369269"/>
                </a:cubicBezTo>
                <a:close/>
                <a:moveTo>
                  <a:pt x="1669444" y="307535"/>
                </a:moveTo>
                <a:lnTo>
                  <a:pt x="1670784" y="334061"/>
                </a:lnTo>
                <a:lnTo>
                  <a:pt x="1664620" y="319181"/>
                </a:lnTo>
                <a:close/>
                <a:moveTo>
                  <a:pt x="1622429" y="288818"/>
                </a:moveTo>
                <a:cubicBezTo>
                  <a:pt x="1639199" y="288818"/>
                  <a:pt x="1652792" y="302412"/>
                  <a:pt x="1652792" y="319181"/>
                </a:cubicBezTo>
                <a:cubicBezTo>
                  <a:pt x="1652792" y="335950"/>
                  <a:pt x="1639199" y="349545"/>
                  <a:pt x="1622429" y="349545"/>
                </a:cubicBezTo>
                <a:cubicBezTo>
                  <a:pt x="1605659" y="349545"/>
                  <a:pt x="1592066" y="335950"/>
                  <a:pt x="1592066" y="319181"/>
                </a:cubicBezTo>
                <a:cubicBezTo>
                  <a:pt x="1592066" y="302412"/>
                  <a:pt x="1605659" y="288818"/>
                  <a:pt x="1622429" y="288818"/>
                </a:cubicBezTo>
                <a:close/>
                <a:moveTo>
                  <a:pt x="1549874" y="288818"/>
                </a:moveTo>
                <a:cubicBezTo>
                  <a:pt x="1566644" y="288818"/>
                  <a:pt x="1580238" y="302412"/>
                  <a:pt x="1580238" y="319181"/>
                </a:cubicBezTo>
                <a:cubicBezTo>
                  <a:pt x="1580238" y="335950"/>
                  <a:pt x="1566644" y="349545"/>
                  <a:pt x="1549874" y="349545"/>
                </a:cubicBezTo>
                <a:cubicBezTo>
                  <a:pt x="1533105" y="349545"/>
                  <a:pt x="1519511" y="335950"/>
                  <a:pt x="1519511" y="319181"/>
                </a:cubicBezTo>
                <a:cubicBezTo>
                  <a:pt x="1519511" y="302412"/>
                  <a:pt x="1533105" y="288818"/>
                  <a:pt x="1549874" y="288818"/>
                </a:cubicBezTo>
                <a:close/>
                <a:moveTo>
                  <a:pt x="1477320" y="288818"/>
                </a:moveTo>
                <a:cubicBezTo>
                  <a:pt x="1494089" y="288818"/>
                  <a:pt x="1507683" y="302412"/>
                  <a:pt x="1507683" y="319181"/>
                </a:cubicBezTo>
                <a:cubicBezTo>
                  <a:pt x="1507683" y="335950"/>
                  <a:pt x="1494089" y="349545"/>
                  <a:pt x="1477320" y="349545"/>
                </a:cubicBezTo>
                <a:cubicBezTo>
                  <a:pt x="1460550" y="349545"/>
                  <a:pt x="1446956" y="335950"/>
                  <a:pt x="1446956" y="319181"/>
                </a:cubicBezTo>
                <a:cubicBezTo>
                  <a:pt x="1446956" y="302412"/>
                  <a:pt x="1460550" y="288818"/>
                  <a:pt x="1477320" y="288818"/>
                </a:cubicBezTo>
                <a:close/>
                <a:moveTo>
                  <a:pt x="1404765" y="288818"/>
                </a:moveTo>
                <a:cubicBezTo>
                  <a:pt x="1421535" y="288818"/>
                  <a:pt x="1435129" y="302412"/>
                  <a:pt x="1435129" y="319181"/>
                </a:cubicBezTo>
                <a:cubicBezTo>
                  <a:pt x="1435129" y="335950"/>
                  <a:pt x="1421535" y="349545"/>
                  <a:pt x="1404765" y="349545"/>
                </a:cubicBezTo>
                <a:cubicBezTo>
                  <a:pt x="1387996" y="349545"/>
                  <a:pt x="1374402" y="335950"/>
                  <a:pt x="1374402" y="319181"/>
                </a:cubicBezTo>
                <a:cubicBezTo>
                  <a:pt x="1374402" y="302412"/>
                  <a:pt x="1387996" y="288818"/>
                  <a:pt x="1404765" y="288818"/>
                </a:cubicBezTo>
                <a:close/>
                <a:moveTo>
                  <a:pt x="1332211" y="288818"/>
                </a:moveTo>
                <a:cubicBezTo>
                  <a:pt x="1348980" y="288818"/>
                  <a:pt x="1362574" y="302412"/>
                  <a:pt x="1362574" y="319181"/>
                </a:cubicBezTo>
                <a:cubicBezTo>
                  <a:pt x="1362574" y="335950"/>
                  <a:pt x="1348980" y="349545"/>
                  <a:pt x="1332211" y="349545"/>
                </a:cubicBezTo>
                <a:cubicBezTo>
                  <a:pt x="1315441" y="349545"/>
                  <a:pt x="1301847" y="335950"/>
                  <a:pt x="1301847" y="319181"/>
                </a:cubicBezTo>
                <a:cubicBezTo>
                  <a:pt x="1301847" y="302412"/>
                  <a:pt x="1315441" y="288818"/>
                  <a:pt x="1332211" y="288818"/>
                </a:cubicBezTo>
                <a:close/>
                <a:moveTo>
                  <a:pt x="1259656" y="288818"/>
                </a:moveTo>
                <a:cubicBezTo>
                  <a:pt x="1276426" y="288818"/>
                  <a:pt x="1290020" y="302412"/>
                  <a:pt x="1290020" y="319181"/>
                </a:cubicBezTo>
                <a:cubicBezTo>
                  <a:pt x="1290020" y="335950"/>
                  <a:pt x="1276426" y="349545"/>
                  <a:pt x="1259656" y="349545"/>
                </a:cubicBezTo>
                <a:cubicBezTo>
                  <a:pt x="1242887" y="349545"/>
                  <a:pt x="1229293" y="335950"/>
                  <a:pt x="1229293" y="319181"/>
                </a:cubicBezTo>
                <a:cubicBezTo>
                  <a:pt x="1229293" y="302412"/>
                  <a:pt x="1242887" y="288818"/>
                  <a:pt x="1259656" y="288818"/>
                </a:cubicBezTo>
                <a:close/>
                <a:moveTo>
                  <a:pt x="1187102" y="288818"/>
                </a:moveTo>
                <a:cubicBezTo>
                  <a:pt x="1203871" y="288818"/>
                  <a:pt x="1217465" y="302412"/>
                  <a:pt x="1217465" y="319181"/>
                </a:cubicBezTo>
                <a:cubicBezTo>
                  <a:pt x="1217465" y="335950"/>
                  <a:pt x="1203871" y="349545"/>
                  <a:pt x="1187102" y="349545"/>
                </a:cubicBezTo>
                <a:cubicBezTo>
                  <a:pt x="1170332" y="349545"/>
                  <a:pt x="1156738" y="335950"/>
                  <a:pt x="1156738" y="319181"/>
                </a:cubicBezTo>
                <a:cubicBezTo>
                  <a:pt x="1156738" y="302412"/>
                  <a:pt x="1170332" y="288818"/>
                  <a:pt x="1187102" y="288818"/>
                </a:cubicBezTo>
                <a:close/>
                <a:moveTo>
                  <a:pt x="1114547" y="288818"/>
                </a:moveTo>
                <a:cubicBezTo>
                  <a:pt x="1131317" y="288818"/>
                  <a:pt x="1144911" y="302412"/>
                  <a:pt x="1144911" y="319181"/>
                </a:cubicBezTo>
                <a:cubicBezTo>
                  <a:pt x="1144911" y="335950"/>
                  <a:pt x="1131317" y="349545"/>
                  <a:pt x="1114547" y="349545"/>
                </a:cubicBezTo>
                <a:cubicBezTo>
                  <a:pt x="1097778" y="349545"/>
                  <a:pt x="1084184" y="335950"/>
                  <a:pt x="1084184" y="319181"/>
                </a:cubicBezTo>
                <a:cubicBezTo>
                  <a:pt x="1084184" y="302412"/>
                  <a:pt x="1097778" y="288818"/>
                  <a:pt x="1114547" y="288818"/>
                </a:cubicBezTo>
                <a:close/>
                <a:moveTo>
                  <a:pt x="1041993" y="288818"/>
                </a:moveTo>
                <a:cubicBezTo>
                  <a:pt x="1058762" y="288818"/>
                  <a:pt x="1072356" y="302412"/>
                  <a:pt x="1072356" y="319181"/>
                </a:cubicBezTo>
                <a:cubicBezTo>
                  <a:pt x="1072356" y="335950"/>
                  <a:pt x="1058762" y="349545"/>
                  <a:pt x="1041993" y="349545"/>
                </a:cubicBezTo>
                <a:cubicBezTo>
                  <a:pt x="1025223" y="349545"/>
                  <a:pt x="1011629" y="335950"/>
                  <a:pt x="1011629" y="319181"/>
                </a:cubicBezTo>
                <a:cubicBezTo>
                  <a:pt x="1011629" y="302412"/>
                  <a:pt x="1025223" y="288818"/>
                  <a:pt x="1041993" y="288818"/>
                </a:cubicBezTo>
                <a:close/>
                <a:moveTo>
                  <a:pt x="969438" y="288818"/>
                </a:moveTo>
                <a:cubicBezTo>
                  <a:pt x="986208" y="288818"/>
                  <a:pt x="999801" y="302412"/>
                  <a:pt x="999801" y="319181"/>
                </a:cubicBezTo>
                <a:cubicBezTo>
                  <a:pt x="999801" y="335950"/>
                  <a:pt x="986208" y="349545"/>
                  <a:pt x="969438" y="349545"/>
                </a:cubicBezTo>
                <a:cubicBezTo>
                  <a:pt x="952669" y="349545"/>
                  <a:pt x="939075" y="335950"/>
                  <a:pt x="939075" y="319181"/>
                </a:cubicBezTo>
                <a:cubicBezTo>
                  <a:pt x="939075" y="302412"/>
                  <a:pt x="952669" y="288818"/>
                  <a:pt x="969438" y="288818"/>
                </a:cubicBezTo>
                <a:close/>
                <a:moveTo>
                  <a:pt x="896883" y="288818"/>
                </a:moveTo>
                <a:cubicBezTo>
                  <a:pt x="913653" y="288818"/>
                  <a:pt x="927247" y="302412"/>
                  <a:pt x="927247" y="319181"/>
                </a:cubicBezTo>
                <a:cubicBezTo>
                  <a:pt x="927247" y="335950"/>
                  <a:pt x="913653" y="349545"/>
                  <a:pt x="896883" y="349545"/>
                </a:cubicBezTo>
                <a:cubicBezTo>
                  <a:pt x="880114" y="349545"/>
                  <a:pt x="866520" y="335950"/>
                  <a:pt x="866520" y="319181"/>
                </a:cubicBezTo>
                <a:cubicBezTo>
                  <a:pt x="866520" y="302412"/>
                  <a:pt x="880114" y="288818"/>
                  <a:pt x="896883" y="288818"/>
                </a:cubicBezTo>
                <a:close/>
                <a:moveTo>
                  <a:pt x="824329" y="288818"/>
                </a:moveTo>
                <a:cubicBezTo>
                  <a:pt x="841098" y="288818"/>
                  <a:pt x="854692" y="302412"/>
                  <a:pt x="854692" y="319181"/>
                </a:cubicBezTo>
                <a:cubicBezTo>
                  <a:pt x="854692" y="335950"/>
                  <a:pt x="841098" y="349545"/>
                  <a:pt x="824329" y="349545"/>
                </a:cubicBezTo>
                <a:cubicBezTo>
                  <a:pt x="807559" y="349545"/>
                  <a:pt x="793965" y="335950"/>
                  <a:pt x="793965" y="319181"/>
                </a:cubicBezTo>
                <a:cubicBezTo>
                  <a:pt x="793965" y="302412"/>
                  <a:pt x="807559" y="288818"/>
                  <a:pt x="824329" y="288818"/>
                </a:cubicBezTo>
                <a:close/>
                <a:moveTo>
                  <a:pt x="751774" y="288818"/>
                </a:moveTo>
                <a:cubicBezTo>
                  <a:pt x="768544" y="288818"/>
                  <a:pt x="782138" y="302412"/>
                  <a:pt x="782138" y="319181"/>
                </a:cubicBezTo>
                <a:cubicBezTo>
                  <a:pt x="782138" y="335950"/>
                  <a:pt x="768544" y="349545"/>
                  <a:pt x="751774" y="349545"/>
                </a:cubicBezTo>
                <a:cubicBezTo>
                  <a:pt x="735005" y="349545"/>
                  <a:pt x="721411" y="335950"/>
                  <a:pt x="721411" y="319181"/>
                </a:cubicBezTo>
                <a:cubicBezTo>
                  <a:pt x="721411" y="302412"/>
                  <a:pt x="735005" y="288818"/>
                  <a:pt x="751774" y="288818"/>
                </a:cubicBezTo>
                <a:close/>
                <a:moveTo>
                  <a:pt x="679220" y="288818"/>
                </a:moveTo>
                <a:cubicBezTo>
                  <a:pt x="695989" y="288818"/>
                  <a:pt x="709583" y="302412"/>
                  <a:pt x="709583" y="319181"/>
                </a:cubicBezTo>
                <a:cubicBezTo>
                  <a:pt x="709583" y="335950"/>
                  <a:pt x="695989" y="349545"/>
                  <a:pt x="679220" y="349545"/>
                </a:cubicBezTo>
                <a:cubicBezTo>
                  <a:pt x="662450" y="349545"/>
                  <a:pt x="648856" y="335950"/>
                  <a:pt x="648856" y="319181"/>
                </a:cubicBezTo>
                <a:cubicBezTo>
                  <a:pt x="648856" y="302412"/>
                  <a:pt x="662450" y="288818"/>
                  <a:pt x="679220" y="288818"/>
                </a:cubicBezTo>
                <a:close/>
                <a:moveTo>
                  <a:pt x="606665" y="288818"/>
                </a:moveTo>
                <a:cubicBezTo>
                  <a:pt x="623435" y="288818"/>
                  <a:pt x="637029" y="302412"/>
                  <a:pt x="637029" y="319181"/>
                </a:cubicBezTo>
                <a:cubicBezTo>
                  <a:pt x="637029" y="335950"/>
                  <a:pt x="623435" y="349545"/>
                  <a:pt x="606665" y="349545"/>
                </a:cubicBezTo>
                <a:cubicBezTo>
                  <a:pt x="589896" y="349545"/>
                  <a:pt x="576302" y="335950"/>
                  <a:pt x="576302" y="319181"/>
                </a:cubicBezTo>
                <a:cubicBezTo>
                  <a:pt x="576302" y="302412"/>
                  <a:pt x="589896" y="288818"/>
                  <a:pt x="606665" y="288818"/>
                </a:cubicBezTo>
                <a:close/>
                <a:moveTo>
                  <a:pt x="534111" y="288818"/>
                </a:moveTo>
                <a:cubicBezTo>
                  <a:pt x="550880" y="288818"/>
                  <a:pt x="564474" y="302412"/>
                  <a:pt x="564474" y="319181"/>
                </a:cubicBezTo>
                <a:cubicBezTo>
                  <a:pt x="564474" y="335950"/>
                  <a:pt x="550880" y="349545"/>
                  <a:pt x="534111" y="349545"/>
                </a:cubicBezTo>
                <a:cubicBezTo>
                  <a:pt x="517341" y="349545"/>
                  <a:pt x="503747" y="335950"/>
                  <a:pt x="503747" y="319181"/>
                </a:cubicBezTo>
                <a:cubicBezTo>
                  <a:pt x="503747" y="302412"/>
                  <a:pt x="517341" y="288818"/>
                  <a:pt x="534111" y="288818"/>
                </a:cubicBezTo>
                <a:close/>
                <a:moveTo>
                  <a:pt x="461556" y="288818"/>
                </a:moveTo>
                <a:cubicBezTo>
                  <a:pt x="478326" y="288818"/>
                  <a:pt x="491920" y="302412"/>
                  <a:pt x="491920" y="319181"/>
                </a:cubicBezTo>
                <a:cubicBezTo>
                  <a:pt x="491920" y="335950"/>
                  <a:pt x="478326" y="349545"/>
                  <a:pt x="461556" y="349545"/>
                </a:cubicBezTo>
                <a:cubicBezTo>
                  <a:pt x="444787" y="349545"/>
                  <a:pt x="431192" y="335950"/>
                  <a:pt x="431192" y="319181"/>
                </a:cubicBezTo>
                <a:cubicBezTo>
                  <a:pt x="431192" y="302412"/>
                  <a:pt x="444787" y="288818"/>
                  <a:pt x="461556" y="288818"/>
                </a:cubicBezTo>
                <a:close/>
                <a:moveTo>
                  <a:pt x="389002" y="288818"/>
                </a:moveTo>
                <a:cubicBezTo>
                  <a:pt x="405771" y="288818"/>
                  <a:pt x="419365" y="302412"/>
                  <a:pt x="419365" y="319181"/>
                </a:cubicBezTo>
                <a:cubicBezTo>
                  <a:pt x="419365" y="335950"/>
                  <a:pt x="405771" y="349545"/>
                  <a:pt x="389002" y="349545"/>
                </a:cubicBezTo>
                <a:cubicBezTo>
                  <a:pt x="372232" y="349545"/>
                  <a:pt x="358638" y="335950"/>
                  <a:pt x="358638" y="319181"/>
                </a:cubicBezTo>
                <a:cubicBezTo>
                  <a:pt x="358638" y="302412"/>
                  <a:pt x="372232" y="288818"/>
                  <a:pt x="389002" y="288818"/>
                </a:cubicBezTo>
                <a:close/>
                <a:moveTo>
                  <a:pt x="316447" y="288818"/>
                </a:moveTo>
                <a:cubicBezTo>
                  <a:pt x="333216" y="288818"/>
                  <a:pt x="346810" y="302412"/>
                  <a:pt x="346810" y="319181"/>
                </a:cubicBezTo>
                <a:cubicBezTo>
                  <a:pt x="346810" y="335950"/>
                  <a:pt x="333216" y="349545"/>
                  <a:pt x="316447" y="349545"/>
                </a:cubicBezTo>
                <a:cubicBezTo>
                  <a:pt x="299677" y="349545"/>
                  <a:pt x="286084" y="335950"/>
                  <a:pt x="286084" y="319181"/>
                </a:cubicBezTo>
                <a:cubicBezTo>
                  <a:pt x="286084" y="302412"/>
                  <a:pt x="299677" y="288818"/>
                  <a:pt x="316447" y="288818"/>
                </a:cubicBezTo>
                <a:close/>
                <a:moveTo>
                  <a:pt x="243892" y="288818"/>
                </a:moveTo>
                <a:cubicBezTo>
                  <a:pt x="260662" y="288818"/>
                  <a:pt x="274256" y="302412"/>
                  <a:pt x="274256" y="319181"/>
                </a:cubicBezTo>
                <a:cubicBezTo>
                  <a:pt x="274256" y="335950"/>
                  <a:pt x="260662" y="349545"/>
                  <a:pt x="243892" y="349545"/>
                </a:cubicBezTo>
                <a:cubicBezTo>
                  <a:pt x="227123" y="349545"/>
                  <a:pt x="213529" y="335950"/>
                  <a:pt x="213529" y="319181"/>
                </a:cubicBezTo>
                <a:cubicBezTo>
                  <a:pt x="213529" y="302412"/>
                  <a:pt x="227123" y="288818"/>
                  <a:pt x="243892" y="288818"/>
                </a:cubicBezTo>
                <a:close/>
                <a:moveTo>
                  <a:pt x="171339" y="288818"/>
                </a:moveTo>
                <a:cubicBezTo>
                  <a:pt x="188107" y="288818"/>
                  <a:pt x="201701" y="302412"/>
                  <a:pt x="201701" y="319181"/>
                </a:cubicBezTo>
                <a:cubicBezTo>
                  <a:pt x="201701" y="335950"/>
                  <a:pt x="188107" y="349545"/>
                  <a:pt x="171339" y="349545"/>
                </a:cubicBezTo>
                <a:cubicBezTo>
                  <a:pt x="154691" y="349545"/>
                  <a:pt x="141096" y="335950"/>
                  <a:pt x="141096" y="319181"/>
                </a:cubicBezTo>
                <a:cubicBezTo>
                  <a:pt x="141096" y="302412"/>
                  <a:pt x="154691" y="288818"/>
                  <a:pt x="171339" y="288818"/>
                </a:cubicBezTo>
                <a:close/>
                <a:moveTo>
                  <a:pt x="98923" y="288818"/>
                </a:moveTo>
                <a:cubicBezTo>
                  <a:pt x="115682" y="288818"/>
                  <a:pt x="129276" y="302412"/>
                  <a:pt x="129276" y="319181"/>
                </a:cubicBezTo>
                <a:cubicBezTo>
                  <a:pt x="129276" y="335950"/>
                  <a:pt x="115682" y="349545"/>
                  <a:pt x="98923" y="349545"/>
                </a:cubicBezTo>
                <a:cubicBezTo>
                  <a:pt x="82149" y="349545"/>
                  <a:pt x="68554" y="335950"/>
                  <a:pt x="68554" y="319181"/>
                </a:cubicBezTo>
                <a:cubicBezTo>
                  <a:pt x="68554" y="302412"/>
                  <a:pt x="82149" y="288818"/>
                  <a:pt x="98923" y="288818"/>
                </a:cubicBezTo>
                <a:close/>
                <a:moveTo>
                  <a:pt x="26368" y="288818"/>
                </a:moveTo>
                <a:cubicBezTo>
                  <a:pt x="43131" y="288818"/>
                  <a:pt x="56725" y="302412"/>
                  <a:pt x="56725" y="319181"/>
                </a:cubicBezTo>
                <a:cubicBezTo>
                  <a:pt x="56725" y="335950"/>
                  <a:pt x="43131" y="349545"/>
                  <a:pt x="26368" y="349545"/>
                </a:cubicBezTo>
                <a:cubicBezTo>
                  <a:pt x="17983" y="349545"/>
                  <a:pt x="10391" y="346146"/>
                  <a:pt x="4896" y="340651"/>
                </a:cubicBezTo>
                <a:lnTo>
                  <a:pt x="0" y="328831"/>
                </a:lnTo>
                <a:lnTo>
                  <a:pt x="0" y="309532"/>
                </a:lnTo>
                <a:lnTo>
                  <a:pt x="4896" y="297711"/>
                </a:lnTo>
                <a:cubicBezTo>
                  <a:pt x="10391" y="292217"/>
                  <a:pt x="17983" y="288818"/>
                  <a:pt x="26368" y="288818"/>
                </a:cubicBezTo>
                <a:close/>
                <a:moveTo>
                  <a:pt x="1622429" y="208366"/>
                </a:moveTo>
                <a:cubicBezTo>
                  <a:pt x="1639199" y="208366"/>
                  <a:pt x="1652792" y="221960"/>
                  <a:pt x="1652792" y="238729"/>
                </a:cubicBezTo>
                <a:cubicBezTo>
                  <a:pt x="1652792" y="255499"/>
                  <a:pt x="1639199" y="269093"/>
                  <a:pt x="1622429" y="269093"/>
                </a:cubicBezTo>
                <a:cubicBezTo>
                  <a:pt x="1605659" y="269093"/>
                  <a:pt x="1592066" y="255499"/>
                  <a:pt x="1592066" y="238729"/>
                </a:cubicBezTo>
                <a:cubicBezTo>
                  <a:pt x="1592066" y="221960"/>
                  <a:pt x="1605659" y="208366"/>
                  <a:pt x="1622429" y="208366"/>
                </a:cubicBezTo>
                <a:close/>
                <a:moveTo>
                  <a:pt x="1549874" y="208366"/>
                </a:moveTo>
                <a:cubicBezTo>
                  <a:pt x="1566644" y="208366"/>
                  <a:pt x="1580238" y="221960"/>
                  <a:pt x="1580238" y="238729"/>
                </a:cubicBezTo>
                <a:cubicBezTo>
                  <a:pt x="1580238" y="255499"/>
                  <a:pt x="1566644" y="269093"/>
                  <a:pt x="1549874" y="269093"/>
                </a:cubicBezTo>
                <a:cubicBezTo>
                  <a:pt x="1533105" y="269093"/>
                  <a:pt x="1519511" y="255499"/>
                  <a:pt x="1519511" y="238729"/>
                </a:cubicBezTo>
                <a:cubicBezTo>
                  <a:pt x="1519511" y="221960"/>
                  <a:pt x="1533105" y="208366"/>
                  <a:pt x="1549874" y="208366"/>
                </a:cubicBezTo>
                <a:close/>
                <a:moveTo>
                  <a:pt x="1477320" y="208366"/>
                </a:moveTo>
                <a:cubicBezTo>
                  <a:pt x="1494089" y="208366"/>
                  <a:pt x="1507683" y="221960"/>
                  <a:pt x="1507683" y="238729"/>
                </a:cubicBezTo>
                <a:cubicBezTo>
                  <a:pt x="1507683" y="255499"/>
                  <a:pt x="1494089" y="269093"/>
                  <a:pt x="1477320" y="269093"/>
                </a:cubicBezTo>
                <a:cubicBezTo>
                  <a:pt x="1460550" y="269093"/>
                  <a:pt x="1446956" y="255499"/>
                  <a:pt x="1446956" y="238729"/>
                </a:cubicBezTo>
                <a:cubicBezTo>
                  <a:pt x="1446956" y="221960"/>
                  <a:pt x="1460550" y="208366"/>
                  <a:pt x="1477320" y="208366"/>
                </a:cubicBezTo>
                <a:close/>
                <a:moveTo>
                  <a:pt x="1404765" y="208366"/>
                </a:moveTo>
                <a:cubicBezTo>
                  <a:pt x="1421535" y="208366"/>
                  <a:pt x="1435129" y="221960"/>
                  <a:pt x="1435129" y="238729"/>
                </a:cubicBezTo>
                <a:cubicBezTo>
                  <a:pt x="1435129" y="255499"/>
                  <a:pt x="1421535" y="269093"/>
                  <a:pt x="1404765" y="269093"/>
                </a:cubicBezTo>
                <a:cubicBezTo>
                  <a:pt x="1387996" y="269093"/>
                  <a:pt x="1374402" y="255499"/>
                  <a:pt x="1374402" y="238729"/>
                </a:cubicBezTo>
                <a:cubicBezTo>
                  <a:pt x="1374402" y="221960"/>
                  <a:pt x="1387996" y="208366"/>
                  <a:pt x="1404765" y="208366"/>
                </a:cubicBezTo>
                <a:close/>
                <a:moveTo>
                  <a:pt x="1332211" y="208366"/>
                </a:moveTo>
                <a:cubicBezTo>
                  <a:pt x="1348980" y="208366"/>
                  <a:pt x="1362574" y="221960"/>
                  <a:pt x="1362574" y="238729"/>
                </a:cubicBezTo>
                <a:cubicBezTo>
                  <a:pt x="1362574" y="255499"/>
                  <a:pt x="1348980" y="269093"/>
                  <a:pt x="1332211" y="269093"/>
                </a:cubicBezTo>
                <a:cubicBezTo>
                  <a:pt x="1315441" y="269093"/>
                  <a:pt x="1301847" y="255499"/>
                  <a:pt x="1301847" y="238729"/>
                </a:cubicBezTo>
                <a:cubicBezTo>
                  <a:pt x="1301847" y="221960"/>
                  <a:pt x="1315441" y="208366"/>
                  <a:pt x="1332211" y="208366"/>
                </a:cubicBezTo>
                <a:close/>
                <a:moveTo>
                  <a:pt x="1259656" y="208366"/>
                </a:moveTo>
                <a:cubicBezTo>
                  <a:pt x="1276426" y="208366"/>
                  <a:pt x="1290020" y="221960"/>
                  <a:pt x="1290020" y="238729"/>
                </a:cubicBezTo>
                <a:cubicBezTo>
                  <a:pt x="1290020" y="255499"/>
                  <a:pt x="1276426" y="269093"/>
                  <a:pt x="1259656" y="269093"/>
                </a:cubicBezTo>
                <a:cubicBezTo>
                  <a:pt x="1242887" y="269093"/>
                  <a:pt x="1229293" y="255499"/>
                  <a:pt x="1229293" y="238729"/>
                </a:cubicBezTo>
                <a:cubicBezTo>
                  <a:pt x="1229293" y="221960"/>
                  <a:pt x="1242887" y="208366"/>
                  <a:pt x="1259656" y="208366"/>
                </a:cubicBezTo>
                <a:close/>
                <a:moveTo>
                  <a:pt x="1187102" y="208366"/>
                </a:moveTo>
                <a:cubicBezTo>
                  <a:pt x="1203871" y="208366"/>
                  <a:pt x="1217465" y="221960"/>
                  <a:pt x="1217465" y="238729"/>
                </a:cubicBezTo>
                <a:cubicBezTo>
                  <a:pt x="1217465" y="255499"/>
                  <a:pt x="1203871" y="269093"/>
                  <a:pt x="1187102" y="269093"/>
                </a:cubicBezTo>
                <a:cubicBezTo>
                  <a:pt x="1170332" y="269093"/>
                  <a:pt x="1156738" y="255499"/>
                  <a:pt x="1156738" y="238729"/>
                </a:cubicBezTo>
                <a:cubicBezTo>
                  <a:pt x="1156738" y="221960"/>
                  <a:pt x="1170332" y="208366"/>
                  <a:pt x="1187102" y="208366"/>
                </a:cubicBezTo>
                <a:close/>
                <a:moveTo>
                  <a:pt x="1114547" y="208366"/>
                </a:moveTo>
                <a:cubicBezTo>
                  <a:pt x="1131317" y="208366"/>
                  <a:pt x="1144911" y="221960"/>
                  <a:pt x="1144911" y="238729"/>
                </a:cubicBezTo>
                <a:cubicBezTo>
                  <a:pt x="1144911" y="255499"/>
                  <a:pt x="1131317" y="269093"/>
                  <a:pt x="1114547" y="269093"/>
                </a:cubicBezTo>
                <a:cubicBezTo>
                  <a:pt x="1097778" y="269093"/>
                  <a:pt x="1084184" y="255499"/>
                  <a:pt x="1084184" y="238729"/>
                </a:cubicBezTo>
                <a:cubicBezTo>
                  <a:pt x="1084184" y="221960"/>
                  <a:pt x="1097778" y="208366"/>
                  <a:pt x="1114547" y="208366"/>
                </a:cubicBezTo>
                <a:close/>
                <a:moveTo>
                  <a:pt x="1041993" y="208366"/>
                </a:moveTo>
                <a:cubicBezTo>
                  <a:pt x="1058762" y="208366"/>
                  <a:pt x="1072356" y="221960"/>
                  <a:pt x="1072356" y="238729"/>
                </a:cubicBezTo>
                <a:cubicBezTo>
                  <a:pt x="1072356" y="255499"/>
                  <a:pt x="1058762" y="269093"/>
                  <a:pt x="1041993" y="269093"/>
                </a:cubicBezTo>
                <a:cubicBezTo>
                  <a:pt x="1025223" y="269093"/>
                  <a:pt x="1011629" y="255499"/>
                  <a:pt x="1011629" y="238729"/>
                </a:cubicBezTo>
                <a:cubicBezTo>
                  <a:pt x="1011629" y="221960"/>
                  <a:pt x="1025223" y="208366"/>
                  <a:pt x="1041993" y="208366"/>
                </a:cubicBezTo>
                <a:close/>
                <a:moveTo>
                  <a:pt x="969438" y="208366"/>
                </a:moveTo>
                <a:cubicBezTo>
                  <a:pt x="986208" y="208366"/>
                  <a:pt x="999801" y="221960"/>
                  <a:pt x="999801" y="238729"/>
                </a:cubicBezTo>
                <a:cubicBezTo>
                  <a:pt x="999801" y="255499"/>
                  <a:pt x="986208" y="269093"/>
                  <a:pt x="969438" y="269093"/>
                </a:cubicBezTo>
                <a:cubicBezTo>
                  <a:pt x="952669" y="269093"/>
                  <a:pt x="939075" y="255499"/>
                  <a:pt x="939075" y="238729"/>
                </a:cubicBezTo>
                <a:cubicBezTo>
                  <a:pt x="939075" y="221960"/>
                  <a:pt x="952669" y="208366"/>
                  <a:pt x="969438" y="208366"/>
                </a:cubicBezTo>
                <a:close/>
                <a:moveTo>
                  <a:pt x="896883" y="208366"/>
                </a:moveTo>
                <a:cubicBezTo>
                  <a:pt x="913653" y="208366"/>
                  <a:pt x="927247" y="221960"/>
                  <a:pt x="927247" y="238729"/>
                </a:cubicBezTo>
                <a:cubicBezTo>
                  <a:pt x="927247" y="255499"/>
                  <a:pt x="913653" y="269093"/>
                  <a:pt x="896883" y="269093"/>
                </a:cubicBezTo>
                <a:cubicBezTo>
                  <a:pt x="880114" y="269093"/>
                  <a:pt x="866520" y="255499"/>
                  <a:pt x="866520" y="238729"/>
                </a:cubicBezTo>
                <a:cubicBezTo>
                  <a:pt x="866520" y="221960"/>
                  <a:pt x="880114" y="208366"/>
                  <a:pt x="896883" y="208366"/>
                </a:cubicBezTo>
                <a:close/>
                <a:moveTo>
                  <a:pt x="824329" y="208366"/>
                </a:moveTo>
                <a:cubicBezTo>
                  <a:pt x="841098" y="208366"/>
                  <a:pt x="854692" y="221960"/>
                  <a:pt x="854692" y="238729"/>
                </a:cubicBezTo>
                <a:cubicBezTo>
                  <a:pt x="854692" y="255499"/>
                  <a:pt x="841098" y="269093"/>
                  <a:pt x="824329" y="269093"/>
                </a:cubicBezTo>
                <a:cubicBezTo>
                  <a:pt x="807559" y="269093"/>
                  <a:pt x="793965" y="255499"/>
                  <a:pt x="793965" y="238729"/>
                </a:cubicBezTo>
                <a:cubicBezTo>
                  <a:pt x="793965" y="221960"/>
                  <a:pt x="807559" y="208366"/>
                  <a:pt x="824329" y="208366"/>
                </a:cubicBezTo>
                <a:close/>
                <a:moveTo>
                  <a:pt x="751774" y="208366"/>
                </a:moveTo>
                <a:cubicBezTo>
                  <a:pt x="768544" y="208366"/>
                  <a:pt x="782138" y="221960"/>
                  <a:pt x="782138" y="238729"/>
                </a:cubicBezTo>
                <a:cubicBezTo>
                  <a:pt x="782138" y="255499"/>
                  <a:pt x="768544" y="269093"/>
                  <a:pt x="751774" y="269093"/>
                </a:cubicBezTo>
                <a:cubicBezTo>
                  <a:pt x="735005" y="269093"/>
                  <a:pt x="721411" y="255499"/>
                  <a:pt x="721411" y="238729"/>
                </a:cubicBezTo>
                <a:cubicBezTo>
                  <a:pt x="721411" y="221960"/>
                  <a:pt x="735005" y="208366"/>
                  <a:pt x="751774" y="208366"/>
                </a:cubicBezTo>
                <a:close/>
                <a:moveTo>
                  <a:pt x="679220" y="208366"/>
                </a:moveTo>
                <a:cubicBezTo>
                  <a:pt x="695989" y="208366"/>
                  <a:pt x="709583" y="221960"/>
                  <a:pt x="709583" y="238729"/>
                </a:cubicBezTo>
                <a:cubicBezTo>
                  <a:pt x="709583" y="255499"/>
                  <a:pt x="695989" y="269093"/>
                  <a:pt x="679220" y="269093"/>
                </a:cubicBezTo>
                <a:cubicBezTo>
                  <a:pt x="662450" y="269093"/>
                  <a:pt x="648856" y="255499"/>
                  <a:pt x="648856" y="238729"/>
                </a:cubicBezTo>
                <a:cubicBezTo>
                  <a:pt x="648856" y="221960"/>
                  <a:pt x="662450" y="208366"/>
                  <a:pt x="679220" y="208366"/>
                </a:cubicBezTo>
                <a:close/>
                <a:moveTo>
                  <a:pt x="606665" y="208366"/>
                </a:moveTo>
                <a:cubicBezTo>
                  <a:pt x="623435" y="208366"/>
                  <a:pt x="637029" y="221960"/>
                  <a:pt x="637029" y="238729"/>
                </a:cubicBezTo>
                <a:cubicBezTo>
                  <a:pt x="637029" y="255499"/>
                  <a:pt x="623435" y="269093"/>
                  <a:pt x="606665" y="269093"/>
                </a:cubicBezTo>
                <a:cubicBezTo>
                  <a:pt x="589896" y="269093"/>
                  <a:pt x="576302" y="255499"/>
                  <a:pt x="576302" y="238729"/>
                </a:cubicBezTo>
                <a:cubicBezTo>
                  <a:pt x="576302" y="221960"/>
                  <a:pt x="589896" y="208366"/>
                  <a:pt x="606665" y="208366"/>
                </a:cubicBezTo>
                <a:close/>
                <a:moveTo>
                  <a:pt x="534111" y="208366"/>
                </a:moveTo>
                <a:cubicBezTo>
                  <a:pt x="550880" y="208366"/>
                  <a:pt x="564474" y="221960"/>
                  <a:pt x="564474" y="238729"/>
                </a:cubicBezTo>
                <a:cubicBezTo>
                  <a:pt x="564474" y="255499"/>
                  <a:pt x="550880" y="269093"/>
                  <a:pt x="534111" y="269093"/>
                </a:cubicBezTo>
                <a:cubicBezTo>
                  <a:pt x="517341" y="269093"/>
                  <a:pt x="503747" y="255499"/>
                  <a:pt x="503747" y="238729"/>
                </a:cubicBezTo>
                <a:cubicBezTo>
                  <a:pt x="503747" y="221960"/>
                  <a:pt x="517341" y="208366"/>
                  <a:pt x="534111" y="208366"/>
                </a:cubicBezTo>
                <a:close/>
                <a:moveTo>
                  <a:pt x="461556" y="208366"/>
                </a:moveTo>
                <a:cubicBezTo>
                  <a:pt x="478326" y="208366"/>
                  <a:pt x="491920" y="221960"/>
                  <a:pt x="491920" y="238729"/>
                </a:cubicBezTo>
                <a:cubicBezTo>
                  <a:pt x="491920" y="255499"/>
                  <a:pt x="478326" y="269093"/>
                  <a:pt x="461556" y="269093"/>
                </a:cubicBezTo>
                <a:cubicBezTo>
                  <a:pt x="444787" y="269093"/>
                  <a:pt x="431192" y="255499"/>
                  <a:pt x="431192" y="238729"/>
                </a:cubicBezTo>
                <a:cubicBezTo>
                  <a:pt x="431192" y="221960"/>
                  <a:pt x="444787" y="208366"/>
                  <a:pt x="461556" y="208366"/>
                </a:cubicBezTo>
                <a:close/>
                <a:moveTo>
                  <a:pt x="389002" y="208366"/>
                </a:moveTo>
                <a:cubicBezTo>
                  <a:pt x="405771" y="208366"/>
                  <a:pt x="419365" y="221960"/>
                  <a:pt x="419365" y="238729"/>
                </a:cubicBezTo>
                <a:cubicBezTo>
                  <a:pt x="419365" y="255499"/>
                  <a:pt x="405771" y="269093"/>
                  <a:pt x="389002" y="269093"/>
                </a:cubicBezTo>
                <a:cubicBezTo>
                  <a:pt x="372232" y="269093"/>
                  <a:pt x="358638" y="255499"/>
                  <a:pt x="358638" y="238729"/>
                </a:cubicBezTo>
                <a:cubicBezTo>
                  <a:pt x="358638" y="221960"/>
                  <a:pt x="372232" y="208366"/>
                  <a:pt x="389002" y="208366"/>
                </a:cubicBezTo>
                <a:close/>
                <a:moveTo>
                  <a:pt x="316447" y="208366"/>
                </a:moveTo>
                <a:cubicBezTo>
                  <a:pt x="333216" y="208366"/>
                  <a:pt x="346810" y="221960"/>
                  <a:pt x="346810" y="238729"/>
                </a:cubicBezTo>
                <a:cubicBezTo>
                  <a:pt x="346810" y="255499"/>
                  <a:pt x="333216" y="269093"/>
                  <a:pt x="316447" y="269093"/>
                </a:cubicBezTo>
                <a:cubicBezTo>
                  <a:pt x="299677" y="269093"/>
                  <a:pt x="286084" y="255499"/>
                  <a:pt x="286084" y="238729"/>
                </a:cubicBezTo>
                <a:cubicBezTo>
                  <a:pt x="286084" y="221960"/>
                  <a:pt x="299677" y="208366"/>
                  <a:pt x="316447" y="208366"/>
                </a:cubicBezTo>
                <a:close/>
                <a:moveTo>
                  <a:pt x="243892" y="208366"/>
                </a:moveTo>
                <a:cubicBezTo>
                  <a:pt x="260662" y="208366"/>
                  <a:pt x="274256" y="221960"/>
                  <a:pt x="274256" y="238729"/>
                </a:cubicBezTo>
                <a:cubicBezTo>
                  <a:pt x="274256" y="255499"/>
                  <a:pt x="260662" y="269093"/>
                  <a:pt x="243892" y="269093"/>
                </a:cubicBezTo>
                <a:cubicBezTo>
                  <a:pt x="227123" y="269093"/>
                  <a:pt x="213529" y="255499"/>
                  <a:pt x="213529" y="238729"/>
                </a:cubicBezTo>
                <a:cubicBezTo>
                  <a:pt x="213529" y="221960"/>
                  <a:pt x="227123" y="208366"/>
                  <a:pt x="243892" y="208366"/>
                </a:cubicBezTo>
                <a:close/>
                <a:moveTo>
                  <a:pt x="171339" y="208366"/>
                </a:moveTo>
                <a:cubicBezTo>
                  <a:pt x="188107" y="208366"/>
                  <a:pt x="201701" y="221960"/>
                  <a:pt x="201701" y="238729"/>
                </a:cubicBezTo>
                <a:cubicBezTo>
                  <a:pt x="201701" y="255499"/>
                  <a:pt x="188107" y="269093"/>
                  <a:pt x="171339" y="269093"/>
                </a:cubicBezTo>
                <a:cubicBezTo>
                  <a:pt x="154697" y="269093"/>
                  <a:pt x="141102" y="255499"/>
                  <a:pt x="141102" y="238729"/>
                </a:cubicBezTo>
                <a:cubicBezTo>
                  <a:pt x="141102" y="221960"/>
                  <a:pt x="154697" y="208366"/>
                  <a:pt x="171339" y="208366"/>
                </a:cubicBezTo>
                <a:close/>
                <a:moveTo>
                  <a:pt x="98929" y="208366"/>
                </a:moveTo>
                <a:cubicBezTo>
                  <a:pt x="115688" y="208366"/>
                  <a:pt x="129282" y="221960"/>
                  <a:pt x="129282" y="238729"/>
                </a:cubicBezTo>
                <a:cubicBezTo>
                  <a:pt x="129282" y="255499"/>
                  <a:pt x="115688" y="269093"/>
                  <a:pt x="98929" y="269093"/>
                </a:cubicBezTo>
                <a:cubicBezTo>
                  <a:pt x="82155" y="269093"/>
                  <a:pt x="68561" y="255499"/>
                  <a:pt x="68561" y="238729"/>
                </a:cubicBezTo>
                <a:cubicBezTo>
                  <a:pt x="68561" y="221960"/>
                  <a:pt x="82155" y="208366"/>
                  <a:pt x="98929" y="208366"/>
                </a:cubicBezTo>
                <a:close/>
                <a:moveTo>
                  <a:pt x="26375" y="208366"/>
                </a:moveTo>
                <a:cubicBezTo>
                  <a:pt x="43137" y="208366"/>
                  <a:pt x="56732" y="221960"/>
                  <a:pt x="56732" y="238729"/>
                </a:cubicBezTo>
                <a:cubicBezTo>
                  <a:pt x="56732" y="255499"/>
                  <a:pt x="43137" y="269093"/>
                  <a:pt x="26375" y="269093"/>
                </a:cubicBezTo>
                <a:cubicBezTo>
                  <a:pt x="17989" y="269093"/>
                  <a:pt x="10398" y="265695"/>
                  <a:pt x="4903" y="260200"/>
                </a:cubicBezTo>
                <a:lnTo>
                  <a:pt x="0" y="248364"/>
                </a:lnTo>
                <a:lnTo>
                  <a:pt x="0" y="229094"/>
                </a:lnTo>
                <a:lnTo>
                  <a:pt x="4903" y="217259"/>
                </a:lnTo>
                <a:cubicBezTo>
                  <a:pt x="10398" y="211765"/>
                  <a:pt x="17989" y="208366"/>
                  <a:pt x="26375" y="208366"/>
                </a:cubicBezTo>
                <a:close/>
                <a:moveTo>
                  <a:pt x="1622429" y="127914"/>
                </a:moveTo>
                <a:cubicBezTo>
                  <a:pt x="1630814" y="127914"/>
                  <a:pt x="1638404" y="131313"/>
                  <a:pt x="1643899" y="136808"/>
                </a:cubicBezTo>
                <a:lnTo>
                  <a:pt x="1648931" y="148957"/>
                </a:lnTo>
                <a:lnTo>
                  <a:pt x="1651011" y="162579"/>
                </a:lnTo>
                <a:lnTo>
                  <a:pt x="1643899" y="179748"/>
                </a:lnTo>
                <a:cubicBezTo>
                  <a:pt x="1638404" y="185243"/>
                  <a:pt x="1630814" y="188641"/>
                  <a:pt x="1622429" y="188641"/>
                </a:cubicBezTo>
                <a:cubicBezTo>
                  <a:pt x="1605659" y="188641"/>
                  <a:pt x="1592066" y="175047"/>
                  <a:pt x="1592066" y="158278"/>
                </a:cubicBezTo>
                <a:cubicBezTo>
                  <a:pt x="1592066" y="141508"/>
                  <a:pt x="1605659" y="127914"/>
                  <a:pt x="1622429" y="127914"/>
                </a:cubicBezTo>
                <a:close/>
                <a:moveTo>
                  <a:pt x="1549874" y="127914"/>
                </a:moveTo>
                <a:cubicBezTo>
                  <a:pt x="1566644" y="127914"/>
                  <a:pt x="1580238" y="141508"/>
                  <a:pt x="1580238" y="158278"/>
                </a:cubicBezTo>
                <a:cubicBezTo>
                  <a:pt x="1580238" y="175047"/>
                  <a:pt x="1566644" y="188641"/>
                  <a:pt x="1549874" y="188641"/>
                </a:cubicBezTo>
                <a:cubicBezTo>
                  <a:pt x="1533105" y="188641"/>
                  <a:pt x="1519511" y="175047"/>
                  <a:pt x="1519511" y="158278"/>
                </a:cubicBezTo>
                <a:cubicBezTo>
                  <a:pt x="1519511" y="141508"/>
                  <a:pt x="1533105" y="127914"/>
                  <a:pt x="1549874" y="127914"/>
                </a:cubicBezTo>
                <a:close/>
                <a:moveTo>
                  <a:pt x="1477320" y="127914"/>
                </a:moveTo>
                <a:cubicBezTo>
                  <a:pt x="1494089" y="127914"/>
                  <a:pt x="1507683" y="141508"/>
                  <a:pt x="1507683" y="158278"/>
                </a:cubicBezTo>
                <a:cubicBezTo>
                  <a:pt x="1507683" y="175047"/>
                  <a:pt x="1494089" y="188641"/>
                  <a:pt x="1477320" y="188641"/>
                </a:cubicBezTo>
                <a:cubicBezTo>
                  <a:pt x="1460550" y="188641"/>
                  <a:pt x="1446956" y="175047"/>
                  <a:pt x="1446956" y="158278"/>
                </a:cubicBezTo>
                <a:cubicBezTo>
                  <a:pt x="1446956" y="141508"/>
                  <a:pt x="1460550" y="127914"/>
                  <a:pt x="1477320" y="127914"/>
                </a:cubicBezTo>
                <a:close/>
                <a:moveTo>
                  <a:pt x="1404765" y="127914"/>
                </a:moveTo>
                <a:cubicBezTo>
                  <a:pt x="1421535" y="127914"/>
                  <a:pt x="1435129" y="141508"/>
                  <a:pt x="1435129" y="158278"/>
                </a:cubicBezTo>
                <a:cubicBezTo>
                  <a:pt x="1435129" y="175047"/>
                  <a:pt x="1421535" y="188641"/>
                  <a:pt x="1404765" y="188641"/>
                </a:cubicBezTo>
                <a:cubicBezTo>
                  <a:pt x="1387996" y="188641"/>
                  <a:pt x="1374402" y="175047"/>
                  <a:pt x="1374402" y="158278"/>
                </a:cubicBezTo>
                <a:cubicBezTo>
                  <a:pt x="1374402" y="141508"/>
                  <a:pt x="1387996" y="127914"/>
                  <a:pt x="1404765" y="127914"/>
                </a:cubicBezTo>
                <a:close/>
                <a:moveTo>
                  <a:pt x="1332211" y="127914"/>
                </a:moveTo>
                <a:cubicBezTo>
                  <a:pt x="1348980" y="127914"/>
                  <a:pt x="1362574" y="141508"/>
                  <a:pt x="1362574" y="158278"/>
                </a:cubicBezTo>
                <a:cubicBezTo>
                  <a:pt x="1362574" y="175047"/>
                  <a:pt x="1348980" y="188641"/>
                  <a:pt x="1332211" y="188641"/>
                </a:cubicBezTo>
                <a:cubicBezTo>
                  <a:pt x="1315441" y="188641"/>
                  <a:pt x="1301847" y="175047"/>
                  <a:pt x="1301847" y="158278"/>
                </a:cubicBezTo>
                <a:cubicBezTo>
                  <a:pt x="1301847" y="141508"/>
                  <a:pt x="1315441" y="127914"/>
                  <a:pt x="1332211" y="127914"/>
                </a:cubicBezTo>
                <a:close/>
                <a:moveTo>
                  <a:pt x="1259656" y="127914"/>
                </a:moveTo>
                <a:cubicBezTo>
                  <a:pt x="1276426" y="127914"/>
                  <a:pt x="1290020" y="141508"/>
                  <a:pt x="1290020" y="158278"/>
                </a:cubicBezTo>
                <a:cubicBezTo>
                  <a:pt x="1290020" y="175047"/>
                  <a:pt x="1276426" y="188641"/>
                  <a:pt x="1259656" y="188641"/>
                </a:cubicBezTo>
                <a:cubicBezTo>
                  <a:pt x="1242887" y="188641"/>
                  <a:pt x="1229293" y="175047"/>
                  <a:pt x="1229293" y="158278"/>
                </a:cubicBezTo>
                <a:cubicBezTo>
                  <a:pt x="1229293" y="141508"/>
                  <a:pt x="1242887" y="127914"/>
                  <a:pt x="1259656" y="127914"/>
                </a:cubicBezTo>
                <a:close/>
                <a:moveTo>
                  <a:pt x="1187102" y="127914"/>
                </a:moveTo>
                <a:cubicBezTo>
                  <a:pt x="1203871" y="127914"/>
                  <a:pt x="1217465" y="141508"/>
                  <a:pt x="1217465" y="158278"/>
                </a:cubicBezTo>
                <a:cubicBezTo>
                  <a:pt x="1217465" y="175047"/>
                  <a:pt x="1203871" y="188641"/>
                  <a:pt x="1187102" y="188641"/>
                </a:cubicBezTo>
                <a:cubicBezTo>
                  <a:pt x="1170332" y="188641"/>
                  <a:pt x="1156738" y="175047"/>
                  <a:pt x="1156738" y="158278"/>
                </a:cubicBezTo>
                <a:cubicBezTo>
                  <a:pt x="1156738" y="141508"/>
                  <a:pt x="1170332" y="127914"/>
                  <a:pt x="1187102" y="127914"/>
                </a:cubicBezTo>
                <a:close/>
                <a:moveTo>
                  <a:pt x="1114547" y="127914"/>
                </a:moveTo>
                <a:cubicBezTo>
                  <a:pt x="1131317" y="127914"/>
                  <a:pt x="1144911" y="141508"/>
                  <a:pt x="1144911" y="158278"/>
                </a:cubicBezTo>
                <a:cubicBezTo>
                  <a:pt x="1144911" y="175047"/>
                  <a:pt x="1131317" y="188641"/>
                  <a:pt x="1114547" y="188641"/>
                </a:cubicBezTo>
                <a:cubicBezTo>
                  <a:pt x="1097778" y="188641"/>
                  <a:pt x="1084184" y="175047"/>
                  <a:pt x="1084184" y="158278"/>
                </a:cubicBezTo>
                <a:cubicBezTo>
                  <a:pt x="1084184" y="141508"/>
                  <a:pt x="1097778" y="127914"/>
                  <a:pt x="1114547" y="127914"/>
                </a:cubicBezTo>
                <a:close/>
                <a:moveTo>
                  <a:pt x="1041993" y="127914"/>
                </a:moveTo>
                <a:cubicBezTo>
                  <a:pt x="1058762" y="127914"/>
                  <a:pt x="1072356" y="141508"/>
                  <a:pt x="1072356" y="158278"/>
                </a:cubicBezTo>
                <a:cubicBezTo>
                  <a:pt x="1072356" y="175047"/>
                  <a:pt x="1058762" y="188641"/>
                  <a:pt x="1041993" y="188641"/>
                </a:cubicBezTo>
                <a:cubicBezTo>
                  <a:pt x="1025223" y="188641"/>
                  <a:pt x="1011629" y="175047"/>
                  <a:pt x="1011629" y="158278"/>
                </a:cubicBezTo>
                <a:cubicBezTo>
                  <a:pt x="1011629" y="141508"/>
                  <a:pt x="1025223" y="127914"/>
                  <a:pt x="1041993" y="127914"/>
                </a:cubicBezTo>
                <a:close/>
                <a:moveTo>
                  <a:pt x="969438" y="127914"/>
                </a:moveTo>
                <a:cubicBezTo>
                  <a:pt x="986208" y="127914"/>
                  <a:pt x="999801" y="141508"/>
                  <a:pt x="999801" y="158278"/>
                </a:cubicBezTo>
                <a:cubicBezTo>
                  <a:pt x="999801" y="175047"/>
                  <a:pt x="986208" y="188641"/>
                  <a:pt x="969438" y="188641"/>
                </a:cubicBezTo>
                <a:cubicBezTo>
                  <a:pt x="952669" y="188641"/>
                  <a:pt x="939075" y="175047"/>
                  <a:pt x="939075" y="158278"/>
                </a:cubicBezTo>
                <a:cubicBezTo>
                  <a:pt x="939075" y="141508"/>
                  <a:pt x="952669" y="127914"/>
                  <a:pt x="969438" y="127914"/>
                </a:cubicBezTo>
                <a:close/>
                <a:moveTo>
                  <a:pt x="896883" y="127914"/>
                </a:moveTo>
                <a:cubicBezTo>
                  <a:pt x="913653" y="127914"/>
                  <a:pt x="927247" y="141508"/>
                  <a:pt x="927247" y="158278"/>
                </a:cubicBezTo>
                <a:cubicBezTo>
                  <a:pt x="927247" y="175047"/>
                  <a:pt x="913653" y="188641"/>
                  <a:pt x="896883" y="188641"/>
                </a:cubicBezTo>
                <a:cubicBezTo>
                  <a:pt x="880114" y="188641"/>
                  <a:pt x="866520" y="175047"/>
                  <a:pt x="866520" y="158278"/>
                </a:cubicBezTo>
                <a:cubicBezTo>
                  <a:pt x="866520" y="141508"/>
                  <a:pt x="880114" y="127914"/>
                  <a:pt x="896883" y="127914"/>
                </a:cubicBezTo>
                <a:close/>
                <a:moveTo>
                  <a:pt x="824329" y="127914"/>
                </a:moveTo>
                <a:cubicBezTo>
                  <a:pt x="841098" y="127914"/>
                  <a:pt x="854692" y="141508"/>
                  <a:pt x="854692" y="158278"/>
                </a:cubicBezTo>
                <a:cubicBezTo>
                  <a:pt x="854692" y="175047"/>
                  <a:pt x="841098" y="188641"/>
                  <a:pt x="824329" y="188641"/>
                </a:cubicBezTo>
                <a:cubicBezTo>
                  <a:pt x="807559" y="188641"/>
                  <a:pt x="793965" y="175047"/>
                  <a:pt x="793965" y="158278"/>
                </a:cubicBezTo>
                <a:cubicBezTo>
                  <a:pt x="793965" y="141508"/>
                  <a:pt x="807559" y="127914"/>
                  <a:pt x="824329" y="127914"/>
                </a:cubicBezTo>
                <a:close/>
                <a:moveTo>
                  <a:pt x="751774" y="127914"/>
                </a:moveTo>
                <a:cubicBezTo>
                  <a:pt x="768544" y="127914"/>
                  <a:pt x="782138" y="141508"/>
                  <a:pt x="782138" y="158278"/>
                </a:cubicBezTo>
                <a:cubicBezTo>
                  <a:pt x="782138" y="175047"/>
                  <a:pt x="768544" y="188641"/>
                  <a:pt x="751774" y="188641"/>
                </a:cubicBezTo>
                <a:cubicBezTo>
                  <a:pt x="735005" y="188641"/>
                  <a:pt x="721411" y="175047"/>
                  <a:pt x="721411" y="158278"/>
                </a:cubicBezTo>
                <a:cubicBezTo>
                  <a:pt x="721411" y="141508"/>
                  <a:pt x="735005" y="127914"/>
                  <a:pt x="751774" y="127914"/>
                </a:cubicBezTo>
                <a:close/>
                <a:moveTo>
                  <a:pt x="679220" y="127914"/>
                </a:moveTo>
                <a:cubicBezTo>
                  <a:pt x="695989" y="127914"/>
                  <a:pt x="709583" y="141508"/>
                  <a:pt x="709583" y="158278"/>
                </a:cubicBezTo>
                <a:cubicBezTo>
                  <a:pt x="709583" y="175047"/>
                  <a:pt x="695989" y="188641"/>
                  <a:pt x="679220" y="188641"/>
                </a:cubicBezTo>
                <a:cubicBezTo>
                  <a:pt x="662450" y="188641"/>
                  <a:pt x="648856" y="175047"/>
                  <a:pt x="648856" y="158278"/>
                </a:cubicBezTo>
                <a:cubicBezTo>
                  <a:pt x="648856" y="141508"/>
                  <a:pt x="662450" y="127914"/>
                  <a:pt x="679220" y="127914"/>
                </a:cubicBezTo>
                <a:close/>
                <a:moveTo>
                  <a:pt x="606665" y="127914"/>
                </a:moveTo>
                <a:cubicBezTo>
                  <a:pt x="623435" y="127914"/>
                  <a:pt x="637029" y="141508"/>
                  <a:pt x="637029" y="158278"/>
                </a:cubicBezTo>
                <a:cubicBezTo>
                  <a:pt x="637029" y="175047"/>
                  <a:pt x="623435" y="188641"/>
                  <a:pt x="606665" y="188641"/>
                </a:cubicBezTo>
                <a:cubicBezTo>
                  <a:pt x="589896" y="188641"/>
                  <a:pt x="576302" y="175047"/>
                  <a:pt x="576302" y="158278"/>
                </a:cubicBezTo>
                <a:cubicBezTo>
                  <a:pt x="576302" y="141508"/>
                  <a:pt x="589896" y="127914"/>
                  <a:pt x="606665" y="127914"/>
                </a:cubicBezTo>
                <a:close/>
                <a:moveTo>
                  <a:pt x="534111" y="127914"/>
                </a:moveTo>
                <a:cubicBezTo>
                  <a:pt x="550880" y="127914"/>
                  <a:pt x="564474" y="141508"/>
                  <a:pt x="564474" y="158278"/>
                </a:cubicBezTo>
                <a:cubicBezTo>
                  <a:pt x="564474" y="175047"/>
                  <a:pt x="550880" y="188641"/>
                  <a:pt x="534111" y="188641"/>
                </a:cubicBezTo>
                <a:cubicBezTo>
                  <a:pt x="517341" y="188641"/>
                  <a:pt x="503747" y="175047"/>
                  <a:pt x="503747" y="158278"/>
                </a:cubicBezTo>
                <a:cubicBezTo>
                  <a:pt x="503747" y="141508"/>
                  <a:pt x="517341" y="127914"/>
                  <a:pt x="534111" y="127914"/>
                </a:cubicBezTo>
                <a:close/>
                <a:moveTo>
                  <a:pt x="461556" y="127914"/>
                </a:moveTo>
                <a:cubicBezTo>
                  <a:pt x="478326" y="127914"/>
                  <a:pt x="491920" y="141508"/>
                  <a:pt x="491920" y="158278"/>
                </a:cubicBezTo>
                <a:cubicBezTo>
                  <a:pt x="491920" y="175047"/>
                  <a:pt x="478326" y="188641"/>
                  <a:pt x="461556" y="188641"/>
                </a:cubicBezTo>
                <a:cubicBezTo>
                  <a:pt x="444787" y="188641"/>
                  <a:pt x="431192" y="175047"/>
                  <a:pt x="431192" y="158278"/>
                </a:cubicBezTo>
                <a:cubicBezTo>
                  <a:pt x="431192" y="141508"/>
                  <a:pt x="444787" y="127914"/>
                  <a:pt x="461556" y="127914"/>
                </a:cubicBezTo>
                <a:close/>
                <a:moveTo>
                  <a:pt x="389002" y="127914"/>
                </a:moveTo>
                <a:cubicBezTo>
                  <a:pt x="405771" y="127914"/>
                  <a:pt x="419365" y="141508"/>
                  <a:pt x="419365" y="158278"/>
                </a:cubicBezTo>
                <a:cubicBezTo>
                  <a:pt x="419365" y="175047"/>
                  <a:pt x="405771" y="188641"/>
                  <a:pt x="389002" y="188641"/>
                </a:cubicBezTo>
                <a:cubicBezTo>
                  <a:pt x="372232" y="188641"/>
                  <a:pt x="358638" y="175047"/>
                  <a:pt x="358638" y="158278"/>
                </a:cubicBezTo>
                <a:cubicBezTo>
                  <a:pt x="358638" y="141508"/>
                  <a:pt x="372232" y="127914"/>
                  <a:pt x="389002" y="127914"/>
                </a:cubicBezTo>
                <a:close/>
                <a:moveTo>
                  <a:pt x="316447" y="127914"/>
                </a:moveTo>
                <a:cubicBezTo>
                  <a:pt x="333216" y="127914"/>
                  <a:pt x="346810" y="141508"/>
                  <a:pt x="346810" y="158278"/>
                </a:cubicBezTo>
                <a:cubicBezTo>
                  <a:pt x="346810" y="175047"/>
                  <a:pt x="333216" y="188641"/>
                  <a:pt x="316447" y="188641"/>
                </a:cubicBezTo>
                <a:cubicBezTo>
                  <a:pt x="299677" y="188641"/>
                  <a:pt x="286084" y="175047"/>
                  <a:pt x="286084" y="158278"/>
                </a:cubicBezTo>
                <a:cubicBezTo>
                  <a:pt x="286084" y="141508"/>
                  <a:pt x="299677" y="127914"/>
                  <a:pt x="316447" y="127914"/>
                </a:cubicBezTo>
                <a:close/>
                <a:moveTo>
                  <a:pt x="243892" y="127914"/>
                </a:moveTo>
                <a:cubicBezTo>
                  <a:pt x="260662" y="127914"/>
                  <a:pt x="274256" y="141508"/>
                  <a:pt x="274256" y="158278"/>
                </a:cubicBezTo>
                <a:cubicBezTo>
                  <a:pt x="274256" y="175047"/>
                  <a:pt x="260662" y="188641"/>
                  <a:pt x="243892" y="188641"/>
                </a:cubicBezTo>
                <a:cubicBezTo>
                  <a:pt x="227123" y="188641"/>
                  <a:pt x="213529" y="175047"/>
                  <a:pt x="213529" y="158278"/>
                </a:cubicBezTo>
                <a:cubicBezTo>
                  <a:pt x="213529" y="141508"/>
                  <a:pt x="227123" y="127914"/>
                  <a:pt x="243892" y="127914"/>
                </a:cubicBezTo>
                <a:close/>
                <a:moveTo>
                  <a:pt x="171339" y="127914"/>
                </a:moveTo>
                <a:cubicBezTo>
                  <a:pt x="188107" y="127914"/>
                  <a:pt x="201701" y="141508"/>
                  <a:pt x="201701" y="158278"/>
                </a:cubicBezTo>
                <a:cubicBezTo>
                  <a:pt x="201701" y="175047"/>
                  <a:pt x="188107" y="188641"/>
                  <a:pt x="171339" y="188641"/>
                </a:cubicBezTo>
                <a:cubicBezTo>
                  <a:pt x="154702" y="188641"/>
                  <a:pt x="141108" y="175047"/>
                  <a:pt x="141108" y="158278"/>
                </a:cubicBezTo>
                <a:cubicBezTo>
                  <a:pt x="141108" y="141508"/>
                  <a:pt x="154702" y="127914"/>
                  <a:pt x="171339" y="127914"/>
                </a:cubicBezTo>
                <a:close/>
                <a:moveTo>
                  <a:pt x="98936" y="127914"/>
                </a:moveTo>
                <a:cubicBezTo>
                  <a:pt x="115695" y="127914"/>
                  <a:pt x="129288" y="141508"/>
                  <a:pt x="129288" y="158278"/>
                </a:cubicBezTo>
                <a:cubicBezTo>
                  <a:pt x="129288" y="175047"/>
                  <a:pt x="115695" y="188641"/>
                  <a:pt x="98936" y="188641"/>
                </a:cubicBezTo>
                <a:cubicBezTo>
                  <a:pt x="82162" y="188641"/>
                  <a:pt x="68567" y="175047"/>
                  <a:pt x="68567" y="158278"/>
                </a:cubicBezTo>
                <a:cubicBezTo>
                  <a:pt x="68567" y="141508"/>
                  <a:pt x="82162" y="127914"/>
                  <a:pt x="98936" y="127914"/>
                </a:cubicBezTo>
                <a:close/>
                <a:moveTo>
                  <a:pt x="26381" y="127914"/>
                </a:moveTo>
                <a:cubicBezTo>
                  <a:pt x="43143" y="127914"/>
                  <a:pt x="56738" y="141508"/>
                  <a:pt x="56738" y="158278"/>
                </a:cubicBezTo>
                <a:cubicBezTo>
                  <a:pt x="56738" y="175047"/>
                  <a:pt x="43143" y="188641"/>
                  <a:pt x="26381" y="188641"/>
                </a:cubicBezTo>
                <a:cubicBezTo>
                  <a:pt x="17995" y="188641"/>
                  <a:pt x="10404" y="185243"/>
                  <a:pt x="4909" y="179748"/>
                </a:cubicBezTo>
                <a:lnTo>
                  <a:pt x="0" y="167898"/>
                </a:lnTo>
                <a:lnTo>
                  <a:pt x="0" y="148658"/>
                </a:lnTo>
                <a:lnTo>
                  <a:pt x="4909" y="136807"/>
                </a:lnTo>
                <a:cubicBezTo>
                  <a:pt x="10404" y="131313"/>
                  <a:pt x="17995" y="127914"/>
                  <a:pt x="26381" y="127914"/>
                </a:cubicBezTo>
                <a:close/>
                <a:moveTo>
                  <a:pt x="1622429" y="47462"/>
                </a:moveTo>
                <a:lnTo>
                  <a:pt x="1625821" y="48147"/>
                </a:lnTo>
                <a:lnTo>
                  <a:pt x="1639701" y="102127"/>
                </a:lnTo>
                <a:lnTo>
                  <a:pt x="1634248" y="105804"/>
                </a:lnTo>
                <a:cubicBezTo>
                  <a:pt x="1630615" y="107340"/>
                  <a:pt x="1626621" y="108189"/>
                  <a:pt x="1622429" y="108189"/>
                </a:cubicBezTo>
                <a:cubicBezTo>
                  <a:pt x="1605659" y="108189"/>
                  <a:pt x="1592066" y="94595"/>
                  <a:pt x="1592066" y="77826"/>
                </a:cubicBezTo>
                <a:cubicBezTo>
                  <a:pt x="1592066" y="61056"/>
                  <a:pt x="1605659" y="47462"/>
                  <a:pt x="1622429" y="47462"/>
                </a:cubicBezTo>
                <a:close/>
                <a:moveTo>
                  <a:pt x="1549874" y="47462"/>
                </a:moveTo>
                <a:cubicBezTo>
                  <a:pt x="1566644" y="47462"/>
                  <a:pt x="1580238" y="61056"/>
                  <a:pt x="1580238" y="77826"/>
                </a:cubicBezTo>
                <a:cubicBezTo>
                  <a:pt x="1580238" y="94595"/>
                  <a:pt x="1566644" y="108189"/>
                  <a:pt x="1549874" y="108189"/>
                </a:cubicBezTo>
                <a:cubicBezTo>
                  <a:pt x="1533105" y="108189"/>
                  <a:pt x="1519511" y="94595"/>
                  <a:pt x="1519511" y="77826"/>
                </a:cubicBezTo>
                <a:cubicBezTo>
                  <a:pt x="1519511" y="61056"/>
                  <a:pt x="1533105" y="47462"/>
                  <a:pt x="1549874" y="47462"/>
                </a:cubicBezTo>
                <a:close/>
                <a:moveTo>
                  <a:pt x="1477320" y="47462"/>
                </a:moveTo>
                <a:cubicBezTo>
                  <a:pt x="1494089" y="47462"/>
                  <a:pt x="1507683" y="61056"/>
                  <a:pt x="1507683" y="77826"/>
                </a:cubicBezTo>
                <a:cubicBezTo>
                  <a:pt x="1507683" y="94595"/>
                  <a:pt x="1494089" y="108189"/>
                  <a:pt x="1477320" y="108189"/>
                </a:cubicBezTo>
                <a:cubicBezTo>
                  <a:pt x="1460550" y="108189"/>
                  <a:pt x="1446956" y="94595"/>
                  <a:pt x="1446956" y="77826"/>
                </a:cubicBezTo>
                <a:cubicBezTo>
                  <a:pt x="1446956" y="61056"/>
                  <a:pt x="1460550" y="47462"/>
                  <a:pt x="1477320" y="47462"/>
                </a:cubicBezTo>
                <a:close/>
                <a:moveTo>
                  <a:pt x="1404765" y="47462"/>
                </a:moveTo>
                <a:cubicBezTo>
                  <a:pt x="1421535" y="47462"/>
                  <a:pt x="1435129" y="61056"/>
                  <a:pt x="1435129" y="77826"/>
                </a:cubicBezTo>
                <a:cubicBezTo>
                  <a:pt x="1435129" y="94595"/>
                  <a:pt x="1421535" y="108189"/>
                  <a:pt x="1404765" y="108189"/>
                </a:cubicBezTo>
                <a:cubicBezTo>
                  <a:pt x="1387996" y="108189"/>
                  <a:pt x="1374402" y="94595"/>
                  <a:pt x="1374402" y="77826"/>
                </a:cubicBezTo>
                <a:cubicBezTo>
                  <a:pt x="1374402" y="61056"/>
                  <a:pt x="1387996" y="47462"/>
                  <a:pt x="1404765" y="47462"/>
                </a:cubicBezTo>
                <a:close/>
                <a:moveTo>
                  <a:pt x="1332211" y="47462"/>
                </a:moveTo>
                <a:cubicBezTo>
                  <a:pt x="1348980" y="47462"/>
                  <a:pt x="1362574" y="61056"/>
                  <a:pt x="1362574" y="77826"/>
                </a:cubicBezTo>
                <a:cubicBezTo>
                  <a:pt x="1362574" y="94595"/>
                  <a:pt x="1348980" y="108189"/>
                  <a:pt x="1332211" y="108189"/>
                </a:cubicBezTo>
                <a:cubicBezTo>
                  <a:pt x="1315441" y="108189"/>
                  <a:pt x="1301847" y="94595"/>
                  <a:pt x="1301847" y="77826"/>
                </a:cubicBezTo>
                <a:cubicBezTo>
                  <a:pt x="1301847" y="61056"/>
                  <a:pt x="1315441" y="47462"/>
                  <a:pt x="1332211" y="47462"/>
                </a:cubicBezTo>
                <a:close/>
                <a:moveTo>
                  <a:pt x="1259656" y="47462"/>
                </a:moveTo>
                <a:cubicBezTo>
                  <a:pt x="1276426" y="47462"/>
                  <a:pt x="1290020" y="61056"/>
                  <a:pt x="1290020" y="77826"/>
                </a:cubicBezTo>
                <a:cubicBezTo>
                  <a:pt x="1290020" y="94595"/>
                  <a:pt x="1276426" y="108189"/>
                  <a:pt x="1259656" y="108189"/>
                </a:cubicBezTo>
                <a:cubicBezTo>
                  <a:pt x="1242887" y="108189"/>
                  <a:pt x="1229293" y="94595"/>
                  <a:pt x="1229293" y="77826"/>
                </a:cubicBezTo>
                <a:cubicBezTo>
                  <a:pt x="1229293" y="61056"/>
                  <a:pt x="1242887" y="47462"/>
                  <a:pt x="1259656" y="47462"/>
                </a:cubicBezTo>
                <a:close/>
                <a:moveTo>
                  <a:pt x="1187102" y="47462"/>
                </a:moveTo>
                <a:cubicBezTo>
                  <a:pt x="1203871" y="47462"/>
                  <a:pt x="1217465" y="61056"/>
                  <a:pt x="1217465" y="77826"/>
                </a:cubicBezTo>
                <a:cubicBezTo>
                  <a:pt x="1217465" y="94595"/>
                  <a:pt x="1203871" y="108189"/>
                  <a:pt x="1187102" y="108189"/>
                </a:cubicBezTo>
                <a:cubicBezTo>
                  <a:pt x="1170332" y="108189"/>
                  <a:pt x="1156738" y="94595"/>
                  <a:pt x="1156738" y="77826"/>
                </a:cubicBezTo>
                <a:cubicBezTo>
                  <a:pt x="1156738" y="61056"/>
                  <a:pt x="1170332" y="47462"/>
                  <a:pt x="1187102" y="47462"/>
                </a:cubicBezTo>
                <a:close/>
                <a:moveTo>
                  <a:pt x="1114547" y="47462"/>
                </a:moveTo>
                <a:cubicBezTo>
                  <a:pt x="1131317" y="47462"/>
                  <a:pt x="1144911" y="61056"/>
                  <a:pt x="1144911" y="77826"/>
                </a:cubicBezTo>
                <a:cubicBezTo>
                  <a:pt x="1144911" y="94595"/>
                  <a:pt x="1131317" y="108189"/>
                  <a:pt x="1114547" y="108189"/>
                </a:cubicBezTo>
                <a:cubicBezTo>
                  <a:pt x="1097778" y="108189"/>
                  <a:pt x="1084184" y="94595"/>
                  <a:pt x="1084184" y="77826"/>
                </a:cubicBezTo>
                <a:cubicBezTo>
                  <a:pt x="1084184" y="61056"/>
                  <a:pt x="1097778" y="47462"/>
                  <a:pt x="1114547" y="47462"/>
                </a:cubicBezTo>
                <a:close/>
                <a:moveTo>
                  <a:pt x="1041993" y="47462"/>
                </a:moveTo>
                <a:cubicBezTo>
                  <a:pt x="1058762" y="47462"/>
                  <a:pt x="1072356" y="61056"/>
                  <a:pt x="1072356" y="77826"/>
                </a:cubicBezTo>
                <a:cubicBezTo>
                  <a:pt x="1072356" y="94595"/>
                  <a:pt x="1058762" y="108189"/>
                  <a:pt x="1041993" y="108189"/>
                </a:cubicBezTo>
                <a:cubicBezTo>
                  <a:pt x="1025223" y="108189"/>
                  <a:pt x="1011629" y="94595"/>
                  <a:pt x="1011629" y="77826"/>
                </a:cubicBezTo>
                <a:cubicBezTo>
                  <a:pt x="1011629" y="61056"/>
                  <a:pt x="1025223" y="47462"/>
                  <a:pt x="1041993" y="47462"/>
                </a:cubicBezTo>
                <a:close/>
                <a:moveTo>
                  <a:pt x="969438" y="47462"/>
                </a:moveTo>
                <a:cubicBezTo>
                  <a:pt x="986208" y="47462"/>
                  <a:pt x="999801" y="61056"/>
                  <a:pt x="999801" y="77826"/>
                </a:cubicBezTo>
                <a:cubicBezTo>
                  <a:pt x="999801" y="94595"/>
                  <a:pt x="986208" y="108189"/>
                  <a:pt x="969438" y="108189"/>
                </a:cubicBezTo>
                <a:cubicBezTo>
                  <a:pt x="952669" y="108189"/>
                  <a:pt x="939075" y="94595"/>
                  <a:pt x="939075" y="77826"/>
                </a:cubicBezTo>
                <a:cubicBezTo>
                  <a:pt x="939075" y="61056"/>
                  <a:pt x="952669" y="47462"/>
                  <a:pt x="969438" y="47462"/>
                </a:cubicBezTo>
                <a:close/>
                <a:moveTo>
                  <a:pt x="896883" y="47462"/>
                </a:moveTo>
                <a:cubicBezTo>
                  <a:pt x="913653" y="47462"/>
                  <a:pt x="927247" y="61056"/>
                  <a:pt x="927247" y="77826"/>
                </a:cubicBezTo>
                <a:cubicBezTo>
                  <a:pt x="927247" y="94595"/>
                  <a:pt x="913653" y="108189"/>
                  <a:pt x="896883" y="108189"/>
                </a:cubicBezTo>
                <a:cubicBezTo>
                  <a:pt x="880114" y="108189"/>
                  <a:pt x="866520" y="94595"/>
                  <a:pt x="866520" y="77826"/>
                </a:cubicBezTo>
                <a:cubicBezTo>
                  <a:pt x="866520" y="61056"/>
                  <a:pt x="880114" y="47462"/>
                  <a:pt x="896883" y="47462"/>
                </a:cubicBezTo>
                <a:close/>
                <a:moveTo>
                  <a:pt x="824329" y="47462"/>
                </a:moveTo>
                <a:cubicBezTo>
                  <a:pt x="841098" y="47462"/>
                  <a:pt x="854692" y="61056"/>
                  <a:pt x="854692" y="77826"/>
                </a:cubicBezTo>
                <a:cubicBezTo>
                  <a:pt x="854692" y="94595"/>
                  <a:pt x="841098" y="108189"/>
                  <a:pt x="824329" y="108189"/>
                </a:cubicBezTo>
                <a:cubicBezTo>
                  <a:pt x="807559" y="108189"/>
                  <a:pt x="793965" y="94595"/>
                  <a:pt x="793965" y="77826"/>
                </a:cubicBezTo>
                <a:cubicBezTo>
                  <a:pt x="793965" y="61056"/>
                  <a:pt x="807559" y="47462"/>
                  <a:pt x="824329" y="47462"/>
                </a:cubicBezTo>
                <a:close/>
                <a:moveTo>
                  <a:pt x="751774" y="47462"/>
                </a:moveTo>
                <a:cubicBezTo>
                  <a:pt x="768544" y="47462"/>
                  <a:pt x="782138" y="61056"/>
                  <a:pt x="782138" y="77826"/>
                </a:cubicBezTo>
                <a:cubicBezTo>
                  <a:pt x="782138" y="94595"/>
                  <a:pt x="768544" y="108189"/>
                  <a:pt x="751774" y="108189"/>
                </a:cubicBezTo>
                <a:cubicBezTo>
                  <a:pt x="735005" y="108189"/>
                  <a:pt x="721411" y="94595"/>
                  <a:pt x="721411" y="77826"/>
                </a:cubicBezTo>
                <a:cubicBezTo>
                  <a:pt x="721411" y="61056"/>
                  <a:pt x="735005" y="47462"/>
                  <a:pt x="751774" y="47462"/>
                </a:cubicBezTo>
                <a:close/>
                <a:moveTo>
                  <a:pt x="679220" y="47462"/>
                </a:moveTo>
                <a:cubicBezTo>
                  <a:pt x="695989" y="47462"/>
                  <a:pt x="709583" y="61056"/>
                  <a:pt x="709583" y="77826"/>
                </a:cubicBezTo>
                <a:cubicBezTo>
                  <a:pt x="709583" y="94595"/>
                  <a:pt x="695989" y="108189"/>
                  <a:pt x="679220" y="108189"/>
                </a:cubicBezTo>
                <a:cubicBezTo>
                  <a:pt x="662450" y="108189"/>
                  <a:pt x="648856" y="94595"/>
                  <a:pt x="648856" y="77826"/>
                </a:cubicBezTo>
                <a:cubicBezTo>
                  <a:pt x="648856" y="61056"/>
                  <a:pt x="662450" y="47462"/>
                  <a:pt x="679220" y="47462"/>
                </a:cubicBezTo>
                <a:close/>
                <a:moveTo>
                  <a:pt x="606665" y="47462"/>
                </a:moveTo>
                <a:cubicBezTo>
                  <a:pt x="623435" y="47462"/>
                  <a:pt x="637029" y="61056"/>
                  <a:pt x="637029" y="77826"/>
                </a:cubicBezTo>
                <a:cubicBezTo>
                  <a:pt x="637029" y="94595"/>
                  <a:pt x="623435" y="108189"/>
                  <a:pt x="606665" y="108189"/>
                </a:cubicBezTo>
                <a:cubicBezTo>
                  <a:pt x="589896" y="108189"/>
                  <a:pt x="576302" y="94595"/>
                  <a:pt x="576302" y="77826"/>
                </a:cubicBezTo>
                <a:cubicBezTo>
                  <a:pt x="576302" y="61056"/>
                  <a:pt x="589896" y="47462"/>
                  <a:pt x="606665" y="47462"/>
                </a:cubicBezTo>
                <a:close/>
                <a:moveTo>
                  <a:pt x="534111" y="47462"/>
                </a:moveTo>
                <a:cubicBezTo>
                  <a:pt x="550880" y="47462"/>
                  <a:pt x="564474" y="61056"/>
                  <a:pt x="564474" y="77826"/>
                </a:cubicBezTo>
                <a:cubicBezTo>
                  <a:pt x="564474" y="94595"/>
                  <a:pt x="550880" y="108189"/>
                  <a:pt x="534111" y="108189"/>
                </a:cubicBezTo>
                <a:cubicBezTo>
                  <a:pt x="517341" y="108189"/>
                  <a:pt x="503747" y="94595"/>
                  <a:pt x="503747" y="77826"/>
                </a:cubicBezTo>
                <a:cubicBezTo>
                  <a:pt x="503747" y="61056"/>
                  <a:pt x="517341" y="47462"/>
                  <a:pt x="534111" y="47462"/>
                </a:cubicBezTo>
                <a:close/>
                <a:moveTo>
                  <a:pt x="461556" y="47462"/>
                </a:moveTo>
                <a:cubicBezTo>
                  <a:pt x="478326" y="47462"/>
                  <a:pt x="491920" y="61056"/>
                  <a:pt x="491920" y="77826"/>
                </a:cubicBezTo>
                <a:cubicBezTo>
                  <a:pt x="491920" y="94595"/>
                  <a:pt x="478326" y="108189"/>
                  <a:pt x="461556" y="108189"/>
                </a:cubicBezTo>
                <a:cubicBezTo>
                  <a:pt x="444787" y="108189"/>
                  <a:pt x="431192" y="94595"/>
                  <a:pt x="431192" y="77826"/>
                </a:cubicBezTo>
                <a:cubicBezTo>
                  <a:pt x="431192" y="61056"/>
                  <a:pt x="444787" y="47462"/>
                  <a:pt x="461556" y="47462"/>
                </a:cubicBezTo>
                <a:close/>
                <a:moveTo>
                  <a:pt x="389002" y="47462"/>
                </a:moveTo>
                <a:cubicBezTo>
                  <a:pt x="405771" y="47462"/>
                  <a:pt x="419365" y="61056"/>
                  <a:pt x="419365" y="77826"/>
                </a:cubicBezTo>
                <a:cubicBezTo>
                  <a:pt x="419365" y="94595"/>
                  <a:pt x="405771" y="108189"/>
                  <a:pt x="389002" y="108189"/>
                </a:cubicBezTo>
                <a:cubicBezTo>
                  <a:pt x="372232" y="108189"/>
                  <a:pt x="358638" y="94595"/>
                  <a:pt x="358638" y="77826"/>
                </a:cubicBezTo>
                <a:cubicBezTo>
                  <a:pt x="358638" y="61056"/>
                  <a:pt x="372232" y="47462"/>
                  <a:pt x="389002" y="47462"/>
                </a:cubicBezTo>
                <a:close/>
                <a:moveTo>
                  <a:pt x="316447" y="47462"/>
                </a:moveTo>
                <a:cubicBezTo>
                  <a:pt x="333216" y="47462"/>
                  <a:pt x="346810" y="61056"/>
                  <a:pt x="346810" y="77826"/>
                </a:cubicBezTo>
                <a:cubicBezTo>
                  <a:pt x="346810" y="94595"/>
                  <a:pt x="333216" y="108189"/>
                  <a:pt x="316447" y="108189"/>
                </a:cubicBezTo>
                <a:cubicBezTo>
                  <a:pt x="299677" y="108189"/>
                  <a:pt x="286084" y="94595"/>
                  <a:pt x="286084" y="77826"/>
                </a:cubicBezTo>
                <a:cubicBezTo>
                  <a:pt x="286084" y="61056"/>
                  <a:pt x="299677" y="47462"/>
                  <a:pt x="316447" y="47462"/>
                </a:cubicBezTo>
                <a:close/>
                <a:moveTo>
                  <a:pt x="243892" y="47462"/>
                </a:moveTo>
                <a:cubicBezTo>
                  <a:pt x="260662" y="47462"/>
                  <a:pt x="274256" y="61056"/>
                  <a:pt x="274256" y="77826"/>
                </a:cubicBezTo>
                <a:cubicBezTo>
                  <a:pt x="274256" y="94595"/>
                  <a:pt x="260662" y="108189"/>
                  <a:pt x="243892" y="108189"/>
                </a:cubicBezTo>
                <a:cubicBezTo>
                  <a:pt x="227123" y="108189"/>
                  <a:pt x="213529" y="94595"/>
                  <a:pt x="213529" y="77826"/>
                </a:cubicBezTo>
                <a:cubicBezTo>
                  <a:pt x="213529" y="61056"/>
                  <a:pt x="227123" y="47462"/>
                  <a:pt x="243892" y="47462"/>
                </a:cubicBezTo>
                <a:close/>
                <a:moveTo>
                  <a:pt x="171339" y="47462"/>
                </a:moveTo>
                <a:cubicBezTo>
                  <a:pt x="188107" y="47462"/>
                  <a:pt x="201701" y="61056"/>
                  <a:pt x="201701" y="77826"/>
                </a:cubicBezTo>
                <a:cubicBezTo>
                  <a:pt x="201701" y="94595"/>
                  <a:pt x="188107" y="108189"/>
                  <a:pt x="171339" y="108189"/>
                </a:cubicBezTo>
                <a:cubicBezTo>
                  <a:pt x="154708" y="108189"/>
                  <a:pt x="141113" y="94595"/>
                  <a:pt x="141113" y="77826"/>
                </a:cubicBezTo>
                <a:cubicBezTo>
                  <a:pt x="141113" y="61056"/>
                  <a:pt x="154708" y="47462"/>
                  <a:pt x="171339" y="47462"/>
                </a:cubicBezTo>
                <a:close/>
                <a:moveTo>
                  <a:pt x="98942" y="47462"/>
                </a:moveTo>
                <a:cubicBezTo>
                  <a:pt x="115700" y="47462"/>
                  <a:pt x="129294" y="61056"/>
                  <a:pt x="129294" y="77826"/>
                </a:cubicBezTo>
                <a:cubicBezTo>
                  <a:pt x="129294" y="94595"/>
                  <a:pt x="115700" y="108189"/>
                  <a:pt x="98942" y="108189"/>
                </a:cubicBezTo>
                <a:cubicBezTo>
                  <a:pt x="82168" y="108189"/>
                  <a:pt x="68573" y="94595"/>
                  <a:pt x="68573" y="77826"/>
                </a:cubicBezTo>
                <a:cubicBezTo>
                  <a:pt x="68573" y="61056"/>
                  <a:pt x="82168" y="47462"/>
                  <a:pt x="98942" y="47462"/>
                </a:cubicBezTo>
                <a:close/>
                <a:moveTo>
                  <a:pt x="26388" y="47462"/>
                </a:moveTo>
                <a:cubicBezTo>
                  <a:pt x="43149" y="47462"/>
                  <a:pt x="56744" y="61056"/>
                  <a:pt x="56744" y="77826"/>
                </a:cubicBezTo>
                <a:cubicBezTo>
                  <a:pt x="56744" y="94595"/>
                  <a:pt x="43149" y="108189"/>
                  <a:pt x="26388" y="108189"/>
                </a:cubicBezTo>
                <a:cubicBezTo>
                  <a:pt x="18002" y="108189"/>
                  <a:pt x="10410" y="104791"/>
                  <a:pt x="4916" y="99296"/>
                </a:cubicBezTo>
                <a:lnTo>
                  <a:pt x="0" y="87429"/>
                </a:lnTo>
                <a:lnTo>
                  <a:pt x="0" y="68222"/>
                </a:lnTo>
                <a:lnTo>
                  <a:pt x="4916" y="56355"/>
                </a:lnTo>
                <a:cubicBezTo>
                  <a:pt x="10410" y="50861"/>
                  <a:pt x="18002" y="47462"/>
                  <a:pt x="26388" y="47462"/>
                </a:cubicBezTo>
                <a:close/>
                <a:moveTo>
                  <a:pt x="1592868" y="0"/>
                </a:moveTo>
                <a:lnTo>
                  <a:pt x="1613441" y="0"/>
                </a:lnTo>
                <a:lnTo>
                  <a:pt x="1620472" y="27343"/>
                </a:lnTo>
                <a:lnTo>
                  <a:pt x="1610610" y="25352"/>
                </a:lnTo>
                <a:cubicBezTo>
                  <a:pt x="1605161" y="23047"/>
                  <a:pt x="1600525" y="19197"/>
                  <a:pt x="1597251" y="14351"/>
                </a:cubicBezTo>
                <a:close/>
                <a:moveTo>
                  <a:pt x="1520598" y="0"/>
                </a:moveTo>
                <a:lnTo>
                  <a:pt x="1579150" y="0"/>
                </a:lnTo>
                <a:lnTo>
                  <a:pt x="1571345" y="18844"/>
                </a:lnTo>
                <a:cubicBezTo>
                  <a:pt x="1565850" y="24339"/>
                  <a:pt x="1558259" y="27738"/>
                  <a:pt x="1549874" y="27738"/>
                </a:cubicBezTo>
                <a:cubicBezTo>
                  <a:pt x="1541490" y="27738"/>
                  <a:pt x="1533899" y="24339"/>
                  <a:pt x="1528404" y="18844"/>
                </a:cubicBezTo>
                <a:close/>
                <a:moveTo>
                  <a:pt x="1448044" y="0"/>
                </a:moveTo>
                <a:lnTo>
                  <a:pt x="1506596" y="0"/>
                </a:lnTo>
                <a:lnTo>
                  <a:pt x="1498790" y="18844"/>
                </a:lnTo>
                <a:cubicBezTo>
                  <a:pt x="1493295" y="24339"/>
                  <a:pt x="1485705" y="27738"/>
                  <a:pt x="1477320" y="27738"/>
                </a:cubicBezTo>
                <a:cubicBezTo>
                  <a:pt x="1468935" y="27738"/>
                  <a:pt x="1461344" y="24339"/>
                  <a:pt x="1455850" y="18844"/>
                </a:cubicBezTo>
                <a:close/>
                <a:moveTo>
                  <a:pt x="1375489" y="0"/>
                </a:moveTo>
                <a:lnTo>
                  <a:pt x="1434041" y="0"/>
                </a:lnTo>
                <a:lnTo>
                  <a:pt x="1426236" y="18844"/>
                </a:lnTo>
                <a:cubicBezTo>
                  <a:pt x="1420741" y="24339"/>
                  <a:pt x="1413150" y="27738"/>
                  <a:pt x="1404765" y="27738"/>
                </a:cubicBezTo>
                <a:cubicBezTo>
                  <a:pt x="1396381" y="27738"/>
                  <a:pt x="1388790" y="24339"/>
                  <a:pt x="1383295" y="18844"/>
                </a:cubicBezTo>
                <a:close/>
                <a:moveTo>
                  <a:pt x="1302935" y="0"/>
                </a:moveTo>
                <a:lnTo>
                  <a:pt x="1361486" y="0"/>
                </a:lnTo>
                <a:lnTo>
                  <a:pt x="1353681" y="18844"/>
                </a:lnTo>
                <a:cubicBezTo>
                  <a:pt x="1348186" y="24339"/>
                  <a:pt x="1340596" y="27738"/>
                  <a:pt x="1332211" y="27738"/>
                </a:cubicBezTo>
                <a:cubicBezTo>
                  <a:pt x="1323826" y="27738"/>
                  <a:pt x="1316235" y="24339"/>
                  <a:pt x="1310740" y="18844"/>
                </a:cubicBezTo>
                <a:close/>
                <a:moveTo>
                  <a:pt x="1230380" y="0"/>
                </a:moveTo>
                <a:lnTo>
                  <a:pt x="1288932" y="0"/>
                </a:lnTo>
                <a:lnTo>
                  <a:pt x="1281126" y="18844"/>
                </a:lnTo>
                <a:cubicBezTo>
                  <a:pt x="1275632" y="24339"/>
                  <a:pt x="1268041" y="27738"/>
                  <a:pt x="1259656" y="27738"/>
                </a:cubicBezTo>
                <a:cubicBezTo>
                  <a:pt x="1251271" y="27738"/>
                  <a:pt x="1243680" y="24339"/>
                  <a:pt x="1238186" y="18844"/>
                </a:cubicBezTo>
                <a:close/>
                <a:moveTo>
                  <a:pt x="1157826" y="0"/>
                </a:moveTo>
                <a:lnTo>
                  <a:pt x="1216377" y="0"/>
                </a:lnTo>
                <a:lnTo>
                  <a:pt x="1208572" y="18844"/>
                </a:lnTo>
                <a:cubicBezTo>
                  <a:pt x="1203077" y="24339"/>
                  <a:pt x="1195486" y="27738"/>
                  <a:pt x="1187102" y="27738"/>
                </a:cubicBezTo>
                <a:cubicBezTo>
                  <a:pt x="1178717" y="27738"/>
                  <a:pt x="1171126" y="24339"/>
                  <a:pt x="1165631" y="18844"/>
                </a:cubicBezTo>
                <a:close/>
                <a:moveTo>
                  <a:pt x="1085271" y="0"/>
                </a:moveTo>
                <a:lnTo>
                  <a:pt x="1143823" y="0"/>
                </a:lnTo>
                <a:lnTo>
                  <a:pt x="1136017" y="18844"/>
                </a:lnTo>
                <a:cubicBezTo>
                  <a:pt x="1130523" y="24339"/>
                  <a:pt x="1122932" y="27738"/>
                  <a:pt x="1114547" y="27738"/>
                </a:cubicBezTo>
                <a:cubicBezTo>
                  <a:pt x="1106162" y="27738"/>
                  <a:pt x="1098571" y="24339"/>
                  <a:pt x="1093077" y="18844"/>
                </a:cubicBezTo>
                <a:close/>
                <a:moveTo>
                  <a:pt x="1012717" y="0"/>
                </a:moveTo>
                <a:lnTo>
                  <a:pt x="1071268" y="0"/>
                </a:lnTo>
                <a:lnTo>
                  <a:pt x="1063463" y="18844"/>
                </a:lnTo>
                <a:cubicBezTo>
                  <a:pt x="1057968" y="24339"/>
                  <a:pt x="1050377" y="27738"/>
                  <a:pt x="1041993" y="27738"/>
                </a:cubicBezTo>
                <a:cubicBezTo>
                  <a:pt x="1033608" y="27738"/>
                  <a:pt x="1026017" y="24339"/>
                  <a:pt x="1020522" y="18844"/>
                </a:cubicBezTo>
                <a:close/>
                <a:moveTo>
                  <a:pt x="940162" y="0"/>
                </a:moveTo>
                <a:lnTo>
                  <a:pt x="998714" y="0"/>
                </a:lnTo>
                <a:lnTo>
                  <a:pt x="990908" y="18844"/>
                </a:lnTo>
                <a:cubicBezTo>
                  <a:pt x="985414" y="24339"/>
                  <a:pt x="977823" y="27738"/>
                  <a:pt x="969438" y="27738"/>
                </a:cubicBezTo>
                <a:cubicBezTo>
                  <a:pt x="961053" y="27738"/>
                  <a:pt x="953462" y="24339"/>
                  <a:pt x="947968" y="18844"/>
                </a:cubicBezTo>
                <a:close/>
                <a:moveTo>
                  <a:pt x="867607" y="0"/>
                </a:moveTo>
                <a:lnTo>
                  <a:pt x="926159" y="0"/>
                </a:lnTo>
                <a:lnTo>
                  <a:pt x="918354" y="18844"/>
                </a:lnTo>
                <a:cubicBezTo>
                  <a:pt x="912859" y="24339"/>
                  <a:pt x="905268" y="27738"/>
                  <a:pt x="896883" y="27738"/>
                </a:cubicBezTo>
                <a:cubicBezTo>
                  <a:pt x="888499" y="27738"/>
                  <a:pt x="880908" y="24339"/>
                  <a:pt x="875413" y="18844"/>
                </a:cubicBezTo>
                <a:close/>
                <a:moveTo>
                  <a:pt x="795053" y="0"/>
                </a:moveTo>
                <a:lnTo>
                  <a:pt x="853605" y="0"/>
                </a:lnTo>
                <a:lnTo>
                  <a:pt x="845799" y="18844"/>
                </a:lnTo>
                <a:cubicBezTo>
                  <a:pt x="840304" y="24339"/>
                  <a:pt x="832714" y="27738"/>
                  <a:pt x="824329" y="27738"/>
                </a:cubicBezTo>
                <a:cubicBezTo>
                  <a:pt x="815944" y="27738"/>
                  <a:pt x="808353" y="24339"/>
                  <a:pt x="802858" y="18844"/>
                </a:cubicBezTo>
                <a:close/>
                <a:moveTo>
                  <a:pt x="722498" y="0"/>
                </a:moveTo>
                <a:lnTo>
                  <a:pt x="781050" y="0"/>
                </a:lnTo>
                <a:lnTo>
                  <a:pt x="773245" y="18844"/>
                </a:lnTo>
                <a:cubicBezTo>
                  <a:pt x="767750" y="24339"/>
                  <a:pt x="760159" y="27738"/>
                  <a:pt x="751774" y="27738"/>
                </a:cubicBezTo>
                <a:cubicBezTo>
                  <a:pt x="743390" y="27738"/>
                  <a:pt x="735799" y="24339"/>
                  <a:pt x="730304" y="18844"/>
                </a:cubicBezTo>
                <a:close/>
                <a:moveTo>
                  <a:pt x="649944" y="0"/>
                </a:moveTo>
                <a:lnTo>
                  <a:pt x="708496" y="0"/>
                </a:lnTo>
                <a:lnTo>
                  <a:pt x="700690" y="18844"/>
                </a:lnTo>
                <a:cubicBezTo>
                  <a:pt x="695195" y="24339"/>
                  <a:pt x="687604" y="27738"/>
                  <a:pt x="679220" y="27738"/>
                </a:cubicBezTo>
                <a:cubicBezTo>
                  <a:pt x="670835" y="27738"/>
                  <a:pt x="663244" y="24339"/>
                  <a:pt x="657749" y="18844"/>
                </a:cubicBezTo>
                <a:close/>
                <a:moveTo>
                  <a:pt x="577389" y="0"/>
                </a:moveTo>
                <a:lnTo>
                  <a:pt x="635941" y="0"/>
                </a:lnTo>
                <a:lnTo>
                  <a:pt x="628135" y="18844"/>
                </a:lnTo>
                <a:cubicBezTo>
                  <a:pt x="622641" y="24339"/>
                  <a:pt x="615050" y="27738"/>
                  <a:pt x="606665" y="27738"/>
                </a:cubicBezTo>
                <a:cubicBezTo>
                  <a:pt x="598280" y="27738"/>
                  <a:pt x="590690" y="24339"/>
                  <a:pt x="585195" y="18844"/>
                </a:cubicBezTo>
                <a:close/>
                <a:moveTo>
                  <a:pt x="504835" y="0"/>
                </a:moveTo>
                <a:lnTo>
                  <a:pt x="563386" y="0"/>
                </a:lnTo>
                <a:lnTo>
                  <a:pt x="555581" y="18844"/>
                </a:lnTo>
                <a:cubicBezTo>
                  <a:pt x="550086" y="24339"/>
                  <a:pt x="542495" y="27738"/>
                  <a:pt x="534111" y="27738"/>
                </a:cubicBezTo>
                <a:cubicBezTo>
                  <a:pt x="525726" y="27738"/>
                  <a:pt x="518135" y="24339"/>
                  <a:pt x="512640" y="18844"/>
                </a:cubicBezTo>
                <a:close/>
                <a:moveTo>
                  <a:pt x="432280" y="0"/>
                </a:moveTo>
                <a:lnTo>
                  <a:pt x="490832" y="0"/>
                </a:lnTo>
                <a:lnTo>
                  <a:pt x="483026" y="18844"/>
                </a:lnTo>
                <a:cubicBezTo>
                  <a:pt x="477532" y="24339"/>
                  <a:pt x="469941" y="27738"/>
                  <a:pt x="461556" y="27738"/>
                </a:cubicBezTo>
                <a:cubicBezTo>
                  <a:pt x="453171" y="27738"/>
                  <a:pt x="445580" y="24339"/>
                  <a:pt x="440086" y="18844"/>
                </a:cubicBezTo>
                <a:close/>
                <a:moveTo>
                  <a:pt x="359726" y="0"/>
                </a:moveTo>
                <a:lnTo>
                  <a:pt x="418277" y="0"/>
                </a:lnTo>
                <a:lnTo>
                  <a:pt x="410472" y="18844"/>
                </a:lnTo>
                <a:cubicBezTo>
                  <a:pt x="404977" y="24339"/>
                  <a:pt x="397386" y="27738"/>
                  <a:pt x="389002" y="27738"/>
                </a:cubicBezTo>
                <a:cubicBezTo>
                  <a:pt x="380617" y="27738"/>
                  <a:pt x="373026" y="24339"/>
                  <a:pt x="367531" y="18844"/>
                </a:cubicBezTo>
                <a:close/>
                <a:moveTo>
                  <a:pt x="287171" y="0"/>
                </a:moveTo>
                <a:lnTo>
                  <a:pt x="345723" y="0"/>
                </a:lnTo>
                <a:lnTo>
                  <a:pt x="337917" y="18844"/>
                </a:lnTo>
                <a:cubicBezTo>
                  <a:pt x="332423" y="24339"/>
                  <a:pt x="324832" y="27738"/>
                  <a:pt x="316447" y="27738"/>
                </a:cubicBezTo>
                <a:cubicBezTo>
                  <a:pt x="308062" y="27738"/>
                  <a:pt x="300471" y="24339"/>
                  <a:pt x="294977" y="18844"/>
                </a:cubicBezTo>
                <a:close/>
                <a:moveTo>
                  <a:pt x="214617" y="0"/>
                </a:moveTo>
                <a:lnTo>
                  <a:pt x="273168" y="0"/>
                </a:lnTo>
                <a:lnTo>
                  <a:pt x="265363" y="18844"/>
                </a:lnTo>
                <a:cubicBezTo>
                  <a:pt x="259868" y="24339"/>
                  <a:pt x="252277" y="27738"/>
                  <a:pt x="243892" y="27738"/>
                </a:cubicBezTo>
                <a:cubicBezTo>
                  <a:pt x="235508" y="27738"/>
                  <a:pt x="227917" y="24339"/>
                  <a:pt x="222422" y="18844"/>
                </a:cubicBezTo>
                <a:close/>
                <a:moveTo>
                  <a:pt x="142204" y="0"/>
                </a:moveTo>
                <a:lnTo>
                  <a:pt x="200614" y="0"/>
                </a:lnTo>
                <a:lnTo>
                  <a:pt x="192808" y="18844"/>
                </a:lnTo>
                <a:cubicBezTo>
                  <a:pt x="187314" y="24339"/>
                  <a:pt x="179723" y="27738"/>
                  <a:pt x="171339" y="27738"/>
                </a:cubicBezTo>
                <a:cubicBezTo>
                  <a:pt x="163026" y="27738"/>
                  <a:pt x="155471" y="24339"/>
                  <a:pt x="149994" y="18844"/>
                </a:cubicBezTo>
                <a:close/>
                <a:moveTo>
                  <a:pt x="69668" y="0"/>
                </a:moveTo>
                <a:lnTo>
                  <a:pt x="128212" y="0"/>
                </a:lnTo>
                <a:lnTo>
                  <a:pt x="120408" y="18844"/>
                </a:lnTo>
                <a:cubicBezTo>
                  <a:pt x="114915" y="24339"/>
                  <a:pt x="107328" y="27738"/>
                  <a:pt x="98949" y="27738"/>
                </a:cubicBezTo>
                <a:cubicBezTo>
                  <a:pt x="90562" y="27738"/>
                  <a:pt x="82969" y="24339"/>
                  <a:pt x="77474" y="18844"/>
                </a:cubicBezTo>
                <a:close/>
                <a:moveTo>
                  <a:pt x="0" y="0"/>
                </a:moveTo>
                <a:lnTo>
                  <a:pt x="55662" y="0"/>
                </a:lnTo>
                <a:lnTo>
                  <a:pt x="47858" y="18844"/>
                </a:lnTo>
                <a:cubicBezTo>
                  <a:pt x="42364" y="24339"/>
                  <a:pt x="34775" y="27738"/>
                  <a:pt x="26394" y="27738"/>
                </a:cubicBezTo>
                <a:cubicBezTo>
                  <a:pt x="18009" y="27738"/>
                  <a:pt x="10417" y="24339"/>
                  <a:pt x="4922" y="18844"/>
                </a:cubicBezTo>
                <a:lnTo>
                  <a:pt x="0" y="6962"/>
                </a:lnTo>
                <a:close/>
              </a:path>
            </a:pathLst>
          </a:custGeom>
          <a:solidFill>
            <a:schemeClr val="accent1">
              <a:alpha val="60000"/>
            </a:schemeClr>
          </a:soli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None/>
            </a:pPr>
            <a:endParaRPr sz="1867" b="0" i="0" u="none" strike="noStrike" cap="none" dirty="0">
              <a:solidFill>
                <a:schemeClr val="dk1"/>
              </a:solidFill>
              <a:latin typeface="Calibri"/>
              <a:ea typeface="Calibri"/>
              <a:cs typeface="Calibri"/>
              <a:sym typeface="Calibri"/>
            </a:endParaRPr>
          </a:p>
        </p:txBody>
      </p:sp>
      <p:sp>
        <p:nvSpPr>
          <p:cNvPr id="4" name="Google Shape;519;p19">
            <a:extLst>
              <a:ext uri="{FF2B5EF4-FFF2-40B4-BE49-F238E27FC236}">
                <a16:creationId xmlns:a16="http://schemas.microsoft.com/office/drawing/2014/main" id="{83A5BCE6-0817-8D4E-9C9B-5C074896E0D4}"/>
              </a:ext>
            </a:extLst>
          </p:cNvPr>
          <p:cNvSpPr/>
          <p:nvPr/>
        </p:nvSpPr>
        <p:spPr>
          <a:xfrm>
            <a:off x="2" y="2"/>
            <a:ext cx="403373" cy="496797"/>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None/>
            </a:pPr>
            <a:endParaRPr sz="1867" b="0" i="0" u="none" strike="noStrike" cap="none" dirty="0">
              <a:solidFill>
                <a:schemeClr val="dk1"/>
              </a:solidFill>
              <a:latin typeface="Calibri"/>
              <a:ea typeface="Calibri"/>
              <a:cs typeface="Calibri"/>
              <a:sym typeface="Calibri"/>
            </a:endParaRPr>
          </a:p>
        </p:txBody>
      </p:sp>
      <p:grpSp>
        <p:nvGrpSpPr>
          <p:cNvPr id="5" name="Group 4">
            <a:extLst>
              <a:ext uri="{FF2B5EF4-FFF2-40B4-BE49-F238E27FC236}">
                <a16:creationId xmlns:a16="http://schemas.microsoft.com/office/drawing/2014/main" id="{11636447-85F7-6C43-AF8A-8E9DC2D230D6}"/>
              </a:ext>
            </a:extLst>
          </p:cNvPr>
          <p:cNvGrpSpPr/>
          <p:nvPr/>
        </p:nvGrpSpPr>
        <p:grpSpPr>
          <a:xfrm>
            <a:off x="1" y="6814800"/>
            <a:ext cx="12179567" cy="43200"/>
            <a:chOff x="0" y="5111100"/>
            <a:chExt cx="9134675" cy="32400"/>
          </a:xfrm>
        </p:grpSpPr>
        <p:sp>
          <p:nvSpPr>
            <p:cNvPr id="6" name="Google Shape;455;p14">
              <a:extLst>
                <a:ext uri="{FF2B5EF4-FFF2-40B4-BE49-F238E27FC236}">
                  <a16:creationId xmlns:a16="http://schemas.microsoft.com/office/drawing/2014/main" id="{2D2CB881-1055-1D4B-BE7F-B541D9A83921}"/>
                </a:ext>
              </a:extLst>
            </p:cNvPr>
            <p:cNvSpPr/>
            <p:nvPr/>
          </p:nvSpPr>
          <p:spPr>
            <a:xfrm>
              <a:off x="8939030"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7" name="Google Shape;456;p14">
              <a:extLst>
                <a:ext uri="{FF2B5EF4-FFF2-40B4-BE49-F238E27FC236}">
                  <a16:creationId xmlns:a16="http://schemas.microsoft.com/office/drawing/2014/main" id="{13C68DEE-0B28-7E4F-9DE4-EA27A5CD895A}"/>
                </a:ext>
              </a:extLst>
            </p:cNvPr>
            <p:cNvSpPr/>
            <p:nvPr/>
          </p:nvSpPr>
          <p:spPr>
            <a:xfrm>
              <a:off x="899344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8" name="Google Shape;457;p14">
              <a:extLst>
                <a:ext uri="{FF2B5EF4-FFF2-40B4-BE49-F238E27FC236}">
                  <a16:creationId xmlns:a16="http://schemas.microsoft.com/office/drawing/2014/main" id="{707FE115-0F95-D541-8E52-21F7E4B74209}"/>
                </a:ext>
              </a:extLst>
            </p:cNvPr>
            <p:cNvSpPr/>
            <p:nvPr/>
          </p:nvSpPr>
          <p:spPr>
            <a:xfrm>
              <a:off x="910227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9" name="Google Shape;458;p14">
              <a:extLst>
                <a:ext uri="{FF2B5EF4-FFF2-40B4-BE49-F238E27FC236}">
                  <a16:creationId xmlns:a16="http://schemas.microsoft.com/office/drawing/2014/main" id="{3B92D6A5-E426-664C-9A8D-B057F82861C6}"/>
                </a:ext>
              </a:extLst>
            </p:cNvPr>
            <p:cNvSpPr/>
            <p:nvPr/>
          </p:nvSpPr>
          <p:spPr>
            <a:xfrm>
              <a:off x="888461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10" name="Google Shape;459;p14">
              <a:extLst>
                <a:ext uri="{FF2B5EF4-FFF2-40B4-BE49-F238E27FC236}">
                  <a16:creationId xmlns:a16="http://schemas.microsoft.com/office/drawing/2014/main" id="{5E3D929C-9FDB-B940-AEB1-A2ECF7B5C052}"/>
                </a:ext>
              </a:extLst>
            </p:cNvPr>
            <p:cNvSpPr/>
            <p:nvPr/>
          </p:nvSpPr>
          <p:spPr>
            <a:xfrm>
              <a:off x="0" y="5112281"/>
              <a:ext cx="8862600" cy="31200"/>
            </a:xfrm>
            <a:prstGeom prst="roundRect">
              <a:avLst>
                <a:gd name="adj" fmla="val 16667"/>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11" name="Google Shape;457;p14">
              <a:extLst>
                <a:ext uri="{FF2B5EF4-FFF2-40B4-BE49-F238E27FC236}">
                  <a16:creationId xmlns:a16="http://schemas.microsoft.com/office/drawing/2014/main" id="{F4B301DB-3ADA-BD4D-BA95-43BDC8131A53}"/>
                </a:ext>
              </a:extLst>
            </p:cNvPr>
            <p:cNvSpPr/>
            <p:nvPr/>
          </p:nvSpPr>
          <p:spPr>
            <a:xfrm>
              <a:off x="9047860"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grpSp>
      <p:sp>
        <p:nvSpPr>
          <p:cNvPr id="12" name="Text Placeholder 4">
            <a:extLst>
              <a:ext uri="{FF2B5EF4-FFF2-40B4-BE49-F238E27FC236}">
                <a16:creationId xmlns:a16="http://schemas.microsoft.com/office/drawing/2014/main" id="{620F54A8-7506-5D4D-BD0C-1B1F00D8DAE5}"/>
              </a:ext>
            </a:extLst>
          </p:cNvPr>
          <p:cNvSpPr>
            <a:spLocks noGrp="1"/>
          </p:cNvSpPr>
          <p:nvPr>
            <p:ph type="body" sz="quarter" idx="170"/>
          </p:nvPr>
        </p:nvSpPr>
        <p:spPr>
          <a:xfrm>
            <a:off x="527051" y="1346200"/>
            <a:ext cx="3531600" cy="4851600"/>
          </a:xfrm>
          <a:prstGeom prst="rect">
            <a:avLst/>
          </a:prstGeom>
        </p:spPr>
        <p:txBody>
          <a:bodyPr lIns="0" tIns="0" rIns="0" bIns="0"/>
          <a:lstStyle>
            <a:lvl1pPr marL="8466" marR="0" indent="0" algn="l" rtl="0">
              <a:lnSpc>
                <a:spcPct val="100000"/>
              </a:lnSpc>
              <a:spcBef>
                <a:spcPts val="0"/>
              </a:spcBef>
              <a:spcAft>
                <a:spcPts val="0"/>
              </a:spcAft>
              <a:buClr>
                <a:schemeClr val="dk1"/>
              </a:buClr>
              <a:buSzPts val="1000"/>
              <a:buFont typeface="Arial"/>
              <a:buNone/>
              <a:tabLst/>
              <a:defRPr lang="en-US" sz="1333"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marL="8466" marR="0" lvl="0" indent="0" algn="l" rtl="0">
              <a:lnSpc>
                <a:spcPct val="100000"/>
              </a:lnSpc>
              <a:spcBef>
                <a:spcPts val="0"/>
              </a:spcBef>
              <a:spcAft>
                <a:spcPts val="0"/>
              </a:spcAft>
              <a:buClr>
                <a:schemeClr val="dk1"/>
              </a:buClr>
              <a:buSzPts val="1000"/>
              <a:buFont typeface="Arial"/>
              <a:buNone/>
              <a:tabLst/>
            </a:pPr>
            <a:r>
              <a:rPr lang="en-US"/>
              <a:t>Click to edit Master text styles</a:t>
            </a:r>
          </a:p>
        </p:txBody>
      </p:sp>
      <p:sp>
        <p:nvSpPr>
          <p:cNvPr id="13" name="Text Placeholder 4">
            <a:extLst>
              <a:ext uri="{FF2B5EF4-FFF2-40B4-BE49-F238E27FC236}">
                <a16:creationId xmlns:a16="http://schemas.microsoft.com/office/drawing/2014/main" id="{80B26514-7EE8-3E4C-91B3-9B31DFE2910C}"/>
              </a:ext>
            </a:extLst>
          </p:cNvPr>
          <p:cNvSpPr>
            <a:spLocks noGrp="1"/>
          </p:cNvSpPr>
          <p:nvPr>
            <p:ph type="body" sz="quarter" idx="171"/>
          </p:nvPr>
        </p:nvSpPr>
        <p:spPr>
          <a:xfrm>
            <a:off x="4330200" y="1346200"/>
            <a:ext cx="3531600" cy="4851600"/>
          </a:xfrm>
          <a:prstGeom prst="rect">
            <a:avLst/>
          </a:prstGeom>
        </p:spPr>
        <p:txBody>
          <a:bodyPr lIns="0" tIns="0" rIns="0" bIns="0"/>
          <a:lstStyle>
            <a:lvl1pPr marL="8466" marR="0" indent="0" algn="l" rtl="0">
              <a:lnSpc>
                <a:spcPct val="100000"/>
              </a:lnSpc>
              <a:spcBef>
                <a:spcPts val="0"/>
              </a:spcBef>
              <a:spcAft>
                <a:spcPts val="0"/>
              </a:spcAft>
              <a:buClr>
                <a:schemeClr val="dk1"/>
              </a:buClr>
              <a:buSzPts val="1000"/>
              <a:buFont typeface="Arial"/>
              <a:buNone/>
              <a:tabLst/>
              <a:defRPr lang="en-US" sz="1333"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14" name="Text Placeholder 4">
            <a:extLst>
              <a:ext uri="{FF2B5EF4-FFF2-40B4-BE49-F238E27FC236}">
                <a16:creationId xmlns:a16="http://schemas.microsoft.com/office/drawing/2014/main" id="{89DD9C65-5972-194F-90B9-8F580237E02E}"/>
              </a:ext>
            </a:extLst>
          </p:cNvPr>
          <p:cNvSpPr>
            <a:spLocks noGrp="1"/>
          </p:cNvSpPr>
          <p:nvPr>
            <p:ph type="body" sz="quarter" idx="172"/>
          </p:nvPr>
        </p:nvSpPr>
        <p:spPr>
          <a:xfrm>
            <a:off x="8133351" y="1346200"/>
            <a:ext cx="3531600" cy="4851600"/>
          </a:xfrm>
          <a:prstGeom prst="rect">
            <a:avLst/>
          </a:prstGeom>
        </p:spPr>
        <p:txBody>
          <a:bodyPr lIns="0" tIns="0" rIns="0" bIns="0"/>
          <a:lstStyle>
            <a:lvl1pPr marL="8466" marR="0" indent="0" algn="l" rtl="0">
              <a:lnSpc>
                <a:spcPct val="100000"/>
              </a:lnSpc>
              <a:spcBef>
                <a:spcPts val="0"/>
              </a:spcBef>
              <a:spcAft>
                <a:spcPts val="0"/>
              </a:spcAft>
              <a:buClr>
                <a:schemeClr val="dk1"/>
              </a:buClr>
              <a:buSzPts val="1000"/>
              <a:buFont typeface="Arial"/>
              <a:buNone/>
              <a:tabLst/>
              <a:defRPr lang="en-US" sz="1333"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marL="8466" marR="0" lvl="0" indent="0" algn="l" rtl="0">
              <a:lnSpc>
                <a:spcPct val="100000"/>
              </a:lnSpc>
              <a:spcBef>
                <a:spcPts val="0"/>
              </a:spcBef>
              <a:spcAft>
                <a:spcPts val="0"/>
              </a:spcAft>
              <a:buClr>
                <a:schemeClr val="dk1"/>
              </a:buClr>
              <a:buSzPts val="800"/>
              <a:buFont typeface="Arial"/>
              <a:buNone/>
              <a:tabLst/>
            </a:pPr>
            <a:r>
              <a:rPr lang="en-US"/>
              <a:t>Click to edit Master text styles</a:t>
            </a:r>
          </a:p>
        </p:txBody>
      </p:sp>
      <p:sp>
        <p:nvSpPr>
          <p:cNvPr id="16" name="Text Placeholder 4">
            <a:extLst>
              <a:ext uri="{FF2B5EF4-FFF2-40B4-BE49-F238E27FC236}">
                <a16:creationId xmlns:a16="http://schemas.microsoft.com/office/drawing/2014/main" id="{1C7554FD-81B8-3E47-9A8F-388BC64D366B}"/>
              </a:ext>
            </a:extLst>
          </p:cNvPr>
          <p:cNvSpPr>
            <a:spLocks noGrp="1"/>
          </p:cNvSpPr>
          <p:nvPr>
            <p:ph type="body" sz="quarter" idx="199"/>
          </p:nvPr>
        </p:nvSpPr>
        <p:spPr>
          <a:xfrm>
            <a:off x="527051" y="496800"/>
            <a:ext cx="11137900" cy="611600"/>
          </a:xfrm>
          <a:prstGeom prst="rect">
            <a:avLst/>
          </a:prstGeom>
        </p:spPr>
        <p:txBody>
          <a:bodyPr lIns="0" tIns="0" rIns="0" bIns="0" anchor="t"/>
          <a:lstStyle>
            <a:lvl1pPr marL="8466" marR="0" indent="0" algn="l" rtl="0">
              <a:lnSpc>
                <a:spcPct val="90000"/>
              </a:lnSpc>
              <a:spcBef>
                <a:spcPts val="0"/>
              </a:spcBef>
              <a:spcAft>
                <a:spcPts val="0"/>
              </a:spcAft>
              <a:buClr>
                <a:schemeClr val="dk1"/>
              </a:buClr>
              <a:buSzPts val="2000"/>
              <a:buFont typeface="Poppins Medium"/>
              <a:buNone/>
              <a:tabLst/>
              <a:defRPr lang="en-GB" sz="2400" b="0" i="0" u="none" strike="noStrike" cap="none" dirty="0" smtClean="0">
                <a:solidFill>
                  <a:schemeClr val="bg1"/>
                </a:solidFill>
                <a:latin typeface="Poppins Medium"/>
                <a:ea typeface="Poppins Medium"/>
                <a:cs typeface="Poppins Medium"/>
                <a:sym typeface="Poppins Medium"/>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Tree>
    <p:extLst>
      <p:ext uri="{BB962C8B-B14F-4D97-AF65-F5344CB8AC3E}">
        <p14:creationId xmlns:p14="http://schemas.microsoft.com/office/powerpoint/2010/main" val="3591317148"/>
      </p:ext>
    </p:extLst>
  </p:cSld>
  <p:clrMapOvr>
    <a:masterClrMapping/>
  </p:clrMapOvr>
  <p:extLst>
    <p:ext uri="{DCECCB84-F9BA-43D5-87BE-67443E8EF086}">
      <p15:sldGuideLst xmlns:p15="http://schemas.microsoft.com/office/powerpoint/2012/main">
        <p15:guide id="1" orient="horz" pos="531">
          <p15:clr>
            <a:srgbClr val="FBAE40"/>
          </p15:clr>
        </p15:guide>
        <p15:guide id="2" pos="249">
          <p15:clr>
            <a:srgbClr val="FBAE40"/>
          </p15:clr>
        </p15:guide>
        <p15:guide id="3" pos="5511">
          <p15:clr>
            <a:srgbClr val="FBAE40"/>
          </p15:clr>
        </p15:guide>
        <p15:guide id="4" orient="horz" pos="3072">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itle + Three Column with Headings">
    <p:spTree>
      <p:nvGrpSpPr>
        <p:cNvPr id="1" name=""/>
        <p:cNvGrpSpPr/>
        <p:nvPr/>
      </p:nvGrpSpPr>
      <p:grpSpPr>
        <a:xfrm>
          <a:off x="0" y="0"/>
          <a:ext cx="0" cy="0"/>
          <a:chOff x="0" y="0"/>
          <a:chExt cx="0" cy="0"/>
        </a:xfrm>
      </p:grpSpPr>
      <p:sp>
        <p:nvSpPr>
          <p:cNvPr id="4" name="Google Shape;531;p20">
            <a:extLst>
              <a:ext uri="{FF2B5EF4-FFF2-40B4-BE49-F238E27FC236}">
                <a16:creationId xmlns:a16="http://schemas.microsoft.com/office/drawing/2014/main" id="{377AB28E-475F-5944-8F91-BD6E02D926ED}"/>
              </a:ext>
            </a:extLst>
          </p:cNvPr>
          <p:cNvSpPr/>
          <p:nvPr/>
        </p:nvSpPr>
        <p:spPr>
          <a:xfrm>
            <a:off x="11792595" y="6494883"/>
            <a:ext cx="304800" cy="306000"/>
          </a:xfrm>
          <a:prstGeom prst="ellipse">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fld id="{00000000-1234-1234-1234-123412341234}" type="slidenum">
              <a:rPr lang="en" sz="933" b="0" i="0" u="none" strike="noStrike" cap="none">
                <a:solidFill>
                  <a:schemeClr val="dk1"/>
                </a:solidFill>
                <a:latin typeface="Calibri"/>
                <a:ea typeface="Calibri"/>
                <a:cs typeface="Calibri"/>
                <a:sym typeface="Calibri"/>
              </a:rPr>
              <a:pPr marL="0" marR="0" lvl="0" indent="0" algn="r" rtl="0">
                <a:spcBef>
                  <a:spcPts val="0"/>
                </a:spcBef>
                <a:spcAft>
                  <a:spcPts val="0"/>
                </a:spcAft>
                <a:buNone/>
              </a:pPr>
              <a:t>‹#›</a:t>
            </a:fld>
            <a:endParaRPr sz="933" b="0" i="0" u="none" strike="noStrike" cap="none" dirty="0">
              <a:solidFill>
                <a:schemeClr val="dk1"/>
              </a:solidFill>
              <a:latin typeface="Calibri"/>
              <a:ea typeface="Calibri"/>
              <a:cs typeface="Calibri"/>
              <a:sym typeface="Calibri"/>
            </a:endParaRPr>
          </a:p>
        </p:txBody>
      </p:sp>
      <p:sp>
        <p:nvSpPr>
          <p:cNvPr id="5" name="Google Shape;532;p20">
            <a:extLst>
              <a:ext uri="{FF2B5EF4-FFF2-40B4-BE49-F238E27FC236}">
                <a16:creationId xmlns:a16="http://schemas.microsoft.com/office/drawing/2014/main" id="{06AF1D5A-2B46-BE47-85D9-B4DE7DBA628F}"/>
              </a:ext>
            </a:extLst>
          </p:cNvPr>
          <p:cNvSpPr/>
          <p:nvPr/>
        </p:nvSpPr>
        <p:spPr>
          <a:xfrm>
            <a:off x="3" y="1"/>
            <a:ext cx="301543" cy="347263"/>
          </a:xfrm>
          <a:custGeom>
            <a:avLst/>
            <a:gdLst/>
            <a:ahLst/>
            <a:cxnLst/>
            <a:rect l="l" t="t" r="r" b="b"/>
            <a:pathLst>
              <a:path w="1675237" h="1929234" extrusionOk="0">
                <a:moveTo>
                  <a:pt x="461556" y="1897854"/>
                </a:moveTo>
                <a:lnTo>
                  <a:pt x="469774" y="1899513"/>
                </a:lnTo>
                <a:lnTo>
                  <a:pt x="443985" y="1904118"/>
                </a:lnTo>
                <a:lnTo>
                  <a:pt x="449737" y="1900240"/>
                </a:lnTo>
                <a:cubicBezTo>
                  <a:pt x="453370" y="1898704"/>
                  <a:pt x="457364" y="1897854"/>
                  <a:pt x="461556" y="1897854"/>
                </a:cubicBezTo>
                <a:close/>
                <a:moveTo>
                  <a:pt x="389002" y="1897854"/>
                </a:moveTo>
                <a:cubicBezTo>
                  <a:pt x="397386" y="1897854"/>
                  <a:pt x="404977" y="1901253"/>
                  <a:pt x="410472" y="1906747"/>
                </a:cubicBezTo>
                <a:lnTo>
                  <a:pt x="411766" y="1909872"/>
                </a:lnTo>
                <a:lnTo>
                  <a:pt x="400388" y="1911904"/>
                </a:lnTo>
                <a:lnTo>
                  <a:pt x="363451" y="1916598"/>
                </a:lnTo>
                <a:lnTo>
                  <a:pt x="367531" y="1906747"/>
                </a:lnTo>
                <a:cubicBezTo>
                  <a:pt x="373026" y="1901253"/>
                  <a:pt x="380617" y="1897854"/>
                  <a:pt x="389002" y="1897854"/>
                </a:cubicBezTo>
                <a:close/>
                <a:moveTo>
                  <a:pt x="316447" y="1897854"/>
                </a:moveTo>
                <a:cubicBezTo>
                  <a:pt x="324832" y="1897854"/>
                  <a:pt x="332422" y="1901253"/>
                  <a:pt x="337917" y="1906747"/>
                </a:cubicBezTo>
                <a:lnTo>
                  <a:pt x="343070" y="1919187"/>
                </a:lnTo>
                <a:lnTo>
                  <a:pt x="325117" y="1921469"/>
                </a:lnTo>
                <a:lnTo>
                  <a:pt x="287700" y="1924314"/>
                </a:lnTo>
                <a:lnTo>
                  <a:pt x="294977" y="1906747"/>
                </a:lnTo>
                <a:cubicBezTo>
                  <a:pt x="300471" y="1901253"/>
                  <a:pt x="308062" y="1897854"/>
                  <a:pt x="316447" y="1897854"/>
                </a:cubicBezTo>
                <a:close/>
                <a:moveTo>
                  <a:pt x="243892" y="1897854"/>
                </a:moveTo>
                <a:cubicBezTo>
                  <a:pt x="252277" y="1897854"/>
                  <a:pt x="259868" y="1901253"/>
                  <a:pt x="265363" y="1906747"/>
                </a:cubicBezTo>
                <a:lnTo>
                  <a:pt x="273099" y="1925425"/>
                </a:lnTo>
                <a:lnTo>
                  <a:pt x="248735" y="1927277"/>
                </a:lnTo>
                <a:lnTo>
                  <a:pt x="213550" y="1928167"/>
                </a:lnTo>
                <a:lnTo>
                  <a:pt x="222422" y="1906747"/>
                </a:lnTo>
                <a:cubicBezTo>
                  <a:pt x="227917" y="1901253"/>
                  <a:pt x="235508" y="1897854"/>
                  <a:pt x="243892" y="1897854"/>
                </a:cubicBezTo>
                <a:close/>
                <a:moveTo>
                  <a:pt x="171339" y="1897854"/>
                </a:moveTo>
                <a:cubicBezTo>
                  <a:pt x="188107" y="1897854"/>
                  <a:pt x="201701" y="1911448"/>
                  <a:pt x="201701" y="1928218"/>
                </a:cubicBezTo>
                <a:lnTo>
                  <a:pt x="201597" y="1928469"/>
                </a:lnTo>
                <a:lnTo>
                  <a:pt x="171336" y="1929234"/>
                </a:lnTo>
                <a:lnTo>
                  <a:pt x="141087" y="1928469"/>
                </a:lnTo>
                <a:lnTo>
                  <a:pt x="140982" y="1928218"/>
                </a:lnTo>
                <a:cubicBezTo>
                  <a:pt x="140982" y="1911448"/>
                  <a:pt x="154577" y="1897854"/>
                  <a:pt x="171339" y="1897854"/>
                </a:cubicBezTo>
                <a:close/>
                <a:moveTo>
                  <a:pt x="98792" y="1897854"/>
                </a:moveTo>
                <a:cubicBezTo>
                  <a:pt x="107177" y="1897854"/>
                  <a:pt x="114768" y="1901253"/>
                  <a:pt x="120263" y="1906747"/>
                </a:cubicBezTo>
                <a:lnTo>
                  <a:pt x="129135" y="1928167"/>
                </a:lnTo>
                <a:lnTo>
                  <a:pt x="93938" y="1927277"/>
                </a:lnTo>
                <a:lnTo>
                  <a:pt x="69586" y="1925425"/>
                </a:lnTo>
                <a:lnTo>
                  <a:pt x="77322" y="1906747"/>
                </a:lnTo>
                <a:cubicBezTo>
                  <a:pt x="82817" y="1901253"/>
                  <a:pt x="90408" y="1897854"/>
                  <a:pt x="98792" y="1897854"/>
                </a:cubicBezTo>
                <a:close/>
                <a:moveTo>
                  <a:pt x="26239" y="1897854"/>
                </a:moveTo>
                <a:cubicBezTo>
                  <a:pt x="34623" y="1897854"/>
                  <a:pt x="42214" y="1901253"/>
                  <a:pt x="47709" y="1906747"/>
                </a:cubicBezTo>
                <a:lnTo>
                  <a:pt x="54985" y="1924315"/>
                </a:lnTo>
                <a:lnTo>
                  <a:pt x="17556" y="1921469"/>
                </a:lnTo>
                <a:lnTo>
                  <a:pt x="0" y="1919238"/>
                </a:lnTo>
                <a:lnTo>
                  <a:pt x="0" y="1918259"/>
                </a:lnTo>
                <a:lnTo>
                  <a:pt x="4768" y="1906747"/>
                </a:lnTo>
                <a:cubicBezTo>
                  <a:pt x="10263" y="1901253"/>
                  <a:pt x="17854" y="1897854"/>
                  <a:pt x="26239" y="1897854"/>
                </a:cubicBezTo>
                <a:close/>
                <a:moveTo>
                  <a:pt x="679220" y="1817400"/>
                </a:moveTo>
                <a:cubicBezTo>
                  <a:pt x="687604" y="1817400"/>
                  <a:pt x="695195" y="1820799"/>
                  <a:pt x="700690" y="1826293"/>
                </a:cubicBezTo>
                <a:lnTo>
                  <a:pt x="702587" y="1830873"/>
                </a:lnTo>
                <a:lnTo>
                  <a:pt x="649855" y="1850174"/>
                </a:lnTo>
                <a:lnTo>
                  <a:pt x="648856" y="1847763"/>
                </a:lnTo>
                <a:cubicBezTo>
                  <a:pt x="648856" y="1830994"/>
                  <a:pt x="662450" y="1817400"/>
                  <a:pt x="679220" y="1817400"/>
                </a:cubicBezTo>
                <a:close/>
                <a:moveTo>
                  <a:pt x="606665" y="1817400"/>
                </a:moveTo>
                <a:cubicBezTo>
                  <a:pt x="623435" y="1817400"/>
                  <a:pt x="637029" y="1830994"/>
                  <a:pt x="637029" y="1847763"/>
                </a:cubicBezTo>
                <a:lnTo>
                  <a:pt x="633560" y="1856138"/>
                </a:lnTo>
                <a:lnTo>
                  <a:pt x="618594" y="1861615"/>
                </a:lnTo>
                <a:lnTo>
                  <a:pt x="587142" y="1870547"/>
                </a:lnTo>
                <a:lnTo>
                  <a:pt x="585195" y="1869234"/>
                </a:lnTo>
                <a:cubicBezTo>
                  <a:pt x="579700" y="1863739"/>
                  <a:pt x="576302" y="1856148"/>
                  <a:pt x="576302" y="1847763"/>
                </a:cubicBezTo>
                <a:cubicBezTo>
                  <a:pt x="576302" y="1830994"/>
                  <a:pt x="589896" y="1817400"/>
                  <a:pt x="606665" y="1817400"/>
                </a:cubicBezTo>
                <a:close/>
                <a:moveTo>
                  <a:pt x="534111" y="1817400"/>
                </a:moveTo>
                <a:cubicBezTo>
                  <a:pt x="550880" y="1817400"/>
                  <a:pt x="564474" y="1830994"/>
                  <a:pt x="564474" y="1847763"/>
                </a:cubicBezTo>
                <a:cubicBezTo>
                  <a:pt x="564474" y="1864533"/>
                  <a:pt x="550880" y="1878127"/>
                  <a:pt x="534111" y="1878127"/>
                </a:cubicBezTo>
                <a:cubicBezTo>
                  <a:pt x="517341" y="1878127"/>
                  <a:pt x="503747" y="1864533"/>
                  <a:pt x="503747" y="1847763"/>
                </a:cubicBezTo>
                <a:cubicBezTo>
                  <a:pt x="503747" y="1830994"/>
                  <a:pt x="517341" y="1817400"/>
                  <a:pt x="534111" y="1817400"/>
                </a:cubicBezTo>
                <a:close/>
                <a:moveTo>
                  <a:pt x="461556" y="1817400"/>
                </a:moveTo>
                <a:cubicBezTo>
                  <a:pt x="478326" y="1817400"/>
                  <a:pt x="491920" y="1830994"/>
                  <a:pt x="491920" y="1847763"/>
                </a:cubicBezTo>
                <a:cubicBezTo>
                  <a:pt x="491920" y="1864533"/>
                  <a:pt x="478326" y="1878127"/>
                  <a:pt x="461556" y="1878127"/>
                </a:cubicBezTo>
                <a:cubicBezTo>
                  <a:pt x="444787" y="1878127"/>
                  <a:pt x="431192" y="1864533"/>
                  <a:pt x="431192" y="1847763"/>
                </a:cubicBezTo>
                <a:cubicBezTo>
                  <a:pt x="431192" y="1830994"/>
                  <a:pt x="444787" y="1817400"/>
                  <a:pt x="461556" y="1817400"/>
                </a:cubicBezTo>
                <a:close/>
                <a:moveTo>
                  <a:pt x="389002" y="1817400"/>
                </a:moveTo>
                <a:cubicBezTo>
                  <a:pt x="405771" y="1817400"/>
                  <a:pt x="419365" y="1830994"/>
                  <a:pt x="419365" y="1847763"/>
                </a:cubicBezTo>
                <a:cubicBezTo>
                  <a:pt x="419365" y="1864533"/>
                  <a:pt x="405771" y="1878127"/>
                  <a:pt x="389002" y="1878127"/>
                </a:cubicBezTo>
                <a:cubicBezTo>
                  <a:pt x="372232" y="1878127"/>
                  <a:pt x="358638" y="1864533"/>
                  <a:pt x="358638" y="1847763"/>
                </a:cubicBezTo>
                <a:cubicBezTo>
                  <a:pt x="358638" y="1830994"/>
                  <a:pt x="372232" y="1817400"/>
                  <a:pt x="389002" y="1817400"/>
                </a:cubicBezTo>
                <a:close/>
                <a:moveTo>
                  <a:pt x="316447" y="1817400"/>
                </a:moveTo>
                <a:cubicBezTo>
                  <a:pt x="333216" y="1817400"/>
                  <a:pt x="346810" y="1830994"/>
                  <a:pt x="346810" y="1847763"/>
                </a:cubicBezTo>
                <a:cubicBezTo>
                  <a:pt x="346810" y="1864533"/>
                  <a:pt x="333216" y="1878127"/>
                  <a:pt x="316447" y="1878127"/>
                </a:cubicBezTo>
                <a:cubicBezTo>
                  <a:pt x="299677" y="1878127"/>
                  <a:pt x="286084" y="1864533"/>
                  <a:pt x="286084" y="1847763"/>
                </a:cubicBezTo>
                <a:cubicBezTo>
                  <a:pt x="286084" y="1830994"/>
                  <a:pt x="299677" y="1817400"/>
                  <a:pt x="316447" y="1817400"/>
                </a:cubicBezTo>
                <a:close/>
                <a:moveTo>
                  <a:pt x="243892" y="1817400"/>
                </a:moveTo>
                <a:cubicBezTo>
                  <a:pt x="260662" y="1817400"/>
                  <a:pt x="274256" y="1830994"/>
                  <a:pt x="274256" y="1847763"/>
                </a:cubicBezTo>
                <a:cubicBezTo>
                  <a:pt x="274256" y="1864533"/>
                  <a:pt x="260662" y="1878127"/>
                  <a:pt x="243892" y="1878127"/>
                </a:cubicBezTo>
                <a:cubicBezTo>
                  <a:pt x="227123" y="1878127"/>
                  <a:pt x="213529" y="1864533"/>
                  <a:pt x="213529" y="1847763"/>
                </a:cubicBezTo>
                <a:cubicBezTo>
                  <a:pt x="213529" y="1830994"/>
                  <a:pt x="227123" y="1817400"/>
                  <a:pt x="243892" y="1817400"/>
                </a:cubicBezTo>
                <a:close/>
                <a:moveTo>
                  <a:pt x="171339" y="1817400"/>
                </a:moveTo>
                <a:cubicBezTo>
                  <a:pt x="188107" y="1817400"/>
                  <a:pt x="201701" y="1830994"/>
                  <a:pt x="201701" y="1847763"/>
                </a:cubicBezTo>
                <a:cubicBezTo>
                  <a:pt x="201701" y="1864533"/>
                  <a:pt x="188107" y="1878127"/>
                  <a:pt x="171339" y="1878127"/>
                </a:cubicBezTo>
                <a:cubicBezTo>
                  <a:pt x="154583" y="1878127"/>
                  <a:pt x="140989" y="1864533"/>
                  <a:pt x="140989" y="1847763"/>
                </a:cubicBezTo>
                <a:cubicBezTo>
                  <a:pt x="140989" y="1830994"/>
                  <a:pt x="154583" y="1817400"/>
                  <a:pt x="171339" y="1817400"/>
                </a:cubicBezTo>
                <a:close/>
                <a:moveTo>
                  <a:pt x="98799" y="1817400"/>
                </a:moveTo>
                <a:cubicBezTo>
                  <a:pt x="115568" y="1817400"/>
                  <a:pt x="129162" y="1830994"/>
                  <a:pt x="129162" y="1847763"/>
                </a:cubicBezTo>
                <a:cubicBezTo>
                  <a:pt x="129162" y="1864533"/>
                  <a:pt x="115568" y="1878127"/>
                  <a:pt x="98799" y="1878127"/>
                </a:cubicBezTo>
                <a:cubicBezTo>
                  <a:pt x="82029" y="1878127"/>
                  <a:pt x="68435" y="1864533"/>
                  <a:pt x="68435" y="1847763"/>
                </a:cubicBezTo>
                <a:cubicBezTo>
                  <a:pt x="68435" y="1830994"/>
                  <a:pt x="82029" y="1817400"/>
                  <a:pt x="98799" y="1817400"/>
                </a:cubicBezTo>
                <a:close/>
                <a:moveTo>
                  <a:pt x="26245" y="1817400"/>
                </a:moveTo>
                <a:cubicBezTo>
                  <a:pt x="43014" y="1817400"/>
                  <a:pt x="56608" y="1830994"/>
                  <a:pt x="56608" y="1847763"/>
                </a:cubicBezTo>
                <a:cubicBezTo>
                  <a:pt x="56608" y="1864533"/>
                  <a:pt x="43014" y="1878127"/>
                  <a:pt x="26245" y="1878127"/>
                </a:cubicBezTo>
                <a:cubicBezTo>
                  <a:pt x="17860" y="1878127"/>
                  <a:pt x="10269" y="1874729"/>
                  <a:pt x="4775" y="1869234"/>
                </a:cubicBezTo>
                <a:lnTo>
                  <a:pt x="0" y="1857707"/>
                </a:lnTo>
                <a:lnTo>
                  <a:pt x="0" y="1837819"/>
                </a:lnTo>
                <a:lnTo>
                  <a:pt x="4775" y="1826293"/>
                </a:lnTo>
                <a:cubicBezTo>
                  <a:pt x="10269" y="1820799"/>
                  <a:pt x="17860" y="1817400"/>
                  <a:pt x="26245" y="1817400"/>
                </a:cubicBezTo>
                <a:close/>
                <a:moveTo>
                  <a:pt x="896883" y="1736948"/>
                </a:moveTo>
                <a:lnTo>
                  <a:pt x="903696" y="1738324"/>
                </a:lnTo>
                <a:lnTo>
                  <a:pt x="888255" y="1747704"/>
                </a:lnTo>
                <a:lnTo>
                  <a:pt x="871248" y="1755896"/>
                </a:lnTo>
                <a:lnTo>
                  <a:pt x="875413" y="1745841"/>
                </a:lnTo>
                <a:cubicBezTo>
                  <a:pt x="880908" y="1740347"/>
                  <a:pt x="888499" y="1736948"/>
                  <a:pt x="896883" y="1736948"/>
                </a:cubicBezTo>
                <a:close/>
                <a:moveTo>
                  <a:pt x="824329" y="1736948"/>
                </a:moveTo>
                <a:cubicBezTo>
                  <a:pt x="832714" y="1736948"/>
                  <a:pt x="840304" y="1740347"/>
                  <a:pt x="845799" y="1745841"/>
                </a:cubicBezTo>
                <a:lnTo>
                  <a:pt x="853504" y="1764444"/>
                </a:lnTo>
                <a:lnTo>
                  <a:pt x="802910" y="1788817"/>
                </a:lnTo>
                <a:lnTo>
                  <a:pt x="802858" y="1788782"/>
                </a:lnTo>
                <a:cubicBezTo>
                  <a:pt x="797364" y="1783287"/>
                  <a:pt x="793965" y="1775696"/>
                  <a:pt x="793965" y="1767312"/>
                </a:cubicBezTo>
                <a:cubicBezTo>
                  <a:pt x="793965" y="1750542"/>
                  <a:pt x="807559" y="1736948"/>
                  <a:pt x="824329" y="1736948"/>
                </a:cubicBezTo>
                <a:close/>
                <a:moveTo>
                  <a:pt x="751774" y="1736948"/>
                </a:moveTo>
                <a:cubicBezTo>
                  <a:pt x="768544" y="1736948"/>
                  <a:pt x="782138" y="1750542"/>
                  <a:pt x="782138" y="1767312"/>
                </a:cubicBezTo>
                <a:cubicBezTo>
                  <a:pt x="782138" y="1784081"/>
                  <a:pt x="768544" y="1797675"/>
                  <a:pt x="751774" y="1797675"/>
                </a:cubicBezTo>
                <a:cubicBezTo>
                  <a:pt x="735005" y="1797675"/>
                  <a:pt x="721411" y="1784081"/>
                  <a:pt x="721411" y="1767312"/>
                </a:cubicBezTo>
                <a:cubicBezTo>
                  <a:pt x="721411" y="1750542"/>
                  <a:pt x="735005" y="1736948"/>
                  <a:pt x="751774" y="1736948"/>
                </a:cubicBezTo>
                <a:close/>
                <a:moveTo>
                  <a:pt x="679220" y="1736948"/>
                </a:moveTo>
                <a:cubicBezTo>
                  <a:pt x="695989" y="1736948"/>
                  <a:pt x="709583" y="1750542"/>
                  <a:pt x="709583" y="1767312"/>
                </a:cubicBezTo>
                <a:cubicBezTo>
                  <a:pt x="709583" y="1784081"/>
                  <a:pt x="695989" y="1797675"/>
                  <a:pt x="679220" y="1797675"/>
                </a:cubicBezTo>
                <a:cubicBezTo>
                  <a:pt x="662450" y="1797675"/>
                  <a:pt x="648856" y="1784081"/>
                  <a:pt x="648856" y="1767312"/>
                </a:cubicBezTo>
                <a:cubicBezTo>
                  <a:pt x="648856" y="1750542"/>
                  <a:pt x="662450" y="1736948"/>
                  <a:pt x="679220" y="1736948"/>
                </a:cubicBezTo>
                <a:close/>
                <a:moveTo>
                  <a:pt x="606665" y="1736948"/>
                </a:moveTo>
                <a:cubicBezTo>
                  <a:pt x="623435" y="1736948"/>
                  <a:pt x="637029" y="1750542"/>
                  <a:pt x="637029" y="1767312"/>
                </a:cubicBezTo>
                <a:cubicBezTo>
                  <a:pt x="637029" y="1784081"/>
                  <a:pt x="623435" y="1797675"/>
                  <a:pt x="606665" y="1797675"/>
                </a:cubicBezTo>
                <a:cubicBezTo>
                  <a:pt x="589896" y="1797675"/>
                  <a:pt x="576302" y="1784081"/>
                  <a:pt x="576302" y="1767312"/>
                </a:cubicBezTo>
                <a:cubicBezTo>
                  <a:pt x="576302" y="1750542"/>
                  <a:pt x="589896" y="1736948"/>
                  <a:pt x="606665" y="1736948"/>
                </a:cubicBezTo>
                <a:close/>
                <a:moveTo>
                  <a:pt x="534111" y="1736948"/>
                </a:moveTo>
                <a:cubicBezTo>
                  <a:pt x="550880" y="1736948"/>
                  <a:pt x="564474" y="1750542"/>
                  <a:pt x="564474" y="1767312"/>
                </a:cubicBezTo>
                <a:cubicBezTo>
                  <a:pt x="564474" y="1784081"/>
                  <a:pt x="550880" y="1797675"/>
                  <a:pt x="534111" y="1797675"/>
                </a:cubicBezTo>
                <a:cubicBezTo>
                  <a:pt x="517341" y="1797675"/>
                  <a:pt x="503747" y="1784081"/>
                  <a:pt x="503747" y="1767312"/>
                </a:cubicBezTo>
                <a:cubicBezTo>
                  <a:pt x="503747" y="1750542"/>
                  <a:pt x="517341" y="1736948"/>
                  <a:pt x="534111" y="1736948"/>
                </a:cubicBezTo>
                <a:close/>
                <a:moveTo>
                  <a:pt x="461556" y="1736948"/>
                </a:moveTo>
                <a:cubicBezTo>
                  <a:pt x="478326" y="1736948"/>
                  <a:pt x="491920" y="1750542"/>
                  <a:pt x="491920" y="1767312"/>
                </a:cubicBezTo>
                <a:cubicBezTo>
                  <a:pt x="491920" y="1784081"/>
                  <a:pt x="478326" y="1797675"/>
                  <a:pt x="461556" y="1797675"/>
                </a:cubicBezTo>
                <a:cubicBezTo>
                  <a:pt x="444787" y="1797675"/>
                  <a:pt x="431192" y="1784081"/>
                  <a:pt x="431192" y="1767312"/>
                </a:cubicBezTo>
                <a:cubicBezTo>
                  <a:pt x="431192" y="1750542"/>
                  <a:pt x="444787" y="1736948"/>
                  <a:pt x="461556" y="1736948"/>
                </a:cubicBezTo>
                <a:close/>
                <a:moveTo>
                  <a:pt x="389002" y="1736948"/>
                </a:moveTo>
                <a:cubicBezTo>
                  <a:pt x="405771" y="1736948"/>
                  <a:pt x="419365" y="1750542"/>
                  <a:pt x="419365" y="1767312"/>
                </a:cubicBezTo>
                <a:cubicBezTo>
                  <a:pt x="419365" y="1784081"/>
                  <a:pt x="405771" y="1797675"/>
                  <a:pt x="389002" y="1797675"/>
                </a:cubicBezTo>
                <a:cubicBezTo>
                  <a:pt x="372232" y="1797675"/>
                  <a:pt x="358638" y="1784081"/>
                  <a:pt x="358638" y="1767312"/>
                </a:cubicBezTo>
                <a:cubicBezTo>
                  <a:pt x="358638" y="1750542"/>
                  <a:pt x="372232" y="1736948"/>
                  <a:pt x="389002" y="1736948"/>
                </a:cubicBezTo>
                <a:close/>
                <a:moveTo>
                  <a:pt x="316447" y="1736948"/>
                </a:moveTo>
                <a:cubicBezTo>
                  <a:pt x="333216" y="1736948"/>
                  <a:pt x="346810" y="1750542"/>
                  <a:pt x="346810" y="1767312"/>
                </a:cubicBezTo>
                <a:cubicBezTo>
                  <a:pt x="346810" y="1784081"/>
                  <a:pt x="333216" y="1797675"/>
                  <a:pt x="316447" y="1797675"/>
                </a:cubicBezTo>
                <a:cubicBezTo>
                  <a:pt x="299677" y="1797675"/>
                  <a:pt x="286084" y="1784081"/>
                  <a:pt x="286084" y="1767312"/>
                </a:cubicBezTo>
                <a:cubicBezTo>
                  <a:pt x="286084" y="1750542"/>
                  <a:pt x="299677" y="1736948"/>
                  <a:pt x="316447" y="1736948"/>
                </a:cubicBezTo>
                <a:close/>
                <a:moveTo>
                  <a:pt x="243892" y="1736948"/>
                </a:moveTo>
                <a:cubicBezTo>
                  <a:pt x="260662" y="1736948"/>
                  <a:pt x="274256" y="1750542"/>
                  <a:pt x="274256" y="1767312"/>
                </a:cubicBezTo>
                <a:cubicBezTo>
                  <a:pt x="274256" y="1784081"/>
                  <a:pt x="260662" y="1797675"/>
                  <a:pt x="243892" y="1797675"/>
                </a:cubicBezTo>
                <a:cubicBezTo>
                  <a:pt x="227123" y="1797675"/>
                  <a:pt x="213529" y="1784081"/>
                  <a:pt x="213529" y="1767312"/>
                </a:cubicBezTo>
                <a:cubicBezTo>
                  <a:pt x="213529" y="1750542"/>
                  <a:pt x="227123" y="1736948"/>
                  <a:pt x="243892" y="1736948"/>
                </a:cubicBezTo>
                <a:close/>
                <a:moveTo>
                  <a:pt x="171339" y="1736948"/>
                </a:moveTo>
                <a:cubicBezTo>
                  <a:pt x="188107" y="1736948"/>
                  <a:pt x="201701" y="1750542"/>
                  <a:pt x="201701" y="1767312"/>
                </a:cubicBezTo>
                <a:cubicBezTo>
                  <a:pt x="201701" y="1784081"/>
                  <a:pt x="188107" y="1797675"/>
                  <a:pt x="171339" y="1797675"/>
                </a:cubicBezTo>
                <a:cubicBezTo>
                  <a:pt x="154588" y="1797675"/>
                  <a:pt x="140995" y="1784081"/>
                  <a:pt x="140995" y="1767312"/>
                </a:cubicBezTo>
                <a:cubicBezTo>
                  <a:pt x="140995" y="1750542"/>
                  <a:pt x="154588" y="1736948"/>
                  <a:pt x="171339" y="1736948"/>
                </a:cubicBezTo>
                <a:close/>
                <a:moveTo>
                  <a:pt x="98806" y="1736948"/>
                </a:moveTo>
                <a:cubicBezTo>
                  <a:pt x="115574" y="1736948"/>
                  <a:pt x="129168" y="1750542"/>
                  <a:pt x="129168" y="1767312"/>
                </a:cubicBezTo>
                <a:cubicBezTo>
                  <a:pt x="129168" y="1784081"/>
                  <a:pt x="115574" y="1797675"/>
                  <a:pt x="98806" y="1797675"/>
                </a:cubicBezTo>
                <a:cubicBezTo>
                  <a:pt x="82035" y="1797675"/>
                  <a:pt x="68442" y="1784081"/>
                  <a:pt x="68442" y="1767312"/>
                </a:cubicBezTo>
                <a:cubicBezTo>
                  <a:pt x="68442" y="1750542"/>
                  <a:pt x="82035" y="1736948"/>
                  <a:pt x="98806" y="1736948"/>
                </a:cubicBezTo>
                <a:close/>
                <a:moveTo>
                  <a:pt x="26251" y="1736948"/>
                </a:moveTo>
                <a:cubicBezTo>
                  <a:pt x="43020" y="1736948"/>
                  <a:pt x="56614" y="1750542"/>
                  <a:pt x="56614" y="1767312"/>
                </a:cubicBezTo>
                <a:cubicBezTo>
                  <a:pt x="56614" y="1784081"/>
                  <a:pt x="43020" y="1797675"/>
                  <a:pt x="26251" y="1797675"/>
                </a:cubicBezTo>
                <a:cubicBezTo>
                  <a:pt x="17866" y="1797675"/>
                  <a:pt x="10276" y="1794277"/>
                  <a:pt x="4781" y="1788782"/>
                </a:cubicBezTo>
                <a:lnTo>
                  <a:pt x="0" y="1777239"/>
                </a:lnTo>
                <a:lnTo>
                  <a:pt x="0" y="1757384"/>
                </a:lnTo>
                <a:lnTo>
                  <a:pt x="4781" y="1745841"/>
                </a:lnTo>
                <a:cubicBezTo>
                  <a:pt x="10276" y="1740347"/>
                  <a:pt x="17866" y="1736948"/>
                  <a:pt x="26251" y="1736948"/>
                </a:cubicBezTo>
                <a:close/>
                <a:moveTo>
                  <a:pt x="1030341" y="1658849"/>
                </a:moveTo>
                <a:lnTo>
                  <a:pt x="1020041" y="1666551"/>
                </a:lnTo>
                <a:lnTo>
                  <a:pt x="1020522" y="1665390"/>
                </a:lnTo>
                <a:cubicBezTo>
                  <a:pt x="1023269" y="1662642"/>
                  <a:pt x="1026541" y="1660419"/>
                  <a:pt x="1030173" y="1658883"/>
                </a:cubicBezTo>
                <a:close/>
                <a:moveTo>
                  <a:pt x="969438" y="1656497"/>
                </a:moveTo>
                <a:cubicBezTo>
                  <a:pt x="977823" y="1656497"/>
                  <a:pt x="985413" y="1659895"/>
                  <a:pt x="990908" y="1665390"/>
                </a:cubicBezTo>
                <a:lnTo>
                  <a:pt x="997511" y="1681329"/>
                </a:lnTo>
                <a:lnTo>
                  <a:pt x="950384" y="1709959"/>
                </a:lnTo>
                <a:lnTo>
                  <a:pt x="947968" y="1708330"/>
                </a:lnTo>
                <a:cubicBezTo>
                  <a:pt x="942473" y="1702836"/>
                  <a:pt x="939075" y="1695245"/>
                  <a:pt x="939075" y="1686860"/>
                </a:cubicBezTo>
                <a:cubicBezTo>
                  <a:pt x="939075" y="1670091"/>
                  <a:pt x="952669" y="1656497"/>
                  <a:pt x="969438" y="1656497"/>
                </a:cubicBezTo>
                <a:close/>
                <a:moveTo>
                  <a:pt x="896883" y="1656497"/>
                </a:moveTo>
                <a:cubicBezTo>
                  <a:pt x="913653" y="1656497"/>
                  <a:pt x="927247" y="1670091"/>
                  <a:pt x="927247" y="1686860"/>
                </a:cubicBezTo>
                <a:cubicBezTo>
                  <a:pt x="927247" y="1703630"/>
                  <a:pt x="913653" y="1717224"/>
                  <a:pt x="896883" y="1717224"/>
                </a:cubicBezTo>
                <a:cubicBezTo>
                  <a:pt x="880114" y="1717224"/>
                  <a:pt x="866520" y="1703630"/>
                  <a:pt x="866520" y="1686860"/>
                </a:cubicBezTo>
                <a:cubicBezTo>
                  <a:pt x="866520" y="1670091"/>
                  <a:pt x="880114" y="1656497"/>
                  <a:pt x="896883" y="1656497"/>
                </a:cubicBezTo>
                <a:close/>
                <a:moveTo>
                  <a:pt x="824329" y="1656497"/>
                </a:moveTo>
                <a:cubicBezTo>
                  <a:pt x="841098" y="1656497"/>
                  <a:pt x="854692" y="1670091"/>
                  <a:pt x="854692" y="1686860"/>
                </a:cubicBezTo>
                <a:cubicBezTo>
                  <a:pt x="854692" y="1703630"/>
                  <a:pt x="841098" y="1717224"/>
                  <a:pt x="824329" y="1717224"/>
                </a:cubicBezTo>
                <a:cubicBezTo>
                  <a:pt x="807559" y="1717224"/>
                  <a:pt x="793965" y="1703630"/>
                  <a:pt x="793965" y="1686860"/>
                </a:cubicBezTo>
                <a:cubicBezTo>
                  <a:pt x="793965" y="1670091"/>
                  <a:pt x="807559" y="1656497"/>
                  <a:pt x="824329" y="1656497"/>
                </a:cubicBezTo>
                <a:close/>
                <a:moveTo>
                  <a:pt x="751774" y="1656497"/>
                </a:moveTo>
                <a:cubicBezTo>
                  <a:pt x="768544" y="1656497"/>
                  <a:pt x="782138" y="1670091"/>
                  <a:pt x="782138" y="1686860"/>
                </a:cubicBezTo>
                <a:cubicBezTo>
                  <a:pt x="782138" y="1703630"/>
                  <a:pt x="768544" y="1717224"/>
                  <a:pt x="751774" y="1717224"/>
                </a:cubicBezTo>
                <a:cubicBezTo>
                  <a:pt x="735005" y="1717224"/>
                  <a:pt x="721411" y="1703630"/>
                  <a:pt x="721411" y="1686860"/>
                </a:cubicBezTo>
                <a:cubicBezTo>
                  <a:pt x="721411" y="1670091"/>
                  <a:pt x="735005" y="1656497"/>
                  <a:pt x="751774" y="1656497"/>
                </a:cubicBezTo>
                <a:close/>
                <a:moveTo>
                  <a:pt x="679220" y="1656497"/>
                </a:moveTo>
                <a:cubicBezTo>
                  <a:pt x="695989" y="1656497"/>
                  <a:pt x="709583" y="1670091"/>
                  <a:pt x="709583" y="1686860"/>
                </a:cubicBezTo>
                <a:cubicBezTo>
                  <a:pt x="709583" y="1703630"/>
                  <a:pt x="695989" y="1717224"/>
                  <a:pt x="679220" y="1717224"/>
                </a:cubicBezTo>
                <a:cubicBezTo>
                  <a:pt x="662450" y="1717224"/>
                  <a:pt x="648856" y="1703630"/>
                  <a:pt x="648856" y="1686860"/>
                </a:cubicBezTo>
                <a:cubicBezTo>
                  <a:pt x="648856" y="1670091"/>
                  <a:pt x="662450" y="1656497"/>
                  <a:pt x="679220" y="1656497"/>
                </a:cubicBezTo>
                <a:close/>
                <a:moveTo>
                  <a:pt x="606665" y="1656497"/>
                </a:moveTo>
                <a:cubicBezTo>
                  <a:pt x="623435" y="1656497"/>
                  <a:pt x="637029" y="1670091"/>
                  <a:pt x="637029" y="1686860"/>
                </a:cubicBezTo>
                <a:cubicBezTo>
                  <a:pt x="637029" y="1703630"/>
                  <a:pt x="623435" y="1717224"/>
                  <a:pt x="606665" y="1717224"/>
                </a:cubicBezTo>
                <a:cubicBezTo>
                  <a:pt x="589896" y="1717224"/>
                  <a:pt x="576302" y="1703630"/>
                  <a:pt x="576302" y="1686860"/>
                </a:cubicBezTo>
                <a:cubicBezTo>
                  <a:pt x="576302" y="1670091"/>
                  <a:pt x="589896" y="1656497"/>
                  <a:pt x="606665" y="1656497"/>
                </a:cubicBezTo>
                <a:close/>
                <a:moveTo>
                  <a:pt x="534111" y="1656497"/>
                </a:moveTo>
                <a:cubicBezTo>
                  <a:pt x="550880" y="1656497"/>
                  <a:pt x="564474" y="1670091"/>
                  <a:pt x="564474" y="1686860"/>
                </a:cubicBezTo>
                <a:cubicBezTo>
                  <a:pt x="564474" y="1703630"/>
                  <a:pt x="550880" y="1717224"/>
                  <a:pt x="534111" y="1717224"/>
                </a:cubicBezTo>
                <a:cubicBezTo>
                  <a:pt x="517341" y="1717224"/>
                  <a:pt x="503747" y="1703630"/>
                  <a:pt x="503747" y="1686860"/>
                </a:cubicBezTo>
                <a:cubicBezTo>
                  <a:pt x="503747" y="1670091"/>
                  <a:pt x="517341" y="1656497"/>
                  <a:pt x="534111" y="1656497"/>
                </a:cubicBezTo>
                <a:close/>
                <a:moveTo>
                  <a:pt x="461556" y="1656497"/>
                </a:moveTo>
                <a:cubicBezTo>
                  <a:pt x="478326" y="1656497"/>
                  <a:pt x="491920" y="1670091"/>
                  <a:pt x="491920" y="1686860"/>
                </a:cubicBezTo>
                <a:cubicBezTo>
                  <a:pt x="491920" y="1703630"/>
                  <a:pt x="478326" y="1717224"/>
                  <a:pt x="461556" y="1717224"/>
                </a:cubicBezTo>
                <a:cubicBezTo>
                  <a:pt x="444787" y="1717224"/>
                  <a:pt x="431192" y="1703630"/>
                  <a:pt x="431192" y="1686860"/>
                </a:cubicBezTo>
                <a:cubicBezTo>
                  <a:pt x="431192" y="1670091"/>
                  <a:pt x="444787" y="1656497"/>
                  <a:pt x="461556" y="1656497"/>
                </a:cubicBezTo>
                <a:close/>
                <a:moveTo>
                  <a:pt x="389002" y="1656497"/>
                </a:moveTo>
                <a:cubicBezTo>
                  <a:pt x="405771" y="1656497"/>
                  <a:pt x="419365" y="1670091"/>
                  <a:pt x="419365" y="1686860"/>
                </a:cubicBezTo>
                <a:cubicBezTo>
                  <a:pt x="419365" y="1703630"/>
                  <a:pt x="405771" y="1717224"/>
                  <a:pt x="389002" y="1717224"/>
                </a:cubicBezTo>
                <a:cubicBezTo>
                  <a:pt x="372232" y="1717224"/>
                  <a:pt x="358638" y="1703630"/>
                  <a:pt x="358638" y="1686860"/>
                </a:cubicBezTo>
                <a:cubicBezTo>
                  <a:pt x="358638" y="1670091"/>
                  <a:pt x="372232" y="1656497"/>
                  <a:pt x="389002" y="1656497"/>
                </a:cubicBezTo>
                <a:close/>
                <a:moveTo>
                  <a:pt x="316447" y="1656497"/>
                </a:moveTo>
                <a:cubicBezTo>
                  <a:pt x="333216" y="1656497"/>
                  <a:pt x="346810" y="1670091"/>
                  <a:pt x="346810" y="1686860"/>
                </a:cubicBezTo>
                <a:cubicBezTo>
                  <a:pt x="346810" y="1703630"/>
                  <a:pt x="333216" y="1717224"/>
                  <a:pt x="316447" y="1717224"/>
                </a:cubicBezTo>
                <a:cubicBezTo>
                  <a:pt x="299677" y="1717224"/>
                  <a:pt x="286084" y="1703630"/>
                  <a:pt x="286084" y="1686860"/>
                </a:cubicBezTo>
                <a:cubicBezTo>
                  <a:pt x="286084" y="1670091"/>
                  <a:pt x="299677" y="1656497"/>
                  <a:pt x="316447" y="1656497"/>
                </a:cubicBezTo>
                <a:close/>
                <a:moveTo>
                  <a:pt x="243892" y="1656497"/>
                </a:moveTo>
                <a:cubicBezTo>
                  <a:pt x="260662" y="1656497"/>
                  <a:pt x="274256" y="1670091"/>
                  <a:pt x="274256" y="1686860"/>
                </a:cubicBezTo>
                <a:cubicBezTo>
                  <a:pt x="274256" y="1703630"/>
                  <a:pt x="260662" y="1717224"/>
                  <a:pt x="243892" y="1717224"/>
                </a:cubicBezTo>
                <a:cubicBezTo>
                  <a:pt x="227123" y="1717224"/>
                  <a:pt x="213529" y="1703630"/>
                  <a:pt x="213529" y="1686860"/>
                </a:cubicBezTo>
                <a:cubicBezTo>
                  <a:pt x="213529" y="1670091"/>
                  <a:pt x="227123" y="1656497"/>
                  <a:pt x="243892" y="1656497"/>
                </a:cubicBezTo>
                <a:close/>
                <a:moveTo>
                  <a:pt x="171339" y="1656497"/>
                </a:moveTo>
                <a:cubicBezTo>
                  <a:pt x="188107" y="1656497"/>
                  <a:pt x="201701" y="1670091"/>
                  <a:pt x="201701" y="1686860"/>
                </a:cubicBezTo>
                <a:cubicBezTo>
                  <a:pt x="201701" y="1703630"/>
                  <a:pt x="188107" y="1717224"/>
                  <a:pt x="171339" y="1717224"/>
                </a:cubicBezTo>
                <a:cubicBezTo>
                  <a:pt x="154594" y="1717224"/>
                  <a:pt x="141001" y="1703630"/>
                  <a:pt x="141001" y="1686860"/>
                </a:cubicBezTo>
                <a:cubicBezTo>
                  <a:pt x="141001" y="1670091"/>
                  <a:pt x="154594" y="1656497"/>
                  <a:pt x="171339" y="1656497"/>
                </a:cubicBezTo>
                <a:close/>
                <a:moveTo>
                  <a:pt x="98812" y="1656497"/>
                </a:moveTo>
                <a:cubicBezTo>
                  <a:pt x="115580" y="1656497"/>
                  <a:pt x="129174" y="1670091"/>
                  <a:pt x="129174" y="1686860"/>
                </a:cubicBezTo>
                <a:cubicBezTo>
                  <a:pt x="129174" y="1703630"/>
                  <a:pt x="115580" y="1717224"/>
                  <a:pt x="98812" y="1717224"/>
                </a:cubicBezTo>
                <a:cubicBezTo>
                  <a:pt x="82042" y="1717224"/>
                  <a:pt x="68448" y="1703630"/>
                  <a:pt x="68448" y="1686860"/>
                </a:cubicBezTo>
                <a:cubicBezTo>
                  <a:pt x="68448" y="1670091"/>
                  <a:pt x="82042" y="1656497"/>
                  <a:pt x="98812" y="1656497"/>
                </a:cubicBezTo>
                <a:close/>
                <a:moveTo>
                  <a:pt x="26257" y="1656497"/>
                </a:moveTo>
                <a:cubicBezTo>
                  <a:pt x="43026" y="1656497"/>
                  <a:pt x="56620" y="1670091"/>
                  <a:pt x="56620" y="1686860"/>
                </a:cubicBezTo>
                <a:cubicBezTo>
                  <a:pt x="56620" y="1703630"/>
                  <a:pt x="43026" y="1717224"/>
                  <a:pt x="26257" y="1717224"/>
                </a:cubicBezTo>
                <a:cubicBezTo>
                  <a:pt x="17873" y="1717224"/>
                  <a:pt x="10282" y="1713826"/>
                  <a:pt x="4787" y="1708331"/>
                </a:cubicBezTo>
                <a:lnTo>
                  <a:pt x="0" y="1696773"/>
                </a:lnTo>
                <a:lnTo>
                  <a:pt x="0" y="1676947"/>
                </a:lnTo>
                <a:lnTo>
                  <a:pt x="4787" y="1665390"/>
                </a:lnTo>
                <a:cubicBezTo>
                  <a:pt x="10282" y="1659896"/>
                  <a:pt x="17873" y="1656497"/>
                  <a:pt x="26257" y="1656497"/>
                </a:cubicBezTo>
                <a:close/>
                <a:moveTo>
                  <a:pt x="1114547" y="1576045"/>
                </a:moveTo>
                <a:cubicBezTo>
                  <a:pt x="1118739" y="1576045"/>
                  <a:pt x="1122733" y="1576894"/>
                  <a:pt x="1126366" y="1578431"/>
                </a:cubicBezTo>
                <a:lnTo>
                  <a:pt x="1131977" y="1582214"/>
                </a:lnTo>
                <a:lnTo>
                  <a:pt x="1128051" y="1585783"/>
                </a:lnTo>
                <a:lnTo>
                  <a:pt x="1088035" y="1615706"/>
                </a:lnTo>
                <a:lnTo>
                  <a:pt x="1084184" y="1606408"/>
                </a:lnTo>
                <a:cubicBezTo>
                  <a:pt x="1084184" y="1589639"/>
                  <a:pt x="1097778" y="1576045"/>
                  <a:pt x="1114547" y="1576045"/>
                </a:cubicBezTo>
                <a:close/>
                <a:moveTo>
                  <a:pt x="1041993" y="1576045"/>
                </a:moveTo>
                <a:cubicBezTo>
                  <a:pt x="1058762" y="1576045"/>
                  <a:pt x="1072356" y="1589639"/>
                  <a:pt x="1072356" y="1606408"/>
                </a:cubicBezTo>
                <a:cubicBezTo>
                  <a:pt x="1072356" y="1623178"/>
                  <a:pt x="1058762" y="1636772"/>
                  <a:pt x="1041993" y="1636772"/>
                </a:cubicBezTo>
                <a:cubicBezTo>
                  <a:pt x="1025223" y="1636772"/>
                  <a:pt x="1011629" y="1623178"/>
                  <a:pt x="1011629" y="1606408"/>
                </a:cubicBezTo>
                <a:cubicBezTo>
                  <a:pt x="1011629" y="1589639"/>
                  <a:pt x="1025223" y="1576045"/>
                  <a:pt x="1041993" y="1576045"/>
                </a:cubicBezTo>
                <a:close/>
                <a:moveTo>
                  <a:pt x="969438" y="1576045"/>
                </a:moveTo>
                <a:cubicBezTo>
                  <a:pt x="986208" y="1576045"/>
                  <a:pt x="999801" y="1589639"/>
                  <a:pt x="999801" y="1606408"/>
                </a:cubicBezTo>
                <a:cubicBezTo>
                  <a:pt x="999801" y="1623178"/>
                  <a:pt x="986208" y="1636772"/>
                  <a:pt x="969438" y="1636772"/>
                </a:cubicBezTo>
                <a:cubicBezTo>
                  <a:pt x="952669" y="1636772"/>
                  <a:pt x="939075" y="1623178"/>
                  <a:pt x="939075" y="1606408"/>
                </a:cubicBezTo>
                <a:cubicBezTo>
                  <a:pt x="939075" y="1589639"/>
                  <a:pt x="952669" y="1576045"/>
                  <a:pt x="969438" y="1576045"/>
                </a:cubicBezTo>
                <a:close/>
                <a:moveTo>
                  <a:pt x="896883" y="1576045"/>
                </a:moveTo>
                <a:cubicBezTo>
                  <a:pt x="913653" y="1576045"/>
                  <a:pt x="927247" y="1589639"/>
                  <a:pt x="927247" y="1606408"/>
                </a:cubicBezTo>
                <a:cubicBezTo>
                  <a:pt x="927247" y="1623178"/>
                  <a:pt x="913653" y="1636772"/>
                  <a:pt x="896883" y="1636772"/>
                </a:cubicBezTo>
                <a:cubicBezTo>
                  <a:pt x="880114" y="1636772"/>
                  <a:pt x="866520" y="1623178"/>
                  <a:pt x="866520" y="1606408"/>
                </a:cubicBezTo>
                <a:cubicBezTo>
                  <a:pt x="866520" y="1589639"/>
                  <a:pt x="880114" y="1576045"/>
                  <a:pt x="896883" y="1576045"/>
                </a:cubicBezTo>
                <a:close/>
                <a:moveTo>
                  <a:pt x="824329" y="1576045"/>
                </a:moveTo>
                <a:cubicBezTo>
                  <a:pt x="841098" y="1576045"/>
                  <a:pt x="854692" y="1589639"/>
                  <a:pt x="854692" y="1606408"/>
                </a:cubicBezTo>
                <a:cubicBezTo>
                  <a:pt x="854692" y="1623178"/>
                  <a:pt x="841098" y="1636772"/>
                  <a:pt x="824329" y="1636772"/>
                </a:cubicBezTo>
                <a:cubicBezTo>
                  <a:pt x="807559" y="1636772"/>
                  <a:pt x="793965" y="1623178"/>
                  <a:pt x="793965" y="1606408"/>
                </a:cubicBezTo>
                <a:cubicBezTo>
                  <a:pt x="793965" y="1589639"/>
                  <a:pt x="807559" y="1576045"/>
                  <a:pt x="824329" y="1576045"/>
                </a:cubicBezTo>
                <a:close/>
                <a:moveTo>
                  <a:pt x="751774" y="1576045"/>
                </a:moveTo>
                <a:cubicBezTo>
                  <a:pt x="768544" y="1576045"/>
                  <a:pt x="782138" y="1589639"/>
                  <a:pt x="782138" y="1606408"/>
                </a:cubicBezTo>
                <a:cubicBezTo>
                  <a:pt x="782138" y="1623178"/>
                  <a:pt x="768544" y="1636772"/>
                  <a:pt x="751774" y="1636772"/>
                </a:cubicBezTo>
                <a:cubicBezTo>
                  <a:pt x="735005" y="1636772"/>
                  <a:pt x="721411" y="1623178"/>
                  <a:pt x="721411" y="1606408"/>
                </a:cubicBezTo>
                <a:cubicBezTo>
                  <a:pt x="721411" y="1589639"/>
                  <a:pt x="735005" y="1576045"/>
                  <a:pt x="751774" y="1576045"/>
                </a:cubicBezTo>
                <a:close/>
                <a:moveTo>
                  <a:pt x="679220" y="1576045"/>
                </a:moveTo>
                <a:cubicBezTo>
                  <a:pt x="695989" y="1576045"/>
                  <a:pt x="709583" y="1589639"/>
                  <a:pt x="709583" y="1606408"/>
                </a:cubicBezTo>
                <a:cubicBezTo>
                  <a:pt x="709583" y="1623178"/>
                  <a:pt x="695989" y="1636772"/>
                  <a:pt x="679220" y="1636772"/>
                </a:cubicBezTo>
                <a:cubicBezTo>
                  <a:pt x="662450" y="1636772"/>
                  <a:pt x="648856" y="1623178"/>
                  <a:pt x="648856" y="1606408"/>
                </a:cubicBezTo>
                <a:cubicBezTo>
                  <a:pt x="648856" y="1589639"/>
                  <a:pt x="662450" y="1576045"/>
                  <a:pt x="679220" y="1576045"/>
                </a:cubicBezTo>
                <a:close/>
                <a:moveTo>
                  <a:pt x="606665" y="1576045"/>
                </a:moveTo>
                <a:cubicBezTo>
                  <a:pt x="623435" y="1576045"/>
                  <a:pt x="637029" y="1589639"/>
                  <a:pt x="637029" y="1606408"/>
                </a:cubicBezTo>
                <a:cubicBezTo>
                  <a:pt x="637029" y="1623178"/>
                  <a:pt x="623435" y="1636772"/>
                  <a:pt x="606665" y="1636772"/>
                </a:cubicBezTo>
                <a:cubicBezTo>
                  <a:pt x="589896" y="1636772"/>
                  <a:pt x="576302" y="1623178"/>
                  <a:pt x="576302" y="1606408"/>
                </a:cubicBezTo>
                <a:cubicBezTo>
                  <a:pt x="576302" y="1589639"/>
                  <a:pt x="589896" y="1576045"/>
                  <a:pt x="606665" y="1576045"/>
                </a:cubicBezTo>
                <a:close/>
                <a:moveTo>
                  <a:pt x="534111" y="1576045"/>
                </a:moveTo>
                <a:cubicBezTo>
                  <a:pt x="550880" y="1576045"/>
                  <a:pt x="564474" y="1589639"/>
                  <a:pt x="564474" y="1606408"/>
                </a:cubicBezTo>
                <a:cubicBezTo>
                  <a:pt x="564474" y="1623178"/>
                  <a:pt x="550880" y="1636772"/>
                  <a:pt x="534111" y="1636772"/>
                </a:cubicBezTo>
                <a:cubicBezTo>
                  <a:pt x="517341" y="1636772"/>
                  <a:pt x="503747" y="1623178"/>
                  <a:pt x="503747" y="1606408"/>
                </a:cubicBezTo>
                <a:cubicBezTo>
                  <a:pt x="503747" y="1589639"/>
                  <a:pt x="517341" y="1576045"/>
                  <a:pt x="534111" y="1576045"/>
                </a:cubicBezTo>
                <a:close/>
                <a:moveTo>
                  <a:pt x="461556" y="1576045"/>
                </a:moveTo>
                <a:cubicBezTo>
                  <a:pt x="478326" y="1576045"/>
                  <a:pt x="491920" y="1589639"/>
                  <a:pt x="491920" y="1606408"/>
                </a:cubicBezTo>
                <a:cubicBezTo>
                  <a:pt x="491920" y="1623178"/>
                  <a:pt x="478326" y="1636772"/>
                  <a:pt x="461556" y="1636772"/>
                </a:cubicBezTo>
                <a:cubicBezTo>
                  <a:pt x="444787" y="1636772"/>
                  <a:pt x="431192" y="1623178"/>
                  <a:pt x="431192" y="1606408"/>
                </a:cubicBezTo>
                <a:cubicBezTo>
                  <a:pt x="431192" y="1589639"/>
                  <a:pt x="444787" y="1576045"/>
                  <a:pt x="461556" y="1576045"/>
                </a:cubicBezTo>
                <a:close/>
                <a:moveTo>
                  <a:pt x="389002" y="1576045"/>
                </a:moveTo>
                <a:cubicBezTo>
                  <a:pt x="405771" y="1576045"/>
                  <a:pt x="419365" y="1589639"/>
                  <a:pt x="419365" y="1606408"/>
                </a:cubicBezTo>
                <a:cubicBezTo>
                  <a:pt x="419365" y="1623178"/>
                  <a:pt x="405771" y="1636772"/>
                  <a:pt x="389002" y="1636772"/>
                </a:cubicBezTo>
                <a:cubicBezTo>
                  <a:pt x="372232" y="1636772"/>
                  <a:pt x="358638" y="1623178"/>
                  <a:pt x="358638" y="1606408"/>
                </a:cubicBezTo>
                <a:cubicBezTo>
                  <a:pt x="358638" y="1589639"/>
                  <a:pt x="372232" y="1576045"/>
                  <a:pt x="389002" y="1576045"/>
                </a:cubicBezTo>
                <a:close/>
                <a:moveTo>
                  <a:pt x="316447" y="1576045"/>
                </a:moveTo>
                <a:cubicBezTo>
                  <a:pt x="333216" y="1576045"/>
                  <a:pt x="346810" y="1589639"/>
                  <a:pt x="346810" y="1606408"/>
                </a:cubicBezTo>
                <a:cubicBezTo>
                  <a:pt x="346810" y="1623178"/>
                  <a:pt x="333216" y="1636772"/>
                  <a:pt x="316447" y="1636772"/>
                </a:cubicBezTo>
                <a:cubicBezTo>
                  <a:pt x="299677" y="1636772"/>
                  <a:pt x="286084" y="1623178"/>
                  <a:pt x="286084" y="1606408"/>
                </a:cubicBezTo>
                <a:cubicBezTo>
                  <a:pt x="286084" y="1589639"/>
                  <a:pt x="299677" y="1576045"/>
                  <a:pt x="316447" y="1576045"/>
                </a:cubicBezTo>
                <a:close/>
                <a:moveTo>
                  <a:pt x="243892" y="1576045"/>
                </a:moveTo>
                <a:cubicBezTo>
                  <a:pt x="260662" y="1576045"/>
                  <a:pt x="274256" y="1589639"/>
                  <a:pt x="274256" y="1606408"/>
                </a:cubicBezTo>
                <a:cubicBezTo>
                  <a:pt x="274256" y="1623178"/>
                  <a:pt x="260662" y="1636772"/>
                  <a:pt x="243892" y="1636772"/>
                </a:cubicBezTo>
                <a:cubicBezTo>
                  <a:pt x="227123" y="1636772"/>
                  <a:pt x="213529" y="1623178"/>
                  <a:pt x="213529" y="1606408"/>
                </a:cubicBezTo>
                <a:cubicBezTo>
                  <a:pt x="213529" y="1589639"/>
                  <a:pt x="227123" y="1576045"/>
                  <a:pt x="243892" y="1576045"/>
                </a:cubicBezTo>
                <a:close/>
                <a:moveTo>
                  <a:pt x="171339" y="1576045"/>
                </a:moveTo>
                <a:cubicBezTo>
                  <a:pt x="188107" y="1576045"/>
                  <a:pt x="201701" y="1589639"/>
                  <a:pt x="201701" y="1606408"/>
                </a:cubicBezTo>
                <a:cubicBezTo>
                  <a:pt x="201701" y="1623178"/>
                  <a:pt x="188107" y="1636772"/>
                  <a:pt x="171339" y="1636772"/>
                </a:cubicBezTo>
                <a:cubicBezTo>
                  <a:pt x="154599" y="1636772"/>
                  <a:pt x="141006" y="1623178"/>
                  <a:pt x="141006" y="1606408"/>
                </a:cubicBezTo>
                <a:cubicBezTo>
                  <a:pt x="141006" y="1589639"/>
                  <a:pt x="154599" y="1576045"/>
                  <a:pt x="171339" y="1576045"/>
                </a:cubicBezTo>
                <a:close/>
                <a:moveTo>
                  <a:pt x="98818" y="1576045"/>
                </a:moveTo>
                <a:cubicBezTo>
                  <a:pt x="115586" y="1576045"/>
                  <a:pt x="129180" y="1589639"/>
                  <a:pt x="129180" y="1606408"/>
                </a:cubicBezTo>
                <a:cubicBezTo>
                  <a:pt x="129180" y="1623178"/>
                  <a:pt x="115586" y="1636772"/>
                  <a:pt x="98818" y="1636772"/>
                </a:cubicBezTo>
                <a:cubicBezTo>
                  <a:pt x="82048" y="1636772"/>
                  <a:pt x="68454" y="1623178"/>
                  <a:pt x="68454" y="1606408"/>
                </a:cubicBezTo>
                <a:cubicBezTo>
                  <a:pt x="68454" y="1589639"/>
                  <a:pt x="82048" y="1576045"/>
                  <a:pt x="98818" y="1576045"/>
                </a:cubicBezTo>
                <a:close/>
                <a:moveTo>
                  <a:pt x="26264" y="1576045"/>
                </a:moveTo>
                <a:cubicBezTo>
                  <a:pt x="43032" y="1576045"/>
                  <a:pt x="56626" y="1589639"/>
                  <a:pt x="56626" y="1606408"/>
                </a:cubicBezTo>
                <a:cubicBezTo>
                  <a:pt x="56626" y="1623178"/>
                  <a:pt x="43032" y="1636772"/>
                  <a:pt x="26264" y="1636772"/>
                </a:cubicBezTo>
                <a:cubicBezTo>
                  <a:pt x="17880" y="1636772"/>
                  <a:pt x="10289" y="1633374"/>
                  <a:pt x="4794" y="1627879"/>
                </a:cubicBezTo>
                <a:lnTo>
                  <a:pt x="0" y="1616304"/>
                </a:lnTo>
                <a:lnTo>
                  <a:pt x="0" y="1596512"/>
                </a:lnTo>
                <a:lnTo>
                  <a:pt x="4794" y="1584938"/>
                </a:lnTo>
                <a:cubicBezTo>
                  <a:pt x="10289" y="1579444"/>
                  <a:pt x="17880" y="1576045"/>
                  <a:pt x="26264" y="1576045"/>
                </a:cubicBezTo>
                <a:close/>
                <a:moveTo>
                  <a:pt x="1187102" y="1495593"/>
                </a:moveTo>
                <a:cubicBezTo>
                  <a:pt x="1195486" y="1495593"/>
                  <a:pt x="1203077" y="1498992"/>
                  <a:pt x="1208572" y="1504486"/>
                </a:cubicBezTo>
                <a:lnTo>
                  <a:pt x="1211014" y="1510381"/>
                </a:lnTo>
                <a:lnTo>
                  <a:pt x="1168285" y="1549216"/>
                </a:lnTo>
                <a:lnTo>
                  <a:pt x="1165631" y="1547427"/>
                </a:lnTo>
                <a:cubicBezTo>
                  <a:pt x="1160137" y="1541932"/>
                  <a:pt x="1156738" y="1534341"/>
                  <a:pt x="1156738" y="1525957"/>
                </a:cubicBezTo>
                <a:cubicBezTo>
                  <a:pt x="1156738" y="1509187"/>
                  <a:pt x="1170332" y="1495593"/>
                  <a:pt x="1187102" y="1495593"/>
                </a:cubicBezTo>
                <a:close/>
                <a:moveTo>
                  <a:pt x="1114547" y="1495593"/>
                </a:moveTo>
                <a:cubicBezTo>
                  <a:pt x="1131317" y="1495593"/>
                  <a:pt x="1144911" y="1509187"/>
                  <a:pt x="1144911" y="1525957"/>
                </a:cubicBezTo>
                <a:cubicBezTo>
                  <a:pt x="1144911" y="1542726"/>
                  <a:pt x="1131317" y="1556320"/>
                  <a:pt x="1114547" y="1556320"/>
                </a:cubicBezTo>
                <a:cubicBezTo>
                  <a:pt x="1097778" y="1556320"/>
                  <a:pt x="1084184" y="1542726"/>
                  <a:pt x="1084184" y="1525957"/>
                </a:cubicBezTo>
                <a:cubicBezTo>
                  <a:pt x="1084184" y="1509187"/>
                  <a:pt x="1097778" y="1495593"/>
                  <a:pt x="1114547" y="1495593"/>
                </a:cubicBezTo>
                <a:close/>
                <a:moveTo>
                  <a:pt x="1041993" y="1495593"/>
                </a:moveTo>
                <a:cubicBezTo>
                  <a:pt x="1058762" y="1495593"/>
                  <a:pt x="1072356" y="1509187"/>
                  <a:pt x="1072356" y="1525957"/>
                </a:cubicBezTo>
                <a:cubicBezTo>
                  <a:pt x="1072356" y="1542726"/>
                  <a:pt x="1058762" y="1556320"/>
                  <a:pt x="1041993" y="1556320"/>
                </a:cubicBezTo>
                <a:cubicBezTo>
                  <a:pt x="1025223" y="1556320"/>
                  <a:pt x="1011629" y="1542726"/>
                  <a:pt x="1011629" y="1525957"/>
                </a:cubicBezTo>
                <a:cubicBezTo>
                  <a:pt x="1011629" y="1509187"/>
                  <a:pt x="1025223" y="1495593"/>
                  <a:pt x="1041993" y="1495593"/>
                </a:cubicBezTo>
                <a:close/>
                <a:moveTo>
                  <a:pt x="969438" y="1495593"/>
                </a:moveTo>
                <a:cubicBezTo>
                  <a:pt x="986208" y="1495593"/>
                  <a:pt x="999801" y="1509187"/>
                  <a:pt x="999801" y="1525957"/>
                </a:cubicBezTo>
                <a:cubicBezTo>
                  <a:pt x="999801" y="1542726"/>
                  <a:pt x="986208" y="1556320"/>
                  <a:pt x="969438" y="1556320"/>
                </a:cubicBezTo>
                <a:cubicBezTo>
                  <a:pt x="952669" y="1556320"/>
                  <a:pt x="939075" y="1542726"/>
                  <a:pt x="939075" y="1525957"/>
                </a:cubicBezTo>
                <a:cubicBezTo>
                  <a:pt x="939075" y="1509187"/>
                  <a:pt x="952669" y="1495593"/>
                  <a:pt x="969438" y="1495593"/>
                </a:cubicBezTo>
                <a:close/>
                <a:moveTo>
                  <a:pt x="896883" y="1495593"/>
                </a:moveTo>
                <a:cubicBezTo>
                  <a:pt x="913653" y="1495593"/>
                  <a:pt x="927247" y="1509187"/>
                  <a:pt x="927247" y="1525957"/>
                </a:cubicBezTo>
                <a:cubicBezTo>
                  <a:pt x="927247" y="1542726"/>
                  <a:pt x="913653" y="1556320"/>
                  <a:pt x="896883" y="1556320"/>
                </a:cubicBezTo>
                <a:cubicBezTo>
                  <a:pt x="880114" y="1556320"/>
                  <a:pt x="866520" y="1542726"/>
                  <a:pt x="866520" y="1525957"/>
                </a:cubicBezTo>
                <a:cubicBezTo>
                  <a:pt x="866520" y="1509187"/>
                  <a:pt x="880114" y="1495593"/>
                  <a:pt x="896883" y="1495593"/>
                </a:cubicBezTo>
                <a:close/>
                <a:moveTo>
                  <a:pt x="824329" y="1495593"/>
                </a:moveTo>
                <a:cubicBezTo>
                  <a:pt x="841098" y="1495593"/>
                  <a:pt x="854692" y="1509187"/>
                  <a:pt x="854692" y="1525957"/>
                </a:cubicBezTo>
                <a:cubicBezTo>
                  <a:pt x="854692" y="1542726"/>
                  <a:pt x="841098" y="1556320"/>
                  <a:pt x="824329" y="1556320"/>
                </a:cubicBezTo>
                <a:cubicBezTo>
                  <a:pt x="807559" y="1556320"/>
                  <a:pt x="793965" y="1542726"/>
                  <a:pt x="793965" y="1525957"/>
                </a:cubicBezTo>
                <a:cubicBezTo>
                  <a:pt x="793965" y="1509187"/>
                  <a:pt x="807559" y="1495593"/>
                  <a:pt x="824329" y="1495593"/>
                </a:cubicBezTo>
                <a:close/>
                <a:moveTo>
                  <a:pt x="751774" y="1495593"/>
                </a:moveTo>
                <a:cubicBezTo>
                  <a:pt x="768544" y="1495593"/>
                  <a:pt x="782138" y="1509187"/>
                  <a:pt x="782138" y="1525957"/>
                </a:cubicBezTo>
                <a:cubicBezTo>
                  <a:pt x="782138" y="1542726"/>
                  <a:pt x="768544" y="1556320"/>
                  <a:pt x="751774" y="1556320"/>
                </a:cubicBezTo>
                <a:cubicBezTo>
                  <a:pt x="735005" y="1556320"/>
                  <a:pt x="721411" y="1542726"/>
                  <a:pt x="721411" y="1525957"/>
                </a:cubicBezTo>
                <a:cubicBezTo>
                  <a:pt x="721411" y="1509187"/>
                  <a:pt x="735005" y="1495593"/>
                  <a:pt x="751774" y="1495593"/>
                </a:cubicBezTo>
                <a:close/>
                <a:moveTo>
                  <a:pt x="679220" y="1495593"/>
                </a:moveTo>
                <a:cubicBezTo>
                  <a:pt x="695989" y="1495593"/>
                  <a:pt x="709583" y="1509187"/>
                  <a:pt x="709583" y="1525957"/>
                </a:cubicBezTo>
                <a:cubicBezTo>
                  <a:pt x="709583" y="1542726"/>
                  <a:pt x="695989" y="1556320"/>
                  <a:pt x="679220" y="1556320"/>
                </a:cubicBezTo>
                <a:cubicBezTo>
                  <a:pt x="662450" y="1556320"/>
                  <a:pt x="648856" y="1542726"/>
                  <a:pt x="648856" y="1525957"/>
                </a:cubicBezTo>
                <a:cubicBezTo>
                  <a:pt x="648856" y="1509187"/>
                  <a:pt x="662450" y="1495593"/>
                  <a:pt x="679220" y="1495593"/>
                </a:cubicBezTo>
                <a:close/>
                <a:moveTo>
                  <a:pt x="606665" y="1495593"/>
                </a:moveTo>
                <a:cubicBezTo>
                  <a:pt x="623435" y="1495593"/>
                  <a:pt x="637029" y="1509187"/>
                  <a:pt x="637029" y="1525957"/>
                </a:cubicBezTo>
                <a:cubicBezTo>
                  <a:pt x="637029" y="1542726"/>
                  <a:pt x="623435" y="1556320"/>
                  <a:pt x="606665" y="1556320"/>
                </a:cubicBezTo>
                <a:cubicBezTo>
                  <a:pt x="589896" y="1556320"/>
                  <a:pt x="576302" y="1542726"/>
                  <a:pt x="576302" y="1525957"/>
                </a:cubicBezTo>
                <a:cubicBezTo>
                  <a:pt x="576302" y="1509187"/>
                  <a:pt x="589896" y="1495593"/>
                  <a:pt x="606665" y="1495593"/>
                </a:cubicBezTo>
                <a:close/>
                <a:moveTo>
                  <a:pt x="534111" y="1495593"/>
                </a:moveTo>
                <a:cubicBezTo>
                  <a:pt x="550880" y="1495593"/>
                  <a:pt x="564474" y="1509187"/>
                  <a:pt x="564474" y="1525957"/>
                </a:cubicBezTo>
                <a:cubicBezTo>
                  <a:pt x="564474" y="1542726"/>
                  <a:pt x="550880" y="1556320"/>
                  <a:pt x="534111" y="1556320"/>
                </a:cubicBezTo>
                <a:cubicBezTo>
                  <a:pt x="517341" y="1556320"/>
                  <a:pt x="503747" y="1542726"/>
                  <a:pt x="503747" y="1525957"/>
                </a:cubicBezTo>
                <a:cubicBezTo>
                  <a:pt x="503747" y="1509187"/>
                  <a:pt x="517341" y="1495593"/>
                  <a:pt x="534111" y="1495593"/>
                </a:cubicBezTo>
                <a:close/>
                <a:moveTo>
                  <a:pt x="461556" y="1495593"/>
                </a:moveTo>
                <a:cubicBezTo>
                  <a:pt x="478326" y="1495593"/>
                  <a:pt x="491920" y="1509187"/>
                  <a:pt x="491920" y="1525957"/>
                </a:cubicBezTo>
                <a:cubicBezTo>
                  <a:pt x="491920" y="1542726"/>
                  <a:pt x="478326" y="1556320"/>
                  <a:pt x="461556" y="1556320"/>
                </a:cubicBezTo>
                <a:cubicBezTo>
                  <a:pt x="444787" y="1556320"/>
                  <a:pt x="431192" y="1542726"/>
                  <a:pt x="431192" y="1525957"/>
                </a:cubicBezTo>
                <a:cubicBezTo>
                  <a:pt x="431192" y="1509187"/>
                  <a:pt x="444787" y="1495593"/>
                  <a:pt x="461556" y="1495593"/>
                </a:cubicBezTo>
                <a:close/>
                <a:moveTo>
                  <a:pt x="389002" y="1495593"/>
                </a:moveTo>
                <a:cubicBezTo>
                  <a:pt x="405771" y="1495593"/>
                  <a:pt x="419365" y="1509187"/>
                  <a:pt x="419365" y="1525957"/>
                </a:cubicBezTo>
                <a:cubicBezTo>
                  <a:pt x="419365" y="1542726"/>
                  <a:pt x="405771" y="1556320"/>
                  <a:pt x="389002" y="1556320"/>
                </a:cubicBezTo>
                <a:cubicBezTo>
                  <a:pt x="372232" y="1556320"/>
                  <a:pt x="358638" y="1542726"/>
                  <a:pt x="358638" y="1525957"/>
                </a:cubicBezTo>
                <a:cubicBezTo>
                  <a:pt x="358638" y="1509187"/>
                  <a:pt x="372232" y="1495593"/>
                  <a:pt x="389002" y="1495593"/>
                </a:cubicBezTo>
                <a:close/>
                <a:moveTo>
                  <a:pt x="316447" y="1495593"/>
                </a:moveTo>
                <a:cubicBezTo>
                  <a:pt x="333216" y="1495593"/>
                  <a:pt x="346810" y="1509187"/>
                  <a:pt x="346810" y="1525957"/>
                </a:cubicBezTo>
                <a:cubicBezTo>
                  <a:pt x="346810" y="1542726"/>
                  <a:pt x="333216" y="1556320"/>
                  <a:pt x="316447" y="1556320"/>
                </a:cubicBezTo>
                <a:cubicBezTo>
                  <a:pt x="299677" y="1556320"/>
                  <a:pt x="286084" y="1542726"/>
                  <a:pt x="286084" y="1525957"/>
                </a:cubicBezTo>
                <a:cubicBezTo>
                  <a:pt x="286084" y="1509187"/>
                  <a:pt x="299677" y="1495593"/>
                  <a:pt x="316447" y="1495593"/>
                </a:cubicBezTo>
                <a:close/>
                <a:moveTo>
                  <a:pt x="243892" y="1495593"/>
                </a:moveTo>
                <a:cubicBezTo>
                  <a:pt x="260662" y="1495593"/>
                  <a:pt x="274256" y="1509187"/>
                  <a:pt x="274256" y="1525957"/>
                </a:cubicBezTo>
                <a:cubicBezTo>
                  <a:pt x="274256" y="1542726"/>
                  <a:pt x="260662" y="1556320"/>
                  <a:pt x="243892" y="1556320"/>
                </a:cubicBezTo>
                <a:cubicBezTo>
                  <a:pt x="227123" y="1556320"/>
                  <a:pt x="213529" y="1542726"/>
                  <a:pt x="213529" y="1525957"/>
                </a:cubicBezTo>
                <a:cubicBezTo>
                  <a:pt x="213529" y="1509187"/>
                  <a:pt x="227123" y="1495593"/>
                  <a:pt x="243892" y="1495593"/>
                </a:cubicBezTo>
                <a:close/>
                <a:moveTo>
                  <a:pt x="171339" y="1495593"/>
                </a:moveTo>
                <a:cubicBezTo>
                  <a:pt x="188107" y="1495593"/>
                  <a:pt x="201701" y="1509187"/>
                  <a:pt x="201701" y="1525957"/>
                </a:cubicBezTo>
                <a:cubicBezTo>
                  <a:pt x="201701" y="1542726"/>
                  <a:pt x="188107" y="1556320"/>
                  <a:pt x="171339" y="1556320"/>
                </a:cubicBezTo>
                <a:cubicBezTo>
                  <a:pt x="154606" y="1556320"/>
                  <a:pt x="141012" y="1542726"/>
                  <a:pt x="141012" y="1525957"/>
                </a:cubicBezTo>
                <a:cubicBezTo>
                  <a:pt x="141012" y="1509187"/>
                  <a:pt x="154606" y="1495593"/>
                  <a:pt x="171339" y="1495593"/>
                </a:cubicBezTo>
                <a:close/>
                <a:moveTo>
                  <a:pt x="98825" y="1495593"/>
                </a:moveTo>
                <a:cubicBezTo>
                  <a:pt x="115592" y="1495593"/>
                  <a:pt x="129186" y="1509187"/>
                  <a:pt x="129186" y="1525957"/>
                </a:cubicBezTo>
                <a:cubicBezTo>
                  <a:pt x="129186" y="1542726"/>
                  <a:pt x="115592" y="1556320"/>
                  <a:pt x="98825" y="1556320"/>
                </a:cubicBezTo>
                <a:cubicBezTo>
                  <a:pt x="82054" y="1556320"/>
                  <a:pt x="68461" y="1542726"/>
                  <a:pt x="68461" y="1525957"/>
                </a:cubicBezTo>
                <a:cubicBezTo>
                  <a:pt x="68461" y="1509187"/>
                  <a:pt x="82054" y="1495593"/>
                  <a:pt x="98825" y="1495593"/>
                </a:cubicBezTo>
                <a:close/>
                <a:moveTo>
                  <a:pt x="26270" y="1495593"/>
                </a:moveTo>
                <a:cubicBezTo>
                  <a:pt x="43038" y="1495593"/>
                  <a:pt x="56632" y="1509187"/>
                  <a:pt x="56632" y="1525957"/>
                </a:cubicBezTo>
                <a:cubicBezTo>
                  <a:pt x="56632" y="1542726"/>
                  <a:pt x="43038" y="1556320"/>
                  <a:pt x="26270" y="1556320"/>
                </a:cubicBezTo>
                <a:cubicBezTo>
                  <a:pt x="17886" y="1556320"/>
                  <a:pt x="10295" y="1552922"/>
                  <a:pt x="4801" y="1547427"/>
                </a:cubicBezTo>
                <a:lnTo>
                  <a:pt x="0" y="1535836"/>
                </a:lnTo>
                <a:lnTo>
                  <a:pt x="0" y="1516078"/>
                </a:lnTo>
                <a:lnTo>
                  <a:pt x="4801" y="1504486"/>
                </a:lnTo>
                <a:cubicBezTo>
                  <a:pt x="10295" y="1498992"/>
                  <a:pt x="17886" y="1495593"/>
                  <a:pt x="26270" y="1495593"/>
                </a:cubicBezTo>
                <a:close/>
                <a:moveTo>
                  <a:pt x="1259656" y="1415141"/>
                </a:moveTo>
                <a:cubicBezTo>
                  <a:pt x="1268041" y="1415141"/>
                  <a:pt x="1275632" y="1418540"/>
                  <a:pt x="1281127" y="1424035"/>
                </a:cubicBezTo>
                <a:lnTo>
                  <a:pt x="1285044" y="1433492"/>
                </a:lnTo>
                <a:lnTo>
                  <a:pt x="1248565" y="1473629"/>
                </a:lnTo>
                <a:lnTo>
                  <a:pt x="1247837" y="1473482"/>
                </a:lnTo>
                <a:cubicBezTo>
                  <a:pt x="1236940" y="1468873"/>
                  <a:pt x="1229293" y="1458082"/>
                  <a:pt x="1229293" y="1445505"/>
                </a:cubicBezTo>
                <a:cubicBezTo>
                  <a:pt x="1229293" y="1428735"/>
                  <a:pt x="1242887" y="1415141"/>
                  <a:pt x="1259656" y="1415141"/>
                </a:cubicBezTo>
                <a:close/>
                <a:moveTo>
                  <a:pt x="1187102" y="1415141"/>
                </a:moveTo>
                <a:cubicBezTo>
                  <a:pt x="1203871" y="1415141"/>
                  <a:pt x="1217465" y="1428735"/>
                  <a:pt x="1217465" y="1445505"/>
                </a:cubicBezTo>
                <a:cubicBezTo>
                  <a:pt x="1217465" y="1462274"/>
                  <a:pt x="1203871" y="1475868"/>
                  <a:pt x="1187102" y="1475868"/>
                </a:cubicBezTo>
                <a:cubicBezTo>
                  <a:pt x="1170332" y="1475868"/>
                  <a:pt x="1156738" y="1462274"/>
                  <a:pt x="1156738" y="1445505"/>
                </a:cubicBezTo>
                <a:cubicBezTo>
                  <a:pt x="1156738" y="1428735"/>
                  <a:pt x="1170332" y="1415141"/>
                  <a:pt x="1187102" y="1415141"/>
                </a:cubicBezTo>
                <a:close/>
                <a:moveTo>
                  <a:pt x="1114547" y="1415141"/>
                </a:moveTo>
                <a:cubicBezTo>
                  <a:pt x="1131317" y="1415141"/>
                  <a:pt x="1144911" y="1428735"/>
                  <a:pt x="1144911" y="1445505"/>
                </a:cubicBezTo>
                <a:cubicBezTo>
                  <a:pt x="1144911" y="1462274"/>
                  <a:pt x="1131317" y="1475868"/>
                  <a:pt x="1114547" y="1475868"/>
                </a:cubicBezTo>
                <a:cubicBezTo>
                  <a:pt x="1097778" y="1475868"/>
                  <a:pt x="1084184" y="1462274"/>
                  <a:pt x="1084184" y="1445505"/>
                </a:cubicBezTo>
                <a:cubicBezTo>
                  <a:pt x="1084184" y="1428735"/>
                  <a:pt x="1097778" y="1415141"/>
                  <a:pt x="1114547" y="1415141"/>
                </a:cubicBezTo>
                <a:close/>
                <a:moveTo>
                  <a:pt x="1041993" y="1415141"/>
                </a:moveTo>
                <a:cubicBezTo>
                  <a:pt x="1058762" y="1415141"/>
                  <a:pt x="1072356" y="1428735"/>
                  <a:pt x="1072356" y="1445505"/>
                </a:cubicBezTo>
                <a:cubicBezTo>
                  <a:pt x="1072356" y="1462274"/>
                  <a:pt x="1058762" y="1475868"/>
                  <a:pt x="1041993" y="1475868"/>
                </a:cubicBezTo>
                <a:cubicBezTo>
                  <a:pt x="1025223" y="1475868"/>
                  <a:pt x="1011629" y="1462274"/>
                  <a:pt x="1011629" y="1445505"/>
                </a:cubicBezTo>
                <a:cubicBezTo>
                  <a:pt x="1011629" y="1428735"/>
                  <a:pt x="1025223" y="1415141"/>
                  <a:pt x="1041993" y="1415141"/>
                </a:cubicBezTo>
                <a:close/>
                <a:moveTo>
                  <a:pt x="969438" y="1415141"/>
                </a:moveTo>
                <a:cubicBezTo>
                  <a:pt x="986208" y="1415141"/>
                  <a:pt x="999801" y="1428735"/>
                  <a:pt x="999801" y="1445505"/>
                </a:cubicBezTo>
                <a:cubicBezTo>
                  <a:pt x="999801" y="1462274"/>
                  <a:pt x="986208" y="1475868"/>
                  <a:pt x="969438" y="1475868"/>
                </a:cubicBezTo>
                <a:cubicBezTo>
                  <a:pt x="952669" y="1475868"/>
                  <a:pt x="939075" y="1462274"/>
                  <a:pt x="939075" y="1445505"/>
                </a:cubicBezTo>
                <a:cubicBezTo>
                  <a:pt x="939075" y="1428735"/>
                  <a:pt x="952669" y="1415141"/>
                  <a:pt x="969438" y="1415141"/>
                </a:cubicBezTo>
                <a:close/>
                <a:moveTo>
                  <a:pt x="896883" y="1415141"/>
                </a:moveTo>
                <a:cubicBezTo>
                  <a:pt x="913653" y="1415141"/>
                  <a:pt x="927247" y="1428735"/>
                  <a:pt x="927247" y="1445505"/>
                </a:cubicBezTo>
                <a:cubicBezTo>
                  <a:pt x="927247" y="1462274"/>
                  <a:pt x="913653" y="1475868"/>
                  <a:pt x="896883" y="1475868"/>
                </a:cubicBezTo>
                <a:cubicBezTo>
                  <a:pt x="880114" y="1475868"/>
                  <a:pt x="866520" y="1462274"/>
                  <a:pt x="866520" y="1445505"/>
                </a:cubicBezTo>
                <a:cubicBezTo>
                  <a:pt x="866520" y="1428735"/>
                  <a:pt x="880114" y="1415141"/>
                  <a:pt x="896883" y="1415141"/>
                </a:cubicBezTo>
                <a:close/>
                <a:moveTo>
                  <a:pt x="824329" y="1415141"/>
                </a:moveTo>
                <a:cubicBezTo>
                  <a:pt x="841098" y="1415141"/>
                  <a:pt x="854692" y="1428735"/>
                  <a:pt x="854692" y="1445505"/>
                </a:cubicBezTo>
                <a:cubicBezTo>
                  <a:pt x="854692" y="1462274"/>
                  <a:pt x="841098" y="1475868"/>
                  <a:pt x="824329" y="1475868"/>
                </a:cubicBezTo>
                <a:cubicBezTo>
                  <a:pt x="807559" y="1475868"/>
                  <a:pt x="793965" y="1462274"/>
                  <a:pt x="793965" y="1445505"/>
                </a:cubicBezTo>
                <a:cubicBezTo>
                  <a:pt x="793965" y="1428735"/>
                  <a:pt x="807559" y="1415141"/>
                  <a:pt x="824329" y="1415141"/>
                </a:cubicBezTo>
                <a:close/>
                <a:moveTo>
                  <a:pt x="751774" y="1415141"/>
                </a:moveTo>
                <a:cubicBezTo>
                  <a:pt x="768544" y="1415141"/>
                  <a:pt x="782138" y="1428735"/>
                  <a:pt x="782138" y="1445505"/>
                </a:cubicBezTo>
                <a:cubicBezTo>
                  <a:pt x="782138" y="1462274"/>
                  <a:pt x="768544" y="1475868"/>
                  <a:pt x="751774" y="1475868"/>
                </a:cubicBezTo>
                <a:cubicBezTo>
                  <a:pt x="735005" y="1475868"/>
                  <a:pt x="721411" y="1462274"/>
                  <a:pt x="721411" y="1445505"/>
                </a:cubicBezTo>
                <a:cubicBezTo>
                  <a:pt x="721411" y="1428735"/>
                  <a:pt x="735005" y="1415141"/>
                  <a:pt x="751774" y="1415141"/>
                </a:cubicBezTo>
                <a:close/>
                <a:moveTo>
                  <a:pt x="679220" y="1415141"/>
                </a:moveTo>
                <a:cubicBezTo>
                  <a:pt x="695989" y="1415141"/>
                  <a:pt x="709583" y="1428735"/>
                  <a:pt x="709583" y="1445505"/>
                </a:cubicBezTo>
                <a:cubicBezTo>
                  <a:pt x="709583" y="1462274"/>
                  <a:pt x="695989" y="1475868"/>
                  <a:pt x="679220" y="1475868"/>
                </a:cubicBezTo>
                <a:cubicBezTo>
                  <a:pt x="662450" y="1475868"/>
                  <a:pt x="648856" y="1462274"/>
                  <a:pt x="648856" y="1445505"/>
                </a:cubicBezTo>
                <a:cubicBezTo>
                  <a:pt x="648856" y="1428735"/>
                  <a:pt x="662450" y="1415141"/>
                  <a:pt x="679220" y="1415141"/>
                </a:cubicBezTo>
                <a:close/>
                <a:moveTo>
                  <a:pt x="606665" y="1415141"/>
                </a:moveTo>
                <a:cubicBezTo>
                  <a:pt x="623435" y="1415141"/>
                  <a:pt x="637029" y="1428735"/>
                  <a:pt x="637029" y="1445505"/>
                </a:cubicBezTo>
                <a:cubicBezTo>
                  <a:pt x="637029" y="1462274"/>
                  <a:pt x="623435" y="1475868"/>
                  <a:pt x="606665" y="1475868"/>
                </a:cubicBezTo>
                <a:cubicBezTo>
                  <a:pt x="589896" y="1475868"/>
                  <a:pt x="576302" y="1462274"/>
                  <a:pt x="576302" y="1445505"/>
                </a:cubicBezTo>
                <a:cubicBezTo>
                  <a:pt x="576302" y="1428735"/>
                  <a:pt x="589896" y="1415141"/>
                  <a:pt x="606665" y="1415141"/>
                </a:cubicBezTo>
                <a:close/>
                <a:moveTo>
                  <a:pt x="534111" y="1415141"/>
                </a:moveTo>
                <a:cubicBezTo>
                  <a:pt x="550880" y="1415141"/>
                  <a:pt x="564474" y="1428735"/>
                  <a:pt x="564474" y="1445505"/>
                </a:cubicBezTo>
                <a:cubicBezTo>
                  <a:pt x="564474" y="1462274"/>
                  <a:pt x="550880" y="1475868"/>
                  <a:pt x="534111" y="1475868"/>
                </a:cubicBezTo>
                <a:cubicBezTo>
                  <a:pt x="517341" y="1475868"/>
                  <a:pt x="503747" y="1462274"/>
                  <a:pt x="503747" y="1445505"/>
                </a:cubicBezTo>
                <a:cubicBezTo>
                  <a:pt x="503747" y="1428735"/>
                  <a:pt x="517341" y="1415141"/>
                  <a:pt x="534111" y="1415141"/>
                </a:cubicBezTo>
                <a:close/>
                <a:moveTo>
                  <a:pt x="461556" y="1415141"/>
                </a:moveTo>
                <a:cubicBezTo>
                  <a:pt x="478326" y="1415141"/>
                  <a:pt x="491920" y="1428735"/>
                  <a:pt x="491920" y="1445505"/>
                </a:cubicBezTo>
                <a:cubicBezTo>
                  <a:pt x="491920" y="1462274"/>
                  <a:pt x="478326" y="1475868"/>
                  <a:pt x="461556" y="1475868"/>
                </a:cubicBezTo>
                <a:cubicBezTo>
                  <a:pt x="444787" y="1475868"/>
                  <a:pt x="431192" y="1462274"/>
                  <a:pt x="431192" y="1445505"/>
                </a:cubicBezTo>
                <a:cubicBezTo>
                  <a:pt x="431192" y="1428735"/>
                  <a:pt x="444787" y="1415141"/>
                  <a:pt x="461556" y="1415141"/>
                </a:cubicBezTo>
                <a:close/>
                <a:moveTo>
                  <a:pt x="389002" y="1415141"/>
                </a:moveTo>
                <a:cubicBezTo>
                  <a:pt x="405771" y="1415141"/>
                  <a:pt x="419365" y="1428735"/>
                  <a:pt x="419365" y="1445505"/>
                </a:cubicBezTo>
                <a:cubicBezTo>
                  <a:pt x="419365" y="1462274"/>
                  <a:pt x="405771" y="1475868"/>
                  <a:pt x="389002" y="1475868"/>
                </a:cubicBezTo>
                <a:cubicBezTo>
                  <a:pt x="372232" y="1475868"/>
                  <a:pt x="358638" y="1462274"/>
                  <a:pt x="358638" y="1445505"/>
                </a:cubicBezTo>
                <a:cubicBezTo>
                  <a:pt x="358638" y="1428735"/>
                  <a:pt x="372232" y="1415141"/>
                  <a:pt x="389002" y="1415141"/>
                </a:cubicBezTo>
                <a:close/>
                <a:moveTo>
                  <a:pt x="316447" y="1415141"/>
                </a:moveTo>
                <a:cubicBezTo>
                  <a:pt x="333216" y="1415141"/>
                  <a:pt x="346810" y="1428735"/>
                  <a:pt x="346810" y="1445505"/>
                </a:cubicBezTo>
                <a:cubicBezTo>
                  <a:pt x="346810" y="1462274"/>
                  <a:pt x="333216" y="1475868"/>
                  <a:pt x="316447" y="1475868"/>
                </a:cubicBezTo>
                <a:cubicBezTo>
                  <a:pt x="299677" y="1475868"/>
                  <a:pt x="286084" y="1462274"/>
                  <a:pt x="286084" y="1445505"/>
                </a:cubicBezTo>
                <a:cubicBezTo>
                  <a:pt x="286084" y="1428735"/>
                  <a:pt x="299677" y="1415141"/>
                  <a:pt x="316447" y="1415141"/>
                </a:cubicBezTo>
                <a:close/>
                <a:moveTo>
                  <a:pt x="243892" y="1415141"/>
                </a:moveTo>
                <a:cubicBezTo>
                  <a:pt x="260662" y="1415141"/>
                  <a:pt x="274256" y="1428735"/>
                  <a:pt x="274256" y="1445505"/>
                </a:cubicBezTo>
                <a:cubicBezTo>
                  <a:pt x="274256" y="1462274"/>
                  <a:pt x="260662" y="1475868"/>
                  <a:pt x="243892" y="1475868"/>
                </a:cubicBezTo>
                <a:cubicBezTo>
                  <a:pt x="227123" y="1475868"/>
                  <a:pt x="213529" y="1462274"/>
                  <a:pt x="213529" y="1445505"/>
                </a:cubicBezTo>
                <a:cubicBezTo>
                  <a:pt x="213529" y="1428735"/>
                  <a:pt x="227123" y="1415141"/>
                  <a:pt x="243892" y="1415141"/>
                </a:cubicBezTo>
                <a:close/>
                <a:moveTo>
                  <a:pt x="171339" y="1415141"/>
                </a:moveTo>
                <a:cubicBezTo>
                  <a:pt x="188107" y="1415141"/>
                  <a:pt x="201701" y="1428735"/>
                  <a:pt x="201701" y="1445505"/>
                </a:cubicBezTo>
                <a:cubicBezTo>
                  <a:pt x="201701" y="1462274"/>
                  <a:pt x="188107" y="1475868"/>
                  <a:pt x="171339" y="1475868"/>
                </a:cubicBezTo>
                <a:cubicBezTo>
                  <a:pt x="154611" y="1475868"/>
                  <a:pt x="141018" y="1462274"/>
                  <a:pt x="141018" y="1445505"/>
                </a:cubicBezTo>
                <a:cubicBezTo>
                  <a:pt x="141018" y="1428735"/>
                  <a:pt x="154611" y="1415141"/>
                  <a:pt x="171339" y="1415141"/>
                </a:cubicBezTo>
                <a:close/>
                <a:moveTo>
                  <a:pt x="98831" y="1415141"/>
                </a:moveTo>
                <a:cubicBezTo>
                  <a:pt x="115598" y="1415141"/>
                  <a:pt x="129192" y="1428735"/>
                  <a:pt x="129192" y="1445505"/>
                </a:cubicBezTo>
                <a:cubicBezTo>
                  <a:pt x="129192" y="1462274"/>
                  <a:pt x="115598" y="1475868"/>
                  <a:pt x="98831" y="1475868"/>
                </a:cubicBezTo>
                <a:cubicBezTo>
                  <a:pt x="82060" y="1475868"/>
                  <a:pt x="68467" y="1462274"/>
                  <a:pt x="68467" y="1445505"/>
                </a:cubicBezTo>
                <a:cubicBezTo>
                  <a:pt x="68467" y="1428735"/>
                  <a:pt x="82060" y="1415141"/>
                  <a:pt x="98831" y="1415141"/>
                </a:cubicBezTo>
                <a:close/>
                <a:moveTo>
                  <a:pt x="26277" y="1415141"/>
                </a:moveTo>
                <a:cubicBezTo>
                  <a:pt x="43044" y="1415141"/>
                  <a:pt x="56638" y="1428735"/>
                  <a:pt x="56638" y="1445505"/>
                </a:cubicBezTo>
                <a:cubicBezTo>
                  <a:pt x="56638" y="1462274"/>
                  <a:pt x="43044" y="1475868"/>
                  <a:pt x="26277" y="1475868"/>
                </a:cubicBezTo>
                <a:cubicBezTo>
                  <a:pt x="17892" y="1475868"/>
                  <a:pt x="10301" y="1472470"/>
                  <a:pt x="4807" y="1466975"/>
                </a:cubicBezTo>
                <a:lnTo>
                  <a:pt x="0" y="1455370"/>
                </a:lnTo>
                <a:lnTo>
                  <a:pt x="0" y="1435640"/>
                </a:lnTo>
                <a:lnTo>
                  <a:pt x="4807" y="1424034"/>
                </a:lnTo>
                <a:cubicBezTo>
                  <a:pt x="10301" y="1418540"/>
                  <a:pt x="17892" y="1415141"/>
                  <a:pt x="26277" y="1415141"/>
                </a:cubicBezTo>
                <a:close/>
                <a:moveTo>
                  <a:pt x="1332211" y="1334690"/>
                </a:moveTo>
                <a:cubicBezTo>
                  <a:pt x="1340596" y="1334690"/>
                  <a:pt x="1348186" y="1338088"/>
                  <a:pt x="1353681" y="1343583"/>
                </a:cubicBezTo>
                <a:lnTo>
                  <a:pt x="1356143" y="1349526"/>
                </a:lnTo>
                <a:lnTo>
                  <a:pt x="1331934" y="1381900"/>
                </a:lnTo>
                <a:lnTo>
                  <a:pt x="1321597" y="1393274"/>
                </a:lnTo>
                <a:lnTo>
                  <a:pt x="1320392" y="1393030"/>
                </a:lnTo>
                <a:cubicBezTo>
                  <a:pt x="1309494" y="1388421"/>
                  <a:pt x="1301847" y="1377631"/>
                  <a:pt x="1301847" y="1365053"/>
                </a:cubicBezTo>
                <a:cubicBezTo>
                  <a:pt x="1301847" y="1348284"/>
                  <a:pt x="1315441" y="1334690"/>
                  <a:pt x="1332211" y="1334690"/>
                </a:cubicBezTo>
                <a:close/>
                <a:moveTo>
                  <a:pt x="1259656" y="1334690"/>
                </a:moveTo>
                <a:cubicBezTo>
                  <a:pt x="1276426" y="1334690"/>
                  <a:pt x="1290020" y="1348284"/>
                  <a:pt x="1290020" y="1365053"/>
                </a:cubicBezTo>
                <a:cubicBezTo>
                  <a:pt x="1290020" y="1381823"/>
                  <a:pt x="1276426" y="1395417"/>
                  <a:pt x="1259656" y="1395417"/>
                </a:cubicBezTo>
                <a:cubicBezTo>
                  <a:pt x="1242887" y="1395417"/>
                  <a:pt x="1229293" y="1381823"/>
                  <a:pt x="1229293" y="1365053"/>
                </a:cubicBezTo>
                <a:cubicBezTo>
                  <a:pt x="1229293" y="1348284"/>
                  <a:pt x="1242887" y="1334690"/>
                  <a:pt x="1259656" y="1334690"/>
                </a:cubicBezTo>
                <a:close/>
                <a:moveTo>
                  <a:pt x="1187102" y="1334690"/>
                </a:moveTo>
                <a:cubicBezTo>
                  <a:pt x="1203871" y="1334690"/>
                  <a:pt x="1217465" y="1348284"/>
                  <a:pt x="1217465" y="1365053"/>
                </a:cubicBezTo>
                <a:cubicBezTo>
                  <a:pt x="1217465" y="1381823"/>
                  <a:pt x="1203871" y="1395417"/>
                  <a:pt x="1187102" y="1395417"/>
                </a:cubicBezTo>
                <a:cubicBezTo>
                  <a:pt x="1170332" y="1395417"/>
                  <a:pt x="1156738" y="1381823"/>
                  <a:pt x="1156738" y="1365053"/>
                </a:cubicBezTo>
                <a:cubicBezTo>
                  <a:pt x="1156738" y="1348284"/>
                  <a:pt x="1170332" y="1334690"/>
                  <a:pt x="1187102" y="1334690"/>
                </a:cubicBezTo>
                <a:close/>
                <a:moveTo>
                  <a:pt x="1114547" y="1334690"/>
                </a:moveTo>
                <a:cubicBezTo>
                  <a:pt x="1131317" y="1334690"/>
                  <a:pt x="1144911" y="1348284"/>
                  <a:pt x="1144911" y="1365053"/>
                </a:cubicBezTo>
                <a:cubicBezTo>
                  <a:pt x="1144911" y="1381823"/>
                  <a:pt x="1131317" y="1395417"/>
                  <a:pt x="1114547" y="1395417"/>
                </a:cubicBezTo>
                <a:cubicBezTo>
                  <a:pt x="1097778" y="1395417"/>
                  <a:pt x="1084184" y="1381823"/>
                  <a:pt x="1084184" y="1365053"/>
                </a:cubicBezTo>
                <a:cubicBezTo>
                  <a:pt x="1084184" y="1348284"/>
                  <a:pt x="1097778" y="1334690"/>
                  <a:pt x="1114547" y="1334690"/>
                </a:cubicBezTo>
                <a:close/>
                <a:moveTo>
                  <a:pt x="1041993" y="1334690"/>
                </a:moveTo>
                <a:cubicBezTo>
                  <a:pt x="1058762" y="1334690"/>
                  <a:pt x="1072356" y="1348284"/>
                  <a:pt x="1072356" y="1365053"/>
                </a:cubicBezTo>
                <a:cubicBezTo>
                  <a:pt x="1072356" y="1381823"/>
                  <a:pt x="1058762" y="1395417"/>
                  <a:pt x="1041993" y="1395417"/>
                </a:cubicBezTo>
                <a:cubicBezTo>
                  <a:pt x="1025223" y="1395417"/>
                  <a:pt x="1011629" y="1381823"/>
                  <a:pt x="1011629" y="1365053"/>
                </a:cubicBezTo>
                <a:cubicBezTo>
                  <a:pt x="1011629" y="1348284"/>
                  <a:pt x="1025223" y="1334690"/>
                  <a:pt x="1041993" y="1334690"/>
                </a:cubicBezTo>
                <a:close/>
                <a:moveTo>
                  <a:pt x="969438" y="1334690"/>
                </a:moveTo>
                <a:cubicBezTo>
                  <a:pt x="986208" y="1334690"/>
                  <a:pt x="999801" y="1348284"/>
                  <a:pt x="999801" y="1365053"/>
                </a:cubicBezTo>
                <a:cubicBezTo>
                  <a:pt x="999801" y="1381823"/>
                  <a:pt x="986208" y="1395417"/>
                  <a:pt x="969438" y="1395417"/>
                </a:cubicBezTo>
                <a:cubicBezTo>
                  <a:pt x="952669" y="1395417"/>
                  <a:pt x="939075" y="1381823"/>
                  <a:pt x="939075" y="1365053"/>
                </a:cubicBezTo>
                <a:cubicBezTo>
                  <a:pt x="939075" y="1348284"/>
                  <a:pt x="952669" y="1334690"/>
                  <a:pt x="969438" y="1334690"/>
                </a:cubicBezTo>
                <a:close/>
                <a:moveTo>
                  <a:pt x="896883" y="1334690"/>
                </a:moveTo>
                <a:cubicBezTo>
                  <a:pt x="913653" y="1334690"/>
                  <a:pt x="927247" y="1348284"/>
                  <a:pt x="927247" y="1365053"/>
                </a:cubicBezTo>
                <a:cubicBezTo>
                  <a:pt x="927247" y="1381823"/>
                  <a:pt x="913653" y="1395417"/>
                  <a:pt x="896883" y="1395417"/>
                </a:cubicBezTo>
                <a:cubicBezTo>
                  <a:pt x="880114" y="1395417"/>
                  <a:pt x="866520" y="1381823"/>
                  <a:pt x="866520" y="1365053"/>
                </a:cubicBezTo>
                <a:cubicBezTo>
                  <a:pt x="866520" y="1348284"/>
                  <a:pt x="880114" y="1334690"/>
                  <a:pt x="896883" y="1334690"/>
                </a:cubicBezTo>
                <a:close/>
                <a:moveTo>
                  <a:pt x="824329" y="1334690"/>
                </a:moveTo>
                <a:cubicBezTo>
                  <a:pt x="841098" y="1334690"/>
                  <a:pt x="854692" y="1348284"/>
                  <a:pt x="854692" y="1365053"/>
                </a:cubicBezTo>
                <a:cubicBezTo>
                  <a:pt x="854692" y="1381823"/>
                  <a:pt x="841098" y="1395417"/>
                  <a:pt x="824329" y="1395417"/>
                </a:cubicBezTo>
                <a:cubicBezTo>
                  <a:pt x="807559" y="1395417"/>
                  <a:pt x="793965" y="1381823"/>
                  <a:pt x="793965" y="1365053"/>
                </a:cubicBezTo>
                <a:cubicBezTo>
                  <a:pt x="793965" y="1348284"/>
                  <a:pt x="807559" y="1334690"/>
                  <a:pt x="824329" y="1334690"/>
                </a:cubicBezTo>
                <a:close/>
                <a:moveTo>
                  <a:pt x="751774" y="1334690"/>
                </a:moveTo>
                <a:cubicBezTo>
                  <a:pt x="768544" y="1334690"/>
                  <a:pt x="782138" y="1348284"/>
                  <a:pt x="782138" y="1365053"/>
                </a:cubicBezTo>
                <a:cubicBezTo>
                  <a:pt x="782138" y="1381823"/>
                  <a:pt x="768544" y="1395417"/>
                  <a:pt x="751774" y="1395417"/>
                </a:cubicBezTo>
                <a:cubicBezTo>
                  <a:pt x="735005" y="1395417"/>
                  <a:pt x="721411" y="1381823"/>
                  <a:pt x="721411" y="1365053"/>
                </a:cubicBezTo>
                <a:cubicBezTo>
                  <a:pt x="721411" y="1348284"/>
                  <a:pt x="735005" y="1334690"/>
                  <a:pt x="751774" y="1334690"/>
                </a:cubicBezTo>
                <a:close/>
                <a:moveTo>
                  <a:pt x="679220" y="1334690"/>
                </a:moveTo>
                <a:cubicBezTo>
                  <a:pt x="695989" y="1334690"/>
                  <a:pt x="709583" y="1348284"/>
                  <a:pt x="709583" y="1365053"/>
                </a:cubicBezTo>
                <a:cubicBezTo>
                  <a:pt x="709583" y="1381823"/>
                  <a:pt x="695989" y="1395417"/>
                  <a:pt x="679220" y="1395417"/>
                </a:cubicBezTo>
                <a:cubicBezTo>
                  <a:pt x="662450" y="1395417"/>
                  <a:pt x="648856" y="1381823"/>
                  <a:pt x="648856" y="1365053"/>
                </a:cubicBezTo>
                <a:cubicBezTo>
                  <a:pt x="648856" y="1348284"/>
                  <a:pt x="662450" y="1334690"/>
                  <a:pt x="679220" y="1334690"/>
                </a:cubicBezTo>
                <a:close/>
                <a:moveTo>
                  <a:pt x="606665" y="1334690"/>
                </a:moveTo>
                <a:cubicBezTo>
                  <a:pt x="623435" y="1334690"/>
                  <a:pt x="637029" y="1348284"/>
                  <a:pt x="637029" y="1365053"/>
                </a:cubicBezTo>
                <a:cubicBezTo>
                  <a:pt x="637029" y="1381823"/>
                  <a:pt x="623435" y="1395417"/>
                  <a:pt x="606665" y="1395417"/>
                </a:cubicBezTo>
                <a:cubicBezTo>
                  <a:pt x="589896" y="1395417"/>
                  <a:pt x="576302" y="1381823"/>
                  <a:pt x="576302" y="1365053"/>
                </a:cubicBezTo>
                <a:cubicBezTo>
                  <a:pt x="576302" y="1348284"/>
                  <a:pt x="589896" y="1334690"/>
                  <a:pt x="606665" y="1334690"/>
                </a:cubicBezTo>
                <a:close/>
                <a:moveTo>
                  <a:pt x="534111" y="1334690"/>
                </a:moveTo>
                <a:cubicBezTo>
                  <a:pt x="550880" y="1334690"/>
                  <a:pt x="564474" y="1348284"/>
                  <a:pt x="564474" y="1365053"/>
                </a:cubicBezTo>
                <a:cubicBezTo>
                  <a:pt x="564474" y="1381823"/>
                  <a:pt x="550880" y="1395417"/>
                  <a:pt x="534111" y="1395417"/>
                </a:cubicBezTo>
                <a:cubicBezTo>
                  <a:pt x="517341" y="1395417"/>
                  <a:pt x="503747" y="1381823"/>
                  <a:pt x="503747" y="1365053"/>
                </a:cubicBezTo>
                <a:cubicBezTo>
                  <a:pt x="503747" y="1348284"/>
                  <a:pt x="517341" y="1334690"/>
                  <a:pt x="534111" y="1334690"/>
                </a:cubicBezTo>
                <a:close/>
                <a:moveTo>
                  <a:pt x="461556" y="1334690"/>
                </a:moveTo>
                <a:cubicBezTo>
                  <a:pt x="478326" y="1334690"/>
                  <a:pt x="491920" y="1348284"/>
                  <a:pt x="491920" y="1365053"/>
                </a:cubicBezTo>
                <a:cubicBezTo>
                  <a:pt x="491920" y="1381823"/>
                  <a:pt x="478326" y="1395417"/>
                  <a:pt x="461556" y="1395417"/>
                </a:cubicBezTo>
                <a:cubicBezTo>
                  <a:pt x="444787" y="1395417"/>
                  <a:pt x="431192" y="1381823"/>
                  <a:pt x="431192" y="1365053"/>
                </a:cubicBezTo>
                <a:cubicBezTo>
                  <a:pt x="431192" y="1348284"/>
                  <a:pt x="444787" y="1334690"/>
                  <a:pt x="461556" y="1334690"/>
                </a:cubicBezTo>
                <a:close/>
                <a:moveTo>
                  <a:pt x="389002" y="1334690"/>
                </a:moveTo>
                <a:cubicBezTo>
                  <a:pt x="405771" y="1334690"/>
                  <a:pt x="419365" y="1348284"/>
                  <a:pt x="419365" y="1365053"/>
                </a:cubicBezTo>
                <a:cubicBezTo>
                  <a:pt x="419365" y="1381823"/>
                  <a:pt x="405771" y="1395417"/>
                  <a:pt x="389002" y="1395417"/>
                </a:cubicBezTo>
                <a:cubicBezTo>
                  <a:pt x="372232" y="1395417"/>
                  <a:pt x="358638" y="1381823"/>
                  <a:pt x="358638" y="1365053"/>
                </a:cubicBezTo>
                <a:cubicBezTo>
                  <a:pt x="358638" y="1348284"/>
                  <a:pt x="372232" y="1334690"/>
                  <a:pt x="389002" y="1334690"/>
                </a:cubicBezTo>
                <a:close/>
                <a:moveTo>
                  <a:pt x="316447" y="1334690"/>
                </a:moveTo>
                <a:cubicBezTo>
                  <a:pt x="333216" y="1334690"/>
                  <a:pt x="346810" y="1348284"/>
                  <a:pt x="346810" y="1365053"/>
                </a:cubicBezTo>
                <a:cubicBezTo>
                  <a:pt x="346810" y="1381823"/>
                  <a:pt x="333216" y="1395417"/>
                  <a:pt x="316447" y="1395417"/>
                </a:cubicBezTo>
                <a:cubicBezTo>
                  <a:pt x="299677" y="1395417"/>
                  <a:pt x="286084" y="1381823"/>
                  <a:pt x="286084" y="1365053"/>
                </a:cubicBezTo>
                <a:cubicBezTo>
                  <a:pt x="286084" y="1348284"/>
                  <a:pt x="299677" y="1334690"/>
                  <a:pt x="316447" y="1334690"/>
                </a:cubicBezTo>
                <a:close/>
                <a:moveTo>
                  <a:pt x="243892" y="1334690"/>
                </a:moveTo>
                <a:cubicBezTo>
                  <a:pt x="260662" y="1334690"/>
                  <a:pt x="274256" y="1348284"/>
                  <a:pt x="274256" y="1365053"/>
                </a:cubicBezTo>
                <a:cubicBezTo>
                  <a:pt x="274256" y="1381823"/>
                  <a:pt x="260662" y="1395417"/>
                  <a:pt x="243892" y="1395417"/>
                </a:cubicBezTo>
                <a:cubicBezTo>
                  <a:pt x="227123" y="1395417"/>
                  <a:pt x="213529" y="1381823"/>
                  <a:pt x="213529" y="1365053"/>
                </a:cubicBezTo>
                <a:cubicBezTo>
                  <a:pt x="213529" y="1348284"/>
                  <a:pt x="227123" y="1334690"/>
                  <a:pt x="243892" y="1334690"/>
                </a:cubicBezTo>
                <a:close/>
                <a:moveTo>
                  <a:pt x="171339" y="1334690"/>
                </a:moveTo>
                <a:cubicBezTo>
                  <a:pt x="188107" y="1334690"/>
                  <a:pt x="201701" y="1348284"/>
                  <a:pt x="201701" y="1365053"/>
                </a:cubicBezTo>
                <a:cubicBezTo>
                  <a:pt x="201701" y="1381823"/>
                  <a:pt x="188107" y="1395417"/>
                  <a:pt x="171339" y="1395417"/>
                </a:cubicBezTo>
                <a:cubicBezTo>
                  <a:pt x="154616" y="1395417"/>
                  <a:pt x="141023" y="1381823"/>
                  <a:pt x="141023" y="1365053"/>
                </a:cubicBezTo>
                <a:cubicBezTo>
                  <a:pt x="141023" y="1348284"/>
                  <a:pt x="154616" y="1334690"/>
                  <a:pt x="171339" y="1334690"/>
                </a:cubicBezTo>
                <a:close/>
                <a:moveTo>
                  <a:pt x="98838" y="1334690"/>
                </a:moveTo>
                <a:cubicBezTo>
                  <a:pt x="115605" y="1334690"/>
                  <a:pt x="129198" y="1348284"/>
                  <a:pt x="129198" y="1365053"/>
                </a:cubicBezTo>
                <a:cubicBezTo>
                  <a:pt x="129198" y="1381823"/>
                  <a:pt x="115605" y="1395417"/>
                  <a:pt x="98838" y="1395417"/>
                </a:cubicBezTo>
                <a:cubicBezTo>
                  <a:pt x="82067" y="1395417"/>
                  <a:pt x="68474" y="1381823"/>
                  <a:pt x="68474" y="1365053"/>
                </a:cubicBezTo>
                <a:cubicBezTo>
                  <a:pt x="68474" y="1348284"/>
                  <a:pt x="82067" y="1334690"/>
                  <a:pt x="98838" y="1334690"/>
                </a:cubicBezTo>
                <a:close/>
                <a:moveTo>
                  <a:pt x="26283" y="1334690"/>
                </a:moveTo>
                <a:cubicBezTo>
                  <a:pt x="43051" y="1334690"/>
                  <a:pt x="56645" y="1348284"/>
                  <a:pt x="56645" y="1365053"/>
                </a:cubicBezTo>
                <a:cubicBezTo>
                  <a:pt x="56645" y="1381823"/>
                  <a:pt x="43051" y="1395417"/>
                  <a:pt x="26283" y="1395417"/>
                </a:cubicBezTo>
                <a:cubicBezTo>
                  <a:pt x="17898" y="1395417"/>
                  <a:pt x="10308" y="1392019"/>
                  <a:pt x="4813" y="1386524"/>
                </a:cubicBezTo>
                <a:lnTo>
                  <a:pt x="0" y="1374903"/>
                </a:lnTo>
                <a:lnTo>
                  <a:pt x="0" y="1355203"/>
                </a:lnTo>
                <a:lnTo>
                  <a:pt x="4813" y="1343583"/>
                </a:lnTo>
                <a:cubicBezTo>
                  <a:pt x="10308" y="1338089"/>
                  <a:pt x="17898" y="1334690"/>
                  <a:pt x="26283" y="1334690"/>
                </a:cubicBezTo>
                <a:close/>
                <a:moveTo>
                  <a:pt x="1404765" y="1254238"/>
                </a:moveTo>
                <a:cubicBezTo>
                  <a:pt x="1408957" y="1254238"/>
                  <a:pt x="1412951" y="1255088"/>
                  <a:pt x="1416584" y="1256624"/>
                </a:cubicBezTo>
                <a:lnTo>
                  <a:pt x="1422045" y="1260306"/>
                </a:lnTo>
                <a:lnTo>
                  <a:pt x="1418517" y="1266114"/>
                </a:lnTo>
                <a:lnTo>
                  <a:pt x="1386846" y="1308466"/>
                </a:lnTo>
                <a:lnTo>
                  <a:pt x="1383295" y="1306072"/>
                </a:lnTo>
                <a:cubicBezTo>
                  <a:pt x="1377800" y="1300577"/>
                  <a:pt x="1374402" y="1292986"/>
                  <a:pt x="1374402" y="1284602"/>
                </a:cubicBezTo>
                <a:cubicBezTo>
                  <a:pt x="1374402" y="1267832"/>
                  <a:pt x="1387996" y="1254238"/>
                  <a:pt x="1404765" y="1254238"/>
                </a:cubicBezTo>
                <a:close/>
                <a:moveTo>
                  <a:pt x="1332211" y="1254238"/>
                </a:moveTo>
                <a:cubicBezTo>
                  <a:pt x="1348980" y="1254238"/>
                  <a:pt x="1362574" y="1267832"/>
                  <a:pt x="1362574" y="1284602"/>
                </a:cubicBezTo>
                <a:cubicBezTo>
                  <a:pt x="1362574" y="1301371"/>
                  <a:pt x="1348980" y="1314965"/>
                  <a:pt x="1332211" y="1314965"/>
                </a:cubicBezTo>
                <a:cubicBezTo>
                  <a:pt x="1315441" y="1314965"/>
                  <a:pt x="1301847" y="1301371"/>
                  <a:pt x="1301847" y="1284602"/>
                </a:cubicBezTo>
                <a:cubicBezTo>
                  <a:pt x="1301847" y="1267832"/>
                  <a:pt x="1315441" y="1254238"/>
                  <a:pt x="1332211" y="1254238"/>
                </a:cubicBezTo>
                <a:close/>
                <a:moveTo>
                  <a:pt x="1259656" y="1254238"/>
                </a:moveTo>
                <a:cubicBezTo>
                  <a:pt x="1276426" y="1254238"/>
                  <a:pt x="1290020" y="1267832"/>
                  <a:pt x="1290020" y="1284602"/>
                </a:cubicBezTo>
                <a:cubicBezTo>
                  <a:pt x="1290020" y="1301371"/>
                  <a:pt x="1276426" y="1314965"/>
                  <a:pt x="1259656" y="1314965"/>
                </a:cubicBezTo>
                <a:cubicBezTo>
                  <a:pt x="1242887" y="1314965"/>
                  <a:pt x="1229293" y="1301371"/>
                  <a:pt x="1229293" y="1284602"/>
                </a:cubicBezTo>
                <a:cubicBezTo>
                  <a:pt x="1229293" y="1267832"/>
                  <a:pt x="1242887" y="1254238"/>
                  <a:pt x="1259656" y="1254238"/>
                </a:cubicBezTo>
                <a:close/>
                <a:moveTo>
                  <a:pt x="1187102" y="1254238"/>
                </a:moveTo>
                <a:cubicBezTo>
                  <a:pt x="1203871" y="1254238"/>
                  <a:pt x="1217465" y="1267832"/>
                  <a:pt x="1217465" y="1284602"/>
                </a:cubicBezTo>
                <a:cubicBezTo>
                  <a:pt x="1217465" y="1301371"/>
                  <a:pt x="1203871" y="1314965"/>
                  <a:pt x="1187102" y="1314965"/>
                </a:cubicBezTo>
                <a:cubicBezTo>
                  <a:pt x="1170332" y="1314965"/>
                  <a:pt x="1156738" y="1301371"/>
                  <a:pt x="1156738" y="1284602"/>
                </a:cubicBezTo>
                <a:cubicBezTo>
                  <a:pt x="1156738" y="1267832"/>
                  <a:pt x="1170332" y="1254238"/>
                  <a:pt x="1187102" y="1254238"/>
                </a:cubicBezTo>
                <a:close/>
                <a:moveTo>
                  <a:pt x="1114547" y="1254238"/>
                </a:moveTo>
                <a:cubicBezTo>
                  <a:pt x="1131317" y="1254238"/>
                  <a:pt x="1144911" y="1267832"/>
                  <a:pt x="1144911" y="1284602"/>
                </a:cubicBezTo>
                <a:cubicBezTo>
                  <a:pt x="1144911" y="1301371"/>
                  <a:pt x="1131317" y="1314965"/>
                  <a:pt x="1114547" y="1314965"/>
                </a:cubicBezTo>
                <a:cubicBezTo>
                  <a:pt x="1097778" y="1314965"/>
                  <a:pt x="1084184" y="1301371"/>
                  <a:pt x="1084184" y="1284602"/>
                </a:cubicBezTo>
                <a:cubicBezTo>
                  <a:pt x="1084184" y="1267832"/>
                  <a:pt x="1097778" y="1254238"/>
                  <a:pt x="1114547" y="1254238"/>
                </a:cubicBezTo>
                <a:close/>
                <a:moveTo>
                  <a:pt x="1041993" y="1254238"/>
                </a:moveTo>
                <a:cubicBezTo>
                  <a:pt x="1058762" y="1254238"/>
                  <a:pt x="1072356" y="1267832"/>
                  <a:pt x="1072356" y="1284602"/>
                </a:cubicBezTo>
                <a:cubicBezTo>
                  <a:pt x="1072356" y="1301371"/>
                  <a:pt x="1058762" y="1314965"/>
                  <a:pt x="1041993" y="1314965"/>
                </a:cubicBezTo>
                <a:cubicBezTo>
                  <a:pt x="1025223" y="1314965"/>
                  <a:pt x="1011629" y="1301371"/>
                  <a:pt x="1011629" y="1284602"/>
                </a:cubicBezTo>
                <a:cubicBezTo>
                  <a:pt x="1011629" y="1267832"/>
                  <a:pt x="1025223" y="1254238"/>
                  <a:pt x="1041993" y="1254238"/>
                </a:cubicBezTo>
                <a:close/>
                <a:moveTo>
                  <a:pt x="969438" y="1254238"/>
                </a:moveTo>
                <a:cubicBezTo>
                  <a:pt x="986208" y="1254238"/>
                  <a:pt x="999801" y="1267832"/>
                  <a:pt x="999801" y="1284602"/>
                </a:cubicBezTo>
                <a:cubicBezTo>
                  <a:pt x="999801" y="1301371"/>
                  <a:pt x="986208" y="1314965"/>
                  <a:pt x="969438" y="1314965"/>
                </a:cubicBezTo>
                <a:cubicBezTo>
                  <a:pt x="952669" y="1314965"/>
                  <a:pt x="939075" y="1301371"/>
                  <a:pt x="939075" y="1284602"/>
                </a:cubicBezTo>
                <a:cubicBezTo>
                  <a:pt x="939075" y="1267832"/>
                  <a:pt x="952669" y="1254238"/>
                  <a:pt x="969438" y="1254238"/>
                </a:cubicBezTo>
                <a:close/>
                <a:moveTo>
                  <a:pt x="896883" y="1254238"/>
                </a:moveTo>
                <a:cubicBezTo>
                  <a:pt x="913653" y="1254238"/>
                  <a:pt x="927247" y="1267832"/>
                  <a:pt x="927247" y="1284602"/>
                </a:cubicBezTo>
                <a:cubicBezTo>
                  <a:pt x="927247" y="1301371"/>
                  <a:pt x="913653" y="1314965"/>
                  <a:pt x="896883" y="1314965"/>
                </a:cubicBezTo>
                <a:cubicBezTo>
                  <a:pt x="880114" y="1314965"/>
                  <a:pt x="866520" y="1301371"/>
                  <a:pt x="866520" y="1284602"/>
                </a:cubicBezTo>
                <a:cubicBezTo>
                  <a:pt x="866520" y="1267832"/>
                  <a:pt x="880114" y="1254238"/>
                  <a:pt x="896883" y="1254238"/>
                </a:cubicBezTo>
                <a:close/>
                <a:moveTo>
                  <a:pt x="824329" y="1254238"/>
                </a:moveTo>
                <a:cubicBezTo>
                  <a:pt x="841098" y="1254238"/>
                  <a:pt x="854692" y="1267832"/>
                  <a:pt x="854692" y="1284602"/>
                </a:cubicBezTo>
                <a:cubicBezTo>
                  <a:pt x="854692" y="1301371"/>
                  <a:pt x="841098" y="1314965"/>
                  <a:pt x="824329" y="1314965"/>
                </a:cubicBezTo>
                <a:cubicBezTo>
                  <a:pt x="807559" y="1314965"/>
                  <a:pt x="793965" y="1301371"/>
                  <a:pt x="793965" y="1284602"/>
                </a:cubicBezTo>
                <a:cubicBezTo>
                  <a:pt x="793965" y="1267832"/>
                  <a:pt x="807559" y="1254238"/>
                  <a:pt x="824329" y="1254238"/>
                </a:cubicBezTo>
                <a:close/>
                <a:moveTo>
                  <a:pt x="751774" y="1254238"/>
                </a:moveTo>
                <a:cubicBezTo>
                  <a:pt x="768544" y="1254238"/>
                  <a:pt x="782138" y="1267832"/>
                  <a:pt x="782138" y="1284602"/>
                </a:cubicBezTo>
                <a:cubicBezTo>
                  <a:pt x="782138" y="1301371"/>
                  <a:pt x="768544" y="1314965"/>
                  <a:pt x="751774" y="1314965"/>
                </a:cubicBezTo>
                <a:cubicBezTo>
                  <a:pt x="735005" y="1314965"/>
                  <a:pt x="721411" y="1301371"/>
                  <a:pt x="721411" y="1284602"/>
                </a:cubicBezTo>
                <a:cubicBezTo>
                  <a:pt x="721411" y="1267832"/>
                  <a:pt x="735005" y="1254238"/>
                  <a:pt x="751774" y="1254238"/>
                </a:cubicBezTo>
                <a:close/>
                <a:moveTo>
                  <a:pt x="679220" y="1254238"/>
                </a:moveTo>
                <a:cubicBezTo>
                  <a:pt x="695989" y="1254238"/>
                  <a:pt x="709583" y="1267832"/>
                  <a:pt x="709583" y="1284602"/>
                </a:cubicBezTo>
                <a:cubicBezTo>
                  <a:pt x="709583" y="1301371"/>
                  <a:pt x="695989" y="1314965"/>
                  <a:pt x="679220" y="1314965"/>
                </a:cubicBezTo>
                <a:cubicBezTo>
                  <a:pt x="662450" y="1314965"/>
                  <a:pt x="648856" y="1301371"/>
                  <a:pt x="648856" y="1284602"/>
                </a:cubicBezTo>
                <a:cubicBezTo>
                  <a:pt x="648856" y="1267832"/>
                  <a:pt x="662450" y="1254238"/>
                  <a:pt x="679220" y="1254238"/>
                </a:cubicBezTo>
                <a:close/>
                <a:moveTo>
                  <a:pt x="606665" y="1254238"/>
                </a:moveTo>
                <a:cubicBezTo>
                  <a:pt x="623435" y="1254238"/>
                  <a:pt x="637029" y="1267832"/>
                  <a:pt x="637029" y="1284602"/>
                </a:cubicBezTo>
                <a:cubicBezTo>
                  <a:pt x="637029" y="1301371"/>
                  <a:pt x="623435" y="1314965"/>
                  <a:pt x="606665" y="1314965"/>
                </a:cubicBezTo>
                <a:cubicBezTo>
                  <a:pt x="589896" y="1314965"/>
                  <a:pt x="576302" y="1301371"/>
                  <a:pt x="576302" y="1284602"/>
                </a:cubicBezTo>
                <a:cubicBezTo>
                  <a:pt x="576302" y="1267832"/>
                  <a:pt x="589896" y="1254238"/>
                  <a:pt x="606665" y="1254238"/>
                </a:cubicBezTo>
                <a:close/>
                <a:moveTo>
                  <a:pt x="534111" y="1254238"/>
                </a:moveTo>
                <a:cubicBezTo>
                  <a:pt x="550880" y="1254238"/>
                  <a:pt x="564474" y="1267832"/>
                  <a:pt x="564474" y="1284602"/>
                </a:cubicBezTo>
                <a:cubicBezTo>
                  <a:pt x="564474" y="1301371"/>
                  <a:pt x="550880" y="1314965"/>
                  <a:pt x="534111" y="1314965"/>
                </a:cubicBezTo>
                <a:cubicBezTo>
                  <a:pt x="517341" y="1314965"/>
                  <a:pt x="503747" y="1301371"/>
                  <a:pt x="503747" y="1284602"/>
                </a:cubicBezTo>
                <a:cubicBezTo>
                  <a:pt x="503747" y="1267832"/>
                  <a:pt x="517341" y="1254238"/>
                  <a:pt x="534111" y="1254238"/>
                </a:cubicBezTo>
                <a:close/>
                <a:moveTo>
                  <a:pt x="461556" y="1254238"/>
                </a:moveTo>
                <a:cubicBezTo>
                  <a:pt x="478326" y="1254238"/>
                  <a:pt x="491920" y="1267832"/>
                  <a:pt x="491920" y="1284602"/>
                </a:cubicBezTo>
                <a:cubicBezTo>
                  <a:pt x="491920" y="1301371"/>
                  <a:pt x="478326" y="1314965"/>
                  <a:pt x="461556" y="1314965"/>
                </a:cubicBezTo>
                <a:cubicBezTo>
                  <a:pt x="444787" y="1314965"/>
                  <a:pt x="431192" y="1301371"/>
                  <a:pt x="431192" y="1284602"/>
                </a:cubicBezTo>
                <a:cubicBezTo>
                  <a:pt x="431192" y="1267832"/>
                  <a:pt x="444787" y="1254238"/>
                  <a:pt x="461556" y="1254238"/>
                </a:cubicBezTo>
                <a:close/>
                <a:moveTo>
                  <a:pt x="389002" y="1254238"/>
                </a:moveTo>
                <a:cubicBezTo>
                  <a:pt x="405771" y="1254238"/>
                  <a:pt x="419365" y="1267832"/>
                  <a:pt x="419365" y="1284602"/>
                </a:cubicBezTo>
                <a:cubicBezTo>
                  <a:pt x="419365" y="1301371"/>
                  <a:pt x="405771" y="1314965"/>
                  <a:pt x="389002" y="1314965"/>
                </a:cubicBezTo>
                <a:cubicBezTo>
                  <a:pt x="372232" y="1314965"/>
                  <a:pt x="358638" y="1301371"/>
                  <a:pt x="358638" y="1284602"/>
                </a:cubicBezTo>
                <a:cubicBezTo>
                  <a:pt x="358638" y="1267832"/>
                  <a:pt x="372232" y="1254238"/>
                  <a:pt x="389002" y="1254238"/>
                </a:cubicBezTo>
                <a:close/>
                <a:moveTo>
                  <a:pt x="316447" y="1254238"/>
                </a:moveTo>
                <a:cubicBezTo>
                  <a:pt x="333216" y="1254238"/>
                  <a:pt x="346810" y="1267832"/>
                  <a:pt x="346810" y="1284602"/>
                </a:cubicBezTo>
                <a:cubicBezTo>
                  <a:pt x="346810" y="1301371"/>
                  <a:pt x="333216" y="1314965"/>
                  <a:pt x="316447" y="1314965"/>
                </a:cubicBezTo>
                <a:cubicBezTo>
                  <a:pt x="299677" y="1314965"/>
                  <a:pt x="286084" y="1301371"/>
                  <a:pt x="286084" y="1284602"/>
                </a:cubicBezTo>
                <a:cubicBezTo>
                  <a:pt x="286084" y="1267832"/>
                  <a:pt x="299677" y="1254238"/>
                  <a:pt x="316447" y="1254238"/>
                </a:cubicBezTo>
                <a:close/>
                <a:moveTo>
                  <a:pt x="243892" y="1254238"/>
                </a:moveTo>
                <a:cubicBezTo>
                  <a:pt x="260662" y="1254238"/>
                  <a:pt x="274256" y="1267832"/>
                  <a:pt x="274256" y="1284602"/>
                </a:cubicBezTo>
                <a:cubicBezTo>
                  <a:pt x="274256" y="1301371"/>
                  <a:pt x="260662" y="1314965"/>
                  <a:pt x="243892" y="1314965"/>
                </a:cubicBezTo>
                <a:cubicBezTo>
                  <a:pt x="227123" y="1314965"/>
                  <a:pt x="213529" y="1301371"/>
                  <a:pt x="213529" y="1284602"/>
                </a:cubicBezTo>
                <a:cubicBezTo>
                  <a:pt x="213529" y="1267832"/>
                  <a:pt x="227123" y="1254238"/>
                  <a:pt x="243892" y="1254238"/>
                </a:cubicBezTo>
                <a:close/>
                <a:moveTo>
                  <a:pt x="171339" y="1254238"/>
                </a:moveTo>
                <a:cubicBezTo>
                  <a:pt x="188107" y="1254238"/>
                  <a:pt x="201701" y="1267832"/>
                  <a:pt x="201701" y="1284602"/>
                </a:cubicBezTo>
                <a:cubicBezTo>
                  <a:pt x="201701" y="1301371"/>
                  <a:pt x="188107" y="1314965"/>
                  <a:pt x="171339" y="1314965"/>
                </a:cubicBezTo>
                <a:cubicBezTo>
                  <a:pt x="154622" y="1314965"/>
                  <a:pt x="141029" y="1301371"/>
                  <a:pt x="141029" y="1284602"/>
                </a:cubicBezTo>
                <a:cubicBezTo>
                  <a:pt x="141029" y="1267832"/>
                  <a:pt x="154622" y="1254238"/>
                  <a:pt x="171339" y="1254238"/>
                </a:cubicBezTo>
                <a:close/>
                <a:moveTo>
                  <a:pt x="98845" y="1254238"/>
                </a:moveTo>
                <a:cubicBezTo>
                  <a:pt x="115610" y="1254238"/>
                  <a:pt x="129204" y="1267832"/>
                  <a:pt x="129204" y="1284602"/>
                </a:cubicBezTo>
                <a:cubicBezTo>
                  <a:pt x="129204" y="1301371"/>
                  <a:pt x="115610" y="1314965"/>
                  <a:pt x="98845" y="1314965"/>
                </a:cubicBezTo>
                <a:cubicBezTo>
                  <a:pt x="82074" y="1314965"/>
                  <a:pt x="68480" y="1301371"/>
                  <a:pt x="68480" y="1284602"/>
                </a:cubicBezTo>
                <a:cubicBezTo>
                  <a:pt x="68480" y="1267832"/>
                  <a:pt x="82074" y="1254238"/>
                  <a:pt x="98845" y="1254238"/>
                </a:cubicBezTo>
                <a:close/>
                <a:moveTo>
                  <a:pt x="26290" y="1254238"/>
                </a:moveTo>
                <a:cubicBezTo>
                  <a:pt x="43057" y="1254238"/>
                  <a:pt x="56651" y="1267832"/>
                  <a:pt x="56651" y="1284602"/>
                </a:cubicBezTo>
                <a:cubicBezTo>
                  <a:pt x="56651" y="1301371"/>
                  <a:pt x="43057" y="1314965"/>
                  <a:pt x="26290" y="1314965"/>
                </a:cubicBezTo>
                <a:cubicBezTo>
                  <a:pt x="17905" y="1314965"/>
                  <a:pt x="10314" y="1311567"/>
                  <a:pt x="4819" y="1306072"/>
                </a:cubicBezTo>
                <a:lnTo>
                  <a:pt x="0" y="1294437"/>
                </a:lnTo>
                <a:lnTo>
                  <a:pt x="0" y="1274766"/>
                </a:lnTo>
                <a:lnTo>
                  <a:pt x="4819" y="1263131"/>
                </a:lnTo>
                <a:cubicBezTo>
                  <a:pt x="10314" y="1257637"/>
                  <a:pt x="17905" y="1254238"/>
                  <a:pt x="26290" y="1254238"/>
                </a:cubicBezTo>
                <a:close/>
                <a:moveTo>
                  <a:pt x="1474228" y="1174410"/>
                </a:moveTo>
                <a:lnTo>
                  <a:pt x="1450688" y="1213159"/>
                </a:lnTo>
                <a:lnTo>
                  <a:pt x="1446956" y="1204150"/>
                </a:lnTo>
                <a:cubicBezTo>
                  <a:pt x="1446956" y="1191573"/>
                  <a:pt x="1454603" y="1180782"/>
                  <a:pt x="1465501" y="1176173"/>
                </a:cubicBezTo>
                <a:close/>
                <a:moveTo>
                  <a:pt x="1404765" y="1173786"/>
                </a:moveTo>
                <a:cubicBezTo>
                  <a:pt x="1421535" y="1173786"/>
                  <a:pt x="1435129" y="1187380"/>
                  <a:pt x="1435129" y="1204150"/>
                </a:cubicBezTo>
                <a:cubicBezTo>
                  <a:pt x="1435129" y="1220919"/>
                  <a:pt x="1421535" y="1234513"/>
                  <a:pt x="1404765" y="1234513"/>
                </a:cubicBezTo>
                <a:cubicBezTo>
                  <a:pt x="1387996" y="1234513"/>
                  <a:pt x="1374402" y="1220919"/>
                  <a:pt x="1374402" y="1204150"/>
                </a:cubicBezTo>
                <a:cubicBezTo>
                  <a:pt x="1374402" y="1187380"/>
                  <a:pt x="1387996" y="1173786"/>
                  <a:pt x="1404765" y="1173786"/>
                </a:cubicBezTo>
                <a:close/>
                <a:moveTo>
                  <a:pt x="1332211" y="1173786"/>
                </a:moveTo>
                <a:cubicBezTo>
                  <a:pt x="1348980" y="1173786"/>
                  <a:pt x="1362574" y="1187380"/>
                  <a:pt x="1362574" y="1204150"/>
                </a:cubicBezTo>
                <a:cubicBezTo>
                  <a:pt x="1362574" y="1220919"/>
                  <a:pt x="1348980" y="1234513"/>
                  <a:pt x="1332211" y="1234513"/>
                </a:cubicBezTo>
                <a:cubicBezTo>
                  <a:pt x="1315441" y="1234513"/>
                  <a:pt x="1301847" y="1220919"/>
                  <a:pt x="1301847" y="1204150"/>
                </a:cubicBezTo>
                <a:cubicBezTo>
                  <a:pt x="1301847" y="1187380"/>
                  <a:pt x="1315441" y="1173786"/>
                  <a:pt x="1332211" y="1173786"/>
                </a:cubicBezTo>
                <a:close/>
                <a:moveTo>
                  <a:pt x="1259656" y="1173786"/>
                </a:moveTo>
                <a:cubicBezTo>
                  <a:pt x="1276426" y="1173786"/>
                  <a:pt x="1290020" y="1187380"/>
                  <a:pt x="1290020" y="1204150"/>
                </a:cubicBezTo>
                <a:cubicBezTo>
                  <a:pt x="1290020" y="1220919"/>
                  <a:pt x="1276426" y="1234513"/>
                  <a:pt x="1259656" y="1234513"/>
                </a:cubicBezTo>
                <a:cubicBezTo>
                  <a:pt x="1242887" y="1234513"/>
                  <a:pt x="1229293" y="1220919"/>
                  <a:pt x="1229293" y="1204150"/>
                </a:cubicBezTo>
                <a:cubicBezTo>
                  <a:pt x="1229293" y="1187380"/>
                  <a:pt x="1242887" y="1173786"/>
                  <a:pt x="1259656" y="1173786"/>
                </a:cubicBezTo>
                <a:close/>
                <a:moveTo>
                  <a:pt x="1187102" y="1173786"/>
                </a:moveTo>
                <a:cubicBezTo>
                  <a:pt x="1203871" y="1173786"/>
                  <a:pt x="1217465" y="1187380"/>
                  <a:pt x="1217465" y="1204150"/>
                </a:cubicBezTo>
                <a:cubicBezTo>
                  <a:pt x="1217465" y="1220919"/>
                  <a:pt x="1203871" y="1234513"/>
                  <a:pt x="1187102" y="1234513"/>
                </a:cubicBezTo>
                <a:cubicBezTo>
                  <a:pt x="1170332" y="1234513"/>
                  <a:pt x="1156738" y="1220919"/>
                  <a:pt x="1156738" y="1204150"/>
                </a:cubicBezTo>
                <a:cubicBezTo>
                  <a:pt x="1156738" y="1187380"/>
                  <a:pt x="1170332" y="1173786"/>
                  <a:pt x="1187102" y="1173786"/>
                </a:cubicBezTo>
                <a:close/>
                <a:moveTo>
                  <a:pt x="1114547" y="1173786"/>
                </a:moveTo>
                <a:cubicBezTo>
                  <a:pt x="1131317" y="1173786"/>
                  <a:pt x="1144911" y="1187380"/>
                  <a:pt x="1144911" y="1204150"/>
                </a:cubicBezTo>
                <a:cubicBezTo>
                  <a:pt x="1144911" y="1220919"/>
                  <a:pt x="1131317" y="1234513"/>
                  <a:pt x="1114547" y="1234513"/>
                </a:cubicBezTo>
                <a:cubicBezTo>
                  <a:pt x="1097778" y="1234513"/>
                  <a:pt x="1084184" y="1220919"/>
                  <a:pt x="1084184" y="1204150"/>
                </a:cubicBezTo>
                <a:cubicBezTo>
                  <a:pt x="1084184" y="1187380"/>
                  <a:pt x="1097778" y="1173786"/>
                  <a:pt x="1114547" y="1173786"/>
                </a:cubicBezTo>
                <a:close/>
                <a:moveTo>
                  <a:pt x="1041993" y="1173786"/>
                </a:moveTo>
                <a:cubicBezTo>
                  <a:pt x="1058762" y="1173786"/>
                  <a:pt x="1072356" y="1187380"/>
                  <a:pt x="1072356" y="1204150"/>
                </a:cubicBezTo>
                <a:cubicBezTo>
                  <a:pt x="1072356" y="1220919"/>
                  <a:pt x="1058762" y="1234513"/>
                  <a:pt x="1041993" y="1234513"/>
                </a:cubicBezTo>
                <a:cubicBezTo>
                  <a:pt x="1025223" y="1234513"/>
                  <a:pt x="1011629" y="1220919"/>
                  <a:pt x="1011629" y="1204150"/>
                </a:cubicBezTo>
                <a:cubicBezTo>
                  <a:pt x="1011629" y="1187380"/>
                  <a:pt x="1025223" y="1173786"/>
                  <a:pt x="1041993" y="1173786"/>
                </a:cubicBezTo>
                <a:close/>
                <a:moveTo>
                  <a:pt x="969438" y="1173786"/>
                </a:moveTo>
                <a:cubicBezTo>
                  <a:pt x="986208" y="1173786"/>
                  <a:pt x="999801" y="1187380"/>
                  <a:pt x="999801" y="1204150"/>
                </a:cubicBezTo>
                <a:cubicBezTo>
                  <a:pt x="999801" y="1220919"/>
                  <a:pt x="986208" y="1234513"/>
                  <a:pt x="969438" y="1234513"/>
                </a:cubicBezTo>
                <a:cubicBezTo>
                  <a:pt x="952669" y="1234513"/>
                  <a:pt x="939075" y="1220919"/>
                  <a:pt x="939075" y="1204150"/>
                </a:cubicBezTo>
                <a:cubicBezTo>
                  <a:pt x="939075" y="1187380"/>
                  <a:pt x="952669" y="1173786"/>
                  <a:pt x="969438" y="1173786"/>
                </a:cubicBezTo>
                <a:close/>
                <a:moveTo>
                  <a:pt x="896883" y="1173786"/>
                </a:moveTo>
                <a:cubicBezTo>
                  <a:pt x="913653" y="1173786"/>
                  <a:pt x="927247" y="1187380"/>
                  <a:pt x="927247" y="1204150"/>
                </a:cubicBezTo>
                <a:cubicBezTo>
                  <a:pt x="927247" y="1220919"/>
                  <a:pt x="913653" y="1234513"/>
                  <a:pt x="896883" y="1234513"/>
                </a:cubicBezTo>
                <a:cubicBezTo>
                  <a:pt x="880114" y="1234513"/>
                  <a:pt x="866520" y="1220919"/>
                  <a:pt x="866520" y="1204150"/>
                </a:cubicBezTo>
                <a:cubicBezTo>
                  <a:pt x="866520" y="1187380"/>
                  <a:pt x="880114" y="1173786"/>
                  <a:pt x="896883" y="1173786"/>
                </a:cubicBezTo>
                <a:close/>
                <a:moveTo>
                  <a:pt x="824329" y="1173786"/>
                </a:moveTo>
                <a:cubicBezTo>
                  <a:pt x="841098" y="1173786"/>
                  <a:pt x="854692" y="1187380"/>
                  <a:pt x="854692" y="1204150"/>
                </a:cubicBezTo>
                <a:cubicBezTo>
                  <a:pt x="854692" y="1220919"/>
                  <a:pt x="841098" y="1234513"/>
                  <a:pt x="824329" y="1234513"/>
                </a:cubicBezTo>
                <a:cubicBezTo>
                  <a:pt x="807559" y="1234513"/>
                  <a:pt x="793965" y="1220919"/>
                  <a:pt x="793965" y="1204150"/>
                </a:cubicBezTo>
                <a:cubicBezTo>
                  <a:pt x="793965" y="1187380"/>
                  <a:pt x="807559" y="1173786"/>
                  <a:pt x="824329" y="1173786"/>
                </a:cubicBezTo>
                <a:close/>
                <a:moveTo>
                  <a:pt x="751774" y="1173786"/>
                </a:moveTo>
                <a:cubicBezTo>
                  <a:pt x="768544" y="1173786"/>
                  <a:pt x="782138" y="1187380"/>
                  <a:pt x="782138" y="1204150"/>
                </a:cubicBezTo>
                <a:cubicBezTo>
                  <a:pt x="782138" y="1220919"/>
                  <a:pt x="768544" y="1234513"/>
                  <a:pt x="751774" y="1234513"/>
                </a:cubicBezTo>
                <a:cubicBezTo>
                  <a:pt x="735005" y="1234513"/>
                  <a:pt x="721411" y="1220919"/>
                  <a:pt x="721411" y="1204150"/>
                </a:cubicBezTo>
                <a:cubicBezTo>
                  <a:pt x="721411" y="1187380"/>
                  <a:pt x="735005" y="1173786"/>
                  <a:pt x="751774" y="1173786"/>
                </a:cubicBezTo>
                <a:close/>
                <a:moveTo>
                  <a:pt x="679220" y="1173786"/>
                </a:moveTo>
                <a:cubicBezTo>
                  <a:pt x="695989" y="1173786"/>
                  <a:pt x="709583" y="1187380"/>
                  <a:pt x="709583" y="1204150"/>
                </a:cubicBezTo>
                <a:cubicBezTo>
                  <a:pt x="709583" y="1220919"/>
                  <a:pt x="695989" y="1234513"/>
                  <a:pt x="679220" y="1234513"/>
                </a:cubicBezTo>
                <a:cubicBezTo>
                  <a:pt x="662450" y="1234513"/>
                  <a:pt x="648856" y="1220919"/>
                  <a:pt x="648856" y="1204150"/>
                </a:cubicBezTo>
                <a:cubicBezTo>
                  <a:pt x="648856" y="1187380"/>
                  <a:pt x="662450" y="1173786"/>
                  <a:pt x="679220" y="1173786"/>
                </a:cubicBezTo>
                <a:close/>
                <a:moveTo>
                  <a:pt x="606665" y="1173786"/>
                </a:moveTo>
                <a:cubicBezTo>
                  <a:pt x="623435" y="1173786"/>
                  <a:pt x="637029" y="1187380"/>
                  <a:pt x="637029" y="1204150"/>
                </a:cubicBezTo>
                <a:cubicBezTo>
                  <a:pt x="637029" y="1220919"/>
                  <a:pt x="623435" y="1234513"/>
                  <a:pt x="606665" y="1234513"/>
                </a:cubicBezTo>
                <a:cubicBezTo>
                  <a:pt x="589896" y="1234513"/>
                  <a:pt x="576302" y="1220919"/>
                  <a:pt x="576302" y="1204150"/>
                </a:cubicBezTo>
                <a:cubicBezTo>
                  <a:pt x="576302" y="1187380"/>
                  <a:pt x="589896" y="1173786"/>
                  <a:pt x="606665" y="1173786"/>
                </a:cubicBezTo>
                <a:close/>
                <a:moveTo>
                  <a:pt x="534111" y="1173786"/>
                </a:moveTo>
                <a:cubicBezTo>
                  <a:pt x="550880" y="1173786"/>
                  <a:pt x="564474" y="1187380"/>
                  <a:pt x="564474" y="1204150"/>
                </a:cubicBezTo>
                <a:cubicBezTo>
                  <a:pt x="564474" y="1220919"/>
                  <a:pt x="550880" y="1234513"/>
                  <a:pt x="534111" y="1234513"/>
                </a:cubicBezTo>
                <a:cubicBezTo>
                  <a:pt x="517341" y="1234513"/>
                  <a:pt x="503747" y="1220919"/>
                  <a:pt x="503747" y="1204150"/>
                </a:cubicBezTo>
                <a:cubicBezTo>
                  <a:pt x="503747" y="1187380"/>
                  <a:pt x="517341" y="1173786"/>
                  <a:pt x="534111" y="1173786"/>
                </a:cubicBezTo>
                <a:close/>
                <a:moveTo>
                  <a:pt x="461556" y="1173786"/>
                </a:moveTo>
                <a:cubicBezTo>
                  <a:pt x="478326" y="1173786"/>
                  <a:pt x="491920" y="1187380"/>
                  <a:pt x="491920" y="1204150"/>
                </a:cubicBezTo>
                <a:cubicBezTo>
                  <a:pt x="491920" y="1220919"/>
                  <a:pt x="478326" y="1234513"/>
                  <a:pt x="461556" y="1234513"/>
                </a:cubicBezTo>
                <a:cubicBezTo>
                  <a:pt x="444787" y="1234513"/>
                  <a:pt x="431192" y="1220919"/>
                  <a:pt x="431192" y="1204150"/>
                </a:cubicBezTo>
                <a:cubicBezTo>
                  <a:pt x="431192" y="1187380"/>
                  <a:pt x="444787" y="1173786"/>
                  <a:pt x="461556" y="1173786"/>
                </a:cubicBezTo>
                <a:close/>
                <a:moveTo>
                  <a:pt x="389002" y="1173786"/>
                </a:moveTo>
                <a:cubicBezTo>
                  <a:pt x="405771" y="1173786"/>
                  <a:pt x="419365" y="1187380"/>
                  <a:pt x="419365" y="1204150"/>
                </a:cubicBezTo>
                <a:cubicBezTo>
                  <a:pt x="419365" y="1220919"/>
                  <a:pt x="405771" y="1234513"/>
                  <a:pt x="389002" y="1234513"/>
                </a:cubicBezTo>
                <a:cubicBezTo>
                  <a:pt x="372232" y="1234513"/>
                  <a:pt x="358638" y="1220919"/>
                  <a:pt x="358638" y="1204150"/>
                </a:cubicBezTo>
                <a:cubicBezTo>
                  <a:pt x="358638" y="1187380"/>
                  <a:pt x="372232" y="1173786"/>
                  <a:pt x="389002" y="1173786"/>
                </a:cubicBezTo>
                <a:close/>
                <a:moveTo>
                  <a:pt x="316447" y="1173786"/>
                </a:moveTo>
                <a:cubicBezTo>
                  <a:pt x="333216" y="1173786"/>
                  <a:pt x="346810" y="1187380"/>
                  <a:pt x="346810" y="1204150"/>
                </a:cubicBezTo>
                <a:cubicBezTo>
                  <a:pt x="346810" y="1220919"/>
                  <a:pt x="333216" y="1234513"/>
                  <a:pt x="316447" y="1234513"/>
                </a:cubicBezTo>
                <a:cubicBezTo>
                  <a:pt x="299677" y="1234513"/>
                  <a:pt x="286084" y="1220919"/>
                  <a:pt x="286084" y="1204150"/>
                </a:cubicBezTo>
                <a:cubicBezTo>
                  <a:pt x="286084" y="1187380"/>
                  <a:pt x="299677" y="1173786"/>
                  <a:pt x="316447" y="1173786"/>
                </a:cubicBezTo>
                <a:close/>
                <a:moveTo>
                  <a:pt x="243892" y="1173786"/>
                </a:moveTo>
                <a:cubicBezTo>
                  <a:pt x="260662" y="1173786"/>
                  <a:pt x="274256" y="1187380"/>
                  <a:pt x="274256" y="1204150"/>
                </a:cubicBezTo>
                <a:cubicBezTo>
                  <a:pt x="274256" y="1220919"/>
                  <a:pt x="260662" y="1234513"/>
                  <a:pt x="243892" y="1234513"/>
                </a:cubicBezTo>
                <a:cubicBezTo>
                  <a:pt x="227123" y="1234513"/>
                  <a:pt x="213529" y="1220919"/>
                  <a:pt x="213529" y="1204150"/>
                </a:cubicBezTo>
                <a:cubicBezTo>
                  <a:pt x="213529" y="1187380"/>
                  <a:pt x="227123" y="1173786"/>
                  <a:pt x="243892" y="1173786"/>
                </a:cubicBezTo>
                <a:close/>
                <a:moveTo>
                  <a:pt x="171339" y="1173786"/>
                </a:moveTo>
                <a:cubicBezTo>
                  <a:pt x="188107" y="1173786"/>
                  <a:pt x="201701" y="1187380"/>
                  <a:pt x="201701" y="1204150"/>
                </a:cubicBezTo>
                <a:cubicBezTo>
                  <a:pt x="201701" y="1220919"/>
                  <a:pt x="188107" y="1234513"/>
                  <a:pt x="171339" y="1234513"/>
                </a:cubicBezTo>
                <a:cubicBezTo>
                  <a:pt x="154627" y="1234513"/>
                  <a:pt x="141034" y="1220919"/>
                  <a:pt x="141034" y="1204150"/>
                </a:cubicBezTo>
                <a:cubicBezTo>
                  <a:pt x="141034" y="1187380"/>
                  <a:pt x="154627" y="1173786"/>
                  <a:pt x="171339" y="1173786"/>
                </a:cubicBezTo>
                <a:close/>
                <a:moveTo>
                  <a:pt x="98852" y="1173786"/>
                </a:moveTo>
                <a:cubicBezTo>
                  <a:pt x="115616" y="1173786"/>
                  <a:pt x="129210" y="1187380"/>
                  <a:pt x="129210" y="1204150"/>
                </a:cubicBezTo>
                <a:cubicBezTo>
                  <a:pt x="129210" y="1220919"/>
                  <a:pt x="115616" y="1234513"/>
                  <a:pt x="98852" y="1234513"/>
                </a:cubicBezTo>
                <a:cubicBezTo>
                  <a:pt x="82080" y="1234513"/>
                  <a:pt x="68486" y="1220919"/>
                  <a:pt x="68486" y="1204150"/>
                </a:cubicBezTo>
                <a:cubicBezTo>
                  <a:pt x="68486" y="1187380"/>
                  <a:pt x="82080" y="1173786"/>
                  <a:pt x="98852" y="1173786"/>
                </a:cubicBezTo>
                <a:close/>
                <a:moveTo>
                  <a:pt x="26297" y="1173786"/>
                </a:moveTo>
                <a:cubicBezTo>
                  <a:pt x="43063" y="1173786"/>
                  <a:pt x="56658" y="1187380"/>
                  <a:pt x="56658" y="1204150"/>
                </a:cubicBezTo>
                <a:cubicBezTo>
                  <a:pt x="56658" y="1220919"/>
                  <a:pt x="43063" y="1234513"/>
                  <a:pt x="26297" y="1234513"/>
                </a:cubicBezTo>
                <a:cubicBezTo>
                  <a:pt x="17912" y="1234513"/>
                  <a:pt x="10321" y="1231115"/>
                  <a:pt x="4826" y="1225620"/>
                </a:cubicBezTo>
                <a:lnTo>
                  <a:pt x="0" y="1213970"/>
                </a:lnTo>
                <a:lnTo>
                  <a:pt x="0" y="1194329"/>
                </a:lnTo>
                <a:lnTo>
                  <a:pt x="4826" y="1182679"/>
                </a:lnTo>
                <a:cubicBezTo>
                  <a:pt x="10321" y="1177185"/>
                  <a:pt x="17912" y="1173786"/>
                  <a:pt x="26297" y="1173786"/>
                </a:cubicBezTo>
                <a:close/>
                <a:moveTo>
                  <a:pt x="1477320" y="1093335"/>
                </a:moveTo>
                <a:cubicBezTo>
                  <a:pt x="1485705" y="1093335"/>
                  <a:pt x="1493295" y="1096733"/>
                  <a:pt x="1498790" y="1102228"/>
                </a:cubicBezTo>
                <a:lnTo>
                  <a:pt x="1505389" y="1118160"/>
                </a:lnTo>
                <a:lnTo>
                  <a:pt x="1493855" y="1142105"/>
                </a:lnTo>
                <a:lnTo>
                  <a:pt x="1487887" y="1151929"/>
                </a:lnTo>
                <a:lnTo>
                  <a:pt x="1477320" y="1154062"/>
                </a:lnTo>
                <a:cubicBezTo>
                  <a:pt x="1460550" y="1154062"/>
                  <a:pt x="1446956" y="1140468"/>
                  <a:pt x="1446956" y="1123698"/>
                </a:cubicBezTo>
                <a:cubicBezTo>
                  <a:pt x="1446956" y="1106929"/>
                  <a:pt x="1460550" y="1093335"/>
                  <a:pt x="1477320" y="1093335"/>
                </a:cubicBezTo>
                <a:close/>
                <a:moveTo>
                  <a:pt x="1404765" y="1093335"/>
                </a:moveTo>
                <a:cubicBezTo>
                  <a:pt x="1421535" y="1093335"/>
                  <a:pt x="1435129" y="1106929"/>
                  <a:pt x="1435129" y="1123698"/>
                </a:cubicBezTo>
                <a:cubicBezTo>
                  <a:pt x="1435129" y="1140468"/>
                  <a:pt x="1421535" y="1154062"/>
                  <a:pt x="1404765" y="1154062"/>
                </a:cubicBezTo>
                <a:cubicBezTo>
                  <a:pt x="1387996" y="1154062"/>
                  <a:pt x="1374402" y="1140468"/>
                  <a:pt x="1374402" y="1123698"/>
                </a:cubicBezTo>
                <a:cubicBezTo>
                  <a:pt x="1374402" y="1106929"/>
                  <a:pt x="1387996" y="1093335"/>
                  <a:pt x="1404765" y="1093335"/>
                </a:cubicBezTo>
                <a:close/>
                <a:moveTo>
                  <a:pt x="1332211" y="1093335"/>
                </a:moveTo>
                <a:cubicBezTo>
                  <a:pt x="1348980" y="1093335"/>
                  <a:pt x="1362574" y="1106929"/>
                  <a:pt x="1362574" y="1123698"/>
                </a:cubicBezTo>
                <a:cubicBezTo>
                  <a:pt x="1362574" y="1140468"/>
                  <a:pt x="1348980" y="1154062"/>
                  <a:pt x="1332211" y="1154062"/>
                </a:cubicBezTo>
                <a:cubicBezTo>
                  <a:pt x="1315441" y="1154062"/>
                  <a:pt x="1301847" y="1140468"/>
                  <a:pt x="1301847" y="1123698"/>
                </a:cubicBezTo>
                <a:cubicBezTo>
                  <a:pt x="1301847" y="1106929"/>
                  <a:pt x="1315441" y="1093335"/>
                  <a:pt x="1332211" y="1093335"/>
                </a:cubicBezTo>
                <a:close/>
                <a:moveTo>
                  <a:pt x="1259656" y="1093335"/>
                </a:moveTo>
                <a:cubicBezTo>
                  <a:pt x="1276426" y="1093335"/>
                  <a:pt x="1290020" y="1106929"/>
                  <a:pt x="1290020" y="1123698"/>
                </a:cubicBezTo>
                <a:cubicBezTo>
                  <a:pt x="1290020" y="1140468"/>
                  <a:pt x="1276426" y="1154062"/>
                  <a:pt x="1259656" y="1154062"/>
                </a:cubicBezTo>
                <a:cubicBezTo>
                  <a:pt x="1242887" y="1154062"/>
                  <a:pt x="1229293" y="1140468"/>
                  <a:pt x="1229293" y="1123698"/>
                </a:cubicBezTo>
                <a:cubicBezTo>
                  <a:pt x="1229293" y="1106929"/>
                  <a:pt x="1242887" y="1093335"/>
                  <a:pt x="1259656" y="1093335"/>
                </a:cubicBezTo>
                <a:close/>
                <a:moveTo>
                  <a:pt x="1187102" y="1093335"/>
                </a:moveTo>
                <a:cubicBezTo>
                  <a:pt x="1203871" y="1093335"/>
                  <a:pt x="1217465" y="1106929"/>
                  <a:pt x="1217465" y="1123698"/>
                </a:cubicBezTo>
                <a:cubicBezTo>
                  <a:pt x="1217465" y="1140468"/>
                  <a:pt x="1203871" y="1154062"/>
                  <a:pt x="1187102" y="1154062"/>
                </a:cubicBezTo>
                <a:cubicBezTo>
                  <a:pt x="1170332" y="1154062"/>
                  <a:pt x="1156738" y="1140468"/>
                  <a:pt x="1156738" y="1123698"/>
                </a:cubicBezTo>
                <a:cubicBezTo>
                  <a:pt x="1156738" y="1106929"/>
                  <a:pt x="1170332" y="1093335"/>
                  <a:pt x="1187102" y="1093335"/>
                </a:cubicBezTo>
                <a:close/>
                <a:moveTo>
                  <a:pt x="1114547" y="1093335"/>
                </a:moveTo>
                <a:cubicBezTo>
                  <a:pt x="1131317" y="1093335"/>
                  <a:pt x="1144911" y="1106929"/>
                  <a:pt x="1144911" y="1123698"/>
                </a:cubicBezTo>
                <a:cubicBezTo>
                  <a:pt x="1144911" y="1140468"/>
                  <a:pt x="1131317" y="1154062"/>
                  <a:pt x="1114547" y="1154062"/>
                </a:cubicBezTo>
                <a:cubicBezTo>
                  <a:pt x="1097778" y="1154062"/>
                  <a:pt x="1084184" y="1140468"/>
                  <a:pt x="1084184" y="1123698"/>
                </a:cubicBezTo>
                <a:cubicBezTo>
                  <a:pt x="1084184" y="1106929"/>
                  <a:pt x="1097778" y="1093335"/>
                  <a:pt x="1114547" y="1093335"/>
                </a:cubicBezTo>
                <a:close/>
                <a:moveTo>
                  <a:pt x="1041993" y="1093335"/>
                </a:moveTo>
                <a:cubicBezTo>
                  <a:pt x="1058762" y="1093335"/>
                  <a:pt x="1072356" y="1106929"/>
                  <a:pt x="1072356" y="1123698"/>
                </a:cubicBezTo>
                <a:cubicBezTo>
                  <a:pt x="1072356" y="1140468"/>
                  <a:pt x="1058762" y="1154062"/>
                  <a:pt x="1041993" y="1154062"/>
                </a:cubicBezTo>
                <a:cubicBezTo>
                  <a:pt x="1025223" y="1154062"/>
                  <a:pt x="1011629" y="1140468"/>
                  <a:pt x="1011629" y="1123698"/>
                </a:cubicBezTo>
                <a:cubicBezTo>
                  <a:pt x="1011629" y="1106929"/>
                  <a:pt x="1025223" y="1093335"/>
                  <a:pt x="1041993" y="1093335"/>
                </a:cubicBezTo>
                <a:close/>
                <a:moveTo>
                  <a:pt x="969438" y="1093335"/>
                </a:moveTo>
                <a:cubicBezTo>
                  <a:pt x="986208" y="1093335"/>
                  <a:pt x="999801" y="1106929"/>
                  <a:pt x="999801" y="1123698"/>
                </a:cubicBezTo>
                <a:cubicBezTo>
                  <a:pt x="999801" y="1140468"/>
                  <a:pt x="986208" y="1154062"/>
                  <a:pt x="969438" y="1154062"/>
                </a:cubicBezTo>
                <a:cubicBezTo>
                  <a:pt x="952669" y="1154062"/>
                  <a:pt x="939075" y="1140468"/>
                  <a:pt x="939075" y="1123698"/>
                </a:cubicBezTo>
                <a:cubicBezTo>
                  <a:pt x="939075" y="1106929"/>
                  <a:pt x="952669" y="1093335"/>
                  <a:pt x="969438" y="1093335"/>
                </a:cubicBezTo>
                <a:close/>
                <a:moveTo>
                  <a:pt x="896883" y="1093335"/>
                </a:moveTo>
                <a:cubicBezTo>
                  <a:pt x="913653" y="1093335"/>
                  <a:pt x="927247" y="1106929"/>
                  <a:pt x="927247" y="1123698"/>
                </a:cubicBezTo>
                <a:cubicBezTo>
                  <a:pt x="927247" y="1140468"/>
                  <a:pt x="913653" y="1154062"/>
                  <a:pt x="896883" y="1154062"/>
                </a:cubicBezTo>
                <a:cubicBezTo>
                  <a:pt x="880114" y="1154062"/>
                  <a:pt x="866520" y="1140468"/>
                  <a:pt x="866520" y="1123698"/>
                </a:cubicBezTo>
                <a:cubicBezTo>
                  <a:pt x="866520" y="1106929"/>
                  <a:pt x="880114" y="1093335"/>
                  <a:pt x="896883" y="1093335"/>
                </a:cubicBezTo>
                <a:close/>
                <a:moveTo>
                  <a:pt x="824329" y="1093335"/>
                </a:moveTo>
                <a:cubicBezTo>
                  <a:pt x="841098" y="1093335"/>
                  <a:pt x="854692" y="1106929"/>
                  <a:pt x="854692" y="1123698"/>
                </a:cubicBezTo>
                <a:cubicBezTo>
                  <a:pt x="854692" y="1140468"/>
                  <a:pt x="841098" y="1154062"/>
                  <a:pt x="824329" y="1154062"/>
                </a:cubicBezTo>
                <a:cubicBezTo>
                  <a:pt x="807559" y="1154062"/>
                  <a:pt x="793965" y="1140468"/>
                  <a:pt x="793965" y="1123698"/>
                </a:cubicBezTo>
                <a:cubicBezTo>
                  <a:pt x="793965" y="1106929"/>
                  <a:pt x="807559" y="1093335"/>
                  <a:pt x="824329" y="1093335"/>
                </a:cubicBezTo>
                <a:close/>
                <a:moveTo>
                  <a:pt x="751774" y="1093335"/>
                </a:moveTo>
                <a:cubicBezTo>
                  <a:pt x="768544" y="1093335"/>
                  <a:pt x="782138" y="1106929"/>
                  <a:pt x="782138" y="1123698"/>
                </a:cubicBezTo>
                <a:cubicBezTo>
                  <a:pt x="782138" y="1140468"/>
                  <a:pt x="768544" y="1154062"/>
                  <a:pt x="751774" y="1154062"/>
                </a:cubicBezTo>
                <a:cubicBezTo>
                  <a:pt x="735005" y="1154062"/>
                  <a:pt x="721411" y="1140468"/>
                  <a:pt x="721411" y="1123698"/>
                </a:cubicBezTo>
                <a:cubicBezTo>
                  <a:pt x="721411" y="1106929"/>
                  <a:pt x="735005" y="1093335"/>
                  <a:pt x="751774" y="1093335"/>
                </a:cubicBezTo>
                <a:close/>
                <a:moveTo>
                  <a:pt x="679220" y="1093335"/>
                </a:moveTo>
                <a:cubicBezTo>
                  <a:pt x="695989" y="1093335"/>
                  <a:pt x="709583" y="1106929"/>
                  <a:pt x="709583" y="1123698"/>
                </a:cubicBezTo>
                <a:cubicBezTo>
                  <a:pt x="709583" y="1140468"/>
                  <a:pt x="695989" y="1154062"/>
                  <a:pt x="679220" y="1154062"/>
                </a:cubicBezTo>
                <a:cubicBezTo>
                  <a:pt x="662450" y="1154062"/>
                  <a:pt x="648856" y="1140468"/>
                  <a:pt x="648856" y="1123698"/>
                </a:cubicBezTo>
                <a:cubicBezTo>
                  <a:pt x="648856" y="1106929"/>
                  <a:pt x="662450" y="1093335"/>
                  <a:pt x="679220" y="1093335"/>
                </a:cubicBezTo>
                <a:close/>
                <a:moveTo>
                  <a:pt x="606665" y="1093335"/>
                </a:moveTo>
                <a:cubicBezTo>
                  <a:pt x="623435" y="1093335"/>
                  <a:pt x="637029" y="1106929"/>
                  <a:pt x="637029" y="1123698"/>
                </a:cubicBezTo>
                <a:cubicBezTo>
                  <a:pt x="637029" y="1140468"/>
                  <a:pt x="623435" y="1154062"/>
                  <a:pt x="606665" y="1154062"/>
                </a:cubicBezTo>
                <a:cubicBezTo>
                  <a:pt x="589896" y="1154062"/>
                  <a:pt x="576302" y="1140468"/>
                  <a:pt x="576302" y="1123698"/>
                </a:cubicBezTo>
                <a:cubicBezTo>
                  <a:pt x="576302" y="1106929"/>
                  <a:pt x="589896" y="1093335"/>
                  <a:pt x="606665" y="1093335"/>
                </a:cubicBezTo>
                <a:close/>
                <a:moveTo>
                  <a:pt x="534111" y="1093335"/>
                </a:moveTo>
                <a:cubicBezTo>
                  <a:pt x="550880" y="1093335"/>
                  <a:pt x="564474" y="1106929"/>
                  <a:pt x="564474" y="1123698"/>
                </a:cubicBezTo>
                <a:cubicBezTo>
                  <a:pt x="564474" y="1140468"/>
                  <a:pt x="550880" y="1154062"/>
                  <a:pt x="534111" y="1154062"/>
                </a:cubicBezTo>
                <a:cubicBezTo>
                  <a:pt x="517341" y="1154062"/>
                  <a:pt x="503747" y="1140468"/>
                  <a:pt x="503747" y="1123698"/>
                </a:cubicBezTo>
                <a:cubicBezTo>
                  <a:pt x="503747" y="1106929"/>
                  <a:pt x="517341" y="1093335"/>
                  <a:pt x="534111" y="1093335"/>
                </a:cubicBezTo>
                <a:close/>
                <a:moveTo>
                  <a:pt x="461556" y="1093335"/>
                </a:moveTo>
                <a:cubicBezTo>
                  <a:pt x="478326" y="1093335"/>
                  <a:pt x="491920" y="1106929"/>
                  <a:pt x="491920" y="1123698"/>
                </a:cubicBezTo>
                <a:cubicBezTo>
                  <a:pt x="491920" y="1140468"/>
                  <a:pt x="478326" y="1154062"/>
                  <a:pt x="461556" y="1154062"/>
                </a:cubicBezTo>
                <a:cubicBezTo>
                  <a:pt x="444787" y="1154062"/>
                  <a:pt x="431192" y="1140468"/>
                  <a:pt x="431192" y="1123698"/>
                </a:cubicBezTo>
                <a:cubicBezTo>
                  <a:pt x="431192" y="1106929"/>
                  <a:pt x="444787" y="1093335"/>
                  <a:pt x="461556" y="1093335"/>
                </a:cubicBezTo>
                <a:close/>
                <a:moveTo>
                  <a:pt x="389002" y="1093335"/>
                </a:moveTo>
                <a:cubicBezTo>
                  <a:pt x="405771" y="1093335"/>
                  <a:pt x="419365" y="1106929"/>
                  <a:pt x="419365" y="1123698"/>
                </a:cubicBezTo>
                <a:cubicBezTo>
                  <a:pt x="419365" y="1140468"/>
                  <a:pt x="405771" y="1154062"/>
                  <a:pt x="389002" y="1154062"/>
                </a:cubicBezTo>
                <a:cubicBezTo>
                  <a:pt x="372232" y="1154062"/>
                  <a:pt x="358638" y="1140468"/>
                  <a:pt x="358638" y="1123698"/>
                </a:cubicBezTo>
                <a:cubicBezTo>
                  <a:pt x="358638" y="1106929"/>
                  <a:pt x="372232" y="1093335"/>
                  <a:pt x="389002" y="1093335"/>
                </a:cubicBezTo>
                <a:close/>
                <a:moveTo>
                  <a:pt x="316447" y="1093335"/>
                </a:moveTo>
                <a:cubicBezTo>
                  <a:pt x="333216" y="1093335"/>
                  <a:pt x="346810" y="1106929"/>
                  <a:pt x="346810" y="1123698"/>
                </a:cubicBezTo>
                <a:cubicBezTo>
                  <a:pt x="346810" y="1140468"/>
                  <a:pt x="333216" y="1154062"/>
                  <a:pt x="316447" y="1154062"/>
                </a:cubicBezTo>
                <a:cubicBezTo>
                  <a:pt x="299677" y="1154062"/>
                  <a:pt x="286084" y="1140468"/>
                  <a:pt x="286084" y="1123698"/>
                </a:cubicBezTo>
                <a:cubicBezTo>
                  <a:pt x="286084" y="1106929"/>
                  <a:pt x="299677" y="1093335"/>
                  <a:pt x="316447" y="1093335"/>
                </a:cubicBezTo>
                <a:close/>
                <a:moveTo>
                  <a:pt x="243892" y="1093335"/>
                </a:moveTo>
                <a:cubicBezTo>
                  <a:pt x="260662" y="1093335"/>
                  <a:pt x="274256" y="1106929"/>
                  <a:pt x="274256" y="1123698"/>
                </a:cubicBezTo>
                <a:cubicBezTo>
                  <a:pt x="274256" y="1140468"/>
                  <a:pt x="260662" y="1154062"/>
                  <a:pt x="243892" y="1154062"/>
                </a:cubicBezTo>
                <a:cubicBezTo>
                  <a:pt x="227123" y="1154062"/>
                  <a:pt x="213529" y="1140468"/>
                  <a:pt x="213529" y="1123698"/>
                </a:cubicBezTo>
                <a:cubicBezTo>
                  <a:pt x="213529" y="1106929"/>
                  <a:pt x="227123" y="1093335"/>
                  <a:pt x="243892" y="1093335"/>
                </a:cubicBezTo>
                <a:close/>
                <a:moveTo>
                  <a:pt x="171339" y="1093335"/>
                </a:moveTo>
                <a:cubicBezTo>
                  <a:pt x="188107" y="1093335"/>
                  <a:pt x="201701" y="1106929"/>
                  <a:pt x="201701" y="1123698"/>
                </a:cubicBezTo>
                <a:cubicBezTo>
                  <a:pt x="201701" y="1140468"/>
                  <a:pt x="188107" y="1154062"/>
                  <a:pt x="171339" y="1154062"/>
                </a:cubicBezTo>
                <a:cubicBezTo>
                  <a:pt x="154633" y="1154062"/>
                  <a:pt x="141040" y="1140468"/>
                  <a:pt x="141040" y="1123698"/>
                </a:cubicBezTo>
                <a:cubicBezTo>
                  <a:pt x="141040" y="1106929"/>
                  <a:pt x="154633" y="1093335"/>
                  <a:pt x="171339" y="1093335"/>
                </a:cubicBezTo>
                <a:close/>
                <a:moveTo>
                  <a:pt x="98858" y="1093335"/>
                </a:moveTo>
                <a:cubicBezTo>
                  <a:pt x="115622" y="1093335"/>
                  <a:pt x="129216" y="1106929"/>
                  <a:pt x="129216" y="1123698"/>
                </a:cubicBezTo>
                <a:cubicBezTo>
                  <a:pt x="129216" y="1140468"/>
                  <a:pt x="115622" y="1154062"/>
                  <a:pt x="98858" y="1154062"/>
                </a:cubicBezTo>
                <a:cubicBezTo>
                  <a:pt x="82086" y="1154062"/>
                  <a:pt x="68492" y="1140468"/>
                  <a:pt x="68492" y="1123698"/>
                </a:cubicBezTo>
                <a:cubicBezTo>
                  <a:pt x="68492" y="1106929"/>
                  <a:pt x="82086" y="1093335"/>
                  <a:pt x="98858" y="1093335"/>
                </a:cubicBezTo>
                <a:close/>
                <a:moveTo>
                  <a:pt x="26303" y="1093335"/>
                </a:moveTo>
                <a:cubicBezTo>
                  <a:pt x="43069" y="1093335"/>
                  <a:pt x="56664" y="1106929"/>
                  <a:pt x="56664" y="1123698"/>
                </a:cubicBezTo>
                <a:cubicBezTo>
                  <a:pt x="56664" y="1140468"/>
                  <a:pt x="43069" y="1154062"/>
                  <a:pt x="26303" y="1154062"/>
                </a:cubicBezTo>
                <a:cubicBezTo>
                  <a:pt x="17918" y="1154062"/>
                  <a:pt x="10327" y="1150664"/>
                  <a:pt x="4832" y="1145169"/>
                </a:cubicBezTo>
                <a:lnTo>
                  <a:pt x="0" y="1133503"/>
                </a:lnTo>
                <a:lnTo>
                  <a:pt x="0" y="1113894"/>
                </a:lnTo>
                <a:lnTo>
                  <a:pt x="4832" y="1102228"/>
                </a:lnTo>
                <a:cubicBezTo>
                  <a:pt x="10327" y="1096734"/>
                  <a:pt x="17918" y="1093335"/>
                  <a:pt x="26303" y="1093335"/>
                </a:cubicBezTo>
                <a:close/>
                <a:moveTo>
                  <a:pt x="1549874" y="1012883"/>
                </a:moveTo>
                <a:lnTo>
                  <a:pt x="1555552" y="1014029"/>
                </a:lnTo>
                <a:lnTo>
                  <a:pt x="1530465" y="1066106"/>
                </a:lnTo>
                <a:lnTo>
                  <a:pt x="1528404" y="1064717"/>
                </a:lnTo>
                <a:cubicBezTo>
                  <a:pt x="1522910" y="1059222"/>
                  <a:pt x="1519511" y="1051631"/>
                  <a:pt x="1519511" y="1043246"/>
                </a:cubicBezTo>
                <a:cubicBezTo>
                  <a:pt x="1519511" y="1026477"/>
                  <a:pt x="1533105" y="1012883"/>
                  <a:pt x="1549874" y="1012883"/>
                </a:cubicBezTo>
                <a:close/>
                <a:moveTo>
                  <a:pt x="1477320" y="1012883"/>
                </a:moveTo>
                <a:cubicBezTo>
                  <a:pt x="1494089" y="1012883"/>
                  <a:pt x="1507683" y="1026477"/>
                  <a:pt x="1507683" y="1043246"/>
                </a:cubicBezTo>
                <a:cubicBezTo>
                  <a:pt x="1507683" y="1060016"/>
                  <a:pt x="1494089" y="1073610"/>
                  <a:pt x="1477320" y="1073610"/>
                </a:cubicBezTo>
                <a:cubicBezTo>
                  <a:pt x="1460550" y="1073610"/>
                  <a:pt x="1446956" y="1060016"/>
                  <a:pt x="1446956" y="1043246"/>
                </a:cubicBezTo>
                <a:cubicBezTo>
                  <a:pt x="1446956" y="1026477"/>
                  <a:pt x="1460550" y="1012883"/>
                  <a:pt x="1477320" y="1012883"/>
                </a:cubicBezTo>
                <a:close/>
                <a:moveTo>
                  <a:pt x="1404765" y="1012883"/>
                </a:moveTo>
                <a:cubicBezTo>
                  <a:pt x="1421535" y="1012883"/>
                  <a:pt x="1435129" y="1026477"/>
                  <a:pt x="1435129" y="1043246"/>
                </a:cubicBezTo>
                <a:cubicBezTo>
                  <a:pt x="1435129" y="1060016"/>
                  <a:pt x="1421535" y="1073610"/>
                  <a:pt x="1404765" y="1073610"/>
                </a:cubicBezTo>
                <a:cubicBezTo>
                  <a:pt x="1387996" y="1073610"/>
                  <a:pt x="1374402" y="1060016"/>
                  <a:pt x="1374402" y="1043246"/>
                </a:cubicBezTo>
                <a:cubicBezTo>
                  <a:pt x="1374402" y="1026477"/>
                  <a:pt x="1387996" y="1012883"/>
                  <a:pt x="1404765" y="1012883"/>
                </a:cubicBezTo>
                <a:close/>
                <a:moveTo>
                  <a:pt x="1332211" y="1012883"/>
                </a:moveTo>
                <a:cubicBezTo>
                  <a:pt x="1348980" y="1012883"/>
                  <a:pt x="1362574" y="1026477"/>
                  <a:pt x="1362574" y="1043246"/>
                </a:cubicBezTo>
                <a:cubicBezTo>
                  <a:pt x="1362574" y="1060016"/>
                  <a:pt x="1348980" y="1073610"/>
                  <a:pt x="1332211" y="1073610"/>
                </a:cubicBezTo>
                <a:cubicBezTo>
                  <a:pt x="1315441" y="1073610"/>
                  <a:pt x="1301847" y="1060016"/>
                  <a:pt x="1301847" y="1043246"/>
                </a:cubicBezTo>
                <a:cubicBezTo>
                  <a:pt x="1301847" y="1026477"/>
                  <a:pt x="1315441" y="1012883"/>
                  <a:pt x="1332211" y="1012883"/>
                </a:cubicBezTo>
                <a:close/>
                <a:moveTo>
                  <a:pt x="1259656" y="1012883"/>
                </a:moveTo>
                <a:cubicBezTo>
                  <a:pt x="1276426" y="1012883"/>
                  <a:pt x="1290020" y="1026477"/>
                  <a:pt x="1290020" y="1043246"/>
                </a:cubicBezTo>
                <a:cubicBezTo>
                  <a:pt x="1290020" y="1060016"/>
                  <a:pt x="1276426" y="1073610"/>
                  <a:pt x="1259656" y="1073610"/>
                </a:cubicBezTo>
                <a:cubicBezTo>
                  <a:pt x="1242887" y="1073610"/>
                  <a:pt x="1229293" y="1060016"/>
                  <a:pt x="1229293" y="1043246"/>
                </a:cubicBezTo>
                <a:cubicBezTo>
                  <a:pt x="1229293" y="1026477"/>
                  <a:pt x="1242887" y="1012883"/>
                  <a:pt x="1259656" y="1012883"/>
                </a:cubicBezTo>
                <a:close/>
                <a:moveTo>
                  <a:pt x="1187102" y="1012883"/>
                </a:moveTo>
                <a:cubicBezTo>
                  <a:pt x="1203871" y="1012883"/>
                  <a:pt x="1217465" y="1026477"/>
                  <a:pt x="1217465" y="1043246"/>
                </a:cubicBezTo>
                <a:cubicBezTo>
                  <a:pt x="1217465" y="1060016"/>
                  <a:pt x="1203871" y="1073610"/>
                  <a:pt x="1187102" y="1073610"/>
                </a:cubicBezTo>
                <a:cubicBezTo>
                  <a:pt x="1170332" y="1073610"/>
                  <a:pt x="1156738" y="1060016"/>
                  <a:pt x="1156738" y="1043246"/>
                </a:cubicBezTo>
                <a:cubicBezTo>
                  <a:pt x="1156738" y="1026477"/>
                  <a:pt x="1170332" y="1012883"/>
                  <a:pt x="1187102" y="1012883"/>
                </a:cubicBezTo>
                <a:close/>
                <a:moveTo>
                  <a:pt x="1114547" y="1012883"/>
                </a:moveTo>
                <a:cubicBezTo>
                  <a:pt x="1131317" y="1012883"/>
                  <a:pt x="1144911" y="1026477"/>
                  <a:pt x="1144911" y="1043246"/>
                </a:cubicBezTo>
                <a:cubicBezTo>
                  <a:pt x="1144911" y="1060016"/>
                  <a:pt x="1131317" y="1073610"/>
                  <a:pt x="1114547" y="1073610"/>
                </a:cubicBezTo>
                <a:cubicBezTo>
                  <a:pt x="1097778" y="1073610"/>
                  <a:pt x="1084184" y="1060016"/>
                  <a:pt x="1084184" y="1043246"/>
                </a:cubicBezTo>
                <a:cubicBezTo>
                  <a:pt x="1084184" y="1026477"/>
                  <a:pt x="1097778" y="1012883"/>
                  <a:pt x="1114547" y="1012883"/>
                </a:cubicBezTo>
                <a:close/>
                <a:moveTo>
                  <a:pt x="1041993" y="1012883"/>
                </a:moveTo>
                <a:cubicBezTo>
                  <a:pt x="1058762" y="1012883"/>
                  <a:pt x="1072356" y="1026477"/>
                  <a:pt x="1072356" y="1043246"/>
                </a:cubicBezTo>
                <a:cubicBezTo>
                  <a:pt x="1072356" y="1060016"/>
                  <a:pt x="1058762" y="1073610"/>
                  <a:pt x="1041993" y="1073610"/>
                </a:cubicBezTo>
                <a:cubicBezTo>
                  <a:pt x="1025223" y="1073610"/>
                  <a:pt x="1011629" y="1060016"/>
                  <a:pt x="1011629" y="1043246"/>
                </a:cubicBezTo>
                <a:cubicBezTo>
                  <a:pt x="1011629" y="1026477"/>
                  <a:pt x="1025223" y="1012883"/>
                  <a:pt x="1041993" y="1012883"/>
                </a:cubicBezTo>
                <a:close/>
                <a:moveTo>
                  <a:pt x="969438" y="1012883"/>
                </a:moveTo>
                <a:cubicBezTo>
                  <a:pt x="986208" y="1012883"/>
                  <a:pt x="999801" y="1026477"/>
                  <a:pt x="999801" y="1043246"/>
                </a:cubicBezTo>
                <a:cubicBezTo>
                  <a:pt x="999801" y="1060016"/>
                  <a:pt x="986208" y="1073610"/>
                  <a:pt x="969438" y="1073610"/>
                </a:cubicBezTo>
                <a:cubicBezTo>
                  <a:pt x="952669" y="1073610"/>
                  <a:pt x="939075" y="1060016"/>
                  <a:pt x="939075" y="1043246"/>
                </a:cubicBezTo>
                <a:cubicBezTo>
                  <a:pt x="939075" y="1026477"/>
                  <a:pt x="952669" y="1012883"/>
                  <a:pt x="969438" y="1012883"/>
                </a:cubicBezTo>
                <a:close/>
                <a:moveTo>
                  <a:pt x="896883" y="1012883"/>
                </a:moveTo>
                <a:cubicBezTo>
                  <a:pt x="913653" y="1012883"/>
                  <a:pt x="927247" y="1026477"/>
                  <a:pt x="927247" y="1043246"/>
                </a:cubicBezTo>
                <a:cubicBezTo>
                  <a:pt x="927247" y="1060016"/>
                  <a:pt x="913653" y="1073610"/>
                  <a:pt x="896883" y="1073610"/>
                </a:cubicBezTo>
                <a:cubicBezTo>
                  <a:pt x="880114" y="1073610"/>
                  <a:pt x="866520" y="1060016"/>
                  <a:pt x="866520" y="1043246"/>
                </a:cubicBezTo>
                <a:cubicBezTo>
                  <a:pt x="866520" y="1026477"/>
                  <a:pt x="880114" y="1012883"/>
                  <a:pt x="896883" y="1012883"/>
                </a:cubicBezTo>
                <a:close/>
                <a:moveTo>
                  <a:pt x="824329" y="1012883"/>
                </a:moveTo>
                <a:cubicBezTo>
                  <a:pt x="841098" y="1012883"/>
                  <a:pt x="854692" y="1026477"/>
                  <a:pt x="854692" y="1043246"/>
                </a:cubicBezTo>
                <a:cubicBezTo>
                  <a:pt x="854692" y="1060016"/>
                  <a:pt x="841098" y="1073610"/>
                  <a:pt x="824329" y="1073610"/>
                </a:cubicBezTo>
                <a:cubicBezTo>
                  <a:pt x="807559" y="1073610"/>
                  <a:pt x="793965" y="1060016"/>
                  <a:pt x="793965" y="1043246"/>
                </a:cubicBezTo>
                <a:cubicBezTo>
                  <a:pt x="793965" y="1026477"/>
                  <a:pt x="807559" y="1012883"/>
                  <a:pt x="824329" y="1012883"/>
                </a:cubicBezTo>
                <a:close/>
                <a:moveTo>
                  <a:pt x="751774" y="1012883"/>
                </a:moveTo>
                <a:cubicBezTo>
                  <a:pt x="768544" y="1012883"/>
                  <a:pt x="782138" y="1026477"/>
                  <a:pt x="782138" y="1043246"/>
                </a:cubicBezTo>
                <a:cubicBezTo>
                  <a:pt x="782138" y="1060016"/>
                  <a:pt x="768544" y="1073610"/>
                  <a:pt x="751774" y="1073610"/>
                </a:cubicBezTo>
                <a:cubicBezTo>
                  <a:pt x="735005" y="1073610"/>
                  <a:pt x="721411" y="1060016"/>
                  <a:pt x="721411" y="1043246"/>
                </a:cubicBezTo>
                <a:cubicBezTo>
                  <a:pt x="721411" y="1026477"/>
                  <a:pt x="735005" y="1012883"/>
                  <a:pt x="751774" y="1012883"/>
                </a:cubicBezTo>
                <a:close/>
                <a:moveTo>
                  <a:pt x="679220" y="1012883"/>
                </a:moveTo>
                <a:cubicBezTo>
                  <a:pt x="695989" y="1012883"/>
                  <a:pt x="709583" y="1026477"/>
                  <a:pt x="709583" y="1043246"/>
                </a:cubicBezTo>
                <a:cubicBezTo>
                  <a:pt x="709583" y="1060016"/>
                  <a:pt x="695989" y="1073610"/>
                  <a:pt x="679220" y="1073610"/>
                </a:cubicBezTo>
                <a:cubicBezTo>
                  <a:pt x="662450" y="1073610"/>
                  <a:pt x="648856" y="1060016"/>
                  <a:pt x="648856" y="1043246"/>
                </a:cubicBezTo>
                <a:cubicBezTo>
                  <a:pt x="648856" y="1026477"/>
                  <a:pt x="662450" y="1012883"/>
                  <a:pt x="679220" y="1012883"/>
                </a:cubicBezTo>
                <a:close/>
                <a:moveTo>
                  <a:pt x="606665" y="1012883"/>
                </a:moveTo>
                <a:cubicBezTo>
                  <a:pt x="623435" y="1012883"/>
                  <a:pt x="637029" y="1026477"/>
                  <a:pt x="637029" y="1043246"/>
                </a:cubicBezTo>
                <a:cubicBezTo>
                  <a:pt x="637029" y="1060016"/>
                  <a:pt x="623435" y="1073610"/>
                  <a:pt x="606665" y="1073610"/>
                </a:cubicBezTo>
                <a:cubicBezTo>
                  <a:pt x="589896" y="1073610"/>
                  <a:pt x="576302" y="1060016"/>
                  <a:pt x="576302" y="1043246"/>
                </a:cubicBezTo>
                <a:cubicBezTo>
                  <a:pt x="576302" y="1026477"/>
                  <a:pt x="589896" y="1012883"/>
                  <a:pt x="606665" y="1012883"/>
                </a:cubicBezTo>
                <a:close/>
                <a:moveTo>
                  <a:pt x="534111" y="1012883"/>
                </a:moveTo>
                <a:cubicBezTo>
                  <a:pt x="550880" y="1012883"/>
                  <a:pt x="564474" y="1026477"/>
                  <a:pt x="564474" y="1043246"/>
                </a:cubicBezTo>
                <a:cubicBezTo>
                  <a:pt x="564474" y="1060016"/>
                  <a:pt x="550880" y="1073610"/>
                  <a:pt x="534111" y="1073610"/>
                </a:cubicBezTo>
                <a:cubicBezTo>
                  <a:pt x="517341" y="1073610"/>
                  <a:pt x="503747" y="1060016"/>
                  <a:pt x="503747" y="1043246"/>
                </a:cubicBezTo>
                <a:cubicBezTo>
                  <a:pt x="503747" y="1026477"/>
                  <a:pt x="517341" y="1012883"/>
                  <a:pt x="534111" y="1012883"/>
                </a:cubicBezTo>
                <a:close/>
                <a:moveTo>
                  <a:pt x="461556" y="1012883"/>
                </a:moveTo>
                <a:cubicBezTo>
                  <a:pt x="478326" y="1012883"/>
                  <a:pt x="491920" y="1026477"/>
                  <a:pt x="491920" y="1043246"/>
                </a:cubicBezTo>
                <a:cubicBezTo>
                  <a:pt x="491920" y="1060016"/>
                  <a:pt x="478326" y="1073610"/>
                  <a:pt x="461556" y="1073610"/>
                </a:cubicBezTo>
                <a:cubicBezTo>
                  <a:pt x="444787" y="1073610"/>
                  <a:pt x="431192" y="1060016"/>
                  <a:pt x="431192" y="1043246"/>
                </a:cubicBezTo>
                <a:cubicBezTo>
                  <a:pt x="431192" y="1026477"/>
                  <a:pt x="444787" y="1012883"/>
                  <a:pt x="461556" y="1012883"/>
                </a:cubicBezTo>
                <a:close/>
                <a:moveTo>
                  <a:pt x="389002" y="1012883"/>
                </a:moveTo>
                <a:cubicBezTo>
                  <a:pt x="405771" y="1012883"/>
                  <a:pt x="419365" y="1026477"/>
                  <a:pt x="419365" y="1043246"/>
                </a:cubicBezTo>
                <a:cubicBezTo>
                  <a:pt x="419365" y="1060016"/>
                  <a:pt x="405771" y="1073610"/>
                  <a:pt x="389002" y="1073610"/>
                </a:cubicBezTo>
                <a:cubicBezTo>
                  <a:pt x="372232" y="1073610"/>
                  <a:pt x="358638" y="1060016"/>
                  <a:pt x="358638" y="1043246"/>
                </a:cubicBezTo>
                <a:cubicBezTo>
                  <a:pt x="358638" y="1026477"/>
                  <a:pt x="372232" y="1012883"/>
                  <a:pt x="389002" y="1012883"/>
                </a:cubicBezTo>
                <a:close/>
                <a:moveTo>
                  <a:pt x="316447" y="1012883"/>
                </a:moveTo>
                <a:cubicBezTo>
                  <a:pt x="333216" y="1012883"/>
                  <a:pt x="346810" y="1026477"/>
                  <a:pt x="346810" y="1043246"/>
                </a:cubicBezTo>
                <a:cubicBezTo>
                  <a:pt x="346810" y="1060016"/>
                  <a:pt x="333216" y="1073610"/>
                  <a:pt x="316447" y="1073610"/>
                </a:cubicBezTo>
                <a:cubicBezTo>
                  <a:pt x="299677" y="1073610"/>
                  <a:pt x="286084" y="1060016"/>
                  <a:pt x="286084" y="1043246"/>
                </a:cubicBezTo>
                <a:cubicBezTo>
                  <a:pt x="286084" y="1026477"/>
                  <a:pt x="299677" y="1012883"/>
                  <a:pt x="316447" y="1012883"/>
                </a:cubicBezTo>
                <a:close/>
                <a:moveTo>
                  <a:pt x="243892" y="1012883"/>
                </a:moveTo>
                <a:cubicBezTo>
                  <a:pt x="260662" y="1012883"/>
                  <a:pt x="274256" y="1026477"/>
                  <a:pt x="274256" y="1043246"/>
                </a:cubicBezTo>
                <a:cubicBezTo>
                  <a:pt x="274256" y="1060016"/>
                  <a:pt x="260662" y="1073610"/>
                  <a:pt x="243892" y="1073610"/>
                </a:cubicBezTo>
                <a:cubicBezTo>
                  <a:pt x="227123" y="1073610"/>
                  <a:pt x="213529" y="1060016"/>
                  <a:pt x="213529" y="1043246"/>
                </a:cubicBezTo>
                <a:cubicBezTo>
                  <a:pt x="213529" y="1026477"/>
                  <a:pt x="227123" y="1012883"/>
                  <a:pt x="243892" y="1012883"/>
                </a:cubicBezTo>
                <a:close/>
                <a:moveTo>
                  <a:pt x="171339" y="1012883"/>
                </a:moveTo>
                <a:cubicBezTo>
                  <a:pt x="188107" y="1012883"/>
                  <a:pt x="201701" y="1026477"/>
                  <a:pt x="201701" y="1043246"/>
                </a:cubicBezTo>
                <a:cubicBezTo>
                  <a:pt x="201701" y="1060016"/>
                  <a:pt x="188107" y="1073610"/>
                  <a:pt x="171339" y="1073610"/>
                </a:cubicBezTo>
                <a:cubicBezTo>
                  <a:pt x="154639" y="1073610"/>
                  <a:pt x="141045" y="1060016"/>
                  <a:pt x="141045" y="1043246"/>
                </a:cubicBezTo>
                <a:cubicBezTo>
                  <a:pt x="141045" y="1026477"/>
                  <a:pt x="154639" y="1012883"/>
                  <a:pt x="171339" y="1012883"/>
                </a:cubicBezTo>
                <a:close/>
                <a:moveTo>
                  <a:pt x="98865" y="1012883"/>
                </a:moveTo>
                <a:cubicBezTo>
                  <a:pt x="115628" y="1012883"/>
                  <a:pt x="129222" y="1026477"/>
                  <a:pt x="129222" y="1043246"/>
                </a:cubicBezTo>
                <a:cubicBezTo>
                  <a:pt x="129222" y="1060016"/>
                  <a:pt x="115628" y="1073610"/>
                  <a:pt x="98865" y="1073610"/>
                </a:cubicBezTo>
                <a:cubicBezTo>
                  <a:pt x="82093" y="1073610"/>
                  <a:pt x="68498" y="1060016"/>
                  <a:pt x="68498" y="1043246"/>
                </a:cubicBezTo>
                <a:cubicBezTo>
                  <a:pt x="68498" y="1026477"/>
                  <a:pt x="82093" y="1012883"/>
                  <a:pt x="98865" y="1012883"/>
                </a:cubicBezTo>
                <a:close/>
                <a:moveTo>
                  <a:pt x="26309" y="1012883"/>
                </a:moveTo>
                <a:cubicBezTo>
                  <a:pt x="43075" y="1012883"/>
                  <a:pt x="56670" y="1026477"/>
                  <a:pt x="56670" y="1043246"/>
                </a:cubicBezTo>
                <a:cubicBezTo>
                  <a:pt x="56670" y="1060016"/>
                  <a:pt x="43075" y="1073610"/>
                  <a:pt x="26309" y="1073610"/>
                </a:cubicBezTo>
                <a:cubicBezTo>
                  <a:pt x="17924" y="1073610"/>
                  <a:pt x="10333" y="1070212"/>
                  <a:pt x="4838" y="1064717"/>
                </a:cubicBezTo>
                <a:lnTo>
                  <a:pt x="0" y="1053036"/>
                </a:lnTo>
                <a:lnTo>
                  <a:pt x="0" y="1033457"/>
                </a:lnTo>
                <a:lnTo>
                  <a:pt x="4838" y="1021776"/>
                </a:lnTo>
                <a:cubicBezTo>
                  <a:pt x="10333" y="1016282"/>
                  <a:pt x="17924" y="1012883"/>
                  <a:pt x="26309" y="1012883"/>
                </a:cubicBezTo>
                <a:close/>
                <a:moveTo>
                  <a:pt x="1549874" y="932431"/>
                </a:moveTo>
                <a:cubicBezTo>
                  <a:pt x="1558259" y="932431"/>
                  <a:pt x="1565850" y="935830"/>
                  <a:pt x="1571345" y="941324"/>
                </a:cubicBezTo>
                <a:lnTo>
                  <a:pt x="1577296" y="955693"/>
                </a:lnTo>
                <a:lnTo>
                  <a:pt x="1565363" y="988298"/>
                </a:lnTo>
                <a:lnTo>
                  <a:pt x="1561694" y="990772"/>
                </a:lnTo>
                <a:cubicBezTo>
                  <a:pt x="1558061" y="992309"/>
                  <a:pt x="1554067" y="993158"/>
                  <a:pt x="1549874" y="993158"/>
                </a:cubicBezTo>
                <a:cubicBezTo>
                  <a:pt x="1533105" y="993158"/>
                  <a:pt x="1519511" y="979564"/>
                  <a:pt x="1519511" y="962795"/>
                </a:cubicBezTo>
                <a:cubicBezTo>
                  <a:pt x="1519511" y="946025"/>
                  <a:pt x="1533105" y="932431"/>
                  <a:pt x="1549874" y="932431"/>
                </a:cubicBezTo>
                <a:close/>
                <a:moveTo>
                  <a:pt x="1477320" y="932431"/>
                </a:moveTo>
                <a:cubicBezTo>
                  <a:pt x="1494089" y="932431"/>
                  <a:pt x="1507683" y="946025"/>
                  <a:pt x="1507683" y="962795"/>
                </a:cubicBezTo>
                <a:cubicBezTo>
                  <a:pt x="1507683" y="979564"/>
                  <a:pt x="1494089" y="993158"/>
                  <a:pt x="1477320" y="993158"/>
                </a:cubicBezTo>
                <a:cubicBezTo>
                  <a:pt x="1460550" y="993158"/>
                  <a:pt x="1446956" y="979564"/>
                  <a:pt x="1446956" y="962795"/>
                </a:cubicBezTo>
                <a:cubicBezTo>
                  <a:pt x="1446956" y="946025"/>
                  <a:pt x="1460550" y="932431"/>
                  <a:pt x="1477320" y="932431"/>
                </a:cubicBezTo>
                <a:close/>
                <a:moveTo>
                  <a:pt x="1404765" y="932431"/>
                </a:moveTo>
                <a:cubicBezTo>
                  <a:pt x="1421535" y="932431"/>
                  <a:pt x="1435129" y="946025"/>
                  <a:pt x="1435129" y="962795"/>
                </a:cubicBezTo>
                <a:cubicBezTo>
                  <a:pt x="1435129" y="979564"/>
                  <a:pt x="1421535" y="993158"/>
                  <a:pt x="1404765" y="993158"/>
                </a:cubicBezTo>
                <a:cubicBezTo>
                  <a:pt x="1387996" y="993158"/>
                  <a:pt x="1374402" y="979564"/>
                  <a:pt x="1374402" y="962795"/>
                </a:cubicBezTo>
                <a:cubicBezTo>
                  <a:pt x="1374402" y="946025"/>
                  <a:pt x="1387996" y="932431"/>
                  <a:pt x="1404765" y="932431"/>
                </a:cubicBezTo>
                <a:close/>
                <a:moveTo>
                  <a:pt x="1332211" y="932431"/>
                </a:moveTo>
                <a:cubicBezTo>
                  <a:pt x="1348980" y="932431"/>
                  <a:pt x="1362574" y="946025"/>
                  <a:pt x="1362574" y="962795"/>
                </a:cubicBezTo>
                <a:cubicBezTo>
                  <a:pt x="1362574" y="979564"/>
                  <a:pt x="1348980" y="993158"/>
                  <a:pt x="1332211" y="993158"/>
                </a:cubicBezTo>
                <a:cubicBezTo>
                  <a:pt x="1315441" y="993158"/>
                  <a:pt x="1301847" y="979564"/>
                  <a:pt x="1301847" y="962795"/>
                </a:cubicBezTo>
                <a:cubicBezTo>
                  <a:pt x="1301847" y="946025"/>
                  <a:pt x="1315441" y="932431"/>
                  <a:pt x="1332211" y="932431"/>
                </a:cubicBezTo>
                <a:close/>
                <a:moveTo>
                  <a:pt x="1259656" y="932431"/>
                </a:moveTo>
                <a:cubicBezTo>
                  <a:pt x="1276426" y="932431"/>
                  <a:pt x="1290020" y="946025"/>
                  <a:pt x="1290020" y="962795"/>
                </a:cubicBezTo>
                <a:cubicBezTo>
                  <a:pt x="1290020" y="979564"/>
                  <a:pt x="1276426" y="993158"/>
                  <a:pt x="1259656" y="993158"/>
                </a:cubicBezTo>
                <a:cubicBezTo>
                  <a:pt x="1242887" y="993158"/>
                  <a:pt x="1229293" y="979564"/>
                  <a:pt x="1229293" y="962795"/>
                </a:cubicBezTo>
                <a:cubicBezTo>
                  <a:pt x="1229293" y="946025"/>
                  <a:pt x="1242887" y="932431"/>
                  <a:pt x="1259656" y="932431"/>
                </a:cubicBezTo>
                <a:close/>
                <a:moveTo>
                  <a:pt x="1187102" y="932431"/>
                </a:moveTo>
                <a:cubicBezTo>
                  <a:pt x="1203871" y="932431"/>
                  <a:pt x="1217465" y="946025"/>
                  <a:pt x="1217465" y="962795"/>
                </a:cubicBezTo>
                <a:cubicBezTo>
                  <a:pt x="1217465" y="979564"/>
                  <a:pt x="1203871" y="993158"/>
                  <a:pt x="1187102" y="993158"/>
                </a:cubicBezTo>
                <a:cubicBezTo>
                  <a:pt x="1170332" y="993158"/>
                  <a:pt x="1156738" y="979564"/>
                  <a:pt x="1156738" y="962795"/>
                </a:cubicBezTo>
                <a:cubicBezTo>
                  <a:pt x="1156738" y="946025"/>
                  <a:pt x="1170332" y="932431"/>
                  <a:pt x="1187102" y="932431"/>
                </a:cubicBezTo>
                <a:close/>
                <a:moveTo>
                  <a:pt x="1114547" y="932431"/>
                </a:moveTo>
                <a:cubicBezTo>
                  <a:pt x="1131317" y="932431"/>
                  <a:pt x="1144911" y="946025"/>
                  <a:pt x="1144911" y="962795"/>
                </a:cubicBezTo>
                <a:cubicBezTo>
                  <a:pt x="1144911" y="979564"/>
                  <a:pt x="1131317" y="993158"/>
                  <a:pt x="1114547" y="993158"/>
                </a:cubicBezTo>
                <a:cubicBezTo>
                  <a:pt x="1097778" y="993158"/>
                  <a:pt x="1084184" y="979564"/>
                  <a:pt x="1084184" y="962795"/>
                </a:cubicBezTo>
                <a:cubicBezTo>
                  <a:pt x="1084184" y="946025"/>
                  <a:pt x="1097778" y="932431"/>
                  <a:pt x="1114547" y="932431"/>
                </a:cubicBezTo>
                <a:close/>
                <a:moveTo>
                  <a:pt x="1041993" y="932431"/>
                </a:moveTo>
                <a:cubicBezTo>
                  <a:pt x="1058762" y="932431"/>
                  <a:pt x="1072356" y="946025"/>
                  <a:pt x="1072356" y="962795"/>
                </a:cubicBezTo>
                <a:cubicBezTo>
                  <a:pt x="1072356" y="979564"/>
                  <a:pt x="1058762" y="993158"/>
                  <a:pt x="1041993" y="993158"/>
                </a:cubicBezTo>
                <a:cubicBezTo>
                  <a:pt x="1025223" y="993158"/>
                  <a:pt x="1011629" y="979564"/>
                  <a:pt x="1011629" y="962795"/>
                </a:cubicBezTo>
                <a:cubicBezTo>
                  <a:pt x="1011629" y="946025"/>
                  <a:pt x="1025223" y="932431"/>
                  <a:pt x="1041993" y="932431"/>
                </a:cubicBezTo>
                <a:close/>
                <a:moveTo>
                  <a:pt x="969438" y="932431"/>
                </a:moveTo>
                <a:cubicBezTo>
                  <a:pt x="986208" y="932431"/>
                  <a:pt x="999801" y="946025"/>
                  <a:pt x="999801" y="962795"/>
                </a:cubicBezTo>
                <a:cubicBezTo>
                  <a:pt x="999801" y="979564"/>
                  <a:pt x="986208" y="993158"/>
                  <a:pt x="969438" y="993158"/>
                </a:cubicBezTo>
                <a:cubicBezTo>
                  <a:pt x="952669" y="993158"/>
                  <a:pt x="939075" y="979564"/>
                  <a:pt x="939075" y="962795"/>
                </a:cubicBezTo>
                <a:cubicBezTo>
                  <a:pt x="939075" y="946025"/>
                  <a:pt x="952669" y="932431"/>
                  <a:pt x="969438" y="932431"/>
                </a:cubicBezTo>
                <a:close/>
                <a:moveTo>
                  <a:pt x="896883" y="932431"/>
                </a:moveTo>
                <a:cubicBezTo>
                  <a:pt x="913653" y="932431"/>
                  <a:pt x="927247" y="946025"/>
                  <a:pt x="927247" y="962795"/>
                </a:cubicBezTo>
                <a:cubicBezTo>
                  <a:pt x="927247" y="979564"/>
                  <a:pt x="913653" y="993158"/>
                  <a:pt x="896883" y="993158"/>
                </a:cubicBezTo>
                <a:cubicBezTo>
                  <a:pt x="880114" y="993158"/>
                  <a:pt x="866520" y="979564"/>
                  <a:pt x="866520" y="962795"/>
                </a:cubicBezTo>
                <a:cubicBezTo>
                  <a:pt x="866520" y="946025"/>
                  <a:pt x="880114" y="932431"/>
                  <a:pt x="896883" y="932431"/>
                </a:cubicBezTo>
                <a:close/>
                <a:moveTo>
                  <a:pt x="824329" y="932431"/>
                </a:moveTo>
                <a:cubicBezTo>
                  <a:pt x="841098" y="932431"/>
                  <a:pt x="854692" y="946025"/>
                  <a:pt x="854692" y="962795"/>
                </a:cubicBezTo>
                <a:cubicBezTo>
                  <a:pt x="854692" y="979564"/>
                  <a:pt x="841098" y="993158"/>
                  <a:pt x="824329" y="993158"/>
                </a:cubicBezTo>
                <a:cubicBezTo>
                  <a:pt x="807559" y="993158"/>
                  <a:pt x="793965" y="979564"/>
                  <a:pt x="793965" y="962795"/>
                </a:cubicBezTo>
                <a:cubicBezTo>
                  <a:pt x="793965" y="946025"/>
                  <a:pt x="807559" y="932431"/>
                  <a:pt x="824329" y="932431"/>
                </a:cubicBezTo>
                <a:close/>
                <a:moveTo>
                  <a:pt x="751774" y="932431"/>
                </a:moveTo>
                <a:cubicBezTo>
                  <a:pt x="768544" y="932431"/>
                  <a:pt x="782138" y="946025"/>
                  <a:pt x="782138" y="962795"/>
                </a:cubicBezTo>
                <a:cubicBezTo>
                  <a:pt x="782138" y="979564"/>
                  <a:pt x="768544" y="993158"/>
                  <a:pt x="751774" y="993158"/>
                </a:cubicBezTo>
                <a:cubicBezTo>
                  <a:pt x="735005" y="993158"/>
                  <a:pt x="721411" y="979564"/>
                  <a:pt x="721411" y="962795"/>
                </a:cubicBezTo>
                <a:cubicBezTo>
                  <a:pt x="721411" y="946025"/>
                  <a:pt x="735005" y="932431"/>
                  <a:pt x="751774" y="932431"/>
                </a:cubicBezTo>
                <a:close/>
                <a:moveTo>
                  <a:pt x="679220" y="932431"/>
                </a:moveTo>
                <a:cubicBezTo>
                  <a:pt x="695989" y="932431"/>
                  <a:pt x="709583" y="946025"/>
                  <a:pt x="709583" y="962795"/>
                </a:cubicBezTo>
                <a:cubicBezTo>
                  <a:pt x="709583" y="979564"/>
                  <a:pt x="695989" y="993158"/>
                  <a:pt x="679220" y="993158"/>
                </a:cubicBezTo>
                <a:cubicBezTo>
                  <a:pt x="662450" y="993158"/>
                  <a:pt x="648856" y="979564"/>
                  <a:pt x="648856" y="962795"/>
                </a:cubicBezTo>
                <a:cubicBezTo>
                  <a:pt x="648856" y="946025"/>
                  <a:pt x="662450" y="932431"/>
                  <a:pt x="679220" y="932431"/>
                </a:cubicBezTo>
                <a:close/>
                <a:moveTo>
                  <a:pt x="606665" y="932431"/>
                </a:moveTo>
                <a:cubicBezTo>
                  <a:pt x="623435" y="932431"/>
                  <a:pt x="637029" y="946025"/>
                  <a:pt x="637029" y="962795"/>
                </a:cubicBezTo>
                <a:cubicBezTo>
                  <a:pt x="637029" y="979564"/>
                  <a:pt x="623435" y="993158"/>
                  <a:pt x="606665" y="993158"/>
                </a:cubicBezTo>
                <a:cubicBezTo>
                  <a:pt x="589896" y="993158"/>
                  <a:pt x="576302" y="979564"/>
                  <a:pt x="576302" y="962795"/>
                </a:cubicBezTo>
                <a:cubicBezTo>
                  <a:pt x="576302" y="946025"/>
                  <a:pt x="589896" y="932431"/>
                  <a:pt x="606665" y="932431"/>
                </a:cubicBezTo>
                <a:close/>
                <a:moveTo>
                  <a:pt x="534111" y="932431"/>
                </a:moveTo>
                <a:cubicBezTo>
                  <a:pt x="550880" y="932431"/>
                  <a:pt x="564474" y="946025"/>
                  <a:pt x="564474" y="962795"/>
                </a:cubicBezTo>
                <a:cubicBezTo>
                  <a:pt x="564474" y="979564"/>
                  <a:pt x="550880" y="993158"/>
                  <a:pt x="534111" y="993158"/>
                </a:cubicBezTo>
                <a:cubicBezTo>
                  <a:pt x="517341" y="993158"/>
                  <a:pt x="503747" y="979564"/>
                  <a:pt x="503747" y="962795"/>
                </a:cubicBezTo>
                <a:cubicBezTo>
                  <a:pt x="503747" y="946025"/>
                  <a:pt x="517341" y="932431"/>
                  <a:pt x="534111" y="932431"/>
                </a:cubicBezTo>
                <a:close/>
                <a:moveTo>
                  <a:pt x="461556" y="932431"/>
                </a:moveTo>
                <a:cubicBezTo>
                  <a:pt x="478326" y="932431"/>
                  <a:pt x="491920" y="946025"/>
                  <a:pt x="491920" y="962795"/>
                </a:cubicBezTo>
                <a:cubicBezTo>
                  <a:pt x="491920" y="979564"/>
                  <a:pt x="478326" y="993158"/>
                  <a:pt x="461556" y="993158"/>
                </a:cubicBezTo>
                <a:cubicBezTo>
                  <a:pt x="444787" y="993158"/>
                  <a:pt x="431192" y="979564"/>
                  <a:pt x="431192" y="962795"/>
                </a:cubicBezTo>
                <a:cubicBezTo>
                  <a:pt x="431192" y="946025"/>
                  <a:pt x="444787" y="932431"/>
                  <a:pt x="461556" y="932431"/>
                </a:cubicBezTo>
                <a:close/>
                <a:moveTo>
                  <a:pt x="389002" y="932431"/>
                </a:moveTo>
                <a:cubicBezTo>
                  <a:pt x="405771" y="932431"/>
                  <a:pt x="419365" y="946025"/>
                  <a:pt x="419365" y="962795"/>
                </a:cubicBezTo>
                <a:cubicBezTo>
                  <a:pt x="419365" y="979564"/>
                  <a:pt x="405771" y="993158"/>
                  <a:pt x="389002" y="993158"/>
                </a:cubicBezTo>
                <a:cubicBezTo>
                  <a:pt x="372232" y="993158"/>
                  <a:pt x="358638" y="979564"/>
                  <a:pt x="358638" y="962795"/>
                </a:cubicBezTo>
                <a:cubicBezTo>
                  <a:pt x="358638" y="946025"/>
                  <a:pt x="372232" y="932431"/>
                  <a:pt x="389002" y="932431"/>
                </a:cubicBezTo>
                <a:close/>
                <a:moveTo>
                  <a:pt x="316447" y="932431"/>
                </a:moveTo>
                <a:cubicBezTo>
                  <a:pt x="333216" y="932431"/>
                  <a:pt x="346810" y="946025"/>
                  <a:pt x="346810" y="962795"/>
                </a:cubicBezTo>
                <a:cubicBezTo>
                  <a:pt x="346810" y="979564"/>
                  <a:pt x="333216" y="993158"/>
                  <a:pt x="316447" y="993158"/>
                </a:cubicBezTo>
                <a:cubicBezTo>
                  <a:pt x="299677" y="993158"/>
                  <a:pt x="286084" y="979564"/>
                  <a:pt x="286084" y="962795"/>
                </a:cubicBezTo>
                <a:cubicBezTo>
                  <a:pt x="286084" y="946025"/>
                  <a:pt x="299677" y="932431"/>
                  <a:pt x="316447" y="932431"/>
                </a:cubicBezTo>
                <a:close/>
                <a:moveTo>
                  <a:pt x="243892" y="932431"/>
                </a:moveTo>
                <a:cubicBezTo>
                  <a:pt x="260662" y="932431"/>
                  <a:pt x="274256" y="946025"/>
                  <a:pt x="274256" y="962795"/>
                </a:cubicBezTo>
                <a:cubicBezTo>
                  <a:pt x="274256" y="979564"/>
                  <a:pt x="260662" y="993158"/>
                  <a:pt x="243892" y="993158"/>
                </a:cubicBezTo>
                <a:cubicBezTo>
                  <a:pt x="227123" y="993158"/>
                  <a:pt x="213529" y="979564"/>
                  <a:pt x="213529" y="962795"/>
                </a:cubicBezTo>
                <a:cubicBezTo>
                  <a:pt x="213529" y="946025"/>
                  <a:pt x="227123" y="932431"/>
                  <a:pt x="243892" y="932431"/>
                </a:cubicBezTo>
                <a:close/>
                <a:moveTo>
                  <a:pt x="171339" y="932431"/>
                </a:moveTo>
                <a:cubicBezTo>
                  <a:pt x="188107" y="932431"/>
                  <a:pt x="201701" y="946025"/>
                  <a:pt x="201701" y="962795"/>
                </a:cubicBezTo>
                <a:cubicBezTo>
                  <a:pt x="201701" y="979564"/>
                  <a:pt x="188107" y="993158"/>
                  <a:pt x="171339" y="993158"/>
                </a:cubicBezTo>
                <a:cubicBezTo>
                  <a:pt x="154645" y="993158"/>
                  <a:pt x="141051" y="979564"/>
                  <a:pt x="141051" y="962795"/>
                </a:cubicBezTo>
                <a:cubicBezTo>
                  <a:pt x="141051" y="946025"/>
                  <a:pt x="154645" y="932431"/>
                  <a:pt x="171339" y="932431"/>
                </a:cubicBezTo>
                <a:close/>
                <a:moveTo>
                  <a:pt x="98870" y="932431"/>
                </a:moveTo>
                <a:cubicBezTo>
                  <a:pt x="115634" y="932431"/>
                  <a:pt x="129228" y="946025"/>
                  <a:pt x="129228" y="962795"/>
                </a:cubicBezTo>
                <a:cubicBezTo>
                  <a:pt x="129228" y="979564"/>
                  <a:pt x="115634" y="993158"/>
                  <a:pt x="98870" y="993158"/>
                </a:cubicBezTo>
                <a:cubicBezTo>
                  <a:pt x="82099" y="993158"/>
                  <a:pt x="68505" y="979564"/>
                  <a:pt x="68505" y="962795"/>
                </a:cubicBezTo>
                <a:cubicBezTo>
                  <a:pt x="68505" y="946025"/>
                  <a:pt x="82099" y="932431"/>
                  <a:pt x="98870" y="932431"/>
                </a:cubicBezTo>
                <a:close/>
                <a:moveTo>
                  <a:pt x="26316" y="932431"/>
                </a:moveTo>
                <a:cubicBezTo>
                  <a:pt x="43081" y="932431"/>
                  <a:pt x="56676" y="946025"/>
                  <a:pt x="56676" y="962795"/>
                </a:cubicBezTo>
                <a:cubicBezTo>
                  <a:pt x="56676" y="979564"/>
                  <a:pt x="43081" y="993158"/>
                  <a:pt x="26316" y="993158"/>
                </a:cubicBezTo>
                <a:cubicBezTo>
                  <a:pt x="17931" y="993158"/>
                  <a:pt x="10340" y="989760"/>
                  <a:pt x="4845" y="984265"/>
                </a:cubicBezTo>
                <a:lnTo>
                  <a:pt x="0" y="972570"/>
                </a:lnTo>
                <a:lnTo>
                  <a:pt x="0" y="953020"/>
                </a:lnTo>
                <a:lnTo>
                  <a:pt x="4845" y="941324"/>
                </a:lnTo>
                <a:cubicBezTo>
                  <a:pt x="10340" y="935830"/>
                  <a:pt x="17931" y="932431"/>
                  <a:pt x="26316" y="932431"/>
                </a:cubicBezTo>
                <a:close/>
                <a:moveTo>
                  <a:pt x="1612513" y="853981"/>
                </a:moveTo>
                <a:lnTo>
                  <a:pt x="1607766" y="872445"/>
                </a:lnTo>
                <a:lnTo>
                  <a:pt x="1598477" y="897823"/>
                </a:lnTo>
                <a:lnTo>
                  <a:pt x="1592066" y="882343"/>
                </a:lnTo>
                <a:cubicBezTo>
                  <a:pt x="1592066" y="869766"/>
                  <a:pt x="1599712" y="858975"/>
                  <a:pt x="1610610" y="854366"/>
                </a:cubicBezTo>
                <a:close/>
                <a:moveTo>
                  <a:pt x="1549874" y="851979"/>
                </a:moveTo>
                <a:cubicBezTo>
                  <a:pt x="1566644" y="851979"/>
                  <a:pt x="1580238" y="865573"/>
                  <a:pt x="1580238" y="882343"/>
                </a:cubicBezTo>
                <a:cubicBezTo>
                  <a:pt x="1580238" y="899112"/>
                  <a:pt x="1566644" y="912706"/>
                  <a:pt x="1549874" y="912706"/>
                </a:cubicBezTo>
                <a:cubicBezTo>
                  <a:pt x="1533105" y="912706"/>
                  <a:pt x="1519511" y="899112"/>
                  <a:pt x="1519511" y="882343"/>
                </a:cubicBezTo>
                <a:cubicBezTo>
                  <a:pt x="1519511" y="865573"/>
                  <a:pt x="1533105" y="851979"/>
                  <a:pt x="1549874" y="851979"/>
                </a:cubicBezTo>
                <a:close/>
                <a:moveTo>
                  <a:pt x="1477320" y="851979"/>
                </a:moveTo>
                <a:cubicBezTo>
                  <a:pt x="1494089" y="851979"/>
                  <a:pt x="1507683" y="865573"/>
                  <a:pt x="1507683" y="882343"/>
                </a:cubicBezTo>
                <a:cubicBezTo>
                  <a:pt x="1507683" y="899112"/>
                  <a:pt x="1494089" y="912706"/>
                  <a:pt x="1477320" y="912706"/>
                </a:cubicBezTo>
                <a:cubicBezTo>
                  <a:pt x="1460550" y="912706"/>
                  <a:pt x="1446956" y="899112"/>
                  <a:pt x="1446956" y="882343"/>
                </a:cubicBezTo>
                <a:cubicBezTo>
                  <a:pt x="1446956" y="865573"/>
                  <a:pt x="1460550" y="851979"/>
                  <a:pt x="1477320" y="851979"/>
                </a:cubicBezTo>
                <a:close/>
                <a:moveTo>
                  <a:pt x="1404765" y="851979"/>
                </a:moveTo>
                <a:cubicBezTo>
                  <a:pt x="1421535" y="851979"/>
                  <a:pt x="1435129" y="865573"/>
                  <a:pt x="1435129" y="882343"/>
                </a:cubicBezTo>
                <a:cubicBezTo>
                  <a:pt x="1435129" y="899112"/>
                  <a:pt x="1421535" y="912706"/>
                  <a:pt x="1404765" y="912706"/>
                </a:cubicBezTo>
                <a:cubicBezTo>
                  <a:pt x="1387996" y="912706"/>
                  <a:pt x="1374402" y="899112"/>
                  <a:pt x="1374402" y="882343"/>
                </a:cubicBezTo>
                <a:cubicBezTo>
                  <a:pt x="1374402" y="865573"/>
                  <a:pt x="1387996" y="851979"/>
                  <a:pt x="1404765" y="851979"/>
                </a:cubicBezTo>
                <a:close/>
                <a:moveTo>
                  <a:pt x="1332211" y="851979"/>
                </a:moveTo>
                <a:cubicBezTo>
                  <a:pt x="1348980" y="851979"/>
                  <a:pt x="1362574" y="865573"/>
                  <a:pt x="1362574" y="882343"/>
                </a:cubicBezTo>
                <a:cubicBezTo>
                  <a:pt x="1362574" y="899112"/>
                  <a:pt x="1348980" y="912706"/>
                  <a:pt x="1332211" y="912706"/>
                </a:cubicBezTo>
                <a:cubicBezTo>
                  <a:pt x="1315441" y="912706"/>
                  <a:pt x="1301847" y="899112"/>
                  <a:pt x="1301847" y="882343"/>
                </a:cubicBezTo>
                <a:cubicBezTo>
                  <a:pt x="1301847" y="865573"/>
                  <a:pt x="1315441" y="851979"/>
                  <a:pt x="1332211" y="851979"/>
                </a:cubicBezTo>
                <a:close/>
                <a:moveTo>
                  <a:pt x="1259656" y="851979"/>
                </a:moveTo>
                <a:cubicBezTo>
                  <a:pt x="1276426" y="851979"/>
                  <a:pt x="1290020" y="865573"/>
                  <a:pt x="1290020" y="882343"/>
                </a:cubicBezTo>
                <a:cubicBezTo>
                  <a:pt x="1290020" y="899112"/>
                  <a:pt x="1276426" y="912706"/>
                  <a:pt x="1259656" y="912706"/>
                </a:cubicBezTo>
                <a:cubicBezTo>
                  <a:pt x="1242887" y="912706"/>
                  <a:pt x="1229293" y="899112"/>
                  <a:pt x="1229293" y="882343"/>
                </a:cubicBezTo>
                <a:cubicBezTo>
                  <a:pt x="1229293" y="865573"/>
                  <a:pt x="1242887" y="851979"/>
                  <a:pt x="1259656" y="851979"/>
                </a:cubicBezTo>
                <a:close/>
                <a:moveTo>
                  <a:pt x="1187102" y="851979"/>
                </a:moveTo>
                <a:cubicBezTo>
                  <a:pt x="1203871" y="851979"/>
                  <a:pt x="1217465" y="865573"/>
                  <a:pt x="1217465" y="882343"/>
                </a:cubicBezTo>
                <a:cubicBezTo>
                  <a:pt x="1217465" y="899112"/>
                  <a:pt x="1203871" y="912706"/>
                  <a:pt x="1187102" y="912706"/>
                </a:cubicBezTo>
                <a:cubicBezTo>
                  <a:pt x="1170332" y="912706"/>
                  <a:pt x="1156738" y="899112"/>
                  <a:pt x="1156738" y="882343"/>
                </a:cubicBezTo>
                <a:cubicBezTo>
                  <a:pt x="1156738" y="865573"/>
                  <a:pt x="1170332" y="851979"/>
                  <a:pt x="1187102" y="851979"/>
                </a:cubicBezTo>
                <a:close/>
                <a:moveTo>
                  <a:pt x="1114547" y="851979"/>
                </a:moveTo>
                <a:cubicBezTo>
                  <a:pt x="1131317" y="851979"/>
                  <a:pt x="1144911" y="865573"/>
                  <a:pt x="1144911" y="882343"/>
                </a:cubicBezTo>
                <a:cubicBezTo>
                  <a:pt x="1144911" y="899112"/>
                  <a:pt x="1131317" y="912706"/>
                  <a:pt x="1114547" y="912706"/>
                </a:cubicBezTo>
                <a:cubicBezTo>
                  <a:pt x="1097778" y="912706"/>
                  <a:pt x="1084184" y="899112"/>
                  <a:pt x="1084184" y="882343"/>
                </a:cubicBezTo>
                <a:cubicBezTo>
                  <a:pt x="1084184" y="865573"/>
                  <a:pt x="1097778" y="851979"/>
                  <a:pt x="1114547" y="851979"/>
                </a:cubicBezTo>
                <a:close/>
                <a:moveTo>
                  <a:pt x="1041993" y="851979"/>
                </a:moveTo>
                <a:cubicBezTo>
                  <a:pt x="1058762" y="851979"/>
                  <a:pt x="1072356" y="865573"/>
                  <a:pt x="1072356" y="882343"/>
                </a:cubicBezTo>
                <a:cubicBezTo>
                  <a:pt x="1072356" y="899112"/>
                  <a:pt x="1058762" y="912706"/>
                  <a:pt x="1041993" y="912706"/>
                </a:cubicBezTo>
                <a:cubicBezTo>
                  <a:pt x="1025223" y="912706"/>
                  <a:pt x="1011629" y="899112"/>
                  <a:pt x="1011629" y="882343"/>
                </a:cubicBezTo>
                <a:cubicBezTo>
                  <a:pt x="1011629" y="865573"/>
                  <a:pt x="1025223" y="851979"/>
                  <a:pt x="1041993" y="851979"/>
                </a:cubicBezTo>
                <a:close/>
                <a:moveTo>
                  <a:pt x="969438" y="851979"/>
                </a:moveTo>
                <a:cubicBezTo>
                  <a:pt x="986208" y="851979"/>
                  <a:pt x="999801" y="865573"/>
                  <a:pt x="999801" y="882343"/>
                </a:cubicBezTo>
                <a:cubicBezTo>
                  <a:pt x="999801" y="899112"/>
                  <a:pt x="986208" y="912706"/>
                  <a:pt x="969438" y="912706"/>
                </a:cubicBezTo>
                <a:cubicBezTo>
                  <a:pt x="952669" y="912706"/>
                  <a:pt x="939075" y="899112"/>
                  <a:pt x="939075" y="882343"/>
                </a:cubicBezTo>
                <a:cubicBezTo>
                  <a:pt x="939075" y="865573"/>
                  <a:pt x="952669" y="851979"/>
                  <a:pt x="969438" y="851979"/>
                </a:cubicBezTo>
                <a:close/>
                <a:moveTo>
                  <a:pt x="896883" y="851979"/>
                </a:moveTo>
                <a:cubicBezTo>
                  <a:pt x="913653" y="851979"/>
                  <a:pt x="927247" y="865573"/>
                  <a:pt x="927247" y="882343"/>
                </a:cubicBezTo>
                <a:cubicBezTo>
                  <a:pt x="927247" y="899112"/>
                  <a:pt x="913653" y="912706"/>
                  <a:pt x="896883" y="912706"/>
                </a:cubicBezTo>
                <a:cubicBezTo>
                  <a:pt x="880114" y="912706"/>
                  <a:pt x="866520" y="899112"/>
                  <a:pt x="866520" y="882343"/>
                </a:cubicBezTo>
                <a:cubicBezTo>
                  <a:pt x="866520" y="865573"/>
                  <a:pt x="880114" y="851979"/>
                  <a:pt x="896883" y="851979"/>
                </a:cubicBezTo>
                <a:close/>
                <a:moveTo>
                  <a:pt x="824329" y="851979"/>
                </a:moveTo>
                <a:cubicBezTo>
                  <a:pt x="841098" y="851979"/>
                  <a:pt x="854692" y="865573"/>
                  <a:pt x="854692" y="882343"/>
                </a:cubicBezTo>
                <a:cubicBezTo>
                  <a:pt x="854692" y="899112"/>
                  <a:pt x="841098" y="912706"/>
                  <a:pt x="824329" y="912706"/>
                </a:cubicBezTo>
                <a:cubicBezTo>
                  <a:pt x="807559" y="912706"/>
                  <a:pt x="793965" y="899112"/>
                  <a:pt x="793965" y="882343"/>
                </a:cubicBezTo>
                <a:cubicBezTo>
                  <a:pt x="793965" y="865573"/>
                  <a:pt x="807559" y="851979"/>
                  <a:pt x="824329" y="851979"/>
                </a:cubicBezTo>
                <a:close/>
                <a:moveTo>
                  <a:pt x="751774" y="851979"/>
                </a:moveTo>
                <a:cubicBezTo>
                  <a:pt x="768544" y="851979"/>
                  <a:pt x="782138" y="865573"/>
                  <a:pt x="782138" y="882343"/>
                </a:cubicBezTo>
                <a:cubicBezTo>
                  <a:pt x="782138" y="899112"/>
                  <a:pt x="768544" y="912706"/>
                  <a:pt x="751774" y="912706"/>
                </a:cubicBezTo>
                <a:cubicBezTo>
                  <a:pt x="735005" y="912706"/>
                  <a:pt x="721411" y="899112"/>
                  <a:pt x="721411" y="882343"/>
                </a:cubicBezTo>
                <a:cubicBezTo>
                  <a:pt x="721411" y="865573"/>
                  <a:pt x="735005" y="851979"/>
                  <a:pt x="751774" y="851979"/>
                </a:cubicBezTo>
                <a:close/>
                <a:moveTo>
                  <a:pt x="679220" y="851979"/>
                </a:moveTo>
                <a:cubicBezTo>
                  <a:pt x="695989" y="851979"/>
                  <a:pt x="709583" y="865573"/>
                  <a:pt x="709583" y="882343"/>
                </a:cubicBezTo>
                <a:cubicBezTo>
                  <a:pt x="709583" y="899112"/>
                  <a:pt x="695989" y="912706"/>
                  <a:pt x="679220" y="912706"/>
                </a:cubicBezTo>
                <a:cubicBezTo>
                  <a:pt x="662450" y="912706"/>
                  <a:pt x="648856" y="899112"/>
                  <a:pt x="648856" y="882343"/>
                </a:cubicBezTo>
                <a:cubicBezTo>
                  <a:pt x="648856" y="865573"/>
                  <a:pt x="662450" y="851979"/>
                  <a:pt x="679220" y="851979"/>
                </a:cubicBezTo>
                <a:close/>
                <a:moveTo>
                  <a:pt x="606665" y="851979"/>
                </a:moveTo>
                <a:cubicBezTo>
                  <a:pt x="623435" y="851979"/>
                  <a:pt x="637029" y="865573"/>
                  <a:pt x="637029" y="882343"/>
                </a:cubicBezTo>
                <a:cubicBezTo>
                  <a:pt x="637029" y="899112"/>
                  <a:pt x="623435" y="912706"/>
                  <a:pt x="606665" y="912706"/>
                </a:cubicBezTo>
                <a:cubicBezTo>
                  <a:pt x="589896" y="912706"/>
                  <a:pt x="576302" y="899112"/>
                  <a:pt x="576302" y="882343"/>
                </a:cubicBezTo>
                <a:cubicBezTo>
                  <a:pt x="576302" y="865573"/>
                  <a:pt x="589896" y="851979"/>
                  <a:pt x="606665" y="851979"/>
                </a:cubicBezTo>
                <a:close/>
                <a:moveTo>
                  <a:pt x="534111" y="851979"/>
                </a:moveTo>
                <a:cubicBezTo>
                  <a:pt x="550880" y="851979"/>
                  <a:pt x="564474" y="865573"/>
                  <a:pt x="564474" y="882343"/>
                </a:cubicBezTo>
                <a:cubicBezTo>
                  <a:pt x="564474" y="899112"/>
                  <a:pt x="550880" y="912706"/>
                  <a:pt x="534111" y="912706"/>
                </a:cubicBezTo>
                <a:cubicBezTo>
                  <a:pt x="517341" y="912706"/>
                  <a:pt x="503747" y="899112"/>
                  <a:pt x="503747" y="882343"/>
                </a:cubicBezTo>
                <a:cubicBezTo>
                  <a:pt x="503747" y="865573"/>
                  <a:pt x="517341" y="851979"/>
                  <a:pt x="534111" y="851979"/>
                </a:cubicBezTo>
                <a:close/>
                <a:moveTo>
                  <a:pt x="461556" y="851979"/>
                </a:moveTo>
                <a:cubicBezTo>
                  <a:pt x="478326" y="851979"/>
                  <a:pt x="491920" y="865573"/>
                  <a:pt x="491920" y="882343"/>
                </a:cubicBezTo>
                <a:cubicBezTo>
                  <a:pt x="491920" y="899112"/>
                  <a:pt x="478326" y="912706"/>
                  <a:pt x="461556" y="912706"/>
                </a:cubicBezTo>
                <a:cubicBezTo>
                  <a:pt x="444787" y="912706"/>
                  <a:pt x="431192" y="899112"/>
                  <a:pt x="431192" y="882343"/>
                </a:cubicBezTo>
                <a:cubicBezTo>
                  <a:pt x="431192" y="865573"/>
                  <a:pt x="444787" y="851979"/>
                  <a:pt x="461556" y="851979"/>
                </a:cubicBezTo>
                <a:close/>
                <a:moveTo>
                  <a:pt x="389002" y="851979"/>
                </a:moveTo>
                <a:cubicBezTo>
                  <a:pt x="405771" y="851979"/>
                  <a:pt x="419365" y="865573"/>
                  <a:pt x="419365" y="882343"/>
                </a:cubicBezTo>
                <a:cubicBezTo>
                  <a:pt x="419365" y="899112"/>
                  <a:pt x="405771" y="912706"/>
                  <a:pt x="389002" y="912706"/>
                </a:cubicBezTo>
                <a:cubicBezTo>
                  <a:pt x="372232" y="912706"/>
                  <a:pt x="358638" y="899112"/>
                  <a:pt x="358638" y="882343"/>
                </a:cubicBezTo>
                <a:cubicBezTo>
                  <a:pt x="358638" y="865573"/>
                  <a:pt x="372232" y="851979"/>
                  <a:pt x="389002" y="851979"/>
                </a:cubicBezTo>
                <a:close/>
                <a:moveTo>
                  <a:pt x="316447" y="851979"/>
                </a:moveTo>
                <a:cubicBezTo>
                  <a:pt x="333216" y="851979"/>
                  <a:pt x="346810" y="865573"/>
                  <a:pt x="346810" y="882343"/>
                </a:cubicBezTo>
                <a:cubicBezTo>
                  <a:pt x="346810" y="899112"/>
                  <a:pt x="333216" y="912706"/>
                  <a:pt x="316447" y="912706"/>
                </a:cubicBezTo>
                <a:cubicBezTo>
                  <a:pt x="299677" y="912706"/>
                  <a:pt x="286084" y="899112"/>
                  <a:pt x="286084" y="882343"/>
                </a:cubicBezTo>
                <a:cubicBezTo>
                  <a:pt x="286084" y="865573"/>
                  <a:pt x="299677" y="851979"/>
                  <a:pt x="316447" y="851979"/>
                </a:cubicBezTo>
                <a:close/>
                <a:moveTo>
                  <a:pt x="243892" y="851979"/>
                </a:moveTo>
                <a:cubicBezTo>
                  <a:pt x="260662" y="851979"/>
                  <a:pt x="274256" y="865573"/>
                  <a:pt x="274256" y="882343"/>
                </a:cubicBezTo>
                <a:cubicBezTo>
                  <a:pt x="274256" y="899112"/>
                  <a:pt x="260662" y="912706"/>
                  <a:pt x="243892" y="912706"/>
                </a:cubicBezTo>
                <a:cubicBezTo>
                  <a:pt x="227123" y="912706"/>
                  <a:pt x="213529" y="899112"/>
                  <a:pt x="213529" y="882343"/>
                </a:cubicBezTo>
                <a:cubicBezTo>
                  <a:pt x="213529" y="865573"/>
                  <a:pt x="227123" y="851979"/>
                  <a:pt x="243892" y="851979"/>
                </a:cubicBezTo>
                <a:close/>
                <a:moveTo>
                  <a:pt x="171339" y="851979"/>
                </a:moveTo>
                <a:cubicBezTo>
                  <a:pt x="188107" y="851979"/>
                  <a:pt x="201701" y="865573"/>
                  <a:pt x="201701" y="882343"/>
                </a:cubicBezTo>
                <a:cubicBezTo>
                  <a:pt x="201701" y="899112"/>
                  <a:pt x="188107" y="912706"/>
                  <a:pt x="171339" y="912706"/>
                </a:cubicBezTo>
                <a:cubicBezTo>
                  <a:pt x="154651" y="912706"/>
                  <a:pt x="141056" y="899112"/>
                  <a:pt x="141056" y="882343"/>
                </a:cubicBezTo>
                <a:cubicBezTo>
                  <a:pt x="141056" y="865573"/>
                  <a:pt x="154651" y="851979"/>
                  <a:pt x="171339" y="851979"/>
                </a:cubicBezTo>
                <a:close/>
                <a:moveTo>
                  <a:pt x="98877" y="851979"/>
                </a:moveTo>
                <a:cubicBezTo>
                  <a:pt x="115640" y="851979"/>
                  <a:pt x="129234" y="865573"/>
                  <a:pt x="129234" y="882343"/>
                </a:cubicBezTo>
                <a:cubicBezTo>
                  <a:pt x="129234" y="899112"/>
                  <a:pt x="115640" y="912706"/>
                  <a:pt x="98877" y="912706"/>
                </a:cubicBezTo>
                <a:cubicBezTo>
                  <a:pt x="82106" y="912706"/>
                  <a:pt x="68511" y="899112"/>
                  <a:pt x="68511" y="882343"/>
                </a:cubicBezTo>
                <a:cubicBezTo>
                  <a:pt x="68511" y="865573"/>
                  <a:pt x="82106" y="851979"/>
                  <a:pt x="98877" y="851979"/>
                </a:cubicBezTo>
                <a:close/>
                <a:moveTo>
                  <a:pt x="26322" y="851979"/>
                </a:moveTo>
                <a:cubicBezTo>
                  <a:pt x="43087" y="851979"/>
                  <a:pt x="56682" y="865573"/>
                  <a:pt x="56682" y="882343"/>
                </a:cubicBezTo>
                <a:cubicBezTo>
                  <a:pt x="56682" y="899112"/>
                  <a:pt x="43087" y="912706"/>
                  <a:pt x="26322" y="912706"/>
                </a:cubicBezTo>
                <a:cubicBezTo>
                  <a:pt x="17937" y="912706"/>
                  <a:pt x="10346" y="909308"/>
                  <a:pt x="4851" y="903813"/>
                </a:cubicBezTo>
                <a:lnTo>
                  <a:pt x="0" y="892101"/>
                </a:lnTo>
                <a:lnTo>
                  <a:pt x="0" y="872585"/>
                </a:lnTo>
                <a:lnTo>
                  <a:pt x="4851" y="860872"/>
                </a:lnTo>
                <a:cubicBezTo>
                  <a:pt x="10346" y="855378"/>
                  <a:pt x="17937" y="851979"/>
                  <a:pt x="26322" y="851979"/>
                </a:cubicBezTo>
                <a:close/>
                <a:moveTo>
                  <a:pt x="1622429" y="771528"/>
                </a:moveTo>
                <a:lnTo>
                  <a:pt x="1633158" y="773694"/>
                </a:lnTo>
                <a:lnTo>
                  <a:pt x="1618313" y="831424"/>
                </a:lnTo>
                <a:lnTo>
                  <a:pt x="1610610" y="829868"/>
                </a:lnTo>
                <a:cubicBezTo>
                  <a:pt x="1599712" y="825259"/>
                  <a:pt x="1592066" y="814469"/>
                  <a:pt x="1592066" y="801891"/>
                </a:cubicBezTo>
                <a:cubicBezTo>
                  <a:pt x="1592066" y="785122"/>
                  <a:pt x="1605659" y="771528"/>
                  <a:pt x="1622429" y="771528"/>
                </a:cubicBezTo>
                <a:close/>
                <a:moveTo>
                  <a:pt x="1549874" y="771528"/>
                </a:moveTo>
                <a:cubicBezTo>
                  <a:pt x="1566644" y="771528"/>
                  <a:pt x="1580238" y="785122"/>
                  <a:pt x="1580238" y="801891"/>
                </a:cubicBezTo>
                <a:cubicBezTo>
                  <a:pt x="1580238" y="818661"/>
                  <a:pt x="1566644" y="832255"/>
                  <a:pt x="1549874" y="832255"/>
                </a:cubicBezTo>
                <a:cubicBezTo>
                  <a:pt x="1533105" y="832255"/>
                  <a:pt x="1519511" y="818661"/>
                  <a:pt x="1519511" y="801891"/>
                </a:cubicBezTo>
                <a:cubicBezTo>
                  <a:pt x="1519511" y="785122"/>
                  <a:pt x="1533105" y="771528"/>
                  <a:pt x="1549874" y="771528"/>
                </a:cubicBezTo>
                <a:close/>
                <a:moveTo>
                  <a:pt x="1477320" y="771528"/>
                </a:moveTo>
                <a:cubicBezTo>
                  <a:pt x="1494089" y="771528"/>
                  <a:pt x="1507683" y="785122"/>
                  <a:pt x="1507683" y="801891"/>
                </a:cubicBezTo>
                <a:cubicBezTo>
                  <a:pt x="1507683" y="818661"/>
                  <a:pt x="1494089" y="832255"/>
                  <a:pt x="1477320" y="832255"/>
                </a:cubicBezTo>
                <a:cubicBezTo>
                  <a:pt x="1460550" y="832255"/>
                  <a:pt x="1446956" y="818661"/>
                  <a:pt x="1446956" y="801891"/>
                </a:cubicBezTo>
                <a:cubicBezTo>
                  <a:pt x="1446956" y="785122"/>
                  <a:pt x="1460550" y="771528"/>
                  <a:pt x="1477320" y="771528"/>
                </a:cubicBezTo>
                <a:close/>
                <a:moveTo>
                  <a:pt x="1404765" y="771528"/>
                </a:moveTo>
                <a:cubicBezTo>
                  <a:pt x="1421535" y="771528"/>
                  <a:pt x="1435129" y="785122"/>
                  <a:pt x="1435129" y="801891"/>
                </a:cubicBezTo>
                <a:cubicBezTo>
                  <a:pt x="1435129" y="818661"/>
                  <a:pt x="1421535" y="832255"/>
                  <a:pt x="1404765" y="832255"/>
                </a:cubicBezTo>
                <a:cubicBezTo>
                  <a:pt x="1387996" y="832255"/>
                  <a:pt x="1374402" y="818661"/>
                  <a:pt x="1374402" y="801891"/>
                </a:cubicBezTo>
                <a:cubicBezTo>
                  <a:pt x="1374402" y="785122"/>
                  <a:pt x="1387996" y="771528"/>
                  <a:pt x="1404765" y="771528"/>
                </a:cubicBezTo>
                <a:close/>
                <a:moveTo>
                  <a:pt x="1332211" y="771528"/>
                </a:moveTo>
                <a:cubicBezTo>
                  <a:pt x="1348980" y="771528"/>
                  <a:pt x="1362574" y="785122"/>
                  <a:pt x="1362574" y="801891"/>
                </a:cubicBezTo>
                <a:cubicBezTo>
                  <a:pt x="1362574" y="818661"/>
                  <a:pt x="1348980" y="832255"/>
                  <a:pt x="1332211" y="832255"/>
                </a:cubicBezTo>
                <a:cubicBezTo>
                  <a:pt x="1315441" y="832255"/>
                  <a:pt x="1301847" y="818661"/>
                  <a:pt x="1301847" y="801891"/>
                </a:cubicBezTo>
                <a:cubicBezTo>
                  <a:pt x="1301847" y="785122"/>
                  <a:pt x="1315441" y="771528"/>
                  <a:pt x="1332211" y="771528"/>
                </a:cubicBezTo>
                <a:close/>
                <a:moveTo>
                  <a:pt x="1259656" y="771528"/>
                </a:moveTo>
                <a:cubicBezTo>
                  <a:pt x="1276426" y="771528"/>
                  <a:pt x="1290020" y="785122"/>
                  <a:pt x="1290020" y="801891"/>
                </a:cubicBezTo>
                <a:cubicBezTo>
                  <a:pt x="1290020" y="818661"/>
                  <a:pt x="1276426" y="832255"/>
                  <a:pt x="1259656" y="832255"/>
                </a:cubicBezTo>
                <a:cubicBezTo>
                  <a:pt x="1242887" y="832255"/>
                  <a:pt x="1229293" y="818661"/>
                  <a:pt x="1229293" y="801891"/>
                </a:cubicBezTo>
                <a:cubicBezTo>
                  <a:pt x="1229293" y="785122"/>
                  <a:pt x="1242887" y="771528"/>
                  <a:pt x="1259656" y="771528"/>
                </a:cubicBezTo>
                <a:close/>
                <a:moveTo>
                  <a:pt x="1187102" y="771528"/>
                </a:moveTo>
                <a:cubicBezTo>
                  <a:pt x="1203871" y="771528"/>
                  <a:pt x="1217465" y="785122"/>
                  <a:pt x="1217465" y="801891"/>
                </a:cubicBezTo>
                <a:cubicBezTo>
                  <a:pt x="1217465" y="818661"/>
                  <a:pt x="1203871" y="832255"/>
                  <a:pt x="1187102" y="832255"/>
                </a:cubicBezTo>
                <a:cubicBezTo>
                  <a:pt x="1170332" y="832255"/>
                  <a:pt x="1156738" y="818661"/>
                  <a:pt x="1156738" y="801891"/>
                </a:cubicBezTo>
                <a:cubicBezTo>
                  <a:pt x="1156738" y="785122"/>
                  <a:pt x="1170332" y="771528"/>
                  <a:pt x="1187102" y="771528"/>
                </a:cubicBezTo>
                <a:close/>
                <a:moveTo>
                  <a:pt x="1114547" y="771528"/>
                </a:moveTo>
                <a:cubicBezTo>
                  <a:pt x="1131317" y="771528"/>
                  <a:pt x="1144911" y="785122"/>
                  <a:pt x="1144911" y="801891"/>
                </a:cubicBezTo>
                <a:cubicBezTo>
                  <a:pt x="1144911" y="818661"/>
                  <a:pt x="1131317" y="832255"/>
                  <a:pt x="1114547" y="832255"/>
                </a:cubicBezTo>
                <a:cubicBezTo>
                  <a:pt x="1097778" y="832255"/>
                  <a:pt x="1084184" y="818661"/>
                  <a:pt x="1084184" y="801891"/>
                </a:cubicBezTo>
                <a:cubicBezTo>
                  <a:pt x="1084184" y="785122"/>
                  <a:pt x="1097778" y="771528"/>
                  <a:pt x="1114547" y="771528"/>
                </a:cubicBezTo>
                <a:close/>
                <a:moveTo>
                  <a:pt x="1041993" y="771528"/>
                </a:moveTo>
                <a:cubicBezTo>
                  <a:pt x="1058762" y="771528"/>
                  <a:pt x="1072356" y="785122"/>
                  <a:pt x="1072356" y="801891"/>
                </a:cubicBezTo>
                <a:cubicBezTo>
                  <a:pt x="1072356" y="818661"/>
                  <a:pt x="1058762" y="832255"/>
                  <a:pt x="1041993" y="832255"/>
                </a:cubicBezTo>
                <a:cubicBezTo>
                  <a:pt x="1025223" y="832255"/>
                  <a:pt x="1011629" y="818661"/>
                  <a:pt x="1011629" y="801891"/>
                </a:cubicBezTo>
                <a:cubicBezTo>
                  <a:pt x="1011629" y="785122"/>
                  <a:pt x="1025223" y="771528"/>
                  <a:pt x="1041993" y="771528"/>
                </a:cubicBezTo>
                <a:close/>
                <a:moveTo>
                  <a:pt x="969438" y="771528"/>
                </a:moveTo>
                <a:cubicBezTo>
                  <a:pt x="986208" y="771528"/>
                  <a:pt x="999801" y="785122"/>
                  <a:pt x="999801" y="801891"/>
                </a:cubicBezTo>
                <a:cubicBezTo>
                  <a:pt x="999801" y="818661"/>
                  <a:pt x="986208" y="832255"/>
                  <a:pt x="969438" y="832255"/>
                </a:cubicBezTo>
                <a:cubicBezTo>
                  <a:pt x="952669" y="832255"/>
                  <a:pt x="939075" y="818661"/>
                  <a:pt x="939075" y="801891"/>
                </a:cubicBezTo>
                <a:cubicBezTo>
                  <a:pt x="939075" y="785122"/>
                  <a:pt x="952669" y="771528"/>
                  <a:pt x="969438" y="771528"/>
                </a:cubicBezTo>
                <a:close/>
                <a:moveTo>
                  <a:pt x="896883" y="771528"/>
                </a:moveTo>
                <a:cubicBezTo>
                  <a:pt x="913653" y="771528"/>
                  <a:pt x="927247" y="785122"/>
                  <a:pt x="927247" y="801891"/>
                </a:cubicBezTo>
                <a:cubicBezTo>
                  <a:pt x="927247" y="818661"/>
                  <a:pt x="913653" y="832255"/>
                  <a:pt x="896883" y="832255"/>
                </a:cubicBezTo>
                <a:cubicBezTo>
                  <a:pt x="880114" y="832255"/>
                  <a:pt x="866520" y="818661"/>
                  <a:pt x="866520" y="801891"/>
                </a:cubicBezTo>
                <a:cubicBezTo>
                  <a:pt x="866520" y="785122"/>
                  <a:pt x="880114" y="771528"/>
                  <a:pt x="896883" y="771528"/>
                </a:cubicBezTo>
                <a:close/>
                <a:moveTo>
                  <a:pt x="824329" y="771528"/>
                </a:moveTo>
                <a:cubicBezTo>
                  <a:pt x="841098" y="771528"/>
                  <a:pt x="854692" y="785122"/>
                  <a:pt x="854692" y="801891"/>
                </a:cubicBezTo>
                <a:cubicBezTo>
                  <a:pt x="854692" y="818661"/>
                  <a:pt x="841098" y="832255"/>
                  <a:pt x="824329" y="832255"/>
                </a:cubicBezTo>
                <a:cubicBezTo>
                  <a:pt x="807559" y="832255"/>
                  <a:pt x="793965" y="818661"/>
                  <a:pt x="793965" y="801891"/>
                </a:cubicBezTo>
                <a:cubicBezTo>
                  <a:pt x="793965" y="785122"/>
                  <a:pt x="807559" y="771528"/>
                  <a:pt x="824329" y="771528"/>
                </a:cubicBezTo>
                <a:close/>
                <a:moveTo>
                  <a:pt x="751774" y="771528"/>
                </a:moveTo>
                <a:cubicBezTo>
                  <a:pt x="768544" y="771528"/>
                  <a:pt x="782138" y="785122"/>
                  <a:pt x="782138" y="801891"/>
                </a:cubicBezTo>
                <a:cubicBezTo>
                  <a:pt x="782138" y="818661"/>
                  <a:pt x="768544" y="832255"/>
                  <a:pt x="751774" y="832255"/>
                </a:cubicBezTo>
                <a:cubicBezTo>
                  <a:pt x="735005" y="832255"/>
                  <a:pt x="721411" y="818661"/>
                  <a:pt x="721411" y="801891"/>
                </a:cubicBezTo>
                <a:cubicBezTo>
                  <a:pt x="721411" y="785122"/>
                  <a:pt x="735005" y="771528"/>
                  <a:pt x="751774" y="771528"/>
                </a:cubicBezTo>
                <a:close/>
                <a:moveTo>
                  <a:pt x="679220" y="771528"/>
                </a:moveTo>
                <a:cubicBezTo>
                  <a:pt x="695989" y="771528"/>
                  <a:pt x="709583" y="785122"/>
                  <a:pt x="709583" y="801891"/>
                </a:cubicBezTo>
                <a:cubicBezTo>
                  <a:pt x="709583" y="818661"/>
                  <a:pt x="695989" y="832255"/>
                  <a:pt x="679220" y="832255"/>
                </a:cubicBezTo>
                <a:cubicBezTo>
                  <a:pt x="662450" y="832255"/>
                  <a:pt x="648856" y="818661"/>
                  <a:pt x="648856" y="801891"/>
                </a:cubicBezTo>
                <a:cubicBezTo>
                  <a:pt x="648856" y="785122"/>
                  <a:pt x="662450" y="771528"/>
                  <a:pt x="679220" y="771528"/>
                </a:cubicBezTo>
                <a:close/>
                <a:moveTo>
                  <a:pt x="606665" y="771528"/>
                </a:moveTo>
                <a:cubicBezTo>
                  <a:pt x="623435" y="771528"/>
                  <a:pt x="637029" y="785122"/>
                  <a:pt x="637029" y="801891"/>
                </a:cubicBezTo>
                <a:cubicBezTo>
                  <a:pt x="637029" y="818661"/>
                  <a:pt x="623435" y="832255"/>
                  <a:pt x="606665" y="832255"/>
                </a:cubicBezTo>
                <a:cubicBezTo>
                  <a:pt x="589896" y="832255"/>
                  <a:pt x="576302" y="818661"/>
                  <a:pt x="576302" y="801891"/>
                </a:cubicBezTo>
                <a:cubicBezTo>
                  <a:pt x="576302" y="785122"/>
                  <a:pt x="589896" y="771528"/>
                  <a:pt x="606665" y="771528"/>
                </a:cubicBezTo>
                <a:close/>
                <a:moveTo>
                  <a:pt x="534111" y="771528"/>
                </a:moveTo>
                <a:cubicBezTo>
                  <a:pt x="550880" y="771528"/>
                  <a:pt x="564474" y="785122"/>
                  <a:pt x="564474" y="801891"/>
                </a:cubicBezTo>
                <a:cubicBezTo>
                  <a:pt x="564474" y="818661"/>
                  <a:pt x="550880" y="832255"/>
                  <a:pt x="534111" y="832255"/>
                </a:cubicBezTo>
                <a:cubicBezTo>
                  <a:pt x="517341" y="832255"/>
                  <a:pt x="503747" y="818661"/>
                  <a:pt x="503747" y="801891"/>
                </a:cubicBezTo>
                <a:cubicBezTo>
                  <a:pt x="503747" y="785122"/>
                  <a:pt x="517341" y="771528"/>
                  <a:pt x="534111" y="771528"/>
                </a:cubicBezTo>
                <a:close/>
                <a:moveTo>
                  <a:pt x="461556" y="771528"/>
                </a:moveTo>
                <a:cubicBezTo>
                  <a:pt x="478326" y="771528"/>
                  <a:pt x="491920" y="785122"/>
                  <a:pt x="491920" y="801891"/>
                </a:cubicBezTo>
                <a:cubicBezTo>
                  <a:pt x="491920" y="818661"/>
                  <a:pt x="478326" y="832255"/>
                  <a:pt x="461556" y="832255"/>
                </a:cubicBezTo>
                <a:cubicBezTo>
                  <a:pt x="444787" y="832255"/>
                  <a:pt x="431192" y="818661"/>
                  <a:pt x="431192" y="801891"/>
                </a:cubicBezTo>
                <a:cubicBezTo>
                  <a:pt x="431192" y="785122"/>
                  <a:pt x="444787" y="771528"/>
                  <a:pt x="461556" y="771528"/>
                </a:cubicBezTo>
                <a:close/>
                <a:moveTo>
                  <a:pt x="389002" y="771528"/>
                </a:moveTo>
                <a:cubicBezTo>
                  <a:pt x="405771" y="771528"/>
                  <a:pt x="419365" y="785122"/>
                  <a:pt x="419365" y="801891"/>
                </a:cubicBezTo>
                <a:cubicBezTo>
                  <a:pt x="419365" y="818661"/>
                  <a:pt x="405771" y="832255"/>
                  <a:pt x="389002" y="832255"/>
                </a:cubicBezTo>
                <a:cubicBezTo>
                  <a:pt x="372232" y="832255"/>
                  <a:pt x="358638" y="818661"/>
                  <a:pt x="358638" y="801891"/>
                </a:cubicBezTo>
                <a:cubicBezTo>
                  <a:pt x="358638" y="785122"/>
                  <a:pt x="372232" y="771528"/>
                  <a:pt x="389002" y="771528"/>
                </a:cubicBezTo>
                <a:close/>
                <a:moveTo>
                  <a:pt x="316447" y="771528"/>
                </a:moveTo>
                <a:cubicBezTo>
                  <a:pt x="333216" y="771528"/>
                  <a:pt x="346810" y="785122"/>
                  <a:pt x="346810" y="801891"/>
                </a:cubicBezTo>
                <a:cubicBezTo>
                  <a:pt x="346810" y="818661"/>
                  <a:pt x="333216" y="832255"/>
                  <a:pt x="316447" y="832255"/>
                </a:cubicBezTo>
                <a:cubicBezTo>
                  <a:pt x="299677" y="832255"/>
                  <a:pt x="286084" y="818661"/>
                  <a:pt x="286084" y="801891"/>
                </a:cubicBezTo>
                <a:cubicBezTo>
                  <a:pt x="286084" y="785122"/>
                  <a:pt x="299677" y="771528"/>
                  <a:pt x="316447" y="771528"/>
                </a:cubicBezTo>
                <a:close/>
                <a:moveTo>
                  <a:pt x="243892" y="771528"/>
                </a:moveTo>
                <a:cubicBezTo>
                  <a:pt x="260662" y="771528"/>
                  <a:pt x="274256" y="785122"/>
                  <a:pt x="274256" y="801891"/>
                </a:cubicBezTo>
                <a:cubicBezTo>
                  <a:pt x="274256" y="818661"/>
                  <a:pt x="260662" y="832255"/>
                  <a:pt x="243892" y="832255"/>
                </a:cubicBezTo>
                <a:cubicBezTo>
                  <a:pt x="227123" y="832255"/>
                  <a:pt x="213529" y="818661"/>
                  <a:pt x="213529" y="801891"/>
                </a:cubicBezTo>
                <a:cubicBezTo>
                  <a:pt x="213529" y="785122"/>
                  <a:pt x="227123" y="771528"/>
                  <a:pt x="243892" y="771528"/>
                </a:cubicBezTo>
                <a:close/>
                <a:moveTo>
                  <a:pt x="171339" y="771528"/>
                </a:moveTo>
                <a:cubicBezTo>
                  <a:pt x="188107" y="771528"/>
                  <a:pt x="201701" y="785122"/>
                  <a:pt x="201701" y="801891"/>
                </a:cubicBezTo>
                <a:cubicBezTo>
                  <a:pt x="201701" y="818661"/>
                  <a:pt x="188107" y="832255"/>
                  <a:pt x="171339" y="832255"/>
                </a:cubicBezTo>
                <a:cubicBezTo>
                  <a:pt x="154656" y="832255"/>
                  <a:pt x="141062" y="818661"/>
                  <a:pt x="141062" y="801891"/>
                </a:cubicBezTo>
                <a:cubicBezTo>
                  <a:pt x="141062" y="785122"/>
                  <a:pt x="154656" y="771528"/>
                  <a:pt x="171339" y="771528"/>
                </a:cubicBezTo>
                <a:close/>
                <a:moveTo>
                  <a:pt x="98884" y="771528"/>
                </a:moveTo>
                <a:cubicBezTo>
                  <a:pt x="115646" y="771528"/>
                  <a:pt x="129240" y="785122"/>
                  <a:pt x="129240" y="801891"/>
                </a:cubicBezTo>
                <a:cubicBezTo>
                  <a:pt x="129240" y="818661"/>
                  <a:pt x="115646" y="832255"/>
                  <a:pt x="98884" y="832255"/>
                </a:cubicBezTo>
                <a:cubicBezTo>
                  <a:pt x="82112" y="832255"/>
                  <a:pt x="68517" y="818661"/>
                  <a:pt x="68517" y="801891"/>
                </a:cubicBezTo>
                <a:cubicBezTo>
                  <a:pt x="68517" y="785122"/>
                  <a:pt x="82112" y="771528"/>
                  <a:pt x="98884" y="771528"/>
                </a:cubicBezTo>
                <a:close/>
                <a:moveTo>
                  <a:pt x="26329" y="771528"/>
                </a:moveTo>
                <a:cubicBezTo>
                  <a:pt x="43093" y="771528"/>
                  <a:pt x="56688" y="785122"/>
                  <a:pt x="56688" y="801891"/>
                </a:cubicBezTo>
                <a:cubicBezTo>
                  <a:pt x="56688" y="818661"/>
                  <a:pt x="43093" y="832255"/>
                  <a:pt x="26329" y="832255"/>
                </a:cubicBezTo>
                <a:cubicBezTo>
                  <a:pt x="17944" y="832255"/>
                  <a:pt x="10353" y="828857"/>
                  <a:pt x="4858" y="823362"/>
                </a:cubicBezTo>
                <a:lnTo>
                  <a:pt x="0" y="811633"/>
                </a:lnTo>
                <a:lnTo>
                  <a:pt x="0" y="792150"/>
                </a:lnTo>
                <a:lnTo>
                  <a:pt x="4858" y="780421"/>
                </a:lnTo>
                <a:cubicBezTo>
                  <a:pt x="10353" y="774927"/>
                  <a:pt x="17944" y="771528"/>
                  <a:pt x="26329" y="771528"/>
                </a:cubicBezTo>
                <a:close/>
                <a:moveTo>
                  <a:pt x="1622429" y="691076"/>
                </a:moveTo>
                <a:cubicBezTo>
                  <a:pt x="1630814" y="691076"/>
                  <a:pt x="1638404" y="694475"/>
                  <a:pt x="1643899" y="699969"/>
                </a:cubicBezTo>
                <a:lnTo>
                  <a:pt x="1647739" y="709237"/>
                </a:lnTo>
                <a:lnTo>
                  <a:pt x="1644828" y="728305"/>
                </a:lnTo>
                <a:lnTo>
                  <a:pt x="1640480" y="745215"/>
                </a:lnTo>
                <a:lnTo>
                  <a:pt x="1634248" y="749417"/>
                </a:lnTo>
                <a:cubicBezTo>
                  <a:pt x="1630615" y="750953"/>
                  <a:pt x="1626621" y="751803"/>
                  <a:pt x="1622429" y="751803"/>
                </a:cubicBezTo>
                <a:cubicBezTo>
                  <a:pt x="1605659" y="751803"/>
                  <a:pt x="1592066" y="738209"/>
                  <a:pt x="1592066" y="721440"/>
                </a:cubicBezTo>
                <a:cubicBezTo>
                  <a:pt x="1592066" y="704670"/>
                  <a:pt x="1605659" y="691076"/>
                  <a:pt x="1622429" y="691076"/>
                </a:cubicBezTo>
                <a:close/>
                <a:moveTo>
                  <a:pt x="1549874" y="691076"/>
                </a:moveTo>
                <a:cubicBezTo>
                  <a:pt x="1566644" y="691076"/>
                  <a:pt x="1580238" y="704670"/>
                  <a:pt x="1580238" y="721440"/>
                </a:cubicBezTo>
                <a:cubicBezTo>
                  <a:pt x="1580238" y="738209"/>
                  <a:pt x="1566644" y="751803"/>
                  <a:pt x="1549874" y="751803"/>
                </a:cubicBezTo>
                <a:cubicBezTo>
                  <a:pt x="1533105" y="751803"/>
                  <a:pt x="1519511" y="738209"/>
                  <a:pt x="1519511" y="721440"/>
                </a:cubicBezTo>
                <a:cubicBezTo>
                  <a:pt x="1519511" y="704670"/>
                  <a:pt x="1533105" y="691076"/>
                  <a:pt x="1549874" y="691076"/>
                </a:cubicBezTo>
                <a:close/>
                <a:moveTo>
                  <a:pt x="1477320" y="691076"/>
                </a:moveTo>
                <a:cubicBezTo>
                  <a:pt x="1494089" y="691076"/>
                  <a:pt x="1507683" y="704670"/>
                  <a:pt x="1507683" y="721440"/>
                </a:cubicBezTo>
                <a:cubicBezTo>
                  <a:pt x="1507683" y="738209"/>
                  <a:pt x="1494089" y="751803"/>
                  <a:pt x="1477320" y="751803"/>
                </a:cubicBezTo>
                <a:cubicBezTo>
                  <a:pt x="1460550" y="751803"/>
                  <a:pt x="1446956" y="738209"/>
                  <a:pt x="1446956" y="721440"/>
                </a:cubicBezTo>
                <a:cubicBezTo>
                  <a:pt x="1446956" y="704670"/>
                  <a:pt x="1460550" y="691076"/>
                  <a:pt x="1477320" y="691076"/>
                </a:cubicBezTo>
                <a:close/>
                <a:moveTo>
                  <a:pt x="1404765" y="691076"/>
                </a:moveTo>
                <a:cubicBezTo>
                  <a:pt x="1421535" y="691076"/>
                  <a:pt x="1435129" y="704670"/>
                  <a:pt x="1435129" y="721440"/>
                </a:cubicBezTo>
                <a:cubicBezTo>
                  <a:pt x="1435129" y="738209"/>
                  <a:pt x="1421535" y="751803"/>
                  <a:pt x="1404765" y="751803"/>
                </a:cubicBezTo>
                <a:cubicBezTo>
                  <a:pt x="1387996" y="751803"/>
                  <a:pt x="1374402" y="738209"/>
                  <a:pt x="1374402" y="721440"/>
                </a:cubicBezTo>
                <a:cubicBezTo>
                  <a:pt x="1374402" y="704670"/>
                  <a:pt x="1387996" y="691076"/>
                  <a:pt x="1404765" y="691076"/>
                </a:cubicBezTo>
                <a:close/>
                <a:moveTo>
                  <a:pt x="1332211" y="691076"/>
                </a:moveTo>
                <a:cubicBezTo>
                  <a:pt x="1348980" y="691076"/>
                  <a:pt x="1362574" y="704670"/>
                  <a:pt x="1362574" y="721440"/>
                </a:cubicBezTo>
                <a:cubicBezTo>
                  <a:pt x="1362574" y="738209"/>
                  <a:pt x="1348980" y="751803"/>
                  <a:pt x="1332211" y="751803"/>
                </a:cubicBezTo>
                <a:cubicBezTo>
                  <a:pt x="1315441" y="751803"/>
                  <a:pt x="1301847" y="738209"/>
                  <a:pt x="1301847" y="721440"/>
                </a:cubicBezTo>
                <a:cubicBezTo>
                  <a:pt x="1301847" y="704670"/>
                  <a:pt x="1315441" y="691076"/>
                  <a:pt x="1332211" y="691076"/>
                </a:cubicBezTo>
                <a:close/>
                <a:moveTo>
                  <a:pt x="1259656" y="691076"/>
                </a:moveTo>
                <a:cubicBezTo>
                  <a:pt x="1276426" y="691076"/>
                  <a:pt x="1290020" y="704670"/>
                  <a:pt x="1290020" y="721440"/>
                </a:cubicBezTo>
                <a:cubicBezTo>
                  <a:pt x="1290020" y="738209"/>
                  <a:pt x="1276426" y="751803"/>
                  <a:pt x="1259656" y="751803"/>
                </a:cubicBezTo>
                <a:cubicBezTo>
                  <a:pt x="1242887" y="751803"/>
                  <a:pt x="1229293" y="738209"/>
                  <a:pt x="1229293" y="721440"/>
                </a:cubicBezTo>
                <a:cubicBezTo>
                  <a:pt x="1229293" y="704670"/>
                  <a:pt x="1242887" y="691076"/>
                  <a:pt x="1259656" y="691076"/>
                </a:cubicBezTo>
                <a:close/>
                <a:moveTo>
                  <a:pt x="1187102" y="691076"/>
                </a:moveTo>
                <a:cubicBezTo>
                  <a:pt x="1203871" y="691076"/>
                  <a:pt x="1217465" y="704670"/>
                  <a:pt x="1217465" y="721440"/>
                </a:cubicBezTo>
                <a:cubicBezTo>
                  <a:pt x="1217465" y="738209"/>
                  <a:pt x="1203871" y="751803"/>
                  <a:pt x="1187102" y="751803"/>
                </a:cubicBezTo>
                <a:cubicBezTo>
                  <a:pt x="1170332" y="751803"/>
                  <a:pt x="1156738" y="738209"/>
                  <a:pt x="1156738" y="721440"/>
                </a:cubicBezTo>
                <a:cubicBezTo>
                  <a:pt x="1156738" y="704670"/>
                  <a:pt x="1170332" y="691076"/>
                  <a:pt x="1187102" y="691076"/>
                </a:cubicBezTo>
                <a:close/>
                <a:moveTo>
                  <a:pt x="1114547" y="691076"/>
                </a:moveTo>
                <a:cubicBezTo>
                  <a:pt x="1131317" y="691076"/>
                  <a:pt x="1144911" y="704670"/>
                  <a:pt x="1144911" y="721440"/>
                </a:cubicBezTo>
                <a:cubicBezTo>
                  <a:pt x="1144911" y="738209"/>
                  <a:pt x="1131317" y="751803"/>
                  <a:pt x="1114547" y="751803"/>
                </a:cubicBezTo>
                <a:cubicBezTo>
                  <a:pt x="1097778" y="751803"/>
                  <a:pt x="1084184" y="738209"/>
                  <a:pt x="1084184" y="721440"/>
                </a:cubicBezTo>
                <a:cubicBezTo>
                  <a:pt x="1084184" y="704670"/>
                  <a:pt x="1097778" y="691076"/>
                  <a:pt x="1114547" y="691076"/>
                </a:cubicBezTo>
                <a:close/>
                <a:moveTo>
                  <a:pt x="1041993" y="691076"/>
                </a:moveTo>
                <a:cubicBezTo>
                  <a:pt x="1058762" y="691076"/>
                  <a:pt x="1072356" y="704670"/>
                  <a:pt x="1072356" y="721440"/>
                </a:cubicBezTo>
                <a:cubicBezTo>
                  <a:pt x="1072356" y="738209"/>
                  <a:pt x="1058762" y="751803"/>
                  <a:pt x="1041993" y="751803"/>
                </a:cubicBezTo>
                <a:cubicBezTo>
                  <a:pt x="1025223" y="751803"/>
                  <a:pt x="1011629" y="738209"/>
                  <a:pt x="1011629" y="721440"/>
                </a:cubicBezTo>
                <a:cubicBezTo>
                  <a:pt x="1011629" y="704670"/>
                  <a:pt x="1025223" y="691076"/>
                  <a:pt x="1041993" y="691076"/>
                </a:cubicBezTo>
                <a:close/>
                <a:moveTo>
                  <a:pt x="969438" y="691076"/>
                </a:moveTo>
                <a:cubicBezTo>
                  <a:pt x="986208" y="691076"/>
                  <a:pt x="999801" y="704670"/>
                  <a:pt x="999801" y="721440"/>
                </a:cubicBezTo>
                <a:cubicBezTo>
                  <a:pt x="999801" y="738209"/>
                  <a:pt x="986208" y="751803"/>
                  <a:pt x="969438" y="751803"/>
                </a:cubicBezTo>
                <a:cubicBezTo>
                  <a:pt x="952669" y="751803"/>
                  <a:pt x="939075" y="738209"/>
                  <a:pt x="939075" y="721440"/>
                </a:cubicBezTo>
                <a:cubicBezTo>
                  <a:pt x="939075" y="704670"/>
                  <a:pt x="952669" y="691076"/>
                  <a:pt x="969438" y="691076"/>
                </a:cubicBezTo>
                <a:close/>
                <a:moveTo>
                  <a:pt x="896883" y="691076"/>
                </a:moveTo>
                <a:cubicBezTo>
                  <a:pt x="913653" y="691076"/>
                  <a:pt x="927247" y="704670"/>
                  <a:pt x="927247" y="721440"/>
                </a:cubicBezTo>
                <a:cubicBezTo>
                  <a:pt x="927247" y="738209"/>
                  <a:pt x="913653" y="751803"/>
                  <a:pt x="896883" y="751803"/>
                </a:cubicBezTo>
                <a:cubicBezTo>
                  <a:pt x="880114" y="751803"/>
                  <a:pt x="866520" y="738209"/>
                  <a:pt x="866520" y="721440"/>
                </a:cubicBezTo>
                <a:cubicBezTo>
                  <a:pt x="866520" y="704670"/>
                  <a:pt x="880114" y="691076"/>
                  <a:pt x="896883" y="691076"/>
                </a:cubicBezTo>
                <a:close/>
                <a:moveTo>
                  <a:pt x="824329" y="691076"/>
                </a:moveTo>
                <a:cubicBezTo>
                  <a:pt x="841098" y="691076"/>
                  <a:pt x="854692" y="704670"/>
                  <a:pt x="854692" y="721440"/>
                </a:cubicBezTo>
                <a:cubicBezTo>
                  <a:pt x="854692" y="738209"/>
                  <a:pt x="841098" y="751803"/>
                  <a:pt x="824329" y="751803"/>
                </a:cubicBezTo>
                <a:cubicBezTo>
                  <a:pt x="807559" y="751803"/>
                  <a:pt x="793965" y="738209"/>
                  <a:pt x="793965" y="721440"/>
                </a:cubicBezTo>
                <a:cubicBezTo>
                  <a:pt x="793965" y="704670"/>
                  <a:pt x="807559" y="691076"/>
                  <a:pt x="824329" y="691076"/>
                </a:cubicBezTo>
                <a:close/>
                <a:moveTo>
                  <a:pt x="751774" y="691076"/>
                </a:moveTo>
                <a:cubicBezTo>
                  <a:pt x="768544" y="691076"/>
                  <a:pt x="782138" y="704670"/>
                  <a:pt x="782138" y="721440"/>
                </a:cubicBezTo>
                <a:cubicBezTo>
                  <a:pt x="782138" y="738209"/>
                  <a:pt x="768544" y="751803"/>
                  <a:pt x="751774" y="751803"/>
                </a:cubicBezTo>
                <a:cubicBezTo>
                  <a:pt x="735005" y="751803"/>
                  <a:pt x="721411" y="738209"/>
                  <a:pt x="721411" y="721440"/>
                </a:cubicBezTo>
                <a:cubicBezTo>
                  <a:pt x="721411" y="704670"/>
                  <a:pt x="735005" y="691076"/>
                  <a:pt x="751774" y="691076"/>
                </a:cubicBezTo>
                <a:close/>
                <a:moveTo>
                  <a:pt x="679220" y="691076"/>
                </a:moveTo>
                <a:cubicBezTo>
                  <a:pt x="695989" y="691076"/>
                  <a:pt x="709583" y="704670"/>
                  <a:pt x="709583" y="721440"/>
                </a:cubicBezTo>
                <a:cubicBezTo>
                  <a:pt x="709583" y="738209"/>
                  <a:pt x="695989" y="751803"/>
                  <a:pt x="679220" y="751803"/>
                </a:cubicBezTo>
                <a:cubicBezTo>
                  <a:pt x="662450" y="751803"/>
                  <a:pt x="648856" y="738209"/>
                  <a:pt x="648856" y="721440"/>
                </a:cubicBezTo>
                <a:cubicBezTo>
                  <a:pt x="648856" y="704670"/>
                  <a:pt x="662450" y="691076"/>
                  <a:pt x="679220" y="691076"/>
                </a:cubicBezTo>
                <a:close/>
                <a:moveTo>
                  <a:pt x="606665" y="691076"/>
                </a:moveTo>
                <a:cubicBezTo>
                  <a:pt x="623435" y="691076"/>
                  <a:pt x="637029" y="704670"/>
                  <a:pt x="637029" y="721440"/>
                </a:cubicBezTo>
                <a:cubicBezTo>
                  <a:pt x="637029" y="738209"/>
                  <a:pt x="623435" y="751803"/>
                  <a:pt x="606665" y="751803"/>
                </a:cubicBezTo>
                <a:cubicBezTo>
                  <a:pt x="589896" y="751803"/>
                  <a:pt x="576302" y="738209"/>
                  <a:pt x="576302" y="721440"/>
                </a:cubicBezTo>
                <a:cubicBezTo>
                  <a:pt x="576302" y="704670"/>
                  <a:pt x="589896" y="691076"/>
                  <a:pt x="606665" y="691076"/>
                </a:cubicBezTo>
                <a:close/>
                <a:moveTo>
                  <a:pt x="534111" y="691076"/>
                </a:moveTo>
                <a:cubicBezTo>
                  <a:pt x="550880" y="691076"/>
                  <a:pt x="564474" y="704670"/>
                  <a:pt x="564474" y="721440"/>
                </a:cubicBezTo>
                <a:cubicBezTo>
                  <a:pt x="564474" y="738209"/>
                  <a:pt x="550880" y="751803"/>
                  <a:pt x="534111" y="751803"/>
                </a:cubicBezTo>
                <a:cubicBezTo>
                  <a:pt x="517341" y="751803"/>
                  <a:pt x="503747" y="738209"/>
                  <a:pt x="503747" y="721440"/>
                </a:cubicBezTo>
                <a:cubicBezTo>
                  <a:pt x="503747" y="704670"/>
                  <a:pt x="517341" y="691076"/>
                  <a:pt x="534111" y="691076"/>
                </a:cubicBezTo>
                <a:close/>
                <a:moveTo>
                  <a:pt x="461556" y="691076"/>
                </a:moveTo>
                <a:cubicBezTo>
                  <a:pt x="478326" y="691076"/>
                  <a:pt x="491920" y="704670"/>
                  <a:pt x="491920" y="721440"/>
                </a:cubicBezTo>
                <a:cubicBezTo>
                  <a:pt x="491920" y="738209"/>
                  <a:pt x="478326" y="751803"/>
                  <a:pt x="461556" y="751803"/>
                </a:cubicBezTo>
                <a:cubicBezTo>
                  <a:pt x="444787" y="751803"/>
                  <a:pt x="431192" y="738209"/>
                  <a:pt x="431192" y="721440"/>
                </a:cubicBezTo>
                <a:cubicBezTo>
                  <a:pt x="431192" y="704670"/>
                  <a:pt x="444787" y="691076"/>
                  <a:pt x="461556" y="691076"/>
                </a:cubicBezTo>
                <a:close/>
                <a:moveTo>
                  <a:pt x="389002" y="691076"/>
                </a:moveTo>
                <a:cubicBezTo>
                  <a:pt x="405771" y="691076"/>
                  <a:pt x="419365" y="704670"/>
                  <a:pt x="419365" y="721440"/>
                </a:cubicBezTo>
                <a:cubicBezTo>
                  <a:pt x="419365" y="738209"/>
                  <a:pt x="405771" y="751803"/>
                  <a:pt x="389002" y="751803"/>
                </a:cubicBezTo>
                <a:cubicBezTo>
                  <a:pt x="372232" y="751803"/>
                  <a:pt x="358638" y="738209"/>
                  <a:pt x="358638" y="721440"/>
                </a:cubicBezTo>
                <a:cubicBezTo>
                  <a:pt x="358638" y="704670"/>
                  <a:pt x="372232" y="691076"/>
                  <a:pt x="389002" y="691076"/>
                </a:cubicBezTo>
                <a:close/>
                <a:moveTo>
                  <a:pt x="316447" y="691076"/>
                </a:moveTo>
                <a:cubicBezTo>
                  <a:pt x="333216" y="691076"/>
                  <a:pt x="346810" y="704670"/>
                  <a:pt x="346810" y="721440"/>
                </a:cubicBezTo>
                <a:cubicBezTo>
                  <a:pt x="346810" y="738209"/>
                  <a:pt x="333216" y="751803"/>
                  <a:pt x="316447" y="751803"/>
                </a:cubicBezTo>
                <a:cubicBezTo>
                  <a:pt x="299677" y="751803"/>
                  <a:pt x="286084" y="738209"/>
                  <a:pt x="286084" y="721440"/>
                </a:cubicBezTo>
                <a:cubicBezTo>
                  <a:pt x="286084" y="704670"/>
                  <a:pt x="299677" y="691076"/>
                  <a:pt x="316447" y="691076"/>
                </a:cubicBezTo>
                <a:close/>
                <a:moveTo>
                  <a:pt x="243892" y="691076"/>
                </a:moveTo>
                <a:cubicBezTo>
                  <a:pt x="260662" y="691076"/>
                  <a:pt x="274256" y="704670"/>
                  <a:pt x="274256" y="721440"/>
                </a:cubicBezTo>
                <a:cubicBezTo>
                  <a:pt x="274256" y="738209"/>
                  <a:pt x="260662" y="751803"/>
                  <a:pt x="243892" y="751803"/>
                </a:cubicBezTo>
                <a:cubicBezTo>
                  <a:pt x="227123" y="751803"/>
                  <a:pt x="213529" y="738209"/>
                  <a:pt x="213529" y="721440"/>
                </a:cubicBezTo>
                <a:cubicBezTo>
                  <a:pt x="213529" y="704670"/>
                  <a:pt x="227123" y="691076"/>
                  <a:pt x="243892" y="691076"/>
                </a:cubicBezTo>
                <a:close/>
                <a:moveTo>
                  <a:pt x="171339" y="691076"/>
                </a:moveTo>
                <a:cubicBezTo>
                  <a:pt x="188107" y="691076"/>
                  <a:pt x="201701" y="704670"/>
                  <a:pt x="201701" y="721440"/>
                </a:cubicBezTo>
                <a:cubicBezTo>
                  <a:pt x="201701" y="738209"/>
                  <a:pt x="188107" y="751803"/>
                  <a:pt x="171339" y="751803"/>
                </a:cubicBezTo>
                <a:cubicBezTo>
                  <a:pt x="154662" y="751803"/>
                  <a:pt x="141067" y="738209"/>
                  <a:pt x="141067" y="721440"/>
                </a:cubicBezTo>
                <a:cubicBezTo>
                  <a:pt x="141067" y="704670"/>
                  <a:pt x="154662" y="691076"/>
                  <a:pt x="171339" y="691076"/>
                </a:cubicBezTo>
                <a:close/>
                <a:moveTo>
                  <a:pt x="98890" y="691076"/>
                </a:moveTo>
                <a:cubicBezTo>
                  <a:pt x="115653" y="691076"/>
                  <a:pt x="129246" y="704670"/>
                  <a:pt x="129246" y="721440"/>
                </a:cubicBezTo>
                <a:cubicBezTo>
                  <a:pt x="129246" y="738209"/>
                  <a:pt x="115653" y="751803"/>
                  <a:pt x="98890" y="751803"/>
                </a:cubicBezTo>
                <a:cubicBezTo>
                  <a:pt x="82117" y="751803"/>
                  <a:pt x="68523" y="738209"/>
                  <a:pt x="68523" y="721440"/>
                </a:cubicBezTo>
                <a:cubicBezTo>
                  <a:pt x="68523" y="704670"/>
                  <a:pt x="82117" y="691076"/>
                  <a:pt x="98890" y="691076"/>
                </a:cubicBezTo>
                <a:close/>
                <a:moveTo>
                  <a:pt x="26336" y="691076"/>
                </a:moveTo>
                <a:cubicBezTo>
                  <a:pt x="43099" y="691076"/>
                  <a:pt x="56694" y="704670"/>
                  <a:pt x="56694" y="721440"/>
                </a:cubicBezTo>
                <a:cubicBezTo>
                  <a:pt x="56694" y="738209"/>
                  <a:pt x="43099" y="751803"/>
                  <a:pt x="26336" y="751803"/>
                </a:cubicBezTo>
                <a:cubicBezTo>
                  <a:pt x="17950" y="751803"/>
                  <a:pt x="10359" y="748405"/>
                  <a:pt x="4864" y="742910"/>
                </a:cubicBezTo>
                <a:lnTo>
                  <a:pt x="0" y="731167"/>
                </a:lnTo>
                <a:lnTo>
                  <a:pt x="0" y="711713"/>
                </a:lnTo>
                <a:lnTo>
                  <a:pt x="4864" y="699969"/>
                </a:lnTo>
                <a:cubicBezTo>
                  <a:pt x="10359" y="694475"/>
                  <a:pt x="17950" y="691076"/>
                  <a:pt x="26336" y="691076"/>
                </a:cubicBezTo>
                <a:close/>
                <a:moveTo>
                  <a:pt x="1622429" y="610624"/>
                </a:moveTo>
                <a:cubicBezTo>
                  <a:pt x="1639199" y="610624"/>
                  <a:pt x="1652792" y="624218"/>
                  <a:pt x="1652792" y="640988"/>
                </a:cubicBezTo>
                <a:cubicBezTo>
                  <a:pt x="1652792" y="657757"/>
                  <a:pt x="1639199" y="671351"/>
                  <a:pt x="1622429" y="671351"/>
                </a:cubicBezTo>
                <a:cubicBezTo>
                  <a:pt x="1605659" y="671351"/>
                  <a:pt x="1592066" y="657757"/>
                  <a:pt x="1592066" y="640988"/>
                </a:cubicBezTo>
                <a:cubicBezTo>
                  <a:pt x="1592066" y="624218"/>
                  <a:pt x="1605659" y="610624"/>
                  <a:pt x="1622429" y="610624"/>
                </a:cubicBezTo>
                <a:close/>
                <a:moveTo>
                  <a:pt x="1549874" y="610624"/>
                </a:moveTo>
                <a:cubicBezTo>
                  <a:pt x="1566644" y="610624"/>
                  <a:pt x="1580238" y="624218"/>
                  <a:pt x="1580238" y="640988"/>
                </a:cubicBezTo>
                <a:cubicBezTo>
                  <a:pt x="1580238" y="657757"/>
                  <a:pt x="1566644" y="671351"/>
                  <a:pt x="1549874" y="671351"/>
                </a:cubicBezTo>
                <a:cubicBezTo>
                  <a:pt x="1533105" y="671351"/>
                  <a:pt x="1519511" y="657757"/>
                  <a:pt x="1519511" y="640988"/>
                </a:cubicBezTo>
                <a:cubicBezTo>
                  <a:pt x="1519511" y="624218"/>
                  <a:pt x="1533105" y="610624"/>
                  <a:pt x="1549874" y="610624"/>
                </a:cubicBezTo>
                <a:close/>
                <a:moveTo>
                  <a:pt x="1477320" y="610624"/>
                </a:moveTo>
                <a:cubicBezTo>
                  <a:pt x="1494089" y="610624"/>
                  <a:pt x="1507683" y="624218"/>
                  <a:pt x="1507683" y="640988"/>
                </a:cubicBezTo>
                <a:cubicBezTo>
                  <a:pt x="1507683" y="657757"/>
                  <a:pt x="1494089" y="671351"/>
                  <a:pt x="1477320" y="671351"/>
                </a:cubicBezTo>
                <a:cubicBezTo>
                  <a:pt x="1460550" y="671351"/>
                  <a:pt x="1446956" y="657757"/>
                  <a:pt x="1446956" y="640988"/>
                </a:cubicBezTo>
                <a:cubicBezTo>
                  <a:pt x="1446956" y="624218"/>
                  <a:pt x="1460550" y="610624"/>
                  <a:pt x="1477320" y="610624"/>
                </a:cubicBezTo>
                <a:close/>
                <a:moveTo>
                  <a:pt x="1404765" y="610624"/>
                </a:moveTo>
                <a:cubicBezTo>
                  <a:pt x="1421535" y="610624"/>
                  <a:pt x="1435129" y="624218"/>
                  <a:pt x="1435129" y="640988"/>
                </a:cubicBezTo>
                <a:cubicBezTo>
                  <a:pt x="1435129" y="657757"/>
                  <a:pt x="1421535" y="671351"/>
                  <a:pt x="1404765" y="671351"/>
                </a:cubicBezTo>
                <a:cubicBezTo>
                  <a:pt x="1387996" y="671351"/>
                  <a:pt x="1374402" y="657757"/>
                  <a:pt x="1374402" y="640988"/>
                </a:cubicBezTo>
                <a:cubicBezTo>
                  <a:pt x="1374402" y="624218"/>
                  <a:pt x="1387996" y="610624"/>
                  <a:pt x="1404765" y="610624"/>
                </a:cubicBezTo>
                <a:close/>
                <a:moveTo>
                  <a:pt x="1332211" y="610624"/>
                </a:moveTo>
                <a:cubicBezTo>
                  <a:pt x="1348980" y="610624"/>
                  <a:pt x="1362574" y="624218"/>
                  <a:pt x="1362574" y="640988"/>
                </a:cubicBezTo>
                <a:cubicBezTo>
                  <a:pt x="1362574" y="657757"/>
                  <a:pt x="1348980" y="671351"/>
                  <a:pt x="1332211" y="671351"/>
                </a:cubicBezTo>
                <a:cubicBezTo>
                  <a:pt x="1315441" y="671351"/>
                  <a:pt x="1301847" y="657757"/>
                  <a:pt x="1301847" y="640988"/>
                </a:cubicBezTo>
                <a:cubicBezTo>
                  <a:pt x="1301847" y="624218"/>
                  <a:pt x="1315441" y="610624"/>
                  <a:pt x="1332211" y="610624"/>
                </a:cubicBezTo>
                <a:close/>
                <a:moveTo>
                  <a:pt x="1259656" y="610624"/>
                </a:moveTo>
                <a:cubicBezTo>
                  <a:pt x="1276426" y="610624"/>
                  <a:pt x="1290020" y="624218"/>
                  <a:pt x="1290020" y="640988"/>
                </a:cubicBezTo>
                <a:cubicBezTo>
                  <a:pt x="1290020" y="657757"/>
                  <a:pt x="1276426" y="671351"/>
                  <a:pt x="1259656" y="671351"/>
                </a:cubicBezTo>
                <a:cubicBezTo>
                  <a:pt x="1242887" y="671351"/>
                  <a:pt x="1229293" y="657757"/>
                  <a:pt x="1229293" y="640988"/>
                </a:cubicBezTo>
                <a:cubicBezTo>
                  <a:pt x="1229293" y="624218"/>
                  <a:pt x="1242887" y="610624"/>
                  <a:pt x="1259656" y="610624"/>
                </a:cubicBezTo>
                <a:close/>
                <a:moveTo>
                  <a:pt x="1187102" y="610624"/>
                </a:moveTo>
                <a:cubicBezTo>
                  <a:pt x="1203871" y="610624"/>
                  <a:pt x="1217465" y="624218"/>
                  <a:pt x="1217465" y="640988"/>
                </a:cubicBezTo>
                <a:cubicBezTo>
                  <a:pt x="1217465" y="657757"/>
                  <a:pt x="1203871" y="671351"/>
                  <a:pt x="1187102" y="671351"/>
                </a:cubicBezTo>
                <a:cubicBezTo>
                  <a:pt x="1170332" y="671351"/>
                  <a:pt x="1156738" y="657757"/>
                  <a:pt x="1156738" y="640988"/>
                </a:cubicBezTo>
                <a:cubicBezTo>
                  <a:pt x="1156738" y="624218"/>
                  <a:pt x="1170332" y="610624"/>
                  <a:pt x="1187102" y="610624"/>
                </a:cubicBezTo>
                <a:close/>
                <a:moveTo>
                  <a:pt x="1114547" y="610624"/>
                </a:moveTo>
                <a:cubicBezTo>
                  <a:pt x="1131317" y="610624"/>
                  <a:pt x="1144911" y="624218"/>
                  <a:pt x="1144911" y="640988"/>
                </a:cubicBezTo>
                <a:cubicBezTo>
                  <a:pt x="1144911" y="657757"/>
                  <a:pt x="1131317" y="671351"/>
                  <a:pt x="1114547" y="671351"/>
                </a:cubicBezTo>
                <a:cubicBezTo>
                  <a:pt x="1097778" y="671351"/>
                  <a:pt x="1084184" y="657757"/>
                  <a:pt x="1084184" y="640988"/>
                </a:cubicBezTo>
                <a:cubicBezTo>
                  <a:pt x="1084184" y="624218"/>
                  <a:pt x="1097778" y="610624"/>
                  <a:pt x="1114547" y="610624"/>
                </a:cubicBezTo>
                <a:close/>
                <a:moveTo>
                  <a:pt x="1041993" y="610624"/>
                </a:moveTo>
                <a:cubicBezTo>
                  <a:pt x="1058762" y="610624"/>
                  <a:pt x="1072356" y="624218"/>
                  <a:pt x="1072356" y="640988"/>
                </a:cubicBezTo>
                <a:cubicBezTo>
                  <a:pt x="1072356" y="657757"/>
                  <a:pt x="1058762" y="671351"/>
                  <a:pt x="1041993" y="671351"/>
                </a:cubicBezTo>
                <a:cubicBezTo>
                  <a:pt x="1025223" y="671351"/>
                  <a:pt x="1011629" y="657757"/>
                  <a:pt x="1011629" y="640988"/>
                </a:cubicBezTo>
                <a:cubicBezTo>
                  <a:pt x="1011629" y="624218"/>
                  <a:pt x="1025223" y="610624"/>
                  <a:pt x="1041993" y="610624"/>
                </a:cubicBezTo>
                <a:close/>
                <a:moveTo>
                  <a:pt x="969438" y="610624"/>
                </a:moveTo>
                <a:cubicBezTo>
                  <a:pt x="986208" y="610624"/>
                  <a:pt x="999801" y="624218"/>
                  <a:pt x="999801" y="640988"/>
                </a:cubicBezTo>
                <a:cubicBezTo>
                  <a:pt x="999801" y="657757"/>
                  <a:pt x="986208" y="671351"/>
                  <a:pt x="969438" y="671351"/>
                </a:cubicBezTo>
                <a:cubicBezTo>
                  <a:pt x="952669" y="671351"/>
                  <a:pt x="939075" y="657757"/>
                  <a:pt x="939075" y="640988"/>
                </a:cubicBezTo>
                <a:cubicBezTo>
                  <a:pt x="939075" y="624218"/>
                  <a:pt x="952669" y="610624"/>
                  <a:pt x="969438" y="610624"/>
                </a:cubicBezTo>
                <a:close/>
                <a:moveTo>
                  <a:pt x="896883" y="610624"/>
                </a:moveTo>
                <a:cubicBezTo>
                  <a:pt x="913653" y="610624"/>
                  <a:pt x="927247" y="624218"/>
                  <a:pt x="927247" y="640988"/>
                </a:cubicBezTo>
                <a:cubicBezTo>
                  <a:pt x="927247" y="657757"/>
                  <a:pt x="913653" y="671351"/>
                  <a:pt x="896883" y="671351"/>
                </a:cubicBezTo>
                <a:cubicBezTo>
                  <a:pt x="880114" y="671351"/>
                  <a:pt x="866520" y="657757"/>
                  <a:pt x="866520" y="640988"/>
                </a:cubicBezTo>
                <a:cubicBezTo>
                  <a:pt x="866520" y="624218"/>
                  <a:pt x="880114" y="610624"/>
                  <a:pt x="896883" y="610624"/>
                </a:cubicBezTo>
                <a:close/>
                <a:moveTo>
                  <a:pt x="824329" y="610624"/>
                </a:moveTo>
                <a:cubicBezTo>
                  <a:pt x="841098" y="610624"/>
                  <a:pt x="854692" y="624218"/>
                  <a:pt x="854692" y="640988"/>
                </a:cubicBezTo>
                <a:cubicBezTo>
                  <a:pt x="854692" y="657757"/>
                  <a:pt x="841098" y="671351"/>
                  <a:pt x="824329" y="671351"/>
                </a:cubicBezTo>
                <a:cubicBezTo>
                  <a:pt x="807559" y="671351"/>
                  <a:pt x="793965" y="657757"/>
                  <a:pt x="793965" y="640988"/>
                </a:cubicBezTo>
                <a:cubicBezTo>
                  <a:pt x="793965" y="624218"/>
                  <a:pt x="807559" y="610624"/>
                  <a:pt x="824329" y="610624"/>
                </a:cubicBezTo>
                <a:close/>
                <a:moveTo>
                  <a:pt x="751774" y="610624"/>
                </a:moveTo>
                <a:cubicBezTo>
                  <a:pt x="768544" y="610624"/>
                  <a:pt x="782138" y="624218"/>
                  <a:pt x="782138" y="640988"/>
                </a:cubicBezTo>
                <a:cubicBezTo>
                  <a:pt x="782138" y="657757"/>
                  <a:pt x="768544" y="671351"/>
                  <a:pt x="751774" y="671351"/>
                </a:cubicBezTo>
                <a:cubicBezTo>
                  <a:pt x="735005" y="671351"/>
                  <a:pt x="721411" y="657757"/>
                  <a:pt x="721411" y="640988"/>
                </a:cubicBezTo>
                <a:cubicBezTo>
                  <a:pt x="721411" y="624218"/>
                  <a:pt x="735005" y="610624"/>
                  <a:pt x="751774" y="610624"/>
                </a:cubicBezTo>
                <a:close/>
                <a:moveTo>
                  <a:pt x="679220" y="610624"/>
                </a:moveTo>
                <a:cubicBezTo>
                  <a:pt x="695989" y="610624"/>
                  <a:pt x="709583" y="624218"/>
                  <a:pt x="709583" y="640988"/>
                </a:cubicBezTo>
                <a:cubicBezTo>
                  <a:pt x="709583" y="657757"/>
                  <a:pt x="695989" y="671351"/>
                  <a:pt x="679220" y="671351"/>
                </a:cubicBezTo>
                <a:cubicBezTo>
                  <a:pt x="662450" y="671351"/>
                  <a:pt x="648856" y="657757"/>
                  <a:pt x="648856" y="640988"/>
                </a:cubicBezTo>
                <a:cubicBezTo>
                  <a:pt x="648856" y="624218"/>
                  <a:pt x="662450" y="610624"/>
                  <a:pt x="679220" y="610624"/>
                </a:cubicBezTo>
                <a:close/>
                <a:moveTo>
                  <a:pt x="606665" y="610624"/>
                </a:moveTo>
                <a:cubicBezTo>
                  <a:pt x="623435" y="610624"/>
                  <a:pt x="637029" y="624218"/>
                  <a:pt x="637029" y="640988"/>
                </a:cubicBezTo>
                <a:cubicBezTo>
                  <a:pt x="637029" y="657757"/>
                  <a:pt x="623435" y="671351"/>
                  <a:pt x="606665" y="671351"/>
                </a:cubicBezTo>
                <a:cubicBezTo>
                  <a:pt x="589896" y="671351"/>
                  <a:pt x="576302" y="657757"/>
                  <a:pt x="576302" y="640988"/>
                </a:cubicBezTo>
                <a:cubicBezTo>
                  <a:pt x="576302" y="624218"/>
                  <a:pt x="589896" y="610624"/>
                  <a:pt x="606665" y="610624"/>
                </a:cubicBezTo>
                <a:close/>
                <a:moveTo>
                  <a:pt x="534111" y="610624"/>
                </a:moveTo>
                <a:cubicBezTo>
                  <a:pt x="550880" y="610624"/>
                  <a:pt x="564474" y="624218"/>
                  <a:pt x="564474" y="640988"/>
                </a:cubicBezTo>
                <a:cubicBezTo>
                  <a:pt x="564474" y="657757"/>
                  <a:pt x="550880" y="671351"/>
                  <a:pt x="534111" y="671351"/>
                </a:cubicBezTo>
                <a:cubicBezTo>
                  <a:pt x="517341" y="671351"/>
                  <a:pt x="503747" y="657757"/>
                  <a:pt x="503747" y="640988"/>
                </a:cubicBezTo>
                <a:cubicBezTo>
                  <a:pt x="503747" y="624218"/>
                  <a:pt x="517341" y="610624"/>
                  <a:pt x="534111" y="610624"/>
                </a:cubicBezTo>
                <a:close/>
                <a:moveTo>
                  <a:pt x="461556" y="610624"/>
                </a:moveTo>
                <a:cubicBezTo>
                  <a:pt x="478326" y="610624"/>
                  <a:pt x="491920" y="624218"/>
                  <a:pt x="491920" y="640988"/>
                </a:cubicBezTo>
                <a:cubicBezTo>
                  <a:pt x="491920" y="657757"/>
                  <a:pt x="478326" y="671351"/>
                  <a:pt x="461556" y="671351"/>
                </a:cubicBezTo>
                <a:cubicBezTo>
                  <a:pt x="444787" y="671351"/>
                  <a:pt x="431192" y="657757"/>
                  <a:pt x="431192" y="640988"/>
                </a:cubicBezTo>
                <a:cubicBezTo>
                  <a:pt x="431192" y="624218"/>
                  <a:pt x="444787" y="610624"/>
                  <a:pt x="461556" y="610624"/>
                </a:cubicBezTo>
                <a:close/>
                <a:moveTo>
                  <a:pt x="389002" y="610624"/>
                </a:moveTo>
                <a:cubicBezTo>
                  <a:pt x="405771" y="610624"/>
                  <a:pt x="419365" y="624218"/>
                  <a:pt x="419365" y="640988"/>
                </a:cubicBezTo>
                <a:cubicBezTo>
                  <a:pt x="419365" y="657757"/>
                  <a:pt x="405771" y="671351"/>
                  <a:pt x="389002" y="671351"/>
                </a:cubicBezTo>
                <a:cubicBezTo>
                  <a:pt x="372232" y="671351"/>
                  <a:pt x="358638" y="657757"/>
                  <a:pt x="358638" y="640988"/>
                </a:cubicBezTo>
                <a:cubicBezTo>
                  <a:pt x="358638" y="624218"/>
                  <a:pt x="372232" y="610624"/>
                  <a:pt x="389002" y="610624"/>
                </a:cubicBezTo>
                <a:close/>
                <a:moveTo>
                  <a:pt x="316447" y="610624"/>
                </a:moveTo>
                <a:cubicBezTo>
                  <a:pt x="333216" y="610624"/>
                  <a:pt x="346810" y="624218"/>
                  <a:pt x="346810" y="640988"/>
                </a:cubicBezTo>
                <a:cubicBezTo>
                  <a:pt x="346810" y="657757"/>
                  <a:pt x="333216" y="671351"/>
                  <a:pt x="316447" y="671351"/>
                </a:cubicBezTo>
                <a:cubicBezTo>
                  <a:pt x="299677" y="671351"/>
                  <a:pt x="286084" y="657757"/>
                  <a:pt x="286084" y="640988"/>
                </a:cubicBezTo>
                <a:cubicBezTo>
                  <a:pt x="286084" y="624218"/>
                  <a:pt x="299677" y="610624"/>
                  <a:pt x="316447" y="610624"/>
                </a:cubicBezTo>
                <a:close/>
                <a:moveTo>
                  <a:pt x="243892" y="610624"/>
                </a:moveTo>
                <a:cubicBezTo>
                  <a:pt x="260662" y="610624"/>
                  <a:pt x="274256" y="624218"/>
                  <a:pt x="274256" y="640988"/>
                </a:cubicBezTo>
                <a:cubicBezTo>
                  <a:pt x="274256" y="657757"/>
                  <a:pt x="260662" y="671351"/>
                  <a:pt x="243892" y="671351"/>
                </a:cubicBezTo>
                <a:cubicBezTo>
                  <a:pt x="227123" y="671351"/>
                  <a:pt x="213529" y="657757"/>
                  <a:pt x="213529" y="640988"/>
                </a:cubicBezTo>
                <a:cubicBezTo>
                  <a:pt x="213529" y="624218"/>
                  <a:pt x="227123" y="610624"/>
                  <a:pt x="243892" y="610624"/>
                </a:cubicBezTo>
                <a:close/>
                <a:moveTo>
                  <a:pt x="171339" y="610624"/>
                </a:moveTo>
                <a:cubicBezTo>
                  <a:pt x="188107" y="610624"/>
                  <a:pt x="201701" y="624218"/>
                  <a:pt x="201701" y="640988"/>
                </a:cubicBezTo>
                <a:cubicBezTo>
                  <a:pt x="201701" y="657757"/>
                  <a:pt x="188107" y="671351"/>
                  <a:pt x="171339" y="671351"/>
                </a:cubicBezTo>
                <a:cubicBezTo>
                  <a:pt x="154667" y="671351"/>
                  <a:pt x="141073" y="657757"/>
                  <a:pt x="141073" y="640988"/>
                </a:cubicBezTo>
                <a:cubicBezTo>
                  <a:pt x="141073" y="624218"/>
                  <a:pt x="154667" y="610624"/>
                  <a:pt x="171339" y="610624"/>
                </a:cubicBezTo>
                <a:close/>
                <a:moveTo>
                  <a:pt x="98897" y="610624"/>
                </a:moveTo>
                <a:cubicBezTo>
                  <a:pt x="115658" y="610624"/>
                  <a:pt x="129252" y="624218"/>
                  <a:pt x="129252" y="640988"/>
                </a:cubicBezTo>
                <a:cubicBezTo>
                  <a:pt x="129252" y="657757"/>
                  <a:pt x="115658" y="671351"/>
                  <a:pt x="98897" y="671351"/>
                </a:cubicBezTo>
                <a:cubicBezTo>
                  <a:pt x="82124" y="671351"/>
                  <a:pt x="68530" y="657757"/>
                  <a:pt x="68530" y="640988"/>
                </a:cubicBezTo>
                <a:cubicBezTo>
                  <a:pt x="68530" y="624218"/>
                  <a:pt x="82124" y="610624"/>
                  <a:pt x="98897" y="610624"/>
                </a:cubicBezTo>
                <a:close/>
                <a:moveTo>
                  <a:pt x="26342" y="610624"/>
                </a:moveTo>
                <a:cubicBezTo>
                  <a:pt x="43106" y="610624"/>
                  <a:pt x="56701" y="624218"/>
                  <a:pt x="56701" y="640988"/>
                </a:cubicBezTo>
                <a:cubicBezTo>
                  <a:pt x="56701" y="657757"/>
                  <a:pt x="43106" y="671351"/>
                  <a:pt x="26342" y="671351"/>
                </a:cubicBezTo>
                <a:cubicBezTo>
                  <a:pt x="17956" y="671351"/>
                  <a:pt x="10365" y="667953"/>
                  <a:pt x="4871" y="662458"/>
                </a:cubicBezTo>
                <a:lnTo>
                  <a:pt x="0" y="650698"/>
                </a:lnTo>
                <a:lnTo>
                  <a:pt x="0" y="631277"/>
                </a:lnTo>
                <a:lnTo>
                  <a:pt x="4871" y="619517"/>
                </a:lnTo>
                <a:cubicBezTo>
                  <a:pt x="10365" y="614023"/>
                  <a:pt x="17956" y="610624"/>
                  <a:pt x="26342" y="610624"/>
                </a:cubicBezTo>
                <a:close/>
                <a:moveTo>
                  <a:pt x="1669096" y="549730"/>
                </a:moveTo>
                <a:lnTo>
                  <a:pt x="1668124" y="568994"/>
                </a:lnTo>
                <a:lnTo>
                  <a:pt x="1664620" y="560536"/>
                </a:lnTo>
                <a:close/>
                <a:moveTo>
                  <a:pt x="1622429" y="530173"/>
                </a:moveTo>
                <a:cubicBezTo>
                  <a:pt x="1639199" y="530173"/>
                  <a:pt x="1652792" y="543767"/>
                  <a:pt x="1652792" y="560536"/>
                </a:cubicBezTo>
                <a:cubicBezTo>
                  <a:pt x="1652792" y="577306"/>
                  <a:pt x="1639199" y="590900"/>
                  <a:pt x="1622429" y="590900"/>
                </a:cubicBezTo>
                <a:cubicBezTo>
                  <a:pt x="1605659" y="590900"/>
                  <a:pt x="1592066" y="577306"/>
                  <a:pt x="1592066" y="560536"/>
                </a:cubicBezTo>
                <a:cubicBezTo>
                  <a:pt x="1592066" y="543767"/>
                  <a:pt x="1605659" y="530173"/>
                  <a:pt x="1622429" y="530173"/>
                </a:cubicBezTo>
                <a:close/>
                <a:moveTo>
                  <a:pt x="1549874" y="530173"/>
                </a:moveTo>
                <a:cubicBezTo>
                  <a:pt x="1566644" y="530173"/>
                  <a:pt x="1580238" y="543767"/>
                  <a:pt x="1580238" y="560536"/>
                </a:cubicBezTo>
                <a:cubicBezTo>
                  <a:pt x="1580238" y="577306"/>
                  <a:pt x="1566644" y="590900"/>
                  <a:pt x="1549874" y="590900"/>
                </a:cubicBezTo>
                <a:cubicBezTo>
                  <a:pt x="1533105" y="590900"/>
                  <a:pt x="1519511" y="577306"/>
                  <a:pt x="1519511" y="560536"/>
                </a:cubicBezTo>
                <a:cubicBezTo>
                  <a:pt x="1519511" y="543767"/>
                  <a:pt x="1533105" y="530173"/>
                  <a:pt x="1549874" y="530173"/>
                </a:cubicBezTo>
                <a:close/>
                <a:moveTo>
                  <a:pt x="1477320" y="530173"/>
                </a:moveTo>
                <a:cubicBezTo>
                  <a:pt x="1494089" y="530173"/>
                  <a:pt x="1507683" y="543767"/>
                  <a:pt x="1507683" y="560536"/>
                </a:cubicBezTo>
                <a:cubicBezTo>
                  <a:pt x="1507683" y="577306"/>
                  <a:pt x="1494089" y="590900"/>
                  <a:pt x="1477320" y="590900"/>
                </a:cubicBezTo>
                <a:cubicBezTo>
                  <a:pt x="1460550" y="590900"/>
                  <a:pt x="1446956" y="577306"/>
                  <a:pt x="1446956" y="560536"/>
                </a:cubicBezTo>
                <a:cubicBezTo>
                  <a:pt x="1446956" y="543767"/>
                  <a:pt x="1460550" y="530173"/>
                  <a:pt x="1477320" y="530173"/>
                </a:cubicBezTo>
                <a:close/>
                <a:moveTo>
                  <a:pt x="1404765" y="530173"/>
                </a:moveTo>
                <a:cubicBezTo>
                  <a:pt x="1421535" y="530173"/>
                  <a:pt x="1435129" y="543767"/>
                  <a:pt x="1435129" y="560536"/>
                </a:cubicBezTo>
                <a:cubicBezTo>
                  <a:pt x="1435129" y="577306"/>
                  <a:pt x="1421535" y="590900"/>
                  <a:pt x="1404765" y="590900"/>
                </a:cubicBezTo>
                <a:cubicBezTo>
                  <a:pt x="1387996" y="590900"/>
                  <a:pt x="1374402" y="577306"/>
                  <a:pt x="1374402" y="560536"/>
                </a:cubicBezTo>
                <a:cubicBezTo>
                  <a:pt x="1374402" y="543767"/>
                  <a:pt x="1387996" y="530173"/>
                  <a:pt x="1404765" y="530173"/>
                </a:cubicBezTo>
                <a:close/>
                <a:moveTo>
                  <a:pt x="1332211" y="530173"/>
                </a:moveTo>
                <a:cubicBezTo>
                  <a:pt x="1348980" y="530173"/>
                  <a:pt x="1362574" y="543767"/>
                  <a:pt x="1362574" y="560536"/>
                </a:cubicBezTo>
                <a:cubicBezTo>
                  <a:pt x="1362574" y="577306"/>
                  <a:pt x="1348980" y="590900"/>
                  <a:pt x="1332211" y="590900"/>
                </a:cubicBezTo>
                <a:cubicBezTo>
                  <a:pt x="1315441" y="590900"/>
                  <a:pt x="1301847" y="577306"/>
                  <a:pt x="1301847" y="560536"/>
                </a:cubicBezTo>
                <a:cubicBezTo>
                  <a:pt x="1301847" y="543767"/>
                  <a:pt x="1315441" y="530173"/>
                  <a:pt x="1332211" y="530173"/>
                </a:cubicBezTo>
                <a:close/>
                <a:moveTo>
                  <a:pt x="1259656" y="530173"/>
                </a:moveTo>
                <a:cubicBezTo>
                  <a:pt x="1276426" y="530173"/>
                  <a:pt x="1290020" y="543767"/>
                  <a:pt x="1290020" y="560536"/>
                </a:cubicBezTo>
                <a:cubicBezTo>
                  <a:pt x="1290020" y="577306"/>
                  <a:pt x="1276426" y="590900"/>
                  <a:pt x="1259656" y="590900"/>
                </a:cubicBezTo>
                <a:cubicBezTo>
                  <a:pt x="1242887" y="590900"/>
                  <a:pt x="1229293" y="577306"/>
                  <a:pt x="1229293" y="560536"/>
                </a:cubicBezTo>
                <a:cubicBezTo>
                  <a:pt x="1229293" y="543767"/>
                  <a:pt x="1242887" y="530173"/>
                  <a:pt x="1259656" y="530173"/>
                </a:cubicBezTo>
                <a:close/>
                <a:moveTo>
                  <a:pt x="1187102" y="530173"/>
                </a:moveTo>
                <a:cubicBezTo>
                  <a:pt x="1203871" y="530173"/>
                  <a:pt x="1217465" y="543767"/>
                  <a:pt x="1217465" y="560536"/>
                </a:cubicBezTo>
                <a:cubicBezTo>
                  <a:pt x="1217465" y="577306"/>
                  <a:pt x="1203871" y="590900"/>
                  <a:pt x="1187102" y="590900"/>
                </a:cubicBezTo>
                <a:cubicBezTo>
                  <a:pt x="1170332" y="590900"/>
                  <a:pt x="1156738" y="577306"/>
                  <a:pt x="1156738" y="560536"/>
                </a:cubicBezTo>
                <a:cubicBezTo>
                  <a:pt x="1156738" y="543767"/>
                  <a:pt x="1170332" y="530173"/>
                  <a:pt x="1187102" y="530173"/>
                </a:cubicBezTo>
                <a:close/>
                <a:moveTo>
                  <a:pt x="1114547" y="530173"/>
                </a:moveTo>
                <a:cubicBezTo>
                  <a:pt x="1131317" y="530173"/>
                  <a:pt x="1144911" y="543767"/>
                  <a:pt x="1144911" y="560536"/>
                </a:cubicBezTo>
                <a:cubicBezTo>
                  <a:pt x="1144911" y="577306"/>
                  <a:pt x="1131317" y="590900"/>
                  <a:pt x="1114547" y="590900"/>
                </a:cubicBezTo>
                <a:cubicBezTo>
                  <a:pt x="1097778" y="590900"/>
                  <a:pt x="1084184" y="577306"/>
                  <a:pt x="1084184" y="560536"/>
                </a:cubicBezTo>
                <a:cubicBezTo>
                  <a:pt x="1084184" y="543767"/>
                  <a:pt x="1097778" y="530173"/>
                  <a:pt x="1114547" y="530173"/>
                </a:cubicBezTo>
                <a:close/>
                <a:moveTo>
                  <a:pt x="1041993" y="530173"/>
                </a:moveTo>
                <a:cubicBezTo>
                  <a:pt x="1058762" y="530173"/>
                  <a:pt x="1072356" y="543767"/>
                  <a:pt x="1072356" y="560536"/>
                </a:cubicBezTo>
                <a:cubicBezTo>
                  <a:pt x="1072356" y="577306"/>
                  <a:pt x="1058762" y="590900"/>
                  <a:pt x="1041993" y="590900"/>
                </a:cubicBezTo>
                <a:cubicBezTo>
                  <a:pt x="1025223" y="590900"/>
                  <a:pt x="1011629" y="577306"/>
                  <a:pt x="1011629" y="560536"/>
                </a:cubicBezTo>
                <a:cubicBezTo>
                  <a:pt x="1011629" y="543767"/>
                  <a:pt x="1025223" y="530173"/>
                  <a:pt x="1041993" y="530173"/>
                </a:cubicBezTo>
                <a:close/>
                <a:moveTo>
                  <a:pt x="969438" y="530173"/>
                </a:moveTo>
                <a:cubicBezTo>
                  <a:pt x="986208" y="530173"/>
                  <a:pt x="999801" y="543767"/>
                  <a:pt x="999801" y="560536"/>
                </a:cubicBezTo>
                <a:cubicBezTo>
                  <a:pt x="999801" y="577306"/>
                  <a:pt x="986208" y="590900"/>
                  <a:pt x="969438" y="590900"/>
                </a:cubicBezTo>
                <a:cubicBezTo>
                  <a:pt x="952669" y="590900"/>
                  <a:pt x="939075" y="577306"/>
                  <a:pt x="939075" y="560536"/>
                </a:cubicBezTo>
                <a:cubicBezTo>
                  <a:pt x="939075" y="543767"/>
                  <a:pt x="952669" y="530173"/>
                  <a:pt x="969438" y="530173"/>
                </a:cubicBezTo>
                <a:close/>
                <a:moveTo>
                  <a:pt x="896883" y="530173"/>
                </a:moveTo>
                <a:cubicBezTo>
                  <a:pt x="913653" y="530173"/>
                  <a:pt x="927247" y="543767"/>
                  <a:pt x="927247" y="560536"/>
                </a:cubicBezTo>
                <a:cubicBezTo>
                  <a:pt x="927247" y="577306"/>
                  <a:pt x="913653" y="590900"/>
                  <a:pt x="896883" y="590900"/>
                </a:cubicBezTo>
                <a:cubicBezTo>
                  <a:pt x="880114" y="590900"/>
                  <a:pt x="866520" y="577306"/>
                  <a:pt x="866520" y="560536"/>
                </a:cubicBezTo>
                <a:cubicBezTo>
                  <a:pt x="866520" y="543767"/>
                  <a:pt x="880114" y="530173"/>
                  <a:pt x="896883" y="530173"/>
                </a:cubicBezTo>
                <a:close/>
                <a:moveTo>
                  <a:pt x="824329" y="530173"/>
                </a:moveTo>
                <a:cubicBezTo>
                  <a:pt x="841098" y="530173"/>
                  <a:pt x="854692" y="543767"/>
                  <a:pt x="854692" y="560536"/>
                </a:cubicBezTo>
                <a:cubicBezTo>
                  <a:pt x="854692" y="577306"/>
                  <a:pt x="841098" y="590900"/>
                  <a:pt x="824329" y="590900"/>
                </a:cubicBezTo>
                <a:cubicBezTo>
                  <a:pt x="807559" y="590900"/>
                  <a:pt x="793965" y="577306"/>
                  <a:pt x="793965" y="560536"/>
                </a:cubicBezTo>
                <a:cubicBezTo>
                  <a:pt x="793965" y="543767"/>
                  <a:pt x="807559" y="530173"/>
                  <a:pt x="824329" y="530173"/>
                </a:cubicBezTo>
                <a:close/>
                <a:moveTo>
                  <a:pt x="751774" y="530173"/>
                </a:moveTo>
                <a:cubicBezTo>
                  <a:pt x="768544" y="530173"/>
                  <a:pt x="782138" y="543767"/>
                  <a:pt x="782138" y="560536"/>
                </a:cubicBezTo>
                <a:cubicBezTo>
                  <a:pt x="782138" y="577306"/>
                  <a:pt x="768544" y="590900"/>
                  <a:pt x="751774" y="590900"/>
                </a:cubicBezTo>
                <a:cubicBezTo>
                  <a:pt x="735005" y="590900"/>
                  <a:pt x="721411" y="577306"/>
                  <a:pt x="721411" y="560536"/>
                </a:cubicBezTo>
                <a:cubicBezTo>
                  <a:pt x="721411" y="543767"/>
                  <a:pt x="735005" y="530173"/>
                  <a:pt x="751774" y="530173"/>
                </a:cubicBezTo>
                <a:close/>
                <a:moveTo>
                  <a:pt x="679220" y="530173"/>
                </a:moveTo>
                <a:cubicBezTo>
                  <a:pt x="695989" y="530173"/>
                  <a:pt x="709583" y="543767"/>
                  <a:pt x="709583" y="560536"/>
                </a:cubicBezTo>
                <a:cubicBezTo>
                  <a:pt x="709583" y="577306"/>
                  <a:pt x="695989" y="590900"/>
                  <a:pt x="679220" y="590900"/>
                </a:cubicBezTo>
                <a:cubicBezTo>
                  <a:pt x="662450" y="590900"/>
                  <a:pt x="648856" y="577306"/>
                  <a:pt x="648856" y="560536"/>
                </a:cubicBezTo>
                <a:cubicBezTo>
                  <a:pt x="648856" y="543767"/>
                  <a:pt x="662450" y="530173"/>
                  <a:pt x="679220" y="530173"/>
                </a:cubicBezTo>
                <a:close/>
                <a:moveTo>
                  <a:pt x="606665" y="530173"/>
                </a:moveTo>
                <a:cubicBezTo>
                  <a:pt x="623435" y="530173"/>
                  <a:pt x="637029" y="543767"/>
                  <a:pt x="637029" y="560536"/>
                </a:cubicBezTo>
                <a:cubicBezTo>
                  <a:pt x="637029" y="577306"/>
                  <a:pt x="623435" y="590900"/>
                  <a:pt x="606665" y="590900"/>
                </a:cubicBezTo>
                <a:cubicBezTo>
                  <a:pt x="589896" y="590900"/>
                  <a:pt x="576302" y="577306"/>
                  <a:pt x="576302" y="560536"/>
                </a:cubicBezTo>
                <a:cubicBezTo>
                  <a:pt x="576302" y="543767"/>
                  <a:pt x="589896" y="530173"/>
                  <a:pt x="606665" y="530173"/>
                </a:cubicBezTo>
                <a:close/>
                <a:moveTo>
                  <a:pt x="534111" y="530173"/>
                </a:moveTo>
                <a:cubicBezTo>
                  <a:pt x="550880" y="530173"/>
                  <a:pt x="564474" y="543767"/>
                  <a:pt x="564474" y="560536"/>
                </a:cubicBezTo>
                <a:cubicBezTo>
                  <a:pt x="564474" y="577306"/>
                  <a:pt x="550880" y="590900"/>
                  <a:pt x="534111" y="590900"/>
                </a:cubicBezTo>
                <a:cubicBezTo>
                  <a:pt x="517341" y="590900"/>
                  <a:pt x="503747" y="577306"/>
                  <a:pt x="503747" y="560536"/>
                </a:cubicBezTo>
                <a:cubicBezTo>
                  <a:pt x="503747" y="543767"/>
                  <a:pt x="517341" y="530173"/>
                  <a:pt x="534111" y="530173"/>
                </a:cubicBezTo>
                <a:close/>
                <a:moveTo>
                  <a:pt x="461556" y="530173"/>
                </a:moveTo>
                <a:cubicBezTo>
                  <a:pt x="478326" y="530173"/>
                  <a:pt x="491920" y="543767"/>
                  <a:pt x="491920" y="560536"/>
                </a:cubicBezTo>
                <a:cubicBezTo>
                  <a:pt x="491920" y="577306"/>
                  <a:pt x="478326" y="590900"/>
                  <a:pt x="461556" y="590900"/>
                </a:cubicBezTo>
                <a:cubicBezTo>
                  <a:pt x="444787" y="590900"/>
                  <a:pt x="431192" y="577306"/>
                  <a:pt x="431192" y="560536"/>
                </a:cubicBezTo>
                <a:cubicBezTo>
                  <a:pt x="431192" y="543767"/>
                  <a:pt x="444787" y="530173"/>
                  <a:pt x="461556" y="530173"/>
                </a:cubicBezTo>
                <a:close/>
                <a:moveTo>
                  <a:pt x="389002" y="530173"/>
                </a:moveTo>
                <a:cubicBezTo>
                  <a:pt x="405771" y="530173"/>
                  <a:pt x="419365" y="543767"/>
                  <a:pt x="419365" y="560536"/>
                </a:cubicBezTo>
                <a:cubicBezTo>
                  <a:pt x="419365" y="577306"/>
                  <a:pt x="405771" y="590900"/>
                  <a:pt x="389002" y="590900"/>
                </a:cubicBezTo>
                <a:cubicBezTo>
                  <a:pt x="372232" y="590900"/>
                  <a:pt x="358638" y="577306"/>
                  <a:pt x="358638" y="560536"/>
                </a:cubicBezTo>
                <a:cubicBezTo>
                  <a:pt x="358638" y="543767"/>
                  <a:pt x="372232" y="530173"/>
                  <a:pt x="389002" y="530173"/>
                </a:cubicBezTo>
                <a:close/>
                <a:moveTo>
                  <a:pt x="316447" y="530173"/>
                </a:moveTo>
                <a:cubicBezTo>
                  <a:pt x="333216" y="530173"/>
                  <a:pt x="346810" y="543767"/>
                  <a:pt x="346810" y="560536"/>
                </a:cubicBezTo>
                <a:cubicBezTo>
                  <a:pt x="346810" y="577306"/>
                  <a:pt x="333216" y="590900"/>
                  <a:pt x="316447" y="590900"/>
                </a:cubicBezTo>
                <a:cubicBezTo>
                  <a:pt x="299677" y="590900"/>
                  <a:pt x="286084" y="577306"/>
                  <a:pt x="286084" y="560536"/>
                </a:cubicBezTo>
                <a:cubicBezTo>
                  <a:pt x="286084" y="543767"/>
                  <a:pt x="299677" y="530173"/>
                  <a:pt x="316447" y="530173"/>
                </a:cubicBezTo>
                <a:close/>
                <a:moveTo>
                  <a:pt x="243892" y="530173"/>
                </a:moveTo>
                <a:cubicBezTo>
                  <a:pt x="260662" y="530173"/>
                  <a:pt x="274256" y="543767"/>
                  <a:pt x="274256" y="560536"/>
                </a:cubicBezTo>
                <a:cubicBezTo>
                  <a:pt x="274256" y="577306"/>
                  <a:pt x="260662" y="590900"/>
                  <a:pt x="243892" y="590900"/>
                </a:cubicBezTo>
                <a:cubicBezTo>
                  <a:pt x="227123" y="590900"/>
                  <a:pt x="213529" y="577306"/>
                  <a:pt x="213529" y="560536"/>
                </a:cubicBezTo>
                <a:cubicBezTo>
                  <a:pt x="213529" y="543767"/>
                  <a:pt x="227123" y="530173"/>
                  <a:pt x="243892" y="530173"/>
                </a:cubicBezTo>
                <a:close/>
                <a:moveTo>
                  <a:pt x="171339" y="530173"/>
                </a:moveTo>
                <a:cubicBezTo>
                  <a:pt x="188107" y="530173"/>
                  <a:pt x="201701" y="543767"/>
                  <a:pt x="201701" y="560536"/>
                </a:cubicBezTo>
                <a:cubicBezTo>
                  <a:pt x="201701" y="577306"/>
                  <a:pt x="188107" y="590900"/>
                  <a:pt x="171339" y="590900"/>
                </a:cubicBezTo>
                <a:cubicBezTo>
                  <a:pt x="154673" y="590900"/>
                  <a:pt x="141079" y="577306"/>
                  <a:pt x="141079" y="560536"/>
                </a:cubicBezTo>
                <a:cubicBezTo>
                  <a:pt x="141079" y="543767"/>
                  <a:pt x="154673" y="530173"/>
                  <a:pt x="171339" y="530173"/>
                </a:cubicBezTo>
                <a:close/>
                <a:moveTo>
                  <a:pt x="98904" y="530173"/>
                </a:moveTo>
                <a:cubicBezTo>
                  <a:pt x="115664" y="530173"/>
                  <a:pt x="129258" y="543767"/>
                  <a:pt x="129258" y="560536"/>
                </a:cubicBezTo>
                <a:cubicBezTo>
                  <a:pt x="129258" y="577306"/>
                  <a:pt x="115664" y="590900"/>
                  <a:pt x="98904" y="590900"/>
                </a:cubicBezTo>
                <a:cubicBezTo>
                  <a:pt x="82130" y="590900"/>
                  <a:pt x="68536" y="577306"/>
                  <a:pt x="68536" y="560536"/>
                </a:cubicBezTo>
                <a:cubicBezTo>
                  <a:pt x="68536" y="543767"/>
                  <a:pt x="82130" y="530173"/>
                  <a:pt x="98904" y="530173"/>
                </a:cubicBezTo>
                <a:close/>
                <a:moveTo>
                  <a:pt x="26349" y="530173"/>
                </a:moveTo>
                <a:cubicBezTo>
                  <a:pt x="43112" y="530173"/>
                  <a:pt x="56707" y="543767"/>
                  <a:pt x="56707" y="560536"/>
                </a:cubicBezTo>
                <a:cubicBezTo>
                  <a:pt x="56707" y="577306"/>
                  <a:pt x="43112" y="590900"/>
                  <a:pt x="26349" y="590900"/>
                </a:cubicBezTo>
                <a:cubicBezTo>
                  <a:pt x="17963" y="590900"/>
                  <a:pt x="10372" y="587502"/>
                  <a:pt x="4877" y="582007"/>
                </a:cubicBezTo>
                <a:lnTo>
                  <a:pt x="0" y="570232"/>
                </a:lnTo>
                <a:lnTo>
                  <a:pt x="0" y="550840"/>
                </a:lnTo>
                <a:lnTo>
                  <a:pt x="4877" y="539066"/>
                </a:lnTo>
                <a:cubicBezTo>
                  <a:pt x="10372" y="533572"/>
                  <a:pt x="17963" y="530173"/>
                  <a:pt x="26349" y="530173"/>
                </a:cubicBezTo>
                <a:close/>
                <a:moveTo>
                  <a:pt x="1673704" y="458486"/>
                </a:moveTo>
                <a:lnTo>
                  <a:pt x="1671744" y="497284"/>
                </a:lnTo>
                <a:lnTo>
                  <a:pt x="1664620" y="480084"/>
                </a:lnTo>
                <a:cubicBezTo>
                  <a:pt x="1664620" y="471700"/>
                  <a:pt x="1668019" y="464109"/>
                  <a:pt x="1673514" y="458614"/>
                </a:cubicBezTo>
                <a:close/>
                <a:moveTo>
                  <a:pt x="1622429" y="449721"/>
                </a:moveTo>
                <a:cubicBezTo>
                  <a:pt x="1639199" y="449721"/>
                  <a:pt x="1652792" y="463315"/>
                  <a:pt x="1652792" y="480084"/>
                </a:cubicBezTo>
                <a:cubicBezTo>
                  <a:pt x="1652792" y="496854"/>
                  <a:pt x="1639199" y="510448"/>
                  <a:pt x="1622429" y="510448"/>
                </a:cubicBezTo>
                <a:cubicBezTo>
                  <a:pt x="1605659" y="510448"/>
                  <a:pt x="1592066" y="496854"/>
                  <a:pt x="1592066" y="480084"/>
                </a:cubicBezTo>
                <a:cubicBezTo>
                  <a:pt x="1592066" y="463315"/>
                  <a:pt x="1605659" y="449721"/>
                  <a:pt x="1622429" y="449721"/>
                </a:cubicBezTo>
                <a:close/>
                <a:moveTo>
                  <a:pt x="1549874" y="449721"/>
                </a:moveTo>
                <a:cubicBezTo>
                  <a:pt x="1566644" y="449721"/>
                  <a:pt x="1580238" y="463315"/>
                  <a:pt x="1580238" y="480084"/>
                </a:cubicBezTo>
                <a:cubicBezTo>
                  <a:pt x="1580238" y="496854"/>
                  <a:pt x="1566644" y="510448"/>
                  <a:pt x="1549874" y="510448"/>
                </a:cubicBezTo>
                <a:cubicBezTo>
                  <a:pt x="1533105" y="510448"/>
                  <a:pt x="1519511" y="496854"/>
                  <a:pt x="1519511" y="480084"/>
                </a:cubicBezTo>
                <a:cubicBezTo>
                  <a:pt x="1519511" y="463315"/>
                  <a:pt x="1533105" y="449721"/>
                  <a:pt x="1549874" y="449721"/>
                </a:cubicBezTo>
                <a:close/>
                <a:moveTo>
                  <a:pt x="1477320" y="449721"/>
                </a:moveTo>
                <a:cubicBezTo>
                  <a:pt x="1494089" y="449721"/>
                  <a:pt x="1507683" y="463315"/>
                  <a:pt x="1507683" y="480084"/>
                </a:cubicBezTo>
                <a:cubicBezTo>
                  <a:pt x="1507683" y="496854"/>
                  <a:pt x="1494089" y="510448"/>
                  <a:pt x="1477320" y="510448"/>
                </a:cubicBezTo>
                <a:cubicBezTo>
                  <a:pt x="1460550" y="510448"/>
                  <a:pt x="1446956" y="496854"/>
                  <a:pt x="1446956" y="480084"/>
                </a:cubicBezTo>
                <a:cubicBezTo>
                  <a:pt x="1446956" y="463315"/>
                  <a:pt x="1460550" y="449721"/>
                  <a:pt x="1477320" y="449721"/>
                </a:cubicBezTo>
                <a:close/>
                <a:moveTo>
                  <a:pt x="1404765" y="449721"/>
                </a:moveTo>
                <a:cubicBezTo>
                  <a:pt x="1421535" y="449721"/>
                  <a:pt x="1435129" y="463315"/>
                  <a:pt x="1435129" y="480084"/>
                </a:cubicBezTo>
                <a:cubicBezTo>
                  <a:pt x="1435129" y="496854"/>
                  <a:pt x="1421535" y="510448"/>
                  <a:pt x="1404765" y="510448"/>
                </a:cubicBezTo>
                <a:cubicBezTo>
                  <a:pt x="1387996" y="510448"/>
                  <a:pt x="1374402" y="496854"/>
                  <a:pt x="1374402" y="480084"/>
                </a:cubicBezTo>
                <a:cubicBezTo>
                  <a:pt x="1374402" y="463315"/>
                  <a:pt x="1387996" y="449721"/>
                  <a:pt x="1404765" y="449721"/>
                </a:cubicBezTo>
                <a:close/>
                <a:moveTo>
                  <a:pt x="1332211" y="449721"/>
                </a:moveTo>
                <a:cubicBezTo>
                  <a:pt x="1348980" y="449721"/>
                  <a:pt x="1362574" y="463315"/>
                  <a:pt x="1362574" y="480084"/>
                </a:cubicBezTo>
                <a:cubicBezTo>
                  <a:pt x="1362574" y="496854"/>
                  <a:pt x="1348980" y="510448"/>
                  <a:pt x="1332211" y="510448"/>
                </a:cubicBezTo>
                <a:cubicBezTo>
                  <a:pt x="1315441" y="510448"/>
                  <a:pt x="1301847" y="496854"/>
                  <a:pt x="1301847" y="480084"/>
                </a:cubicBezTo>
                <a:cubicBezTo>
                  <a:pt x="1301847" y="463315"/>
                  <a:pt x="1315441" y="449721"/>
                  <a:pt x="1332211" y="449721"/>
                </a:cubicBezTo>
                <a:close/>
                <a:moveTo>
                  <a:pt x="1259656" y="449721"/>
                </a:moveTo>
                <a:cubicBezTo>
                  <a:pt x="1276426" y="449721"/>
                  <a:pt x="1290020" y="463315"/>
                  <a:pt x="1290020" y="480084"/>
                </a:cubicBezTo>
                <a:cubicBezTo>
                  <a:pt x="1290020" y="496854"/>
                  <a:pt x="1276426" y="510448"/>
                  <a:pt x="1259656" y="510448"/>
                </a:cubicBezTo>
                <a:cubicBezTo>
                  <a:pt x="1242887" y="510448"/>
                  <a:pt x="1229293" y="496854"/>
                  <a:pt x="1229293" y="480084"/>
                </a:cubicBezTo>
                <a:cubicBezTo>
                  <a:pt x="1229293" y="463315"/>
                  <a:pt x="1242887" y="449721"/>
                  <a:pt x="1259656" y="449721"/>
                </a:cubicBezTo>
                <a:close/>
                <a:moveTo>
                  <a:pt x="1187102" y="449721"/>
                </a:moveTo>
                <a:cubicBezTo>
                  <a:pt x="1203871" y="449721"/>
                  <a:pt x="1217465" y="463315"/>
                  <a:pt x="1217465" y="480084"/>
                </a:cubicBezTo>
                <a:cubicBezTo>
                  <a:pt x="1217465" y="496854"/>
                  <a:pt x="1203871" y="510448"/>
                  <a:pt x="1187102" y="510448"/>
                </a:cubicBezTo>
                <a:cubicBezTo>
                  <a:pt x="1170332" y="510448"/>
                  <a:pt x="1156738" y="496854"/>
                  <a:pt x="1156738" y="480084"/>
                </a:cubicBezTo>
                <a:cubicBezTo>
                  <a:pt x="1156738" y="463315"/>
                  <a:pt x="1170332" y="449721"/>
                  <a:pt x="1187102" y="449721"/>
                </a:cubicBezTo>
                <a:close/>
                <a:moveTo>
                  <a:pt x="1114547" y="449721"/>
                </a:moveTo>
                <a:cubicBezTo>
                  <a:pt x="1131317" y="449721"/>
                  <a:pt x="1144911" y="463315"/>
                  <a:pt x="1144911" y="480084"/>
                </a:cubicBezTo>
                <a:cubicBezTo>
                  <a:pt x="1144911" y="496854"/>
                  <a:pt x="1131317" y="510448"/>
                  <a:pt x="1114547" y="510448"/>
                </a:cubicBezTo>
                <a:cubicBezTo>
                  <a:pt x="1097778" y="510448"/>
                  <a:pt x="1084184" y="496854"/>
                  <a:pt x="1084184" y="480084"/>
                </a:cubicBezTo>
                <a:cubicBezTo>
                  <a:pt x="1084184" y="463315"/>
                  <a:pt x="1097778" y="449721"/>
                  <a:pt x="1114547" y="449721"/>
                </a:cubicBezTo>
                <a:close/>
                <a:moveTo>
                  <a:pt x="1041993" y="449721"/>
                </a:moveTo>
                <a:cubicBezTo>
                  <a:pt x="1058762" y="449721"/>
                  <a:pt x="1072356" y="463315"/>
                  <a:pt x="1072356" y="480084"/>
                </a:cubicBezTo>
                <a:cubicBezTo>
                  <a:pt x="1072356" y="496854"/>
                  <a:pt x="1058762" y="510448"/>
                  <a:pt x="1041993" y="510448"/>
                </a:cubicBezTo>
                <a:cubicBezTo>
                  <a:pt x="1025223" y="510448"/>
                  <a:pt x="1011629" y="496854"/>
                  <a:pt x="1011629" y="480084"/>
                </a:cubicBezTo>
                <a:cubicBezTo>
                  <a:pt x="1011629" y="463315"/>
                  <a:pt x="1025223" y="449721"/>
                  <a:pt x="1041993" y="449721"/>
                </a:cubicBezTo>
                <a:close/>
                <a:moveTo>
                  <a:pt x="969438" y="449721"/>
                </a:moveTo>
                <a:cubicBezTo>
                  <a:pt x="986208" y="449721"/>
                  <a:pt x="999801" y="463315"/>
                  <a:pt x="999801" y="480084"/>
                </a:cubicBezTo>
                <a:cubicBezTo>
                  <a:pt x="999801" y="496854"/>
                  <a:pt x="986208" y="510448"/>
                  <a:pt x="969438" y="510448"/>
                </a:cubicBezTo>
                <a:cubicBezTo>
                  <a:pt x="952669" y="510448"/>
                  <a:pt x="939075" y="496854"/>
                  <a:pt x="939075" y="480084"/>
                </a:cubicBezTo>
                <a:cubicBezTo>
                  <a:pt x="939075" y="463315"/>
                  <a:pt x="952669" y="449721"/>
                  <a:pt x="969438" y="449721"/>
                </a:cubicBezTo>
                <a:close/>
                <a:moveTo>
                  <a:pt x="896883" y="449721"/>
                </a:moveTo>
                <a:cubicBezTo>
                  <a:pt x="913653" y="449721"/>
                  <a:pt x="927247" y="463315"/>
                  <a:pt x="927247" y="480084"/>
                </a:cubicBezTo>
                <a:cubicBezTo>
                  <a:pt x="927247" y="496854"/>
                  <a:pt x="913653" y="510448"/>
                  <a:pt x="896883" y="510448"/>
                </a:cubicBezTo>
                <a:cubicBezTo>
                  <a:pt x="880114" y="510448"/>
                  <a:pt x="866520" y="496854"/>
                  <a:pt x="866520" y="480084"/>
                </a:cubicBezTo>
                <a:cubicBezTo>
                  <a:pt x="866520" y="463315"/>
                  <a:pt x="880114" y="449721"/>
                  <a:pt x="896883" y="449721"/>
                </a:cubicBezTo>
                <a:close/>
                <a:moveTo>
                  <a:pt x="824329" y="449721"/>
                </a:moveTo>
                <a:cubicBezTo>
                  <a:pt x="841098" y="449721"/>
                  <a:pt x="854692" y="463315"/>
                  <a:pt x="854692" y="480084"/>
                </a:cubicBezTo>
                <a:cubicBezTo>
                  <a:pt x="854692" y="496854"/>
                  <a:pt x="841098" y="510448"/>
                  <a:pt x="824329" y="510448"/>
                </a:cubicBezTo>
                <a:cubicBezTo>
                  <a:pt x="807559" y="510448"/>
                  <a:pt x="793965" y="496854"/>
                  <a:pt x="793965" y="480084"/>
                </a:cubicBezTo>
                <a:cubicBezTo>
                  <a:pt x="793965" y="463315"/>
                  <a:pt x="807559" y="449721"/>
                  <a:pt x="824329" y="449721"/>
                </a:cubicBezTo>
                <a:close/>
                <a:moveTo>
                  <a:pt x="751774" y="449721"/>
                </a:moveTo>
                <a:cubicBezTo>
                  <a:pt x="768544" y="449721"/>
                  <a:pt x="782138" y="463315"/>
                  <a:pt x="782138" y="480084"/>
                </a:cubicBezTo>
                <a:cubicBezTo>
                  <a:pt x="782138" y="496854"/>
                  <a:pt x="768544" y="510448"/>
                  <a:pt x="751774" y="510448"/>
                </a:cubicBezTo>
                <a:cubicBezTo>
                  <a:pt x="735005" y="510448"/>
                  <a:pt x="721411" y="496854"/>
                  <a:pt x="721411" y="480084"/>
                </a:cubicBezTo>
                <a:cubicBezTo>
                  <a:pt x="721411" y="463315"/>
                  <a:pt x="735005" y="449721"/>
                  <a:pt x="751774" y="449721"/>
                </a:cubicBezTo>
                <a:close/>
                <a:moveTo>
                  <a:pt x="679220" y="449721"/>
                </a:moveTo>
                <a:cubicBezTo>
                  <a:pt x="695989" y="449721"/>
                  <a:pt x="709583" y="463315"/>
                  <a:pt x="709583" y="480084"/>
                </a:cubicBezTo>
                <a:cubicBezTo>
                  <a:pt x="709583" y="496854"/>
                  <a:pt x="695989" y="510448"/>
                  <a:pt x="679220" y="510448"/>
                </a:cubicBezTo>
                <a:cubicBezTo>
                  <a:pt x="662450" y="510448"/>
                  <a:pt x="648856" y="496854"/>
                  <a:pt x="648856" y="480084"/>
                </a:cubicBezTo>
                <a:cubicBezTo>
                  <a:pt x="648856" y="463315"/>
                  <a:pt x="662450" y="449721"/>
                  <a:pt x="679220" y="449721"/>
                </a:cubicBezTo>
                <a:close/>
                <a:moveTo>
                  <a:pt x="606665" y="449721"/>
                </a:moveTo>
                <a:cubicBezTo>
                  <a:pt x="623435" y="449721"/>
                  <a:pt x="637029" y="463315"/>
                  <a:pt x="637029" y="480084"/>
                </a:cubicBezTo>
                <a:cubicBezTo>
                  <a:pt x="637029" y="496854"/>
                  <a:pt x="623435" y="510448"/>
                  <a:pt x="606665" y="510448"/>
                </a:cubicBezTo>
                <a:cubicBezTo>
                  <a:pt x="589896" y="510448"/>
                  <a:pt x="576302" y="496854"/>
                  <a:pt x="576302" y="480084"/>
                </a:cubicBezTo>
                <a:cubicBezTo>
                  <a:pt x="576302" y="463315"/>
                  <a:pt x="589896" y="449721"/>
                  <a:pt x="606665" y="449721"/>
                </a:cubicBezTo>
                <a:close/>
                <a:moveTo>
                  <a:pt x="534111" y="449721"/>
                </a:moveTo>
                <a:cubicBezTo>
                  <a:pt x="550880" y="449721"/>
                  <a:pt x="564474" y="463315"/>
                  <a:pt x="564474" y="480084"/>
                </a:cubicBezTo>
                <a:cubicBezTo>
                  <a:pt x="564474" y="496854"/>
                  <a:pt x="550880" y="510448"/>
                  <a:pt x="534111" y="510448"/>
                </a:cubicBezTo>
                <a:cubicBezTo>
                  <a:pt x="517341" y="510448"/>
                  <a:pt x="503747" y="496854"/>
                  <a:pt x="503747" y="480084"/>
                </a:cubicBezTo>
                <a:cubicBezTo>
                  <a:pt x="503747" y="463315"/>
                  <a:pt x="517341" y="449721"/>
                  <a:pt x="534111" y="449721"/>
                </a:cubicBezTo>
                <a:close/>
                <a:moveTo>
                  <a:pt x="461556" y="449721"/>
                </a:moveTo>
                <a:cubicBezTo>
                  <a:pt x="478326" y="449721"/>
                  <a:pt x="491920" y="463315"/>
                  <a:pt x="491920" y="480084"/>
                </a:cubicBezTo>
                <a:cubicBezTo>
                  <a:pt x="491920" y="496854"/>
                  <a:pt x="478326" y="510448"/>
                  <a:pt x="461556" y="510448"/>
                </a:cubicBezTo>
                <a:cubicBezTo>
                  <a:pt x="444787" y="510448"/>
                  <a:pt x="431192" y="496854"/>
                  <a:pt x="431192" y="480084"/>
                </a:cubicBezTo>
                <a:cubicBezTo>
                  <a:pt x="431192" y="463315"/>
                  <a:pt x="444787" y="449721"/>
                  <a:pt x="461556" y="449721"/>
                </a:cubicBezTo>
                <a:close/>
                <a:moveTo>
                  <a:pt x="389002" y="449721"/>
                </a:moveTo>
                <a:cubicBezTo>
                  <a:pt x="405771" y="449721"/>
                  <a:pt x="419365" y="463315"/>
                  <a:pt x="419365" y="480084"/>
                </a:cubicBezTo>
                <a:cubicBezTo>
                  <a:pt x="419365" y="496854"/>
                  <a:pt x="405771" y="510448"/>
                  <a:pt x="389002" y="510448"/>
                </a:cubicBezTo>
                <a:cubicBezTo>
                  <a:pt x="372232" y="510448"/>
                  <a:pt x="358638" y="496854"/>
                  <a:pt x="358638" y="480084"/>
                </a:cubicBezTo>
                <a:cubicBezTo>
                  <a:pt x="358638" y="463315"/>
                  <a:pt x="372232" y="449721"/>
                  <a:pt x="389002" y="449721"/>
                </a:cubicBezTo>
                <a:close/>
                <a:moveTo>
                  <a:pt x="316447" y="449721"/>
                </a:moveTo>
                <a:cubicBezTo>
                  <a:pt x="333216" y="449721"/>
                  <a:pt x="346810" y="463315"/>
                  <a:pt x="346810" y="480084"/>
                </a:cubicBezTo>
                <a:cubicBezTo>
                  <a:pt x="346810" y="496854"/>
                  <a:pt x="333216" y="510448"/>
                  <a:pt x="316447" y="510448"/>
                </a:cubicBezTo>
                <a:cubicBezTo>
                  <a:pt x="299677" y="510448"/>
                  <a:pt x="286084" y="496854"/>
                  <a:pt x="286084" y="480084"/>
                </a:cubicBezTo>
                <a:cubicBezTo>
                  <a:pt x="286084" y="463315"/>
                  <a:pt x="299677" y="449721"/>
                  <a:pt x="316447" y="449721"/>
                </a:cubicBezTo>
                <a:close/>
                <a:moveTo>
                  <a:pt x="243892" y="449721"/>
                </a:moveTo>
                <a:cubicBezTo>
                  <a:pt x="260662" y="449721"/>
                  <a:pt x="274256" y="463315"/>
                  <a:pt x="274256" y="480084"/>
                </a:cubicBezTo>
                <a:cubicBezTo>
                  <a:pt x="274256" y="496854"/>
                  <a:pt x="260662" y="510448"/>
                  <a:pt x="243892" y="510448"/>
                </a:cubicBezTo>
                <a:cubicBezTo>
                  <a:pt x="227123" y="510448"/>
                  <a:pt x="213529" y="496854"/>
                  <a:pt x="213529" y="480084"/>
                </a:cubicBezTo>
                <a:cubicBezTo>
                  <a:pt x="213529" y="463315"/>
                  <a:pt x="227123" y="449721"/>
                  <a:pt x="243892" y="449721"/>
                </a:cubicBezTo>
                <a:close/>
                <a:moveTo>
                  <a:pt x="171339" y="449721"/>
                </a:moveTo>
                <a:cubicBezTo>
                  <a:pt x="188107" y="449721"/>
                  <a:pt x="201701" y="463315"/>
                  <a:pt x="201701" y="480084"/>
                </a:cubicBezTo>
                <a:cubicBezTo>
                  <a:pt x="201701" y="496854"/>
                  <a:pt x="188107" y="510448"/>
                  <a:pt x="171339" y="510448"/>
                </a:cubicBezTo>
                <a:cubicBezTo>
                  <a:pt x="154679" y="510448"/>
                  <a:pt x="141085" y="496854"/>
                  <a:pt x="141085" y="480084"/>
                </a:cubicBezTo>
                <a:cubicBezTo>
                  <a:pt x="141085" y="463315"/>
                  <a:pt x="154679" y="449721"/>
                  <a:pt x="171339" y="449721"/>
                </a:cubicBezTo>
                <a:close/>
                <a:moveTo>
                  <a:pt x="98910" y="449721"/>
                </a:moveTo>
                <a:cubicBezTo>
                  <a:pt x="115670" y="449721"/>
                  <a:pt x="129264" y="463315"/>
                  <a:pt x="129264" y="480084"/>
                </a:cubicBezTo>
                <a:cubicBezTo>
                  <a:pt x="129264" y="496854"/>
                  <a:pt x="115670" y="510448"/>
                  <a:pt x="98910" y="510448"/>
                </a:cubicBezTo>
                <a:cubicBezTo>
                  <a:pt x="82136" y="510448"/>
                  <a:pt x="68542" y="496854"/>
                  <a:pt x="68542" y="480084"/>
                </a:cubicBezTo>
                <a:cubicBezTo>
                  <a:pt x="68542" y="463315"/>
                  <a:pt x="82136" y="449721"/>
                  <a:pt x="98910" y="449721"/>
                </a:cubicBezTo>
                <a:close/>
                <a:moveTo>
                  <a:pt x="26355" y="449721"/>
                </a:moveTo>
                <a:cubicBezTo>
                  <a:pt x="43118" y="449721"/>
                  <a:pt x="56713" y="463315"/>
                  <a:pt x="56713" y="480084"/>
                </a:cubicBezTo>
                <a:cubicBezTo>
                  <a:pt x="56713" y="496854"/>
                  <a:pt x="43118" y="510448"/>
                  <a:pt x="26355" y="510448"/>
                </a:cubicBezTo>
                <a:cubicBezTo>
                  <a:pt x="17970" y="510448"/>
                  <a:pt x="10379" y="507050"/>
                  <a:pt x="4884" y="501555"/>
                </a:cubicBezTo>
                <a:lnTo>
                  <a:pt x="0" y="489763"/>
                </a:lnTo>
                <a:lnTo>
                  <a:pt x="0" y="470405"/>
                </a:lnTo>
                <a:lnTo>
                  <a:pt x="4884" y="458614"/>
                </a:lnTo>
                <a:cubicBezTo>
                  <a:pt x="10379" y="453120"/>
                  <a:pt x="17970" y="449721"/>
                  <a:pt x="26355" y="449721"/>
                </a:cubicBezTo>
                <a:close/>
                <a:moveTo>
                  <a:pt x="1673066" y="379245"/>
                </a:moveTo>
                <a:lnTo>
                  <a:pt x="1675237" y="422266"/>
                </a:lnTo>
                <a:lnTo>
                  <a:pt x="1673514" y="421103"/>
                </a:lnTo>
                <a:cubicBezTo>
                  <a:pt x="1668019" y="415609"/>
                  <a:pt x="1664620" y="408017"/>
                  <a:pt x="1664620" y="399633"/>
                </a:cubicBezTo>
                <a:close/>
                <a:moveTo>
                  <a:pt x="1622429" y="369269"/>
                </a:moveTo>
                <a:cubicBezTo>
                  <a:pt x="1639199" y="369269"/>
                  <a:pt x="1652792" y="382864"/>
                  <a:pt x="1652792" y="399633"/>
                </a:cubicBezTo>
                <a:cubicBezTo>
                  <a:pt x="1652792" y="416402"/>
                  <a:pt x="1639199" y="429997"/>
                  <a:pt x="1622429" y="429997"/>
                </a:cubicBezTo>
                <a:cubicBezTo>
                  <a:pt x="1605659" y="429997"/>
                  <a:pt x="1592066" y="416402"/>
                  <a:pt x="1592066" y="399633"/>
                </a:cubicBezTo>
                <a:cubicBezTo>
                  <a:pt x="1592066" y="382864"/>
                  <a:pt x="1605659" y="369269"/>
                  <a:pt x="1622429" y="369269"/>
                </a:cubicBezTo>
                <a:close/>
                <a:moveTo>
                  <a:pt x="1549874" y="369269"/>
                </a:moveTo>
                <a:cubicBezTo>
                  <a:pt x="1566644" y="369269"/>
                  <a:pt x="1580238" y="382864"/>
                  <a:pt x="1580238" y="399633"/>
                </a:cubicBezTo>
                <a:cubicBezTo>
                  <a:pt x="1580238" y="416402"/>
                  <a:pt x="1566644" y="429997"/>
                  <a:pt x="1549874" y="429997"/>
                </a:cubicBezTo>
                <a:cubicBezTo>
                  <a:pt x="1533105" y="429997"/>
                  <a:pt x="1519511" y="416402"/>
                  <a:pt x="1519511" y="399633"/>
                </a:cubicBezTo>
                <a:cubicBezTo>
                  <a:pt x="1519511" y="382864"/>
                  <a:pt x="1533105" y="369269"/>
                  <a:pt x="1549874" y="369269"/>
                </a:cubicBezTo>
                <a:close/>
                <a:moveTo>
                  <a:pt x="1477320" y="369269"/>
                </a:moveTo>
                <a:cubicBezTo>
                  <a:pt x="1494089" y="369269"/>
                  <a:pt x="1507683" y="382864"/>
                  <a:pt x="1507683" y="399633"/>
                </a:cubicBezTo>
                <a:cubicBezTo>
                  <a:pt x="1507683" y="416402"/>
                  <a:pt x="1494089" y="429997"/>
                  <a:pt x="1477320" y="429997"/>
                </a:cubicBezTo>
                <a:cubicBezTo>
                  <a:pt x="1460550" y="429997"/>
                  <a:pt x="1446956" y="416402"/>
                  <a:pt x="1446956" y="399633"/>
                </a:cubicBezTo>
                <a:cubicBezTo>
                  <a:pt x="1446956" y="382864"/>
                  <a:pt x="1460550" y="369269"/>
                  <a:pt x="1477320" y="369269"/>
                </a:cubicBezTo>
                <a:close/>
                <a:moveTo>
                  <a:pt x="1404765" y="369269"/>
                </a:moveTo>
                <a:cubicBezTo>
                  <a:pt x="1421535" y="369269"/>
                  <a:pt x="1435129" y="382864"/>
                  <a:pt x="1435129" y="399633"/>
                </a:cubicBezTo>
                <a:cubicBezTo>
                  <a:pt x="1435129" y="416402"/>
                  <a:pt x="1421535" y="429997"/>
                  <a:pt x="1404765" y="429997"/>
                </a:cubicBezTo>
                <a:cubicBezTo>
                  <a:pt x="1387996" y="429997"/>
                  <a:pt x="1374402" y="416402"/>
                  <a:pt x="1374402" y="399633"/>
                </a:cubicBezTo>
                <a:cubicBezTo>
                  <a:pt x="1374402" y="382864"/>
                  <a:pt x="1387996" y="369269"/>
                  <a:pt x="1404765" y="369269"/>
                </a:cubicBezTo>
                <a:close/>
                <a:moveTo>
                  <a:pt x="1332211" y="369269"/>
                </a:moveTo>
                <a:cubicBezTo>
                  <a:pt x="1348980" y="369269"/>
                  <a:pt x="1362574" y="382864"/>
                  <a:pt x="1362574" y="399633"/>
                </a:cubicBezTo>
                <a:cubicBezTo>
                  <a:pt x="1362574" y="416402"/>
                  <a:pt x="1348980" y="429997"/>
                  <a:pt x="1332211" y="429997"/>
                </a:cubicBezTo>
                <a:cubicBezTo>
                  <a:pt x="1315441" y="429997"/>
                  <a:pt x="1301847" y="416402"/>
                  <a:pt x="1301847" y="399633"/>
                </a:cubicBezTo>
                <a:cubicBezTo>
                  <a:pt x="1301847" y="382864"/>
                  <a:pt x="1315441" y="369269"/>
                  <a:pt x="1332211" y="369269"/>
                </a:cubicBezTo>
                <a:close/>
                <a:moveTo>
                  <a:pt x="1259656" y="369269"/>
                </a:moveTo>
                <a:cubicBezTo>
                  <a:pt x="1276426" y="369269"/>
                  <a:pt x="1290020" y="382864"/>
                  <a:pt x="1290020" y="399633"/>
                </a:cubicBezTo>
                <a:cubicBezTo>
                  <a:pt x="1290020" y="416402"/>
                  <a:pt x="1276426" y="429997"/>
                  <a:pt x="1259656" y="429997"/>
                </a:cubicBezTo>
                <a:cubicBezTo>
                  <a:pt x="1242887" y="429997"/>
                  <a:pt x="1229293" y="416402"/>
                  <a:pt x="1229293" y="399633"/>
                </a:cubicBezTo>
                <a:cubicBezTo>
                  <a:pt x="1229293" y="382864"/>
                  <a:pt x="1242887" y="369269"/>
                  <a:pt x="1259656" y="369269"/>
                </a:cubicBezTo>
                <a:close/>
                <a:moveTo>
                  <a:pt x="1187102" y="369269"/>
                </a:moveTo>
                <a:cubicBezTo>
                  <a:pt x="1203871" y="369269"/>
                  <a:pt x="1217465" y="382864"/>
                  <a:pt x="1217465" y="399633"/>
                </a:cubicBezTo>
                <a:cubicBezTo>
                  <a:pt x="1217465" y="416402"/>
                  <a:pt x="1203871" y="429997"/>
                  <a:pt x="1187102" y="429997"/>
                </a:cubicBezTo>
                <a:cubicBezTo>
                  <a:pt x="1170332" y="429997"/>
                  <a:pt x="1156738" y="416402"/>
                  <a:pt x="1156738" y="399633"/>
                </a:cubicBezTo>
                <a:cubicBezTo>
                  <a:pt x="1156738" y="382864"/>
                  <a:pt x="1170332" y="369269"/>
                  <a:pt x="1187102" y="369269"/>
                </a:cubicBezTo>
                <a:close/>
                <a:moveTo>
                  <a:pt x="1114547" y="369269"/>
                </a:moveTo>
                <a:cubicBezTo>
                  <a:pt x="1131317" y="369269"/>
                  <a:pt x="1144911" y="382864"/>
                  <a:pt x="1144911" y="399633"/>
                </a:cubicBezTo>
                <a:cubicBezTo>
                  <a:pt x="1144911" y="416402"/>
                  <a:pt x="1131317" y="429997"/>
                  <a:pt x="1114547" y="429997"/>
                </a:cubicBezTo>
                <a:cubicBezTo>
                  <a:pt x="1097778" y="429997"/>
                  <a:pt x="1084184" y="416402"/>
                  <a:pt x="1084184" y="399633"/>
                </a:cubicBezTo>
                <a:cubicBezTo>
                  <a:pt x="1084184" y="382864"/>
                  <a:pt x="1097778" y="369269"/>
                  <a:pt x="1114547" y="369269"/>
                </a:cubicBezTo>
                <a:close/>
                <a:moveTo>
                  <a:pt x="1041993" y="369269"/>
                </a:moveTo>
                <a:cubicBezTo>
                  <a:pt x="1058762" y="369269"/>
                  <a:pt x="1072356" y="382864"/>
                  <a:pt x="1072356" y="399633"/>
                </a:cubicBezTo>
                <a:cubicBezTo>
                  <a:pt x="1072356" y="416402"/>
                  <a:pt x="1058762" y="429997"/>
                  <a:pt x="1041993" y="429997"/>
                </a:cubicBezTo>
                <a:cubicBezTo>
                  <a:pt x="1025223" y="429997"/>
                  <a:pt x="1011629" y="416402"/>
                  <a:pt x="1011629" y="399633"/>
                </a:cubicBezTo>
                <a:cubicBezTo>
                  <a:pt x="1011629" y="382864"/>
                  <a:pt x="1025223" y="369269"/>
                  <a:pt x="1041993" y="369269"/>
                </a:cubicBezTo>
                <a:close/>
                <a:moveTo>
                  <a:pt x="969438" y="369269"/>
                </a:moveTo>
                <a:cubicBezTo>
                  <a:pt x="986208" y="369269"/>
                  <a:pt x="999801" y="382864"/>
                  <a:pt x="999801" y="399633"/>
                </a:cubicBezTo>
                <a:cubicBezTo>
                  <a:pt x="999801" y="416402"/>
                  <a:pt x="986208" y="429997"/>
                  <a:pt x="969438" y="429997"/>
                </a:cubicBezTo>
                <a:cubicBezTo>
                  <a:pt x="952669" y="429997"/>
                  <a:pt x="939075" y="416402"/>
                  <a:pt x="939075" y="399633"/>
                </a:cubicBezTo>
                <a:cubicBezTo>
                  <a:pt x="939075" y="382864"/>
                  <a:pt x="952669" y="369269"/>
                  <a:pt x="969438" y="369269"/>
                </a:cubicBezTo>
                <a:close/>
                <a:moveTo>
                  <a:pt x="896883" y="369269"/>
                </a:moveTo>
                <a:cubicBezTo>
                  <a:pt x="913653" y="369269"/>
                  <a:pt x="927247" y="382864"/>
                  <a:pt x="927247" y="399633"/>
                </a:cubicBezTo>
                <a:cubicBezTo>
                  <a:pt x="927247" y="416402"/>
                  <a:pt x="913653" y="429997"/>
                  <a:pt x="896883" y="429997"/>
                </a:cubicBezTo>
                <a:cubicBezTo>
                  <a:pt x="880114" y="429997"/>
                  <a:pt x="866520" y="416402"/>
                  <a:pt x="866520" y="399633"/>
                </a:cubicBezTo>
                <a:cubicBezTo>
                  <a:pt x="866520" y="382864"/>
                  <a:pt x="880114" y="369269"/>
                  <a:pt x="896883" y="369269"/>
                </a:cubicBezTo>
                <a:close/>
                <a:moveTo>
                  <a:pt x="824329" y="369269"/>
                </a:moveTo>
                <a:cubicBezTo>
                  <a:pt x="841098" y="369269"/>
                  <a:pt x="854692" y="382864"/>
                  <a:pt x="854692" y="399633"/>
                </a:cubicBezTo>
                <a:cubicBezTo>
                  <a:pt x="854692" y="416402"/>
                  <a:pt x="841098" y="429997"/>
                  <a:pt x="824329" y="429997"/>
                </a:cubicBezTo>
                <a:cubicBezTo>
                  <a:pt x="807559" y="429997"/>
                  <a:pt x="793965" y="416402"/>
                  <a:pt x="793965" y="399633"/>
                </a:cubicBezTo>
                <a:cubicBezTo>
                  <a:pt x="793965" y="382864"/>
                  <a:pt x="807559" y="369269"/>
                  <a:pt x="824329" y="369269"/>
                </a:cubicBezTo>
                <a:close/>
                <a:moveTo>
                  <a:pt x="751774" y="369269"/>
                </a:moveTo>
                <a:cubicBezTo>
                  <a:pt x="768544" y="369269"/>
                  <a:pt x="782138" y="382864"/>
                  <a:pt x="782138" y="399633"/>
                </a:cubicBezTo>
                <a:cubicBezTo>
                  <a:pt x="782138" y="416402"/>
                  <a:pt x="768544" y="429997"/>
                  <a:pt x="751774" y="429997"/>
                </a:cubicBezTo>
                <a:cubicBezTo>
                  <a:pt x="735005" y="429997"/>
                  <a:pt x="721411" y="416402"/>
                  <a:pt x="721411" y="399633"/>
                </a:cubicBezTo>
                <a:cubicBezTo>
                  <a:pt x="721411" y="382864"/>
                  <a:pt x="735005" y="369269"/>
                  <a:pt x="751774" y="369269"/>
                </a:cubicBezTo>
                <a:close/>
                <a:moveTo>
                  <a:pt x="679220" y="369269"/>
                </a:moveTo>
                <a:cubicBezTo>
                  <a:pt x="695989" y="369269"/>
                  <a:pt x="709583" y="382864"/>
                  <a:pt x="709583" y="399633"/>
                </a:cubicBezTo>
                <a:cubicBezTo>
                  <a:pt x="709583" y="416402"/>
                  <a:pt x="695989" y="429997"/>
                  <a:pt x="679220" y="429997"/>
                </a:cubicBezTo>
                <a:cubicBezTo>
                  <a:pt x="662450" y="429997"/>
                  <a:pt x="648856" y="416402"/>
                  <a:pt x="648856" y="399633"/>
                </a:cubicBezTo>
                <a:cubicBezTo>
                  <a:pt x="648856" y="382864"/>
                  <a:pt x="662450" y="369269"/>
                  <a:pt x="679220" y="369269"/>
                </a:cubicBezTo>
                <a:close/>
                <a:moveTo>
                  <a:pt x="606665" y="369269"/>
                </a:moveTo>
                <a:cubicBezTo>
                  <a:pt x="623435" y="369269"/>
                  <a:pt x="637029" y="382864"/>
                  <a:pt x="637029" y="399633"/>
                </a:cubicBezTo>
                <a:cubicBezTo>
                  <a:pt x="637029" y="416402"/>
                  <a:pt x="623435" y="429997"/>
                  <a:pt x="606665" y="429997"/>
                </a:cubicBezTo>
                <a:cubicBezTo>
                  <a:pt x="589896" y="429997"/>
                  <a:pt x="576302" y="416402"/>
                  <a:pt x="576302" y="399633"/>
                </a:cubicBezTo>
                <a:cubicBezTo>
                  <a:pt x="576302" y="382864"/>
                  <a:pt x="589896" y="369269"/>
                  <a:pt x="606665" y="369269"/>
                </a:cubicBezTo>
                <a:close/>
                <a:moveTo>
                  <a:pt x="534111" y="369269"/>
                </a:moveTo>
                <a:cubicBezTo>
                  <a:pt x="550880" y="369269"/>
                  <a:pt x="564474" y="382864"/>
                  <a:pt x="564474" y="399633"/>
                </a:cubicBezTo>
                <a:cubicBezTo>
                  <a:pt x="564474" y="416402"/>
                  <a:pt x="550880" y="429997"/>
                  <a:pt x="534111" y="429997"/>
                </a:cubicBezTo>
                <a:cubicBezTo>
                  <a:pt x="517341" y="429997"/>
                  <a:pt x="503747" y="416402"/>
                  <a:pt x="503747" y="399633"/>
                </a:cubicBezTo>
                <a:cubicBezTo>
                  <a:pt x="503747" y="382864"/>
                  <a:pt x="517341" y="369269"/>
                  <a:pt x="534111" y="369269"/>
                </a:cubicBezTo>
                <a:close/>
                <a:moveTo>
                  <a:pt x="461556" y="369269"/>
                </a:moveTo>
                <a:cubicBezTo>
                  <a:pt x="478326" y="369269"/>
                  <a:pt x="491920" y="382864"/>
                  <a:pt x="491920" y="399633"/>
                </a:cubicBezTo>
                <a:cubicBezTo>
                  <a:pt x="491920" y="416402"/>
                  <a:pt x="478326" y="429997"/>
                  <a:pt x="461556" y="429997"/>
                </a:cubicBezTo>
                <a:cubicBezTo>
                  <a:pt x="444787" y="429997"/>
                  <a:pt x="431192" y="416402"/>
                  <a:pt x="431192" y="399633"/>
                </a:cubicBezTo>
                <a:cubicBezTo>
                  <a:pt x="431192" y="382864"/>
                  <a:pt x="444787" y="369269"/>
                  <a:pt x="461556" y="369269"/>
                </a:cubicBezTo>
                <a:close/>
                <a:moveTo>
                  <a:pt x="389002" y="369269"/>
                </a:moveTo>
                <a:cubicBezTo>
                  <a:pt x="405771" y="369269"/>
                  <a:pt x="419365" y="382864"/>
                  <a:pt x="419365" y="399633"/>
                </a:cubicBezTo>
                <a:cubicBezTo>
                  <a:pt x="419365" y="416402"/>
                  <a:pt x="405771" y="429997"/>
                  <a:pt x="389002" y="429997"/>
                </a:cubicBezTo>
                <a:cubicBezTo>
                  <a:pt x="372232" y="429997"/>
                  <a:pt x="358638" y="416402"/>
                  <a:pt x="358638" y="399633"/>
                </a:cubicBezTo>
                <a:cubicBezTo>
                  <a:pt x="358638" y="382864"/>
                  <a:pt x="372232" y="369269"/>
                  <a:pt x="389002" y="369269"/>
                </a:cubicBezTo>
                <a:close/>
                <a:moveTo>
                  <a:pt x="316447" y="369269"/>
                </a:moveTo>
                <a:cubicBezTo>
                  <a:pt x="333216" y="369269"/>
                  <a:pt x="346810" y="382864"/>
                  <a:pt x="346810" y="399633"/>
                </a:cubicBezTo>
                <a:cubicBezTo>
                  <a:pt x="346810" y="416402"/>
                  <a:pt x="333216" y="429997"/>
                  <a:pt x="316447" y="429997"/>
                </a:cubicBezTo>
                <a:cubicBezTo>
                  <a:pt x="299677" y="429997"/>
                  <a:pt x="286084" y="416402"/>
                  <a:pt x="286084" y="399633"/>
                </a:cubicBezTo>
                <a:cubicBezTo>
                  <a:pt x="286084" y="382864"/>
                  <a:pt x="299677" y="369269"/>
                  <a:pt x="316447" y="369269"/>
                </a:cubicBezTo>
                <a:close/>
                <a:moveTo>
                  <a:pt x="243892" y="369269"/>
                </a:moveTo>
                <a:cubicBezTo>
                  <a:pt x="260662" y="369269"/>
                  <a:pt x="274256" y="382864"/>
                  <a:pt x="274256" y="399633"/>
                </a:cubicBezTo>
                <a:cubicBezTo>
                  <a:pt x="274256" y="416402"/>
                  <a:pt x="260662" y="429997"/>
                  <a:pt x="243892" y="429997"/>
                </a:cubicBezTo>
                <a:cubicBezTo>
                  <a:pt x="227123" y="429997"/>
                  <a:pt x="213529" y="416402"/>
                  <a:pt x="213529" y="399633"/>
                </a:cubicBezTo>
                <a:cubicBezTo>
                  <a:pt x="213529" y="382864"/>
                  <a:pt x="227123" y="369269"/>
                  <a:pt x="243892" y="369269"/>
                </a:cubicBezTo>
                <a:close/>
                <a:moveTo>
                  <a:pt x="171339" y="369269"/>
                </a:moveTo>
                <a:cubicBezTo>
                  <a:pt x="188107" y="369269"/>
                  <a:pt x="201701" y="382864"/>
                  <a:pt x="201701" y="399633"/>
                </a:cubicBezTo>
                <a:cubicBezTo>
                  <a:pt x="201701" y="416402"/>
                  <a:pt x="188107" y="429997"/>
                  <a:pt x="171339" y="429997"/>
                </a:cubicBezTo>
                <a:cubicBezTo>
                  <a:pt x="154685" y="429997"/>
                  <a:pt x="141090" y="416402"/>
                  <a:pt x="141090" y="399633"/>
                </a:cubicBezTo>
                <a:cubicBezTo>
                  <a:pt x="141090" y="382864"/>
                  <a:pt x="154685" y="369269"/>
                  <a:pt x="171339" y="369269"/>
                </a:cubicBezTo>
                <a:close/>
                <a:moveTo>
                  <a:pt x="98917" y="369269"/>
                </a:moveTo>
                <a:cubicBezTo>
                  <a:pt x="115677" y="369269"/>
                  <a:pt x="129270" y="382864"/>
                  <a:pt x="129270" y="399633"/>
                </a:cubicBezTo>
                <a:cubicBezTo>
                  <a:pt x="129270" y="416402"/>
                  <a:pt x="115677" y="429997"/>
                  <a:pt x="98917" y="429997"/>
                </a:cubicBezTo>
                <a:cubicBezTo>
                  <a:pt x="82143" y="429997"/>
                  <a:pt x="68549" y="416402"/>
                  <a:pt x="68549" y="399633"/>
                </a:cubicBezTo>
                <a:cubicBezTo>
                  <a:pt x="68549" y="382864"/>
                  <a:pt x="82143" y="369269"/>
                  <a:pt x="98917" y="369269"/>
                </a:cubicBezTo>
                <a:close/>
                <a:moveTo>
                  <a:pt x="26362" y="369269"/>
                </a:moveTo>
                <a:cubicBezTo>
                  <a:pt x="43124" y="369269"/>
                  <a:pt x="56719" y="382864"/>
                  <a:pt x="56719" y="399633"/>
                </a:cubicBezTo>
                <a:cubicBezTo>
                  <a:pt x="56719" y="416402"/>
                  <a:pt x="43124" y="429997"/>
                  <a:pt x="26362" y="429997"/>
                </a:cubicBezTo>
                <a:cubicBezTo>
                  <a:pt x="17976" y="429997"/>
                  <a:pt x="10385" y="426598"/>
                  <a:pt x="4890" y="421103"/>
                </a:cubicBezTo>
                <a:lnTo>
                  <a:pt x="0" y="409299"/>
                </a:lnTo>
                <a:lnTo>
                  <a:pt x="0" y="389967"/>
                </a:lnTo>
                <a:lnTo>
                  <a:pt x="4890" y="378163"/>
                </a:lnTo>
                <a:cubicBezTo>
                  <a:pt x="10385" y="372668"/>
                  <a:pt x="17976" y="369269"/>
                  <a:pt x="26362" y="369269"/>
                </a:cubicBezTo>
                <a:close/>
                <a:moveTo>
                  <a:pt x="1669444" y="307535"/>
                </a:moveTo>
                <a:lnTo>
                  <a:pt x="1670784" y="334061"/>
                </a:lnTo>
                <a:lnTo>
                  <a:pt x="1664620" y="319181"/>
                </a:lnTo>
                <a:close/>
                <a:moveTo>
                  <a:pt x="1622429" y="288818"/>
                </a:moveTo>
                <a:cubicBezTo>
                  <a:pt x="1639199" y="288818"/>
                  <a:pt x="1652792" y="302412"/>
                  <a:pt x="1652792" y="319181"/>
                </a:cubicBezTo>
                <a:cubicBezTo>
                  <a:pt x="1652792" y="335950"/>
                  <a:pt x="1639199" y="349545"/>
                  <a:pt x="1622429" y="349545"/>
                </a:cubicBezTo>
                <a:cubicBezTo>
                  <a:pt x="1605659" y="349545"/>
                  <a:pt x="1592066" y="335950"/>
                  <a:pt x="1592066" y="319181"/>
                </a:cubicBezTo>
                <a:cubicBezTo>
                  <a:pt x="1592066" y="302412"/>
                  <a:pt x="1605659" y="288818"/>
                  <a:pt x="1622429" y="288818"/>
                </a:cubicBezTo>
                <a:close/>
                <a:moveTo>
                  <a:pt x="1549874" y="288818"/>
                </a:moveTo>
                <a:cubicBezTo>
                  <a:pt x="1566644" y="288818"/>
                  <a:pt x="1580238" y="302412"/>
                  <a:pt x="1580238" y="319181"/>
                </a:cubicBezTo>
                <a:cubicBezTo>
                  <a:pt x="1580238" y="335950"/>
                  <a:pt x="1566644" y="349545"/>
                  <a:pt x="1549874" y="349545"/>
                </a:cubicBezTo>
                <a:cubicBezTo>
                  <a:pt x="1533105" y="349545"/>
                  <a:pt x="1519511" y="335950"/>
                  <a:pt x="1519511" y="319181"/>
                </a:cubicBezTo>
                <a:cubicBezTo>
                  <a:pt x="1519511" y="302412"/>
                  <a:pt x="1533105" y="288818"/>
                  <a:pt x="1549874" y="288818"/>
                </a:cubicBezTo>
                <a:close/>
                <a:moveTo>
                  <a:pt x="1477320" y="288818"/>
                </a:moveTo>
                <a:cubicBezTo>
                  <a:pt x="1494089" y="288818"/>
                  <a:pt x="1507683" y="302412"/>
                  <a:pt x="1507683" y="319181"/>
                </a:cubicBezTo>
                <a:cubicBezTo>
                  <a:pt x="1507683" y="335950"/>
                  <a:pt x="1494089" y="349545"/>
                  <a:pt x="1477320" y="349545"/>
                </a:cubicBezTo>
                <a:cubicBezTo>
                  <a:pt x="1460550" y="349545"/>
                  <a:pt x="1446956" y="335950"/>
                  <a:pt x="1446956" y="319181"/>
                </a:cubicBezTo>
                <a:cubicBezTo>
                  <a:pt x="1446956" y="302412"/>
                  <a:pt x="1460550" y="288818"/>
                  <a:pt x="1477320" y="288818"/>
                </a:cubicBezTo>
                <a:close/>
                <a:moveTo>
                  <a:pt x="1404765" y="288818"/>
                </a:moveTo>
                <a:cubicBezTo>
                  <a:pt x="1421535" y="288818"/>
                  <a:pt x="1435129" y="302412"/>
                  <a:pt x="1435129" y="319181"/>
                </a:cubicBezTo>
                <a:cubicBezTo>
                  <a:pt x="1435129" y="335950"/>
                  <a:pt x="1421535" y="349545"/>
                  <a:pt x="1404765" y="349545"/>
                </a:cubicBezTo>
                <a:cubicBezTo>
                  <a:pt x="1387996" y="349545"/>
                  <a:pt x="1374402" y="335950"/>
                  <a:pt x="1374402" y="319181"/>
                </a:cubicBezTo>
                <a:cubicBezTo>
                  <a:pt x="1374402" y="302412"/>
                  <a:pt x="1387996" y="288818"/>
                  <a:pt x="1404765" y="288818"/>
                </a:cubicBezTo>
                <a:close/>
                <a:moveTo>
                  <a:pt x="1332211" y="288818"/>
                </a:moveTo>
                <a:cubicBezTo>
                  <a:pt x="1348980" y="288818"/>
                  <a:pt x="1362574" y="302412"/>
                  <a:pt x="1362574" y="319181"/>
                </a:cubicBezTo>
                <a:cubicBezTo>
                  <a:pt x="1362574" y="335950"/>
                  <a:pt x="1348980" y="349545"/>
                  <a:pt x="1332211" y="349545"/>
                </a:cubicBezTo>
                <a:cubicBezTo>
                  <a:pt x="1315441" y="349545"/>
                  <a:pt x="1301847" y="335950"/>
                  <a:pt x="1301847" y="319181"/>
                </a:cubicBezTo>
                <a:cubicBezTo>
                  <a:pt x="1301847" y="302412"/>
                  <a:pt x="1315441" y="288818"/>
                  <a:pt x="1332211" y="288818"/>
                </a:cubicBezTo>
                <a:close/>
                <a:moveTo>
                  <a:pt x="1259656" y="288818"/>
                </a:moveTo>
                <a:cubicBezTo>
                  <a:pt x="1276426" y="288818"/>
                  <a:pt x="1290020" y="302412"/>
                  <a:pt x="1290020" y="319181"/>
                </a:cubicBezTo>
                <a:cubicBezTo>
                  <a:pt x="1290020" y="335950"/>
                  <a:pt x="1276426" y="349545"/>
                  <a:pt x="1259656" y="349545"/>
                </a:cubicBezTo>
                <a:cubicBezTo>
                  <a:pt x="1242887" y="349545"/>
                  <a:pt x="1229293" y="335950"/>
                  <a:pt x="1229293" y="319181"/>
                </a:cubicBezTo>
                <a:cubicBezTo>
                  <a:pt x="1229293" y="302412"/>
                  <a:pt x="1242887" y="288818"/>
                  <a:pt x="1259656" y="288818"/>
                </a:cubicBezTo>
                <a:close/>
                <a:moveTo>
                  <a:pt x="1187102" y="288818"/>
                </a:moveTo>
                <a:cubicBezTo>
                  <a:pt x="1203871" y="288818"/>
                  <a:pt x="1217465" y="302412"/>
                  <a:pt x="1217465" y="319181"/>
                </a:cubicBezTo>
                <a:cubicBezTo>
                  <a:pt x="1217465" y="335950"/>
                  <a:pt x="1203871" y="349545"/>
                  <a:pt x="1187102" y="349545"/>
                </a:cubicBezTo>
                <a:cubicBezTo>
                  <a:pt x="1170332" y="349545"/>
                  <a:pt x="1156738" y="335950"/>
                  <a:pt x="1156738" y="319181"/>
                </a:cubicBezTo>
                <a:cubicBezTo>
                  <a:pt x="1156738" y="302412"/>
                  <a:pt x="1170332" y="288818"/>
                  <a:pt x="1187102" y="288818"/>
                </a:cubicBezTo>
                <a:close/>
                <a:moveTo>
                  <a:pt x="1114547" y="288818"/>
                </a:moveTo>
                <a:cubicBezTo>
                  <a:pt x="1131317" y="288818"/>
                  <a:pt x="1144911" y="302412"/>
                  <a:pt x="1144911" y="319181"/>
                </a:cubicBezTo>
                <a:cubicBezTo>
                  <a:pt x="1144911" y="335950"/>
                  <a:pt x="1131317" y="349545"/>
                  <a:pt x="1114547" y="349545"/>
                </a:cubicBezTo>
                <a:cubicBezTo>
                  <a:pt x="1097778" y="349545"/>
                  <a:pt x="1084184" y="335950"/>
                  <a:pt x="1084184" y="319181"/>
                </a:cubicBezTo>
                <a:cubicBezTo>
                  <a:pt x="1084184" y="302412"/>
                  <a:pt x="1097778" y="288818"/>
                  <a:pt x="1114547" y="288818"/>
                </a:cubicBezTo>
                <a:close/>
                <a:moveTo>
                  <a:pt x="1041993" y="288818"/>
                </a:moveTo>
                <a:cubicBezTo>
                  <a:pt x="1058762" y="288818"/>
                  <a:pt x="1072356" y="302412"/>
                  <a:pt x="1072356" y="319181"/>
                </a:cubicBezTo>
                <a:cubicBezTo>
                  <a:pt x="1072356" y="335950"/>
                  <a:pt x="1058762" y="349545"/>
                  <a:pt x="1041993" y="349545"/>
                </a:cubicBezTo>
                <a:cubicBezTo>
                  <a:pt x="1025223" y="349545"/>
                  <a:pt x="1011629" y="335950"/>
                  <a:pt x="1011629" y="319181"/>
                </a:cubicBezTo>
                <a:cubicBezTo>
                  <a:pt x="1011629" y="302412"/>
                  <a:pt x="1025223" y="288818"/>
                  <a:pt x="1041993" y="288818"/>
                </a:cubicBezTo>
                <a:close/>
                <a:moveTo>
                  <a:pt x="969438" y="288818"/>
                </a:moveTo>
                <a:cubicBezTo>
                  <a:pt x="986208" y="288818"/>
                  <a:pt x="999801" y="302412"/>
                  <a:pt x="999801" y="319181"/>
                </a:cubicBezTo>
                <a:cubicBezTo>
                  <a:pt x="999801" y="335950"/>
                  <a:pt x="986208" y="349545"/>
                  <a:pt x="969438" y="349545"/>
                </a:cubicBezTo>
                <a:cubicBezTo>
                  <a:pt x="952669" y="349545"/>
                  <a:pt x="939075" y="335950"/>
                  <a:pt x="939075" y="319181"/>
                </a:cubicBezTo>
                <a:cubicBezTo>
                  <a:pt x="939075" y="302412"/>
                  <a:pt x="952669" y="288818"/>
                  <a:pt x="969438" y="288818"/>
                </a:cubicBezTo>
                <a:close/>
                <a:moveTo>
                  <a:pt x="896883" y="288818"/>
                </a:moveTo>
                <a:cubicBezTo>
                  <a:pt x="913653" y="288818"/>
                  <a:pt x="927247" y="302412"/>
                  <a:pt x="927247" y="319181"/>
                </a:cubicBezTo>
                <a:cubicBezTo>
                  <a:pt x="927247" y="335950"/>
                  <a:pt x="913653" y="349545"/>
                  <a:pt x="896883" y="349545"/>
                </a:cubicBezTo>
                <a:cubicBezTo>
                  <a:pt x="880114" y="349545"/>
                  <a:pt x="866520" y="335950"/>
                  <a:pt x="866520" y="319181"/>
                </a:cubicBezTo>
                <a:cubicBezTo>
                  <a:pt x="866520" y="302412"/>
                  <a:pt x="880114" y="288818"/>
                  <a:pt x="896883" y="288818"/>
                </a:cubicBezTo>
                <a:close/>
                <a:moveTo>
                  <a:pt x="824329" y="288818"/>
                </a:moveTo>
                <a:cubicBezTo>
                  <a:pt x="841098" y="288818"/>
                  <a:pt x="854692" y="302412"/>
                  <a:pt x="854692" y="319181"/>
                </a:cubicBezTo>
                <a:cubicBezTo>
                  <a:pt x="854692" y="335950"/>
                  <a:pt x="841098" y="349545"/>
                  <a:pt x="824329" y="349545"/>
                </a:cubicBezTo>
                <a:cubicBezTo>
                  <a:pt x="807559" y="349545"/>
                  <a:pt x="793965" y="335950"/>
                  <a:pt x="793965" y="319181"/>
                </a:cubicBezTo>
                <a:cubicBezTo>
                  <a:pt x="793965" y="302412"/>
                  <a:pt x="807559" y="288818"/>
                  <a:pt x="824329" y="288818"/>
                </a:cubicBezTo>
                <a:close/>
                <a:moveTo>
                  <a:pt x="751774" y="288818"/>
                </a:moveTo>
                <a:cubicBezTo>
                  <a:pt x="768544" y="288818"/>
                  <a:pt x="782138" y="302412"/>
                  <a:pt x="782138" y="319181"/>
                </a:cubicBezTo>
                <a:cubicBezTo>
                  <a:pt x="782138" y="335950"/>
                  <a:pt x="768544" y="349545"/>
                  <a:pt x="751774" y="349545"/>
                </a:cubicBezTo>
                <a:cubicBezTo>
                  <a:pt x="735005" y="349545"/>
                  <a:pt x="721411" y="335950"/>
                  <a:pt x="721411" y="319181"/>
                </a:cubicBezTo>
                <a:cubicBezTo>
                  <a:pt x="721411" y="302412"/>
                  <a:pt x="735005" y="288818"/>
                  <a:pt x="751774" y="288818"/>
                </a:cubicBezTo>
                <a:close/>
                <a:moveTo>
                  <a:pt x="679220" y="288818"/>
                </a:moveTo>
                <a:cubicBezTo>
                  <a:pt x="695989" y="288818"/>
                  <a:pt x="709583" y="302412"/>
                  <a:pt x="709583" y="319181"/>
                </a:cubicBezTo>
                <a:cubicBezTo>
                  <a:pt x="709583" y="335950"/>
                  <a:pt x="695989" y="349545"/>
                  <a:pt x="679220" y="349545"/>
                </a:cubicBezTo>
                <a:cubicBezTo>
                  <a:pt x="662450" y="349545"/>
                  <a:pt x="648856" y="335950"/>
                  <a:pt x="648856" y="319181"/>
                </a:cubicBezTo>
                <a:cubicBezTo>
                  <a:pt x="648856" y="302412"/>
                  <a:pt x="662450" y="288818"/>
                  <a:pt x="679220" y="288818"/>
                </a:cubicBezTo>
                <a:close/>
                <a:moveTo>
                  <a:pt x="606665" y="288818"/>
                </a:moveTo>
                <a:cubicBezTo>
                  <a:pt x="623435" y="288818"/>
                  <a:pt x="637029" y="302412"/>
                  <a:pt x="637029" y="319181"/>
                </a:cubicBezTo>
                <a:cubicBezTo>
                  <a:pt x="637029" y="335950"/>
                  <a:pt x="623435" y="349545"/>
                  <a:pt x="606665" y="349545"/>
                </a:cubicBezTo>
                <a:cubicBezTo>
                  <a:pt x="589896" y="349545"/>
                  <a:pt x="576302" y="335950"/>
                  <a:pt x="576302" y="319181"/>
                </a:cubicBezTo>
                <a:cubicBezTo>
                  <a:pt x="576302" y="302412"/>
                  <a:pt x="589896" y="288818"/>
                  <a:pt x="606665" y="288818"/>
                </a:cubicBezTo>
                <a:close/>
                <a:moveTo>
                  <a:pt x="534111" y="288818"/>
                </a:moveTo>
                <a:cubicBezTo>
                  <a:pt x="550880" y="288818"/>
                  <a:pt x="564474" y="302412"/>
                  <a:pt x="564474" y="319181"/>
                </a:cubicBezTo>
                <a:cubicBezTo>
                  <a:pt x="564474" y="335950"/>
                  <a:pt x="550880" y="349545"/>
                  <a:pt x="534111" y="349545"/>
                </a:cubicBezTo>
                <a:cubicBezTo>
                  <a:pt x="517341" y="349545"/>
                  <a:pt x="503747" y="335950"/>
                  <a:pt x="503747" y="319181"/>
                </a:cubicBezTo>
                <a:cubicBezTo>
                  <a:pt x="503747" y="302412"/>
                  <a:pt x="517341" y="288818"/>
                  <a:pt x="534111" y="288818"/>
                </a:cubicBezTo>
                <a:close/>
                <a:moveTo>
                  <a:pt x="461556" y="288818"/>
                </a:moveTo>
                <a:cubicBezTo>
                  <a:pt x="478326" y="288818"/>
                  <a:pt x="491920" y="302412"/>
                  <a:pt x="491920" y="319181"/>
                </a:cubicBezTo>
                <a:cubicBezTo>
                  <a:pt x="491920" y="335950"/>
                  <a:pt x="478326" y="349545"/>
                  <a:pt x="461556" y="349545"/>
                </a:cubicBezTo>
                <a:cubicBezTo>
                  <a:pt x="444787" y="349545"/>
                  <a:pt x="431192" y="335950"/>
                  <a:pt x="431192" y="319181"/>
                </a:cubicBezTo>
                <a:cubicBezTo>
                  <a:pt x="431192" y="302412"/>
                  <a:pt x="444787" y="288818"/>
                  <a:pt x="461556" y="288818"/>
                </a:cubicBezTo>
                <a:close/>
                <a:moveTo>
                  <a:pt x="389002" y="288818"/>
                </a:moveTo>
                <a:cubicBezTo>
                  <a:pt x="405771" y="288818"/>
                  <a:pt x="419365" y="302412"/>
                  <a:pt x="419365" y="319181"/>
                </a:cubicBezTo>
                <a:cubicBezTo>
                  <a:pt x="419365" y="335950"/>
                  <a:pt x="405771" y="349545"/>
                  <a:pt x="389002" y="349545"/>
                </a:cubicBezTo>
                <a:cubicBezTo>
                  <a:pt x="372232" y="349545"/>
                  <a:pt x="358638" y="335950"/>
                  <a:pt x="358638" y="319181"/>
                </a:cubicBezTo>
                <a:cubicBezTo>
                  <a:pt x="358638" y="302412"/>
                  <a:pt x="372232" y="288818"/>
                  <a:pt x="389002" y="288818"/>
                </a:cubicBezTo>
                <a:close/>
                <a:moveTo>
                  <a:pt x="316447" y="288818"/>
                </a:moveTo>
                <a:cubicBezTo>
                  <a:pt x="333216" y="288818"/>
                  <a:pt x="346810" y="302412"/>
                  <a:pt x="346810" y="319181"/>
                </a:cubicBezTo>
                <a:cubicBezTo>
                  <a:pt x="346810" y="335950"/>
                  <a:pt x="333216" y="349545"/>
                  <a:pt x="316447" y="349545"/>
                </a:cubicBezTo>
                <a:cubicBezTo>
                  <a:pt x="299677" y="349545"/>
                  <a:pt x="286084" y="335950"/>
                  <a:pt x="286084" y="319181"/>
                </a:cubicBezTo>
                <a:cubicBezTo>
                  <a:pt x="286084" y="302412"/>
                  <a:pt x="299677" y="288818"/>
                  <a:pt x="316447" y="288818"/>
                </a:cubicBezTo>
                <a:close/>
                <a:moveTo>
                  <a:pt x="243892" y="288818"/>
                </a:moveTo>
                <a:cubicBezTo>
                  <a:pt x="260662" y="288818"/>
                  <a:pt x="274256" y="302412"/>
                  <a:pt x="274256" y="319181"/>
                </a:cubicBezTo>
                <a:cubicBezTo>
                  <a:pt x="274256" y="335950"/>
                  <a:pt x="260662" y="349545"/>
                  <a:pt x="243892" y="349545"/>
                </a:cubicBezTo>
                <a:cubicBezTo>
                  <a:pt x="227123" y="349545"/>
                  <a:pt x="213529" y="335950"/>
                  <a:pt x="213529" y="319181"/>
                </a:cubicBezTo>
                <a:cubicBezTo>
                  <a:pt x="213529" y="302412"/>
                  <a:pt x="227123" y="288818"/>
                  <a:pt x="243892" y="288818"/>
                </a:cubicBezTo>
                <a:close/>
                <a:moveTo>
                  <a:pt x="171339" y="288818"/>
                </a:moveTo>
                <a:cubicBezTo>
                  <a:pt x="188107" y="288818"/>
                  <a:pt x="201701" y="302412"/>
                  <a:pt x="201701" y="319181"/>
                </a:cubicBezTo>
                <a:cubicBezTo>
                  <a:pt x="201701" y="335950"/>
                  <a:pt x="188107" y="349545"/>
                  <a:pt x="171339" y="349545"/>
                </a:cubicBezTo>
                <a:cubicBezTo>
                  <a:pt x="154691" y="349545"/>
                  <a:pt x="141096" y="335950"/>
                  <a:pt x="141096" y="319181"/>
                </a:cubicBezTo>
                <a:cubicBezTo>
                  <a:pt x="141096" y="302412"/>
                  <a:pt x="154691" y="288818"/>
                  <a:pt x="171339" y="288818"/>
                </a:cubicBezTo>
                <a:close/>
                <a:moveTo>
                  <a:pt x="98923" y="288818"/>
                </a:moveTo>
                <a:cubicBezTo>
                  <a:pt x="115682" y="288818"/>
                  <a:pt x="129276" y="302412"/>
                  <a:pt x="129276" y="319181"/>
                </a:cubicBezTo>
                <a:cubicBezTo>
                  <a:pt x="129276" y="335950"/>
                  <a:pt x="115682" y="349545"/>
                  <a:pt x="98923" y="349545"/>
                </a:cubicBezTo>
                <a:cubicBezTo>
                  <a:pt x="82149" y="349545"/>
                  <a:pt x="68554" y="335950"/>
                  <a:pt x="68554" y="319181"/>
                </a:cubicBezTo>
                <a:cubicBezTo>
                  <a:pt x="68554" y="302412"/>
                  <a:pt x="82149" y="288818"/>
                  <a:pt x="98923" y="288818"/>
                </a:cubicBezTo>
                <a:close/>
                <a:moveTo>
                  <a:pt x="26368" y="288818"/>
                </a:moveTo>
                <a:cubicBezTo>
                  <a:pt x="43131" y="288818"/>
                  <a:pt x="56725" y="302412"/>
                  <a:pt x="56725" y="319181"/>
                </a:cubicBezTo>
                <a:cubicBezTo>
                  <a:pt x="56725" y="335950"/>
                  <a:pt x="43131" y="349545"/>
                  <a:pt x="26368" y="349545"/>
                </a:cubicBezTo>
                <a:cubicBezTo>
                  <a:pt x="17983" y="349545"/>
                  <a:pt x="10391" y="346146"/>
                  <a:pt x="4896" y="340651"/>
                </a:cubicBezTo>
                <a:lnTo>
                  <a:pt x="0" y="328831"/>
                </a:lnTo>
                <a:lnTo>
                  <a:pt x="0" y="309532"/>
                </a:lnTo>
                <a:lnTo>
                  <a:pt x="4896" y="297711"/>
                </a:lnTo>
                <a:cubicBezTo>
                  <a:pt x="10391" y="292217"/>
                  <a:pt x="17983" y="288818"/>
                  <a:pt x="26368" y="288818"/>
                </a:cubicBezTo>
                <a:close/>
                <a:moveTo>
                  <a:pt x="1622429" y="208366"/>
                </a:moveTo>
                <a:cubicBezTo>
                  <a:pt x="1639199" y="208366"/>
                  <a:pt x="1652792" y="221960"/>
                  <a:pt x="1652792" y="238729"/>
                </a:cubicBezTo>
                <a:cubicBezTo>
                  <a:pt x="1652792" y="255499"/>
                  <a:pt x="1639199" y="269093"/>
                  <a:pt x="1622429" y="269093"/>
                </a:cubicBezTo>
                <a:cubicBezTo>
                  <a:pt x="1605659" y="269093"/>
                  <a:pt x="1592066" y="255499"/>
                  <a:pt x="1592066" y="238729"/>
                </a:cubicBezTo>
                <a:cubicBezTo>
                  <a:pt x="1592066" y="221960"/>
                  <a:pt x="1605659" y="208366"/>
                  <a:pt x="1622429" y="208366"/>
                </a:cubicBezTo>
                <a:close/>
                <a:moveTo>
                  <a:pt x="1549874" y="208366"/>
                </a:moveTo>
                <a:cubicBezTo>
                  <a:pt x="1566644" y="208366"/>
                  <a:pt x="1580238" y="221960"/>
                  <a:pt x="1580238" y="238729"/>
                </a:cubicBezTo>
                <a:cubicBezTo>
                  <a:pt x="1580238" y="255499"/>
                  <a:pt x="1566644" y="269093"/>
                  <a:pt x="1549874" y="269093"/>
                </a:cubicBezTo>
                <a:cubicBezTo>
                  <a:pt x="1533105" y="269093"/>
                  <a:pt x="1519511" y="255499"/>
                  <a:pt x="1519511" y="238729"/>
                </a:cubicBezTo>
                <a:cubicBezTo>
                  <a:pt x="1519511" y="221960"/>
                  <a:pt x="1533105" y="208366"/>
                  <a:pt x="1549874" y="208366"/>
                </a:cubicBezTo>
                <a:close/>
                <a:moveTo>
                  <a:pt x="1477320" y="208366"/>
                </a:moveTo>
                <a:cubicBezTo>
                  <a:pt x="1494089" y="208366"/>
                  <a:pt x="1507683" y="221960"/>
                  <a:pt x="1507683" y="238729"/>
                </a:cubicBezTo>
                <a:cubicBezTo>
                  <a:pt x="1507683" y="255499"/>
                  <a:pt x="1494089" y="269093"/>
                  <a:pt x="1477320" y="269093"/>
                </a:cubicBezTo>
                <a:cubicBezTo>
                  <a:pt x="1460550" y="269093"/>
                  <a:pt x="1446956" y="255499"/>
                  <a:pt x="1446956" y="238729"/>
                </a:cubicBezTo>
                <a:cubicBezTo>
                  <a:pt x="1446956" y="221960"/>
                  <a:pt x="1460550" y="208366"/>
                  <a:pt x="1477320" y="208366"/>
                </a:cubicBezTo>
                <a:close/>
                <a:moveTo>
                  <a:pt x="1404765" y="208366"/>
                </a:moveTo>
                <a:cubicBezTo>
                  <a:pt x="1421535" y="208366"/>
                  <a:pt x="1435129" y="221960"/>
                  <a:pt x="1435129" y="238729"/>
                </a:cubicBezTo>
                <a:cubicBezTo>
                  <a:pt x="1435129" y="255499"/>
                  <a:pt x="1421535" y="269093"/>
                  <a:pt x="1404765" y="269093"/>
                </a:cubicBezTo>
                <a:cubicBezTo>
                  <a:pt x="1387996" y="269093"/>
                  <a:pt x="1374402" y="255499"/>
                  <a:pt x="1374402" y="238729"/>
                </a:cubicBezTo>
                <a:cubicBezTo>
                  <a:pt x="1374402" y="221960"/>
                  <a:pt x="1387996" y="208366"/>
                  <a:pt x="1404765" y="208366"/>
                </a:cubicBezTo>
                <a:close/>
                <a:moveTo>
                  <a:pt x="1332211" y="208366"/>
                </a:moveTo>
                <a:cubicBezTo>
                  <a:pt x="1348980" y="208366"/>
                  <a:pt x="1362574" y="221960"/>
                  <a:pt x="1362574" y="238729"/>
                </a:cubicBezTo>
                <a:cubicBezTo>
                  <a:pt x="1362574" y="255499"/>
                  <a:pt x="1348980" y="269093"/>
                  <a:pt x="1332211" y="269093"/>
                </a:cubicBezTo>
                <a:cubicBezTo>
                  <a:pt x="1315441" y="269093"/>
                  <a:pt x="1301847" y="255499"/>
                  <a:pt x="1301847" y="238729"/>
                </a:cubicBezTo>
                <a:cubicBezTo>
                  <a:pt x="1301847" y="221960"/>
                  <a:pt x="1315441" y="208366"/>
                  <a:pt x="1332211" y="208366"/>
                </a:cubicBezTo>
                <a:close/>
                <a:moveTo>
                  <a:pt x="1259656" y="208366"/>
                </a:moveTo>
                <a:cubicBezTo>
                  <a:pt x="1276426" y="208366"/>
                  <a:pt x="1290020" y="221960"/>
                  <a:pt x="1290020" y="238729"/>
                </a:cubicBezTo>
                <a:cubicBezTo>
                  <a:pt x="1290020" y="255499"/>
                  <a:pt x="1276426" y="269093"/>
                  <a:pt x="1259656" y="269093"/>
                </a:cubicBezTo>
                <a:cubicBezTo>
                  <a:pt x="1242887" y="269093"/>
                  <a:pt x="1229293" y="255499"/>
                  <a:pt x="1229293" y="238729"/>
                </a:cubicBezTo>
                <a:cubicBezTo>
                  <a:pt x="1229293" y="221960"/>
                  <a:pt x="1242887" y="208366"/>
                  <a:pt x="1259656" y="208366"/>
                </a:cubicBezTo>
                <a:close/>
                <a:moveTo>
                  <a:pt x="1187102" y="208366"/>
                </a:moveTo>
                <a:cubicBezTo>
                  <a:pt x="1203871" y="208366"/>
                  <a:pt x="1217465" y="221960"/>
                  <a:pt x="1217465" y="238729"/>
                </a:cubicBezTo>
                <a:cubicBezTo>
                  <a:pt x="1217465" y="255499"/>
                  <a:pt x="1203871" y="269093"/>
                  <a:pt x="1187102" y="269093"/>
                </a:cubicBezTo>
                <a:cubicBezTo>
                  <a:pt x="1170332" y="269093"/>
                  <a:pt x="1156738" y="255499"/>
                  <a:pt x="1156738" y="238729"/>
                </a:cubicBezTo>
                <a:cubicBezTo>
                  <a:pt x="1156738" y="221960"/>
                  <a:pt x="1170332" y="208366"/>
                  <a:pt x="1187102" y="208366"/>
                </a:cubicBezTo>
                <a:close/>
                <a:moveTo>
                  <a:pt x="1114547" y="208366"/>
                </a:moveTo>
                <a:cubicBezTo>
                  <a:pt x="1131317" y="208366"/>
                  <a:pt x="1144911" y="221960"/>
                  <a:pt x="1144911" y="238729"/>
                </a:cubicBezTo>
                <a:cubicBezTo>
                  <a:pt x="1144911" y="255499"/>
                  <a:pt x="1131317" y="269093"/>
                  <a:pt x="1114547" y="269093"/>
                </a:cubicBezTo>
                <a:cubicBezTo>
                  <a:pt x="1097778" y="269093"/>
                  <a:pt x="1084184" y="255499"/>
                  <a:pt x="1084184" y="238729"/>
                </a:cubicBezTo>
                <a:cubicBezTo>
                  <a:pt x="1084184" y="221960"/>
                  <a:pt x="1097778" y="208366"/>
                  <a:pt x="1114547" y="208366"/>
                </a:cubicBezTo>
                <a:close/>
                <a:moveTo>
                  <a:pt x="1041993" y="208366"/>
                </a:moveTo>
                <a:cubicBezTo>
                  <a:pt x="1058762" y="208366"/>
                  <a:pt x="1072356" y="221960"/>
                  <a:pt x="1072356" y="238729"/>
                </a:cubicBezTo>
                <a:cubicBezTo>
                  <a:pt x="1072356" y="255499"/>
                  <a:pt x="1058762" y="269093"/>
                  <a:pt x="1041993" y="269093"/>
                </a:cubicBezTo>
                <a:cubicBezTo>
                  <a:pt x="1025223" y="269093"/>
                  <a:pt x="1011629" y="255499"/>
                  <a:pt x="1011629" y="238729"/>
                </a:cubicBezTo>
                <a:cubicBezTo>
                  <a:pt x="1011629" y="221960"/>
                  <a:pt x="1025223" y="208366"/>
                  <a:pt x="1041993" y="208366"/>
                </a:cubicBezTo>
                <a:close/>
                <a:moveTo>
                  <a:pt x="969438" y="208366"/>
                </a:moveTo>
                <a:cubicBezTo>
                  <a:pt x="986208" y="208366"/>
                  <a:pt x="999801" y="221960"/>
                  <a:pt x="999801" y="238729"/>
                </a:cubicBezTo>
                <a:cubicBezTo>
                  <a:pt x="999801" y="255499"/>
                  <a:pt x="986208" y="269093"/>
                  <a:pt x="969438" y="269093"/>
                </a:cubicBezTo>
                <a:cubicBezTo>
                  <a:pt x="952669" y="269093"/>
                  <a:pt x="939075" y="255499"/>
                  <a:pt x="939075" y="238729"/>
                </a:cubicBezTo>
                <a:cubicBezTo>
                  <a:pt x="939075" y="221960"/>
                  <a:pt x="952669" y="208366"/>
                  <a:pt x="969438" y="208366"/>
                </a:cubicBezTo>
                <a:close/>
                <a:moveTo>
                  <a:pt x="896883" y="208366"/>
                </a:moveTo>
                <a:cubicBezTo>
                  <a:pt x="913653" y="208366"/>
                  <a:pt x="927247" y="221960"/>
                  <a:pt x="927247" y="238729"/>
                </a:cubicBezTo>
                <a:cubicBezTo>
                  <a:pt x="927247" y="255499"/>
                  <a:pt x="913653" y="269093"/>
                  <a:pt x="896883" y="269093"/>
                </a:cubicBezTo>
                <a:cubicBezTo>
                  <a:pt x="880114" y="269093"/>
                  <a:pt x="866520" y="255499"/>
                  <a:pt x="866520" y="238729"/>
                </a:cubicBezTo>
                <a:cubicBezTo>
                  <a:pt x="866520" y="221960"/>
                  <a:pt x="880114" y="208366"/>
                  <a:pt x="896883" y="208366"/>
                </a:cubicBezTo>
                <a:close/>
                <a:moveTo>
                  <a:pt x="824329" y="208366"/>
                </a:moveTo>
                <a:cubicBezTo>
                  <a:pt x="841098" y="208366"/>
                  <a:pt x="854692" y="221960"/>
                  <a:pt x="854692" y="238729"/>
                </a:cubicBezTo>
                <a:cubicBezTo>
                  <a:pt x="854692" y="255499"/>
                  <a:pt x="841098" y="269093"/>
                  <a:pt x="824329" y="269093"/>
                </a:cubicBezTo>
                <a:cubicBezTo>
                  <a:pt x="807559" y="269093"/>
                  <a:pt x="793965" y="255499"/>
                  <a:pt x="793965" y="238729"/>
                </a:cubicBezTo>
                <a:cubicBezTo>
                  <a:pt x="793965" y="221960"/>
                  <a:pt x="807559" y="208366"/>
                  <a:pt x="824329" y="208366"/>
                </a:cubicBezTo>
                <a:close/>
                <a:moveTo>
                  <a:pt x="751774" y="208366"/>
                </a:moveTo>
                <a:cubicBezTo>
                  <a:pt x="768544" y="208366"/>
                  <a:pt x="782138" y="221960"/>
                  <a:pt x="782138" y="238729"/>
                </a:cubicBezTo>
                <a:cubicBezTo>
                  <a:pt x="782138" y="255499"/>
                  <a:pt x="768544" y="269093"/>
                  <a:pt x="751774" y="269093"/>
                </a:cubicBezTo>
                <a:cubicBezTo>
                  <a:pt x="735005" y="269093"/>
                  <a:pt x="721411" y="255499"/>
                  <a:pt x="721411" y="238729"/>
                </a:cubicBezTo>
                <a:cubicBezTo>
                  <a:pt x="721411" y="221960"/>
                  <a:pt x="735005" y="208366"/>
                  <a:pt x="751774" y="208366"/>
                </a:cubicBezTo>
                <a:close/>
                <a:moveTo>
                  <a:pt x="679220" y="208366"/>
                </a:moveTo>
                <a:cubicBezTo>
                  <a:pt x="695989" y="208366"/>
                  <a:pt x="709583" y="221960"/>
                  <a:pt x="709583" y="238729"/>
                </a:cubicBezTo>
                <a:cubicBezTo>
                  <a:pt x="709583" y="255499"/>
                  <a:pt x="695989" y="269093"/>
                  <a:pt x="679220" y="269093"/>
                </a:cubicBezTo>
                <a:cubicBezTo>
                  <a:pt x="662450" y="269093"/>
                  <a:pt x="648856" y="255499"/>
                  <a:pt x="648856" y="238729"/>
                </a:cubicBezTo>
                <a:cubicBezTo>
                  <a:pt x="648856" y="221960"/>
                  <a:pt x="662450" y="208366"/>
                  <a:pt x="679220" y="208366"/>
                </a:cubicBezTo>
                <a:close/>
                <a:moveTo>
                  <a:pt x="606665" y="208366"/>
                </a:moveTo>
                <a:cubicBezTo>
                  <a:pt x="623435" y="208366"/>
                  <a:pt x="637029" y="221960"/>
                  <a:pt x="637029" y="238729"/>
                </a:cubicBezTo>
                <a:cubicBezTo>
                  <a:pt x="637029" y="255499"/>
                  <a:pt x="623435" y="269093"/>
                  <a:pt x="606665" y="269093"/>
                </a:cubicBezTo>
                <a:cubicBezTo>
                  <a:pt x="589896" y="269093"/>
                  <a:pt x="576302" y="255499"/>
                  <a:pt x="576302" y="238729"/>
                </a:cubicBezTo>
                <a:cubicBezTo>
                  <a:pt x="576302" y="221960"/>
                  <a:pt x="589896" y="208366"/>
                  <a:pt x="606665" y="208366"/>
                </a:cubicBezTo>
                <a:close/>
                <a:moveTo>
                  <a:pt x="534111" y="208366"/>
                </a:moveTo>
                <a:cubicBezTo>
                  <a:pt x="550880" y="208366"/>
                  <a:pt x="564474" y="221960"/>
                  <a:pt x="564474" y="238729"/>
                </a:cubicBezTo>
                <a:cubicBezTo>
                  <a:pt x="564474" y="255499"/>
                  <a:pt x="550880" y="269093"/>
                  <a:pt x="534111" y="269093"/>
                </a:cubicBezTo>
                <a:cubicBezTo>
                  <a:pt x="517341" y="269093"/>
                  <a:pt x="503747" y="255499"/>
                  <a:pt x="503747" y="238729"/>
                </a:cubicBezTo>
                <a:cubicBezTo>
                  <a:pt x="503747" y="221960"/>
                  <a:pt x="517341" y="208366"/>
                  <a:pt x="534111" y="208366"/>
                </a:cubicBezTo>
                <a:close/>
                <a:moveTo>
                  <a:pt x="461556" y="208366"/>
                </a:moveTo>
                <a:cubicBezTo>
                  <a:pt x="478326" y="208366"/>
                  <a:pt x="491920" y="221960"/>
                  <a:pt x="491920" y="238729"/>
                </a:cubicBezTo>
                <a:cubicBezTo>
                  <a:pt x="491920" y="255499"/>
                  <a:pt x="478326" y="269093"/>
                  <a:pt x="461556" y="269093"/>
                </a:cubicBezTo>
                <a:cubicBezTo>
                  <a:pt x="444787" y="269093"/>
                  <a:pt x="431192" y="255499"/>
                  <a:pt x="431192" y="238729"/>
                </a:cubicBezTo>
                <a:cubicBezTo>
                  <a:pt x="431192" y="221960"/>
                  <a:pt x="444787" y="208366"/>
                  <a:pt x="461556" y="208366"/>
                </a:cubicBezTo>
                <a:close/>
                <a:moveTo>
                  <a:pt x="389002" y="208366"/>
                </a:moveTo>
                <a:cubicBezTo>
                  <a:pt x="405771" y="208366"/>
                  <a:pt x="419365" y="221960"/>
                  <a:pt x="419365" y="238729"/>
                </a:cubicBezTo>
                <a:cubicBezTo>
                  <a:pt x="419365" y="255499"/>
                  <a:pt x="405771" y="269093"/>
                  <a:pt x="389002" y="269093"/>
                </a:cubicBezTo>
                <a:cubicBezTo>
                  <a:pt x="372232" y="269093"/>
                  <a:pt x="358638" y="255499"/>
                  <a:pt x="358638" y="238729"/>
                </a:cubicBezTo>
                <a:cubicBezTo>
                  <a:pt x="358638" y="221960"/>
                  <a:pt x="372232" y="208366"/>
                  <a:pt x="389002" y="208366"/>
                </a:cubicBezTo>
                <a:close/>
                <a:moveTo>
                  <a:pt x="316447" y="208366"/>
                </a:moveTo>
                <a:cubicBezTo>
                  <a:pt x="333216" y="208366"/>
                  <a:pt x="346810" y="221960"/>
                  <a:pt x="346810" y="238729"/>
                </a:cubicBezTo>
                <a:cubicBezTo>
                  <a:pt x="346810" y="255499"/>
                  <a:pt x="333216" y="269093"/>
                  <a:pt x="316447" y="269093"/>
                </a:cubicBezTo>
                <a:cubicBezTo>
                  <a:pt x="299677" y="269093"/>
                  <a:pt x="286084" y="255499"/>
                  <a:pt x="286084" y="238729"/>
                </a:cubicBezTo>
                <a:cubicBezTo>
                  <a:pt x="286084" y="221960"/>
                  <a:pt x="299677" y="208366"/>
                  <a:pt x="316447" y="208366"/>
                </a:cubicBezTo>
                <a:close/>
                <a:moveTo>
                  <a:pt x="243892" y="208366"/>
                </a:moveTo>
                <a:cubicBezTo>
                  <a:pt x="260662" y="208366"/>
                  <a:pt x="274256" y="221960"/>
                  <a:pt x="274256" y="238729"/>
                </a:cubicBezTo>
                <a:cubicBezTo>
                  <a:pt x="274256" y="255499"/>
                  <a:pt x="260662" y="269093"/>
                  <a:pt x="243892" y="269093"/>
                </a:cubicBezTo>
                <a:cubicBezTo>
                  <a:pt x="227123" y="269093"/>
                  <a:pt x="213529" y="255499"/>
                  <a:pt x="213529" y="238729"/>
                </a:cubicBezTo>
                <a:cubicBezTo>
                  <a:pt x="213529" y="221960"/>
                  <a:pt x="227123" y="208366"/>
                  <a:pt x="243892" y="208366"/>
                </a:cubicBezTo>
                <a:close/>
                <a:moveTo>
                  <a:pt x="171339" y="208366"/>
                </a:moveTo>
                <a:cubicBezTo>
                  <a:pt x="188107" y="208366"/>
                  <a:pt x="201701" y="221960"/>
                  <a:pt x="201701" y="238729"/>
                </a:cubicBezTo>
                <a:cubicBezTo>
                  <a:pt x="201701" y="255499"/>
                  <a:pt x="188107" y="269093"/>
                  <a:pt x="171339" y="269093"/>
                </a:cubicBezTo>
                <a:cubicBezTo>
                  <a:pt x="154697" y="269093"/>
                  <a:pt x="141102" y="255499"/>
                  <a:pt x="141102" y="238729"/>
                </a:cubicBezTo>
                <a:cubicBezTo>
                  <a:pt x="141102" y="221960"/>
                  <a:pt x="154697" y="208366"/>
                  <a:pt x="171339" y="208366"/>
                </a:cubicBezTo>
                <a:close/>
                <a:moveTo>
                  <a:pt x="98929" y="208366"/>
                </a:moveTo>
                <a:cubicBezTo>
                  <a:pt x="115688" y="208366"/>
                  <a:pt x="129282" y="221960"/>
                  <a:pt x="129282" y="238729"/>
                </a:cubicBezTo>
                <a:cubicBezTo>
                  <a:pt x="129282" y="255499"/>
                  <a:pt x="115688" y="269093"/>
                  <a:pt x="98929" y="269093"/>
                </a:cubicBezTo>
                <a:cubicBezTo>
                  <a:pt x="82155" y="269093"/>
                  <a:pt x="68561" y="255499"/>
                  <a:pt x="68561" y="238729"/>
                </a:cubicBezTo>
                <a:cubicBezTo>
                  <a:pt x="68561" y="221960"/>
                  <a:pt x="82155" y="208366"/>
                  <a:pt x="98929" y="208366"/>
                </a:cubicBezTo>
                <a:close/>
                <a:moveTo>
                  <a:pt x="26375" y="208366"/>
                </a:moveTo>
                <a:cubicBezTo>
                  <a:pt x="43137" y="208366"/>
                  <a:pt x="56732" y="221960"/>
                  <a:pt x="56732" y="238729"/>
                </a:cubicBezTo>
                <a:cubicBezTo>
                  <a:pt x="56732" y="255499"/>
                  <a:pt x="43137" y="269093"/>
                  <a:pt x="26375" y="269093"/>
                </a:cubicBezTo>
                <a:cubicBezTo>
                  <a:pt x="17989" y="269093"/>
                  <a:pt x="10398" y="265695"/>
                  <a:pt x="4903" y="260200"/>
                </a:cubicBezTo>
                <a:lnTo>
                  <a:pt x="0" y="248364"/>
                </a:lnTo>
                <a:lnTo>
                  <a:pt x="0" y="229094"/>
                </a:lnTo>
                <a:lnTo>
                  <a:pt x="4903" y="217259"/>
                </a:lnTo>
                <a:cubicBezTo>
                  <a:pt x="10398" y="211765"/>
                  <a:pt x="17989" y="208366"/>
                  <a:pt x="26375" y="208366"/>
                </a:cubicBezTo>
                <a:close/>
                <a:moveTo>
                  <a:pt x="1622429" y="127914"/>
                </a:moveTo>
                <a:cubicBezTo>
                  <a:pt x="1630814" y="127914"/>
                  <a:pt x="1638404" y="131313"/>
                  <a:pt x="1643899" y="136808"/>
                </a:cubicBezTo>
                <a:lnTo>
                  <a:pt x="1648931" y="148957"/>
                </a:lnTo>
                <a:lnTo>
                  <a:pt x="1651011" y="162579"/>
                </a:lnTo>
                <a:lnTo>
                  <a:pt x="1643899" y="179748"/>
                </a:lnTo>
                <a:cubicBezTo>
                  <a:pt x="1638404" y="185243"/>
                  <a:pt x="1630814" y="188641"/>
                  <a:pt x="1622429" y="188641"/>
                </a:cubicBezTo>
                <a:cubicBezTo>
                  <a:pt x="1605659" y="188641"/>
                  <a:pt x="1592066" y="175047"/>
                  <a:pt x="1592066" y="158278"/>
                </a:cubicBezTo>
                <a:cubicBezTo>
                  <a:pt x="1592066" y="141508"/>
                  <a:pt x="1605659" y="127914"/>
                  <a:pt x="1622429" y="127914"/>
                </a:cubicBezTo>
                <a:close/>
                <a:moveTo>
                  <a:pt x="1549874" y="127914"/>
                </a:moveTo>
                <a:cubicBezTo>
                  <a:pt x="1566644" y="127914"/>
                  <a:pt x="1580238" y="141508"/>
                  <a:pt x="1580238" y="158278"/>
                </a:cubicBezTo>
                <a:cubicBezTo>
                  <a:pt x="1580238" y="175047"/>
                  <a:pt x="1566644" y="188641"/>
                  <a:pt x="1549874" y="188641"/>
                </a:cubicBezTo>
                <a:cubicBezTo>
                  <a:pt x="1533105" y="188641"/>
                  <a:pt x="1519511" y="175047"/>
                  <a:pt x="1519511" y="158278"/>
                </a:cubicBezTo>
                <a:cubicBezTo>
                  <a:pt x="1519511" y="141508"/>
                  <a:pt x="1533105" y="127914"/>
                  <a:pt x="1549874" y="127914"/>
                </a:cubicBezTo>
                <a:close/>
                <a:moveTo>
                  <a:pt x="1477320" y="127914"/>
                </a:moveTo>
                <a:cubicBezTo>
                  <a:pt x="1494089" y="127914"/>
                  <a:pt x="1507683" y="141508"/>
                  <a:pt x="1507683" y="158278"/>
                </a:cubicBezTo>
                <a:cubicBezTo>
                  <a:pt x="1507683" y="175047"/>
                  <a:pt x="1494089" y="188641"/>
                  <a:pt x="1477320" y="188641"/>
                </a:cubicBezTo>
                <a:cubicBezTo>
                  <a:pt x="1460550" y="188641"/>
                  <a:pt x="1446956" y="175047"/>
                  <a:pt x="1446956" y="158278"/>
                </a:cubicBezTo>
                <a:cubicBezTo>
                  <a:pt x="1446956" y="141508"/>
                  <a:pt x="1460550" y="127914"/>
                  <a:pt x="1477320" y="127914"/>
                </a:cubicBezTo>
                <a:close/>
                <a:moveTo>
                  <a:pt x="1404765" y="127914"/>
                </a:moveTo>
                <a:cubicBezTo>
                  <a:pt x="1421535" y="127914"/>
                  <a:pt x="1435129" y="141508"/>
                  <a:pt x="1435129" y="158278"/>
                </a:cubicBezTo>
                <a:cubicBezTo>
                  <a:pt x="1435129" y="175047"/>
                  <a:pt x="1421535" y="188641"/>
                  <a:pt x="1404765" y="188641"/>
                </a:cubicBezTo>
                <a:cubicBezTo>
                  <a:pt x="1387996" y="188641"/>
                  <a:pt x="1374402" y="175047"/>
                  <a:pt x="1374402" y="158278"/>
                </a:cubicBezTo>
                <a:cubicBezTo>
                  <a:pt x="1374402" y="141508"/>
                  <a:pt x="1387996" y="127914"/>
                  <a:pt x="1404765" y="127914"/>
                </a:cubicBezTo>
                <a:close/>
                <a:moveTo>
                  <a:pt x="1332211" y="127914"/>
                </a:moveTo>
                <a:cubicBezTo>
                  <a:pt x="1348980" y="127914"/>
                  <a:pt x="1362574" y="141508"/>
                  <a:pt x="1362574" y="158278"/>
                </a:cubicBezTo>
                <a:cubicBezTo>
                  <a:pt x="1362574" y="175047"/>
                  <a:pt x="1348980" y="188641"/>
                  <a:pt x="1332211" y="188641"/>
                </a:cubicBezTo>
                <a:cubicBezTo>
                  <a:pt x="1315441" y="188641"/>
                  <a:pt x="1301847" y="175047"/>
                  <a:pt x="1301847" y="158278"/>
                </a:cubicBezTo>
                <a:cubicBezTo>
                  <a:pt x="1301847" y="141508"/>
                  <a:pt x="1315441" y="127914"/>
                  <a:pt x="1332211" y="127914"/>
                </a:cubicBezTo>
                <a:close/>
                <a:moveTo>
                  <a:pt x="1259656" y="127914"/>
                </a:moveTo>
                <a:cubicBezTo>
                  <a:pt x="1276426" y="127914"/>
                  <a:pt x="1290020" y="141508"/>
                  <a:pt x="1290020" y="158278"/>
                </a:cubicBezTo>
                <a:cubicBezTo>
                  <a:pt x="1290020" y="175047"/>
                  <a:pt x="1276426" y="188641"/>
                  <a:pt x="1259656" y="188641"/>
                </a:cubicBezTo>
                <a:cubicBezTo>
                  <a:pt x="1242887" y="188641"/>
                  <a:pt x="1229293" y="175047"/>
                  <a:pt x="1229293" y="158278"/>
                </a:cubicBezTo>
                <a:cubicBezTo>
                  <a:pt x="1229293" y="141508"/>
                  <a:pt x="1242887" y="127914"/>
                  <a:pt x="1259656" y="127914"/>
                </a:cubicBezTo>
                <a:close/>
                <a:moveTo>
                  <a:pt x="1187102" y="127914"/>
                </a:moveTo>
                <a:cubicBezTo>
                  <a:pt x="1203871" y="127914"/>
                  <a:pt x="1217465" y="141508"/>
                  <a:pt x="1217465" y="158278"/>
                </a:cubicBezTo>
                <a:cubicBezTo>
                  <a:pt x="1217465" y="175047"/>
                  <a:pt x="1203871" y="188641"/>
                  <a:pt x="1187102" y="188641"/>
                </a:cubicBezTo>
                <a:cubicBezTo>
                  <a:pt x="1170332" y="188641"/>
                  <a:pt x="1156738" y="175047"/>
                  <a:pt x="1156738" y="158278"/>
                </a:cubicBezTo>
                <a:cubicBezTo>
                  <a:pt x="1156738" y="141508"/>
                  <a:pt x="1170332" y="127914"/>
                  <a:pt x="1187102" y="127914"/>
                </a:cubicBezTo>
                <a:close/>
                <a:moveTo>
                  <a:pt x="1114547" y="127914"/>
                </a:moveTo>
                <a:cubicBezTo>
                  <a:pt x="1131317" y="127914"/>
                  <a:pt x="1144911" y="141508"/>
                  <a:pt x="1144911" y="158278"/>
                </a:cubicBezTo>
                <a:cubicBezTo>
                  <a:pt x="1144911" y="175047"/>
                  <a:pt x="1131317" y="188641"/>
                  <a:pt x="1114547" y="188641"/>
                </a:cubicBezTo>
                <a:cubicBezTo>
                  <a:pt x="1097778" y="188641"/>
                  <a:pt x="1084184" y="175047"/>
                  <a:pt x="1084184" y="158278"/>
                </a:cubicBezTo>
                <a:cubicBezTo>
                  <a:pt x="1084184" y="141508"/>
                  <a:pt x="1097778" y="127914"/>
                  <a:pt x="1114547" y="127914"/>
                </a:cubicBezTo>
                <a:close/>
                <a:moveTo>
                  <a:pt x="1041993" y="127914"/>
                </a:moveTo>
                <a:cubicBezTo>
                  <a:pt x="1058762" y="127914"/>
                  <a:pt x="1072356" y="141508"/>
                  <a:pt x="1072356" y="158278"/>
                </a:cubicBezTo>
                <a:cubicBezTo>
                  <a:pt x="1072356" y="175047"/>
                  <a:pt x="1058762" y="188641"/>
                  <a:pt x="1041993" y="188641"/>
                </a:cubicBezTo>
                <a:cubicBezTo>
                  <a:pt x="1025223" y="188641"/>
                  <a:pt x="1011629" y="175047"/>
                  <a:pt x="1011629" y="158278"/>
                </a:cubicBezTo>
                <a:cubicBezTo>
                  <a:pt x="1011629" y="141508"/>
                  <a:pt x="1025223" y="127914"/>
                  <a:pt x="1041993" y="127914"/>
                </a:cubicBezTo>
                <a:close/>
                <a:moveTo>
                  <a:pt x="969438" y="127914"/>
                </a:moveTo>
                <a:cubicBezTo>
                  <a:pt x="986208" y="127914"/>
                  <a:pt x="999801" y="141508"/>
                  <a:pt x="999801" y="158278"/>
                </a:cubicBezTo>
                <a:cubicBezTo>
                  <a:pt x="999801" y="175047"/>
                  <a:pt x="986208" y="188641"/>
                  <a:pt x="969438" y="188641"/>
                </a:cubicBezTo>
                <a:cubicBezTo>
                  <a:pt x="952669" y="188641"/>
                  <a:pt x="939075" y="175047"/>
                  <a:pt x="939075" y="158278"/>
                </a:cubicBezTo>
                <a:cubicBezTo>
                  <a:pt x="939075" y="141508"/>
                  <a:pt x="952669" y="127914"/>
                  <a:pt x="969438" y="127914"/>
                </a:cubicBezTo>
                <a:close/>
                <a:moveTo>
                  <a:pt x="896883" y="127914"/>
                </a:moveTo>
                <a:cubicBezTo>
                  <a:pt x="913653" y="127914"/>
                  <a:pt x="927247" y="141508"/>
                  <a:pt x="927247" y="158278"/>
                </a:cubicBezTo>
                <a:cubicBezTo>
                  <a:pt x="927247" y="175047"/>
                  <a:pt x="913653" y="188641"/>
                  <a:pt x="896883" y="188641"/>
                </a:cubicBezTo>
                <a:cubicBezTo>
                  <a:pt x="880114" y="188641"/>
                  <a:pt x="866520" y="175047"/>
                  <a:pt x="866520" y="158278"/>
                </a:cubicBezTo>
                <a:cubicBezTo>
                  <a:pt x="866520" y="141508"/>
                  <a:pt x="880114" y="127914"/>
                  <a:pt x="896883" y="127914"/>
                </a:cubicBezTo>
                <a:close/>
                <a:moveTo>
                  <a:pt x="824329" y="127914"/>
                </a:moveTo>
                <a:cubicBezTo>
                  <a:pt x="841098" y="127914"/>
                  <a:pt x="854692" y="141508"/>
                  <a:pt x="854692" y="158278"/>
                </a:cubicBezTo>
                <a:cubicBezTo>
                  <a:pt x="854692" y="175047"/>
                  <a:pt x="841098" y="188641"/>
                  <a:pt x="824329" y="188641"/>
                </a:cubicBezTo>
                <a:cubicBezTo>
                  <a:pt x="807559" y="188641"/>
                  <a:pt x="793965" y="175047"/>
                  <a:pt x="793965" y="158278"/>
                </a:cubicBezTo>
                <a:cubicBezTo>
                  <a:pt x="793965" y="141508"/>
                  <a:pt x="807559" y="127914"/>
                  <a:pt x="824329" y="127914"/>
                </a:cubicBezTo>
                <a:close/>
                <a:moveTo>
                  <a:pt x="751774" y="127914"/>
                </a:moveTo>
                <a:cubicBezTo>
                  <a:pt x="768544" y="127914"/>
                  <a:pt x="782138" y="141508"/>
                  <a:pt x="782138" y="158278"/>
                </a:cubicBezTo>
                <a:cubicBezTo>
                  <a:pt x="782138" y="175047"/>
                  <a:pt x="768544" y="188641"/>
                  <a:pt x="751774" y="188641"/>
                </a:cubicBezTo>
                <a:cubicBezTo>
                  <a:pt x="735005" y="188641"/>
                  <a:pt x="721411" y="175047"/>
                  <a:pt x="721411" y="158278"/>
                </a:cubicBezTo>
                <a:cubicBezTo>
                  <a:pt x="721411" y="141508"/>
                  <a:pt x="735005" y="127914"/>
                  <a:pt x="751774" y="127914"/>
                </a:cubicBezTo>
                <a:close/>
                <a:moveTo>
                  <a:pt x="679220" y="127914"/>
                </a:moveTo>
                <a:cubicBezTo>
                  <a:pt x="695989" y="127914"/>
                  <a:pt x="709583" y="141508"/>
                  <a:pt x="709583" y="158278"/>
                </a:cubicBezTo>
                <a:cubicBezTo>
                  <a:pt x="709583" y="175047"/>
                  <a:pt x="695989" y="188641"/>
                  <a:pt x="679220" y="188641"/>
                </a:cubicBezTo>
                <a:cubicBezTo>
                  <a:pt x="662450" y="188641"/>
                  <a:pt x="648856" y="175047"/>
                  <a:pt x="648856" y="158278"/>
                </a:cubicBezTo>
                <a:cubicBezTo>
                  <a:pt x="648856" y="141508"/>
                  <a:pt x="662450" y="127914"/>
                  <a:pt x="679220" y="127914"/>
                </a:cubicBezTo>
                <a:close/>
                <a:moveTo>
                  <a:pt x="606665" y="127914"/>
                </a:moveTo>
                <a:cubicBezTo>
                  <a:pt x="623435" y="127914"/>
                  <a:pt x="637029" y="141508"/>
                  <a:pt x="637029" y="158278"/>
                </a:cubicBezTo>
                <a:cubicBezTo>
                  <a:pt x="637029" y="175047"/>
                  <a:pt x="623435" y="188641"/>
                  <a:pt x="606665" y="188641"/>
                </a:cubicBezTo>
                <a:cubicBezTo>
                  <a:pt x="589896" y="188641"/>
                  <a:pt x="576302" y="175047"/>
                  <a:pt x="576302" y="158278"/>
                </a:cubicBezTo>
                <a:cubicBezTo>
                  <a:pt x="576302" y="141508"/>
                  <a:pt x="589896" y="127914"/>
                  <a:pt x="606665" y="127914"/>
                </a:cubicBezTo>
                <a:close/>
                <a:moveTo>
                  <a:pt x="534111" y="127914"/>
                </a:moveTo>
                <a:cubicBezTo>
                  <a:pt x="550880" y="127914"/>
                  <a:pt x="564474" y="141508"/>
                  <a:pt x="564474" y="158278"/>
                </a:cubicBezTo>
                <a:cubicBezTo>
                  <a:pt x="564474" y="175047"/>
                  <a:pt x="550880" y="188641"/>
                  <a:pt x="534111" y="188641"/>
                </a:cubicBezTo>
                <a:cubicBezTo>
                  <a:pt x="517341" y="188641"/>
                  <a:pt x="503747" y="175047"/>
                  <a:pt x="503747" y="158278"/>
                </a:cubicBezTo>
                <a:cubicBezTo>
                  <a:pt x="503747" y="141508"/>
                  <a:pt x="517341" y="127914"/>
                  <a:pt x="534111" y="127914"/>
                </a:cubicBezTo>
                <a:close/>
                <a:moveTo>
                  <a:pt x="461556" y="127914"/>
                </a:moveTo>
                <a:cubicBezTo>
                  <a:pt x="478326" y="127914"/>
                  <a:pt x="491920" y="141508"/>
                  <a:pt x="491920" y="158278"/>
                </a:cubicBezTo>
                <a:cubicBezTo>
                  <a:pt x="491920" y="175047"/>
                  <a:pt x="478326" y="188641"/>
                  <a:pt x="461556" y="188641"/>
                </a:cubicBezTo>
                <a:cubicBezTo>
                  <a:pt x="444787" y="188641"/>
                  <a:pt x="431192" y="175047"/>
                  <a:pt x="431192" y="158278"/>
                </a:cubicBezTo>
                <a:cubicBezTo>
                  <a:pt x="431192" y="141508"/>
                  <a:pt x="444787" y="127914"/>
                  <a:pt x="461556" y="127914"/>
                </a:cubicBezTo>
                <a:close/>
                <a:moveTo>
                  <a:pt x="389002" y="127914"/>
                </a:moveTo>
                <a:cubicBezTo>
                  <a:pt x="405771" y="127914"/>
                  <a:pt x="419365" y="141508"/>
                  <a:pt x="419365" y="158278"/>
                </a:cubicBezTo>
                <a:cubicBezTo>
                  <a:pt x="419365" y="175047"/>
                  <a:pt x="405771" y="188641"/>
                  <a:pt x="389002" y="188641"/>
                </a:cubicBezTo>
                <a:cubicBezTo>
                  <a:pt x="372232" y="188641"/>
                  <a:pt x="358638" y="175047"/>
                  <a:pt x="358638" y="158278"/>
                </a:cubicBezTo>
                <a:cubicBezTo>
                  <a:pt x="358638" y="141508"/>
                  <a:pt x="372232" y="127914"/>
                  <a:pt x="389002" y="127914"/>
                </a:cubicBezTo>
                <a:close/>
                <a:moveTo>
                  <a:pt x="316447" y="127914"/>
                </a:moveTo>
                <a:cubicBezTo>
                  <a:pt x="333216" y="127914"/>
                  <a:pt x="346810" y="141508"/>
                  <a:pt x="346810" y="158278"/>
                </a:cubicBezTo>
                <a:cubicBezTo>
                  <a:pt x="346810" y="175047"/>
                  <a:pt x="333216" y="188641"/>
                  <a:pt x="316447" y="188641"/>
                </a:cubicBezTo>
                <a:cubicBezTo>
                  <a:pt x="299677" y="188641"/>
                  <a:pt x="286084" y="175047"/>
                  <a:pt x="286084" y="158278"/>
                </a:cubicBezTo>
                <a:cubicBezTo>
                  <a:pt x="286084" y="141508"/>
                  <a:pt x="299677" y="127914"/>
                  <a:pt x="316447" y="127914"/>
                </a:cubicBezTo>
                <a:close/>
                <a:moveTo>
                  <a:pt x="243892" y="127914"/>
                </a:moveTo>
                <a:cubicBezTo>
                  <a:pt x="260662" y="127914"/>
                  <a:pt x="274256" y="141508"/>
                  <a:pt x="274256" y="158278"/>
                </a:cubicBezTo>
                <a:cubicBezTo>
                  <a:pt x="274256" y="175047"/>
                  <a:pt x="260662" y="188641"/>
                  <a:pt x="243892" y="188641"/>
                </a:cubicBezTo>
                <a:cubicBezTo>
                  <a:pt x="227123" y="188641"/>
                  <a:pt x="213529" y="175047"/>
                  <a:pt x="213529" y="158278"/>
                </a:cubicBezTo>
                <a:cubicBezTo>
                  <a:pt x="213529" y="141508"/>
                  <a:pt x="227123" y="127914"/>
                  <a:pt x="243892" y="127914"/>
                </a:cubicBezTo>
                <a:close/>
                <a:moveTo>
                  <a:pt x="171339" y="127914"/>
                </a:moveTo>
                <a:cubicBezTo>
                  <a:pt x="188107" y="127914"/>
                  <a:pt x="201701" y="141508"/>
                  <a:pt x="201701" y="158278"/>
                </a:cubicBezTo>
                <a:cubicBezTo>
                  <a:pt x="201701" y="175047"/>
                  <a:pt x="188107" y="188641"/>
                  <a:pt x="171339" y="188641"/>
                </a:cubicBezTo>
                <a:cubicBezTo>
                  <a:pt x="154702" y="188641"/>
                  <a:pt x="141108" y="175047"/>
                  <a:pt x="141108" y="158278"/>
                </a:cubicBezTo>
                <a:cubicBezTo>
                  <a:pt x="141108" y="141508"/>
                  <a:pt x="154702" y="127914"/>
                  <a:pt x="171339" y="127914"/>
                </a:cubicBezTo>
                <a:close/>
                <a:moveTo>
                  <a:pt x="98936" y="127914"/>
                </a:moveTo>
                <a:cubicBezTo>
                  <a:pt x="115695" y="127914"/>
                  <a:pt x="129288" y="141508"/>
                  <a:pt x="129288" y="158278"/>
                </a:cubicBezTo>
                <a:cubicBezTo>
                  <a:pt x="129288" y="175047"/>
                  <a:pt x="115695" y="188641"/>
                  <a:pt x="98936" y="188641"/>
                </a:cubicBezTo>
                <a:cubicBezTo>
                  <a:pt x="82162" y="188641"/>
                  <a:pt x="68567" y="175047"/>
                  <a:pt x="68567" y="158278"/>
                </a:cubicBezTo>
                <a:cubicBezTo>
                  <a:pt x="68567" y="141508"/>
                  <a:pt x="82162" y="127914"/>
                  <a:pt x="98936" y="127914"/>
                </a:cubicBezTo>
                <a:close/>
                <a:moveTo>
                  <a:pt x="26381" y="127914"/>
                </a:moveTo>
                <a:cubicBezTo>
                  <a:pt x="43143" y="127914"/>
                  <a:pt x="56738" y="141508"/>
                  <a:pt x="56738" y="158278"/>
                </a:cubicBezTo>
                <a:cubicBezTo>
                  <a:pt x="56738" y="175047"/>
                  <a:pt x="43143" y="188641"/>
                  <a:pt x="26381" y="188641"/>
                </a:cubicBezTo>
                <a:cubicBezTo>
                  <a:pt x="17995" y="188641"/>
                  <a:pt x="10404" y="185243"/>
                  <a:pt x="4909" y="179748"/>
                </a:cubicBezTo>
                <a:lnTo>
                  <a:pt x="0" y="167898"/>
                </a:lnTo>
                <a:lnTo>
                  <a:pt x="0" y="148658"/>
                </a:lnTo>
                <a:lnTo>
                  <a:pt x="4909" y="136807"/>
                </a:lnTo>
                <a:cubicBezTo>
                  <a:pt x="10404" y="131313"/>
                  <a:pt x="17995" y="127914"/>
                  <a:pt x="26381" y="127914"/>
                </a:cubicBezTo>
                <a:close/>
                <a:moveTo>
                  <a:pt x="1622429" y="47462"/>
                </a:moveTo>
                <a:lnTo>
                  <a:pt x="1625821" y="48147"/>
                </a:lnTo>
                <a:lnTo>
                  <a:pt x="1639701" y="102127"/>
                </a:lnTo>
                <a:lnTo>
                  <a:pt x="1634248" y="105804"/>
                </a:lnTo>
                <a:cubicBezTo>
                  <a:pt x="1630615" y="107340"/>
                  <a:pt x="1626621" y="108189"/>
                  <a:pt x="1622429" y="108189"/>
                </a:cubicBezTo>
                <a:cubicBezTo>
                  <a:pt x="1605659" y="108189"/>
                  <a:pt x="1592066" y="94595"/>
                  <a:pt x="1592066" y="77826"/>
                </a:cubicBezTo>
                <a:cubicBezTo>
                  <a:pt x="1592066" y="61056"/>
                  <a:pt x="1605659" y="47462"/>
                  <a:pt x="1622429" y="47462"/>
                </a:cubicBezTo>
                <a:close/>
                <a:moveTo>
                  <a:pt x="1549874" y="47462"/>
                </a:moveTo>
                <a:cubicBezTo>
                  <a:pt x="1566644" y="47462"/>
                  <a:pt x="1580238" y="61056"/>
                  <a:pt x="1580238" y="77826"/>
                </a:cubicBezTo>
                <a:cubicBezTo>
                  <a:pt x="1580238" y="94595"/>
                  <a:pt x="1566644" y="108189"/>
                  <a:pt x="1549874" y="108189"/>
                </a:cubicBezTo>
                <a:cubicBezTo>
                  <a:pt x="1533105" y="108189"/>
                  <a:pt x="1519511" y="94595"/>
                  <a:pt x="1519511" y="77826"/>
                </a:cubicBezTo>
                <a:cubicBezTo>
                  <a:pt x="1519511" y="61056"/>
                  <a:pt x="1533105" y="47462"/>
                  <a:pt x="1549874" y="47462"/>
                </a:cubicBezTo>
                <a:close/>
                <a:moveTo>
                  <a:pt x="1477320" y="47462"/>
                </a:moveTo>
                <a:cubicBezTo>
                  <a:pt x="1494089" y="47462"/>
                  <a:pt x="1507683" y="61056"/>
                  <a:pt x="1507683" y="77826"/>
                </a:cubicBezTo>
                <a:cubicBezTo>
                  <a:pt x="1507683" y="94595"/>
                  <a:pt x="1494089" y="108189"/>
                  <a:pt x="1477320" y="108189"/>
                </a:cubicBezTo>
                <a:cubicBezTo>
                  <a:pt x="1460550" y="108189"/>
                  <a:pt x="1446956" y="94595"/>
                  <a:pt x="1446956" y="77826"/>
                </a:cubicBezTo>
                <a:cubicBezTo>
                  <a:pt x="1446956" y="61056"/>
                  <a:pt x="1460550" y="47462"/>
                  <a:pt x="1477320" y="47462"/>
                </a:cubicBezTo>
                <a:close/>
                <a:moveTo>
                  <a:pt x="1404765" y="47462"/>
                </a:moveTo>
                <a:cubicBezTo>
                  <a:pt x="1421535" y="47462"/>
                  <a:pt x="1435129" y="61056"/>
                  <a:pt x="1435129" y="77826"/>
                </a:cubicBezTo>
                <a:cubicBezTo>
                  <a:pt x="1435129" y="94595"/>
                  <a:pt x="1421535" y="108189"/>
                  <a:pt x="1404765" y="108189"/>
                </a:cubicBezTo>
                <a:cubicBezTo>
                  <a:pt x="1387996" y="108189"/>
                  <a:pt x="1374402" y="94595"/>
                  <a:pt x="1374402" y="77826"/>
                </a:cubicBezTo>
                <a:cubicBezTo>
                  <a:pt x="1374402" y="61056"/>
                  <a:pt x="1387996" y="47462"/>
                  <a:pt x="1404765" y="47462"/>
                </a:cubicBezTo>
                <a:close/>
                <a:moveTo>
                  <a:pt x="1332211" y="47462"/>
                </a:moveTo>
                <a:cubicBezTo>
                  <a:pt x="1348980" y="47462"/>
                  <a:pt x="1362574" y="61056"/>
                  <a:pt x="1362574" y="77826"/>
                </a:cubicBezTo>
                <a:cubicBezTo>
                  <a:pt x="1362574" y="94595"/>
                  <a:pt x="1348980" y="108189"/>
                  <a:pt x="1332211" y="108189"/>
                </a:cubicBezTo>
                <a:cubicBezTo>
                  <a:pt x="1315441" y="108189"/>
                  <a:pt x="1301847" y="94595"/>
                  <a:pt x="1301847" y="77826"/>
                </a:cubicBezTo>
                <a:cubicBezTo>
                  <a:pt x="1301847" y="61056"/>
                  <a:pt x="1315441" y="47462"/>
                  <a:pt x="1332211" y="47462"/>
                </a:cubicBezTo>
                <a:close/>
                <a:moveTo>
                  <a:pt x="1259656" y="47462"/>
                </a:moveTo>
                <a:cubicBezTo>
                  <a:pt x="1276426" y="47462"/>
                  <a:pt x="1290020" y="61056"/>
                  <a:pt x="1290020" y="77826"/>
                </a:cubicBezTo>
                <a:cubicBezTo>
                  <a:pt x="1290020" y="94595"/>
                  <a:pt x="1276426" y="108189"/>
                  <a:pt x="1259656" y="108189"/>
                </a:cubicBezTo>
                <a:cubicBezTo>
                  <a:pt x="1242887" y="108189"/>
                  <a:pt x="1229293" y="94595"/>
                  <a:pt x="1229293" y="77826"/>
                </a:cubicBezTo>
                <a:cubicBezTo>
                  <a:pt x="1229293" y="61056"/>
                  <a:pt x="1242887" y="47462"/>
                  <a:pt x="1259656" y="47462"/>
                </a:cubicBezTo>
                <a:close/>
                <a:moveTo>
                  <a:pt x="1187102" y="47462"/>
                </a:moveTo>
                <a:cubicBezTo>
                  <a:pt x="1203871" y="47462"/>
                  <a:pt x="1217465" y="61056"/>
                  <a:pt x="1217465" y="77826"/>
                </a:cubicBezTo>
                <a:cubicBezTo>
                  <a:pt x="1217465" y="94595"/>
                  <a:pt x="1203871" y="108189"/>
                  <a:pt x="1187102" y="108189"/>
                </a:cubicBezTo>
                <a:cubicBezTo>
                  <a:pt x="1170332" y="108189"/>
                  <a:pt x="1156738" y="94595"/>
                  <a:pt x="1156738" y="77826"/>
                </a:cubicBezTo>
                <a:cubicBezTo>
                  <a:pt x="1156738" y="61056"/>
                  <a:pt x="1170332" y="47462"/>
                  <a:pt x="1187102" y="47462"/>
                </a:cubicBezTo>
                <a:close/>
                <a:moveTo>
                  <a:pt x="1114547" y="47462"/>
                </a:moveTo>
                <a:cubicBezTo>
                  <a:pt x="1131317" y="47462"/>
                  <a:pt x="1144911" y="61056"/>
                  <a:pt x="1144911" y="77826"/>
                </a:cubicBezTo>
                <a:cubicBezTo>
                  <a:pt x="1144911" y="94595"/>
                  <a:pt x="1131317" y="108189"/>
                  <a:pt x="1114547" y="108189"/>
                </a:cubicBezTo>
                <a:cubicBezTo>
                  <a:pt x="1097778" y="108189"/>
                  <a:pt x="1084184" y="94595"/>
                  <a:pt x="1084184" y="77826"/>
                </a:cubicBezTo>
                <a:cubicBezTo>
                  <a:pt x="1084184" y="61056"/>
                  <a:pt x="1097778" y="47462"/>
                  <a:pt x="1114547" y="47462"/>
                </a:cubicBezTo>
                <a:close/>
                <a:moveTo>
                  <a:pt x="1041993" y="47462"/>
                </a:moveTo>
                <a:cubicBezTo>
                  <a:pt x="1058762" y="47462"/>
                  <a:pt x="1072356" y="61056"/>
                  <a:pt x="1072356" y="77826"/>
                </a:cubicBezTo>
                <a:cubicBezTo>
                  <a:pt x="1072356" y="94595"/>
                  <a:pt x="1058762" y="108189"/>
                  <a:pt x="1041993" y="108189"/>
                </a:cubicBezTo>
                <a:cubicBezTo>
                  <a:pt x="1025223" y="108189"/>
                  <a:pt x="1011629" y="94595"/>
                  <a:pt x="1011629" y="77826"/>
                </a:cubicBezTo>
                <a:cubicBezTo>
                  <a:pt x="1011629" y="61056"/>
                  <a:pt x="1025223" y="47462"/>
                  <a:pt x="1041993" y="47462"/>
                </a:cubicBezTo>
                <a:close/>
                <a:moveTo>
                  <a:pt x="969438" y="47462"/>
                </a:moveTo>
                <a:cubicBezTo>
                  <a:pt x="986208" y="47462"/>
                  <a:pt x="999801" y="61056"/>
                  <a:pt x="999801" y="77826"/>
                </a:cubicBezTo>
                <a:cubicBezTo>
                  <a:pt x="999801" y="94595"/>
                  <a:pt x="986208" y="108189"/>
                  <a:pt x="969438" y="108189"/>
                </a:cubicBezTo>
                <a:cubicBezTo>
                  <a:pt x="952669" y="108189"/>
                  <a:pt x="939075" y="94595"/>
                  <a:pt x="939075" y="77826"/>
                </a:cubicBezTo>
                <a:cubicBezTo>
                  <a:pt x="939075" y="61056"/>
                  <a:pt x="952669" y="47462"/>
                  <a:pt x="969438" y="47462"/>
                </a:cubicBezTo>
                <a:close/>
                <a:moveTo>
                  <a:pt x="896883" y="47462"/>
                </a:moveTo>
                <a:cubicBezTo>
                  <a:pt x="913653" y="47462"/>
                  <a:pt x="927247" y="61056"/>
                  <a:pt x="927247" y="77826"/>
                </a:cubicBezTo>
                <a:cubicBezTo>
                  <a:pt x="927247" y="94595"/>
                  <a:pt x="913653" y="108189"/>
                  <a:pt x="896883" y="108189"/>
                </a:cubicBezTo>
                <a:cubicBezTo>
                  <a:pt x="880114" y="108189"/>
                  <a:pt x="866520" y="94595"/>
                  <a:pt x="866520" y="77826"/>
                </a:cubicBezTo>
                <a:cubicBezTo>
                  <a:pt x="866520" y="61056"/>
                  <a:pt x="880114" y="47462"/>
                  <a:pt x="896883" y="47462"/>
                </a:cubicBezTo>
                <a:close/>
                <a:moveTo>
                  <a:pt x="824329" y="47462"/>
                </a:moveTo>
                <a:cubicBezTo>
                  <a:pt x="841098" y="47462"/>
                  <a:pt x="854692" y="61056"/>
                  <a:pt x="854692" y="77826"/>
                </a:cubicBezTo>
                <a:cubicBezTo>
                  <a:pt x="854692" y="94595"/>
                  <a:pt x="841098" y="108189"/>
                  <a:pt x="824329" y="108189"/>
                </a:cubicBezTo>
                <a:cubicBezTo>
                  <a:pt x="807559" y="108189"/>
                  <a:pt x="793965" y="94595"/>
                  <a:pt x="793965" y="77826"/>
                </a:cubicBezTo>
                <a:cubicBezTo>
                  <a:pt x="793965" y="61056"/>
                  <a:pt x="807559" y="47462"/>
                  <a:pt x="824329" y="47462"/>
                </a:cubicBezTo>
                <a:close/>
                <a:moveTo>
                  <a:pt x="751774" y="47462"/>
                </a:moveTo>
                <a:cubicBezTo>
                  <a:pt x="768544" y="47462"/>
                  <a:pt x="782138" y="61056"/>
                  <a:pt x="782138" y="77826"/>
                </a:cubicBezTo>
                <a:cubicBezTo>
                  <a:pt x="782138" y="94595"/>
                  <a:pt x="768544" y="108189"/>
                  <a:pt x="751774" y="108189"/>
                </a:cubicBezTo>
                <a:cubicBezTo>
                  <a:pt x="735005" y="108189"/>
                  <a:pt x="721411" y="94595"/>
                  <a:pt x="721411" y="77826"/>
                </a:cubicBezTo>
                <a:cubicBezTo>
                  <a:pt x="721411" y="61056"/>
                  <a:pt x="735005" y="47462"/>
                  <a:pt x="751774" y="47462"/>
                </a:cubicBezTo>
                <a:close/>
                <a:moveTo>
                  <a:pt x="679220" y="47462"/>
                </a:moveTo>
                <a:cubicBezTo>
                  <a:pt x="695989" y="47462"/>
                  <a:pt x="709583" y="61056"/>
                  <a:pt x="709583" y="77826"/>
                </a:cubicBezTo>
                <a:cubicBezTo>
                  <a:pt x="709583" y="94595"/>
                  <a:pt x="695989" y="108189"/>
                  <a:pt x="679220" y="108189"/>
                </a:cubicBezTo>
                <a:cubicBezTo>
                  <a:pt x="662450" y="108189"/>
                  <a:pt x="648856" y="94595"/>
                  <a:pt x="648856" y="77826"/>
                </a:cubicBezTo>
                <a:cubicBezTo>
                  <a:pt x="648856" y="61056"/>
                  <a:pt x="662450" y="47462"/>
                  <a:pt x="679220" y="47462"/>
                </a:cubicBezTo>
                <a:close/>
                <a:moveTo>
                  <a:pt x="606665" y="47462"/>
                </a:moveTo>
                <a:cubicBezTo>
                  <a:pt x="623435" y="47462"/>
                  <a:pt x="637029" y="61056"/>
                  <a:pt x="637029" y="77826"/>
                </a:cubicBezTo>
                <a:cubicBezTo>
                  <a:pt x="637029" y="94595"/>
                  <a:pt x="623435" y="108189"/>
                  <a:pt x="606665" y="108189"/>
                </a:cubicBezTo>
                <a:cubicBezTo>
                  <a:pt x="589896" y="108189"/>
                  <a:pt x="576302" y="94595"/>
                  <a:pt x="576302" y="77826"/>
                </a:cubicBezTo>
                <a:cubicBezTo>
                  <a:pt x="576302" y="61056"/>
                  <a:pt x="589896" y="47462"/>
                  <a:pt x="606665" y="47462"/>
                </a:cubicBezTo>
                <a:close/>
                <a:moveTo>
                  <a:pt x="534111" y="47462"/>
                </a:moveTo>
                <a:cubicBezTo>
                  <a:pt x="550880" y="47462"/>
                  <a:pt x="564474" y="61056"/>
                  <a:pt x="564474" y="77826"/>
                </a:cubicBezTo>
                <a:cubicBezTo>
                  <a:pt x="564474" y="94595"/>
                  <a:pt x="550880" y="108189"/>
                  <a:pt x="534111" y="108189"/>
                </a:cubicBezTo>
                <a:cubicBezTo>
                  <a:pt x="517341" y="108189"/>
                  <a:pt x="503747" y="94595"/>
                  <a:pt x="503747" y="77826"/>
                </a:cubicBezTo>
                <a:cubicBezTo>
                  <a:pt x="503747" y="61056"/>
                  <a:pt x="517341" y="47462"/>
                  <a:pt x="534111" y="47462"/>
                </a:cubicBezTo>
                <a:close/>
                <a:moveTo>
                  <a:pt x="461556" y="47462"/>
                </a:moveTo>
                <a:cubicBezTo>
                  <a:pt x="478326" y="47462"/>
                  <a:pt x="491920" y="61056"/>
                  <a:pt x="491920" y="77826"/>
                </a:cubicBezTo>
                <a:cubicBezTo>
                  <a:pt x="491920" y="94595"/>
                  <a:pt x="478326" y="108189"/>
                  <a:pt x="461556" y="108189"/>
                </a:cubicBezTo>
                <a:cubicBezTo>
                  <a:pt x="444787" y="108189"/>
                  <a:pt x="431192" y="94595"/>
                  <a:pt x="431192" y="77826"/>
                </a:cubicBezTo>
                <a:cubicBezTo>
                  <a:pt x="431192" y="61056"/>
                  <a:pt x="444787" y="47462"/>
                  <a:pt x="461556" y="47462"/>
                </a:cubicBezTo>
                <a:close/>
                <a:moveTo>
                  <a:pt x="389002" y="47462"/>
                </a:moveTo>
                <a:cubicBezTo>
                  <a:pt x="405771" y="47462"/>
                  <a:pt x="419365" y="61056"/>
                  <a:pt x="419365" y="77826"/>
                </a:cubicBezTo>
                <a:cubicBezTo>
                  <a:pt x="419365" y="94595"/>
                  <a:pt x="405771" y="108189"/>
                  <a:pt x="389002" y="108189"/>
                </a:cubicBezTo>
                <a:cubicBezTo>
                  <a:pt x="372232" y="108189"/>
                  <a:pt x="358638" y="94595"/>
                  <a:pt x="358638" y="77826"/>
                </a:cubicBezTo>
                <a:cubicBezTo>
                  <a:pt x="358638" y="61056"/>
                  <a:pt x="372232" y="47462"/>
                  <a:pt x="389002" y="47462"/>
                </a:cubicBezTo>
                <a:close/>
                <a:moveTo>
                  <a:pt x="316447" y="47462"/>
                </a:moveTo>
                <a:cubicBezTo>
                  <a:pt x="333216" y="47462"/>
                  <a:pt x="346810" y="61056"/>
                  <a:pt x="346810" y="77826"/>
                </a:cubicBezTo>
                <a:cubicBezTo>
                  <a:pt x="346810" y="94595"/>
                  <a:pt x="333216" y="108189"/>
                  <a:pt x="316447" y="108189"/>
                </a:cubicBezTo>
                <a:cubicBezTo>
                  <a:pt x="299677" y="108189"/>
                  <a:pt x="286084" y="94595"/>
                  <a:pt x="286084" y="77826"/>
                </a:cubicBezTo>
                <a:cubicBezTo>
                  <a:pt x="286084" y="61056"/>
                  <a:pt x="299677" y="47462"/>
                  <a:pt x="316447" y="47462"/>
                </a:cubicBezTo>
                <a:close/>
                <a:moveTo>
                  <a:pt x="243892" y="47462"/>
                </a:moveTo>
                <a:cubicBezTo>
                  <a:pt x="260662" y="47462"/>
                  <a:pt x="274256" y="61056"/>
                  <a:pt x="274256" y="77826"/>
                </a:cubicBezTo>
                <a:cubicBezTo>
                  <a:pt x="274256" y="94595"/>
                  <a:pt x="260662" y="108189"/>
                  <a:pt x="243892" y="108189"/>
                </a:cubicBezTo>
                <a:cubicBezTo>
                  <a:pt x="227123" y="108189"/>
                  <a:pt x="213529" y="94595"/>
                  <a:pt x="213529" y="77826"/>
                </a:cubicBezTo>
                <a:cubicBezTo>
                  <a:pt x="213529" y="61056"/>
                  <a:pt x="227123" y="47462"/>
                  <a:pt x="243892" y="47462"/>
                </a:cubicBezTo>
                <a:close/>
                <a:moveTo>
                  <a:pt x="171339" y="47462"/>
                </a:moveTo>
                <a:cubicBezTo>
                  <a:pt x="188107" y="47462"/>
                  <a:pt x="201701" y="61056"/>
                  <a:pt x="201701" y="77826"/>
                </a:cubicBezTo>
                <a:cubicBezTo>
                  <a:pt x="201701" y="94595"/>
                  <a:pt x="188107" y="108189"/>
                  <a:pt x="171339" y="108189"/>
                </a:cubicBezTo>
                <a:cubicBezTo>
                  <a:pt x="154708" y="108189"/>
                  <a:pt x="141113" y="94595"/>
                  <a:pt x="141113" y="77826"/>
                </a:cubicBezTo>
                <a:cubicBezTo>
                  <a:pt x="141113" y="61056"/>
                  <a:pt x="154708" y="47462"/>
                  <a:pt x="171339" y="47462"/>
                </a:cubicBezTo>
                <a:close/>
                <a:moveTo>
                  <a:pt x="98942" y="47462"/>
                </a:moveTo>
                <a:cubicBezTo>
                  <a:pt x="115700" y="47462"/>
                  <a:pt x="129294" y="61056"/>
                  <a:pt x="129294" y="77826"/>
                </a:cubicBezTo>
                <a:cubicBezTo>
                  <a:pt x="129294" y="94595"/>
                  <a:pt x="115700" y="108189"/>
                  <a:pt x="98942" y="108189"/>
                </a:cubicBezTo>
                <a:cubicBezTo>
                  <a:pt x="82168" y="108189"/>
                  <a:pt x="68573" y="94595"/>
                  <a:pt x="68573" y="77826"/>
                </a:cubicBezTo>
                <a:cubicBezTo>
                  <a:pt x="68573" y="61056"/>
                  <a:pt x="82168" y="47462"/>
                  <a:pt x="98942" y="47462"/>
                </a:cubicBezTo>
                <a:close/>
                <a:moveTo>
                  <a:pt x="26388" y="47462"/>
                </a:moveTo>
                <a:cubicBezTo>
                  <a:pt x="43149" y="47462"/>
                  <a:pt x="56744" y="61056"/>
                  <a:pt x="56744" y="77826"/>
                </a:cubicBezTo>
                <a:cubicBezTo>
                  <a:pt x="56744" y="94595"/>
                  <a:pt x="43149" y="108189"/>
                  <a:pt x="26388" y="108189"/>
                </a:cubicBezTo>
                <a:cubicBezTo>
                  <a:pt x="18002" y="108189"/>
                  <a:pt x="10410" y="104791"/>
                  <a:pt x="4916" y="99296"/>
                </a:cubicBezTo>
                <a:lnTo>
                  <a:pt x="0" y="87429"/>
                </a:lnTo>
                <a:lnTo>
                  <a:pt x="0" y="68222"/>
                </a:lnTo>
                <a:lnTo>
                  <a:pt x="4916" y="56355"/>
                </a:lnTo>
                <a:cubicBezTo>
                  <a:pt x="10410" y="50861"/>
                  <a:pt x="18002" y="47462"/>
                  <a:pt x="26388" y="47462"/>
                </a:cubicBezTo>
                <a:close/>
                <a:moveTo>
                  <a:pt x="1592868" y="0"/>
                </a:moveTo>
                <a:lnTo>
                  <a:pt x="1613441" y="0"/>
                </a:lnTo>
                <a:lnTo>
                  <a:pt x="1620472" y="27343"/>
                </a:lnTo>
                <a:lnTo>
                  <a:pt x="1610610" y="25352"/>
                </a:lnTo>
                <a:cubicBezTo>
                  <a:pt x="1605161" y="23047"/>
                  <a:pt x="1600525" y="19197"/>
                  <a:pt x="1597251" y="14351"/>
                </a:cubicBezTo>
                <a:close/>
                <a:moveTo>
                  <a:pt x="1520598" y="0"/>
                </a:moveTo>
                <a:lnTo>
                  <a:pt x="1579150" y="0"/>
                </a:lnTo>
                <a:lnTo>
                  <a:pt x="1571345" y="18844"/>
                </a:lnTo>
                <a:cubicBezTo>
                  <a:pt x="1565850" y="24339"/>
                  <a:pt x="1558259" y="27738"/>
                  <a:pt x="1549874" y="27738"/>
                </a:cubicBezTo>
                <a:cubicBezTo>
                  <a:pt x="1541490" y="27738"/>
                  <a:pt x="1533899" y="24339"/>
                  <a:pt x="1528404" y="18844"/>
                </a:cubicBezTo>
                <a:close/>
                <a:moveTo>
                  <a:pt x="1448044" y="0"/>
                </a:moveTo>
                <a:lnTo>
                  <a:pt x="1506596" y="0"/>
                </a:lnTo>
                <a:lnTo>
                  <a:pt x="1498790" y="18844"/>
                </a:lnTo>
                <a:cubicBezTo>
                  <a:pt x="1493295" y="24339"/>
                  <a:pt x="1485705" y="27738"/>
                  <a:pt x="1477320" y="27738"/>
                </a:cubicBezTo>
                <a:cubicBezTo>
                  <a:pt x="1468935" y="27738"/>
                  <a:pt x="1461344" y="24339"/>
                  <a:pt x="1455850" y="18844"/>
                </a:cubicBezTo>
                <a:close/>
                <a:moveTo>
                  <a:pt x="1375489" y="0"/>
                </a:moveTo>
                <a:lnTo>
                  <a:pt x="1434041" y="0"/>
                </a:lnTo>
                <a:lnTo>
                  <a:pt x="1426236" y="18844"/>
                </a:lnTo>
                <a:cubicBezTo>
                  <a:pt x="1420741" y="24339"/>
                  <a:pt x="1413150" y="27738"/>
                  <a:pt x="1404765" y="27738"/>
                </a:cubicBezTo>
                <a:cubicBezTo>
                  <a:pt x="1396381" y="27738"/>
                  <a:pt x="1388790" y="24339"/>
                  <a:pt x="1383295" y="18844"/>
                </a:cubicBezTo>
                <a:close/>
                <a:moveTo>
                  <a:pt x="1302935" y="0"/>
                </a:moveTo>
                <a:lnTo>
                  <a:pt x="1361486" y="0"/>
                </a:lnTo>
                <a:lnTo>
                  <a:pt x="1353681" y="18844"/>
                </a:lnTo>
                <a:cubicBezTo>
                  <a:pt x="1348186" y="24339"/>
                  <a:pt x="1340596" y="27738"/>
                  <a:pt x="1332211" y="27738"/>
                </a:cubicBezTo>
                <a:cubicBezTo>
                  <a:pt x="1323826" y="27738"/>
                  <a:pt x="1316235" y="24339"/>
                  <a:pt x="1310740" y="18844"/>
                </a:cubicBezTo>
                <a:close/>
                <a:moveTo>
                  <a:pt x="1230380" y="0"/>
                </a:moveTo>
                <a:lnTo>
                  <a:pt x="1288932" y="0"/>
                </a:lnTo>
                <a:lnTo>
                  <a:pt x="1281126" y="18844"/>
                </a:lnTo>
                <a:cubicBezTo>
                  <a:pt x="1275632" y="24339"/>
                  <a:pt x="1268041" y="27738"/>
                  <a:pt x="1259656" y="27738"/>
                </a:cubicBezTo>
                <a:cubicBezTo>
                  <a:pt x="1251271" y="27738"/>
                  <a:pt x="1243680" y="24339"/>
                  <a:pt x="1238186" y="18844"/>
                </a:cubicBezTo>
                <a:close/>
                <a:moveTo>
                  <a:pt x="1157826" y="0"/>
                </a:moveTo>
                <a:lnTo>
                  <a:pt x="1216377" y="0"/>
                </a:lnTo>
                <a:lnTo>
                  <a:pt x="1208572" y="18844"/>
                </a:lnTo>
                <a:cubicBezTo>
                  <a:pt x="1203077" y="24339"/>
                  <a:pt x="1195486" y="27738"/>
                  <a:pt x="1187102" y="27738"/>
                </a:cubicBezTo>
                <a:cubicBezTo>
                  <a:pt x="1178717" y="27738"/>
                  <a:pt x="1171126" y="24339"/>
                  <a:pt x="1165631" y="18844"/>
                </a:cubicBezTo>
                <a:close/>
                <a:moveTo>
                  <a:pt x="1085271" y="0"/>
                </a:moveTo>
                <a:lnTo>
                  <a:pt x="1143823" y="0"/>
                </a:lnTo>
                <a:lnTo>
                  <a:pt x="1136017" y="18844"/>
                </a:lnTo>
                <a:cubicBezTo>
                  <a:pt x="1130523" y="24339"/>
                  <a:pt x="1122932" y="27738"/>
                  <a:pt x="1114547" y="27738"/>
                </a:cubicBezTo>
                <a:cubicBezTo>
                  <a:pt x="1106162" y="27738"/>
                  <a:pt x="1098571" y="24339"/>
                  <a:pt x="1093077" y="18844"/>
                </a:cubicBezTo>
                <a:close/>
                <a:moveTo>
                  <a:pt x="1012717" y="0"/>
                </a:moveTo>
                <a:lnTo>
                  <a:pt x="1071268" y="0"/>
                </a:lnTo>
                <a:lnTo>
                  <a:pt x="1063463" y="18844"/>
                </a:lnTo>
                <a:cubicBezTo>
                  <a:pt x="1057968" y="24339"/>
                  <a:pt x="1050377" y="27738"/>
                  <a:pt x="1041993" y="27738"/>
                </a:cubicBezTo>
                <a:cubicBezTo>
                  <a:pt x="1033608" y="27738"/>
                  <a:pt x="1026017" y="24339"/>
                  <a:pt x="1020522" y="18844"/>
                </a:cubicBezTo>
                <a:close/>
                <a:moveTo>
                  <a:pt x="940162" y="0"/>
                </a:moveTo>
                <a:lnTo>
                  <a:pt x="998714" y="0"/>
                </a:lnTo>
                <a:lnTo>
                  <a:pt x="990908" y="18844"/>
                </a:lnTo>
                <a:cubicBezTo>
                  <a:pt x="985414" y="24339"/>
                  <a:pt x="977823" y="27738"/>
                  <a:pt x="969438" y="27738"/>
                </a:cubicBezTo>
                <a:cubicBezTo>
                  <a:pt x="961053" y="27738"/>
                  <a:pt x="953462" y="24339"/>
                  <a:pt x="947968" y="18844"/>
                </a:cubicBezTo>
                <a:close/>
                <a:moveTo>
                  <a:pt x="867607" y="0"/>
                </a:moveTo>
                <a:lnTo>
                  <a:pt x="926159" y="0"/>
                </a:lnTo>
                <a:lnTo>
                  <a:pt x="918354" y="18844"/>
                </a:lnTo>
                <a:cubicBezTo>
                  <a:pt x="912859" y="24339"/>
                  <a:pt x="905268" y="27738"/>
                  <a:pt x="896883" y="27738"/>
                </a:cubicBezTo>
                <a:cubicBezTo>
                  <a:pt x="888499" y="27738"/>
                  <a:pt x="880908" y="24339"/>
                  <a:pt x="875413" y="18844"/>
                </a:cubicBezTo>
                <a:close/>
                <a:moveTo>
                  <a:pt x="795053" y="0"/>
                </a:moveTo>
                <a:lnTo>
                  <a:pt x="853605" y="0"/>
                </a:lnTo>
                <a:lnTo>
                  <a:pt x="845799" y="18844"/>
                </a:lnTo>
                <a:cubicBezTo>
                  <a:pt x="840304" y="24339"/>
                  <a:pt x="832714" y="27738"/>
                  <a:pt x="824329" y="27738"/>
                </a:cubicBezTo>
                <a:cubicBezTo>
                  <a:pt x="815944" y="27738"/>
                  <a:pt x="808353" y="24339"/>
                  <a:pt x="802858" y="18844"/>
                </a:cubicBezTo>
                <a:close/>
                <a:moveTo>
                  <a:pt x="722498" y="0"/>
                </a:moveTo>
                <a:lnTo>
                  <a:pt x="781050" y="0"/>
                </a:lnTo>
                <a:lnTo>
                  <a:pt x="773245" y="18844"/>
                </a:lnTo>
                <a:cubicBezTo>
                  <a:pt x="767750" y="24339"/>
                  <a:pt x="760159" y="27738"/>
                  <a:pt x="751774" y="27738"/>
                </a:cubicBezTo>
                <a:cubicBezTo>
                  <a:pt x="743390" y="27738"/>
                  <a:pt x="735799" y="24339"/>
                  <a:pt x="730304" y="18844"/>
                </a:cubicBezTo>
                <a:close/>
                <a:moveTo>
                  <a:pt x="649944" y="0"/>
                </a:moveTo>
                <a:lnTo>
                  <a:pt x="708496" y="0"/>
                </a:lnTo>
                <a:lnTo>
                  <a:pt x="700690" y="18844"/>
                </a:lnTo>
                <a:cubicBezTo>
                  <a:pt x="695195" y="24339"/>
                  <a:pt x="687604" y="27738"/>
                  <a:pt x="679220" y="27738"/>
                </a:cubicBezTo>
                <a:cubicBezTo>
                  <a:pt x="670835" y="27738"/>
                  <a:pt x="663244" y="24339"/>
                  <a:pt x="657749" y="18844"/>
                </a:cubicBezTo>
                <a:close/>
                <a:moveTo>
                  <a:pt x="577389" y="0"/>
                </a:moveTo>
                <a:lnTo>
                  <a:pt x="635941" y="0"/>
                </a:lnTo>
                <a:lnTo>
                  <a:pt x="628135" y="18844"/>
                </a:lnTo>
                <a:cubicBezTo>
                  <a:pt x="622641" y="24339"/>
                  <a:pt x="615050" y="27738"/>
                  <a:pt x="606665" y="27738"/>
                </a:cubicBezTo>
                <a:cubicBezTo>
                  <a:pt x="598280" y="27738"/>
                  <a:pt x="590690" y="24339"/>
                  <a:pt x="585195" y="18844"/>
                </a:cubicBezTo>
                <a:close/>
                <a:moveTo>
                  <a:pt x="504835" y="0"/>
                </a:moveTo>
                <a:lnTo>
                  <a:pt x="563386" y="0"/>
                </a:lnTo>
                <a:lnTo>
                  <a:pt x="555581" y="18844"/>
                </a:lnTo>
                <a:cubicBezTo>
                  <a:pt x="550086" y="24339"/>
                  <a:pt x="542495" y="27738"/>
                  <a:pt x="534111" y="27738"/>
                </a:cubicBezTo>
                <a:cubicBezTo>
                  <a:pt x="525726" y="27738"/>
                  <a:pt x="518135" y="24339"/>
                  <a:pt x="512640" y="18844"/>
                </a:cubicBezTo>
                <a:close/>
                <a:moveTo>
                  <a:pt x="432280" y="0"/>
                </a:moveTo>
                <a:lnTo>
                  <a:pt x="490832" y="0"/>
                </a:lnTo>
                <a:lnTo>
                  <a:pt x="483026" y="18844"/>
                </a:lnTo>
                <a:cubicBezTo>
                  <a:pt x="477532" y="24339"/>
                  <a:pt x="469941" y="27738"/>
                  <a:pt x="461556" y="27738"/>
                </a:cubicBezTo>
                <a:cubicBezTo>
                  <a:pt x="453171" y="27738"/>
                  <a:pt x="445580" y="24339"/>
                  <a:pt x="440086" y="18844"/>
                </a:cubicBezTo>
                <a:close/>
                <a:moveTo>
                  <a:pt x="359726" y="0"/>
                </a:moveTo>
                <a:lnTo>
                  <a:pt x="418277" y="0"/>
                </a:lnTo>
                <a:lnTo>
                  <a:pt x="410472" y="18844"/>
                </a:lnTo>
                <a:cubicBezTo>
                  <a:pt x="404977" y="24339"/>
                  <a:pt x="397386" y="27738"/>
                  <a:pt x="389002" y="27738"/>
                </a:cubicBezTo>
                <a:cubicBezTo>
                  <a:pt x="380617" y="27738"/>
                  <a:pt x="373026" y="24339"/>
                  <a:pt x="367531" y="18844"/>
                </a:cubicBezTo>
                <a:close/>
                <a:moveTo>
                  <a:pt x="287171" y="0"/>
                </a:moveTo>
                <a:lnTo>
                  <a:pt x="345723" y="0"/>
                </a:lnTo>
                <a:lnTo>
                  <a:pt x="337917" y="18844"/>
                </a:lnTo>
                <a:cubicBezTo>
                  <a:pt x="332423" y="24339"/>
                  <a:pt x="324832" y="27738"/>
                  <a:pt x="316447" y="27738"/>
                </a:cubicBezTo>
                <a:cubicBezTo>
                  <a:pt x="308062" y="27738"/>
                  <a:pt x="300471" y="24339"/>
                  <a:pt x="294977" y="18844"/>
                </a:cubicBezTo>
                <a:close/>
                <a:moveTo>
                  <a:pt x="214617" y="0"/>
                </a:moveTo>
                <a:lnTo>
                  <a:pt x="273168" y="0"/>
                </a:lnTo>
                <a:lnTo>
                  <a:pt x="265363" y="18844"/>
                </a:lnTo>
                <a:cubicBezTo>
                  <a:pt x="259868" y="24339"/>
                  <a:pt x="252277" y="27738"/>
                  <a:pt x="243892" y="27738"/>
                </a:cubicBezTo>
                <a:cubicBezTo>
                  <a:pt x="235508" y="27738"/>
                  <a:pt x="227917" y="24339"/>
                  <a:pt x="222422" y="18844"/>
                </a:cubicBezTo>
                <a:close/>
                <a:moveTo>
                  <a:pt x="142204" y="0"/>
                </a:moveTo>
                <a:lnTo>
                  <a:pt x="200614" y="0"/>
                </a:lnTo>
                <a:lnTo>
                  <a:pt x="192808" y="18844"/>
                </a:lnTo>
                <a:cubicBezTo>
                  <a:pt x="187314" y="24339"/>
                  <a:pt x="179723" y="27738"/>
                  <a:pt x="171339" y="27738"/>
                </a:cubicBezTo>
                <a:cubicBezTo>
                  <a:pt x="163026" y="27738"/>
                  <a:pt x="155471" y="24339"/>
                  <a:pt x="149994" y="18844"/>
                </a:cubicBezTo>
                <a:close/>
                <a:moveTo>
                  <a:pt x="69668" y="0"/>
                </a:moveTo>
                <a:lnTo>
                  <a:pt x="128212" y="0"/>
                </a:lnTo>
                <a:lnTo>
                  <a:pt x="120408" y="18844"/>
                </a:lnTo>
                <a:cubicBezTo>
                  <a:pt x="114915" y="24339"/>
                  <a:pt x="107328" y="27738"/>
                  <a:pt x="98949" y="27738"/>
                </a:cubicBezTo>
                <a:cubicBezTo>
                  <a:pt x="90562" y="27738"/>
                  <a:pt x="82969" y="24339"/>
                  <a:pt x="77474" y="18844"/>
                </a:cubicBezTo>
                <a:close/>
                <a:moveTo>
                  <a:pt x="0" y="0"/>
                </a:moveTo>
                <a:lnTo>
                  <a:pt x="55662" y="0"/>
                </a:lnTo>
                <a:lnTo>
                  <a:pt x="47858" y="18844"/>
                </a:lnTo>
                <a:cubicBezTo>
                  <a:pt x="42364" y="24339"/>
                  <a:pt x="34775" y="27738"/>
                  <a:pt x="26394" y="27738"/>
                </a:cubicBezTo>
                <a:cubicBezTo>
                  <a:pt x="18009" y="27738"/>
                  <a:pt x="10417" y="24339"/>
                  <a:pt x="4922" y="18844"/>
                </a:cubicBezTo>
                <a:lnTo>
                  <a:pt x="0" y="6962"/>
                </a:lnTo>
                <a:close/>
              </a:path>
            </a:pathLst>
          </a:custGeom>
          <a:solidFill>
            <a:schemeClr val="accent1">
              <a:alpha val="60000"/>
            </a:schemeClr>
          </a:soli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None/>
            </a:pPr>
            <a:endParaRPr sz="1867" b="0" i="0" u="none" strike="noStrike" cap="none" dirty="0">
              <a:solidFill>
                <a:schemeClr val="dk1"/>
              </a:solidFill>
              <a:latin typeface="Calibri"/>
              <a:ea typeface="Calibri"/>
              <a:cs typeface="Calibri"/>
              <a:sym typeface="Calibri"/>
            </a:endParaRPr>
          </a:p>
        </p:txBody>
      </p:sp>
      <p:sp>
        <p:nvSpPr>
          <p:cNvPr id="6" name="Google Shape;533;p20">
            <a:extLst>
              <a:ext uri="{FF2B5EF4-FFF2-40B4-BE49-F238E27FC236}">
                <a16:creationId xmlns:a16="http://schemas.microsoft.com/office/drawing/2014/main" id="{024F739C-5FB2-8B4D-8E07-8E64BC0D401F}"/>
              </a:ext>
            </a:extLst>
          </p:cNvPr>
          <p:cNvSpPr/>
          <p:nvPr/>
        </p:nvSpPr>
        <p:spPr>
          <a:xfrm>
            <a:off x="2" y="2"/>
            <a:ext cx="403373" cy="496797"/>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None/>
            </a:pPr>
            <a:endParaRPr sz="1867" b="0" i="0" u="none" strike="noStrike" cap="none" dirty="0">
              <a:solidFill>
                <a:schemeClr val="dk1"/>
              </a:solidFill>
              <a:latin typeface="Calibri"/>
              <a:ea typeface="Calibri"/>
              <a:cs typeface="Calibri"/>
              <a:sym typeface="Calibri"/>
            </a:endParaRPr>
          </a:p>
        </p:txBody>
      </p:sp>
      <p:grpSp>
        <p:nvGrpSpPr>
          <p:cNvPr id="7" name="Group 6">
            <a:extLst>
              <a:ext uri="{FF2B5EF4-FFF2-40B4-BE49-F238E27FC236}">
                <a16:creationId xmlns:a16="http://schemas.microsoft.com/office/drawing/2014/main" id="{0EB19463-88FB-A24D-A7BD-C144F03FC995}"/>
              </a:ext>
            </a:extLst>
          </p:cNvPr>
          <p:cNvGrpSpPr/>
          <p:nvPr/>
        </p:nvGrpSpPr>
        <p:grpSpPr>
          <a:xfrm>
            <a:off x="1" y="6814800"/>
            <a:ext cx="12179567" cy="43200"/>
            <a:chOff x="0" y="5111100"/>
            <a:chExt cx="9134675" cy="32400"/>
          </a:xfrm>
        </p:grpSpPr>
        <p:sp>
          <p:nvSpPr>
            <p:cNvPr id="8" name="Google Shape;455;p14">
              <a:extLst>
                <a:ext uri="{FF2B5EF4-FFF2-40B4-BE49-F238E27FC236}">
                  <a16:creationId xmlns:a16="http://schemas.microsoft.com/office/drawing/2014/main" id="{EAC94082-4A83-3643-9E6F-F66D1B7B61AE}"/>
                </a:ext>
              </a:extLst>
            </p:cNvPr>
            <p:cNvSpPr/>
            <p:nvPr/>
          </p:nvSpPr>
          <p:spPr>
            <a:xfrm>
              <a:off x="8939030"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9" name="Google Shape;456;p14">
              <a:extLst>
                <a:ext uri="{FF2B5EF4-FFF2-40B4-BE49-F238E27FC236}">
                  <a16:creationId xmlns:a16="http://schemas.microsoft.com/office/drawing/2014/main" id="{3E1B6980-148A-E440-AB79-47E5A7B7E3DF}"/>
                </a:ext>
              </a:extLst>
            </p:cNvPr>
            <p:cNvSpPr/>
            <p:nvPr/>
          </p:nvSpPr>
          <p:spPr>
            <a:xfrm>
              <a:off x="899344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10" name="Google Shape;457;p14">
              <a:extLst>
                <a:ext uri="{FF2B5EF4-FFF2-40B4-BE49-F238E27FC236}">
                  <a16:creationId xmlns:a16="http://schemas.microsoft.com/office/drawing/2014/main" id="{76C938B3-C054-EF48-A068-BE9917791341}"/>
                </a:ext>
              </a:extLst>
            </p:cNvPr>
            <p:cNvSpPr/>
            <p:nvPr/>
          </p:nvSpPr>
          <p:spPr>
            <a:xfrm>
              <a:off x="910227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11" name="Google Shape;458;p14">
              <a:extLst>
                <a:ext uri="{FF2B5EF4-FFF2-40B4-BE49-F238E27FC236}">
                  <a16:creationId xmlns:a16="http://schemas.microsoft.com/office/drawing/2014/main" id="{E7FFCF6B-CC4C-5C4D-B6F1-C6EB8EA4780A}"/>
                </a:ext>
              </a:extLst>
            </p:cNvPr>
            <p:cNvSpPr/>
            <p:nvPr/>
          </p:nvSpPr>
          <p:spPr>
            <a:xfrm>
              <a:off x="888461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12" name="Google Shape;459;p14">
              <a:extLst>
                <a:ext uri="{FF2B5EF4-FFF2-40B4-BE49-F238E27FC236}">
                  <a16:creationId xmlns:a16="http://schemas.microsoft.com/office/drawing/2014/main" id="{4217020F-7DF9-4C4F-BEA4-75AA03120245}"/>
                </a:ext>
              </a:extLst>
            </p:cNvPr>
            <p:cNvSpPr/>
            <p:nvPr/>
          </p:nvSpPr>
          <p:spPr>
            <a:xfrm>
              <a:off x="0" y="5112281"/>
              <a:ext cx="8862600" cy="31200"/>
            </a:xfrm>
            <a:prstGeom prst="roundRect">
              <a:avLst>
                <a:gd name="adj" fmla="val 16667"/>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13" name="Google Shape;457;p14">
              <a:extLst>
                <a:ext uri="{FF2B5EF4-FFF2-40B4-BE49-F238E27FC236}">
                  <a16:creationId xmlns:a16="http://schemas.microsoft.com/office/drawing/2014/main" id="{4FE20454-A779-1E40-A3FB-AD01C8962D45}"/>
                </a:ext>
              </a:extLst>
            </p:cNvPr>
            <p:cNvSpPr/>
            <p:nvPr/>
          </p:nvSpPr>
          <p:spPr>
            <a:xfrm>
              <a:off x="9047860"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grpSp>
      <p:sp>
        <p:nvSpPr>
          <p:cNvPr id="14" name="Text Placeholder 4">
            <a:extLst>
              <a:ext uri="{FF2B5EF4-FFF2-40B4-BE49-F238E27FC236}">
                <a16:creationId xmlns:a16="http://schemas.microsoft.com/office/drawing/2014/main" id="{EF66B42B-DC29-6E49-8E5A-CB1EF0EC3D39}"/>
              </a:ext>
            </a:extLst>
          </p:cNvPr>
          <p:cNvSpPr>
            <a:spLocks noGrp="1"/>
          </p:cNvSpPr>
          <p:nvPr>
            <p:ph type="body" sz="quarter" idx="171"/>
          </p:nvPr>
        </p:nvSpPr>
        <p:spPr>
          <a:xfrm>
            <a:off x="527051" y="1879400"/>
            <a:ext cx="3531600" cy="4318400"/>
          </a:xfrm>
          <a:prstGeom prst="rect">
            <a:avLst/>
          </a:prstGeom>
        </p:spPr>
        <p:txBody>
          <a:bodyPr lIns="0" tIns="0" rIns="0" bIns="0"/>
          <a:lstStyle>
            <a:lvl1pPr marL="8466" marR="0" indent="0" algn="l" rtl="0">
              <a:lnSpc>
                <a:spcPct val="100000"/>
              </a:lnSpc>
              <a:spcBef>
                <a:spcPts val="0"/>
              </a:spcBef>
              <a:spcAft>
                <a:spcPts val="0"/>
              </a:spcAft>
              <a:buClr>
                <a:schemeClr val="dk1"/>
              </a:buClr>
              <a:buSzPts val="1000"/>
              <a:buFont typeface="Arial"/>
              <a:buNone/>
              <a:tabLst/>
              <a:defRPr lang="en-US" sz="1333"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marL="8466" marR="0" lvl="0" indent="0" algn="l" rtl="0">
              <a:lnSpc>
                <a:spcPct val="100000"/>
              </a:lnSpc>
              <a:spcBef>
                <a:spcPts val="0"/>
              </a:spcBef>
              <a:spcAft>
                <a:spcPts val="0"/>
              </a:spcAft>
              <a:buClr>
                <a:schemeClr val="dk1"/>
              </a:buClr>
              <a:buSzPts val="1000"/>
              <a:buFont typeface="Arial"/>
              <a:buNone/>
              <a:tabLst/>
            </a:pPr>
            <a:r>
              <a:rPr lang="en-US"/>
              <a:t>Click to edit Master text styles</a:t>
            </a:r>
          </a:p>
        </p:txBody>
      </p:sp>
      <p:sp>
        <p:nvSpPr>
          <p:cNvPr id="15" name="Text Placeholder 4">
            <a:extLst>
              <a:ext uri="{FF2B5EF4-FFF2-40B4-BE49-F238E27FC236}">
                <a16:creationId xmlns:a16="http://schemas.microsoft.com/office/drawing/2014/main" id="{365D782B-8472-3246-9A39-BAB3400971D5}"/>
              </a:ext>
            </a:extLst>
          </p:cNvPr>
          <p:cNvSpPr>
            <a:spLocks noGrp="1"/>
          </p:cNvSpPr>
          <p:nvPr>
            <p:ph type="body" sz="quarter" idx="172"/>
          </p:nvPr>
        </p:nvSpPr>
        <p:spPr>
          <a:xfrm>
            <a:off x="4330200" y="1879400"/>
            <a:ext cx="3531600" cy="4318400"/>
          </a:xfrm>
          <a:prstGeom prst="rect">
            <a:avLst/>
          </a:prstGeom>
        </p:spPr>
        <p:txBody>
          <a:bodyPr lIns="0" tIns="0" rIns="0" bIns="0"/>
          <a:lstStyle>
            <a:lvl1pPr marL="8466" marR="0" indent="0" algn="l" rtl="0">
              <a:lnSpc>
                <a:spcPct val="100000"/>
              </a:lnSpc>
              <a:spcBef>
                <a:spcPts val="0"/>
              </a:spcBef>
              <a:spcAft>
                <a:spcPts val="0"/>
              </a:spcAft>
              <a:buClr>
                <a:schemeClr val="dk1"/>
              </a:buClr>
              <a:buSzPts val="1000"/>
              <a:buFont typeface="Arial"/>
              <a:buNone/>
              <a:tabLst/>
              <a:defRPr lang="en-US" sz="1333"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16" name="Text Placeholder 4">
            <a:extLst>
              <a:ext uri="{FF2B5EF4-FFF2-40B4-BE49-F238E27FC236}">
                <a16:creationId xmlns:a16="http://schemas.microsoft.com/office/drawing/2014/main" id="{B5D5793D-DB03-8240-9581-D0D150D461EC}"/>
              </a:ext>
            </a:extLst>
          </p:cNvPr>
          <p:cNvSpPr>
            <a:spLocks noGrp="1"/>
          </p:cNvSpPr>
          <p:nvPr>
            <p:ph type="body" sz="quarter" idx="173"/>
          </p:nvPr>
        </p:nvSpPr>
        <p:spPr>
          <a:xfrm>
            <a:off x="8133351" y="1879400"/>
            <a:ext cx="3531600" cy="4318400"/>
          </a:xfrm>
          <a:prstGeom prst="rect">
            <a:avLst/>
          </a:prstGeom>
        </p:spPr>
        <p:txBody>
          <a:bodyPr lIns="0" tIns="0" rIns="0" bIns="0"/>
          <a:lstStyle>
            <a:lvl1pPr marL="8466" marR="0" indent="0" algn="l" rtl="0">
              <a:lnSpc>
                <a:spcPct val="100000"/>
              </a:lnSpc>
              <a:spcBef>
                <a:spcPts val="0"/>
              </a:spcBef>
              <a:spcAft>
                <a:spcPts val="0"/>
              </a:spcAft>
              <a:buClr>
                <a:schemeClr val="dk1"/>
              </a:buClr>
              <a:buSzPts val="1000"/>
              <a:buFont typeface="Arial"/>
              <a:buNone/>
              <a:tabLst/>
              <a:defRPr lang="en-US" sz="1333"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marL="8466" marR="0" lvl="0" indent="0" algn="l" rtl="0">
              <a:lnSpc>
                <a:spcPct val="100000"/>
              </a:lnSpc>
              <a:spcBef>
                <a:spcPts val="0"/>
              </a:spcBef>
              <a:spcAft>
                <a:spcPts val="0"/>
              </a:spcAft>
              <a:buClr>
                <a:schemeClr val="dk1"/>
              </a:buClr>
              <a:buSzPts val="800"/>
              <a:buFont typeface="Arial"/>
              <a:buNone/>
              <a:tabLst/>
            </a:pPr>
            <a:r>
              <a:rPr lang="en-US"/>
              <a:t>Click to edit Master text styles</a:t>
            </a:r>
          </a:p>
        </p:txBody>
      </p:sp>
      <p:sp>
        <p:nvSpPr>
          <p:cNvPr id="17" name="Text Placeholder 4">
            <a:extLst>
              <a:ext uri="{FF2B5EF4-FFF2-40B4-BE49-F238E27FC236}">
                <a16:creationId xmlns:a16="http://schemas.microsoft.com/office/drawing/2014/main" id="{D5E82B21-8174-B541-8624-3FC5F3C7EA86}"/>
              </a:ext>
            </a:extLst>
          </p:cNvPr>
          <p:cNvSpPr>
            <a:spLocks noGrp="1"/>
          </p:cNvSpPr>
          <p:nvPr>
            <p:ph type="body" sz="quarter" idx="174"/>
          </p:nvPr>
        </p:nvSpPr>
        <p:spPr>
          <a:xfrm>
            <a:off x="527051" y="1300533"/>
            <a:ext cx="3535600" cy="347200"/>
          </a:xfrm>
          <a:prstGeom prst="rect">
            <a:avLst/>
          </a:prstGeom>
        </p:spPr>
        <p:txBody>
          <a:bodyPr lIns="0" tIns="0" rIns="0" bIns="0"/>
          <a:lstStyle>
            <a:lvl1pPr marL="6351" marR="0" indent="0" algn="l" rtl="0">
              <a:lnSpc>
                <a:spcPct val="100000"/>
              </a:lnSpc>
              <a:spcBef>
                <a:spcPts val="0"/>
              </a:spcBef>
              <a:spcAft>
                <a:spcPts val="0"/>
              </a:spcAft>
              <a:buClr>
                <a:schemeClr val="accent1"/>
              </a:buClr>
              <a:buSzPts val="1200"/>
              <a:buFont typeface="Arial"/>
              <a:buNone/>
              <a:tabLst/>
              <a:defRPr lang="en-US" sz="1600"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18" name="Text Placeholder 4">
            <a:extLst>
              <a:ext uri="{FF2B5EF4-FFF2-40B4-BE49-F238E27FC236}">
                <a16:creationId xmlns:a16="http://schemas.microsoft.com/office/drawing/2014/main" id="{0539A8AD-D114-9C40-BAE5-6E3176B104D1}"/>
              </a:ext>
            </a:extLst>
          </p:cNvPr>
          <p:cNvSpPr>
            <a:spLocks noGrp="1"/>
          </p:cNvSpPr>
          <p:nvPr>
            <p:ph type="body" sz="quarter" idx="175"/>
          </p:nvPr>
        </p:nvSpPr>
        <p:spPr>
          <a:xfrm>
            <a:off x="4328200" y="1300533"/>
            <a:ext cx="3535600" cy="347200"/>
          </a:xfrm>
          <a:prstGeom prst="rect">
            <a:avLst/>
          </a:prstGeom>
        </p:spPr>
        <p:txBody>
          <a:bodyPr lIns="0" tIns="0" rIns="0" bIns="0"/>
          <a:lstStyle>
            <a:lvl1pPr marL="6351" marR="0" indent="0" algn="l" rtl="0">
              <a:lnSpc>
                <a:spcPct val="100000"/>
              </a:lnSpc>
              <a:spcBef>
                <a:spcPts val="0"/>
              </a:spcBef>
              <a:spcAft>
                <a:spcPts val="0"/>
              </a:spcAft>
              <a:buClr>
                <a:schemeClr val="accent1"/>
              </a:buClr>
              <a:buSzPts val="1200"/>
              <a:buFont typeface="Arial"/>
              <a:buNone/>
              <a:tabLst/>
              <a:defRPr lang="en-US" sz="1600"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19" name="Text Placeholder 4">
            <a:extLst>
              <a:ext uri="{FF2B5EF4-FFF2-40B4-BE49-F238E27FC236}">
                <a16:creationId xmlns:a16="http://schemas.microsoft.com/office/drawing/2014/main" id="{BD3AAEFF-0467-DB4B-BE6C-00C2BC5384DA}"/>
              </a:ext>
            </a:extLst>
          </p:cNvPr>
          <p:cNvSpPr>
            <a:spLocks noGrp="1"/>
          </p:cNvSpPr>
          <p:nvPr>
            <p:ph type="body" sz="quarter" idx="176"/>
          </p:nvPr>
        </p:nvSpPr>
        <p:spPr>
          <a:xfrm>
            <a:off x="8129351" y="1300533"/>
            <a:ext cx="3535600" cy="347200"/>
          </a:xfrm>
          <a:prstGeom prst="rect">
            <a:avLst/>
          </a:prstGeom>
        </p:spPr>
        <p:txBody>
          <a:bodyPr lIns="0" tIns="0" rIns="0" bIns="0"/>
          <a:lstStyle>
            <a:lvl1pPr marL="6351" marR="0" indent="0" algn="l" rtl="0">
              <a:lnSpc>
                <a:spcPct val="100000"/>
              </a:lnSpc>
              <a:spcBef>
                <a:spcPts val="0"/>
              </a:spcBef>
              <a:spcAft>
                <a:spcPts val="0"/>
              </a:spcAft>
              <a:buClr>
                <a:schemeClr val="accent1"/>
              </a:buClr>
              <a:buSzPts val="1200"/>
              <a:buFont typeface="Arial"/>
              <a:buNone/>
              <a:tabLst/>
              <a:defRPr lang="en-US" sz="1600"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21" name="Text Placeholder 4">
            <a:extLst>
              <a:ext uri="{FF2B5EF4-FFF2-40B4-BE49-F238E27FC236}">
                <a16:creationId xmlns:a16="http://schemas.microsoft.com/office/drawing/2014/main" id="{A3AFC420-46EF-4B42-AA42-6D019653FD7A}"/>
              </a:ext>
            </a:extLst>
          </p:cNvPr>
          <p:cNvSpPr>
            <a:spLocks noGrp="1"/>
          </p:cNvSpPr>
          <p:nvPr>
            <p:ph type="body" sz="quarter" idx="199"/>
          </p:nvPr>
        </p:nvSpPr>
        <p:spPr>
          <a:xfrm>
            <a:off x="527051" y="496800"/>
            <a:ext cx="11137900" cy="611600"/>
          </a:xfrm>
          <a:prstGeom prst="rect">
            <a:avLst/>
          </a:prstGeom>
        </p:spPr>
        <p:txBody>
          <a:bodyPr lIns="0" tIns="0" rIns="0" bIns="0" anchor="t"/>
          <a:lstStyle>
            <a:lvl1pPr marL="8466" marR="0" indent="0" algn="l" rtl="0">
              <a:lnSpc>
                <a:spcPct val="90000"/>
              </a:lnSpc>
              <a:spcBef>
                <a:spcPts val="0"/>
              </a:spcBef>
              <a:spcAft>
                <a:spcPts val="0"/>
              </a:spcAft>
              <a:buClr>
                <a:schemeClr val="dk1"/>
              </a:buClr>
              <a:buSzPts val="2000"/>
              <a:buFont typeface="Poppins Medium"/>
              <a:buNone/>
              <a:tabLst/>
              <a:defRPr lang="en-GB" sz="2400" b="0" i="0" u="none" strike="noStrike" cap="none" dirty="0" smtClean="0">
                <a:solidFill>
                  <a:schemeClr val="bg1"/>
                </a:solidFill>
                <a:latin typeface="Poppins Medium"/>
                <a:ea typeface="Poppins Medium"/>
                <a:cs typeface="Poppins Medium"/>
                <a:sym typeface="Poppins Medium"/>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Tree>
    <p:extLst>
      <p:ext uri="{BB962C8B-B14F-4D97-AF65-F5344CB8AC3E}">
        <p14:creationId xmlns:p14="http://schemas.microsoft.com/office/powerpoint/2010/main" val="4171869966"/>
      </p:ext>
    </p:extLst>
  </p:cSld>
  <p:clrMapOvr>
    <a:masterClrMapping/>
  </p:clrMapOvr>
  <p:extLst>
    <p:ext uri="{DCECCB84-F9BA-43D5-87BE-67443E8EF086}">
      <p15:sldGuideLst xmlns:p15="http://schemas.microsoft.com/office/powerpoint/2012/main">
        <p15:guide id="1" orient="horz" pos="531">
          <p15:clr>
            <a:srgbClr val="FBAE40"/>
          </p15:clr>
        </p15:guide>
        <p15:guide id="2" pos="249">
          <p15:clr>
            <a:srgbClr val="FBAE40"/>
          </p15:clr>
        </p15:guide>
        <p15:guide id="3" pos="5511">
          <p15:clr>
            <a:srgbClr val="FBAE40"/>
          </p15:clr>
        </p15:guide>
        <p15:guide id="4" orient="horz" pos="3072">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Title + Two Column">
    <p:spTree>
      <p:nvGrpSpPr>
        <p:cNvPr id="1" name=""/>
        <p:cNvGrpSpPr/>
        <p:nvPr/>
      </p:nvGrpSpPr>
      <p:grpSpPr>
        <a:xfrm>
          <a:off x="0" y="0"/>
          <a:ext cx="0" cy="0"/>
          <a:chOff x="0" y="0"/>
          <a:chExt cx="0" cy="0"/>
        </a:xfrm>
      </p:grpSpPr>
      <p:sp>
        <p:nvSpPr>
          <p:cNvPr id="2" name="Google Shape;489;p17">
            <a:extLst>
              <a:ext uri="{FF2B5EF4-FFF2-40B4-BE49-F238E27FC236}">
                <a16:creationId xmlns:a16="http://schemas.microsoft.com/office/drawing/2014/main" id="{4DFECD34-88EF-DE4A-A493-2C3FB94BDC03}"/>
              </a:ext>
            </a:extLst>
          </p:cNvPr>
          <p:cNvSpPr/>
          <p:nvPr/>
        </p:nvSpPr>
        <p:spPr>
          <a:xfrm>
            <a:off x="11792595" y="6494883"/>
            <a:ext cx="304800" cy="306000"/>
          </a:xfrm>
          <a:prstGeom prst="ellipse">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fld id="{00000000-1234-1234-1234-123412341234}" type="slidenum">
              <a:rPr lang="en" sz="933" b="0" i="0" u="none" strike="noStrike" cap="none">
                <a:solidFill>
                  <a:schemeClr val="dk1"/>
                </a:solidFill>
                <a:latin typeface="Calibri"/>
                <a:ea typeface="Calibri"/>
                <a:cs typeface="Calibri"/>
                <a:sym typeface="Calibri"/>
              </a:rPr>
              <a:pPr marL="0" marR="0" lvl="0" indent="0" algn="r" rtl="0">
                <a:spcBef>
                  <a:spcPts val="0"/>
                </a:spcBef>
                <a:spcAft>
                  <a:spcPts val="0"/>
                </a:spcAft>
                <a:buNone/>
              </a:pPr>
              <a:t>‹#›</a:t>
            </a:fld>
            <a:endParaRPr sz="933" b="0" i="0" u="none" strike="noStrike" cap="none" dirty="0">
              <a:solidFill>
                <a:schemeClr val="dk1"/>
              </a:solidFill>
              <a:latin typeface="Calibri"/>
              <a:ea typeface="Calibri"/>
              <a:cs typeface="Calibri"/>
              <a:sym typeface="Calibri"/>
            </a:endParaRPr>
          </a:p>
        </p:txBody>
      </p:sp>
      <p:sp>
        <p:nvSpPr>
          <p:cNvPr id="3" name="Google Shape;490;p17">
            <a:extLst>
              <a:ext uri="{FF2B5EF4-FFF2-40B4-BE49-F238E27FC236}">
                <a16:creationId xmlns:a16="http://schemas.microsoft.com/office/drawing/2014/main" id="{0B433338-062A-DE4A-9A53-63143D38F964}"/>
              </a:ext>
            </a:extLst>
          </p:cNvPr>
          <p:cNvSpPr/>
          <p:nvPr/>
        </p:nvSpPr>
        <p:spPr>
          <a:xfrm>
            <a:off x="3" y="1"/>
            <a:ext cx="301543" cy="347263"/>
          </a:xfrm>
          <a:custGeom>
            <a:avLst/>
            <a:gdLst/>
            <a:ahLst/>
            <a:cxnLst/>
            <a:rect l="l" t="t" r="r" b="b"/>
            <a:pathLst>
              <a:path w="1675237" h="1929234" extrusionOk="0">
                <a:moveTo>
                  <a:pt x="461556" y="1897854"/>
                </a:moveTo>
                <a:lnTo>
                  <a:pt x="469774" y="1899513"/>
                </a:lnTo>
                <a:lnTo>
                  <a:pt x="443985" y="1904118"/>
                </a:lnTo>
                <a:lnTo>
                  <a:pt x="449737" y="1900240"/>
                </a:lnTo>
                <a:cubicBezTo>
                  <a:pt x="453370" y="1898704"/>
                  <a:pt x="457364" y="1897854"/>
                  <a:pt x="461556" y="1897854"/>
                </a:cubicBezTo>
                <a:close/>
                <a:moveTo>
                  <a:pt x="389002" y="1897854"/>
                </a:moveTo>
                <a:cubicBezTo>
                  <a:pt x="397386" y="1897854"/>
                  <a:pt x="404977" y="1901253"/>
                  <a:pt x="410472" y="1906747"/>
                </a:cubicBezTo>
                <a:lnTo>
                  <a:pt x="411766" y="1909872"/>
                </a:lnTo>
                <a:lnTo>
                  <a:pt x="400388" y="1911904"/>
                </a:lnTo>
                <a:lnTo>
                  <a:pt x="363451" y="1916598"/>
                </a:lnTo>
                <a:lnTo>
                  <a:pt x="367531" y="1906747"/>
                </a:lnTo>
                <a:cubicBezTo>
                  <a:pt x="373026" y="1901253"/>
                  <a:pt x="380617" y="1897854"/>
                  <a:pt x="389002" y="1897854"/>
                </a:cubicBezTo>
                <a:close/>
                <a:moveTo>
                  <a:pt x="316447" y="1897854"/>
                </a:moveTo>
                <a:cubicBezTo>
                  <a:pt x="324832" y="1897854"/>
                  <a:pt x="332422" y="1901253"/>
                  <a:pt x="337917" y="1906747"/>
                </a:cubicBezTo>
                <a:lnTo>
                  <a:pt x="343070" y="1919187"/>
                </a:lnTo>
                <a:lnTo>
                  <a:pt x="325117" y="1921469"/>
                </a:lnTo>
                <a:lnTo>
                  <a:pt x="287700" y="1924314"/>
                </a:lnTo>
                <a:lnTo>
                  <a:pt x="294977" y="1906747"/>
                </a:lnTo>
                <a:cubicBezTo>
                  <a:pt x="300471" y="1901253"/>
                  <a:pt x="308062" y="1897854"/>
                  <a:pt x="316447" y="1897854"/>
                </a:cubicBezTo>
                <a:close/>
                <a:moveTo>
                  <a:pt x="243892" y="1897854"/>
                </a:moveTo>
                <a:cubicBezTo>
                  <a:pt x="252277" y="1897854"/>
                  <a:pt x="259868" y="1901253"/>
                  <a:pt x="265363" y="1906747"/>
                </a:cubicBezTo>
                <a:lnTo>
                  <a:pt x="273099" y="1925425"/>
                </a:lnTo>
                <a:lnTo>
                  <a:pt x="248735" y="1927277"/>
                </a:lnTo>
                <a:lnTo>
                  <a:pt x="213550" y="1928167"/>
                </a:lnTo>
                <a:lnTo>
                  <a:pt x="222422" y="1906747"/>
                </a:lnTo>
                <a:cubicBezTo>
                  <a:pt x="227917" y="1901253"/>
                  <a:pt x="235508" y="1897854"/>
                  <a:pt x="243892" y="1897854"/>
                </a:cubicBezTo>
                <a:close/>
                <a:moveTo>
                  <a:pt x="171339" y="1897854"/>
                </a:moveTo>
                <a:cubicBezTo>
                  <a:pt x="188107" y="1897854"/>
                  <a:pt x="201701" y="1911448"/>
                  <a:pt x="201701" y="1928218"/>
                </a:cubicBezTo>
                <a:lnTo>
                  <a:pt x="201597" y="1928469"/>
                </a:lnTo>
                <a:lnTo>
                  <a:pt x="171336" y="1929234"/>
                </a:lnTo>
                <a:lnTo>
                  <a:pt x="141087" y="1928469"/>
                </a:lnTo>
                <a:lnTo>
                  <a:pt x="140982" y="1928218"/>
                </a:lnTo>
                <a:cubicBezTo>
                  <a:pt x="140982" y="1911448"/>
                  <a:pt x="154577" y="1897854"/>
                  <a:pt x="171339" y="1897854"/>
                </a:cubicBezTo>
                <a:close/>
                <a:moveTo>
                  <a:pt x="98792" y="1897854"/>
                </a:moveTo>
                <a:cubicBezTo>
                  <a:pt x="107177" y="1897854"/>
                  <a:pt x="114768" y="1901253"/>
                  <a:pt x="120263" y="1906747"/>
                </a:cubicBezTo>
                <a:lnTo>
                  <a:pt x="129135" y="1928167"/>
                </a:lnTo>
                <a:lnTo>
                  <a:pt x="93938" y="1927277"/>
                </a:lnTo>
                <a:lnTo>
                  <a:pt x="69586" y="1925425"/>
                </a:lnTo>
                <a:lnTo>
                  <a:pt x="77322" y="1906747"/>
                </a:lnTo>
                <a:cubicBezTo>
                  <a:pt x="82817" y="1901253"/>
                  <a:pt x="90408" y="1897854"/>
                  <a:pt x="98792" y="1897854"/>
                </a:cubicBezTo>
                <a:close/>
                <a:moveTo>
                  <a:pt x="26239" y="1897854"/>
                </a:moveTo>
                <a:cubicBezTo>
                  <a:pt x="34623" y="1897854"/>
                  <a:pt x="42214" y="1901253"/>
                  <a:pt x="47709" y="1906747"/>
                </a:cubicBezTo>
                <a:lnTo>
                  <a:pt x="54985" y="1924315"/>
                </a:lnTo>
                <a:lnTo>
                  <a:pt x="17556" y="1921469"/>
                </a:lnTo>
                <a:lnTo>
                  <a:pt x="0" y="1919238"/>
                </a:lnTo>
                <a:lnTo>
                  <a:pt x="0" y="1918259"/>
                </a:lnTo>
                <a:lnTo>
                  <a:pt x="4768" y="1906747"/>
                </a:lnTo>
                <a:cubicBezTo>
                  <a:pt x="10263" y="1901253"/>
                  <a:pt x="17854" y="1897854"/>
                  <a:pt x="26239" y="1897854"/>
                </a:cubicBezTo>
                <a:close/>
                <a:moveTo>
                  <a:pt x="679220" y="1817400"/>
                </a:moveTo>
                <a:cubicBezTo>
                  <a:pt x="687604" y="1817400"/>
                  <a:pt x="695195" y="1820799"/>
                  <a:pt x="700690" y="1826293"/>
                </a:cubicBezTo>
                <a:lnTo>
                  <a:pt x="702587" y="1830873"/>
                </a:lnTo>
                <a:lnTo>
                  <a:pt x="649855" y="1850174"/>
                </a:lnTo>
                <a:lnTo>
                  <a:pt x="648856" y="1847763"/>
                </a:lnTo>
                <a:cubicBezTo>
                  <a:pt x="648856" y="1830994"/>
                  <a:pt x="662450" y="1817400"/>
                  <a:pt x="679220" y="1817400"/>
                </a:cubicBezTo>
                <a:close/>
                <a:moveTo>
                  <a:pt x="606665" y="1817400"/>
                </a:moveTo>
                <a:cubicBezTo>
                  <a:pt x="623435" y="1817400"/>
                  <a:pt x="637029" y="1830994"/>
                  <a:pt x="637029" y="1847763"/>
                </a:cubicBezTo>
                <a:lnTo>
                  <a:pt x="633560" y="1856138"/>
                </a:lnTo>
                <a:lnTo>
                  <a:pt x="618594" y="1861615"/>
                </a:lnTo>
                <a:lnTo>
                  <a:pt x="587142" y="1870547"/>
                </a:lnTo>
                <a:lnTo>
                  <a:pt x="585195" y="1869234"/>
                </a:lnTo>
                <a:cubicBezTo>
                  <a:pt x="579700" y="1863739"/>
                  <a:pt x="576302" y="1856148"/>
                  <a:pt x="576302" y="1847763"/>
                </a:cubicBezTo>
                <a:cubicBezTo>
                  <a:pt x="576302" y="1830994"/>
                  <a:pt x="589896" y="1817400"/>
                  <a:pt x="606665" y="1817400"/>
                </a:cubicBezTo>
                <a:close/>
                <a:moveTo>
                  <a:pt x="534111" y="1817400"/>
                </a:moveTo>
                <a:cubicBezTo>
                  <a:pt x="550880" y="1817400"/>
                  <a:pt x="564474" y="1830994"/>
                  <a:pt x="564474" y="1847763"/>
                </a:cubicBezTo>
                <a:cubicBezTo>
                  <a:pt x="564474" y="1864533"/>
                  <a:pt x="550880" y="1878127"/>
                  <a:pt x="534111" y="1878127"/>
                </a:cubicBezTo>
                <a:cubicBezTo>
                  <a:pt x="517341" y="1878127"/>
                  <a:pt x="503747" y="1864533"/>
                  <a:pt x="503747" y="1847763"/>
                </a:cubicBezTo>
                <a:cubicBezTo>
                  <a:pt x="503747" y="1830994"/>
                  <a:pt x="517341" y="1817400"/>
                  <a:pt x="534111" y="1817400"/>
                </a:cubicBezTo>
                <a:close/>
                <a:moveTo>
                  <a:pt x="461556" y="1817400"/>
                </a:moveTo>
                <a:cubicBezTo>
                  <a:pt x="478326" y="1817400"/>
                  <a:pt x="491920" y="1830994"/>
                  <a:pt x="491920" y="1847763"/>
                </a:cubicBezTo>
                <a:cubicBezTo>
                  <a:pt x="491920" y="1864533"/>
                  <a:pt x="478326" y="1878127"/>
                  <a:pt x="461556" y="1878127"/>
                </a:cubicBezTo>
                <a:cubicBezTo>
                  <a:pt x="444787" y="1878127"/>
                  <a:pt x="431192" y="1864533"/>
                  <a:pt x="431192" y="1847763"/>
                </a:cubicBezTo>
                <a:cubicBezTo>
                  <a:pt x="431192" y="1830994"/>
                  <a:pt x="444787" y="1817400"/>
                  <a:pt x="461556" y="1817400"/>
                </a:cubicBezTo>
                <a:close/>
                <a:moveTo>
                  <a:pt x="389002" y="1817400"/>
                </a:moveTo>
                <a:cubicBezTo>
                  <a:pt x="405771" y="1817400"/>
                  <a:pt x="419365" y="1830994"/>
                  <a:pt x="419365" y="1847763"/>
                </a:cubicBezTo>
                <a:cubicBezTo>
                  <a:pt x="419365" y="1864533"/>
                  <a:pt x="405771" y="1878127"/>
                  <a:pt x="389002" y="1878127"/>
                </a:cubicBezTo>
                <a:cubicBezTo>
                  <a:pt x="372232" y="1878127"/>
                  <a:pt x="358638" y="1864533"/>
                  <a:pt x="358638" y="1847763"/>
                </a:cubicBezTo>
                <a:cubicBezTo>
                  <a:pt x="358638" y="1830994"/>
                  <a:pt x="372232" y="1817400"/>
                  <a:pt x="389002" y="1817400"/>
                </a:cubicBezTo>
                <a:close/>
                <a:moveTo>
                  <a:pt x="316447" y="1817400"/>
                </a:moveTo>
                <a:cubicBezTo>
                  <a:pt x="333216" y="1817400"/>
                  <a:pt x="346810" y="1830994"/>
                  <a:pt x="346810" y="1847763"/>
                </a:cubicBezTo>
                <a:cubicBezTo>
                  <a:pt x="346810" y="1864533"/>
                  <a:pt x="333216" y="1878127"/>
                  <a:pt x="316447" y="1878127"/>
                </a:cubicBezTo>
                <a:cubicBezTo>
                  <a:pt x="299677" y="1878127"/>
                  <a:pt x="286084" y="1864533"/>
                  <a:pt x="286084" y="1847763"/>
                </a:cubicBezTo>
                <a:cubicBezTo>
                  <a:pt x="286084" y="1830994"/>
                  <a:pt x="299677" y="1817400"/>
                  <a:pt x="316447" y="1817400"/>
                </a:cubicBezTo>
                <a:close/>
                <a:moveTo>
                  <a:pt x="243892" y="1817400"/>
                </a:moveTo>
                <a:cubicBezTo>
                  <a:pt x="260662" y="1817400"/>
                  <a:pt x="274256" y="1830994"/>
                  <a:pt x="274256" y="1847763"/>
                </a:cubicBezTo>
                <a:cubicBezTo>
                  <a:pt x="274256" y="1864533"/>
                  <a:pt x="260662" y="1878127"/>
                  <a:pt x="243892" y="1878127"/>
                </a:cubicBezTo>
                <a:cubicBezTo>
                  <a:pt x="227123" y="1878127"/>
                  <a:pt x="213529" y="1864533"/>
                  <a:pt x="213529" y="1847763"/>
                </a:cubicBezTo>
                <a:cubicBezTo>
                  <a:pt x="213529" y="1830994"/>
                  <a:pt x="227123" y="1817400"/>
                  <a:pt x="243892" y="1817400"/>
                </a:cubicBezTo>
                <a:close/>
                <a:moveTo>
                  <a:pt x="171339" y="1817400"/>
                </a:moveTo>
                <a:cubicBezTo>
                  <a:pt x="188107" y="1817400"/>
                  <a:pt x="201701" y="1830994"/>
                  <a:pt x="201701" y="1847763"/>
                </a:cubicBezTo>
                <a:cubicBezTo>
                  <a:pt x="201701" y="1864533"/>
                  <a:pt x="188107" y="1878127"/>
                  <a:pt x="171339" y="1878127"/>
                </a:cubicBezTo>
                <a:cubicBezTo>
                  <a:pt x="154583" y="1878127"/>
                  <a:pt x="140989" y="1864533"/>
                  <a:pt x="140989" y="1847763"/>
                </a:cubicBezTo>
                <a:cubicBezTo>
                  <a:pt x="140989" y="1830994"/>
                  <a:pt x="154583" y="1817400"/>
                  <a:pt x="171339" y="1817400"/>
                </a:cubicBezTo>
                <a:close/>
                <a:moveTo>
                  <a:pt x="98799" y="1817400"/>
                </a:moveTo>
                <a:cubicBezTo>
                  <a:pt x="115568" y="1817400"/>
                  <a:pt x="129162" y="1830994"/>
                  <a:pt x="129162" y="1847763"/>
                </a:cubicBezTo>
                <a:cubicBezTo>
                  <a:pt x="129162" y="1864533"/>
                  <a:pt x="115568" y="1878127"/>
                  <a:pt x="98799" y="1878127"/>
                </a:cubicBezTo>
                <a:cubicBezTo>
                  <a:pt x="82029" y="1878127"/>
                  <a:pt x="68435" y="1864533"/>
                  <a:pt x="68435" y="1847763"/>
                </a:cubicBezTo>
                <a:cubicBezTo>
                  <a:pt x="68435" y="1830994"/>
                  <a:pt x="82029" y="1817400"/>
                  <a:pt x="98799" y="1817400"/>
                </a:cubicBezTo>
                <a:close/>
                <a:moveTo>
                  <a:pt x="26245" y="1817400"/>
                </a:moveTo>
                <a:cubicBezTo>
                  <a:pt x="43014" y="1817400"/>
                  <a:pt x="56608" y="1830994"/>
                  <a:pt x="56608" y="1847763"/>
                </a:cubicBezTo>
                <a:cubicBezTo>
                  <a:pt x="56608" y="1864533"/>
                  <a:pt x="43014" y="1878127"/>
                  <a:pt x="26245" y="1878127"/>
                </a:cubicBezTo>
                <a:cubicBezTo>
                  <a:pt x="17860" y="1878127"/>
                  <a:pt x="10269" y="1874729"/>
                  <a:pt x="4775" y="1869234"/>
                </a:cubicBezTo>
                <a:lnTo>
                  <a:pt x="0" y="1857707"/>
                </a:lnTo>
                <a:lnTo>
                  <a:pt x="0" y="1837819"/>
                </a:lnTo>
                <a:lnTo>
                  <a:pt x="4775" y="1826293"/>
                </a:lnTo>
                <a:cubicBezTo>
                  <a:pt x="10269" y="1820799"/>
                  <a:pt x="17860" y="1817400"/>
                  <a:pt x="26245" y="1817400"/>
                </a:cubicBezTo>
                <a:close/>
                <a:moveTo>
                  <a:pt x="896883" y="1736948"/>
                </a:moveTo>
                <a:lnTo>
                  <a:pt x="903696" y="1738324"/>
                </a:lnTo>
                <a:lnTo>
                  <a:pt x="888255" y="1747704"/>
                </a:lnTo>
                <a:lnTo>
                  <a:pt x="871248" y="1755896"/>
                </a:lnTo>
                <a:lnTo>
                  <a:pt x="875413" y="1745841"/>
                </a:lnTo>
                <a:cubicBezTo>
                  <a:pt x="880908" y="1740347"/>
                  <a:pt x="888499" y="1736948"/>
                  <a:pt x="896883" y="1736948"/>
                </a:cubicBezTo>
                <a:close/>
                <a:moveTo>
                  <a:pt x="824329" y="1736948"/>
                </a:moveTo>
                <a:cubicBezTo>
                  <a:pt x="832714" y="1736948"/>
                  <a:pt x="840304" y="1740347"/>
                  <a:pt x="845799" y="1745841"/>
                </a:cubicBezTo>
                <a:lnTo>
                  <a:pt x="853504" y="1764444"/>
                </a:lnTo>
                <a:lnTo>
                  <a:pt x="802910" y="1788817"/>
                </a:lnTo>
                <a:lnTo>
                  <a:pt x="802858" y="1788782"/>
                </a:lnTo>
                <a:cubicBezTo>
                  <a:pt x="797364" y="1783287"/>
                  <a:pt x="793965" y="1775696"/>
                  <a:pt x="793965" y="1767312"/>
                </a:cubicBezTo>
                <a:cubicBezTo>
                  <a:pt x="793965" y="1750542"/>
                  <a:pt x="807559" y="1736948"/>
                  <a:pt x="824329" y="1736948"/>
                </a:cubicBezTo>
                <a:close/>
                <a:moveTo>
                  <a:pt x="751774" y="1736948"/>
                </a:moveTo>
                <a:cubicBezTo>
                  <a:pt x="768544" y="1736948"/>
                  <a:pt x="782138" y="1750542"/>
                  <a:pt x="782138" y="1767312"/>
                </a:cubicBezTo>
                <a:cubicBezTo>
                  <a:pt x="782138" y="1784081"/>
                  <a:pt x="768544" y="1797675"/>
                  <a:pt x="751774" y="1797675"/>
                </a:cubicBezTo>
                <a:cubicBezTo>
                  <a:pt x="735005" y="1797675"/>
                  <a:pt x="721411" y="1784081"/>
                  <a:pt x="721411" y="1767312"/>
                </a:cubicBezTo>
                <a:cubicBezTo>
                  <a:pt x="721411" y="1750542"/>
                  <a:pt x="735005" y="1736948"/>
                  <a:pt x="751774" y="1736948"/>
                </a:cubicBezTo>
                <a:close/>
                <a:moveTo>
                  <a:pt x="679220" y="1736948"/>
                </a:moveTo>
                <a:cubicBezTo>
                  <a:pt x="695989" y="1736948"/>
                  <a:pt x="709583" y="1750542"/>
                  <a:pt x="709583" y="1767312"/>
                </a:cubicBezTo>
                <a:cubicBezTo>
                  <a:pt x="709583" y="1784081"/>
                  <a:pt x="695989" y="1797675"/>
                  <a:pt x="679220" y="1797675"/>
                </a:cubicBezTo>
                <a:cubicBezTo>
                  <a:pt x="662450" y="1797675"/>
                  <a:pt x="648856" y="1784081"/>
                  <a:pt x="648856" y="1767312"/>
                </a:cubicBezTo>
                <a:cubicBezTo>
                  <a:pt x="648856" y="1750542"/>
                  <a:pt x="662450" y="1736948"/>
                  <a:pt x="679220" y="1736948"/>
                </a:cubicBezTo>
                <a:close/>
                <a:moveTo>
                  <a:pt x="606665" y="1736948"/>
                </a:moveTo>
                <a:cubicBezTo>
                  <a:pt x="623435" y="1736948"/>
                  <a:pt x="637029" y="1750542"/>
                  <a:pt x="637029" y="1767312"/>
                </a:cubicBezTo>
                <a:cubicBezTo>
                  <a:pt x="637029" y="1784081"/>
                  <a:pt x="623435" y="1797675"/>
                  <a:pt x="606665" y="1797675"/>
                </a:cubicBezTo>
                <a:cubicBezTo>
                  <a:pt x="589896" y="1797675"/>
                  <a:pt x="576302" y="1784081"/>
                  <a:pt x="576302" y="1767312"/>
                </a:cubicBezTo>
                <a:cubicBezTo>
                  <a:pt x="576302" y="1750542"/>
                  <a:pt x="589896" y="1736948"/>
                  <a:pt x="606665" y="1736948"/>
                </a:cubicBezTo>
                <a:close/>
                <a:moveTo>
                  <a:pt x="534111" y="1736948"/>
                </a:moveTo>
                <a:cubicBezTo>
                  <a:pt x="550880" y="1736948"/>
                  <a:pt x="564474" y="1750542"/>
                  <a:pt x="564474" y="1767312"/>
                </a:cubicBezTo>
                <a:cubicBezTo>
                  <a:pt x="564474" y="1784081"/>
                  <a:pt x="550880" y="1797675"/>
                  <a:pt x="534111" y="1797675"/>
                </a:cubicBezTo>
                <a:cubicBezTo>
                  <a:pt x="517341" y="1797675"/>
                  <a:pt x="503747" y="1784081"/>
                  <a:pt x="503747" y="1767312"/>
                </a:cubicBezTo>
                <a:cubicBezTo>
                  <a:pt x="503747" y="1750542"/>
                  <a:pt x="517341" y="1736948"/>
                  <a:pt x="534111" y="1736948"/>
                </a:cubicBezTo>
                <a:close/>
                <a:moveTo>
                  <a:pt x="461556" y="1736948"/>
                </a:moveTo>
                <a:cubicBezTo>
                  <a:pt x="478326" y="1736948"/>
                  <a:pt x="491920" y="1750542"/>
                  <a:pt x="491920" y="1767312"/>
                </a:cubicBezTo>
                <a:cubicBezTo>
                  <a:pt x="491920" y="1784081"/>
                  <a:pt x="478326" y="1797675"/>
                  <a:pt x="461556" y="1797675"/>
                </a:cubicBezTo>
                <a:cubicBezTo>
                  <a:pt x="444787" y="1797675"/>
                  <a:pt x="431192" y="1784081"/>
                  <a:pt x="431192" y="1767312"/>
                </a:cubicBezTo>
                <a:cubicBezTo>
                  <a:pt x="431192" y="1750542"/>
                  <a:pt x="444787" y="1736948"/>
                  <a:pt x="461556" y="1736948"/>
                </a:cubicBezTo>
                <a:close/>
                <a:moveTo>
                  <a:pt x="389002" y="1736948"/>
                </a:moveTo>
                <a:cubicBezTo>
                  <a:pt x="405771" y="1736948"/>
                  <a:pt x="419365" y="1750542"/>
                  <a:pt x="419365" y="1767312"/>
                </a:cubicBezTo>
                <a:cubicBezTo>
                  <a:pt x="419365" y="1784081"/>
                  <a:pt x="405771" y="1797675"/>
                  <a:pt x="389002" y="1797675"/>
                </a:cubicBezTo>
                <a:cubicBezTo>
                  <a:pt x="372232" y="1797675"/>
                  <a:pt x="358638" y="1784081"/>
                  <a:pt x="358638" y="1767312"/>
                </a:cubicBezTo>
                <a:cubicBezTo>
                  <a:pt x="358638" y="1750542"/>
                  <a:pt x="372232" y="1736948"/>
                  <a:pt x="389002" y="1736948"/>
                </a:cubicBezTo>
                <a:close/>
                <a:moveTo>
                  <a:pt x="316447" y="1736948"/>
                </a:moveTo>
                <a:cubicBezTo>
                  <a:pt x="333216" y="1736948"/>
                  <a:pt x="346810" y="1750542"/>
                  <a:pt x="346810" y="1767312"/>
                </a:cubicBezTo>
                <a:cubicBezTo>
                  <a:pt x="346810" y="1784081"/>
                  <a:pt x="333216" y="1797675"/>
                  <a:pt x="316447" y="1797675"/>
                </a:cubicBezTo>
                <a:cubicBezTo>
                  <a:pt x="299677" y="1797675"/>
                  <a:pt x="286084" y="1784081"/>
                  <a:pt x="286084" y="1767312"/>
                </a:cubicBezTo>
                <a:cubicBezTo>
                  <a:pt x="286084" y="1750542"/>
                  <a:pt x="299677" y="1736948"/>
                  <a:pt x="316447" y="1736948"/>
                </a:cubicBezTo>
                <a:close/>
                <a:moveTo>
                  <a:pt x="243892" y="1736948"/>
                </a:moveTo>
                <a:cubicBezTo>
                  <a:pt x="260662" y="1736948"/>
                  <a:pt x="274256" y="1750542"/>
                  <a:pt x="274256" y="1767312"/>
                </a:cubicBezTo>
                <a:cubicBezTo>
                  <a:pt x="274256" y="1784081"/>
                  <a:pt x="260662" y="1797675"/>
                  <a:pt x="243892" y="1797675"/>
                </a:cubicBezTo>
                <a:cubicBezTo>
                  <a:pt x="227123" y="1797675"/>
                  <a:pt x="213529" y="1784081"/>
                  <a:pt x="213529" y="1767312"/>
                </a:cubicBezTo>
                <a:cubicBezTo>
                  <a:pt x="213529" y="1750542"/>
                  <a:pt x="227123" y="1736948"/>
                  <a:pt x="243892" y="1736948"/>
                </a:cubicBezTo>
                <a:close/>
                <a:moveTo>
                  <a:pt x="171339" y="1736948"/>
                </a:moveTo>
                <a:cubicBezTo>
                  <a:pt x="188107" y="1736948"/>
                  <a:pt x="201701" y="1750542"/>
                  <a:pt x="201701" y="1767312"/>
                </a:cubicBezTo>
                <a:cubicBezTo>
                  <a:pt x="201701" y="1784081"/>
                  <a:pt x="188107" y="1797675"/>
                  <a:pt x="171339" y="1797675"/>
                </a:cubicBezTo>
                <a:cubicBezTo>
                  <a:pt x="154588" y="1797675"/>
                  <a:pt x="140995" y="1784081"/>
                  <a:pt x="140995" y="1767312"/>
                </a:cubicBezTo>
                <a:cubicBezTo>
                  <a:pt x="140995" y="1750542"/>
                  <a:pt x="154588" y="1736948"/>
                  <a:pt x="171339" y="1736948"/>
                </a:cubicBezTo>
                <a:close/>
                <a:moveTo>
                  <a:pt x="98806" y="1736948"/>
                </a:moveTo>
                <a:cubicBezTo>
                  <a:pt x="115574" y="1736948"/>
                  <a:pt x="129168" y="1750542"/>
                  <a:pt x="129168" y="1767312"/>
                </a:cubicBezTo>
                <a:cubicBezTo>
                  <a:pt x="129168" y="1784081"/>
                  <a:pt x="115574" y="1797675"/>
                  <a:pt x="98806" y="1797675"/>
                </a:cubicBezTo>
                <a:cubicBezTo>
                  <a:pt x="82035" y="1797675"/>
                  <a:pt x="68442" y="1784081"/>
                  <a:pt x="68442" y="1767312"/>
                </a:cubicBezTo>
                <a:cubicBezTo>
                  <a:pt x="68442" y="1750542"/>
                  <a:pt x="82035" y="1736948"/>
                  <a:pt x="98806" y="1736948"/>
                </a:cubicBezTo>
                <a:close/>
                <a:moveTo>
                  <a:pt x="26251" y="1736948"/>
                </a:moveTo>
                <a:cubicBezTo>
                  <a:pt x="43020" y="1736948"/>
                  <a:pt x="56614" y="1750542"/>
                  <a:pt x="56614" y="1767312"/>
                </a:cubicBezTo>
                <a:cubicBezTo>
                  <a:pt x="56614" y="1784081"/>
                  <a:pt x="43020" y="1797675"/>
                  <a:pt x="26251" y="1797675"/>
                </a:cubicBezTo>
                <a:cubicBezTo>
                  <a:pt x="17866" y="1797675"/>
                  <a:pt x="10276" y="1794277"/>
                  <a:pt x="4781" y="1788782"/>
                </a:cubicBezTo>
                <a:lnTo>
                  <a:pt x="0" y="1777239"/>
                </a:lnTo>
                <a:lnTo>
                  <a:pt x="0" y="1757384"/>
                </a:lnTo>
                <a:lnTo>
                  <a:pt x="4781" y="1745841"/>
                </a:lnTo>
                <a:cubicBezTo>
                  <a:pt x="10276" y="1740347"/>
                  <a:pt x="17866" y="1736948"/>
                  <a:pt x="26251" y="1736948"/>
                </a:cubicBezTo>
                <a:close/>
                <a:moveTo>
                  <a:pt x="1030341" y="1658849"/>
                </a:moveTo>
                <a:lnTo>
                  <a:pt x="1020041" y="1666551"/>
                </a:lnTo>
                <a:lnTo>
                  <a:pt x="1020522" y="1665390"/>
                </a:lnTo>
                <a:cubicBezTo>
                  <a:pt x="1023269" y="1662642"/>
                  <a:pt x="1026541" y="1660419"/>
                  <a:pt x="1030173" y="1658883"/>
                </a:cubicBezTo>
                <a:close/>
                <a:moveTo>
                  <a:pt x="969438" y="1656497"/>
                </a:moveTo>
                <a:cubicBezTo>
                  <a:pt x="977823" y="1656497"/>
                  <a:pt x="985413" y="1659895"/>
                  <a:pt x="990908" y="1665390"/>
                </a:cubicBezTo>
                <a:lnTo>
                  <a:pt x="997511" y="1681329"/>
                </a:lnTo>
                <a:lnTo>
                  <a:pt x="950384" y="1709959"/>
                </a:lnTo>
                <a:lnTo>
                  <a:pt x="947968" y="1708330"/>
                </a:lnTo>
                <a:cubicBezTo>
                  <a:pt x="942473" y="1702836"/>
                  <a:pt x="939075" y="1695245"/>
                  <a:pt x="939075" y="1686860"/>
                </a:cubicBezTo>
                <a:cubicBezTo>
                  <a:pt x="939075" y="1670091"/>
                  <a:pt x="952669" y="1656497"/>
                  <a:pt x="969438" y="1656497"/>
                </a:cubicBezTo>
                <a:close/>
                <a:moveTo>
                  <a:pt x="896883" y="1656497"/>
                </a:moveTo>
                <a:cubicBezTo>
                  <a:pt x="913653" y="1656497"/>
                  <a:pt x="927247" y="1670091"/>
                  <a:pt x="927247" y="1686860"/>
                </a:cubicBezTo>
                <a:cubicBezTo>
                  <a:pt x="927247" y="1703630"/>
                  <a:pt x="913653" y="1717224"/>
                  <a:pt x="896883" y="1717224"/>
                </a:cubicBezTo>
                <a:cubicBezTo>
                  <a:pt x="880114" y="1717224"/>
                  <a:pt x="866520" y="1703630"/>
                  <a:pt x="866520" y="1686860"/>
                </a:cubicBezTo>
                <a:cubicBezTo>
                  <a:pt x="866520" y="1670091"/>
                  <a:pt x="880114" y="1656497"/>
                  <a:pt x="896883" y="1656497"/>
                </a:cubicBezTo>
                <a:close/>
                <a:moveTo>
                  <a:pt x="824329" y="1656497"/>
                </a:moveTo>
                <a:cubicBezTo>
                  <a:pt x="841098" y="1656497"/>
                  <a:pt x="854692" y="1670091"/>
                  <a:pt x="854692" y="1686860"/>
                </a:cubicBezTo>
                <a:cubicBezTo>
                  <a:pt x="854692" y="1703630"/>
                  <a:pt x="841098" y="1717224"/>
                  <a:pt x="824329" y="1717224"/>
                </a:cubicBezTo>
                <a:cubicBezTo>
                  <a:pt x="807559" y="1717224"/>
                  <a:pt x="793965" y="1703630"/>
                  <a:pt x="793965" y="1686860"/>
                </a:cubicBezTo>
                <a:cubicBezTo>
                  <a:pt x="793965" y="1670091"/>
                  <a:pt x="807559" y="1656497"/>
                  <a:pt x="824329" y="1656497"/>
                </a:cubicBezTo>
                <a:close/>
                <a:moveTo>
                  <a:pt x="751774" y="1656497"/>
                </a:moveTo>
                <a:cubicBezTo>
                  <a:pt x="768544" y="1656497"/>
                  <a:pt x="782138" y="1670091"/>
                  <a:pt x="782138" y="1686860"/>
                </a:cubicBezTo>
                <a:cubicBezTo>
                  <a:pt x="782138" y="1703630"/>
                  <a:pt x="768544" y="1717224"/>
                  <a:pt x="751774" y="1717224"/>
                </a:cubicBezTo>
                <a:cubicBezTo>
                  <a:pt x="735005" y="1717224"/>
                  <a:pt x="721411" y="1703630"/>
                  <a:pt x="721411" y="1686860"/>
                </a:cubicBezTo>
                <a:cubicBezTo>
                  <a:pt x="721411" y="1670091"/>
                  <a:pt x="735005" y="1656497"/>
                  <a:pt x="751774" y="1656497"/>
                </a:cubicBezTo>
                <a:close/>
                <a:moveTo>
                  <a:pt x="679220" y="1656497"/>
                </a:moveTo>
                <a:cubicBezTo>
                  <a:pt x="695989" y="1656497"/>
                  <a:pt x="709583" y="1670091"/>
                  <a:pt x="709583" y="1686860"/>
                </a:cubicBezTo>
                <a:cubicBezTo>
                  <a:pt x="709583" y="1703630"/>
                  <a:pt x="695989" y="1717224"/>
                  <a:pt x="679220" y="1717224"/>
                </a:cubicBezTo>
                <a:cubicBezTo>
                  <a:pt x="662450" y="1717224"/>
                  <a:pt x="648856" y="1703630"/>
                  <a:pt x="648856" y="1686860"/>
                </a:cubicBezTo>
                <a:cubicBezTo>
                  <a:pt x="648856" y="1670091"/>
                  <a:pt x="662450" y="1656497"/>
                  <a:pt x="679220" y="1656497"/>
                </a:cubicBezTo>
                <a:close/>
                <a:moveTo>
                  <a:pt x="606665" y="1656497"/>
                </a:moveTo>
                <a:cubicBezTo>
                  <a:pt x="623435" y="1656497"/>
                  <a:pt x="637029" y="1670091"/>
                  <a:pt x="637029" y="1686860"/>
                </a:cubicBezTo>
                <a:cubicBezTo>
                  <a:pt x="637029" y="1703630"/>
                  <a:pt x="623435" y="1717224"/>
                  <a:pt x="606665" y="1717224"/>
                </a:cubicBezTo>
                <a:cubicBezTo>
                  <a:pt x="589896" y="1717224"/>
                  <a:pt x="576302" y="1703630"/>
                  <a:pt x="576302" y="1686860"/>
                </a:cubicBezTo>
                <a:cubicBezTo>
                  <a:pt x="576302" y="1670091"/>
                  <a:pt x="589896" y="1656497"/>
                  <a:pt x="606665" y="1656497"/>
                </a:cubicBezTo>
                <a:close/>
                <a:moveTo>
                  <a:pt x="534111" y="1656497"/>
                </a:moveTo>
                <a:cubicBezTo>
                  <a:pt x="550880" y="1656497"/>
                  <a:pt x="564474" y="1670091"/>
                  <a:pt x="564474" y="1686860"/>
                </a:cubicBezTo>
                <a:cubicBezTo>
                  <a:pt x="564474" y="1703630"/>
                  <a:pt x="550880" y="1717224"/>
                  <a:pt x="534111" y="1717224"/>
                </a:cubicBezTo>
                <a:cubicBezTo>
                  <a:pt x="517341" y="1717224"/>
                  <a:pt x="503747" y="1703630"/>
                  <a:pt x="503747" y="1686860"/>
                </a:cubicBezTo>
                <a:cubicBezTo>
                  <a:pt x="503747" y="1670091"/>
                  <a:pt x="517341" y="1656497"/>
                  <a:pt x="534111" y="1656497"/>
                </a:cubicBezTo>
                <a:close/>
                <a:moveTo>
                  <a:pt x="461556" y="1656497"/>
                </a:moveTo>
                <a:cubicBezTo>
                  <a:pt x="478326" y="1656497"/>
                  <a:pt x="491920" y="1670091"/>
                  <a:pt x="491920" y="1686860"/>
                </a:cubicBezTo>
                <a:cubicBezTo>
                  <a:pt x="491920" y="1703630"/>
                  <a:pt x="478326" y="1717224"/>
                  <a:pt x="461556" y="1717224"/>
                </a:cubicBezTo>
                <a:cubicBezTo>
                  <a:pt x="444787" y="1717224"/>
                  <a:pt x="431192" y="1703630"/>
                  <a:pt x="431192" y="1686860"/>
                </a:cubicBezTo>
                <a:cubicBezTo>
                  <a:pt x="431192" y="1670091"/>
                  <a:pt x="444787" y="1656497"/>
                  <a:pt x="461556" y="1656497"/>
                </a:cubicBezTo>
                <a:close/>
                <a:moveTo>
                  <a:pt x="389002" y="1656497"/>
                </a:moveTo>
                <a:cubicBezTo>
                  <a:pt x="405771" y="1656497"/>
                  <a:pt x="419365" y="1670091"/>
                  <a:pt x="419365" y="1686860"/>
                </a:cubicBezTo>
                <a:cubicBezTo>
                  <a:pt x="419365" y="1703630"/>
                  <a:pt x="405771" y="1717224"/>
                  <a:pt x="389002" y="1717224"/>
                </a:cubicBezTo>
                <a:cubicBezTo>
                  <a:pt x="372232" y="1717224"/>
                  <a:pt x="358638" y="1703630"/>
                  <a:pt x="358638" y="1686860"/>
                </a:cubicBezTo>
                <a:cubicBezTo>
                  <a:pt x="358638" y="1670091"/>
                  <a:pt x="372232" y="1656497"/>
                  <a:pt x="389002" y="1656497"/>
                </a:cubicBezTo>
                <a:close/>
                <a:moveTo>
                  <a:pt x="316447" y="1656497"/>
                </a:moveTo>
                <a:cubicBezTo>
                  <a:pt x="333216" y="1656497"/>
                  <a:pt x="346810" y="1670091"/>
                  <a:pt x="346810" y="1686860"/>
                </a:cubicBezTo>
                <a:cubicBezTo>
                  <a:pt x="346810" y="1703630"/>
                  <a:pt x="333216" y="1717224"/>
                  <a:pt x="316447" y="1717224"/>
                </a:cubicBezTo>
                <a:cubicBezTo>
                  <a:pt x="299677" y="1717224"/>
                  <a:pt x="286084" y="1703630"/>
                  <a:pt x="286084" y="1686860"/>
                </a:cubicBezTo>
                <a:cubicBezTo>
                  <a:pt x="286084" y="1670091"/>
                  <a:pt x="299677" y="1656497"/>
                  <a:pt x="316447" y="1656497"/>
                </a:cubicBezTo>
                <a:close/>
                <a:moveTo>
                  <a:pt x="243892" y="1656497"/>
                </a:moveTo>
                <a:cubicBezTo>
                  <a:pt x="260662" y="1656497"/>
                  <a:pt x="274256" y="1670091"/>
                  <a:pt x="274256" y="1686860"/>
                </a:cubicBezTo>
                <a:cubicBezTo>
                  <a:pt x="274256" y="1703630"/>
                  <a:pt x="260662" y="1717224"/>
                  <a:pt x="243892" y="1717224"/>
                </a:cubicBezTo>
                <a:cubicBezTo>
                  <a:pt x="227123" y="1717224"/>
                  <a:pt x="213529" y="1703630"/>
                  <a:pt x="213529" y="1686860"/>
                </a:cubicBezTo>
                <a:cubicBezTo>
                  <a:pt x="213529" y="1670091"/>
                  <a:pt x="227123" y="1656497"/>
                  <a:pt x="243892" y="1656497"/>
                </a:cubicBezTo>
                <a:close/>
                <a:moveTo>
                  <a:pt x="171339" y="1656497"/>
                </a:moveTo>
                <a:cubicBezTo>
                  <a:pt x="188107" y="1656497"/>
                  <a:pt x="201701" y="1670091"/>
                  <a:pt x="201701" y="1686860"/>
                </a:cubicBezTo>
                <a:cubicBezTo>
                  <a:pt x="201701" y="1703630"/>
                  <a:pt x="188107" y="1717224"/>
                  <a:pt x="171339" y="1717224"/>
                </a:cubicBezTo>
                <a:cubicBezTo>
                  <a:pt x="154594" y="1717224"/>
                  <a:pt x="141001" y="1703630"/>
                  <a:pt x="141001" y="1686860"/>
                </a:cubicBezTo>
                <a:cubicBezTo>
                  <a:pt x="141001" y="1670091"/>
                  <a:pt x="154594" y="1656497"/>
                  <a:pt x="171339" y="1656497"/>
                </a:cubicBezTo>
                <a:close/>
                <a:moveTo>
                  <a:pt x="98812" y="1656497"/>
                </a:moveTo>
                <a:cubicBezTo>
                  <a:pt x="115580" y="1656497"/>
                  <a:pt x="129174" y="1670091"/>
                  <a:pt x="129174" y="1686860"/>
                </a:cubicBezTo>
                <a:cubicBezTo>
                  <a:pt x="129174" y="1703630"/>
                  <a:pt x="115580" y="1717224"/>
                  <a:pt x="98812" y="1717224"/>
                </a:cubicBezTo>
                <a:cubicBezTo>
                  <a:pt x="82042" y="1717224"/>
                  <a:pt x="68448" y="1703630"/>
                  <a:pt x="68448" y="1686860"/>
                </a:cubicBezTo>
                <a:cubicBezTo>
                  <a:pt x="68448" y="1670091"/>
                  <a:pt x="82042" y="1656497"/>
                  <a:pt x="98812" y="1656497"/>
                </a:cubicBezTo>
                <a:close/>
                <a:moveTo>
                  <a:pt x="26257" y="1656497"/>
                </a:moveTo>
                <a:cubicBezTo>
                  <a:pt x="43026" y="1656497"/>
                  <a:pt x="56620" y="1670091"/>
                  <a:pt x="56620" y="1686860"/>
                </a:cubicBezTo>
                <a:cubicBezTo>
                  <a:pt x="56620" y="1703630"/>
                  <a:pt x="43026" y="1717224"/>
                  <a:pt x="26257" y="1717224"/>
                </a:cubicBezTo>
                <a:cubicBezTo>
                  <a:pt x="17873" y="1717224"/>
                  <a:pt x="10282" y="1713826"/>
                  <a:pt x="4787" y="1708331"/>
                </a:cubicBezTo>
                <a:lnTo>
                  <a:pt x="0" y="1696773"/>
                </a:lnTo>
                <a:lnTo>
                  <a:pt x="0" y="1676947"/>
                </a:lnTo>
                <a:lnTo>
                  <a:pt x="4787" y="1665390"/>
                </a:lnTo>
                <a:cubicBezTo>
                  <a:pt x="10282" y="1659896"/>
                  <a:pt x="17873" y="1656497"/>
                  <a:pt x="26257" y="1656497"/>
                </a:cubicBezTo>
                <a:close/>
                <a:moveTo>
                  <a:pt x="1114547" y="1576045"/>
                </a:moveTo>
                <a:cubicBezTo>
                  <a:pt x="1118739" y="1576045"/>
                  <a:pt x="1122733" y="1576894"/>
                  <a:pt x="1126366" y="1578431"/>
                </a:cubicBezTo>
                <a:lnTo>
                  <a:pt x="1131977" y="1582214"/>
                </a:lnTo>
                <a:lnTo>
                  <a:pt x="1128051" y="1585783"/>
                </a:lnTo>
                <a:lnTo>
                  <a:pt x="1088035" y="1615706"/>
                </a:lnTo>
                <a:lnTo>
                  <a:pt x="1084184" y="1606408"/>
                </a:lnTo>
                <a:cubicBezTo>
                  <a:pt x="1084184" y="1589639"/>
                  <a:pt x="1097778" y="1576045"/>
                  <a:pt x="1114547" y="1576045"/>
                </a:cubicBezTo>
                <a:close/>
                <a:moveTo>
                  <a:pt x="1041993" y="1576045"/>
                </a:moveTo>
                <a:cubicBezTo>
                  <a:pt x="1058762" y="1576045"/>
                  <a:pt x="1072356" y="1589639"/>
                  <a:pt x="1072356" y="1606408"/>
                </a:cubicBezTo>
                <a:cubicBezTo>
                  <a:pt x="1072356" y="1623178"/>
                  <a:pt x="1058762" y="1636772"/>
                  <a:pt x="1041993" y="1636772"/>
                </a:cubicBezTo>
                <a:cubicBezTo>
                  <a:pt x="1025223" y="1636772"/>
                  <a:pt x="1011629" y="1623178"/>
                  <a:pt x="1011629" y="1606408"/>
                </a:cubicBezTo>
                <a:cubicBezTo>
                  <a:pt x="1011629" y="1589639"/>
                  <a:pt x="1025223" y="1576045"/>
                  <a:pt x="1041993" y="1576045"/>
                </a:cubicBezTo>
                <a:close/>
                <a:moveTo>
                  <a:pt x="969438" y="1576045"/>
                </a:moveTo>
                <a:cubicBezTo>
                  <a:pt x="986208" y="1576045"/>
                  <a:pt x="999801" y="1589639"/>
                  <a:pt x="999801" y="1606408"/>
                </a:cubicBezTo>
                <a:cubicBezTo>
                  <a:pt x="999801" y="1623178"/>
                  <a:pt x="986208" y="1636772"/>
                  <a:pt x="969438" y="1636772"/>
                </a:cubicBezTo>
                <a:cubicBezTo>
                  <a:pt x="952669" y="1636772"/>
                  <a:pt x="939075" y="1623178"/>
                  <a:pt x="939075" y="1606408"/>
                </a:cubicBezTo>
                <a:cubicBezTo>
                  <a:pt x="939075" y="1589639"/>
                  <a:pt x="952669" y="1576045"/>
                  <a:pt x="969438" y="1576045"/>
                </a:cubicBezTo>
                <a:close/>
                <a:moveTo>
                  <a:pt x="896883" y="1576045"/>
                </a:moveTo>
                <a:cubicBezTo>
                  <a:pt x="913653" y="1576045"/>
                  <a:pt x="927247" y="1589639"/>
                  <a:pt x="927247" y="1606408"/>
                </a:cubicBezTo>
                <a:cubicBezTo>
                  <a:pt x="927247" y="1623178"/>
                  <a:pt x="913653" y="1636772"/>
                  <a:pt x="896883" y="1636772"/>
                </a:cubicBezTo>
                <a:cubicBezTo>
                  <a:pt x="880114" y="1636772"/>
                  <a:pt x="866520" y="1623178"/>
                  <a:pt x="866520" y="1606408"/>
                </a:cubicBezTo>
                <a:cubicBezTo>
                  <a:pt x="866520" y="1589639"/>
                  <a:pt x="880114" y="1576045"/>
                  <a:pt x="896883" y="1576045"/>
                </a:cubicBezTo>
                <a:close/>
                <a:moveTo>
                  <a:pt x="824329" y="1576045"/>
                </a:moveTo>
                <a:cubicBezTo>
                  <a:pt x="841098" y="1576045"/>
                  <a:pt x="854692" y="1589639"/>
                  <a:pt x="854692" y="1606408"/>
                </a:cubicBezTo>
                <a:cubicBezTo>
                  <a:pt x="854692" y="1623178"/>
                  <a:pt x="841098" y="1636772"/>
                  <a:pt x="824329" y="1636772"/>
                </a:cubicBezTo>
                <a:cubicBezTo>
                  <a:pt x="807559" y="1636772"/>
                  <a:pt x="793965" y="1623178"/>
                  <a:pt x="793965" y="1606408"/>
                </a:cubicBezTo>
                <a:cubicBezTo>
                  <a:pt x="793965" y="1589639"/>
                  <a:pt x="807559" y="1576045"/>
                  <a:pt x="824329" y="1576045"/>
                </a:cubicBezTo>
                <a:close/>
                <a:moveTo>
                  <a:pt x="751774" y="1576045"/>
                </a:moveTo>
                <a:cubicBezTo>
                  <a:pt x="768544" y="1576045"/>
                  <a:pt x="782138" y="1589639"/>
                  <a:pt x="782138" y="1606408"/>
                </a:cubicBezTo>
                <a:cubicBezTo>
                  <a:pt x="782138" y="1623178"/>
                  <a:pt x="768544" y="1636772"/>
                  <a:pt x="751774" y="1636772"/>
                </a:cubicBezTo>
                <a:cubicBezTo>
                  <a:pt x="735005" y="1636772"/>
                  <a:pt x="721411" y="1623178"/>
                  <a:pt x="721411" y="1606408"/>
                </a:cubicBezTo>
                <a:cubicBezTo>
                  <a:pt x="721411" y="1589639"/>
                  <a:pt x="735005" y="1576045"/>
                  <a:pt x="751774" y="1576045"/>
                </a:cubicBezTo>
                <a:close/>
                <a:moveTo>
                  <a:pt x="679220" y="1576045"/>
                </a:moveTo>
                <a:cubicBezTo>
                  <a:pt x="695989" y="1576045"/>
                  <a:pt x="709583" y="1589639"/>
                  <a:pt x="709583" y="1606408"/>
                </a:cubicBezTo>
                <a:cubicBezTo>
                  <a:pt x="709583" y="1623178"/>
                  <a:pt x="695989" y="1636772"/>
                  <a:pt x="679220" y="1636772"/>
                </a:cubicBezTo>
                <a:cubicBezTo>
                  <a:pt x="662450" y="1636772"/>
                  <a:pt x="648856" y="1623178"/>
                  <a:pt x="648856" y="1606408"/>
                </a:cubicBezTo>
                <a:cubicBezTo>
                  <a:pt x="648856" y="1589639"/>
                  <a:pt x="662450" y="1576045"/>
                  <a:pt x="679220" y="1576045"/>
                </a:cubicBezTo>
                <a:close/>
                <a:moveTo>
                  <a:pt x="606665" y="1576045"/>
                </a:moveTo>
                <a:cubicBezTo>
                  <a:pt x="623435" y="1576045"/>
                  <a:pt x="637029" y="1589639"/>
                  <a:pt x="637029" y="1606408"/>
                </a:cubicBezTo>
                <a:cubicBezTo>
                  <a:pt x="637029" y="1623178"/>
                  <a:pt x="623435" y="1636772"/>
                  <a:pt x="606665" y="1636772"/>
                </a:cubicBezTo>
                <a:cubicBezTo>
                  <a:pt x="589896" y="1636772"/>
                  <a:pt x="576302" y="1623178"/>
                  <a:pt x="576302" y="1606408"/>
                </a:cubicBezTo>
                <a:cubicBezTo>
                  <a:pt x="576302" y="1589639"/>
                  <a:pt x="589896" y="1576045"/>
                  <a:pt x="606665" y="1576045"/>
                </a:cubicBezTo>
                <a:close/>
                <a:moveTo>
                  <a:pt x="534111" y="1576045"/>
                </a:moveTo>
                <a:cubicBezTo>
                  <a:pt x="550880" y="1576045"/>
                  <a:pt x="564474" y="1589639"/>
                  <a:pt x="564474" y="1606408"/>
                </a:cubicBezTo>
                <a:cubicBezTo>
                  <a:pt x="564474" y="1623178"/>
                  <a:pt x="550880" y="1636772"/>
                  <a:pt x="534111" y="1636772"/>
                </a:cubicBezTo>
                <a:cubicBezTo>
                  <a:pt x="517341" y="1636772"/>
                  <a:pt x="503747" y="1623178"/>
                  <a:pt x="503747" y="1606408"/>
                </a:cubicBezTo>
                <a:cubicBezTo>
                  <a:pt x="503747" y="1589639"/>
                  <a:pt x="517341" y="1576045"/>
                  <a:pt x="534111" y="1576045"/>
                </a:cubicBezTo>
                <a:close/>
                <a:moveTo>
                  <a:pt x="461556" y="1576045"/>
                </a:moveTo>
                <a:cubicBezTo>
                  <a:pt x="478326" y="1576045"/>
                  <a:pt x="491920" y="1589639"/>
                  <a:pt x="491920" y="1606408"/>
                </a:cubicBezTo>
                <a:cubicBezTo>
                  <a:pt x="491920" y="1623178"/>
                  <a:pt x="478326" y="1636772"/>
                  <a:pt x="461556" y="1636772"/>
                </a:cubicBezTo>
                <a:cubicBezTo>
                  <a:pt x="444787" y="1636772"/>
                  <a:pt x="431192" y="1623178"/>
                  <a:pt x="431192" y="1606408"/>
                </a:cubicBezTo>
                <a:cubicBezTo>
                  <a:pt x="431192" y="1589639"/>
                  <a:pt x="444787" y="1576045"/>
                  <a:pt x="461556" y="1576045"/>
                </a:cubicBezTo>
                <a:close/>
                <a:moveTo>
                  <a:pt x="389002" y="1576045"/>
                </a:moveTo>
                <a:cubicBezTo>
                  <a:pt x="405771" y="1576045"/>
                  <a:pt x="419365" y="1589639"/>
                  <a:pt x="419365" y="1606408"/>
                </a:cubicBezTo>
                <a:cubicBezTo>
                  <a:pt x="419365" y="1623178"/>
                  <a:pt x="405771" y="1636772"/>
                  <a:pt x="389002" y="1636772"/>
                </a:cubicBezTo>
                <a:cubicBezTo>
                  <a:pt x="372232" y="1636772"/>
                  <a:pt x="358638" y="1623178"/>
                  <a:pt x="358638" y="1606408"/>
                </a:cubicBezTo>
                <a:cubicBezTo>
                  <a:pt x="358638" y="1589639"/>
                  <a:pt x="372232" y="1576045"/>
                  <a:pt x="389002" y="1576045"/>
                </a:cubicBezTo>
                <a:close/>
                <a:moveTo>
                  <a:pt x="316447" y="1576045"/>
                </a:moveTo>
                <a:cubicBezTo>
                  <a:pt x="333216" y="1576045"/>
                  <a:pt x="346810" y="1589639"/>
                  <a:pt x="346810" y="1606408"/>
                </a:cubicBezTo>
                <a:cubicBezTo>
                  <a:pt x="346810" y="1623178"/>
                  <a:pt x="333216" y="1636772"/>
                  <a:pt x="316447" y="1636772"/>
                </a:cubicBezTo>
                <a:cubicBezTo>
                  <a:pt x="299677" y="1636772"/>
                  <a:pt x="286084" y="1623178"/>
                  <a:pt x="286084" y="1606408"/>
                </a:cubicBezTo>
                <a:cubicBezTo>
                  <a:pt x="286084" y="1589639"/>
                  <a:pt x="299677" y="1576045"/>
                  <a:pt x="316447" y="1576045"/>
                </a:cubicBezTo>
                <a:close/>
                <a:moveTo>
                  <a:pt x="243892" y="1576045"/>
                </a:moveTo>
                <a:cubicBezTo>
                  <a:pt x="260662" y="1576045"/>
                  <a:pt x="274256" y="1589639"/>
                  <a:pt x="274256" y="1606408"/>
                </a:cubicBezTo>
                <a:cubicBezTo>
                  <a:pt x="274256" y="1623178"/>
                  <a:pt x="260662" y="1636772"/>
                  <a:pt x="243892" y="1636772"/>
                </a:cubicBezTo>
                <a:cubicBezTo>
                  <a:pt x="227123" y="1636772"/>
                  <a:pt x="213529" y="1623178"/>
                  <a:pt x="213529" y="1606408"/>
                </a:cubicBezTo>
                <a:cubicBezTo>
                  <a:pt x="213529" y="1589639"/>
                  <a:pt x="227123" y="1576045"/>
                  <a:pt x="243892" y="1576045"/>
                </a:cubicBezTo>
                <a:close/>
                <a:moveTo>
                  <a:pt x="171339" y="1576045"/>
                </a:moveTo>
                <a:cubicBezTo>
                  <a:pt x="188107" y="1576045"/>
                  <a:pt x="201701" y="1589639"/>
                  <a:pt x="201701" y="1606408"/>
                </a:cubicBezTo>
                <a:cubicBezTo>
                  <a:pt x="201701" y="1623178"/>
                  <a:pt x="188107" y="1636772"/>
                  <a:pt x="171339" y="1636772"/>
                </a:cubicBezTo>
                <a:cubicBezTo>
                  <a:pt x="154599" y="1636772"/>
                  <a:pt x="141006" y="1623178"/>
                  <a:pt x="141006" y="1606408"/>
                </a:cubicBezTo>
                <a:cubicBezTo>
                  <a:pt x="141006" y="1589639"/>
                  <a:pt x="154599" y="1576045"/>
                  <a:pt x="171339" y="1576045"/>
                </a:cubicBezTo>
                <a:close/>
                <a:moveTo>
                  <a:pt x="98818" y="1576045"/>
                </a:moveTo>
                <a:cubicBezTo>
                  <a:pt x="115586" y="1576045"/>
                  <a:pt x="129180" y="1589639"/>
                  <a:pt x="129180" y="1606408"/>
                </a:cubicBezTo>
                <a:cubicBezTo>
                  <a:pt x="129180" y="1623178"/>
                  <a:pt x="115586" y="1636772"/>
                  <a:pt x="98818" y="1636772"/>
                </a:cubicBezTo>
                <a:cubicBezTo>
                  <a:pt x="82048" y="1636772"/>
                  <a:pt x="68454" y="1623178"/>
                  <a:pt x="68454" y="1606408"/>
                </a:cubicBezTo>
                <a:cubicBezTo>
                  <a:pt x="68454" y="1589639"/>
                  <a:pt x="82048" y="1576045"/>
                  <a:pt x="98818" y="1576045"/>
                </a:cubicBezTo>
                <a:close/>
                <a:moveTo>
                  <a:pt x="26264" y="1576045"/>
                </a:moveTo>
                <a:cubicBezTo>
                  <a:pt x="43032" y="1576045"/>
                  <a:pt x="56626" y="1589639"/>
                  <a:pt x="56626" y="1606408"/>
                </a:cubicBezTo>
                <a:cubicBezTo>
                  <a:pt x="56626" y="1623178"/>
                  <a:pt x="43032" y="1636772"/>
                  <a:pt x="26264" y="1636772"/>
                </a:cubicBezTo>
                <a:cubicBezTo>
                  <a:pt x="17880" y="1636772"/>
                  <a:pt x="10289" y="1633374"/>
                  <a:pt x="4794" y="1627879"/>
                </a:cubicBezTo>
                <a:lnTo>
                  <a:pt x="0" y="1616304"/>
                </a:lnTo>
                <a:lnTo>
                  <a:pt x="0" y="1596512"/>
                </a:lnTo>
                <a:lnTo>
                  <a:pt x="4794" y="1584938"/>
                </a:lnTo>
                <a:cubicBezTo>
                  <a:pt x="10289" y="1579444"/>
                  <a:pt x="17880" y="1576045"/>
                  <a:pt x="26264" y="1576045"/>
                </a:cubicBezTo>
                <a:close/>
                <a:moveTo>
                  <a:pt x="1187102" y="1495593"/>
                </a:moveTo>
                <a:cubicBezTo>
                  <a:pt x="1195486" y="1495593"/>
                  <a:pt x="1203077" y="1498992"/>
                  <a:pt x="1208572" y="1504486"/>
                </a:cubicBezTo>
                <a:lnTo>
                  <a:pt x="1211014" y="1510381"/>
                </a:lnTo>
                <a:lnTo>
                  <a:pt x="1168285" y="1549216"/>
                </a:lnTo>
                <a:lnTo>
                  <a:pt x="1165631" y="1547427"/>
                </a:lnTo>
                <a:cubicBezTo>
                  <a:pt x="1160137" y="1541932"/>
                  <a:pt x="1156738" y="1534341"/>
                  <a:pt x="1156738" y="1525957"/>
                </a:cubicBezTo>
                <a:cubicBezTo>
                  <a:pt x="1156738" y="1509187"/>
                  <a:pt x="1170332" y="1495593"/>
                  <a:pt x="1187102" y="1495593"/>
                </a:cubicBezTo>
                <a:close/>
                <a:moveTo>
                  <a:pt x="1114547" y="1495593"/>
                </a:moveTo>
                <a:cubicBezTo>
                  <a:pt x="1131317" y="1495593"/>
                  <a:pt x="1144911" y="1509187"/>
                  <a:pt x="1144911" y="1525957"/>
                </a:cubicBezTo>
                <a:cubicBezTo>
                  <a:pt x="1144911" y="1542726"/>
                  <a:pt x="1131317" y="1556320"/>
                  <a:pt x="1114547" y="1556320"/>
                </a:cubicBezTo>
                <a:cubicBezTo>
                  <a:pt x="1097778" y="1556320"/>
                  <a:pt x="1084184" y="1542726"/>
                  <a:pt x="1084184" y="1525957"/>
                </a:cubicBezTo>
                <a:cubicBezTo>
                  <a:pt x="1084184" y="1509187"/>
                  <a:pt x="1097778" y="1495593"/>
                  <a:pt x="1114547" y="1495593"/>
                </a:cubicBezTo>
                <a:close/>
                <a:moveTo>
                  <a:pt x="1041993" y="1495593"/>
                </a:moveTo>
                <a:cubicBezTo>
                  <a:pt x="1058762" y="1495593"/>
                  <a:pt x="1072356" y="1509187"/>
                  <a:pt x="1072356" y="1525957"/>
                </a:cubicBezTo>
                <a:cubicBezTo>
                  <a:pt x="1072356" y="1542726"/>
                  <a:pt x="1058762" y="1556320"/>
                  <a:pt x="1041993" y="1556320"/>
                </a:cubicBezTo>
                <a:cubicBezTo>
                  <a:pt x="1025223" y="1556320"/>
                  <a:pt x="1011629" y="1542726"/>
                  <a:pt x="1011629" y="1525957"/>
                </a:cubicBezTo>
                <a:cubicBezTo>
                  <a:pt x="1011629" y="1509187"/>
                  <a:pt x="1025223" y="1495593"/>
                  <a:pt x="1041993" y="1495593"/>
                </a:cubicBezTo>
                <a:close/>
                <a:moveTo>
                  <a:pt x="969438" y="1495593"/>
                </a:moveTo>
                <a:cubicBezTo>
                  <a:pt x="986208" y="1495593"/>
                  <a:pt x="999801" y="1509187"/>
                  <a:pt x="999801" y="1525957"/>
                </a:cubicBezTo>
                <a:cubicBezTo>
                  <a:pt x="999801" y="1542726"/>
                  <a:pt x="986208" y="1556320"/>
                  <a:pt x="969438" y="1556320"/>
                </a:cubicBezTo>
                <a:cubicBezTo>
                  <a:pt x="952669" y="1556320"/>
                  <a:pt x="939075" y="1542726"/>
                  <a:pt x="939075" y="1525957"/>
                </a:cubicBezTo>
                <a:cubicBezTo>
                  <a:pt x="939075" y="1509187"/>
                  <a:pt x="952669" y="1495593"/>
                  <a:pt x="969438" y="1495593"/>
                </a:cubicBezTo>
                <a:close/>
                <a:moveTo>
                  <a:pt x="896883" y="1495593"/>
                </a:moveTo>
                <a:cubicBezTo>
                  <a:pt x="913653" y="1495593"/>
                  <a:pt x="927247" y="1509187"/>
                  <a:pt x="927247" y="1525957"/>
                </a:cubicBezTo>
                <a:cubicBezTo>
                  <a:pt x="927247" y="1542726"/>
                  <a:pt x="913653" y="1556320"/>
                  <a:pt x="896883" y="1556320"/>
                </a:cubicBezTo>
                <a:cubicBezTo>
                  <a:pt x="880114" y="1556320"/>
                  <a:pt x="866520" y="1542726"/>
                  <a:pt x="866520" y="1525957"/>
                </a:cubicBezTo>
                <a:cubicBezTo>
                  <a:pt x="866520" y="1509187"/>
                  <a:pt x="880114" y="1495593"/>
                  <a:pt x="896883" y="1495593"/>
                </a:cubicBezTo>
                <a:close/>
                <a:moveTo>
                  <a:pt x="824329" y="1495593"/>
                </a:moveTo>
                <a:cubicBezTo>
                  <a:pt x="841098" y="1495593"/>
                  <a:pt x="854692" y="1509187"/>
                  <a:pt x="854692" y="1525957"/>
                </a:cubicBezTo>
                <a:cubicBezTo>
                  <a:pt x="854692" y="1542726"/>
                  <a:pt x="841098" y="1556320"/>
                  <a:pt x="824329" y="1556320"/>
                </a:cubicBezTo>
                <a:cubicBezTo>
                  <a:pt x="807559" y="1556320"/>
                  <a:pt x="793965" y="1542726"/>
                  <a:pt x="793965" y="1525957"/>
                </a:cubicBezTo>
                <a:cubicBezTo>
                  <a:pt x="793965" y="1509187"/>
                  <a:pt x="807559" y="1495593"/>
                  <a:pt x="824329" y="1495593"/>
                </a:cubicBezTo>
                <a:close/>
                <a:moveTo>
                  <a:pt x="751774" y="1495593"/>
                </a:moveTo>
                <a:cubicBezTo>
                  <a:pt x="768544" y="1495593"/>
                  <a:pt x="782138" y="1509187"/>
                  <a:pt x="782138" y="1525957"/>
                </a:cubicBezTo>
                <a:cubicBezTo>
                  <a:pt x="782138" y="1542726"/>
                  <a:pt x="768544" y="1556320"/>
                  <a:pt x="751774" y="1556320"/>
                </a:cubicBezTo>
                <a:cubicBezTo>
                  <a:pt x="735005" y="1556320"/>
                  <a:pt x="721411" y="1542726"/>
                  <a:pt x="721411" y="1525957"/>
                </a:cubicBezTo>
                <a:cubicBezTo>
                  <a:pt x="721411" y="1509187"/>
                  <a:pt x="735005" y="1495593"/>
                  <a:pt x="751774" y="1495593"/>
                </a:cubicBezTo>
                <a:close/>
                <a:moveTo>
                  <a:pt x="679220" y="1495593"/>
                </a:moveTo>
                <a:cubicBezTo>
                  <a:pt x="695989" y="1495593"/>
                  <a:pt x="709583" y="1509187"/>
                  <a:pt x="709583" y="1525957"/>
                </a:cubicBezTo>
                <a:cubicBezTo>
                  <a:pt x="709583" y="1542726"/>
                  <a:pt x="695989" y="1556320"/>
                  <a:pt x="679220" y="1556320"/>
                </a:cubicBezTo>
                <a:cubicBezTo>
                  <a:pt x="662450" y="1556320"/>
                  <a:pt x="648856" y="1542726"/>
                  <a:pt x="648856" y="1525957"/>
                </a:cubicBezTo>
                <a:cubicBezTo>
                  <a:pt x="648856" y="1509187"/>
                  <a:pt x="662450" y="1495593"/>
                  <a:pt x="679220" y="1495593"/>
                </a:cubicBezTo>
                <a:close/>
                <a:moveTo>
                  <a:pt x="606665" y="1495593"/>
                </a:moveTo>
                <a:cubicBezTo>
                  <a:pt x="623435" y="1495593"/>
                  <a:pt x="637029" y="1509187"/>
                  <a:pt x="637029" y="1525957"/>
                </a:cubicBezTo>
                <a:cubicBezTo>
                  <a:pt x="637029" y="1542726"/>
                  <a:pt x="623435" y="1556320"/>
                  <a:pt x="606665" y="1556320"/>
                </a:cubicBezTo>
                <a:cubicBezTo>
                  <a:pt x="589896" y="1556320"/>
                  <a:pt x="576302" y="1542726"/>
                  <a:pt x="576302" y="1525957"/>
                </a:cubicBezTo>
                <a:cubicBezTo>
                  <a:pt x="576302" y="1509187"/>
                  <a:pt x="589896" y="1495593"/>
                  <a:pt x="606665" y="1495593"/>
                </a:cubicBezTo>
                <a:close/>
                <a:moveTo>
                  <a:pt x="534111" y="1495593"/>
                </a:moveTo>
                <a:cubicBezTo>
                  <a:pt x="550880" y="1495593"/>
                  <a:pt x="564474" y="1509187"/>
                  <a:pt x="564474" y="1525957"/>
                </a:cubicBezTo>
                <a:cubicBezTo>
                  <a:pt x="564474" y="1542726"/>
                  <a:pt x="550880" y="1556320"/>
                  <a:pt x="534111" y="1556320"/>
                </a:cubicBezTo>
                <a:cubicBezTo>
                  <a:pt x="517341" y="1556320"/>
                  <a:pt x="503747" y="1542726"/>
                  <a:pt x="503747" y="1525957"/>
                </a:cubicBezTo>
                <a:cubicBezTo>
                  <a:pt x="503747" y="1509187"/>
                  <a:pt x="517341" y="1495593"/>
                  <a:pt x="534111" y="1495593"/>
                </a:cubicBezTo>
                <a:close/>
                <a:moveTo>
                  <a:pt x="461556" y="1495593"/>
                </a:moveTo>
                <a:cubicBezTo>
                  <a:pt x="478326" y="1495593"/>
                  <a:pt x="491920" y="1509187"/>
                  <a:pt x="491920" y="1525957"/>
                </a:cubicBezTo>
                <a:cubicBezTo>
                  <a:pt x="491920" y="1542726"/>
                  <a:pt x="478326" y="1556320"/>
                  <a:pt x="461556" y="1556320"/>
                </a:cubicBezTo>
                <a:cubicBezTo>
                  <a:pt x="444787" y="1556320"/>
                  <a:pt x="431192" y="1542726"/>
                  <a:pt x="431192" y="1525957"/>
                </a:cubicBezTo>
                <a:cubicBezTo>
                  <a:pt x="431192" y="1509187"/>
                  <a:pt x="444787" y="1495593"/>
                  <a:pt x="461556" y="1495593"/>
                </a:cubicBezTo>
                <a:close/>
                <a:moveTo>
                  <a:pt x="389002" y="1495593"/>
                </a:moveTo>
                <a:cubicBezTo>
                  <a:pt x="405771" y="1495593"/>
                  <a:pt x="419365" y="1509187"/>
                  <a:pt x="419365" y="1525957"/>
                </a:cubicBezTo>
                <a:cubicBezTo>
                  <a:pt x="419365" y="1542726"/>
                  <a:pt x="405771" y="1556320"/>
                  <a:pt x="389002" y="1556320"/>
                </a:cubicBezTo>
                <a:cubicBezTo>
                  <a:pt x="372232" y="1556320"/>
                  <a:pt x="358638" y="1542726"/>
                  <a:pt x="358638" y="1525957"/>
                </a:cubicBezTo>
                <a:cubicBezTo>
                  <a:pt x="358638" y="1509187"/>
                  <a:pt x="372232" y="1495593"/>
                  <a:pt x="389002" y="1495593"/>
                </a:cubicBezTo>
                <a:close/>
                <a:moveTo>
                  <a:pt x="316447" y="1495593"/>
                </a:moveTo>
                <a:cubicBezTo>
                  <a:pt x="333216" y="1495593"/>
                  <a:pt x="346810" y="1509187"/>
                  <a:pt x="346810" y="1525957"/>
                </a:cubicBezTo>
                <a:cubicBezTo>
                  <a:pt x="346810" y="1542726"/>
                  <a:pt x="333216" y="1556320"/>
                  <a:pt x="316447" y="1556320"/>
                </a:cubicBezTo>
                <a:cubicBezTo>
                  <a:pt x="299677" y="1556320"/>
                  <a:pt x="286084" y="1542726"/>
                  <a:pt x="286084" y="1525957"/>
                </a:cubicBezTo>
                <a:cubicBezTo>
                  <a:pt x="286084" y="1509187"/>
                  <a:pt x="299677" y="1495593"/>
                  <a:pt x="316447" y="1495593"/>
                </a:cubicBezTo>
                <a:close/>
                <a:moveTo>
                  <a:pt x="243892" y="1495593"/>
                </a:moveTo>
                <a:cubicBezTo>
                  <a:pt x="260662" y="1495593"/>
                  <a:pt x="274256" y="1509187"/>
                  <a:pt x="274256" y="1525957"/>
                </a:cubicBezTo>
                <a:cubicBezTo>
                  <a:pt x="274256" y="1542726"/>
                  <a:pt x="260662" y="1556320"/>
                  <a:pt x="243892" y="1556320"/>
                </a:cubicBezTo>
                <a:cubicBezTo>
                  <a:pt x="227123" y="1556320"/>
                  <a:pt x="213529" y="1542726"/>
                  <a:pt x="213529" y="1525957"/>
                </a:cubicBezTo>
                <a:cubicBezTo>
                  <a:pt x="213529" y="1509187"/>
                  <a:pt x="227123" y="1495593"/>
                  <a:pt x="243892" y="1495593"/>
                </a:cubicBezTo>
                <a:close/>
                <a:moveTo>
                  <a:pt x="171339" y="1495593"/>
                </a:moveTo>
                <a:cubicBezTo>
                  <a:pt x="188107" y="1495593"/>
                  <a:pt x="201701" y="1509187"/>
                  <a:pt x="201701" y="1525957"/>
                </a:cubicBezTo>
                <a:cubicBezTo>
                  <a:pt x="201701" y="1542726"/>
                  <a:pt x="188107" y="1556320"/>
                  <a:pt x="171339" y="1556320"/>
                </a:cubicBezTo>
                <a:cubicBezTo>
                  <a:pt x="154606" y="1556320"/>
                  <a:pt x="141012" y="1542726"/>
                  <a:pt x="141012" y="1525957"/>
                </a:cubicBezTo>
                <a:cubicBezTo>
                  <a:pt x="141012" y="1509187"/>
                  <a:pt x="154606" y="1495593"/>
                  <a:pt x="171339" y="1495593"/>
                </a:cubicBezTo>
                <a:close/>
                <a:moveTo>
                  <a:pt x="98825" y="1495593"/>
                </a:moveTo>
                <a:cubicBezTo>
                  <a:pt x="115592" y="1495593"/>
                  <a:pt x="129186" y="1509187"/>
                  <a:pt x="129186" y="1525957"/>
                </a:cubicBezTo>
                <a:cubicBezTo>
                  <a:pt x="129186" y="1542726"/>
                  <a:pt x="115592" y="1556320"/>
                  <a:pt x="98825" y="1556320"/>
                </a:cubicBezTo>
                <a:cubicBezTo>
                  <a:pt x="82054" y="1556320"/>
                  <a:pt x="68461" y="1542726"/>
                  <a:pt x="68461" y="1525957"/>
                </a:cubicBezTo>
                <a:cubicBezTo>
                  <a:pt x="68461" y="1509187"/>
                  <a:pt x="82054" y="1495593"/>
                  <a:pt x="98825" y="1495593"/>
                </a:cubicBezTo>
                <a:close/>
                <a:moveTo>
                  <a:pt x="26270" y="1495593"/>
                </a:moveTo>
                <a:cubicBezTo>
                  <a:pt x="43038" y="1495593"/>
                  <a:pt x="56632" y="1509187"/>
                  <a:pt x="56632" y="1525957"/>
                </a:cubicBezTo>
                <a:cubicBezTo>
                  <a:pt x="56632" y="1542726"/>
                  <a:pt x="43038" y="1556320"/>
                  <a:pt x="26270" y="1556320"/>
                </a:cubicBezTo>
                <a:cubicBezTo>
                  <a:pt x="17886" y="1556320"/>
                  <a:pt x="10295" y="1552922"/>
                  <a:pt x="4801" y="1547427"/>
                </a:cubicBezTo>
                <a:lnTo>
                  <a:pt x="0" y="1535836"/>
                </a:lnTo>
                <a:lnTo>
                  <a:pt x="0" y="1516078"/>
                </a:lnTo>
                <a:lnTo>
                  <a:pt x="4801" y="1504486"/>
                </a:lnTo>
                <a:cubicBezTo>
                  <a:pt x="10295" y="1498992"/>
                  <a:pt x="17886" y="1495593"/>
                  <a:pt x="26270" y="1495593"/>
                </a:cubicBezTo>
                <a:close/>
                <a:moveTo>
                  <a:pt x="1259656" y="1415141"/>
                </a:moveTo>
                <a:cubicBezTo>
                  <a:pt x="1268041" y="1415141"/>
                  <a:pt x="1275632" y="1418540"/>
                  <a:pt x="1281127" y="1424035"/>
                </a:cubicBezTo>
                <a:lnTo>
                  <a:pt x="1285044" y="1433492"/>
                </a:lnTo>
                <a:lnTo>
                  <a:pt x="1248565" y="1473629"/>
                </a:lnTo>
                <a:lnTo>
                  <a:pt x="1247837" y="1473482"/>
                </a:lnTo>
                <a:cubicBezTo>
                  <a:pt x="1236940" y="1468873"/>
                  <a:pt x="1229293" y="1458082"/>
                  <a:pt x="1229293" y="1445505"/>
                </a:cubicBezTo>
                <a:cubicBezTo>
                  <a:pt x="1229293" y="1428735"/>
                  <a:pt x="1242887" y="1415141"/>
                  <a:pt x="1259656" y="1415141"/>
                </a:cubicBezTo>
                <a:close/>
                <a:moveTo>
                  <a:pt x="1187102" y="1415141"/>
                </a:moveTo>
                <a:cubicBezTo>
                  <a:pt x="1203871" y="1415141"/>
                  <a:pt x="1217465" y="1428735"/>
                  <a:pt x="1217465" y="1445505"/>
                </a:cubicBezTo>
                <a:cubicBezTo>
                  <a:pt x="1217465" y="1462274"/>
                  <a:pt x="1203871" y="1475868"/>
                  <a:pt x="1187102" y="1475868"/>
                </a:cubicBezTo>
                <a:cubicBezTo>
                  <a:pt x="1170332" y="1475868"/>
                  <a:pt x="1156738" y="1462274"/>
                  <a:pt x="1156738" y="1445505"/>
                </a:cubicBezTo>
                <a:cubicBezTo>
                  <a:pt x="1156738" y="1428735"/>
                  <a:pt x="1170332" y="1415141"/>
                  <a:pt x="1187102" y="1415141"/>
                </a:cubicBezTo>
                <a:close/>
                <a:moveTo>
                  <a:pt x="1114547" y="1415141"/>
                </a:moveTo>
                <a:cubicBezTo>
                  <a:pt x="1131317" y="1415141"/>
                  <a:pt x="1144911" y="1428735"/>
                  <a:pt x="1144911" y="1445505"/>
                </a:cubicBezTo>
                <a:cubicBezTo>
                  <a:pt x="1144911" y="1462274"/>
                  <a:pt x="1131317" y="1475868"/>
                  <a:pt x="1114547" y="1475868"/>
                </a:cubicBezTo>
                <a:cubicBezTo>
                  <a:pt x="1097778" y="1475868"/>
                  <a:pt x="1084184" y="1462274"/>
                  <a:pt x="1084184" y="1445505"/>
                </a:cubicBezTo>
                <a:cubicBezTo>
                  <a:pt x="1084184" y="1428735"/>
                  <a:pt x="1097778" y="1415141"/>
                  <a:pt x="1114547" y="1415141"/>
                </a:cubicBezTo>
                <a:close/>
                <a:moveTo>
                  <a:pt x="1041993" y="1415141"/>
                </a:moveTo>
                <a:cubicBezTo>
                  <a:pt x="1058762" y="1415141"/>
                  <a:pt x="1072356" y="1428735"/>
                  <a:pt x="1072356" y="1445505"/>
                </a:cubicBezTo>
                <a:cubicBezTo>
                  <a:pt x="1072356" y="1462274"/>
                  <a:pt x="1058762" y="1475868"/>
                  <a:pt x="1041993" y="1475868"/>
                </a:cubicBezTo>
                <a:cubicBezTo>
                  <a:pt x="1025223" y="1475868"/>
                  <a:pt x="1011629" y="1462274"/>
                  <a:pt x="1011629" y="1445505"/>
                </a:cubicBezTo>
                <a:cubicBezTo>
                  <a:pt x="1011629" y="1428735"/>
                  <a:pt x="1025223" y="1415141"/>
                  <a:pt x="1041993" y="1415141"/>
                </a:cubicBezTo>
                <a:close/>
                <a:moveTo>
                  <a:pt x="969438" y="1415141"/>
                </a:moveTo>
                <a:cubicBezTo>
                  <a:pt x="986208" y="1415141"/>
                  <a:pt x="999801" y="1428735"/>
                  <a:pt x="999801" y="1445505"/>
                </a:cubicBezTo>
                <a:cubicBezTo>
                  <a:pt x="999801" y="1462274"/>
                  <a:pt x="986208" y="1475868"/>
                  <a:pt x="969438" y="1475868"/>
                </a:cubicBezTo>
                <a:cubicBezTo>
                  <a:pt x="952669" y="1475868"/>
                  <a:pt x="939075" y="1462274"/>
                  <a:pt x="939075" y="1445505"/>
                </a:cubicBezTo>
                <a:cubicBezTo>
                  <a:pt x="939075" y="1428735"/>
                  <a:pt x="952669" y="1415141"/>
                  <a:pt x="969438" y="1415141"/>
                </a:cubicBezTo>
                <a:close/>
                <a:moveTo>
                  <a:pt x="896883" y="1415141"/>
                </a:moveTo>
                <a:cubicBezTo>
                  <a:pt x="913653" y="1415141"/>
                  <a:pt x="927247" y="1428735"/>
                  <a:pt x="927247" y="1445505"/>
                </a:cubicBezTo>
                <a:cubicBezTo>
                  <a:pt x="927247" y="1462274"/>
                  <a:pt x="913653" y="1475868"/>
                  <a:pt x="896883" y="1475868"/>
                </a:cubicBezTo>
                <a:cubicBezTo>
                  <a:pt x="880114" y="1475868"/>
                  <a:pt x="866520" y="1462274"/>
                  <a:pt x="866520" y="1445505"/>
                </a:cubicBezTo>
                <a:cubicBezTo>
                  <a:pt x="866520" y="1428735"/>
                  <a:pt x="880114" y="1415141"/>
                  <a:pt x="896883" y="1415141"/>
                </a:cubicBezTo>
                <a:close/>
                <a:moveTo>
                  <a:pt x="824329" y="1415141"/>
                </a:moveTo>
                <a:cubicBezTo>
                  <a:pt x="841098" y="1415141"/>
                  <a:pt x="854692" y="1428735"/>
                  <a:pt x="854692" y="1445505"/>
                </a:cubicBezTo>
                <a:cubicBezTo>
                  <a:pt x="854692" y="1462274"/>
                  <a:pt x="841098" y="1475868"/>
                  <a:pt x="824329" y="1475868"/>
                </a:cubicBezTo>
                <a:cubicBezTo>
                  <a:pt x="807559" y="1475868"/>
                  <a:pt x="793965" y="1462274"/>
                  <a:pt x="793965" y="1445505"/>
                </a:cubicBezTo>
                <a:cubicBezTo>
                  <a:pt x="793965" y="1428735"/>
                  <a:pt x="807559" y="1415141"/>
                  <a:pt x="824329" y="1415141"/>
                </a:cubicBezTo>
                <a:close/>
                <a:moveTo>
                  <a:pt x="751774" y="1415141"/>
                </a:moveTo>
                <a:cubicBezTo>
                  <a:pt x="768544" y="1415141"/>
                  <a:pt x="782138" y="1428735"/>
                  <a:pt x="782138" y="1445505"/>
                </a:cubicBezTo>
                <a:cubicBezTo>
                  <a:pt x="782138" y="1462274"/>
                  <a:pt x="768544" y="1475868"/>
                  <a:pt x="751774" y="1475868"/>
                </a:cubicBezTo>
                <a:cubicBezTo>
                  <a:pt x="735005" y="1475868"/>
                  <a:pt x="721411" y="1462274"/>
                  <a:pt x="721411" y="1445505"/>
                </a:cubicBezTo>
                <a:cubicBezTo>
                  <a:pt x="721411" y="1428735"/>
                  <a:pt x="735005" y="1415141"/>
                  <a:pt x="751774" y="1415141"/>
                </a:cubicBezTo>
                <a:close/>
                <a:moveTo>
                  <a:pt x="679220" y="1415141"/>
                </a:moveTo>
                <a:cubicBezTo>
                  <a:pt x="695989" y="1415141"/>
                  <a:pt x="709583" y="1428735"/>
                  <a:pt x="709583" y="1445505"/>
                </a:cubicBezTo>
                <a:cubicBezTo>
                  <a:pt x="709583" y="1462274"/>
                  <a:pt x="695989" y="1475868"/>
                  <a:pt x="679220" y="1475868"/>
                </a:cubicBezTo>
                <a:cubicBezTo>
                  <a:pt x="662450" y="1475868"/>
                  <a:pt x="648856" y="1462274"/>
                  <a:pt x="648856" y="1445505"/>
                </a:cubicBezTo>
                <a:cubicBezTo>
                  <a:pt x="648856" y="1428735"/>
                  <a:pt x="662450" y="1415141"/>
                  <a:pt x="679220" y="1415141"/>
                </a:cubicBezTo>
                <a:close/>
                <a:moveTo>
                  <a:pt x="606665" y="1415141"/>
                </a:moveTo>
                <a:cubicBezTo>
                  <a:pt x="623435" y="1415141"/>
                  <a:pt x="637029" y="1428735"/>
                  <a:pt x="637029" y="1445505"/>
                </a:cubicBezTo>
                <a:cubicBezTo>
                  <a:pt x="637029" y="1462274"/>
                  <a:pt x="623435" y="1475868"/>
                  <a:pt x="606665" y="1475868"/>
                </a:cubicBezTo>
                <a:cubicBezTo>
                  <a:pt x="589896" y="1475868"/>
                  <a:pt x="576302" y="1462274"/>
                  <a:pt x="576302" y="1445505"/>
                </a:cubicBezTo>
                <a:cubicBezTo>
                  <a:pt x="576302" y="1428735"/>
                  <a:pt x="589896" y="1415141"/>
                  <a:pt x="606665" y="1415141"/>
                </a:cubicBezTo>
                <a:close/>
                <a:moveTo>
                  <a:pt x="534111" y="1415141"/>
                </a:moveTo>
                <a:cubicBezTo>
                  <a:pt x="550880" y="1415141"/>
                  <a:pt x="564474" y="1428735"/>
                  <a:pt x="564474" y="1445505"/>
                </a:cubicBezTo>
                <a:cubicBezTo>
                  <a:pt x="564474" y="1462274"/>
                  <a:pt x="550880" y="1475868"/>
                  <a:pt x="534111" y="1475868"/>
                </a:cubicBezTo>
                <a:cubicBezTo>
                  <a:pt x="517341" y="1475868"/>
                  <a:pt x="503747" y="1462274"/>
                  <a:pt x="503747" y="1445505"/>
                </a:cubicBezTo>
                <a:cubicBezTo>
                  <a:pt x="503747" y="1428735"/>
                  <a:pt x="517341" y="1415141"/>
                  <a:pt x="534111" y="1415141"/>
                </a:cubicBezTo>
                <a:close/>
                <a:moveTo>
                  <a:pt x="461556" y="1415141"/>
                </a:moveTo>
                <a:cubicBezTo>
                  <a:pt x="478326" y="1415141"/>
                  <a:pt x="491920" y="1428735"/>
                  <a:pt x="491920" y="1445505"/>
                </a:cubicBezTo>
                <a:cubicBezTo>
                  <a:pt x="491920" y="1462274"/>
                  <a:pt x="478326" y="1475868"/>
                  <a:pt x="461556" y="1475868"/>
                </a:cubicBezTo>
                <a:cubicBezTo>
                  <a:pt x="444787" y="1475868"/>
                  <a:pt x="431192" y="1462274"/>
                  <a:pt x="431192" y="1445505"/>
                </a:cubicBezTo>
                <a:cubicBezTo>
                  <a:pt x="431192" y="1428735"/>
                  <a:pt x="444787" y="1415141"/>
                  <a:pt x="461556" y="1415141"/>
                </a:cubicBezTo>
                <a:close/>
                <a:moveTo>
                  <a:pt x="389002" y="1415141"/>
                </a:moveTo>
                <a:cubicBezTo>
                  <a:pt x="405771" y="1415141"/>
                  <a:pt x="419365" y="1428735"/>
                  <a:pt x="419365" y="1445505"/>
                </a:cubicBezTo>
                <a:cubicBezTo>
                  <a:pt x="419365" y="1462274"/>
                  <a:pt x="405771" y="1475868"/>
                  <a:pt x="389002" y="1475868"/>
                </a:cubicBezTo>
                <a:cubicBezTo>
                  <a:pt x="372232" y="1475868"/>
                  <a:pt x="358638" y="1462274"/>
                  <a:pt x="358638" y="1445505"/>
                </a:cubicBezTo>
                <a:cubicBezTo>
                  <a:pt x="358638" y="1428735"/>
                  <a:pt x="372232" y="1415141"/>
                  <a:pt x="389002" y="1415141"/>
                </a:cubicBezTo>
                <a:close/>
                <a:moveTo>
                  <a:pt x="316447" y="1415141"/>
                </a:moveTo>
                <a:cubicBezTo>
                  <a:pt x="333216" y="1415141"/>
                  <a:pt x="346810" y="1428735"/>
                  <a:pt x="346810" y="1445505"/>
                </a:cubicBezTo>
                <a:cubicBezTo>
                  <a:pt x="346810" y="1462274"/>
                  <a:pt x="333216" y="1475868"/>
                  <a:pt x="316447" y="1475868"/>
                </a:cubicBezTo>
                <a:cubicBezTo>
                  <a:pt x="299677" y="1475868"/>
                  <a:pt x="286084" y="1462274"/>
                  <a:pt x="286084" y="1445505"/>
                </a:cubicBezTo>
                <a:cubicBezTo>
                  <a:pt x="286084" y="1428735"/>
                  <a:pt x="299677" y="1415141"/>
                  <a:pt x="316447" y="1415141"/>
                </a:cubicBezTo>
                <a:close/>
                <a:moveTo>
                  <a:pt x="243892" y="1415141"/>
                </a:moveTo>
                <a:cubicBezTo>
                  <a:pt x="260662" y="1415141"/>
                  <a:pt x="274256" y="1428735"/>
                  <a:pt x="274256" y="1445505"/>
                </a:cubicBezTo>
                <a:cubicBezTo>
                  <a:pt x="274256" y="1462274"/>
                  <a:pt x="260662" y="1475868"/>
                  <a:pt x="243892" y="1475868"/>
                </a:cubicBezTo>
                <a:cubicBezTo>
                  <a:pt x="227123" y="1475868"/>
                  <a:pt x="213529" y="1462274"/>
                  <a:pt x="213529" y="1445505"/>
                </a:cubicBezTo>
                <a:cubicBezTo>
                  <a:pt x="213529" y="1428735"/>
                  <a:pt x="227123" y="1415141"/>
                  <a:pt x="243892" y="1415141"/>
                </a:cubicBezTo>
                <a:close/>
                <a:moveTo>
                  <a:pt x="171339" y="1415141"/>
                </a:moveTo>
                <a:cubicBezTo>
                  <a:pt x="188107" y="1415141"/>
                  <a:pt x="201701" y="1428735"/>
                  <a:pt x="201701" y="1445505"/>
                </a:cubicBezTo>
                <a:cubicBezTo>
                  <a:pt x="201701" y="1462274"/>
                  <a:pt x="188107" y="1475868"/>
                  <a:pt x="171339" y="1475868"/>
                </a:cubicBezTo>
                <a:cubicBezTo>
                  <a:pt x="154611" y="1475868"/>
                  <a:pt x="141018" y="1462274"/>
                  <a:pt x="141018" y="1445505"/>
                </a:cubicBezTo>
                <a:cubicBezTo>
                  <a:pt x="141018" y="1428735"/>
                  <a:pt x="154611" y="1415141"/>
                  <a:pt x="171339" y="1415141"/>
                </a:cubicBezTo>
                <a:close/>
                <a:moveTo>
                  <a:pt x="98831" y="1415141"/>
                </a:moveTo>
                <a:cubicBezTo>
                  <a:pt x="115598" y="1415141"/>
                  <a:pt x="129192" y="1428735"/>
                  <a:pt x="129192" y="1445505"/>
                </a:cubicBezTo>
                <a:cubicBezTo>
                  <a:pt x="129192" y="1462274"/>
                  <a:pt x="115598" y="1475868"/>
                  <a:pt x="98831" y="1475868"/>
                </a:cubicBezTo>
                <a:cubicBezTo>
                  <a:pt x="82060" y="1475868"/>
                  <a:pt x="68467" y="1462274"/>
                  <a:pt x="68467" y="1445505"/>
                </a:cubicBezTo>
                <a:cubicBezTo>
                  <a:pt x="68467" y="1428735"/>
                  <a:pt x="82060" y="1415141"/>
                  <a:pt x="98831" y="1415141"/>
                </a:cubicBezTo>
                <a:close/>
                <a:moveTo>
                  <a:pt x="26277" y="1415141"/>
                </a:moveTo>
                <a:cubicBezTo>
                  <a:pt x="43044" y="1415141"/>
                  <a:pt x="56638" y="1428735"/>
                  <a:pt x="56638" y="1445505"/>
                </a:cubicBezTo>
                <a:cubicBezTo>
                  <a:pt x="56638" y="1462274"/>
                  <a:pt x="43044" y="1475868"/>
                  <a:pt x="26277" y="1475868"/>
                </a:cubicBezTo>
                <a:cubicBezTo>
                  <a:pt x="17892" y="1475868"/>
                  <a:pt x="10301" y="1472470"/>
                  <a:pt x="4807" y="1466975"/>
                </a:cubicBezTo>
                <a:lnTo>
                  <a:pt x="0" y="1455370"/>
                </a:lnTo>
                <a:lnTo>
                  <a:pt x="0" y="1435640"/>
                </a:lnTo>
                <a:lnTo>
                  <a:pt x="4807" y="1424034"/>
                </a:lnTo>
                <a:cubicBezTo>
                  <a:pt x="10301" y="1418540"/>
                  <a:pt x="17892" y="1415141"/>
                  <a:pt x="26277" y="1415141"/>
                </a:cubicBezTo>
                <a:close/>
                <a:moveTo>
                  <a:pt x="1332211" y="1334690"/>
                </a:moveTo>
                <a:cubicBezTo>
                  <a:pt x="1340596" y="1334690"/>
                  <a:pt x="1348186" y="1338088"/>
                  <a:pt x="1353681" y="1343583"/>
                </a:cubicBezTo>
                <a:lnTo>
                  <a:pt x="1356143" y="1349526"/>
                </a:lnTo>
                <a:lnTo>
                  <a:pt x="1331934" y="1381900"/>
                </a:lnTo>
                <a:lnTo>
                  <a:pt x="1321597" y="1393274"/>
                </a:lnTo>
                <a:lnTo>
                  <a:pt x="1320392" y="1393030"/>
                </a:lnTo>
                <a:cubicBezTo>
                  <a:pt x="1309494" y="1388421"/>
                  <a:pt x="1301847" y="1377631"/>
                  <a:pt x="1301847" y="1365053"/>
                </a:cubicBezTo>
                <a:cubicBezTo>
                  <a:pt x="1301847" y="1348284"/>
                  <a:pt x="1315441" y="1334690"/>
                  <a:pt x="1332211" y="1334690"/>
                </a:cubicBezTo>
                <a:close/>
                <a:moveTo>
                  <a:pt x="1259656" y="1334690"/>
                </a:moveTo>
                <a:cubicBezTo>
                  <a:pt x="1276426" y="1334690"/>
                  <a:pt x="1290020" y="1348284"/>
                  <a:pt x="1290020" y="1365053"/>
                </a:cubicBezTo>
                <a:cubicBezTo>
                  <a:pt x="1290020" y="1381823"/>
                  <a:pt x="1276426" y="1395417"/>
                  <a:pt x="1259656" y="1395417"/>
                </a:cubicBezTo>
                <a:cubicBezTo>
                  <a:pt x="1242887" y="1395417"/>
                  <a:pt x="1229293" y="1381823"/>
                  <a:pt x="1229293" y="1365053"/>
                </a:cubicBezTo>
                <a:cubicBezTo>
                  <a:pt x="1229293" y="1348284"/>
                  <a:pt x="1242887" y="1334690"/>
                  <a:pt x="1259656" y="1334690"/>
                </a:cubicBezTo>
                <a:close/>
                <a:moveTo>
                  <a:pt x="1187102" y="1334690"/>
                </a:moveTo>
                <a:cubicBezTo>
                  <a:pt x="1203871" y="1334690"/>
                  <a:pt x="1217465" y="1348284"/>
                  <a:pt x="1217465" y="1365053"/>
                </a:cubicBezTo>
                <a:cubicBezTo>
                  <a:pt x="1217465" y="1381823"/>
                  <a:pt x="1203871" y="1395417"/>
                  <a:pt x="1187102" y="1395417"/>
                </a:cubicBezTo>
                <a:cubicBezTo>
                  <a:pt x="1170332" y="1395417"/>
                  <a:pt x="1156738" y="1381823"/>
                  <a:pt x="1156738" y="1365053"/>
                </a:cubicBezTo>
                <a:cubicBezTo>
                  <a:pt x="1156738" y="1348284"/>
                  <a:pt x="1170332" y="1334690"/>
                  <a:pt x="1187102" y="1334690"/>
                </a:cubicBezTo>
                <a:close/>
                <a:moveTo>
                  <a:pt x="1114547" y="1334690"/>
                </a:moveTo>
                <a:cubicBezTo>
                  <a:pt x="1131317" y="1334690"/>
                  <a:pt x="1144911" y="1348284"/>
                  <a:pt x="1144911" y="1365053"/>
                </a:cubicBezTo>
                <a:cubicBezTo>
                  <a:pt x="1144911" y="1381823"/>
                  <a:pt x="1131317" y="1395417"/>
                  <a:pt x="1114547" y="1395417"/>
                </a:cubicBezTo>
                <a:cubicBezTo>
                  <a:pt x="1097778" y="1395417"/>
                  <a:pt x="1084184" y="1381823"/>
                  <a:pt x="1084184" y="1365053"/>
                </a:cubicBezTo>
                <a:cubicBezTo>
                  <a:pt x="1084184" y="1348284"/>
                  <a:pt x="1097778" y="1334690"/>
                  <a:pt x="1114547" y="1334690"/>
                </a:cubicBezTo>
                <a:close/>
                <a:moveTo>
                  <a:pt x="1041993" y="1334690"/>
                </a:moveTo>
                <a:cubicBezTo>
                  <a:pt x="1058762" y="1334690"/>
                  <a:pt x="1072356" y="1348284"/>
                  <a:pt x="1072356" y="1365053"/>
                </a:cubicBezTo>
                <a:cubicBezTo>
                  <a:pt x="1072356" y="1381823"/>
                  <a:pt x="1058762" y="1395417"/>
                  <a:pt x="1041993" y="1395417"/>
                </a:cubicBezTo>
                <a:cubicBezTo>
                  <a:pt x="1025223" y="1395417"/>
                  <a:pt x="1011629" y="1381823"/>
                  <a:pt x="1011629" y="1365053"/>
                </a:cubicBezTo>
                <a:cubicBezTo>
                  <a:pt x="1011629" y="1348284"/>
                  <a:pt x="1025223" y="1334690"/>
                  <a:pt x="1041993" y="1334690"/>
                </a:cubicBezTo>
                <a:close/>
                <a:moveTo>
                  <a:pt x="969438" y="1334690"/>
                </a:moveTo>
                <a:cubicBezTo>
                  <a:pt x="986208" y="1334690"/>
                  <a:pt x="999801" y="1348284"/>
                  <a:pt x="999801" y="1365053"/>
                </a:cubicBezTo>
                <a:cubicBezTo>
                  <a:pt x="999801" y="1381823"/>
                  <a:pt x="986208" y="1395417"/>
                  <a:pt x="969438" y="1395417"/>
                </a:cubicBezTo>
                <a:cubicBezTo>
                  <a:pt x="952669" y="1395417"/>
                  <a:pt x="939075" y="1381823"/>
                  <a:pt x="939075" y="1365053"/>
                </a:cubicBezTo>
                <a:cubicBezTo>
                  <a:pt x="939075" y="1348284"/>
                  <a:pt x="952669" y="1334690"/>
                  <a:pt x="969438" y="1334690"/>
                </a:cubicBezTo>
                <a:close/>
                <a:moveTo>
                  <a:pt x="896883" y="1334690"/>
                </a:moveTo>
                <a:cubicBezTo>
                  <a:pt x="913653" y="1334690"/>
                  <a:pt x="927247" y="1348284"/>
                  <a:pt x="927247" y="1365053"/>
                </a:cubicBezTo>
                <a:cubicBezTo>
                  <a:pt x="927247" y="1381823"/>
                  <a:pt x="913653" y="1395417"/>
                  <a:pt x="896883" y="1395417"/>
                </a:cubicBezTo>
                <a:cubicBezTo>
                  <a:pt x="880114" y="1395417"/>
                  <a:pt x="866520" y="1381823"/>
                  <a:pt x="866520" y="1365053"/>
                </a:cubicBezTo>
                <a:cubicBezTo>
                  <a:pt x="866520" y="1348284"/>
                  <a:pt x="880114" y="1334690"/>
                  <a:pt x="896883" y="1334690"/>
                </a:cubicBezTo>
                <a:close/>
                <a:moveTo>
                  <a:pt x="824329" y="1334690"/>
                </a:moveTo>
                <a:cubicBezTo>
                  <a:pt x="841098" y="1334690"/>
                  <a:pt x="854692" y="1348284"/>
                  <a:pt x="854692" y="1365053"/>
                </a:cubicBezTo>
                <a:cubicBezTo>
                  <a:pt x="854692" y="1381823"/>
                  <a:pt x="841098" y="1395417"/>
                  <a:pt x="824329" y="1395417"/>
                </a:cubicBezTo>
                <a:cubicBezTo>
                  <a:pt x="807559" y="1395417"/>
                  <a:pt x="793965" y="1381823"/>
                  <a:pt x="793965" y="1365053"/>
                </a:cubicBezTo>
                <a:cubicBezTo>
                  <a:pt x="793965" y="1348284"/>
                  <a:pt x="807559" y="1334690"/>
                  <a:pt x="824329" y="1334690"/>
                </a:cubicBezTo>
                <a:close/>
                <a:moveTo>
                  <a:pt x="751774" y="1334690"/>
                </a:moveTo>
                <a:cubicBezTo>
                  <a:pt x="768544" y="1334690"/>
                  <a:pt x="782138" y="1348284"/>
                  <a:pt x="782138" y="1365053"/>
                </a:cubicBezTo>
                <a:cubicBezTo>
                  <a:pt x="782138" y="1381823"/>
                  <a:pt x="768544" y="1395417"/>
                  <a:pt x="751774" y="1395417"/>
                </a:cubicBezTo>
                <a:cubicBezTo>
                  <a:pt x="735005" y="1395417"/>
                  <a:pt x="721411" y="1381823"/>
                  <a:pt x="721411" y="1365053"/>
                </a:cubicBezTo>
                <a:cubicBezTo>
                  <a:pt x="721411" y="1348284"/>
                  <a:pt x="735005" y="1334690"/>
                  <a:pt x="751774" y="1334690"/>
                </a:cubicBezTo>
                <a:close/>
                <a:moveTo>
                  <a:pt x="679220" y="1334690"/>
                </a:moveTo>
                <a:cubicBezTo>
                  <a:pt x="695989" y="1334690"/>
                  <a:pt x="709583" y="1348284"/>
                  <a:pt x="709583" y="1365053"/>
                </a:cubicBezTo>
                <a:cubicBezTo>
                  <a:pt x="709583" y="1381823"/>
                  <a:pt x="695989" y="1395417"/>
                  <a:pt x="679220" y="1395417"/>
                </a:cubicBezTo>
                <a:cubicBezTo>
                  <a:pt x="662450" y="1395417"/>
                  <a:pt x="648856" y="1381823"/>
                  <a:pt x="648856" y="1365053"/>
                </a:cubicBezTo>
                <a:cubicBezTo>
                  <a:pt x="648856" y="1348284"/>
                  <a:pt x="662450" y="1334690"/>
                  <a:pt x="679220" y="1334690"/>
                </a:cubicBezTo>
                <a:close/>
                <a:moveTo>
                  <a:pt x="606665" y="1334690"/>
                </a:moveTo>
                <a:cubicBezTo>
                  <a:pt x="623435" y="1334690"/>
                  <a:pt x="637029" y="1348284"/>
                  <a:pt x="637029" y="1365053"/>
                </a:cubicBezTo>
                <a:cubicBezTo>
                  <a:pt x="637029" y="1381823"/>
                  <a:pt x="623435" y="1395417"/>
                  <a:pt x="606665" y="1395417"/>
                </a:cubicBezTo>
                <a:cubicBezTo>
                  <a:pt x="589896" y="1395417"/>
                  <a:pt x="576302" y="1381823"/>
                  <a:pt x="576302" y="1365053"/>
                </a:cubicBezTo>
                <a:cubicBezTo>
                  <a:pt x="576302" y="1348284"/>
                  <a:pt x="589896" y="1334690"/>
                  <a:pt x="606665" y="1334690"/>
                </a:cubicBezTo>
                <a:close/>
                <a:moveTo>
                  <a:pt x="534111" y="1334690"/>
                </a:moveTo>
                <a:cubicBezTo>
                  <a:pt x="550880" y="1334690"/>
                  <a:pt x="564474" y="1348284"/>
                  <a:pt x="564474" y="1365053"/>
                </a:cubicBezTo>
                <a:cubicBezTo>
                  <a:pt x="564474" y="1381823"/>
                  <a:pt x="550880" y="1395417"/>
                  <a:pt x="534111" y="1395417"/>
                </a:cubicBezTo>
                <a:cubicBezTo>
                  <a:pt x="517341" y="1395417"/>
                  <a:pt x="503747" y="1381823"/>
                  <a:pt x="503747" y="1365053"/>
                </a:cubicBezTo>
                <a:cubicBezTo>
                  <a:pt x="503747" y="1348284"/>
                  <a:pt x="517341" y="1334690"/>
                  <a:pt x="534111" y="1334690"/>
                </a:cubicBezTo>
                <a:close/>
                <a:moveTo>
                  <a:pt x="461556" y="1334690"/>
                </a:moveTo>
                <a:cubicBezTo>
                  <a:pt x="478326" y="1334690"/>
                  <a:pt x="491920" y="1348284"/>
                  <a:pt x="491920" y="1365053"/>
                </a:cubicBezTo>
                <a:cubicBezTo>
                  <a:pt x="491920" y="1381823"/>
                  <a:pt x="478326" y="1395417"/>
                  <a:pt x="461556" y="1395417"/>
                </a:cubicBezTo>
                <a:cubicBezTo>
                  <a:pt x="444787" y="1395417"/>
                  <a:pt x="431192" y="1381823"/>
                  <a:pt x="431192" y="1365053"/>
                </a:cubicBezTo>
                <a:cubicBezTo>
                  <a:pt x="431192" y="1348284"/>
                  <a:pt x="444787" y="1334690"/>
                  <a:pt x="461556" y="1334690"/>
                </a:cubicBezTo>
                <a:close/>
                <a:moveTo>
                  <a:pt x="389002" y="1334690"/>
                </a:moveTo>
                <a:cubicBezTo>
                  <a:pt x="405771" y="1334690"/>
                  <a:pt x="419365" y="1348284"/>
                  <a:pt x="419365" y="1365053"/>
                </a:cubicBezTo>
                <a:cubicBezTo>
                  <a:pt x="419365" y="1381823"/>
                  <a:pt x="405771" y="1395417"/>
                  <a:pt x="389002" y="1395417"/>
                </a:cubicBezTo>
                <a:cubicBezTo>
                  <a:pt x="372232" y="1395417"/>
                  <a:pt x="358638" y="1381823"/>
                  <a:pt x="358638" y="1365053"/>
                </a:cubicBezTo>
                <a:cubicBezTo>
                  <a:pt x="358638" y="1348284"/>
                  <a:pt x="372232" y="1334690"/>
                  <a:pt x="389002" y="1334690"/>
                </a:cubicBezTo>
                <a:close/>
                <a:moveTo>
                  <a:pt x="316447" y="1334690"/>
                </a:moveTo>
                <a:cubicBezTo>
                  <a:pt x="333216" y="1334690"/>
                  <a:pt x="346810" y="1348284"/>
                  <a:pt x="346810" y="1365053"/>
                </a:cubicBezTo>
                <a:cubicBezTo>
                  <a:pt x="346810" y="1381823"/>
                  <a:pt x="333216" y="1395417"/>
                  <a:pt x="316447" y="1395417"/>
                </a:cubicBezTo>
                <a:cubicBezTo>
                  <a:pt x="299677" y="1395417"/>
                  <a:pt x="286084" y="1381823"/>
                  <a:pt x="286084" y="1365053"/>
                </a:cubicBezTo>
                <a:cubicBezTo>
                  <a:pt x="286084" y="1348284"/>
                  <a:pt x="299677" y="1334690"/>
                  <a:pt x="316447" y="1334690"/>
                </a:cubicBezTo>
                <a:close/>
                <a:moveTo>
                  <a:pt x="243892" y="1334690"/>
                </a:moveTo>
                <a:cubicBezTo>
                  <a:pt x="260662" y="1334690"/>
                  <a:pt x="274256" y="1348284"/>
                  <a:pt x="274256" y="1365053"/>
                </a:cubicBezTo>
                <a:cubicBezTo>
                  <a:pt x="274256" y="1381823"/>
                  <a:pt x="260662" y="1395417"/>
                  <a:pt x="243892" y="1395417"/>
                </a:cubicBezTo>
                <a:cubicBezTo>
                  <a:pt x="227123" y="1395417"/>
                  <a:pt x="213529" y="1381823"/>
                  <a:pt x="213529" y="1365053"/>
                </a:cubicBezTo>
                <a:cubicBezTo>
                  <a:pt x="213529" y="1348284"/>
                  <a:pt x="227123" y="1334690"/>
                  <a:pt x="243892" y="1334690"/>
                </a:cubicBezTo>
                <a:close/>
                <a:moveTo>
                  <a:pt x="171339" y="1334690"/>
                </a:moveTo>
                <a:cubicBezTo>
                  <a:pt x="188107" y="1334690"/>
                  <a:pt x="201701" y="1348284"/>
                  <a:pt x="201701" y="1365053"/>
                </a:cubicBezTo>
                <a:cubicBezTo>
                  <a:pt x="201701" y="1381823"/>
                  <a:pt x="188107" y="1395417"/>
                  <a:pt x="171339" y="1395417"/>
                </a:cubicBezTo>
                <a:cubicBezTo>
                  <a:pt x="154616" y="1395417"/>
                  <a:pt x="141023" y="1381823"/>
                  <a:pt x="141023" y="1365053"/>
                </a:cubicBezTo>
                <a:cubicBezTo>
                  <a:pt x="141023" y="1348284"/>
                  <a:pt x="154616" y="1334690"/>
                  <a:pt x="171339" y="1334690"/>
                </a:cubicBezTo>
                <a:close/>
                <a:moveTo>
                  <a:pt x="98838" y="1334690"/>
                </a:moveTo>
                <a:cubicBezTo>
                  <a:pt x="115605" y="1334690"/>
                  <a:pt x="129198" y="1348284"/>
                  <a:pt x="129198" y="1365053"/>
                </a:cubicBezTo>
                <a:cubicBezTo>
                  <a:pt x="129198" y="1381823"/>
                  <a:pt x="115605" y="1395417"/>
                  <a:pt x="98838" y="1395417"/>
                </a:cubicBezTo>
                <a:cubicBezTo>
                  <a:pt x="82067" y="1395417"/>
                  <a:pt x="68474" y="1381823"/>
                  <a:pt x="68474" y="1365053"/>
                </a:cubicBezTo>
                <a:cubicBezTo>
                  <a:pt x="68474" y="1348284"/>
                  <a:pt x="82067" y="1334690"/>
                  <a:pt x="98838" y="1334690"/>
                </a:cubicBezTo>
                <a:close/>
                <a:moveTo>
                  <a:pt x="26283" y="1334690"/>
                </a:moveTo>
                <a:cubicBezTo>
                  <a:pt x="43051" y="1334690"/>
                  <a:pt x="56645" y="1348284"/>
                  <a:pt x="56645" y="1365053"/>
                </a:cubicBezTo>
                <a:cubicBezTo>
                  <a:pt x="56645" y="1381823"/>
                  <a:pt x="43051" y="1395417"/>
                  <a:pt x="26283" y="1395417"/>
                </a:cubicBezTo>
                <a:cubicBezTo>
                  <a:pt x="17898" y="1395417"/>
                  <a:pt x="10308" y="1392019"/>
                  <a:pt x="4813" y="1386524"/>
                </a:cubicBezTo>
                <a:lnTo>
                  <a:pt x="0" y="1374903"/>
                </a:lnTo>
                <a:lnTo>
                  <a:pt x="0" y="1355203"/>
                </a:lnTo>
                <a:lnTo>
                  <a:pt x="4813" y="1343583"/>
                </a:lnTo>
                <a:cubicBezTo>
                  <a:pt x="10308" y="1338089"/>
                  <a:pt x="17898" y="1334690"/>
                  <a:pt x="26283" y="1334690"/>
                </a:cubicBezTo>
                <a:close/>
                <a:moveTo>
                  <a:pt x="1404765" y="1254238"/>
                </a:moveTo>
                <a:cubicBezTo>
                  <a:pt x="1408957" y="1254238"/>
                  <a:pt x="1412951" y="1255088"/>
                  <a:pt x="1416584" y="1256624"/>
                </a:cubicBezTo>
                <a:lnTo>
                  <a:pt x="1422045" y="1260306"/>
                </a:lnTo>
                <a:lnTo>
                  <a:pt x="1418517" y="1266114"/>
                </a:lnTo>
                <a:lnTo>
                  <a:pt x="1386846" y="1308466"/>
                </a:lnTo>
                <a:lnTo>
                  <a:pt x="1383295" y="1306072"/>
                </a:lnTo>
                <a:cubicBezTo>
                  <a:pt x="1377800" y="1300577"/>
                  <a:pt x="1374402" y="1292986"/>
                  <a:pt x="1374402" y="1284602"/>
                </a:cubicBezTo>
                <a:cubicBezTo>
                  <a:pt x="1374402" y="1267832"/>
                  <a:pt x="1387996" y="1254238"/>
                  <a:pt x="1404765" y="1254238"/>
                </a:cubicBezTo>
                <a:close/>
                <a:moveTo>
                  <a:pt x="1332211" y="1254238"/>
                </a:moveTo>
                <a:cubicBezTo>
                  <a:pt x="1348980" y="1254238"/>
                  <a:pt x="1362574" y="1267832"/>
                  <a:pt x="1362574" y="1284602"/>
                </a:cubicBezTo>
                <a:cubicBezTo>
                  <a:pt x="1362574" y="1301371"/>
                  <a:pt x="1348980" y="1314965"/>
                  <a:pt x="1332211" y="1314965"/>
                </a:cubicBezTo>
                <a:cubicBezTo>
                  <a:pt x="1315441" y="1314965"/>
                  <a:pt x="1301847" y="1301371"/>
                  <a:pt x="1301847" y="1284602"/>
                </a:cubicBezTo>
                <a:cubicBezTo>
                  <a:pt x="1301847" y="1267832"/>
                  <a:pt x="1315441" y="1254238"/>
                  <a:pt x="1332211" y="1254238"/>
                </a:cubicBezTo>
                <a:close/>
                <a:moveTo>
                  <a:pt x="1259656" y="1254238"/>
                </a:moveTo>
                <a:cubicBezTo>
                  <a:pt x="1276426" y="1254238"/>
                  <a:pt x="1290020" y="1267832"/>
                  <a:pt x="1290020" y="1284602"/>
                </a:cubicBezTo>
                <a:cubicBezTo>
                  <a:pt x="1290020" y="1301371"/>
                  <a:pt x="1276426" y="1314965"/>
                  <a:pt x="1259656" y="1314965"/>
                </a:cubicBezTo>
                <a:cubicBezTo>
                  <a:pt x="1242887" y="1314965"/>
                  <a:pt x="1229293" y="1301371"/>
                  <a:pt x="1229293" y="1284602"/>
                </a:cubicBezTo>
                <a:cubicBezTo>
                  <a:pt x="1229293" y="1267832"/>
                  <a:pt x="1242887" y="1254238"/>
                  <a:pt x="1259656" y="1254238"/>
                </a:cubicBezTo>
                <a:close/>
                <a:moveTo>
                  <a:pt x="1187102" y="1254238"/>
                </a:moveTo>
                <a:cubicBezTo>
                  <a:pt x="1203871" y="1254238"/>
                  <a:pt x="1217465" y="1267832"/>
                  <a:pt x="1217465" y="1284602"/>
                </a:cubicBezTo>
                <a:cubicBezTo>
                  <a:pt x="1217465" y="1301371"/>
                  <a:pt x="1203871" y="1314965"/>
                  <a:pt x="1187102" y="1314965"/>
                </a:cubicBezTo>
                <a:cubicBezTo>
                  <a:pt x="1170332" y="1314965"/>
                  <a:pt x="1156738" y="1301371"/>
                  <a:pt x="1156738" y="1284602"/>
                </a:cubicBezTo>
                <a:cubicBezTo>
                  <a:pt x="1156738" y="1267832"/>
                  <a:pt x="1170332" y="1254238"/>
                  <a:pt x="1187102" y="1254238"/>
                </a:cubicBezTo>
                <a:close/>
                <a:moveTo>
                  <a:pt x="1114547" y="1254238"/>
                </a:moveTo>
                <a:cubicBezTo>
                  <a:pt x="1131317" y="1254238"/>
                  <a:pt x="1144911" y="1267832"/>
                  <a:pt x="1144911" y="1284602"/>
                </a:cubicBezTo>
                <a:cubicBezTo>
                  <a:pt x="1144911" y="1301371"/>
                  <a:pt x="1131317" y="1314965"/>
                  <a:pt x="1114547" y="1314965"/>
                </a:cubicBezTo>
                <a:cubicBezTo>
                  <a:pt x="1097778" y="1314965"/>
                  <a:pt x="1084184" y="1301371"/>
                  <a:pt x="1084184" y="1284602"/>
                </a:cubicBezTo>
                <a:cubicBezTo>
                  <a:pt x="1084184" y="1267832"/>
                  <a:pt x="1097778" y="1254238"/>
                  <a:pt x="1114547" y="1254238"/>
                </a:cubicBezTo>
                <a:close/>
                <a:moveTo>
                  <a:pt x="1041993" y="1254238"/>
                </a:moveTo>
                <a:cubicBezTo>
                  <a:pt x="1058762" y="1254238"/>
                  <a:pt x="1072356" y="1267832"/>
                  <a:pt x="1072356" y="1284602"/>
                </a:cubicBezTo>
                <a:cubicBezTo>
                  <a:pt x="1072356" y="1301371"/>
                  <a:pt x="1058762" y="1314965"/>
                  <a:pt x="1041993" y="1314965"/>
                </a:cubicBezTo>
                <a:cubicBezTo>
                  <a:pt x="1025223" y="1314965"/>
                  <a:pt x="1011629" y="1301371"/>
                  <a:pt x="1011629" y="1284602"/>
                </a:cubicBezTo>
                <a:cubicBezTo>
                  <a:pt x="1011629" y="1267832"/>
                  <a:pt x="1025223" y="1254238"/>
                  <a:pt x="1041993" y="1254238"/>
                </a:cubicBezTo>
                <a:close/>
                <a:moveTo>
                  <a:pt x="969438" y="1254238"/>
                </a:moveTo>
                <a:cubicBezTo>
                  <a:pt x="986208" y="1254238"/>
                  <a:pt x="999801" y="1267832"/>
                  <a:pt x="999801" y="1284602"/>
                </a:cubicBezTo>
                <a:cubicBezTo>
                  <a:pt x="999801" y="1301371"/>
                  <a:pt x="986208" y="1314965"/>
                  <a:pt x="969438" y="1314965"/>
                </a:cubicBezTo>
                <a:cubicBezTo>
                  <a:pt x="952669" y="1314965"/>
                  <a:pt x="939075" y="1301371"/>
                  <a:pt x="939075" y="1284602"/>
                </a:cubicBezTo>
                <a:cubicBezTo>
                  <a:pt x="939075" y="1267832"/>
                  <a:pt x="952669" y="1254238"/>
                  <a:pt x="969438" y="1254238"/>
                </a:cubicBezTo>
                <a:close/>
                <a:moveTo>
                  <a:pt x="896883" y="1254238"/>
                </a:moveTo>
                <a:cubicBezTo>
                  <a:pt x="913653" y="1254238"/>
                  <a:pt x="927247" y="1267832"/>
                  <a:pt x="927247" y="1284602"/>
                </a:cubicBezTo>
                <a:cubicBezTo>
                  <a:pt x="927247" y="1301371"/>
                  <a:pt x="913653" y="1314965"/>
                  <a:pt x="896883" y="1314965"/>
                </a:cubicBezTo>
                <a:cubicBezTo>
                  <a:pt x="880114" y="1314965"/>
                  <a:pt x="866520" y="1301371"/>
                  <a:pt x="866520" y="1284602"/>
                </a:cubicBezTo>
                <a:cubicBezTo>
                  <a:pt x="866520" y="1267832"/>
                  <a:pt x="880114" y="1254238"/>
                  <a:pt x="896883" y="1254238"/>
                </a:cubicBezTo>
                <a:close/>
                <a:moveTo>
                  <a:pt x="824329" y="1254238"/>
                </a:moveTo>
                <a:cubicBezTo>
                  <a:pt x="841098" y="1254238"/>
                  <a:pt x="854692" y="1267832"/>
                  <a:pt x="854692" y="1284602"/>
                </a:cubicBezTo>
                <a:cubicBezTo>
                  <a:pt x="854692" y="1301371"/>
                  <a:pt x="841098" y="1314965"/>
                  <a:pt x="824329" y="1314965"/>
                </a:cubicBezTo>
                <a:cubicBezTo>
                  <a:pt x="807559" y="1314965"/>
                  <a:pt x="793965" y="1301371"/>
                  <a:pt x="793965" y="1284602"/>
                </a:cubicBezTo>
                <a:cubicBezTo>
                  <a:pt x="793965" y="1267832"/>
                  <a:pt x="807559" y="1254238"/>
                  <a:pt x="824329" y="1254238"/>
                </a:cubicBezTo>
                <a:close/>
                <a:moveTo>
                  <a:pt x="751774" y="1254238"/>
                </a:moveTo>
                <a:cubicBezTo>
                  <a:pt x="768544" y="1254238"/>
                  <a:pt x="782138" y="1267832"/>
                  <a:pt x="782138" y="1284602"/>
                </a:cubicBezTo>
                <a:cubicBezTo>
                  <a:pt x="782138" y="1301371"/>
                  <a:pt x="768544" y="1314965"/>
                  <a:pt x="751774" y="1314965"/>
                </a:cubicBezTo>
                <a:cubicBezTo>
                  <a:pt x="735005" y="1314965"/>
                  <a:pt x="721411" y="1301371"/>
                  <a:pt x="721411" y="1284602"/>
                </a:cubicBezTo>
                <a:cubicBezTo>
                  <a:pt x="721411" y="1267832"/>
                  <a:pt x="735005" y="1254238"/>
                  <a:pt x="751774" y="1254238"/>
                </a:cubicBezTo>
                <a:close/>
                <a:moveTo>
                  <a:pt x="679220" y="1254238"/>
                </a:moveTo>
                <a:cubicBezTo>
                  <a:pt x="695989" y="1254238"/>
                  <a:pt x="709583" y="1267832"/>
                  <a:pt x="709583" y="1284602"/>
                </a:cubicBezTo>
                <a:cubicBezTo>
                  <a:pt x="709583" y="1301371"/>
                  <a:pt x="695989" y="1314965"/>
                  <a:pt x="679220" y="1314965"/>
                </a:cubicBezTo>
                <a:cubicBezTo>
                  <a:pt x="662450" y="1314965"/>
                  <a:pt x="648856" y="1301371"/>
                  <a:pt x="648856" y="1284602"/>
                </a:cubicBezTo>
                <a:cubicBezTo>
                  <a:pt x="648856" y="1267832"/>
                  <a:pt x="662450" y="1254238"/>
                  <a:pt x="679220" y="1254238"/>
                </a:cubicBezTo>
                <a:close/>
                <a:moveTo>
                  <a:pt x="606665" y="1254238"/>
                </a:moveTo>
                <a:cubicBezTo>
                  <a:pt x="623435" y="1254238"/>
                  <a:pt x="637029" y="1267832"/>
                  <a:pt x="637029" y="1284602"/>
                </a:cubicBezTo>
                <a:cubicBezTo>
                  <a:pt x="637029" y="1301371"/>
                  <a:pt x="623435" y="1314965"/>
                  <a:pt x="606665" y="1314965"/>
                </a:cubicBezTo>
                <a:cubicBezTo>
                  <a:pt x="589896" y="1314965"/>
                  <a:pt x="576302" y="1301371"/>
                  <a:pt x="576302" y="1284602"/>
                </a:cubicBezTo>
                <a:cubicBezTo>
                  <a:pt x="576302" y="1267832"/>
                  <a:pt x="589896" y="1254238"/>
                  <a:pt x="606665" y="1254238"/>
                </a:cubicBezTo>
                <a:close/>
                <a:moveTo>
                  <a:pt x="534111" y="1254238"/>
                </a:moveTo>
                <a:cubicBezTo>
                  <a:pt x="550880" y="1254238"/>
                  <a:pt x="564474" y="1267832"/>
                  <a:pt x="564474" y="1284602"/>
                </a:cubicBezTo>
                <a:cubicBezTo>
                  <a:pt x="564474" y="1301371"/>
                  <a:pt x="550880" y="1314965"/>
                  <a:pt x="534111" y="1314965"/>
                </a:cubicBezTo>
                <a:cubicBezTo>
                  <a:pt x="517341" y="1314965"/>
                  <a:pt x="503747" y="1301371"/>
                  <a:pt x="503747" y="1284602"/>
                </a:cubicBezTo>
                <a:cubicBezTo>
                  <a:pt x="503747" y="1267832"/>
                  <a:pt x="517341" y="1254238"/>
                  <a:pt x="534111" y="1254238"/>
                </a:cubicBezTo>
                <a:close/>
                <a:moveTo>
                  <a:pt x="461556" y="1254238"/>
                </a:moveTo>
                <a:cubicBezTo>
                  <a:pt x="478326" y="1254238"/>
                  <a:pt x="491920" y="1267832"/>
                  <a:pt x="491920" y="1284602"/>
                </a:cubicBezTo>
                <a:cubicBezTo>
                  <a:pt x="491920" y="1301371"/>
                  <a:pt x="478326" y="1314965"/>
                  <a:pt x="461556" y="1314965"/>
                </a:cubicBezTo>
                <a:cubicBezTo>
                  <a:pt x="444787" y="1314965"/>
                  <a:pt x="431192" y="1301371"/>
                  <a:pt x="431192" y="1284602"/>
                </a:cubicBezTo>
                <a:cubicBezTo>
                  <a:pt x="431192" y="1267832"/>
                  <a:pt x="444787" y="1254238"/>
                  <a:pt x="461556" y="1254238"/>
                </a:cubicBezTo>
                <a:close/>
                <a:moveTo>
                  <a:pt x="389002" y="1254238"/>
                </a:moveTo>
                <a:cubicBezTo>
                  <a:pt x="405771" y="1254238"/>
                  <a:pt x="419365" y="1267832"/>
                  <a:pt x="419365" y="1284602"/>
                </a:cubicBezTo>
                <a:cubicBezTo>
                  <a:pt x="419365" y="1301371"/>
                  <a:pt x="405771" y="1314965"/>
                  <a:pt x="389002" y="1314965"/>
                </a:cubicBezTo>
                <a:cubicBezTo>
                  <a:pt x="372232" y="1314965"/>
                  <a:pt x="358638" y="1301371"/>
                  <a:pt x="358638" y="1284602"/>
                </a:cubicBezTo>
                <a:cubicBezTo>
                  <a:pt x="358638" y="1267832"/>
                  <a:pt x="372232" y="1254238"/>
                  <a:pt x="389002" y="1254238"/>
                </a:cubicBezTo>
                <a:close/>
                <a:moveTo>
                  <a:pt x="316447" y="1254238"/>
                </a:moveTo>
                <a:cubicBezTo>
                  <a:pt x="333216" y="1254238"/>
                  <a:pt x="346810" y="1267832"/>
                  <a:pt x="346810" y="1284602"/>
                </a:cubicBezTo>
                <a:cubicBezTo>
                  <a:pt x="346810" y="1301371"/>
                  <a:pt x="333216" y="1314965"/>
                  <a:pt x="316447" y="1314965"/>
                </a:cubicBezTo>
                <a:cubicBezTo>
                  <a:pt x="299677" y="1314965"/>
                  <a:pt x="286084" y="1301371"/>
                  <a:pt x="286084" y="1284602"/>
                </a:cubicBezTo>
                <a:cubicBezTo>
                  <a:pt x="286084" y="1267832"/>
                  <a:pt x="299677" y="1254238"/>
                  <a:pt x="316447" y="1254238"/>
                </a:cubicBezTo>
                <a:close/>
                <a:moveTo>
                  <a:pt x="243892" y="1254238"/>
                </a:moveTo>
                <a:cubicBezTo>
                  <a:pt x="260662" y="1254238"/>
                  <a:pt x="274256" y="1267832"/>
                  <a:pt x="274256" y="1284602"/>
                </a:cubicBezTo>
                <a:cubicBezTo>
                  <a:pt x="274256" y="1301371"/>
                  <a:pt x="260662" y="1314965"/>
                  <a:pt x="243892" y="1314965"/>
                </a:cubicBezTo>
                <a:cubicBezTo>
                  <a:pt x="227123" y="1314965"/>
                  <a:pt x="213529" y="1301371"/>
                  <a:pt x="213529" y="1284602"/>
                </a:cubicBezTo>
                <a:cubicBezTo>
                  <a:pt x="213529" y="1267832"/>
                  <a:pt x="227123" y="1254238"/>
                  <a:pt x="243892" y="1254238"/>
                </a:cubicBezTo>
                <a:close/>
                <a:moveTo>
                  <a:pt x="171339" y="1254238"/>
                </a:moveTo>
                <a:cubicBezTo>
                  <a:pt x="188107" y="1254238"/>
                  <a:pt x="201701" y="1267832"/>
                  <a:pt x="201701" y="1284602"/>
                </a:cubicBezTo>
                <a:cubicBezTo>
                  <a:pt x="201701" y="1301371"/>
                  <a:pt x="188107" y="1314965"/>
                  <a:pt x="171339" y="1314965"/>
                </a:cubicBezTo>
                <a:cubicBezTo>
                  <a:pt x="154622" y="1314965"/>
                  <a:pt x="141029" y="1301371"/>
                  <a:pt x="141029" y="1284602"/>
                </a:cubicBezTo>
                <a:cubicBezTo>
                  <a:pt x="141029" y="1267832"/>
                  <a:pt x="154622" y="1254238"/>
                  <a:pt x="171339" y="1254238"/>
                </a:cubicBezTo>
                <a:close/>
                <a:moveTo>
                  <a:pt x="98845" y="1254238"/>
                </a:moveTo>
                <a:cubicBezTo>
                  <a:pt x="115610" y="1254238"/>
                  <a:pt x="129204" y="1267832"/>
                  <a:pt x="129204" y="1284602"/>
                </a:cubicBezTo>
                <a:cubicBezTo>
                  <a:pt x="129204" y="1301371"/>
                  <a:pt x="115610" y="1314965"/>
                  <a:pt x="98845" y="1314965"/>
                </a:cubicBezTo>
                <a:cubicBezTo>
                  <a:pt x="82074" y="1314965"/>
                  <a:pt x="68480" y="1301371"/>
                  <a:pt x="68480" y="1284602"/>
                </a:cubicBezTo>
                <a:cubicBezTo>
                  <a:pt x="68480" y="1267832"/>
                  <a:pt x="82074" y="1254238"/>
                  <a:pt x="98845" y="1254238"/>
                </a:cubicBezTo>
                <a:close/>
                <a:moveTo>
                  <a:pt x="26290" y="1254238"/>
                </a:moveTo>
                <a:cubicBezTo>
                  <a:pt x="43057" y="1254238"/>
                  <a:pt x="56651" y="1267832"/>
                  <a:pt x="56651" y="1284602"/>
                </a:cubicBezTo>
                <a:cubicBezTo>
                  <a:pt x="56651" y="1301371"/>
                  <a:pt x="43057" y="1314965"/>
                  <a:pt x="26290" y="1314965"/>
                </a:cubicBezTo>
                <a:cubicBezTo>
                  <a:pt x="17905" y="1314965"/>
                  <a:pt x="10314" y="1311567"/>
                  <a:pt x="4819" y="1306072"/>
                </a:cubicBezTo>
                <a:lnTo>
                  <a:pt x="0" y="1294437"/>
                </a:lnTo>
                <a:lnTo>
                  <a:pt x="0" y="1274766"/>
                </a:lnTo>
                <a:lnTo>
                  <a:pt x="4819" y="1263131"/>
                </a:lnTo>
                <a:cubicBezTo>
                  <a:pt x="10314" y="1257637"/>
                  <a:pt x="17905" y="1254238"/>
                  <a:pt x="26290" y="1254238"/>
                </a:cubicBezTo>
                <a:close/>
                <a:moveTo>
                  <a:pt x="1474228" y="1174410"/>
                </a:moveTo>
                <a:lnTo>
                  <a:pt x="1450688" y="1213159"/>
                </a:lnTo>
                <a:lnTo>
                  <a:pt x="1446956" y="1204150"/>
                </a:lnTo>
                <a:cubicBezTo>
                  <a:pt x="1446956" y="1191573"/>
                  <a:pt x="1454603" y="1180782"/>
                  <a:pt x="1465501" y="1176173"/>
                </a:cubicBezTo>
                <a:close/>
                <a:moveTo>
                  <a:pt x="1404765" y="1173786"/>
                </a:moveTo>
                <a:cubicBezTo>
                  <a:pt x="1421535" y="1173786"/>
                  <a:pt x="1435129" y="1187380"/>
                  <a:pt x="1435129" y="1204150"/>
                </a:cubicBezTo>
                <a:cubicBezTo>
                  <a:pt x="1435129" y="1220919"/>
                  <a:pt x="1421535" y="1234513"/>
                  <a:pt x="1404765" y="1234513"/>
                </a:cubicBezTo>
                <a:cubicBezTo>
                  <a:pt x="1387996" y="1234513"/>
                  <a:pt x="1374402" y="1220919"/>
                  <a:pt x="1374402" y="1204150"/>
                </a:cubicBezTo>
                <a:cubicBezTo>
                  <a:pt x="1374402" y="1187380"/>
                  <a:pt x="1387996" y="1173786"/>
                  <a:pt x="1404765" y="1173786"/>
                </a:cubicBezTo>
                <a:close/>
                <a:moveTo>
                  <a:pt x="1332211" y="1173786"/>
                </a:moveTo>
                <a:cubicBezTo>
                  <a:pt x="1348980" y="1173786"/>
                  <a:pt x="1362574" y="1187380"/>
                  <a:pt x="1362574" y="1204150"/>
                </a:cubicBezTo>
                <a:cubicBezTo>
                  <a:pt x="1362574" y="1220919"/>
                  <a:pt x="1348980" y="1234513"/>
                  <a:pt x="1332211" y="1234513"/>
                </a:cubicBezTo>
                <a:cubicBezTo>
                  <a:pt x="1315441" y="1234513"/>
                  <a:pt x="1301847" y="1220919"/>
                  <a:pt x="1301847" y="1204150"/>
                </a:cubicBezTo>
                <a:cubicBezTo>
                  <a:pt x="1301847" y="1187380"/>
                  <a:pt x="1315441" y="1173786"/>
                  <a:pt x="1332211" y="1173786"/>
                </a:cubicBezTo>
                <a:close/>
                <a:moveTo>
                  <a:pt x="1259656" y="1173786"/>
                </a:moveTo>
                <a:cubicBezTo>
                  <a:pt x="1276426" y="1173786"/>
                  <a:pt x="1290020" y="1187380"/>
                  <a:pt x="1290020" y="1204150"/>
                </a:cubicBezTo>
                <a:cubicBezTo>
                  <a:pt x="1290020" y="1220919"/>
                  <a:pt x="1276426" y="1234513"/>
                  <a:pt x="1259656" y="1234513"/>
                </a:cubicBezTo>
                <a:cubicBezTo>
                  <a:pt x="1242887" y="1234513"/>
                  <a:pt x="1229293" y="1220919"/>
                  <a:pt x="1229293" y="1204150"/>
                </a:cubicBezTo>
                <a:cubicBezTo>
                  <a:pt x="1229293" y="1187380"/>
                  <a:pt x="1242887" y="1173786"/>
                  <a:pt x="1259656" y="1173786"/>
                </a:cubicBezTo>
                <a:close/>
                <a:moveTo>
                  <a:pt x="1187102" y="1173786"/>
                </a:moveTo>
                <a:cubicBezTo>
                  <a:pt x="1203871" y="1173786"/>
                  <a:pt x="1217465" y="1187380"/>
                  <a:pt x="1217465" y="1204150"/>
                </a:cubicBezTo>
                <a:cubicBezTo>
                  <a:pt x="1217465" y="1220919"/>
                  <a:pt x="1203871" y="1234513"/>
                  <a:pt x="1187102" y="1234513"/>
                </a:cubicBezTo>
                <a:cubicBezTo>
                  <a:pt x="1170332" y="1234513"/>
                  <a:pt x="1156738" y="1220919"/>
                  <a:pt x="1156738" y="1204150"/>
                </a:cubicBezTo>
                <a:cubicBezTo>
                  <a:pt x="1156738" y="1187380"/>
                  <a:pt x="1170332" y="1173786"/>
                  <a:pt x="1187102" y="1173786"/>
                </a:cubicBezTo>
                <a:close/>
                <a:moveTo>
                  <a:pt x="1114547" y="1173786"/>
                </a:moveTo>
                <a:cubicBezTo>
                  <a:pt x="1131317" y="1173786"/>
                  <a:pt x="1144911" y="1187380"/>
                  <a:pt x="1144911" y="1204150"/>
                </a:cubicBezTo>
                <a:cubicBezTo>
                  <a:pt x="1144911" y="1220919"/>
                  <a:pt x="1131317" y="1234513"/>
                  <a:pt x="1114547" y="1234513"/>
                </a:cubicBezTo>
                <a:cubicBezTo>
                  <a:pt x="1097778" y="1234513"/>
                  <a:pt x="1084184" y="1220919"/>
                  <a:pt x="1084184" y="1204150"/>
                </a:cubicBezTo>
                <a:cubicBezTo>
                  <a:pt x="1084184" y="1187380"/>
                  <a:pt x="1097778" y="1173786"/>
                  <a:pt x="1114547" y="1173786"/>
                </a:cubicBezTo>
                <a:close/>
                <a:moveTo>
                  <a:pt x="1041993" y="1173786"/>
                </a:moveTo>
                <a:cubicBezTo>
                  <a:pt x="1058762" y="1173786"/>
                  <a:pt x="1072356" y="1187380"/>
                  <a:pt x="1072356" y="1204150"/>
                </a:cubicBezTo>
                <a:cubicBezTo>
                  <a:pt x="1072356" y="1220919"/>
                  <a:pt x="1058762" y="1234513"/>
                  <a:pt x="1041993" y="1234513"/>
                </a:cubicBezTo>
                <a:cubicBezTo>
                  <a:pt x="1025223" y="1234513"/>
                  <a:pt x="1011629" y="1220919"/>
                  <a:pt x="1011629" y="1204150"/>
                </a:cubicBezTo>
                <a:cubicBezTo>
                  <a:pt x="1011629" y="1187380"/>
                  <a:pt x="1025223" y="1173786"/>
                  <a:pt x="1041993" y="1173786"/>
                </a:cubicBezTo>
                <a:close/>
                <a:moveTo>
                  <a:pt x="969438" y="1173786"/>
                </a:moveTo>
                <a:cubicBezTo>
                  <a:pt x="986208" y="1173786"/>
                  <a:pt x="999801" y="1187380"/>
                  <a:pt x="999801" y="1204150"/>
                </a:cubicBezTo>
                <a:cubicBezTo>
                  <a:pt x="999801" y="1220919"/>
                  <a:pt x="986208" y="1234513"/>
                  <a:pt x="969438" y="1234513"/>
                </a:cubicBezTo>
                <a:cubicBezTo>
                  <a:pt x="952669" y="1234513"/>
                  <a:pt x="939075" y="1220919"/>
                  <a:pt x="939075" y="1204150"/>
                </a:cubicBezTo>
                <a:cubicBezTo>
                  <a:pt x="939075" y="1187380"/>
                  <a:pt x="952669" y="1173786"/>
                  <a:pt x="969438" y="1173786"/>
                </a:cubicBezTo>
                <a:close/>
                <a:moveTo>
                  <a:pt x="896883" y="1173786"/>
                </a:moveTo>
                <a:cubicBezTo>
                  <a:pt x="913653" y="1173786"/>
                  <a:pt x="927247" y="1187380"/>
                  <a:pt x="927247" y="1204150"/>
                </a:cubicBezTo>
                <a:cubicBezTo>
                  <a:pt x="927247" y="1220919"/>
                  <a:pt x="913653" y="1234513"/>
                  <a:pt x="896883" y="1234513"/>
                </a:cubicBezTo>
                <a:cubicBezTo>
                  <a:pt x="880114" y="1234513"/>
                  <a:pt x="866520" y="1220919"/>
                  <a:pt x="866520" y="1204150"/>
                </a:cubicBezTo>
                <a:cubicBezTo>
                  <a:pt x="866520" y="1187380"/>
                  <a:pt x="880114" y="1173786"/>
                  <a:pt x="896883" y="1173786"/>
                </a:cubicBezTo>
                <a:close/>
                <a:moveTo>
                  <a:pt x="824329" y="1173786"/>
                </a:moveTo>
                <a:cubicBezTo>
                  <a:pt x="841098" y="1173786"/>
                  <a:pt x="854692" y="1187380"/>
                  <a:pt x="854692" y="1204150"/>
                </a:cubicBezTo>
                <a:cubicBezTo>
                  <a:pt x="854692" y="1220919"/>
                  <a:pt x="841098" y="1234513"/>
                  <a:pt x="824329" y="1234513"/>
                </a:cubicBezTo>
                <a:cubicBezTo>
                  <a:pt x="807559" y="1234513"/>
                  <a:pt x="793965" y="1220919"/>
                  <a:pt x="793965" y="1204150"/>
                </a:cubicBezTo>
                <a:cubicBezTo>
                  <a:pt x="793965" y="1187380"/>
                  <a:pt x="807559" y="1173786"/>
                  <a:pt x="824329" y="1173786"/>
                </a:cubicBezTo>
                <a:close/>
                <a:moveTo>
                  <a:pt x="751774" y="1173786"/>
                </a:moveTo>
                <a:cubicBezTo>
                  <a:pt x="768544" y="1173786"/>
                  <a:pt x="782138" y="1187380"/>
                  <a:pt x="782138" y="1204150"/>
                </a:cubicBezTo>
                <a:cubicBezTo>
                  <a:pt x="782138" y="1220919"/>
                  <a:pt x="768544" y="1234513"/>
                  <a:pt x="751774" y="1234513"/>
                </a:cubicBezTo>
                <a:cubicBezTo>
                  <a:pt x="735005" y="1234513"/>
                  <a:pt x="721411" y="1220919"/>
                  <a:pt x="721411" y="1204150"/>
                </a:cubicBezTo>
                <a:cubicBezTo>
                  <a:pt x="721411" y="1187380"/>
                  <a:pt x="735005" y="1173786"/>
                  <a:pt x="751774" y="1173786"/>
                </a:cubicBezTo>
                <a:close/>
                <a:moveTo>
                  <a:pt x="679220" y="1173786"/>
                </a:moveTo>
                <a:cubicBezTo>
                  <a:pt x="695989" y="1173786"/>
                  <a:pt x="709583" y="1187380"/>
                  <a:pt x="709583" y="1204150"/>
                </a:cubicBezTo>
                <a:cubicBezTo>
                  <a:pt x="709583" y="1220919"/>
                  <a:pt x="695989" y="1234513"/>
                  <a:pt x="679220" y="1234513"/>
                </a:cubicBezTo>
                <a:cubicBezTo>
                  <a:pt x="662450" y="1234513"/>
                  <a:pt x="648856" y="1220919"/>
                  <a:pt x="648856" y="1204150"/>
                </a:cubicBezTo>
                <a:cubicBezTo>
                  <a:pt x="648856" y="1187380"/>
                  <a:pt x="662450" y="1173786"/>
                  <a:pt x="679220" y="1173786"/>
                </a:cubicBezTo>
                <a:close/>
                <a:moveTo>
                  <a:pt x="606665" y="1173786"/>
                </a:moveTo>
                <a:cubicBezTo>
                  <a:pt x="623435" y="1173786"/>
                  <a:pt x="637029" y="1187380"/>
                  <a:pt x="637029" y="1204150"/>
                </a:cubicBezTo>
                <a:cubicBezTo>
                  <a:pt x="637029" y="1220919"/>
                  <a:pt x="623435" y="1234513"/>
                  <a:pt x="606665" y="1234513"/>
                </a:cubicBezTo>
                <a:cubicBezTo>
                  <a:pt x="589896" y="1234513"/>
                  <a:pt x="576302" y="1220919"/>
                  <a:pt x="576302" y="1204150"/>
                </a:cubicBezTo>
                <a:cubicBezTo>
                  <a:pt x="576302" y="1187380"/>
                  <a:pt x="589896" y="1173786"/>
                  <a:pt x="606665" y="1173786"/>
                </a:cubicBezTo>
                <a:close/>
                <a:moveTo>
                  <a:pt x="534111" y="1173786"/>
                </a:moveTo>
                <a:cubicBezTo>
                  <a:pt x="550880" y="1173786"/>
                  <a:pt x="564474" y="1187380"/>
                  <a:pt x="564474" y="1204150"/>
                </a:cubicBezTo>
                <a:cubicBezTo>
                  <a:pt x="564474" y="1220919"/>
                  <a:pt x="550880" y="1234513"/>
                  <a:pt x="534111" y="1234513"/>
                </a:cubicBezTo>
                <a:cubicBezTo>
                  <a:pt x="517341" y="1234513"/>
                  <a:pt x="503747" y="1220919"/>
                  <a:pt x="503747" y="1204150"/>
                </a:cubicBezTo>
                <a:cubicBezTo>
                  <a:pt x="503747" y="1187380"/>
                  <a:pt x="517341" y="1173786"/>
                  <a:pt x="534111" y="1173786"/>
                </a:cubicBezTo>
                <a:close/>
                <a:moveTo>
                  <a:pt x="461556" y="1173786"/>
                </a:moveTo>
                <a:cubicBezTo>
                  <a:pt x="478326" y="1173786"/>
                  <a:pt x="491920" y="1187380"/>
                  <a:pt x="491920" y="1204150"/>
                </a:cubicBezTo>
                <a:cubicBezTo>
                  <a:pt x="491920" y="1220919"/>
                  <a:pt x="478326" y="1234513"/>
                  <a:pt x="461556" y="1234513"/>
                </a:cubicBezTo>
                <a:cubicBezTo>
                  <a:pt x="444787" y="1234513"/>
                  <a:pt x="431192" y="1220919"/>
                  <a:pt x="431192" y="1204150"/>
                </a:cubicBezTo>
                <a:cubicBezTo>
                  <a:pt x="431192" y="1187380"/>
                  <a:pt x="444787" y="1173786"/>
                  <a:pt x="461556" y="1173786"/>
                </a:cubicBezTo>
                <a:close/>
                <a:moveTo>
                  <a:pt x="389002" y="1173786"/>
                </a:moveTo>
                <a:cubicBezTo>
                  <a:pt x="405771" y="1173786"/>
                  <a:pt x="419365" y="1187380"/>
                  <a:pt x="419365" y="1204150"/>
                </a:cubicBezTo>
                <a:cubicBezTo>
                  <a:pt x="419365" y="1220919"/>
                  <a:pt x="405771" y="1234513"/>
                  <a:pt x="389002" y="1234513"/>
                </a:cubicBezTo>
                <a:cubicBezTo>
                  <a:pt x="372232" y="1234513"/>
                  <a:pt x="358638" y="1220919"/>
                  <a:pt x="358638" y="1204150"/>
                </a:cubicBezTo>
                <a:cubicBezTo>
                  <a:pt x="358638" y="1187380"/>
                  <a:pt x="372232" y="1173786"/>
                  <a:pt x="389002" y="1173786"/>
                </a:cubicBezTo>
                <a:close/>
                <a:moveTo>
                  <a:pt x="316447" y="1173786"/>
                </a:moveTo>
                <a:cubicBezTo>
                  <a:pt x="333216" y="1173786"/>
                  <a:pt x="346810" y="1187380"/>
                  <a:pt x="346810" y="1204150"/>
                </a:cubicBezTo>
                <a:cubicBezTo>
                  <a:pt x="346810" y="1220919"/>
                  <a:pt x="333216" y="1234513"/>
                  <a:pt x="316447" y="1234513"/>
                </a:cubicBezTo>
                <a:cubicBezTo>
                  <a:pt x="299677" y="1234513"/>
                  <a:pt x="286084" y="1220919"/>
                  <a:pt x="286084" y="1204150"/>
                </a:cubicBezTo>
                <a:cubicBezTo>
                  <a:pt x="286084" y="1187380"/>
                  <a:pt x="299677" y="1173786"/>
                  <a:pt x="316447" y="1173786"/>
                </a:cubicBezTo>
                <a:close/>
                <a:moveTo>
                  <a:pt x="243892" y="1173786"/>
                </a:moveTo>
                <a:cubicBezTo>
                  <a:pt x="260662" y="1173786"/>
                  <a:pt x="274256" y="1187380"/>
                  <a:pt x="274256" y="1204150"/>
                </a:cubicBezTo>
                <a:cubicBezTo>
                  <a:pt x="274256" y="1220919"/>
                  <a:pt x="260662" y="1234513"/>
                  <a:pt x="243892" y="1234513"/>
                </a:cubicBezTo>
                <a:cubicBezTo>
                  <a:pt x="227123" y="1234513"/>
                  <a:pt x="213529" y="1220919"/>
                  <a:pt x="213529" y="1204150"/>
                </a:cubicBezTo>
                <a:cubicBezTo>
                  <a:pt x="213529" y="1187380"/>
                  <a:pt x="227123" y="1173786"/>
                  <a:pt x="243892" y="1173786"/>
                </a:cubicBezTo>
                <a:close/>
                <a:moveTo>
                  <a:pt x="171339" y="1173786"/>
                </a:moveTo>
                <a:cubicBezTo>
                  <a:pt x="188107" y="1173786"/>
                  <a:pt x="201701" y="1187380"/>
                  <a:pt x="201701" y="1204150"/>
                </a:cubicBezTo>
                <a:cubicBezTo>
                  <a:pt x="201701" y="1220919"/>
                  <a:pt x="188107" y="1234513"/>
                  <a:pt x="171339" y="1234513"/>
                </a:cubicBezTo>
                <a:cubicBezTo>
                  <a:pt x="154627" y="1234513"/>
                  <a:pt x="141034" y="1220919"/>
                  <a:pt x="141034" y="1204150"/>
                </a:cubicBezTo>
                <a:cubicBezTo>
                  <a:pt x="141034" y="1187380"/>
                  <a:pt x="154627" y="1173786"/>
                  <a:pt x="171339" y="1173786"/>
                </a:cubicBezTo>
                <a:close/>
                <a:moveTo>
                  <a:pt x="98852" y="1173786"/>
                </a:moveTo>
                <a:cubicBezTo>
                  <a:pt x="115616" y="1173786"/>
                  <a:pt x="129210" y="1187380"/>
                  <a:pt x="129210" y="1204150"/>
                </a:cubicBezTo>
                <a:cubicBezTo>
                  <a:pt x="129210" y="1220919"/>
                  <a:pt x="115616" y="1234513"/>
                  <a:pt x="98852" y="1234513"/>
                </a:cubicBezTo>
                <a:cubicBezTo>
                  <a:pt x="82080" y="1234513"/>
                  <a:pt x="68486" y="1220919"/>
                  <a:pt x="68486" y="1204150"/>
                </a:cubicBezTo>
                <a:cubicBezTo>
                  <a:pt x="68486" y="1187380"/>
                  <a:pt x="82080" y="1173786"/>
                  <a:pt x="98852" y="1173786"/>
                </a:cubicBezTo>
                <a:close/>
                <a:moveTo>
                  <a:pt x="26297" y="1173786"/>
                </a:moveTo>
                <a:cubicBezTo>
                  <a:pt x="43063" y="1173786"/>
                  <a:pt x="56658" y="1187380"/>
                  <a:pt x="56658" y="1204150"/>
                </a:cubicBezTo>
                <a:cubicBezTo>
                  <a:pt x="56658" y="1220919"/>
                  <a:pt x="43063" y="1234513"/>
                  <a:pt x="26297" y="1234513"/>
                </a:cubicBezTo>
                <a:cubicBezTo>
                  <a:pt x="17912" y="1234513"/>
                  <a:pt x="10321" y="1231115"/>
                  <a:pt x="4826" y="1225620"/>
                </a:cubicBezTo>
                <a:lnTo>
                  <a:pt x="0" y="1213970"/>
                </a:lnTo>
                <a:lnTo>
                  <a:pt x="0" y="1194329"/>
                </a:lnTo>
                <a:lnTo>
                  <a:pt x="4826" y="1182679"/>
                </a:lnTo>
                <a:cubicBezTo>
                  <a:pt x="10321" y="1177185"/>
                  <a:pt x="17912" y="1173786"/>
                  <a:pt x="26297" y="1173786"/>
                </a:cubicBezTo>
                <a:close/>
                <a:moveTo>
                  <a:pt x="1477320" y="1093335"/>
                </a:moveTo>
                <a:cubicBezTo>
                  <a:pt x="1485705" y="1093335"/>
                  <a:pt x="1493295" y="1096733"/>
                  <a:pt x="1498790" y="1102228"/>
                </a:cubicBezTo>
                <a:lnTo>
                  <a:pt x="1505389" y="1118160"/>
                </a:lnTo>
                <a:lnTo>
                  <a:pt x="1493855" y="1142105"/>
                </a:lnTo>
                <a:lnTo>
                  <a:pt x="1487887" y="1151929"/>
                </a:lnTo>
                <a:lnTo>
                  <a:pt x="1477320" y="1154062"/>
                </a:lnTo>
                <a:cubicBezTo>
                  <a:pt x="1460550" y="1154062"/>
                  <a:pt x="1446956" y="1140468"/>
                  <a:pt x="1446956" y="1123698"/>
                </a:cubicBezTo>
                <a:cubicBezTo>
                  <a:pt x="1446956" y="1106929"/>
                  <a:pt x="1460550" y="1093335"/>
                  <a:pt x="1477320" y="1093335"/>
                </a:cubicBezTo>
                <a:close/>
                <a:moveTo>
                  <a:pt x="1404765" y="1093335"/>
                </a:moveTo>
                <a:cubicBezTo>
                  <a:pt x="1421535" y="1093335"/>
                  <a:pt x="1435129" y="1106929"/>
                  <a:pt x="1435129" y="1123698"/>
                </a:cubicBezTo>
                <a:cubicBezTo>
                  <a:pt x="1435129" y="1140468"/>
                  <a:pt x="1421535" y="1154062"/>
                  <a:pt x="1404765" y="1154062"/>
                </a:cubicBezTo>
                <a:cubicBezTo>
                  <a:pt x="1387996" y="1154062"/>
                  <a:pt x="1374402" y="1140468"/>
                  <a:pt x="1374402" y="1123698"/>
                </a:cubicBezTo>
                <a:cubicBezTo>
                  <a:pt x="1374402" y="1106929"/>
                  <a:pt x="1387996" y="1093335"/>
                  <a:pt x="1404765" y="1093335"/>
                </a:cubicBezTo>
                <a:close/>
                <a:moveTo>
                  <a:pt x="1332211" y="1093335"/>
                </a:moveTo>
                <a:cubicBezTo>
                  <a:pt x="1348980" y="1093335"/>
                  <a:pt x="1362574" y="1106929"/>
                  <a:pt x="1362574" y="1123698"/>
                </a:cubicBezTo>
                <a:cubicBezTo>
                  <a:pt x="1362574" y="1140468"/>
                  <a:pt x="1348980" y="1154062"/>
                  <a:pt x="1332211" y="1154062"/>
                </a:cubicBezTo>
                <a:cubicBezTo>
                  <a:pt x="1315441" y="1154062"/>
                  <a:pt x="1301847" y="1140468"/>
                  <a:pt x="1301847" y="1123698"/>
                </a:cubicBezTo>
                <a:cubicBezTo>
                  <a:pt x="1301847" y="1106929"/>
                  <a:pt x="1315441" y="1093335"/>
                  <a:pt x="1332211" y="1093335"/>
                </a:cubicBezTo>
                <a:close/>
                <a:moveTo>
                  <a:pt x="1259656" y="1093335"/>
                </a:moveTo>
                <a:cubicBezTo>
                  <a:pt x="1276426" y="1093335"/>
                  <a:pt x="1290020" y="1106929"/>
                  <a:pt x="1290020" y="1123698"/>
                </a:cubicBezTo>
                <a:cubicBezTo>
                  <a:pt x="1290020" y="1140468"/>
                  <a:pt x="1276426" y="1154062"/>
                  <a:pt x="1259656" y="1154062"/>
                </a:cubicBezTo>
                <a:cubicBezTo>
                  <a:pt x="1242887" y="1154062"/>
                  <a:pt x="1229293" y="1140468"/>
                  <a:pt x="1229293" y="1123698"/>
                </a:cubicBezTo>
                <a:cubicBezTo>
                  <a:pt x="1229293" y="1106929"/>
                  <a:pt x="1242887" y="1093335"/>
                  <a:pt x="1259656" y="1093335"/>
                </a:cubicBezTo>
                <a:close/>
                <a:moveTo>
                  <a:pt x="1187102" y="1093335"/>
                </a:moveTo>
                <a:cubicBezTo>
                  <a:pt x="1203871" y="1093335"/>
                  <a:pt x="1217465" y="1106929"/>
                  <a:pt x="1217465" y="1123698"/>
                </a:cubicBezTo>
                <a:cubicBezTo>
                  <a:pt x="1217465" y="1140468"/>
                  <a:pt x="1203871" y="1154062"/>
                  <a:pt x="1187102" y="1154062"/>
                </a:cubicBezTo>
                <a:cubicBezTo>
                  <a:pt x="1170332" y="1154062"/>
                  <a:pt x="1156738" y="1140468"/>
                  <a:pt x="1156738" y="1123698"/>
                </a:cubicBezTo>
                <a:cubicBezTo>
                  <a:pt x="1156738" y="1106929"/>
                  <a:pt x="1170332" y="1093335"/>
                  <a:pt x="1187102" y="1093335"/>
                </a:cubicBezTo>
                <a:close/>
                <a:moveTo>
                  <a:pt x="1114547" y="1093335"/>
                </a:moveTo>
                <a:cubicBezTo>
                  <a:pt x="1131317" y="1093335"/>
                  <a:pt x="1144911" y="1106929"/>
                  <a:pt x="1144911" y="1123698"/>
                </a:cubicBezTo>
                <a:cubicBezTo>
                  <a:pt x="1144911" y="1140468"/>
                  <a:pt x="1131317" y="1154062"/>
                  <a:pt x="1114547" y="1154062"/>
                </a:cubicBezTo>
                <a:cubicBezTo>
                  <a:pt x="1097778" y="1154062"/>
                  <a:pt x="1084184" y="1140468"/>
                  <a:pt x="1084184" y="1123698"/>
                </a:cubicBezTo>
                <a:cubicBezTo>
                  <a:pt x="1084184" y="1106929"/>
                  <a:pt x="1097778" y="1093335"/>
                  <a:pt x="1114547" y="1093335"/>
                </a:cubicBezTo>
                <a:close/>
                <a:moveTo>
                  <a:pt x="1041993" y="1093335"/>
                </a:moveTo>
                <a:cubicBezTo>
                  <a:pt x="1058762" y="1093335"/>
                  <a:pt x="1072356" y="1106929"/>
                  <a:pt x="1072356" y="1123698"/>
                </a:cubicBezTo>
                <a:cubicBezTo>
                  <a:pt x="1072356" y="1140468"/>
                  <a:pt x="1058762" y="1154062"/>
                  <a:pt x="1041993" y="1154062"/>
                </a:cubicBezTo>
                <a:cubicBezTo>
                  <a:pt x="1025223" y="1154062"/>
                  <a:pt x="1011629" y="1140468"/>
                  <a:pt x="1011629" y="1123698"/>
                </a:cubicBezTo>
                <a:cubicBezTo>
                  <a:pt x="1011629" y="1106929"/>
                  <a:pt x="1025223" y="1093335"/>
                  <a:pt x="1041993" y="1093335"/>
                </a:cubicBezTo>
                <a:close/>
                <a:moveTo>
                  <a:pt x="969438" y="1093335"/>
                </a:moveTo>
                <a:cubicBezTo>
                  <a:pt x="986208" y="1093335"/>
                  <a:pt x="999801" y="1106929"/>
                  <a:pt x="999801" y="1123698"/>
                </a:cubicBezTo>
                <a:cubicBezTo>
                  <a:pt x="999801" y="1140468"/>
                  <a:pt x="986208" y="1154062"/>
                  <a:pt x="969438" y="1154062"/>
                </a:cubicBezTo>
                <a:cubicBezTo>
                  <a:pt x="952669" y="1154062"/>
                  <a:pt x="939075" y="1140468"/>
                  <a:pt x="939075" y="1123698"/>
                </a:cubicBezTo>
                <a:cubicBezTo>
                  <a:pt x="939075" y="1106929"/>
                  <a:pt x="952669" y="1093335"/>
                  <a:pt x="969438" y="1093335"/>
                </a:cubicBezTo>
                <a:close/>
                <a:moveTo>
                  <a:pt x="896883" y="1093335"/>
                </a:moveTo>
                <a:cubicBezTo>
                  <a:pt x="913653" y="1093335"/>
                  <a:pt x="927247" y="1106929"/>
                  <a:pt x="927247" y="1123698"/>
                </a:cubicBezTo>
                <a:cubicBezTo>
                  <a:pt x="927247" y="1140468"/>
                  <a:pt x="913653" y="1154062"/>
                  <a:pt x="896883" y="1154062"/>
                </a:cubicBezTo>
                <a:cubicBezTo>
                  <a:pt x="880114" y="1154062"/>
                  <a:pt x="866520" y="1140468"/>
                  <a:pt x="866520" y="1123698"/>
                </a:cubicBezTo>
                <a:cubicBezTo>
                  <a:pt x="866520" y="1106929"/>
                  <a:pt x="880114" y="1093335"/>
                  <a:pt x="896883" y="1093335"/>
                </a:cubicBezTo>
                <a:close/>
                <a:moveTo>
                  <a:pt x="824329" y="1093335"/>
                </a:moveTo>
                <a:cubicBezTo>
                  <a:pt x="841098" y="1093335"/>
                  <a:pt x="854692" y="1106929"/>
                  <a:pt x="854692" y="1123698"/>
                </a:cubicBezTo>
                <a:cubicBezTo>
                  <a:pt x="854692" y="1140468"/>
                  <a:pt x="841098" y="1154062"/>
                  <a:pt x="824329" y="1154062"/>
                </a:cubicBezTo>
                <a:cubicBezTo>
                  <a:pt x="807559" y="1154062"/>
                  <a:pt x="793965" y="1140468"/>
                  <a:pt x="793965" y="1123698"/>
                </a:cubicBezTo>
                <a:cubicBezTo>
                  <a:pt x="793965" y="1106929"/>
                  <a:pt x="807559" y="1093335"/>
                  <a:pt x="824329" y="1093335"/>
                </a:cubicBezTo>
                <a:close/>
                <a:moveTo>
                  <a:pt x="751774" y="1093335"/>
                </a:moveTo>
                <a:cubicBezTo>
                  <a:pt x="768544" y="1093335"/>
                  <a:pt x="782138" y="1106929"/>
                  <a:pt x="782138" y="1123698"/>
                </a:cubicBezTo>
                <a:cubicBezTo>
                  <a:pt x="782138" y="1140468"/>
                  <a:pt x="768544" y="1154062"/>
                  <a:pt x="751774" y="1154062"/>
                </a:cubicBezTo>
                <a:cubicBezTo>
                  <a:pt x="735005" y="1154062"/>
                  <a:pt x="721411" y="1140468"/>
                  <a:pt x="721411" y="1123698"/>
                </a:cubicBezTo>
                <a:cubicBezTo>
                  <a:pt x="721411" y="1106929"/>
                  <a:pt x="735005" y="1093335"/>
                  <a:pt x="751774" y="1093335"/>
                </a:cubicBezTo>
                <a:close/>
                <a:moveTo>
                  <a:pt x="679220" y="1093335"/>
                </a:moveTo>
                <a:cubicBezTo>
                  <a:pt x="695989" y="1093335"/>
                  <a:pt x="709583" y="1106929"/>
                  <a:pt x="709583" y="1123698"/>
                </a:cubicBezTo>
                <a:cubicBezTo>
                  <a:pt x="709583" y="1140468"/>
                  <a:pt x="695989" y="1154062"/>
                  <a:pt x="679220" y="1154062"/>
                </a:cubicBezTo>
                <a:cubicBezTo>
                  <a:pt x="662450" y="1154062"/>
                  <a:pt x="648856" y="1140468"/>
                  <a:pt x="648856" y="1123698"/>
                </a:cubicBezTo>
                <a:cubicBezTo>
                  <a:pt x="648856" y="1106929"/>
                  <a:pt x="662450" y="1093335"/>
                  <a:pt x="679220" y="1093335"/>
                </a:cubicBezTo>
                <a:close/>
                <a:moveTo>
                  <a:pt x="606665" y="1093335"/>
                </a:moveTo>
                <a:cubicBezTo>
                  <a:pt x="623435" y="1093335"/>
                  <a:pt x="637029" y="1106929"/>
                  <a:pt x="637029" y="1123698"/>
                </a:cubicBezTo>
                <a:cubicBezTo>
                  <a:pt x="637029" y="1140468"/>
                  <a:pt x="623435" y="1154062"/>
                  <a:pt x="606665" y="1154062"/>
                </a:cubicBezTo>
                <a:cubicBezTo>
                  <a:pt x="589896" y="1154062"/>
                  <a:pt x="576302" y="1140468"/>
                  <a:pt x="576302" y="1123698"/>
                </a:cubicBezTo>
                <a:cubicBezTo>
                  <a:pt x="576302" y="1106929"/>
                  <a:pt x="589896" y="1093335"/>
                  <a:pt x="606665" y="1093335"/>
                </a:cubicBezTo>
                <a:close/>
                <a:moveTo>
                  <a:pt x="534111" y="1093335"/>
                </a:moveTo>
                <a:cubicBezTo>
                  <a:pt x="550880" y="1093335"/>
                  <a:pt x="564474" y="1106929"/>
                  <a:pt x="564474" y="1123698"/>
                </a:cubicBezTo>
                <a:cubicBezTo>
                  <a:pt x="564474" y="1140468"/>
                  <a:pt x="550880" y="1154062"/>
                  <a:pt x="534111" y="1154062"/>
                </a:cubicBezTo>
                <a:cubicBezTo>
                  <a:pt x="517341" y="1154062"/>
                  <a:pt x="503747" y="1140468"/>
                  <a:pt x="503747" y="1123698"/>
                </a:cubicBezTo>
                <a:cubicBezTo>
                  <a:pt x="503747" y="1106929"/>
                  <a:pt x="517341" y="1093335"/>
                  <a:pt x="534111" y="1093335"/>
                </a:cubicBezTo>
                <a:close/>
                <a:moveTo>
                  <a:pt x="461556" y="1093335"/>
                </a:moveTo>
                <a:cubicBezTo>
                  <a:pt x="478326" y="1093335"/>
                  <a:pt x="491920" y="1106929"/>
                  <a:pt x="491920" y="1123698"/>
                </a:cubicBezTo>
                <a:cubicBezTo>
                  <a:pt x="491920" y="1140468"/>
                  <a:pt x="478326" y="1154062"/>
                  <a:pt x="461556" y="1154062"/>
                </a:cubicBezTo>
                <a:cubicBezTo>
                  <a:pt x="444787" y="1154062"/>
                  <a:pt x="431192" y="1140468"/>
                  <a:pt x="431192" y="1123698"/>
                </a:cubicBezTo>
                <a:cubicBezTo>
                  <a:pt x="431192" y="1106929"/>
                  <a:pt x="444787" y="1093335"/>
                  <a:pt x="461556" y="1093335"/>
                </a:cubicBezTo>
                <a:close/>
                <a:moveTo>
                  <a:pt x="389002" y="1093335"/>
                </a:moveTo>
                <a:cubicBezTo>
                  <a:pt x="405771" y="1093335"/>
                  <a:pt x="419365" y="1106929"/>
                  <a:pt x="419365" y="1123698"/>
                </a:cubicBezTo>
                <a:cubicBezTo>
                  <a:pt x="419365" y="1140468"/>
                  <a:pt x="405771" y="1154062"/>
                  <a:pt x="389002" y="1154062"/>
                </a:cubicBezTo>
                <a:cubicBezTo>
                  <a:pt x="372232" y="1154062"/>
                  <a:pt x="358638" y="1140468"/>
                  <a:pt x="358638" y="1123698"/>
                </a:cubicBezTo>
                <a:cubicBezTo>
                  <a:pt x="358638" y="1106929"/>
                  <a:pt x="372232" y="1093335"/>
                  <a:pt x="389002" y="1093335"/>
                </a:cubicBezTo>
                <a:close/>
                <a:moveTo>
                  <a:pt x="316447" y="1093335"/>
                </a:moveTo>
                <a:cubicBezTo>
                  <a:pt x="333216" y="1093335"/>
                  <a:pt x="346810" y="1106929"/>
                  <a:pt x="346810" y="1123698"/>
                </a:cubicBezTo>
                <a:cubicBezTo>
                  <a:pt x="346810" y="1140468"/>
                  <a:pt x="333216" y="1154062"/>
                  <a:pt x="316447" y="1154062"/>
                </a:cubicBezTo>
                <a:cubicBezTo>
                  <a:pt x="299677" y="1154062"/>
                  <a:pt x="286084" y="1140468"/>
                  <a:pt x="286084" y="1123698"/>
                </a:cubicBezTo>
                <a:cubicBezTo>
                  <a:pt x="286084" y="1106929"/>
                  <a:pt x="299677" y="1093335"/>
                  <a:pt x="316447" y="1093335"/>
                </a:cubicBezTo>
                <a:close/>
                <a:moveTo>
                  <a:pt x="243892" y="1093335"/>
                </a:moveTo>
                <a:cubicBezTo>
                  <a:pt x="260662" y="1093335"/>
                  <a:pt x="274256" y="1106929"/>
                  <a:pt x="274256" y="1123698"/>
                </a:cubicBezTo>
                <a:cubicBezTo>
                  <a:pt x="274256" y="1140468"/>
                  <a:pt x="260662" y="1154062"/>
                  <a:pt x="243892" y="1154062"/>
                </a:cubicBezTo>
                <a:cubicBezTo>
                  <a:pt x="227123" y="1154062"/>
                  <a:pt x="213529" y="1140468"/>
                  <a:pt x="213529" y="1123698"/>
                </a:cubicBezTo>
                <a:cubicBezTo>
                  <a:pt x="213529" y="1106929"/>
                  <a:pt x="227123" y="1093335"/>
                  <a:pt x="243892" y="1093335"/>
                </a:cubicBezTo>
                <a:close/>
                <a:moveTo>
                  <a:pt x="171339" y="1093335"/>
                </a:moveTo>
                <a:cubicBezTo>
                  <a:pt x="188107" y="1093335"/>
                  <a:pt x="201701" y="1106929"/>
                  <a:pt x="201701" y="1123698"/>
                </a:cubicBezTo>
                <a:cubicBezTo>
                  <a:pt x="201701" y="1140468"/>
                  <a:pt x="188107" y="1154062"/>
                  <a:pt x="171339" y="1154062"/>
                </a:cubicBezTo>
                <a:cubicBezTo>
                  <a:pt x="154633" y="1154062"/>
                  <a:pt x="141040" y="1140468"/>
                  <a:pt x="141040" y="1123698"/>
                </a:cubicBezTo>
                <a:cubicBezTo>
                  <a:pt x="141040" y="1106929"/>
                  <a:pt x="154633" y="1093335"/>
                  <a:pt x="171339" y="1093335"/>
                </a:cubicBezTo>
                <a:close/>
                <a:moveTo>
                  <a:pt x="98858" y="1093335"/>
                </a:moveTo>
                <a:cubicBezTo>
                  <a:pt x="115622" y="1093335"/>
                  <a:pt x="129216" y="1106929"/>
                  <a:pt x="129216" y="1123698"/>
                </a:cubicBezTo>
                <a:cubicBezTo>
                  <a:pt x="129216" y="1140468"/>
                  <a:pt x="115622" y="1154062"/>
                  <a:pt x="98858" y="1154062"/>
                </a:cubicBezTo>
                <a:cubicBezTo>
                  <a:pt x="82086" y="1154062"/>
                  <a:pt x="68492" y="1140468"/>
                  <a:pt x="68492" y="1123698"/>
                </a:cubicBezTo>
                <a:cubicBezTo>
                  <a:pt x="68492" y="1106929"/>
                  <a:pt x="82086" y="1093335"/>
                  <a:pt x="98858" y="1093335"/>
                </a:cubicBezTo>
                <a:close/>
                <a:moveTo>
                  <a:pt x="26303" y="1093335"/>
                </a:moveTo>
                <a:cubicBezTo>
                  <a:pt x="43069" y="1093335"/>
                  <a:pt x="56664" y="1106929"/>
                  <a:pt x="56664" y="1123698"/>
                </a:cubicBezTo>
                <a:cubicBezTo>
                  <a:pt x="56664" y="1140468"/>
                  <a:pt x="43069" y="1154062"/>
                  <a:pt x="26303" y="1154062"/>
                </a:cubicBezTo>
                <a:cubicBezTo>
                  <a:pt x="17918" y="1154062"/>
                  <a:pt x="10327" y="1150664"/>
                  <a:pt x="4832" y="1145169"/>
                </a:cubicBezTo>
                <a:lnTo>
                  <a:pt x="0" y="1133503"/>
                </a:lnTo>
                <a:lnTo>
                  <a:pt x="0" y="1113894"/>
                </a:lnTo>
                <a:lnTo>
                  <a:pt x="4832" y="1102228"/>
                </a:lnTo>
                <a:cubicBezTo>
                  <a:pt x="10327" y="1096734"/>
                  <a:pt x="17918" y="1093335"/>
                  <a:pt x="26303" y="1093335"/>
                </a:cubicBezTo>
                <a:close/>
                <a:moveTo>
                  <a:pt x="1549874" y="1012883"/>
                </a:moveTo>
                <a:lnTo>
                  <a:pt x="1555552" y="1014029"/>
                </a:lnTo>
                <a:lnTo>
                  <a:pt x="1530465" y="1066106"/>
                </a:lnTo>
                <a:lnTo>
                  <a:pt x="1528404" y="1064717"/>
                </a:lnTo>
                <a:cubicBezTo>
                  <a:pt x="1522910" y="1059222"/>
                  <a:pt x="1519511" y="1051631"/>
                  <a:pt x="1519511" y="1043246"/>
                </a:cubicBezTo>
                <a:cubicBezTo>
                  <a:pt x="1519511" y="1026477"/>
                  <a:pt x="1533105" y="1012883"/>
                  <a:pt x="1549874" y="1012883"/>
                </a:cubicBezTo>
                <a:close/>
                <a:moveTo>
                  <a:pt x="1477320" y="1012883"/>
                </a:moveTo>
                <a:cubicBezTo>
                  <a:pt x="1494089" y="1012883"/>
                  <a:pt x="1507683" y="1026477"/>
                  <a:pt x="1507683" y="1043246"/>
                </a:cubicBezTo>
                <a:cubicBezTo>
                  <a:pt x="1507683" y="1060016"/>
                  <a:pt x="1494089" y="1073610"/>
                  <a:pt x="1477320" y="1073610"/>
                </a:cubicBezTo>
                <a:cubicBezTo>
                  <a:pt x="1460550" y="1073610"/>
                  <a:pt x="1446956" y="1060016"/>
                  <a:pt x="1446956" y="1043246"/>
                </a:cubicBezTo>
                <a:cubicBezTo>
                  <a:pt x="1446956" y="1026477"/>
                  <a:pt x="1460550" y="1012883"/>
                  <a:pt x="1477320" y="1012883"/>
                </a:cubicBezTo>
                <a:close/>
                <a:moveTo>
                  <a:pt x="1404765" y="1012883"/>
                </a:moveTo>
                <a:cubicBezTo>
                  <a:pt x="1421535" y="1012883"/>
                  <a:pt x="1435129" y="1026477"/>
                  <a:pt x="1435129" y="1043246"/>
                </a:cubicBezTo>
                <a:cubicBezTo>
                  <a:pt x="1435129" y="1060016"/>
                  <a:pt x="1421535" y="1073610"/>
                  <a:pt x="1404765" y="1073610"/>
                </a:cubicBezTo>
                <a:cubicBezTo>
                  <a:pt x="1387996" y="1073610"/>
                  <a:pt x="1374402" y="1060016"/>
                  <a:pt x="1374402" y="1043246"/>
                </a:cubicBezTo>
                <a:cubicBezTo>
                  <a:pt x="1374402" y="1026477"/>
                  <a:pt x="1387996" y="1012883"/>
                  <a:pt x="1404765" y="1012883"/>
                </a:cubicBezTo>
                <a:close/>
                <a:moveTo>
                  <a:pt x="1332211" y="1012883"/>
                </a:moveTo>
                <a:cubicBezTo>
                  <a:pt x="1348980" y="1012883"/>
                  <a:pt x="1362574" y="1026477"/>
                  <a:pt x="1362574" y="1043246"/>
                </a:cubicBezTo>
                <a:cubicBezTo>
                  <a:pt x="1362574" y="1060016"/>
                  <a:pt x="1348980" y="1073610"/>
                  <a:pt x="1332211" y="1073610"/>
                </a:cubicBezTo>
                <a:cubicBezTo>
                  <a:pt x="1315441" y="1073610"/>
                  <a:pt x="1301847" y="1060016"/>
                  <a:pt x="1301847" y="1043246"/>
                </a:cubicBezTo>
                <a:cubicBezTo>
                  <a:pt x="1301847" y="1026477"/>
                  <a:pt x="1315441" y="1012883"/>
                  <a:pt x="1332211" y="1012883"/>
                </a:cubicBezTo>
                <a:close/>
                <a:moveTo>
                  <a:pt x="1259656" y="1012883"/>
                </a:moveTo>
                <a:cubicBezTo>
                  <a:pt x="1276426" y="1012883"/>
                  <a:pt x="1290020" y="1026477"/>
                  <a:pt x="1290020" y="1043246"/>
                </a:cubicBezTo>
                <a:cubicBezTo>
                  <a:pt x="1290020" y="1060016"/>
                  <a:pt x="1276426" y="1073610"/>
                  <a:pt x="1259656" y="1073610"/>
                </a:cubicBezTo>
                <a:cubicBezTo>
                  <a:pt x="1242887" y="1073610"/>
                  <a:pt x="1229293" y="1060016"/>
                  <a:pt x="1229293" y="1043246"/>
                </a:cubicBezTo>
                <a:cubicBezTo>
                  <a:pt x="1229293" y="1026477"/>
                  <a:pt x="1242887" y="1012883"/>
                  <a:pt x="1259656" y="1012883"/>
                </a:cubicBezTo>
                <a:close/>
                <a:moveTo>
                  <a:pt x="1187102" y="1012883"/>
                </a:moveTo>
                <a:cubicBezTo>
                  <a:pt x="1203871" y="1012883"/>
                  <a:pt x="1217465" y="1026477"/>
                  <a:pt x="1217465" y="1043246"/>
                </a:cubicBezTo>
                <a:cubicBezTo>
                  <a:pt x="1217465" y="1060016"/>
                  <a:pt x="1203871" y="1073610"/>
                  <a:pt x="1187102" y="1073610"/>
                </a:cubicBezTo>
                <a:cubicBezTo>
                  <a:pt x="1170332" y="1073610"/>
                  <a:pt x="1156738" y="1060016"/>
                  <a:pt x="1156738" y="1043246"/>
                </a:cubicBezTo>
                <a:cubicBezTo>
                  <a:pt x="1156738" y="1026477"/>
                  <a:pt x="1170332" y="1012883"/>
                  <a:pt x="1187102" y="1012883"/>
                </a:cubicBezTo>
                <a:close/>
                <a:moveTo>
                  <a:pt x="1114547" y="1012883"/>
                </a:moveTo>
                <a:cubicBezTo>
                  <a:pt x="1131317" y="1012883"/>
                  <a:pt x="1144911" y="1026477"/>
                  <a:pt x="1144911" y="1043246"/>
                </a:cubicBezTo>
                <a:cubicBezTo>
                  <a:pt x="1144911" y="1060016"/>
                  <a:pt x="1131317" y="1073610"/>
                  <a:pt x="1114547" y="1073610"/>
                </a:cubicBezTo>
                <a:cubicBezTo>
                  <a:pt x="1097778" y="1073610"/>
                  <a:pt x="1084184" y="1060016"/>
                  <a:pt x="1084184" y="1043246"/>
                </a:cubicBezTo>
                <a:cubicBezTo>
                  <a:pt x="1084184" y="1026477"/>
                  <a:pt x="1097778" y="1012883"/>
                  <a:pt x="1114547" y="1012883"/>
                </a:cubicBezTo>
                <a:close/>
                <a:moveTo>
                  <a:pt x="1041993" y="1012883"/>
                </a:moveTo>
                <a:cubicBezTo>
                  <a:pt x="1058762" y="1012883"/>
                  <a:pt x="1072356" y="1026477"/>
                  <a:pt x="1072356" y="1043246"/>
                </a:cubicBezTo>
                <a:cubicBezTo>
                  <a:pt x="1072356" y="1060016"/>
                  <a:pt x="1058762" y="1073610"/>
                  <a:pt x="1041993" y="1073610"/>
                </a:cubicBezTo>
                <a:cubicBezTo>
                  <a:pt x="1025223" y="1073610"/>
                  <a:pt x="1011629" y="1060016"/>
                  <a:pt x="1011629" y="1043246"/>
                </a:cubicBezTo>
                <a:cubicBezTo>
                  <a:pt x="1011629" y="1026477"/>
                  <a:pt x="1025223" y="1012883"/>
                  <a:pt x="1041993" y="1012883"/>
                </a:cubicBezTo>
                <a:close/>
                <a:moveTo>
                  <a:pt x="969438" y="1012883"/>
                </a:moveTo>
                <a:cubicBezTo>
                  <a:pt x="986208" y="1012883"/>
                  <a:pt x="999801" y="1026477"/>
                  <a:pt x="999801" y="1043246"/>
                </a:cubicBezTo>
                <a:cubicBezTo>
                  <a:pt x="999801" y="1060016"/>
                  <a:pt x="986208" y="1073610"/>
                  <a:pt x="969438" y="1073610"/>
                </a:cubicBezTo>
                <a:cubicBezTo>
                  <a:pt x="952669" y="1073610"/>
                  <a:pt x="939075" y="1060016"/>
                  <a:pt x="939075" y="1043246"/>
                </a:cubicBezTo>
                <a:cubicBezTo>
                  <a:pt x="939075" y="1026477"/>
                  <a:pt x="952669" y="1012883"/>
                  <a:pt x="969438" y="1012883"/>
                </a:cubicBezTo>
                <a:close/>
                <a:moveTo>
                  <a:pt x="896883" y="1012883"/>
                </a:moveTo>
                <a:cubicBezTo>
                  <a:pt x="913653" y="1012883"/>
                  <a:pt x="927247" y="1026477"/>
                  <a:pt x="927247" y="1043246"/>
                </a:cubicBezTo>
                <a:cubicBezTo>
                  <a:pt x="927247" y="1060016"/>
                  <a:pt x="913653" y="1073610"/>
                  <a:pt x="896883" y="1073610"/>
                </a:cubicBezTo>
                <a:cubicBezTo>
                  <a:pt x="880114" y="1073610"/>
                  <a:pt x="866520" y="1060016"/>
                  <a:pt x="866520" y="1043246"/>
                </a:cubicBezTo>
                <a:cubicBezTo>
                  <a:pt x="866520" y="1026477"/>
                  <a:pt x="880114" y="1012883"/>
                  <a:pt x="896883" y="1012883"/>
                </a:cubicBezTo>
                <a:close/>
                <a:moveTo>
                  <a:pt x="824329" y="1012883"/>
                </a:moveTo>
                <a:cubicBezTo>
                  <a:pt x="841098" y="1012883"/>
                  <a:pt x="854692" y="1026477"/>
                  <a:pt x="854692" y="1043246"/>
                </a:cubicBezTo>
                <a:cubicBezTo>
                  <a:pt x="854692" y="1060016"/>
                  <a:pt x="841098" y="1073610"/>
                  <a:pt x="824329" y="1073610"/>
                </a:cubicBezTo>
                <a:cubicBezTo>
                  <a:pt x="807559" y="1073610"/>
                  <a:pt x="793965" y="1060016"/>
                  <a:pt x="793965" y="1043246"/>
                </a:cubicBezTo>
                <a:cubicBezTo>
                  <a:pt x="793965" y="1026477"/>
                  <a:pt x="807559" y="1012883"/>
                  <a:pt x="824329" y="1012883"/>
                </a:cubicBezTo>
                <a:close/>
                <a:moveTo>
                  <a:pt x="751774" y="1012883"/>
                </a:moveTo>
                <a:cubicBezTo>
                  <a:pt x="768544" y="1012883"/>
                  <a:pt x="782138" y="1026477"/>
                  <a:pt x="782138" y="1043246"/>
                </a:cubicBezTo>
                <a:cubicBezTo>
                  <a:pt x="782138" y="1060016"/>
                  <a:pt x="768544" y="1073610"/>
                  <a:pt x="751774" y="1073610"/>
                </a:cubicBezTo>
                <a:cubicBezTo>
                  <a:pt x="735005" y="1073610"/>
                  <a:pt x="721411" y="1060016"/>
                  <a:pt x="721411" y="1043246"/>
                </a:cubicBezTo>
                <a:cubicBezTo>
                  <a:pt x="721411" y="1026477"/>
                  <a:pt x="735005" y="1012883"/>
                  <a:pt x="751774" y="1012883"/>
                </a:cubicBezTo>
                <a:close/>
                <a:moveTo>
                  <a:pt x="679220" y="1012883"/>
                </a:moveTo>
                <a:cubicBezTo>
                  <a:pt x="695989" y="1012883"/>
                  <a:pt x="709583" y="1026477"/>
                  <a:pt x="709583" y="1043246"/>
                </a:cubicBezTo>
                <a:cubicBezTo>
                  <a:pt x="709583" y="1060016"/>
                  <a:pt x="695989" y="1073610"/>
                  <a:pt x="679220" y="1073610"/>
                </a:cubicBezTo>
                <a:cubicBezTo>
                  <a:pt x="662450" y="1073610"/>
                  <a:pt x="648856" y="1060016"/>
                  <a:pt x="648856" y="1043246"/>
                </a:cubicBezTo>
                <a:cubicBezTo>
                  <a:pt x="648856" y="1026477"/>
                  <a:pt x="662450" y="1012883"/>
                  <a:pt x="679220" y="1012883"/>
                </a:cubicBezTo>
                <a:close/>
                <a:moveTo>
                  <a:pt x="606665" y="1012883"/>
                </a:moveTo>
                <a:cubicBezTo>
                  <a:pt x="623435" y="1012883"/>
                  <a:pt x="637029" y="1026477"/>
                  <a:pt x="637029" y="1043246"/>
                </a:cubicBezTo>
                <a:cubicBezTo>
                  <a:pt x="637029" y="1060016"/>
                  <a:pt x="623435" y="1073610"/>
                  <a:pt x="606665" y="1073610"/>
                </a:cubicBezTo>
                <a:cubicBezTo>
                  <a:pt x="589896" y="1073610"/>
                  <a:pt x="576302" y="1060016"/>
                  <a:pt x="576302" y="1043246"/>
                </a:cubicBezTo>
                <a:cubicBezTo>
                  <a:pt x="576302" y="1026477"/>
                  <a:pt x="589896" y="1012883"/>
                  <a:pt x="606665" y="1012883"/>
                </a:cubicBezTo>
                <a:close/>
                <a:moveTo>
                  <a:pt x="534111" y="1012883"/>
                </a:moveTo>
                <a:cubicBezTo>
                  <a:pt x="550880" y="1012883"/>
                  <a:pt x="564474" y="1026477"/>
                  <a:pt x="564474" y="1043246"/>
                </a:cubicBezTo>
                <a:cubicBezTo>
                  <a:pt x="564474" y="1060016"/>
                  <a:pt x="550880" y="1073610"/>
                  <a:pt x="534111" y="1073610"/>
                </a:cubicBezTo>
                <a:cubicBezTo>
                  <a:pt x="517341" y="1073610"/>
                  <a:pt x="503747" y="1060016"/>
                  <a:pt x="503747" y="1043246"/>
                </a:cubicBezTo>
                <a:cubicBezTo>
                  <a:pt x="503747" y="1026477"/>
                  <a:pt x="517341" y="1012883"/>
                  <a:pt x="534111" y="1012883"/>
                </a:cubicBezTo>
                <a:close/>
                <a:moveTo>
                  <a:pt x="461556" y="1012883"/>
                </a:moveTo>
                <a:cubicBezTo>
                  <a:pt x="478326" y="1012883"/>
                  <a:pt x="491920" y="1026477"/>
                  <a:pt x="491920" y="1043246"/>
                </a:cubicBezTo>
                <a:cubicBezTo>
                  <a:pt x="491920" y="1060016"/>
                  <a:pt x="478326" y="1073610"/>
                  <a:pt x="461556" y="1073610"/>
                </a:cubicBezTo>
                <a:cubicBezTo>
                  <a:pt x="444787" y="1073610"/>
                  <a:pt x="431192" y="1060016"/>
                  <a:pt x="431192" y="1043246"/>
                </a:cubicBezTo>
                <a:cubicBezTo>
                  <a:pt x="431192" y="1026477"/>
                  <a:pt x="444787" y="1012883"/>
                  <a:pt x="461556" y="1012883"/>
                </a:cubicBezTo>
                <a:close/>
                <a:moveTo>
                  <a:pt x="389002" y="1012883"/>
                </a:moveTo>
                <a:cubicBezTo>
                  <a:pt x="405771" y="1012883"/>
                  <a:pt x="419365" y="1026477"/>
                  <a:pt x="419365" y="1043246"/>
                </a:cubicBezTo>
                <a:cubicBezTo>
                  <a:pt x="419365" y="1060016"/>
                  <a:pt x="405771" y="1073610"/>
                  <a:pt x="389002" y="1073610"/>
                </a:cubicBezTo>
                <a:cubicBezTo>
                  <a:pt x="372232" y="1073610"/>
                  <a:pt x="358638" y="1060016"/>
                  <a:pt x="358638" y="1043246"/>
                </a:cubicBezTo>
                <a:cubicBezTo>
                  <a:pt x="358638" y="1026477"/>
                  <a:pt x="372232" y="1012883"/>
                  <a:pt x="389002" y="1012883"/>
                </a:cubicBezTo>
                <a:close/>
                <a:moveTo>
                  <a:pt x="316447" y="1012883"/>
                </a:moveTo>
                <a:cubicBezTo>
                  <a:pt x="333216" y="1012883"/>
                  <a:pt x="346810" y="1026477"/>
                  <a:pt x="346810" y="1043246"/>
                </a:cubicBezTo>
                <a:cubicBezTo>
                  <a:pt x="346810" y="1060016"/>
                  <a:pt x="333216" y="1073610"/>
                  <a:pt x="316447" y="1073610"/>
                </a:cubicBezTo>
                <a:cubicBezTo>
                  <a:pt x="299677" y="1073610"/>
                  <a:pt x="286084" y="1060016"/>
                  <a:pt x="286084" y="1043246"/>
                </a:cubicBezTo>
                <a:cubicBezTo>
                  <a:pt x="286084" y="1026477"/>
                  <a:pt x="299677" y="1012883"/>
                  <a:pt x="316447" y="1012883"/>
                </a:cubicBezTo>
                <a:close/>
                <a:moveTo>
                  <a:pt x="243892" y="1012883"/>
                </a:moveTo>
                <a:cubicBezTo>
                  <a:pt x="260662" y="1012883"/>
                  <a:pt x="274256" y="1026477"/>
                  <a:pt x="274256" y="1043246"/>
                </a:cubicBezTo>
                <a:cubicBezTo>
                  <a:pt x="274256" y="1060016"/>
                  <a:pt x="260662" y="1073610"/>
                  <a:pt x="243892" y="1073610"/>
                </a:cubicBezTo>
                <a:cubicBezTo>
                  <a:pt x="227123" y="1073610"/>
                  <a:pt x="213529" y="1060016"/>
                  <a:pt x="213529" y="1043246"/>
                </a:cubicBezTo>
                <a:cubicBezTo>
                  <a:pt x="213529" y="1026477"/>
                  <a:pt x="227123" y="1012883"/>
                  <a:pt x="243892" y="1012883"/>
                </a:cubicBezTo>
                <a:close/>
                <a:moveTo>
                  <a:pt x="171339" y="1012883"/>
                </a:moveTo>
                <a:cubicBezTo>
                  <a:pt x="188107" y="1012883"/>
                  <a:pt x="201701" y="1026477"/>
                  <a:pt x="201701" y="1043246"/>
                </a:cubicBezTo>
                <a:cubicBezTo>
                  <a:pt x="201701" y="1060016"/>
                  <a:pt x="188107" y="1073610"/>
                  <a:pt x="171339" y="1073610"/>
                </a:cubicBezTo>
                <a:cubicBezTo>
                  <a:pt x="154639" y="1073610"/>
                  <a:pt x="141045" y="1060016"/>
                  <a:pt x="141045" y="1043246"/>
                </a:cubicBezTo>
                <a:cubicBezTo>
                  <a:pt x="141045" y="1026477"/>
                  <a:pt x="154639" y="1012883"/>
                  <a:pt x="171339" y="1012883"/>
                </a:cubicBezTo>
                <a:close/>
                <a:moveTo>
                  <a:pt x="98865" y="1012883"/>
                </a:moveTo>
                <a:cubicBezTo>
                  <a:pt x="115628" y="1012883"/>
                  <a:pt x="129222" y="1026477"/>
                  <a:pt x="129222" y="1043246"/>
                </a:cubicBezTo>
                <a:cubicBezTo>
                  <a:pt x="129222" y="1060016"/>
                  <a:pt x="115628" y="1073610"/>
                  <a:pt x="98865" y="1073610"/>
                </a:cubicBezTo>
                <a:cubicBezTo>
                  <a:pt x="82093" y="1073610"/>
                  <a:pt x="68498" y="1060016"/>
                  <a:pt x="68498" y="1043246"/>
                </a:cubicBezTo>
                <a:cubicBezTo>
                  <a:pt x="68498" y="1026477"/>
                  <a:pt x="82093" y="1012883"/>
                  <a:pt x="98865" y="1012883"/>
                </a:cubicBezTo>
                <a:close/>
                <a:moveTo>
                  <a:pt x="26309" y="1012883"/>
                </a:moveTo>
                <a:cubicBezTo>
                  <a:pt x="43075" y="1012883"/>
                  <a:pt x="56670" y="1026477"/>
                  <a:pt x="56670" y="1043246"/>
                </a:cubicBezTo>
                <a:cubicBezTo>
                  <a:pt x="56670" y="1060016"/>
                  <a:pt x="43075" y="1073610"/>
                  <a:pt x="26309" y="1073610"/>
                </a:cubicBezTo>
                <a:cubicBezTo>
                  <a:pt x="17924" y="1073610"/>
                  <a:pt x="10333" y="1070212"/>
                  <a:pt x="4838" y="1064717"/>
                </a:cubicBezTo>
                <a:lnTo>
                  <a:pt x="0" y="1053036"/>
                </a:lnTo>
                <a:lnTo>
                  <a:pt x="0" y="1033457"/>
                </a:lnTo>
                <a:lnTo>
                  <a:pt x="4838" y="1021776"/>
                </a:lnTo>
                <a:cubicBezTo>
                  <a:pt x="10333" y="1016282"/>
                  <a:pt x="17924" y="1012883"/>
                  <a:pt x="26309" y="1012883"/>
                </a:cubicBezTo>
                <a:close/>
                <a:moveTo>
                  <a:pt x="1549874" y="932431"/>
                </a:moveTo>
                <a:cubicBezTo>
                  <a:pt x="1558259" y="932431"/>
                  <a:pt x="1565850" y="935830"/>
                  <a:pt x="1571345" y="941324"/>
                </a:cubicBezTo>
                <a:lnTo>
                  <a:pt x="1577296" y="955693"/>
                </a:lnTo>
                <a:lnTo>
                  <a:pt x="1565363" y="988298"/>
                </a:lnTo>
                <a:lnTo>
                  <a:pt x="1561694" y="990772"/>
                </a:lnTo>
                <a:cubicBezTo>
                  <a:pt x="1558061" y="992309"/>
                  <a:pt x="1554067" y="993158"/>
                  <a:pt x="1549874" y="993158"/>
                </a:cubicBezTo>
                <a:cubicBezTo>
                  <a:pt x="1533105" y="993158"/>
                  <a:pt x="1519511" y="979564"/>
                  <a:pt x="1519511" y="962795"/>
                </a:cubicBezTo>
                <a:cubicBezTo>
                  <a:pt x="1519511" y="946025"/>
                  <a:pt x="1533105" y="932431"/>
                  <a:pt x="1549874" y="932431"/>
                </a:cubicBezTo>
                <a:close/>
                <a:moveTo>
                  <a:pt x="1477320" y="932431"/>
                </a:moveTo>
                <a:cubicBezTo>
                  <a:pt x="1494089" y="932431"/>
                  <a:pt x="1507683" y="946025"/>
                  <a:pt x="1507683" y="962795"/>
                </a:cubicBezTo>
                <a:cubicBezTo>
                  <a:pt x="1507683" y="979564"/>
                  <a:pt x="1494089" y="993158"/>
                  <a:pt x="1477320" y="993158"/>
                </a:cubicBezTo>
                <a:cubicBezTo>
                  <a:pt x="1460550" y="993158"/>
                  <a:pt x="1446956" y="979564"/>
                  <a:pt x="1446956" y="962795"/>
                </a:cubicBezTo>
                <a:cubicBezTo>
                  <a:pt x="1446956" y="946025"/>
                  <a:pt x="1460550" y="932431"/>
                  <a:pt x="1477320" y="932431"/>
                </a:cubicBezTo>
                <a:close/>
                <a:moveTo>
                  <a:pt x="1404765" y="932431"/>
                </a:moveTo>
                <a:cubicBezTo>
                  <a:pt x="1421535" y="932431"/>
                  <a:pt x="1435129" y="946025"/>
                  <a:pt x="1435129" y="962795"/>
                </a:cubicBezTo>
                <a:cubicBezTo>
                  <a:pt x="1435129" y="979564"/>
                  <a:pt x="1421535" y="993158"/>
                  <a:pt x="1404765" y="993158"/>
                </a:cubicBezTo>
                <a:cubicBezTo>
                  <a:pt x="1387996" y="993158"/>
                  <a:pt x="1374402" y="979564"/>
                  <a:pt x="1374402" y="962795"/>
                </a:cubicBezTo>
                <a:cubicBezTo>
                  <a:pt x="1374402" y="946025"/>
                  <a:pt x="1387996" y="932431"/>
                  <a:pt x="1404765" y="932431"/>
                </a:cubicBezTo>
                <a:close/>
                <a:moveTo>
                  <a:pt x="1332211" y="932431"/>
                </a:moveTo>
                <a:cubicBezTo>
                  <a:pt x="1348980" y="932431"/>
                  <a:pt x="1362574" y="946025"/>
                  <a:pt x="1362574" y="962795"/>
                </a:cubicBezTo>
                <a:cubicBezTo>
                  <a:pt x="1362574" y="979564"/>
                  <a:pt x="1348980" y="993158"/>
                  <a:pt x="1332211" y="993158"/>
                </a:cubicBezTo>
                <a:cubicBezTo>
                  <a:pt x="1315441" y="993158"/>
                  <a:pt x="1301847" y="979564"/>
                  <a:pt x="1301847" y="962795"/>
                </a:cubicBezTo>
                <a:cubicBezTo>
                  <a:pt x="1301847" y="946025"/>
                  <a:pt x="1315441" y="932431"/>
                  <a:pt x="1332211" y="932431"/>
                </a:cubicBezTo>
                <a:close/>
                <a:moveTo>
                  <a:pt x="1259656" y="932431"/>
                </a:moveTo>
                <a:cubicBezTo>
                  <a:pt x="1276426" y="932431"/>
                  <a:pt x="1290020" y="946025"/>
                  <a:pt x="1290020" y="962795"/>
                </a:cubicBezTo>
                <a:cubicBezTo>
                  <a:pt x="1290020" y="979564"/>
                  <a:pt x="1276426" y="993158"/>
                  <a:pt x="1259656" y="993158"/>
                </a:cubicBezTo>
                <a:cubicBezTo>
                  <a:pt x="1242887" y="993158"/>
                  <a:pt x="1229293" y="979564"/>
                  <a:pt x="1229293" y="962795"/>
                </a:cubicBezTo>
                <a:cubicBezTo>
                  <a:pt x="1229293" y="946025"/>
                  <a:pt x="1242887" y="932431"/>
                  <a:pt x="1259656" y="932431"/>
                </a:cubicBezTo>
                <a:close/>
                <a:moveTo>
                  <a:pt x="1187102" y="932431"/>
                </a:moveTo>
                <a:cubicBezTo>
                  <a:pt x="1203871" y="932431"/>
                  <a:pt x="1217465" y="946025"/>
                  <a:pt x="1217465" y="962795"/>
                </a:cubicBezTo>
                <a:cubicBezTo>
                  <a:pt x="1217465" y="979564"/>
                  <a:pt x="1203871" y="993158"/>
                  <a:pt x="1187102" y="993158"/>
                </a:cubicBezTo>
                <a:cubicBezTo>
                  <a:pt x="1170332" y="993158"/>
                  <a:pt x="1156738" y="979564"/>
                  <a:pt x="1156738" y="962795"/>
                </a:cubicBezTo>
                <a:cubicBezTo>
                  <a:pt x="1156738" y="946025"/>
                  <a:pt x="1170332" y="932431"/>
                  <a:pt x="1187102" y="932431"/>
                </a:cubicBezTo>
                <a:close/>
                <a:moveTo>
                  <a:pt x="1114547" y="932431"/>
                </a:moveTo>
                <a:cubicBezTo>
                  <a:pt x="1131317" y="932431"/>
                  <a:pt x="1144911" y="946025"/>
                  <a:pt x="1144911" y="962795"/>
                </a:cubicBezTo>
                <a:cubicBezTo>
                  <a:pt x="1144911" y="979564"/>
                  <a:pt x="1131317" y="993158"/>
                  <a:pt x="1114547" y="993158"/>
                </a:cubicBezTo>
                <a:cubicBezTo>
                  <a:pt x="1097778" y="993158"/>
                  <a:pt x="1084184" y="979564"/>
                  <a:pt x="1084184" y="962795"/>
                </a:cubicBezTo>
                <a:cubicBezTo>
                  <a:pt x="1084184" y="946025"/>
                  <a:pt x="1097778" y="932431"/>
                  <a:pt x="1114547" y="932431"/>
                </a:cubicBezTo>
                <a:close/>
                <a:moveTo>
                  <a:pt x="1041993" y="932431"/>
                </a:moveTo>
                <a:cubicBezTo>
                  <a:pt x="1058762" y="932431"/>
                  <a:pt x="1072356" y="946025"/>
                  <a:pt x="1072356" y="962795"/>
                </a:cubicBezTo>
                <a:cubicBezTo>
                  <a:pt x="1072356" y="979564"/>
                  <a:pt x="1058762" y="993158"/>
                  <a:pt x="1041993" y="993158"/>
                </a:cubicBezTo>
                <a:cubicBezTo>
                  <a:pt x="1025223" y="993158"/>
                  <a:pt x="1011629" y="979564"/>
                  <a:pt x="1011629" y="962795"/>
                </a:cubicBezTo>
                <a:cubicBezTo>
                  <a:pt x="1011629" y="946025"/>
                  <a:pt x="1025223" y="932431"/>
                  <a:pt x="1041993" y="932431"/>
                </a:cubicBezTo>
                <a:close/>
                <a:moveTo>
                  <a:pt x="969438" y="932431"/>
                </a:moveTo>
                <a:cubicBezTo>
                  <a:pt x="986208" y="932431"/>
                  <a:pt x="999801" y="946025"/>
                  <a:pt x="999801" y="962795"/>
                </a:cubicBezTo>
                <a:cubicBezTo>
                  <a:pt x="999801" y="979564"/>
                  <a:pt x="986208" y="993158"/>
                  <a:pt x="969438" y="993158"/>
                </a:cubicBezTo>
                <a:cubicBezTo>
                  <a:pt x="952669" y="993158"/>
                  <a:pt x="939075" y="979564"/>
                  <a:pt x="939075" y="962795"/>
                </a:cubicBezTo>
                <a:cubicBezTo>
                  <a:pt x="939075" y="946025"/>
                  <a:pt x="952669" y="932431"/>
                  <a:pt x="969438" y="932431"/>
                </a:cubicBezTo>
                <a:close/>
                <a:moveTo>
                  <a:pt x="896883" y="932431"/>
                </a:moveTo>
                <a:cubicBezTo>
                  <a:pt x="913653" y="932431"/>
                  <a:pt x="927247" y="946025"/>
                  <a:pt x="927247" y="962795"/>
                </a:cubicBezTo>
                <a:cubicBezTo>
                  <a:pt x="927247" y="979564"/>
                  <a:pt x="913653" y="993158"/>
                  <a:pt x="896883" y="993158"/>
                </a:cubicBezTo>
                <a:cubicBezTo>
                  <a:pt x="880114" y="993158"/>
                  <a:pt x="866520" y="979564"/>
                  <a:pt x="866520" y="962795"/>
                </a:cubicBezTo>
                <a:cubicBezTo>
                  <a:pt x="866520" y="946025"/>
                  <a:pt x="880114" y="932431"/>
                  <a:pt x="896883" y="932431"/>
                </a:cubicBezTo>
                <a:close/>
                <a:moveTo>
                  <a:pt x="824329" y="932431"/>
                </a:moveTo>
                <a:cubicBezTo>
                  <a:pt x="841098" y="932431"/>
                  <a:pt x="854692" y="946025"/>
                  <a:pt x="854692" y="962795"/>
                </a:cubicBezTo>
                <a:cubicBezTo>
                  <a:pt x="854692" y="979564"/>
                  <a:pt x="841098" y="993158"/>
                  <a:pt x="824329" y="993158"/>
                </a:cubicBezTo>
                <a:cubicBezTo>
                  <a:pt x="807559" y="993158"/>
                  <a:pt x="793965" y="979564"/>
                  <a:pt x="793965" y="962795"/>
                </a:cubicBezTo>
                <a:cubicBezTo>
                  <a:pt x="793965" y="946025"/>
                  <a:pt x="807559" y="932431"/>
                  <a:pt x="824329" y="932431"/>
                </a:cubicBezTo>
                <a:close/>
                <a:moveTo>
                  <a:pt x="751774" y="932431"/>
                </a:moveTo>
                <a:cubicBezTo>
                  <a:pt x="768544" y="932431"/>
                  <a:pt x="782138" y="946025"/>
                  <a:pt x="782138" y="962795"/>
                </a:cubicBezTo>
                <a:cubicBezTo>
                  <a:pt x="782138" y="979564"/>
                  <a:pt x="768544" y="993158"/>
                  <a:pt x="751774" y="993158"/>
                </a:cubicBezTo>
                <a:cubicBezTo>
                  <a:pt x="735005" y="993158"/>
                  <a:pt x="721411" y="979564"/>
                  <a:pt x="721411" y="962795"/>
                </a:cubicBezTo>
                <a:cubicBezTo>
                  <a:pt x="721411" y="946025"/>
                  <a:pt x="735005" y="932431"/>
                  <a:pt x="751774" y="932431"/>
                </a:cubicBezTo>
                <a:close/>
                <a:moveTo>
                  <a:pt x="679220" y="932431"/>
                </a:moveTo>
                <a:cubicBezTo>
                  <a:pt x="695989" y="932431"/>
                  <a:pt x="709583" y="946025"/>
                  <a:pt x="709583" y="962795"/>
                </a:cubicBezTo>
                <a:cubicBezTo>
                  <a:pt x="709583" y="979564"/>
                  <a:pt x="695989" y="993158"/>
                  <a:pt x="679220" y="993158"/>
                </a:cubicBezTo>
                <a:cubicBezTo>
                  <a:pt x="662450" y="993158"/>
                  <a:pt x="648856" y="979564"/>
                  <a:pt x="648856" y="962795"/>
                </a:cubicBezTo>
                <a:cubicBezTo>
                  <a:pt x="648856" y="946025"/>
                  <a:pt x="662450" y="932431"/>
                  <a:pt x="679220" y="932431"/>
                </a:cubicBezTo>
                <a:close/>
                <a:moveTo>
                  <a:pt x="606665" y="932431"/>
                </a:moveTo>
                <a:cubicBezTo>
                  <a:pt x="623435" y="932431"/>
                  <a:pt x="637029" y="946025"/>
                  <a:pt x="637029" y="962795"/>
                </a:cubicBezTo>
                <a:cubicBezTo>
                  <a:pt x="637029" y="979564"/>
                  <a:pt x="623435" y="993158"/>
                  <a:pt x="606665" y="993158"/>
                </a:cubicBezTo>
                <a:cubicBezTo>
                  <a:pt x="589896" y="993158"/>
                  <a:pt x="576302" y="979564"/>
                  <a:pt x="576302" y="962795"/>
                </a:cubicBezTo>
                <a:cubicBezTo>
                  <a:pt x="576302" y="946025"/>
                  <a:pt x="589896" y="932431"/>
                  <a:pt x="606665" y="932431"/>
                </a:cubicBezTo>
                <a:close/>
                <a:moveTo>
                  <a:pt x="534111" y="932431"/>
                </a:moveTo>
                <a:cubicBezTo>
                  <a:pt x="550880" y="932431"/>
                  <a:pt x="564474" y="946025"/>
                  <a:pt x="564474" y="962795"/>
                </a:cubicBezTo>
                <a:cubicBezTo>
                  <a:pt x="564474" y="979564"/>
                  <a:pt x="550880" y="993158"/>
                  <a:pt x="534111" y="993158"/>
                </a:cubicBezTo>
                <a:cubicBezTo>
                  <a:pt x="517341" y="993158"/>
                  <a:pt x="503747" y="979564"/>
                  <a:pt x="503747" y="962795"/>
                </a:cubicBezTo>
                <a:cubicBezTo>
                  <a:pt x="503747" y="946025"/>
                  <a:pt x="517341" y="932431"/>
                  <a:pt x="534111" y="932431"/>
                </a:cubicBezTo>
                <a:close/>
                <a:moveTo>
                  <a:pt x="461556" y="932431"/>
                </a:moveTo>
                <a:cubicBezTo>
                  <a:pt x="478326" y="932431"/>
                  <a:pt x="491920" y="946025"/>
                  <a:pt x="491920" y="962795"/>
                </a:cubicBezTo>
                <a:cubicBezTo>
                  <a:pt x="491920" y="979564"/>
                  <a:pt x="478326" y="993158"/>
                  <a:pt x="461556" y="993158"/>
                </a:cubicBezTo>
                <a:cubicBezTo>
                  <a:pt x="444787" y="993158"/>
                  <a:pt x="431192" y="979564"/>
                  <a:pt x="431192" y="962795"/>
                </a:cubicBezTo>
                <a:cubicBezTo>
                  <a:pt x="431192" y="946025"/>
                  <a:pt x="444787" y="932431"/>
                  <a:pt x="461556" y="932431"/>
                </a:cubicBezTo>
                <a:close/>
                <a:moveTo>
                  <a:pt x="389002" y="932431"/>
                </a:moveTo>
                <a:cubicBezTo>
                  <a:pt x="405771" y="932431"/>
                  <a:pt x="419365" y="946025"/>
                  <a:pt x="419365" y="962795"/>
                </a:cubicBezTo>
                <a:cubicBezTo>
                  <a:pt x="419365" y="979564"/>
                  <a:pt x="405771" y="993158"/>
                  <a:pt x="389002" y="993158"/>
                </a:cubicBezTo>
                <a:cubicBezTo>
                  <a:pt x="372232" y="993158"/>
                  <a:pt x="358638" y="979564"/>
                  <a:pt x="358638" y="962795"/>
                </a:cubicBezTo>
                <a:cubicBezTo>
                  <a:pt x="358638" y="946025"/>
                  <a:pt x="372232" y="932431"/>
                  <a:pt x="389002" y="932431"/>
                </a:cubicBezTo>
                <a:close/>
                <a:moveTo>
                  <a:pt x="316447" y="932431"/>
                </a:moveTo>
                <a:cubicBezTo>
                  <a:pt x="333216" y="932431"/>
                  <a:pt x="346810" y="946025"/>
                  <a:pt x="346810" y="962795"/>
                </a:cubicBezTo>
                <a:cubicBezTo>
                  <a:pt x="346810" y="979564"/>
                  <a:pt x="333216" y="993158"/>
                  <a:pt x="316447" y="993158"/>
                </a:cubicBezTo>
                <a:cubicBezTo>
                  <a:pt x="299677" y="993158"/>
                  <a:pt x="286084" y="979564"/>
                  <a:pt x="286084" y="962795"/>
                </a:cubicBezTo>
                <a:cubicBezTo>
                  <a:pt x="286084" y="946025"/>
                  <a:pt x="299677" y="932431"/>
                  <a:pt x="316447" y="932431"/>
                </a:cubicBezTo>
                <a:close/>
                <a:moveTo>
                  <a:pt x="243892" y="932431"/>
                </a:moveTo>
                <a:cubicBezTo>
                  <a:pt x="260662" y="932431"/>
                  <a:pt x="274256" y="946025"/>
                  <a:pt x="274256" y="962795"/>
                </a:cubicBezTo>
                <a:cubicBezTo>
                  <a:pt x="274256" y="979564"/>
                  <a:pt x="260662" y="993158"/>
                  <a:pt x="243892" y="993158"/>
                </a:cubicBezTo>
                <a:cubicBezTo>
                  <a:pt x="227123" y="993158"/>
                  <a:pt x="213529" y="979564"/>
                  <a:pt x="213529" y="962795"/>
                </a:cubicBezTo>
                <a:cubicBezTo>
                  <a:pt x="213529" y="946025"/>
                  <a:pt x="227123" y="932431"/>
                  <a:pt x="243892" y="932431"/>
                </a:cubicBezTo>
                <a:close/>
                <a:moveTo>
                  <a:pt x="171339" y="932431"/>
                </a:moveTo>
                <a:cubicBezTo>
                  <a:pt x="188107" y="932431"/>
                  <a:pt x="201701" y="946025"/>
                  <a:pt x="201701" y="962795"/>
                </a:cubicBezTo>
                <a:cubicBezTo>
                  <a:pt x="201701" y="979564"/>
                  <a:pt x="188107" y="993158"/>
                  <a:pt x="171339" y="993158"/>
                </a:cubicBezTo>
                <a:cubicBezTo>
                  <a:pt x="154645" y="993158"/>
                  <a:pt x="141051" y="979564"/>
                  <a:pt x="141051" y="962795"/>
                </a:cubicBezTo>
                <a:cubicBezTo>
                  <a:pt x="141051" y="946025"/>
                  <a:pt x="154645" y="932431"/>
                  <a:pt x="171339" y="932431"/>
                </a:cubicBezTo>
                <a:close/>
                <a:moveTo>
                  <a:pt x="98870" y="932431"/>
                </a:moveTo>
                <a:cubicBezTo>
                  <a:pt x="115634" y="932431"/>
                  <a:pt x="129228" y="946025"/>
                  <a:pt x="129228" y="962795"/>
                </a:cubicBezTo>
                <a:cubicBezTo>
                  <a:pt x="129228" y="979564"/>
                  <a:pt x="115634" y="993158"/>
                  <a:pt x="98870" y="993158"/>
                </a:cubicBezTo>
                <a:cubicBezTo>
                  <a:pt x="82099" y="993158"/>
                  <a:pt x="68505" y="979564"/>
                  <a:pt x="68505" y="962795"/>
                </a:cubicBezTo>
                <a:cubicBezTo>
                  <a:pt x="68505" y="946025"/>
                  <a:pt x="82099" y="932431"/>
                  <a:pt x="98870" y="932431"/>
                </a:cubicBezTo>
                <a:close/>
                <a:moveTo>
                  <a:pt x="26316" y="932431"/>
                </a:moveTo>
                <a:cubicBezTo>
                  <a:pt x="43081" y="932431"/>
                  <a:pt x="56676" y="946025"/>
                  <a:pt x="56676" y="962795"/>
                </a:cubicBezTo>
                <a:cubicBezTo>
                  <a:pt x="56676" y="979564"/>
                  <a:pt x="43081" y="993158"/>
                  <a:pt x="26316" y="993158"/>
                </a:cubicBezTo>
                <a:cubicBezTo>
                  <a:pt x="17931" y="993158"/>
                  <a:pt x="10340" y="989760"/>
                  <a:pt x="4845" y="984265"/>
                </a:cubicBezTo>
                <a:lnTo>
                  <a:pt x="0" y="972570"/>
                </a:lnTo>
                <a:lnTo>
                  <a:pt x="0" y="953020"/>
                </a:lnTo>
                <a:lnTo>
                  <a:pt x="4845" y="941324"/>
                </a:lnTo>
                <a:cubicBezTo>
                  <a:pt x="10340" y="935830"/>
                  <a:pt x="17931" y="932431"/>
                  <a:pt x="26316" y="932431"/>
                </a:cubicBezTo>
                <a:close/>
                <a:moveTo>
                  <a:pt x="1612513" y="853981"/>
                </a:moveTo>
                <a:lnTo>
                  <a:pt x="1607766" y="872445"/>
                </a:lnTo>
                <a:lnTo>
                  <a:pt x="1598477" y="897823"/>
                </a:lnTo>
                <a:lnTo>
                  <a:pt x="1592066" y="882343"/>
                </a:lnTo>
                <a:cubicBezTo>
                  <a:pt x="1592066" y="869766"/>
                  <a:pt x="1599712" y="858975"/>
                  <a:pt x="1610610" y="854366"/>
                </a:cubicBezTo>
                <a:close/>
                <a:moveTo>
                  <a:pt x="1549874" y="851979"/>
                </a:moveTo>
                <a:cubicBezTo>
                  <a:pt x="1566644" y="851979"/>
                  <a:pt x="1580238" y="865573"/>
                  <a:pt x="1580238" y="882343"/>
                </a:cubicBezTo>
                <a:cubicBezTo>
                  <a:pt x="1580238" y="899112"/>
                  <a:pt x="1566644" y="912706"/>
                  <a:pt x="1549874" y="912706"/>
                </a:cubicBezTo>
                <a:cubicBezTo>
                  <a:pt x="1533105" y="912706"/>
                  <a:pt x="1519511" y="899112"/>
                  <a:pt x="1519511" y="882343"/>
                </a:cubicBezTo>
                <a:cubicBezTo>
                  <a:pt x="1519511" y="865573"/>
                  <a:pt x="1533105" y="851979"/>
                  <a:pt x="1549874" y="851979"/>
                </a:cubicBezTo>
                <a:close/>
                <a:moveTo>
                  <a:pt x="1477320" y="851979"/>
                </a:moveTo>
                <a:cubicBezTo>
                  <a:pt x="1494089" y="851979"/>
                  <a:pt x="1507683" y="865573"/>
                  <a:pt x="1507683" y="882343"/>
                </a:cubicBezTo>
                <a:cubicBezTo>
                  <a:pt x="1507683" y="899112"/>
                  <a:pt x="1494089" y="912706"/>
                  <a:pt x="1477320" y="912706"/>
                </a:cubicBezTo>
                <a:cubicBezTo>
                  <a:pt x="1460550" y="912706"/>
                  <a:pt x="1446956" y="899112"/>
                  <a:pt x="1446956" y="882343"/>
                </a:cubicBezTo>
                <a:cubicBezTo>
                  <a:pt x="1446956" y="865573"/>
                  <a:pt x="1460550" y="851979"/>
                  <a:pt x="1477320" y="851979"/>
                </a:cubicBezTo>
                <a:close/>
                <a:moveTo>
                  <a:pt x="1404765" y="851979"/>
                </a:moveTo>
                <a:cubicBezTo>
                  <a:pt x="1421535" y="851979"/>
                  <a:pt x="1435129" y="865573"/>
                  <a:pt x="1435129" y="882343"/>
                </a:cubicBezTo>
                <a:cubicBezTo>
                  <a:pt x="1435129" y="899112"/>
                  <a:pt x="1421535" y="912706"/>
                  <a:pt x="1404765" y="912706"/>
                </a:cubicBezTo>
                <a:cubicBezTo>
                  <a:pt x="1387996" y="912706"/>
                  <a:pt x="1374402" y="899112"/>
                  <a:pt x="1374402" y="882343"/>
                </a:cubicBezTo>
                <a:cubicBezTo>
                  <a:pt x="1374402" y="865573"/>
                  <a:pt x="1387996" y="851979"/>
                  <a:pt x="1404765" y="851979"/>
                </a:cubicBezTo>
                <a:close/>
                <a:moveTo>
                  <a:pt x="1332211" y="851979"/>
                </a:moveTo>
                <a:cubicBezTo>
                  <a:pt x="1348980" y="851979"/>
                  <a:pt x="1362574" y="865573"/>
                  <a:pt x="1362574" y="882343"/>
                </a:cubicBezTo>
                <a:cubicBezTo>
                  <a:pt x="1362574" y="899112"/>
                  <a:pt x="1348980" y="912706"/>
                  <a:pt x="1332211" y="912706"/>
                </a:cubicBezTo>
                <a:cubicBezTo>
                  <a:pt x="1315441" y="912706"/>
                  <a:pt x="1301847" y="899112"/>
                  <a:pt x="1301847" y="882343"/>
                </a:cubicBezTo>
                <a:cubicBezTo>
                  <a:pt x="1301847" y="865573"/>
                  <a:pt x="1315441" y="851979"/>
                  <a:pt x="1332211" y="851979"/>
                </a:cubicBezTo>
                <a:close/>
                <a:moveTo>
                  <a:pt x="1259656" y="851979"/>
                </a:moveTo>
                <a:cubicBezTo>
                  <a:pt x="1276426" y="851979"/>
                  <a:pt x="1290020" y="865573"/>
                  <a:pt x="1290020" y="882343"/>
                </a:cubicBezTo>
                <a:cubicBezTo>
                  <a:pt x="1290020" y="899112"/>
                  <a:pt x="1276426" y="912706"/>
                  <a:pt x="1259656" y="912706"/>
                </a:cubicBezTo>
                <a:cubicBezTo>
                  <a:pt x="1242887" y="912706"/>
                  <a:pt x="1229293" y="899112"/>
                  <a:pt x="1229293" y="882343"/>
                </a:cubicBezTo>
                <a:cubicBezTo>
                  <a:pt x="1229293" y="865573"/>
                  <a:pt x="1242887" y="851979"/>
                  <a:pt x="1259656" y="851979"/>
                </a:cubicBezTo>
                <a:close/>
                <a:moveTo>
                  <a:pt x="1187102" y="851979"/>
                </a:moveTo>
                <a:cubicBezTo>
                  <a:pt x="1203871" y="851979"/>
                  <a:pt x="1217465" y="865573"/>
                  <a:pt x="1217465" y="882343"/>
                </a:cubicBezTo>
                <a:cubicBezTo>
                  <a:pt x="1217465" y="899112"/>
                  <a:pt x="1203871" y="912706"/>
                  <a:pt x="1187102" y="912706"/>
                </a:cubicBezTo>
                <a:cubicBezTo>
                  <a:pt x="1170332" y="912706"/>
                  <a:pt x="1156738" y="899112"/>
                  <a:pt x="1156738" y="882343"/>
                </a:cubicBezTo>
                <a:cubicBezTo>
                  <a:pt x="1156738" y="865573"/>
                  <a:pt x="1170332" y="851979"/>
                  <a:pt x="1187102" y="851979"/>
                </a:cubicBezTo>
                <a:close/>
                <a:moveTo>
                  <a:pt x="1114547" y="851979"/>
                </a:moveTo>
                <a:cubicBezTo>
                  <a:pt x="1131317" y="851979"/>
                  <a:pt x="1144911" y="865573"/>
                  <a:pt x="1144911" y="882343"/>
                </a:cubicBezTo>
                <a:cubicBezTo>
                  <a:pt x="1144911" y="899112"/>
                  <a:pt x="1131317" y="912706"/>
                  <a:pt x="1114547" y="912706"/>
                </a:cubicBezTo>
                <a:cubicBezTo>
                  <a:pt x="1097778" y="912706"/>
                  <a:pt x="1084184" y="899112"/>
                  <a:pt x="1084184" y="882343"/>
                </a:cubicBezTo>
                <a:cubicBezTo>
                  <a:pt x="1084184" y="865573"/>
                  <a:pt x="1097778" y="851979"/>
                  <a:pt x="1114547" y="851979"/>
                </a:cubicBezTo>
                <a:close/>
                <a:moveTo>
                  <a:pt x="1041993" y="851979"/>
                </a:moveTo>
                <a:cubicBezTo>
                  <a:pt x="1058762" y="851979"/>
                  <a:pt x="1072356" y="865573"/>
                  <a:pt x="1072356" y="882343"/>
                </a:cubicBezTo>
                <a:cubicBezTo>
                  <a:pt x="1072356" y="899112"/>
                  <a:pt x="1058762" y="912706"/>
                  <a:pt x="1041993" y="912706"/>
                </a:cubicBezTo>
                <a:cubicBezTo>
                  <a:pt x="1025223" y="912706"/>
                  <a:pt x="1011629" y="899112"/>
                  <a:pt x="1011629" y="882343"/>
                </a:cubicBezTo>
                <a:cubicBezTo>
                  <a:pt x="1011629" y="865573"/>
                  <a:pt x="1025223" y="851979"/>
                  <a:pt x="1041993" y="851979"/>
                </a:cubicBezTo>
                <a:close/>
                <a:moveTo>
                  <a:pt x="969438" y="851979"/>
                </a:moveTo>
                <a:cubicBezTo>
                  <a:pt x="986208" y="851979"/>
                  <a:pt x="999801" y="865573"/>
                  <a:pt x="999801" y="882343"/>
                </a:cubicBezTo>
                <a:cubicBezTo>
                  <a:pt x="999801" y="899112"/>
                  <a:pt x="986208" y="912706"/>
                  <a:pt x="969438" y="912706"/>
                </a:cubicBezTo>
                <a:cubicBezTo>
                  <a:pt x="952669" y="912706"/>
                  <a:pt x="939075" y="899112"/>
                  <a:pt x="939075" y="882343"/>
                </a:cubicBezTo>
                <a:cubicBezTo>
                  <a:pt x="939075" y="865573"/>
                  <a:pt x="952669" y="851979"/>
                  <a:pt x="969438" y="851979"/>
                </a:cubicBezTo>
                <a:close/>
                <a:moveTo>
                  <a:pt x="896883" y="851979"/>
                </a:moveTo>
                <a:cubicBezTo>
                  <a:pt x="913653" y="851979"/>
                  <a:pt x="927247" y="865573"/>
                  <a:pt x="927247" y="882343"/>
                </a:cubicBezTo>
                <a:cubicBezTo>
                  <a:pt x="927247" y="899112"/>
                  <a:pt x="913653" y="912706"/>
                  <a:pt x="896883" y="912706"/>
                </a:cubicBezTo>
                <a:cubicBezTo>
                  <a:pt x="880114" y="912706"/>
                  <a:pt x="866520" y="899112"/>
                  <a:pt x="866520" y="882343"/>
                </a:cubicBezTo>
                <a:cubicBezTo>
                  <a:pt x="866520" y="865573"/>
                  <a:pt x="880114" y="851979"/>
                  <a:pt x="896883" y="851979"/>
                </a:cubicBezTo>
                <a:close/>
                <a:moveTo>
                  <a:pt x="824329" y="851979"/>
                </a:moveTo>
                <a:cubicBezTo>
                  <a:pt x="841098" y="851979"/>
                  <a:pt x="854692" y="865573"/>
                  <a:pt x="854692" y="882343"/>
                </a:cubicBezTo>
                <a:cubicBezTo>
                  <a:pt x="854692" y="899112"/>
                  <a:pt x="841098" y="912706"/>
                  <a:pt x="824329" y="912706"/>
                </a:cubicBezTo>
                <a:cubicBezTo>
                  <a:pt x="807559" y="912706"/>
                  <a:pt x="793965" y="899112"/>
                  <a:pt x="793965" y="882343"/>
                </a:cubicBezTo>
                <a:cubicBezTo>
                  <a:pt x="793965" y="865573"/>
                  <a:pt x="807559" y="851979"/>
                  <a:pt x="824329" y="851979"/>
                </a:cubicBezTo>
                <a:close/>
                <a:moveTo>
                  <a:pt x="751774" y="851979"/>
                </a:moveTo>
                <a:cubicBezTo>
                  <a:pt x="768544" y="851979"/>
                  <a:pt x="782138" y="865573"/>
                  <a:pt x="782138" y="882343"/>
                </a:cubicBezTo>
                <a:cubicBezTo>
                  <a:pt x="782138" y="899112"/>
                  <a:pt x="768544" y="912706"/>
                  <a:pt x="751774" y="912706"/>
                </a:cubicBezTo>
                <a:cubicBezTo>
                  <a:pt x="735005" y="912706"/>
                  <a:pt x="721411" y="899112"/>
                  <a:pt x="721411" y="882343"/>
                </a:cubicBezTo>
                <a:cubicBezTo>
                  <a:pt x="721411" y="865573"/>
                  <a:pt x="735005" y="851979"/>
                  <a:pt x="751774" y="851979"/>
                </a:cubicBezTo>
                <a:close/>
                <a:moveTo>
                  <a:pt x="679220" y="851979"/>
                </a:moveTo>
                <a:cubicBezTo>
                  <a:pt x="695989" y="851979"/>
                  <a:pt x="709583" y="865573"/>
                  <a:pt x="709583" y="882343"/>
                </a:cubicBezTo>
                <a:cubicBezTo>
                  <a:pt x="709583" y="899112"/>
                  <a:pt x="695989" y="912706"/>
                  <a:pt x="679220" y="912706"/>
                </a:cubicBezTo>
                <a:cubicBezTo>
                  <a:pt x="662450" y="912706"/>
                  <a:pt x="648856" y="899112"/>
                  <a:pt x="648856" y="882343"/>
                </a:cubicBezTo>
                <a:cubicBezTo>
                  <a:pt x="648856" y="865573"/>
                  <a:pt x="662450" y="851979"/>
                  <a:pt x="679220" y="851979"/>
                </a:cubicBezTo>
                <a:close/>
                <a:moveTo>
                  <a:pt x="606665" y="851979"/>
                </a:moveTo>
                <a:cubicBezTo>
                  <a:pt x="623435" y="851979"/>
                  <a:pt x="637029" y="865573"/>
                  <a:pt x="637029" y="882343"/>
                </a:cubicBezTo>
                <a:cubicBezTo>
                  <a:pt x="637029" y="899112"/>
                  <a:pt x="623435" y="912706"/>
                  <a:pt x="606665" y="912706"/>
                </a:cubicBezTo>
                <a:cubicBezTo>
                  <a:pt x="589896" y="912706"/>
                  <a:pt x="576302" y="899112"/>
                  <a:pt x="576302" y="882343"/>
                </a:cubicBezTo>
                <a:cubicBezTo>
                  <a:pt x="576302" y="865573"/>
                  <a:pt x="589896" y="851979"/>
                  <a:pt x="606665" y="851979"/>
                </a:cubicBezTo>
                <a:close/>
                <a:moveTo>
                  <a:pt x="534111" y="851979"/>
                </a:moveTo>
                <a:cubicBezTo>
                  <a:pt x="550880" y="851979"/>
                  <a:pt x="564474" y="865573"/>
                  <a:pt x="564474" y="882343"/>
                </a:cubicBezTo>
                <a:cubicBezTo>
                  <a:pt x="564474" y="899112"/>
                  <a:pt x="550880" y="912706"/>
                  <a:pt x="534111" y="912706"/>
                </a:cubicBezTo>
                <a:cubicBezTo>
                  <a:pt x="517341" y="912706"/>
                  <a:pt x="503747" y="899112"/>
                  <a:pt x="503747" y="882343"/>
                </a:cubicBezTo>
                <a:cubicBezTo>
                  <a:pt x="503747" y="865573"/>
                  <a:pt x="517341" y="851979"/>
                  <a:pt x="534111" y="851979"/>
                </a:cubicBezTo>
                <a:close/>
                <a:moveTo>
                  <a:pt x="461556" y="851979"/>
                </a:moveTo>
                <a:cubicBezTo>
                  <a:pt x="478326" y="851979"/>
                  <a:pt x="491920" y="865573"/>
                  <a:pt x="491920" y="882343"/>
                </a:cubicBezTo>
                <a:cubicBezTo>
                  <a:pt x="491920" y="899112"/>
                  <a:pt x="478326" y="912706"/>
                  <a:pt x="461556" y="912706"/>
                </a:cubicBezTo>
                <a:cubicBezTo>
                  <a:pt x="444787" y="912706"/>
                  <a:pt x="431192" y="899112"/>
                  <a:pt x="431192" y="882343"/>
                </a:cubicBezTo>
                <a:cubicBezTo>
                  <a:pt x="431192" y="865573"/>
                  <a:pt x="444787" y="851979"/>
                  <a:pt x="461556" y="851979"/>
                </a:cubicBezTo>
                <a:close/>
                <a:moveTo>
                  <a:pt x="389002" y="851979"/>
                </a:moveTo>
                <a:cubicBezTo>
                  <a:pt x="405771" y="851979"/>
                  <a:pt x="419365" y="865573"/>
                  <a:pt x="419365" y="882343"/>
                </a:cubicBezTo>
                <a:cubicBezTo>
                  <a:pt x="419365" y="899112"/>
                  <a:pt x="405771" y="912706"/>
                  <a:pt x="389002" y="912706"/>
                </a:cubicBezTo>
                <a:cubicBezTo>
                  <a:pt x="372232" y="912706"/>
                  <a:pt x="358638" y="899112"/>
                  <a:pt x="358638" y="882343"/>
                </a:cubicBezTo>
                <a:cubicBezTo>
                  <a:pt x="358638" y="865573"/>
                  <a:pt x="372232" y="851979"/>
                  <a:pt x="389002" y="851979"/>
                </a:cubicBezTo>
                <a:close/>
                <a:moveTo>
                  <a:pt x="316447" y="851979"/>
                </a:moveTo>
                <a:cubicBezTo>
                  <a:pt x="333216" y="851979"/>
                  <a:pt x="346810" y="865573"/>
                  <a:pt x="346810" y="882343"/>
                </a:cubicBezTo>
                <a:cubicBezTo>
                  <a:pt x="346810" y="899112"/>
                  <a:pt x="333216" y="912706"/>
                  <a:pt x="316447" y="912706"/>
                </a:cubicBezTo>
                <a:cubicBezTo>
                  <a:pt x="299677" y="912706"/>
                  <a:pt x="286084" y="899112"/>
                  <a:pt x="286084" y="882343"/>
                </a:cubicBezTo>
                <a:cubicBezTo>
                  <a:pt x="286084" y="865573"/>
                  <a:pt x="299677" y="851979"/>
                  <a:pt x="316447" y="851979"/>
                </a:cubicBezTo>
                <a:close/>
                <a:moveTo>
                  <a:pt x="243892" y="851979"/>
                </a:moveTo>
                <a:cubicBezTo>
                  <a:pt x="260662" y="851979"/>
                  <a:pt x="274256" y="865573"/>
                  <a:pt x="274256" y="882343"/>
                </a:cubicBezTo>
                <a:cubicBezTo>
                  <a:pt x="274256" y="899112"/>
                  <a:pt x="260662" y="912706"/>
                  <a:pt x="243892" y="912706"/>
                </a:cubicBezTo>
                <a:cubicBezTo>
                  <a:pt x="227123" y="912706"/>
                  <a:pt x="213529" y="899112"/>
                  <a:pt x="213529" y="882343"/>
                </a:cubicBezTo>
                <a:cubicBezTo>
                  <a:pt x="213529" y="865573"/>
                  <a:pt x="227123" y="851979"/>
                  <a:pt x="243892" y="851979"/>
                </a:cubicBezTo>
                <a:close/>
                <a:moveTo>
                  <a:pt x="171339" y="851979"/>
                </a:moveTo>
                <a:cubicBezTo>
                  <a:pt x="188107" y="851979"/>
                  <a:pt x="201701" y="865573"/>
                  <a:pt x="201701" y="882343"/>
                </a:cubicBezTo>
                <a:cubicBezTo>
                  <a:pt x="201701" y="899112"/>
                  <a:pt x="188107" y="912706"/>
                  <a:pt x="171339" y="912706"/>
                </a:cubicBezTo>
                <a:cubicBezTo>
                  <a:pt x="154651" y="912706"/>
                  <a:pt x="141056" y="899112"/>
                  <a:pt x="141056" y="882343"/>
                </a:cubicBezTo>
                <a:cubicBezTo>
                  <a:pt x="141056" y="865573"/>
                  <a:pt x="154651" y="851979"/>
                  <a:pt x="171339" y="851979"/>
                </a:cubicBezTo>
                <a:close/>
                <a:moveTo>
                  <a:pt x="98877" y="851979"/>
                </a:moveTo>
                <a:cubicBezTo>
                  <a:pt x="115640" y="851979"/>
                  <a:pt x="129234" y="865573"/>
                  <a:pt x="129234" y="882343"/>
                </a:cubicBezTo>
                <a:cubicBezTo>
                  <a:pt x="129234" y="899112"/>
                  <a:pt x="115640" y="912706"/>
                  <a:pt x="98877" y="912706"/>
                </a:cubicBezTo>
                <a:cubicBezTo>
                  <a:pt x="82106" y="912706"/>
                  <a:pt x="68511" y="899112"/>
                  <a:pt x="68511" y="882343"/>
                </a:cubicBezTo>
                <a:cubicBezTo>
                  <a:pt x="68511" y="865573"/>
                  <a:pt x="82106" y="851979"/>
                  <a:pt x="98877" y="851979"/>
                </a:cubicBezTo>
                <a:close/>
                <a:moveTo>
                  <a:pt x="26322" y="851979"/>
                </a:moveTo>
                <a:cubicBezTo>
                  <a:pt x="43087" y="851979"/>
                  <a:pt x="56682" y="865573"/>
                  <a:pt x="56682" y="882343"/>
                </a:cubicBezTo>
                <a:cubicBezTo>
                  <a:pt x="56682" y="899112"/>
                  <a:pt x="43087" y="912706"/>
                  <a:pt x="26322" y="912706"/>
                </a:cubicBezTo>
                <a:cubicBezTo>
                  <a:pt x="17937" y="912706"/>
                  <a:pt x="10346" y="909308"/>
                  <a:pt x="4851" y="903813"/>
                </a:cubicBezTo>
                <a:lnTo>
                  <a:pt x="0" y="892101"/>
                </a:lnTo>
                <a:lnTo>
                  <a:pt x="0" y="872585"/>
                </a:lnTo>
                <a:lnTo>
                  <a:pt x="4851" y="860872"/>
                </a:lnTo>
                <a:cubicBezTo>
                  <a:pt x="10346" y="855378"/>
                  <a:pt x="17937" y="851979"/>
                  <a:pt x="26322" y="851979"/>
                </a:cubicBezTo>
                <a:close/>
                <a:moveTo>
                  <a:pt x="1622429" y="771528"/>
                </a:moveTo>
                <a:lnTo>
                  <a:pt x="1633158" y="773694"/>
                </a:lnTo>
                <a:lnTo>
                  <a:pt x="1618313" y="831424"/>
                </a:lnTo>
                <a:lnTo>
                  <a:pt x="1610610" y="829868"/>
                </a:lnTo>
                <a:cubicBezTo>
                  <a:pt x="1599712" y="825259"/>
                  <a:pt x="1592066" y="814469"/>
                  <a:pt x="1592066" y="801891"/>
                </a:cubicBezTo>
                <a:cubicBezTo>
                  <a:pt x="1592066" y="785122"/>
                  <a:pt x="1605659" y="771528"/>
                  <a:pt x="1622429" y="771528"/>
                </a:cubicBezTo>
                <a:close/>
                <a:moveTo>
                  <a:pt x="1549874" y="771528"/>
                </a:moveTo>
                <a:cubicBezTo>
                  <a:pt x="1566644" y="771528"/>
                  <a:pt x="1580238" y="785122"/>
                  <a:pt x="1580238" y="801891"/>
                </a:cubicBezTo>
                <a:cubicBezTo>
                  <a:pt x="1580238" y="818661"/>
                  <a:pt x="1566644" y="832255"/>
                  <a:pt x="1549874" y="832255"/>
                </a:cubicBezTo>
                <a:cubicBezTo>
                  <a:pt x="1533105" y="832255"/>
                  <a:pt x="1519511" y="818661"/>
                  <a:pt x="1519511" y="801891"/>
                </a:cubicBezTo>
                <a:cubicBezTo>
                  <a:pt x="1519511" y="785122"/>
                  <a:pt x="1533105" y="771528"/>
                  <a:pt x="1549874" y="771528"/>
                </a:cubicBezTo>
                <a:close/>
                <a:moveTo>
                  <a:pt x="1477320" y="771528"/>
                </a:moveTo>
                <a:cubicBezTo>
                  <a:pt x="1494089" y="771528"/>
                  <a:pt x="1507683" y="785122"/>
                  <a:pt x="1507683" y="801891"/>
                </a:cubicBezTo>
                <a:cubicBezTo>
                  <a:pt x="1507683" y="818661"/>
                  <a:pt x="1494089" y="832255"/>
                  <a:pt x="1477320" y="832255"/>
                </a:cubicBezTo>
                <a:cubicBezTo>
                  <a:pt x="1460550" y="832255"/>
                  <a:pt x="1446956" y="818661"/>
                  <a:pt x="1446956" y="801891"/>
                </a:cubicBezTo>
                <a:cubicBezTo>
                  <a:pt x="1446956" y="785122"/>
                  <a:pt x="1460550" y="771528"/>
                  <a:pt x="1477320" y="771528"/>
                </a:cubicBezTo>
                <a:close/>
                <a:moveTo>
                  <a:pt x="1404765" y="771528"/>
                </a:moveTo>
                <a:cubicBezTo>
                  <a:pt x="1421535" y="771528"/>
                  <a:pt x="1435129" y="785122"/>
                  <a:pt x="1435129" y="801891"/>
                </a:cubicBezTo>
                <a:cubicBezTo>
                  <a:pt x="1435129" y="818661"/>
                  <a:pt x="1421535" y="832255"/>
                  <a:pt x="1404765" y="832255"/>
                </a:cubicBezTo>
                <a:cubicBezTo>
                  <a:pt x="1387996" y="832255"/>
                  <a:pt x="1374402" y="818661"/>
                  <a:pt x="1374402" y="801891"/>
                </a:cubicBezTo>
                <a:cubicBezTo>
                  <a:pt x="1374402" y="785122"/>
                  <a:pt x="1387996" y="771528"/>
                  <a:pt x="1404765" y="771528"/>
                </a:cubicBezTo>
                <a:close/>
                <a:moveTo>
                  <a:pt x="1332211" y="771528"/>
                </a:moveTo>
                <a:cubicBezTo>
                  <a:pt x="1348980" y="771528"/>
                  <a:pt x="1362574" y="785122"/>
                  <a:pt x="1362574" y="801891"/>
                </a:cubicBezTo>
                <a:cubicBezTo>
                  <a:pt x="1362574" y="818661"/>
                  <a:pt x="1348980" y="832255"/>
                  <a:pt x="1332211" y="832255"/>
                </a:cubicBezTo>
                <a:cubicBezTo>
                  <a:pt x="1315441" y="832255"/>
                  <a:pt x="1301847" y="818661"/>
                  <a:pt x="1301847" y="801891"/>
                </a:cubicBezTo>
                <a:cubicBezTo>
                  <a:pt x="1301847" y="785122"/>
                  <a:pt x="1315441" y="771528"/>
                  <a:pt x="1332211" y="771528"/>
                </a:cubicBezTo>
                <a:close/>
                <a:moveTo>
                  <a:pt x="1259656" y="771528"/>
                </a:moveTo>
                <a:cubicBezTo>
                  <a:pt x="1276426" y="771528"/>
                  <a:pt x="1290020" y="785122"/>
                  <a:pt x="1290020" y="801891"/>
                </a:cubicBezTo>
                <a:cubicBezTo>
                  <a:pt x="1290020" y="818661"/>
                  <a:pt x="1276426" y="832255"/>
                  <a:pt x="1259656" y="832255"/>
                </a:cubicBezTo>
                <a:cubicBezTo>
                  <a:pt x="1242887" y="832255"/>
                  <a:pt x="1229293" y="818661"/>
                  <a:pt x="1229293" y="801891"/>
                </a:cubicBezTo>
                <a:cubicBezTo>
                  <a:pt x="1229293" y="785122"/>
                  <a:pt x="1242887" y="771528"/>
                  <a:pt x="1259656" y="771528"/>
                </a:cubicBezTo>
                <a:close/>
                <a:moveTo>
                  <a:pt x="1187102" y="771528"/>
                </a:moveTo>
                <a:cubicBezTo>
                  <a:pt x="1203871" y="771528"/>
                  <a:pt x="1217465" y="785122"/>
                  <a:pt x="1217465" y="801891"/>
                </a:cubicBezTo>
                <a:cubicBezTo>
                  <a:pt x="1217465" y="818661"/>
                  <a:pt x="1203871" y="832255"/>
                  <a:pt x="1187102" y="832255"/>
                </a:cubicBezTo>
                <a:cubicBezTo>
                  <a:pt x="1170332" y="832255"/>
                  <a:pt x="1156738" y="818661"/>
                  <a:pt x="1156738" y="801891"/>
                </a:cubicBezTo>
                <a:cubicBezTo>
                  <a:pt x="1156738" y="785122"/>
                  <a:pt x="1170332" y="771528"/>
                  <a:pt x="1187102" y="771528"/>
                </a:cubicBezTo>
                <a:close/>
                <a:moveTo>
                  <a:pt x="1114547" y="771528"/>
                </a:moveTo>
                <a:cubicBezTo>
                  <a:pt x="1131317" y="771528"/>
                  <a:pt x="1144911" y="785122"/>
                  <a:pt x="1144911" y="801891"/>
                </a:cubicBezTo>
                <a:cubicBezTo>
                  <a:pt x="1144911" y="818661"/>
                  <a:pt x="1131317" y="832255"/>
                  <a:pt x="1114547" y="832255"/>
                </a:cubicBezTo>
                <a:cubicBezTo>
                  <a:pt x="1097778" y="832255"/>
                  <a:pt x="1084184" y="818661"/>
                  <a:pt x="1084184" y="801891"/>
                </a:cubicBezTo>
                <a:cubicBezTo>
                  <a:pt x="1084184" y="785122"/>
                  <a:pt x="1097778" y="771528"/>
                  <a:pt x="1114547" y="771528"/>
                </a:cubicBezTo>
                <a:close/>
                <a:moveTo>
                  <a:pt x="1041993" y="771528"/>
                </a:moveTo>
                <a:cubicBezTo>
                  <a:pt x="1058762" y="771528"/>
                  <a:pt x="1072356" y="785122"/>
                  <a:pt x="1072356" y="801891"/>
                </a:cubicBezTo>
                <a:cubicBezTo>
                  <a:pt x="1072356" y="818661"/>
                  <a:pt x="1058762" y="832255"/>
                  <a:pt x="1041993" y="832255"/>
                </a:cubicBezTo>
                <a:cubicBezTo>
                  <a:pt x="1025223" y="832255"/>
                  <a:pt x="1011629" y="818661"/>
                  <a:pt x="1011629" y="801891"/>
                </a:cubicBezTo>
                <a:cubicBezTo>
                  <a:pt x="1011629" y="785122"/>
                  <a:pt x="1025223" y="771528"/>
                  <a:pt x="1041993" y="771528"/>
                </a:cubicBezTo>
                <a:close/>
                <a:moveTo>
                  <a:pt x="969438" y="771528"/>
                </a:moveTo>
                <a:cubicBezTo>
                  <a:pt x="986208" y="771528"/>
                  <a:pt x="999801" y="785122"/>
                  <a:pt x="999801" y="801891"/>
                </a:cubicBezTo>
                <a:cubicBezTo>
                  <a:pt x="999801" y="818661"/>
                  <a:pt x="986208" y="832255"/>
                  <a:pt x="969438" y="832255"/>
                </a:cubicBezTo>
                <a:cubicBezTo>
                  <a:pt x="952669" y="832255"/>
                  <a:pt x="939075" y="818661"/>
                  <a:pt x="939075" y="801891"/>
                </a:cubicBezTo>
                <a:cubicBezTo>
                  <a:pt x="939075" y="785122"/>
                  <a:pt x="952669" y="771528"/>
                  <a:pt x="969438" y="771528"/>
                </a:cubicBezTo>
                <a:close/>
                <a:moveTo>
                  <a:pt x="896883" y="771528"/>
                </a:moveTo>
                <a:cubicBezTo>
                  <a:pt x="913653" y="771528"/>
                  <a:pt x="927247" y="785122"/>
                  <a:pt x="927247" y="801891"/>
                </a:cubicBezTo>
                <a:cubicBezTo>
                  <a:pt x="927247" y="818661"/>
                  <a:pt x="913653" y="832255"/>
                  <a:pt x="896883" y="832255"/>
                </a:cubicBezTo>
                <a:cubicBezTo>
                  <a:pt x="880114" y="832255"/>
                  <a:pt x="866520" y="818661"/>
                  <a:pt x="866520" y="801891"/>
                </a:cubicBezTo>
                <a:cubicBezTo>
                  <a:pt x="866520" y="785122"/>
                  <a:pt x="880114" y="771528"/>
                  <a:pt x="896883" y="771528"/>
                </a:cubicBezTo>
                <a:close/>
                <a:moveTo>
                  <a:pt x="824329" y="771528"/>
                </a:moveTo>
                <a:cubicBezTo>
                  <a:pt x="841098" y="771528"/>
                  <a:pt x="854692" y="785122"/>
                  <a:pt x="854692" y="801891"/>
                </a:cubicBezTo>
                <a:cubicBezTo>
                  <a:pt x="854692" y="818661"/>
                  <a:pt x="841098" y="832255"/>
                  <a:pt x="824329" y="832255"/>
                </a:cubicBezTo>
                <a:cubicBezTo>
                  <a:pt x="807559" y="832255"/>
                  <a:pt x="793965" y="818661"/>
                  <a:pt x="793965" y="801891"/>
                </a:cubicBezTo>
                <a:cubicBezTo>
                  <a:pt x="793965" y="785122"/>
                  <a:pt x="807559" y="771528"/>
                  <a:pt x="824329" y="771528"/>
                </a:cubicBezTo>
                <a:close/>
                <a:moveTo>
                  <a:pt x="751774" y="771528"/>
                </a:moveTo>
                <a:cubicBezTo>
                  <a:pt x="768544" y="771528"/>
                  <a:pt x="782138" y="785122"/>
                  <a:pt x="782138" y="801891"/>
                </a:cubicBezTo>
                <a:cubicBezTo>
                  <a:pt x="782138" y="818661"/>
                  <a:pt x="768544" y="832255"/>
                  <a:pt x="751774" y="832255"/>
                </a:cubicBezTo>
                <a:cubicBezTo>
                  <a:pt x="735005" y="832255"/>
                  <a:pt x="721411" y="818661"/>
                  <a:pt x="721411" y="801891"/>
                </a:cubicBezTo>
                <a:cubicBezTo>
                  <a:pt x="721411" y="785122"/>
                  <a:pt x="735005" y="771528"/>
                  <a:pt x="751774" y="771528"/>
                </a:cubicBezTo>
                <a:close/>
                <a:moveTo>
                  <a:pt x="679220" y="771528"/>
                </a:moveTo>
                <a:cubicBezTo>
                  <a:pt x="695989" y="771528"/>
                  <a:pt x="709583" y="785122"/>
                  <a:pt x="709583" y="801891"/>
                </a:cubicBezTo>
                <a:cubicBezTo>
                  <a:pt x="709583" y="818661"/>
                  <a:pt x="695989" y="832255"/>
                  <a:pt x="679220" y="832255"/>
                </a:cubicBezTo>
                <a:cubicBezTo>
                  <a:pt x="662450" y="832255"/>
                  <a:pt x="648856" y="818661"/>
                  <a:pt x="648856" y="801891"/>
                </a:cubicBezTo>
                <a:cubicBezTo>
                  <a:pt x="648856" y="785122"/>
                  <a:pt x="662450" y="771528"/>
                  <a:pt x="679220" y="771528"/>
                </a:cubicBezTo>
                <a:close/>
                <a:moveTo>
                  <a:pt x="606665" y="771528"/>
                </a:moveTo>
                <a:cubicBezTo>
                  <a:pt x="623435" y="771528"/>
                  <a:pt x="637029" y="785122"/>
                  <a:pt x="637029" y="801891"/>
                </a:cubicBezTo>
                <a:cubicBezTo>
                  <a:pt x="637029" y="818661"/>
                  <a:pt x="623435" y="832255"/>
                  <a:pt x="606665" y="832255"/>
                </a:cubicBezTo>
                <a:cubicBezTo>
                  <a:pt x="589896" y="832255"/>
                  <a:pt x="576302" y="818661"/>
                  <a:pt x="576302" y="801891"/>
                </a:cubicBezTo>
                <a:cubicBezTo>
                  <a:pt x="576302" y="785122"/>
                  <a:pt x="589896" y="771528"/>
                  <a:pt x="606665" y="771528"/>
                </a:cubicBezTo>
                <a:close/>
                <a:moveTo>
                  <a:pt x="534111" y="771528"/>
                </a:moveTo>
                <a:cubicBezTo>
                  <a:pt x="550880" y="771528"/>
                  <a:pt x="564474" y="785122"/>
                  <a:pt x="564474" y="801891"/>
                </a:cubicBezTo>
                <a:cubicBezTo>
                  <a:pt x="564474" y="818661"/>
                  <a:pt x="550880" y="832255"/>
                  <a:pt x="534111" y="832255"/>
                </a:cubicBezTo>
                <a:cubicBezTo>
                  <a:pt x="517341" y="832255"/>
                  <a:pt x="503747" y="818661"/>
                  <a:pt x="503747" y="801891"/>
                </a:cubicBezTo>
                <a:cubicBezTo>
                  <a:pt x="503747" y="785122"/>
                  <a:pt x="517341" y="771528"/>
                  <a:pt x="534111" y="771528"/>
                </a:cubicBezTo>
                <a:close/>
                <a:moveTo>
                  <a:pt x="461556" y="771528"/>
                </a:moveTo>
                <a:cubicBezTo>
                  <a:pt x="478326" y="771528"/>
                  <a:pt x="491920" y="785122"/>
                  <a:pt x="491920" y="801891"/>
                </a:cubicBezTo>
                <a:cubicBezTo>
                  <a:pt x="491920" y="818661"/>
                  <a:pt x="478326" y="832255"/>
                  <a:pt x="461556" y="832255"/>
                </a:cubicBezTo>
                <a:cubicBezTo>
                  <a:pt x="444787" y="832255"/>
                  <a:pt x="431192" y="818661"/>
                  <a:pt x="431192" y="801891"/>
                </a:cubicBezTo>
                <a:cubicBezTo>
                  <a:pt x="431192" y="785122"/>
                  <a:pt x="444787" y="771528"/>
                  <a:pt x="461556" y="771528"/>
                </a:cubicBezTo>
                <a:close/>
                <a:moveTo>
                  <a:pt x="389002" y="771528"/>
                </a:moveTo>
                <a:cubicBezTo>
                  <a:pt x="405771" y="771528"/>
                  <a:pt x="419365" y="785122"/>
                  <a:pt x="419365" y="801891"/>
                </a:cubicBezTo>
                <a:cubicBezTo>
                  <a:pt x="419365" y="818661"/>
                  <a:pt x="405771" y="832255"/>
                  <a:pt x="389002" y="832255"/>
                </a:cubicBezTo>
                <a:cubicBezTo>
                  <a:pt x="372232" y="832255"/>
                  <a:pt x="358638" y="818661"/>
                  <a:pt x="358638" y="801891"/>
                </a:cubicBezTo>
                <a:cubicBezTo>
                  <a:pt x="358638" y="785122"/>
                  <a:pt x="372232" y="771528"/>
                  <a:pt x="389002" y="771528"/>
                </a:cubicBezTo>
                <a:close/>
                <a:moveTo>
                  <a:pt x="316447" y="771528"/>
                </a:moveTo>
                <a:cubicBezTo>
                  <a:pt x="333216" y="771528"/>
                  <a:pt x="346810" y="785122"/>
                  <a:pt x="346810" y="801891"/>
                </a:cubicBezTo>
                <a:cubicBezTo>
                  <a:pt x="346810" y="818661"/>
                  <a:pt x="333216" y="832255"/>
                  <a:pt x="316447" y="832255"/>
                </a:cubicBezTo>
                <a:cubicBezTo>
                  <a:pt x="299677" y="832255"/>
                  <a:pt x="286084" y="818661"/>
                  <a:pt x="286084" y="801891"/>
                </a:cubicBezTo>
                <a:cubicBezTo>
                  <a:pt x="286084" y="785122"/>
                  <a:pt x="299677" y="771528"/>
                  <a:pt x="316447" y="771528"/>
                </a:cubicBezTo>
                <a:close/>
                <a:moveTo>
                  <a:pt x="243892" y="771528"/>
                </a:moveTo>
                <a:cubicBezTo>
                  <a:pt x="260662" y="771528"/>
                  <a:pt x="274256" y="785122"/>
                  <a:pt x="274256" y="801891"/>
                </a:cubicBezTo>
                <a:cubicBezTo>
                  <a:pt x="274256" y="818661"/>
                  <a:pt x="260662" y="832255"/>
                  <a:pt x="243892" y="832255"/>
                </a:cubicBezTo>
                <a:cubicBezTo>
                  <a:pt x="227123" y="832255"/>
                  <a:pt x="213529" y="818661"/>
                  <a:pt x="213529" y="801891"/>
                </a:cubicBezTo>
                <a:cubicBezTo>
                  <a:pt x="213529" y="785122"/>
                  <a:pt x="227123" y="771528"/>
                  <a:pt x="243892" y="771528"/>
                </a:cubicBezTo>
                <a:close/>
                <a:moveTo>
                  <a:pt x="171339" y="771528"/>
                </a:moveTo>
                <a:cubicBezTo>
                  <a:pt x="188107" y="771528"/>
                  <a:pt x="201701" y="785122"/>
                  <a:pt x="201701" y="801891"/>
                </a:cubicBezTo>
                <a:cubicBezTo>
                  <a:pt x="201701" y="818661"/>
                  <a:pt x="188107" y="832255"/>
                  <a:pt x="171339" y="832255"/>
                </a:cubicBezTo>
                <a:cubicBezTo>
                  <a:pt x="154656" y="832255"/>
                  <a:pt x="141062" y="818661"/>
                  <a:pt x="141062" y="801891"/>
                </a:cubicBezTo>
                <a:cubicBezTo>
                  <a:pt x="141062" y="785122"/>
                  <a:pt x="154656" y="771528"/>
                  <a:pt x="171339" y="771528"/>
                </a:cubicBezTo>
                <a:close/>
                <a:moveTo>
                  <a:pt x="98884" y="771528"/>
                </a:moveTo>
                <a:cubicBezTo>
                  <a:pt x="115646" y="771528"/>
                  <a:pt x="129240" y="785122"/>
                  <a:pt x="129240" y="801891"/>
                </a:cubicBezTo>
                <a:cubicBezTo>
                  <a:pt x="129240" y="818661"/>
                  <a:pt x="115646" y="832255"/>
                  <a:pt x="98884" y="832255"/>
                </a:cubicBezTo>
                <a:cubicBezTo>
                  <a:pt x="82112" y="832255"/>
                  <a:pt x="68517" y="818661"/>
                  <a:pt x="68517" y="801891"/>
                </a:cubicBezTo>
                <a:cubicBezTo>
                  <a:pt x="68517" y="785122"/>
                  <a:pt x="82112" y="771528"/>
                  <a:pt x="98884" y="771528"/>
                </a:cubicBezTo>
                <a:close/>
                <a:moveTo>
                  <a:pt x="26329" y="771528"/>
                </a:moveTo>
                <a:cubicBezTo>
                  <a:pt x="43093" y="771528"/>
                  <a:pt x="56688" y="785122"/>
                  <a:pt x="56688" y="801891"/>
                </a:cubicBezTo>
                <a:cubicBezTo>
                  <a:pt x="56688" y="818661"/>
                  <a:pt x="43093" y="832255"/>
                  <a:pt x="26329" y="832255"/>
                </a:cubicBezTo>
                <a:cubicBezTo>
                  <a:pt x="17944" y="832255"/>
                  <a:pt x="10353" y="828857"/>
                  <a:pt x="4858" y="823362"/>
                </a:cubicBezTo>
                <a:lnTo>
                  <a:pt x="0" y="811633"/>
                </a:lnTo>
                <a:lnTo>
                  <a:pt x="0" y="792150"/>
                </a:lnTo>
                <a:lnTo>
                  <a:pt x="4858" y="780421"/>
                </a:lnTo>
                <a:cubicBezTo>
                  <a:pt x="10353" y="774927"/>
                  <a:pt x="17944" y="771528"/>
                  <a:pt x="26329" y="771528"/>
                </a:cubicBezTo>
                <a:close/>
                <a:moveTo>
                  <a:pt x="1622429" y="691076"/>
                </a:moveTo>
                <a:cubicBezTo>
                  <a:pt x="1630814" y="691076"/>
                  <a:pt x="1638404" y="694475"/>
                  <a:pt x="1643899" y="699969"/>
                </a:cubicBezTo>
                <a:lnTo>
                  <a:pt x="1647739" y="709237"/>
                </a:lnTo>
                <a:lnTo>
                  <a:pt x="1644828" y="728305"/>
                </a:lnTo>
                <a:lnTo>
                  <a:pt x="1640480" y="745215"/>
                </a:lnTo>
                <a:lnTo>
                  <a:pt x="1634248" y="749417"/>
                </a:lnTo>
                <a:cubicBezTo>
                  <a:pt x="1630615" y="750953"/>
                  <a:pt x="1626621" y="751803"/>
                  <a:pt x="1622429" y="751803"/>
                </a:cubicBezTo>
                <a:cubicBezTo>
                  <a:pt x="1605659" y="751803"/>
                  <a:pt x="1592066" y="738209"/>
                  <a:pt x="1592066" y="721440"/>
                </a:cubicBezTo>
                <a:cubicBezTo>
                  <a:pt x="1592066" y="704670"/>
                  <a:pt x="1605659" y="691076"/>
                  <a:pt x="1622429" y="691076"/>
                </a:cubicBezTo>
                <a:close/>
                <a:moveTo>
                  <a:pt x="1549874" y="691076"/>
                </a:moveTo>
                <a:cubicBezTo>
                  <a:pt x="1566644" y="691076"/>
                  <a:pt x="1580238" y="704670"/>
                  <a:pt x="1580238" y="721440"/>
                </a:cubicBezTo>
                <a:cubicBezTo>
                  <a:pt x="1580238" y="738209"/>
                  <a:pt x="1566644" y="751803"/>
                  <a:pt x="1549874" y="751803"/>
                </a:cubicBezTo>
                <a:cubicBezTo>
                  <a:pt x="1533105" y="751803"/>
                  <a:pt x="1519511" y="738209"/>
                  <a:pt x="1519511" y="721440"/>
                </a:cubicBezTo>
                <a:cubicBezTo>
                  <a:pt x="1519511" y="704670"/>
                  <a:pt x="1533105" y="691076"/>
                  <a:pt x="1549874" y="691076"/>
                </a:cubicBezTo>
                <a:close/>
                <a:moveTo>
                  <a:pt x="1477320" y="691076"/>
                </a:moveTo>
                <a:cubicBezTo>
                  <a:pt x="1494089" y="691076"/>
                  <a:pt x="1507683" y="704670"/>
                  <a:pt x="1507683" y="721440"/>
                </a:cubicBezTo>
                <a:cubicBezTo>
                  <a:pt x="1507683" y="738209"/>
                  <a:pt x="1494089" y="751803"/>
                  <a:pt x="1477320" y="751803"/>
                </a:cubicBezTo>
                <a:cubicBezTo>
                  <a:pt x="1460550" y="751803"/>
                  <a:pt x="1446956" y="738209"/>
                  <a:pt x="1446956" y="721440"/>
                </a:cubicBezTo>
                <a:cubicBezTo>
                  <a:pt x="1446956" y="704670"/>
                  <a:pt x="1460550" y="691076"/>
                  <a:pt x="1477320" y="691076"/>
                </a:cubicBezTo>
                <a:close/>
                <a:moveTo>
                  <a:pt x="1404765" y="691076"/>
                </a:moveTo>
                <a:cubicBezTo>
                  <a:pt x="1421535" y="691076"/>
                  <a:pt x="1435129" y="704670"/>
                  <a:pt x="1435129" y="721440"/>
                </a:cubicBezTo>
                <a:cubicBezTo>
                  <a:pt x="1435129" y="738209"/>
                  <a:pt x="1421535" y="751803"/>
                  <a:pt x="1404765" y="751803"/>
                </a:cubicBezTo>
                <a:cubicBezTo>
                  <a:pt x="1387996" y="751803"/>
                  <a:pt x="1374402" y="738209"/>
                  <a:pt x="1374402" y="721440"/>
                </a:cubicBezTo>
                <a:cubicBezTo>
                  <a:pt x="1374402" y="704670"/>
                  <a:pt x="1387996" y="691076"/>
                  <a:pt x="1404765" y="691076"/>
                </a:cubicBezTo>
                <a:close/>
                <a:moveTo>
                  <a:pt x="1332211" y="691076"/>
                </a:moveTo>
                <a:cubicBezTo>
                  <a:pt x="1348980" y="691076"/>
                  <a:pt x="1362574" y="704670"/>
                  <a:pt x="1362574" y="721440"/>
                </a:cubicBezTo>
                <a:cubicBezTo>
                  <a:pt x="1362574" y="738209"/>
                  <a:pt x="1348980" y="751803"/>
                  <a:pt x="1332211" y="751803"/>
                </a:cubicBezTo>
                <a:cubicBezTo>
                  <a:pt x="1315441" y="751803"/>
                  <a:pt x="1301847" y="738209"/>
                  <a:pt x="1301847" y="721440"/>
                </a:cubicBezTo>
                <a:cubicBezTo>
                  <a:pt x="1301847" y="704670"/>
                  <a:pt x="1315441" y="691076"/>
                  <a:pt x="1332211" y="691076"/>
                </a:cubicBezTo>
                <a:close/>
                <a:moveTo>
                  <a:pt x="1259656" y="691076"/>
                </a:moveTo>
                <a:cubicBezTo>
                  <a:pt x="1276426" y="691076"/>
                  <a:pt x="1290020" y="704670"/>
                  <a:pt x="1290020" y="721440"/>
                </a:cubicBezTo>
                <a:cubicBezTo>
                  <a:pt x="1290020" y="738209"/>
                  <a:pt x="1276426" y="751803"/>
                  <a:pt x="1259656" y="751803"/>
                </a:cubicBezTo>
                <a:cubicBezTo>
                  <a:pt x="1242887" y="751803"/>
                  <a:pt x="1229293" y="738209"/>
                  <a:pt x="1229293" y="721440"/>
                </a:cubicBezTo>
                <a:cubicBezTo>
                  <a:pt x="1229293" y="704670"/>
                  <a:pt x="1242887" y="691076"/>
                  <a:pt x="1259656" y="691076"/>
                </a:cubicBezTo>
                <a:close/>
                <a:moveTo>
                  <a:pt x="1187102" y="691076"/>
                </a:moveTo>
                <a:cubicBezTo>
                  <a:pt x="1203871" y="691076"/>
                  <a:pt x="1217465" y="704670"/>
                  <a:pt x="1217465" y="721440"/>
                </a:cubicBezTo>
                <a:cubicBezTo>
                  <a:pt x="1217465" y="738209"/>
                  <a:pt x="1203871" y="751803"/>
                  <a:pt x="1187102" y="751803"/>
                </a:cubicBezTo>
                <a:cubicBezTo>
                  <a:pt x="1170332" y="751803"/>
                  <a:pt x="1156738" y="738209"/>
                  <a:pt x="1156738" y="721440"/>
                </a:cubicBezTo>
                <a:cubicBezTo>
                  <a:pt x="1156738" y="704670"/>
                  <a:pt x="1170332" y="691076"/>
                  <a:pt x="1187102" y="691076"/>
                </a:cubicBezTo>
                <a:close/>
                <a:moveTo>
                  <a:pt x="1114547" y="691076"/>
                </a:moveTo>
                <a:cubicBezTo>
                  <a:pt x="1131317" y="691076"/>
                  <a:pt x="1144911" y="704670"/>
                  <a:pt x="1144911" y="721440"/>
                </a:cubicBezTo>
                <a:cubicBezTo>
                  <a:pt x="1144911" y="738209"/>
                  <a:pt x="1131317" y="751803"/>
                  <a:pt x="1114547" y="751803"/>
                </a:cubicBezTo>
                <a:cubicBezTo>
                  <a:pt x="1097778" y="751803"/>
                  <a:pt x="1084184" y="738209"/>
                  <a:pt x="1084184" y="721440"/>
                </a:cubicBezTo>
                <a:cubicBezTo>
                  <a:pt x="1084184" y="704670"/>
                  <a:pt x="1097778" y="691076"/>
                  <a:pt x="1114547" y="691076"/>
                </a:cubicBezTo>
                <a:close/>
                <a:moveTo>
                  <a:pt x="1041993" y="691076"/>
                </a:moveTo>
                <a:cubicBezTo>
                  <a:pt x="1058762" y="691076"/>
                  <a:pt x="1072356" y="704670"/>
                  <a:pt x="1072356" y="721440"/>
                </a:cubicBezTo>
                <a:cubicBezTo>
                  <a:pt x="1072356" y="738209"/>
                  <a:pt x="1058762" y="751803"/>
                  <a:pt x="1041993" y="751803"/>
                </a:cubicBezTo>
                <a:cubicBezTo>
                  <a:pt x="1025223" y="751803"/>
                  <a:pt x="1011629" y="738209"/>
                  <a:pt x="1011629" y="721440"/>
                </a:cubicBezTo>
                <a:cubicBezTo>
                  <a:pt x="1011629" y="704670"/>
                  <a:pt x="1025223" y="691076"/>
                  <a:pt x="1041993" y="691076"/>
                </a:cubicBezTo>
                <a:close/>
                <a:moveTo>
                  <a:pt x="969438" y="691076"/>
                </a:moveTo>
                <a:cubicBezTo>
                  <a:pt x="986208" y="691076"/>
                  <a:pt x="999801" y="704670"/>
                  <a:pt x="999801" y="721440"/>
                </a:cubicBezTo>
                <a:cubicBezTo>
                  <a:pt x="999801" y="738209"/>
                  <a:pt x="986208" y="751803"/>
                  <a:pt x="969438" y="751803"/>
                </a:cubicBezTo>
                <a:cubicBezTo>
                  <a:pt x="952669" y="751803"/>
                  <a:pt x="939075" y="738209"/>
                  <a:pt x="939075" y="721440"/>
                </a:cubicBezTo>
                <a:cubicBezTo>
                  <a:pt x="939075" y="704670"/>
                  <a:pt x="952669" y="691076"/>
                  <a:pt x="969438" y="691076"/>
                </a:cubicBezTo>
                <a:close/>
                <a:moveTo>
                  <a:pt x="896883" y="691076"/>
                </a:moveTo>
                <a:cubicBezTo>
                  <a:pt x="913653" y="691076"/>
                  <a:pt x="927247" y="704670"/>
                  <a:pt x="927247" y="721440"/>
                </a:cubicBezTo>
                <a:cubicBezTo>
                  <a:pt x="927247" y="738209"/>
                  <a:pt x="913653" y="751803"/>
                  <a:pt x="896883" y="751803"/>
                </a:cubicBezTo>
                <a:cubicBezTo>
                  <a:pt x="880114" y="751803"/>
                  <a:pt x="866520" y="738209"/>
                  <a:pt x="866520" y="721440"/>
                </a:cubicBezTo>
                <a:cubicBezTo>
                  <a:pt x="866520" y="704670"/>
                  <a:pt x="880114" y="691076"/>
                  <a:pt x="896883" y="691076"/>
                </a:cubicBezTo>
                <a:close/>
                <a:moveTo>
                  <a:pt x="824329" y="691076"/>
                </a:moveTo>
                <a:cubicBezTo>
                  <a:pt x="841098" y="691076"/>
                  <a:pt x="854692" y="704670"/>
                  <a:pt x="854692" y="721440"/>
                </a:cubicBezTo>
                <a:cubicBezTo>
                  <a:pt x="854692" y="738209"/>
                  <a:pt x="841098" y="751803"/>
                  <a:pt x="824329" y="751803"/>
                </a:cubicBezTo>
                <a:cubicBezTo>
                  <a:pt x="807559" y="751803"/>
                  <a:pt x="793965" y="738209"/>
                  <a:pt x="793965" y="721440"/>
                </a:cubicBezTo>
                <a:cubicBezTo>
                  <a:pt x="793965" y="704670"/>
                  <a:pt x="807559" y="691076"/>
                  <a:pt x="824329" y="691076"/>
                </a:cubicBezTo>
                <a:close/>
                <a:moveTo>
                  <a:pt x="751774" y="691076"/>
                </a:moveTo>
                <a:cubicBezTo>
                  <a:pt x="768544" y="691076"/>
                  <a:pt x="782138" y="704670"/>
                  <a:pt x="782138" y="721440"/>
                </a:cubicBezTo>
                <a:cubicBezTo>
                  <a:pt x="782138" y="738209"/>
                  <a:pt x="768544" y="751803"/>
                  <a:pt x="751774" y="751803"/>
                </a:cubicBezTo>
                <a:cubicBezTo>
                  <a:pt x="735005" y="751803"/>
                  <a:pt x="721411" y="738209"/>
                  <a:pt x="721411" y="721440"/>
                </a:cubicBezTo>
                <a:cubicBezTo>
                  <a:pt x="721411" y="704670"/>
                  <a:pt x="735005" y="691076"/>
                  <a:pt x="751774" y="691076"/>
                </a:cubicBezTo>
                <a:close/>
                <a:moveTo>
                  <a:pt x="679220" y="691076"/>
                </a:moveTo>
                <a:cubicBezTo>
                  <a:pt x="695989" y="691076"/>
                  <a:pt x="709583" y="704670"/>
                  <a:pt x="709583" y="721440"/>
                </a:cubicBezTo>
                <a:cubicBezTo>
                  <a:pt x="709583" y="738209"/>
                  <a:pt x="695989" y="751803"/>
                  <a:pt x="679220" y="751803"/>
                </a:cubicBezTo>
                <a:cubicBezTo>
                  <a:pt x="662450" y="751803"/>
                  <a:pt x="648856" y="738209"/>
                  <a:pt x="648856" y="721440"/>
                </a:cubicBezTo>
                <a:cubicBezTo>
                  <a:pt x="648856" y="704670"/>
                  <a:pt x="662450" y="691076"/>
                  <a:pt x="679220" y="691076"/>
                </a:cubicBezTo>
                <a:close/>
                <a:moveTo>
                  <a:pt x="606665" y="691076"/>
                </a:moveTo>
                <a:cubicBezTo>
                  <a:pt x="623435" y="691076"/>
                  <a:pt x="637029" y="704670"/>
                  <a:pt x="637029" y="721440"/>
                </a:cubicBezTo>
                <a:cubicBezTo>
                  <a:pt x="637029" y="738209"/>
                  <a:pt x="623435" y="751803"/>
                  <a:pt x="606665" y="751803"/>
                </a:cubicBezTo>
                <a:cubicBezTo>
                  <a:pt x="589896" y="751803"/>
                  <a:pt x="576302" y="738209"/>
                  <a:pt x="576302" y="721440"/>
                </a:cubicBezTo>
                <a:cubicBezTo>
                  <a:pt x="576302" y="704670"/>
                  <a:pt x="589896" y="691076"/>
                  <a:pt x="606665" y="691076"/>
                </a:cubicBezTo>
                <a:close/>
                <a:moveTo>
                  <a:pt x="534111" y="691076"/>
                </a:moveTo>
                <a:cubicBezTo>
                  <a:pt x="550880" y="691076"/>
                  <a:pt x="564474" y="704670"/>
                  <a:pt x="564474" y="721440"/>
                </a:cubicBezTo>
                <a:cubicBezTo>
                  <a:pt x="564474" y="738209"/>
                  <a:pt x="550880" y="751803"/>
                  <a:pt x="534111" y="751803"/>
                </a:cubicBezTo>
                <a:cubicBezTo>
                  <a:pt x="517341" y="751803"/>
                  <a:pt x="503747" y="738209"/>
                  <a:pt x="503747" y="721440"/>
                </a:cubicBezTo>
                <a:cubicBezTo>
                  <a:pt x="503747" y="704670"/>
                  <a:pt x="517341" y="691076"/>
                  <a:pt x="534111" y="691076"/>
                </a:cubicBezTo>
                <a:close/>
                <a:moveTo>
                  <a:pt x="461556" y="691076"/>
                </a:moveTo>
                <a:cubicBezTo>
                  <a:pt x="478326" y="691076"/>
                  <a:pt x="491920" y="704670"/>
                  <a:pt x="491920" y="721440"/>
                </a:cubicBezTo>
                <a:cubicBezTo>
                  <a:pt x="491920" y="738209"/>
                  <a:pt x="478326" y="751803"/>
                  <a:pt x="461556" y="751803"/>
                </a:cubicBezTo>
                <a:cubicBezTo>
                  <a:pt x="444787" y="751803"/>
                  <a:pt x="431192" y="738209"/>
                  <a:pt x="431192" y="721440"/>
                </a:cubicBezTo>
                <a:cubicBezTo>
                  <a:pt x="431192" y="704670"/>
                  <a:pt x="444787" y="691076"/>
                  <a:pt x="461556" y="691076"/>
                </a:cubicBezTo>
                <a:close/>
                <a:moveTo>
                  <a:pt x="389002" y="691076"/>
                </a:moveTo>
                <a:cubicBezTo>
                  <a:pt x="405771" y="691076"/>
                  <a:pt x="419365" y="704670"/>
                  <a:pt x="419365" y="721440"/>
                </a:cubicBezTo>
                <a:cubicBezTo>
                  <a:pt x="419365" y="738209"/>
                  <a:pt x="405771" y="751803"/>
                  <a:pt x="389002" y="751803"/>
                </a:cubicBezTo>
                <a:cubicBezTo>
                  <a:pt x="372232" y="751803"/>
                  <a:pt x="358638" y="738209"/>
                  <a:pt x="358638" y="721440"/>
                </a:cubicBezTo>
                <a:cubicBezTo>
                  <a:pt x="358638" y="704670"/>
                  <a:pt x="372232" y="691076"/>
                  <a:pt x="389002" y="691076"/>
                </a:cubicBezTo>
                <a:close/>
                <a:moveTo>
                  <a:pt x="316447" y="691076"/>
                </a:moveTo>
                <a:cubicBezTo>
                  <a:pt x="333216" y="691076"/>
                  <a:pt x="346810" y="704670"/>
                  <a:pt x="346810" y="721440"/>
                </a:cubicBezTo>
                <a:cubicBezTo>
                  <a:pt x="346810" y="738209"/>
                  <a:pt x="333216" y="751803"/>
                  <a:pt x="316447" y="751803"/>
                </a:cubicBezTo>
                <a:cubicBezTo>
                  <a:pt x="299677" y="751803"/>
                  <a:pt x="286084" y="738209"/>
                  <a:pt x="286084" y="721440"/>
                </a:cubicBezTo>
                <a:cubicBezTo>
                  <a:pt x="286084" y="704670"/>
                  <a:pt x="299677" y="691076"/>
                  <a:pt x="316447" y="691076"/>
                </a:cubicBezTo>
                <a:close/>
                <a:moveTo>
                  <a:pt x="243892" y="691076"/>
                </a:moveTo>
                <a:cubicBezTo>
                  <a:pt x="260662" y="691076"/>
                  <a:pt x="274256" y="704670"/>
                  <a:pt x="274256" y="721440"/>
                </a:cubicBezTo>
                <a:cubicBezTo>
                  <a:pt x="274256" y="738209"/>
                  <a:pt x="260662" y="751803"/>
                  <a:pt x="243892" y="751803"/>
                </a:cubicBezTo>
                <a:cubicBezTo>
                  <a:pt x="227123" y="751803"/>
                  <a:pt x="213529" y="738209"/>
                  <a:pt x="213529" y="721440"/>
                </a:cubicBezTo>
                <a:cubicBezTo>
                  <a:pt x="213529" y="704670"/>
                  <a:pt x="227123" y="691076"/>
                  <a:pt x="243892" y="691076"/>
                </a:cubicBezTo>
                <a:close/>
                <a:moveTo>
                  <a:pt x="171339" y="691076"/>
                </a:moveTo>
                <a:cubicBezTo>
                  <a:pt x="188107" y="691076"/>
                  <a:pt x="201701" y="704670"/>
                  <a:pt x="201701" y="721440"/>
                </a:cubicBezTo>
                <a:cubicBezTo>
                  <a:pt x="201701" y="738209"/>
                  <a:pt x="188107" y="751803"/>
                  <a:pt x="171339" y="751803"/>
                </a:cubicBezTo>
                <a:cubicBezTo>
                  <a:pt x="154662" y="751803"/>
                  <a:pt x="141067" y="738209"/>
                  <a:pt x="141067" y="721440"/>
                </a:cubicBezTo>
                <a:cubicBezTo>
                  <a:pt x="141067" y="704670"/>
                  <a:pt x="154662" y="691076"/>
                  <a:pt x="171339" y="691076"/>
                </a:cubicBezTo>
                <a:close/>
                <a:moveTo>
                  <a:pt x="98890" y="691076"/>
                </a:moveTo>
                <a:cubicBezTo>
                  <a:pt x="115653" y="691076"/>
                  <a:pt x="129246" y="704670"/>
                  <a:pt x="129246" y="721440"/>
                </a:cubicBezTo>
                <a:cubicBezTo>
                  <a:pt x="129246" y="738209"/>
                  <a:pt x="115653" y="751803"/>
                  <a:pt x="98890" y="751803"/>
                </a:cubicBezTo>
                <a:cubicBezTo>
                  <a:pt x="82117" y="751803"/>
                  <a:pt x="68523" y="738209"/>
                  <a:pt x="68523" y="721440"/>
                </a:cubicBezTo>
                <a:cubicBezTo>
                  <a:pt x="68523" y="704670"/>
                  <a:pt x="82117" y="691076"/>
                  <a:pt x="98890" y="691076"/>
                </a:cubicBezTo>
                <a:close/>
                <a:moveTo>
                  <a:pt x="26336" y="691076"/>
                </a:moveTo>
                <a:cubicBezTo>
                  <a:pt x="43099" y="691076"/>
                  <a:pt x="56694" y="704670"/>
                  <a:pt x="56694" y="721440"/>
                </a:cubicBezTo>
                <a:cubicBezTo>
                  <a:pt x="56694" y="738209"/>
                  <a:pt x="43099" y="751803"/>
                  <a:pt x="26336" y="751803"/>
                </a:cubicBezTo>
                <a:cubicBezTo>
                  <a:pt x="17950" y="751803"/>
                  <a:pt x="10359" y="748405"/>
                  <a:pt x="4864" y="742910"/>
                </a:cubicBezTo>
                <a:lnTo>
                  <a:pt x="0" y="731167"/>
                </a:lnTo>
                <a:lnTo>
                  <a:pt x="0" y="711713"/>
                </a:lnTo>
                <a:lnTo>
                  <a:pt x="4864" y="699969"/>
                </a:lnTo>
                <a:cubicBezTo>
                  <a:pt x="10359" y="694475"/>
                  <a:pt x="17950" y="691076"/>
                  <a:pt x="26336" y="691076"/>
                </a:cubicBezTo>
                <a:close/>
                <a:moveTo>
                  <a:pt x="1622429" y="610624"/>
                </a:moveTo>
                <a:cubicBezTo>
                  <a:pt x="1639199" y="610624"/>
                  <a:pt x="1652792" y="624218"/>
                  <a:pt x="1652792" y="640988"/>
                </a:cubicBezTo>
                <a:cubicBezTo>
                  <a:pt x="1652792" y="657757"/>
                  <a:pt x="1639199" y="671351"/>
                  <a:pt x="1622429" y="671351"/>
                </a:cubicBezTo>
                <a:cubicBezTo>
                  <a:pt x="1605659" y="671351"/>
                  <a:pt x="1592066" y="657757"/>
                  <a:pt x="1592066" y="640988"/>
                </a:cubicBezTo>
                <a:cubicBezTo>
                  <a:pt x="1592066" y="624218"/>
                  <a:pt x="1605659" y="610624"/>
                  <a:pt x="1622429" y="610624"/>
                </a:cubicBezTo>
                <a:close/>
                <a:moveTo>
                  <a:pt x="1549874" y="610624"/>
                </a:moveTo>
                <a:cubicBezTo>
                  <a:pt x="1566644" y="610624"/>
                  <a:pt x="1580238" y="624218"/>
                  <a:pt x="1580238" y="640988"/>
                </a:cubicBezTo>
                <a:cubicBezTo>
                  <a:pt x="1580238" y="657757"/>
                  <a:pt x="1566644" y="671351"/>
                  <a:pt x="1549874" y="671351"/>
                </a:cubicBezTo>
                <a:cubicBezTo>
                  <a:pt x="1533105" y="671351"/>
                  <a:pt x="1519511" y="657757"/>
                  <a:pt x="1519511" y="640988"/>
                </a:cubicBezTo>
                <a:cubicBezTo>
                  <a:pt x="1519511" y="624218"/>
                  <a:pt x="1533105" y="610624"/>
                  <a:pt x="1549874" y="610624"/>
                </a:cubicBezTo>
                <a:close/>
                <a:moveTo>
                  <a:pt x="1477320" y="610624"/>
                </a:moveTo>
                <a:cubicBezTo>
                  <a:pt x="1494089" y="610624"/>
                  <a:pt x="1507683" y="624218"/>
                  <a:pt x="1507683" y="640988"/>
                </a:cubicBezTo>
                <a:cubicBezTo>
                  <a:pt x="1507683" y="657757"/>
                  <a:pt x="1494089" y="671351"/>
                  <a:pt x="1477320" y="671351"/>
                </a:cubicBezTo>
                <a:cubicBezTo>
                  <a:pt x="1460550" y="671351"/>
                  <a:pt x="1446956" y="657757"/>
                  <a:pt x="1446956" y="640988"/>
                </a:cubicBezTo>
                <a:cubicBezTo>
                  <a:pt x="1446956" y="624218"/>
                  <a:pt x="1460550" y="610624"/>
                  <a:pt x="1477320" y="610624"/>
                </a:cubicBezTo>
                <a:close/>
                <a:moveTo>
                  <a:pt x="1404765" y="610624"/>
                </a:moveTo>
                <a:cubicBezTo>
                  <a:pt x="1421535" y="610624"/>
                  <a:pt x="1435129" y="624218"/>
                  <a:pt x="1435129" y="640988"/>
                </a:cubicBezTo>
                <a:cubicBezTo>
                  <a:pt x="1435129" y="657757"/>
                  <a:pt x="1421535" y="671351"/>
                  <a:pt x="1404765" y="671351"/>
                </a:cubicBezTo>
                <a:cubicBezTo>
                  <a:pt x="1387996" y="671351"/>
                  <a:pt x="1374402" y="657757"/>
                  <a:pt x="1374402" y="640988"/>
                </a:cubicBezTo>
                <a:cubicBezTo>
                  <a:pt x="1374402" y="624218"/>
                  <a:pt x="1387996" y="610624"/>
                  <a:pt x="1404765" y="610624"/>
                </a:cubicBezTo>
                <a:close/>
                <a:moveTo>
                  <a:pt x="1332211" y="610624"/>
                </a:moveTo>
                <a:cubicBezTo>
                  <a:pt x="1348980" y="610624"/>
                  <a:pt x="1362574" y="624218"/>
                  <a:pt x="1362574" y="640988"/>
                </a:cubicBezTo>
                <a:cubicBezTo>
                  <a:pt x="1362574" y="657757"/>
                  <a:pt x="1348980" y="671351"/>
                  <a:pt x="1332211" y="671351"/>
                </a:cubicBezTo>
                <a:cubicBezTo>
                  <a:pt x="1315441" y="671351"/>
                  <a:pt x="1301847" y="657757"/>
                  <a:pt x="1301847" y="640988"/>
                </a:cubicBezTo>
                <a:cubicBezTo>
                  <a:pt x="1301847" y="624218"/>
                  <a:pt x="1315441" y="610624"/>
                  <a:pt x="1332211" y="610624"/>
                </a:cubicBezTo>
                <a:close/>
                <a:moveTo>
                  <a:pt x="1259656" y="610624"/>
                </a:moveTo>
                <a:cubicBezTo>
                  <a:pt x="1276426" y="610624"/>
                  <a:pt x="1290020" y="624218"/>
                  <a:pt x="1290020" y="640988"/>
                </a:cubicBezTo>
                <a:cubicBezTo>
                  <a:pt x="1290020" y="657757"/>
                  <a:pt x="1276426" y="671351"/>
                  <a:pt x="1259656" y="671351"/>
                </a:cubicBezTo>
                <a:cubicBezTo>
                  <a:pt x="1242887" y="671351"/>
                  <a:pt x="1229293" y="657757"/>
                  <a:pt x="1229293" y="640988"/>
                </a:cubicBezTo>
                <a:cubicBezTo>
                  <a:pt x="1229293" y="624218"/>
                  <a:pt x="1242887" y="610624"/>
                  <a:pt x="1259656" y="610624"/>
                </a:cubicBezTo>
                <a:close/>
                <a:moveTo>
                  <a:pt x="1187102" y="610624"/>
                </a:moveTo>
                <a:cubicBezTo>
                  <a:pt x="1203871" y="610624"/>
                  <a:pt x="1217465" y="624218"/>
                  <a:pt x="1217465" y="640988"/>
                </a:cubicBezTo>
                <a:cubicBezTo>
                  <a:pt x="1217465" y="657757"/>
                  <a:pt x="1203871" y="671351"/>
                  <a:pt x="1187102" y="671351"/>
                </a:cubicBezTo>
                <a:cubicBezTo>
                  <a:pt x="1170332" y="671351"/>
                  <a:pt x="1156738" y="657757"/>
                  <a:pt x="1156738" y="640988"/>
                </a:cubicBezTo>
                <a:cubicBezTo>
                  <a:pt x="1156738" y="624218"/>
                  <a:pt x="1170332" y="610624"/>
                  <a:pt x="1187102" y="610624"/>
                </a:cubicBezTo>
                <a:close/>
                <a:moveTo>
                  <a:pt x="1114547" y="610624"/>
                </a:moveTo>
                <a:cubicBezTo>
                  <a:pt x="1131317" y="610624"/>
                  <a:pt x="1144911" y="624218"/>
                  <a:pt x="1144911" y="640988"/>
                </a:cubicBezTo>
                <a:cubicBezTo>
                  <a:pt x="1144911" y="657757"/>
                  <a:pt x="1131317" y="671351"/>
                  <a:pt x="1114547" y="671351"/>
                </a:cubicBezTo>
                <a:cubicBezTo>
                  <a:pt x="1097778" y="671351"/>
                  <a:pt x="1084184" y="657757"/>
                  <a:pt x="1084184" y="640988"/>
                </a:cubicBezTo>
                <a:cubicBezTo>
                  <a:pt x="1084184" y="624218"/>
                  <a:pt x="1097778" y="610624"/>
                  <a:pt x="1114547" y="610624"/>
                </a:cubicBezTo>
                <a:close/>
                <a:moveTo>
                  <a:pt x="1041993" y="610624"/>
                </a:moveTo>
                <a:cubicBezTo>
                  <a:pt x="1058762" y="610624"/>
                  <a:pt x="1072356" y="624218"/>
                  <a:pt x="1072356" y="640988"/>
                </a:cubicBezTo>
                <a:cubicBezTo>
                  <a:pt x="1072356" y="657757"/>
                  <a:pt x="1058762" y="671351"/>
                  <a:pt x="1041993" y="671351"/>
                </a:cubicBezTo>
                <a:cubicBezTo>
                  <a:pt x="1025223" y="671351"/>
                  <a:pt x="1011629" y="657757"/>
                  <a:pt x="1011629" y="640988"/>
                </a:cubicBezTo>
                <a:cubicBezTo>
                  <a:pt x="1011629" y="624218"/>
                  <a:pt x="1025223" y="610624"/>
                  <a:pt x="1041993" y="610624"/>
                </a:cubicBezTo>
                <a:close/>
                <a:moveTo>
                  <a:pt x="969438" y="610624"/>
                </a:moveTo>
                <a:cubicBezTo>
                  <a:pt x="986208" y="610624"/>
                  <a:pt x="999801" y="624218"/>
                  <a:pt x="999801" y="640988"/>
                </a:cubicBezTo>
                <a:cubicBezTo>
                  <a:pt x="999801" y="657757"/>
                  <a:pt x="986208" y="671351"/>
                  <a:pt x="969438" y="671351"/>
                </a:cubicBezTo>
                <a:cubicBezTo>
                  <a:pt x="952669" y="671351"/>
                  <a:pt x="939075" y="657757"/>
                  <a:pt x="939075" y="640988"/>
                </a:cubicBezTo>
                <a:cubicBezTo>
                  <a:pt x="939075" y="624218"/>
                  <a:pt x="952669" y="610624"/>
                  <a:pt x="969438" y="610624"/>
                </a:cubicBezTo>
                <a:close/>
                <a:moveTo>
                  <a:pt x="896883" y="610624"/>
                </a:moveTo>
                <a:cubicBezTo>
                  <a:pt x="913653" y="610624"/>
                  <a:pt x="927247" y="624218"/>
                  <a:pt x="927247" y="640988"/>
                </a:cubicBezTo>
                <a:cubicBezTo>
                  <a:pt x="927247" y="657757"/>
                  <a:pt x="913653" y="671351"/>
                  <a:pt x="896883" y="671351"/>
                </a:cubicBezTo>
                <a:cubicBezTo>
                  <a:pt x="880114" y="671351"/>
                  <a:pt x="866520" y="657757"/>
                  <a:pt x="866520" y="640988"/>
                </a:cubicBezTo>
                <a:cubicBezTo>
                  <a:pt x="866520" y="624218"/>
                  <a:pt x="880114" y="610624"/>
                  <a:pt x="896883" y="610624"/>
                </a:cubicBezTo>
                <a:close/>
                <a:moveTo>
                  <a:pt x="824329" y="610624"/>
                </a:moveTo>
                <a:cubicBezTo>
                  <a:pt x="841098" y="610624"/>
                  <a:pt x="854692" y="624218"/>
                  <a:pt x="854692" y="640988"/>
                </a:cubicBezTo>
                <a:cubicBezTo>
                  <a:pt x="854692" y="657757"/>
                  <a:pt x="841098" y="671351"/>
                  <a:pt x="824329" y="671351"/>
                </a:cubicBezTo>
                <a:cubicBezTo>
                  <a:pt x="807559" y="671351"/>
                  <a:pt x="793965" y="657757"/>
                  <a:pt x="793965" y="640988"/>
                </a:cubicBezTo>
                <a:cubicBezTo>
                  <a:pt x="793965" y="624218"/>
                  <a:pt x="807559" y="610624"/>
                  <a:pt x="824329" y="610624"/>
                </a:cubicBezTo>
                <a:close/>
                <a:moveTo>
                  <a:pt x="751774" y="610624"/>
                </a:moveTo>
                <a:cubicBezTo>
                  <a:pt x="768544" y="610624"/>
                  <a:pt x="782138" y="624218"/>
                  <a:pt x="782138" y="640988"/>
                </a:cubicBezTo>
                <a:cubicBezTo>
                  <a:pt x="782138" y="657757"/>
                  <a:pt x="768544" y="671351"/>
                  <a:pt x="751774" y="671351"/>
                </a:cubicBezTo>
                <a:cubicBezTo>
                  <a:pt x="735005" y="671351"/>
                  <a:pt x="721411" y="657757"/>
                  <a:pt x="721411" y="640988"/>
                </a:cubicBezTo>
                <a:cubicBezTo>
                  <a:pt x="721411" y="624218"/>
                  <a:pt x="735005" y="610624"/>
                  <a:pt x="751774" y="610624"/>
                </a:cubicBezTo>
                <a:close/>
                <a:moveTo>
                  <a:pt x="679220" y="610624"/>
                </a:moveTo>
                <a:cubicBezTo>
                  <a:pt x="695989" y="610624"/>
                  <a:pt x="709583" y="624218"/>
                  <a:pt x="709583" y="640988"/>
                </a:cubicBezTo>
                <a:cubicBezTo>
                  <a:pt x="709583" y="657757"/>
                  <a:pt x="695989" y="671351"/>
                  <a:pt x="679220" y="671351"/>
                </a:cubicBezTo>
                <a:cubicBezTo>
                  <a:pt x="662450" y="671351"/>
                  <a:pt x="648856" y="657757"/>
                  <a:pt x="648856" y="640988"/>
                </a:cubicBezTo>
                <a:cubicBezTo>
                  <a:pt x="648856" y="624218"/>
                  <a:pt x="662450" y="610624"/>
                  <a:pt x="679220" y="610624"/>
                </a:cubicBezTo>
                <a:close/>
                <a:moveTo>
                  <a:pt x="606665" y="610624"/>
                </a:moveTo>
                <a:cubicBezTo>
                  <a:pt x="623435" y="610624"/>
                  <a:pt x="637029" y="624218"/>
                  <a:pt x="637029" y="640988"/>
                </a:cubicBezTo>
                <a:cubicBezTo>
                  <a:pt x="637029" y="657757"/>
                  <a:pt x="623435" y="671351"/>
                  <a:pt x="606665" y="671351"/>
                </a:cubicBezTo>
                <a:cubicBezTo>
                  <a:pt x="589896" y="671351"/>
                  <a:pt x="576302" y="657757"/>
                  <a:pt x="576302" y="640988"/>
                </a:cubicBezTo>
                <a:cubicBezTo>
                  <a:pt x="576302" y="624218"/>
                  <a:pt x="589896" y="610624"/>
                  <a:pt x="606665" y="610624"/>
                </a:cubicBezTo>
                <a:close/>
                <a:moveTo>
                  <a:pt x="534111" y="610624"/>
                </a:moveTo>
                <a:cubicBezTo>
                  <a:pt x="550880" y="610624"/>
                  <a:pt x="564474" y="624218"/>
                  <a:pt x="564474" y="640988"/>
                </a:cubicBezTo>
                <a:cubicBezTo>
                  <a:pt x="564474" y="657757"/>
                  <a:pt x="550880" y="671351"/>
                  <a:pt x="534111" y="671351"/>
                </a:cubicBezTo>
                <a:cubicBezTo>
                  <a:pt x="517341" y="671351"/>
                  <a:pt x="503747" y="657757"/>
                  <a:pt x="503747" y="640988"/>
                </a:cubicBezTo>
                <a:cubicBezTo>
                  <a:pt x="503747" y="624218"/>
                  <a:pt x="517341" y="610624"/>
                  <a:pt x="534111" y="610624"/>
                </a:cubicBezTo>
                <a:close/>
                <a:moveTo>
                  <a:pt x="461556" y="610624"/>
                </a:moveTo>
                <a:cubicBezTo>
                  <a:pt x="478326" y="610624"/>
                  <a:pt x="491920" y="624218"/>
                  <a:pt x="491920" y="640988"/>
                </a:cubicBezTo>
                <a:cubicBezTo>
                  <a:pt x="491920" y="657757"/>
                  <a:pt x="478326" y="671351"/>
                  <a:pt x="461556" y="671351"/>
                </a:cubicBezTo>
                <a:cubicBezTo>
                  <a:pt x="444787" y="671351"/>
                  <a:pt x="431192" y="657757"/>
                  <a:pt x="431192" y="640988"/>
                </a:cubicBezTo>
                <a:cubicBezTo>
                  <a:pt x="431192" y="624218"/>
                  <a:pt x="444787" y="610624"/>
                  <a:pt x="461556" y="610624"/>
                </a:cubicBezTo>
                <a:close/>
                <a:moveTo>
                  <a:pt x="389002" y="610624"/>
                </a:moveTo>
                <a:cubicBezTo>
                  <a:pt x="405771" y="610624"/>
                  <a:pt x="419365" y="624218"/>
                  <a:pt x="419365" y="640988"/>
                </a:cubicBezTo>
                <a:cubicBezTo>
                  <a:pt x="419365" y="657757"/>
                  <a:pt x="405771" y="671351"/>
                  <a:pt x="389002" y="671351"/>
                </a:cubicBezTo>
                <a:cubicBezTo>
                  <a:pt x="372232" y="671351"/>
                  <a:pt x="358638" y="657757"/>
                  <a:pt x="358638" y="640988"/>
                </a:cubicBezTo>
                <a:cubicBezTo>
                  <a:pt x="358638" y="624218"/>
                  <a:pt x="372232" y="610624"/>
                  <a:pt x="389002" y="610624"/>
                </a:cubicBezTo>
                <a:close/>
                <a:moveTo>
                  <a:pt x="316447" y="610624"/>
                </a:moveTo>
                <a:cubicBezTo>
                  <a:pt x="333216" y="610624"/>
                  <a:pt x="346810" y="624218"/>
                  <a:pt x="346810" y="640988"/>
                </a:cubicBezTo>
                <a:cubicBezTo>
                  <a:pt x="346810" y="657757"/>
                  <a:pt x="333216" y="671351"/>
                  <a:pt x="316447" y="671351"/>
                </a:cubicBezTo>
                <a:cubicBezTo>
                  <a:pt x="299677" y="671351"/>
                  <a:pt x="286084" y="657757"/>
                  <a:pt x="286084" y="640988"/>
                </a:cubicBezTo>
                <a:cubicBezTo>
                  <a:pt x="286084" y="624218"/>
                  <a:pt x="299677" y="610624"/>
                  <a:pt x="316447" y="610624"/>
                </a:cubicBezTo>
                <a:close/>
                <a:moveTo>
                  <a:pt x="243892" y="610624"/>
                </a:moveTo>
                <a:cubicBezTo>
                  <a:pt x="260662" y="610624"/>
                  <a:pt x="274256" y="624218"/>
                  <a:pt x="274256" y="640988"/>
                </a:cubicBezTo>
                <a:cubicBezTo>
                  <a:pt x="274256" y="657757"/>
                  <a:pt x="260662" y="671351"/>
                  <a:pt x="243892" y="671351"/>
                </a:cubicBezTo>
                <a:cubicBezTo>
                  <a:pt x="227123" y="671351"/>
                  <a:pt x="213529" y="657757"/>
                  <a:pt x="213529" y="640988"/>
                </a:cubicBezTo>
                <a:cubicBezTo>
                  <a:pt x="213529" y="624218"/>
                  <a:pt x="227123" y="610624"/>
                  <a:pt x="243892" y="610624"/>
                </a:cubicBezTo>
                <a:close/>
                <a:moveTo>
                  <a:pt x="171339" y="610624"/>
                </a:moveTo>
                <a:cubicBezTo>
                  <a:pt x="188107" y="610624"/>
                  <a:pt x="201701" y="624218"/>
                  <a:pt x="201701" y="640988"/>
                </a:cubicBezTo>
                <a:cubicBezTo>
                  <a:pt x="201701" y="657757"/>
                  <a:pt x="188107" y="671351"/>
                  <a:pt x="171339" y="671351"/>
                </a:cubicBezTo>
                <a:cubicBezTo>
                  <a:pt x="154667" y="671351"/>
                  <a:pt x="141073" y="657757"/>
                  <a:pt x="141073" y="640988"/>
                </a:cubicBezTo>
                <a:cubicBezTo>
                  <a:pt x="141073" y="624218"/>
                  <a:pt x="154667" y="610624"/>
                  <a:pt x="171339" y="610624"/>
                </a:cubicBezTo>
                <a:close/>
                <a:moveTo>
                  <a:pt x="98897" y="610624"/>
                </a:moveTo>
                <a:cubicBezTo>
                  <a:pt x="115658" y="610624"/>
                  <a:pt x="129252" y="624218"/>
                  <a:pt x="129252" y="640988"/>
                </a:cubicBezTo>
                <a:cubicBezTo>
                  <a:pt x="129252" y="657757"/>
                  <a:pt x="115658" y="671351"/>
                  <a:pt x="98897" y="671351"/>
                </a:cubicBezTo>
                <a:cubicBezTo>
                  <a:pt x="82124" y="671351"/>
                  <a:pt x="68530" y="657757"/>
                  <a:pt x="68530" y="640988"/>
                </a:cubicBezTo>
                <a:cubicBezTo>
                  <a:pt x="68530" y="624218"/>
                  <a:pt x="82124" y="610624"/>
                  <a:pt x="98897" y="610624"/>
                </a:cubicBezTo>
                <a:close/>
                <a:moveTo>
                  <a:pt x="26342" y="610624"/>
                </a:moveTo>
                <a:cubicBezTo>
                  <a:pt x="43106" y="610624"/>
                  <a:pt x="56701" y="624218"/>
                  <a:pt x="56701" y="640988"/>
                </a:cubicBezTo>
                <a:cubicBezTo>
                  <a:pt x="56701" y="657757"/>
                  <a:pt x="43106" y="671351"/>
                  <a:pt x="26342" y="671351"/>
                </a:cubicBezTo>
                <a:cubicBezTo>
                  <a:pt x="17956" y="671351"/>
                  <a:pt x="10365" y="667953"/>
                  <a:pt x="4871" y="662458"/>
                </a:cubicBezTo>
                <a:lnTo>
                  <a:pt x="0" y="650698"/>
                </a:lnTo>
                <a:lnTo>
                  <a:pt x="0" y="631277"/>
                </a:lnTo>
                <a:lnTo>
                  <a:pt x="4871" y="619517"/>
                </a:lnTo>
                <a:cubicBezTo>
                  <a:pt x="10365" y="614023"/>
                  <a:pt x="17956" y="610624"/>
                  <a:pt x="26342" y="610624"/>
                </a:cubicBezTo>
                <a:close/>
                <a:moveTo>
                  <a:pt x="1669096" y="549730"/>
                </a:moveTo>
                <a:lnTo>
                  <a:pt x="1668124" y="568994"/>
                </a:lnTo>
                <a:lnTo>
                  <a:pt x="1664620" y="560536"/>
                </a:lnTo>
                <a:close/>
                <a:moveTo>
                  <a:pt x="1622429" y="530173"/>
                </a:moveTo>
                <a:cubicBezTo>
                  <a:pt x="1639199" y="530173"/>
                  <a:pt x="1652792" y="543767"/>
                  <a:pt x="1652792" y="560536"/>
                </a:cubicBezTo>
                <a:cubicBezTo>
                  <a:pt x="1652792" y="577306"/>
                  <a:pt x="1639199" y="590900"/>
                  <a:pt x="1622429" y="590900"/>
                </a:cubicBezTo>
                <a:cubicBezTo>
                  <a:pt x="1605659" y="590900"/>
                  <a:pt x="1592066" y="577306"/>
                  <a:pt x="1592066" y="560536"/>
                </a:cubicBezTo>
                <a:cubicBezTo>
                  <a:pt x="1592066" y="543767"/>
                  <a:pt x="1605659" y="530173"/>
                  <a:pt x="1622429" y="530173"/>
                </a:cubicBezTo>
                <a:close/>
                <a:moveTo>
                  <a:pt x="1549874" y="530173"/>
                </a:moveTo>
                <a:cubicBezTo>
                  <a:pt x="1566644" y="530173"/>
                  <a:pt x="1580238" y="543767"/>
                  <a:pt x="1580238" y="560536"/>
                </a:cubicBezTo>
                <a:cubicBezTo>
                  <a:pt x="1580238" y="577306"/>
                  <a:pt x="1566644" y="590900"/>
                  <a:pt x="1549874" y="590900"/>
                </a:cubicBezTo>
                <a:cubicBezTo>
                  <a:pt x="1533105" y="590900"/>
                  <a:pt x="1519511" y="577306"/>
                  <a:pt x="1519511" y="560536"/>
                </a:cubicBezTo>
                <a:cubicBezTo>
                  <a:pt x="1519511" y="543767"/>
                  <a:pt x="1533105" y="530173"/>
                  <a:pt x="1549874" y="530173"/>
                </a:cubicBezTo>
                <a:close/>
                <a:moveTo>
                  <a:pt x="1477320" y="530173"/>
                </a:moveTo>
                <a:cubicBezTo>
                  <a:pt x="1494089" y="530173"/>
                  <a:pt x="1507683" y="543767"/>
                  <a:pt x="1507683" y="560536"/>
                </a:cubicBezTo>
                <a:cubicBezTo>
                  <a:pt x="1507683" y="577306"/>
                  <a:pt x="1494089" y="590900"/>
                  <a:pt x="1477320" y="590900"/>
                </a:cubicBezTo>
                <a:cubicBezTo>
                  <a:pt x="1460550" y="590900"/>
                  <a:pt x="1446956" y="577306"/>
                  <a:pt x="1446956" y="560536"/>
                </a:cubicBezTo>
                <a:cubicBezTo>
                  <a:pt x="1446956" y="543767"/>
                  <a:pt x="1460550" y="530173"/>
                  <a:pt x="1477320" y="530173"/>
                </a:cubicBezTo>
                <a:close/>
                <a:moveTo>
                  <a:pt x="1404765" y="530173"/>
                </a:moveTo>
                <a:cubicBezTo>
                  <a:pt x="1421535" y="530173"/>
                  <a:pt x="1435129" y="543767"/>
                  <a:pt x="1435129" y="560536"/>
                </a:cubicBezTo>
                <a:cubicBezTo>
                  <a:pt x="1435129" y="577306"/>
                  <a:pt x="1421535" y="590900"/>
                  <a:pt x="1404765" y="590900"/>
                </a:cubicBezTo>
                <a:cubicBezTo>
                  <a:pt x="1387996" y="590900"/>
                  <a:pt x="1374402" y="577306"/>
                  <a:pt x="1374402" y="560536"/>
                </a:cubicBezTo>
                <a:cubicBezTo>
                  <a:pt x="1374402" y="543767"/>
                  <a:pt x="1387996" y="530173"/>
                  <a:pt x="1404765" y="530173"/>
                </a:cubicBezTo>
                <a:close/>
                <a:moveTo>
                  <a:pt x="1332211" y="530173"/>
                </a:moveTo>
                <a:cubicBezTo>
                  <a:pt x="1348980" y="530173"/>
                  <a:pt x="1362574" y="543767"/>
                  <a:pt x="1362574" y="560536"/>
                </a:cubicBezTo>
                <a:cubicBezTo>
                  <a:pt x="1362574" y="577306"/>
                  <a:pt x="1348980" y="590900"/>
                  <a:pt x="1332211" y="590900"/>
                </a:cubicBezTo>
                <a:cubicBezTo>
                  <a:pt x="1315441" y="590900"/>
                  <a:pt x="1301847" y="577306"/>
                  <a:pt x="1301847" y="560536"/>
                </a:cubicBezTo>
                <a:cubicBezTo>
                  <a:pt x="1301847" y="543767"/>
                  <a:pt x="1315441" y="530173"/>
                  <a:pt x="1332211" y="530173"/>
                </a:cubicBezTo>
                <a:close/>
                <a:moveTo>
                  <a:pt x="1259656" y="530173"/>
                </a:moveTo>
                <a:cubicBezTo>
                  <a:pt x="1276426" y="530173"/>
                  <a:pt x="1290020" y="543767"/>
                  <a:pt x="1290020" y="560536"/>
                </a:cubicBezTo>
                <a:cubicBezTo>
                  <a:pt x="1290020" y="577306"/>
                  <a:pt x="1276426" y="590900"/>
                  <a:pt x="1259656" y="590900"/>
                </a:cubicBezTo>
                <a:cubicBezTo>
                  <a:pt x="1242887" y="590900"/>
                  <a:pt x="1229293" y="577306"/>
                  <a:pt x="1229293" y="560536"/>
                </a:cubicBezTo>
                <a:cubicBezTo>
                  <a:pt x="1229293" y="543767"/>
                  <a:pt x="1242887" y="530173"/>
                  <a:pt x="1259656" y="530173"/>
                </a:cubicBezTo>
                <a:close/>
                <a:moveTo>
                  <a:pt x="1187102" y="530173"/>
                </a:moveTo>
                <a:cubicBezTo>
                  <a:pt x="1203871" y="530173"/>
                  <a:pt x="1217465" y="543767"/>
                  <a:pt x="1217465" y="560536"/>
                </a:cubicBezTo>
                <a:cubicBezTo>
                  <a:pt x="1217465" y="577306"/>
                  <a:pt x="1203871" y="590900"/>
                  <a:pt x="1187102" y="590900"/>
                </a:cubicBezTo>
                <a:cubicBezTo>
                  <a:pt x="1170332" y="590900"/>
                  <a:pt x="1156738" y="577306"/>
                  <a:pt x="1156738" y="560536"/>
                </a:cubicBezTo>
                <a:cubicBezTo>
                  <a:pt x="1156738" y="543767"/>
                  <a:pt x="1170332" y="530173"/>
                  <a:pt x="1187102" y="530173"/>
                </a:cubicBezTo>
                <a:close/>
                <a:moveTo>
                  <a:pt x="1114547" y="530173"/>
                </a:moveTo>
                <a:cubicBezTo>
                  <a:pt x="1131317" y="530173"/>
                  <a:pt x="1144911" y="543767"/>
                  <a:pt x="1144911" y="560536"/>
                </a:cubicBezTo>
                <a:cubicBezTo>
                  <a:pt x="1144911" y="577306"/>
                  <a:pt x="1131317" y="590900"/>
                  <a:pt x="1114547" y="590900"/>
                </a:cubicBezTo>
                <a:cubicBezTo>
                  <a:pt x="1097778" y="590900"/>
                  <a:pt x="1084184" y="577306"/>
                  <a:pt x="1084184" y="560536"/>
                </a:cubicBezTo>
                <a:cubicBezTo>
                  <a:pt x="1084184" y="543767"/>
                  <a:pt x="1097778" y="530173"/>
                  <a:pt x="1114547" y="530173"/>
                </a:cubicBezTo>
                <a:close/>
                <a:moveTo>
                  <a:pt x="1041993" y="530173"/>
                </a:moveTo>
                <a:cubicBezTo>
                  <a:pt x="1058762" y="530173"/>
                  <a:pt x="1072356" y="543767"/>
                  <a:pt x="1072356" y="560536"/>
                </a:cubicBezTo>
                <a:cubicBezTo>
                  <a:pt x="1072356" y="577306"/>
                  <a:pt x="1058762" y="590900"/>
                  <a:pt x="1041993" y="590900"/>
                </a:cubicBezTo>
                <a:cubicBezTo>
                  <a:pt x="1025223" y="590900"/>
                  <a:pt x="1011629" y="577306"/>
                  <a:pt x="1011629" y="560536"/>
                </a:cubicBezTo>
                <a:cubicBezTo>
                  <a:pt x="1011629" y="543767"/>
                  <a:pt x="1025223" y="530173"/>
                  <a:pt x="1041993" y="530173"/>
                </a:cubicBezTo>
                <a:close/>
                <a:moveTo>
                  <a:pt x="969438" y="530173"/>
                </a:moveTo>
                <a:cubicBezTo>
                  <a:pt x="986208" y="530173"/>
                  <a:pt x="999801" y="543767"/>
                  <a:pt x="999801" y="560536"/>
                </a:cubicBezTo>
                <a:cubicBezTo>
                  <a:pt x="999801" y="577306"/>
                  <a:pt x="986208" y="590900"/>
                  <a:pt x="969438" y="590900"/>
                </a:cubicBezTo>
                <a:cubicBezTo>
                  <a:pt x="952669" y="590900"/>
                  <a:pt x="939075" y="577306"/>
                  <a:pt x="939075" y="560536"/>
                </a:cubicBezTo>
                <a:cubicBezTo>
                  <a:pt x="939075" y="543767"/>
                  <a:pt x="952669" y="530173"/>
                  <a:pt x="969438" y="530173"/>
                </a:cubicBezTo>
                <a:close/>
                <a:moveTo>
                  <a:pt x="896883" y="530173"/>
                </a:moveTo>
                <a:cubicBezTo>
                  <a:pt x="913653" y="530173"/>
                  <a:pt x="927247" y="543767"/>
                  <a:pt x="927247" y="560536"/>
                </a:cubicBezTo>
                <a:cubicBezTo>
                  <a:pt x="927247" y="577306"/>
                  <a:pt x="913653" y="590900"/>
                  <a:pt x="896883" y="590900"/>
                </a:cubicBezTo>
                <a:cubicBezTo>
                  <a:pt x="880114" y="590900"/>
                  <a:pt x="866520" y="577306"/>
                  <a:pt x="866520" y="560536"/>
                </a:cubicBezTo>
                <a:cubicBezTo>
                  <a:pt x="866520" y="543767"/>
                  <a:pt x="880114" y="530173"/>
                  <a:pt x="896883" y="530173"/>
                </a:cubicBezTo>
                <a:close/>
                <a:moveTo>
                  <a:pt x="824329" y="530173"/>
                </a:moveTo>
                <a:cubicBezTo>
                  <a:pt x="841098" y="530173"/>
                  <a:pt x="854692" y="543767"/>
                  <a:pt x="854692" y="560536"/>
                </a:cubicBezTo>
                <a:cubicBezTo>
                  <a:pt x="854692" y="577306"/>
                  <a:pt x="841098" y="590900"/>
                  <a:pt x="824329" y="590900"/>
                </a:cubicBezTo>
                <a:cubicBezTo>
                  <a:pt x="807559" y="590900"/>
                  <a:pt x="793965" y="577306"/>
                  <a:pt x="793965" y="560536"/>
                </a:cubicBezTo>
                <a:cubicBezTo>
                  <a:pt x="793965" y="543767"/>
                  <a:pt x="807559" y="530173"/>
                  <a:pt x="824329" y="530173"/>
                </a:cubicBezTo>
                <a:close/>
                <a:moveTo>
                  <a:pt x="751774" y="530173"/>
                </a:moveTo>
                <a:cubicBezTo>
                  <a:pt x="768544" y="530173"/>
                  <a:pt x="782138" y="543767"/>
                  <a:pt x="782138" y="560536"/>
                </a:cubicBezTo>
                <a:cubicBezTo>
                  <a:pt x="782138" y="577306"/>
                  <a:pt x="768544" y="590900"/>
                  <a:pt x="751774" y="590900"/>
                </a:cubicBezTo>
                <a:cubicBezTo>
                  <a:pt x="735005" y="590900"/>
                  <a:pt x="721411" y="577306"/>
                  <a:pt x="721411" y="560536"/>
                </a:cubicBezTo>
                <a:cubicBezTo>
                  <a:pt x="721411" y="543767"/>
                  <a:pt x="735005" y="530173"/>
                  <a:pt x="751774" y="530173"/>
                </a:cubicBezTo>
                <a:close/>
                <a:moveTo>
                  <a:pt x="679220" y="530173"/>
                </a:moveTo>
                <a:cubicBezTo>
                  <a:pt x="695989" y="530173"/>
                  <a:pt x="709583" y="543767"/>
                  <a:pt x="709583" y="560536"/>
                </a:cubicBezTo>
                <a:cubicBezTo>
                  <a:pt x="709583" y="577306"/>
                  <a:pt x="695989" y="590900"/>
                  <a:pt x="679220" y="590900"/>
                </a:cubicBezTo>
                <a:cubicBezTo>
                  <a:pt x="662450" y="590900"/>
                  <a:pt x="648856" y="577306"/>
                  <a:pt x="648856" y="560536"/>
                </a:cubicBezTo>
                <a:cubicBezTo>
                  <a:pt x="648856" y="543767"/>
                  <a:pt x="662450" y="530173"/>
                  <a:pt x="679220" y="530173"/>
                </a:cubicBezTo>
                <a:close/>
                <a:moveTo>
                  <a:pt x="606665" y="530173"/>
                </a:moveTo>
                <a:cubicBezTo>
                  <a:pt x="623435" y="530173"/>
                  <a:pt x="637029" y="543767"/>
                  <a:pt x="637029" y="560536"/>
                </a:cubicBezTo>
                <a:cubicBezTo>
                  <a:pt x="637029" y="577306"/>
                  <a:pt x="623435" y="590900"/>
                  <a:pt x="606665" y="590900"/>
                </a:cubicBezTo>
                <a:cubicBezTo>
                  <a:pt x="589896" y="590900"/>
                  <a:pt x="576302" y="577306"/>
                  <a:pt x="576302" y="560536"/>
                </a:cubicBezTo>
                <a:cubicBezTo>
                  <a:pt x="576302" y="543767"/>
                  <a:pt x="589896" y="530173"/>
                  <a:pt x="606665" y="530173"/>
                </a:cubicBezTo>
                <a:close/>
                <a:moveTo>
                  <a:pt x="534111" y="530173"/>
                </a:moveTo>
                <a:cubicBezTo>
                  <a:pt x="550880" y="530173"/>
                  <a:pt x="564474" y="543767"/>
                  <a:pt x="564474" y="560536"/>
                </a:cubicBezTo>
                <a:cubicBezTo>
                  <a:pt x="564474" y="577306"/>
                  <a:pt x="550880" y="590900"/>
                  <a:pt x="534111" y="590900"/>
                </a:cubicBezTo>
                <a:cubicBezTo>
                  <a:pt x="517341" y="590900"/>
                  <a:pt x="503747" y="577306"/>
                  <a:pt x="503747" y="560536"/>
                </a:cubicBezTo>
                <a:cubicBezTo>
                  <a:pt x="503747" y="543767"/>
                  <a:pt x="517341" y="530173"/>
                  <a:pt x="534111" y="530173"/>
                </a:cubicBezTo>
                <a:close/>
                <a:moveTo>
                  <a:pt x="461556" y="530173"/>
                </a:moveTo>
                <a:cubicBezTo>
                  <a:pt x="478326" y="530173"/>
                  <a:pt x="491920" y="543767"/>
                  <a:pt x="491920" y="560536"/>
                </a:cubicBezTo>
                <a:cubicBezTo>
                  <a:pt x="491920" y="577306"/>
                  <a:pt x="478326" y="590900"/>
                  <a:pt x="461556" y="590900"/>
                </a:cubicBezTo>
                <a:cubicBezTo>
                  <a:pt x="444787" y="590900"/>
                  <a:pt x="431192" y="577306"/>
                  <a:pt x="431192" y="560536"/>
                </a:cubicBezTo>
                <a:cubicBezTo>
                  <a:pt x="431192" y="543767"/>
                  <a:pt x="444787" y="530173"/>
                  <a:pt x="461556" y="530173"/>
                </a:cubicBezTo>
                <a:close/>
                <a:moveTo>
                  <a:pt x="389002" y="530173"/>
                </a:moveTo>
                <a:cubicBezTo>
                  <a:pt x="405771" y="530173"/>
                  <a:pt x="419365" y="543767"/>
                  <a:pt x="419365" y="560536"/>
                </a:cubicBezTo>
                <a:cubicBezTo>
                  <a:pt x="419365" y="577306"/>
                  <a:pt x="405771" y="590900"/>
                  <a:pt x="389002" y="590900"/>
                </a:cubicBezTo>
                <a:cubicBezTo>
                  <a:pt x="372232" y="590900"/>
                  <a:pt x="358638" y="577306"/>
                  <a:pt x="358638" y="560536"/>
                </a:cubicBezTo>
                <a:cubicBezTo>
                  <a:pt x="358638" y="543767"/>
                  <a:pt x="372232" y="530173"/>
                  <a:pt x="389002" y="530173"/>
                </a:cubicBezTo>
                <a:close/>
                <a:moveTo>
                  <a:pt x="316447" y="530173"/>
                </a:moveTo>
                <a:cubicBezTo>
                  <a:pt x="333216" y="530173"/>
                  <a:pt x="346810" y="543767"/>
                  <a:pt x="346810" y="560536"/>
                </a:cubicBezTo>
                <a:cubicBezTo>
                  <a:pt x="346810" y="577306"/>
                  <a:pt x="333216" y="590900"/>
                  <a:pt x="316447" y="590900"/>
                </a:cubicBezTo>
                <a:cubicBezTo>
                  <a:pt x="299677" y="590900"/>
                  <a:pt x="286084" y="577306"/>
                  <a:pt x="286084" y="560536"/>
                </a:cubicBezTo>
                <a:cubicBezTo>
                  <a:pt x="286084" y="543767"/>
                  <a:pt x="299677" y="530173"/>
                  <a:pt x="316447" y="530173"/>
                </a:cubicBezTo>
                <a:close/>
                <a:moveTo>
                  <a:pt x="243892" y="530173"/>
                </a:moveTo>
                <a:cubicBezTo>
                  <a:pt x="260662" y="530173"/>
                  <a:pt x="274256" y="543767"/>
                  <a:pt x="274256" y="560536"/>
                </a:cubicBezTo>
                <a:cubicBezTo>
                  <a:pt x="274256" y="577306"/>
                  <a:pt x="260662" y="590900"/>
                  <a:pt x="243892" y="590900"/>
                </a:cubicBezTo>
                <a:cubicBezTo>
                  <a:pt x="227123" y="590900"/>
                  <a:pt x="213529" y="577306"/>
                  <a:pt x="213529" y="560536"/>
                </a:cubicBezTo>
                <a:cubicBezTo>
                  <a:pt x="213529" y="543767"/>
                  <a:pt x="227123" y="530173"/>
                  <a:pt x="243892" y="530173"/>
                </a:cubicBezTo>
                <a:close/>
                <a:moveTo>
                  <a:pt x="171339" y="530173"/>
                </a:moveTo>
                <a:cubicBezTo>
                  <a:pt x="188107" y="530173"/>
                  <a:pt x="201701" y="543767"/>
                  <a:pt x="201701" y="560536"/>
                </a:cubicBezTo>
                <a:cubicBezTo>
                  <a:pt x="201701" y="577306"/>
                  <a:pt x="188107" y="590900"/>
                  <a:pt x="171339" y="590900"/>
                </a:cubicBezTo>
                <a:cubicBezTo>
                  <a:pt x="154673" y="590900"/>
                  <a:pt x="141079" y="577306"/>
                  <a:pt x="141079" y="560536"/>
                </a:cubicBezTo>
                <a:cubicBezTo>
                  <a:pt x="141079" y="543767"/>
                  <a:pt x="154673" y="530173"/>
                  <a:pt x="171339" y="530173"/>
                </a:cubicBezTo>
                <a:close/>
                <a:moveTo>
                  <a:pt x="98904" y="530173"/>
                </a:moveTo>
                <a:cubicBezTo>
                  <a:pt x="115664" y="530173"/>
                  <a:pt x="129258" y="543767"/>
                  <a:pt x="129258" y="560536"/>
                </a:cubicBezTo>
                <a:cubicBezTo>
                  <a:pt x="129258" y="577306"/>
                  <a:pt x="115664" y="590900"/>
                  <a:pt x="98904" y="590900"/>
                </a:cubicBezTo>
                <a:cubicBezTo>
                  <a:pt x="82130" y="590900"/>
                  <a:pt x="68536" y="577306"/>
                  <a:pt x="68536" y="560536"/>
                </a:cubicBezTo>
                <a:cubicBezTo>
                  <a:pt x="68536" y="543767"/>
                  <a:pt x="82130" y="530173"/>
                  <a:pt x="98904" y="530173"/>
                </a:cubicBezTo>
                <a:close/>
                <a:moveTo>
                  <a:pt x="26349" y="530173"/>
                </a:moveTo>
                <a:cubicBezTo>
                  <a:pt x="43112" y="530173"/>
                  <a:pt x="56707" y="543767"/>
                  <a:pt x="56707" y="560536"/>
                </a:cubicBezTo>
                <a:cubicBezTo>
                  <a:pt x="56707" y="577306"/>
                  <a:pt x="43112" y="590900"/>
                  <a:pt x="26349" y="590900"/>
                </a:cubicBezTo>
                <a:cubicBezTo>
                  <a:pt x="17963" y="590900"/>
                  <a:pt x="10372" y="587502"/>
                  <a:pt x="4877" y="582007"/>
                </a:cubicBezTo>
                <a:lnTo>
                  <a:pt x="0" y="570232"/>
                </a:lnTo>
                <a:lnTo>
                  <a:pt x="0" y="550840"/>
                </a:lnTo>
                <a:lnTo>
                  <a:pt x="4877" y="539066"/>
                </a:lnTo>
                <a:cubicBezTo>
                  <a:pt x="10372" y="533572"/>
                  <a:pt x="17963" y="530173"/>
                  <a:pt x="26349" y="530173"/>
                </a:cubicBezTo>
                <a:close/>
                <a:moveTo>
                  <a:pt x="1673704" y="458486"/>
                </a:moveTo>
                <a:lnTo>
                  <a:pt x="1671744" y="497284"/>
                </a:lnTo>
                <a:lnTo>
                  <a:pt x="1664620" y="480084"/>
                </a:lnTo>
                <a:cubicBezTo>
                  <a:pt x="1664620" y="471700"/>
                  <a:pt x="1668019" y="464109"/>
                  <a:pt x="1673514" y="458614"/>
                </a:cubicBezTo>
                <a:close/>
                <a:moveTo>
                  <a:pt x="1622429" y="449721"/>
                </a:moveTo>
                <a:cubicBezTo>
                  <a:pt x="1639199" y="449721"/>
                  <a:pt x="1652792" y="463315"/>
                  <a:pt x="1652792" y="480084"/>
                </a:cubicBezTo>
                <a:cubicBezTo>
                  <a:pt x="1652792" y="496854"/>
                  <a:pt x="1639199" y="510448"/>
                  <a:pt x="1622429" y="510448"/>
                </a:cubicBezTo>
                <a:cubicBezTo>
                  <a:pt x="1605659" y="510448"/>
                  <a:pt x="1592066" y="496854"/>
                  <a:pt x="1592066" y="480084"/>
                </a:cubicBezTo>
                <a:cubicBezTo>
                  <a:pt x="1592066" y="463315"/>
                  <a:pt x="1605659" y="449721"/>
                  <a:pt x="1622429" y="449721"/>
                </a:cubicBezTo>
                <a:close/>
                <a:moveTo>
                  <a:pt x="1549874" y="449721"/>
                </a:moveTo>
                <a:cubicBezTo>
                  <a:pt x="1566644" y="449721"/>
                  <a:pt x="1580238" y="463315"/>
                  <a:pt x="1580238" y="480084"/>
                </a:cubicBezTo>
                <a:cubicBezTo>
                  <a:pt x="1580238" y="496854"/>
                  <a:pt x="1566644" y="510448"/>
                  <a:pt x="1549874" y="510448"/>
                </a:cubicBezTo>
                <a:cubicBezTo>
                  <a:pt x="1533105" y="510448"/>
                  <a:pt x="1519511" y="496854"/>
                  <a:pt x="1519511" y="480084"/>
                </a:cubicBezTo>
                <a:cubicBezTo>
                  <a:pt x="1519511" y="463315"/>
                  <a:pt x="1533105" y="449721"/>
                  <a:pt x="1549874" y="449721"/>
                </a:cubicBezTo>
                <a:close/>
                <a:moveTo>
                  <a:pt x="1477320" y="449721"/>
                </a:moveTo>
                <a:cubicBezTo>
                  <a:pt x="1494089" y="449721"/>
                  <a:pt x="1507683" y="463315"/>
                  <a:pt x="1507683" y="480084"/>
                </a:cubicBezTo>
                <a:cubicBezTo>
                  <a:pt x="1507683" y="496854"/>
                  <a:pt x="1494089" y="510448"/>
                  <a:pt x="1477320" y="510448"/>
                </a:cubicBezTo>
                <a:cubicBezTo>
                  <a:pt x="1460550" y="510448"/>
                  <a:pt x="1446956" y="496854"/>
                  <a:pt x="1446956" y="480084"/>
                </a:cubicBezTo>
                <a:cubicBezTo>
                  <a:pt x="1446956" y="463315"/>
                  <a:pt x="1460550" y="449721"/>
                  <a:pt x="1477320" y="449721"/>
                </a:cubicBezTo>
                <a:close/>
                <a:moveTo>
                  <a:pt x="1404765" y="449721"/>
                </a:moveTo>
                <a:cubicBezTo>
                  <a:pt x="1421535" y="449721"/>
                  <a:pt x="1435129" y="463315"/>
                  <a:pt x="1435129" y="480084"/>
                </a:cubicBezTo>
                <a:cubicBezTo>
                  <a:pt x="1435129" y="496854"/>
                  <a:pt x="1421535" y="510448"/>
                  <a:pt x="1404765" y="510448"/>
                </a:cubicBezTo>
                <a:cubicBezTo>
                  <a:pt x="1387996" y="510448"/>
                  <a:pt x="1374402" y="496854"/>
                  <a:pt x="1374402" y="480084"/>
                </a:cubicBezTo>
                <a:cubicBezTo>
                  <a:pt x="1374402" y="463315"/>
                  <a:pt x="1387996" y="449721"/>
                  <a:pt x="1404765" y="449721"/>
                </a:cubicBezTo>
                <a:close/>
                <a:moveTo>
                  <a:pt x="1332211" y="449721"/>
                </a:moveTo>
                <a:cubicBezTo>
                  <a:pt x="1348980" y="449721"/>
                  <a:pt x="1362574" y="463315"/>
                  <a:pt x="1362574" y="480084"/>
                </a:cubicBezTo>
                <a:cubicBezTo>
                  <a:pt x="1362574" y="496854"/>
                  <a:pt x="1348980" y="510448"/>
                  <a:pt x="1332211" y="510448"/>
                </a:cubicBezTo>
                <a:cubicBezTo>
                  <a:pt x="1315441" y="510448"/>
                  <a:pt x="1301847" y="496854"/>
                  <a:pt x="1301847" y="480084"/>
                </a:cubicBezTo>
                <a:cubicBezTo>
                  <a:pt x="1301847" y="463315"/>
                  <a:pt x="1315441" y="449721"/>
                  <a:pt x="1332211" y="449721"/>
                </a:cubicBezTo>
                <a:close/>
                <a:moveTo>
                  <a:pt x="1259656" y="449721"/>
                </a:moveTo>
                <a:cubicBezTo>
                  <a:pt x="1276426" y="449721"/>
                  <a:pt x="1290020" y="463315"/>
                  <a:pt x="1290020" y="480084"/>
                </a:cubicBezTo>
                <a:cubicBezTo>
                  <a:pt x="1290020" y="496854"/>
                  <a:pt x="1276426" y="510448"/>
                  <a:pt x="1259656" y="510448"/>
                </a:cubicBezTo>
                <a:cubicBezTo>
                  <a:pt x="1242887" y="510448"/>
                  <a:pt x="1229293" y="496854"/>
                  <a:pt x="1229293" y="480084"/>
                </a:cubicBezTo>
                <a:cubicBezTo>
                  <a:pt x="1229293" y="463315"/>
                  <a:pt x="1242887" y="449721"/>
                  <a:pt x="1259656" y="449721"/>
                </a:cubicBezTo>
                <a:close/>
                <a:moveTo>
                  <a:pt x="1187102" y="449721"/>
                </a:moveTo>
                <a:cubicBezTo>
                  <a:pt x="1203871" y="449721"/>
                  <a:pt x="1217465" y="463315"/>
                  <a:pt x="1217465" y="480084"/>
                </a:cubicBezTo>
                <a:cubicBezTo>
                  <a:pt x="1217465" y="496854"/>
                  <a:pt x="1203871" y="510448"/>
                  <a:pt x="1187102" y="510448"/>
                </a:cubicBezTo>
                <a:cubicBezTo>
                  <a:pt x="1170332" y="510448"/>
                  <a:pt x="1156738" y="496854"/>
                  <a:pt x="1156738" y="480084"/>
                </a:cubicBezTo>
                <a:cubicBezTo>
                  <a:pt x="1156738" y="463315"/>
                  <a:pt x="1170332" y="449721"/>
                  <a:pt x="1187102" y="449721"/>
                </a:cubicBezTo>
                <a:close/>
                <a:moveTo>
                  <a:pt x="1114547" y="449721"/>
                </a:moveTo>
                <a:cubicBezTo>
                  <a:pt x="1131317" y="449721"/>
                  <a:pt x="1144911" y="463315"/>
                  <a:pt x="1144911" y="480084"/>
                </a:cubicBezTo>
                <a:cubicBezTo>
                  <a:pt x="1144911" y="496854"/>
                  <a:pt x="1131317" y="510448"/>
                  <a:pt x="1114547" y="510448"/>
                </a:cubicBezTo>
                <a:cubicBezTo>
                  <a:pt x="1097778" y="510448"/>
                  <a:pt x="1084184" y="496854"/>
                  <a:pt x="1084184" y="480084"/>
                </a:cubicBezTo>
                <a:cubicBezTo>
                  <a:pt x="1084184" y="463315"/>
                  <a:pt x="1097778" y="449721"/>
                  <a:pt x="1114547" y="449721"/>
                </a:cubicBezTo>
                <a:close/>
                <a:moveTo>
                  <a:pt x="1041993" y="449721"/>
                </a:moveTo>
                <a:cubicBezTo>
                  <a:pt x="1058762" y="449721"/>
                  <a:pt x="1072356" y="463315"/>
                  <a:pt x="1072356" y="480084"/>
                </a:cubicBezTo>
                <a:cubicBezTo>
                  <a:pt x="1072356" y="496854"/>
                  <a:pt x="1058762" y="510448"/>
                  <a:pt x="1041993" y="510448"/>
                </a:cubicBezTo>
                <a:cubicBezTo>
                  <a:pt x="1025223" y="510448"/>
                  <a:pt x="1011629" y="496854"/>
                  <a:pt x="1011629" y="480084"/>
                </a:cubicBezTo>
                <a:cubicBezTo>
                  <a:pt x="1011629" y="463315"/>
                  <a:pt x="1025223" y="449721"/>
                  <a:pt x="1041993" y="449721"/>
                </a:cubicBezTo>
                <a:close/>
                <a:moveTo>
                  <a:pt x="969438" y="449721"/>
                </a:moveTo>
                <a:cubicBezTo>
                  <a:pt x="986208" y="449721"/>
                  <a:pt x="999801" y="463315"/>
                  <a:pt x="999801" y="480084"/>
                </a:cubicBezTo>
                <a:cubicBezTo>
                  <a:pt x="999801" y="496854"/>
                  <a:pt x="986208" y="510448"/>
                  <a:pt x="969438" y="510448"/>
                </a:cubicBezTo>
                <a:cubicBezTo>
                  <a:pt x="952669" y="510448"/>
                  <a:pt x="939075" y="496854"/>
                  <a:pt x="939075" y="480084"/>
                </a:cubicBezTo>
                <a:cubicBezTo>
                  <a:pt x="939075" y="463315"/>
                  <a:pt x="952669" y="449721"/>
                  <a:pt x="969438" y="449721"/>
                </a:cubicBezTo>
                <a:close/>
                <a:moveTo>
                  <a:pt x="896883" y="449721"/>
                </a:moveTo>
                <a:cubicBezTo>
                  <a:pt x="913653" y="449721"/>
                  <a:pt x="927247" y="463315"/>
                  <a:pt x="927247" y="480084"/>
                </a:cubicBezTo>
                <a:cubicBezTo>
                  <a:pt x="927247" y="496854"/>
                  <a:pt x="913653" y="510448"/>
                  <a:pt x="896883" y="510448"/>
                </a:cubicBezTo>
                <a:cubicBezTo>
                  <a:pt x="880114" y="510448"/>
                  <a:pt x="866520" y="496854"/>
                  <a:pt x="866520" y="480084"/>
                </a:cubicBezTo>
                <a:cubicBezTo>
                  <a:pt x="866520" y="463315"/>
                  <a:pt x="880114" y="449721"/>
                  <a:pt x="896883" y="449721"/>
                </a:cubicBezTo>
                <a:close/>
                <a:moveTo>
                  <a:pt x="824329" y="449721"/>
                </a:moveTo>
                <a:cubicBezTo>
                  <a:pt x="841098" y="449721"/>
                  <a:pt x="854692" y="463315"/>
                  <a:pt x="854692" y="480084"/>
                </a:cubicBezTo>
                <a:cubicBezTo>
                  <a:pt x="854692" y="496854"/>
                  <a:pt x="841098" y="510448"/>
                  <a:pt x="824329" y="510448"/>
                </a:cubicBezTo>
                <a:cubicBezTo>
                  <a:pt x="807559" y="510448"/>
                  <a:pt x="793965" y="496854"/>
                  <a:pt x="793965" y="480084"/>
                </a:cubicBezTo>
                <a:cubicBezTo>
                  <a:pt x="793965" y="463315"/>
                  <a:pt x="807559" y="449721"/>
                  <a:pt x="824329" y="449721"/>
                </a:cubicBezTo>
                <a:close/>
                <a:moveTo>
                  <a:pt x="751774" y="449721"/>
                </a:moveTo>
                <a:cubicBezTo>
                  <a:pt x="768544" y="449721"/>
                  <a:pt x="782138" y="463315"/>
                  <a:pt x="782138" y="480084"/>
                </a:cubicBezTo>
                <a:cubicBezTo>
                  <a:pt x="782138" y="496854"/>
                  <a:pt x="768544" y="510448"/>
                  <a:pt x="751774" y="510448"/>
                </a:cubicBezTo>
                <a:cubicBezTo>
                  <a:pt x="735005" y="510448"/>
                  <a:pt x="721411" y="496854"/>
                  <a:pt x="721411" y="480084"/>
                </a:cubicBezTo>
                <a:cubicBezTo>
                  <a:pt x="721411" y="463315"/>
                  <a:pt x="735005" y="449721"/>
                  <a:pt x="751774" y="449721"/>
                </a:cubicBezTo>
                <a:close/>
                <a:moveTo>
                  <a:pt x="679220" y="449721"/>
                </a:moveTo>
                <a:cubicBezTo>
                  <a:pt x="695989" y="449721"/>
                  <a:pt x="709583" y="463315"/>
                  <a:pt x="709583" y="480084"/>
                </a:cubicBezTo>
                <a:cubicBezTo>
                  <a:pt x="709583" y="496854"/>
                  <a:pt x="695989" y="510448"/>
                  <a:pt x="679220" y="510448"/>
                </a:cubicBezTo>
                <a:cubicBezTo>
                  <a:pt x="662450" y="510448"/>
                  <a:pt x="648856" y="496854"/>
                  <a:pt x="648856" y="480084"/>
                </a:cubicBezTo>
                <a:cubicBezTo>
                  <a:pt x="648856" y="463315"/>
                  <a:pt x="662450" y="449721"/>
                  <a:pt x="679220" y="449721"/>
                </a:cubicBezTo>
                <a:close/>
                <a:moveTo>
                  <a:pt x="606665" y="449721"/>
                </a:moveTo>
                <a:cubicBezTo>
                  <a:pt x="623435" y="449721"/>
                  <a:pt x="637029" y="463315"/>
                  <a:pt x="637029" y="480084"/>
                </a:cubicBezTo>
                <a:cubicBezTo>
                  <a:pt x="637029" y="496854"/>
                  <a:pt x="623435" y="510448"/>
                  <a:pt x="606665" y="510448"/>
                </a:cubicBezTo>
                <a:cubicBezTo>
                  <a:pt x="589896" y="510448"/>
                  <a:pt x="576302" y="496854"/>
                  <a:pt x="576302" y="480084"/>
                </a:cubicBezTo>
                <a:cubicBezTo>
                  <a:pt x="576302" y="463315"/>
                  <a:pt x="589896" y="449721"/>
                  <a:pt x="606665" y="449721"/>
                </a:cubicBezTo>
                <a:close/>
                <a:moveTo>
                  <a:pt x="534111" y="449721"/>
                </a:moveTo>
                <a:cubicBezTo>
                  <a:pt x="550880" y="449721"/>
                  <a:pt x="564474" y="463315"/>
                  <a:pt x="564474" y="480084"/>
                </a:cubicBezTo>
                <a:cubicBezTo>
                  <a:pt x="564474" y="496854"/>
                  <a:pt x="550880" y="510448"/>
                  <a:pt x="534111" y="510448"/>
                </a:cubicBezTo>
                <a:cubicBezTo>
                  <a:pt x="517341" y="510448"/>
                  <a:pt x="503747" y="496854"/>
                  <a:pt x="503747" y="480084"/>
                </a:cubicBezTo>
                <a:cubicBezTo>
                  <a:pt x="503747" y="463315"/>
                  <a:pt x="517341" y="449721"/>
                  <a:pt x="534111" y="449721"/>
                </a:cubicBezTo>
                <a:close/>
                <a:moveTo>
                  <a:pt x="461556" y="449721"/>
                </a:moveTo>
                <a:cubicBezTo>
                  <a:pt x="478326" y="449721"/>
                  <a:pt x="491920" y="463315"/>
                  <a:pt x="491920" y="480084"/>
                </a:cubicBezTo>
                <a:cubicBezTo>
                  <a:pt x="491920" y="496854"/>
                  <a:pt x="478326" y="510448"/>
                  <a:pt x="461556" y="510448"/>
                </a:cubicBezTo>
                <a:cubicBezTo>
                  <a:pt x="444787" y="510448"/>
                  <a:pt x="431192" y="496854"/>
                  <a:pt x="431192" y="480084"/>
                </a:cubicBezTo>
                <a:cubicBezTo>
                  <a:pt x="431192" y="463315"/>
                  <a:pt x="444787" y="449721"/>
                  <a:pt x="461556" y="449721"/>
                </a:cubicBezTo>
                <a:close/>
                <a:moveTo>
                  <a:pt x="389002" y="449721"/>
                </a:moveTo>
                <a:cubicBezTo>
                  <a:pt x="405771" y="449721"/>
                  <a:pt x="419365" y="463315"/>
                  <a:pt x="419365" y="480084"/>
                </a:cubicBezTo>
                <a:cubicBezTo>
                  <a:pt x="419365" y="496854"/>
                  <a:pt x="405771" y="510448"/>
                  <a:pt x="389002" y="510448"/>
                </a:cubicBezTo>
                <a:cubicBezTo>
                  <a:pt x="372232" y="510448"/>
                  <a:pt x="358638" y="496854"/>
                  <a:pt x="358638" y="480084"/>
                </a:cubicBezTo>
                <a:cubicBezTo>
                  <a:pt x="358638" y="463315"/>
                  <a:pt x="372232" y="449721"/>
                  <a:pt x="389002" y="449721"/>
                </a:cubicBezTo>
                <a:close/>
                <a:moveTo>
                  <a:pt x="316447" y="449721"/>
                </a:moveTo>
                <a:cubicBezTo>
                  <a:pt x="333216" y="449721"/>
                  <a:pt x="346810" y="463315"/>
                  <a:pt x="346810" y="480084"/>
                </a:cubicBezTo>
                <a:cubicBezTo>
                  <a:pt x="346810" y="496854"/>
                  <a:pt x="333216" y="510448"/>
                  <a:pt x="316447" y="510448"/>
                </a:cubicBezTo>
                <a:cubicBezTo>
                  <a:pt x="299677" y="510448"/>
                  <a:pt x="286084" y="496854"/>
                  <a:pt x="286084" y="480084"/>
                </a:cubicBezTo>
                <a:cubicBezTo>
                  <a:pt x="286084" y="463315"/>
                  <a:pt x="299677" y="449721"/>
                  <a:pt x="316447" y="449721"/>
                </a:cubicBezTo>
                <a:close/>
                <a:moveTo>
                  <a:pt x="243892" y="449721"/>
                </a:moveTo>
                <a:cubicBezTo>
                  <a:pt x="260662" y="449721"/>
                  <a:pt x="274256" y="463315"/>
                  <a:pt x="274256" y="480084"/>
                </a:cubicBezTo>
                <a:cubicBezTo>
                  <a:pt x="274256" y="496854"/>
                  <a:pt x="260662" y="510448"/>
                  <a:pt x="243892" y="510448"/>
                </a:cubicBezTo>
                <a:cubicBezTo>
                  <a:pt x="227123" y="510448"/>
                  <a:pt x="213529" y="496854"/>
                  <a:pt x="213529" y="480084"/>
                </a:cubicBezTo>
                <a:cubicBezTo>
                  <a:pt x="213529" y="463315"/>
                  <a:pt x="227123" y="449721"/>
                  <a:pt x="243892" y="449721"/>
                </a:cubicBezTo>
                <a:close/>
                <a:moveTo>
                  <a:pt x="171339" y="449721"/>
                </a:moveTo>
                <a:cubicBezTo>
                  <a:pt x="188107" y="449721"/>
                  <a:pt x="201701" y="463315"/>
                  <a:pt x="201701" y="480084"/>
                </a:cubicBezTo>
                <a:cubicBezTo>
                  <a:pt x="201701" y="496854"/>
                  <a:pt x="188107" y="510448"/>
                  <a:pt x="171339" y="510448"/>
                </a:cubicBezTo>
                <a:cubicBezTo>
                  <a:pt x="154679" y="510448"/>
                  <a:pt x="141085" y="496854"/>
                  <a:pt x="141085" y="480084"/>
                </a:cubicBezTo>
                <a:cubicBezTo>
                  <a:pt x="141085" y="463315"/>
                  <a:pt x="154679" y="449721"/>
                  <a:pt x="171339" y="449721"/>
                </a:cubicBezTo>
                <a:close/>
                <a:moveTo>
                  <a:pt x="98910" y="449721"/>
                </a:moveTo>
                <a:cubicBezTo>
                  <a:pt x="115670" y="449721"/>
                  <a:pt x="129264" y="463315"/>
                  <a:pt x="129264" y="480084"/>
                </a:cubicBezTo>
                <a:cubicBezTo>
                  <a:pt x="129264" y="496854"/>
                  <a:pt x="115670" y="510448"/>
                  <a:pt x="98910" y="510448"/>
                </a:cubicBezTo>
                <a:cubicBezTo>
                  <a:pt x="82136" y="510448"/>
                  <a:pt x="68542" y="496854"/>
                  <a:pt x="68542" y="480084"/>
                </a:cubicBezTo>
                <a:cubicBezTo>
                  <a:pt x="68542" y="463315"/>
                  <a:pt x="82136" y="449721"/>
                  <a:pt x="98910" y="449721"/>
                </a:cubicBezTo>
                <a:close/>
                <a:moveTo>
                  <a:pt x="26355" y="449721"/>
                </a:moveTo>
                <a:cubicBezTo>
                  <a:pt x="43118" y="449721"/>
                  <a:pt x="56713" y="463315"/>
                  <a:pt x="56713" y="480084"/>
                </a:cubicBezTo>
                <a:cubicBezTo>
                  <a:pt x="56713" y="496854"/>
                  <a:pt x="43118" y="510448"/>
                  <a:pt x="26355" y="510448"/>
                </a:cubicBezTo>
                <a:cubicBezTo>
                  <a:pt x="17970" y="510448"/>
                  <a:pt x="10379" y="507050"/>
                  <a:pt x="4884" y="501555"/>
                </a:cubicBezTo>
                <a:lnTo>
                  <a:pt x="0" y="489763"/>
                </a:lnTo>
                <a:lnTo>
                  <a:pt x="0" y="470405"/>
                </a:lnTo>
                <a:lnTo>
                  <a:pt x="4884" y="458614"/>
                </a:lnTo>
                <a:cubicBezTo>
                  <a:pt x="10379" y="453120"/>
                  <a:pt x="17970" y="449721"/>
                  <a:pt x="26355" y="449721"/>
                </a:cubicBezTo>
                <a:close/>
                <a:moveTo>
                  <a:pt x="1673066" y="379245"/>
                </a:moveTo>
                <a:lnTo>
                  <a:pt x="1675237" y="422266"/>
                </a:lnTo>
                <a:lnTo>
                  <a:pt x="1673514" y="421103"/>
                </a:lnTo>
                <a:cubicBezTo>
                  <a:pt x="1668019" y="415609"/>
                  <a:pt x="1664620" y="408017"/>
                  <a:pt x="1664620" y="399633"/>
                </a:cubicBezTo>
                <a:close/>
                <a:moveTo>
                  <a:pt x="1622429" y="369269"/>
                </a:moveTo>
                <a:cubicBezTo>
                  <a:pt x="1639199" y="369269"/>
                  <a:pt x="1652792" y="382864"/>
                  <a:pt x="1652792" y="399633"/>
                </a:cubicBezTo>
                <a:cubicBezTo>
                  <a:pt x="1652792" y="416402"/>
                  <a:pt x="1639199" y="429997"/>
                  <a:pt x="1622429" y="429997"/>
                </a:cubicBezTo>
                <a:cubicBezTo>
                  <a:pt x="1605659" y="429997"/>
                  <a:pt x="1592066" y="416402"/>
                  <a:pt x="1592066" y="399633"/>
                </a:cubicBezTo>
                <a:cubicBezTo>
                  <a:pt x="1592066" y="382864"/>
                  <a:pt x="1605659" y="369269"/>
                  <a:pt x="1622429" y="369269"/>
                </a:cubicBezTo>
                <a:close/>
                <a:moveTo>
                  <a:pt x="1549874" y="369269"/>
                </a:moveTo>
                <a:cubicBezTo>
                  <a:pt x="1566644" y="369269"/>
                  <a:pt x="1580238" y="382864"/>
                  <a:pt x="1580238" y="399633"/>
                </a:cubicBezTo>
                <a:cubicBezTo>
                  <a:pt x="1580238" y="416402"/>
                  <a:pt x="1566644" y="429997"/>
                  <a:pt x="1549874" y="429997"/>
                </a:cubicBezTo>
                <a:cubicBezTo>
                  <a:pt x="1533105" y="429997"/>
                  <a:pt x="1519511" y="416402"/>
                  <a:pt x="1519511" y="399633"/>
                </a:cubicBezTo>
                <a:cubicBezTo>
                  <a:pt x="1519511" y="382864"/>
                  <a:pt x="1533105" y="369269"/>
                  <a:pt x="1549874" y="369269"/>
                </a:cubicBezTo>
                <a:close/>
                <a:moveTo>
                  <a:pt x="1477320" y="369269"/>
                </a:moveTo>
                <a:cubicBezTo>
                  <a:pt x="1494089" y="369269"/>
                  <a:pt x="1507683" y="382864"/>
                  <a:pt x="1507683" y="399633"/>
                </a:cubicBezTo>
                <a:cubicBezTo>
                  <a:pt x="1507683" y="416402"/>
                  <a:pt x="1494089" y="429997"/>
                  <a:pt x="1477320" y="429997"/>
                </a:cubicBezTo>
                <a:cubicBezTo>
                  <a:pt x="1460550" y="429997"/>
                  <a:pt x="1446956" y="416402"/>
                  <a:pt x="1446956" y="399633"/>
                </a:cubicBezTo>
                <a:cubicBezTo>
                  <a:pt x="1446956" y="382864"/>
                  <a:pt x="1460550" y="369269"/>
                  <a:pt x="1477320" y="369269"/>
                </a:cubicBezTo>
                <a:close/>
                <a:moveTo>
                  <a:pt x="1404765" y="369269"/>
                </a:moveTo>
                <a:cubicBezTo>
                  <a:pt x="1421535" y="369269"/>
                  <a:pt x="1435129" y="382864"/>
                  <a:pt x="1435129" y="399633"/>
                </a:cubicBezTo>
                <a:cubicBezTo>
                  <a:pt x="1435129" y="416402"/>
                  <a:pt x="1421535" y="429997"/>
                  <a:pt x="1404765" y="429997"/>
                </a:cubicBezTo>
                <a:cubicBezTo>
                  <a:pt x="1387996" y="429997"/>
                  <a:pt x="1374402" y="416402"/>
                  <a:pt x="1374402" y="399633"/>
                </a:cubicBezTo>
                <a:cubicBezTo>
                  <a:pt x="1374402" y="382864"/>
                  <a:pt x="1387996" y="369269"/>
                  <a:pt x="1404765" y="369269"/>
                </a:cubicBezTo>
                <a:close/>
                <a:moveTo>
                  <a:pt x="1332211" y="369269"/>
                </a:moveTo>
                <a:cubicBezTo>
                  <a:pt x="1348980" y="369269"/>
                  <a:pt x="1362574" y="382864"/>
                  <a:pt x="1362574" y="399633"/>
                </a:cubicBezTo>
                <a:cubicBezTo>
                  <a:pt x="1362574" y="416402"/>
                  <a:pt x="1348980" y="429997"/>
                  <a:pt x="1332211" y="429997"/>
                </a:cubicBezTo>
                <a:cubicBezTo>
                  <a:pt x="1315441" y="429997"/>
                  <a:pt x="1301847" y="416402"/>
                  <a:pt x="1301847" y="399633"/>
                </a:cubicBezTo>
                <a:cubicBezTo>
                  <a:pt x="1301847" y="382864"/>
                  <a:pt x="1315441" y="369269"/>
                  <a:pt x="1332211" y="369269"/>
                </a:cubicBezTo>
                <a:close/>
                <a:moveTo>
                  <a:pt x="1259656" y="369269"/>
                </a:moveTo>
                <a:cubicBezTo>
                  <a:pt x="1276426" y="369269"/>
                  <a:pt x="1290020" y="382864"/>
                  <a:pt x="1290020" y="399633"/>
                </a:cubicBezTo>
                <a:cubicBezTo>
                  <a:pt x="1290020" y="416402"/>
                  <a:pt x="1276426" y="429997"/>
                  <a:pt x="1259656" y="429997"/>
                </a:cubicBezTo>
                <a:cubicBezTo>
                  <a:pt x="1242887" y="429997"/>
                  <a:pt x="1229293" y="416402"/>
                  <a:pt x="1229293" y="399633"/>
                </a:cubicBezTo>
                <a:cubicBezTo>
                  <a:pt x="1229293" y="382864"/>
                  <a:pt x="1242887" y="369269"/>
                  <a:pt x="1259656" y="369269"/>
                </a:cubicBezTo>
                <a:close/>
                <a:moveTo>
                  <a:pt x="1187102" y="369269"/>
                </a:moveTo>
                <a:cubicBezTo>
                  <a:pt x="1203871" y="369269"/>
                  <a:pt x="1217465" y="382864"/>
                  <a:pt x="1217465" y="399633"/>
                </a:cubicBezTo>
                <a:cubicBezTo>
                  <a:pt x="1217465" y="416402"/>
                  <a:pt x="1203871" y="429997"/>
                  <a:pt x="1187102" y="429997"/>
                </a:cubicBezTo>
                <a:cubicBezTo>
                  <a:pt x="1170332" y="429997"/>
                  <a:pt x="1156738" y="416402"/>
                  <a:pt x="1156738" y="399633"/>
                </a:cubicBezTo>
                <a:cubicBezTo>
                  <a:pt x="1156738" y="382864"/>
                  <a:pt x="1170332" y="369269"/>
                  <a:pt x="1187102" y="369269"/>
                </a:cubicBezTo>
                <a:close/>
                <a:moveTo>
                  <a:pt x="1114547" y="369269"/>
                </a:moveTo>
                <a:cubicBezTo>
                  <a:pt x="1131317" y="369269"/>
                  <a:pt x="1144911" y="382864"/>
                  <a:pt x="1144911" y="399633"/>
                </a:cubicBezTo>
                <a:cubicBezTo>
                  <a:pt x="1144911" y="416402"/>
                  <a:pt x="1131317" y="429997"/>
                  <a:pt x="1114547" y="429997"/>
                </a:cubicBezTo>
                <a:cubicBezTo>
                  <a:pt x="1097778" y="429997"/>
                  <a:pt x="1084184" y="416402"/>
                  <a:pt x="1084184" y="399633"/>
                </a:cubicBezTo>
                <a:cubicBezTo>
                  <a:pt x="1084184" y="382864"/>
                  <a:pt x="1097778" y="369269"/>
                  <a:pt x="1114547" y="369269"/>
                </a:cubicBezTo>
                <a:close/>
                <a:moveTo>
                  <a:pt x="1041993" y="369269"/>
                </a:moveTo>
                <a:cubicBezTo>
                  <a:pt x="1058762" y="369269"/>
                  <a:pt x="1072356" y="382864"/>
                  <a:pt x="1072356" y="399633"/>
                </a:cubicBezTo>
                <a:cubicBezTo>
                  <a:pt x="1072356" y="416402"/>
                  <a:pt x="1058762" y="429997"/>
                  <a:pt x="1041993" y="429997"/>
                </a:cubicBezTo>
                <a:cubicBezTo>
                  <a:pt x="1025223" y="429997"/>
                  <a:pt x="1011629" y="416402"/>
                  <a:pt x="1011629" y="399633"/>
                </a:cubicBezTo>
                <a:cubicBezTo>
                  <a:pt x="1011629" y="382864"/>
                  <a:pt x="1025223" y="369269"/>
                  <a:pt x="1041993" y="369269"/>
                </a:cubicBezTo>
                <a:close/>
                <a:moveTo>
                  <a:pt x="969438" y="369269"/>
                </a:moveTo>
                <a:cubicBezTo>
                  <a:pt x="986208" y="369269"/>
                  <a:pt x="999801" y="382864"/>
                  <a:pt x="999801" y="399633"/>
                </a:cubicBezTo>
                <a:cubicBezTo>
                  <a:pt x="999801" y="416402"/>
                  <a:pt x="986208" y="429997"/>
                  <a:pt x="969438" y="429997"/>
                </a:cubicBezTo>
                <a:cubicBezTo>
                  <a:pt x="952669" y="429997"/>
                  <a:pt x="939075" y="416402"/>
                  <a:pt x="939075" y="399633"/>
                </a:cubicBezTo>
                <a:cubicBezTo>
                  <a:pt x="939075" y="382864"/>
                  <a:pt x="952669" y="369269"/>
                  <a:pt x="969438" y="369269"/>
                </a:cubicBezTo>
                <a:close/>
                <a:moveTo>
                  <a:pt x="896883" y="369269"/>
                </a:moveTo>
                <a:cubicBezTo>
                  <a:pt x="913653" y="369269"/>
                  <a:pt x="927247" y="382864"/>
                  <a:pt x="927247" y="399633"/>
                </a:cubicBezTo>
                <a:cubicBezTo>
                  <a:pt x="927247" y="416402"/>
                  <a:pt x="913653" y="429997"/>
                  <a:pt x="896883" y="429997"/>
                </a:cubicBezTo>
                <a:cubicBezTo>
                  <a:pt x="880114" y="429997"/>
                  <a:pt x="866520" y="416402"/>
                  <a:pt x="866520" y="399633"/>
                </a:cubicBezTo>
                <a:cubicBezTo>
                  <a:pt x="866520" y="382864"/>
                  <a:pt x="880114" y="369269"/>
                  <a:pt x="896883" y="369269"/>
                </a:cubicBezTo>
                <a:close/>
                <a:moveTo>
                  <a:pt x="824329" y="369269"/>
                </a:moveTo>
                <a:cubicBezTo>
                  <a:pt x="841098" y="369269"/>
                  <a:pt x="854692" y="382864"/>
                  <a:pt x="854692" y="399633"/>
                </a:cubicBezTo>
                <a:cubicBezTo>
                  <a:pt x="854692" y="416402"/>
                  <a:pt x="841098" y="429997"/>
                  <a:pt x="824329" y="429997"/>
                </a:cubicBezTo>
                <a:cubicBezTo>
                  <a:pt x="807559" y="429997"/>
                  <a:pt x="793965" y="416402"/>
                  <a:pt x="793965" y="399633"/>
                </a:cubicBezTo>
                <a:cubicBezTo>
                  <a:pt x="793965" y="382864"/>
                  <a:pt x="807559" y="369269"/>
                  <a:pt x="824329" y="369269"/>
                </a:cubicBezTo>
                <a:close/>
                <a:moveTo>
                  <a:pt x="751774" y="369269"/>
                </a:moveTo>
                <a:cubicBezTo>
                  <a:pt x="768544" y="369269"/>
                  <a:pt x="782138" y="382864"/>
                  <a:pt x="782138" y="399633"/>
                </a:cubicBezTo>
                <a:cubicBezTo>
                  <a:pt x="782138" y="416402"/>
                  <a:pt x="768544" y="429997"/>
                  <a:pt x="751774" y="429997"/>
                </a:cubicBezTo>
                <a:cubicBezTo>
                  <a:pt x="735005" y="429997"/>
                  <a:pt x="721411" y="416402"/>
                  <a:pt x="721411" y="399633"/>
                </a:cubicBezTo>
                <a:cubicBezTo>
                  <a:pt x="721411" y="382864"/>
                  <a:pt x="735005" y="369269"/>
                  <a:pt x="751774" y="369269"/>
                </a:cubicBezTo>
                <a:close/>
                <a:moveTo>
                  <a:pt x="679220" y="369269"/>
                </a:moveTo>
                <a:cubicBezTo>
                  <a:pt x="695989" y="369269"/>
                  <a:pt x="709583" y="382864"/>
                  <a:pt x="709583" y="399633"/>
                </a:cubicBezTo>
                <a:cubicBezTo>
                  <a:pt x="709583" y="416402"/>
                  <a:pt x="695989" y="429997"/>
                  <a:pt x="679220" y="429997"/>
                </a:cubicBezTo>
                <a:cubicBezTo>
                  <a:pt x="662450" y="429997"/>
                  <a:pt x="648856" y="416402"/>
                  <a:pt x="648856" y="399633"/>
                </a:cubicBezTo>
                <a:cubicBezTo>
                  <a:pt x="648856" y="382864"/>
                  <a:pt x="662450" y="369269"/>
                  <a:pt x="679220" y="369269"/>
                </a:cubicBezTo>
                <a:close/>
                <a:moveTo>
                  <a:pt x="606665" y="369269"/>
                </a:moveTo>
                <a:cubicBezTo>
                  <a:pt x="623435" y="369269"/>
                  <a:pt x="637029" y="382864"/>
                  <a:pt x="637029" y="399633"/>
                </a:cubicBezTo>
                <a:cubicBezTo>
                  <a:pt x="637029" y="416402"/>
                  <a:pt x="623435" y="429997"/>
                  <a:pt x="606665" y="429997"/>
                </a:cubicBezTo>
                <a:cubicBezTo>
                  <a:pt x="589896" y="429997"/>
                  <a:pt x="576302" y="416402"/>
                  <a:pt x="576302" y="399633"/>
                </a:cubicBezTo>
                <a:cubicBezTo>
                  <a:pt x="576302" y="382864"/>
                  <a:pt x="589896" y="369269"/>
                  <a:pt x="606665" y="369269"/>
                </a:cubicBezTo>
                <a:close/>
                <a:moveTo>
                  <a:pt x="534111" y="369269"/>
                </a:moveTo>
                <a:cubicBezTo>
                  <a:pt x="550880" y="369269"/>
                  <a:pt x="564474" y="382864"/>
                  <a:pt x="564474" y="399633"/>
                </a:cubicBezTo>
                <a:cubicBezTo>
                  <a:pt x="564474" y="416402"/>
                  <a:pt x="550880" y="429997"/>
                  <a:pt x="534111" y="429997"/>
                </a:cubicBezTo>
                <a:cubicBezTo>
                  <a:pt x="517341" y="429997"/>
                  <a:pt x="503747" y="416402"/>
                  <a:pt x="503747" y="399633"/>
                </a:cubicBezTo>
                <a:cubicBezTo>
                  <a:pt x="503747" y="382864"/>
                  <a:pt x="517341" y="369269"/>
                  <a:pt x="534111" y="369269"/>
                </a:cubicBezTo>
                <a:close/>
                <a:moveTo>
                  <a:pt x="461556" y="369269"/>
                </a:moveTo>
                <a:cubicBezTo>
                  <a:pt x="478326" y="369269"/>
                  <a:pt x="491920" y="382864"/>
                  <a:pt x="491920" y="399633"/>
                </a:cubicBezTo>
                <a:cubicBezTo>
                  <a:pt x="491920" y="416402"/>
                  <a:pt x="478326" y="429997"/>
                  <a:pt x="461556" y="429997"/>
                </a:cubicBezTo>
                <a:cubicBezTo>
                  <a:pt x="444787" y="429997"/>
                  <a:pt x="431192" y="416402"/>
                  <a:pt x="431192" y="399633"/>
                </a:cubicBezTo>
                <a:cubicBezTo>
                  <a:pt x="431192" y="382864"/>
                  <a:pt x="444787" y="369269"/>
                  <a:pt x="461556" y="369269"/>
                </a:cubicBezTo>
                <a:close/>
                <a:moveTo>
                  <a:pt x="389002" y="369269"/>
                </a:moveTo>
                <a:cubicBezTo>
                  <a:pt x="405771" y="369269"/>
                  <a:pt x="419365" y="382864"/>
                  <a:pt x="419365" y="399633"/>
                </a:cubicBezTo>
                <a:cubicBezTo>
                  <a:pt x="419365" y="416402"/>
                  <a:pt x="405771" y="429997"/>
                  <a:pt x="389002" y="429997"/>
                </a:cubicBezTo>
                <a:cubicBezTo>
                  <a:pt x="372232" y="429997"/>
                  <a:pt x="358638" y="416402"/>
                  <a:pt x="358638" y="399633"/>
                </a:cubicBezTo>
                <a:cubicBezTo>
                  <a:pt x="358638" y="382864"/>
                  <a:pt x="372232" y="369269"/>
                  <a:pt x="389002" y="369269"/>
                </a:cubicBezTo>
                <a:close/>
                <a:moveTo>
                  <a:pt x="316447" y="369269"/>
                </a:moveTo>
                <a:cubicBezTo>
                  <a:pt x="333216" y="369269"/>
                  <a:pt x="346810" y="382864"/>
                  <a:pt x="346810" y="399633"/>
                </a:cubicBezTo>
                <a:cubicBezTo>
                  <a:pt x="346810" y="416402"/>
                  <a:pt x="333216" y="429997"/>
                  <a:pt x="316447" y="429997"/>
                </a:cubicBezTo>
                <a:cubicBezTo>
                  <a:pt x="299677" y="429997"/>
                  <a:pt x="286084" y="416402"/>
                  <a:pt x="286084" y="399633"/>
                </a:cubicBezTo>
                <a:cubicBezTo>
                  <a:pt x="286084" y="382864"/>
                  <a:pt x="299677" y="369269"/>
                  <a:pt x="316447" y="369269"/>
                </a:cubicBezTo>
                <a:close/>
                <a:moveTo>
                  <a:pt x="243892" y="369269"/>
                </a:moveTo>
                <a:cubicBezTo>
                  <a:pt x="260662" y="369269"/>
                  <a:pt x="274256" y="382864"/>
                  <a:pt x="274256" y="399633"/>
                </a:cubicBezTo>
                <a:cubicBezTo>
                  <a:pt x="274256" y="416402"/>
                  <a:pt x="260662" y="429997"/>
                  <a:pt x="243892" y="429997"/>
                </a:cubicBezTo>
                <a:cubicBezTo>
                  <a:pt x="227123" y="429997"/>
                  <a:pt x="213529" y="416402"/>
                  <a:pt x="213529" y="399633"/>
                </a:cubicBezTo>
                <a:cubicBezTo>
                  <a:pt x="213529" y="382864"/>
                  <a:pt x="227123" y="369269"/>
                  <a:pt x="243892" y="369269"/>
                </a:cubicBezTo>
                <a:close/>
                <a:moveTo>
                  <a:pt x="171339" y="369269"/>
                </a:moveTo>
                <a:cubicBezTo>
                  <a:pt x="188107" y="369269"/>
                  <a:pt x="201701" y="382864"/>
                  <a:pt x="201701" y="399633"/>
                </a:cubicBezTo>
                <a:cubicBezTo>
                  <a:pt x="201701" y="416402"/>
                  <a:pt x="188107" y="429997"/>
                  <a:pt x="171339" y="429997"/>
                </a:cubicBezTo>
                <a:cubicBezTo>
                  <a:pt x="154685" y="429997"/>
                  <a:pt x="141090" y="416402"/>
                  <a:pt x="141090" y="399633"/>
                </a:cubicBezTo>
                <a:cubicBezTo>
                  <a:pt x="141090" y="382864"/>
                  <a:pt x="154685" y="369269"/>
                  <a:pt x="171339" y="369269"/>
                </a:cubicBezTo>
                <a:close/>
                <a:moveTo>
                  <a:pt x="98917" y="369269"/>
                </a:moveTo>
                <a:cubicBezTo>
                  <a:pt x="115677" y="369269"/>
                  <a:pt x="129270" y="382864"/>
                  <a:pt x="129270" y="399633"/>
                </a:cubicBezTo>
                <a:cubicBezTo>
                  <a:pt x="129270" y="416402"/>
                  <a:pt x="115677" y="429997"/>
                  <a:pt x="98917" y="429997"/>
                </a:cubicBezTo>
                <a:cubicBezTo>
                  <a:pt x="82143" y="429997"/>
                  <a:pt x="68549" y="416402"/>
                  <a:pt x="68549" y="399633"/>
                </a:cubicBezTo>
                <a:cubicBezTo>
                  <a:pt x="68549" y="382864"/>
                  <a:pt x="82143" y="369269"/>
                  <a:pt x="98917" y="369269"/>
                </a:cubicBezTo>
                <a:close/>
                <a:moveTo>
                  <a:pt x="26362" y="369269"/>
                </a:moveTo>
                <a:cubicBezTo>
                  <a:pt x="43124" y="369269"/>
                  <a:pt x="56719" y="382864"/>
                  <a:pt x="56719" y="399633"/>
                </a:cubicBezTo>
                <a:cubicBezTo>
                  <a:pt x="56719" y="416402"/>
                  <a:pt x="43124" y="429997"/>
                  <a:pt x="26362" y="429997"/>
                </a:cubicBezTo>
                <a:cubicBezTo>
                  <a:pt x="17976" y="429997"/>
                  <a:pt x="10385" y="426598"/>
                  <a:pt x="4890" y="421103"/>
                </a:cubicBezTo>
                <a:lnTo>
                  <a:pt x="0" y="409299"/>
                </a:lnTo>
                <a:lnTo>
                  <a:pt x="0" y="389967"/>
                </a:lnTo>
                <a:lnTo>
                  <a:pt x="4890" y="378163"/>
                </a:lnTo>
                <a:cubicBezTo>
                  <a:pt x="10385" y="372668"/>
                  <a:pt x="17976" y="369269"/>
                  <a:pt x="26362" y="369269"/>
                </a:cubicBezTo>
                <a:close/>
                <a:moveTo>
                  <a:pt x="1669444" y="307535"/>
                </a:moveTo>
                <a:lnTo>
                  <a:pt x="1670784" y="334061"/>
                </a:lnTo>
                <a:lnTo>
                  <a:pt x="1664620" y="319181"/>
                </a:lnTo>
                <a:close/>
                <a:moveTo>
                  <a:pt x="1622429" y="288818"/>
                </a:moveTo>
                <a:cubicBezTo>
                  <a:pt x="1639199" y="288818"/>
                  <a:pt x="1652792" y="302412"/>
                  <a:pt x="1652792" y="319181"/>
                </a:cubicBezTo>
                <a:cubicBezTo>
                  <a:pt x="1652792" y="335950"/>
                  <a:pt x="1639199" y="349545"/>
                  <a:pt x="1622429" y="349545"/>
                </a:cubicBezTo>
                <a:cubicBezTo>
                  <a:pt x="1605659" y="349545"/>
                  <a:pt x="1592066" y="335950"/>
                  <a:pt x="1592066" y="319181"/>
                </a:cubicBezTo>
                <a:cubicBezTo>
                  <a:pt x="1592066" y="302412"/>
                  <a:pt x="1605659" y="288818"/>
                  <a:pt x="1622429" y="288818"/>
                </a:cubicBezTo>
                <a:close/>
                <a:moveTo>
                  <a:pt x="1549874" y="288818"/>
                </a:moveTo>
                <a:cubicBezTo>
                  <a:pt x="1566644" y="288818"/>
                  <a:pt x="1580238" y="302412"/>
                  <a:pt x="1580238" y="319181"/>
                </a:cubicBezTo>
                <a:cubicBezTo>
                  <a:pt x="1580238" y="335950"/>
                  <a:pt x="1566644" y="349545"/>
                  <a:pt x="1549874" y="349545"/>
                </a:cubicBezTo>
                <a:cubicBezTo>
                  <a:pt x="1533105" y="349545"/>
                  <a:pt x="1519511" y="335950"/>
                  <a:pt x="1519511" y="319181"/>
                </a:cubicBezTo>
                <a:cubicBezTo>
                  <a:pt x="1519511" y="302412"/>
                  <a:pt x="1533105" y="288818"/>
                  <a:pt x="1549874" y="288818"/>
                </a:cubicBezTo>
                <a:close/>
                <a:moveTo>
                  <a:pt x="1477320" y="288818"/>
                </a:moveTo>
                <a:cubicBezTo>
                  <a:pt x="1494089" y="288818"/>
                  <a:pt x="1507683" y="302412"/>
                  <a:pt x="1507683" y="319181"/>
                </a:cubicBezTo>
                <a:cubicBezTo>
                  <a:pt x="1507683" y="335950"/>
                  <a:pt x="1494089" y="349545"/>
                  <a:pt x="1477320" y="349545"/>
                </a:cubicBezTo>
                <a:cubicBezTo>
                  <a:pt x="1460550" y="349545"/>
                  <a:pt x="1446956" y="335950"/>
                  <a:pt x="1446956" y="319181"/>
                </a:cubicBezTo>
                <a:cubicBezTo>
                  <a:pt x="1446956" y="302412"/>
                  <a:pt x="1460550" y="288818"/>
                  <a:pt x="1477320" y="288818"/>
                </a:cubicBezTo>
                <a:close/>
                <a:moveTo>
                  <a:pt x="1404765" y="288818"/>
                </a:moveTo>
                <a:cubicBezTo>
                  <a:pt x="1421535" y="288818"/>
                  <a:pt x="1435129" y="302412"/>
                  <a:pt x="1435129" y="319181"/>
                </a:cubicBezTo>
                <a:cubicBezTo>
                  <a:pt x="1435129" y="335950"/>
                  <a:pt x="1421535" y="349545"/>
                  <a:pt x="1404765" y="349545"/>
                </a:cubicBezTo>
                <a:cubicBezTo>
                  <a:pt x="1387996" y="349545"/>
                  <a:pt x="1374402" y="335950"/>
                  <a:pt x="1374402" y="319181"/>
                </a:cubicBezTo>
                <a:cubicBezTo>
                  <a:pt x="1374402" y="302412"/>
                  <a:pt x="1387996" y="288818"/>
                  <a:pt x="1404765" y="288818"/>
                </a:cubicBezTo>
                <a:close/>
                <a:moveTo>
                  <a:pt x="1332211" y="288818"/>
                </a:moveTo>
                <a:cubicBezTo>
                  <a:pt x="1348980" y="288818"/>
                  <a:pt x="1362574" y="302412"/>
                  <a:pt x="1362574" y="319181"/>
                </a:cubicBezTo>
                <a:cubicBezTo>
                  <a:pt x="1362574" y="335950"/>
                  <a:pt x="1348980" y="349545"/>
                  <a:pt x="1332211" y="349545"/>
                </a:cubicBezTo>
                <a:cubicBezTo>
                  <a:pt x="1315441" y="349545"/>
                  <a:pt x="1301847" y="335950"/>
                  <a:pt x="1301847" y="319181"/>
                </a:cubicBezTo>
                <a:cubicBezTo>
                  <a:pt x="1301847" y="302412"/>
                  <a:pt x="1315441" y="288818"/>
                  <a:pt x="1332211" y="288818"/>
                </a:cubicBezTo>
                <a:close/>
                <a:moveTo>
                  <a:pt x="1259656" y="288818"/>
                </a:moveTo>
                <a:cubicBezTo>
                  <a:pt x="1276426" y="288818"/>
                  <a:pt x="1290020" y="302412"/>
                  <a:pt x="1290020" y="319181"/>
                </a:cubicBezTo>
                <a:cubicBezTo>
                  <a:pt x="1290020" y="335950"/>
                  <a:pt x="1276426" y="349545"/>
                  <a:pt x="1259656" y="349545"/>
                </a:cubicBezTo>
                <a:cubicBezTo>
                  <a:pt x="1242887" y="349545"/>
                  <a:pt x="1229293" y="335950"/>
                  <a:pt x="1229293" y="319181"/>
                </a:cubicBezTo>
                <a:cubicBezTo>
                  <a:pt x="1229293" y="302412"/>
                  <a:pt x="1242887" y="288818"/>
                  <a:pt x="1259656" y="288818"/>
                </a:cubicBezTo>
                <a:close/>
                <a:moveTo>
                  <a:pt x="1187102" y="288818"/>
                </a:moveTo>
                <a:cubicBezTo>
                  <a:pt x="1203871" y="288818"/>
                  <a:pt x="1217465" y="302412"/>
                  <a:pt x="1217465" y="319181"/>
                </a:cubicBezTo>
                <a:cubicBezTo>
                  <a:pt x="1217465" y="335950"/>
                  <a:pt x="1203871" y="349545"/>
                  <a:pt x="1187102" y="349545"/>
                </a:cubicBezTo>
                <a:cubicBezTo>
                  <a:pt x="1170332" y="349545"/>
                  <a:pt x="1156738" y="335950"/>
                  <a:pt x="1156738" y="319181"/>
                </a:cubicBezTo>
                <a:cubicBezTo>
                  <a:pt x="1156738" y="302412"/>
                  <a:pt x="1170332" y="288818"/>
                  <a:pt x="1187102" y="288818"/>
                </a:cubicBezTo>
                <a:close/>
                <a:moveTo>
                  <a:pt x="1114547" y="288818"/>
                </a:moveTo>
                <a:cubicBezTo>
                  <a:pt x="1131317" y="288818"/>
                  <a:pt x="1144911" y="302412"/>
                  <a:pt x="1144911" y="319181"/>
                </a:cubicBezTo>
                <a:cubicBezTo>
                  <a:pt x="1144911" y="335950"/>
                  <a:pt x="1131317" y="349545"/>
                  <a:pt x="1114547" y="349545"/>
                </a:cubicBezTo>
                <a:cubicBezTo>
                  <a:pt x="1097778" y="349545"/>
                  <a:pt x="1084184" y="335950"/>
                  <a:pt x="1084184" y="319181"/>
                </a:cubicBezTo>
                <a:cubicBezTo>
                  <a:pt x="1084184" y="302412"/>
                  <a:pt x="1097778" y="288818"/>
                  <a:pt x="1114547" y="288818"/>
                </a:cubicBezTo>
                <a:close/>
                <a:moveTo>
                  <a:pt x="1041993" y="288818"/>
                </a:moveTo>
                <a:cubicBezTo>
                  <a:pt x="1058762" y="288818"/>
                  <a:pt x="1072356" y="302412"/>
                  <a:pt x="1072356" y="319181"/>
                </a:cubicBezTo>
                <a:cubicBezTo>
                  <a:pt x="1072356" y="335950"/>
                  <a:pt x="1058762" y="349545"/>
                  <a:pt x="1041993" y="349545"/>
                </a:cubicBezTo>
                <a:cubicBezTo>
                  <a:pt x="1025223" y="349545"/>
                  <a:pt x="1011629" y="335950"/>
                  <a:pt x="1011629" y="319181"/>
                </a:cubicBezTo>
                <a:cubicBezTo>
                  <a:pt x="1011629" y="302412"/>
                  <a:pt x="1025223" y="288818"/>
                  <a:pt x="1041993" y="288818"/>
                </a:cubicBezTo>
                <a:close/>
                <a:moveTo>
                  <a:pt x="969438" y="288818"/>
                </a:moveTo>
                <a:cubicBezTo>
                  <a:pt x="986208" y="288818"/>
                  <a:pt x="999801" y="302412"/>
                  <a:pt x="999801" y="319181"/>
                </a:cubicBezTo>
                <a:cubicBezTo>
                  <a:pt x="999801" y="335950"/>
                  <a:pt x="986208" y="349545"/>
                  <a:pt x="969438" y="349545"/>
                </a:cubicBezTo>
                <a:cubicBezTo>
                  <a:pt x="952669" y="349545"/>
                  <a:pt x="939075" y="335950"/>
                  <a:pt x="939075" y="319181"/>
                </a:cubicBezTo>
                <a:cubicBezTo>
                  <a:pt x="939075" y="302412"/>
                  <a:pt x="952669" y="288818"/>
                  <a:pt x="969438" y="288818"/>
                </a:cubicBezTo>
                <a:close/>
                <a:moveTo>
                  <a:pt x="896883" y="288818"/>
                </a:moveTo>
                <a:cubicBezTo>
                  <a:pt x="913653" y="288818"/>
                  <a:pt x="927247" y="302412"/>
                  <a:pt x="927247" y="319181"/>
                </a:cubicBezTo>
                <a:cubicBezTo>
                  <a:pt x="927247" y="335950"/>
                  <a:pt x="913653" y="349545"/>
                  <a:pt x="896883" y="349545"/>
                </a:cubicBezTo>
                <a:cubicBezTo>
                  <a:pt x="880114" y="349545"/>
                  <a:pt x="866520" y="335950"/>
                  <a:pt x="866520" y="319181"/>
                </a:cubicBezTo>
                <a:cubicBezTo>
                  <a:pt x="866520" y="302412"/>
                  <a:pt x="880114" y="288818"/>
                  <a:pt x="896883" y="288818"/>
                </a:cubicBezTo>
                <a:close/>
                <a:moveTo>
                  <a:pt x="824329" y="288818"/>
                </a:moveTo>
                <a:cubicBezTo>
                  <a:pt x="841098" y="288818"/>
                  <a:pt x="854692" y="302412"/>
                  <a:pt x="854692" y="319181"/>
                </a:cubicBezTo>
                <a:cubicBezTo>
                  <a:pt x="854692" y="335950"/>
                  <a:pt x="841098" y="349545"/>
                  <a:pt x="824329" y="349545"/>
                </a:cubicBezTo>
                <a:cubicBezTo>
                  <a:pt x="807559" y="349545"/>
                  <a:pt x="793965" y="335950"/>
                  <a:pt x="793965" y="319181"/>
                </a:cubicBezTo>
                <a:cubicBezTo>
                  <a:pt x="793965" y="302412"/>
                  <a:pt x="807559" y="288818"/>
                  <a:pt x="824329" y="288818"/>
                </a:cubicBezTo>
                <a:close/>
                <a:moveTo>
                  <a:pt x="751774" y="288818"/>
                </a:moveTo>
                <a:cubicBezTo>
                  <a:pt x="768544" y="288818"/>
                  <a:pt x="782138" y="302412"/>
                  <a:pt x="782138" y="319181"/>
                </a:cubicBezTo>
                <a:cubicBezTo>
                  <a:pt x="782138" y="335950"/>
                  <a:pt x="768544" y="349545"/>
                  <a:pt x="751774" y="349545"/>
                </a:cubicBezTo>
                <a:cubicBezTo>
                  <a:pt x="735005" y="349545"/>
                  <a:pt x="721411" y="335950"/>
                  <a:pt x="721411" y="319181"/>
                </a:cubicBezTo>
                <a:cubicBezTo>
                  <a:pt x="721411" y="302412"/>
                  <a:pt x="735005" y="288818"/>
                  <a:pt x="751774" y="288818"/>
                </a:cubicBezTo>
                <a:close/>
                <a:moveTo>
                  <a:pt x="679220" y="288818"/>
                </a:moveTo>
                <a:cubicBezTo>
                  <a:pt x="695989" y="288818"/>
                  <a:pt x="709583" y="302412"/>
                  <a:pt x="709583" y="319181"/>
                </a:cubicBezTo>
                <a:cubicBezTo>
                  <a:pt x="709583" y="335950"/>
                  <a:pt x="695989" y="349545"/>
                  <a:pt x="679220" y="349545"/>
                </a:cubicBezTo>
                <a:cubicBezTo>
                  <a:pt x="662450" y="349545"/>
                  <a:pt x="648856" y="335950"/>
                  <a:pt x="648856" y="319181"/>
                </a:cubicBezTo>
                <a:cubicBezTo>
                  <a:pt x="648856" y="302412"/>
                  <a:pt x="662450" y="288818"/>
                  <a:pt x="679220" y="288818"/>
                </a:cubicBezTo>
                <a:close/>
                <a:moveTo>
                  <a:pt x="606665" y="288818"/>
                </a:moveTo>
                <a:cubicBezTo>
                  <a:pt x="623435" y="288818"/>
                  <a:pt x="637029" y="302412"/>
                  <a:pt x="637029" y="319181"/>
                </a:cubicBezTo>
                <a:cubicBezTo>
                  <a:pt x="637029" y="335950"/>
                  <a:pt x="623435" y="349545"/>
                  <a:pt x="606665" y="349545"/>
                </a:cubicBezTo>
                <a:cubicBezTo>
                  <a:pt x="589896" y="349545"/>
                  <a:pt x="576302" y="335950"/>
                  <a:pt x="576302" y="319181"/>
                </a:cubicBezTo>
                <a:cubicBezTo>
                  <a:pt x="576302" y="302412"/>
                  <a:pt x="589896" y="288818"/>
                  <a:pt x="606665" y="288818"/>
                </a:cubicBezTo>
                <a:close/>
                <a:moveTo>
                  <a:pt x="534111" y="288818"/>
                </a:moveTo>
                <a:cubicBezTo>
                  <a:pt x="550880" y="288818"/>
                  <a:pt x="564474" y="302412"/>
                  <a:pt x="564474" y="319181"/>
                </a:cubicBezTo>
                <a:cubicBezTo>
                  <a:pt x="564474" y="335950"/>
                  <a:pt x="550880" y="349545"/>
                  <a:pt x="534111" y="349545"/>
                </a:cubicBezTo>
                <a:cubicBezTo>
                  <a:pt x="517341" y="349545"/>
                  <a:pt x="503747" y="335950"/>
                  <a:pt x="503747" y="319181"/>
                </a:cubicBezTo>
                <a:cubicBezTo>
                  <a:pt x="503747" y="302412"/>
                  <a:pt x="517341" y="288818"/>
                  <a:pt x="534111" y="288818"/>
                </a:cubicBezTo>
                <a:close/>
                <a:moveTo>
                  <a:pt x="461556" y="288818"/>
                </a:moveTo>
                <a:cubicBezTo>
                  <a:pt x="478326" y="288818"/>
                  <a:pt x="491920" y="302412"/>
                  <a:pt x="491920" y="319181"/>
                </a:cubicBezTo>
                <a:cubicBezTo>
                  <a:pt x="491920" y="335950"/>
                  <a:pt x="478326" y="349545"/>
                  <a:pt x="461556" y="349545"/>
                </a:cubicBezTo>
                <a:cubicBezTo>
                  <a:pt x="444787" y="349545"/>
                  <a:pt x="431192" y="335950"/>
                  <a:pt x="431192" y="319181"/>
                </a:cubicBezTo>
                <a:cubicBezTo>
                  <a:pt x="431192" y="302412"/>
                  <a:pt x="444787" y="288818"/>
                  <a:pt x="461556" y="288818"/>
                </a:cubicBezTo>
                <a:close/>
                <a:moveTo>
                  <a:pt x="389002" y="288818"/>
                </a:moveTo>
                <a:cubicBezTo>
                  <a:pt x="405771" y="288818"/>
                  <a:pt x="419365" y="302412"/>
                  <a:pt x="419365" y="319181"/>
                </a:cubicBezTo>
                <a:cubicBezTo>
                  <a:pt x="419365" y="335950"/>
                  <a:pt x="405771" y="349545"/>
                  <a:pt x="389002" y="349545"/>
                </a:cubicBezTo>
                <a:cubicBezTo>
                  <a:pt x="372232" y="349545"/>
                  <a:pt x="358638" y="335950"/>
                  <a:pt x="358638" y="319181"/>
                </a:cubicBezTo>
                <a:cubicBezTo>
                  <a:pt x="358638" y="302412"/>
                  <a:pt x="372232" y="288818"/>
                  <a:pt x="389002" y="288818"/>
                </a:cubicBezTo>
                <a:close/>
                <a:moveTo>
                  <a:pt x="316447" y="288818"/>
                </a:moveTo>
                <a:cubicBezTo>
                  <a:pt x="333216" y="288818"/>
                  <a:pt x="346810" y="302412"/>
                  <a:pt x="346810" y="319181"/>
                </a:cubicBezTo>
                <a:cubicBezTo>
                  <a:pt x="346810" y="335950"/>
                  <a:pt x="333216" y="349545"/>
                  <a:pt x="316447" y="349545"/>
                </a:cubicBezTo>
                <a:cubicBezTo>
                  <a:pt x="299677" y="349545"/>
                  <a:pt x="286084" y="335950"/>
                  <a:pt x="286084" y="319181"/>
                </a:cubicBezTo>
                <a:cubicBezTo>
                  <a:pt x="286084" y="302412"/>
                  <a:pt x="299677" y="288818"/>
                  <a:pt x="316447" y="288818"/>
                </a:cubicBezTo>
                <a:close/>
                <a:moveTo>
                  <a:pt x="243892" y="288818"/>
                </a:moveTo>
                <a:cubicBezTo>
                  <a:pt x="260662" y="288818"/>
                  <a:pt x="274256" y="302412"/>
                  <a:pt x="274256" y="319181"/>
                </a:cubicBezTo>
                <a:cubicBezTo>
                  <a:pt x="274256" y="335950"/>
                  <a:pt x="260662" y="349545"/>
                  <a:pt x="243892" y="349545"/>
                </a:cubicBezTo>
                <a:cubicBezTo>
                  <a:pt x="227123" y="349545"/>
                  <a:pt x="213529" y="335950"/>
                  <a:pt x="213529" y="319181"/>
                </a:cubicBezTo>
                <a:cubicBezTo>
                  <a:pt x="213529" y="302412"/>
                  <a:pt x="227123" y="288818"/>
                  <a:pt x="243892" y="288818"/>
                </a:cubicBezTo>
                <a:close/>
                <a:moveTo>
                  <a:pt x="171339" y="288818"/>
                </a:moveTo>
                <a:cubicBezTo>
                  <a:pt x="188107" y="288818"/>
                  <a:pt x="201701" y="302412"/>
                  <a:pt x="201701" y="319181"/>
                </a:cubicBezTo>
                <a:cubicBezTo>
                  <a:pt x="201701" y="335950"/>
                  <a:pt x="188107" y="349545"/>
                  <a:pt x="171339" y="349545"/>
                </a:cubicBezTo>
                <a:cubicBezTo>
                  <a:pt x="154691" y="349545"/>
                  <a:pt x="141096" y="335950"/>
                  <a:pt x="141096" y="319181"/>
                </a:cubicBezTo>
                <a:cubicBezTo>
                  <a:pt x="141096" y="302412"/>
                  <a:pt x="154691" y="288818"/>
                  <a:pt x="171339" y="288818"/>
                </a:cubicBezTo>
                <a:close/>
                <a:moveTo>
                  <a:pt x="98923" y="288818"/>
                </a:moveTo>
                <a:cubicBezTo>
                  <a:pt x="115682" y="288818"/>
                  <a:pt x="129276" y="302412"/>
                  <a:pt x="129276" y="319181"/>
                </a:cubicBezTo>
                <a:cubicBezTo>
                  <a:pt x="129276" y="335950"/>
                  <a:pt x="115682" y="349545"/>
                  <a:pt x="98923" y="349545"/>
                </a:cubicBezTo>
                <a:cubicBezTo>
                  <a:pt x="82149" y="349545"/>
                  <a:pt x="68554" y="335950"/>
                  <a:pt x="68554" y="319181"/>
                </a:cubicBezTo>
                <a:cubicBezTo>
                  <a:pt x="68554" y="302412"/>
                  <a:pt x="82149" y="288818"/>
                  <a:pt x="98923" y="288818"/>
                </a:cubicBezTo>
                <a:close/>
                <a:moveTo>
                  <a:pt x="26368" y="288818"/>
                </a:moveTo>
                <a:cubicBezTo>
                  <a:pt x="43131" y="288818"/>
                  <a:pt x="56725" y="302412"/>
                  <a:pt x="56725" y="319181"/>
                </a:cubicBezTo>
                <a:cubicBezTo>
                  <a:pt x="56725" y="335950"/>
                  <a:pt x="43131" y="349545"/>
                  <a:pt x="26368" y="349545"/>
                </a:cubicBezTo>
                <a:cubicBezTo>
                  <a:pt x="17983" y="349545"/>
                  <a:pt x="10391" y="346146"/>
                  <a:pt x="4896" y="340651"/>
                </a:cubicBezTo>
                <a:lnTo>
                  <a:pt x="0" y="328831"/>
                </a:lnTo>
                <a:lnTo>
                  <a:pt x="0" y="309532"/>
                </a:lnTo>
                <a:lnTo>
                  <a:pt x="4896" y="297711"/>
                </a:lnTo>
                <a:cubicBezTo>
                  <a:pt x="10391" y="292217"/>
                  <a:pt x="17983" y="288818"/>
                  <a:pt x="26368" y="288818"/>
                </a:cubicBezTo>
                <a:close/>
                <a:moveTo>
                  <a:pt x="1622429" y="208366"/>
                </a:moveTo>
                <a:cubicBezTo>
                  <a:pt x="1639199" y="208366"/>
                  <a:pt x="1652792" y="221960"/>
                  <a:pt x="1652792" y="238729"/>
                </a:cubicBezTo>
                <a:cubicBezTo>
                  <a:pt x="1652792" y="255499"/>
                  <a:pt x="1639199" y="269093"/>
                  <a:pt x="1622429" y="269093"/>
                </a:cubicBezTo>
                <a:cubicBezTo>
                  <a:pt x="1605659" y="269093"/>
                  <a:pt x="1592066" y="255499"/>
                  <a:pt x="1592066" y="238729"/>
                </a:cubicBezTo>
                <a:cubicBezTo>
                  <a:pt x="1592066" y="221960"/>
                  <a:pt x="1605659" y="208366"/>
                  <a:pt x="1622429" y="208366"/>
                </a:cubicBezTo>
                <a:close/>
                <a:moveTo>
                  <a:pt x="1549874" y="208366"/>
                </a:moveTo>
                <a:cubicBezTo>
                  <a:pt x="1566644" y="208366"/>
                  <a:pt x="1580238" y="221960"/>
                  <a:pt x="1580238" y="238729"/>
                </a:cubicBezTo>
                <a:cubicBezTo>
                  <a:pt x="1580238" y="255499"/>
                  <a:pt x="1566644" y="269093"/>
                  <a:pt x="1549874" y="269093"/>
                </a:cubicBezTo>
                <a:cubicBezTo>
                  <a:pt x="1533105" y="269093"/>
                  <a:pt x="1519511" y="255499"/>
                  <a:pt x="1519511" y="238729"/>
                </a:cubicBezTo>
                <a:cubicBezTo>
                  <a:pt x="1519511" y="221960"/>
                  <a:pt x="1533105" y="208366"/>
                  <a:pt x="1549874" y="208366"/>
                </a:cubicBezTo>
                <a:close/>
                <a:moveTo>
                  <a:pt x="1477320" y="208366"/>
                </a:moveTo>
                <a:cubicBezTo>
                  <a:pt x="1494089" y="208366"/>
                  <a:pt x="1507683" y="221960"/>
                  <a:pt x="1507683" y="238729"/>
                </a:cubicBezTo>
                <a:cubicBezTo>
                  <a:pt x="1507683" y="255499"/>
                  <a:pt x="1494089" y="269093"/>
                  <a:pt x="1477320" y="269093"/>
                </a:cubicBezTo>
                <a:cubicBezTo>
                  <a:pt x="1460550" y="269093"/>
                  <a:pt x="1446956" y="255499"/>
                  <a:pt x="1446956" y="238729"/>
                </a:cubicBezTo>
                <a:cubicBezTo>
                  <a:pt x="1446956" y="221960"/>
                  <a:pt x="1460550" y="208366"/>
                  <a:pt x="1477320" y="208366"/>
                </a:cubicBezTo>
                <a:close/>
                <a:moveTo>
                  <a:pt x="1404765" y="208366"/>
                </a:moveTo>
                <a:cubicBezTo>
                  <a:pt x="1421535" y="208366"/>
                  <a:pt x="1435129" y="221960"/>
                  <a:pt x="1435129" y="238729"/>
                </a:cubicBezTo>
                <a:cubicBezTo>
                  <a:pt x="1435129" y="255499"/>
                  <a:pt x="1421535" y="269093"/>
                  <a:pt x="1404765" y="269093"/>
                </a:cubicBezTo>
                <a:cubicBezTo>
                  <a:pt x="1387996" y="269093"/>
                  <a:pt x="1374402" y="255499"/>
                  <a:pt x="1374402" y="238729"/>
                </a:cubicBezTo>
                <a:cubicBezTo>
                  <a:pt x="1374402" y="221960"/>
                  <a:pt x="1387996" y="208366"/>
                  <a:pt x="1404765" y="208366"/>
                </a:cubicBezTo>
                <a:close/>
                <a:moveTo>
                  <a:pt x="1332211" y="208366"/>
                </a:moveTo>
                <a:cubicBezTo>
                  <a:pt x="1348980" y="208366"/>
                  <a:pt x="1362574" y="221960"/>
                  <a:pt x="1362574" y="238729"/>
                </a:cubicBezTo>
                <a:cubicBezTo>
                  <a:pt x="1362574" y="255499"/>
                  <a:pt x="1348980" y="269093"/>
                  <a:pt x="1332211" y="269093"/>
                </a:cubicBezTo>
                <a:cubicBezTo>
                  <a:pt x="1315441" y="269093"/>
                  <a:pt x="1301847" y="255499"/>
                  <a:pt x="1301847" y="238729"/>
                </a:cubicBezTo>
                <a:cubicBezTo>
                  <a:pt x="1301847" y="221960"/>
                  <a:pt x="1315441" y="208366"/>
                  <a:pt x="1332211" y="208366"/>
                </a:cubicBezTo>
                <a:close/>
                <a:moveTo>
                  <a:pt x="1259656" y="208366"/>
                </a:moveTo>
                <a:cubicBezTo>
                  <a:pt x="1276426" y="208366"/>
                  <a:pt x="1290020" y="221960"/>
                  <a:pt x="1290020" y="238729"/>
                </a:cubicBezTo>
                <a:cubicBezTo>
                  <a:pt x="1290020" y="255499"/>
                  <a:pt x="1276426" y="269093"/>
                  <a:pt x="1259656" y="269093"/>
                </a:cubicBezTo>
                <a:cubicBezTo>
                  <a:pt x="1242887" y="269093"/>
                  <a:pt x="1229293" y="255499"/>
                  <a:pt x="1229293" y="238729"/>
                </a:cubicBezTo>
                <a:cubicBezTo>
                  <a:pt x="1229293" y="221960"/>
                  <a:pt x="1242887" y="208366"/>
                  <a:pt x="1259656" y="208366"/>
                </a:cubicBezTo>
                <a:close/>
                <a:moveTo>
                  <a:pt x="1187102" y="208366"/>
                </a:moveTo>
                <a:cubicBezTo>
                  <a:pt x="1203871" y="208366"/>
                  <a:pt x="1217465" y="221960"/>
                  <a:pt x="1217465" y="238729"/>
                </a:cubicBezTo>
                <a:cubicBezTo>
                  <a:pt x="1217465" y="255499"/>
                  <a:pt x="1203871" y="269093"/>
                  <a:pt x="1187102" y="269093"/>
                </a:cubicBezTo>
                <a:cubicBezTo>
                  <a:pt x="1170332" y="269093"/>
                  <a:pt x="1156738" y="255499"/>
                  <a:pt x="1156738" y="238729"/>
                </a:cubicBezTo>
                <a:cubicBezTo>
                  <a:pt x="1156738" y="221960"/>
                  <a:pt x="1170332" y="208366"/>
                  <a:pt x="1187102" y="208366"/>
                </a:cubicBezTo>
                <a:close/>
                <a:moveTo>
                  <a:pt x="1114547" y="208366"/>
                </a:moveTo>
                <a:cubicBezTo>
                  <a:pt x="1131317" y="208366"/>
                  <a:pt x="1144911" y="221960"/>
                  <a:pt x="1144911" y="238729"/>
                </a:cubicBezTo>
                <a:cubicBezTo>
                  <a:pt x="1144911" y="255499"/>
                  <a:pt x="1131317" y="269093"/>
                  <a:pt x="1114547" y="269093"/>
                </a:cubicBezTo>
                <a:cubicBezTo>
                  <a:pt x="1097778" y="269093"/>
                  <a:pt x="1084184" y="255499"/>
                  <a:pt x="1084184" y="238729"/>
                </a:cubicBezTo>
                <a:cubicBezTo>
                  <a:pt x="1084184" y="221960"/>
                  <a:pt x="1097778" y="208366"/>
                  <a:pt x="1114547" y="208366"/>
                </a:cubicBezTo>
                <a:close/>
                <a:moveTo>
                  <a:pt x="1041993" y="208366"/>
                </a:moveTo>
                <a:cubicBezTo>
                  <a:pt x="1058762" y="208366"/>
                  <a:pt x="1072356" y="221960"/>
                  <a:pt x="1072356" y="238729"/>
                </a:cubicBezTo>
                <a:cubicBezTo>
                  <a:pt x="1072356" y="255499"/>
                  <a:pt x="1058762" y="269093"/>
                  <a:pt x="1041993" y="269093"/>
                </a:cubicBezTo>
                <a:cubicBezTo>
                  <a:pt x="1025223" y="269093"/>
                  <a:pt x="1011629" y="255499"/>
                  <a:pt x="1011629" y="238729"/>
                </a:cubicBezTo>
                <a:cubicBezTo>
                  <a:pt x="1011629" y="221960"/>
                  <a:pt x="1025223" y="208366"/>
                  <a:pt x="1041993" y="208366"/>
                </a:cubicBezTo>
                <a:close/>
                <a:moveTo>
                  <a:pt x="969438" y="208366"/>
                </a:moveTo>
                <a:cubicBezTo>
                  <a:pt x="986208" y="208366"/>
                  <a:pt x="999801" y="221960"/>
                  <a:pt x="999801" y="238729"/>
                </a:cubicBezTo>
                <a:cubicBezTo>
                  <a:pt x="999801" y="255499"/>
                  <a:pt x="986208" y="269093"/>
                  <a:pt x="969438" y="269093"/>
                </a:cubicBezTo>
                <a:cubicBezTo>
                  <a:pt x="952669" y="269093"/>
                  <a:pt x="939075" y="255499"/>
                  <a:pt x="939075" y="238729"/>
                </a:cubicBezTo>
                <a:cubicBezTo>
                  <a:pt x="939075" y="221960"/>
                  <a:pt x="952669" y="208366"/>
                  <a:pt x="969438" y="208366"/>
                </a:cubicBezTo>
                <a:close/>
                <a:moveTo>
                  <a:pt x="896883" y="208366"/>
                </a:moveTo>
                <a:cubicBezTo>
                  <a:pt x="913653" y="208366"/>
                  <a:pt x="927247" y="221960"/>
                  <a:pt x="927247" y="238729"/>
                </a:cubicBezTo>
                <a:cubicBezTo>
                  <a:pt x="927247" y="255499"/>
                  <a:pt x="913653" y="269093"/>
                  <a:pt x="896883" y="269093"/>
                </a:cubicBezTo>
                <a:cubicBezTo>
                  <a:pt x="880114" y="269093"/>
                  <a:pt x="866520" y="255499"/>
                  <a:pt x="866520" y="238729"/>
                </a:cubicBezTo>
                <a:cubicBezTo>
                  <a:pt x="866520" y="221960"/>
                  <a:pt x="880114" y="208366"/>
                  <a:pt x="896883" y="208366"/>
                </a:cubicBezTo>
                <a:close/>
                <a:moveTo>
                  <a:pt x="824329" y="208366"/>
                </a:moveTo>
                <a:cubicBezTo>
                  <a:pt x="841098" y="208366"/>
                  <a:pt x="854692" y="221960"/>
                  <a:pt x="854692" y="238729"/>
                </a:cubicBezTo>
                <a:cubicBezTo>
                  <a:pt x="854692" y="255499"/>
                  <a:pt x="841098" y="269093"/>
                  <a:pt x="824329" y="269093"/>
                </a:cubicBezTo>
                <a:cubicBezTo>
                  <a:pt x="807559" y="269093"/>
                  <a:pt x="793965" y="255499"/>
                  <a:pt x="793965" y="238729"/>
                </a:cubicBezTo>
                <a:cubicBezTo>
                  <a:pt x="793965" y="221960"/>
                  <a:pt x="807559" y="208366"/>
                  <a:pt x="824329" y="208366"/>
                </a:cubicBezTo>
                <a:close/>
                <a:moveTo>
                  <a:pt x="751774" y="208366"/>
                </a:moveTo>
                <a:cubicBezTo>
                  <a:pt x="768544" y="208366"/>
                  <a:pt x="782138" y="221960"/>
                  <a:pt x="782138" y="238729"/>
                </a:cubicBezTo>
                <a:cubicBezTo>
                  <a:pt x="782138" y="255499"/>
                  <a:pt x="768544" y="269093"/>
                  <a:pt x="751774" y="269093"/>
                </a:cubicBezTo>
                <a:cubicBezTo>
                  <a:pt x="735005" y="269093"/>
                  <a:pt x="721411" y="255499"/>
                  <a:pt x="721411" y="238729"/>
                </a:cubicBezTo>
                <a:cubicBezTo>
                  <a:pt x="721411" y="221960"/>
                  <a:pt x="735005" y="208366"/>
                  <a:pt x="751774" y="208366"/>
                </a:cubicBezTo>
                <a:close/>
                <a:moveTo>
                  <a:pt x="679220" y="208366"/>
                </a:moveTo>
                <a:cubicBezTo>
                  <a:pt x="695989" y="208366"/>
                  <a:pt x="709583" y="221960"/>
                  <a:pt x="709583" y="238729"/>
                </a:cubicBezTo>
                <a:cubicBezTo>
                  <a:pt x="709583" y="255499"/>
                  <a:pt x="695989" y="269093"/>
                  <a:pt x="679220" y="269093"/>
                </a:cubicBezTo>
                <a:cubicBezTo>
                  <a:pt x="662450" y="269093"/>
                  <a:pt x="648856" y="255499"/>
                  <a:pt x="648856" y="238729"/>
                </a:cubicBezTo>
                <a:cubicBezTo>
                  <a:pt x="648856" y="221960"/>
                  <a:pt x="662450" y="208366"/>
                  <a:pt x="679220" y="208366"/>
                </a:cubicBezTo>
                <a:close/>
                <a:moveTo>
                  <a:pt x="606665" y="208366"/>
                </a:moveTo>
                <a:cubicBezTo>
                  <a:pt x="623435" y="208366"/>
                  <a:pt x="637029" y="221960"/>
                  <a:pt x="637029" y="238729"/>
                </a:cubicBezTo>
                <a:cubicBezTo>
                  <a:pt x="637029" y="255499"/>
                  <a:pt x="623435" y="269093"/>
                  <a:pt x="606665" y="269093"/>
                </a:cubicBezTo>
                <a:cubicBezTo>
                  <a:pt x="589896" y="269093"/>
                  <a:pt x="576302" y="255499"/>
                  <a:pt x="576302" y="238729"/>
                </a:cubicBezTo>
                <a:cubicBezTo>
                  <a:pt x="576302" y="221960"/>
                  <a:pt x="589896" y="208366"/>
                  <a:pt x="606665" y="208366"/>
                </a:cubicBezTo>
                <a:close/>
                <a:moveTo>
                  <a:pt x="534111" y="208366"/>
                </a:moveTo>
                <a:cubicBezTo>
                  <a:pt x="550880" y="208366"/>
                  <a:pt x="564474" y="221960"/>
                  <a:pt x="564474" y="238729"/>
                </a:cubicBezTo>
                <a:cubicBezTo>
                  <a:pt x="564474" y="255499"/>
                  <a:pt x="550880" y="269093"/>
                  <a:pt x="534111" y="269093"/>
                </a:cubicBezTo>
                <a:cubicBezTo>
                  <a:pt x="517341" y="269093"/>
                  <a:pt x="503747" y="255499"/>
                  <a:pt x="503747" y="238729"/>
                </a:cubicBezTo>
                <a:cubicBezTo>
                  <a:pt x="503747" y="221960"/>
                  <a:pt x="517341" y="208366"/>
                  <a:pt x="534111" y="208366"/>
                </a:cubicBezTo>
                <a:close/>
                <a:moveTo>
                  <a:pt x="461556" y="208366"/>
                </a:moveTo>
                <a:cubicBezTo>
                  <a:pt x="478326" y="208366"/>
                  <a:pt x="491920" y="221960"/>
                  <a:pt x="491920" y="238729"/>
                </a:cubicBezTo>
                <a:cubicBezTo>
                  <a:pt x="491920" y="255499"/>
                  <a:pt x="478326" y="269093"/>
                  <a:pt x="461556" y="269093"/>
                </a:cubicBezTo>
                <a:cubicBezTo>
                  <a:pt x="444787" y="269093"/>
                  <a:pt x="431192" y="255499"/>
                  <a:pt x="431192" y="238729"/>
                </a:cubicBezTo>
                <a:cubicBezTo>
                  <a:pt x="431192" y="221960"/>
                  <a:pt x="444787" y="208366"/>
                  <a:pt x="461556" y="208366"/>
                </a:cubicBezTo>
                <a:close/>
                <a:moveTo>
                  <a:pt x="389002" y="208366"/>
                </a:moveTo>
                <a:cubicBezTo>
                  <a:pt x="405771" y="208366"/>
                  <a:pt x="419365" y="221960"/>
                  <a:pt x="419365" y="238729"/>
                </a:cubicBezTo>
                <a:cubicBezTo>
                  <a:pt x="419365" y="255499"/>
                  <a:pt x="405771" y="269093"/>
                  <a:pt x="389002" y="269093"/>
                </a:cubicBezTo>
                <a:cubicBezTo>
                  <a:pt x="372232" y="269093"/>
                  <a:pt x="358638" y="255499"/>
                  <a:pt x="358638" y="238729"/>
                </a:cubicBezTo>
                <a:cubicBezTo>
                  <a:pt x="358638" y="221960"/>
                  <a:pt x="372232" y="208366"/>
                  <a:pt x="389002" y="208366"/>
                </a:cubicBezTo>
                <a:close/>
                <a:moveTo>
                  <a:pt x="316447" y="208366"/>
                </a:moveTo>
                <a:cubicBezTo>
                  <a:pt x="333216" y="208366"/>
                  <a:pt x="346810" y="221960"/>
                  <a:pt x="346810" y="238729"/>
                </a:cubicBezTo>
                <a:cubicBezTo>
                  <a:pt x="346810" y="255499"/>
                  <a:pt x="333216" y="269093"/>
                  <a:pt x="316447" y="269093"/>
                </a:cubicBezTo>
                <a:cubicBezTo>
                  <a:pt x="299677" y="269093"/>
                  <a:pt x="286084" y="255499"/>
                  <a:pt x="286084" y="238729"/>
                </a:cubicBezTo>
                <a:cubicBezTo>
                  <a:pt x="286084" y="221960"/>
                  <a:pt x="299677" y="208366"/>
                  <a:pt x="316447" y="208366"/>
                </a:cubicBezTo>
                <a:close/>
                <a:moveTo>
                  <a:pt x="243892" y="208366"/>
                </a:moveTo>
                <a:cubicBezTo>
                  <a:pt x="260662" y="208366"/>
                  <a:pt x="274256" y="221960"/>
                  <a:pt x="274256" y="238729"/>
                </a:cubicBezTo>
                <a:cubicBezTo>
                  <a:pt x="274256" y="255499"/>
                  <a:pt x="260662" y="269093"/>
                  <a:pt x="243892" y="269093"/>
                </a:cubicBezTo>
                <a:cubicBezTo>
                  <a:pt x="227123" y="269093"/>
                  <a:pt x="213529" y="255499"/>
                  <a:pt x="213529" y="238729"/>
                </a:cubicBezTo>
                <a:cubicBezTo>
                  <a:pt x="213529" y="221960"/>
                  <a:pt x="227123" y="208366"/>
                  <a:pt x="243892" y="208366"/>
                </a:cubicBezTo>
                <a:close/>
                <a:moveTo>
                  <a:pt x="171339" y="208366"/>
                </a:moveTo>
                <a:cubicBezTo>
                  <a:pt x="188107" y="208366"/>
                  <a:pt x="201701" y="221960"/>
                  <a:pt x="201701" y="238729"/>
                </a:cubicBezTo>
                <a:cubicBezTo>
                  <a:pt x="201701" y="255499"/>
                  <a:pt x="188107" y="269093"/>
                  <a:pt x="171339" y="269093"/>
                </a:cubicBezTo>
                <a:cubicBezTo>
                  <a:pt x="154697" y="269093"/>
                  <a:pt x="141102" y="255499"/>
                  <a:pt x="141102" y="238729"/>
                </a:cubicBezTo>
                <a:cubicBezTo>
                  <a:pt x="141102" y="221960"/>
                  <a:pt x="154697" y="208366"/>
                  <a:pt x="171339" y="208366"/>
                </a:cubicBezTo>
                <a:close/>
                <a:moveTo>
                  <a:pt x="98929" y="208366"/>
                </a:moveTo>
                <a:cubicBezTo>
                  <a:pt x="115688" y="208366"/>
                  <a:pt x="129282" y="221960"/>
                  <a:pt x="129282" y="238729"/>
                </a:cubicBezTo>
                <a:cubicBezTo>
                  <a:pt x="129282" y="255499"/>
                  <a:pt x="115688" y="269093"/>
                  <a:pt x="98929" y="269093"/>
                </a:cubicBezTo>
                <a:cubicBezTo>
                  <a:pt x="82155" y="269093"/>
                  <a:pt x="68561" y="255499"/>
                  <a:pt x="68561" y="238729"/>
                </a:cubicBezTo>
                <a:cubicBezTo>
                  <a:pt x="68561" y="221960"/>
                  <a:pt x="82155" y="208366"/>
                  <a:pt x="98929" y="208366"/>
                </a:cubicBezTo>
                <a:close/>
                <a:moveTo>
                  <a:pt x="26375" y="208366"/>
                </a:moveTo>
                <a:cubicBezTo>
                  <a:pt x="43137" y="208366"/>
                  <a:pt x="56732" y="221960"/>
                  <a:pt x="56732" y="238729"/>
                </a:cubicBezTo>
                <a:cubicBezTo>
                  <a:pt x="56732" y="255499"/>
                  <a:pt x="43137" y="269093"/>
                  <a:pt x="26375" y="269093"/>
                </a:cubicBezTo>
                <a:cubicBezTo>
                  <a:pt x="17989" y="269093"/>
                  <a:pt x="10398" y="265695"/>
                  <a:pt x="4903" y="260200"/>
                </a:cubicBezTo>
                <a:lnTo>
                  <a:pt x="0" y="248364"/>
                </a:lnTo>
                <a:lnTo>
                  <a:pt x="0" y="229094"/>
                </a:lnTo>
                <a:lnTo>
                  <a:pt x="4903" y="217259"/>
                </a:lnTo>
                <a:cubicBezTo>
                  <a:pt x="10398" y="211765"/>
                  <a:pt x="17989" y="208366"/>
                  <a:pt x="26375" y="208366"/>
                </a:cubicBezTo>
                <a:close/>
                <a:moveTo>
                  <a:pt x="1622429" y="127914"/>
                </a:moveTo>
                <a:cubicBezTo>
                  <a:pt x="1630814" y="127914"/>
                  <a:pt x="1638404" y="131313"/>
                  <a:pt x="1643899" y="136808"/>
                </a:cubicBezTo>
                <a:lnTo>
                  <a:pt x="1648931" y="148957"/>
                </a:lnTo>
                <a:lnTo>
                  <a:pt x="1651011" y="162579"/>
                </a:lnTo>
                <a:lnTo>
                  <a:pt x="1643899" y="179748"/>
                </a:lnTo>
                <a:cubicBezTo>
                  <a:pt x="1638404" y="185243"/>
                  <a:pt x="1630814" y="188641"/>
                  <a:pt x="1622429" y="188641"/>
                </a:cubicBezTo>
                <a:cubicBezTo>
                  <a:pt x="1605659" y="188641"/>
                  <a:pt x="1592066" y="175047"/>
                  <a:pt x="1592066" y="158278"/>
                </a:cubicBezTo>
                <a:cubicBezTo>
                  <a:pt x="1592066" y="141508"/>
                  <a:pt x="1605659" y="127914"/>
                  <a:pt x="1622429" y="127914"/>
                </a:cubicBezTo>
                <a:close/>
                <a:moveTo>
                  <a:pt x="1549874" y="127914"/>
                </a:moveTo>
                <a:cubicBezTo>
                  <a:pt x="1566644" y="127914"/>
                  <a:pt x="1580238" y="141508"/>
                  <a:pt x="1580238" y="158278"/>
                </a:cubicBezTo>
                <a:cubicBezTo>
                  <a:pt x="1580238" y="175047"/>
                  <a:pt x="1566644" y="188641"/>
                  <a:pt x="1549874" y="188641"/>
                </a:cubicBezTo>
                <a:cubicBezTo>
                  <a:pt x="1533105" y="188641"/>
                  <a:pt x="1519511" y="175047"/>
                  <a:pt x="1519511" y="158278"/>
                </a:cubicBezTo>
                <a:cubicBezTo>
                  <a:pt x="1519511" y="141508"/>
                  <a:pt x="1533105" y="127914"/>
                  <a:pt x="1549874" y="127914"/>
                </a:cubicBezTo>
                <a:close/>
                <a:moveTo>
                  <a:pt x="1477320" y="127914"/>
                </a:moveTo>
                <a:cubicBezTo>
                  <a:pt x="1494089" y="127914"/>
                  <a:pt x="1507683" y="141508"/>
                  <a:pt x="1507683" y="158278"/>
                </a:cubicBezTo>
                <a:cubicBezTo>
                  <a:pt x="1507683" y="175047"/>
                  <a:pt x="1494089" y="188641"/>
                  <a:pt x="1477320" y="188641"/>
                </a:cubicBezTo>
                <a:cubicBezTo>
                  <a:pt x="1460550" y="188641"/>
                  <a:pt x="1446956" y="175047"/>
                  <a:pt x="1446956" y="158278"/>
                </a:cubicBezTo>
                <a:cubicBezTo>
                  <a:pt x="1446956" y="141508"/>
                  <a:pt x="1460550" y="127914"/>
                  <a:pt x="1477320" y="127914"/>
                </a:cubicBezTo>
                <a:close/>
                <a:moveTo>
                  <a:pt x="1404765" y="127914"/>
                </a:moveTo>
                <a:cubicBezTo>
                  <a:pt x="1421535" y="127914"/>
                  <a:pt x="1435129" y="141508"/>
                  <a:pt x="1435129" y="158278"/>
                </a:cubicBezTo>
                <a:cubicBezTo>
                  <a:pt x="1435129" y="175047"/>
                  <a:pt x="1421535" y="188641"/>
                  <a:pt x="1404765" y="188641"/>
                </a:cubicBezTo>
                <a:cubicBezTo>
                  <a:pt x="1387996" y="188641"/>
                  <a:pt x="1374402" y="175047"/>
                  <a:pt x="1374402" y="158278"/>
                </a:cubicBezTo>
                <a:cubicBezTo>
                  <a:pt x="1374402" y="141508"/>
                  <a:pt x="1387996" y="127914"/>
                  <a:pt x="1404765" y="127914"/>
                </a:cubicBezTo>
                <a:close/>
                <a:moveTo>
                  <a:pt x="1332211" y="127914"/>
                </a:moveTo>
                <a:cubicBezTo>
                  <a:pt x="1348980" y="127914"/>
                  <a:pt x="1362574" y="141508"/>
                  <a:pt x="1362574" y="158278"/>
                </a:cubicBezTo>
                <a:cubicBezTo>
                  <a:pt x="1362574" y="175047"/>
                  <a:pt x="1348980" y="188641"/>
                  <a:pt x="1332211" y="188641"/>
                </a:cubicBezTo>
                <a:cubicBezTo>
                  <a:pt x="1315441" y="188641"/>
                  <a:pt x="1301847" y="175047"/>
                  <a:pt x="1301847" y="158278"/>
                </a:cubicBezTo>
                <a:cubicBezTo>
                  <a:pt x="1301847" y="141508"/>
                  <a:pt x="1315441" y="127914"/>
                  <a:pt x="1332211" y="127914"/>
                </a:cubicBezTo>
                <a:close/>
                <a:moveTo>
                  <a:pt x="1259656" y="127914"/>
                </a:moveTo>
                <a:cubicBezTo>
                  <a:pt x="1276426" y="127914"/>
                  <a:pt x="1290020" y="141508"/>
                  <a:pt x="1290020" y="158278"/>
                </a:cubicBezTo>
                <a:cubicBezTo>
                  <a:pt x="1290020" y="175047"/>
                  <a:pt x="1276426" y="188641"/>
                  <a:pt x="1259656" y="188641"/>
                </a:cubicBezTo>
                <a:cubicBezTo>
                  <a:pt x="1242887" y="188641"/>
                  <a:pt x="1229293" y="175047"/>
                  <a:pt x="1229293" y="158278"/>
                </a:cubicBezTo>
                <a:cubicBezTo>
                  <a:pt x="1229293" y="141508"/>
                  <a:pt x="1242887" y="127914"/>
                  <a:pt x="1259656" y="127914"/>
                </a:cubicBezTo>
                <a:close/>
                <a:moveTo>
                  <a:pt x="1187102" y="127914"/>
                </a:moveTo>
                <a:cubicBezTo>
                  <a:pt x="1203871" y="127914"/>
                  <a:pt x="1217465" y="141508"/>
                  <a:pt x="1217465" y="158278"/>
                </a:cubicBezTo>
                <a:cubicBezTo>
                  <a:pt x="1217465" y="175047"/>
                  <a:pt x="1203871" y="188641"/>
                  <a:pt x="1187102" y="188641"/>
                </a:cubicBezTo>
                <a:cubicBezTo>
                  <a:pt x="1170332" y="188641"/>
                  <a:pt x="1156738" y="175047"/>
                  <a:pt x="1156738" y="158278"/>
                </a:cubicBezTo>
                <a:cubicBezTo>
                  <a:pt x="1156738" y="141508"/>
                  <a:pt x="1170332" y="127914"/>
                  <a:pt x="1187102" y="127914"/>
                </a:cubicBezTo>
                <a:close/>
                <a:moveTo>
                  <a:pt x="1114547" y="127914"/>
                </a:moveTo>
                <a:cubicBezTo>
                  <a:pt x="1131317" y="127914"/>
                  <a:pt x="1144911" y="141508"/>
                  <a:pt x="1144911" y="158278"/>
                </a:cubicBezTo>
                <a:cubicBezTo>
                  <a:pt x="1144911" y="175047"/>
                  <a:pt x="1131317" y="188641"/>
                  <a:pt x="1114547" y="188641"/>
                </a:cubicBezTo>
                <a:cubicBezTo>
                  <a:pt x="1097778" y="188641"/>
                  <a:pt x="1084184" y="175047"/>
                  <a:pt x="1084184" y="158278"/>
                </a:cubicBezTo>
                <a:cubicBezTo>
                  <a:pt x="1084184" y="141508"/>
                  <a:pt x="1097778" y="127914"/>
                  <a:pt x="1114547" y="127914"/>
                </a:cubicBezTo>
                <a:close/>
                <a:moveTo>
                  <a:pt x="1041993" y="127914"/>
                </a:moveTo>
                <a:cubicBezTo>
                  <a:pt x="1058762" y="127914"/>
                  <a:pt x="1072356" y="141508"/>
                  <a:pt x="1072356" y="158278"/>
                </a:cubicBezTo>
                <a:cubicBezTo>
                  <a:pt x="1072356" y="175047"/>
                  <a:pt x="1058762" y="188641"/>
                  <a:pt x="1041993" y="188641"/>
                </a:cubicBezTo>
                <a:cubicBezTo>
                  <a:pt x="1025223" y="188641"/>
                  <a:pt x="1011629" y="175047"/>
                  <a:pt x="1011629" y="158278"/>
                </a:cubicBezTo>
                <a:cubicBezTo>
                  <a:pt x="1011629" y="141508"/>
                  <a:pt x="1025223" y="127914"/>
                  <a:pt x="1041993" y="127914"/>
                </a:cubicBezTo>
                <a:close/>
                <a:moveTo>
                  <a:pt x="969438" y="127914"/>
                </a:moveTo>
                <a:cubicBezTo>
                  <a:pt x="986208" y="127914"/>
                  <a:pt x="999801" y="141508"/>
                  <a:pt x="999801" y="158278"/>
                </a:cubicBezTo>
                <a:cubicBezTo>
                  <a:pt x="999801" y="175047"/>
                  <a:pt x="986208" y="188641"/>
                  <a:pt x="969438" y="188641"/>
                </a:cubicBezTo>
                <a:cubicBezTo>
                  <a:pt x="952669" y="188641"/>
                  <a:pt x="939075" y="175047"/>
                  <a:pt x="939075" y="158278"/>
                </a:cubicBezTo>
                <a:cubicBezTo>
                  <a:pt x="939075" y="141508"/>
                  <a:pt x="952669" y="127914"/>
                  <a:pt x="969438" y="127914"/>
                </a:cubicBezTo>
                <a:close/>
                <a:moveTo>
                  <a:pt x="896883" y="127914"/>
                </a:moveTo>
                <a:cubicBezTo>
                  <a:pt x="913653" y="127914"/>
                  <a:pt x="927247" y="141508"/>
                  <a:pt x="927247" y="158278"/>
                </a:cubicBezTo>
                <a:cubicBezTo>
                  <a:pt x="927247" y="175047"/>
                  <a:pt x="913653" y="188641"/>
                  <a:pt x="896883" y="188641"/>
                </a:cubicBezTo>
                <a:cubicBezTo>
                  <a:pt x="880114" y="188641"/>
                  <a:pt x="866520" y="175047"/>
                  <a:pt x="866520" y="158278"/>
                </a:cubicBezTo>
                <a:cubicBezTo>
                  <a:pt x="866520" y="141508"/>
                  <a:pt x="880114" y="127914"/>
                  <a:pt x="896883" y="127914"/>
                </a:cubicBezTo>
                <a:close/>
                <a:moveTo>
                  <a:pt x="824329" y="127914"/>
                </a:moveTo>
                <a:cubicBezTo>
                  <a:pt x="841098" y="127914"/>
                  <a:pt x="854692" y="141508"/>
                  <a:pt x="854692" y="158278"/>
                </a:cubicBezTo>
                <a:cubicBezTo>
                  <a:pt x="854692" y="175047"/>
                  <a:pt x="841098" y="188641"/>
                  <a:pt x="824329" y="188641"/>
                </a:cubicBezTo>
                <a:cubicBezTo>
                  <a:pt x="807559" y="188641"/>
                  <a:pt x="793965" y="175047"/>
                  <a:pt x="793965" y="158278"/>
                </a:cubicBezTo>
                <a:cubicBezTo>
                  <a:pt x="793965" y="141508"/>
                  <a:pt x="807559" y="127914"/>
                  <a:pt x="824329" y="127914"/>
                </a:cubicBezTo>
                <a:close/>
                <a:moveTo>
                  <a:pt x="751774" y="127914"/>
                </a:moveTo>
                <a:cubicBezTo>
                  <a:pt x="768544" y="127914"/>
                  <a:pt x="782138" y="141508"/>
                  <a:pt x="782138" y="158278"/>
                </a:cubicBezTo>
                <a:cubicBezTo>
                  <a:pt x="782138" y="175047"/>
                  <a:pt x="768544" y="188641"/>
                  <a:pt x="751774" y="188641"/>
                </a:cubicBezTo>
                <a:cubicBezTo>
                  <a:pt x="735005" y="188641"/>
                  <a:pt x="721411" y="175047"/>
                  <a:pt x="721411" y="158278"/>
                </a:cubicBezTo>
                <a:cubicBezTo>
                  <a:pt x="721411" y="141508"/>
                  <a:pt x="735005" y="127914"/>
                  <a:pt x="751774" y="127914"/>
                </a:cubicBezTo>
                <a:close/>
                <a:moveTo>
                  <a:pt x="679220" y="127914"/>
                </a:moveTo>
                <a:cubicBezTo>
                  <a:pt x="695989" y="127914"/>
                  <a:pt x="709583" y="141508"/>
                  <a:pt x="709583" y="158278"/>
                </a:cubicBezTo>
                <a:cubicBezTo>
                  <a:pt x="709583" y="175047"/>
                  <a:pt x="695989" y="188641"/>
                  <a:pt x="679220" y="188641"/>
                </a:cubicBezTo>
                <a:cubicBezTo>
                  <a:pt x="662450" y="188641"/>
                  <a:pt x="648856" y="175047"/>
                  <a:pt x="648856" y="158278"/>
                </a:cubicBezTo>
                <a:cubicBezTo>
                  <a:pt x="648856" y="141508"/>
                  <a:pt x="662450" y="127914"/>
                  <a:pt x="679220" y="127914"/>
                </a:cubicBezTo>
                <a:close/>
                <a:moveTo>
                  <a:pt x="606665" y="127914"/>
                </a:moveTo>
                <a:cubicBezTo>
                  <a:pt x="623435" y="127914"/>
                  <a:pt x="637029" y="141508"/>
                  <a:pt x="637029" y="158278"/>
                </a:cubicBezTo>
                <a:cubicBezTo>
                  <a:pt x="637029" y="175047"/>
                  <a:pt x="623435" y="188641"/>
                  <a:pt x="606665" y="188641"/>
                </a:cubicBezTo>
                <a:cubicBezTo>
                  <a:pt x="589896" y="188641"/>
                  <a:pt x="576302" y="175047"/>
                  <a:pt x="576302" y="158278"/>
                </a:cubicBezTo>
                <a:cubicBezTo>
                  <a:pt x="576302" y="141508"/>
                  <a:pt x="589896" y="127914"/>
                  <a:pt x="606665" y="127914"/>
                </a:cubicBezTo>
                <a:close/>
                <a:moveTo>
                  <a:pt x="534111" y="127914"/>
                </a:moveTo>
                <a:cubicBezTo>
                  <a:pt x="550880" y="127914"/>
                  <a:pt x="564474" y="141508"/>
                  <a:pt x="564474" y="158278"/>
                </a:cubicBezTo>
                <a:cubicBezTo>
                  <a:pt x="564474" y="175047"/>
                  <a:pt x="550880" y="188641"/>
                  <a:pt x="534111" y="188641"/>
                </a:cubicBezTo>
                <a:cubicBezTo>
                  <a:pt x="517341" y="188641"/>
                  <a:pt x="503747" y="175047"/>
                  <a:pt x="503747" y="158278"/>
                </a:cubicBezTo>
                <a:cubicBezTo>
                  <a:pt x="503747" y="141508"/>
                  <a:pt x="517341" y="127914"/>
                  <a:pt x="534111" y="127914"/>
                </a:cubicBezTo>
                <a:close/>
                <a:moveTo>
                  <a:pt x="461556" y="127914"/>
                </a:moveTo>
                <a:cubicBezTo>
                  <a:pt x="478326" y="127914"/>
                  <a:pt x="491920" y="141508"/>
                  <a:pt x="491920" y="158278"/>
                </a:cubicBezTo>
                <a:cubicBezTo>
                  <a:pt x="491920" y="175047"/>
                  <a:pt x="478326" y="188641"/>
                  <a:pt x="461556" y="188641"/>
                </a:cubicBezTo>
                <a:cubicBezTo>
                  <a:pt x="444787" y="188641"/>
                  <a:pt x="431192" y="175047"/>
                  <a:pt x="431192" y="158278"/>
                </a:cubicBezTo>
                <a:cubicBezTo>
                  <a:pt x="431192" y="141508"/>
                  <a:pt x="444787" y="127914"/>
                  <a:pt x="461556" y="127914"/>
                </a:cubicBezTo>
                <a:close/>
                <a:moveTo>
                  <a:pt x="389002" y="127914"/>
                </a:moveTo>
                <a:cubicBezTo>
                  <a:pt x="405771" y="127914"/>
                  <a:pt x="419365" y="141508"/>
                  <a:pt x="419365" y="158278"/>
                </a:cubicBezTo>
                <a:cubicBezTo>
                  <a:pt x="419365" y="175047"/>
                  <a:pt x="405771" y="188641"/>
                  <a:pt x="389002" y="188641"/>
                </a:cubicBezTo>
                <a:cubicBezTo>
                  <a:pt x="372232" y="188641"/>
                  <a:pt x="358638" y="175047"/>
                  <a:pt x="358638" y="158278"/>
                </a:cubicBezTo>
                <a:cubicBezTo>
                  <a:pt x="358638" y="141508"/>
                  <a:pt x="372232" y="127914"/>
                  <a:pt x="389002" y="127914"/>
                </a:cubicBezTo>
                <a:close/>
                <a:moveTo>
                  <a:pt x="316447" y="127914"/>
                </a:moveTo>
                <a:cubicBezTo>
                  <a:pt x="333216" y="127914"/>
                  <a:pt x="346810" y="141508"/>
                  <a:pt x="346810" y="158278"/>
                </a:cubicBezTo>
                <a:cubicBezTo>
                  <a:pt x="346810" y="175047"/>
                  <a:pt x="333216" y="188641"/>
                  <a:pt x="316447" y="188641"/>
                </a:cubicBezTo>
                <a:cubicBezTo>
                  <a:pt x="299677" y="188641"/>
                  <a:pt x="286084" y="175047"/>
                  <a:pt x="286084" y="158278"/>
                </a:cubicBezTo>
                <a:cubicBezTo>
                  <a:pt x="286084" y="141508"/>
                  <a:pt x="299677" y="127914"/>
                  <a:pt x="316447" y="127914"/>
                </a:cubicBezTo>
                <a:close/>
                <a:moveTo>
                  <a:pt x="243892" y="127914"/>
                </a:moveTo>
                <a:cubicBezTo>
                  <a:pt x="260662" y="127914"/>
                  <a:pt x="274256" y="141508"/>
                  <a:pt x="274256" y="158278"/>
                </a:cubicBezTo>
                <a:cubicBezTo>
                  <a:pt x="274256" y="175047"/>
                  <a:pt x="260662" y="188641"/>
                  <a:pt x="243892" y="188641"/>
                </a:cubicBezTo>
                <a:cubicBezTo>
                  <a:pt x="227123" y="188641"/>
                  <a:pt x="213529" y="175047"/>
                  <a:pt x="213529" y="158278"/>
                </a:cubicBezTo>
                <a:cubicBezTo>
                  <a:pt x="213529" y="141508"/>
                  <a:pt x="227123" y="127914"/>
                  <a:pt x="243892" y="127914"/>
                </a:cubicBezTo>
                <a:close/>
                <a:moveTo>
                  <a:pt x="171339" y="127914"/>
                </a:moveTo>
                <a:cubicBezTo>
                  <a:pt x="188107" y="127914"/>
                  <a:pt x="201701" y="141508"/>
                  <a:pt x="201701" y="158278"/>
                </a:cubicBezTo>
                <a:cubicBezTo>
                  <a:pt x="201701" y="175047"/>
                  <a:pt x="188107" y="188641"/>
                  <a:pt x="171339" y="188641"/>
                </a:cubicBezTo>
                <a:cubicBezTo>
                  <a:pt x="154702" y="188641"/>
                  <a:pt x="141108" y="175047"/>
                  <a:pt x="141108" y="158278"/>
                </a:cubicBezTo>
                <a:cubicBezTo>
                  <a:pt x="141108" y="141508"/>
                  <a:pt x="154702" y="127914"/>
                  <a:pt x="171339" y="127914"/>
                </a:cubicBezTo>
                <a:close/>
                <a:moveTo>
                  <a:pt x="98936" y="127914"/>
                </a:moveTo>
                <a:cubicBezTo>
                  <a:pt x="115695" y="127914"/>
                  <a:pt x="129288" y="141508"/>
                  <a:pt x="129288" y="158278"/>
                </a:cubicBezTo>
                <a:cubicBezTo>
                  <a:pt x="129288" y="175047"/>
                  <a:pt x="115695" y="188641"/>
                  <a:pt x="98936" y="188641"/>
                </a:cubicBezTo>
                <a:cubicBezTo>
                  <a:pt x="82162" y="188641"/>
                  <a:pt x="68567" y="175047"/>
                  <a:pt x="68567" y="158278"/>
                </a:cubicBezTo>
                <a:cubicBezTo>
                  <a:pt x="68567" y="141508"/>
                  <a:pt x="82162" y="127914"/>
                  <a:pt x="98936" y="127914"/>
                </a:cubicBezTo>
                <a:close/>
                <a:moveTo>
                  <a:pt x="26381" y="127914"/>
                </a:moveTo>
                <a:cubicBezTo>
                  <a:pt x="43143" y="127914"/>
                  <a:pt x="56738" y="141508"/>
                  <a:pt x="56738" y="158278"/>
                </a:cubicBezTo>
                <a:cubicBezTo>
                  <a:pt x="56738" y="175047"/>
                  <a:pt x="43143" y="188641"/>
                  <a:pt x="26381" y="188641"/>
                </a:cubicBezTo>
                <a:cubicBezTo>
                  <a:pt x="17995" y="188641"/>
                  <a:pt x="10404" y="185243"/>
                  <a:pt x="4909" y="179748"/>
                </a:cubicBezTo>
                <a:lnTo>
                  <a:pt x="0" y="167898"/>
                </a:lnTo>
                <a:lnTo>
                  <a:pt x="0" y="148658"/>
                </a:lnTo>
                <a:lnTo>
                  <a:pt x="4909" y="136807"/>
                </a:lnTo>
                <a:cubicBezTo>
                  <a:pt x="10404" y="131313"/>
                  <a:pt x="17995" y="127914"/>
                  <a:pt x="26381" y="127914"/>
                </a:cubicBezTo>
                <a:close/>
                <a:moveTo>
                  <a:pt x="1622429" y="47462"/>
                </a:moveTo>
                <a:lnTo>
                  <a:pt x="1625821" y="48147"/>
                </a:lnTo>
                <a:lnTo>
                  <a:pt x="1639701" y="102127"/>
                </a:lnTo>
                <a:lnTo>
                  <a:pt x="1634248" y="105804"/>
                </a:lnTo>
                <a:cubicBezTo>
                  <a:pt x="1630615" y="107340"/>
                  <a:pt x="1626621" y="108189"/>
                  <a:pt x="1622429" y="108189"/>
                </a:cubicBezTo>
                <a:cubicBezTo>
                  <a:pt x="1605659" y="108189"/>
                  <a:pt x="1592066" y="94595"/>
                  <a:pt x="1592066" y="77826"/>
                </a:cubicBezTo>
                <a:cubicBezTo>
                  <a:pt x="1592066" y="61056"/>
                  <a:pt x="1605659" y="47462"/>
                  <a:pt x="1622429" y="47462"/>
                </a:cubicBezTo>
                <a:close/>
                <a:moveTo>
                  <a:pt x="1549874" y="47462"/>
                </a:moveTo>
                <a:cubicBezTo>
                  <a:pt x="1566644" y="47462"/>
                  <a:pt x="1580238" y="61056"/>
                  <a:pt x="1580238" y="77826"/>
                </a:cubicBezTo>
                <a:cubicBezTo>
                  <a:pt x="1580238" y="94595"/>
                  <a:pt x="1566644" y="108189"/>
                  <a:pt x="1549874" y="108189"/>
                </a:cubicBezTo>
                <a:cubicBezTo>
                  <a:pt x="1533105" y="108189"/>
                  <a:pt x="1519511" y="94595"/>
                  <a:pt x="1519511" y="77826"/>
                </a:cubicBezTo>
                <a:cubicBezTo>
                  <a:pt x="1519511" y="61056"/>
                  <a:pt x="1533105" y="47462"/>
                  <a:pt x="1549874" y="47462"/>
                </a:cubicBezTo>
                <a:close/>
                <a:moveTo>
                  <a:pt x="1477320" y="47462"/>
                </a:moveTo>
                <a:cubicBezTo>
                  <a:pt x="1494089" y="47462"/>
                  <a:pt x="1507683" y="61056"/>
                  <a:pt x="1507683" y="77826"/>
                </a:cubicBezTo>
                <a:cubicBezTo>
                  <a:pt x="1507683" y="94595"/>
                  <a:pt x="1494089" y="108189"/>
                  <a:pt x="1477320" y="108189"/>
                </a:cubicBezTo>
                <a:cubicBezTo>
                  <a:pt x="1460550" y="108189"/>
                  <a:pt x="1446956" y="94595"/>
                  <a:pt x="1446956" y="77826"/>
                </a:cubicBezTo>
                <a:cubicBezTo>
                  <a:pt x="1446956" y="61056"/>
                  <a:pt x="1460550" y="47462"/>
                  <a:pt x="1477320" y="47462"/>
                </a:cubicBezTo>
                <a:close/>
                <a:moveTo>
                  <a:pt x="1404765" y="47462"/>
                </a:moveTo>
                <a:cubicBezTo>
                  <a:pt x="1421535" y="47462"/>
                  <a:pt x="1435129" y="61056"/>
                  <a:pt x="1435129" y="77826"/>
                </a:cubicBezTo>
                <a:cubicBezTo>
                  <a:pt x="1435129" y="94595"/>
                  <a:pt x="1421535" y="108189"/>
                  <a:pt x="1404765" y="108189"/>
                </a:cubicBezTo>
                <a:cubicBezTo>
                  <a:pt x="1387996" y="108189"/>
                  <a:pt x="1374402" y="94595"/>
                  <a:pt x="1374402" y="77826"/>
                </a:cubicBezTo>
                <a:cubicBezTo>
                  <a:pt x="1374402" y="61056"/>
                  <a:pt x="1387996" y="47462"/>
                  <a:pt x="1404765" y="47462"/>
                </a:cubicBezTo>
                <a:close/>
                <a:moveTo>
                  <a:pt x="1332211" y="47462"/>
                </a:moveTo>
                <a:cubicBezTo>
                  <a:pt x="1348980" y="47462"/>
                  <a:pt x="1362574" y="61056"/>
                  <a:pt x="1362574" y="77826"/>
                </a:cubicBezTo>
                <a:cubicBezTo>
                  <a:pt x="1362574" y="94595"/>
                  <a:pt x="1348980" y="108189"/>
                  <a:pt x="1332211" y="108189"/>
                </a:cubicBezTo>
                <a:cubicBezTo>
                  <a:pt x="1315441" y="108189"/>
                  <a:pt x="1301847" y="94595"/>
                  <a:pt x="1301847" y="77826"/>
                </a:cubicBezTo>
                <a:cubicBezTo>
                  <a:pt x="1301847" y="61056"/>
                  <a:pt x="1315441" y="47462"/>
                  <a:pt x="1332211" y="47462"/>
                </a:cubicBezTo>
                <a:close/>
                <a:moveTo>
                  <a:pt x="1259656" y="47462"/>
                </a:moveTo>
                <a:cubicBezTo>
                  <a:pt x="1276426" y="47462"/>
                  <a:pt x="1290020" y="61056"/>
                  <a:pt x="1290020" y="77826"/>
                </a:cubicBezTo>
                <a:cubicBezTo>
                  <a:pt x="1290020" y="94595"/>
                  <a:pt x="1276426" y="108189"/>
                  <a:pt x="1259656" y="108189"/>
                </a:cubicBezTo>
                <a:cubicBezTo>
                  <a:pt x="1242887" y="108189"/>
                  <a:pt x="1229293" y="94595"/>
                  <a:pt x="1229293" y="77826"/>
                </a:cubicBezTo>
                <a:cubicBezTo>
                  <a:pt x="1229293" y="61056"/>
                  <a:pt x="1242887" y="47462"/>
                  <a:pt x="1259656" y="47462"/>
                </a:cubicBezTo>
                <a:close/>
                <a:moveTo>
                  <a:pt x="1187102" y="47462"/>
                </a:moveTo>
                <a:cubicBezTo>
                  <a:pt x="1203871" y="47462"/>
                  <a:pt x="1217465" y="61056"/>
                  <a:pt x="1217465" y="77826"/>
                </a:cubicBezTo>
                <a:cubicBezTo>
                  <a:pt x="1217465" y="94595"/>
                  <a:pt x="1203871" y="108189"/>
                  <a:pt x="1187102" y="108189"/>
                </a:cubicBezTo>
                <a:cubicBezTo>
                  <a:pt x="1170332" y="108189"/>
                  <a:pt x="1156738" y="94595"/>
                  <a:pt x="1156738" y="77826"/>
                </a:cubicBezTo>
                <a:cubicBezTo>
                  <a:pt x="1156738" y="61056"/>
                  <a:pt x="1170332" y="47462"/>
                  <a:pt x="1187102" y="47462"/>
                </a:cubicBezTo>
                <a:close/>
                <a:moveTo>
                  <a:pt x="1114547" y="47462"/>
                </a:moveTo>
                <a:cubicBezTo>
                  <a:pt x="1131317" y="47462"/>
                  <a:pt x="1144911" y="61056"/>
                  <a:pt x="1144911" y="77826"/>
                </a:cubicBezTo>
                <a:cubicBezTo>
                  <a:pt x="1144911" y="94595"/>
                  <a:pt x="1131317" y="108189"/>
                  <a:pt x="1114547" y="108189"/>
                </a:cubicBezTo>
                <a:cubicBezTo>
                  <a:pt x="1097778" y="108189"/>
                  <a:pt x="1084184" y="94595"/>
                  <a:pt x="1084184" y="77826"/>
                </a:cubicBezTo>
                <a:cubicBezTo>
                  <a:pt x="1084184" y="61056"/>
                  <a:pt x="1097778" y="47462"/>
                  <a:pt x="1114547" y="47462"/>
                </a:cubicBezTo>
                <a:close/>
                <a:moveTo>
                  <a:pt x="1041993" y="47462"/>
                </a:moveTo>
                <a:cubicBezTo>
                  <a:pt x="1058762" y="47462"/>
                  <a:pt x="1072356" y="61056"/>
                  <a:pt x="1072356" y="77826"/>
                </a:cubicBezTo>
                <a:cubicBezTo>
                  <a:pt x="1072356" y="94595"/>
                  <a:pt x="1058762" y="108189"/>
                  <a:pt x="1041993" y="108189"/>
                </a:cubicBezTo>
                <a:cubicBezTo>
                  <a:pt x="1025223" y="108189"/>
                  <a:pt x="1011629" y="94595"/>
                  <a:pt x="1011629" y="77826"/>
                </a:cubicBezTo>
                <a:cubicBezTo>
                  <a:pt x="1011629" y="61056"/>
                  <a:pt x="1025223" y="47462"/>
                  <a:pt x="1041993" y="47462"/>
                </a:cubicBezTo>
                <a:close/>
                <a:moveTo>
                  <a:pt x="969438" y="47462"/>
                </a:moveTo>
                <a:cubicBezTo>
                  <a:pt x="986208" y="47462"/>
                  <a:pt x="999801" y="61056"/>
                  <a:pt x="999801" y="77826"/>
                </a:cubicBezTo>
                <a:cubicBezTo>
                  <a:pt x="999801" y="94595"/>
                  <a:pt x="986208" y="108189"/>
                  <a:pt x="969438" y="108189"/>
                </a:cubicBezTo>
                <a:cubicBezTo>
                  <a:pt x="952669" y="108189"/>
                  <a:pt x="939075" y="94595"/>
                  <a:pt x="939075" y="77826"/>
                </a:cubicBezTo>
                <a:cubicBezTo>
                  <a:pt x="939075" y="61056"/>
                  <a:pt x="952669" y="47462"/>
                  <a:pt x="969438" y="47462"/>
                </a:cubicBezTo>
                <a:close/>
                <a:moveTo>
                  <a:pt x="896883" y="47462"/>
                </a:moveTo>
                <a:cubicBezTo>
                  <a:pt x="913653" y="47462"/>
                  <a:pt x="927247" y="61056"/>
                  <a:pt x="927247" y="77826"/>
                </a:cubicBezTo>
                <a:cubicBezTo>
                  <a:pt x="927247" y="94595"/>
                  <a:pt x="913653" y="108189"/>
                  <a:pt x="896883" y="108189"/>
                </a:cubicBezTo>
                <a:cubicBezTo>
                  <a:pt x="880114" y="108189"/>
                  <a:pt x="866520" y="94595"/>
                  <a:pt x="866520" y="77826"/>
                </a:cubicBezTo>
                <a:cubicBezTo>
                  <a:pt x="866520" y="61056"/>
                  <a:pt x="880114" y="47462"/>
                  <a:pt x="896883" y="47462"/>
                </a:cubicBezTo>
                <a:close/>
                <a:moveTo>
                  <a:pt x="824329" y="47462"/>
                </a:moveTo>
                <a:cubicBezTo>
                  <a:pt x="841098" y="47462"/>
                  <a:pt x="854692" y="61056"/>
                  <a:pt x="854692" y="77826"/>
                </a:cubicBezTo>
                <a:cubicBezTo>
                  <a:pt x="854692" y="94595"/>
                  <a:pt x="841098" y="108189"/>
                  <a:pt x="824329" y="108189"/>
                </a:cubicBezTo>
                <a:cubicBezTo>
                  <a:pt x="807559" y="108189"/>
                  <a:pt x="793965" y="94595"/>
                  <a:pt x="793965" y="77826"/>
                </a:cubicBezTo>
                <a:cubicBezTo>
                  <a:pt x="793965" y="61056"/>
                  <a:pt x="807559" y="47462"/>
                  <a:pt x="824329" y="47462"/>
                </a:cubicBezTo>
                <a:close/>
                <a:moveTo>
                  <a:pt x="751774" y="47462"/>
                </a:moveTo>
                <a:cubicBezTo>
                  <a:pt x="768544" y="47462"/>
                  <a:pt x="782138" y="61056"/>
                  <a:pt x="782138" y="77826"/>
                </a:cubicBezTo>
                <a:cubicBezTo>
                  <a:pt x="782138" y="94595"/>
                  <a:pt x="768544" y="108189"/>
                  <a:pt x="751774" y="108189"/>
                </a:cubicBezTo>
                <a:cubicBezTo>
                  <a:pt x="735005" y="108189"/>
                  <a:pt x="721411" y="94595"/>
                  <a:pt x="721411" y="77826"/>
                </a:cubicBezTo>
                <a:cubicBezTo>
                  <a:pt x="721411" y="61056"/>
                  <a:pt x="735005" y="47462"/>
                  <a:pt x="751774" y="47462"/>
                </a:cubicBezTo>
                <a:close/>
                <a:moveTo>
                  <a:pt x="679220" y="47462"/>
                </a:moveTo>
                <a:cubicBezTo>
                  <a:pt x="695989" y="47462"/>
                  <a:pt x="709583" y="61056"/>
                  <a:pt x="709583" y="77826"/>
                </a:cubicBezTo>
                <a:cubicBezTo>
                  <a:pt x="709583" y="94595"/>
                  <a:pt x="695989" y="108189"/>
                  <a:pt x="679220" y="108189"/>
                </a:cubicBezTo>
                <a:cubicBezTo>
                  <a:pt x="662450" y="108189"/>
                  <a:pt x="648856" y="94595"/>
                  <a:pt x="648856" y="77826"/>
                </a:cubicBezTo>
                <a:cubicBezTo>
                  <a:pt x="648856" y="61056"/>
                  <a:pt x="662450" y="47462"/>
                  <a:pt x="679220" y="47462"/>
                </a:cubicBezTo>
                <a:close/>
                <a:moveTo>
                  <a:pt x="606665" y="47462"/>
                </a:moveTo>
                <a:cubicBezTo>
                  <a:pt x="623435" y="47462"/>
                  <a:pt x="637029" y="61056"/>
                  <a:pt x="637029" y="77826"/>
                </a:cubicBezTo>
                <a:cubicBezTo>
                  <a:pt x="637029" y="94595"/>
                  <a:pt x="623435" y="108189"/>
                  <a:pt x="606665" y="108189"/>
                </a:cubicBezTo>
                <a:cubicBezTo>
                  <a:pt x="589896" y="108189"/>
                  <a:pt x="576302" y="94595"/>
                  <a:pt x="576302" y="77826"/>
                </a:cubicBezTo>
                <a:cubicBezTo>
                  <a:pt x="576302" y="61056"/>
                  <a:pt x="589896" y="47462"/>
                  <a:pt x="606665" y="47462"/>
                </a:cubicBezTo>
                <a:close/>
                <a:moveTo>
                  <a:pt x="534111" y="47462"/>
                </a:moveTo>
                <a:cubicBezTo>
                  <a:pt x="550880" y="47462"/>
                  <a:pt x="564474" y="61056"/>
                  <a:pt x="564474" y="77826"/>
                </a:cubicBezTo>
                <a:cubicBezTo>
                  <a:pt x="564474" y="94595"/>
                  <a:pt x="550880" y="108189"/>
                  <a:pt x="534111" y="108189"/>
                </a:cubicBezTo>
                <a:cubicBezTo>
                  <a:pt x="517341" y="108189"/>
                  <a:pt x="503747" y="94595"/>
                  <a:pt x="503747" y="77826"/>
                </a:cubicBezTo>
                <a:cubicBezTo>
                  <a:pt x="503747" y="61056"/>
                  <a:pt x="517341" y="47462"/>
                  <a:pt x="534111" y="47462"/>
                </a:cubicBezTo>
                <a:close/>
                <a:moveTo>
                  <a:pt x="461556" y="47462"/>
                </a:moveTo>
                <a:cubicBezTo>
                  <a:pt x="478326" y="47462"/>
                  <a:pt x="491920" y="61056"/>
                  <a:pt x="491920" y="77826"/>
                </a:cubicBezTo>
                <a:cubicBezTo>
                  <a:pt x="491920" y="94595"/>
                  <a:pt x="478326" y="108189"/>
                  <a:pt x="461556" y="108189"/>
                </a:cubicBezTo>
                <a:cubicBezTo>
                  <a:pt x="444787" y="108189"/>
                  <a:pt x="431192" y="94595"/>
                  <a:pt x="431192" y="77826"/>
                </a:cubicBezTo>
                <a:cubicBezTo>
                  <a:pt x="431192" y="61056"/>
                  <a:pt x="444787" y="47462"/>
                  <a:pt x="461556" y="47462"/>
                </a:cubicBezTo>
                <a:close/>
                <a:moveTo>
                  <a:pt x="389002" y="47462"/>
                </a:moveTo>
                <a:cubicBezTo>
                  <a:pt x="405771" y="47462"/>
                  <a:pt x="419365" y="61056"/>
                  <a:pt x="419365" y="77826"/>
                </a:cubicBezTo>
                <a:cubicBezTo>
                  <a:pt x="419365" y="94595"/>
                  <a:pt x="405771" y="108189"/>
                  <a:pt x="389002" y="108189"/>
                </a:cubicBezTo>
                <a:cubicBezTo>
                  <a:pt x="372232" y="108189"/>
                  <a:pt x="358638" y="94595"/>
                  <a:pt x="358638" y="77826"/>
                </a:cubicBezTo>
                <a:cubicBezTo>
                  <a:pt x="358638" y="61056"/>
                  <a:pt x="372232" y="47462"/>
                  <a:pt x="389002" y="47462"/>
                </a:cubicBezTo>
                <a:close/>
                <a:moveTo>
                  <a:pt x="316447" y="47462"/>
                </a:moveTo>
                <a:cubicBezTo>
                  <a:pt x="333216" y="47462"/>
                  <a:pt x="346810" y="61056"/>
                  <a:pt x="346810" y="77826"/>
                </a:cubicBezTo>
                <a:cubicBezTo>
                  <a:pt x="346810" y="94595"/>
                  <a:pt x="333216" y="108189"/>
                  <a:pt x="316447" y="108189"/>
                </a:cubicBezTo>
                <a:cubicBezTo>
                  <a:pt x="299677" y="108189"/>
                  <a:pt x="286084" y="94595"/>
                  <a:pt x="286084" y="77826"/>
                </a:cubicBezTo>
                <a:cubicBezTo>
                  <a:pt x="286084" y="61056"/>
                  <a:pt x="299677" y="47462"/>
                  <a:pt x="316447" y="47462"/>
                </a:cubicBezTo>
                <a:close/>
                <a:moveTo>
                  <a:pt x="243892" y="47462"/>
                </a:moveTo>
                <a:cubicBezTo>
                  <a:pt x="260662" y="47462"/>
                  <a:pt x="274256" y="61056"/>
                  <a:pt x="274256" y="77826"/>
                </a:cubicBezTo>
                <a:cubicBezTo>
                  <a:pt x="274256" y="94595"/>
                  <a:pt x="260662" y="108189"/>
                  <a:pt x="243892" y="108189"/>
                </a:cubicBezTo>
                <a:cubicBezTo>
                  <a:pt x="227123" y="108189"/>
                  <a:pt x="213529" y="94595"/>
                  <a:pt x="213529" y="77826"/>
                </a:cubicBezTo>
                <a:cubicBezTo>
                  <a:pt x="213529" y="61056"/>
                  <a:pt x="227123" y="47462"/>
                  <a:pt x="243892" y="47462"/>
                </a:cubicBezTo>
                <a:close/>
                <a:moveTo>
                  <a:pt x="171339" y="47462"/>
                </a:moveTo>
                <a:cubicBezTo>
                  <a:pt x="188107" y="47462"/>
                  <a:pt x="201701" y="61056"/>
                  <a:pt x="201701" y="77826"/>
                </a:cubicBezTo>
                <a:cubicBezTo>
                  <a:pt x="201701" y="94595"/>
                  <a:pt x="188107" y="108189"/>
                  <a:pt x="171339" y="108189"/>
                </a:cubicBezTo>
                <a:cubicBezTo>
                  <a:pt x="154708" y="108189"/>
                  <a:pt x="141113" y="94595"/>
                  <a:pt x="141113" y="77826"/>
                </a:cubicBezTo>
                <a:cubicBezTo>
                  <a:pt x="141113" y="61056"/>
                  <a:pt x="154708" y="47462"/>
                  <a:pt x="171339" y="47462"/>
                </a:cubicBezTo>
                <a:close/>
                <a:moveTo>
                  <a:pt x="98942" y="47462"/>
                </a:moveTo>
                <a:cubicBezTo>
                  <a:pt x="115700" y="47462"/>
                  <a:pt x="129294" y="61056"/>
                  <a:pt x="129294" y="77826"/>
                </a:cubicBezTo>
                <a:cubicBezTo>
                  <a:pt x="129294" y="94595"/>
                  <a:pt x="115700" y="108189"/>
                  <a:pt x="98942" y="108189"/>
                </a:cubicBezTo>
                <a:cubicBezTo>
                  <a:pt x="82168" y="108189"/>
                  <a:pt x="68573" y="94595"/>
                  <a:pt x="68573" y="77826"/>
                </a:cubicBezTo>
                <a:cubicBezTo>
                  <a:pt x="68573" y="61056"/>
                  <a:pt x="82168" y="47462"/>
                  <a:pt x="98942" y="47462"/>
                </a:cubicBezTo>
                <a:close/>
                <a:moveTo>
                  <a:pt x="26388" y="47462"/>
                </a:moveTo>
                <a:cubicBezTo>
                  <a:pt x="43149" y="47462"/>
                  <a:pt x="56744" y="61056"/>
                  <a:pt x="56744" y="77826"/>
                </a:cubicBezTo>
                <a:cubicBezTo>
                  <a:pt x="56744" y="94595"/>
                  <a:pt x="43149" y="108189"/>
                  <a:pt x="26388" y="108189"/>
                </a:cubicBezTo>
                <a:cubicBezTo>
                  <a:pt x="18002" y="108189"/>
                  <a:pt x="10410" y="104791"/>
                  <a:pt x="4916" y="99296"/>
                </a:cubicBezTo>
                <a:lnTo>
                  <a:pt x="0" y="87429"/>
                </a:lnTo>
                <a:lnTo>
                  <a:pt x="0" y="68222"/>
                </a:lnTo>
                <a:lnTo>
                  <a:pt x="4916" y="56355"/>
                </a:lnTo>
                <a:cubicBezTo>
                  <a:pt x="10410" y="50861"/>
                  <a:pt x="18002" y="47462"/>
                  <a:pt x="26388" y="47462"/>
                </a:cubicBezTo>
                <a:close/>
                <a:moveTo>
                  <a:pt x="1592868" y="0"/>
                </a:moveTo>
                <a:lnTo>
                  <a:pt x="1613441" y="0"/>
                </a:lnTo>
                <a:lnTo>
                  <a:pt x="1620472" y="27343"/>
                </a:lnTo>
                <a:lnTo>
                  <a:pt x="1610610" y="25352"/>
                </a:lnTo>
                <a:cubicBezTo>
                  <a:pt x="1605161" y="23047"/>
                  <a:pt x="1600525" y="19197"/>
                  <a:pt x="1597251" y="14351"/>
                </a:cubicBezTo>
                <a:close/>
                <a:moveTo>
                  <a:pt x="1520598" y="0"/>
                </a:moveTo>
                <a:lnTo>
                  <a:pt x="1579150" y="0"/>
                </a:lnTo>
                <a:lnTo>
                  <a:pt x="1571345" y="18844"/>
                </a:lnTo>
                <a:cubicBezTo>
                  <a:pt x="1565850" y="24339"/>
                  <a:pt x="1558259" y="27738"/>
                  <a:pt x="1549874" y="27738"/>
                </a:cubicBezTo>
                <a:cubicBezTo>
                  <a:pt x="1541490" y="27738"/>
                  <a:pt x="1533899" y="24339"/>
                  <a:pt x="1528404" y="18844"/>
                </a:cubicBezTo>
                <a:close/>
                <a:moveTo>
                  <a:pt x="1448044" y="0"/>
                </a:moveTo>
                <a:lnTo>
                  <a:pt x="1506596" y="0"/>
                </a:lnTo>
                <a:lnTo>
                  <a:pt x="1498790" y="18844"/>
                </a:lnTo>
                <a:cubicBezTo>
                  <a:pt x="1493295" y="24339"/>
                  <a:pt x="1485705" y="27738"/>
                  <a:pt x="1477320" y="27738"/>
                </a:cubicBezTo>
                <a:cubicBezTo>
                  <a:pt x="1468935" y="27738"/>
                  <a:pt x="1461344" y="24339"/>
                  <a:pt x="1455850" y="18844"/>
                </a:cubicBezTo>
                <a:close/>
                <a:moveTo>
                  <a:pt x="1375489" y="0"/>
                </a:moveTo>
                <a:lnTo>
                  <a:pt x="1434041" y="0"/>
                </a:lnTo>
                <a:lnTo>
                  <a:pt x="1426236" y="18844"/>
                </a:lnTo>
                <a:cubicBezTo>
                  <a:pt x="1420741" y="24339"/>
                  <a:pt x="1413150" y="27738"/>
                  <a:pt x="1404765" y="27738"/>
                </a:cubicBezTo>
                <a:cubicBezTo>
                  <a:pt x="1396381" y="27738"/>
                  <a:pt x="1388790" y="24339"/>
                  <a:pt x="1383295" y="18844"/>
                </a:cubicBezTo>
                <a:close/>
                <a:moveTo>
                  <a:pt x="1302935" y="0"/>
                </a:moveTo>
                <a:lnTo>
                  <a:pt x="1361486" y="0"/>
                </a:lnTo>
                <a:lnTo>
                  <a:pt x="1353681" y="18844"/>
                </a:lnTo>
                <a:cubicBezTo>
                  <a:pt x="1348186" y="24339"/>
                  <a:pt x="1340596" y="27738"/>
                  <a:pt x="1332211" y="27738"/>
                </a:cubicBezTo>
                <a:cubicBezTo>
                  <a:pt x="1323826" y="27738"/>
                  <a:pt x="1316235" y="24339"/>
                  <a:pt x="1310740" y="18844"/>
                </a:cubicBezTo>
                <a:close/>
                <a:moveTo>
                  <a:pt x="1230380" y="0"/>
                </a:moveTo>
                <a:lnTo>
                  <a:pt x="1288932" y="0"/>
                </a:lnTo>
                <a:lnTo>
                  <a:pt x="1281126" y="18844"/>
                </a:lnTo>
                <a:cubicBezTo>
                  <a:pt x="1275632" y="24339"/>
                  <a:pt x="1268041" y="27738"/>
                  <a:pt x="1259656" y="27738"/>
                </a:cubicBezTo>
                <a:cubicBezTo>
                  <a:pt x="1251271" y="27738"/>
                  <a:pt x="1243680" y="24339"/>
                  <a:pt x="1238186" y="18844"/>
                </a:cubicBezTo>
                <a:close/>
                <a:moveTo>
                  <a:pt x="1157826" y="0"/>
                </a:moveTo>
                <a:lnTo>
                  <a:pt x="1216377" y="0"/>
                </a:lnTo>
                <a:lnTo>
                  <a:pt x="1208572" y="18844"/>
                </a:lnTo>
                <a:cubicBezTo>
                  <a:pt x="1203077" y="24339"/>
                  <a:pt x="1195486" y="27738"/>
                  <a:pt x="1187102" y="27738"/>
                </a:cubicBezTo>
                <a:cubicBezTo>
                  <a:pt x="1178717" y="27738"/>
                  <a:pt x="1171126" y="24339"/>
                  <a:pt x="1165631" y="18844"/>
                </a:cubicBezTo>
                <a:close/>
                <a:moveTo>
                  <a:pt x="1085271" y="0"/>
                </a:moveTo>
                <a:lnTo>
                  <a:pt x="1143823" y="0"/>
                </a:lnTo>
                <a:lnTo>
                  <a:pt x="1136017" y="18844"/>
                </a:lnTo>
                <a:cubicBezTo>
                  <a:pt x="1130523" y="24339"/>
                  <a:pt x="1122932" y="27738"/>
                  <a:pt x="1114547" y="27738"/>
                </a:cubicBezTo>
                <a:cubicBezTo>
                  <a:pt x="1106162" y="27738"/>
                  <a:pt x="1098571" y="24339"/>
                  <a:pt x="1093077" y="18844"/>
                </a:cubicBezTo>
                <a:close/>
                <a:moveTo>
                  <a:pt x="1012717" y="0"/>
                </a:moveTo>
                <a:lnTo>
                  <a:pt x="1071268" y="0"/>
                </a:lnTo>
                <a:lnTo>
                  <a:pt x="1063463" y="18844"/>
                </a:lnTo>
                <a:cubicBezTo>
                  <a:pt x="1057968" y="24339"/>
                  <a:pt x="1050377" y="27738"/>
                  <a:pt x="1041993" y="27738"/>
                </a:cubicBezTo>
                <a:cubicBezTo>
                  <a:pt x="1033608" y="27738"/>
                  <a:pt x="1026017" y="24339"/>
                  <a:pt x="1020522" y="18844"/>
                </a:cubicBezTo>
                <a:close/>
                <a:moveTo>
                  <a:pt x="940162" y="0"/>
                </a:moveTo>
                <a:lnTo>
                  <a:pt x="998714" y="0"/>
                </a:lnTo>
                <a:lnTo>
                  <a:pt x="990908" y="18844"/>
                </a:lnTo>
                <a:cubicBezTo>
                  <a:pt x="985414" y="24339"/>
                  <a:pt x="977823" y="27738"/>
                  <a:pt x="969438" y="27738"/>
                </a:cubicBezTo>
                <a:cubicBezTo>
                  <a:pt x="961053" y="27738"/>
                  <a:pt x="953462" y="24339"/>
                  <a:pt x="947968" y="18844"/>
                </a:cubicBezTo>
                <a:close/>
                <a:moveTo>
                  <a:pt x="867607" y="0"/>
                </a:moveTo>
                <a:lnTo>
                  <a:pt x="926159" y="0"/>
                </a:lnTo>
                <a:lnTo>
                  <a:pt x="918354" y="18844"/>
                </a:lnTo>
                <a:cubicBezTo>
                  <a:pt x="912859" y="24339"/>
                  <a:pt x="905268" y="27738"/>
                  <a:pt x="896883" y="27738"/>
                </a:cubicBezTo>
                <a:cubicBezTo>
                  <a:pt x="888499" y="27738"/>
                  <a:pt x="880908" y="24339"/>
                  <a:pt x="875413" y="18844"/>
                </a:cubicBezTo>
                <a:close/>
                <a:moveTo>
                  <a:pt x="795053" y="0"/>
                </a:moveTo>
                <a:lnTo>
                  <a:pt x="853605" y="0"/>
                </a:lnTo>
                <a:lnTo>
                  <a:pt x="845799" y="18844"/>
                </a:lnTo>
                <a:cubicBezTo>
                  <a:pt x="840304" y="24339"/>
                  <a:pt x="832714" y="27738"/>
                  <a:pt x="824329" y="27738"/>
                </a:cubicBezTo>
                <a:cubicBezTo>
                  <a:pt x="815944" y="27738"/>
                  <a:pt x="808353" y="24339"/>
                  <a:pt x="802858" y="18844"/>
                </a:cubicBezTo>
                <a:close/>
                <a:moveTo>
                  <a:pt x="722498" y="0"/>
                </a:moveTo>
                <a:lnTo>
                  <a:pt x="781050" y="0"/>
                </a:lnTo>
                <a:lnTo>
                  <a:pt x="773245" y="18844"/>
                </a:lnTo>
                <a:cubicBezTo>
                  <a:pt x="767750" y="24339"/>
                  <a:pt x="760159" y="27738"/>
                  <a:pt x="751774" y="27738"/>
                </a:cubicBezTo>
                <a:cubicBezTo>
                  <a:pt x="743390" y="27738"/>
                  <a:pt x="735799" y="24339"/>
                  <a:pt x="730304" y="18844"/>
                </a:cubicBezTo>
                <a:close/>
                <a:moveTo>
                  <a:pt x="649944" y="0"/>
                </a:moveTo>
                <a:lnTo>
                  <a:pt x="708496" y="0"/>
                </a:lnTo>
                <a:lnTo>
                  <a:pt x="700690" y="18844"/>
                </a:lnTo>
                <a:cubicBezTo>
                  <a:pt x="695195" y="24339"/>
                  <a:pt x="687604" y="27738"/>
                  <a:pt x="679220" y="27738"/>
                </a:cubicBezTo>
                <a:cubicBezTo>
                  <a:pt x="670835" y="27738"/>
                  <a:pt x="663244" y="24339"/>
                  <a:pt x="657749" y="18844"/>
                </a:cubicBezTo>
                <a:close/>
                <a:moveTo>
                  <a:pt x="577389" y="0"/>
                </a:moveTo>
                <a:lnTo>
                  <a:pt x="635941" y="0"/>
                </a:lnTo>
                <a:lnTo>
                  <a:pt x="628135" y="18844"/>
                </a:lnTo>
                <a:cubicBezTo>
                  <a:pt x="622641" y="24339"/>
                  <a:pt x="615050" y="27738"/>
                  <a:pt x="606665" y="27738"/>
                </a:cubicBezTo>
                <a:cubicBezTo>
                  <a:pt x="598280" y="27738"/>
                  <a:pt x="590690" y="24339"/>
                  <a:pt x="585195" y="18844"/>
                </a:cubicBezTo>
                <a:close/>
                <a:moveTo>
                  <a:pt x="504835" y="0"/>
                </a:moveTo>
                <a:lnTo>
                  <a:pt x="563386" y="0"/>
                </a:lnTo>
                <a:lnTo>
                  <a:pt x="555581" y="18844"/>
                </a:lnTo>
                <a:cubicBezTo>
                  <a:pt x="550086" y="24339"/>
                  <a:pt x="542495" y="27738"/>
                  <a:pt x="534111" y="27738"/>
                </a:cubicBezTo>
                <a:cubicBezTo>
                  <a:pt x="525726" y="27738"/>
                  <a:pt x="518135" y="24339"/>
                  <a:pt x="512640" y="18844"/>
                </a:cubicBezTo>
                <a:close/>
                <a:moveTo>
                  <a:pt x="432280" y="0"/>
                </a:moveTo>
                <a:lnTo>
                  <a:pt x="490832" y="0"/>
                </a:lnTo>
                <a:lnTo>
                  <a:pt x="483026" y="18844"/>
                </a:lnTo>
                <a:cubicBezTo>
                  <a:pt x="477532" y="24339"/>
                  <a:pt x="469941" y="27738"/>
                  <a:pt x="461556" y="27738"/>
                </a:cubicBezTo>
                <a:cubicBezTo>
                  <a:pt x="453171" y="27738"/>
                  <a:pt x="445580" y="24339"/>
                  <a:pt x="440086" y="18844"/>
                </a:cubicBezTo>
                <a:close/>
                <a:moveTo>
                  <a:pt x="359726" y="0"/>
                </a:moveTo>
                <a:lnTo>
                  <a:pt x="418277" y="0"/>
                </a:lnTo>
                <a:lnTo>
                  <a:pt x="410472" y="18844"/>
                </a:lnTo>
                <a:cubicBezTo>
                  <a:pt x="404977" y="24339"/>
                  <a:pt x="397386" y="27738"/>
                  <a:pt x="389002" y="27738"/>
                </a:cubicBezTo>
                <a:cubicBezTo>
                  <a:pt x="380617" y="27738"/>
                  <a:pt x="373026" y="24339"/>
                  <a:pt x="367531" y="18844"/>
                </a:cubicBezTo>
                <a:close/>
                <a:moveTo>
                  <a:pt x="287171" y="0"/>
                </a:moveTo>
                <a:lnTo>
                  <a:pt x="345723" y="0"/>
                </a:lnTo>
                <a:lnTo>
                  <a:pt x="337917" y="18844"/>
                </a:lnTo>
                <a:cubicBezTo>
                  <a:pt x="332423" y="24339"/>
                  <a:pt x="324832" y="27738"/>
                  <a:pt x="316447" y="27738"/>
                </a:cubicBezTo>
                <a:cubicBezTo>
                  <a:pt x="308062" y="27738"/>
                  <a:pt x="300471" y="24339"/>
                  <a:pt x="294977" y="18844"/>
                </a:cubicBezTo>
                <a:close/>
                <a:moveTo>
                  <a:pt x="214617" y="0"/>
                </a:moveTo>
                <a:lnTo>
                  <a:pt x="273168" y="0"/>
                </a:lnTo>
                <a:lnTo>
                  <a:pt x="265363" y="18844"/>
                </a:lnTo>
                <a:cubicBezTo>
                  <a:pt x="259868" y="24339"/>
                  <a:pt x="252277" y="27738"/>
                  <a:pt x="243892" y="27738"/>
                </a:cubicBezTo>
                <a:cubicBezTo>
                  <a:pt x="235508" y="27738"/>
                  <a:pt x="227917" y="24339"/>
                  <a:pt x="222422" y="18844"/>
                </a:cubicBezTo>
                <a:close/>
                <a:moveTo>
                  <a:pt x="142204" y="0"/>
                </a:moveTo>
                <a:lnTo>
                  <a:pt x="200614" y="0"/>
                </a:lnTo>
                <a:lnTo>
                  <a:pt x="192808" y="18844"/>
                </a:lnTo>
                <a:cubicBezTo>
                  <a:pt x="187314" y="24339"/>
                  <a:pt x="179723" y="27738"/>
                  <a:pt x="171339" y="27738"/>
                </a:cubicBezTo>
                <a:cubicBezTo>
                  <a:pt x="163026" y="27738"/>
                  <a:pt x="155471" y="24339"/>
                  <a:pt x="149994" y="18844"/>
                </a:cubicBezTo>
                <a:close/>
                <a:moveTo>
                  <a:pt x="69668" y="0"/>
                </a:moveTo>
                <a:lnTo>
                  <a:pt x="128212" y="0"/>
                </a:lnTo>
                <a:lnTo>
                  <a:pt x="120408" y="18844"/>
                </a:lnTo>
                <a:cubicBezTo>
                  <a:pt x="114915" y="24339"/>
                  <a:pt x="107328" y="27738"/>
                  <a:pt x="98949" y="27738"/>
                </a:cubicBezTo>
                <a:cubicBezTo>
                  <a:pt x="90562" y="27738"/>
                  <a:pt x="82969" y="24339"/>
                  <a:pt x="77474" y="18844"/>
                </a:cubicBezTo>
                <a:close/>
                <a:moveTo>
                  <a:pt x="0" y="0"/>
                </a:moveTo>
                <a:lnTo>
                  <a:pt x="55662" y="0"/>
                </a:lnTo>
                <a:lnTo>
                  <a:pt x="47858" y="18844"/>
                </a:lnTo>
                <a:cubicBezTo>
                  <a:pt x="42364" y="24339"/>
                  <a:pt x="34775" y="27738"/>
                  <a:pt x="26394" y="27738"/>
                </a:cubicBezTo>
                <a:cubicBezTo>
                  <a:pt x="18009" y="27738"/>
                  <a:pt x="10417" y="24339"/>
                  <a:pt x="4922" y="18844"/>
                </a:cubicBezTo>
                <a:lnTo>
                  <a:pt x="0" y="6962"/>
                </a:lnTo>
                <a:close/>
              </a:path>
            </a:pathLst>
          </a:custGeom>
          <a:solidFill>
            <a:schemeClr val="accent1">
              <a:alpha val="60000"/>
            </a:schemeClr>
          </a:soli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None/>
            </a:pPr>
            <a:endParaRPr sz="1867" b="0" i="0" u="none" strike="noStrike" cap="none" dirty="0">
              <a:solidFill>
                <a:schemeClr val="dk1"/>
              </a:solidFill>
              <a:latin typeface="Calibri"/>
              <a:ea typeface="Calibri"/>
              <a:cs typeface="Calibri"/>
              <a:sym typeface="Calibri"/>
            </a:endParaRPr>
          </a:p>
        </p:txBody>
      </p:sp>
      <p:sp>
        <p:nvSpPr>
          <p:cNvPr id="4" name="Google Shape;491;p17">
            <a:extLst>
              <a:ext uri="{FF2B5EF4-FFF2-40B4-BE49-F238E27FC236}">
                <a16:creationId xmlns:a16="http://schemas.microsoft.com/office/drawing/2014/main" id="{2BA6D67E-8CDD-3C40-BDC7-8E8ACF75AA01}"/>
              </a:ext>
            </a:extLst>
          </p:cNvPr>
          <p:cNvSpPr/>
          <p:nvPr/>
        </p:nvSpPr>
        <p:spPr>
          <a:xfrm>
            <a:off x="2" y="2"/>
            <a:ext cx="403373" cy="496797"/>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None/>
            </a:pPr>
            <a:endParaRPr sz="1867" b="0" i="0" u="none" strike="noStrike" cap="none" dirty="0">
              <a:solidFill>
                <a:schemeClr val="dk1"/>
              </a:solidFill>
              <a:latin typeface="Calibri"/>
              <a:ea typeface="Calibri"/>
              <a:cs typeface="Calibri"/>
              <a:sym typeface="Calibri"/>
            </a:endParaRPr>
          </a:p>
        </p:txBody>
      </p:sp>
      <p:grpSp>
        <p:nvGrpSpPr>
          <p:cNvPr id="5" name="Group 4">
            <a:extLst>
              <a:ext uri="{FF2B5EF4-FFF2-40B4-BE49-F238E27FC236}">
                <a16:creationId xmlns:a16="http://schemas.microsoft.com/office/drawing/2014/main" id="{D2A01587-FF1B-9045-A593-385C654041A3}"/>
              </a:ext>
            </a:extLst>
          </p:cNvPr>
          <p:cNvGrpSpPr/>
          <p:nvPr/>
        </p:nvGrpSpPr>
        <p:grpSpPr>
          <a:xfrm>
            <a:off x="1" y="6814800"/>
            <a:ext cx="12179567" cy="43200"/>
            <a:chOff x="0" y="5111100"/>
            <a:chExt cx="9134675" cy="32400"/>
          </a:xfrm>
        </p:grpSpPr>
        <p:sp>
          <p:nvSpPr>
            <p:cNvPr id="6" name="Google Shape;455;p14">
              <a:extLst>
                <a:ext uri="{FF2B5EF4-FFF2-40B4-BE49-F238E27FC236}">
                  <a16:creationId xmlns:a16="http://schemas.microsoft.com/office/drawing/2014/main" id="{09DBB886-D2F1-5846-9C3C-F5C776C8E7CF}"/>
                </a:ext>
              </a:extLst>
            </p:cNvPr>
            <p:cNvSpPr/>
            <p:nvPr/>
          </p:nvSpPr>
          <p:spPr>
            <a:xfrm>
              <a:off x="8939030"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7" name="Google Shape;456;p14">
              <a:extLst>
                <a:ext uri="{FF2B5EF4-FFF2-40B4-BE49-F238E27FC236}">
                  <a16:creationId xmlns:a16="http://schemas.microsoft.com/office/drawing/2014/main" id="{606BDF0D-B77F-AD49-A9E3-A5CA54B93224}"/>
                </a:ext>
              </a:extLst>
            </p:cNvPr>
            <p:cNvSpPr/>
            <p:nvPr/>
          </p:nvSpPr>
          <p:spPr>
            <a:xfrm>
              <a:off x="899344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8" name="Google Shape;457;p14">
              <a:extLst>
                <a:ext uri="{FF2B5EF4-FFF2-40B4-BE49-F238E27FC236}">
                  <a16:creationId xmlns:a16="http://schemas.microsoft.com/office/drawing/2014/main" id="{FE2C403D-E09C-6E48-BE3D-9E01DCBD3CA1}"/>
                </a:ext>
              </a:extLst>
            </p:cNvPr>
            <p:cNvSpPr/>
            <p:nvPr/>
          </p:nvSpPr>
          <p:spPr>
            <a:xfrm>
              <a:off x="910227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9" name="Google Shape;458;p14">
              <a:extLst>
                <a:ext uri="{FF2B5EF4-FFF2-40B4-BE49-F238E27FC236}">
                  <a16:creationId xmlns:a16="http://schemas.microsoft.com/office/drawing/2014/main" id="{5C7CCF9D-267B-E343-BF27-C80B1392412C}"/>
                </a:ext>
              </a:extLst>
            </p:cNvPr>
            <p:cNvSpPr/>
            <p:nvPr/>
          </p:nvSpPr>
          <p:spPr>
            <a:xfrm>
              <a:off x="888461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10" name="Google Shape;459;p14">
              <a:extLst>
                <a:ext uri="{FF2B5EF4-FFF2-40B4-BE49-F238E27FC236}">
                  <a16:creationId xmlns:a16="http://schemas.microsoft.com/office/drawing/2014/main" id="{9DD77843-E74D-1740-8D42-74C00F7CB552}"/>
                </a:ext>
              </a:extLst>
            </p:cNvPr>
            <p:cNvSpPr/>
            <p:nvPr/>
          </p:nvSpPr>
          <p:spPr>
            <a:xfrm>
              <a:off x="0" y="5112281"/>
              <a:ext cx="8862600" cy="31200"/>
            </a:xfrm>
            <a:prstGeom prst="roundRect">
              <a:avLst>
                <a:gd name="adj" fmla="val 16667"/>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11" name="Google Shape;457;p14">
              <a:extLst>
                <a:ext uri="{FF2B5EF4-FFF2-40B4-BE49-F238E27FC236}">
                  <a16:creationId xmlns:a16="http://schemas.microsoft.com/office/drawing/2014/main" id="{021E07D3-382C-4B48-BC36-50DC21C11EA8}"/>
                </a:ext>
              </a:extLst>
            </p:cNvPr>
            <p:cNvSpPr/>
            <p:nvPr/>
          </p:nvSpPr>
          <p:spPr>
            <a:xfrm>
              <a:off x="9047860"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grpSp>
      <p:sp>
        <p:nvSpPr>
          <p:cNvPr id="12" name="Text Placeholder 4">
            <a:extLst>
              <a:ext uri="{FF2B5EF4-FFF2-40B4-BE49-F238E27FC236}">
                <a16:creationId xmlns:a16="http://schemas.microsoft.com/office/drawing/2014/main" id="{CD31F96C-5B22-A444-BD36-1D455AE7077B}"/>
              </a:ext>
            </a:extLst>
          </p:cNvPr>
          <p:cNvSpPr>
            <a:spLocks noGrp="1"/>
          </p:cNvSpPr>
          <p:nvPr>
            <p:ph type="body" sz="quarter" idx="171"/>
          </p:nvPr>
        </p:nvSpPr>
        <p:spPr>
          <a:xfrm>
            <a:off x="527051" y="1346200"/>
            <a:ext cx="5169600" cy="4851600"/>
          </a:xfrm>
          <a:prstGeom prst="rect">
            <a:avLst/>
          </a:prstGeom>
        </p:spPr>
        <p:txBody>
          <a:bodyPr lIns="0" tIns="0" rIns="0" bIns="0"/>
          <a:lstStyle>
            <a:lvl1pPr marL="8466" marR="0" indent="0" algn="l" rtl="0">
              <a:lnSpc>
                <a:spcPct val="100000"/>
              </a:lnSpc>
              <a:spcBef>
                <a:spcPts val="0"/>
              </a:spcBef>
              <a:spcAft>
                <a:spcPts val="0"/>
              </a:spcAft>
              <a:buClr>
                <a:schemeClr val="dk1"/>
              </a:buClr>
              <a:buSzPts val="1000"/>
              <a:buFont typeface="Arial"/>
              <a:buNone/>
              <a:tabLst/>
              <a:defRPr lang="en-US" sz="1333"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marL="8466" marR="0" lvl="0" indent="0" algn="l" rtl="0">
              <a:lnSpc>
                <a:spcPct val="100000"/>
              </a:lnSpc>
              <a:spcBef>
                <a:spcPts val="0"/>
              </a:spcBef>
              <a:spcAft>
                <a:spcPts val="0"/>
              </a:spcAft>
              <a:buClr>
                <a:schemeClr val="dk1"/>
              </a:buClr>
              <a:buSzPts val="1000"/>
              <a:buFont typeface="Arial"/>
              <a:buNone/>
              <a:tabLst/>
            </a:pPr>
            <a:r>
              <a:rPr lang="en-US"/>
              <a:t>Click to edit Master text styles</a:t>
            </a:r>
          </a:p>
        </p:txBody>
      </p:sp>
      <p:sp>
        <p:nvSpPr>
          <p:cNvPr id="13" name="Text Placeholder 4">
            <a:extLst>
              <a:ext uri="{FF2B5EF4-FFF2-40B4-BE49-F238E27FC236}">
                <a16:creationId xmlns:a16="http://schemas.microsoft.com/office/drawing/2014/main" id="{F89CF235-B3DE-2E45-822C-97EFBC1CCA7A}"/>
              </a:ext>
            </a:extLst>
          </p:cNvPr>
          <p:cNvSpPr>
            <a:spLocks noGrp="1"/>
          </p:cNvSpPr>
          <p:nvPr>
            <p:ph type="body" sz="quarter" idx="172"/>
          </p:nvPr>
        </p:nvSpPr>
        <p:spPr>
          <a:xfrm>
            <a:off x="6495351" y="1346200"/>
            <a:ext cx="5169600" cy="4851600"/>
          </a:xfrm>
          <a:prstGeom prst="rect">
            <a:avLst/>
          </a:prstGeom>
        </p:spPr>
        <p:txBody>
          <a:bodyPr lIns="0" tIns="0" rIns="0" bIns="0"/>
          <a:lstStyle>
            <a:lvl1pPr marL="8466" marR="0" indent="0" algn="l" rtl="0">
              <a:lnSpc>
                <a:spcPct val="100000"/>
              </a:lnSpc>
              <a:spcBef>
                <a:spcPts val="0"/>
              </a:spcBef>
              <a:spcAft>
                <a:spcPts val="0"/>
              </a:spcAft>
              <a:buClr>
                <a:schemeClr val="dk1"/>
              </a:buClr>
              <a:buSzPts val="1000"/>
              <a:buFont typeface="Arial"/>
              <a:buNone/>
              <a:tabLst/>
              <a:defRPr lang="en-US" sz="1333"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15" name="Text Placeholder 4">
            <a:extLst>
              <a:ext uri="{FF2B5EF4-FFF2-40B4-BE49-F238E27FC236}">
                <a16:creationId xmlns:a16="http://schemas.microsoft.com/office/drawing/2014/main" id="{2F1E53C9-734D-7742-9794-0B5E7D4D28BF}"/>
              </a:ext>
            </a:extLst>
          </p:cNvPr>
          <p:cNvSpPr>
            <a:spLocks noGrp="1"/>
          </p:cNvSpPr>
          <p:nvPr>
            <p:ph type="body" sz="quarter" idx="199"/>
          </p:nvPr>
        </p:nvSpPr>
        <p:spPr>
          <a:xfrm>
            <a:off x="527051" y="496800"/>
            <a:ext cx="11137900" cy="611600"/>
          </a:xfrm>
          <a:prstGeom prst="rect">
            <a:avLst/>
          </a:prstGeom>
        </p:spPr>
        <p:txBody>
          <a:bodyPr lIns="0" tIns="0" rIns="0" bIns="0" anchor="t"/>
          <a:lstStyle>
            <a:lvl1pPr marL="8466" marR="0" indent="0" algn="l" rtl="0">
              <a:lnSpc>
                <a:spcPct val="90000"/>
              </a:lnSpc>
              <a:spcBef>
                <a:spcPts val="0"/>
              </a:spcBef>
              <a:spcAft>
                <a:spcPts val="0"/>
              </a:spcAft>
              <a:buClr>
                <a:schemeClr val="dk1"/>
              </a:buClr>
              <a:buSzPts val="2000"/>
              <a:buFont typeface="Poppins Medium"/>
              <a:buNone/>
              <a:tabLst/>
              <a:defRPr lang="en-GB" sz="2400" b="0" i="0" u="none" strike="noStrike" cap="none" dirty="0" smtClean="0">
                <a:solidFill>
                  <a:schemeClr val="bg1"/>
                </a:solidFill>
                <a:latin typeface="Poppins Medium"/>
                <a:ea typeface="Poppins Medium"/>
                <a:cs typeface="Poppins Medium"/>
                <a:sym typeface="Poppins Medium"/>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Tree>
    <p:extLst>
      <p:ext uri="{BB962C8B-B14F-4D97-AF65-F5344CB8AC3E}">
        <p14:creationId xmlns:p14="http://schemas.microsoft.com/office/powerpoint/2010/main" val="1167338390"/>
      </p:ext>
    </p:extLst>
  </p:cSld>
  <p:clrMapOvr>
    <a:masterClrMapping/>
  </p:clrMapOvr>
  <p:extLst>
    <p:ext uri="{DCECCB84-F9BA-43D5-87BE-67443E8EF086}">
      <p15:sldGuideLst xmlns:p15="http://schemas.microsoft.com/office/powerpoint/2012/main">
        <p15:guide id="1" orient="horz" pos="531">
          <p15:clr>
            <a:srgbClr val="FBAE40"/>
          </p15:clr>
        </p15:guide>
        <p15:guide id="2" pos="249">
          <p15:clr>
            <a:srgbClr val="FBAE40"/>
          </p15:clr>
        </p15:guide>
        <p15:guide id="3" pos="5511">
          <p15:clr>
            <a:srgbClr val="FBAE40"/>
          </p15:clr>
        </p15:guide>
        <p15:guide id="4" orient="horz" pos="3072">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Title + Two Column with Headings">
    <p:spTree>
      <p:nvGrpSpPr>
        <p:cNvPr id="1" name=""/>
        <p:cNvGrpSpPr/>
        <p:nvPr/>
      </p:nvGrpSpPr>
      <p:grpSpPr>
        <a:xfrm>
          <a:off x="0" y="0"/>
          <a:ext cx="0" cy="0"/>
          <a:chOff x="0" y="0"/>
          <a:chExt cx="0" cy="0"/>
        </a:xfrm>
      </p:grpSpPr>
      <p:sp>
        <p:nvSpPr>
          <p:cNvPr id="2" name="Google Shape;502;p18">
            <a:extLst>
              <a:ext uri="{FF2B5EF4-FFF2-40B4-BE49-F238E27FC236}">
                <a16:creationId xmlns:a16="http://schemas.microsoft.com/office/drawing/2014/main" id="{8DE1B964-0CA1-9B47-84D9-A7B96FA063E3}"/>
              </a:ext>
            </a:extLst>
          </p:cNvPr>
          <p:cNvSpPr/>
          <p:nvPr/>
        </p:nvSpPr>
        <p:spPr>
          <a:xfrm>
            <a:off x="11792595" y="6494883"/>
            <a:ext cx="304800" cy="306000"/>
          </a:xfrm>
          <a:prstGeom prst="ellipse">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fld id="{00000000-1234-1234-1234-123412341234}" type="slidenum">
              <a:rPr lang="en" sz="933" b="0" i="0" u="none" strike="noStrike" cap="none">
                <a:solidFill>
                  <a:schemeClr val="dk1"/>
                </a:solidFill>
                <a:latin typeface="Calibri"/>
                <a:ea typeface="Calibri"/>
                <a:cs typeface="Calibri"/>
                <a:sym typeface="Calibri"/>
              </a:rPr>
              <a:pPr marL="0" marR="0" lvl="0" indent="0" algn="r" rtl="0">
                <a:spcBef>
                  <a:spcPts val="0"/>
                </a:spcBef>
                <a:spcAft>
                  <a:spcPts val="0"/>
                </a:spcAft>
                <a:buNone/>
              </a:pPr>
              <a:t>‹#›</a:t>
            </a:fld>
            <a:endParaRPr sz="933" b="0" i="0" u="none" strike="noStrike" cap="none" dirty="0">
              <a:solidFill>
                <a:schemeClr val="dk1"/>
              </a:solidFill>
              <a:latin typeface="Calibri"/>
              <a:ea typeface="Calibri"/>
              <a:cs typeface="Calibri"/>
              <a:sym typeface="Calibri"/>
            </a:endParaRPr>
          </a:p>
        </p:txBody>
      </p:sp>
      <p:sp>
        <p:nvSpPr>
          <p:cNvPr id="3" name="Google Shape;503;p18">
            <a:extLst>
              <a:ext uri="{FF2B5EF4-FFF2-40B4-BE49-F238E27FC236}">
                <a16:creationId xmlns:a16="http://schemas.microsoft.com/office/drawing/2014/main" id="{64F23AA3-3343-3348-BE2F-B412A669A918}"/>
              </a:ext>
            </a:extLst>
          </p:cNvPr>
          <p:cNvSpPr/>
          <p:nvPr/>
        </p:nvSpPr>
        <p:spPr>
          <a:xfrm>
            <a:off x="3" y="1"/>
            <a:ext cx="301543" cy="347263"/>
          </a:xfrm>
          <a:custGeom>
            <a:avLst/>
            <a:gdLst/>
            <a:ahLst/>
            <a:cxnLst/>
            <a:rect l="l" t="t" r="r" b="b"/>
            <a:pathLst>
              <a:path w="1675237" h="1929234" extrusionOk="0">
                <a:moveTo>
                  <a:pt x="461556" y="1897854"/>
                </a:moveTo>
                <a:lnTo>
                  <a:pt x="469774" y="1899513"/>
                </a:lnTo>
                <a:lnTo>
                  <a:pt x="443985" y="1904118"/>
                </a:lnTo>
                <a:lnTo>
                  <a:pt x="449737" y="1900240"/>
                </a:lnTo>
                <a:cubicBezTo>
                  <a:pt x="453370" y="1898704"/>
                  <a:pt x="457364" y="1897854"/>
                  <a:pt x="461556" y="1897854"/>
                </a:cubicBezTo>
                <a:close/>
                <a:moveTo>
                  <a:pt x="389002" y="1897854"/>
                </a:moveTo>
                <a:cubicBezTo>
                  <a:pt x="397386" y="1897854"/>
                  <a:pt x="404977" y="1901253"/>
                  <a:pt x="410472" y="1906747"/>
                </a:cubicBezTo>
                <a:lnTo>
                  <a:pt x="411766" y="1909872"/>
                </a:lnTo>
                <a:lnTo>
                  <a:pt x="400388" y="1911904"/>
                </a:lnTo>
                <a:lnTo>
                  <a:pt x="363451" y="1916598"/>
                </a:lnTo>
                <a:lnTo>
                  <a:pt x="367531" y="1906747"/>
                </a:lnTo>
                <a:cubicBezTo>
                  <a:pt x="373026" y="1901253"/>
                  <a:pt x="380617" y="1897854"/>
                  <a:pt x="389002" y="1897854"/>
                </a:cubicBezTo>
                <a:close/>
                <a:moveTo>
                  <a:pt x="316447" y="1897854"/>
                </a:moveTo>
                <a:cubicBezTo>
                  <a:pt x="324832" y="1897854"/>
                  <a:pt x="332422" y="1901253"/>
                  <a:pt x="337917" y="1906747"/>
                </a:cubicBezTo>
                <a:lnTo>
                  <a:pt x="343070" y="1919187"/>
                </a:lnTo>
                <a:lnTo>
                  <a:pt x="325117" y="1921469"/>
                </a:lnTo>
                <a:lnTo>
                  <a:pt x="287700" y="1924314"/>
                </a:lnTo>
                <a:lnTo>
                  <a:pt x="294977" y="1906747"/>
                </a:lnTo>
                <a:cubicBezTo>
                  <a:pt x="300471" y="1901253"/>
                  <a:pt x="308062" y="1897854"/>
                  <a:pt x="316447" y="1897854"/>
                </a:cubicBezTo>
                <a:close/>
                <a:moveTo>
                  <a:pt x="243892" y="1897854"/>
                </a:moveTo>
                <a:cubicBezTo>
                  <a:pt x="252277" y="1897854"/>
                  <a:pt x="259868" y="1901253"/>
                  <a:pt x="265363" y="1906747"/>
                </a:cubicBezTo>
                <a:lnTo>
                  <a:pt x="273099" y="1925425"/>
                </a:lnTo>
                <a:lnTo>
                  <a:pt x="248735" y="1927277"/>
                </a:lnTo>
                <a:lnTo>
                  <a:pt x="213550" y="1928167"/>
                </a:lnTo>
                <a:lnTo>
                  <a:pt x="222422" y="1906747"/>
                </a:lnTo>
                <a:cubicBezTo>
                  <a:pt x="227917" y="1901253"/>
                  <a:pt x="235508" y="1897854"/>
                  <a:pt x="243892" y="1897854"/>
                </a:cubicBezTo>
                <a:close/>
                <a:moveTo>
                  <a:pt x="171339" y="1897854"/>
                </a:moveTo>
                <a:cubicBezTo>
                  <a:pt x="188107" y="1897854"/>
                  <a:pt x="201701" y="1911448"/>
                  <a:pt x="201701" y="1928218"/>
                </a:cubicBezTo>
                <a:lnTo>
                  <a:pt x="201597" y="1928469"/>
                </a:lnTo>
                <a:lnTo>
                  <a:pt x="171336" y="1929234"/>
                </a:lnTo>
                <a:lnTo>
                  <a:pt x="141087" y="1928469"/>
                </a:lnTo>
                <a:lnTo>
                  <a:pt x="140982" y="1928218"/>
                </a:lnTo>
                <a:cubicBezTo>
                  <a:pt x="140982" y="1911448"/>
                  <a:pt x="154577" y="1897854"/>
                  <a:pt x="171339" y="1897854"/>
                </a:cubicBezTo>
                <a:close/>
                <a:moveTo>
                  <a:pt x="98792" y="1897854"/>
                </a:moveTo>
                <a:cubicBezTo>
                  <a:pt x="107177" y="1897854"/>
                  <a:pt x="114768" y="1901253"/>
                  <a:pt x="120263" y="1906747"/>
                </a:cubicBezTo>
                <a:lnTo>
                  <a:pt x="129135" y="1928167"/>
                </a:lnTo>
                <a:lnTo>
                  <a:pt x="93938" y="1927277"/>
                </a:lnTo>
                <a:lnTo>
                  <a:pt x="69586" y="1925425"/>
                </a:lnTo>
                <a:lnTo>
                  <a:pt x="77322" y="1906747"/>
                </a:lnTo>
                <a:cubicBezTo>
                  <a:pt x="82817" y="1901253"/>
                  <a:pt x="90408" y="1897854"/>
                  <a:pt x="98792" y="1897854"/>
                </a:cubicBezTo>
                <a:close/>
                <a:moveTo>
                  <a:pt x="26239" y="1897854"/>
                </a:moveTo>
                <a:cubicBezTo>
                  <a:pt x="34623" y="1897854"/>
                  <a:pt x="42214" y="1901253"/>
                  <a:pt x="47709" y="1906747"/>
                </a:cubicBezTo>
                <a:lnTo>
                  <a:pt x="54985" y="1924315"/>
                </a:lnTo>
                <a:lnTo>
                  <a:pt x="17556" y="1921469"/>
                </a:lnTo>
                <a:lnTo>
                  <a:pt x="0" y="1919238"/>
                </a:lnTo>
                <a:lnTo>
                  <a:pt x="0" y="1918259"/>
                </a:lnTo>
                <a:lnTo>
                  <a:pt x="4768" y="1906747"/>
                </a:lnTo>
                <a:cubicBezTo>
                  <a:pt x="10263" y="1901253"/>
                  <a:pt x="17854" y="1897854"/>
                  <a:pt x="26239" y="1897854"/>
                </a:cubicBezTo>
                <a:close/>
                <a:moveTo>
                  <a:pt x="679220" y="1817400"/>
                </a:moveTo>
                <a:cubicBezTo>
                  <a:pt x="687604" y="1817400"/>
                  <a:pt x="695195" y="1820799"/>
                  <a:pt x="700690" y="1826293"/>
                </a:cubicBezTo>
                <a:lnTo>
                  <a:pt x="702587" y="1830873"/>
                </a:lnTo>
                <a:lnTo>
                  <a:pt x="649855" y="1850174"/>
                </a:lnTo>
                <a:lnTo>
                  <a:pt x="648856" y="1847763"/>
                </a:lnTo>
                <a:cubicBezTo>
                  <a:pt x="648856" y="1830994"/>
                  <a:pt x="662450" y="1817400"/>
                  <a:pt x="679220" y="1817400"/>
                </a:cubicBezTo>
                <a:close/>
                <a:moveTo>
                  <a:pt x="606665" y="1817400"/>
                </a:moveTo>
                <a:cubicBezTo>
                  <a:pt x="623435" y="1817400"/>
                  <a:pt x="637029" y="1830994"/>
                  <a:pt x="637029" y="1847763"/>
                </a:cubicBezTo>
                <a:lnTo>
                  <a:pt x="633560" y="1856138"/>
                </a:lnTo>
                <a:lnTo>
                  <a:pt x="618594" y="1861615"/>
                </a:lnTo>
                <a:lnTo>
                  <a:pt x="587142" y="1870547"/>
                </a:lnTo>
                <a:lnTo>
                  <a:pt x="585195" y="1869234"/>
                </a:lnTo>
                <a:cubicBezTo>
                  <a:pt x="579700" y="1863739"/>
                  <a:pt x="576302" y="1856148"/>
                  <a:pt x="576302" y="1847763"/>
                </a:cubicBezTo>
                <a:cubicBezTo>
                  <a:pt x="576302" y="1830994"/>
                  <a:pt x="589896" y="1817400"/>
                  <a:pt x="606665" y="1817400"/>
                </a:cubicBezTo>
                <a:close/>
                <a:moveTo>
                  <a:pt x="534111" y="1817400"/>
                </a:moveTo>
                <a:cubicBezTo>
                  <a:pt x="550880" y="1817400"/>
                  <a:pt x="564474" y="1830994"/>
                  <a:pt x="564474" y="1847763"/>
                </a:cubicBezTo>
                <a:cubicBezTo>
                  <a:pt x="564474" y="1864533"/>
                  <a:pt x="550880" y="1878127"/>
                  <a:pt x="534111" y="1878127"/>
                </a:cubicBezTo>
                <a:cubicBezTo>
                  <a:pt x="517341" y="1878127"/>
                  <a:pt x="503747" y="1864533"/>
                  <a:pt x="503747" y="1847763"/>
                </a:cubicBezTo>
                <a:cubicBezTo>
                  <a:pt x="503747" y="1830994"/>
                  <a:pt x="517341" y="1817400"/>
                  <a:pt x="534111" y="1817400"/>
                </a:cubicBezTo>
                <a:close/>
                <a:moveTo>
                  <a:pt x="461556" y="1817400"/>
                </a:moveTo>
                <a:cubicBezTo>
                  <a:pt x="478326" y="1817400"/>
                  <a:pt x="491920" y="1830994"/>
                  <a:pt x="491920" y="1847763"/>
                </a:cubicBezTo>
                <a:cubicBezTo>
                  <a:pt x="491920" y="1864533"/>
                  <a:pt x="478326" y="1878127"/>
                  <a:pt x="461556" y="1878127"/>
                </a:cubicBezTo>
                <a:cubicBezTo>
                  <a:pt x="444787" y="1878127"/>
                  <a:pt x="431192" y="1864533"/>
                  <a:pt x="431192" y="1847763"/>
                </a:cubicBezTo>
                <a:cubicBezTo>
                  <a:pt x="431192" y="1830994"/>
                  <a:pt x="444787" y="1817400"/>
                  <a:pt x="461556" y="1817400"/>
                </a:cubicBezTo>
                <a:close/>
                <a:moveTo>
                  <a:pt x="389002" y="1817400"/>
                </a:moveTo>
                <a:cubicBezTo>
                  <a:pt x="405771" y="1817400"/>
                  <a:pt x="419365" y="1830994"/>
                  <a:pt x="419365" y="1847763"/>
                </a:cubicBezTo>
                <a:cubicBezTo>
                  <a:pt x="419365" y="1864533"/>
                  <a:pt x="405771" y="1878127"/>
                  <a:pt x="389002" y="1878127"/>
                </a:cubicBezTo>
                <a:cubicBezTo>
                  <a:pt x="372232" y="1878127"/>
                  <a:pt x="358638" y="1864533"/>
                  <a:pt x="358638" y="1847763"/>
                </a:cubicBezTo>
                <a:cubicBezTo>
                  <a:pt x="358638" y="1830994"/>
                  <a:pt x="372232" y="1817400"/>
                  <a:pt x="389002" y="1817400"/>
                </a:cubicBezTo>
                <a:close/>
                <a:moveTo>
                  <a:pt x="316447" y="1817400"/>
                </a:moveTo>
                <a:cubicBezTo>
                  <a:pt x="333216" y="1817400"/>
                  <a:pt x="346810" y="1830994"/>
                  <a:pt x="346810" y="1847763"/>
                </a:cubicBezTo>
                <a:cubicBezTo>
                  <a:pt x="346810" y="1864533"/>
                  <a:pt x="333216" y="1878127"/>
                  <a:pt x="316447" y="1878127"/>
                </a:cubicBezTo>
                <a:cubicBezTo>
                  <a:pt x="299677" y="1878127"/>
                  <a:pt x="286084" y="1864533"/>
                  <a:pt x="286084" y="1847763"/>
                </a:cubicBezTo>
                <a:cubicBezTo>
                  <a:pt x="286084" y="1830994"/>
                  <a:pt x="299677" y="1817400"/>
                  <a:pt x="316447" y="1817400"/>
                </a:cubicBezTo>
                <a:close/>
                <a:moveTo>
                  <a:pt x="243892" y="1817400"/>
                </a:moveTo>
                <a:cubicBezTo>
                  <a:pt x="260662" y="1817400"/>
                  <a:pt x="274256" y="1830994"/>
                  <a:pt x="274256" y="1847763"/>
                </a:cubicBezTo>
                <a:cubicBezTo>
                  <a:pt x="274256" y="1864533"/>
                  <a:pt x="260662" y="1878127"/>
                  <a:pt x="243892" y="1878127"/>
                </a:cubicBezTo>
                <a:cubicBezTo>
                  <a:pt x="227123" y="1878127"/>
                  <a:pt x="213529" y="1864533"/>
                  <a:pt x="213529" y="1847763"/>
                </a:cubicBezTo>
                <a:cubicBezTo>
                  <a:pt x="213529" y="1830994"/>
                  <a:pt x="227123" y="1817400"/>
                  <a:pt x="243892" y="1817400"/>
                </a:cubicBezTo>
                <a:close/>
                <a:moveTo>
                  <a:pt x="171339" y="1817400"/>
                </a:moveTo>
                <a:cubicBezTo>
                  <a:pt x="188107" y="1817400"/>
                  <a:pt x="201701" y="1830994"/>
                  <a:pt x="201701" y="1847763"/>
                </a:cubicBezTo>
                <a:cubicBezTo>
                  <a:pt x="201701" y="1864533"/>
                  <a:pt x="188107" y="1878127"/>
                  <a:pt x="171339" y="1878127"/>
                </a:cubicBezTo>
                <a:cubicBezTo>
                  <a:pt x="154583" y="1878127"/>
                  <a:pt x="140989" y="1864533"/>
                  <a:pt x="140989" y="1847763"/>
                </a:cubicBezTo>
                <a:cubicBezTo>
                  <a:pt x="140989" y="1830994"/>
                  <a:pt x="154583" y="1817400"/>
                  <a:pt x="171339" y="1817400"/>
                </a:cubicBezTo>
                <a:close/>
                <a:moveTo>
                  <a:pt x="98799" y="1817400"/>
                </a:moveTo>
                <a:cubicBezTo>
                  <a:pt x="115568" y="1817400"/>
                  <a:pt x="129162" y="1830994"/>
                  <a:pt x="129162" y="1847763"/>
                </a:cubicBezTo>
                <a:cubicBezTo>
                  <a:pt x="129162" y="1864533"/>
                  <a:pt x="115568" y="1878127"/>
                  <a:pt x="98799" y="1878127"/>
                </a:cubicBezTo>
                <a:cubicBezTo>
                  <a:pt x="82029" y="1878127"/>
                  <a:pt x="68435" y="1864533"/>
                  <a:pt x="68435" y="1847763"/>
                </a:cubicBezTo>
                <a:cubicBezTo>
                  <a:pt x="68435" y="1830994"/>
                  <a:pt x="82029" y="1817400"/>
                  <a:pt x="98799" y="1817400"/>
                </a:cubicBezTo>
                <a:close/>
                <a:moveTo>
                  <a:pt x="26245" y="1817400"/>
                </a:moveTo>
                <a:cubicBezTo>
                  <a:pt x="43014" y="1817400"/>
                  <a:pt x="56608" y="1830994"/>
                  <a:pt x="56608" y="1847763"/>
                </a:cubicBezTo>
                <a:cubicBezTo>
                  <a:pt x="56608" y="1864533"/>
                  <a:pt x="43014" y="1878127"/>
                  <a:pt x="26245" y="1878127"/>
                </a:cubicBezTo>
                <a:cubicBezTo>
                  <a:pt x="17860" y="1878127"/>
                  <a:pt x="10269" y="1874729"/>
                  <a:pt x="4775" y="1869234"/>
                </a:cubicBezTo>
                <a:lnTo>
                  <a:pt x="0" y="1857707"/>
                </a:lnTo>
                <a:lnTo>
                  <a:pt x="0" y="1837819"/>
                </a:lnTo>
                <a:lnTo>
                  <a:pt x="4775" y="1826293"/>
                </a:lnTo>
                <a:cubicBezTo>
                  <a:pt x="10269" y="1820799"/>
                  <a:pt x="17860" y="1817400"/>
                  <a:pt x="26245" y="1817400"/>
                </a:cubicBezTo>
                <a:close/>
                <a:moveTo>
                  <a:pt x="896883" y="1736948"/>
                </a:moveTo>
                <a:lnTo>
                  <a:pt x="903696" y="1738324"/>
                </a:lnTo>
                <a:lnTo>
                  <a:pt x="888255" y="1747704"/>
                </a:lnTo>
                <a:lnTo>
                  <a:pt x="871248" y="1755896"/>
                </a:lnTo>
                <a:lnTo>
                  <a:pt x="875413" y="1745841"/>
                </a:lnTo>
                <a:cubicBezTo>
                  <a:pt x="880908" y="1740347"/>
                  <a:pt x="888499" y="1736948"/>
                  <a:pt x="896883" y="1736948"/>
                </a:cubicBezTo>
                <a:close/>
                <a:moveTo>
                  <a:pt x="824329" y="1736948"/>
                </a:moveTo>
                <a:cubicBezTo>
                  <a:pt x="832714" y="1736948"/>
                  <a:pt x="840304" y="1740347"/>
                  <a:pt x="845799" y="1745841"/>
                </a:cubicBezTo>
                <a:lnTo>
                  <a:pt x="853504" y="1764444"/>
                </a:lnTo>
                <a:lnTo>
                  <a:pt x="802910" y="1788817"/>
                </a:lnTo>
                <a:lnTo>
                  <a:pt x="802858" y="1788782"/>
                </a:lnTo>
                <a:cubicBezTo>
                  <a:pt x="797364" y="1783287"/>
                  <a:pt x="793965" y="1775696"/>
                  <a:pt x="793965" y="1767312"/>
                </a:cubicBezTo>
                <a:cubicBezTo>
                  <a:pt x="793965" y="1750542"/>
                  <a:pt x="807559" y="1736948"/>
                  <a:pt x="824329" y="1736948"/>
                </a:cubicBezTo>
                <a:close/>
                <a:moveTo>
                  <a:pt x="751774" y="1736948"/>
                </a:moveTo>
                <a:cubicBezTo>
                  <a:pt x="768544" y="1736948"/>
                  <a:pt x="782138" y="1750542"/>
                  <a:pt x="782138" y="1767312"/>
                </a:cubicBezTo>
                <a:cubicBezTo>
                  <a:pt x="782138" y="1784081"/>
                  <a:pt x="768544" y="1797675"/>
                  <a:pt x="751774" y="1797675"/>
                </a:cubicBezTo>
                <a:cubicBezTo>
                  <a:pt x="735005" y="1797675"/>
                  <a:pt x="721411" y="1784081"/>
                  <a:pt x="721411" y="1767312"/>
                </a:cubicBezTo>
                <a:cubicBezTo>
                  <a:pt x="721411" y="1750542"/>
                  <a:pt x="735005" y="1736948"/>
                  <a:pt x="751774" y="1736948"/>
                </a:cubicBezTo>
                <a:close/>
                <a:moveTo>
                  <a:pt x="679220" y="1736948"/>
                </a:moveTo>
                <a:cubicBezTo>
                  <a:pt x="695989" y="1736948"/>
                  <a:pt x="709583" y="1750542"/>
                  <a:pt x="709583" y="1767312"/>
                </a:cubicBezTo>
                <a:cubicBezTo>
                  <a:pt x="709583" y="1784081"/>
                  <a:pt x="695989" y="1797675"/>
                  <a:pt x="679220" y="1797675"/>
                </a:cubicBezTo>
                <a:cubicBezTo>
                  <a:pt x="662450" y="1797675"/>
                  <a:pt x="648856" y="1784081"/>
                  <a:pt x="648856" y="1767312"/>
                </a:cubicBezTo>
                <a:cubicBezTo>
                  <a:pt x="648856" y="1750542"/>
                  <a:pt x="662450" y="1736948"/>
                  <a:pt x="679220" y="1736948"/>
                </a:cubicBezTo>
                <a:close/>
                <a:moveTo>
                  <a:pt x="606665" y="1736948"/>
                </a:moveTo>
                <a:cubicBezTo>
                  <a:pt x="623435" y="1736948"/>
                  <a:pt x="637029" y="1750542"/>
                  <a:pt x="637029" y="1767312"/>
                </a:cubicBezTo>
                <a:cubicBezTo>
                  <a:pt x="637029" y="1784081"/>
                  <a:pt x="623435" y="1797675"/>
                  <a:pt x="606665" y="1797675"/>
                </a:cubicBezTo>
                <a:cubicBezTo>
                  <a:pt x="589896" y="1797675"/>
                  <a:pt x="576302" y="1784081"/>
                  <a:pt x="576302" y="1767312"/>
                </a:cubicBezTo>
                <a:cubicBezTo>
                  <a:pt x="576302" y="1750542"/>
                  <a:pt x="589896" y="1736948"/>
                  <a:pt x="606665" y="1736948"/>
                </a:cubicBezTo>
                <a:close/>
                <a:moveTo>
                  <a:pt x="534111" y="1736948"/>
                </a:moveTo>
                <a:cubicBezTo>
                  <a:pt x="550880" y="1736948"/>
                  <a:pt x="564474" y="1750542"/>
                  <a:pt x="564474" y="1767312"/>
                </a:cubicBezTo>
                <a:cubicBezTo>
                  <a:pt x="564474" y="1784081"/>
                  <a:pt x="550880" y="1797675"/>
                  <a:pt x="534111" y="1797675"/>
                </a:cubicBezTo>
                <a:cubicBezTo>
                  <a:pt x="517341" y="1797675"/>
                  <a:pt x="503747" y="1784081"/>
                  <a:pt x="503747" y="1767312"/>
                </a:cubicBezTo>
                <a:cubicBezTo>
                  <a:pt x="503747" y="1750542"/>
                  <a:pt x="517341" y="1736948"/>
                  <a:pt x="534111" y="1736948"/>
                </a:cubicBezTo>
                <a:close/>
                <a:moveTo>
                  <a:pt x="461556" y="1736948"/>
                </a:moveTo>
                <a:cubicBezTo>
                  <a:pt x="478326" y="1736948"/>
                  <a:pt x="491920" y="1750542"/>
                  <a:pt x="491920" y="1767312"/>
                </a:cubicBezTo>
                <a:cubicBezTo>
                  <a:pt x="491920" y="1784081"/>
                  <a:pt x="478326" y="1797675"/>
                  <a:pt x="461556" y="1797675"/>
                </a:cubicBezTo>
                <a:cubicBezTo>
                  <a:pt x="444787" y="1797675"/>
                  <a:pt x="431192" y="1784081"/>
                  <a:pt x="431192" y="1767312"/>
                </a:cubicBezTo>
                <a:cubicBezTo>
                  <a:pt x="431192" y="1750542"/>
                  <a:pt x="444787" y="1736948"/>
                  <a:pt x="461556" y="1736948"/>
                </a:cubicBezTo>
                <a:close/>
                <a:moveTo>
                  <a:pt x="389002" y="1736948"/>
                </a:moveTo>
                <a:cubicBezTo>
                  <a:pt x="405771" y="1736948"/>
                  <a:pt x="419365" y="1750542"/>
                  <a:pt x="419365" y="1767312"/>
                </a:cubicBezTo>
                <a:cubicBezTo>
                  <a:pt x="419365" y="1784081"/>
                  <a:pt x="405771" y="1797675"/>
                  <a:pt x="389002" y="1797675"/>
                </a:cubicBezTo>
                <a:cubicBezTo>
                  <a:pt x="372232" y="1797675"/>
                  <a:pt x="358638" y="1784081"/>
                  <a:pt x="358638" y="1767312"/>
                </a:cubicBezTo>
                <a:cubicBezTo>
                  <a:pt x="358638" y="1750542"/>
                  <a:pt x="372232" y="1736948"/>
                  <a:pt x="389002" y="1736948"/>
                </a:cubicBezTo>
                <a:close/>
                <a:moveTo>
                  <a:pt x="316447" y="1736948"/>
                </a:moveTo>
                <a:cubicBezTo>
                  <a:pt x="333216" y="1736948"/>
                  <a:pt x="346810" y="1750542"/>
                  <a:pt x="346810" y="1767312"/>
                </a:cubicBezTo>
                <a:cubicBezTo>
                  <a:pt x="346810" y="1784081"/>
                  <a:pt x="333216" y="1797675"/>
                  <a:pt x="316447" y="1797675"/>
                </a:cubicBezTo>
                <a:cubicBezTo>
                  <a:pt x="299677" y="1797675"/>
                  <a:pt x="286084" y="1784081"/>
                  <a:pt x="286084" y="1767312"/>
                </a:cubicBezTo>
                <a:cubicBezTo>
                  <a:pt x="286084" y="1750542"/>
                  <a:pt x="299677" y="1736948"/>
                  <a:pt x="316447" y="1736948"/>
                </a:cubicBezTo>
                <a:close/>
                <a:moveTo>
                  <a:pt x="243892" y="1736948"/>
                </a:moveTo>
                <a:cubicBezTo>
                  <a:pt x="260662" y="1736948"/>
                  <a:pt x="274256" y="1750542"/>
                  <a:pt x="274256" y="1767312"/>
                </a:cubicBezTo>
                <a:cubicBezTo>
                  <a:pt x="274256" y="1784081"/>
                  <a:pt x="260662" y="1797675"/>
                  <a:pt x="243892" y="1797675"/>
                </a:cubicBezTo>
                <a:cubicBezTo>
                  <a:pt x="227123" y="1797675"/>
                  <a:pt x="213529" y="1784081"/>
                  <a:pt x="213529" y="1767312"/>
                </a:cubicBezTo>
                <a:cubicBezTo>
                  <a:pt x="213529" y="1750542"/>
                  <a:pt x="227123" y="1736948"/>
                  <a:pt x="243892" y="1736948"/>
                </a:cubicBezTo>
                <a:close/>
                <a:moveTo>
                  <a:pt x="171339" y="1736948"/>
                </a:moveTo>
                <a:cubicBezTo>
                  <a:pt x="188107" y="1736948"/>
                  <a:pt x="201701" y="1750542"/>
                  <a:pt x="201701" y="1767312"/>
                </a:cubicBezTo>
                <a:cubicBezTo>
                  <a:pt x="201701" y="1784081"/>
                  <a:pt x="188107" y="1797675"/>
                  <a:pt x="171339" y="1797675"/>
                </a:cubicBezTo>
                <a:cubicBezTo>
                  <a:pt x="154588" y="1797675"/>
                  <a:pt x="140995" y="1784081"/>
                  <a:pt x="140995" y="1767312"/>
                </a:cubicBezTo>
                <a:cubicBezTo>
                  <a:pt x="140995" y="1750542"/>
                  <a:pt x="154588" y="1736948"/>
                  <a:pt x="171339" y="1736948"/>
                </a:cubicBezTo>
                <a:close/>
                <a:moveTo>
                  <a:pt x="98806" y="1736948"/>
                </a:moveTo>
                <a:cubicBezTo>
                  <a:pt x="115574" y="1736948"/>
                  <a:pt x="129168" y="1750542"/>
                  <a:pt x="129168" y="1767312"/>
                </a:cubicBezTo>
                <a:cubicBezTo>
                  <a:pt x="129168" y="1784081"/>
                  <a:pt x="115574" y="1797675"/>
                  <a:pt x="98806" y="1797675"/>
                </a:cubicBezTo>
                <a:cubicBezTo>
                  <a:pt x="82035" y="1797675"/>
                  <a:pt x="68442" y="1784081"/>
                  <a:pt x="68442" y="1767312"/>
                </a:cubicBezTo>
                <a:cubicBezTo>
                  <a:pt x="68442" y="1750542"/>
                  <a:pt x="82035" y="1736948"/>
                  <a:pt x="98806" y="1736948"/>
                </a:cubicBezTo>
                <a:close/>
                <a:moveTo>
                  <a:pt x="26251" y="1736948"/>
                </a:moveTo>
                <a:cubicBezTo>
                  <a:pt x="43020" y="1736948"/>
                  <a:pt x="56614" y="1750542"/>
                  <a:pt x="56614" y="1767312"/>
                </a:cubicBezTo>
                <a:cubicBezTo>
                  <a:pt x="56614" y="1784081"/>
                  <a:pt x="43020" y="1797675"/>
                  <a:pt x="26251" y="1797675"/>
                </a:cubicBezTo>
                <a:cubicBezTo>
                  <a:pt x="17866" y="1797675"/>
                  <a:pt x="10276" y="1794277"/>
                  <a:pt x="4781" y="1788782"/>
                </a:cubicBezTo>
                <a:lnTo>
                  <a:pt x="0" y="1777239"/>
                </a:lnTo>
                <a:lnTo>
                  <a:pt x="0" y="1757384"/>
                </a:lnTo>
                <a:lnTo>
                  <a:pt x="4781" y="1745841"/>
                </a:lnTo>
                <a:cubicBezTo>
                  <a:pt x="10276" y="1740347"/>
                  <a:pt x="17866" y="1736948"/>
                  <a:pt x="26251" y="1736948"/>
                </a:cubicBezTo>
                <a:close/>
                <a:moveTo>
                  <a:pt x="1030341" y="1658849"/>
                </a:moveTo>
                <a:lnTo>
                  <a:pt x="1020041" y="1666551"/>
                </a:lnTo>
                <a:lnTo>
                  <a:pt x="1020522" y="1665390"/>
                </a:lnTo>
                <a:cubicBezTo>
                  <a:pt x="1023269" y="1662642"/>
                  <a:pt x="1026541" y="1660419"/>
                  <a:pt x="1030173" y="1658883"/>
                </a:cubicBezTo>
                <a:close/>
                <a:moveTo>
                  <a:pt x="969438" y="1656497"/>
                </a:moveTo>
                <a:cubicBezTo>
                  <a:pt x="977823" y="1656497"/>
                  <a:pt x="985413" y="1659895"/>
                  <a:pt x="990908" y="1665390"/>
                </a:cubicBezTo>
                <a:lnTo>
                  <a:pt x="997511" y="1681329"/>
                </a:lnTo>
                <a:lnTo>
                  <a:pt x="950384" y="1709959"/>
                </a:lnTo>
                <a:lnTo>
                  <a:pt x="947968" y="1708330"/>
                </a:lnTo>
                <a:cubicBezTo>
                  <a:pt x="942473" y="1702836"/>
                  <a:pt x="939075" y="1695245"/>
                  <a:pt x="939075" y="1686860"/>
                </a:cubicBezTo>
                <a:cubicBezTo>
                  <a:pt x="939075" y="1670091"/>
                  <a:pt x="952669" y="1656497"/>
                  <a:pt x="969438" y="1656497"/>
                </a:cubicBezTo>
                <a:close/>
                <a:moveTo>
                  <a:pt x="896883" y="1656497"/>
                </a:moveTo>
                <a:cubicBezTo>
                  <a:pt x="913653" y="1656497"/>
                  <a:pt x="927247" y="1670091"/>
                  <a:pt x="927247" y="1686860"/>
                </a:cubicBezTo>
                <a:cubicBezTo>
                  <a:pt x="927247" y="1703630"/>
                  <a:pt x="913653" y="1717224"/>
                  <a:pt x="896883" y="1717224"/>
                </a:cubicBezTo>
                <a:cubicBezTo>
                  <a:pt x="880114" y="1717224"/>
                  <a:pt x="866520" y="1703630"/>
                  <a:pt x="866520" y="1686860"/>
                </a:cubicBezTo>
                <a:cubicBezTo>
                  <a:pt x="866520" y="1670091"/>
                  <a:pt x="880114" y="1656497"/>
                  <a:pt x="896883" y="1656497"/>
                </a:cubicBezTo>
                <a:close/>
                <a:moveTo>
                  <a:pt x="824329" y="1656497"/>
                </a:moveTo>
                <a:cubicBezTo>
                  <a:pt x="841098" y="1656497"/>
                  <a:pt x="854692" y="1670091"/>
                  <a:pt x="854692" y="1686860"/>
                </a:cubicBezTo>
                <a:cubicBezTo>
                  <a:pt x="854692" y="1703630"/>
                  <a:pt x="841098" y="1717224"/>
                  <a:pt x="824329" y="1717224"/>
                </a:cubicBezTo>
                <a:cubicBezTo>
                  <a:pt x="807559" y="1717224"/>
                  <a:pt x="793965" y="1703630"/>
                  <a:pt x="793965" y="1686860"/>
                </a:cubicBezTo>
                <a:cubicBezTo>
                  <a:pt x="793965" y="1670091"/>
                  <a:pt x="807559" y="1656497"/>
                  <a:pt x="824329" y="1656497"/>
                </a:cubicBezTo>
                <a:close/>
                <a:moveTo>
                  <a:pt x="751774" y="1656497"/>
                </a:moveTo>
                <a:cubicBezTo>
                  <a:pt x="768544" y="1656497"/>
                  <a:pt x="782138" y="1670091"/>
                  <a:pt x="782138" y="1686860"/>
                </a:cubicBezTo>
                <a:cubicBezTo>
                  <a:pt x="782138" y="1703630"/>
                  <a:pt x="768544" y="1717224"/>
                  <a:pt x="751774" y="1717224"/>
                </a:cubicBezTo>
                <a:cubicBezTo>
                  <a:pt x="735005" y="1717224"/>
                  <a:pt x="721411" y="1703630"/>
                  <a:pt x="721411" y="1686860"/>
                </a:cubicBezTo>
                <a:cubicBezTo>
                  <a:pt x="721411" y="1670091"/>
                  <a:pt x="735005" y="1656497"/>
                  <a:pt x="751774" y="1656497"/>
                </a:cubicBezTo>
                <a:close/>
                <a:moveTo>
                  <a:pt x="679220" y="1656497"/>
                </a:moveTo>
                <a:cubicBezTo>
                  <a:pt x="695989" y="1656497"/>
                  <a:pt x="709583" y="1670091"/>
                  <a:pt x="709583" y="1686860"/>
                </a:cubicBezTo>
                <a:cubicBezTo>
                  <a:pt x="709583" y="1703630"/>
                  <a:pt x="695989" y="1717224"/>
                  <a:pt x="679220" y="1717224"/>
                </a:cubicBezTo>
                <a:cubicBezTo>
                  <a:pt x="662450" y="1717224"/>
                  <a:pt x="648856" y="1703630"/>
                  <a:pt x="648856" y="1686860"/>
                </a:cubicBezTo>
                <a:cubicBezTo>
                  <a:pt x="648856" y="1670091"/>
                  <a:pt x="662450" y="1656497"/>
                  <a:pt x="679220" y="1656497"/>
                </a:cubicBezTo>
                <a:close/>
                <a:moveTo>
                  <a:pt x="606665" y="1656497"/>
                </a:moveTo>
                <a:cubicBezTo>
                  <a:pt x="623435" y="1656497"/>
                  <a:pt x="637029" y="1670091"/>
                  <a:pt x="637029" y="1686860"/>
                </a:cubicBezTo>
                <a:cubicBezTo>
                  <a:pt x="637029" y="1703630"/>
                  <a:pt x="623435" y="1717224"/>
                  <a:pt x="606665" y="1717224"/>
                </a:cubicBezTo>
                <a:cubicBezTo>
                  <a:pt x="589896" y="1717224"/>
                  <a:pt x="576302" y="1703630"/>
                  <a:pt x="576302" y="1686860"/>
                </a:cubicBezTo>
                <a:cubicBezTo>
                  <a:pt x="576302" y="1670091"/>
                  <a:pt x="589896" y="1656497"/>
                  <a:pt x="606665" y="1656497"/>
                </a:cubicBezTo>
                <a:close/>
                <a:moveTo>
                  <a:pt x="534111" y="1656497"/>
                </a:moveTo>
                <a:cubicBezTo>
                  <a:pt x="550880" y="1656497"/>
                  <a:pt x="564474" y="1670091"/>
                  <a:pt x="564474" y="1686860"/>
                </a:cubicBezTo>
                <a:cubicBezTo>
                  <a:pt x="564474" y="1703630"/>
                  <a:pt x="550880" y="1717224"/>
                  <a:pt x="534111" y="1717224"/>
                </a:cubicBezTo>
                <a:cubicBezTo>
                  <a:pt x="517341" y="1717224"/>
                  <a:pt x="503747" y="1703630"/>
                  <a:pt x="503747" y="1686860"/>
                </a:cubicBezTo>
                <a:cubicBezTo>
                  <a:pt x="503747" y="1670091"/>
                  <a:pt x="517341" y="1656497"/>
                  <a:pt x="534111" y="1656497"/>
                </a:cubicBezTo>
                <a:close/>
                <a:moveTo>
                  <a:pt x="461556" y="1656497"/>
                </a:moveTo>
                <a:cubicBezTo>
                  <a:pt x="478326" y="1656497"/>
                  <a:pt x="491920" y="1670091"/>
                  <a:pt x="491920" y="1686860"/>
                </a:cubicBezTo>
                <a:cubicBezTo>
                  <a:pt x="491920" y="1703630"/>
                  <a:pt x="478326" y="1717224"/>
                  <a:pt x="461556" y="1717224"/>
                </a:cubicBezTo>
                <a:cubicBezTo>
                  <a:pt x="444787" y="1717224"/>
                  <a:pt x="431192" y="1703630"/>
                  <a:pt x="431192" y="1686860"/>
                </a:cubicBezTo>
                <a:cubicBezTo>
                  <a:pt x="431192" y="1670091"/>
                  <a:pt x="444787" y="1656497"/>
                  <a:pt x="461556" y="1656497"/>
                </a:cubicBezTo>
                <a:close/>
                <a:moveTo>
                  <a:pt x="389002" y="1656497"/>
                </a:moveTo>
                <a:cubicBezTo>
                  <a:pt x="405771" y="1656497"/>
                  <a:pt x="419365" y="1670091"/>
                  <a:pt x="419365" y="1686860"/>
                </a:cubicBezTo>
                <a:cubicBezTo>
                  <a:pt x="419365" y="1703630"/>
                  <a:pt x="405771" y="1717224"/>
                  <a:pt x="389002" y="1717224"/>
                </a:cubicBezTo>
                <a:cubicBezTo>
                  <a:pt x="372232" y="1717224"/>
                  <a:pt x="358638" y="1703630"/>
                  <a:pt x="358638" y="1686860"/>
                </a:cubicBezTo>
                <a:cubicBezTo>
                  <a:pt x="358638" y="1670091"/>
                  <a:pt x="372232" y="1656497"/>
                  <a:pt x="389002" y="1656497"/>
                </a:cubicBezTo>
                <a:close/>
                <a:moveTo>
                  <a:pt x="316447" y="1656497"/>
                </a:moveTo>
                <a:cubicBezTo>
                  <a:pt x="333216" y="1656497"/>
                  <a:pt x="346810" y="1670091"/>
                  <a:pt x="346810" y="1686860"/>
                </a:cubicBezTo>
                <a:cubicBezTo>
                  <a:pt x="346810" y="1703630"/>
                  <a:pt x="333216" y="1717224"/>
                  <a:pt x="316447" y="1717224"/>
                </a:cubicBezTo>
                <a:cubicBezTo>
                  <a:pt x="299677" y="1717224"/>
                  <a:pt x="286084" y="1703630"/>
                  <a:pt x="286084" y="1686860"/>
                </a:cubicBezTo>
                <a:cubicBezTo>
                  <a:pt x="286084" y="1670091"/>
                  <a:pt x="299677" y="1656497"/>
                  <a:pt x="316447" y="1656497"/>
                </a:cubicBezTo>
                <a:close/>
                <a:moveTo>
                  <a:pt x="243892" y="1656497"/>
                </a:moveTo>
                <a:cubicBezTo>
                  <a:pt x="260662" y="1656497"/>
                  <a:pt x="274256" y="1670091"/>
                  <a:pt x="274256" y="1686860"/>
                </a:cubicBezTo>
                <a:cubicBezTo>
                  <a:pt x="274256" y="1703630"/>
                  <a:pt x="260662" y="1717224"/>
                  <a:pt x="243892" y="1717224"/>
                </a:cubicBezTo>
                <a:cubicBezTo>
                  <a:pt x="227123" y="1717224"/>
                  <a:pt x="213529" y="1703630"/>
                  <a:pt x="213529" y="1686860"/>
                </a:cubicBezTo>
                <a:cubicBezTo>
                  <a:pt x="213529" y="1670091"/>
                  <a:pt x="227123" y="1656497"/>
                  <a:pt x="243892" y="1656497"/>
                </a:cubicBezTo>
                <a:close/>
                <a:moveTo>
                  <a:pt x="171339" y="1656497"/>
                </a:moveTo>
                <a:cubicBezTo>
                  <a:pt x="188107" y="1656497"/>
                  <a:pt x="201701" y="1670091"/>
                  <a:pt x="201701" y="1686860"/>
                </a:cubicBezTo>
                <a:cubicBezTo>
                  <a:pt x="201701" y="1703630"/>
                  <a:pt x="188107" y="1717224"/>
                  <a:pt x="171339" y="1717224"/>
                </a:cubicBezTo>
                <a:cubicBezTo>
                  <a:pt x="154594" y="1717224"/>
                  <a:pt x="141001" y="1703630"/>
                  <a:pt x="141001" y="1686860"/>
                </a:cubicBezTo>
                <a:cubicBezTo>
                  <a:pt x="141001" y="1670091"/>
                  <a:pt x="154594" y="1656497"/>
                  <a:pt x="171339" y="1656497"/>
                </a:cubicBezTo>
                <a:close/>
                <a:moveTo>
                  <a:pt x="98812" y="1656497"/>
                </a:moveTo>
                <a:cubicBezTo>
                  <a:pt x="115580" y="1656497"/>
                  <a:pt x="129174" y="1670091"/>
                  <a:pt x="129174" y="1686860"/>
                </a:cubicBezTo>
                <a:cubicBezTo>
                  <a:pt x="129174" y="1703630"/>
                  <a:pt x="115580" y="1717224"/>
                  <a:pt x="98812" y="1717224"/>
                </a:cubicBezTo>
                <a:cubicBezTo>
                  <a:pt x="82042" y="1717224"/>
                  <a:pt x="68448" y="1703630"/>
                  <a:pt x="68448" y="1686860"/>
                </a:cubicBezTo>
                <a:cubicBezTo>
                  <a:pt x="68448" y="1670091"/>
                  <a:pt x="82042" y="1656497"/>
                  <a:pt x="98812" y="1656497"/>
                </a:cubicBezTo>
                <a:close/>
                <a:moveTo>
                  <a:pt x="26257" y="1656497"/>
                </a:moveTo>
                <a:cubicBezTo>
                  <a:pt x="43026" y="1656497"/>
                  <a:pt x="56620" y="1670091"/>
                  <a:pt x="56620" y="1686860"/>
                </a:cubicBezTo>
                <a:cubicBezTo>
                  <a:pt x="56620" y="1703630"/>
                  <a:pt x="43026" y="1717224"/>
                  <a:pt x="26257" y="1717224"/>
                </a:cubicBezTo>
                <a:cubicBezTo>
                  <a:pt x="17873" y="1717224"/>
                  <a:pt x="10282" y="1713826"/>
                  <a:pt x="4787" y="1708331"/>
                </a:cubicBezTo>
                <a:lnTo>
                  <a:pt x="0" y="1696773"/>
                </a:lnTo>
                <a:lnTo>
                  <a:pt x="0" y="1676947"/>
                </a:lnTo>
                <a:lnTo>
                  <a:pt x="4787" y="1665390"/>
                </a:lnTo>
                <a:cubicBezTo>
                  <a:pt x="10282" y="1659896"/>
                  <a:pt x="17873" y="1656497"/>
                  <a:pt x="26257" y="1656497"/>
                </a:cubicBezTo>
                <a:close/>
                <a:moveTo>
                  <a:pt x="1114547" y="1576045"/>
                </a:moveTo>
                <a:cubicBezTo>
                  <a:pt x="1118739" y="1576045"/>
                  <a:pt x="1122733" y="1576894"/>
                  <a:pt x="1126366" y="1578431"/>
                </a:cubicBezTo>
                <a:lnTo>
                  <a:pt x="1131977" y="1582214"/>
                </a:lnTo>
                <a:lnTo>
                  <a:pt x="1128051" y="1585783"/>
                </a:lnTo>
                <a:lnTo>
                  <a:pt x="1088035" y="1615706"/>
                </a:lnTo>
                <a:lnTo>
                  <a:pt x="1084184" y="1606408"/>
                </a:lnTo>
                <a:cubicBezTo>
                  <a:pt x="1084184" y="1589639"/>
                  <a:pt x="1097778" y="1576045"/>
                  <a:pt x="1114547" y="1576045"/>
                </a:cubicBezTo>
                <a:close/>
                <a:moveTo>
                  <a:pt x="1041993" y="1576045"/>
                </a:moveTo>
                <a:cubicBezTo>
                  <a:pt x="1058762" y="1576045"/>
                  <a:pt x="1072356" y="1589639"/>
                  <a:pt x="1072356" y="1606408"/>
                </a:cubicBezTo>
                <a:cubicBezTo>
                  <a:pt x="1072356" y="1623178"/>
                  <a:pt x="1058762" y="1636772"/>
                  <a:pt x="1041993" y="1636772"/>
                </a:cubicBezTo>
                <a:cubicBezTo>
                  <a:pt x="1025223" y="1636772"/>
                  <a:pt x="1011629" y="1623178"/>
                  <a:pt x="1011629" y="1606408"/>
                </a:cubicBezTo>
                <a:cubicBezTo>
                  <a:pt x="1011629" y="1589639"/>
                  <a:pt x="1025223" y="1576045"/>
                  <a:pt x="1041993" y="1576045"/>
                </a:cubicBezTo>
                <a:close/>
                <a:moveTo>
                  <a:pt x="969438" y="1576045"/>
                </a:moveTo>
                <a:cubicBezTo>
                  <a:pt x="986208" y="1576045"/>
                  <a:pt x="999801" y="1589639"/>
                  <a:pt x="999801" y="1606408"/>
                </a:cubicBezTo>
                <a:cubicBezTo>
                  <a:pt x="999801" y="1623178"/>
                  <a:pt x="986208" y="1636772"/>
                  <a:pt x="969438" y="1636772"/>
                </a:cubicBezTo>
                <a:cubicBezTo>
                  <a:pt x="952669" y="1636772"/>
                  <a:pt x="939075" y="1623178"/>
                  <a:pt x="939075" y="1606408"/>
                </a:cubicBezTo>
                <a:cubicBezTo>
                  <a:pt x="939075" y="1589639"/>
                  <a:pt x="952669" y="1576045"/>
                  <a:pt x="969438" y="1576045"/>
                </a:cubicBezTo>
                <a:close/>
                <a:moveTo>
                  <a:pt x="896883" y="1576045"/>
                </a:moveTo>
                <a:cubicBezTo>
                  <a:pt x="913653" y="1576045"/>
                  <a:pt x="927247" y="1589639"/>
                  <a:pt x="927247" y="1606408"/>
                </a:cubicBezTo>
                <a:cubicBezTo>
                  <a:pt x="927247" y="1623178"/>
                  <a:pt x="913653" y="1636772"/>
                  <a:pt x="896883" y="1636772"/>
                </a:cubicBezTo>
                <a:cubicBezTo>
                  <a:pt x="880114" y="1636772"/>
                  <a:pt x="866520" y="1623178"/>
                  <a:pt x="866520" y="1606408"/>
                </a:cubicBezTo>
                <a:cubicBezTo>
                  <a:pt x="866520" y="1589639"/>
                  <a:pt x="880114" y="1576045"/>
                  <a:pt x="896883" y="1576045"/>
                </a:cubicBezTo>
                <a:close/>
                <a:moveTo>
                  <a:pt x="824329" y="1576045"/>
                </a:moveTo>
                <a:cubicBezTo>
                  <a:pt x="841098" y="1576045"/>
                  <a:pt x="854692" y="1589639"/>
                  <a:pt x="854692" y="1606408"/>
                </a:cubicBezTo>
                <a:cubicBezTo>
                  <a:pt x="854692" y="1623178"/>
                  <a:pt x="841098" y="1636772"/>
                  <a:pt x="824329" y="1636772"/>
                </a:cubicBezTo>
                <a:cubicBezTo>
                  <a:pt x="807559" y="1636772"/>
                  <a:pt x="793965" y="1623178"/>
                  <a:pt x="793965" y="1606408"/>
                </a:cubicBezTo>
                <a:cubicBezTo>
                  <a:pt x="793965" y="1589639"/>
                  <a:pt x="807559" y="1576045"/>
                  <a:pt x="824329" y="1576045"/>
                </a:cubicBezTo>
                <a:close/>
                <a:moveTo>
                  <a:pt x="751774" y="1576045"/>
                </a:moveTo>
                <a:cubicBezTo>
                  <a:pt x="768544" y="1576045"/>
                  <a:pt x="782138" y="1589639"/>
                  <a:pt x="782138" y="1606408"/>
                </a:cubicBezTo>
                <a:cubicBezTo>
                  <a:pt x="782138" y="1623178"/>
                  <a:pt x="768544" y="1636772"/>
                  <a:pt x="751774" y="1636772"/>
                </a:cubicBezTo>
                <a:cubicBezTo>
                  <a:pt x="735005" y="1636772"/>
                  <a:pt x="721411" y="1623178"/>
                  <a:pt x="721411" y="1606408"/>
                </a:cubicBezTo>
                <a:cubicBezTo>
                  <a:pt x="721411" y="1589639"/>
                  <a:pt x="735005" y="1576045"/>
                  <a:pt x="751774" y="1576045"/>
                </a:cubicBezTo>
                <a:close/>
                <a:moveTo>
                  <a:pt x="679220" y="1576045"/>
                </a:moveTo>
                <a:cubicBezTo>
                  <a:pt x="695989" y="1576045"/>
                  <a:pt x="709583" y="1589639"/>
                  <a:pt x="709583" y="1606408"/>
                </a:cubicBezTo>
                <a:cubicBezTo>
                  <a:pt x="709583" y="1623178"/>
                  <a:pt x="695989" y="1636772"/>
                  <a:pt x="679220" y="1636772"/>
                </a:cubicBezTo>
                <a:cubicBezTo>
                  <a:pt x="662450" y="1636772"/>
                  <a:pt x="648856" y="1623178"/>
                  <a:pt x="648856" y="1606408"/>
                </a:cubicBezTo>
                <a:cubicBezTo>
                  <a:pt x="648856" y="1589639"/>
                  <a:pt x="662450" y="1576045"/>
                  <a:pt x="679220" y="1576045"/>
                </a:cubicBezTo>
                <a:close/>
                <a:moveTo>
                  <a:pt x="606665" y="1576045"/>
                </a:moveTo>
                <a:cubicBezTo>
                  <a:pt x="623435" y="1576045"/>
                  <a:pt x="637029" y="1589639"/>
                  <a:pt x="637029" y="1606408"/>
                </a:cubicBezTo>
                <a:cubicBezTo>
                  <a:pt x="637029" y="1623178"/>
                  <a:pt x="623435" y="1636772"/>
                  <a:pt x="606665" y="1636772"/>
                </a:cubicBezTo>
                <a:cubicBezTo>
                  <a:pt x="589896" y="1636772"/>
                  <a:pt x="576302" y="1623178"/>
                  <a:pt x="576302" y="1606408"/>
                </a:cubicBezTo>
                <a:cubicBezTo>
                  <a:pt x="576302" y="1589639"/>
                  <a:pt x="589896" y="1576045"/>
                  <a:pt x="606665" y="1576045"/>
                </a:cubicBezTo>
                <a:close/>
                <a:moveTo>
                  <a:pt x="534111" y="1576045"/>
                </a:moveTo>
                <a:cubicBezTo>
                  <a:pt x="550880" y="1576045"/>
                  <a:pt x="564474" y="1589639"/>
                  <a:pt x="564474" y="1606408"/>
                </a:cubicBezTo>
                <a:cubicBezTo>
                  <a:pt x="564474" y="1623178"/>
                  <a:pt x="550880" y="1636772"/>
                  <a:pt x="534111" y="1636772"/>
                </a:cubicBezTo>
                <a:cubicBezTo>
                  <a:pt x="517341" y="1636772"/>
                  <a:pt x="503747" y="1623178"/>
                  <a:pt x="503747" y="1606408"/>
                </a:cubicBezTo>
                <a:cubicBezTo>
                  <a:pt x="503747" y="1589639"/>
                  <a:pt x="517341" y="1576045"/>
                  <a:pt x="534111" y="1576045"/>
                </a:cubicBezTo>
                <a:close/>
                <a:moveTo>
                  <a:pt x="461556" y="1576045"/>
                </a:moveTo>
                <a:cubicBezTo>
                  <a:pt x="478326" y="1576045"/>
                  <a:pt x="491920" y="1589639"/>
                  <a:pt x="491920" y="1606408"/>
                </a:cubicBezTo>
                <a:cubicBezTo>
                  <a:pt x="491920" y="1623178"/>
                  <a:pt x="478326" y="1636772"/>
                  <a:pt x="461556" y="1636772"/>
                </a:cubicBezTo>
                <a:cubicBezTo>
                  <a:pt x="444787" y="1636772"/>
                  <a:pt x="431192" y="1623178"/>
                  <a:pt x="431192" y="1606408"/>
                </a:cubicBezTo>
                <a:cubicBezTo>
                  <a:pt x="431192" y="1589639"/>
                  <a:pt x="444787" y="1576045"/>
                  <a:pt x="461556" y="1576045"/>
                </a:cubicBezTo>
                <a:close/>
                <a:moveTo>
                  <a:pt x="389002" y="1576045"/>
                </a:moveTo>
                <a:cubicBezTo>
                  <a:pt x="405771" y="1576045"/>
                  <a:pt x="419365" y="1589639"/>
                  <a:pt x="419365" y="1606408"/>
                </a:cubicBezTo>
                <a:cubicBezTo>
                  <a:pt x="419365" y="1623178"/>
                  <a:pt x="405771" y="1636772"/>
                  <a:pt x="389002" y="1636772"/>
                </a:cubicBezTo>
                <a:cubicBezTo>
                  <a:pt x="372232" y="1636772"/>
                  <a:pt x="358638" y="1623178"/>
                  <a:pt x="358638" y="1606408"/>
                </a:cubicBezTo>
                <a:cubicBezTo>
                  <a:pt x="358638" y="1589639"/>
                  <a:pt x="372232" y="1576045"/>
                  <a:pt x="389002" y="1576045"/>
                </a:cubicBezTo>
                <a:close/>
                <a:moveTo>
                  <a:pt x="316447" y="1576045"/>
                </a:moveTo>
                <a:cubicBezTo>
                  <a:pt x="333216" y="1576045"/>
                  <a:pt x="346810" y="1589639"/>
                  <a:pt x="346810" y="1606408"/>
                </a:cubicBezTo>
                <a:cubicBezTo>
                  <a:pt x="346810" y="1623178"/>
                  <a:pt x="333216" y="1636772"/>
                  <a:pt x="316447" y="1636772"/>
                </a:cubicBezTo>
                <a:cubicBezTo>
                  <a:pt x="299677" y="1636772"/>
                  <a:pt x="286084" y="1623178"/>
                  <a:pt x="286084" y="1606408"/>
                </a:cubicBezTo>
                <a:cubicBezTo>
                  <a:pt x="286084" y="1589639"/>
                  <a:pt x="299677" y="1576045"/>
                  <a:pt x="316447" y="1576045"/>
                </a:cubicBezTo>
                <a:close/>
                <a:moveTo>
                  <a:pt x="243892" y="1576045"/>
                </a:moveTo>
                <a:cubicBezTo>
                  <a:pt x="260662" y="1576045"/>
                  <a:pt x="274256" y="1589639"/>
                  <a:pt x="274256" y="1606408"/>
                </a:cubicBezTo>
                <a:cubicBezTo>
                  <a:pt x="274256" y="1623178"/>
                  <a:pt x="260662" y="1636772"/>
                  <a:pt x="243892" y="1636772"/>
                </a:cubicBezTo>
                <a:cubicBezTo>
                  <a:pt x="227123" y="1636772"/>
                  <a:pt x="213529" y="1623178"/>
                  <a:pt x="213529" y="1606408"/>
                </a:cubicBezTo>
                <a:cubicBezTo>
                  <a:pt x="213529" y="1589639"/>
                  <a:pt x="227123" y="1576045"/>
                  <a:pt x="243892" y="1576045"/>
                </a:cubicBezTo>
                <a:close/>
                <a:moveTo>
                  <a:pt x="171339" y="1576045"/>
                </a:moveTo>
                <a:cubicBezTo>
                  <a:pt x="188107" y="1576045"/>
                  <a:pt x="201701" y="1589639"/>
                  <a:pt x="201701" y="1606408"/>
                </a:cubicBezTo>
                <a:cubicBezTo>
                  <a:pt x="201701" y="1623178"/>
                  <a:pt x="188107" y="1636772"/>
                  <a:pt x="171339" y="1636772"/>
                </a:cubicBezTo>
                <a:cubicBezTo>
                  <a:pt x="154599" y="1636772"/>
                  <a:pt x="141006" y="1623178"/>
                  <a:pt x="141006" y="1606408"/>
                </a:cubicBezTo>
                <a:cubicBezTo>
                  <a:pt x="141006" y="1589639"/>
                  <a:pt x="154599" y="1576045"/>
                  <a:pt x="171339" y="1576045"/>
                </a:cubicBezTo>
                <a:close/>
                <a:moveTo>
                  <a:pt x="98818" y="1576045"/>
                </a:moveTo>
                <a:cubicBezTo>
                  <a:pt x="115586" y="1576045"/>
                  <a:pt x="129180" y="1589639"/>
                  <a:pt x="129180" y="1606408"/>
                </a:cubicBezTo>
                <a:cubicBezTo>
                  <a:pt x="129180" y="1623178"/>
                  <a:pt x="115586" y="1636772"/>
                  <a:pt x="98818" y="1636772"/>
                </a:cubicBezTo>
                <a:cubicBezTo>
                  <a:pt x="82048" y="1636772"/>
                  <a:pt x="68454" y="1623178"/>
                  <a:pt x="68454" y="1606408"/>
                </a:cubicBezTo>
                <a:cubicBezTo>
                  <a:pt x="68454" y="1589639"/>
                  <a:pt x="82048" y="1576045"/>
                  <a:pt x="98818" y="1576045"/>
                </a:cubicBezTo>
                <a:close/>
                <a:moveTo>
                  <a:pt x="26264" y="1576045"/>
                </a:moveTo>
                <a:cubicBezTo>
                  <a:pt x="43032" y="1576045"/>
                  <a:pt x="56626" y="1589639"/>
                  <a:pt x="56626" y="1606408"/>
                </a:cubicBezTo>
                <a:cubicBezTo>
                  <a:pt x="56626" y="1623178"/>
                  <a:pt x="43032" y="1636772"/>
                  <a:pt x="26264" y="1636772"/>
                </a:cubicBezTo>
                <a:cubicBezTo>
                  <a:pt x="17880" y="1636772"/>
                  <a:pt x="10289" y="1633374"/>
                  <a:pt x="4794" y="1627879"/>
                </a:cubicBezTo>
                <a:lnTo>
                  <a:pt x="0" y="1616304"/>
                </a:lnTo>
                <a:lnTo>
                  <a:pt x="0" y="1596512"/>
                </a:lnTo>
                <a:lnTo>
                  <a:pt x="4794" y="1584938"/>
                </a:lnTo>
                <a:cubicBezTo>
                  <a:pt x="10289" y="1579444"/>
                  <a:pt x="17880" y="1576045"/>
                  <a:pt x="26264" y="1576045"/>
                </a:cubicBezTo>
                <a:close/>
                <a:moveTo>
                  <a:pt x="1187102" y="1495593"/>
                </a:moveTo>
                <a:cubicBezTo>
                  <a:pt x="1195486" y="1495593"/>
                  <a:pt x="1203077" y="1498992"/>
                  <a:pt x="1208572" y="1504486"/>
                </a:cubicBezTo>
                <a:lnTo>
                  <a:pt x="1211014" y="1510381"/>
                </a:lnTo>
                <a:lnTo>
                  <a:pt x="1168285" y="1549216"/>
                </a:lnTo>
                <a:lnTo>
                  <a:pt x="1165631" y="1547427"/>
                </a:lnTo>
                <a:cubicBezTo>
                  <a:pt x="1160137" y="1541932"/>
                  <a:pt x="1156738" y="1534341"/>
                  <a:pt x="1156738" y="1525957"/>
                </a:cubicBezTo>
                <a:cubicBezTo>
                  <a:pt x="1156738" y="1509187"/>
                  <a:pt x="1170332" y="1495593"/>
                  <a:pt x="1187102" y="1495593"/>
                </a:cubicBezTo>
                <a:close/>
                <a:moveTo>
                  <a:pt x="1114547" y="1495593"/>
                </a:moveTo>
                <a:cubicBezTo>
                  <a:pt x="1131317" y="1495593"/>
                  <a:pt x="1144911" y="1509187"/>
                  <a:pt x="1144911" y="1525957"/>
                </a:cubicBezTo>
                <a:cubicBezTo>
                  <a:pt x="1144911" y="1542726"/>
                  <a:pt x="1131317" y="1556320"/>
                  <a:pt x="1114547" y="1556320"/>
                </a:cubicBezTo>
                <a:cubicBezTo>
                  <a:pt x="1097778" y="1556320"/>
                  <a:pt x="1084184" y="1542726"/>
                  <a:pt x="1084184" y="1525957"/>
                </a:cubicBezTo>
                <a:cubicBezTo>
                  <a:pt x="1084184" y="1509187"/>
                  <a:pt x="1097778" y="1495593"/>
                  <a:pt x="1114547" y="1495593"/>
                </a:cubicBezTo>
                <a:close/>
                <a:moveTo>
                  <a:pt x="1041993" y="1495593"/>
                </a:moveTo>
                <a:cubicBezTo>
                  <a:pt x="1058762" y="1495593"/>
                  <a:pt x="1072356" y="1509187"/>
                  <a:pt x="1072356" y="1525957"/>
                </a:cubicBezTo>
                <a:cubicBezTo>
                  <a:pt x="1072356" y="1542726"/>
                  <a:pt x="1058762" y="1556320"/>
                  <a:pt x="1041993" y="1556320"/>
                </a:cubicBezTo>
                <a:cubicBezTo>
                  <a:pt x="1025223" y="1556320"/>
                  <a:pt x="1011629" y="1542726"/>
                  <a:pt x="1011629" y="1525957"/>
                </a:cubicBezTo>
                <a:cubicBezTo>
                  <a:pt x="1011629" y="1509187"/>
                  <a:pt x="1025223" y="1495593"/>
                  <a:pt x="1041993" y="1495593"/>
                </a:cubicBezTo>
                <a:close/>
                <a:moveTo>
                  <a:pt x="969438" y="1495593"/>
                </a:moveTo>
                <a:cubicBezTo>
                  <a:pt x="986208" y="1495593"/>
                  <a:pt x="999801" y="1509187"/>
                  <a:pt x="999801" y="1525957"/>
                </a:cubicBezTo>
                <a:cubicBezTo>
                  <a:pt x="999801" y="1542726"/>
                  <a:pt x="986208" y="1556320"/>
                  <a:pt x="969438" y="1556320"/>
                </a:cubicBezTo>
                <a:cubicBezTo>
                  <a:pt x="952669" y="1556320"/>
                  <a:pt x="939075" y="1542726"/>
                  <a:pt x="939075" y="1525957"/>
                </a:cubicBezTo>
                <a:cubicBezTo>
                  <a:pt x="939075" y="1509187"/>
                  <a:pt x="952669" y="1495593"/>
                  <a:pt x="969438" y="1495593"/>
                </a:cubicBezTo>
                <a:close/>
                <a:moveTo>
                  <a:pt x="896883" y="1495593"/>
                </a:moveTo>
                <a:cubicBezTo>
                  <a:pt x="913653" y="1495593"/>
                  <a:pt x="927247" y="1509187"/>
                  <a:pt x="927247" y="1525957"/>
                </a:cubicBezTo>
                <a:cubicBezTo>
                  <a:pt x="927247" y="1542726"/>
                  <a:pt x="913653" y="1556320"/>
                  <a:pt x="896883" y="1556320"/>
                </a:cubicBezTo>
                <a:cubicBezTo>
                  <a:pt x="880114" y="1556320"/>
                  <a:pt x="866520" y="1542726"/>
                  <a:pt x="866520" y="1525957"/>
                </a:cubicBezTo>
                <a:cubicBezTo>
                  <a:pt x="866520" y="1509187"/>
                  <a:pt x="880114" y="1495593"/>
                  <a:pt x="896883" y="1495593"/>
                </a:cubicBezTo>
                <a:close/>
                <a:moveTo>
                  <a:pt x="824329" y="1495593"/>
                </a:moveTo>
                <a:cubicBezTo>
                  <a:pt x="841098" y="1495593"/>
                  <a:pt x="854692" y="1509187"/>
                  <a:pt x="854692" y="1525957"/>
                </a:cubicBezTo>
                <a:cubicBezTo>
                  <a:pt x="854692" y="1542726"/>
                  <a:pt x="841098" y="1556320"/>
                  <a:pt x="824329" y="1556320"/>
                </a:cubicBezTo>
                <a:cubicBezTo>
                  <a:pt x="807559" y="1556320"/>
                  <a:pt x="793965" y="1542726"/>
                  <a:pt x="793965" y="1525957"/>
                </a:cubicBezTo>
                <a:cubicBezTo>
                  <a:pt x="793965" y="1509187"/>
                  <a:pt x="807559" y="1495593"/>
                  <a:pt x="824329" y="1495593"/>
                </a:cubicBezTo>
                <a:close/>
                <a:moveTo>
                  <a:pt x="751774" y="1495593"/>
                </a:moveTo>
                <a:cubicBezTo>
                  <a:pt x="768544" y="1495593"/>
                  <a:pt x="782138" y="1509187"/>
                  <a:pt x="782138" y="1525957"/>
                </a:cubicBezTo>
                <a:cubicBezTo>
                  <a:pt x="782138" y="1542726"/>
                  <a:pt x="768544" y="1556320"/>
                  <a:pt x="751774" y="1556320"/>
                </a:cubicBezTo>
                <a:cubicBezTo>
                  <a:pt x="735005" y="1556320"/>
                  <a:pt x="721411" y="1542726"/>
                  <a:pt x="721411" y="1525957"/>
                </a:cubicBezTo>
                <a:cubicBezTo>
                  <a:pt x="721411" y="1509187"/>
                  <a:pt x="735005" y="1495593"/>
                  <a:pt x="751774" y="1495593"/>
                </a:cubicBezTo>
                <a:close/>
                <a:moveTo>
                  <a:pt x="679220" y="1495593"/>
                </a:moveTo>
                <a:cubicBezTo>
                  <a:pt x="695989" y="1495593"/>
                  <a:pt x="709583" y="1509187"/>
                  <a:pt x="709583" y="1525957"/>
                </a:cubicBezTo>
                <a:cubicBezTo>
                  <a:pt x="709583" y="1542726"/>
                  <a:pt x="695989" y="1556320"/>
                  <a:pt x="679220" y="1556320"/>
                </a:cubicBezTo>
                <a:cubicBezTo>
                  <a:pt x="662450" y="1556320"/>
                  <a:pt x="648856" y="1542726"/>
                  <a:pt x="648856" y="1525957"/>
                </a:cubicBezTo>
                <a:cubicBezTo>
                  <a:pt x="648856" y="1509187"/>
                  <a:pt x="662450" y="1495593"/>
                  <a:pt x="679220" y="1495593"/>
                </a:cubicBezTo>
                <a:close/>
                <a:moveTo>
                  <a:pt x="606665" y="1495593"/>
                </a:moveTo>
                <a:cubicBezTo>
                  <a:pt x="623435" y="1495593"/>
                  <a:pt x="637029" y="1509187"/>
                  <a:pt x="637029" y="1525957"/>
                </a:cubicBezTo>
                <a:cubicBezTo>
                  <a:pt x="637029" y="1542726"/>
                  <a:pt x="623435" y="1556320"/>
                  <a:pt x="606665" y="1556320"/>
                </a:cubicBezTo>
                <a:cubicBezTo>
                  <a:pt x="589896" y="1556320"/>
                  <a:pt x="576302" y="1542726"/>
                  <a:pt x="576302" y="1525957"/>
                </a:cubicBezTo>
                <a:cubicBezTo>
                  <a:pt x="576302" y="1509187"/>
                  <a:pt x="589896" y="1495593"/>
                  <a:pt x="606665" y="1495593"/>
                </a:cubicBezTo>
                <a:close/>
                <a:moveTo>
                  <a:pt x="534111" y="1495593"/>
                </a:moveTo>
                <a:cubicBezTo>
                  <a:pt x="550880" y="1495593"/>
                  <a:pt x="564474" y="1509187"/>
                  <a:pt x="564474" y="1525957"/>
                </a:cubicBezTo>
                <a:cubicBezTo>
                  <a:pt x="564474" y="1542726"/>
                  <a:pt x="550880" y="1556320"/>
                  <a:pt x="534111" y="1556320"/>
                </a:cubicBezTo>
                <a:cubicBezTo>
                  <a:pt x="517341" y="1556320"/>
                  <a:pt x="503747" y="1542726"/>
                  <a:pt x="503747" y="1525957"/>
                </a:cubicBezTo>
                <a:cubicBezTo>
                  <a:pt x="503747" y="1509187"/>
                  <a:pt x="517341" y="1495593"/>
                  <a:pt x="534111" y="1495593"/>
                </a:cubicBezTo>
                <a:close/>
                <a:moveTo>
                  <a:pt x="461556" y="1495593"/>
                </a:moveTo>
                <a:cubicBezTo>
                  <a:pt x="478326" y="1495593"/>
                  <a:pt x="491920" y="1509187"/>
                  <a:pt x="491920" y="1525957"/>
                </a:cubicBezTo>
                <a:cubicBezTo>
                  <a:pt x="491920" y="1542726"/>
                  <a:pt x="478326" y="1556320"/>
                  <a:pt x="461556" y="1556320"/>
                </a:cubicBezTo>
                <a:cubicBezTo>
                  <a:pt x="444787" y="1556320"/>
                  <a:pt x="431192" y="1542726"/>
                  <a:pt x="431192" y="1525957"/>
                </a:cubicBezTo>
                <a:cubicBezTo>
                  <a:pt x="431192" y="1509187"/>
                  <a:pt x="444787" y="1495593"/>
                  <a:pt x="461556" y="1495593"/>
                </a:cubicBezTo>
                <a:close/>
                <a:moveTo>
                  <a:pt x="389002" y="1495593"/>
                </a:moveTo>
                <a:cubicBezTo>
                  <a:pt x="405771" y="1495593"/>
                  <a:pt x="419365" y="1509187"/>
                  <a:pt x="419365" y="1525957"/>
                </a:cubicBezTo>
                <a:cubicBezTo>
                  <a:pt x="419365" y="1542726"/>
                  <a:pt x="405771" y="1556320"/>
                  <a:pt x="389002" y="1556320"/>
                </a:cubicBezTo>
                <a:cubicBezTo>
                  <a:pt x="372232" y="1556320"/>
                  <a:pt x="358638" y="1542726"/>
                  <a:pt x="358638" y="1525957"/>
                </a:cubicBezTo>
                <a:cubicBezTo>
                  <a:pt x="358638" y="1509187"/>
                  <a:pt x="372232" y="1495593"/>
                  <a:pt x="389002" y="1495593"/>
                </a:cubicBezTo>
                <a:close/>
                <a:moveTo>
                  <a:pt x="316447" y="1495593"/>
                </a:moveTo>
                <a:cubicBezTo>
                  <a:pt x="333216" y="1495593"/>
                  <a:pt x="346810" y="1509187"/>
                  <a:pt x="346810" y="1525957"/>
                </a:cubicBezTo>
                <a:cubicBezTo>
                  <a:pt x="346810" y="1542726"/>
                  <a:pt x="333216" y="1556320"/>
                  <a:pt x="316447" y="1556320"/>
                </a:cubicBezTo>
                <a:cubicBezTo>
                  <a:pt x="299677" y="1556320"/>
                  <a:pt x="286084" y="1542726"/>
                  <a:pt x="286084" y="1525957"/>
                </a:cubicBezTo>
                <a:cubicBezTo>
                  <a:pt x="286084" y="1509187"/>
                  <a:pt x="299677" y="1495593"/>
                  <a:pt x="316447" y="1495593"/>
                </a:cubicBezTo>
                <a:close/>
                <a:moveTo>
                  <a:pt x="243892" y="1495593"/>
                </a:moveTo>
                <a:cubicBezTo>
                  <a:pt x="260662" y="1495593"/>
                  <a:pt x="274256" y="1509187"/>
                  <a:pt x="274256" y="1525957"/>
                </a:cubicBezTo>
                <a:cubicBezTo>
                  <a:pt x="274256" y="1542726"/>
                  <a:pt x="260662" y="1556320"/>
                  <a:pt x="243892" y="1556320"/>
                </a:cubicBezTo>
                <a:cubicBezTo>
                  <a:pt x="227123" y="1556320"/>
                  <a:pt x="213529" y="1542726"/>
                  <a:pt x="213529" y="1525957"/>
                </a:cubicBezTo>
                <a:cubicBezTo>
                  <a:pt x="213529" y="1509187"/>
                  <a:pt x="227123" y="1495593"/>
                  <a:pt x="243892" y="1495593"/>
                </a:cubicBezTo>
                <a:close/>
                <a:moveTo>
                  <a:pt x="171339" y="1495593"/>
                </a:moveTo>
                <a:cubicBezTo>
                  <a:pt x="188107" y="1495593"/>
                  <a:pt x="201701" y="1509187"/>
                  <a:pt x="201701" y="1525957"/>
                </a:cubicBezTo>
                <a:cubicBezTo>
                  <a:pt x="201701" y="1542726"/>
                  <a:pt x="188107" y="1556320"/>
                  <a:pt x="171339" y="1556320"/>
                </a:cubicBezTo>
                <a:cubicBezTo>
                  <a:pt x="154606" y="1556320"/>
                  <a:pt x="141012" y="1542726"/>
                  <a:pt x="141012" y="1525957"/>
                </a:cubicBezTo>
                <a:cubicBezTo>
                  <a:pt x="141012" y="1509187"/>
                  <a:pt x="154606" y="1495593"/>
                  <a:pt x="171339" y="1495593"/>
                </a:cubicBezTo>
                <a:close/>
                <a:moveTo>
                  <a:pt x="98825" y="1495593"/>
                </a:moveTo>
                <a:cubicBezTo>
                  <a:pt x="115592" y="1495593"/>
                  <a:pt x="129186" y="1509187"/>
                  <a:pt x="129186" y="1525957"/>
                </a:cubicBezTo>
                <a:cubicBezTo>
                  <a:pt x="129186" y="1542726"/>
                  <a:pt x="115592" y="1556320"/>
                  <a:pt x="98825" y="1556320"/>
                </a:cubicBezTo>
                <a:cubicBezTo>
                  <a:pt x="82054" y="1556320"/>
                  <a:pt x="68461" y="1542726"/>
                  <a:pt x="68461" y="1525957"/>
                </a:cubicBezTo>
                <a:cubicBezTo>
                  <a:pt x="68461" y="1509187"/>
                  <a:pt x="82054" y="1495593"/>
                  <a:pt x="98825" y="1495593"/>
                </a:cubicBezTo>
                <a:close/>
                <a:moveTo>
                  <a:pt x="26270" y="1495593"/>
                </a:moveTo>
                <a:cubicBezTo>
                  <a:pt x="43038" y="1495593"/>
                  <a:pt x="56632" y="1509187"/>
                  <a:pt x="56632" y="1525957"/>
                </a:cubicBezTo>
                <a:cubicBezTo>
                  <a:pt x="56632" y="1542726"/>
                  <a:pt x="43038" y="1556320"/>
                  <a:pt x="26270" y="1556320"/>
                </a:cubicBezTo>
                <a:cubicBezTo>
                  <a:pt x="17886" y="1556320"/>
                  <a:pt x="10295" y="1552922"/>
                  <a:pt x="4801" y="1547427"/>
                </a:cubicBezTo>
                <a:lnTo>
                  <a:pt x="0" y="1535836"/>
                </a:lnTo>
                <a:lnTo>
                  <a:pt x="0" y="1516078"/>
                </a:lnTo>
                <a:lnTo>
                  <a:pt x="4801" y="1504486"/>
                </a:lnTo>
                <a:cubicBezTo>
                  <a:pt x="10295" y="1498992"/>
                  <a:pt x="17886" y="1495593"/>
                  <a:pt x="26270" y="1495593"/>
                </a:cubicBezTo>
                <a:close/>
                <a:moveTo>
                  <a:pt x="1259656" y="1415141"/>
                </a:moveTo>
                <a:cubicBezTo>
                  <a:pt x="1268041" y="1415141"/>
                  <a:pt x="1275632" y="1418540"/>
                  <a:pt x="1281127" y="1424035"/>
                </a:cubicBezTo>
                <a:lnTo>
                  <a:pt x="1285044" y="1433492"/>
                </a:lnTo>
                <a:lnTo>
                  <a:pt x="1248565" y="1473629"/>
                </a:lnTo>
                <a:lnTo>
                  <a:pt x="1247837" y="1473482"/>
                </a:lnTo>
                <a:cubicBezTo>
                  <a:pt x="1236940" y="1468873"/>
                  <a:pt x="1229293" y="1458082"/>
                  <a:pt x="1229293" y="1445505"/>
                </a:cubicBezTo>
                <a:cubicBezTo>
                  <a:pt x="1229293" y="1428735"/>
                  <a:pt x="1242887" y="1415141"/>
                  <a:pt x="1259656" y="1415141"/>
                </a:cubicBezTo>
                <a:close/>
                <a:moveTo>
                  <a:pt x="1187102" y="1415141"/>
                </a:moveTo>
                <a:cubicBezTo>
                  <a:pt x="1203871" y="1415141"/>
                  <a:pt x="1217465" y="1428735"/>
                  <a:pt x="1217465" y="1445505"/>
                </a:cubicBezTo>
                <a:cubicBezTo>
                  <a:pt x="1217465" y="1462274"/>
                  <a:pt x="1203871" y="1475868"/>
                  <a:pt x="1187102" y="1475868"/>
                </a:cubicBezTo>
                <a:cubicBezTo>
                  <a:pt x="1170332" y="1475868"/>
                  <a:pt x="1156738" y="1462274"/>
                  <a:pt x="1156738" y="1445505"/>
                </a:cubicBezTo>
                <a:cubicBezTo>
                  <a:pt x="1156738" y="1428735"/>
                  <a:pt x="1170332" y="1415141"/>
                  <a:pt x="1187102" y="1415141"/>
                </a:cubicBezTo>
                <a:close/>
                <a:moveTo>
                  <a:pt x="1114547" y="1415141"/>
                </a:moveTo>
                <a:cubicBezTo>
                  <a:pt x="1131317" y="1415141"/>
                  <a:pt x="1144911" y="1428735"/>
                  <a:pt x="1144911" y="1445505"/>
                </a:cubicBezTo>
                <a:cubicBezTo>
                  <a:pt x="1144911" y="1462274"/>
                  <a:pt x="1131317" y="1475868"/>
                  <a:pt x="1114547" y="1475868"/>
                </a:cubicBezTo>
                <a:cubicBezTo>
                  <a:pt x="1097778" y="1475868"/>
                  <a:pt x="1084184" y="1462274"/>
                  <a:pt x="1084184" y="1445505"/>
                </a:cubicBezTo>
                <a:cubicBezTo>
                  <a:pt x="1084184" y="1428735"/>
                  <a:pt x="1097778" y="1415141"/>
                  <a:pt x="1114547" y="1415141"/>
                </a:cubicBezTo>
                <a:close/>
                <a:moveTo>
                  <a:pt x="1041993" y="1415141"/>
                </a:moveTo>
                <a:cubicBezTo>
                  <a:pt x="1058762" y="1415141"/>
                  <a:pt x="1072356" y="1428735"/>
                  <a:pt x="1072356" y="1445505"/>
                </a:cubicBezTo>
                <a:cubicBezTo>
                  <a:pt x="1072356" y="1462274"/>
                  <a:pt x="1058762" y="1475868"/>
                  <a:pt x="1041993" y="1475868"/>
                </a:cubicBezTo>
                <a:cubicBezTo>
                  <a:pt x="1025223" y="1475868"/>
                  <a:pt x="1011629" y="1462274"/>
                  <a:pt x="1011629" y="1445505"/>
                </a:cubicBezTo>
                <a:cubicBezTo>
                  <a:pt x="1011629" y="1428735"/>
                  <a:pt x="1025223" y="1415141"/>
                  <a:pt x="1041993" y="1415141"/>
                </a:cubicBezTo>
                <a:close/>
                <a:moveTo>
                  <a:pt x="969438" y="1415141"/>
                </a:moveTo>
                <a:cubicBezTo>
                  <a:pt x="986208" y="1415141"/>
                  <a:pt x="999801" y="1428735"/>
                  <a:pt x="999801" y="1445505"/>
                </a:cubicBezTo>
                <a:cubicBezTo>
                  <a:pt x="999801" y="1462274"/>
                  <a:pt x="986208" y="1475868"/>
                  <a:pt x="969438" y="1475868"/>
                </a:cubicBezTo>
                <a:cubicBezTo>
                  <a:pt x="952669" y="1475868"/>
                  <a:pt x="939075" y="1462274"/>
                  <a:pt x="939075" y="1445505"/>
                </a:cubicBezTo>
                <a:cubicBezTo>
                  <a:pt x="939075" y="1428735"/>
                  <a:pt x="952669" y="1415141"/>
                  <a:pt x="969438" y="1415141"/>
                </a:cubicBezTo>
                <a:close/>
                <a:moveTo>
                  <a:pt x="896883" y="1415141"/>
                </a:moveTo>
                <a:cubicBezTo>
                  <a:pt x="913653" y="1415141"/>
                  <a:pt x="927247" y="1428735"/>
                  <a:pt x="927247" y="1445505"/>
                </a:cubicBezTo>
                <a:cubicBezTo>
                  <a:pt x="927247" y="1462274"/>
                  <a:pt x="913653" y="1475868"/>
                  <a:pt x="896883" y="1475868"/>
                </a:cubicBezTo>
                <a:cubicBezTo>
                  <a:pt x="880114" y="1475868"/>
                  <a:pt x="866520" y="1462274"/>
                  <a:pt x="866520" y="1445505"/>
                </a:cubicBezTo>
                <a:cubicBezTo>
                  <a:pt x="866520" y="1428735"/>
                  <a:pt x="880114" y="1415141"/>
                  <a:pt x="896883" y="1415141"/>
                </a:cubicBezTo>
                <a:close/>
                <a:moveTo>
                  <a:pt x="824329" y="1415141"/>
                </a:moveTo>
                <a:cubicBezTo>
                  <a:pt x="841098" y="1415141"/>
                  <a:pt x="854692" y="1428735"/>
                  <a:pt x="854692" y="1445505"/>
                </a:cubicBezTo>
                <a:cubicBezTo>
                  <a:pt x="854692" y="1462274"/>
                  <a:pt x="841098" y="1475868"/>
                  <a:pt x="824329" y="1475868"/>
                </a:cubicBezTo>
                <a:cubicBezTo>
                  <a:pt x="807559" y="1475868"/>
                  <a:pt x="793965" y="1462274"/>
                  <a:pt x="793965" y="1445505"/>
                </a:cubicBezTo>
                <a:cubicBezTo>
                  <a:pt x="793965" y="1428735"/>
                  <a:pt x="807559" y="1415141"/>
                  <a:pt x="824329" y="1415141"/>
                </a:cubicBezTo>
                <a:close/>
                <a:moveTo>
                  <a:pt x="751774" y="1415141"/>
                </a:moveTo>
                <a:cubicBezTo>
                  <a:pt x="768544" y="1415141"/>
                  <a:pt x="782138" y="1428735"/>
                  <a:pt x="782138" y="1445505"/>
                </a:cubicBezTo>
                <a:cubicBezTo>
                  <a:pt x="782138" y="1462274"/>
                  <a:pt x="768544" y="1475868"/>
                  <a:pt x="751774" y="1475868"/>
                </a:cubicBezTo>
                <a:cubicBezTo>
                  <a:pt x="735005" y="1475868"/>
                  <a:pt x="721411" y="1462274"/>
                  <a:pt x="721411" y="1445505"/>
                </a:cubicBezTo>
                <a:cubicBezTo>
                  <a:pt x="721411" y="1428735"/>
                  <a:pt x="735005" y="1415141"/>
                  <a:pt x="751774" y="1415141"/>
                </a:cubicBezTo>
                <a:close/>
                <a:moveTo>
                  <a:pt x="679220" y="1415141"/>
                </a:moveTo>
                <a:cubicBezTo>
                  <a:pt x="695989" y="1415141"/>
                  <a:pt x="709583" y="1428735"/>
                  <a:pt x="709583" y="1445505"/>
                </a:cubicBezTo>
                <a:cubicBezTo>
                  <a:pt x="709583" y="1462274"/>
                  <a:pt x="695989" y="1475868"/>
                  <a:pt x="679220" y="1475868"/>
                </a:cubicBezTo>
                <a:cubicBezTo>
                  <a:pt x="662450" y="1475868"/>
                  <a:pt x="648856" y="1462274"/>
                  <a:pt x="648856" y="1445505"/>
                </a:cubicBezTo>
                <a:cubicBezTo>
                  <a:pt x="648856" y="1428735"/>
                  <a:pt x="662450" y="1415141"/>
                  <a:pt x="679220" y="1415141"/>
                </a:cubicBezTo>
                <a:close/>
                <a:moveTo>
                  <a:pt x="606665" y="1415141"/>
                </a:moveTo>
                <a:cubicBezTo>
                  <a:pt x="623435" y="1415141"/>
                  <a:pt x="637029" y="1428735"/>
                  <a:pt x="637029" y="1445505"/>
                </a:cubicBezTo>
                <a:cubicBezTo>
                  <a:pt x="637029" y="1462274"/>
                  <a:pt x="623435" y="1475868"/>
                  <a:pt x="606665" y="1475868"/>
                </a:cubicBezTo>
                <a:cubicBezTo>
                  <a:pt x="589896" y="1475868"/>
                  <a:pt x="576302" y="1462274"/>
                  <a:pt x="576302" y="1445505"/>
                </a:cubicBezTo>
                <a:cubicBezTo>
                  <a:pt x="576302" y="1428735"/>
                  <a:pt x="589896" y="1415141"/>
                  <a:pt x="606665" y="1415141"/>
                </a:cubicBezTo>
                <a:close/>
                <a:moveTo>
                  <a:pt x="534111" y="1415141"/>
                </a:moveTo>
                <a:cubicBezTo>
                  <a:pt x="550880" y="1415141"/>
                  <a:pt x="564474" y="1428735"/>
                  <a:pt x="564474" y="1445505"/>
                </a:cubicBezTo>
                <a:cubicBezTo>
                  <a:pt x="564474" y="1462274"/>
                  <a:pt x="550880" y="1475868"/>
                  <a:pt x="534111" y="1475868"/>
                </a:cubicBezTo>
                <a:cubicBezTo>
                  <a:pt x="517341" y="1475868"/>
                  <a:pt x="503747" y="1462274"/>
                  <a:pt x="503747" y="1445505"/>
                </a:cubicBezTo>
                <a:cubicBezTo>
                  <a:pt x="503747" y="1428735"/>
                  <a:pt x="517341" y="1415141"/>
                  <a:pt x="534111" y="1415141"/>
                </a:cubicBezTo>
                <a:close/>
                <a:moveTo>
                  <a:pt x="461556" y="1415141"/>
                </a:moveTo>
                <a:cubicBezTo>
                  <a:pt x="478326" y="1415141"/>
                  <a:pt x="491920" y="1428735"/>
                  <a:pt x="491920" y="1445505"/>
                </a:cubicBezTo>
                <a:cubicBezTo>
                  <a:pt x="491920" y="1462274"/>
                  <a:pt x="478326" y="1475868"/>
                  <a:pt x="461556" y="1475868"/>
                </a:cubicBezTo>
                <a:cubicBezTo>
                  <a:pt x="444787" y="1475868"/>
                  <a:pt x="431192" y="1462274"/>
                  <a:pt x="431192" y="1445505"/>
                </a:cubicBezTo>
                <a:cubicBezTo>
                  <a:pt x="431192" y="1428735"/>
                  <a:pt x="444787" y="1415141"/>
                  <a:pt x="461556" y="1415141"/>
                </a:cubicBezTo>
                <a:close/>
                <a:moveTo>
                  <a:pt x="389002" y="1415141"/>
                </a:moveTo>
                <a:cubicBezTo>
                  <a:pt x="405771" y="1415141"/>
                  <a:pt x="419365" y="1428735"/>
                  <a:pt x="419365" y="1445505"/>
                </a:cubicBezTo>
                <a:cubicBezTo>
                  <a:pt x="419365" y="1462274"/>
                  <a:pt x="405771" y="1475868"/>
                  <a:pt x="389002" y="1475868"/>
                </a:cubicBezTo>
                <a:cubicBezTo>
                  <a:pt x="372232" y="1475868"/>
                  <a:pt x="358638" y="1462274"/>
                  <a:pt x="358638" y="1445505"/>
                </a:cubicBezTo>
                <a:cubicBezTo>
                  <a:pt x="358638" y="1428735"/>
                  <a:pt x="372232" y="1415141"/>
                  <a:pt x="389002" y="1415141"/>
                </a:cubicBezTo>
                <a:close/>
                <a:moveTo>
                  <a:pt x="316447" y="1415141"/>
                </a:moveTo>
                <a:cubicBezTo>
                  <a:pt x="333216" y="1415141"/>
                  <a:pt x="346810" y="1428735"/>
                  <a:pt x="346810" y="1445505"/>
                </a:cubicBezTo>
                <a:cubicBezTo>
                  <a:pt x="346810" y="1462274"/>
                  <a:pt x="333216" y="1475868"/>
                  <a:pt x="316447" y="1475868"/>
                </a:cubicBezTo>
                <a:cubicBezTo>
                  <a:pt x="299677" y="1475868"/>
                  <a:pt x="286084" y="1462274"/>
                  <a:pt x="286084" y="1445505"/>
                </a:cubicBezTo>
                <a:cubicBezTo>
                  <a:pt x="286084" y="1428735"/>
                  <a:pt x="299677" y="1415141"/>
                  <a:pt x="316447" y="1415141"/>
                </a:cubicBezTo>
                <a:close/>
                <a:moveTo>
                  <a:pt x="243892" y="1415141"/>
                </a:moveTo>
                <a:cubicBezTo>
                  <a:pt x="260662" y="1415141"/>
                  <a:pt x="274256" y="1428735"/>
                  <a:pt x="274256" y="1445505"/>
                </a:cubicBezTo>
                <a:cubicBezTo>
                  <a:pt x="274256" y="1462274"/>
                  <a:pt x="260662" y="1475868"/>
                  <a:pt x="243892" y="1475868"/>
                </a:cubicBezTo>
                <a:cubicBezTo>
                  <a:pt x="227123" y="1475868"/>
                  <a:pt x="213529" y="1462274"/>
                  <a:pt x="213529" y="1445505"/>
                </a:cubicBezTo>
                <a:cubicBezTo>
                  <a:pt x="213529" y="1428735"/>
                  <a:pt x="227123" y="1415141"/>
                  <a:pt x="243892" y="1415141"/>
                </a:cubicBezTo>
                <a:close/>
                <a:moveTo>
                  <a:pt x="171339" y="1415141"/>
                </a:moveTo>
                <a:cubicBezTo>
                  <a:pt x="188107" y="1415141"/>
                  <a:pt x="201701" y="1428735"/>
                  <a:pt x="201701" y="1445505"/>
                </a:cubicBezTo>
                <a:cubicBezTo>
                  <a:pt x="201701" y="1462274"/>
                  <a:pt x="188107" y="1475868"/>
                  <a:pt x="171339" y="1475868"/>
                </a:cubicBezTo>
                <a:cubicBezTo>
                  <a:pt x="154611" y="1475868"/>
                  <a:pt x="141018" y="1462274"/>
                  <a:pt x="141018" y="1445505"/>
                </a:cubicBezTo>
                <a:cubicBezTo>
                  <a:pt x="141018" y="1428735"/>
                  <a:pt x="154611" y="1415141"/>
                  <a:pt x="171339" y="1415141"/>
                </a:cubicBezTo>
                <a:close/>
                <a:moveTo>
                  <a:pt x="98831" y="1415141"/>
                </a:moveTo>
                <a:cubicBezTo>
                  <a:pt x="115598" y="1415141"/>
                  <a:pt x="129192" y="1428735"/>
                  <a:pt x="129192" y="1445505"/>
                </a:cubicBezTo>
                <a:cubicBezTo>
                  <a:pt x="129192" y="1462274"/>
                  <a:pt x="115598" y="1475868"/>
                  <a:pt x="98831" y="1475868"/>
                </a:cubicBezTo>
                <a:cubicBezTo>
                  <a:pt x="82060" y="1475868"/>
                  <a:pt x="68467" y="1462274"/>
                  <a:pt x="68467" y="1445505"/>
                </a:cubicBezTo>
                <a:cubicBezTo>
                  <a:pt x="68467" y="1428735"/>
                  <a:pt x="82060" y="1415141"/>
                  <a:pt x="98831" y="1415141"/>
                </a:cubicBezTo>
                <a:close/>
                <a:moveTo>
                  <a:pt x="26277" y="1415141"/>
                </a:moveTo>
                <a:cubicBezTo>
                  <a:pt x="43044" y="1415141"/>
                  <a:pt x="56638" y="1428735"/>
                  <a:pt x="56638" y="1445505"/>
                </a:cubicBezTo>
                <a:cubicBezTo>
                  <a:pt x="56638" y="1462274"/>
                  <a:pt x="43044" y="1475868"/>
                  <a:pt x="26277" y="1475868"/>
                </a:cubicBezTo>
                <a:cubicBezTo>
                  <a:pt x="17892" y="1475868"/>
                  <a:pt x="10301" y="1472470"/>
                  <a:pt x="4807" y="1466975"/>
                </a:cubicBezTo>
                <a:lnTo>
                  <a:pt x="0" y="1455370"/>
                </a:lnTo>
                <a:lnTo>
                  <a:pt x="0" y="1435640"/>
                </a:lnTo>
                <a:lnTo>
                  <a:pt x="4807" y="1424034"/>
                </a:lnTo>
                <a:cubicBezTo>
                  <a:pt x="10301" y="1418540"/>
                  <a:pt x="17892" y="1415141"/>
                  <a:pt x="26277" y="1415141"/>
                </a:cubicBezTo>
                <a:close/>
                <a:moveTo>
                  <a:pt x="1332211" y="1334690"/>
                </a:moveTo>
                <a:cubicBezTo>
                  <a:pt x="1340596" y="1334690"/>
                  <a:pt x="1348186" y="1338088"/>
                  <a:pt x="1353681" y="1343583"/>
                </a:cubicBezTo>
                <a:lnTo>
                  <a:pt x="1356143" y="1349526"/>
                </a:lnTo>
                <a:lnTo>
                  <a:pt x="1331934" y="1381900"/>
                </a:lnTo>
                <a:lnTo>
                  <a:pt x="1321597" y="1393274"/>
                </a:lnTo>
                <a:lnTo>
                  <a:pt x="1320392" y="1393030"/>
                </a:lnTo>
                <a:cubicBezTo>
                  <a:pt x="1309494" y="1388421"/>
                  <a:pt x="1301847" y="1377631"/>
                  <a:pt x="1301847" y="1365053"/>
                </a:cubicBezTo>
                <a:cubicBezTo>
                  <a:pt x="1301847" y="1348284"/>
                  <a:pt x="1315441" y="1334690"/>
                  <a:pt x="1332211" y="1334690"/>
                </a:cubicBezTo>
                <a:close/>
                <a:moveTo>
                  <a:pt x="1259656" y="1334690"/>
                </a:moveTo>
                <a:cubicBezTo>
                  <a:pt x="1276426" y="1334690"/>
                  <a:pt x="1290020" y="1348284"/>
                  <a:pt x="1290020" y="1365053"/>
                </a:cubicBezTo>
                <a:cubicBezTo>
                  <a:pt x="1290020" y="1381823"/>
                  <a:pt x="1276426" y="1395417"/>
                  <a:pt x="1259656" y="1395417"/>
                </a:cubicBezTo>
                <a:cubicBezTo>
                  <a:pt x="1242887" y="1395417"/>
                  <a:pt x="1229293" y="1381823"/>
                  <a:pt x="1229293" y="1365053"/>
                </a:cubicBezTo>
                <a:cubicBezTo>
                  <a:pt x="1229293" y="1348284"/>
                  <a:pt x="1242887" y="1334690"/>
                  <a:pt x="1259656" y="1334690"/>
                </a:cubicBezTo>
                <a:close/>
                <a:moveTo>
                  <a:pt x="1187102" y="1334690"/>
                </a:moveTo>
                <a:cubicBezTo>
                  <a:pt x="1203871" y="1334690"/>
                  <a:pt x="1217465" y="1348284"/>
                  <a:pt x="1217465" y="1365053"/>
                </a:cubicBezTo>
                <a:cubicBezTo>
                  <a:pt x="1217465" y="1381823"/>
                  <a:pt x="1203871" y="1395417"/>
                  <a:pt x="1187102" y="1395417"/>
                </a:cubicBezTo>
                <a:cubicBezTo>
                  <a:pt x="1170332" y="1395417"/>
                  <a:pt x="1156738" y="1381823"/>
                  <a:pt x="1156738" y="1365053"/>
                </a:cubicBezTo>
                <a:cubicBezTo>
                  <a:pt x="1156738" y="1348284"/>
                  <a:pt x="1170332" y="1334690"/>
                  <a:pt x="1187102" y="1334690"/>
                </a:cubicBezTo>
                <a:close/>
                <a:moveTo>
                  <a:pt x="1114547" y="1334690"/>
                </a:moveTo>
                <a:cubicBezTo>
                  <a:pt x="1131317" y="1334690"/>
                  <a:pt x="1144911" y="1348284"/>
                  <a:pt x="1144911" y="1365053"/>
                </a:cubicBezTo>
                <a:cubicBezTo>
                  <a:pt x="1144911" y="1381823"/>
                  <a:pt x="1131317" y="1395417"/>
                  <a:pt x="1114547" y="1395417"/>
                </a:cubicBezTo>
                <a:cubicBezTo>
                  <a:pt x="1097778" y="1395417"/>
                  <a:pt x="1084184" y="1381823"/>
                  <a:pt x="1084184" y="1365053"/>
                </a:cubicBezTo>
                <a:cubicBezTo>
                  <a:pt x="1084184" y="1348284"/>
                  <a:pt x="1097778" y="1334690"/>
                  <a:pt x="1114547" y="1334690"/>
                </a:cubicBezTo>
                <a:close/>
                <a:moveTo>
                  <a:pt x="1041993" y="1334690"/>
                </a:moveTo>
                <a:cubicBezTo>
                  <a:pt x="1058762" y="1334690"/>
                  <a:pt x="1072356" y="1348284"/>
                  <a:pt x="1072356" y="1365053"/>
                </a:cubicBezTo>
                <a:cubicBezTo>
                  <a:pt x="1072356" y="1381823"/>
                  <a:pt x="1058762" y="1395417"/>
                  <a:pt x="1041993" y="1395417"/>
                </a:cubicBezTo>
                <a:cubicBezTo>
                  <a:pt x="1025223" y="1395417"/>
                  <a:pt x="1011629" y="1381823"/>
                  <a:pt x="1011629" y="1365053"/>
                </a:cubicBezTo>
                <a:cubicBezTo>
                  <a:pt x="1011629" y="1348284"/>
                  <a:pt x="1025223" y="1334690"/>
                  <a:pt x="1041993" y="1334690"/>
                </a:cubicBezTo>
                <a:close/>
                <a:moveTo>
                  <a:pt x="969438" y="1334690"/>
                </a:moveTo>
                <a:cubicBezTo>
                  <a:pt x="986208" y="1334690"/>
                  <a:pt x="999801" y="1348284"/>
                  <a:pt x="999801" y="1365053"/>
                </a:cubicBezTo>
                <a:cubicBezTo>
                  <a:pt x="999801" y="1381823"/>
                  <a:pt x="986208" y="1395417"/>
                  <a:pt x="969438" y="1395417"/>
                </a:cubicBezTo>
                <a:cubicBezTo>
                  <a:pt x="952669" y="1395417"/>
                  <a:pt x="939075" y="1381823"/>
                  <a:pt x="939075" y="1365053"/>
                </a:cubicBezTo>
                <a:cubicBezTo>
                  <a:pt x="939075" y="1348284"/>
                  <a:pt x="952669" y="1334690"/>
                  <a:pt x="969438" y="1334690"/>
                </a:cubicBezTo>
                <a:close/>
                <a:moveTo>
                  <a:pt x="896883" y="1334690"/>
                </a:moveTo>
                <a:cubicBezTo>
                  <a:pt x="913653" y="1334690"/>
                  <a:pt x="927247" y="1348284"/>
                  <a:pt x="927247" y="1365053"/>
                </a:cubicBezTo>
                <a:cubicBezTo>
                  <a:pt x="927247" y="1381823"/>
                  <a:pt x="913653" y="1395417"/>
                  <a:pt x="896883" y="1395417"/>
                </a:cubicBezTo>
                <a:cubicBezTo>
                  <a:pt x="880114" y="1395417"/>
                  <a:pt x="866520" y="1381823"/>
                  <a:pt x="866520" y="1365053"/>
                </a:cubicBezTo>
                <a:cubicBezTo>
                  <a:pt x="866520" y="1348284"/>
                  <a:pt x="880114" y="1334690"/>
                  <a:pt x="896883" y="1334690"/>
                </a:cubicBezTo>
                <a:close/>
                <a:moveTo>
                  <a:pt x="824329" y="1334690"/>
                </a:moveTo>
                <a:cubicBezTo>
                  <a:pt x="841098" y="1334690"/>
                  <a:pt x="854692" y="1348284"/>
                  <a:pt x="854692" y="1365053"/>
                </a:cubicBezTo>
                <a:cubicBezTo>
                  <a:pt x="854692" y="1381823"/>
                  <a:pt x="841098" y="1395417"/>
                  <a:pt x="824329" y="1395417"/>
                </a:cubicBezTo>
                <a:cubicBezTo>
                  <a:pt x="807559" y="1395417"/>
                  <a:pt x="793965" y="1381823"/>
                  <a:pt x="793965" y="1365053"/>
                </a:cubicBezTo>
                <a:cubicBezTo>
                  <a:pt x="793965" y="1348284"/>
                  <a:pt x="807559" y="1334690"/>
                  <a:pt x="824329" y="1334690"/>
                </a:cubicBezTo>
                <a:close/>
                <a:moveTo>
                  <a:pt x="751774" y="1334690"/>
                </a:moveTo>
                <a:cubicBezTo>
                  <a:pt x="768544" y="1334690"/>
                  <a:pt x="782138" y="1348284"/>
                  <a:pt x="782138" y="1365053"/>
                </a:cubicBezTo>
                <a:cubicBezTo>
                  <a:pt x="782138" y="1381823"/>
                  <a:pt x="768544" y="1395417"/>
                  <a:pt x="751774" y="1395417"/>
                </a:cubicBezTo>
                <a:cubicBezTo>
                  <a:pt x="735005" y="1395417"/>
                  <a:pt x="721411" y="1381823"/>
                  <a:pt x="721411" y="1365053"/>
                </a:cubicBezTo>
                <a:cubicBezTo>
                  <a:pt x="721411" y="1348284"/>
                  <a:pt x="735005" y="1334690"/>
                  <a:pt x="751774" y="1334690"/>
                </a:cubicBezTo>
                <a:close/>
                <a:moveTo>
                  <a:pt x="679220" y="1334690"/>
                </a:moveTo>
                <a:cubicBezTo>
                  <a:pt x="695989" y="1334690"/>
                  <a:pt x="709583" y="1348284"/>
                  <a:pt x="709583" y="1365053"/>
                </a:cubicBezTo>
                <a:cubicBezTo>
                  <a:pt x="709583" y="1381823"/>
                  <a:pt x="695989" y="1395417"/>
                  <a:pt x="679220" y="1395417"/>
                </a:cubicBezTo>
                <a:cubicBezTo>
                  <a:pt x="662450" y="1395417"/>
                  <a:pt x="648856" y="1381823"/>
                  <a:pt x="648856" y="1365053"/>
                </a:cubicBezTo>
                <a:cubicBezTo>
                  <a:pt x="648856" y="1348284"/>
                  <a:pt x="662450" y="1334690"/>
                  <a:pt x="679220" y="1334690"/>
                </a:cubicBezTo>
                <a:close/>
                <a:moveTo>
                  <a:pt x="606665" y="1334690"/>
                </a:moveTo>
                <a:cubicBezTo>
                  <a:pt x="623435" y="1334690"/>
                  <a:pt x="637029" y="1348284"/>
                  <a:pt x="637029" y="1365053"/>
                </a:cubicBezTo>
                <a:cubicBezTo>
                  <a:pt x="637029" y="1381823"/>
                  <a:pt x="623435" y="1395417"/>
                  <a:pt x="606665" y="1395417"/>
                </a:cubicBezTo>
                <a:cubicBezTo>
                  <a:pt x="589896" y="1395417"/>
                  <a:pt x="576302" y="1381823"/>
                  <a:pt x="576302" y="1365053"/>
                </a:cubicBezTo>
                <a:cubicBezTo>
                  <a:pt x="576302" y="1348284"/>
                  <a:pt x="589896" y="1334690"/>
                  <a:pt x="606665" y="1334690"/>
                </a:cubicBezTo>
                <a:close/>
                <a:moveTo>
                  <a:pt x="534111" y="1334690"/>
                </a:moveTo>
                <a:cubicBezTo>
                  <a:pt x="550880" y="1334690"/>
                  <a:pt x="564474" y="1348284"/>
                  <a:pt x="564474" y="1365053"/>
                </a:cubicBezTo>
                <a:cubicBezTo>
                  <a:pt x="564474" y="1381823"/>
                  <a:pt x="550880" y="1395417"/>
                  <a:pt x="534111" y="1395417"/>
                </a:cubicBezTo>
                <a:cubicBezTo>
                  <a:pt x="517341" y="1395417"/>
                  <a:pt x="503747" y="1381823"/>
                  <a:pt x="503747" y="1365053"/>
                </a:cubicBezTo>
                <a:cubicBezTo>
                  <a:pt x="503747" y="1348284"/>
                  <a:pt x="517341" y="1334690"/>
                  <a:pt x="534111" y="1334690"/>
                </a:cubicBezTo>
                <a:close/>
                <a:moveTo>
                  <a:pt x="461556" y="1334690"/>
                </a:moveTo>
                <a:cubicBezTo>
                  <a:pt x="478326" y="1334690"/>
                  <a:pt x="491920" y="1348284"/>
                  <a:pt x="491920" y="1365053"/>
                </a:cubicBezTo>
                <a:cubicBezTo>
                  <a:pt x="491920" y="1381823"/>
                  <a:pt x="478326" y="1395417"/>
                  <a:pt x="461556" y="1395417"/>
                </a:cubicBezTo>
                <a:cubicBezTo>
                  <a:pt x="444787" y="1395417"/>
                  <a:pt x="431192" y="1381823"/>
                  <a:pt x="431192" y="1365053"/>
                </a:cubicBezTo>
                <a:cubicBezTo>
                  <a:pt x="431192" y="1348284"/>
                  <a:pt x="444787" y="1334690"/>
                  <a:pt x="461556" y="1334690"/>
                </a:cubicBezTo>
                <a:close/>
                <a:moveTo>
                  <a:pt x="389002" y="1334690"/>
                </a:moveTo>
                <a:cubicBezTo>
                  <a:pt x="405771" y="1334690"/>
                  <a:pt x="419365" y="1348284"/>
                  <a:pt x="419365" y="1365053"/>
                </a:cubicBezTo>
                <a:cubicBezTo>
                  <a:pt x="419365" y="1381823"/>
                  <a:pt x="405771" y="1395417"/>
                  <a:pt x="389002" y="1395417"/>
                </a:cubicBezTo>
                <a:cubicBezTo>
                  <a:pt x="372232" y="1395417"/>
                  <a:pt x="358638" y="1381823"/>
                  <a:pt x="358638" y="1365053"/>
                </a:cubicBezTo>
                <a:cubicBezTo>
                  <a:pt x="358638" y="1348284"/>
                  <a:pt x="372232" y="1334690"/>
                  <a:pt x="389002" y="1334690"/>
                </a:cubicBezTo>
                <a:close/>
                <a:moveTo>
                  <a:pt x="316447" y="1334690"/>
                </a:moveTo>
                <a:cubicBezTo>
                  <a:pt x="333216" y="1334690"/>
                  <a:pt x="346810" y="1348284"/>
                  <a:pt x="346810" y="1365053"/>
                </a:cubicBezTo>
                <a:cubicBezTo>
                  <a:pt x="346810" y="1381823"/>
                  <a:pt x="333216" y="1395417"/>
                  <a:pt x="316447" y="1395417"/>
                </a:cubicBezTo>
                <a:cubicBezTo>
                  <a:pt x="299677" y="1395417"/>
                  <a:pt x="286084" y="1381823"/>
                  <a:pt x="286084" y="1365053"/>
                </a:cubicBezTo>
                <a:cubicBezTo>
                  <a:pt x="286084" y="1348284"/>
                  <a:pt x="299677" y="1334690"/>
                  <a:pt x="316447" y="1334690"/>
                </a:cubicBezTo>
                <a:close/>
                <a:moveTo>
                  <a:pt x="243892" y="1334690"/>
                </a:moveTo>
                <a:cubicBezTo>
                  <a:pt x="260662" y="1334690"/>
                  <a:pt x="274256" y="1348284"/>
                  <a:pt x="274256" y="1365053"/>
                </a:cubicBezTo>
                <a:cubicBezTo>
                  <a:pt x="274256" y="1381823"/>
                  <a:pt x="260662" y="1395417"/>
                  <a:pt x="243892" y="1395417"/>
                </a:cubicBezTo>
                <a:cubicBezTo>
                  <a:pt x="227123" y="1395417"/>
                  <a:pt x="213529" y="1381823"/>
                  <a:pt x="213529" y="1365053"/>
                </a:cubicBezTo>
                <a:cubicBezTo>
                  <a:pt x="213529" y="1348284"/>
                  <a:pt x="227123" y="1334690"/>
                  <a:pt x="243892" y="1334690"/>
                </a:cubicBezTo>
                <a:close/>
                <a:moveTo>
                  <a:pt x="171339" y="1334690"/>
                </a:moveTo>
                <a:cubicBezTo>
                  <a:pt x="188107" y="1334690"/>
                  <a:pt x="201701" y="1348284"/>
                  <a:pt x="201701" y="1365053"/>
                </a:cubicBezTo>
                <a:cubicBezTo>
                  <a:pt x="201701" y="1381823"/>
                  <a:pt x="188107" y="1395417"/>
                  <a:pt x="171339" y="1395417"/>
                </a:cubicBezTo>
                <a:cubicBezTo>
                  <a:pt x="154616" y="1395417"/>
                  <a:pt x="141023" y="1381823"/>
                  <a:pt x="141023" y="1365053"/>
                </a:cubicBezTo>
                <a:cubicBezTo>
                  <a:pt x="141023" y="1348284"/>
                  <a:pt x="154616" y="1334690"/>
                  <a:pt x="171339" y="1334690"/>
                </a:cubicBezTo>
                <a:close/>
                <a:moveTo>
                  <a:pt x="98838" y="1334690"/>
                </a:moveTo>
                <a:cubicBezTo>
                  <a:pt x="115605" y="1334690"/>
                  <a:pt x="129198" y="1348284"/>
                  <a:pt x="129198" y="1365053"/>
                </a:cubicBezTo>
                <a:cubicBezTo>
                  <a:pt x="129198" y="1381823"/>
                  <a:pt x="115605" y="1395417"/>
                  <a:pt x="98838" y="1395417"/>
                </a:cubicBezTo>
                <a:cubicBezTo>
                  <a:pt x="82067" y="1395417"/>
                  <a:pt x="68474" y="1381823"/>
                  <a:pt x="68474" y="1365053"/>
                </a:cubicBezTo>
                <a:cubicBezTo>
                  <a:pt x="68474" y="1348284"/>
                  <a:pt x="82067" y="1334690"/>
                  <a:pt x="98838" y="1334690"/>
                </a:cubicBezTo>
                <a:close/>
                <a:moveTo>
                  <a:pt x="26283" y="1334690"/>
                </a:moveTo>
                <a:cubicBezTo>
                  <a:pt x="43051" y="1334690"/>
                  <a:pt x="56645" y="1348284"/>
                  <a:pt x="56645" y="1365053"/>
                </a:cubicBezTo>
                <a:cubicBezTo>
                  <a:pt x="56645" y="1381823"/>
                  <a:pt x="43051" y="1395417"/>
                  <a:pt x="26283" y="1395417"/>
                </a:cubicBezTo>
                <a:cubicBezTo>
                  <a:pt x="17898" y="1395417"/>
                  <a:pt x="10308" y="1392019"/>
                  <a:pt x="4813" y="1386524"/>
                </a:cubicBezTo>
                <a:lnTo>
                  <a:pt x="0" y="1374903"/>
                </a:lnTo>
                <a:lnTo>
                  <a:pt x="0" y="1355203"/>
                </a:lnTo>
                <a:lnTo>
                  <a:pt x="4813" y="1343583"/>
                </a:lnTo>
                <a:cubicBezTo>
                  <a:pt x="10308" y="1338089"/>
                  <a:pt x="17898" y="1334690"/>
                  <a:pt x="26283" y="1334690"/>
                </a:cubicBezTo>
                <a:close/>
                <a:moveTo>
                  <a:pt x="1404765" y="1254238"/>
                </a:moveTo>
                <a:cubicBezTo>
                  <a:pt x="1408957" y="1254238"/>
                  <a:pt x="1412951" y="1255088"/>
                  <a:pt x="1416584" y="1256624"/>
                </a:cubicBezTo>
                <a:lnTo>
                  <a:pt x="1422045" y="1260306"/>
                </a:lnTo>
                <a:lnTo>
                  <a:pt x="1418517" y="1266114"/>
                </a:lnTo>
                <a:lnTo>
                  <a:pt x="1386846" y="1308466"/>
                </a:lnTo>
                <a:lnTo>
                  <a:pt x="1383295" y="1306072"/>
                </a:lnTo>
                <a:cubicBezTo>
                  <a:pt x="1377800" y="1300577"/>
                  <a:pt x="1374402" y="1292986"/>
                  <a:pt x="1374402" y="1284602"/>
                </a:cubicBezTo>
                <a:cubicBezTo>
                  <a:pt x="1374402" y="1267832"/>
                  <a:pt x="1387996" y="1254238"/>
                  <a:pt x="1404765" y="1254238"/>
                </a:cubicBezTo>
                <a:close/>
                <a:moveTo>
                  <a:pt x="1332211" y="1254238"/>
                </a:moveTo>
                <a:cubicBezTo>
                  <a:pt x="1348980" y="1254238"/>
                  <a:pt x="1362574" y="1267832"/>
                  <a:pt x="1362574" y="1284602"/>
                </a:cubicBezTo>
                <a:cubicBezTo>
                  <a:pt x="1362574" y="1301371"/>
                  <a:pt x="1348980" y="1314965"/>
                  <a:pt x="1332211" y="1314965"/>
                </a:cubicBezTo>
                <a:cubicBezTo>
                  <a:pt x="1315441" y="1314965"/>
                  <a:pt x="1301847" y="1301371"/>
                  <a:pt x="1301847" y="1284602"/>
                </a:cubicBezTo>
                <a:cubicBezTo>
                  <a:pt x="1301847" y="1267832"/>
                  <a:pt x="1315441" y="1254238"/>
                  <a:pt x="1332211" y="1254238"/>
                </a:cubicBezTo>
                <a:close/>
                <a:moveTo>
                  <a:pt x="1259656" y="1254238"/>
                </a:moveTo>
                <a:cubicBezTo>
                  <a:pt x="1276426" y="1254238"/>
                  <a:pt x="1290020" y="1267832"/>
                  <a:pt x="1290020" y="1284602"/>
                </a:cubicBezTo>
                <a:cubicBezTo>
                  <a:pt x="1290020" y="1301371"/>
                  <a:pt x="1276426" y="1314965"/>
                  <a:pt x="1259656" y="1314965"/>
                </a:cubicBezTo>
                <a:cubicBezTo>
                  <a:pt x="1242887" y="1314965"/>
                  <a:pt x="1229293" y="1301371"/>
                  <a:pt x="1229293" y="1284602"/>
                </a:cubicBezTo>
                <a:cubicBezTo>
                  <a:pt x="1229293" y="1267832"/>
                  <a:pt x="1242887" y="1254238"/>
                  <a:pt x="1259656" y="1254238"/>
                </a:cubicBezTo>
                <a:close/>
                <a:moveTo>
                  <a:pt x="1187102" y="1254238"/>
                </a:moveTo>
                <a:cubicBezTo>
                  <a:pt x="1203871" y="1254238"/>
                  <a:pt x="1217465" y="1267832"/>
                  <a:pt x="1217465" y="1284602"/>
                </a:cubicBezTo>
                <a:cubicBezTo>
                  <a:pt x="1217465" y="1301371"/>
                  <a:pt x="1203871" y="1314965"/>
                  <a:pt x="1187102" y="1314965"/>
                </a:cubicBezTo>
                <a:cubicBezTo>
                  <a:pt x="1170332" y="1314965"/>
                  <a:pt x="1156738" y="1301371"/>
                  <a:pt x="1156738" y="1284602"/>
                </a:cubicBezTo>
                <a:cubicBezTo>
                  <a:pt x="1156738" y="1267832"/>
                  <a:pt x="1170332" y="1254238"/>
                  <a:pt x="1187102" y="1254238"/>
                </a:cubicBezTo>
                <a:close/>
                <a:moveTo>
                  <a:pt x="1114547" y="1254238"/>
                </a:moveTo>
                <a:cubicBezTo>
                  <a:pt x="1131317" y="1254238"/>
                  <a:pt x="1144911" y="1267832"/>
                  <a:pt x="1144911" y="1284602"/>
                </a:cubicBezTo>
                <a:cubicBezTo>
                  <a:pt x="1144911" y="1301371"/>
                  <a:pt x="1131317" y="1314965"/>
                  <a:pt x="1114547" y="1314965"/>
                </a:cubicBezTo>
                <a:cubicBezTo>
                  <a:pt x="1097778" y="1314965"/>
                  <a:pt x="1084184" y="1301371"/>
                  <a:pt x="1084184" y="1284602"/>
                </a:cubicBezTo>
                <a:cubicBezTo>
                  <a:pt x="1084184" y="1267832"/>
                  <a:pt x="1097778" y="1254238"/>
                  <a:pt x="1114547" y="1254238"/>
                </a:cubicBezTo>
                <a:close/>
                <a:moveTo>
                  <a:pt x="1041993" y="1254238"/>
                </a:moveTo>
                <a:cubicBezTo>
                  <a:pt x="1058762" y="1254238"/>
                  <a:pt x="1072356" y="1267832"/>
                  <a:pt x="1072356" y="1284602"/>
                </a:cubicBezTo>
                <a:cubicBezTo>
                  <a:pt x="1072356" y="1301371"/>
                  <a:pt x="1058762" y="1314965"/>
                  <a:pt x="1041993" y="1314965"/>
                </a:cubicBezTo>
                <a:cubicBezTo>
                  <a:pt x="1025223" y="1314965"/>
                  <a:pt x="1011629" y="1301371"/>
                  <a:pt x="1011629" y="1284602"/>
                </a:cubicBezTo>
                <a:cubicBezTo>
                  <a:pt x="1011629" y="1267832"/>
                  <a:pt x="1025223" y="1254238"/>
                  <a:pt x="1041993" y="1254238"/>
                </a:cubicBezTo>
                <a:close/>
                <a:moveTo>
                  <a:pt x="969438" y="1254238"/>
                </a:moveTo>
                <a:cubicBezTo>
                  <a:pt x="986208" y="1254238"/>
                  <a:pt x="999801" y="1267832"/>
                  <a:pt x="999801" y="1284602"/>
                </a:cubicBezTo>
                <a:cubicBezTo>
                  <a:pt x="999801" y="1301371"/>
                  <a:pt x="986208" y="1314965"/>
                  <a:pt x="969438" y="1314965"/>
                </a:cubicBezTo>
                <a:cubicBezTo>
                  <a:pt x="952669" y="1314965"/>
                  <a:pt x="939075" y="1301371"/>
                  <a:pt x="939075" y="1284602"/>
                </a:cubicBezTo>
                <a:cubicBezTo>
                  <a:pt x="939075" y="1267832"/>
                  <a:pt x="952669" y="1254238"/>
                  <a:pt x="969438" y="1254238"/>
                </a:cubicBezTo>
                <a:close/>
                <a:moveTo>
                  <a:pt x="896883" y="1254238"/>
                </a:moveTo>
                <a:cubicBezTo>
                  <a:pt x="913653" y="1254238"/>
                  <a:pt x="927247" y="1267832"/>
                  <a:pt x="927247" y="1284602"/>
                </a:cubicBezTo>
                <a:cubicBezTo>
                  <a:pt x="927247" y="1301371"/>
                  <a:pt x="913653" y="1314965"/>
                  <a:pt x="896883" y="1314965"/>
                </a:cubicBezTo>
                <a:cubicBezTo>
                  <a:pt x="880114" y="1314965"/>
                  <a:pt x="866520" y="1301371"/>
                  <a:pt x="866520" y="1284602"/>
                </a:cubicBezTo>
                <a:cubicBezTo>
                  <a:pt x="866520" y="1267832"/>
                  <a:pt x="880114" y="1254238"/>
                  <a:pt x="896883" y="1254238"/>
                </a:cubicBezTo>
                <a:close/>
                <a:moveTo>
                  <a:pt x="824329" y="1254238"/>
                </a:moveTo>
                <a:cubicBezTo>
                  <a:pt x="841098" y="1254238"/>
                  <a:pt x="854692" y="1267832"/>
                  <a:pt x="854692" y="1284602"/>
                </a:cubicBezTo>
                <a:cubicBezTo>
                  <a:pt x="854692" y="1301371"/>
                  <a:pt x="841098" y="1314965"/>
                  <a:pt x="824329" y="1314965"/>
                </a:cubicBezTo>
                <a:cubicBezTo>
                  <a:pt x="807559" y="1314965"/>
                  <a:pt x="793965" y="1301371"/>
                  <a:pt x="793965" y="1284602"/>
                </a:cubicBezTo>
                <a:cubicBezTo>
                  <a:pt x="793965" y="1267832"/>
                  <a:pt x="807559" y="1254238"/>
                  <a:pt x="824329" y="1254238"/>
                </a:cubicBezTo>
                <a:close/>
                <a:moveTo>
                  <a:pt x="751774" y="1254238"/>
                </a:moveTo>
                <a:cubicBezTo>
                  <a:pt x="768544" y="1254238"/>
                  <a:pt x="782138" y="1267832"/>
                  <a:pt x="782138" y="1284602"/>
                </a:cubicBezTo>
                <a:cubicBezTo>
                  <a:pt x="782138" y="1301371"/>
                  <a:pt x="768544" y="1314965"/>
                  <a:pt x="751774" y="1314965"/>
                </a:cubicBezTo>
                <a:cubicBezTo>
                  <a:pt x="735005" y="1314965"/>
                  <a:pt x="721411" y="1301371"/>
                  <a:pt x="721411" y="1284602"/>
                </a:cubicBezTo>
                <a:cubicBezTo>
                  <a:pt x="721411" y="1267832"/>
                  <a:pt x="735005" y="1254238"/>
                  <a:pt x="751774" y="1254238"/>
                </a:cubicBezTo>
                <a:close/>
                <a:moveTo>
                  <a:pt x="679220" y="1254238"/>
                </a:moveTo>
                <a:cubicBezTo>
                  <a:pt x="695989" y="1254238"/>
                  <a:pt x="709583" y="1267832"/>
                  <a:pt x="709583" y="1284602"/>
                </a:cubicBezTo>
                <a:cubicBezTo>
                  <a:pt x="709583" y="1301371"/>
                  <a:pt x="695989" y="1314965"/>
                  <a:pt x="679220" y="1314965"/>
                </a:cubicBezTo>
                <a:cubicBezTo>
                  <a:pt x="662450" y="1314965"/>
                  <a:pt x="648856" y="1301371"/>
                  <a:pt x="648856" y="1284602"/>
                </a:cubicBezTo>
                <a:cubicBezTo>
                  <a:pt x="648856" y="1267832"/>
                  <a:pt x="662450" y="1254238"/>
                  <a:pt x="679220" y="1254238"/>
                </a:cubicBezTo>
                <a:close/>
                <a:moveTo>
                  <a:pt x="606665" y="1254238"/>
                </a:moveTo>
                <a:cubicBezTo>
                  <a:pt x="623435" y="1254238"/>
                  <a:pt x="637029" y="1267832"/>
                  <a:pt x="637029" y="1284602"/>
                </a:cubicBezTo>
                <a:cubicBezTo>
                  <a:pt x="637029" y="1301371"/>
                  <a:pt x="623435" y="1314965"/>
                  <a:pt x="606665" y="1314965"/>
                </a:cubicBezTo>
                <a:cubicBezTo>
                  <a:pt x="589896" y="1314965"/>
                  <a:pt x="576302" y="1301371"/>
                  <a:pt x="576302" y="1284602"/>
                </a:cubicBezTo>
                <a:cubicBezTo>
                  <a:pt x="576302" y="1267832"/>
                  <a:pt x="589896" y="1254238"/>
                  <a:pt x="606665" y="1254238"/>
                </a:cubicBezTo>
                <a:close/>
                <a:moveTo>
                  <a:pt x="534111" y="1254238"/>
                </a:moveTo>
                <a:cubicBezTo>
                  <a:pt x="550880" y="1254238"/>
                  <a:pt x="564474" y="1267832"/>
                  <a:pt x="564474" y="1284602"/>
                </a:cubicBezTo>
                <a:cubicBezTo>
                  <a:pt x="564474" y="1301371"/>
                  <a:pt x="550880" y="1314965"/>
                  <a:pt x="534111" y="1314965"/>
                </a:cubicBezTo>
                <a:cubicBezTo>
                  <a:pt x="517341" y="1314965"/>
                  <a:pt x="503747" y="1301371"/>
                  <a:pt x="503747" y="1284602"/>
                </a:cubicBezTo>
                <a:cubicBezTo>
                  <a:pt x="503747" y="1267832"/>
                  <a:pt x="517341" y="1254238"/>
                  <a:pt x="534111" y="1254238"/>
                </a:cubicBezTo>
                <a:close/>
                <a:moveTo>
                  <a:pt x="461556" y="1254238"/>
                </a:moveTo>
                <a:cubicBezTo>
                  <a:pt x="478326" y="1254238"/>
                  <a:pt x="491920" y="1267832"/>
                  <a:pt x="491920" y="1284602"/>
                </a:cubicBezTo>
                <a:cubicBezTo>
                  <a:pt x="491920" y="1301371"/>
                  <a:pt x="478326" y="1314965"/>
                  <a:pt x="461556" y="1314965"/>
                </a:cubicBezTo>
                <a:cubicBezTo>
                  <a:pt x="444787" y="1314965"/>
                  <a:pt x="431192" y="1301371"/>
                  <a:pt x="431192" y="1284602"/>
                </a:cubicBezTo>
                <a:cubicBezTo>
                  <a:pt x="431192" y="1267832"/>
                  <a:pt x="444787" y="1254238"/>
                  <a:pt x="461556" y="1254238"/>
                </a:cubicBezTo>
                <a:close/>
                <a:moveTo>
                  <a:pt x="389002" y="1254238"/>
                </a:moveTo>
                <a:cubicBezTo>
                  <a:pt x="405771" y="1254238"/>
                  <a:pt x="419365" y="1267832"/>
                  <a:pt x="419365" y="1284602"/>
                </a:cubicBezTo>
                <a:cubicBezTo>
                  <a:pt x="419365" y="1301371"/>
                  <a:pt x="405771" y="1314965"/>
                  <a:pt x="389002" y="1314965"/>
                </a:cubicBezTo>
                <a:cubicBezTo>
                  <a:pt x="372232" y="1314965"/>
                  <a:pt x="358638" y="1301371"/>
                  <a:pt x="358638" y="1284602"/>
                </a:cubicBezTo>
                <a:cubicBezTo>
                  <a:pt x="358638" y="1267832"/>
                  <a:pt x="372232" y="1254238"/>
                  <a:pt x="389002" y="1254238"/>
                </a:cubicBezTo>
                <a:close/>
                <a:moveTo>
                  <a:pt x="316447" y="1254238"/>
                </a:moveTo>
                <a:cubicBezTo>
                  <a:pt x="333216" y="1254238"/>
                  <a:pt x="346810" y="1267832"/>
                  <a:pt x="346810" y="1284602"/>
                </a:cubicBezTo>
                <a:cubicBezTo>
                  <a:pt x="346810" y="1301371"/>
                  <a:pt x="333216" y="1314965"/>
                  <a:pt x="316447" y="1314965"/>
                </a:cubicBezTo>
                <a:cubicBezTo>
                  <a:pt x="299677" y="1314965"/>
                  <a:pt x="286084" y="1301371"/>
                  <a:pt x="286084" y="1284602"/>
                </a:cubicBezTo>
                <a:cubicBezTo>
                  <a:pt x="286084" y="1267832"/>
                  <a:pt x="299677" y="1254238"/>
                  <a:pt x="316447" y="1254238"/>
                </a:cubicBezTo>
                <a:close/>
                <a:moveTo>
                  <a:pt x="243892" y="1254238"/>
                </a:moveTo>
                <a:cubicBezTo>
                  <a:pt x="260662" y="1254238"/>
                  <a:pt x="274256" y="1267832"/>
                  <a:pt x="274256" y="1284602"/>
                </a:cubicBezTo>
                <a:cubicBezTo>
                  <a:pt x="274256" y="1301371"/>
                  <a:pt x="260662" y="1314965"/>
                  <a:pt x="243892" y="1314965"/>
                </a:cubicBezTo>
                <a:cubicBezTo>
                  <a:pt x="227123" y="1314965"/>
                  <a:pt x="213529" y="1301371"/>
                  <a:pt x="213529" y="1284602"/>
                </a:cubicBezTo>
                <a:cubicBezTo>
                  <a:pt x="213529" y="1267832"/>
                  <a:pt x="227123" y="1254238"/>
                  <a:pt x="243892" y="1254238"/>
                </a:cubicBezTo>
                <a:close/>
                <a:moveTo>
                  <a:pt x="171339" y="1254238"/>
                </a:moveTo>
                <a:cubicBezTo>
                  <a:pt x="188107" y="1254238"/>
                  <a:pt x="201701" y="1267832"/>
                  <a:pt x="201701" y="1284602"/>
                </a:cubicBezTo>
                <a:cubicBezTo>
                  <a:pt x="201701" y="1301371"/>
                  <a:pt x="188107" y="1314965"/>
                  <a:pt x="171339" y="1314965"/>
                </a:cubicBezTo>
                <a:cubicBezTo>
                  <a:pt x="154622" y="1314965"/>
                  <a:pt x="141029" y="1301371"/>
                  <a:pt x="141029" y="1284602"/>
                </a:cubicBezTo>
                <a:cubicBezTo>
                  <a:pt x="141029" y="1267832"/>
                  <a:pt x="154622" y="1254238"/>
                  <a:pt x="171339" y="1254238"/>
                </a:cubicBezTo>
                <a:close/>
                <a:moveTo>
                  <a:pt x="98845" y="1254238"/>
                </a:moveTo>
                <a:cubicBezTo>
                  <a:pt x="115610" y="1254238"/>
                  <a:pt x="129204" y="1267832"/>
                  <a:pt x="129204" y="1284602"/>
                </a:cubicBezTo>
                <a:cubicBezTo>
                  <a:pt x="129204" y="1301371"/>
                  <a:pt x="115610" y="1314965"/>
                  <a:pt x="98845" y="1314965"/>
                </a:cubicBezTo>
                <a:cubicBezTo>
                  <a:pt x="82074" y="1314965"/>
                  <a:pt x="68480" y="1301371"/>
                  <a:pt x="68480" y="1284602"/>
                </a:cubicBezTo>
                <a:cubicBezTo>
                  <a:pt x="68480" y="1267832"/>
                  <a:pt x="82074" y="1254238"/>
                  <a:pt x="98845" y="1254238"/>
                </a:cubicBezTo>
                <a:close/>
                <a:moveTo>
                  <a:pt x="26290" y="1254238"/>
                </a:moveTo>
                <a:cubicBezTo>
                  <a:pt x="43057" y="1254238"/>
                  <a:pt x="56651" y="1267832"/>
                  <a:pt x="56651" y="1284602"/>
                </a:cubicBezTo>
                <a:cubicBezTo>
                  <a:pt x="56651" y="1301371"/>
                  <a:pt x="43057" y="1314965"/>
                  <a:pt x="26290" y="1314965"/>
                </a:cubicBezTo>
                <a:cubicBezTo>
                  <a:pt x="17905" y="1314965"/>
                  <a:pt x="10314" y="1311567"/>
                  <a:pt x="4819" y="1306072"/>
                </a:cubicBezTo>
                <a:lnTo>
                  <a:pt x="0" y="1294437"/>
                </a:lnTo>
                <a:lnTo>
                  <a:pt x="0" y="1274766"/>
                </a:lnTo>
                <a:lnTo>
                  <a:pt x="4819" y="1263131"/>
                </a:lnTo>
                <a:cubicBezTo>
                  <a:pt x="10314" y="1257637"/>
                  <a:pt x="17905" y="1254238"/>
                  <a:pt x="26290" y="1254238"/>
                </a:cubicBezTo>
                <a:close/>
                <a:moveTo>
                  <a:pt x="1474228" y="1174410"/>
                </a:moveTo>
                <a:lnTo>
                  <a:pt x="1450688" y="1213159"/>
                </a:lnTo>
                <a:lnTo>
                  <a:pt x="1446956" y="1204150"/>
                </a:lnTo>
                <a:cubicBezTo>
                  <a:pt x="1446956" y="1191573"/>
                  <a:pt x="1454603" y="1180782"/>
                  <a:pt x="1465501" y="1176173"/>
                </a:cubicBezTo>
                <a:close/>
                <a:moveTo>
                  <a:pt x="1404765" y="1173786"/>
                </a:moveTo>
                <a:cubicBezTo>
                  <a:pt x="1421535" y="1173786"/>
                  <a:pt x="1435129" y="1187380"/>
                  <a:pt x="1435129" y="1204150"/>
                </a:cubicBezTo>
                <a:cubicBezTo>
                  <a:pt x="1435129" y="1220919"/>
                  <a:pt x="1421535" y="1234513"/>
                  <a:pt x="1404765" y="1234513"/>
                </a:cubicBezTo>
                <a:cubicBezTo>
                  <a:pt x="1387996" y="1234513"/>
                  <a:pt x="1374402" y="1220919"/>
                  <a:pt x="1374402" y="1204150"/>
                </a:cubicBezTo>
                <a:cubicBezTo>
                  <a:pt x="1374402" y="1187380"/>
                  <a:pt x="1387996" y="1173786"/>
                  <a:pt x="1404765" y="1173786"/>
                </a:cubicBezTo>
                <a:close/>
                <a:moveTo>
                  <a:pt x="1332211" y="1173786"/>
                </a:moveTo>
                <a:cubicBezTo>
                  <a:pt x="1348980" y="1173786"/>
                  <a:pt x="1362574" y="1187380"/>
                  <a:pt x="1362574" y="1204150"/>
                </a:cubicBezTo>
                <a:cubicBezTo>
                  <a:pt x="1362574" y="1220919"/>
                  <a:pt x="1348980" y="1234513"/>
                  <a:pt x="1332211" y="1234513"/>
                </a:cubicBezTo>
                <a:cubicBezTo>
                  <a:pt x="1315441" y="1234513"/>
                  <a:pt x="1301847" y="1220919"/>
                  <a:pt x="1301847" y="1204150"/>
                </a:cubicBezTo>
                <a:cubicBezTo>
                  <a:pt x="1301847" y="1187380"/>
                  <a:pt x="1315441" y="1173786"/>
                  <a:pt x="1332211" y="1173786"/>
                </a:cubicBezTo>
                <a:close/>
                <a:moveTo>
                  <a:pt x="1259656" y="1173786"/>
                </a:moveTo>
                <a:cubicBezTo>
                  <a:pt x="1276426" y="1173786"/>
                  <a:pt x="1290020" y="1187380"/>
                  <a:pt x="1290020" y="1204150"/>
                </a:cubicBezTo>
                <a:cubicBezTo>
                  <a:pt x="1290020" y="1220919"/>
                  <a:pt x="1276426" y="1234513"/>
                  <a:pt x="1259656" y="1234513"/>
                </a:cubicBezTo>
                <a:cubicBezTo>
                  <a:pt x="1242887" y="1234513"/>
                  <a:pt x="1229293" y="1220919"/>
                  <a:pt x="1229293" y="1204150"/>
                </a:cubicBezTo>
                <a:cubicBezTo>
                  <a:pt x="1229293" y="1187380"/>
                  <a:pt x="1242887" y="1173786"/>
                  <a:pt x="1259656" y="1173786"/>
                </a:cubicBezTo>
                <a:close/>
                <a:moveTo>
                  <a:pt x="1187102" y="1173786"/>
                </a:moveTo>
                <a:cubicBezTo>
                  <a:pt x="1203871" y="1173786"/>
                  <a:pt x="1217465" y="1187380"/>
                  <a:pt x="1217465" y="1204150"/>
                </a:cubicBezTo>
                <a:cubicBezTo>
                  <a:pt x="1217465" y="1220919"/>
                  <a:pt x="1203871" y="1234513"/>
                  <a:pt x="1187102" y="1234513"/>
                </a:cubicBezTo>
                <a:cubicBezTo>
                  <a:pt x="1170332" y="1234513"/>
                  <a:pt x="1156738" y="1220919"/>
                  <a:pt x="1156738" y="1204150"/>
                </a:cubicBezTo>
                <a:cubicBezTo>
                  <a:pt x="1156738" y="1187380"/>
                  <a:pt x="1170332" y="1173786"/>
                  <a:pt x="1187102" y="1173786"/>
                </a:cubicBezTo>
                <a:close/>
                <a:moveTo>
                  <a:pt x="1114547" y="1173786"/>
                </a:moveTo>
                <a:cubicBezTo>
                  <a:pt x="1131317" y="1173786"/>
                  <a:pt x="1144911" y="1187380"/>
                  <a:pt x="1144911" y="1204150"/>
                </a:cubicBezTo>
                <a:cubicBezTo>
                  <a:pt x="1144911" y="1220919"/>
                  <a:pt x="1131317" y="1234513"/>
                  <a:pt x="1114547" y="1234513"/>
                </a:cubicBezTo>
                <a:cubicBezTo>
                  <a:pt x="1097778" y="1234513"/>
                  <a:pt x="1084184" y="1220919"/>
                  <a:pt x="1084184" y="1204150"/>
                </a:cubicBezTo>
                <a:cubicBezTo>
                  <a:pt x="1084184" y="1187380"/>
                  <a:pt x="1097778" y="1173786"/>
                  <a:pt x="1114547" y="1173786"/>
                </a:cubicBezTo>
                <a:close/>
                <a:moveTo>
                  <a:pt x="1041993" y="1173786"/>
                </a:moveTo>
                <a:cubicBezTo>
                  <a:pt x="1058762" y="1173786"/>
                  <a:pt x="1072356" y="1187380"/>
                  <a:pt x="1072356" y="1204150"/>
                </a:cubicBezTo>
                <a:cubicBezTo>
                  <a:pt x="1072356" y="1220919"/>
                  <a:pt x="1058762" y="1234513"/>
                  <a:pt x="1041993" y="1234513"/>
                </a:cubicBezTo>
                <a:cubicBezTo>
                  <a:pt x="1025223" y="1234513"/>
                  <a:pt x="1011629" y="1220919"/>
                  <a:pt x="1011629" y="1204150"/>
                </a:cubicBezTo>
                <a:cubicBezTo>
                  <a:pt x="1011629" y="1187380"/>
                  <a:pt x="1025223" y="1173786"/>
                  <a:pt x="1041993" y="1173786"/>
                </a:cubicBezTo>
                <a:close/>
                <a:moveTo>
                  <a:pt x="969438" y="1173786"/>
                </a:moveTo>
                <a:cubicBezTo>
                  <a:pt x="986208" y="1173786"/>
                  <a:pt x="999801" y="1187380"/>
                  <a:pt x="999801" y="1204150"/>
                </a:cubicBezTo>
                <a:cubicBezTo>
                  <a:pt x="999801" y="1220919"/>
                  <a:pt x="986208" y="1234513"/>
                  <a:pt x="969438" y="1234513"/>
                </a:cubicBezTo>
                <a:cubicBezTo>
                  <a:pt x="952669" y="1234513"/>
                  <a:pt x="939075" y="1220919"/>
                  <a:pt x="939075" y="1204150"/>
                </a:cubicBezTo>
                <a:cubicBezTo>
                  <a:pt x="939075" y="1187380"/>
                  <a:pt x="952669" y="1173786"/>
                  <a:pt x="969438" y="1173786"/>
                </a:cubicBezTo>
                <a:close/>
                <a:moveTo>
                  <a:pt x="896883" y="1173786"/>
                </a:moveTo>
                <a:cubicBezTo>
                  <a:pt x="913653" y="1173786"/>
                  <a:pt x="927247" y="1187380"/>
                  <a:pt x="927247" y="1204150"/>
                </a:cubicBezTo>
                <a:cubicBezTo>
                  <a:pt x="927247" y="1220919"/>
                  <a:pt x="913653" y="1234513"/>
                  <a:pt x="896883" y="1234513"/>
                </a:cubicBezTo>
                <a:cubicBezTo>
                  <a:pt x="880114" y="1234513"/>
                  <a:pt x="866520" y="1220919"/>
                  <a:pt x="866520" y="1204150"/>
                </a:cubicBezTo>
                <a:cubicBezTo>
                  <a:pt x="866520" y="1187380"/>
                  <a:pt x="880114" y="1173786"/>
                  <a:pt x="896883" y="1173786"/>
                </a:cubicBezTo>
                <a:close/>
                <a:moveTo>
                  <a:pt x="824329" y="1173786"/>
                </a:moveTo>
                <a:cubicBezTo>
                  <a:pt x="841098" y="1173786"/>
                  <a:pt x="854692" y="1187380"/>
                  <a:pt x="854692" y="1204150"/>
                </a:cubicBezTo>
                <a:cubicBezTo>
                  <a:pt x="854692" y="1220919"/>
                  <a:pt x="841098" y="1234513"/>
                  <a:pt x="824329" y="1234513"/>
                </a:cubicBezTo>
                <a:cubicBezTo>
                  <a:pt x="807559" y="1234513"/>
                  <a:pt x="793965" y="1220919"/>
                  <a:pt x="793965" y="1204150"/>
                </a:cubicBezTo>
                <a:cubicBezTo>
                  <a:pt x="793965" y="1187380"/>
                  <a:pt x="807559" y="1173786"/>
                  <a:pt x="824329" y="1173786"/>
                </a:cubicBezTo>
                <a:close/>
                <a:moveTo>
                  <a:pt x="751774" y="1173786"/>
                </a:moveTo>
                <a:cubicBezTo>
                  <a:pt x="768544" y="1173786"/>
                  <a:pt x="782138" y="1187380"/>
                  <a:pt x="782138" y="1204150"/>
                </a:cubicBezTo>
                <a:cubicBezTo>
                  <a:pt x="782138" y="1220919"/>
                  <a:pt x="768544" y="1234513"/>
                  <a:pt x="751774" y="1234513"/>
                </a:cubicBezTo>
                <a:cubicBezTo>
                  <a:pt x="735005" y="1234513"/>
                  <a:pt x="721411" y="1220919"/>
                  <a:pt x="721411" y="1204150"/>
                </a:cubicBezTo>
                <a:cubicBezTo>
                  <a:pt x="721411" y="1187380"/>
                  <a:pt x="735005" y="1173786"/>
                  <a:pt x="751774" y="1173786"/>
                </a:cubicBezTo>
                <a:close/>
                <a:moveTo>
                  <a:pt x="679220" y="1173786"/>
                </a:moveTo>
                <a:cubicBezTo>
                  <a:pt x="695989" y="1173786"/>
                  <a:pt x="709583" y="1187380"/>
                  <a:pt x="709583" y="1204150"/>
                </a:cubicBezTo>
                <a:cubicBezTo>
                  <a:pt x="709583" y="1220919"/>
                  <a:pt x="695989" y="1234513"/>
                  <a:pt x="679220" y="1234513"/>
                </a:cubicBezTo>
                <a:cubicBezTo>
                  <a:pt x="662450" y="1234513"/>
                  <a:pt x="648856" y="1220919"/>
                  <a:pt x="648856" y="1204150"/>
                </a:cubicBezTo>
                <a:cubicBezTo>
                  <a:pt x="648856" y="1187380"/>
                  <a:pt x="662450" y="1173786"/>
                  <a:pt x="679220" y="1173786"/>
                </a:cubicBezTo>
                <a:close/>
                <a:moveTo>
                  <a:pt x="606665" y="1173786"/>
                </a:moveTo>
                <a:cubicBezTo>
                  <a:pt x="623435" y="1173786"/>
                  <a:pt x="637029" y="1187380"/>
                  <a:pt x="637029" y="1204150"/>
                </a:cubicBezTo>
                <a:cubicBezTo>
                  <a:pt x="637029" y="1220919"/>
                  <a:pt x="623435" y="1234513"/>
                  <a:pt x="606665" y="1234513"/>
                </a:cubicBezTo>
                <a:cubicBezTo>
                  <a:pt x="589896" y="1234513"/>
                  <a:pt x="576302" y="1220919"/>
                  <a:pt x="576302" y="1204150"/>
                </a:cubicBezTo>
                <a:cubicBezTo>
                  <a:pt x="576302" y="1187380"/>
                  <a:pt x="589896" y="1173786"/>
                  <a:pt x="606665" y="1173786"/>
                </a:cubicBezTo>
                <a:close/>
                <a:moveTo>
                  <a:pt x="534111" y="1173786"/>
                </a:moveTo>
                <a:cubicBezTo>
                  <a:pt x="550880" y="1173786"/>
                  <a:pt x="564474" y="1187380"/>
                  <a:pt x="564474" y="1204150"/>
                </a:cubicBezTo>
                <a:cubicBezTo>
                  <a:pt x="564474" y="1220919"/>
                  <a:pt x="550880" y="1234513"/>
                  <a:pt x="534111" y="1234513"/>
                </a:cubicBezTo>
                <a:cubicBezTo>
                  <a:pt x="517341" y="1234513"/>
                  <a:pt x="503747" y="1220919"/>
                  <a:pt x="503747" y="1204150"/>
                </a:cubicBezTo>
                <a:cubicBezTo>
                  <a:pt x="503747" y="1187380"/>
                  <a:pt x="517341" y="1173786"/>
                  <a:pt x="534111" y="1173786"/>
                </a:cubicBezTo>
                <a:close/>
                <a:moveTo>
                  <a:pt x="461556" y="1173786"/>
                </a:moveTo>
                <a:cubicBezTo>
                  <a:pt x="478326" y="1173786"/>
                  <a:pt x="491920" y="1187380"/>
                  <a:pt x="491920" y="1204150"/>
                </a:cubicBezTo>
                <a:cubicBezTo>
                  <a:pt x="491920" y="1220919"/>
                  <a:pt x="478326" y="1234513"/>
                  <a:pt x="461556" y="1234513"/>
                </a:cubicBezTo>
                <a:cubicBezTo>
                  <a:pt x="444787" y="1234513"/>
                  <a:pt x="431192" y="1220919"/>
                  <a:pt x="431192" y="1204150"/>
                </a:cubicBezTo>
                <a:cubicBezTo>
                  <a:pt x="431192" y="1187380"/>
                  <a:pt x="444787" y="1173786"/>
                  <a:pt x="461556" y="1173786"/>
                </a:cubicBezTo>
                <a:close/>
                <a:moveTo>
                  <a:pt x="389002" y="1173786"/>
                </a:moveTo>
                <a:cubicBezTo>
                  <a:pt x="405771" y="1173786"/>
                  <a:pt x="419365" y="1187380"/>
                  <a:pt x="419365" y="1204150"/>
                </a:cubicBezTo>
                <a:cubicBezTo>
                  <a:pt x="419365" y="1220919"/>
                  <a:pt x="405771" y="1234513"/>
                  <a:pt x="389002" y="1234513"/>
                </a:cubicBezTo>
                <a:cubicBezTo>
                  <a:pt x="372232" y="1234513"/>
                  <a:pt x="358638" y="1220919"/>
                  <a:pt x="358638" y="1204150"/>
                </a:cubicBezTo>
                <a:cubicBezTo>
                  <a:pt x="358638" y="1187380"/>
                  <a:pt x="372232" y="1173786"/>
                  <a:pt x="389002" y="1173786"/>
                </a:cubicBezTo>
                <a:close/>
                <a:moveTo>
                  <a:pt x="316447" y="1173786"/>
                </a:moveTo>
                <a:cubicBezTo>
                  <a:pt x="333216" y="1173786"/>
                  <a:pt x="346810" y="1187380"/>
                  <a:pt x="346810" y="1204150"/>
                </a:cubicBezTo>
                <a:cubicBezTo>
                  <a:pt x="346810" y="1220919"/>
                  <a:pt x="333216" y="1234513"/>
                  <a:pt x="316447" y="1234513"/>
                </a:cubicBezTo>
                <a:cubicBezTo>
                  <a:pt x="299677" y="1234513"/>
                  <a:pt x="286084" y="1220919"/>
                  <a:pt x="286084" y="1204150"/>
                </a:cubicBezTo>
                <a:cubicBezTo>
                  <a:pt x="286084" y="1187380"/>
                  <a:pt x="299677" y="1173786"/>
                  <a:pt x="316447" y="1173786"/>
                </a:cubicBezTo>
                <a:close/>
                <a:moveTo>
                  <a:pt x="243892" y="1173786"/>
                </a:moveTo>
                <a:cubicBezTo>
                  <a:pt x="260662" y="1173786"/>
                  <a:pt x="274256" y="1187380"/>
                  <a:pt x="274256" y="1204150"/>
                </a:cubicBezTo>
                <a:cubicBezTo>
                  <a:pt x="274256" y="1220919"/>
                  <a:pt x="260662" y="1234513"/>
                  <a:pt x="243892" y="1234513"/>
                </a:cubicBezTo>
                <a:cubicBezTo>
                  <a:pt x="227123" y="1234513"/>
                  <a:pt x="213529" y="1220919"/>
                  <a:pt x="213529" y="1204150"/>
                </a:cubicBezTo>
                <a:cubicBezTo>
                  <a:pt x="213529" y="1187380"/>
                  <a:pt x="227123" y="1173786"/>
                  <a:pt x="243892" y="1173786"/>
                </a:cubicBezTo>
                <a:close/>
                <a:moveTo>
                  <a:pt x="171339" y="1173786"/>
                </a:moveTo>
                <a:cubicBezTo>
                  <a:pt x="188107" y="1173786"/>
                  <a:pt x="201701" y="1187380"/>
                  <a:pt x="201701" y="1204150"/>
                </a:cubicBezTo>
                <a:cubicBezTo>
                  <a:pt x="201701" y="1220919"/>
                  <a:pt x="188107" y="1234513"/>
                  <a:pt x="171339" y="1234513"/>
                </a:cubicBezTo>
                <a:cubicBezTo>
                  <a:pt x="154627" y="1234513"/>
                  <a:pt x="141034" y="1220919"/>
                  <a:pt x="141034" y="1204150"/>
                </a:cubicBezTo>
                <a:cubicBezTo>
                  <a:pt x="141034" y="1187380"/>
                  <a:pt x="154627" y="1173786"/>
                  <a:pt x="171339" y="1173786"/>
                </a:cubicBezTo>
                <a:close/>
                <a:moveTo>
                  <a:pt x="98852" y="1173786"/>
                </a:moveTo>
                <a:cubicBezTo>
                  <a:pt x="115616" y="1173786"/>
                  <a:pt x="129210" y="1187380"/>
                  <a:pt x="129210" y="1204150"/>
                </a:cubicBezTo>
                <a:cubicBezTo>
                  <a:pt x="129210" y="1220919"/>
                  <a:pt x="115616" y="1234513"/>
                  <a:pt x="98852" y="1234513"/>
                </a:cubicBezTo>
                <a:cubicBezTo>
                  <a:pt x="82080" y="1234513"/>
                  <a:pt x="68486" y="1220919"/>
                  <a:pt x="68486" y="1204150"/>
                </a:cubicBezTo>
                <a:cubicBezTo>
                  <a:pt x="68486" y="1187380"/>
                  <a:pt x="82080" y="1173786"/>
                  <a:pt x="98852" y="1173786"/>
                </a:cubicBezTo>
                <a:close/>
                <a:moveTo>
                  <a:pt x="26297" y="1173786"/>
                </a:moveTo>
                <a:cubicBezTo>
                  <a:pt x="43063" y="1173786"/>
                  <a:pt x="56658" y="1187380"/>
                  <a:pt x="56658" y="1204150"/>
                </a:cubicBezTo>
                <a:cubicBezTo>
                  <a:pt x="56658" y="1220919"/>
                  <a:pt x="43063" y="1234513"/>
                  <a:pt x="26297" y="1234513"/>
                </a:cubicBezTo>
                <a:cubicBezTo>
                  <a:pt x="17912" y="1234513"/>
                  <a:pt x="10321" y="1231115"/>
                  <a:pt x="4826" y="1225620"/>
                </a:cubicBezTo>
                <a:lnTo>
                  <a:pt x="0" y="1213970"/>
                </a:lnTo>
                <a:lnTo>
                  <a:pt x="0" y="1194329"/>
                </a:lnTo>
                <a:lnTo>
                  <a:pt x="4826" y="1182679"/>
                </a:lnTo>
                <a:cubicBezTo>
                  <a:pt x="10321" y="1177185"/>
                  <a:pt x="17912" y="1173786"/>
                  <a:pt x="26297" y="1173786"/>
                </a:cubicBezTo>
                <a:close/>
                <a:moveTo>
                  <a:pt x="1477320" y="1093335"/>
                </a:moveTo>
                <a:cubicBezTo>
                  <a:pt x="1485705" y="1093335"/>
                  <a:pt x="1493295" y="1096733"/>
                  <a:pt x="1498790" y="1102228"/>
                </a:cubicBezTo>
                <a:lnTo>
                  <a:pt x="1505389" y="1118160"/>
                </a:lnTo>
                <a:lnTo>
                  <a:pt x="1493855" y="1142105"/>
                </a:lnTo>
                <a:lnTo>
                  <a:pt x="1487887" y="1151929"/>
                </a:lnTo>
                <a:lnTo>
                  <a:pt x="1477320" y="1154062"/>
                </a:lnTo>
                <a:cubicBezTo>
                  <a:pt x="1460550" y="1154062"/>
                  <a:pt x="1446956" y="1140468"/>
                  <a:pt x="1446956" y="1123698"/>
                </a:cubicBezTo>
                <a:cubicBezTo>
                  <a:pt x="1446956" y="1106929"/>
                  <a:pt x="1460550" y="1093335"/>
                  <a:pt x="1477320" y="1093335"/>
                </a:cubicBezTo>
                <a:close/>
                <a:moveTo>
                  <a:pt x="1404765" y="1093335"/>
                </a:moveTo>
                <a:cubicBezTo>
                  <a:pt x="1421535" y="1093335"/>
                  <a:pt x="1435129" y="1106929"/>
                  <a:pt x="1435129" y="1123698"/>
                </a:cubicBezTo>
                <a:cubicBezTo>
                  <a:pt x="1435129" y="1140468"/>
                  <a:pt x="1421535" y="1154062"/>
                  <a:pt x="1404765" y="1154062"/>
                </a:cubicBezTo>
                <a:cubicBezTo>
                  <a:pt x="1387996" y="1154062"/>
                  <a:pt x="1374402" y="1140468"/>
                  <a:pt x="1374402" y="1123698"/>
                </a:cubicBezTo>
                <a:cubicBezTo>
                  <a:pt x="1374402" y="1106929"/>
                  <a:pt x="1387996" y="1093335"/>
                  <a:pt x="1404765" y="1093335"/>
                </a:cubicBezTo>
                <a:close/>
                <a:moveTo>
                  <a:pt x="1332211" y="1093335"/>
                </a:moveTo>
                <a:cubicBezTo>
                  <a:pt x="1348980" y="1093335"/>
                  <a:pt x="1362574" y="1106929"/>
                  <a:pt x="1362574" y="1123698"/>
                </a:cubicBezTo>
                <a:cubicBezTo>
                  <a:pt x="1362574" y="1140468"/>
                  <a:pt x="1348980" y="1154062"/>
                  <a:pt x="1332211" y="1154062"/>
                </a:cubicBezTo>
                <a:cubicBezTo>
                  <a:pt x="1315441" y="1154062"/>
                  <a:pt x="1301847" y="1140468"/>
                  <a:pt x="1301847" y="1123698"/>
                </a:cubicBezTo>
                <a:cubicBezTo>
                  <a:pt x="1301847" y="1106929"/>
                  <a:pt x="1315441" y="1093335"/>
                  <a:pt x="1332211" y="1093335"/>
                </a:cubicBezTo>
                <a:close/>
                <a:moveTo>
                  <a:pt x="1259656" y="1093335"/>
                </a:moveTo>
                <a:cubicBezTo>
                  <a:pt x="1276426" y="1093335"/>
                  <a:pt x="1290020" y="1106929"/>
                  <a:pt x="1290020" y="1123698"/>
                </a:cubicBezTo>
                <a:cubicBezTo>
                  <a:pt x="1290020" y="1140468"/>
                  <a:pt x="1276426" y="1154062"/>
                  <a:pt x="1259656" y="1154062"/>
                </a:cubicBezTo>
                <a:cubicBezTo>
                  <a:pt x="1242887" y="1154062"/>
                  <a:pt x="1229293" y="1140468"/>
                  <a:pt x="1229293" y="1123698"/>
                </a:cubicBezTo>
                <a:cubicBezTo>
                  <a:pt x="1229293" y="1106929"/>
                  <a:pt x="1242887" y="1093335"/>
                  <a:pt x="1259656" y="1093335"/>
                </a:cubicBezTo>
                <a:close/>
                <a:moveTo>
                  <a:pt x="1187102" y="1093335"/>
                </a:moveTo>
                <a:cubicBezTo>
                  <a:pt x="1203871" y="1093335"/>
                  <a:pt x="1217465" y="1106929"/>
                  <a:pt x="1217465" y="1123698"/>
                </a:cubicBezTo>
                <a:cubicBezTo>
                  <a:pt x="1217465" y="1140468"/>
                  <a:pt x="1203871" y="1154062"/>
                  <a:pt x="1187102" y="1154062"/>
                </a:cubicBezTo>
                <a:cubicBezTo>
                  <a:pt x="1170332" y="1154062"/>
                  <a:pt x="1156738" y="1140468"/>
                  <a:pt x="1156738" y="1123698"/>
                </a:cubicBezTo>
                <a:cubicBezTo>
                  <a:pt x="1156738" y="1106929"/>
                  <a:pt x="1170332" y="1093335"/>
                  <a:pt x="1187102" y="1093335"/>
                </a:cubicBezTo>
                <a:close/>
                <a:moveTo>
                  <a:pt x="1114547" y="1093335"/>
                </a:moveTo>
                <a:cubicBezTo>
                  <a:pt x="1131317" y="1093335"/>
                  <a:pt x="1144911" y="1106929"/>
                  <a:pt x="1144911" y="1123698"/>
                </a:cubicBezTo>
                <a:cubicBezTo>
                  <a:pt x="1144911" y="1140468"/>
                  <a:pt x="1131317" y="1154062"/>
                  <a:pt x="1114547" y="1154062"/>
                </a:cubicBezTo>
                <a:cubicBezTo>
                  <a:pt x="1097778" y="1154062"/>
                  <a:pt x="1084184" y="1140468"/>
                  <a:pt x="1084184" y="1123698"/>
                </a:cubicBezTo>
                <a:cubicBezTo>
                  <a:pt x="1084184" y="1106929"/>
                  <a:pt x="1097778" y="1093335"/>
                  <a:pt x="1114547" y="1093335"/>
                </a:cubicBezTo>
                <a:close/>
                <a:moveTo>
                  <a:pt x="1041993" y="1093335"/>
                </a:moveTo>
                <a:cubicBezTo>
                  <a:pt x="1058762" y="1093335"/>
                  <a:pt x="1072356" y="1106929"/>
                  <a:pt x="1072356" y="1123698"/>
                </a:cubicBezTo>
                <a:cubicBezTo>
                  <a:pt x="1072356" y="1140468"/>
                  <a:pt x="1058762" y="1154062"/>
                  <a:pt x="1041993" y="1154062"/>
                </a:cubicBezTo>
                <a:cubicBezTo>
                  <a:pt x="1025223" y="1154062"/>
                  <a:pt x="1011629" y="1140468"/>
                  <a:pt x="1011629" y="1123698"/>
                </a:cubicBezTo>
                <a:cubicBezTo>
                  <a:pt x="1011629" y="1106929"/>
                  <a:pt x="1025223" y="1093335"/>
                  <a:pt x="1041993" y="1093335"/>
                </a:cubicBezTo>
                <a:close/>
                <a:moveTo>
                  <a:pt x="969438" y="1093335"/>
                </a:moveTo>
                <a:cubicBezTo>
                  <a:pt x="986208" y="1093335"/>
                  <a:pt x="999801" y="1106929"/>
                  <a:pt x="999801" y="1123698"/>
                </a:cubicBezTo>
                <a:cubicBezTo>
                  <a:pt x="999801" y="1140468"/>
                  <a:pt x="986208" y="1154062"/>
                  <a:pt x="969438" y="1154062"/>
                </a:cubicBezTo>
                <a:cubicBezTo>
                  <a:pt x="952669" y="1154062"/>
                  <a:pt x="939075" y="1140468"/>
                  <a:pt x="939075" y="1123698"/>
                </a:cubicBezTo>
                <a:cubicBezTo>
                  <a:pt x="939075" y="1106929"/>
                  <a:pt x="952669" y="1093335"/>
                  <a:pt x="969438" y="1093335"/>
                </a:cubicBezTo>
                <a:close/>
                <a:moveTo>
                  <a:pt x="896883" y="1093335"/>
                </a:moveTo>
                <a:cubicBezTo>
                  <a:pt x="913653" y="1093335"/>
                  <a:pt x="927247" y="1106929"/>
                  <a:pt x="927247" y="1123698"/>
                </a:cubicBezTo>
                <a:cubicBezTo>
                  <a:pt x="927247" y="1140468"/>
                  <a:pt x="913653" y="1154062"/>
                  <a:pt x="896883" y="1154062"/>
                </a:cubicBezTo>
                <a:cubicBezTo>
                  <a:pt x="880114" y="1154062"/>
                  <a:pt x="866520" y="1140468"/>
                  <a:pt x="866520" y="1123698"/>
                </a:cubicBezTo>
                <a:cubicBezTo>
                  <a:pt x="866520" y="1106929"/>
                  <a:pt x="880114" y="1093335"/>
                  <a:pt x="896883" y="1093335"/>
                </a:cubicBezTo>
                <a:close/>
                <a:moveTo>
                  <a:pt x="824329" y="1093335"/>
                </a:moveTo>
                <a:cubicBezTo>
                  <a:pt x="841098" y="1093335"/>
                  <a:pt x="854692" y="1106929"/>
                  <a:pt x="854692" y="1123698"/>
                </a:cubicBezTo>
                <a:cubicBezTo>
                  <a:pt x="854692" y="1140468"/>
                  <a:pt x="841098" y="1154062"/>
                  <a:pt x="824329" y="1154062"/>
                </a:cubicBezTo>
                <a:cubicBezTo>
                  <a:pt x="807559" y="1154062"/>
                  <a:pt x="793965" y="1140468"/>
                  <a:pt x="793965" y="1123698"/>
                </a:cubicBezTo>
                <a:cubicBezTo>
                  <a:pt x="793965" y="1106929"/>
                  <a:pt x="807559" y="1093335"/>
                  <a:pt x="824329" y="1093335"/>
                </a:cubicBezTo>
                <a:close/>
                <a:moveTo>
                  <a:pt x="751774" y="1093335"/>
                </a:moveTo>
                <a:cubicBezTo>
                  <a:pt x="768544" y="1093335"/>
                  <a:pt x="782138" y="1106929"/>
                  <a:pt x="782138" y="1123698"/>
                </a:cubicBezTo>
                <a:cubicBezTo>
                  <a:pt x="782138" y="1140468"/>
                  <a:pt x="768544" y="1154062"/>
                  <a:pt x="751774" y="1154062"/>
                </a:cubicBezTo>
                <a:cubicBezTo>
                  <a:pt x="735005" y="1154062"/>
                  <a:pt x="721411" y="1140468"/>
                  <a:pt x="721411" y="1123698"/>
                </a:cubicBezTo>
                <a:cubicBezTo>
                  <a:pt x="721411" y="1106929"/>
                  <a:pt x="735005" y="1093335"/>
                  <a:pt x="751774" y="1093335"/>
                </a:cubicBezTo>
                <a:close/>
                <a:moveTo>
                  <a:pt x="679220" y="1093335"/>
                </a:moveTo>
                <a:cubicBezTo>
                  <a:pt x="695989" y="1093335"/>
                  <a:pt x="709583" y="1106929"/>
                  <a:pt x="709583" y="1123698"/>
                </a:cubicBezTo>
                <a:cubicBezTo>
                  <a:pt x="709583" y="1140468"/>
                  <a:pt x="695989" y="1154062"/>
                  <a:pt x="679220" y="1154062"/>
                </a:cubicBezTo>
                <a:cubicBezTo>
                  <a:pt x="662450" y="1154062"/>
                  <a:pt x="648856" y="1140468"/>
                  <a:pt x="648856" y="1123698"/>
                </a:cubicBezTo>
                <a:cubicBezTo>
                  <a:pt x="648856" y="1106929"/>
                  <a:pt x="662450" y="1093335"/>
                  <a:pt x="679220" y="1093335"/>
                </a:cubicBezTo>
                <a:close/>
                <a:moveTo>
                  <a:pt x="606665" y="1093335"/>
                </a:moveTo>
                <a:cubicBezTo>
                  <a:pt x="623435" y="1093335"/>
                  <a:pt x="637029" y="1106929"/>
                  <a:pt x="637029" y="1123698"/>
                </a:cubicBezTo>
                <a:cubicBezTo>
                  <a:pt x="637029" y="1140468"/>
                  <a:pt x="623435" y="1154062"/>
                  <a:pt x="606665" y="1154062"/>
                </a:cubicBezTo>
                <a:cubicBezTo>
                  <a:pt x="589896" y="1154062"/>
                  <a:pt x="576302" y="1140468"/>
                  <a:pt x="576302" y="1123698"/>
                </a:cubicBezTo>
                <a:cubicBezTo>
                  <a:pt x="576302" y="1106929"/>
                  <a:pt x="589896" y="1093335"/>
                  <a:pt x="606665" y="1093335"/>
                </a:cubicBezTo>
                <a:close/>
                <a:moveTo>
                  <a:pt x="534111" y="1093335"/>
                </a:moveTo>
                <a:cubicBezTo>
                  <a:pt x="550880" y="1093335"/>
                  <a:pt x="564474" y="1106929"/>
                  <a:pt x="564474" y="1123698"/>
                </a:cubicBezTo>
                <a:cubicBezTo>
                  <a:pt x="564474" y="1140468"/>
                  <a:pt x="550880" y="1154062"/>
                  <a:pt x="534111" y="1154062"/>
                </a:cubicBezTo>
                <a:cubicBezTo>
                  <a:pt x="517341" y="1154062"/>
                  <a:pt x="503747" y="1140468"/>
                  <a:pt x="503747" y="1123698"/>
                </a:cubicBezTo>
                <a:cubicBezTo>
                  <a:pt x="503747" y="1106929"/>
                  <a:pt x="517341" y="1093335"/>
                  <a:pt x="534111" y="1093335"/>
                </a:cubicBezTo>
                <a:close/>
                <a:moveTo>
                  <a:pt x="461556" y="1093335"/>
                </a:moveTo>
                <a:cubicBezTo>
                  <a:pt x="478326" y="1093335"/>
                  <a:pt x="491920" y="1106929"/>
                  <a:pt x="491920" y="1123698"/>
                </a:cubicBezTo>
                <a:cubicBezTo>
                  <a:pt x="491920" y="1140468"/>
                  <a:pt x="478326" y="1154062"/>
                  <a:pt x="461556" y="1154062"/>
                </a:cubicBezTo>
                <a:cubicBezTo>
                  <a:pt x="444787" y="1154062"/>
                  <a:pt x="431192" y="1140468"/>
                  <a:pt x="431192" y="1123698"/>
                </a:cubicBezTo>
                <a:cubicBezTo>
                  <a:pt x="431192" y="1106929"/>
                  <a:pt x="444787" y="1093335"/>
                  <a:pt x="461556" y="1093335"/>
                </a:cubicBezTo>
                <a:close/>
                <a:moveTo>
                  <a:pt x="389002" y="1093335"/>
                </a:moveTo>
                <a:cubicBezTo>
                  <a:pt x="405771" y="1093335"/>
                  <a:pt x="419365" y="1106929"/>
                  <a:pt x="419365" y="1123698"/>
                </a:cubicBezTo>
                <a:cubicBezTo>
                  <a:pt x="419365" y="1140468"/>
                  <a:pt x="405771" y="1154062"/>
                  <a:pt x="389002" y="1154062"/>
                </a:cubicBezTo>
                <a:cubicBezTo>
                  <a:pt x="372232" y="1154062"/>
                  <a:pt x="358638" y="1140468"/>
                  <a:pt x="358638" y="1123698"/>
                </a:cubicBezTo>
                <a:cubicBezTo>
                  <a:pt x="358638" y="1106929"/>
                  <a:pt x="372232" y="1093335"/>
                  <a:pt x="389002" y="1093335"/>
                </a:cubicBezTo>
                <a:close/>
                <a:moveTo>
                  <a:pt x="316447" y="1093335"/>
                </a:moveTo>
                <a:cubicBezTo>
                  <a:pt x="333216" y="1093335"/>
                  <a:pt x="346810" y="1106929"/>
                  <a:pt x="346810" y="1123698"/>
                </a:cubicBezTo>
                <a:cubicBezTo>
                  <a:pt x="346810" y="1140468"/>
                  <a:pt x="333216" y="1154062"/>
                  <a:pt x="316447" y="1154062"/>
                </a:cubicBezTo>
                <a:cubicBezTo>
                  <a:pt x="299677" y="1154062"/>
                  <a:pt x="286084" y="1140468"/>
                  <a:pt x="286084" y="1123698"/>
                </a:cubicBezTo>
                <a:cubicBezTo>
                  <a:pt x="286084" y="1106929"/>
                  <a:pt x="299677" y="1093335"/>
                  <a:pt x="316447" y="1093335"/>
                </a:cubicBezTo>
                <a:close/>
                <a:moveTo>
                  <a:pt x="243892" y="1093335"/>
                </a:moveTo>
                <a:cubicBezTo>
                  <a:pt x="260662" y="1093335"/>
                  <a:pt x="274256" y="1106929"/>
                  <a:pt x="274256" y="1123698"/>
                </a:cubicBezTo>
                <a:cubicBezTo>
                  <a:pt x="274256" y="1140468"/>
                  <a:pt x="260662" y="1154062"/>
                  <a:pt x="243892" y="1154062"/>
                </a:cubicBezTo>
                <a:cubicBezTo>
                  <a:pt x="227123" y="1154062"/>
                  <a:pt x="213529" y="1140468"/>
                  <a:pt x="213529" y="1123698"/>
                </a:cubicBezTo>
                <a:cubicBezTo>
                  <a:pt x="213529" y="1106929"/>
                  <a:pt x="227123" y="1093335"/>
                  <a:pt x="243892" y="1093335"/>
                </a:cubicBezTo>
                <a:close/>
                <a:moveTo>
                  <a:pt x="171339" y="1093335"/>
                </a:moveTo>
                <a:cubicBezTo>
                  <a:pt x="188107" y="1093335"/>
                  <a:pt x="201701" y="1106929"/>
                  <a:pt x="201701" y="1123698"/>
                </a:cubicBezTo>
                <a:cubicBezTo>
                  <a:pt x="201701" y="1140468"/>
                  <a:pt x="188107" y="1154062"/>
                  <a:pt x="171339" y="1154062"/>
                </a:cubicBezTo>
                <a:cubicBezTo>
                  <a:pt x="154633" y="1154062"/>
                  <a:pt x="141040" y="1140468"/>
                  <a:pt x="141040" y="1123698"/>
                </a:cubicBezTo>
                <a:cubicBezTo>
                  <a:pt x="141040" y="1106929"/>
                  <a:pt x="154633" y="1093335"/>
                  <a:pt x="171339" y="1093335"/>
                </a:cubicBezTo>
                <a:close/>
                <a:moveTo>
                  <a:pt x="98858" y="1093335"/>
                </a:moveTo>
                <a:cubicBezTo>
                  <a:pt x="115622" y="1093335"/>
                  <a:pt x="129216" y="1106929"/>
                  <a:pt x="129216" y="1123698"/>
                </a:cubicBezTo>
                <a:cubicBezTo>
                  <a:pt x="129216" y="1140468"/>
                  <a:pt x="115622" y="1154062"/>
                  <a:pt x="98858" y="1154062"/>
                </a:cubicBezTo>
                <a:cubicBezTo>
                  <a:pt x="82086" y="1154062"/>
                  <a:pt x="68492" y="1140468"/>
                  <a:pt x="68492" y="1123698"/>
                </a:cubicBezTo>
                <a:cubicBezTo>
                  <a:pt x="68492" y="1106929"/>
                  <a:pt x="82086" y="1093335"/>
                  <a:pt x="98858" y="1093335"/>
                </a:cubicBezTo>
                <a:close/>
                <a:moveTo>
                  <a:pt x="26303" y="1093335"/>
                </a:moveTo>
                <a:cubicBezTo>
                  <a:pt x="43069" y="1093335"/>
                  <a:pt x="56664" y="1106929"/>
                  <a:pt x="56664" y="1123698"/>
                </a:cubicBezTo>
                <a:cubicBezTo>
                  <a:pt x="56664" y="1140468"/>
                  <a:pt x="43069" y="1154062"/>
                  <a:pt x="26303" y="1154062"/>
                </a:cubicBezTo>
                <a:cubicBezTo>
                  <a:pt x="17918" y="1154062"/>
                  <a:pt x="10327" y="1150664"/>
                  <a:pt x="4832" y="1145169"/>
                </a:cubicBezTo>
                <a:lnTo>
                  <a:pt x="0" y="1133503"/>
                </a:lnTo>
                <a:lnTo>
                  <a:pt x="0" y="1113894"/>
                </a:lnTo>
                <a:lnTo>
                  <a:pt x="4832" y="1102228"/>
                </a:lnTo>
                <a:cubicBezTo>
                  <a:pt x="10327" y="1096734"/>
                  <a:pt x="17918" y="1093335"/>
                  <a:pt x="26303" y="1093335"/>
                </a:cubicBezTo>
                <a:close/>
                <a:moveTo>
                  <a:pt x="1549874" y="1012883"/>
                </a:moveTo>
                <a:lnTo>
                  <a:pt x="1555552" y="1014029"/>
                </a:lnTo>
                <a:lnTo>
                  <a:pt x="1530465" y="1066106"/>
                </a:lnTo>
                <a:lnTo>
                  <a:pt x="1528404" y="1064717"/>
                </a:lnTo>
                <a:cubicBezTo>
                  <a:pt x="1522910" y="1059222"/>
                  <a:pt x="1519511" y="1051631"/>
                  <a:pt x="1519511" y="1043246"/>
                </a:cubicBezTo>
                <a:cubicBezTo>
                  <a:pt x="1519511" y="1026477"/>
                  <a:pt x="1533105" y="1012883"/>
                  <a:pt x="1549874" y="1012883"/>
                </a:cubicBezTo>
                <a:close/>
                <a:moveTo>
                  <a:pt x="1477320" y="1012883"/>
                </a:moveTo>
                <a:cubicBezTo>
                  <a:pt x="1494089" y="1012883"/>
                  <a:pt x="1507683" y="1026477"/>
                  <a:pt x="1507683" y="1043246"/>
                </a:cubicBezTo>
                <a:cubicBezTo>
                  <a:pt x="1507683" y="1060016"/>
                  <a:pt x="1494089" y="1073610"/>
                  <a:pt x="1477320" y="1073610"/>
                </a:cubicBezTo>
                <a:cubicBezTo>
                  <a:pt x="1460550" y="1073610"/>
                  <a:pt x="1446956" y="1060016"/>
                  <a:pt x="1446956" y="1043246"/>
                </a:cubicBezTo>
                <a:cubicBezTo>
                  <a:pt x="1446956" y="1026477"/>
                  <a:pt x="1460550" y="1012883"/>
                  <a:pt x="1477320" y="1012883"/>
                </a:cubicBezTo>
                <a:close/>
                <a:moveTo>
                  <a:pt x="1404765" y="1012883"/>
                </a:moveTo>
                <a:cubicBezTo>
                  <a:pt x="1421535" y="1012883"/>
                  <a:pt x="1435129" y="1026477"/>
                  <a:pt x="1435129" y="1043246"/>
                </a:cubicBezTo>
                <a:cubicBezTo>
                  <a:pt x="1435129" y="1060016"/>
                  <a:pt x="1421535" y="1073610"/>
                  <a:pt x="1404765" y="1073610"/>
                </a:cubicBezTo>
                <a:cubicBezTo>
                  <a:pt x="1387996" y="1073610"/>
                  <a:pt x="1374402" y="1060016"/>
                  <a:pt x="1374402" y="1043246"/>
                </a:cubicBezTo>
                <a:cubicBezTo>
                  <a:pt x="1374402" y="1026477"/>
                  <a:pt x="1387996" y="1012883"/>
                  <a:pt x="1404765" y="1012883"/>
                </a:cubicBezTo>
                <a:close/>
                <a:moveTo>
                  <a:pt x="1332211" y="1012883"/>
                </a:moveTo>
                <a:cubicBezTo>
                  <a:pt x="1348980" y="1012883"/>
                  <a:pt x="1362574" y="1026477"/>
                  <a:pt x="1362574" y="1043246"/>
                </a:cubicBezTo>
                <a:cubicBezTo>
                  <a:pt x="1362574" y="1060016"/>
                  <a:pt x="1348980" y="1073610"/>
                  <a:pt x="1332211" y="1073610"/>
                </a:cubicBezTo>
                <a:cubicBezTo>
                  <a:pt x="1315441" y="1073610"/>
                  <a:pt x="1301847" y="1060016"/>
                  <a:pt x="1301847" y="1043246"/>
                </a:cubicBezTo>
                <a:cubicBezTo>
                  <a:pt x="1301847" y="1026477"/>
                  <a:pt x="1315441" y="1012883"/>
                  <a:pt x="1332211" y="1012883"/>
                </a:cubicBezTo>
                <a:close/>
                <a:moveTo>
                  <a:pt x="1259656" y="1012883"/>
                </a:moveTo>
                <a:cubicBezTo>
                  <a:pt x="1276426" y="1012883"/>
                  <a:pt x="1290020" y="1026477"/>
                  <a:pt x="1290020" y="1043246"/>
                </a:cubicBezTo>
                <a:cubicBezTo>
                  <a:pt x="1290020" y="1060016"/>
                  <a:pt x="1276426" y="1073610"/>
                  <a:pt x="1259656" y="1073610"/>
                </a:cubicBezTo>
                <a:cubicBezTo>
                  <a:pt x="1242887" y="1073610"/>
                  <a:pt x="1229293" y="1060016"/>
                  <a:pt x="1229293" y="1043246"/>
                </a:cubicBezTo>
                <a:cubicBezTo>
                  <a:pt x="1229293" y="1026477"/>
                  <a:pt x="1242887" y="1012883"/>
                  <a:pt x="1259656" y="1012883"/>
                </a:cubicBezTo>
                <a:close/>
                <a:moveTo>
                  <a:pt x="1187102" y="1012883"/>
                </a:moveTo>
                <a:cubicBezTo>
                  <a:pt x="1203871" y="1012883"/>
                  <a:pt x="1217465" y="1026477"/>
                  <a:pt x="1217465" y="1043246"/>
                </a:cubicBezTo>
                <a:cubicBezTo>
                  <a:pt x="1217465" y="1060016"/>
                  <a:pt x="1203871" y="1073610"/>
                  <a:pt x="1187102" y="1073610"/>
                </a:cubicBezTo>
                <a:cubicBezTo>
                  <a:pt x="1170332" y="1073610"/>
                  <a:pt x="1156738" y="1060016"/>
                  <a:pt x="1156738" y="1043246"/>
                </a:cubicBezTo>
                <a:cubicBezTo>
                  <a:pt x="1156738" y="1026477"/>
                  <a:pt x="1170332" y="1012883"/>
                  <a:pt x="1187102" y="1012883"/>
                </a:cubicBezTo>
                <a:close/>
                <a:moveTo>
                  <a:pt x="1114547" y="1012883"/>
                </a:moveTo>
                <a:cubicBezTo>
                  <a:pt x="1131317" y="1012883"/>
                  <a:pt x="1144911" y="1026477"/>
                  <a:pt x="1144911" y="1043246"/>
                </a:cubicBezTo>
                <a:cubicBezTo>
                  <a:pt x="1144911" y="1060016"/>
                  <a:pt x="1131317" y="1073610"/>
                  <a:pt x="1114547" y="1073610"/>
                </a:cubicBezTo>
                <a:cubicBezTo>
                  <a:pt x="1097778" y="1073610"/>
                  <a:pt x="1084184" y="1060016"/>
                  <a:pt x="1084184" y="1043246"/>
                </a:cubicBezTo>
                <a:cubicBezTo>
                  <a:pt x="1084184" y="1026477"/>
                  <a:pt x="1097778" y="1012883"/>
                  <a:pt x="1114547" y="1012883"/>
                </a:cubicBezTo>
                <a:close/>
                <a:moveTo>
                  <a:pt x="1041993" y="1012883"/>
                </a:moveTo>
                <a:cubicBezTo>
                  <a:pt x="1058762" y="1012883"/>
                  <a:pt x="1072356" y="1026477"/>
                  <a:pt x="1072356" y="1043246"/>
                </a:cubicBezTo>
                <a:cubicBezTo>
                  <a:pt x="1072356" y="1060016"/>
                  <a:pt x="1058762" y="1073610"/>
                  <a:pt x="1041993" y="1073610"/>
                </a:cubicBezTo>
                <a:cubicBezTo>
                  <a:pt x="1025223" y="1073610"/>
                  <a:pt x="1011629" y="1060016"/>
                  <a:pt x="1011629" y="1043246"/>
                </a:cubicBezTo>
                <a:cubicBezTo>
                  <a:pt x="1011629" y="1026477"/>
                  <a:pt x="1025223" y="1012883"/>
                  <a:pt x="1041993" y="1012883"/>
                </a:cubicBezTo>
                <a:close/>
                <a:moveTo>
                  <a:pt x="969438" y="1012883"/>
                </a:moveTo>
                <a:cubicBezTo>
                  <a:pt x="986208" y="1012883"/>
                  <a:pt x="999801" y="1026477"/>
                  <a:pt x="999801" y="1043246"/>
                </a:cubicBezTo>
                <a:cubicBezTo>
                  <a:pt x="999801" y="1060016"/>
                  <a:pt x="986208" y="1073610"/>
                  <a:pt x="969438" y="1073610"/>
                </a:cubicBezTo>
                <a:cubicBezTo>
                  <a:pt x="952669" y="1073610"/>
                  <a:pt x="939075" y="1060016"/>
                  <a:pt x="939075" y="1043246"/>
                </a:cubicBezTo>
                <a:cubicBezTo>
                  <a:pt x="939075" y="1026477"/>
                  <a:pt x="952669" y="1012883"/>
                  <a:pt x="969438" y="1012883"/>
                </a:cubicBezTo>
                <a:close/>
                <a:moveTo>
                  <a:pt x="896883" y="1012883"/>
                </a:moveTo>
                <a:cubicBezTo>
                  <a:pt x="913653" y="1012883"/>
                  <a:pt x="927247" y="1026477"/>
                  <a:pt x="927247" y="1043246"/>
                </a:cubicBezTo>
                <a:cubicBezTo>
                  <a:pt x="927247" y="1060016"/>
                  <a:pt x="913653" y="1073610"/>
                  <a:pt x="896883" y="1073610"/>
                </a:cubicBezTo>
                <a:cubicBezTo>
                  <a:pt x="880114" y="1073610"/>
                  <a:pt x="866520" y="1060016"/>
                  <a:pt x="866520" y="1043246"/>
                </a:cubicBezTo>
                <a:cubicBezTo>
                  <a:pt x="866520" y="1026477"/>
                  <a:pt x="880114" y="1012883"/>
                  <a:pt x="896883" y="1012883"/>
                </a:cubicBezTo>
                <a:close/>
                <a:moveTo>
                  <a:pt x="824329" y="1012883"/>
                </a:moveTo>
                <a:cubicBezTo>
                  <a:pt x="841098" y="1012883"/>
                  <a:pt x="854692" y="1026477"/>
                  <a:pt x="854692" y="1043246"/>
                </a:cubicBezTo>
                <a:cubicBezTo>
                  <a:pt x="854692" y="1060016"/>
                  <a:pt x="841098" y="1073610"/>
                  <a:pt x="824329" y="1073610"/>
                </a:cubicBezTo>
                <a:cubicBezTo>
                  <a:pt x="807559" y="1073610"/>
                  <a:pt x="793965" y="1060016"/>
                  <a:pt x="793965" y="1043246"/>
                </a:cubicBezTo>
                <a:cubicBezTo>
                  <a:pt x="793965" y="1026477"/>
                  <a:pt x="807559" y="1012883"/>
                  <a:pt x="824329" y="1012883"/>
                </a:cubicBezTo>
                <a:close/>
                <a:moveTo>
                  <a:pt x="751774" y="1012883"/>
                </a:moveTo>
                <a:cubicBezTo>
                  <a:pt x="768544" y="1012883"/>
                  <a:pt x="782138" y="1026477"/>
                  <a:pt x="782138" y="1043246"/>
                </a:cubicBezTo>
                <a:cubicBezTo>
                  <a:pt x="782138" y="1060016"/>
                  <a:pt x="768544" y="1073610"/>
                  <a:pt x="751774" y="1073610"/>
                </a:cubicBezTo>
                <a:cubicBezTo>
                  <a:pt x="735005" y="1073610"/>
                  <a:pt x="721411" y="1060016"/>
                  <a:pt x="721411" y="1043246"/>
                </a:cubicBezTo>
                <a:cubicBezTo>
                  <a:pt x="721411" y="1026477"/>
                  <a:pt x="735005" y="1012883"/>
                  <a:pt x="751774" y="1012883"/>
                </a:cubicBezTo>
                <a:close/>
                <a:moveTo>
                  <a:pt x="679220" y="1012883"/>
                </a:moveTo>
                <a:cubicBezTo>
                  <a:pt x="695989" y="1012883"/>
                  <a:pt x="709583" y="1026477"/>
                  <a:pt x="709583" y="1043246"/>
                </a:cubicBezTo>
                <a:cubicBezTo>
                  <a:pt x="709583" y="1060016"/>
                  <a:pt x="695989" y="1073610"/>
                  <a:pt x="679220" y="1073610"/>
                </a:cubicBezTo>
                <a:cubicBezTo>
                  <a:pt x="662450" y="1073610"/>
                  <a:pt x="648856" y="1060016"/>
                  <a:pt x="648856" y="1043246"/>
                </a:cubicBezTo>
                <a:cubicBezTo>
                  <a:pt x="648856" y="1026477"/>
                  <a:pt x="662450" y="1012883"/>
                  <a:pt x="679220" y="1012883"/>
                </a:cubicBezTo>
                <a:close/>
                <a:moveTo>
                  <a:pt x="606665" y="1012883"/>
                </a:moveTo>
                <a:cubicBezTo>
                  <a:pt x="623435" y="1012883"/>
                  <a:pt x="637029" y="1026477"/>
                  <a:pt x="637029" y="1043246"/>
                </a:cubicBezTo>
                <a:cubicBezTo>
                  <a:pt x="637029" y="1060016"/>
                  <a:pt x="623435" y="1073610"/>
                  <a:pt x="606665" y="1073610"/>
                </a:cubicBezTo>
                <a:cubicBezTo>
                  <a:pt x="589896" y="1073610"/>
                  <a:pt x="576302" y="1060016"/>
                  <a:pt x="576302" y="1043246"/>
                </a:cubicBezTo>
                <a:cubicBezTo>
                  <a:pt x="576302" y="1026477"/>
                  <a:pt x="589896" y="1012883"/>
                  <a:pt x="606665" y="1012883"/>
                </a:cubicBezTo>
                <a:close/>
                <a:moveTo>
                  <a:pt x="534111" y="1012883"/>
                </a:moveTo>
                <a:cubicBezTo>
                  <a:pt x="550880" y="1012883"/>
                  <a:pt x="564474" y="1026477"/>
                  <a:pt x="564474" y="1043246"/>
                </a:cubicBezTo>
                <a:cubicBezTo>
                  <a:pt x="564474" y="1060016"/>
                  <a:pt x="550880" y="1073610"/>
                  <a:pt x="534111" y="1073610"/>
                </a:cubicBezTo>
                <a:cubicBezTo>
                  <a:pt x="517341" y="1073610"/>
                  <a:pt x="503747" y="1060016"/>
                  <a:pt x="503747" y="1043246"/>
                </a:cubicBezTo>
                <a:cubicBezTo>
                  <a:pt x="503747" y="1026477"/>
                  <a:pt x="517341" y="1012883"/>
                  <a:pt x="534111" y="1012883"/>
                </a:cubicBezTo>
                <a:close/>
                <a:moveTo>
                  <a:pt x="461556" y="1012883"/>
                </a:moveTo>
                <a:cubicBezTo>
                  <a:pt x="478326" y="1012883"/>
                  <a:pt x="491920" y="1026477"/>
                  <a:pt x="491920" y="1043246"/>
                </a:cubicBezTo>
                <a:cubicBezTo>
                  <a:pt x="491920" y="1060016"/>
                  <a:pt x="478326" y="1073610"/>
                  <a:pt x="461556" y="1073610"/>
                </a:cubicBezTo>
                <a:cubicBezTo>
                  <a:pt x="444787" y="1073610"/>
                  <a:pt x="431192" y="1060016"/>
                  <a:pt x="431192" y="1043246"/>
                </a:cubicBezTo>
                <a:cubicBezTo>
                  <a:pt x="431192" y="1026477"/>
                  <a:pt x="444787" y="1012883"/>
                  <a:pt x="461556" y="1012883"/>
                </a:cubicBezTo>
                <a:close/>
                <a:moveTo>
                  <a:pt x="389002" y="1012883"/>
                </a:moveTo>
                <a:cubicBezTo>
                  <a:pt x="405771" y="1012883"/>
                  <a:pt x="419365" y="1026477"/>
                  <a:pt x="419365" y="1043246"/>
                </a:cubicBezTo>
                <a:cubicBezTo>
                  <a:pt x="419365" y="1060016"/>
                  <a:pt x="405771" y="1073610"/>
                  <a:pt x="389002" y="1073610"/>
                </a:cubicBezTo>
                <a:cubicBezTo>
                  <a:pt x="372232" y="1073610"/>
                  <a:pt x="358638" y="1060016"/>
                  <a:pt x="358638" y="1043246"/>
                </a:cubicBezTo>
                <a:cubicBezTo>
                  <a:pt x="358638" y="1026477"/>
                  <a:pt x="372232" y="1012883"/>
                  <a:pt x="389002" y="1012883"/>
                </a:cubicBezTo>
                <a:close/>
                <a:moveTo>
                  <a:pt x="316447" y="1012883"/>
                </a:moveTo>
                <a:cubicBezTo>
                  <a:pt x="333216" y="1012883"/>
                  <a:pt x="346810" y="1026477"/>
                  <a:pt x="346810" y="1043246"/>
                </a:cubicBezTo>
                <a:cubicBezTo>
                  <a:pt x="346810" y="1060016"/>
                  <a:pt x="333216" y="1073610"/>
                  <a:pt x="316447" y="1073610"/>
                </a:cubicBezTo>
                <a:cubicBezTo>
                  <a:pt x="299677" y="1073610"/>
                  <a:pt x="286084" y="1060016"/>
                  <a:pt x="286084" y="1043246"/>
                </a:cubicBezTo>
                <a:cubicBezTo>
                  <a:pt x="286084" y="1026477"/>
                  <a:pt x="299677" y="1012883"/>
                  <a:pt x="316447" y="1012883"/>
                </a:cubicBezTo>
                <a:close/>
                <a:moveTo>
                  <a:pt x="243892" y="1012883"/>
                </a:moveTo>
                <a:cubicBezTo>
                  <a:pt x="260662" y="1012883"/>
                  <a:pt x="274256" y="1026477"/>
                  <a:pt x="274256" y="1043246"/>
                </a:cubicBezTo>
                <a:cubicBezTo>
                  <a:pt x="274256" y="1060016"/>
                  <a:pt x="260662" y="1073610"/>
                  <a:pt x="243892" y="1073610"/>
                </a:cubicBezTo>
                <a:cubicBezTo>
                  <a:pt x="227123" y="1073610"/>
                  <a:pt x="213529" y="1060016"/>
                  <a:pt x="213529" y="1043246"/>
                </a:cubicBezTo>
                <a:cubicBezTo>
                  <a:pt x="213529" y="1026477"/>
                  <a:pt x="227123" y="1012883"/>
                  <a:pt x="243892" y="1012883"/>
                </a:cubicBezTo>
                <a:close/>
                <a:moveTo>
                  <a:pt x="171339" y="1012883"/>
                </a:moveTo>
                <a:cubicBezTo>
                  <a:pt x="188107" y="1012883"/>
                  <a:pt x="201701" y="1026477"/>
                  <a:pt x="201701" y="1043246"/>
                </a:cubicBezTo>
                <a:cubicBezTo>
                  <a:pt x="201701" y="1060016"/>
                  <a:pt x="188107" y="1073610"/>
                  <a:pt x="171339" y="1073610"/>
                </a:cubicBezTo>
                <a:cubicBezTo>
                  <a:pt x="154639" y="1073610"/>
                  <a:pt x="141045" y="1060016"/>
                  <a:pt x="141045" y="1043246"/>
                </a:cubicBezTo>
                <a:cubicBezTo>
                  <a:pt x="141045" y="1026477"/>
                  <a:pt x="154639" y="1012883"/>
                  <a:pt x="171339" y="1012883"/>
                </a:cubicBezTo>
                <a:close/>
                <a:moveTo>
                  <a:pt x="98865" y="1012883"/>
                </a:moveTo>
                <a:cubicBezTo>
                  <a:pt x="115628" y="1012883"/>
                  <a:pt x="129222" y="1026477"/>
                  <a:pt x="129222" y="1043246"/>
                </a:cubicBezTo>
                <a:cubicBezTo>
                  <a:pt x="129222" y="1060016"/>
                  <a:pt x="115628" y="1073610"/>
                  <a:pt x="98865" y="1073610"/>
                </a:cubicBezTo>
                <a:cubicBezTo>
                  <a:pt x="82093" y="1073610"/>
                  <a:pt x="68498" y="1060016"/>
                  <a:pt x="68498" y="1043246"/>
                </a:cubicBezTo>
                <a:cubicBezTo>
                  <a:pt x="68498" y="1026477"/>
                  <a:pt x="82093" y="1012883"/>
                  <a:pt x="98865" y="1012883"/>
                </a:cubicBezTo>
                <a:close/>
                <a:moveTo>
                  <a:pt x="26309" y="1012883"/>
                </a:moveTo>
                <a:cubicBezTo>
                  <a:pt x="43075" y="1012883"/>
                  <a:pt x="56670" y="1026477"/>
                  <a:pt x="56670" y="1043246"/>
                </a:cubicBezTo>
                <a:cubicBezTo>
                  <a:pt x="56670" y="1060016"/>
                  <a:pt x="43075" y="1073610"/>
                  <a:pt x="26309" y="1073610"/>
                </a:cubicBezTo>
                <a:cubicBezTo>
                  <a:pt x="17924" y="1073610"/>
                  <a:pt x="10333" y="1070212"/>
                  <a:pt x="4838" y="1064717"/>
                </a:cubicBezTo>
                <a:lnTo>
                  <a:pt x="0" y="1053036"/>
                </a:lnTo>
                <a:lnTo>
                  <a:pt x="0" y="1033457"/>
                </a:lnTo>
                <a:lnTo>
                  <a:pt x="4838" y="1021776"/>
                </a:lnTo>
                <a:cubicBezTo>
                  <a:pt x="10333" y="1016282"/>
                  <a:pt x="17924" y="1012883"/>
                  <a:pt x="26309" y="1012883"/>
                </a:cubicBezTo>
                <a:close/>
                <a:moveTo>
                  <a:pt x="1549874" y="932431"/>
                </a:moveTo>
                <a:cubicBezTo>
                  <a:pt x="1558259" y="932431"/>
                  <a:pt x="1565850" y="935830"/>
                  <a:pt x="1571345" y="941324"/>
                </a:cubicBezTo>
                <a:lnTo>
                  <a:pt x="1577296" y="955693"/>
                </a:lnTo>
                <a:lnTo>
                  <a:pt x="1565363" y="988298"/>
                </a:lnTo>
                <a:lnTo>
                  <a:pt x="1561694" y="990772"/>
                </a:lnTo>
                <a:cubicBezTo>
                  <a:pt x="1558061" y="992309"/>
                  <a:pt x="1554067" y="993158"/>
                  <a:pt x="1549874" y="993158"/>
                </a:cubicBezTo>
                <a:cubicBezTo>
                  <a:pt x="1533105" y="993158"/>
                  <a:pt x="1519511" y="979564"/>
                  <a:pt x="1519511" y="962795"/>
                </a:cubicBezTo>
                <a:cubicBezTo>
                  <a:pt x="1519511" y="946025"/>
                  <a:pt x="1533105" y="932431"/>
                  <a:pt x="1549874" y="932431"/>
                </a:cubicBezTo>
                <a:close/>
                <a:moveTo>
                  <a:pt x="1477320" y="932431"/>
                </a:moveTo>
                <a:cubicBezTo>
                  <a:pt x="1494089" y="932431"/>
                  <a:pt x="1507683" y="946025"/>
                  <a:pt x="1507683" y="962795"/>
                </a:cubicBezTo>
                <a:cubicBezTo>
                  <a:pt x="1507683" y="979564"/>
                  <a:pt x="1494089" y="993158"/>
                  <a:pt x="1477320" y="993158"/>
                </a:cubicBezTo>
                <a:cubicBezTo>
                  <a:pt x="1460550" y="993158"/>
                  <a:pt x="1446956" y="979564"/>
                  <a:pt x="1446956" y="962795"/>
                </a:cubicBezTo>
                <a:cubicBezTo>
                  <a:pt x="1446956" y="946025"/>
                  <a:pt x="1460550" y="932431"/>
                  <a:pt x="1477320" y="932431"/>
                </a:cubicBezTo>
                <a:close/>
                <a:moveTo>
                  <a:pt x="1404765" y="932431"/>
                </a:moveTo>
                <a:cubicBezTo>
                  <a:pt x="1421535" y="932431"/>
                  <a:pt x="1435129" y="946025"/>
                  <a:pt x="1435129" y="962795"/>
                </a:cubicBezTo>
                <a:cubicBezTo>
                  <a:pt x="1435129" y="979564"/>
                  <a:pt x="1421535" y="993158"/>
                  <a:pt x="1404765" y="993158"/>
                </a:cubicBezTo>
                <a:cubicBezTo>
                  <a:pt x="1387996" y="993158"/>
                  <a:pt x="1374402" y="979564"/>
                  <a:pt x="1374402" y="962795"/>
                </a:cubicBezTo>
                <a:cubicBezTo>
                  <a:pt x="1374402" y="946025"/>
                  <a:pt x="1387996" y="932431"/>
                  <a:pt x="1404765" y="932431"/>
                </a:cubicBezTo>
                <a:close/>
                <a:moveTo>
                  <a:pt x="1332211" y="932431"/>
                </a:moveTo>
                <a:cubicBezTo>
                  <a:pt x="1348980" y="932431"/>
                  <a:pt x="1362574" y="946025"/>
                  <a:pt x="1362574" y="962795"/>
                </a:cubicBezTo>
                <a:cubicBezTo>
                  <a:pt x="1362574" y="979564"/>
                  <a:pt x="1348980" y="993158"/>
                  <a:pt x="1332211" y="993158"/>
                </a:cubicBezTo>
                <a:cubicBezTo>
                  <a:pt x="1315441" y="993158"/>
                  <a:pt x="1301847" y="979564"/>
                  <a:pt x="1301847" y="962795"/>
                </a:cubicBezTo>
                <a:cubicBezTo>
                  <a:pt x="1301847" y="946025"/>
                  <a:pt x="1315441" y="932431"/>
                  <a:pt x="1332211" y="932431"/>
                </a:cubicBezTo>
                <a:close/>
                <a:moveTo>
                  <a:pt x="1259656" y="932431"/>
                </a:moveTo>
                <a:cubicBezTo>
                  <a:pt x="1276426" y="932431"/>
                  <a:pt x="1290020" y="946025"/>
                  <a:pt x="1290020" y="962795"/>
                </a:cubicBezTo>
                <a:cubicBezTo>
                  <a:pt x="1290020" y="979564"/>
                  <a:pt x="1276426" y="993158"/>
                  <a:pt x="1259656" y="993158"/>
                </a:cubicBezTo>
                <a:cubicBezTo>
                  <a:pt x="1242887" y="993158"/>
                  <a:pt x="1229293" y="979564"/>
                  <a:pt x="1229293" y="962795"/>
                </a:cubicBezTo>
                <a:cubicBezTo>
                  <a:pt x="1229293" y="946025"/>
                  <a:pt x="1242887" y="932431"/>
                  <a:pt x="1259656" y="932431"/>
                </a:cubicBezTo>
                <a:close/>
                <a:moveTo>
                  <a:pt x="1187102" y="932431"/>
                </a:moveTo>
                <a:cubicBezTo>
                  <a:pt x="1203871" y="932431"/>
                  <a:pt x="1217465" y="946025"/>
                  <a:pt x="1217465" y="962795"/>
                </a:cubicBezTo>
                <a:cubicBezTo>
                  <a:pt x="1217465" y="979564"/>
                  <a:pt x="1203871" y="993158"/>
                  <a:pt x="1187102" y="993158"/>
                </a:cubicBezTo>
                <a:cubicBezTo>
                  <a:pt x="1170332" y="993158"/>
                  <a:pt x="1156738" y="979564"/>
                  <a:pt x="1156738" y="962795"/>
                </a:cubicBezTo>
                <a:cubicBezTo>
                  <a:pt x="1156738" y="946025"/>
                  <a:pt x="1170332" y="932431"/>
                  <a:pt x="1187102" y="932431"/>
                </a:cubicBezTo>
                <a:close/>
                <a:moveTo>
                  <a:pt x="1114547" y="932431"/>
                </a:moveTo>
                <a:cubicBezTo>
                  <a:pt x="1131317" y="932431"/>
                  <a:pt x="1144911" y="946025"/>
                  <a:pt x="1144911" y="962795"/>
                </a:cubicBezTo>
                <a:cubicBezTo>
                  <a:pt x="1144911" y="979564"/>
                  <a:pt x="1131317" y="993158"/>
                  <a:pt x="1114547" y="993158"/>
                </a:cubicBezTo>
                <a:cubicBezTo>
                  <a:pt x="1097778" y="993158"/>
                  <a:pt x="1084184" y="979564"/>
                  <a:pt x="1084184" y="962795"/>
                </a:cubicBezTo>
                <a:cubicBezTo>
                  <a:pt x="1084184" y="946025"/>
                  <a:pt x="1097778" y="932431"/>
                  <a:pt x="1114547" y="932431"/>
                </a:cubicBezTo>
                <a:close/>
                <a:moveTo>
                  <a:pt x="1041993" y="932431"/>
                </a:moveTo>
                <a:cubicBezTo>
                  <a:pt x="1058762" y="932431"/>
                  <a:pt x="1072356" y="946025"/>
                  <a:pt x="1072356" y="962795"/>
                </a:cubicBezTo>
                <a:cubicBezTo>
                  <a:pt x="1072356" y="979564"/>
                  <a:pt x="1058762" y="993158"/>
                  <a:pt x="1041993" y="993158"/>
                </a:cubicBezTo>
                <a:cubicBezTo>
                  <a:pt x="1025223" y="993158"/>
                  <a:pt x="1011629" y="979564"/>
                  <a:pt x="1011629" y="962795"/>
                </a:cubicBezTo>
                <a:cubicBezTo>
                  <a:pt x="1011629" y="946025"/>
                  <a:pt x="1025223" y="932431"/>
                  <a:pt x="1041993" y="932431"/>
                </a:cubicBezTo>
                <a:close/>
                <a:moveTo>
                  <a:pt x="969438" y="932431"/>
                </a:moveTo>
                <a:cubicBezTo>
                  <a:pt x="986208" y="932431"/>
                  <a:pt x="999801" y="946025"/>
                  <a:pt x="999801" y="962795"/>
                </a:cubicBezTo>
                <a:cubicBezTo>
                  <a:pt x="999801" y="979564"/>
                  <a:pt x="986208" y="993158"/>
                  <a:pt x="969438" y="993158"/>
                </a:cubicBezTo>
                <a:cubicBezTo>
                  <a:pt x="952669" y="993158"/>
                  <a:pt x="939075" y="979564"/>
                  <a:pt x="939075" y="962795"/>
                </a:cubicBezTo>
                <a:cubicBezTo>
                  <a:pt x="939075" y="946025"/>
                  <a:pt x="952669" y="932431"/>
                  <a:pt x="969438" y="932431"/>
                </a:cubicBezTo>
                <a:close/>
                <a:moveTo>
                  <a:pt x="896883" y="932431"/>
                </a:moveTo>
                <a:cubicBezTo>
                  <a:pt x="913653" y="932431"/>
                  <a:pt x="927247" y="946025"/>
                  <a:pt x="927247" y="962795"/>
                </a:cubicBezTo>
                <a:cubicBezTo>
                  <a:pt x="927247" y="979564"/>
                  <a:pt x="913653" y="993158"/>
                  <a:pt x="896883" y="993158"/>
                </a:cubicBezTo>
                <a:cubicBezTo>
                  <a:pt x="880114" y="993158"/>
                  <a:pt x="866520" y="979564"/>
                  <a:pt x="866520" y="962795"/>
                </a:cubicBezTo>
                <a:cubicBezTo>
                  <a:pt x="866520" y="946025"/>
                  <a:pt x="880114" y="932431"/>
                  <a:pt x="896883" y="932431"/>
                </a:cubicBezTo>
                <a:close/>
                <a:moveTo>
                  <a:pt x="824329" y="932431"/>
                </a:moveTo>
                <a:cubicBezTo>
                  <a:pt x="841098" y="932431"/>
                  <a:pt x="854692" y="946025"/>
                  <a:pt x="854692" y="962795"/>
                </a:cubicBezTo>
                <a:cubicBezTo>
                  <a:pt x="854692" y="979564"/>
                  <a:pt x="841098" y="993158"/>
                  <a:pt x="824329" y="993158"/>
                </a:cubicBezTo>
                <a:cubicBezTo>
                  <a:pt x="807559" y="993158"/>
                  <a:pt x="793965" y="979564"/>
                  <a:pt x="793965" y="962795"/>
                </a:cubicBezTo>
                <a:cubicBezTo>
                  <a:pt x="793965" y="946025"/>
                  <a:pt x="807559" y="932431"/>
                  <a:pt x="824329" y="932431"/>
                </a:cubicBezTo>
                <a:close/>
                <a:moveTo>
                  <a:pt x="751774" y="932431"/>
                </a:moveTo>
                <a:cubicBezTo>
                  <a:pt x="768544" y="932431"/>
                  <a:pt x="782138" y="946025"/>
                  <a:pt x="782138" y="962795"/>
                </a:cubicBezTo>
                <a:cubicBezTo>
                  <a:pt x="782138" y="979564"/>
                  <a:pt x="768544" y="993158"/>
                  <a:pt x="751774" y="993158"/>
                </a:cubicBezTo>
                <a:cubicBezTo>
                  <a:pt x="735005" y="993158"/>
                  <a:pt x="721411" y="979564"/>
                  <a:pt x="721411" y="962795"/>
                </a:cubicBezTo>
                <a:cubicBezTo>
                  <a:pt x="721411" y="946025"/>
                  <a:pt x="735005" y="932431"/>
                  <a:pt x="751774" y="932431"/>
                </a:cubicBezTo>
                <a:close/>
                <a:moveTo>
                  <a:pt x="679220" y="932431"/>
                </a:moveTo>
                <a:cubicBezTo>
                  <a:pt x="695989" y="932431"/>
                  <a:pt x="709583" y="946025"/>
                  <a:pt x="709583" y="962795"/>
                </a:cubicBezTo>
                <a:cubicBezTo>
                  <a:pt x="709583" y="979564"/>
                  <a:pt x="695989" y="993158"/>
                  <a:pt x="679220" y="993158"/>
                </a:cubicBezTo>
                <a:cubicBezTo>
                  <a:pt x="662450" y="993158"/>
                  <a:pt x="648856" y="979564"/>
                  <a:pt x="648856" y="962795"/>
                </a:cubicBezTo>
                <a:cubicBezTo>
                  <a:pt x="648856" y="946025"/>
                  <a:pt x="662450" y="932431"/>
                  <a:pt x="679220" y="932431"/>
                </a:cubicBezTo>
                <a:close/>
                <a:moveTo>
                  <a:pt x="606665" y="932431"/>
                </a:moveTo>
                <a:cubicBezTo>
                  <a:pt x="623435" y="932431"/>
                  <a:pt x="637029" y="946025"/>
                  <a:pt x="637029" y="962795"/>
                </a:cubicBezTo>
                <a:cubicBezTo>
                  <a:pt x="637029" y="979564"/>
                  <a:pt x="623435" y="993158"/>
                  <a:pt x="606665" y="993158"/>
                </a:cubicBezTo>
                <a:cubicBezTo>
                  <a:pt x="589896" y="993158"/>
                  <a:pt x="576302" y="979564"/>
                  <a:pt x="576302" y="962795"/>
                </a:cubicBezTo>
                <a:cubicBezTo>
                  <a:pt x="576302" y="946025"/>
                  <a:pt x="589896" y="932431"/>
                  <a:pt x="606665" y="932431"/>
                </a:cubicBezTo>
                <a:close/>
                <a:moveTo>
                  <a:pt x="534111" y="932431"/>
                </a:moveTo>
                <a:cubicBezTo>
                  <a:pt x="550880" y="932431"/>
                  <a:pt x="564474" y="946025"/>
                  <a:pt x="564474" y="962795"/>
                </a:cubicBezTo>
                <a:cubicBezTo>
                  <a:pt x="564474" y="979564"/>
                  <a:pt x="550880" y="993158"/>
                  <a:pt x="534111" y="993158"/>
                </a:cubicBezTo>
                <a:cubicBezTo>
                  <a:pt x="517341" y="993158"/>
                  <a:pt x="503747" y="979564"/>
                  <a:pt x="503747" y="962795"/>
                </a:cubicBezTo>
                <a:cubicBezTo>
                  <a:pt x="503747" y="946025"/>
                  <a:pt x="517341" y="932431"/>
                  <a:pt x="534111" y="932431"/>
                </a:cubicBezTo>
                <a:close/>
                <a:moveTo>
                  <a:pt x="461556" y="932431"/>
                </a:moveTo>
                <a:cubicBezTo>
                  <a:pt x="478326" y="932431"/>
                  <a:pt x="491920" y="946025"/>
                  <a:pt x="491920" y="962795"/>
                </a:cubicBezTo>
                <a:cubicBezTo>
                  <a:pt x="491920" y="979564"/>
                  <a:pt x="478326" y="993158"/>
                  <a:pt x="461556" y="993158"/>
                </a:cubicBezTo>
                <a:cubicBezTo>
                  <a:pt x="444787" y="993158"/>
                  <a:pt x="431192" y="979564"/>
                  <a:pt x="431192" y="962795"/>
                </a:cubicBezTo>
                <a:cubicBezTo>
                  <a:pt x="431192" y="946025"/>
                  <a:pt x="444787" y="932431"/>
                  <a:pt x="461556" y="932431"/>
                </a:cubicBezTo>
                <a:close/>
                <a:moveTo>
                  <a:pt x="389002" y="932431"/>
                </a:moveTo>
                <a:cubicBezTo>
                  <a:pt x="405771" y="932431"/>
                  <a:pt x="419365" y="946025"/>
                  <a:pt x="419365" y="962795"/>
                </a:cubicBezTo>
                <a:cubicBezTo>
                  <a:pt x="419365" y="979564"/>
                  <a:pt x="405771" y="993158"/>
                  <a:pt x="389002" y="993158"/>
                </a:cubicBezTo>
                <a:cubicBezTo>
                  <a:pt x="372232" y="993158"/>
                  <a:pt x="358638" y="979564"/>
                  <a:pt x="358638" y="962795"/>
                </a:cubicBezTo>
                <a:cubicBezTo>
                  <a:pt x="358638" y="946025"/>
                  <a:pt x="372232" y="932431"/>
                  <a:pt x="389002" y="932431"/>
                </a:cubicBezTo>
                <a:close/>
                <a:moveTo>
                  <a:pt x="316447" y="932431"/>
                </a:moveTo>
                <a:cubicBezTo>
                  <a:pt x="333216" y="932431"/>
                  <a:pt x="346810" y="946025"/>
                  <a:pt x="346810" y="962795"/>
                </a:cubicBezTo>
                <a:cubicBezTo>
                  <a:pt x="346810" y="979564"/>
                  <a:pt x="333216" y="993158"/>
                  <a:pt x="316447" y="993158"/>
                </a:cubicBezTo>
                <a:cubicBezTo>
                  <a:pt x="299677" y="993158"/>
                  <a:pt x="286084" y="979564"/>
                  <a:pt x="286084" y="962795"/>
                </a:cubicBezTo>
                <a:cubicBezTo>
                  <a:pt x="286084" y="946025"/>
                  <a:pt x="299677" y="932431"/>
                  <a:pt x="316447" y="932431"/>
                </a:cubicBezTo>
                <a:close/>
                <a:moveTo>
                  <a:pt x="243892" y="932431"/>
                </a:moveTo>
                <a:cubicBezTo>
                  <a:pt x="260662" y="932431"/>
                  <a:pt x="274256" y="946025"/>
                  <a:pt x="274256" y="962795"/>
                </a:cubicBezTo>
                <a:cubicBezTo>
                  <a:pt x="274256" y="979564"/>
                  <a:pt x="260662" y="993158"/>
                  <a:pt x="243892" y="993158"/>
                </a:cubicBezTo>
                <a:cubicBezTo>
                  <a:pt x="227123" y="993158"/>
                  <a:pt x="213529" y="979564"/>
                  <a:pt x="213529" y="962795"/>
                </a:cubicBezTo>
                <a:cubicBezTo>
                  <a:pt x="213529" y="946025"/>
                  <a:pt x="227123" y="932431"/>
                  <a:pt x="243892" y="932431"/>
                </a:cubicBezTo>
                <a:close/>
                <a:moveTo>
                  <a:pt x="171339" y="932431"/>
                </a:moveTo>
                <a:cubicBezTo>
                  <a:pt x="188107" y="932431"/>
                  <a:pt x="201701" y="946025"/>
                  <a:pt x="201701" y="962795"/>
                </a:cubicBezTo>
                <a:cubicBezTo>
                  <a:pt x="201701" y="979564"/>
                  <a:pt x="188107" y="993158"/>
                  <a:pt x="171339" y="993158"/>
                </a:cubicBezTo>
                <a:cubicBezTo>
                  <a:pt x="154645" y="993158"/>
                  <a:pt x="141051" y="979564"/>
                  <a:pt x="141051" y="962795"/>
                </a:cubicBezTo>
                <a:cubicBezTo>
                  <a:pt x="141051" y="946025"/>
                  <a:pt x="154645" y="932431"/>
                  <a:pt x="171339" y="932431"/>
                </a:cubicBezTo>
                <a:close/>
                <a:moveTo>
                  <a:pt x="98870" y="932431"/>
                </a:moveTo>
                <a:cubicBezTo>
                  <a:pt x="115634" y="932431"/>
                  <a:pt x="129228" y="946025"/>
                  <a:pt x="129228" y="962795"/>
                </a:cubicBezTo>
                <a:cubicBezTo>
                  <a:pt x="129228" y="979564"/>
                  <a:pt x="115634" y="993158"/>
                  <a:pt x="98870" y="993158"/>
                </a:cubicBezTo>
                <a:cubicBezTo>
                  <a:pt x="82099" y="993158"/>
                  <a:pt x="68505" y="979564"/>
                  <a:pt x="68505" y="962795"/>
                </a:cubicBezTo>
                <a:cubicBezTo>
                  <a:pt x="68505" y="946025"/>
                  <a:pt x="82099" y="932431"/>
                  <a:pt x="98870" y="932431"/>
                </a:cubicBezTo>
                <a:close/>
                <a:moveTo>
                  <a:pt x="26316" y="932431"/>
                </a:moveTo>
                <a:cubicBezTo>
                  <a:pt x="43081" y="932431"/>
                  <a:pt x="56676" y="946025"/>
                  <a:pt x="56676" y="962795"/>
                </a:cubicBezTo>
                <a:cubicBezTo>
                  <a:pt x="56676" y="979564"/>
                  <a:pt x="43081" y="993158"/>
                  <a:pt x="26316" y="993158"/>
                </a:cubicBezTo>
                <a:cubicBezTo>
                  <a:pt x="17931" y="993158"/>
                  <a:pt x="10340" y="989760"/>
                  <a:pt x="4845" y="984265"/>
                </a:cubicBezTo>
                <a:lnTo>
                  <a:pt x="0" y="972570"/>
                </a:lnTo>
                <a:lnTo>
                  <a:pt x="0" y="953020"/>
                </a:lnTo>
                <a:lnTo>
                  <a:pt x="4845" y="941324"/>
                </a:lnTo>
                <a:cubicBezTo>
                  <a:pt x="10340" y="935830"/>
                  <a:pt x="17931" y="932431"/>
                  <a:pt x="26316" y="932431"/>
                </a:cubicBezTo>
                <a:close/>
                <a:moveTo>
                  <a:pt x="1612513" y="853981"/>
                </a:moveTo>
                <a:lnTo>
                  <a:pt x="1607766" y="872445"/>
                </a:lnTo>
                <a:lnTo>
                  <a:pt x="1598477" y="897823"/>
                </a:lnTo>
                <a:lnTo>
                  <a:pt x="1592066" y="882343"/>
                </a:lnTo>
                <a:cubicBezTo>
                  <a:pt x="1592066" y="869766"/>
                  <a:pt x="1599712" y="858975"/>
                  <a:pt x="1610610" y="854366"/>
                </a:cubicBezTo>
                <a:close/>
                <a:moveTo>
                  <a:pt x="1549874" y="851979"/>
                </a:moveTo>
                <a:cubicBezTo>
                  <a:pt x="1566644" y="851979"/>
                  <a:pt x="1580238" y="865573"/>
                  <a:pt x="1580238" y="882343"/>
                </a:cubicBezTo>
                <a:cubicBezTo>
                  <a:pt x="1580238" y="899112"/>
                  <a:pt x="1566644" y="912706"/>
                  <a:pt x="1549874" y="912706"/>
                </a:cubicBezTo>
                <a:cubicBezTo>
                  <a:pt x="1533105" y="912706"/>
                  <a:pt x="1519511" y="899112"/>
                  <a:pt x="1519511" y="882343"/>
                </a:cubicBezTo>
                <a:cubicBezTo>
                  <a:pt x="1519511" y="865573"/>
                  <a:pt x="1533105" y="851979"/>
                  <a:pt x="1549874" y="851979"/>
                </a:cubicBezTo>
                <a:close/>
                <a:moveTo>
                  <a:pt x="1477320" y="851979"/>
                </a:moveTo>
                <a:cubicBezTo>
                  <a:pt x="1494089" y="851979"/>
                  <a:pt x="1507683" y="865573"/>
                  <a:pt x="1507683" y="882343"/>
                </a:cubicBezTo>
                <a:cubicBezTo>
                  <a:pt x="1507683" y="899112"/>
                  <a:pt x="1494089" y="912706"/>
                  <a:pt x="1477320" y="912706"/>
                </a:cubicBezTo>
                <a:cubicBezTo>
                  <a:pt x="1460550" y="912706"/>
                  <a:pt x="1446956" y="899112"/>
                  <a:pt x="1446956" y="882343"/>
                </a:cubicBezTo>
                <a:cubicBezTo>
                  <a:pt x="1446956" y="865573"/>
                  <a:pt x="1460550" y="851979"/>
                  <a:pt x="1477320" y="851979"/>
                </a:cubicBezTo>
                <a:close/>
                <a:moveTo>
                  <a:pt x="1404765" y="851979"/>
                </a:moveTo>
                <a:cubicBezTo>
                  <a:pt x="1421535" y="851979"/>
                  <a:pt x="1435129" y="865573"/>
                  <a:pt x="1435129" y="882343"/>
                </a:cubicBezTo>
                <a:cubicBezTo>
                  <a:pt x="1435129" y="899112"/>
                  <a:pt x="1421535" y="912706"/>
                  <a:pt x="1404765" y="912706"/>
                </a:cubicBezTo>
                <a:cubicBezTo>
                  <a:pt x="1387996" y="912706"/>
                  <a:pt x="1374402" y="899112"/>
                  <a:pt x="1374402" y="882343"/>
                </a:cubicBezTo>
                <a:cubicBezTo>
                  <a:pt x="1374402" y="865573"/>
                  <a:pt x="1387996" y="851979"/>
                  <a:pt x="1404765" y="851979"/>
                </a:cubicBezTo>
                <a:close/>
                <a:moveTo>
                  <a:pt x="1332211" y="851979"/>
                </a:moveTo>
                <a:cubicBezTo>
                  <a:pt x="1348980" y="851979"/>
                  <a:pt x="1362574" y="865573"/>
                  <a:pt x="1362574" y="882343"/>
                </a:cubicBezTo>
                <a:cubicBezTo>
                  <a:pt x="1362574" y="899112"/>
                  <a:pt x="1348980" y="912706"/>
                  <a:pt x="1332211" y="912706"/>
                </a:cubicBezTo>
                <a:cubicBezTo>
                  <a:pt x="1315441" y="912706"/>
                  <a:pt x="1301847" y="899112"/>
                  <a:pt x="1301847" y="882343"/>
                </a:cubicBezTo>
                <a:cubicBezTo>
                  <a:pt x="1301847" y="865573"/>
                  <a:pt x="1315441" y="851979"/>
                  <a:pt x="1332211" y="851979"/>
                </a:cubicBezTo>
                <a:close/>
                <a:moveTo>
                  <a:pt x="1259656" y="851979"/>
                </a:moveTo>
                <a:cubicBezTo>
                  <a:pt x="1276426" y="851979"/>
                  <a:pt x="1290020" y="865573"/>
                  <a:pt x="1290020" y="882343"/>
                </a:cubicBezTo>
                <a:cubicBezTo>
                  <a:pt x="1290020" y="899112"/>
                  <a:pt x="1276426" y="912706"/>
                  <a:pt x="1259656" y="912706"/>
                </a:cubicBezTo>
                <a:cubicBezTo>
                  <a:pt x="1242887" y="912706"/>
                  <a:pt x="1229293" y="899112"/>
                  <a:pt x="1229293" y="882343"/>
                </a:cubicBezTo>
                <a:cubicBezTo>
                  <a:pt x="1229293" y="865573"/>
                  <a:pt x="1242887" y="851979"/>
                  <a:pt x="1259656" y="851979"/>
                </a:cubicBezTo>
                <a:close/>
                <a:moveTo>
                  <a:pt x="1187102" y="851979"/>
                </a:moveTo>
                <a:cubicBezTo>
                  <a:pt x="1203871" y="851979"/>
                  <a:pt x="1217465" y="865573"/>
                  <a:pt x="1217465" y="882343"/>
                </a:cubicBezTo>
                <a:cubicBezTo>
                  <a:pt x="1217465" y="899112"/>
                  <a:pt x="1203871" y="912706"/>
                  <a:pt x="1187102" y="912706"/>
                </a:cubicBezTo>
                <a:cubicBezTo>
                  <a:pt x="1170332" y="912706"/>
                  <a:pt x="1156738" y="899112"/>
                  <a:pt x="1156738" y="882343"/>
                </a:cubicBezTo>
                <a:cubicBezTo>
                  <a:pt x="1156738" y="865573"/>
                  <a:pt x="1170332" y="851979"/>
                  <a:pt x="1187102" y="851979"/>
                </a:cubicBezTo>
                <a:close/>
                <a:moveTo>
                  <a:pt x="1114547" y="851979"/>
                </a:moveTo>
                <a:cubicBezTo>
                  <a:pt x="1131317" y="851979"/>
                  <a:pt x="1144911" y="865573"/>
                  <a:pt x="1144911" y="882343"/>
                </a:cubicBezTo>
                <a:cubicBezTo>
                  <a:pt x="1144911" y="899112"/>
                  <a:pt x="1131317" y="912706"/>
                  <a:pt x="1114547" y="912706"/>
                </a:cubicBezTo>
                <a:cubicBezTo>
                  <a:pt x="1097778" y="912706"/>
                  <a:pt x="1084184" y="899112"/>
                  <a:pt x="1084184" y="882343"/>
                </a:cubicBezTo>
                <a:cubicBezTo>
                  <a:pt x="1084184" y="865573"/>
                  <a:pt x="1097778" y="851979"/>
                  <a:pt x="1114547" y="851979"/>
                </a:cubicBezTo>
                <a:close/>
                <a:moveTo>
                  <a:pt x="1041993" y="851979"/>
                </a:moveTo>
                <a:cubicBezTo>
                  <a:pt x="1058762" y="851979"/>
                  <a:pt x="1072356" y="865573"/>
                  <a:pt x="1072356" y="882343"/>
                </a:cubicBezTo>
                <a:cubicBezTo>
                  <a:pt x="1072356" y="899112"/>
                  <a:pt x="1058762" y="912706"/>
                  <a:pt x="1041993" y="912706"/>
                </a:cubicBezTo>
                <a:cubicBezTo>
                  <a:pt x="1025223" y="912706"/>
                  <a:pt x="1011629" y="899112"/>
                  <a:pt x="1011629" y="882343"/>
                </a:cubicBezTo>
                <a:cubicBezTo>
                  <a:pt x="1011629" y="865573"/>
                  <a:pt x="1025223" y="851979"/>
                  <a:pt x="1041993" y="851979"/>
                </a:cubicBezTo>
                <a:close/>
                <a:moveTo>
                  <a:pt x="969438" y="851979"/>
                </a:moveTo>
                <a:cubicBezTo>
                  <a:pt x="986208" y="851979"/>
                  <a:pt x="999801" y="865573"/>
                  <a:pt x="999801" y="882343"/>
                </a:cubicBezTo>
                <a:cubicBezTo>
                  <a:pt x="999801" y="899112"/>
                  <a:pt x="986208" y="912706"/>
                  <a:pt x="969438" y="912706"/>
                </a:cubicBezTo>
                <a:cubicBezTo>
                  <a:pt x="952669" y="912706"/>
                  <a:pt x="939075" y="899112"/>
                  <a:pt x="939075" y="882343"/>
                </a:cubicBezTo>
                <a:cubicBezTo>
                  <a:pt x="939075" y="865573"/>
                  <a:pt x="952669" y="851979"/>
                  <a:pt x="969438" y="851979"/>
                </a:cubicBezTo>
                <a:close/>
                <a:moveTo>
                  <a:pt x="896883" y="851979"/>
                </a:moveTo>
                <a:cubicBezTo>
                  <a:pt x="913653" y="851979"/>
                  <a:pt x="927247" y="865573"/>
                  <a:pt x="927247" y="882343"/>
                </a:cubicBezTo>
                <a:cubicBezTo>
                  <a:pt x="927247" y="899112"/>
                  <a:pt x="913653" y="912706"/>
                  <a:pt x="896883" y="912706"/>
                </a:cubicBezTo>
                <a:cubicBezTo>
                  <a:pt x="880114" y="912706"/>
                  <a:pt x="866520" y="899112"/>
                  <a:pt x="866520" y="882343"/>
                </a:cubicBezTo>
                <a:cubicBezTo>
                  <a:pt x="866520" y="865573"/>
                  <a:pt x="880114" y="851979"/>
                  <a:pt x="896883" y="851979"/>
                </a:cubicBezTo>
                <a:close/>
                <a:moveTo>
                  <a:pt x="824329" y="851979"/>
                </a:moveTo>
                <a:cubicBezTo>
                  <a:pt x="841098" y="851979"/>
                  <a:pt x="854692" y="865573"/>
                  <a:pt x="854692" y="882343"/>
                </a:cubicBezTo>
                <a:cubicBezTo>
                  <a:pt x="854692" y="899112"/>
                  <a:pt x="841098" y="912706"/>
                  <a:pt x="824329" y="912706"/>
                </a:cubicBezTo>
                <a:cubicBezTo>
                  <a:pt x="807559" y="912706"/>
                  <a:pt x="793965" y="899112"/>
                  <a:pt x="793965" y="882343"/>
                </a:cubicBezTo>
                <a:cubicBezTo>
                  <a:pt x="793965" y="865573"/>
                  <a:pt x="807559" y="851979"/>
                  <a:pt x="824329" y="851979"/>
                </a:cubicBezTo>
                <a:close/>
                <a:moveTo>
                  <a:pt x="751774" y="851979"/>
                </a:moveTo>
                <a:cubicBezTo>
                  <a:pt x="768544" y="851979"/>
                  <a:pt x="782138" y="865573"/>
                  <a:pt x="782138" y="882343"/>
                </a:cubicBezTo>
                <a:cubicBezTo>
                  <a:pt x="782138" y="899112"/>
                  <a:pt x="768544" y="912706"/>
                  <a:pt x="751774" y="912706"/>
                </a:cubicBezTo>
                <a:cubicBezTo>
                  <a:pt x="735005" y="912706"/>
                  <a:pt x="721411" y="899112"/>
                  <a:pt x="721411" y="882343"/>
                </a:cubicBezTo>
                <a:cubicBezTo>
                  <a:pt x="721411" y="865573"/>
                  <a:pt x="735005" y="851979"/>
                  <a:pt x="751774" y="851979"/>
                </a:cubicBezTo>
                <a:close/>
                <a:moveTo>
                  <a:pt x="679220" y="851979"/>
                </a:moveTo>
                <a:cubicBezTo>
                  <a:pt x="695989" y="851979"/>
                  <a:pt x="709583" y="865573"/>
                  <a:pt x="709583" y="882343"/>
                </a:cubicBezTo>
                <a:cubicBezTo>
                  <a:pt x="709583" y="899112"/>
                  <a:pt x="695989" y="912706"/>
                  <a:pt x="679220" y="912706"/>
                </a:cubicBezTo>
                <a:cubicBezTo>
                  <a:pt x="662450" y="912706"/>
                  <a:pt x="648856" y="899112"/>
                  <a:pt x="648856" y="882343"/>
                </a:cubicBezTo>
                <a:cubicBezTo>
                  <a:pt x="648856" y="865573"/>
                  <a:pt x="662450" y="851979"/>
                  <a:pt x="679220" y="851979"/>
                </a:cubicBezTo>
                <a:close/>
                <a:moveTo>
                  <a:pt x="606665" y="851979"/>
                </a:moveTo>
                <a:cubicBezTo>
                  <a:pt x="623435" y="851979"/>
                  <a:pt x="637029" y="865573"/>
                  <a:pt x="637029" y="882343"/>
                </a:cubicBezTo>
                <a:cubicBezTo>
                  <a:pt x="637029" y="899112"/>
                  <a:pt x="623435" y="912706"/>
                  <a:pt x="606665" y="912706"/>
                </a:cubicBezTo>
                <a:cubicBezTo>
                  <a:pt x="589896" y="912706"/>
                  <a:pt x="576302" y="899112"/>
                  <a:pt x="576302" y="882343"/>
                </a:cubicBezTo>
                <a:cubicBezTo>
                  <a:pt x="576302" y="865573"/>
                  <a:pt x="589896" y="851979"/>
                  <a:pt x="606665" y="851979"/>
                </a:cubicBezTo>
                <a:close/>
                <a:moveTo>
                  <a:pt x="534111" y="851979"/>
                </a:moveTo>
                <a:cubicBezTo>
                  <a:pt x="550880" y="851979"/>
                  <a:pt x="564474" y="865573"/>
                  <a:pt x="564474" y="882343"/>
                </a:cubicBezTo>
                <a:cubicBezTo>
                  <a:pt x="564474" y="899112"/>
                  <a:pt x="550880" y="912706"/>
                  <a:pt x="534111" y="912706"/>
                </a:cubicBezTo>
                <a:cubicBezTo>
                  <a:pt x="517341" y="912706"/>
                  <a:pt x="503747" y="899112"/>
                  <a:pt x="503747" y="882343"/>
                </a:cubicBezTo>
                <a:cubicBezTo>
                  <a:pt x="503747" y="865573"/>
                  <a:pt x="517341" y="851979"/>
                  <a:pt x="534111" y="851979"/>
                </a:cubicBezTo>
                <a:close/>
                <a:moveTo>
                  <a:pt x="461556" y="851979"/>
                </a:moveTo>
                <a:cubicBezTo>
                  <a:pt x="478326" y="851979"/>
                  <a:pt x="491920" y="865573"/>
                  <a:pt x="491920" y="882343"/>
                </a:cubicBezTo>
                <a:cubicBezTo>
                  <a:pt x="491920" y="899112"/>
                  <a:pt x="478326" y="912706"/>
                  <a:pt x="461556" y="912706"/>
                </a:cubicBezTo>
                <a:cubicBezTo>
                  <a:pt x="444787" y="912706"/>
                  <a:pt x="431192" y="899112"/>
                  <a:pt x="431192" y="882343"/>
                </a:cubicBezTo>
                <a:cubicBezTo>
                  <a:pt x="431192" y="865573"/>
                  <a:pt x="444787" y="851979"/>
                  <a:pt x="461556" y="851979"/>
                </a:cubicBezTo>
                <a:close/>
                <a:moveTo>
                  <a:pt x="389002" y="851979"/>
                </a:moveTo>
                <a:cubicBezTo>
                  <a:pt x="405771" y="851979"/>
                  <a:pt x="419365" y="865573"/>
                  <a:pt x="419365" y="882343"/>
                </a:cubicBezTo>
                <a:cubicBezTo>
                  <a:pt x="419365" y="899112"/>
                  <a:pt x="405771" y="912706"/>
                  <a:pt x="389002" y="912706"/>
                </a:cubicBezTo>
                <a:cubicBezTo>
                  <a:pt x="372232" y="912706"/>
                  <a:pt x="358638" y="899112"/>
                  <a:pt x="358638" y="882343"/>
                </a:cubicBezTo>
                <a:cubicBezTo>
                  <a:pt x="358638" y="865573"/>
                  <a:pt x="372232" y="851979"/>
                  <a:pt x="389002" y="851979"/>
                </a:cubicBezTo>
                <a:close/>
                <a:moveTo>
                  <a:pt x="316447" y="851979"/>
                </a:moveTo>
                <a:cubicBezTo>
                  <a:pt x="333216" y="851979"/>
                  <a:pt x="346810" y="865573"/>
                  <a:pt x="346810" y="882343"/>
                </a:cubicBezTo>
                <a:cubicBezTo>
                  <a:pt x="346810" y="899112"/>
                  <a:pt x="333216" y="912706"/>
                  <a:pt x="316447" y="912706"/>
                </a:cubicBezTo>
                <a:cubicBezTo>
                  <a:pt x="299677" y="912706"/>
                  <a:pt x="286084" y="899112"/>
                  <a:pt x="286084" y="882343"/>
                </a:cubicBezTo>
                <a:cubicBezTo>
                  <a:pt x="286084" y="865573"/>
                  <a:pt x="299677" y="851979"/>
                  <a:pt x="316447" y="851979"/>
                </a:cubicBezTo>
                <a:close/>
                <a:moveTo>
                  <a:pt x="243892" y="851979"/>
                </a:moveTo>
                <a:cubicBezTo>
                  <a:pt x="260662" y="851979"/>
                  <a:pt x="274256" y="865573"/>
                  <a:pt x="274256" y="882343"/>
                </a:cubicBezTo>
                <a:cubicBezTo>
                  <a:pt x="274256" y="899112"/>
                  <a:pt x="260662" y="912706"/>
                  <a:pt x="243892" y="912706"/>
                </a:cubicBezTo>
                <a:cubicBezTo>
                  <a:pt x="227123" y="912706"/>
                  <a:pt x="213529" y="899112"/>
                  <a:pt x="213529" y="882343"/>
                </a:cubicBezTo>
                <a:cubicBezTo>
                  <a:pt x="213529" y="865573"/>
                  <a:pt x="227123" y="851979"/>
                  <a:pt x="243892" y="851979"/>
                </a:cubicBezTo>
                <a:close/>
                <a:moveTo>
                  <a:pt x="171339" y="851979"/>
                </a:moveTo>
                <a:cubicBezTo>
                  <a:pt x="188107" y="851979"/>
                  <a:pt x="201701" y="865573"/>
                  <a:pt x="201701" y="882343"/>
                </a:cubicBezTo>
                <a:cubicBezTo>
                  <a:pt x="201701" y="899112"/>
                  <a:pt x="188107" y="912706"/>
                  <a:pt x="171339" y="912706"/>
                </a:cubicBezTo>
                <a:cubicBezTo>
                  <a:pt x="154651" y="912706"/>
                  <a:pt x="141056" y="899112"/>
                  <a:pt x="141056" y="882343"/>
                </a:cubicBezTo>
                <a:cubicBezTo>
                  <a:pt x="141056" y="865573"/>
                  <a:pt x="154651" y="851979"/>
                  <a:pt x="171339" y="851979"/>
                </a:cubicBezTo>
                <a:close/>
                <a:moveTo>
                  <a:pt x="98877" y="851979"/>
                </a:moveTo>
                <a:cubicBezTo>
                  <a:pt x="115640" y="851979"/>
                  <a:pt x="129234" y="865573"/>
                  <a:pt x="129234" y="882343"/>
                </a:cubicBezTo>
                <a:cubicBezTo>
                  <a:pt x="129234" y="899112"/>
                  <a:pt x="115640" y="912706"/>
                  <a:pt x="98877" y="912706"/>
                </a:cubicBezTo>
                <a:cubicBezTo>
                  <a:pt x="82106" y="912706"/>
                  <a:pt x="68511" y="899112"/>
                  <a:pt x="68511" y="882343"/>
                </a:cubicBezTo>
                <a:cubicBezTo>
                  <a:pt x="68511" y="865573"/>
                  <a:pt x="82106" y="851979"/>
                  <a:pt x="98877" y="851979"/>
                </a:cubicBezTo>
                <a:close/>
                <a:moveTo>
                  <a:pt x="26322" y="851979"/>
                </a:moveTo>
                <a:cubicBezTo>
                  <a:pt x="43087" y="851979"/>
                  <a:pt x="56682" y="865573"/>
                  <a:pt x="56682" y="882343"/>
                </a:cubicBezTo>
                <a:cubicBezTo>
                  <a:pt x="56682" y="899112"/>
                  <a:pt x="43087" y="912706"/>
                  <a:pt x="26322" y="912706"/>
                </a:cubicBezTo>
                <a:cubicBezTo>
                  <a:pt x="17937" y="912706"/>
                  <a:pt x="10346" y="909308"/>
                  <a:pt x="4851" y="903813"/>
                </a:cubicBezTo>
                <a:lnTo>
                  <a:pt x="0" y="892101"/>
                </a:lnTo>
                <a:lnTo>
                  <a:pt x="0" y="872585"/>
                </a:lnTo>
                <a:lnTo>
                  <a:pt x="4851" y="860872"/>
                </a:lnTo>
                <a:cubicBezTo>
                  <a:pt x="10346" y="855378"/>
                  <a:pt x="17937" y="851979"/>
                  <a:pt x="26322" y="851979"/>
                </a:cubicBezTo>
                <a:close/>
                <a:moveTo>
                  <a:pt x="1622429" y="771528"/>
                </a:moveTo>
                <a:lnTo>
                  <a:pt x="1633158" y="773694"/>
                </a:lnTo>
                <a:lnTo>
                  <a:pt x="1618313" y="831424"/>
                </a:lnTo>
                <a:lnTo>
                  <a:pt x="1610610" y="829868"/>
                </a:lnTo>
                <a:cubicBezTo>
                  <a:pt x="1599712" y="825259"/>
                  <a:pt x="1592066" y="814469"/>
                  <a:pt x="1592066" y="801891"/>
                </a:cubicBezTo>
                <a:cubicBezTo>
                  <a:pt x="1592066" y="785122"/>
                  <a:pt x="1605659" y="771528"/>
                  <a:pt x="1622429" y="771528"/>
                </a:cubicBezTo>
                <a:close/>
                <a:moveTo>
                  <a:pt x="1549874" y="771528"/>
                </a:moveTo>
                <a:cubicBezTo>
                  <a:pt x="1566644" y="771528"/>
                  <a:pt x="1580238" y="785122"/>
                  <a:pt x="1580238" y="801891"/>
                </a:cubicBezTo>
                <a:cubicBezTo>
                  <a:pt x="1580238" y="818661"/>
                  <a:pt x="1566644" y="832255"/>
                  <a:pt x="1549874" y="832255"/>
                </a:cubicBezTo>
                <a:cubicBezTo>
                  <a:pt x="1533105" y="832255"/>
                  <a:pt x="1519511" y="818661"/>
                  <a:pt x="1519511" y="801891"/>
                </a:cubicBezTo>
                <a:cubicBezTo>
                  <a:pt x="1519511" y="785122"/>
                  <a:pt x="1533105" y="771528"/>
                  <a:pt x="1549874" y="771528"/>
                </a:cubicBezTo>
                <a:close/>
                <a:moveTo>
                  <a:pt x="1477320" y="771528"/>
                </a:moveTo>
                <a:cubicBezTo>
                  <a:pt x="1494089" y="771528"/>
                  <a:pt x="1507683" y="785122"/>
                  <a:pt x="1507683" y="801891"/>
                </a:cubicBezTo>
                <a:cubicBezTo>
                  <a:pt x="1507683" y="818661"/>
                  <a:pt x="1494089" y="832255"/>
                  <a:pt x="1477320" y="832255"/>
                </a:cubicBezTo>
                <a:cubicBezTo>
                  <a:pt x="1460550" y="832255"/>
                  <a:pt x="1446956" y="818661"/>
                  <a:pt x="1446956" y="801891"/>
                </a:cubicBezTo>
                <a:cubicBezTo>
                  <a:pt x="1446956" y="785122"/>
                  <a:pt x="1460550" y="771528"/>
                  <a:pt x="1477320" y="771528"/>
                </a:cubicBezTo>
                <a:close/>
                <a:moveTo>
                  <a:pt x="1404765" y="771528"/>
                </a:moveTo>
                <a:cubicBezTo>
                  <a:pt x="1421535" y="771528"/>
                  <a:pt x="1435129" y="785122"/>
                  <a:pt x="1435129" y="801891"/>
                </a:cubicBezTo>
                <a:cubicBezTo>
                  <a:pt x="1435129" y="818661"/>
                  <a:pt x="1421535" y="832255"/>
                  <a:pt x="1404765" y="832255"/>
                </a:cubicBezTo>
                <a:cubicBezTo>
                  <a:pt x="1387996" y="832255"/>
                  <a:pt x="1374402" y="818661"/>
                  <a:pt x="1374402" y="801891"/>
                </a:cubicBezTo>
                <a:cubicBezTo>
                  <a:pt x="1374402" y="785122"/>
                  <a:pt x="1387996" y="771528"/>
                  <a:pt x="1404765" y="771528"/>
                </a:cubicBezTo>
                <a:close/>
                <a:moveTo>
                  <a:pt x="1332211" y="771528"/>
                </a:moveTo>
                <a:cubicBezTo>
                  <a:pt x="1348980" y="771528"/>
                  <a:pt x="1362574" y="785122"/>
                  <a:pt x="1362574" y="801891"/>
                </a:cubicBezTo>
                <a:cubicBezTo>
                  <a:pt x="1362574" y="818661"/>
                  <a:pt x="1348980" y="832255"/>
                  <a:pt x="1332211" y="832255"/>
                </a:cubicBezTo>
                <a:cubicBezTo>
                  <a:pt x="1315441" y="832255"/>
                  <a:pt x="1301847" y="818661"/>
                  <a:pt x="1301847" y="801891"/>
                </a:cubicBezTo>
                <a:cubicBezTo>
                  <a:pt x="1301847" y="785122"/>
                  <a:pt x="1315441" y="771528"/>
                  <a:pt x="1332211" y="771528"/>
                </a:cubicBezTo>
                <a:close/>
                <a:moveTo>
                  <a:pt x="1259656" y="771528"/>
                </a:moveTo>
                <a:cubicBezTo>
                  <a:pt x="1276426" y="771528"/>
                  <a:pt x="1290020" y="785122"/>
                  <a:pt x="1290020" y="801891"/>
                </a:cubicBezTo>
                <a:cubicBezTo>
                  <a:pt x="1290020" y="818661"/>
                  <a:pt x="1276426" y="832255"/>
                  <a:pt x="1259656" y="832255"/>
                </a:cubicBezTo>
                <a:cubicBezTo>
                  <a:pt x="1242887" y="832255"/>
                  <a:pt x="1229293" y="818661"/>
                  <a:pt x="1229293" y="801891"/>
                </a:cubicBezTo>
                <a:cubicBezTo>
                  <a:pt x="1229293" y="785122"/>
                  <a:pt x="1242887" y="771528"/>
                  <a:pt x="1259656" y="771528"/>
                </a:cubicBezTo>
                <a:close/>
                <a:moveTo>
                  <a:pt x="1187102" y="771528"/>
                </a:moveTo>
                <a:cubicBezTo>
                  <a:pt x="1203871" y="771528"/>
                  <a:pt x="1217465" y="785122"/>
                  <a:pt x="1217465" y="801891"/>
                </a:cubicBezTo>
                <a:cubicBezTo>
                  <a:pt x="1217465" y="818661"/>
                  <a:pt x="1203871" y="832255"/>
                  <a:pt x="1187102" y="832255"/>
                </a:cubicBezTo>
                <a:cubicBezTo>
                  <a:pt x="1170332" y="832255"/>
                  <a:pt x="1156738" y="818661"/>
                  <a:pt x="1156738" y="801891"/>
                </a:cubicBezTo>
                <a:cubicBezTo>
                  <a:pt x="1156738" y="785122"/>
                  <a:pt x="1170332" y="771528"/>
                  <a:pt x="1187102" y="771528"/>
                </a:cubicBezTo>
                <a:close/>
                <a:moveTo>
                  <a:pt x="1114547" y="771528"/>
                </a:moveTo>
                <a:cubicBezTo>
                  <a:pt x="1131317" y="771528"/>
                  <a:pt x="1144911" y="785122"/>
                  <a:pt x="1144911" y="801891"/>
                </a:cubicBezTo>
                <a:cubicBezTo>
                  <a:pt x="1144911" y="818661"/>
                  <a:pt x="1131317" y="832255"/>
                  <a:pt x="1114547" y="832255"/>
                </a:cubicBezTo>
                <a:cubicBezTo>
                  <a:pt x="1097778" y="832255"/>
                  <a:pt x="1084184" y="818661"/>
                  <a:pt x="1084184" y="801891"/>
                </a:cubicBezTo>
                <a:cubicBezTo>
                  <a:pt x="1084184" y="785122"/>
                  <a:pt x="1097778" y="771528"/>
                  <a:pt x="1114547" y="771528"/>
                </a:cubicBezTo>
                <a:close/>
                <a:moveTo>
                  <a:pt x="1041993" y="771528"/>
                </a:moveTo>
                <a:cubicBezTo>
                  <a:pt x="1058762" y="771528"/>
                  <a:pt x="1072356" y="785122"/>
                  <a:pt x="1072356" y="801891"/>
                </a:cubicBezTo>
                <a:cubicBezTo>
                  <a:pt x="1072356" y="818661"/>
                  <a:pt x="1058762" y="832255"/>
                  <a:pt x="1041993" y="832255"/>
                </a:cubicBezTo>
                <a:cubicBezTo>
                  <a:pt x="1025223" y="832255"/>
                  <a:pt x="1011629" y="818661"/>
                  <a:pt x="1011629" y="801891"/>
                </a:cubicBezTo>
                <a:cubicBezTo>
                  <a:pt x="1011629" y="785122"/>
                  <a:pt x="1025223" y="771528"/>
                  <a:pt x="1041993" y="771528"/>
                </a:cubicBezTo>
                <a:close/>
                <a:moveTo>
                  <a:pt x="969438" y="771528"/>
                </a:moveTo>
                <a:cubicBezTo>
                  <a:pt x="986208" y="771528"/>
                  <a:pt x="999801" y="785122"/>
                  <a:pt x="999801" y="801891"/>
                </a:cubicBezTo>
                <a:cubicBezTo>
                  <a:pt x="999801" y="818661"/>
                  <a:pt x="986208" y="832255"/>
                  <a:pt x="969438" y="832255"/>
                </a:cubicBezTo>
                <a:cubicBezTo>
                  <a:pt x="952669" y="832255"/>
                  <a:pt x="939075" y="818661"/>
                  <a:pt x="939075" y="801891"/>
                </a:cubicBezTo>
                <a:cubicBezTo>
                  <a:pt x="939075" y="785122"/>
                  <a:pt x="952669" y="771528"/>
                  <a:pt x="969438" y="771528"/>
                </a:cubicBezTo>
                <a:close/>
                <a:moveTo>
                  <a:pt x="896883" y="771528"/>
                </a:moveTo>
                <a:cubicBezTo>
                  <a:pt x="913653" y="771528"/>
                  <a:pt x="927247" y="785122"/>
                  <a:pt x="927247" y="801891"/>
                </a:cubicBezTo>
                <a:cubicBezTo>
                  <a:pt x="927247" y="818661"/>
                  <a:pt x="913653" y="832255"/>
                  <a:pt x="896883" y="832255"/>
                </a:cubicBezTo>
                <a:cubicBezTo>
                  <a:pt x="880114" y="832255"/>
                  <a:pt x="866520" y="818661"/>
                  <a:pt x="866520" y="801891"/>
                </a:cubicBezTo>
                <a:cubicBezTo>
                  <a:pt x="866520" y="785122"/>
                  <a:pt x="880114" y="771528"/>
                  <a:pt x="896883" y="771528"/>
                </a:cubicBezTo>
                <a:close/>
                <a:moveTo>
                  <a:pt x="824329" y="771528"/>
                </a:moveTo>
                <a:cubicBezTo>
                  <a:pt x="841098" y="771528"/>
                  <a:pt x="854692" y="785122"/>
                  <a:pt x="854692" y="801891"/>
                </a:cubicBezTo>
                <a:cubicBezTo>
                  <a:pt x="854692" y="818661"/>
                  <a:pt x="841098" y="832255"/>
                  <a:pt x="824329" y="832255"/>
                </a:cubicBezTo>
                <a:cubicBezTo>
                  <a:pt x="807559" y="832255"/>
                  <a:pt x="793965" y="818661"/>
                  <a:pt x="793965" y="801891"/>
                </a:cubicBezTo>
                <a:cubicBezTo>
                  <a:pt x="793965" y="785122"/>
                  <a:pt x="807559" y="771528"/>
                  <a:pt x="824329" y="771528"/>
                </a:cubicBezTo>
                <a:close/>
                <a:moveTo>
                  <a:pt x="751774" y="771528"/>
                </a:moveTo>
                <a:cubicBezTo>
                  <a:pt x="768544" y="771528"/>
                  <a:pt x="782138" y="785122"/>
                  <a:pt x="782138" y="801891"/>
                </a:cubicBezTo>
                <a:cubicBezTo>
                  <a:pt x="782138" y="818661"/>
                  <a:pt x="768544" y="832255"/>
                  <a:pt x="751774" y="832255"/>
                </a:cubicBezTo>
                <a:cubicBezTo>
                  <a:pt x="735005" y="832255"/>
                  <a:pt x="721411" y="818661"/>
                  <a:pt x="721411" y="801891"/>
                </a:cubicBezTo>
                <a:cubicBezTo>
                  <a:pt x="721411" y="785122"/>
                  <a:pt x="735005" y="771528"/>
                  <a:pt x="751774" y="771528"/>
                </a:cubicBezTo>
                <a:close/>
                <a:moveTo>
                  <a:pt x="679220" y="771528"/>
                </a:moveTo>
                <a:cubicBezTo>
                  <a:pt x="695989" y="771528"/>
                  <a:pt x="709583" y="785122"/>
                  <a:pt x="709583" y="801891"/>
                </a:cubicBezTo>
                <a:cubicBezTo>
                  <a:pt x="709583" y="818661"/>
                  <a:pt x="695989" y="832255"/>
                  <a:pt x="679220" y="832255"/>
                </a:cubicBezTo>
                <a:cubicBezTo>
                  <a:pt x="662450" y="832255"/>
                  <a:pt x="648856" y="818661"/>
                  <a:pt x="648856" y="801891"/>
                </a:cubicBezTo>
                <a:cubicBezTo>
                  <a:pt x="648856" y="785122"/>
                  <a:pt x="662450" y="771528"/>
                  <a:pt x="679220" y="771528"/>
                </a:cubicBezTo>
                <a:close/>
                <a:moveTo>
                  <a:pt x="606665" y="771528"/>
                </a:moveTo>
                <a:cubicBezTo>
                  <a:pt x="623435" y="771528"/>
                  <a:pt x="637029" y="785122"/>
                  <a:pt x="637029" y="801891"/>
                </a:cubicBezTo>
                <a:cubicBezTo>
                  <a:pt x="637029" y="818661"/>
                  <a:pt x="623435" y="832255"/>
                  <a:pt x="606665" y="832255"/>
                </a:cubicBezTo>
                <a:cubicBezTo>
                  <a:pt x="589896" y="832255"/>
                  <a:pt x="576302" y="818661"/>
                  <a:pt x="576302" y="801891"/>
                </a:cubicBezTo>
                <a:cubicBezTo>
                  <a:pt x="576302" y="785122"/>
                  <a:pt x="589896" y="771528"/>
                  <a:pt x="606665" y="771528"/>
                </a:cubicBezTo>
                <a:close/>
                <a:moveTo>
                  <a:pt x="534111" y="771528"/>
                </a:moveTo>
                <a:cubicBezTo>
                  <a:pt x="550880" y="771528"/>
                  <a:pt x="564474" y="785122"/>
                  <a:pt x="564474" y="801891"/>
                </a:cubicBezTo>
                <a:cubicBezTo>
                  <a:pt x="564474" y="818661"/>
                  <a:pt x="550880" y="832255"/>
                  <a:pt x="534111" y="832255"/>
                </a:cubicBezTo>
                <a:cubicBezTo>
                  <a:pt x="517341" y="832255"/>
                  <a:pt x="503747" y="818661"/>
                  <a:pt x="503747" y="801891"/>
                </a:cubicBezTo>
                <a:cubicBezTo>
                  <a:pt x="503747" y="785122"/>
                  <a:pt x="517341" y="771528"/>
                  <a:pt x="534111" y="771528"/>
                </a:cubicBezTo>
                <a:close/>
                <a:moveTo>
                  <a:pt x="461556" y="771528"/>
                </a:moveTo>
                <a:cubicBezTo>
                  <a:pt x="478326" y="771528"/>
                  <a:pt x="491920" y="785122"/>
                  <a:pt x="491920" y="801891"/>
                </a:cubicBezTo>
                <a:cubicBezTo>
                  <a:pt x="491920" y="818661"/>
                  <a:pt x="478326" y="832255"/>
                  <a:pt x="461556" y="832255"/>
                </a:cubicBezTo>
                <a:cubicBezTo>
                  <a:pt x="444787" y="832255"/>
                  <a:pt x="431192" y="818661"/>
                  <a:pt x="431192" y="801891"/>
                </a:cubicBezTo>
                <a:cubicBezTo>
                  <a:pt x="431192" y="785122"/>
                  <a:pt x="444787" y="771528"/>
                  <a:pt x="461556" y="771528"/>
                </a:cubicBezTo>
                <a:close/>
                <a:moveTo>
                  <a:pt x="389002" y="771528"/>
                </a:moveTo>
                <a:cubicBezTo>
                  <a:pt x="405771" y="771528"/>
                  <a:pt x="419365" y="785122"/>
                  <a:pt x="419365" y="801891"/>
                </a:cubicBezTo>
                <a:cubicBezTo>
                  <a:pt x="419365" y="818661"/>
                  <a:pt x="405771" y="832255"/>
                  <a:pt x="389002" y="832255"/>
                </a:cubicBezTo>
                <a:cubicBezTo>
                  <a:pt x="372232" y="832255"/>
                  <a:pt x="358638" y="818661"/>
                  <a:pt x="358638" y="801891"/>
                </a:cubicBezTo>
                <a:cubicBezTo>
                  <a:pt x="358638" y="785122"/>
                  <a:pt x="372232" y="771528"/>
                  <a:pt x="389002" y="771528"/>
                </a:cubicBezTo>
                <a:close/>
                <a:moveTo>
                  <a:pt x="316447" y="771528"/>
                </a:moveTo>
                <a:cubicBezTo>
                  <a:pt x="333216" y="771528"/>
                  <a:pt x="346810" y="785122"/>
                  <a:pt x="346810" y="801891"/>
                </a:cubicBezTo>
                <a:cubicBezTo>
                  <a:pt x="346810" y="818661"/>
                  <a:pt x="333216" y="832255"/>
                  <a:pt x="316447" y="832255"/>
                </a:cubicBezTo>
                <a:cubicBezTo>
                  <a:pt x="299677" y="832255"/>
                  <a:pt x="286084" y="818661"/>
                  <a:pt x="286084" y="801891"/>
                </a:cubicBezTo>
                <a:cubicBezTo>
                  <a:pt x="286084" y="785122"/>
                  <a:pt x="299677" y="771528"/>
                  <a:pt x="316447" y="771528"/>
                </a:cubicBezTo>
                <a:close/>
                <a:moveTo>
                  <a:pt x="243892" y="771528"/>
                </a:moveTo>
                <a:cubicBezTo>
                  <a:pt x="260662" y="771528"/>
                  <a:pt x="274256" y="785122"/>
                  <a:pt x="274256" y="801891"/>
                </a:cubicBezTo>
                <a:cubicBezTo>
                  <a:pt x="274256" y="818661"/>
                  <a:pt x="260662" y="832255"/>
                  <a:pt x="243892" y="832255"/>
                </a:cubicBezTo>
                <a:cubicBezTo>
                  <a:pt x="227123" y="832255"/>
                  <a:pt x="213529" y="818661"/>
                  <a:pt x="213529" y="801891"/>
                </a:cubicBezTo>
                <a:cubicBezTo>
                  <a:pt x="213529" y="785122"/>
                  <a:pt x="227123" y="771528"/>
                  <a:pt x="243892" y="771528"/>
                </a:cubicBezTo>
                <a:close/>
                <a:moveTo>
                  <a:pt x="171339" y="771528"/>
                </a:moveTo>
                <a:cubicBezTo>
                  <a:pt x="188107" y="771528"/>
                  <a:pt x="201701" y="785122"/>
                  <a:pt x="201701" y="801891"/>
                </a:cubicBezTo>
                <a:cubicBezTo>
                  <a:pt x="201701" y="818661"/>
                  <a:pt x="188107" y="832255"/>
                  <a:pt x="171339" y="832255"/>
                </a:cubicBezTo>
                <a:cubicBezTo>
                  <a:pt x="154656" y="832255"/>
                  <a:pt x="141062" y="818661"/>
                  <a:pt x="141062" y="801891"/>
                </a:cubicBezTo>
                <a:cubicBezTo>
                  <a:pt x="141062" y="785122"/>
                  <a:pt x="154656" y="771528"/>
                  <a:pt x="171339" y="771528"/>
                </a:cubicBezTo>
                <a:close/>
                <a:moveTo>
                  <a:pt x="98884" y="771528"/>
                </a:moveTo>
                <a:cubicBezTo>
                  <a:pt x="115646" y="771528"/>
                  <a:pt x="129240" y="785122"/>
                  <a:pt x="129240" y="801891"/>
                </a:cubicBezTo>
                <a:cubicBezTo>
                  <a:pt x="129240" y="818661"/>
                  <a:pt x="115646" y="832255"/>
                  <a:pt x="98884" y="832255"/>
                </a:cubicBezTo>
                <a:cubicBezTo>
                  <a:pt x="82112" y="832255"/>
                  <a:pt x="68517" y="818661"/>
                  <a:pt x="68517" y="801891"/>
                </a:cubicBezTo>
                <a:cubicBezTo>
                  <a:pt x="68517" y="785122"/>
                  <a:pt x="82112" y="771528"/>
                  <a:pt x="98884" y="771528"/>
                </a:cubicBezTo>
                <a:close/>
                <a:moveTo>
                  <a:pt x="26329" y="771528"/>
                </a:moveTo>
                <a:cubicBezTo>
                  <a:pt x="43093" y="771528"/>
                  <a:pt x="56688" y="785122"/>
                  <a:pt x="56688" y="801891"/>
                </a:cubicBezTo>
                <a:cubicBezTo>
                  <a:pt x="56688" y="818661"/>
                  <a:pt x="43093" y="832255"/>
                  <a:pt x="26329" y="832255"/>
                </a:cubicBezTo>
                <a:cubicBezTo>
                  <a:pt x="17944" y="832255"/>
                  <a:pt x="10353" y="828857"/>
                  <a:pt x="4858" y="823362"/>
                </a:cubicBezTo>
                <a:lnTo>
                  <a:pt x="0" y="811633"/>
                </a:lnTo>
                <a:lnTo>
                  <a:pt x="0" y="792150"/>
                </a:lnTo>
                <a:lnTo>
                  <a:pt x="4858" y="780421"/>
                </a:lnTo>
                <a:cubicBezTo>
                  <a:pt x="10353" y="774927"/>
                  <a:pt x="17944" y="771528"/>
                  <a:pt x="26329" y="771528"/>
                </a:cubicBezTo>
                <a:close/>
                <a:moveTo>
                  <a:pt x="1622429" y="691076"/>
                </a:moveTo>
                <a:cubicBezTo>
                  <a:pt x="1630814" y="691076"/>
                  <a:pt x="1638404" y="694475"/>
                  <a:pt x="1643899" y="699969"/>
                </a:cubicBezTo>
                <a:lnTo>
                  <a:pt x="1647739" y="709237"/>
                </a:lnTo>
                <a:lnTo>
                  <a:pt x="1644828" y="728305"/>
                </a:lnTo>
                <a:lnTo>
                  <a:pt x="1640480" y="745215"/>
                </a:lnTo>
                <a:lnTo>
                  <a:pt x="1634248" y="749417"/>
                </a:lnTo>
                <a:cubicBezTo>
                  <a:pt x="1630615" y="750953"/>
                  <a:pt x="1626621" y="751803"/>
                  <a:pt x="1622429" y="751803"/>
                </a:cubicBezTo>
                <a:cubicBezTo>
                  <a:pt x="1605659" y="751803"/>
                  <a:pt x="1592066" y="738209"/>
                  <a:pt x="1592066" y="721440"/>
                </a:cubicBezTo>
                <a:cubicBezTo>
                  <a:pt x="1592066" y="704670"/>
                  <a:pt x="1605659" y="691076"/>
                  <a:pt x="1622429" y="691076"/>
                </a:cubicBezTo>
                <a:close/>
                <a:moveTo>
                  <a:pt x="1549874" y="691076"/>
                </a:moveTo>
                <a:cubicBezTo>
                  <a:pt x="1566644" y="691076"/>
                  <a:pt x="1580238" y="704670"/>
                  <a:pt x="1580238" y="721440"/>
                </a:cubicBezTo>
                <a:cubicBezTo>
                  <a:pt x="1580238" y="738209"/>
                  <a:pt x="1566644" y="751803"/>
                  <a:pt x="1549874" y="751803"/>
                </a:cubicBezTo>
                <a:cubicBezTo>
                  <a:pt x="1533105" y="751803"/>
                  <a:pt x="1519511" y="738209"/>
                  <a:pt x="1519511" y="721440"/>
                </a:cubicBezTo>
                <a:cubicBezTo>
                  <a:pt x="1519511" y="704670"/>
                  <a:pt x="1533105" y="691076"/>
                  <a:pt x="1549874" y="691076"/>
                </a:cubicBezTo>
                <a:close/>
                <a:moveTo>
                  <a:pt x="1477320" y="691076"/>
                </a:moveTo>
                <a:cubicBezTo>
                  <a:pt x="1494089" y="691076"/>
                  <a:pt x="1507683" y="704670"/>
                  <a:pt x="1507683" y="721440"/>
                </a:cubicBezTo>
                <a:cubicBezTo>
                  <a:pt x="1507683" y="738209"/>
                  <a:pt x="1494089" y="751803"/>
                  <a:pt x="1477320" y="751803"/>
                </a:cubicBezTo>
                <a:cubicBezTo>
                  <a:pt x="1460550" y="751803"/>
                  <a:pt x="1446956" y="738209"/>
                  <a:pt x="1446956" y="721440"/>
                </a:cubicBezTo>
                <a:cubicBezTo>
                  <a:pt x="1446956" y="704670"/>
                  <a:pt x="1460550" y="691076"/>
                  <a:pt x="1477320" y="691076"/>
                </a:cubicBezTo>
                <a:close/>
                <a:moveTo>
                  <a:pt x="1404765" y="691076"/>
                </a:moveTo>
                <a:cubicBezTo>
                  <a:pt x="1421535" y="691076"/>
                  <a:pt x="1435129" y="704670"/>
                  <a:pt x="1435129" y="721440"/>
                </a:cubicBezTo>
                <a:cubicBezTo>
                  <a:pt x="1435129" y="738209"/>
                  <a:pt x="1421535" y="751803"/>
                  <a:pt x="1404765" y="751803"/>
                </a:cubicBezTo>
                <a:cubicBezTo>
                  <a:pt x="1387996" y="751803"/>
                  <a:pt x="1374402" y="738209"/>
                  <a:pt x="1374402" y="721440"/>
                </a:cubicBezTo>
                <a:cubicBezTo>
                  <a:pt x="1374402" y="704670"/>
                  <a:pt x="1387996" y="691076"/>
                  <a:pt x="1404765" y="691076"/>
                </a:cubicBezTo>
                <a:close/>
                <a:moveTo>
                  <a:pt x="1332211" y="691076"/>
                </a:moveTo>
                <a:cubicBezTo>
                  <a:pt x="1348980" y="691076"/>
                  <a:pt x="1362574" y="704670"/>
                  <a:pt x="1362574" y="721440"/>
                </a:cubicBezTo>
                <a:cubicBezTo>
                  <a:pt x="1362574" y="738209"/>
                  <a:pt x="1348980" y="751803"/>
                  <a:pt x="1332211" y="751803"/>
                </a:cubicBezTo>
                <a:cubicBezTo>
                  <a:pt x="1315441" y="751803"/>
                  <a:pt x="1301847" y="738209"/>
                  <a:pt x="1301847" y="721440"/>
                </a:cubicBezTo>
                <a:cubicBezTo>
                  <a:pt x="1301847" y="704670"/>
                  <a:pt x="1315441" y="691076"/>
                  <a:pt x="1332211" y="691076"/>
                </a:cubicBezTo>
                <a:close/>
                <a:moveTo>
                  <a:pt x="1259656" y="691076"/>
                </a:moveTo>
                <a:cubicBezTo>
                  <a:pt x="1276426" y="691076"/>
                  <a:pt x="1290020" y="704670"/>
                  <a:pt x="1290020" y="721440"/>
                </a:cubicBezTo>
                <a:cubicBezTo>
                  <a:pt x="1290020" y="738209"/>
                  <a:pt x="1276426" y="751803"/>
                  <a:pt x="1259656" y="751803"/>
                </a:cubicBezTo>
                <a:cubicBezTo>
                  <a:pt x="1242887" y="751803"/>
                  <a:pt x="1229293" y="738209"/>
                  <a:pt x="1229293" y="721440"/>
                </a:cubicBezTo>
                <a:cubicBezTo>
                  <a:pt x="1229293" y="704670"/>
                  <a:pt x="1242887" y="691076"/>
                  <a:pt x="1259656" y="691076"/>
                </a:cubicBezTo>
                <a:close/>
                <a:moveTo>
                  <a:pt x="1187102" y="691076"/>
                </a:moveTo>
                <a:cubicBezTo>
                  <a:pt x="1203871" y="691076"/>
                  <a:pt x="1217465" y="704670"/>
                  <a:pt x="1217465" y="721440"/>
                </a:cubicBezTo>
                <a:cubicBezTo>
                  <a:pt x="1217465" y="738209"/>
                  <a:pt x="1203871" y="751803"/>
                  <a:pt x="1187102" y="751803"/>
                </a:cubicBezTo>
                <a:cubicBezTo>
                  <a:pt x="1170332" y="751803"/>
                  <a:pt x="1156738" y="738209"/>
                  <a:pt x="1156738" y="721440"/>
                </a:cubicBezTo>
                <a:cubicBezTo>
                  <a:pt x="1156738" y="704670"/>
                  <a:pt x="1170332" y="691076"/>
                  <a:pt x="1187102" y="691076"/>
                </a:cubicBezTo>
                <a:close/>
                <a:moveTo>
                  <a:pt x="1114547" y="691076"/>
                </a:moveTo>
                <a:cubicBezTo>
                  <a:pt x="1131317" y="691076"/>
                  <a:pt x="1144911" y="704670"/>
                  <a:pt x="1144911" y="721440"/>
                </a:cubicBezTo>
                <a:cubicBezTo>
                  <a:pt x="1144911" y="738209"/>
                  <a:pt x="1131317" y="751803"/>
                  <a:pt x="1114547" y="751803"/>
                </a:cubicBezTo>
                <a:cubicBezTo>
                  <a:pt x="1097778" y="751803"/>
                  <a:pt x="1084184" y="738209"/>
                  <a:pt x="1084184" y="721440"/>
                </a:cubicBezTo>
                <a:cubicBezTo>
                  <a:pt x="1084184" y="704670"/>
                  <a:pt x="1097778" y="691076"/>
                  <a:pt x="1114547" y="691076"/>
                </a:cubicBezTo>
                <a:close/>
                <a:moveTo>
                  <a:pt x="1041993" y="691076"/>
                </a:moveTo>
                <a:cubicBezTo>
                  <a:pt x="1058762" y="691076"/>
                  <a:pt x="1072356" y="704670"/>
                  <a:pt x="1072356" y="721440"/>
                </a:cubicBezTo>
                <a:cubicBezTo>
                  <a:pt x="1072356" y="738209"/>
                  <a:pt x="1058762" y="751803"/>
                  <a:pt x="1041993" y="751803"/>
                </a:cubicBezTo>
                <a:cubicBezTo>
                  <a:pt x="1025223" y="751803"/>
                  <a:pt x="1011629" y="738209"/>
                  <a:pt x="1011629" y="721440"/>
                </a:cubicBezTo>
                <a:cubicBezTo>
                  <a:pt x="1011629" y="704670"/>
                  <a:pt x="1025223" y="691076"/>
                  <a:pt x="1041993" y="691076"/>
                </a:cubicBezTo>
                <a:close/>
                <a:moveTo>
                  <a:pt x="969438" y="691076"/>
                </a:moveTo>
                <a:cubicBezTo>
                  <a:pt x="986208" y="691076"/>
                  <a:pt x="999801" y="704670"/>
                  <a:pt x="999801" y="721440"/>
                </a:cubicBezTo>
                <a:cubicBezTo>
                  <a:pt x="999801" y="738209"/>
                  <a:pt x="986208" y="751803"/>
                  <a:pt x="969438" y="751803"/>
                </a:cubicBezTo>
                <a:cubicBezTo>
                  <a:pt x="952669" y="751803"/>
                  <a:pt x="939075" y="738209"/>
                  <a:pt x="939075" y="721440"/>
                </a:cubicBezTo>
                <a:cubicBezTo>
                  <a:pt x="939075" y="704670"/>
                  <a:pt x="952669" y="691076"/>
                  <a:pt x="969438" y="691076"/>
                </a:cubicBezTo>
                <a:close/>
                <a:moveTo>
                  <a:pt x="896883" y="691076"/>
                </a:moveTo>
                <a:cubicBezTo>
                  <a:pt x="913653" y="691076"/>
                  <a:pt x="927247" y="704670"/>
                  <a:pt x="927247" y="721440"/>
                </a:cubicBezTo>
                <a:cubicBezTo>
                  <a:pt x="927247" y="738209"/>
                  <a:pt x="913653" y="751803"/>
                  <a:pt x="896883" y="751803"/>
                </a:cubicBezTo>
                <a:cubicBezTo>
                  <a:pt x="880114" y="751803"/>
                  <a:pt x="866520" y="738209"/>
                  <a:pt x="866520" y="721440"/>
                </a:cubicBezTo>
                <a:cubicBezTo>
                  <a:pt x="866520" y="704670"/>
                  <a:pt x="880114" y="691076"/>
                  <a:pt x="896883" y="691076"/>
                </a:cubicBezTo>
                <a:close/>
                <a:moveTo>
                  <a:pt x="824329" y="691076"/>
                </a:moveTo>
                <a:cubicBezTo>
                  <a:pt x="841098" y="691076"/>
                  <a:pt x="854692" y="704670"/>
                  <a:pt x="854692" y="721440"/>
                </a:cubicBezTo>
                <a:cubicBezTo>
                  <a:pt x="854692" y="738209"/>
                  <a:pt x="841098" y="751803"/>
                  <a:pt x="824329" y="751803"/>
                </a:cubicBezTo>
                <a:cubicBezTo>
                  <a:pt x="807559" y="751803"/>
                  <a:pt x="793965" y="738209"/>
                  <a:pt x="793965" y="721440"/>
                </a:cubicBezTo>
                <a:cubicBezTo>
                  <a:pt x="793965" y="704670"/>
                  <a:pt x="807559" y="691076"/>
                  <a:pt x="824329" y="691076"/>
                </a:cubicBezTo>
                <a:close/>
                <a:moveTo>
                  <a:pt x="751774" y="691076"/>
                </a:moveTo>
                <a:cubicBezTo>
                  <a:pt x="768544" y="691076"/>
                  <a:pt x="782138" y="704670"/>
                  <a:pt x="782138" y="721440"/>
                </a:cubicBezTo>
                <a:cubicBezTo>
                  <a:pt x="782138" y="738209"/>
                  <a:pt x="768544" y="751803"/>
                  <a:pt x="751774" y="751803"/>
                </a:cubicBezTo>
                <a:cubicBezTo>
                  <a:pt x="735005" y="751803"/>
                  <a:pt x="721411" y="738209"/>
                  <a:pt x="721411" y="721440"/>
                </a:cubicBezTo>
                <a:cubicBezTo>
                  <a:pt x="721411" y="704670"/>
                  <a:pt x="735005" y="691076"/>
                  <a:pt x="751774" y="691076"/>
                </a:cubicBezTo>
                <a:close/>
                <a:moveTo>
                  <a:pt x="679220" y="691076"/>
                </a:moveTo>
                <a:cubicBezTo>
                  <a:pt x="695989" y="691076"/>
                  <a:pt x="709583" y="704670"/>
                  <a:pt x="709583" y="721440"/>
                </a:cubicBezTo>
                <a:cubicBezTo>
                  <a:pt x="709583" y="738209"/>
                  <a:pt x="695989" y="751803"/>
                  <a:pt x="679220" y="751803"/>
                </a:cubicBezTo>
                <a:cubicBezTo>
                  <a:pt x="662450" y="751803"/>
                  <a:pt x="648856" y="738209"/>
                  <a:pt x="648856" y="721440"/>
                </a:cubicBezTo>
                <a:cubicBezTo>
                  <a:pt x="648856" y="704670"/>
                  <a:pt x="662450" y="691076"/>
                  <a:pt x="679220" y="691076"/>
                </a:cubicBezTo>
                <a:close/>
                <a:moveTo>
                  <a:pt x="606665" y="691076"/>
                </a:moveTo>
                <a:cubicBezTo>
                  <a:pt x="623435" y="691076"/>
                  <a:pt x="637029" y="704670"/>
                  <a:pt x="637029" y="721440"/>
                </a:cubicBezTo>
                <a:cubicBezTo>
                  <a:pt x="637029" y="738209"/>
                  <a:pt x="623435" y="751803"/>
                  <a:pt x="606665" y="751803"/>
                </a:cubicBezTo>
                <a:cubicBezTo>
                  <a:pt x="589896" y="751803"/>
                  <a:pt x="576302" y="738209"/>
                  <a:pt x="576302" y="721440"/>
                </a:cubicBezTo>
                <a:cubicBezTo>
                  <a:pt x="576302" y="704670"/>
                  <a:pt x="589896" y="691076"/>
                  <a:pt x="606665" y="691076"/>
                </a:cubicBezTo>
                <a:close/>
                <a:moveTo>
                  <a:pt x="534111" y="691076"/>
                </a:moveTo>
                <a:cubicBezTo>
                  <a:pt x="550880" y="691076"/>
                  <a:pt x="564474" y="704670"/>
                  <a:pt x="564474" y="721440"/>
                </a:cubicBezTo>
                <a:cubicBezTo>
                  <a:pt x="564474" y="738209"/>
                  <a:pt x="550880" y="751803"/>
                  <a:pt x="534111" y="751803"/>
                </a:cubicBezTo>
                <a:cubicBezTo>
                  <a:pt x="517341" y="751803"/>
                  <a:pt x="503747" y="738209"/>
                  <a:pt x="503747" y="721440"/>
                </a:cubicBezTo>
                <a:cubicBezTo>
                  <a:pt x="503747" y="704670"/>
                  <a:pt x="517341" y="691076"/>
                  <a:pt x="534111" y="691076"/>
                </a:cubicBezTo>
                <a:close/>
                <a:moveTo>
                  <a:pt x="461556" y="691076"/>
                </a:moveTo>
                <a:cubicBezTo>
                  <a:pt x="478326" y="691076"/>
                  <a:pt x="491920" y="704670"/>
                  <a:pt x="491920" y="721440"/>
                </a:cubicBezTo>
                <a:cubicBezTo>
                  <a:pt x="491920" y="738209"/>
                  <a:pt x="478326" y="751803"/>
                  <a:pt x="461556" y="751803"/>
                </a:cubicBezTo>
                <a:cubicBezTo>
                  <a:pt x="444787" y="751803"/>
                  <a:pt x="431192" y="738209"/>
                  <a:pt x="431192" y="721440"/>
                </a:cubicBezTo>
                <a:cubicBezTo>
                  <a:pt x="431192" y="704670"/>
                  <a:pt x="444787" y="691076"/>
                  <a:pt x="461556" y="691076"/>
                </a:cubicBezTo>
                <a:close/>
                <a:moveTo>
                  <a:pt x="389002" y="691076"/>
                </a:moveTo>
                <a:cubicBezTo>
                  <a:pt x="405771" y="691076"/>
                  <a:pt x="419365" y="704670"/>
                  <a:pt x="419365" y="721440"/>
                </a:cubicBezTo>
                <a:cubicBezTo>
                  <a:pt x="419365" y="738209"/>
                  <a:pt x="405771" y="751803"/>
                  <a:pt x="389002" y="751803"/>
                </a:cubicBezTo>
                <a:cubicBezTo>
                  <a:pt x="372232" y="751803"/>
                  <a:pt x="358638" y="738209"/>
                  <a:pt x="358638" y="721440"/>
                </a:cubicBezTo>
                <a:cubicBezTo>
                  <a:pt x="358638" y="704670"/>
                  <a:pt x="372232" y="691076"/>
                  <a:pt x="389002" y="691076"/>
                </a:cubicBezTo>
                <a:close/>
                <a:moveTo>
                  <a:pt x="316447" y="691076"/>
                </a:moveTo>
                <a:cubicBezTo>
                  <a:pt x="333216" y="691076"/>
                  <a:pt x="346810" y="704670"/>
                  <a:pt x="346810" y="721440"/>
                </a:cubicBezTo>
                <a:cubicBezTo>
                  <a:pt x="346810" y="738209"/>
                  <a:pt x="333216" y="751803"/>
                  <a:pt x="316447" y="751803"/>
                </a:cubicBezTo>
                <a:cubicBezTo>
                  <a:pt x="299677" y="751803"/>
                  <a:pt x="286084" y="738209"/>
                  <a:pt x="286084" y="721440"/>
                </a:cubicBezTo>
                <a:cubicBezTo>
                  <a:pt x="286084" y="704670"/>
                  <a:pt x="299677" y="691076"/>
                  <a:pt x="316447" y="691076"/>
                </a:cubicBezTo>
                <a:close/>
                <a:moveTo>
                  <a:pt x="243892" y="691076"/>
                </a:moveTo>
                <a:cubicBezTo>
                  <a:pt x="260662" y="691076"/>
                  <a:pt x="274256" y="704670"/>
                  <a:pt x="274256" y="721440"/>
                </a:cubicBezTo>
                <a:cubicBezTo>
                  <a:pt x="274256" y="738209"/>
                  <a:pt x="260662" y="751803"/>
                  <a:pt x="243892" y="751803"/>
                </a:cubicBezTo>
                <a:cubicBezTo>
                  <a:pt x="227123" y="751803"/>
                  <a:pt x="213529" y="738209"/>
                  <a:pt x="213529" y="721440"/>
                </a:cubicBezTo>
                <a:cubicBezTo>
                  <a:pt x="213529" y="704670"/>
                  <a:pt x="227123" y="691076"/>
                  <a:pt x="243892" y="691076"/>
                </a:cubicBezTo>
                <a:close/>
                <a:moveTo>
                  <a:pt x="171339" y="691076"/>
                </a:moveTo>
                <a:cubicBezTo>
                  <a:pt x="188107" y="691076"/>
                  <a:pt x="201701" y="704670"/>
                  <a:pt x="201701" y="721440"/>
                </a:cubicBezTo>
                <a:cubicBezTo>
                  <a:pt x="201701" y="738209"/>
                  <a:pt x="188107" y="751803"/>
                  <a:pt x="171339" y="751803"/>
                </a:cubicBezTo>
                <a:cubicBezTo>
                  <a:pt x="154662" y="751803"/>
                  <a:pt x="141067" y="738209"/>
                  <a:pt x="141067" y="721440"/>
                </a:cubicBezTo>
                <a:cubicBezTo>
                  <a:pt x="141067" y="704670"/>
                  <a:pt x="154662" y="691076"/>
                  <a:pt x="171339" y="691076"/>
                </a:cubicBezTo>
                <a:close/>
                <a:moveTo>
                  <a:pt x="98890" y="691076"/>
                </a:moveTo>
                <a:cubicBezTo>
                  <a:pt x="115653" y="691076"/>
                  <a:pt x="129246" y="704670"/>
                  <a:pt x="129246" y="721440"/>
                </a:cubicBezTo>
                <a:cubicBezTo>
                  <a:pt x="129246" y="738209"/>
                  <a:pt x="115653" y="751803"/>
                  <a:pt x="98890" y="751803"/>
                </a:cubicBezTo>
                <a:cubicBezTo>
                  <a:pt x="82117" y="751803"/>
                  <a:pt x="68523" y="738209"/>
                  <a:pt x="68523" y="721440"/>
                </a:cubicBezTo>
                <a:cubicBezTo>
                  <a:pt x="68523" y="704670"/>
                  <a:pt x="82117" y="691076"/>
                  <a:pt x="98890" y="691076"/>
                </a:cubicBezTo>
                <a:close/>
                <a:moveTo>
                  <a:pt x="26336" y="691076"/>
                </a:moveTo>
                <a:cubicBezTo>
                  <a:pt x="43099" y="691076"/>
                  <a:pt x="56694" y="704670"/>
                  <a:pt x="56694" y="721440"/>
                </a:cubicBezTo>
                <a:cubicBezTo>
                  <a:pt x="56694" y="738209"/>
                  <a:pt x="43099" y="751803"/>
                  <a:pt x="26336" y="751803"/>
                </a:cubicBezTo>
                <a:cubicBezTo>
                  <a:pt x="17950" y="751803"/>
                  <a:pt x="10359" y="748405"/>
                  <a:pt x="4864" y="742910"/>
                </a:cubicBezTo>
                <a:lnTo>
                  <a:pt x="0" y="731167"/>
                </a:lnTo>
                <a:lnTo>
                  <a:pt x="0" y="711713"/>
                </a:lnTo>
                <a:lnTo>
                  <a:pt x="4864" y="699969"/>
                </a:lnTo>
                <a:cubicBezTo>
                  <a:pt x="10359" y="694475"/>
                  <a:pt x="17950" y="691076"/>
                  <a:pt x="26336" y="691076"/>
                </a:cubicBezTo>
                <a:close/>
                <a:moveTo>
                  <a:pt x="1622429" y="610624"/>
                </a:moveTo>
                <a:cubicBezTo>
                  <a:pt x="1639199" y="610624"/>
                  <a:pt x="1652792" y="624218"/>
                  <a:pt x="1652792" y="640988"/>
                </a:cubicBezTo>
                <a:cubicBezTo>
                  <a:pt x="1652792" y="657757"/>
                  <a:pt x="1639199" y="671351"/>
                  <a:pt x="1622429" y="671351"/>
                </a:cubicBezTo>
                <a:cubicBezTo>
                  <a:pt x="1605659" y="671351"/>
                  <a:pt x="1592066" y="657757"/>
                  <a:pt x="1592066" y="640988"/>
                </a:cubicBezTo>
                <a:cubicBezTo>
                  <a:pt x="1592066" y="624218"/>
                  <a:pt x="1605659" y="610624"/>
                  <a:pt x="1622429" y="610624"/>
                </a:cubicBezTo>
                <a:close/>
                <a:moveTo>
                  <a:pt x="1549874" y="610624"/>
                </a:moveTo>
                <a:cubicBezTo>
                  <a:pt x="1566644" y="610624"/>
                  <a:pt x="1580238" y="624218"/>
                  <a:pt x="1580238" y="640988"/>
                </a:cubicBezTo>
                <a:cubicBezTo>
                  <a:pt x="1580238" y="657757"/>
                  <a:pt x="1566644" y="671351"/>
                  <a:pt x="1549874" y="671351"/>
                </a:cubicBezTo>
                <a:cubicBezTo>
                  <a:pt x="1533105" y="671351"/>
                  <a:pt x="1519511" y="657757"/>
                  <a:pt x="1519511" y="640988"/>
                </a:cubicBezTo>
                <a:cubicBezTo>
                  <a:pt x="1519511" y="624218"/>
                  <a:pt x="1533105" y="610624"/>
                  <a:pt x="1549874" y="610624"/>
                </a:cubicBezTo>
                <a:close/>
                <a:moveTo>
                  <a:pt x="1477320" y="610624"/>
                </a:moveTo>
                <a:cubicBezTo>
                  <a:pt x="1494089" y="610624"/>
                  <a:pt x="1507683" y="624218"/>
                  <a:pt x="1507683" y="640988"/>
                </a:cubicBezTo>
                <a:cubicBezTo>
                  <a:pt x="1507683" y="657757"/>
                  <a:pt x="1494089" y="671351"/>
                  <a:pt x="1477320" y="671351"/>
                </a:cubicBezTo>
                <a:cubicBezTo>
                  <a:pt x="1460550" y="671351"/>
                  <a:pt x="1446956" y="657757"/>
                  <a:pt x="1446956" y="640988"/>
                </a:cubicBezTo>
                <a:cubicBezTo>
                  <a:pt x="1446956" y="624218"/>
                  <a:pt x="1460550" y="610624"/>
                  <a:pt x="1477320" y="610624"/>
                </a:cubicBezTo>
                <a:close/>
                <a:moveTo>
                  <a:pt x="1404765" y="610624"/>
                </a:moveTo>
                <a:cubicBezTo>
                  <a:pt x="1421535" y="610624"/>
                  <a:pt x="1435129" y="624218"/>
                  <a:pt x="1435129" y="640988"/>
                </a:cubicBezTo>
                <a:cubicBezTo>
                  <a:pt x="1435129" y="657757"/>
                  <a:pt x="1421535" y="671351"/>
                  <a:pt x="1404765" y="671351"/>
                </a:cubicBezTo>
                <a:cubicBezTo>
                  <a:pt x="1387996" y="671351"/>
                  <a:pt x="1374402" y="657757"/>
                  <a:pt x="1374402" y="640988"/>
                </a:cubicBezTo>
                <a:cubicBezTo>
                  <a:pt x="1374402" y="624218"/>
                  <a:pt x="1387996" y="610624"/>
                  <a:pt x="1404765" y="610624"/>
                </a:cubicBezTo>
                <a:close/>
                <a:moveTo>
                  <a:pt x="1332211" y="610624"/>
                </a:moveTo>
                <a:cubicBezTo>
                  <a:pt x="1348980" y="610624"/>
                  <a:pt x="1362574" y="624218"/>
                  <a:pt x="1362574" y="640988"/>
                </a:cubicBezTo>
                <a:cubicBezTo>
                  <a:pt x="1362574" y="657757"/>
                  <a:pt x="1348980" y="671351"/>
                  <a:pt x="1332211" y="671351"/>
                </a:cubicBezTo>
                <a:cubicBezTo>
                  <a:pt x="1315441" y="671351"/>
                  <a:pt x="1301847" y="657757"/>
                  <a:pt x="1301847" y="640988"/>
                </a:cubicBezTo>
                <a:cubicBezTo>
                  <a:pt x="1301847" y="624218"/>
                  <a:pt x="1315441" y="610624"/>
                  <a:pt x="1332211" y="610624"/>
                </a:cubicBezTo>
                <a:close/>
                <a:moveTo>
                  <a:pt x="1259656" y="610624"/>
                </a:moveTo>
                <a:cubicBezTo>
                  <a:pt x="1276426" y="610624"/>
                  <a:pt x="1290020" y="624218"/>
                  <a:pt x="1290020" y="640988"/>
                </a:cubicBezTo>
                <a:cubicBezTo>
                  <a:pt x="1290020" y="657757"/>
                  <a:pt x="1276426" y="671351"/>
                  <a:pt x="1259656" y="671351"/>
                </a:cubicBezTo>
                <a:cubicBezTo>
                  <a:pt x="1242887" y="671351"/>
                  <a:pt x="1229293" y="657757"/>
                  <a:pt x="1229293" y="640988"/>
                </a:cubicBezTo>
                <a:cubicBezTo>
                  <a:pt x="1229293" y="624218"/>
                  <a:pt x="1242887" y="610624"/>
                  <a:pt x="1259656" y="610624"/>
                </a:cubicBezTo>
                <a:close/>
                <a:moveTo>
                  <a:pt x="1187102" y="610624"/>
                </a:moveTo>
                <a:cubicBezTo>
                  <a:pt x="1203871" y="610624"/>
                  <a:pt x="1217465" y="624218"/>
                  <a:pt x="1217465" y="640988"/>
                </a:cubicBezTo>
                <a:cubicBezTo>
                  <a:pt x="1217465" y="657757"/>
                  <a:pt x="1203871" y="671351"/>
                  <a:pt x="1187102" y="671351"/>
                </a:cubicBezTo>
                <a:cubicBezTo>
                  <a:pt x="1170332" y="671351"/>
                  <a:pt x="1156738" y="657757"/>
                  <a:pt x="1156738" y="640988"/>
                </a:cubicBezTo>
                <a:cubicBezTo>
                  <a:pt x="1156738" y="624218"/>
                  <a:pt x="1170332" y="610624"/>
                  <a:pt x="1187102" y="610624"/>
                </a:cubicBezTo>
                <a:close/>
                <a:moveTo>
                  <a:pt x="1114547" y="610624"/>
                </a:moveTo>
                <a:cubicBezTo>
                  <a:pt x="1131317" y="610624"/>
                  <a:pt x="1144911" y="624218"/>
                  <a:pt x="1144911" y="640988"/>
                </a:cubicBezTo>
                <a:cubicBezTo>
                  <a:pt x="1144911" y="657757"/>
                  <a:pt x="1131317" y="671351"/>
                  <a:pt x="1114547" y="671351"/>
                </a:cubicBezTo>
                <a:cubicBezTo>
                  <a:pt x="1097778" y="671351"/>
                  <a:pt x="1084184" y="657757"/>
                  <a:pt x="1084184" y="640988"/>
                </a:cubicBezTo>
                <a:cubicBezTo>
                  <a:pt x="1084184" y="624218"/>
                  <a:pt x="1097778" y="610624"/>
                  <a:pt x="1114547" y="610624"/>
                </a:cubicBezTo>
                <a:close/>
                <a:moveTo>
                  <a:pt x="1041993" y="610624"/>
                </a:moveTo>
                <a:cubicBezTo>
                  <a:pt x="1058762" y="610624"/>
                  <a:pt x="1072356" y="624218"/>
                  <a:pt x="1072356" y="640988"/>
                </a:cubicBezTo>
                <a:cubicBezTo>
                  <a:pt x="1072356" y="657757"/>
                  <a:pt x="1058762" y="671351"/>
                  <a:pt x="1041993" y="671351"/>
                </a:cubicBezTo>
                <a:cubicBezTo>
                  <a:pt x="1025223" y="671351"/>
                  <a:pt x="1011629" y="657757"/>
                  <a:pt x="1011629" y="640988"/>
                </a:cubicBezTo>
                <a:cubicBezTo>
                  <a:pt x="1011629" y="624218"/>
                  <a:pt x="1025223" y="610624"/>
                  <a:pt x="1041993" y="610624"/>
                </a:cubicBezTo>
                <a:close/>
                <a:moveTo>
                  <a:pt x="969438" y="610624"/>
                </a:moveTo>
                <a:cubicBezTo>
                  <a:pt x="986208" y="610624"/>
                  <a:pt x="999801" y="624218"/>
                  <a:pt x="999801" y="640988"/>
                </a:cubicBezTo>
                <a:cubicBezTo>
                  <a:pt x="999801" y="657757"/>
                  <a:pt x="986208" y="671351"/>
                  <a:pt x="969438" y="671351"/>
                </a:cubicBezTo>
                <a:cubicBezTo>
                  <a:pt x="952669" y="671351"/>
                  <a:pt x="939075" y="657757"/>
                  <a:pt x="939075" y="640988"/>
                </a:cubicBezTo>
                <a:cubicBezTo>
                  <a:pt x="939075" y="624218"/>
                  <a:pt x="952669" y="610624"/>
                  <a:pt x="969438" y="610624"/>
                </a:cubicBezTo>
                <a:close/>
                <a:moveTo>
                  <a:pt x="896883" y="610624"/>
                </a:moveTo>
                <a:cubicBezTo>
                  <a:pt x="913653" y="610624"/>
                  <a:pt x="927247" y="624218"/>
                  <a:pt x="927247" y="640988"/>
                </a:cubicBezTo>
                <a:cubicBezTo>
                  <a:pt x="927247" y="657757"/>
                  <a:pt x="913653" y="671351"/>
                  <a:pt x="896883" y="671351"/>
                </a:cubicBezTo>
                <a:cubicBezTo>
                  <a:pt x="880114" y="671351"/>
                  <a:pt x="866520" y="657757"/>
                  <a:pt x="866520" y="640988"/>
                </a:cubicBezTo>
                <a:cubicBezTo>
                  <a:pt x="866520" y="624218"/>
                  <a:pt x="880114" y="610624"/>
                  <a:pt x="896883" y="610624"/>
                </a:cubicBezTo>
                <a:close/>
                <a:moveTo>
                  <a:pt x="824329" y="610624"/>
                </a:moveTo>
                <a:cubicBezTo>
                  <a:pt x="841098" y="610624"/>
                  <a:pt x="854692" y="624218"/>
                  <a:pt x="854692" y="640988"/>
                </a:cubicBezTo>
                <a:cubicBezTo>
                  <a:pt x="854692" y="657757"/>
                  <a:pt x="841098" y="671351"/>
                  <a:pt x="824329" y="671351"/>
                </a:cubicBezTo>
                <a:cubicBezTo>
                  <a:pt x="807559" y="671351"/>
                  <a:pt x="793965" y="657757"/>
                  <a:pt x="793965" y="640988"/>
                </a:cubicBezTo>
                <a:cubicBezTo>
                  <a:pt x="793965" y="624218"/>
                  <a:pt x="807559" y="610624"/>
                  <a:pt x="824329" y="610624"/>
                </a:cubicBezTo>
                <a:close/>
                <a:moveTo>
                  <a:pt x="751774" y="610624"/>
                </a:moveTo>
                <a:cubicBezTo>
                  <a:pt x="768544" y="610624"/>
                  <a:pt x="782138" y="624218"/>
                  <a:pt x="782138" y="640988"/>
                </a:cubicBezTo>
                <a:cubicBezTo>
                  <a:pt x="782138" y="657757"/>
                  <a:pt x="768544" y="671351"/>
                  <a:pt x="751774" y="671351"/>
                </a:cubicBezTo>
                <a:cubicBezTo>
                  <a:pt x="735005" y="671351"/>
                  <a:pt x="721411" y="657757"/>
                  <a:pt x="721411" y="640988"/>
                </a:cubicBezTo>
                <a:cubicBezTo>
                  <a:pt x="721411" y="624218"/>
                  <a:pt x="735005" y="610624"/>
                  <a:pt x="751774" y="610624"/>
                </a:cubicBezTo>
                <a:close/>
                <a:moveTo>
                  <a:pt x="679220" y="610624"/>
                </a:moveTo>
                <a:cubicBezTo>
                  <a:pt x="695989" y="610624"/>
                  <a:pt x="709583" y="624218"/>
                  <a:pt x="709583" y="640988"/>
                </a:cubicBezTo>
                <a:cubicBezTo>
                  <a:pt x="709583" y="657757"/>
                  <a:pt x="695989" y="671351"/>
                  <a:pt x="679220" y="671351"/>
                </a:cubicBezTo>
                <a:cubicBezTo>
                  <a:pt x="662450" y="671351"/>
                  <a:pt x="648856" y="657757"/>
                  <a:pt x="648856" y="640988"/>
                </a:cubicBezTo>
                <a:cubicBezTo>
                  <a:pt x="648856" y="624218"/>
                  <a:pt x="662450" y="610624"/>
                  <a:pt x="679220" y="610624"/>
                </a:cubicBezTo>
                <a:close/>
                <a:moveTo>
                  <a:pt x="606665" y="610624"/>
                </a:moveTo>
                <a:cubicBezTo>
                  <a:pt x="623435" y="610624"/>
                  <a:pt x="637029" y="624218"/>
                  <a:pt x="637029" y="640988"/>
                </a:cubicBezTo>
                <a:cubicBezTo>
                  <a:pt x="637029" y="657757"/>
                  <a:pt x="623435" y="671351"/>
                  <a:pt x="606665" y="671351"/>
                </a:cubicBezTo>
                <a:cubicBezTo>
                  <a:pt x="589896" y="671351"/>
                  <a:pt x="576302" y="657757"/>
                  <a:pt x="576302" y="640988"/>
                </a:cubicBezTo>
                <a:cubicBezTo>
                  <a:pt x="576302" y="624218"/>
                  <a:pt x="589896" y="610624"/>
                  <a:pt x="606665" y="610624"/>
                </a:cubicBezTo>
                <a:close/>
                <a:moveTo>
                  <a:pt x="534111" y="610624"/>
                </a:moveTo>
                <a:cubicBezTo>
                  <a:pt x="550880" y="610624"/>
                  <a:pt x="564474" y="624218"/>
                  <a:pt x="564474" y="640988"/>
                </a:cubicBezTo>
                <a:cubicBezTo>
                  <a:pt x="564474" y="657757"/>
                  <a:pt x="550880" y="671351"/>
                  <a:pt x="534111" y="671351"/>
                </a:cubicBezTo>
                <a:cubicBezTo>
                  <a:pt x="517341" y="671351"/>
                  <a:pt x="503747" y="657757"/>
                  <a:pt x="503747" y="640988"/>
                </a:cubicBezTo>
                <a:cubicBezTo>
                  <a:pt x="503747" y="624218"/>
                  <a:pt x="517341" y="610624"/>
                  <a:pt x="534111" y="610624"/>
                </a:cubicBezTo>
                <a:close/>
                <a:moveTo>
                  <a:pt x="461556" y="610624"/>
                </a:moveTo>
                <a:cubicBezTo>
                  <a:pt x="478326" y="610624"/>
                  <a:pt x="491920" y="624218"/>
                  <a:pt x="491920" y="640988"/>
                </a:cubicBezTo>
                <a:cubicBezTo>
                  <a:pt x="491920" y="657757"/>
                  <a:pt x="478326" y="671351"/>
                  <a:pt x="461556" y="671351"/>
                </a:cubicBezTo>
                <a:cubicBezTo>
                  <a:pt x="444787" y="671351"/>
                  <a:pt x="431192" y="657757"/>
                  <a:pt x="431192" y="640988"/>
                </a:cubicBezTo>
                <a:cubicBezTo>
                  <a:pt x="431192" y="624218"/>
                  <a:pt x="444787" y="610624"/>
                  <a:pt x="461556" y="610624"/>
                </a:cubicBezTo>
                <a:close/>
                <a:moveTo>
                  <a:pt x="389002" y="610624"/>
                </a:moveTo>
                <a:cubicBezTo>
                  <a:pt x="405771" y="610624"/>
                  <a:pt x="419365" y="624218"/>
                  <a:pt x="419365" y="640988"/>
                </a:cubicBezTo>
                <a:cubicBezTo>
                  <a:pt x="419365" y="657757"/>
                  <a:pt x="405771" y="671351"/>
                  <a:pt x="389002" y="671351"/>
                </a:cubicBezTo>
                <a:cubicBezTo>
                  <a:pt x="372232" y="671351"/>
                  <a:pt x="358638" y="657757"/>
                  <a:pt x="358638" y="640988"/>
                </a:cubicBezTo>
                <a:cubicBezTo>
                  <a:pt x="358638" y="624218"/>
                  <a:pt x="372232" y="610624"/>
                  <a:pt x="389002" y="610624"/>
                </a:cubicBezTo>
                <a:close/>
                <a:moveTo>
                  <a:pt x="316447" y="610624"/>
                </a:moveTo>
                <a:cubicBezTo>
                  <a:pt x="333216" y="610624"/>
                  <a:pt x="346810" y="624218"/>
                  <a:pt x="346810" y="640988"/>
                </a:cubicBezTo>
                <a:cubicBezTo>
                  <a:pt x="346810" y="657757"/>
                  <a:pt x="333216" y="671351"/>
                  <a:pt x="316447" y="671351"/>
                </a:cubicBezTo>
                <a:cubicBezTo>
                  <a:pt x="299677" y="671351"/>
                  <a:pt x="286084" y="657757"/>
                  <a:pt x="286084" y="640988"/>
                </a:cubicBezTo>
                <a:cubicBezTo>
                  <a:pt x="286084" y="624218"/>
                  <a:pt x="299677" y="610624"/>
                  <a:pt x="316447" y="610624"/>
                </a:cubicBezTo>
                <a:close/>
                <a:moveTo>
                  <a:pt x="243892" y="610624"/>
                </a:moveTo>
                <a:cubicBezTo>
                  <a:pt x="260662" y="610624"/>
                  <a:pt x="274256" y="624218"/>
                  <a:pt x="274256" y="640988"/>
                </a:cubicBezTo>
                <a:cubicBezTo>
                  <a:pt x="274256" y="657757"/>
                  <a:pt x="260662" y="671351"/>
                  <a:pt x="243892" y="671351"/>
                </a:cubicBezTo>
                <a:cubicBezTo>
                  <a:pt x="227123" y="671351"/>
                  <a:pt x="213529" y="657757"/>
                  <a:pt x="213529" y="640988"/>
                </a:cubicBezTo>
                <a:cubicBezTo>
                  <a:pt x="213529" y="624218"/>
                  <a:pt x="227123" y="610624"/>
                  <a:pt x="243892" y="610624"/>
                </a:cubicBezTo>
                <a:close/>
                <a:moveTo>
                  <a:pt x="171339" y="610624"/>
                </a:moveTo>
                <a:cubicBezTo>
                  <a:pt x="188107" y="610624"/>
                  <a:pt x="201701" y="624218"/>
                  <a:pt x="201701" y="640988"/>
                </a:cubicBezTo>
                <a:cubicBezTo>
                  <a:pt x="201701" y="657757"/>
                  <a:pt x="188107" y="671351"/>
                  <a:pt x="171339" y="671351"/>
                </a:cubicBezTo>
                <a:cubicBezTo>
                  <a:pt x="154667" y="671351"/>
                  <a:pt x="141073" y="657757"/>
                  <a:pt x="141073" y="640988"/>
                </a:cubicBezTo>
                <a:cubicBezTo>
                  <a:pt x="141073" y="624218"/>
                  <a:pt x="154667" y="610624"/>
                  <a:pt x="171339" y="610624"/>
                </a:cubicBezTo>
                <a:close/>
                <a:moveTo>
                  <a:pt x="98897" y="610624"/>
                </a:moveTo>
                <a:cubicBezTo>
                  <a:pt x="115658" y="610624"/>
                  <a:pt x="129252" y="624218"/>
                  <a:pt x="129252" y="640988"/>
                </a:cubicBezTo>
                <a:cubicBezTo>
                  <a:pt x="129252" y="657757"/>
                  <a:pt x="115658" y="671351"/>
                  <a:pt x="98897" y="671351"/>
                </a:cubicBezTo>
                <a:cubicBezTo>
                  <a:pt x="82124" y="671351"/>
                  <a:pt x="68530" y="657757"/>
                  <a:pt x="68530" y="640988"/>
                </a:cubicBezTo>
                <a:cubicBezTo>
                  <a:pt x="68530" y="624218"/>
                  <a:pt x="82124" y="610624"/>
                  <a:pt x="98897" y="610624"/>
                </a:cubicBezTo>
                <a:close/>
                <a:moveTo>
                  <a:pt x="26342" y="610624"/>
                </a:moveTo>
                <a:cubicBezTo>
                  <a:pt x="43106" y="610624"/>
                  <a:pt x="56701" y="624218"/>
                  <a:pt x="56701" y="640988"/>
                </a:cubicBezTo>
                <a:cubicBezTo>
                  <a:pt x="56701" y="657757"/>
                  <a:pt x="43106" y="671351"/>
                  <a:pt x="26342" y="671351"/>
                </a:cubicBezTo>
                <a:cubicBezTo>
                  <a:pt x="17956" y="671351"/>
                  <a:pt x="10365" y="667953"/>
                  <a:pt x="4871" y="662458"/>
                </a:cubicBezTo>
                <a:lnTo>
                  <a:pt x="0" y="650698"/>
                </a:lnTo>
                <a:lnTo>
                  <a:pt x="0" y="631277"/>
                </a:lnTo>
                <a:lnTo>
                  <a:pt x="4871" y="619517"/>
                </a:lnTo>
                <a:cubicBezTo>
                  <a:pt x="10365" y="614023"/>
                  <a:pt x="17956" y="610624"/>
                  <a:pt x="26342" y="610624"/>
                </a:cubicBezTo>
                <a:close/>
                <a:moveTo>
                  <a:pt x="1669096" y="549730"/>
                </a:moveTo>
                <a:lnTo>
                  <a:pt x="1668124" y="568994"/>
                </a:lnTo>
                <a:lnTo>
                  <a:pt x="1664620" y="560536"/>
                </a:lnTo>
                <a:close/>
                <a:moveTo>
                  <a:pt x="1622429" y="530173"/>
                </a:moveTo>
                <a:cubicBezTo>
                  <a:pt x="1639199" y="530173"/>
                  <a:pt x="1652792" y="543767"/>
                  <a:pt x="1652792" y="560536"/>
                </a:cubicBezTo>
                <a:cubicBezTo>
                  <a:pt x="1652792" y="577306"/>
                  <a:pt x="1639199" y="590900"/>
                  <a:pt x="1622429" y="590900"/>
                </a:cubicBezTo>
                <a:cubicBezTo>
                  <a:pt x="1605659" y="590900"/>
                  <a:pt x="1592066" y="577306"/>
                  <a:pt x="1592066" y="560536"/>
                </a:cubicBezTo>
                <a:cubicBezTo>
                  <a:pt x="1592066" y="543767"/>
                  <a:pt x="1605659" y="530173"/>
                  <a:pt x="1622429" y="530173"/>
                </a:cubicBezTo>
                <a:close/>
                <a:moveTo>
                  <a:pt x="1549874" y="530173"/>
                </a:moveTo>
                <a:cubicBezTo>
                  <a:pt x="1566644" y="530173"/>
                  <a:pt x="1580238" y="543767"/>
                  <a:pt x="1580238" y="560536"/>
                </a:cubicBezTo>
                <a:cubicBezTo>
                  <a:pt x="1580238" y="577306"/>
                  <a:pt x="1566644" y="590900"/>
                  <a:pt x="1549874" y="590900"/>
                </a:cubicBezTo>
                <a:cubicBezTo>
                  <a:pt x="1533105" y="590900"/>
                  <a:pt x="1519511" y="577306"/>
                  <a:pt x="1519511" y="560536"/>
                </a:cubicBezTo>
                <a:cubicBezTo>
                  <a:pt x="1519511" y="543767"/>
                  <a:pt x="1533105" y="530173"/>
                  <a:pt x="1549874" y="530173"/>
                </a:cubicBezTo>
                <a:close/>
                <a:moveTo>
                  <a:pt x="1477320" y="530173"/>
                </a:moveTo>
                <a:cubicBezTo>
                  <a:pt x="1494089" y="530173"/>
                  <a:pt x="1507683" y="543767"/>
                  <a:pt x="1507683" y="560536"/>
                </a:cubicBezTo>
                <a:cubicBezTo>
                  <a:pt x="1507683" y="577306"/>
                  <a:pt x="1494089" y="590900"/>
                  <a:pt x="1477320" y="590900"/>
                </a:cubicBezTo>
                <a:cubicBezTo>
                  <a:pt x="1460550" y="590900"/>
                  <a:pt x="1446956" y="577306"/>
                  <a:pt x="1446956" y="560536"/>
                </a:cubicBezTo>
                <a:cubicBezTo>
                  <a:pt x="1446956" y="543767"/>
                  <a:pt x="1460550" y="530173"/>
                  <a:pt x="1477320" y="530173"/>
                </a:cubicBezTo>
                <a:close/>
                <a:moveTo>
                  <a:pt x="1404765" y="530173"/>
                </a:moveTo>
                <a:cubicBezTo>
                  <a:pt x="1421535" y="530173"/>
                  <a:pt x="1435129" y="543767"/>
                  <a:pt x="1435129" y="560536"/>
                </a:cubicBezTo>
                <a:cubicBezTo>
                  <a:pt x="1435129" y="577306"/>
                  <a:pt x="1421535" y="590900"/>
                  <a:pt x="1404765" y="590900"/>
                </a:cubicBezTo>
                <a:cubicBezTo>
                  <a:pt x="1387996" y="590900"/>
                  <a:pt x="1374402" y="577306"/>
                  <a:pt x="1374402" y="560536"/>
                </a:cubicBezTo>
                <a:cubicBezTo>
                  <a:pt x="1374402" y="543767"/>
                  <a:pt x="1387996" y="530173"/>
                  <a:pt x="1404765" y="530173"/>
                </a:cubicBezTo>
                <a:close/>
                <a:moveTo>
                  <a:pt x="1332211" y="530173"/>
                </a:moveTo>
                <a:cubicBezTo>
                  <a:pt x="1348980" y="530173"/>
                  <a:pt x="1362574" y="543767"/>
                  <a:pt x="1362574" y="560536"/>
                </a:cubicBezTo>
                <a:cubicBezTo>
                  <a:pt x="1362574" y="577306"/>
                  <a:pt x="1348980" y="590900"/>
                  <a:pt x="1332211" y="590900"/>
                </a:cubicBezTo>
                <a:cubicBezTo>
                  <a:pt x="1315441" y="590900"/>
                  <a:pt x="1301847" y="577306"/>
                  <a:pt x="1301847" y="560536"/>
                </a:cubicBezTo>
                <a:cubicBezTo>
                  <a:pt x="1301847" y="543767"/>
                  <a:pt x="1315441" y="530173"/>
                  <a:pt x="1332211" y="530173"/>
                </a:cubicBezTo>
                <a:close/>
                <a:moveTo>
                  <a:pt x="1259656" y="530173"/>
                </a:moveTo>
                <a:cubicBezTo>
                  <a:pt x="1276426" y="530173"/>
                  <a:pt x="1290020" y="543767"/>
                  <a:pt x="1290020" y="560536"/>
                </a:cubicBezTo>
                <a:cubicBezTo>
                  <a:pt x="1290020" y="577306"/>
                  <a:pt x="1276426" y="590900"/>
                  <a:pt x="1259656" y="590900"/>
                </a:cubicBezTo>
                <a:cubicBezTo>
                  <a:pt x="1242887" y="590900"/>
                  <a:pt x="1229293" y="577306"/>
                  <a:pt x="1229293" y="560536"/>
                </a:cubicBezTo>
                <a:cubicBezTo>
                  <a:pt x="1229293" y="543767"/>
                  <a:pt x="1242887" y="530173"/>
                  <a:pt x="1259656" y="530173"/>
                </a:cubicBezTo>
                <a:close/>
                <a:moveTo>
                  <a:pt x="1187102" y="530173"/>
                </a:moveTo>
                <a:cubicBezTo>
                  <a:pt x="1203871" y="530173"/>
                  <a:pt x="1217465" y="543767"/>
                  <a:pt x="1217465" y="560536"/>
                </a:cubicBezTo>
                <a:cubicBezTo>
                  <a:pt x="1217465" y="577306"/>
                  <a:pt x="1203871" y="590900"/>
                  <a:pt x="1187102" y="590900"/>
                </a:cubicBezTo>
                <a:cubicBezTo>
                  <a:pt x="1170332" y="590900"/>
                  <a:pt x="1156738" y="577306"/>
                  <a:pt x="1156738" y="560536"/>
                </a:cubicBezTo>
                <a:cubicBezTo>
                  <a:pt x="1156738" y="543767"/>
                  <a:pt x="1170332" y="530173"/>
                  <a:pt x="1187102" y="530173"/>
                </a:cubicBezTo>
                <a:close/>
                <a:moveTo>
                  <a:pt x="1114547" y="530173"/>
                </a:moveTo>
                <a:cubicBezTo>
                  <a:pt x="1131317" y="530173"/>
                  <a:pt x="1144911" y="543767"/>
                  <a:pt x="1144911" y="560536"/>
                </a:cubicBezTo>
                <a:cubicBezTo>
                  <a:pt x="1144911" y="577306"/>
                  <a:pt x="1131317" y="590900"/>
                  <a:pt x="1114547" y="590900"/>
                </a:cubicBezTo>
                <a:cubicBezTo>
                  <a:pt x="1097778" y="590900"/>
                  <a:pt x="1084184" y="577306"/>
                  <a:pt x="1084184" y="560536"/>
                </a:cubicBezTo>
                <a:cubicBezTo>
                  <a:pt x="1084184" y="543767"/>
                  <a:pt x="1097778" y="530173"/>
                  <a:pt x="1114547" y="530173"/>
                </a:cubicBezTo>
                <a:close/>
                <a:moveTo>
                  <a:pt x="1041993" y="530173"/>
                </a:moveTo>
                <a:cubicBezTo>
                  <a:pt x="1058762" y="530173"/>
                  <a:pt x="1072356" y="543767"/>
                  <a:pt x="1072356" y="560536"/>
                </a:cubicBezTo>
                <a:cubicBezTo>
                  <a:pt x="1072356" y="577306"/>
                  <a:pt x="1058762" y="590900"/>
                  <a:pt x="1041993" y="590900"/>
                </a:cubicBezTo>
                <a:cubicBezTo>
                  <a:pt x="1025223" y="590900"/>
                  <a:pt x="1011629" y="577306"/>
                  <a:pt x="1011629" y="560536"/>
                </a:cubicBezTo>
                <a:cubicBezTo>
                  <a:pt x="1011629" y="543767"/>
                  <a:pt x="1025223" y="530173"/>
                  <a:pt x="1041993" y="530173"/>
                </a:cubicBezTo>
                <a:close/>
                <a:moveTo>
                  <a:pt x="969438" y="530173"/>
                </a:moveTo>
                <a:cubicBezTo>
                  <a:pt x="986208" y="530173"/>
                  <a:pt x="999801" y="543767"/>
                  <a:pt x="999801" y="560536"/>
                </a:cubicBezTo>
                <a:cubicBezTo>
                  <a:pt x="999801" y="577306"/>
                  <a:pt x="986208" y="590900"/>
                  <a:pt x="969438" y="590900"/>
                </a:cubicBezTo>
                <a:cubicBezTo>
                  <a:pt x="952669" y="590900"/>
                  <a:pt x="939075" y="577306"/>
                  <a:pt x="939075" y="560536"/>
                </a:cubicBezTo>
                <a:cubicBezTo>
                  <a:pt x="939075" y="543767"/>
                  <a:pt x="952669" y="530173"/>
                  <a:pt x="969438" y="530173"/>
                </a:cubicBezTo>
                <a:close/>
                <a:moveTo>
                  <a:pt x="896883" y="530173"/>
                </a:moveTo>
                <a:cubicBezTo>
                  <a:pt x="913653" y="530173"/>
                  <a:pt x="927247" y="543767"/>
                  <a:pt x="927247" y="560536"/>
                </a:cubicBezTo>
                <a:cubicBezTo>
                  <a:pt x="927247" y="577306"/>
                  <a:pt x="913653" y="590900"/>
                  <a:pt x="896883" y="590900"/>
                </a:cubicBezTo>
                <a:cubicBezTo>
                  <a:pt x="880114" y="590900"/>
                  <a:pt x="866520" y="577306"/>
                  <a:pt x="866520" y="560536"/>
                </a:cubicBezTo>
                <a:cubicBezTo>
                  <a:pt x="866520" y="543767"/>
                  <a:pt x="880114" y="530173"/>
                  <a:pt x="896883" y="530173"/>
                </a:cubicBezTo>
                <a:close/>
                <a:moveTo>
                  <a:pt x="824329" y="530173"/>
                </a:moveTo>
                <a:cubicBezTo>
                  <a:pt x="841098" y="530173"/>
                  <a:pt x="854692" y="543767"/>
                  <a:pt x="854692" y="560536"/>
                </a:cubicBezTo>
                <a:cubicBezTo>
                  <a:pt x="854692" y="577306"/>
                  <a:pt x="841098" y="590900"/>
                  <a:pt x="824329" y="590900"/>
                </a:cubicBezTo>
                <a:cubicBezTo>
                  <a:pt x="807559" y="590900"/>
                  <a:pt x="793965" y="577306"/>
                  <a:pt x="793965" y="560536"/>
                </a:cubicBezTo>
                <a:cubicBezTo>
                  <a:pt x="793965" y="543767"/>
                  <a:pt x="807559" y="530173"/>
                  <a:pt x="824329" y="530173"/>
                </a:cubicBezTo>
                <a:close/>
                <a:moveTo>
                  <a:pt x="751774" y="530173"/>
                </a:moveTo>
                <a:cubicBezTo>
                  <a:pt x="768544" y="530173"/>
                  <a:pt x="782138" y="543767"/>
                  <a:pt x="782138" y="560536"/>
                </a:cubicBezTo>
                <a:cubicBezTo>
                  <a:pt x="782138" y="577306"/>
                  <a:pt x="768544" y="590900"/>
                  <a:pt x="751774" y="590900"/>
                </a:cubicBezTo>
                <a:cubicBezTo>
                  <a:pt x="735005" y="590900"/>
                  <a:pt x="721411" y="577306"/>
                  <a:pt x="721411" y="560536"/>
                </a:cubicBezTo>
                <a:cubicBezTo>
                  <a:pt x="721411" y="543767"/>
                  <a:pt x="735005" y="530173"/>
                  <a:pt x="751774" y="530173"/>
                </a:cubicBezTo>
                <a:close/>
                <a:moveTo>
                  <a:pt x="679220" y="530173"/>
                </a:moveTo>
                <a:cubicBezTo>
                  <a:pt x="695989" y="530173"/>
                  <a:pt x="709583" y="543767"/>
                  <a:pt x="709583" y="560536"/>
                </a:cubicBezTo>
                <a:cubicBezTo>
                  <a:pt x="709583" y="577306"/>
                  <a:pt x="695989" y="590900"/>
                  <a:pt x="679220" y="590900"/>
                </a:cubicBezTo>
                <a:cubicBezTo>
                  <a:pt x="662450" y="590900"/>
                  <a:pt x="648856" y="577306"/>
                  <a:pt x="648856" y="560536"/>
                </a:cubicBezTo>
                <a:cubicBezTo>
                  <a:pt x="648856" y="543767"/>
                  <a:pt x="662450" y="530173"/>
                  <a:pt x="679220" y="530173"/>
                </a:cubicBezTo>
                <a:close/>
                <a:moveTo>
                  <a:pt x="606665" y="530173"/>
                </a:moveTo>
                <a:cubicBezTo>
                  <a:pt x="623435" y="530173"/>
                  <a:pt x="637029" y="543767"/>
                  <a:pt x="637029" y="560536"/>
                </a:cubicBezTo>
                <a:cubicBezTo>
                  <a:pt x="637029" y="577306"/>
                  <a:pt x="623435" y="590900"/>
                  <a:pt x="606665" y="590900"/>
                </a:cubicBezTo>
                <a:cubicBezTo>
                  <a:pt x="589896" y="590900"/>
                  <a:pt x="576302" y="577306"/>
                  <a:pt x="576302" y="560536"/>
                </a:cubicBezTo>
                <a:cubicBezTo>
                  <a:pt x="576302" y="543767"/>
                  <a:pt x="589896" y="530173"/>
                  <a:pt x="606665" y="530173"/>
                </a:cubicBezTo>
                <a:close/>
                <a:moveTo>
                  <a:pt x="534111" y="530173"/>
                </a:moveTo>
                <a:cubicBezTo>
                  <a:pt x="550880" y="530173"/>
                  <a:pt x="564474" y="543767"/>
                  <a:pt x="564474" y="560536"/>
                </a:cubicBezTo>
                <a:cubicBezTo>
                  <a:pt x="564474" y="577306"/>
                  <a:pt x="550880" y="590900"/>
                  <a:pt x="534111" y="590900"/>
                </a:cubicBezTo>
                <a:cubicBezTo>
                  <a:pt x="517341" y="590900"/>
                  <a:pt x="503747" y="577306"/>
                  <a:pt x="503747" y="560536"/>
                </a:cubicBezTo>
                <a:cubicBezTo>
                  <a:pt x="503747" y="543767"/>
                  <a:pt x="517341" y="530173"/>
                  <a:pt x="534111" y="530173"/>
                </a:cubicBezTo>
                <a:close/>
                <a:moveTo>
                  <a:pt x="461556" y="530173"/>
                </a:moveTo>
                <a:cubicBezTo>
                  <a:pt x="478326" y="530173"/>
                  <a:pt x="491920" y="543767"/>
                  <a:pt x="491920" y="560536"/>
                </a:cubicBezTo>
                <a:cubicBezTo>
                  <a:pt x="491920" y="577306"/>
                  <a:pt x="478326" y="590900"/>
                  <a:pt x="461556" y="590900"/>
                </a:cubicBezTo>
                <a:cubicBezTo>
                  <a:pt x="444787" y="590900"/>
                  <a:pt x="431192" y="577306"/>
                  <a:pt x="431192" y="560536"/>
                </a:cubicBezTo>
                <a:cubicBezTo>
                  <a:pt x="431192" y="543767"/>
                  <a:pt x="444787" y="530173"/>
                  <a:pt x="461556" y="530173"/>
                </a:cubicBezTo>
                <a:close/>
                <a:moveTo>
                  <a:pt x="389002" y="530173"/>
                </a:moveTo>
                <a:cubicBezTo>
                  <a:pt x="405771" y="530173"/>
                  <a:pt x="419365" y="543767"/>
                  <a:pt x="419365" y="560536"/>
                </a:cubicBezTo>
                <a:cubicBezTo>
                  <a:pt x="419365" y="577306"/>
                  <a:pt x="405771" y="590900"/>
                  <a:pt x="389002" y="590900"/>
                </a:cubicBezTo>
                <a:cubicBezTo>
                  <a:pt x="372232" y="590900"/>
                  <a:pt x="358638" y="577306"/>
                  <a:pt x="358638" y="560536"/>
                </a:cubicBezTo>
                <a:cubicBezTo>
                  <a:pt x="358638" y="543767"/>
                  <a:pt x="372232" y="530173"/>
                  <a:pt x="389002" y="530173"/>
                </a:cubicBezTo>
                <a:close/>
                <a:moveTo>
                  <a:pt x="316447" y="530173"/>
                </a:moveTo>
                <a:cubicBezTo>
                  <a:pt x="333216" y="530173"/>
                  <a:pt x="346810" y="543767"/>
                  <a:pt x="346810" y="560536"/>
                </a:cubicBezTo>
                <a:cubicBezTo>
                  <a:pt x="346810" y="577306"/>
                  <a:pt x="333216" y="590900"/>
                  <a:pt x="316447" y="590900"/>
                </a:cubicBezTo>
                <a:cubicBezTo>
                  <a:pt x="299677" y="590900"/>
                  <a:pt x="286084" y="577306"/>
                  <a:pt x="286084" y="560536"/>
                </a:cubicBezTo>
                <a:cubicBezTo>
                  <a:pt x="286084" y="543767"/>
                  <a:pt x="299677" y="530173"/>
                  <a:pt x="316447" y="530173"/>
                </a:cubicBezTo>
                <a:close/>
                <a:moveTo>
                  <a:pt x="243892" y="530173"/>
                </a:moveTo>
                <a:cubicBezTo>
                  <a:pt x="260662" y="530173"/>
                  <a:pt x="274256" y="543767"/>
                  <a:pt x="274256" y="560536"/>
                </a:cubicBezTo>
                <a:cubicBezTo>
                  <a:pt x="274256" y="577306"/>
                  <a:pt x="260662" y="590900"/>
                  <a:pt x="243892" y="590900"/>
                </a:cubicBezTo>
                <a:cubicBezTo>
                  <a:pt x="227123" y="590900"/>
                  <a:pt x="213529" y="577306"/>
                  <a:pt x="213529" y="560536"/>
                </a:cubicBezTo>
                <a:cubicBezTo>
                  <a:pt x="213529" y="543767"/>
                  <a:pt x="227123" y="530173"/>
                  <a:pt x="243892" y="530173"/>
                </a:cubicBezTo>
                <a:close/>
                <a:moveTo>
                  <a:pt x="171339" y="530173"/>
                </a:moveTo>
                <a:cubicBezTo>
                  <a:pt x="188107" y="530173"/>
                  <a:pt x="201701" y="543767"/>
                  <a:pt x="201701" y="560536"/>
                </a:cubicBezTo>
                <a:cubicBezTo>
                  <a:pt x="201701" y="577306"/>
                  <a:pt x="188107" y="590900"/>
                  <a:pt x="171339" y="590900"/>
                </a:cubicBezTo>
                <a:cubicBezTo>
                  <a:pt x="154673" y="590900"/>
                  <a:pt x="141079" y="577306"/>
                  <a:pt x="141079" y="560536"/>
                </a:cubicBezTo>
                <a:cubicBezTo>
                  <a:pt x="141079" y="543767"/>
                  <a:pt x="154673" y="530173"/>
                  <a:pt x="171339" y="530173"/>
                </a:cubicBezTo>
                <a:close/>
                <a:moveTo>
                  <a:pt x="98904" y="530173"/>
                </a:moveTo>
                <a:cubicBezTo>
                  <a:pt x="115664" y="530173"/>
                  <a:pt x="129258" y="543767"/>
                  <a:pt x="129258" y="560536"/>
                </a:cubicBezTo>
                <a:cubicBezTo>
                  <a:pt x="129258" y="577306"/>
                  <a:pt x="115664" y="590900"/>
                  <a:pt x="98904" y="590900"/>
                </a:cubicBezTo>
                <a:cubicBezTo>
                  <a:pt x="82130" y="590900"/>
                  <a:pt x="68536" y="577306"/>
                  <a:pt x="68536" y="560536"/>
                </a:cubicBezTo>
                <a:cubicBezTo>
                  <a:pt x="68536" y="543767"/>
                  <a:pt x="82130" y="530173"/>
                  <a:pt x="98904" y="530173"/>
                </a:cubicBezTo>
                <a:close/>
                <a:moveTo>
                  <a:pt x="26349" y="530173"/>
                </a:moveTo>
                <a:cubicBezTo>
                  <a:pt x="43112" y="530173"/>
                  <a:pt x="56707" y="543767"/>
                  <a:pt x="56707" y="560536"/>
                </a:cubicBezTo>
                <a:cubicBezTo>
                  <a:pt x="56707" y="577306"/>
                  <a:pt x="43112" y="590900"/>
                  <a:pt x="26349" y="590900"/>
                </a:cubicBezTo>
                <a:cubicBezTo>
                  <a:pt x="17963" y="590900"/>
                  <a:pt x="10372" y="587502"/>
                  <a:pt x="4877" y="582007"/>
                </a:cubicBezTo>
                <a:lnTo>
                  <a:pt x="0" y="570232"/>
                </a:lnTo>
                <a:lnTo>
                  <a:pt x="0" y="550840"/>
                </a:lnTo>
                <a:lnTo>
                  <a:pt x="4877" y="539066"/>
                </a:lnTo>
                <a:cubicBezTo>
                  <a:pt x="10372" y="533572"/>
                  <a:pt x="17963" y="530173"/>
                  <a:pt x="26349" y="530173"/>
                </a:cubicBezTo>
                <a:close/>
                <a:moveTo>
                  <a:pt x="1673704" y="458486"/>
                </a:moveTo>
                <a:lnTo>
                  <a:pt x="1671744" y="497284"/>
                </a:lnTo>
                <a:lnTo>
                  <a:pt x="1664620" y="480084"/>
                </a:lnTo>
                <a:cubicBezTo>
                  <a:pt x="1664620" y="471700"/>
                  <a:pt x="1668019" y="464109"/>
                  <a:pt x="1673514" y="458614"/>
                </a:cubicBezTo>
                <a:close/>
                <a:moveTo>
                  <a:pt x="1622429" y="449721"/>
                </a:moveTo>
                <a:cubicBezTo>
                  <a:pt x="1639199" y="449721"/>
                  <a:pt x="1652792" y="463315"/>
                  <a:pt x="1652792" y="480084"/>
                </a:cubicBezTo>
                <a:cubicBezTo>
                  <a:pt x="1652792" y="496854"/>
                  <a:pt x="1639199" y="510448"/>
                  <a:pt x="1622429" y="510448"/>
                </a:cubicBezTo>
                <a:cubicBezTo>
                  <a:pt x="1605659" y="510448"/>
                  <a:pt x="1592066" y="496854"/>
                  <a:pt x="1592066" y="480084"/>
                </a:cubicBezTo>
                <a:cubicBezTo>
                  <a:pt x="1592066" y="463315"/>
                  <a:pt x="1605659" y="449721"/>
                  <a:pt x="1622429" y="449721"/>
                </a:cubicBezTo>
                <a:close/>
                <a:moveTo>
                  <a:pt x="1549874" y="449721"/>
                </a:moveTo>
                <a:cubicBezTo>
                  <a:pt x="1566644" y="449721"/>
                  <a:pt x="1580238" y="463315"/>
                  <a:pt x="1580238" y="480084"/>
                </a:cubicBezTo>
                <a:cubicBezTo>
                  <a:pt x="1580238" y="496854"/>
                  <a:pt x="1566644" y="510448"/>
                  <a:pt x="1549874" y="510448"/>
                </a:cubicBezTo>
                <a:cubicBezTo>
                  <a:pt x="1533105" y="510448"/>
                  <a:pt x="1519511" y="496854"/>
                  <a:pt x="1519511" y="480084"/>
                </a:cubicBezTo>
                <a:cubicBezTo>
                  <a:pt x="1519511" y="463315"/>
                  <a:pt x="1533105" y="449721"/>
                  <a:pt x="1549874" y="449721"/>
                </a:cubicBezTo>
                <a:close/>
                <a:moveTo>
                  <a:pt x="1477320" y="449721"/>
                </a:moveTo>
                <a:cubicBezTo>
                  <a:pt x="1494089" y="449721"/>
                  <a:pt x="1507683" y="463315"/>
                  <a:pt x="1507683" y="480084"/>
                </a:cubicBezTo>
                <a:cubicBezTo>
                  <a:pt x="1507683" y="496854"/>
                  <a:pt x="1494089" y="510448"/>
                  <a:pt x="1477320" y="510448"/>
                </a:cubicBezTo>
                <a:cubicBezTo>
                  <a:pt x="1460550" y="510448"/>
                  <a:pt x="1446956" y="496854"/>
                  <a:pt x="1446956" y="480084"/>
                </a:cubicBezTo>
                <a:cubicBezTo>
                  <a:pt x="1446956" y="463315"/>
                  <a:pt x="1460550" y="449721"/>
                  <a:pt x="1477320" y="449721"/>
                </a:cubicBezTo>
                <a:close/>
                <a:moveTo>
                  <a:pt x="1404765" y="449721"/>
                </a:moveTo>
                <a:cubicBezTo>
                  <a:pt x="1421535" y="449721"/>
                  <a:pt x="1435129" y="463315"/>
                  <a:pt x="1435129" y="480084"/>
                </a:cubicBezTo>
                <a:cubicBezTo>
                  <a:pt x="1435129" y="496854"/>
                  <a:pt x="1421535" y="510448"/>
                  <a:pt x="1404765" y="510448"/>
                </a:cubicBezTo>
                <a:cubicBezTo>
                  <a:pt x="1387996" y="510448"/>
                  <a:pt x="1374402" y="496854"/>
                  <a:pt x="1374402" y="480084"/>
                </a:cubicBezTo>
                <a:cubicBezTo>
                  <a:pt x="1374402" y="463315"/>
                  <a:pt x="1387996" y="449721"/>
                  <a:pt x="1404765" y="449721"/>
                </a:cubicBezTo>
                <a:close/>
                <a:moveTo>
                  <a:pt x="1332211" y="449721"/>
                </a:moveTo>
                <a:cubicBezTo>
                  <a:pt x="1348980" y="449721"/>
                  <a:pt x="1362574" y="463315"/>
                  <a:pt x="1362574" y="480084"/>
                </a:cubicBezTo>
                <a:cubicBezTo>
                  <a:pt x="1362574" y="496854"/>
                  <a:pt x="1348980" y="510448"/>
                  <a:pt x="1332211" y="510448"/>
                </a:cubicBezTo>
                <a:cubicBezTo>
                  <a:pt x="1315441" y="510448"/>
                  <a:pt x="1301847" y="496854"/>
                  <a:pt x="1301847" y="480084"/>
                </a:cubicBezTo>
                <a:cubicBezTo>
                  <a:pt x="1301847" y="463315"/>
                  <a:pt x="1315441" y="449721"/>
                  <a:pt x="1332211" y="449721"/>
                </a:cubicBezTo>
                <a:close/>
                <a:moveTo>
                  <a:pt x="1259656" y="449721"/>
                </a:moveTo>
                <a:cubicBezTo>
                  <a:pt x="1276426" y="449721"/>
                  <a:pt x="1290020" y="463315"/>
                  <a:pt x="1290020" y="480084"/>
                </a:cubicBezTo>
                <a:cubicBezTo>
                  <a:pt x="1290020" y="496854"/>
                  <a:pt x="1276426" y="510448"/>
                  <a:pt x="1259656" y="510448"/>
                </a:cubicBezTo>
                <a:cubicBezTo>
                  <a:pt x="1242887" y="510448"/>
                  <a:pt x="1229293" y="496854"/>
                  <a:pt x="1229293" y="480084"/>
                </a:cubicBezTo>
                <a:cubicBezTo>
                  <a:pt x="1229293" y="463315"/>
                  <a:pt x="1242887" y="449721"/>
                  <a:pt x="1259656" y="449721"/>
                </a:cubicBezTo>
                <a:close/>
                <a:moveTo>
                  <a:pt x="1187102" y="449721"/>
                </a:moveTo>
                <a:cubicBezTo>
                  <a:pt x="1203871" y="449721"/>
                  <a:pt x="1217465" y="463315"/>
                  <a:pt x="1217465" y="480084"/>
                </a:cubicBezTo>
                <a:cubicBezTo>
                  <a:pt x="1217465" y="496854"/>
                  <a:pt x="1203871" y="510448"/>
                  <a:pt x="1187102" y="510448"/>
                </a:cubicBezTo>
                <a:cubicBezTo>
                  <a:pt x="1170332" y="510448"/>
                  <a:pt x="1156738" y="496854"/>
                  <a:pt x="1156738" y="480084"/>
                </a:cubicBezTo>
                <a:cubicBezTo>
                  <a:pt x="1156738" y="463315"/>
                  <a:pt x="1170332" y="449721"/>
                  <a:pt x="1187102" y="449721"/>
                </a:cubicBezTo>
                <a:close/>
                <a:moveTo>
                  <a:pt x="1114547" y="449721"/>
                </a:moveTo>
                <a:cubicBezTo>
                  <a:pt x="1131317" y="449721"/>
                  <a:pt x="1144911" y="463315"/>
                  <a:pt x="1144911" y="480084"/>
                </a:cubicBezTo>
                <a:cubicBezTo>
                  <a:pt x="1144911" y="496854"/>
                  <a:pt x="1131317" y="510448"/>
                  <a:pt x="1114547" y="510448"/>
                </a:cubicBezTo>
                <a:cubicBezTo>
                  <a:pt x="1097778" y="510448"/>
                  <a:pt x="1084184" y="496854"/>
                  <a:pt x="1084184" y="480084"/>
                </a:cubicBezTo>
                <a:cubicBezTo>
                  <a:pt x="1084184" y="463315"/>
                  <a:pt x="1097778" y="449721"/>
                  <a:pt x="1114547" y="449721"/>
                </a:cubicBezTo>
                <a:close/>
                <a:moveTo>
                  <a:pt x="1041993" y="449721"/>
                </a:moveTo>
                <a:cubicBezTo>
                  <a:pt x="1058762" y="449721"/>
                  <a:pt x="1072356" y="463315"/>
                  <a:pt x="1072356" y="480084"/>
                </a:cubicBezTo>
                <a:cubicBezTo>
                  <a:pt x="1072356" y="496854"/>
                  <a:pt x="1058762" y="510448"/>
                  <a:pt x="1041993" y="510448"/>
                </a:cubicBezTo>
                <a:cubicBezTo>
                  <a:pt x="1025223" y="510448"/>
                  <a:pt x="1011629" y="496854"/>
                  <a:pt x="1011629" y="480084"/>
                </a:cubicBezTo>
                <a:cubicBezTo>
                  <a:pt x="1011629" y="463315"/>
                  <a:pt x="1025223" y="449721"/>
                  <a:pt x="1041993" y="449721"/>
                </a:cubicBezTo>
                <a:close/>
                <a:moveTo>
                  <a:pt x="969438" y="449721"/>
                </a:moveTo>
                <a:cubicBezTo>
                  <a:pt x="986208" y="449721"/>
                  <a:pt x="999801" y="463315"/>
                  <a:pt x="999801" y="480084"/>
                </a:cubicBezTo>
                <a:cubicBezTo>
                  <a:pt x="999801" y="496854"/>
                  <a:pt x="986208" y="510448"/>
                  <a:pt x="969438" y="510448"/>
                </a:cubicBezTo>
                <a:cubicBezTo>
                  <a:pt x="952669" y="510448"/>
                  <a:pt x="939075" y="496854"/>
                  <a:pt x="939075" y="480084"/>
                </a:cubicBezTo>
                <a:cubicBezTo>
                  <a:pt x="939075" y="463315"/>
                  <a:pt x="952669" y="449721"/>
                  <a:pt x="969438" y="449721"/>
                </a:cubicBezTo>
                <a:close/>
                <a:moveTo>
                  <a:pt x="896883" y="449721"/>
                </a:moveTo>
                <a:cubicBezTo>
                  <a:pt x="913653" y="449721"/>
                  <a:pt x="927247" y="463315"/>
                  <a:pt x="927247" y="480084"/>
                </a:cubicBezTo>
                <a:cubicBezTo>
                  <a:pt x="927247" y="496854"/>
                  <a:pt x="913653" y="510448"/>
                  <a:pt x="896883" y="510448"/>
                </a:cubicBezTo>
                <a:cubicBezTo>
                  <a:pt x="880114" y="510448"/>
                  <a:pt x="866520" y="496854"/>
                  <a:pt x="866520" y="480084"/>
                </a:cubicBezTo>
                <a:cubicBezTo>
                  <a:pt x="866520" y="463315"/>
                  <a:pt x="880114" y="449721"/>
                  <a:pt x="896883" y="449721"/>
                </a:cubicBezTo>
                <a:close/>
                <a:moveTo>
                  <a:pt x="824329" y="449721"/>
                </a:moveTo>
                <a:cubicBezTo>
                  <a:pt x="841098" y="449721"/>
                  <a:pt x="854692" y="463315"/>
                  <a:pt x="854692" y="480084"/>
                </a:cubicBezTo>
                <a:cubicBezTo>
                  <a:pt x="854692" y="496854"/>
                  <a:pt x="841098" y="510448"/>
                  <a:pt x="824329" y="510448"/>
                </a:cubicBezTo>
                <a:cubicBezTo>
                  <a:pt x="807559" y="510448"/>
                  <a:pt x="793965" y="496854"/>
                  <a:pt x="793965" y="480084"/>
                </a:cubicBezTo>
                <a:cubicBezTo>
                  <a:pt x="793965" y="463315"/>
                  <a:pt x="807559" y="449721"/>
                  <a:pt x="824329" y="449721"/>
                </a:cubicBezTo>
                <a:close/>
                <a:moveTo>
                  <a:pt x="751774" y="449721"/>
                </a:moveTo>
                <a:cubicBezTo>
                  <a:pt x="768544" y="449721"/>
                  <a:pt x="782138" y="463315"/>
                  <a:pt x="782138" y="480084"/>
                </a:cubicBezTo>
                <a:cubicBezTo>
                  <a:pt x="782138" y="496854"/>
                  <a:pt x="768544" y="510448"/>
                  <a:pt x="751774" y="510448"/>
                </a:cubicBezTo>
                <a:cubicBezTo>
                  <a:pt x="735005" y="510448"/>
                  <a:pt x="721411" y="496854"/>
                  <a:pt x="721411" y="480084"/>
                </a:cubicBezTo>
                <a:cubicBezTo>
                  <a:pt x="721411" y="463315"/>
                  <a:pt x="735005" y="449721"/>
                  <a:pt x="751774" y="449721"/>
                </a:cubicBezTo>
                <a:close/>
                <a:moveTo>
                  <a:pt x="679220" y="449721"/>
                </a:moveTo>
                <a:cubicBezTo>
                  <a:pt x="695989" y="449721"/>
                  <a:pt x="709583" y="463315"/>
                  <a:pt x="709583" y="480084"/>
                </a:cubicBezTo>
                <a:cubicBezTo>
                  <a:pt x="709583" y="496854"/>
                  <a:pt x="695989" y="510448"/>
                  <a:pt x="679220" y="510448"/>
                </a:cubicBezTo>
                <a:cubicBezTo>
                  <a:pt x="662450" y="510448"/>
                  <a:pt x="648856" y="496854"/>
                  <a:pt x="648856" y="480084"/>
                </a:cubicBezTo>
                <a:cubicBezTo>
                  <a:pt x="648856" y="463315"/>
                  <a:pt x="662450" y="449721"/>
                  <a:pt x="679220" y="449721"/>
                </a:cubicBezTo>
                <a:close/>
                <a:moveTo>
                  <a:pt x="606665" y="449721"/>
                </a:moveTo>
                <a:cubicBezTo>
                  <a:pt x="623435" y="449721"/>
                  <a:pt x="637029" y="463315"/>
                  <a:pt x="637029" y="480084"/>
                </a:cubicBezTo>
                <a:cubicBezTo>
                  <a:pt x="637029" y="496854"/>
                  <a:pt x="623435" y="510448"/>
                  <a:pt x="606665" y="510448"/>
                </a:cubicBezTo>
                <a:cubicBezTo>
                  <a:pt x="589896" y="510448"/>
                  <a:pt x="576302" y="496854"/>
                  <a:pt x="576302" y="480084"/>
                </a:cubicBezTo>
                <a:cubicBezTo>
                  <a:pt x="576302" y="463315"/>
                  <a:pt x="589896" y="449721"/>
                  <a:pt x="606665" y="449721"/>
                </a:cubicBezTo>
                <a:close/>
                <a:moveTo>
                  <a:pt x="534111" y="449721"/>
                </a:moveTo>
                <a:cubicBezTo>
                  <a:pt x="550880" y="449721"/>
                  <a:pt x="564474" y="463315"/>
                  <a:pt x="564474" y="480084"/>
                </a:cubicBezTo>
                <a:cubicBezTo>
                  <a:pt x="564474" y="496854"/>
                  <a:pt x="550880" y="510448"/>
                  <a:pt x="534111" y="510448"/>
                </a:cubicBezTo>
                <a:cubicBezTo>
                  <a:pt x="517341" y="510448"/>
                  <a:pt x="503747" y="496854"/>
                  <a:pt x="503747" y="480084"/>
                </a:cubicBezTo>
                <a:cubicBezTo>
                  <a:pt x="503747" y="463315"/>
                  <a:pt x="517341" y="449721"/>
                  <a:pt x="534111" y="449721"/>
                </a:cubicBezTo>
                <a:close/>
                <a:moveTo>
                  <a:pt x="461556" y="449721"/>
                </a:moveTo>
                <a:cubicBezTo>
                  <a:pt x="478326" y="449721"/>
                  <a:pt x="491920" y="463315"/>
                  <a:pt x="491920" y="480084"/>
                </a:cubicBezTo>
                <a:cubicBezTo>
                  <a:pt x="491920" y="496854"/>
                  <a:pt x="478326" y="510448"/>
                  <a:pt x="461556" y="510448"/>
                </a:cubicBezTo>
                <a:cubicBezTo>
                  <a:pt x="444787" y="510448"/>
                  <a:pt x="431192" y="496854"/>
                  <a:pt x="431192" y="480084"/>
                </a:cubicBezTo>
                <a:cubicBezTo>
                  <a:pt x="431192" y="463315"/>
                  <a:pt x="444787" y="449721"/>
                  <a:pt x="461556" y="449721"/>
                </a:cubicBezTo>
                <a:close/>
                <a:moveTo>
                  <a:pt x="389002" y="449721"/>
                </a:moveTo>
                <a:cubicBezTo>
                  <a:pt x="405771" y="449721"/>
                  <a:pt x="419365" y="463315"/>
                  <a:pt x="419365" y="480084"/>
                </a:cubicBezTo>
                <a:cubicBezTo>
                  <a:pt x="419365" y="496854"/>
                  <a:pt x="405771" y="510448"/>
                  <a:pt x="389002" y="510448"/>
                </a:cubicBezTo>
                <a:cubicBezTo>
                  <a:pt x="372232" y="510448"/>
                  <a:pt x="358638" y="496854"/>
                  <a:pt x="358638" y="480084"/>
                </a:cubicBezTo>
                <a:cubicBezTo>
                  <a:pt x="358638" y="463315"/>
                  <a:pt x="372232" y="449721"/>
                  <a:pt x="389002" y="449721"/>
                </a:cubicBezTo>
                <a:close/>
                <a:moveTo>
                  <a:pt x="316447" y="449721"/>
                </a:moveTo>
                <a:cubicBezTo>
                  <a:pt x="333216" y="449721"/>
                  <a:pt x="346810" y="463315"/>
                  <a:pt x="346810" y="480084"/>
                </a:cubicBezTo>
                <a:cubicBezTo>
                  <a:pt x="346810" y="496854"/>
                  <a:pt x="333216" y="510448"/>
                  <a:pt x="316447" y="510448"/>
                </a:cubicBezTo>
                <a:cubicBezTo>
                  <a:pt x="299677" y="510448"/>
                  <a:pt x="286084" y="496854"/>
                  <a:pt x="286084" y="480084"/>
                </a:cubicBezTo>
                <a:cubicBezTo>
                  <a:pt x="286084" y="463315"/>
                  <a:pt x="299677" y="449721"/>
                  <a:pt x="316447" y="449721"/>
                </a:cubicBezTo>
                <a:close/>
                <a:moveTo>
                  <a:pt x="243892" y="449721"/>
                </a:moveTo>
                <a:cubicBezTo>
                  <a:pt x="260662" y="449721"/>
                  <a:pt x="274256" y="463315"/>
                  <a:pt x="274256" y="480084"/>
                </a:cubicBezTo>
                <a:cubicBezTo>
                  <a:pt x="274256" y="496854"/>
                  <a:pt x="260662" y="510448"/>
                  <a:pt x="243892" y="510448"/>
                </a:cubicBezTo>
                <a:cubicBezTo>
                  <a:pt x="227123" y="510448"/>
                  <a:pt x="213529" y="496854"/>
                  <a:pt x="213529" y="480084"/>
                </a:cubicBezTo>
                <a:cubicBezTo>
                  <a:pt x="213529" y="463315"/>
                  <a:pt x="227123" y="449721"/>
                  <a:pt x="243892" y="449721"/>
                </a:cubicBezTo>
                <a:close/>
                <a:moveTo>
                  <a:pt x="171339" y="449721"/>
                </a:moveTo>
                <a:cubicBezTo>
                  <a:pt x="188107" y="449721"/>
                  <a:pt x="201701" y="463315"/>
                  <a:pt x="201701" y="480084"/>
                </a:cubicBezTo>
                <a:cubicBezTo>
                  <a:pt x="201701" y="496854"/>
                  <a:pt x="188107" y="510448"/>
                  <a:pt x="171339" y="510448"/>
                </a:cubicBezTo>
                <a:cubicBezTo>
                  <a:pt x="154679" y="510448"/>
                  <a:pt x="141085" y="496854"/>
                  <a:pt x="141085" y="480084"/>
                </a:cubicBezTo>
                <a:cubicBezTo>
                  <a:pt x="141085" y="463315"/>
                  <a:pt x="154679" y="449721"/>
                  <a:pt x="171339" y="449721"/>
                </a:cubicBezTo>
                <a:close/>
                <a:moveTo>
                  <a:pt x="98910" y="449721"/>
                </a:moveTo>
                <a:cubicBezTo>
                  <a:pt x="115670" y="449721"/>
                  <a:pt x="129264" y="463315"/>
                  <a:pt x="129264" y="480084"/>
                </a:cubicBezTo>
                <a:cubicBezTo>
                  <a:pt x="129264" y="496854"/>
                  <a:pt x="115670" y="510448"/>
                  <a:pt x="98910" y="510448"/>
                </a:cubicBezTo>
                <a:cubicBezTo>
                  <a:pt x="82136" y="510448"/>
                  <a:pt x="68542" y="496854"/>
                  <a:pt x="68542" y="480084"/>
                </a:cubicBezTo>
                <a:cubicBezTo>
                  <a:pt x="68542" y="463315"/>
                  <a:pt x="82136" y="449721"/>
                  <a:pt x="98910" y="449721"/>
                </a:cubicBezTo>
                <a:close/>
                <a:moveTo>
                  <a:pt x="26355" y="449721"/>
                </a:moveTo>
                <a:cubicBezTo>
                  <a:pt x="43118" y="449721"/>
                  <a:pt x="56713" y="463315"/>
                  <a:pt x="56713" y="480084"/>
                </a:cubicBezTo>
                <a:cubicBezTo>
                  <a:pt x="56713" y="496854"/>
                  <a:pt x="43118" y="510448"/>
                  <a:pt x="26355" y="510448"/>
                </a:cubicBezTo>
                <a:cubicBezTo>
                  <a:pt x="17970" y="510448"/>
                  <a:pt x="10379" y="507050"/>
                  <a:pt x="4884" y="501555"/>
                </a:cubicBezTo>
                <a:lnTo>
                  <a:pt x="0" y="489763"/>
                </a:lnTo>
                <a:lnTo>
                  <a:pt x="0" y="470405"/>
                </a:lnTo>
                <a:lnTo>
                  <a:pt x="4884" y="458614"/>
                </a:lnTo>
                <a:cubicBezTo>
                  <a:pt x="10379" y="453120"/>
                  <a:pt x="17970" y="449721"/>
                  <a:pt x="26355" y="449721"/>
                </a:cubicBezTo>
                <a:close/>
                <a:moveTo>
                  <a:pt x="1673066" y="379245"/>
                </a:moveTo>
                <a:lnTo>
                  <a:pt x="1675237" y="422266"/>
                </a:lnTo>
                <a:lnTo>
                  <a:pt x="1673514" y="421103"/>
                </a:lnTo>
                <a:cubicBezTo>
                  <a:pt x="1668019" y="415609"/>
                  <a:pt x="1664620" y="408017"/>
                  <a:pt x="1664620" y="399633"/>
                </a:cubicBezTo>
                <a:close/>
                <a:moveTo>
                  <a:pt x="1622429" y="369269"/>
                </a:moveTo>
                <a:cubicBezTo>
                  <a:pt x="1639199" y="369269"/>
                  <a:pt x="1652792" y="382864"/>
                  <a:pt x="1652792" y="399633"/>
                </a:cubicBezTo>
                <a:cubicBezTo>
                  <a:pt x="1652792" y="416402"/>
                  <a:pt x="1639199" y="429997"/>
                  <a:pt x="1622429" y="429997"/>
                </a:cubicBezTo>
                <a:cubicBezTo>
                  <a:pt x="1605659" y="429997"/>
                  <a:pt x="1592066" y="416402"/>
                  <a:pt x="1592066" y="399633"/>
                </a:cubicBezTo>
                <a:cubicBezTo>
                  <a:pt x="1592066" y="382864"/>
                  <a:pt x="1605659" y="369269"/>
                  <a:pt x="1622429" y="369269"/>
                </a:cubicBezTo>
                <a:close/>
                <a:moveTo>
                  <a:pt x="1549874" y="369269"/>
                </a:moveTo>
                <a:cubicBezTo>
                  <a:pt x="1566644" y="369269"/>
                  <a:pt x="1580238" y="382864"/>
                  <a:pt x="1580238" y="399633"/>
                </a:cubicBezTo>
                <a:cubicBezTo>
                  <a:pt x="1580238" y="416402"/>
                  <a:pt x="1566644" y="429997"/>
                  <a:pt x="1549874" y="429997"/>
                </a:cubicBezTo>
                <a:cubicBezTo>
                  <a:pt x="1533105" y="429997"/>
                  <a:pt x="1519511" y="416402"/>
                  <a:pt x="1519511" y="399633"/>
                </a:cubicBezTo>
                <a:cubicBezTo>
                  <a:pt x="1519511" y="382864"/>
                  <a:pt x="1533105" y="369269"/>
                  <a:pt x="1549874" y="369269"/>
                </a:cubicBezTo>
                <a:close/>
                <a:moveTo>
                  <a:pt x="1477320" y="369269"/>
                </a:moveTo>
                <a:cubicBezTo>
                  <a:pt x="1494089" y="369269"/>
                  <a:pt x="1507683" y="382864"/>
                  <a:pt x="1507683" y="399633"/>
                </a:cubicBezTo>
                <a:cubicBezTo>
                  <a:pt x="1507683" y="416402"/>
                  <a:pt x="1494089" y="429997"/>
                  <a:pt x="1477320" y="429997"/>
                </a:cubicBezTo>
                <a:cubicBezTo>
                  <a:pt x="1460550" y="429997"/>
                  <a:pt x="1446956" y="416402"/>
                  <a:pt x="1446956" y="399633"/>
                </a:cubicBezTo>
                <a:cubicBezTo>
                  <a:pt x="1446956" y="382864"/>
                  <a:pt x="1460550" y="369269"/>
                  <a:pt x="1477320" y="369269"/>
                </a:cubicBezTo>
                <a:close/>
                <a:moveTo>
                  <a:pt x="1404765" y="369269"/>
                </a:moveTo>
                <a:cubicBezTo>
                  <a:pt x="1421535" y="369269"/>
                  <a:pt x="1435129" y="382864"/>
                  <a:pt x="1435129" y="399633"/>
                </a:cubicBezTo>
                <a:cubicBezTo>
                  <a:pt x="1435129" y="416402"/>
                  <a:pt x="1421535" y="429997"/>
                  <a:pt x="1404765" y="429997"/>
                </a:cubicBezTo>
                <a:cubicBezTo>
                  <a:pt x="1387996" y="429997"/>
                  <a:pt x="1374402" y="416402"/>
                  <a:pt x="1374402" y="399633"/>
                </a:cubicBezTo>
                <a:cubicBezTo>
                  <a:pt x="1374402" y="382864"/>
                  <a:pt x="1387996" y="369269"/>
                  <a:pt x="1404765" y="369269"/>
                </a:cubicBezTo>
                <a:close/>
                <a:moveTo>
                  <a:pt x="1332211" y="369269"/>
                </a:moveTo>
                <a:cubicBezTo>
                  <a:pt x="1348980" y="369269"/>
                  <a:pt x="1362574" y="382864"/>
                  <a:pt x="1362574" y="399633"/>
                </a:cubicBezTo>
                <a:cubicBezTo>
                  <a:pt x="1362574" y="416402"/>
                  <a:pt x="1348980" y="429997"/>
                  <a:pt x="1332211" y="429997"/>
                </a:cubicBezTo>
                <a:cubicBezTo>
                  <a:pt x="1315441" y="429997"/>
                  <a:pt x="1301847" y="416402"/>
                  <a:pt x="1301847" y="399633"/>
                </a:cubicBezTo>
                <a:cubicBezTo>
                  <a:pt x="1301847" y="382864"/>
                  <a:pt x="1315441" y="369269"/>
                  <a:pt x="1332211" y="369269"/>
                </a:cubicBezTo>
                <a:close/>
                <a:moveTo>
                  <a:pt x="1259656" y="369269"/>
                </a:moveTo>
                <a:cubicBezTo>
                  <a:pt x="1276426" y="369269"/>
                  <a:pt x="1290020" y="382864"/>
                  <a:pt x="1290020" y="399633"/>
                </a:cubicBezTo>
                <a:cubicBezTo>
                  <a:pt x="1290020" y="416402"/>
                  <a:pt x="1276426" y="429997"/>
                  <a:pt x="1259656" y="429997"/>
                </a:cubicBezTo>
                <a:cubicBezTo>
                  <a:pt x="1242887" y="429997"/>
                  <a:pt x="1229293" y="416402"/>
                  <a:pt x="1229293" y="399633"/>
                </a:cubicBezTo>
                <a:cubicBezTo>
                  <a:pt x="1229293" y="382864"/>
                  <a:pt x="1242887" y="369269"/>
                  <a:pt x="1259656" y="369269"/>
                </a:cubicBezTo>
                <a:close/>
                <a:moveTo>
                  <a:pt x="1187102" y="369269"/>
                </a:moveTo>
                <a:cubicBezTo>
                  <a:pt x="1203871" y="369269"/>
                  <a:pt x="1217465" y="382864"/>
                  <a:pt x="1217465" y="399633"/>
                </a:cubicBezTo>
                <a:cubicBezTo>
                  <a:pt x="1217465" y="416402"/>
                  <a:pt x="1203871" y="429997"/>
                  <a:pt x="1187102" y="429997"/>
                </a:cubicBezTo>
                <a:cubicBezTo>
                  <a:pt x="1170332" y="429997"/>
                  <a:pt x="1156738" y="416402"/>
                  <a:pt x="1156738" y="399633"/>
                </a:cubicBezTo>
                <a:cubicBezTo>
                  <a:pt x="1156738" y="382864"/>
                  <a:pt x="1170332" y="369269"/>
                  <a:pt x="1187102" y="369269"/>
                </a:cubicBezTo>
                <a:close/>
                <a:moveTo>
                  <a:pt x="1114547" y="369269"/>
                </a:moveTo>
                <a:cubicBezTo>
                  <a:pt x="1131317" y="369269"/>
                  <a:pt x="1144911" y="382864"/>
                  <a:pt x="1144911" y="399633"/>
                </a:cubicBezTo>
                <a:cubicBezTo>
                  <a:pt x="1144911" y="416402"/>
                  <a:pt x="1131317" y="429997"/>
                  <a:pt x="1114547" y="429997"/>
                </a:cubicBezTo>
                <a:cubicBezTo>
                  <a:pt x="1097778" y="429997"/>
                  <a:pt x="1084184" y="416402"/>
                  <a:pt x="1084184" y="399633"/>
                </a:cubicBezTo>
                <a:cubicBezTo>
                  <a:pt x="1084184" y="382864"/>
                  <a:pt x="1097778" y="369269"/>
                  <a:pt x="1114547" y="369269"/>
                </a:cubicBezTo>
                <a:close/>
                <a:moveTo>
                  <a:pt x="1041993" y="369269"/>
                </a:moveTo>
                <a:cubicBezTo>
                  <a:pt x="1058762" y="369269"/>
                  <a:pt x="1072356" y="382864"/>
                  <a:pt x="1072356" y="399633"/>
                </a:cubicBezTo>
                <a:cubicBezTo>
                  <a:pt x="1072356" y="416402"/>
                  <a:pt x="1058762" y="429997"/>
                  <a:pt x="1041993" y="429997"/>
                </a:cubicBezTo>
                <a:cubicBezTo>
                  <a:pt x="1025223" y="429997"/>
                  <a:pt x="1011629" y="416402"/>
                  <a:pt x="1011629" y="399633"/>
                </a:cubicBezTo>
                <a:cubicBezTo>
                  <a:pt x="1011629" y="382864"/>
                  <a:pt x="1025223" y="369269"/>
                  <a:pt x="1041993" y="369269"/>
                </a:cubicBezTo>
                <a:close/>
                <a:moveTo>
                  <a:pt x="969438" y="369269"/>
                </a:moveTo>
                <a:cubicBezTo>
                  <a:pt x="986208" y="369269"/>
                  <a:pt x="999801" y="382864"/>
                  <a:pt x="999801" y="399633"/>
                </a:cubicBezTo>
                <a:cubicBezTo>
                  <a:pt x="999801" y="416402"/>
                  <a:pt x="986208" y="429997"/>
                  <a:pt x="969438" y="429997"/>
                </a:cubicBezTo>
                <a:cubicBezTo>
                  <a:pt x="952669" y="429997"/>
                  <a:pt x="939075" y="416402"/>
                  <a:pt x="939075" y="399633"/>
                </a:cubicBezTo>
                <a:cubicBezTo>
                  <a:pt x="939075" y="382864"/>
                  <a:pt x="952669" y="369269"/>
                  <a:pt x="969438" y="369269"/>
                </a:cubicBezTo>
                <a:close/>
                <a:moveTo>
                  <a:pt x="896883" y="369269"/>
                </a:moveTo>
                <a:cubicBezTo>
                  <a:pt x="913653" y="369269"/>
                  <a:pt x="927247" y="382864"/>
                  <a:pt x="927247" y="399633"/>
                </a:cubicBezTo>
                <a:cubicBezTo>
                  <a:pt x="927247" y="416402"/>
                  <a:pt x="913653" y="429997"/>
                  <a:pt x="896883" y="429997"/>
                </a:cubicBezTo>
                <a:cubicBezTo>
                  <a:pt x="880114" y="429997"/>
                  <a:pt x="866520" y="416402"/>
                  <a:pt x="866520" y="399633"/>
                </a:cubicBezTo>
                <a:cubicBezTo>
                  <a:pt x="866520" y="382864"/>
                  <a:pt x="880114" y="369269"/>
                  <a:pt x="896883" y="369269"/>
                </a:cubicBezTo>
                <a:close/>
                <a:moveTo>
                  <a:pt x="824329" y="369269"/>
                </a:moveTo>
                <a:cubicBezTo>
                  <a:pt x="841098" y="369269"/>
                  <a:pt x="854692" y="382864"/>
                  <a:pt x="854692" y="399633"/>
                </a:cubicBezTo>
                <a:cubicBezTo>
                  <a:pt x="854692" y="416402"/>
                  <a:pt x="841098" y="429997"/>
                  <a:pt x="824329" y="429997"/>
                </a:cubicBezTo>
                <a:cubicBezTo>
                  <a:pt x="807559" y="429997"/>
                  <a:pt x="793965" y="416402"/>
                  <a:pt x="793965" y="399633"/>
                </a:cubicBezTo>
                <a:cubicBezTo>
                  <a:pt x="793965" y="382864"/>
                  <a:pt x="807559" y="369269"/>
                  <a:pt x="824329" y="369269"/>
                </a:cubicBezTo>
                <a:close/>
                <a:moveTo>
                  <a:pt x="751774" y="369269"/>
                </a:moveTo>
                <a:cubicBezTo>
                  <a:pt x="768544" y="369269"/>
                  <a:pt x="782138" y="382864"/>
                  <a:pt x="782138" y="399633"/>
                </a:cubicBezTo>
                <a:cubicBezTo>
                  <a:pt x="782138" y="416402"/>
                  <a:pt x="768544" y="429997"/>
                  <a:pt x="751774" y="429997"/>
                </a:cubicBezTo>
                <a:cubicBezTo>
                  <a:pt x="735005" y="429997"/>
                  <a:pt x="721411" y="416402"/>
                  <a:pt x="721411" y="399633"/>
                </a:cubicBezTo>
                <a:cubicBezTo>
                  <a:pt x="721411" y="382864"/>
                  <a:pt x="735005" y="369269"/>
                  <a:pt x="751774" y="369269"/>
                </a:cubicBezTo>
                <a:close/>
                <a:moveTo>
                  <a:pt x="679220" y="369269"/>
                </a:moveTo>
                <a:cubicBezTo>
                  <a:pt x="695989" y="369269"/>
                  <a:pt x="709583" y="382864"/>
                  <a:pt x="709583" y="399633"/>
                </a:cubicBezTo>
                <a:cubicBezTo>
                  <a:pt x="709583" y="416402"/>
                  <a:pt x="695989" y="429997"/>
                  <a:pt x="679220" y="429997"/>
                </a:cubicBezTo>
                <a:cubicBezTo>
                  <a:pt x="662450" y="429997"/>
                  <a:pt x="648856" y="416402"/>
                  <a:pt x="648856" y="399633"/>
                </a:cubicBezTo>
                <a:cubicBezTo>
                  <a:pt x="648856" y="382864"/>
                  <a:pt x="662450" y="369269"/>
                  <a:pt x="679220" y="369269"/>
                </a:cubicBezTo>
                <a:close/>
                <a:moveTo>
                  <a:pt x="606665" y="369269"/>
                </a:moveTo>
                <a:cubicBezTo>
                  <a:pt x="623435" y="369269"/>
                  <a:pt x="637029" y="382864"/>
                  <a:pt x="637029" y="399633"/>
                </a:cubicBezTo>
                <a:cubicBezTo>
                  <a:pt x="637029" y="416402"/>
                  <a:pt x="623435" y="429997"/>
                  <a:pt x="606665" y="429997"/>
                </a:cubicBezTo>
                <a:cubicBezTo>
                  <a:pt x="589896" y="429997"/>
                  <a:pt x="576302" y="416402"/>
                  <a:pt x="576302" y="399633"/>
                </a:cubicBezTo>
                <a:cubicBezTo>
                  <a:pt x="576302" y="382864"/>
                  <a:pt x="589896" y="369269"/>
                  <a:pt x="606665" y="369269"/>
                </a:cubicBezTo>
                <a:close/>
                <a:moveTo>
                  <a:pt x="534111" y="369269"/>
                </a:moveTo>
                <a:cubicBezTo>
                  <a:pt x="550880" y="369269"/>
                  <a:pt x="564474" y="382864"/>
                  <a:pt x="564474" y="399633"/>
                </a:cubicBezTo>
                <a:cubicBezTo>
                  <a:pt x="564474" y="416402"/>
                  <a:pt x="550880" y="429997"/>
                  <a:pt x="534111" y="429997"/>
                </a:cubicBezTo>
                <a:cubicBezTo>
                  <a:pt x="517341" y="429997"/>
                  <a:pt x="503747" y="416402"/>
                  <a:pt x="503747" y="399633"/>
                </a:cubicBezTo>
                <a:cubicBezTo>
                  <a:pt x="503747" y="382864"/>
                  <a:pt x="517341" y="369269"/>
                  <a:pt x="534111" y="369269"/>
                </a:cubicBezTo>
                <a:close/>
                <a:moveTo>
                  <a:pt x="461556" y="369269"/>
                </a:moveTo>
                <a:cubicBezTo>
                  <a:pt x="478326" y="369269"/>
                  <a:pt x="491920" y="382864"/>
                  <a:pt x="491920" y="399633"/>
                </a:cubicBezTo>
                <a:cubicBezTo>
                  <a:pt x="491920" y="416402"/>
                  <a:pt x="478326" y="429997"/>
                  <a:pt x="461556" y="429997"/>
                </a:cubicBezTo>
                <a:cubicBezTo>
                  <a:pt x="444787" y="429997"/>
                  <a:pt x="431192" y="416402"/>
                  <a:pt x="431192" y="399633"/>
                </a:cubicBezTo>
                <a:cubicBezTo>
                  <a:pt x="431192" y="382864"/>
                  <a:pt x="444787" y="369269"/>
                  <a:pt x="461556" y="369269"/>
                </a:cubicBezTo>
                <a:close/>
                <a:moveTo>
                  <a:pt x="389002" y="369269"/>
                </a:moveTo>
                <a:cubicBezTo>
                  <a:pt x="405771" y="369269"/>
                  <a:pt x="419365" y="382864"/>
                  <a:pt x="419365" y="399633"/>
                </a:cubicBezTo>
                <a:cubicBezTo>
                  <a:pt x="419365" y="416402"/>
                  <a:pt x="405771" y="429997"/>
                  <a:pt x="389002" y="429997"/>
                </a:cubicBezTo>
                <a:cubicBezTo>
                  <a:pt x="372232" y="429997"/>
                  <a:pt x="358638" y="416402"/>
                  <a:pt x="358638" y="399633"/>
                </a:cubicBezTo>
                <a:cubicBezTo>
                  <a:pt x="358638" y="382864"/>
                  <a:pt x="372232" y="369269"/>
                  <a:pt x="389002" y="369269"/>
                </a:cubicBezTo>
                <a:close/>
                <a:moveTo>
                  <a:pt x="316447" y="369269"/>
                </a:moveTo>
                <a:cubicBezTo>
                  <a:pt x="333216" y="369269"/>
                  <a:pt x="346810" y="382864"/>
                  <a:pt x="346810" y="399633"/>
                </a:cubicBezTo>
                <a:cubicBezTo>
                  <a:pt x="346810" y="416402"/>
                  <a:pt x="333216" y="429997"/>
                  <a:pt x="316447" y="429997"/>
                </a:cubicBezTo>
                <a:cubicBezTo>
                  <a:pt x="299677" y="429997"/>
                  <a:pt x="286084" y="416402"/>
                  <a:pt x="286084" y="399633"/>
                </a:cubicBezTo>
                <a:cubicBezTo>
                  <a:pt x="286084" y="382864"/>
                  <a:pt x="299677" y="369269"/>
                  <a:pt x="316447" y="369269"/>
                </a:cubicBezTo>
                <a:close/>
                <a:moveTo>
                  <a:pt x="243892" y="369269"/>
                </a:moveTo>
                <a:cubicBezTo>
                  <a:pt x="260662" y="369269"/>
                  <a:pt x="274256" y="382864"/>
                  <a:pt x="274256" y="399633"/>
                </a:cubicBezTo>
                <a:cubicBezTo>
                  <a:pt x="274256" y="416402"/>
                  <a:pt x="260662" y="429997"/>
                  <a:pt x="243892" y="429997"/>
                </a:cubicBezTo>
                <a:cubicBezTo>
                  <a:pt x="227123" y="429997"/>
                  <a:pt x="213529" y="416402"/>
                  <a:pt x="213529" y="399633"/>
                </a:cubicBezTo>
                <a:cubicBezTo>
                  <a:pt x="213529" y="382864"/>
                  <a:pt x="227123" y="369269"/>
                  <a:pt x="243892" y="369269"/>
                </a:cubicBezTo>
                <a:close/>
                <a:moveTo>
                  <a:pt x="171339" y="369269"/>
                </a:moveTo>
                <a:cubicBezTo>
                  <a:pt x="188107" y="369269"/>
                  <a:pt x="201701" y="382864"/>
                  <a:pt x="201701" y="399633"/>
                </a:cubicBezTo>
                <a:cubicBezTo>
                  <a:pt x="201701" y="416402"/>
                  <a:pt x="188107" y="429997"/>
                  <a:pt x="171339" y="429997"/>
                </a:cubicBezTo>
                <a:cubicBezTo>
                  <a:pt x="154685" y="429997"/>
                  <a:pt x="141090" y="416402"/>
                  <a:pt x="141090" y="399633"/>
                </a:cubicBezTo>
                <a:cubicBezTo>
                  <a:pt x="141090" y="382864"/>
                  <a:pt x="154685" y="369269"/>
                  <a:pt x="171339" y="369269"/>
                </a:cubicBezTo>
                <a:close/>
                <a:moveTo>
                  <a:pt x="98917" y="369269"/>
                </a:moveTo>
                <a:cubicBezTo>
                  <a:pt x="115677" y="369269"/>
                  <a:pt x="129270" y="382864"/>
                  <a:pt x="129270" y="399633"/>
                </a:cubicBezTo>
                <a:cubicBezTo>
                  <a:pt x="129270" y="416402"/>
                  <a:pt x="115677" y="429997"/>
                  <a:pt x="98917" y="429997"/>
                </a:cubicBezTo>
                <a:cubicBezTo>
                  <a:pt x="82143" y="429997"/>
                  <a:pt x="68549" y="416402"/>
                  <a:pt x="68549" y="399633"/>
                </a:cubicBezTo>
                <a:cubicBezTo>
                  <a:pt x="68549" y="382864"/>
                  <a:pt x="82143" y="369269"/>
                  <a:pt x="98917" y="369269"/>
                </a:cubicBezTo>
                <a:close/>
                <a:moveTo>
                  <a:pt x="26362" y="369269"/>
                </a:moveTo>
                <a:cubicBezTo>
                  <a:pt x="43124" y="369269"/>
                  <a:pt x="56719" y="382864"/>
                  <a:pt x="56719" y="399633"/>
                </a:cubicBezTo>
                <a:cubicBezTo>
                  <a:pt x="56719" y="416402"/>
                  <a:pt x="43124" y="429997"/>
                  <a:pt x="26362" y="429997"/>
                </a:cubicBezTo>
                <a:cubicBezTo>
                  <a:pt x="17976" y="429997"/>
                  <a:pt x="10385" y="426598"/>
                  <a:pt x="4890" y="421103"/>
                </a:cubicBezTo>
                <a:lnTo>
                  <a:pt x="0" y="409299"/>
                </a:lnTo>
                <a:lnTo>
                  <a:pt x="0" y="389967"/>
                </a:lnTo>
                <a:lnTo>
                  <a:pt x="4890" y="378163"/>
                </a:lnTo>
                <a:cubicBezTo>
                  <a:pt x="10385" y="372668"/>
                  <a:pt x="17976" y="369269"/>
                  <a:pt x="26362" y="369269"/>
                </a:cubicBezTo>
                <a:close/>
                <a:moveTo>
                  <a:pt x="1669444" y="307535"/>
                </a:moveTo>
                <a:lnTo>
                  <a:pt x="1670784" y="334061"/>
                </a:lnTo>
                <a:lnTo>
                  <a:pt x="1664620" y="319181"/>
                </a:lnTo>
                <a:close/>
                <a:moveTo>
                  <a:pt x="1622429" y="288818"/>
                </a:moveTo>
                <a:cubicBezTo>
                  <a:pt x="1639199" y="288818"/>
                  <a:pt x="1652792" y="302412"/>
                  <a:pt x="1652792" y="319181"/>
                </a:cubicBezTo>
                <a:cubicBezTo>
                  <a:pt x="1652792" y="335950"/>
                  <a:pt x="1639199" y="349545"/>
                  <a:pt x="1622429" y="349545"/>
                </a:cubicBezTo>
                <a:cubicBezTo>
                  <a:pt x="1605659" y="349545"/>
                  <a:pt x="1592066" y="335950"/>
                  <a:pt x="1592066" y="319181"/>
                </a:cubicBezTo>
                <a:cubicBezTo>
                  <a:pt x="1592066" y="302412"/>
                  <a:pt x="1605659" y="288818"/>
                  <a:pt x="1622429" y="288818"/>
                </a:cubicBezTo>
                <a:close/>
                <a:moveTo>
                  <a:pt x="1549874" y="288818"/>
                </a:moveTo>
                <a:cubicBezTo>
                  <a:pt x="1566644" y="288818"/>
                  <a:pt x="1580238" y="302412"/>
                  <a:pt x="1580238" y="319181"/>
                </a:cubicBezTo>
                <a:cubicBezTo>
                  <a:pt x="1580238" y="335950"/>
                  <a:pt x="1566644" y="349545"/>
                  <a:pt x="1549874" y="349545"/>
                </a:cubicBezTo>
                <a:cubicBezTo>
                  <a:pt x="1533105" y="349545"/>
                  <a:pt x="1519511" y="335950"/>
                  <a:pt x="1519511" y="319181"/>
                </a:cubicBezTo>
                <a:cubicBezTo>
                  <a:pt x="1519511" y="302412"/>
                  <a:pt x="1533105" y="288818"/>
                  <a:pt x="1549874" y="288818"/>
                </a:cubicBezTo>
                <a:close/>
                <a:moveTo>
                  <a:pt x="1477320" y="288818"/>
                </a:moveTo>
                <a:cubicBezTo>
                  <a:pt x="1494089" y="288818"/>
                  <a:pt x="1507683" y="302412"/>
                  <a:pt x="1507683" y="319181"/>
                </a:cubicBezTo>
                <a:cubicBezTo>
                  <a:pt x="1507683" y="335950"/>
                  <a:pt x="1494089" y="349545"/>
                  <a:pt x="1477320" y="349545"/>
                </a:cubicBezTo>
                <a:cubicBezTo>
                  <a:pt x="1460550" y="349545"/>
                  <a:pt x="1446956" y="335950"/>
                  <a:pt x="1446956" y="319181"/>
                </a:cubicBezTo>
                <a:cubicBezTo>
                  <a:pt x="1446956" y="302412"/>
                  <a:pt x="1460550" y="288818"/>
                  <a:pt x="1477320" y="288818"/>
                </a:cubicBezTo>
                <a:close/>
                <a:moveTo>
                  <a:pt x="1404765" y="288818"/>
                </a:moveTo>
                <a:cubicBezTo>
                  <a:pt x="1421535" y="288818"/>
                  <a:pt x="1435129" y="302412"/>
                  <a:pt x="1435129" y="319181"/>
                </a:cubicBezTo>
                <a:cubicBezTo>
                  <a:pt x="1435129" y="335950"/>
                  <a:pt x="1421535" y="349545"/>
                  <a:pt x="1404765" y="349545"/>
                </a:cubicBezTo>
                <a:cubicBezTo>
                  <a:pt x="1387996" y="349545"/>
                  <a:pt x="1374402" y="335950"/>
                  <a:pt x="1374402" y="319181"/>
                </a:cubicBezTo>
                <a:cubicBezTo>
                  <a:pt x="1374402" y="302412"/>
                  <a:pt x="1387996" y="288818"/>
                  <a:pt x="1404765" y="288818"/>
                </a:cubicBezTo>
                <a:close/>
                <a:moveTo>
                  <a:pt x="1332211" y="288818"/>
                </a:moveTo>
                <a:cubicBezTo>
                  <a:pt x="1348980" y="288818"/>
                  <a:pt x="1362574" y="302412"/>
                  <a:pt x="1362574" y="319181"/>
                </a:cubicBezTo>
                <a:cubicBezTo>
                  <a:pt x="1362574" y="335950"/>
                  <a:pt x="1348980" y="349545"/>
                  <a:pt x="1332211" y="349545"/>
                </a:cubicBezTo>
                <a:cubicBezTo>
                  <a:pt x="1315441" y="349545"/>
                  <a:pt x="1301847" y="335950"/>
                  <a:pt x="1301847" y="319181"/>
                </a:cubicBezTo>
                <a:cubicBezTo>
                  <a:pt x="1301847" y="302412"/>
                  <a:pt x="1315441" y="288818"/>
                  <a:pt x="1332211" y="288818"/>
                </a:cubicBezTo>
                <a:close/>
                <a:moveTo>
                  <a:pt x="1259656" y="288818"/>
                </a:moveTo>
                <a:cubicBezTo>
                  <a:pt x="1276426" y="288818"/>
                  <a:pt x="1290020" y="302412"/>
                  <a:pt x="1290020" y="319181"/>
                </a:cubicBezTo>
                <a:cubicBezTo>
                  <a:pt x="1290020" y="335950"/>
                  <a:pt x="1276426" y="349545"/>
                  <a:pt x="1259656" y="349545"/>
                </a:cubicBezTo>
                <a:cubicBezTo>
                  <a:pt x="1242887" y="349545"/>
                  <a:pt x="1229293" y="335950"/>
                  <a:pt x="1229293" y="319181"/>
                </a:cubicBezTo>
                <a:cubicBezTo>
                  <a:pt x="1229293" y="302412"/>
                  <a:pt x="1242887" y="288818"/>
                  <a:pt x="1259656" y="288818"/>
                </a:cubicBezTo>
                <a:close/>
                <a:moveTo>
                  <a:pt x="1187102" y="288818"/>
                </a:moveTo>
                <a:cubicBezTo>
                  <a:pt x="1203871" y="288818"/>
                  <a:pt x="1217465" y="302412"/>
                  <a:pt x="1217465" y="319181"/>
                </a:cubicBezTo>
                <a:cubicBezTo>
                  <a:pt x="1217465" y="335950"/>
                  <a:pt x="1203871" y="349545"/>
                  <a:pt x="1187102" y="349545"/>
                </a:cubicBezTo>
                <a:cubicBezTo>
                  <a:pt x="1170332" y="349545"/>
                  <a:pt x="1156738" y="335950"/>
                  <a:pt x="1156738" y="319181"/>
                </a:cubicBezTo>
                <a:cubicBezTo>
                  <a:pt x="1156738" y="302412"/>
                  <a:pt x="1170332" y="288818"/>
                  <a:pt x="1187102" y="288818"/>
                </a:cubicBezTo>
                <a:close/>
                <a:moveTo>
                  <a:pt x="1114547" y="288818"/>
                </a:moveTo>
                <a:cubicBezTo>
                  <a:pt x="1131317" y="288818"/>
                  <a:pt x="1144911" y="302412"/>
                  <a:pt x="1144911" y="319181"/>
                </a:cubicBezTo>
                <a:cubicBezTo>
                  <a:pt x="1144911" y="335950"/>
                  <a:pt x="1131317" y="349545"/>
                  <a:pt x="1114547" y="349545"/>
                </a:cubicBezTo>
                <a:cubicBezTo>
                  <a:pt x="1097778" y="349545"/>
                  <a:pt x="1084184" y="335950"/>
                  <a:pt x="1084184" y="319181"/>
                </a:cubicBezTo>
                <a:cubicBezTo>
                  <a:pt x="1084184" y="302412"/>
                  <a:pt x="1097778" y="288818"/>
                  <a:pt x="1114547" y="288818"/>
                </a:cubicBezTo>
                <a:close/>
                <a:moveTo>
                  <a:pt x="1041993" y="288818"/>
                </a:moveTo>
                <a:cubicBezTo>
                  <a:pt x="1058762" y="288818"/>
                  <a:pt x="1072356" y="302412"/>
                  <a:pt x="1072356" y="319181"/>
                </a:cubicBezTo>
                <a:cubicBezTo>
                  <a:pt x="1072356" y="335950"/>
                  <a:pt x="1058762" y="349545"/>
                  <a:pt x="1041993" y="349545"/>
                </a:cubicBezTo>
                <a:cubicBezTo>
                  <a:pt x="1025223" y="349545"/>
                  <a:pt x="1011629" y="335950"/>
                  <a:pt x="1011629" y="319181"/>
                </a:cubicBezTo>
                <a:cubicBezTo>
                  <a:pt x="1011629" y="302412"/>
                  <a:pt x="1025223" y="288818"/>
                  <a:pt x="1041993" y="288818"/>
                </a:cubicBezTo>
                <a:close/>
                <a:moveTo>
                  <a:pt x="969438" y="288818"/>
                </a:moveTo>
                <a:cubicBezTo>
                  <a:pt x="986208" y="288818"/>
                  <a:pt x="999801" y="302412"/>
                  <a:pt x="999801" y="319181"/>
                </a:cubicBezTo>
                <a:cubicBezTo>
                  <a:pt x="999801" y="335950"/>
                  <a:pt x="986208" y="349545"/>
                  <a:pt x="969438" y="349545"/>
                </a:cubicBezTo>
                <a:cubicBezTo>
                  <a:pt x="952669" y="349545"/>
                  <a:pt x="939075" y="335950"/>
                  <a:pt x="939075" y="319181"/>
                </a:cubicBezTo>
                <a:cubicBezTo>
                  <a:pt x="939075" y="302412"/>
                  <a:pt x="952669" y="288818"/>
                  <a:pt x="969438" y="288818"/>
                </a:cubicBezTo>
                <a:close/>
                <a:moveTo>
                  <a:pt x="896883" y="288818"/>
                </a:moveTo>
                <a:cubicBezTo>
                  <a:pt x="913653" y="288818"/>
                  <a:pt x="927247" y="302412"/>
                  <a:pt x="927247" y="319181"/>
                </a:cubicBezTo>
                <a:cubicBezTo>
                  <a:pt x="927247" y="335950"/>
                  <a:pt x="913653" y="349545"/>
                  <a:pt x="896883" y="349545"/>
                </a:cubicBezTo>
                <a:cubicBezTo>
                  <a:pt x="880114" y="349545"/>
                  <a:pt x="866520" y="335950"/>
                  <a:pt x="866520" y="319181"/>
                </a:cubicBezTo>
                <a:cubicBezTo>
                  <a:pt x="866520" y="302412"/>
                  <a:pt x="880114" y="288818"/>
                  <a:pt x="896883" y="288818"/>
                </a:cubicBezTo>
                <a:close/>
                <a:moveTo>
                  <a:pt x="824329" y="288818"/>
                </a:moveTo>
                <a:cubicBezTo>
                  <a:pt x="841098" y="288818"/>
                  <a:pt x="854692" y="302412"/>
                  <a:pt x="854692" y="319181"/>
                </a:cubicBezTo>
                <a:cubicBezTo>
                  <a:pt x="854692" y="335950"/>
                  <a:pt x="841098" y="349545"/>
                  <a:pt x="824329" y="349545"/>
                </a:cubicBezTo>
                <a:cubicBezTo>
                  <a:pt x="807559" y="349545"/>
                  <a:pt x="793965" y="335950"/>
                  <a:pt x="793965" y="319181"/>
                </a:cubicBezTo>
                <a:cubicBezTo>
                  <a:pt x="793965" y="302412"/>
                  <a:pt x="807559" y="288818"/>
                  <a:pt x="824329" y="288818"/>
                </a:cubicBezTo>
                <a:close/>
                <a:moveTo>
                  <a:pt x="751774" y="288818"/>
                </a:moveTo>
                <a:cubicBezTo>
                  <a:pt x="768544" y="288818"/>
                  <a:pt x="782138" y="302412"/>
                  <a:pt x="782138" y="319181"/>
                </a:cubicBezTo>
                <a:cubicBezTo>
                  <a:pt x="782138" y="335950"/>
                  <a:pt x="768544" y="349545"/>
                  <a:pt x="751774" y="349545"/>
                </a:cubicBezTo>
                <a:cubicBezTo>
                  <a:pt x="735005" y="349545"/>
                  <a:pt x="721411" y="335950"/>
                  <a:pt x="721411" y="319181"/>
                </a:cubicBezTo>
                <a:cubicBezTo>
                  <a:pt x="721411" y="302412"/>
                  <a:pt x="735005" y="288818"/>
                  <a:pt x="751774" y="288818"/>
                </a:cubicBezTo>
                <a:close/>
                <a:moveTo>
                  <a:pt x="679220" y="288818"/>
                </a:moveTo>
                <a:cubicBezTo>
                  <a:pt x="695989" y="288818"/>
                  <a:pt x="709583" y="302412"/>
                  <a:pt x="709583" y="319181"/>
                </a:cubicBezTo>
                <a:cubicBezTo>
                  <a:pt x="709583" y="335950"/>
                  <a:pt x="695989" y="349545"/>
                  <a:pt x="679220" y="349545"/>
                </a:cubicBezTo>
                <a:cubicBezTo>
                  <a:pt x="662450" y="349545"/>
                  <a:pt x="648856" y="335950"/>
                  <a:pt x="648856" y="319181"/>
                </a:cubicBezTo>
                <a:cubicBezTo>
                  <a:pt x="648856" y="302412"/>
                  <a:pt x="662450" y="288818"/>
                  <a:pt x="679220" y="288818"/>
                </a:cubicBezTo>
                <a:close/>
                <a:moveTo>
                  <a:pt x="606665" y="288818"/>
                </a:moveTo>
                <a:cubicBezTo>
                  <a:pt x="623435" y="288818"/>
                  <a:pt x="637029" y="302412"/>
                  <a:pt x="637029" y="319181"/>
                </a:cubicBezTo>
                <a:cubicBezTo>
                  <a:pt x="637029" y="335950"/>
                  <a:pt x="623435" y="349545"/>
                  <a:pt x="606665" y="349545"/>
                </a:cubicBezTo>
                <a:cubicBezTo>
                  <a:pt x="589896" y="349545"/>
                  <a:pt x="576302" y="335950"/>
                  <a:pt x="576302" y="319181"/>
                </a:cubicBezTo>
                <a:cubicBezTo>
                  <a:pt x="576302" y="302412"/>
                  <a:pt x="589896" y="288818"/>
                  <a:pt x="606665" y="288818"/>
                </a:cubicBezTo>
                <a:close/>
                <a:moveTo>
                  <a:pt x="534111" y="288818"/>
                </a:moveTo>
                <a:cubicBezTo>
                  <a:pt x="550880" y="288818"/>
                  <a:pt x="564474" y="302412"/>
                  <a:pt x="564474" y="319181"/>
                </a:cubicBezTo>
                <a:cubicBezTo>
                  <a:pt x="564474" y="335950"/>
                  <a:pt x="550880" y="349545"/>
                  <a:pt x="534111" y="349545"/>
                </a:cubicBezTo>
                <a:cubicBezTo>
                  <a:pt x="517341" y="349545"/>
                  <a:pt x="503747" y="335950"/>
                  <a:pt x="503747" y="319181"/>
                </a:cubicBezTo>
                <a:cubicBezTo>
                  <a:pt x="503747" y="302412"/>
                  <a:pt x="517341" y="288818"/>
                  <a:pt x="534111" y="288818"/>
                </a:cubicBezTo>
                <a:close/>
                <a:moveTo>
                  <a:pt x="461556" y="288818"/>
                </a:moveTo>
                <a:cubicBezTo>
                  <a:pt x="478326" y="288818"/>
                  <a:pt x="491920" y="302412"/>
                  <a:pt x="491920" y="319181"/>
                </a:cubicBezTo>
                <a:cubicBezTo>
                  <a:pt x="491920" y="335950"/>
                  <a:pt x="478326" y="349545"/>
                  <a:pt x="461556" y="349545"/>
                </a:cubicBezTo>
                <a:cubicBezTo>
                  <a:pt x="444787" y="349545"/>
                  <a:pt x="431192" y="335950"/>
                  <a:pt x="431192" y="319181"/>
                </a:cubicBezTo>
                <a:cubicBezTo>
                  <a:pt x="431192" y="302412"/>
                  <a:pt x="444787" y="288818"/>
                  <a:pt x="461556" y="288818"/>
                </a:cubicBezTo>
                <a:close/>
                <a:moveTo>
                  <a:pt x="389002" y="288818"/>
                </a:moveTo>
                <a:cubicBezTo>
                  <a:pt x="405771" y="288818"/>
                  <a:pt x="419365" y="302412"/>
                  <a:pt x="419365" y="319181"/>
                </a:cubicBezTo>
                <a:cubicBezTo>
                  <a:pt x="419365" y="335950"/>
                  <a:pt x="405771" y="349545"/>
                  <a:pt x="389002" y="349545"/>
                </a:cubicBezTo>
                <a:cubicBezTo>
                  <a:pt x="372232" y="349545"/>
                  <a:pt x="358638" y="335950"/>
                  <a:pt x="358638" y="319181"/>
                </a:cubicBezTo>
                <a:cubicBezTo>
                  <a:pt x="358638" y="302412"/>
                  <a:pt x="372232" y="288818"/>
                  <a:pt x="389002" y="288818"/>
                </a:cubicBezTo>
                <a:close/>
                <a:moveTo>
                  <a:pt x="316447" y="288818"/>
                </a:moveTo>
                <a:cubicBezTo>
                  <a:pt x="333216" y="288818"/>
                  <a:pt x="346810" y="302412"/>
                  <a:pt x="346810" y="319181"/>
                </a:cubicBezTo>
                <a:cubicBezTo>
                  <a:pt x="346810" y="335950"/>
                  <a:pt x="333216" y="349545"/>
                  <a:pt x="316447" y="349545"/>
                </a:cubicBezTo>
                <a:cubicBezTo>
                  <a:pt x="299677" y="349545"/>
                  <a:pt x="286084" y="335950"/>
                  <a:pt x="286084" y="319181"/>
                </a:cubicBezTo>
                <a:cubicBezTo>
                  <a:pt x="286084" y="302412"/>
                  <a:pt x="299677" y="288818"/>
                  <a:pt x="316447" y="288818"/>
                </a:cubicBezTo>
                <a:close/>
                <a:moveTo>
                  <a:pt x="243892" y="288818"/>
                </a:moveTo>
                <a:cubicBezTo>
                  <a:pt x="260662" y="288818"/>
                  <a:pt x="274256" y="302412"/>
                  <a:pt x="274256" y="319181"/>
                </a:cubicBezTo>
                <a:cubicBezTo>
                  <a:pt x="274256" y="335950"/>
                  <a:pt x="260662" y="349545"/>
                  <a:pt x="243892" y="349545"/>
                </a:cubicBezTo>
                <a:cubicBezTo>
                  <a:pt x="227123" y="349545"/>
                  <a:pt x="213529" y="335950"/>
                  <a:pt x="213529" y="319181"/>
                </a:cubicBezTo>
                <a:cubicBezTo>
                  <a:pt x="213529" y="302412"/>
                  <a:pt x="227123" y="288818"/>
                  <a:pt x="243892" y="288818"/>
                </a:cubicBezTo>
                <a:close/>
                <a:moveTo>
                  <a:pt x="171339" y="288818"/>
                </a:moveTo>
                <a:cubicBezTo>
                  <a:pt x="188107" y="288818"/>
                  <a:pt x="201701" y="302412"/>
                  <a:pt x="201701" y="319181"/>
                </a:cubicBezTo>
                <a:cubicBezTo>
                  <a:pt x="201701" y="335950"/>
                  <a:pt x="188107" y="349545"/>
                  <a:pt x="171339" y="349545"/>
                </a:cubicBezTo>
                <a:cubicBezTo>
                  <a:pt x="154691" y="349545"/>
                  <a:pt x="141096" y="335950"/>
                  <a:pt x="141096" y="319181"/>
                </a:cubicBezTo>
                <a:cubicBezTo>
                  <a:pt x="141096" y="302412"/>
                  <a:pt x="154691" y="288818"/>
                  <a:pt x="171339" y="288818"/>
                </a:cubicBezTo>
                <a:close/>
                <a:moveTo>
                  <a:pt x="98923" y="288818"/>
                </a:moveTo>
                <a:cubicBezTo>
                  <a:pt x="115682" y="288818"/>
                  <a:pt x="129276" y="302412"/>
                  <a:pt x="129276" y="319181"/>
                </a:cubicBezTo>
                <a:cubicBezTo>
                  <a:pt x="129276" y="335950"/>
                  <a:pt x="115682" y="349545"/>
                  <a:pt x="98923" y="349545"/>
                </a:cubicBezTo>
                <a:cubicBezTo>
                  <a:pt x="82149" y="349545"/>
                  <a:pt x="68554" y="335950"/>
                  <a:pt x="68554" y="319181"/>
                </a:cubicBezTo>
                <a:cubicBezTo>
                  <a:pt x="68554" y="302412"/>
                  <a:pt x="82149" y="288818"/>
                  <a:pt x="98923" y="288818"/>
                </a:cubicBezTo>
                <a:close/>
                <a:moveTo>
                  <a:pt x="26368" y="288818"/>
                </a:moveTo>
                <a:cubicBezTo>
                  <a:pt x="43131" y="288818"/>
                  <a:pt x="56725" y="302412"/>
                  <a:pt x="56725" y="319181"/>
                </a:cubicBezTo>
                <a:cubicBezTo>
                  <a:pt x="56725" y="335950"/>
                  <a:pt x="43131" y="349545"/>
                  <a:pt x="26368" y="349545"/>
                </a:cubicBezTo>
                <a:cubicBezTo>
                  <a:pt x="17983" y="349545"/>
                  <a:pt x="10391" y="346146"/>
                  <a:pt x="4896" y="340651"/>
                </a:cubicBezTo>
                <a:lnTo>
                  <a:pt x="0" y="328831"/>
                </a:lnTo>
                <a:lnTo>
                  <a:pt x="0" y="309532"/>
                </a:lnTo>
                <a:lnTo>
                  <a:pt x="4896" y="297711"/>
                </a:lnTo>
                <a:cubicBezTo>
                  <a:pt x="10391" y="292217"/>
                  <a:pt x="17983" y="288818"/>
                  <a:pt x="26368" y="288818"/>
                </a:cubicBezTo>
                <a:close/>
                <a:moveTo>
                  <a:pt x="1622429" y="208366"/>
                </a:moveTo>
                <a:cubicBezTo>
                  <a:pt x="1639199" y="208366"/>
                  <a:pt x="1652792" y="221960"/>
                  <a:pt x="1652792" y="238729"/>
                </a:cubicBezTo>
                <a:cubicBezTo>
                  <a:pt x="1652792" y="255499"/>
                  <a:pt x="1639199" y="269093"/>
                  <a:pt x="1622429" y="269093"/>
                </a:cubicBezTo>
                <a:cubicBezTo>
                  <a:pt x="1605659" y="269093"/>
                  <a:pt x="1592066" y="255499"/>
                  <a:pt x="1592066" y="238729"/>
                </a:cubicBezTo>
                <a:cubicBezTo>
                  <a:pt x="1592066" y="221960"/>
                  <a:pt x="1605659" y="208366"/>
                  <a:pt x="1622429" y="208366"/>
                </a:cubicBezTo>
                <a:close/>
                <a:moveTo>
                  <a:pt x="1549874" y="208366"/>
                </a:moveTo>
                <a:cubicBezTo>
                  <a:pt x="1566644" y="208366"/>
                  <a:pt x="1580238" y="221960"/>
                  <a:pt x="1580238" y="238729"/>
                </a:cubicBezTo>
                <a:cubicBezTo>
                  <a:pt x="1580238" y="255499"/>
                  <a:pt x="1566644" y="269093"/>
                  <a:pt x="1549874" y="269093"/>
                </a:cubicBezTo>
                <a:cubicBezTo>
                  <a:pt x="1533105" y="269093"/>
                  <a:pt x="1519511" y="255499"/>
                  <a:pt x="1519511" y="238729"/>
                </a:cubicBezTo>
                <a:cubicBezTo>
                  <a:pt x="1519511" y="221960"/>
                  <a:pt x="1533105" y="208366"/>
                  <a:pt x="1549874" y="208366"/>
                </a:cubicBezTo>
                <a:close/>
                <a:moveTo>
                  <a:pt x="1477320" y="208366"/>
                </a:moveTo>
                <a:cubicBezTo>
                  <a:pt x="1494089" y="208366"/>
                  <a:pt x="1507683" y="221960"/>
                  <a:pt x="1507683" y="238729"/>
                </a:cubicBezTo>
                <a:cubicBezTo>
                  <a:pt x="1507683" y="255499"/>
                  <a:pt x="1494089" y="269093"/>
                  <a:pt x="1477320" y="269093"/>
                </a:cubicBezTo>
                <a:cubicBezTo>
                  <a:pt x="1460550" y="269093"/>
                  <a:pt x="1446956" y="255499"/>
                  <a:pt x="1446956" y="238729"/>
                </a:cubicBezTo>
                <a:cubicBezTo>
                  <a:pt x="1446956" y="221960"/>
                  <a:pt x="1460550" y="208366"/>
                  <a:pt x="1477320" y="208366"/>
                </a:cubicBezTo>
                <a:close/>
                <a:moveTo>
                  <a:pt x="1404765" y="208366"/>
                </a:moveTo>
                <a:cubicBezTo>
                  <a:pt x="1421535" y="208366"/>
                  <a:pt x="1435129" y="221960"/>
                  <a:pt x="1435129" y="238729"/>
                </a:cubicBezTo>
                <a:cubicBezTo>
                  <a:pt x="1435129" y="255499"/>
                  <a:pt x="1421535" y="269093"/>
                  <a:pt x="1404765" y="269093"/>
                </a:cubicBezTo>
                <a:cubicBezTo>
                  <a:pt x="1387996" y="269093"/>
                  <a:pt x="1374402" y="255499"/>
                  <a:pt x="1374402" y="238729"/>
                </a:cubicBezTo>
                <a:cubicBezTo>
                  <a:pt x="1374402" y="221960"/>
                  <a:pt x="1387996" y="208366"/>
                  <a:pt x="1404765" y="208366"/>
                </a:cubicBezTo>
                <a:close/>
                <a:moveTo>
                  <a:pt x="1332211" y="208366"/>
                </a:moveTo>
                <a:cubicBezTo>
                  <a:pt x="1348980" y="208366"/>
                  <a:pt x="1362574" y="221960"/>
                  <a:pt x="1362574" y="238729"/>
                </a:cubicBezTo>
                <a:cubicBezTo>
                  <a:pt x="1362574" y="255499"/>
                  <a:pt x="1348980" y="269093"/>
                  <a:pt x="1332211" y="269093"/>
                </a:cubicBezTo>
                <a:cubicBezTo>
                  <a:pt x="1315441" y="269093"/>
                  <a:pt x="1301847" y="255499"/>
                  <a:pt x="1301847" y="238729"/>
                </a:cubicBezTo>
                <a:cubicBezTo>
                  <a:pt x="1301847" y="221960"/>
                  <a:pt x="1315441" y="208366"/>
                  <a:pt x="1332211" y="208366"/>
                </a:cubicBezTo>
                <a:close/>
                <a:moveTo>
                  <a:pt x="1259656" y="208366"/>
                </a:moveTo>
                <a:cubicBezTo>
                  <a:pt x="1276426" y="208366"/>
                  <a:pt x="1290020" y="221960"/>
                  <a:pt x="1290020" y="238729"/>
                </a:cubicBezTo>
                <a:cubicBezTo>
                  <a:pt x="1290020" y="255499"/>
                  <a:pt x="1276426" y="269093"/>
                  <a:pt x="1259656" y="269093"/>
                </a:cubicBezTo>
                <a:cubicBezTo>
                  <a:pt x="1242887" y="269093"/>
                  <a:pt x="1229293" y="255499"/>
                  <a:pt x="1229293" y="238729"/>
                </a:cubicBezTo>
                <a:cubicBezTo>
                  <a:pt x="1229293" y="221960"/>
                  <a:pt x="1242887" y="208366"/>
                  <a:pt x="1259656" y="208366"/>
                </a:cubicBezTo>
                <a:close/>
                <a:moveTo>
                  <a:pt x="1187102" y="208366"/>
                </a:moveTo>
                <a:cubicBezTo>
                  <a:pt x="1203871" y="208366"/>
                  <a:pt x="1217465" y="221960"/>
                  <a:pt x="1217465" y="238729"/>
                </a:cubicBezTo>
                <a:cubicBezTo>
                  <a:pt x="1217465" y="255499"/>
                  <a:pt x="1203871" y="269093"/>
                  <a:pt x="1187102" y="269093"/>
                </a:cubicBezTo>
                <a:cubicBezTo>
                  <a:pt x="1170332" y="269093"/>
                  <a:pt x="1156738" y="255499"/>
                  <a:pt x="1156738" y="238729"/>
                </a:cubicBezTo>
                <a:cubicBezTo>
                  <a:pt x="1156738" y="221960"/>
                  <a:pt x="1170332" y="208366"/>
                  <a:pt x="1187102" y="208366"/>
                </a:cubicBezTo>
                <a:close/>
                <a:moveTo>
                  <a:pt x="1114547" y="208366"/>
                </a:moveTo>
                <a:cubicBezTo>
                  <a:pt x="1131317" y="208366"/>
                  <a:pt x="1144911" y="221960"/>
                  <a:pt x="1144911" y="238729"/>
                </a:cubicBezTo>
                <a:cubicBezTo>
                  <a:pt x="1144911" y="255499"/>
                  <a:pt x="1131317" y="269093"/>
                  <a:pt x="1114547" y="269093"/>
                </a:cubicBezTo>
                <a:cubicBezTo>
                  <a:pt x="1097778" y="269093"/>
                  <a:pt x="1084184" y="255499"/>
                  <a:pt x="1084184" y="238729"/>
                </a:cubicBezTo>
                <a:cubicBezTo>
                  <a:pt x="1084184" y="221960"/>
                  <a:pt x="1097778" y="208366"/>
                  <a:pt x="1114547" y="208366"/>
                </a:cubicBezTo>
                <a:close/>
                <a:moveTo>
                  <a:pt x="1041993" y="208366"/>
                </a:moveTo>
                <a:cubicBezTo>
                  <a:pt x="1058762" y="208366"/>
                  <a:pt x="1072356" y="221960"/>
                  <a:pt x="1072356" y="238729"/>
                </a:cubicBezTo>
                <a:cubicBezTo>
                  <a:pt x="1072356" y="255499"/>
                  <a:pt x="1058762" y="269093"/>
                  <a:pt x="1041993" y="269093"/>
                </a:cubicBezTo>
                <a:cubicBezTo>
                  <a:pt x="1025223" y="269093"/>
                  <a:pt x="1011629" y="255499"/>
                  <a:pt x="1011629" y="238729"/>
                </a:cubicBezTo>
                <a:cubicBezTo>
                  <a:pt x="1011629" y="221960"/>
                  <a:pt x="1025223" y="208366"/>
                  <a:pt x="1041993" y="208366"/>
                </a:cubicBezTo>
                <a:close/>
                <a:moveTo>
                  <a:pt x="969438" y="208366"/>
                </a:moveTo>
                <a:cubicBezTo>
                  <a:pt x="986208" y="208366"/>
                  <a:pt x="999801" y="221960"/>
                  <a:pt x="999801" y="238729"/>
                </a:cubicBezTo>
                <a:cubicBezTo>
                  <a:pt x="999801" y="255499"/>
                  <a:pt x="986208" y="269093"/>
                  <a:pt x="969438" y="269093"/>
                </a:cubicBezTo>
                <a:cubicBezTo>
                  <a:pt x="952669" y="269093"/>
                  <a:pt x="939075" y="255499"/>
                  <a:pt x="939075" y="238729"/>
                </a:cubicBezTo>
                <a:cubicBezTo>
                  <a:pt x="939075" y="221960"/>
                  <a:pt x="952669" y="208366"/>
                  <a:pt x="969438" y="208366"/>
                </a:cubicBezTo>
                <a:close/>
                <a:moveTo>
                  <a:pt x="896883" y="208366"/>
                </a:moveTo>
                <a:cubicBezTo>
                  <a:pt x="913653" y="208366"/>
                  <a:pt x="927247" y="221960"/>
                  <a:pt x="927247" y="238729"/>
                </a:cubicBezTo>
                <a:cubicBezTo>
                  <a:pt x="927247" y="255499"/>
                  <a:pt x="913653" y="269093"/>
                  <a:pt x="896883" y="269093"/>
                </a:cubicBezTo>
                <a:cubicBezTo>
                  <a:pt x="880114" y="269093"/>
                  <a:pt x="866520" y="255499"/>
                  <a:pt x="866520" y="238729"/>
                </a:cubicBezTo>
                <a:cubicBezTo>
                  <a:pt x="866520" y="221960"/>
                  <a:pt x="880114" y="208366"/>
                  <a:pt x="896883" y="208366"/>
                </a:cubicBezTo>
                <a:close/>
                <a:moveTo>
                  <a:pt x="824329" y="208366"/>
                </a:moveTo>
                <a:cubicBezTo>
                  <a:pt x="841098" y="208366"/>
                  <a:pt x="854692" y="221960"/>
                  <a:pt x="854692" y="238729"/>
                </a:cubicBezTo>
                <a:cubicBezTo>
                  <a:pt x="854692" y="255499"/>
                  <a:pt x="841098" y="269093"/>
                  <a:pt x="824329" y="269093"/>
                </a:cubicBezTo>
                <a:cubicBezTo>
                  <a:pt x="807559" y="269093"/>
                  <a:pt x="793965" y="255499"/>
                  <a:pt x="793965" y="238729"/>
                </a:cubicBezTo>
                <a:cubicBezTo>
                  <a:pt x="793965" y="221960"/>
                  <a:pt x="807559" y="208366"/>
                  <a:pt x="824329" y="208366"/>
                </a:cubicBezTo>
                <a:close/>
                <a:moveTo>
                  <a:pt x="751774" y="208366"/>
                </a:moveTo>
                <a:cubicBezTo>
                  <a:pt x="768544" y="208366"/>
                  <a:pt x="782138" y="221960"/>
                  <a:pt x="782138" y="238729"/>
                </a:cubicBezTo>
                <a:cubicBezTo>
                  <a:pt x="782138" y="255499"/>
                  <a:pt x="768544" y="269093"/>
                  <a:pt x="751774" y="269093"/>
                </a:cubicBezTo>
                <a:cubicBezTo>
                  <a:pt x="735005" y="269093"/>
                  <a:pt x="721411" y="255499"/>
                  <a:pt x="721411" y="238729"/>
                </a:cubicBezTo>
                <a:cubicBezTo>
                  <a:pt x="721411" y="221960"/>
                  <a:pt x="735005" y="208366"/>
                  <a:pt x="751774" y="208366"/>
                </a:cubicBezTo>
                <a:close/>
                <a:moveTo>
                  <a:pt x="679220" y="208366"/>
                </a:moveTo>
                <a:cubicBezTo>
                  <a:pt x="695989" y="208366"/>
                  <a:pt x="709583" y="221960"/>
                  <a:pt x="709583" y="238729"/>
                </a:cubicBezTo>
                <a:cubicBezTo>
                  <a:pt x="709583" y="255499"/>
                  <a:pt x="695989" y="269093"/>
                  <a:pt x="679220" y="269093"/>
                </a:cubicBezTo>
                <a:cubicBezTo>
                  <a:pt x="662450" y="269093"/>
                  <a:pt x="648856" y="255499"/>
                  <a:pt x="648856" y="238729"/>
                </a:cubicBezTo>
                <a:cubicBezTo>
                  <a:pt x="648856" y="221960"/>
                  <a:pt x="662450" y="208366"/>
                  <a:pt x="679220" y="208366"/>
                </a:cubicBezTo>
                <a:close/>
                <a:moveTo>
                  <a:pt x="606665" y="208366"/>
                </a:moveTo>
                <a:cubicBezTo>
                  <a:pt x="623435" y="208366"/>
                  <a:pt x="637029" y="221960"/>
                  <a:pt x="637029" y="238729"/>
                </a:cubicBezTo>
                <a:cubicBezTo>
                  <a:pt x="637029" y="255499"/>
                  <a:pt x="623435" y="269093"/>
                  <a:pt x="606665" y="269093"/>
                </a:cubicBezTo>
                <a:cubicBezTo>
                  <a:pt x="589896" y="269093"/>
                  <a:pt x="576302" y="255499"/>
                  <a:pt x="576302" y="238729"/>
                </a:cubicBezTo>
                <a:cubicBezTo>
                  <a:pt x="576302" y="221960"/>
                  <a:pt x="589896" y="208366"/>
                  <a:pt x="606665" y="208366"/>
                </a:cubicBezTo>
                <a:close/>
                <a:moveTo>
                  <a:pt x="534111" y="208366"/>
                </a:moveTo>
                <a:cubicBezTo>
                  <a:pt x="550880" y="208366"/>
                  <a:pt x="564474" y="221960"/>
                  <a:pt x="564474" y="238729"/>
                </a:cubicBezTo>
                <a:cubicBezTo>
                  <a:pt x="564474" y="255499"/>
                  <a:pt x="550880" y="269093"/>
                  <a:pt x="534111" y="269093"/>
                </a:cubicBezTo>
                <a:cubicBezTo>
                  <a:pt x="517341" y="269093"/>
                  <a:pt x="503747" y="255499"/>
                  <a:pt x="503747" y="238729"/>
                </a:cubicBezTo>
                <a:cubicBezTo>
                  <a:pt x="503747" y="221960"/>
                  <a:pt x="517341" y="208366"/>
                  <a:pt x="534111" y="208366"/>
                </a:cubicBezTo>
                <a:close/>
                <a:moveTo>
                  <a:pt x="461556" y="208366"/>
                </a:moveTo>
                <a:cubicBezTo>
                  <a:pt x="478326" y="208366"/>
                  <a:pt x="491920" y="221960"/>
                  <a:pt x="491920" y="238729"/>
                </a:cubicBezTo>
                <a:cubicBezTo>
                  <a:pt x="491920" y="255499"/>
                  <a:pt x="478326" y="269093"/>
                  <a:pt x="461556" y="269093"/>
                </a:cubicBezTo>
                <a:cubicBezTo>
                  <a:pt x="444787" y="269093"/>
                  <a:pt x="431192" y="255499"/>
                  <a:pt x="431192" y="238729"/>
                </a:cubicBezTo>
                <a:cubicBezTo>
                  <a:pt x="431192" y="221960"/>
                  <a:pt x="444787" y="208366"/>
                  <a:pt x="461556" y="208366"/>
                </a:cubicBezTo>
                <a:close/>
                <a:moveTo>
                  <a:pt x="389002" y="208366"/>
                </a:moveTo>
                <a:cubicBezTo>
                  <a:pt x="405771" y="208366"/>
                  <a:pt x="419365" y="221960"/>
                  <a:pt x="419365" y="238729"/>
                </a:cubicBezTo>
                <a:cubicBezTo>
                  <a:pt x="419365" y="255499"/>
                  <a:pt x="405771" y="269093"/>
                  <a:pt x="389002" y="269093"/>
                </a:cubicBezTo>
                <a:cubicBezTo>
                  <a:pt x="372232" y="269093"/>
                  <a:pt x="358638" y="255499"/>
                  <a:pt x="358638" y="238729"/>
                </a:cubicBezTo>
                <a:cubicBezTo>
                  <a:pt x="358638" y="221960"/>
                  <a:pt x="372232" y="208366"/>
                  <a:pt x="389002" y="208366"/>
                </a:cubicBezTo>
                <a:close/>
                <a:moveTo>
                  <a:pt x="316447" y="208366"/>
                </a:moveTo>
                <a:cubicBezTo>
                  <a:pt x="333216" y="208366"/>
                  <a:pt x="346810" y="221960"/>
                  <a:pt x="346810" y="238729"/>
                </a:cubicBezTo>
                <a:cubicBezTo>
                  <a:pt x="346810" y="255499"/>
                  <a:pt x="333216" y="269093"/>
                  <a:pt x="316447" y="269093"/>
                </a:cubicBezTo>
                <a:cubicBezTo>
                  <a:pt x="299677" y="269093"/>
                  <a:pt x="286084" y="255499"/>
                  <a:pt x="286084" y="238729"/>
                </a:cubicBezTo>
                <a:cubicBezTo>
                  <a:pt x="286084" y="221960"/>
                  <a:pt x="299677" y="208366"/>
                  <a:pt x="316447" y="208366"/>
                </a:cubicBezTo>
                <a:close/>
                <a:moveTo>
                  <a:pt x="243892" y="208366"/>
                </a:moveTo>
                <a:cubicBezTo>
                  <a:pt x="260662" y="208366"/>
                  <a:pt x="274256" y="221960"/>
                  <a:pt x="274256" y="238729"/>
                </a:cubicBezTo>
                <a:cubicBezTo>
                  <a:pt x="274256" y="255499"/>
                  <a:pt x="260662" y="269093"/>
                  <a:pt x="243892" y="269093"/>
                </a:cubicBezTo>
                <a:cubicBezTo>
                  <a:pt x="227123" y="269093"/>
                  <a:pt x="213529" y="255499"/>
                  <a:pt x="213529" y="238729"/>
                </a:cubicBezTo>
                <a:cubicBezTo>
                  <a:pt x="213529" y="221960"/>
                  <a:pt x="227123" y="208366"/>
                  <a:pt x="243892" y="208366"/>
                </a:cubicBezTo>
                <a:close/>
                <a:moveTo>
                  <a:pt x="171339" y="208366"/>
                </a:moveTo>
                <a:cubicBezTo>
                  <a:pt x="188107" y="208366"/>
                  <a:pt x="201701" y="221960"/>
                  <a:pt x="201701" y="238729"/>
                </a:cubicBezTo>
                <a:cubicBezTo>
                  <a:pt x="201701" y="255499"/>
                  <a:pt x="188107" y="269093"/>
                  <a:pt x="171339" y="269093"/>
                </a:cubicBezTo>
                <a:cubicBezTo>
                  <a:pt x="154697" y="269093"/>
                  <a:pt x="141102" y="255499"/>
                  <a:pt x="141102" y="238729"/>
                </a:cubicBezTo>
                <a:cubicBezTo>
                  <a:pt x="141102" y="221960"/>
                  <a:pt x="154697" y="208366"/>
                  <a:pt x="171339" y="208366"/>
                </a:cubicBezTo>
                <a:close/>
                <a:moveTo>
                  <a:pt x="98929" y="208366"/>
                </a:moveTo>
                <a:cubicBezTo>
                  <a:pt x="115688" y="208366"/>
                  <a:pt x="129282" y="221960"/>
                  <a:pt x="129282" y="238729"/>
                </a:cubicBezTo>
                <a:cubicBezTo>
                  <a:pt x="129282" y="255499"/>
                  <a:pt x="115688" y="269093"/>
                  <a:pt x="98929" y="269093"/>
                </a:cubicBezTo>
                <a:cubicBezTo>
                  <a:pt x="82155" y="269093"/>
                  <a:pt x="68561" y="255499"/>
                  <a:pt x="68561" y="238729"/>
                </a:cubicBezTo>
                <a:cubicBezTo>
                  <a:pt x="68561" y="221960"/>
                  <a:pt x="82155" y="208366"/>
                  <a:pt x="98929" y="208366"/>
                </a:cubicBezTo>
                <a:close/>
                <a:moveTo>
                  <a:pt x="26375" y="208366"/>
                </a:moveTo>
                <a:cubicBezTo>
                  <a:pt x="43137" y="208366"/>
                  <a:pt x="56732" y="221960"/>
                  <a:pt x="56732" y="238729"/>
                </a:cubicBezTo>
                <a:cubicBezTo>
                  <a:pt x="56732" y="255499"/>
                  <a:pt x="43137" y="269093"/>
                  <a:pt x="26375" y="269093"/>
                </a:cubicBezTo>
                <a:cubicBezTo>
                  <a:pt x="17989" y="269093"/>
                  <a:pt x="10398" y="265695"/>
                  <a:pt x="4903" y="260200"/>
                </a:cubicBezTo>
                <a:lnTo>
                  <a:pt x="0" y="248364"/>
                </a:lnTo>
                <a:lnTo>
                  <a:pt x="0" y="229094"/>
                </a:lnTo>
                <a:lnTo>
                  <a:pt x="4903" y="217259"/>
                </a:lnTo>
                <a:cubicBezTo>
                  <a:pt x="10398" y="211765"/>
                  <a:pt x="17989" y="208366"/>
                  <a:pt x="26375" y="208366"/>
                </a:cubicBezTo>
                <a:close/>
                <a:moveTo>
                  <a:pt x="1622429" y="127914"/>
                </a:moveTo>
                <a:cubicBezTo>
                  <a:pt x="1630814" y="127914"/>
                  <a:pt x="1638404" y="131313"/>
                  <a:pt x="1643899" y="136808"/>
                </a:cubicBezTo>
                <a:lnTo>
                  <a:pt x="1648931" y="148957"/>
                </a:lnTo>
                <a:lnTo>
                  <a:pt x="1651011" y="162579"/>
                </a:lnTo>
                <a:lnTo>
                  <a:pt x="1643899" y="179748"/>
                </a:lnTo>
                <a:cubicBezTo>
                  <a:pt x="1638404" y="185243"/>
                  <a:pt x="1630814" y="188641"/>
                  <a:pt x="1622429" y="188641"/>
                </a:cubicBezTo>
                <a:cubicBezTo>
                  <a:pt x="1605659" y="188641"/>
                  <a:pt x="1592066" y="175047"/>
                  <a:pt x="1592066" y="158278"/>
                </a:cubicBezTo>
                <a:cubicBezTo>
                  <a:pt x="1592066" y="141508"/>
                  <a:pt x="1605659" y="127914"/>
                  <a:pt x="1622429" y="127914"/>
                </a:cubicBezTo>
                <a:close/>
                <a:moveTo>
                  <a:pt x="1549874" y="127914"/>
                </a:moveTo>
                <a:cubicBezTo>
                  <a:pt x="1566644" y="127914"/>
                  <a:pt x="1580238" y="141508"/>
                  <a:pt x="1580238" y="158278"/>
                </a:cubicBezTo>
                <a:cubicBezTo>
                  <a:pt x="1580238" y="175047"/>
                  <a:pt x="1566644" y="188641"/>
                  <a:pt x="1549874" y="188641"/>
                </a:cubicBezTo>
                <a:cubicBezTo>
                  <a:pt x="1533105" y="188641"/>
                  <a:pt x="1519511" y="175047"/>
                  <a:pt x="1519511" y="158278"/>
                </a:cubicBezTo>
                <a:cubicBezTo>
                  <a:pt x="1519511" y="141508"/>
                  <a:pt x="1533105" y="127914"/>
                  <a:pt x="1549874" y="127914"/>
                </a:cubicBezTo>
                <a:close/>
                <a:moveTo>
                  <a:pt x="1477320" y="127914"/>
                </a:moveTo>
                <a:cubicBezTo>
                  <a:pt x="1494089" y="127914"/>
                  <a:pt x="1507683" y="141508"/>
                  <a:pt x="1507683" y="158278"/>
                </a:cubicBezTo>
                <a:cubicBezTo>
                  <a:pt x="1507683" y="175047"/>
                  <a:pt x="1494089" y="188641"/>
                  <a:pt x="1477320" y="188641"/>
                </a:cubicBezTo>
                <a:cubicBezTo>
                  <a:pt x="1460550" y="188641"/>
                  <a:pt x="1446956" y="175047"/>
                  <a:pt x="1446956" y="158278"/>
                </a:cubicBezTo>
                <a:cubicBezTo>
                  <a:pt x="1446956" y="141508"/>
                  <a:pt x="1460550" y="127914"/>
                  <a:pt x="1477320" y="127914"/>
                </a:cubicBezTo>
                <a:close/>
                <a:moveTo>
                  <a:pt x="1404765" y="127914"/>
                </a:moveTo>
                <a:cubicBezTo>
                  <a:pt x="1421535" y="127914"/>
                  <a:pt x="1435129" y="141508"/>
                  <a:pt x="1435129" y="158278"/>
                </a:cubicBezTo>
                <a:cubicBezTo>
                  <a:pt x="1435129" y="175047"/>
                  <a:pt x="1421535" y="188641"/>
                  <a:pt x="1404765" y="188641"/>
                </a:cubicBezTo>
                <a:cubicBezTo>
                  <a:pt x="1387996" y="188641"/>
                  <a:pt x="1374402" y="175047"/>
                  <a:pt x="1374402" y="158278"/>
                </a:cubicBezTo>
                <a:cubicBezTo>
                  <a:pt x="1374402" y="141508"/>
                  <a:pt x="1387996" y="127914"/>
                  <a:pt x="1404765" y="127914"/>
                </a:cubicBezTo>
                <a:close/>
                <a:moveTo>
                  <a:pt x="1332211" y="127914"/>
                </a:moveTo>
                <a:cubicBezTo>
                  <a:pt x="1348980" y="127914"/>
                  <a:pt x="1362574" y="141508"/>
                  <a:pt x="1362574" y="158278"/>
                </a:cubicBezTo>
                <a:cubicBezTo>
                  <a:pt x="1362574" y="175047"/>
                  <a:pt x="1348980" y="188641"/>
                  <a:pt x="1332211" y="188641"/>
                </a:cubicBezTo>
                <a:cubicBezTo>
                  <a:pt x="1315441" y="188641"/>
                  <a:pt x="1301847" y="175047"/>
                  <a:pt x="1301847" y="158278"/>
                </a:cubicBezTo>
                <a:cubicBezTo>
                  <a:pt x="1301847" y="141508"/>
                  <a:pt x="1315441" y="127914"/>
                  <a:pt x="1332211" y="127914"/>
                </a:cubicBezTo>
                <a:close/>
                <a:moveTo>
                  <a:pt x="1259656" y="127914"/>
                </a:moveTo>
                <a:cubicBezTo>
                  <a:pt x="1276426" y="127914"/>
                  <a:pt x="1290020" y="141508"/>
                  <a:pt x="1290020" y="158278"/>
                </a:cubicBezTo>
                <a:cubicBezTo>
                  <a:pt x="1290020" y="175047"/>
                  <a:pt x="1276426" y="188641"/>
                  <a:pt x="1259656" y="188641"/>
                </a:cubicBezTo>
                <a:cubicBezTo>
                  <a:pt x="1242887" y="188641"/>
                  <a:pt x="1229293" y="175047"/>
                  <a:pt x="1229293" y="158278"/>
                </a:cubicBezTo>
                <a:cubicBezTo>
                  <a:pt x="1229293" y="141508"/>
                  <a:pt x="1242887" y="127914"/>
                  <a:pt x="1259656" y="127914"/>
                </a:cubicBezTo>
                <a:close/>
                <a:moveTo>
                  <a:pt x="1187102" y="127914"/>
                </a:moveTo>
                <a:cubicBezTo>
                  <a:pt x="1203871" y="127914"/>
                  <a:pt x="1217465" y="141508"/>
                  <a:pt x="1217465" y="158278"/>
                </a:cubicBezTo>
                <a:cubicBezTo>
                  <a:pt x="1217465" y="175047"/>
                  <a:pt x="1203871" y="188641"/>
                  <a:pt x="1187102" y="188641"/>
                </a:cubicBezTo>
                <a:cubicBezTo>
                  <a:pt x="1170332" y="188641"/>
                  <a:pt x="1156738" y="175047"/>
                  <a:pt x="1156738" y="158278"/>
                </a:cubicBezTo>
                <a:cubicBezTo>
                  <a:pt x="1156738" y="141508"/>
                  <a:pt x="1170332" y="127914"/>
                  <a:pt x="1187102" y="127914"/>
                </a:cubicBezTo>
                <a:close/>
                <a:moveTo>
                  <a:pt x="1114547" y="127914"/>
                </a:moveTo>
                <a:cubicBezTo>
                  <a:pt x="1131317" y="127914"/>
                  <a:pt x="1144911" y="141508"/>
                  <a:pt x="1144911" y="158278"/>
                </a:cubicBezTo>
                <a:cubicBezTo>
                  <a:pt x="1144911" y="175047"/>
                  <a:pt x="1131317" y="188641"/>
                  <a:pt x="1114547" y="188641"/>
                </a:cubicBezTo>
                <a:cubicBezTo>
                  <a:pt x="1097778" y="188641"/>
                  <a:pt x="1084184" y="175047"/>
                  <a:pt x="1084184" y="158278"/>
                </a:cubicBezTo>
                <a:cubicBezTo>
                  <a:pt x="1084184" y="141508"/>
                  <a:pt x="1097778" y="127914"/>
                  <a:pt x="1114547" y="127914"/>
                </a:cubicBezTo>
                <a:close/>
                <a:moveTo>
                  <a:pt x="1041993" y="127914"/>
                </a:moveTo>
                <a:cubicBezTo>
                  <a:pt x="1058762" y="127914"/>
                  <a:pt x="1072356" y="141508"/>
                  <a:pt x="1072356" y="158278"/>
                </a:cubicBezTo>
                <a:cubicBezTo>
                  <a:pt x="1072356" y="175047"/>
                  <a:pt x="1058762" y="188641"/>
                  <a:pt x="1041993" y="188641"/>
                </a:cubicBezTo>
                <a:cubicBezTo>
                  <a:pt x="1025223" y="188641"/>
                  <a:pt x="1011629" y="175047"/>
                  <a:pt x="1011629" y="158278"/>
                </a:cubicBezTo>
                <a:cubicBezTo>
                  <a:pt x="1011629" y="141508"/>
                  <a:pt x="1025223" y="127914"/>
                  <a:pt x="1041993" y="127914"/>
                </a:cubicBezTo>
                <a:close/>
                <a:moveTo>
                  <a:pt x="969438" y="127914"/>
                </a:moveTo>
                <a:cubicBezTo>
                  <a:pt x="986208" y="127914"/>
                  <a:pt x="999801" y="141508"/>
                  <a:pt x="999801" y="158278"/>
                </a:cubicBezTo>
                <a:cubicBezTo>
                  <a:pt x="999801" y="175047"/>
                  <a:pt x="986208" y="188641"/>
                  <a:pt x="969438" y="188641"/>
                </a:cubicBezTo>
                <a:cubicBezTo>
                  <a:pt x="952669" y="188641"/>
                  <a:pt x="939075" y="175047"/>
                  <a:pt x="939075" y="158278"/>
                </a:cubicBezTo>
                <a:cubicBezTo>
                  <a:pt x="939075" y="141508"/>
                  <a:pt x="952669" y="127914"/>
                  <a:pt x="969438" y="127914"/>
                </a:cubicBezTo>
                <a:close/>
                <a:moveTo>
                  <a:pt x="896883" y="127914"/>
                </a:moveTo>
                <a:cubicBezTo>
                  <a:pt x="913653" y="127914"/>
                  <a:pt x="927247" y="141508"/>
                  <a:pt x="927247" y="158278"/>
                </a:cubicBezTo>
                <a:cubicBezTo>
                  <a:pt x="927247" y="175047"/>
                  <a:pt x="913653" y="188641"/>
                  <a:pt x="896883" y="188641"/>
                </a:cubicBezTo>
                <a:cubicBezTo>
                  <a:pt x="880114" y="188641"/>
                  <a:pt x="866520" y="175047"/>
                  <a:pt x="866520" y="158278"/>
                </a:cubicBezTo>
                <a:cubicBezTo>
                  <a:pt x="866520" y="141508"/>
                  <a:pt x="880114" y="127914"/>
                  <a:pt x="896883" y="127914"/>
                </a:cubicBezTo>
                <a:close/>
                <a:moveTo>
                  <a:pt x="824329" y="127914"/>
                </a:moveTo>
                <a:cubicBezTo>
                  <a:pt x="841098" y="127914"/>
                  <a:pt x="854692" y="141508"/>
                  <a:pt x="854692" y="158278"/>
                </a:cubicBezTo>
                <a:cubicBezTo>
                  <a:pt x="854692" y="175047"/>
                  <a:pt x="841098" y="188641"/>
                  <a:pt x="824329" y="188641"/>
                </a:cubicBezTo>
                <a:cubicBezTo>
                  <a:pt x="807559" y="188641"/>
                  <a:pt x="793965" y="175047"/>
                  <a:pt x="793965" y="158278"/>
                </a:cubicBezTo>
                <a:cubicBezTo>
                  <a:pt x="793965" y="141508"/>
                  <a:pt x="807559" y="127914"/>
                  <a:pt x="824329" y="127914"/>
                </a:cubicBezTo>
                <a:close/>
                <a:moveTo>
                  <a:pt x="751774" y="127914"/>
                </a:moveTo>
                <a:cubicBezTo>
                  <a:pt x="768544" y="127914"/>
                  <a:pt x="782138" y="141508"/>
                  <a:pt x="782138" y="158278"/>
                </a:cubicBezTo>
                <a:cubicBezTo>
                  <a:pt x="782138" y="175047"/>
                  <a:pt x="768544" y="188641"/>
                  <a:pt x="751774" y="188641"/>
                </a:cubicBezTo>
                <a:cubicBezTo>
                  <a:pt x="735005" y="188641"/>
                  <a:pt x="721411" y="175047"/>
                  <a:pt x="721411" y="158278"/>
                </a:cubicBezTo>
                <a:cubicBezTo>
                  <a:pt x="721411" y="141508"/>
                  <a:pt x="735005" y="127914"/>
                  <a:pt x="751774" y="127914"/>
                </a:cubicBezTo>
                <a:close/>
                <a:moveTo>
                  <a:pt x="679220" y="127914"/>
                </a:moveTo>
                <a:cubicBezTo>
                  <a:pt x="695989" y="127914"/>
                  <a:pt x="709583" y="141508"/>
                  <a:pt x="709583" y="158278"/>
                </a:cubicBezTo>
                <a:cubicBezTo>
                  <a:pt x="709583" y="175047"/>
                  <a:pt x="695989" y="188641"/>
                  <a:pt x="679220" y="188641"/>
                </a:cubicBezTo>
                <a:cubicBezTo>
                  <a:pt x="662450" y="188641"/>
                  <a:pt x="648856" y="175047"/>
                  <a:pt x="648856" y="158278"/>
                </a:cubicBezTo>
                <a:cubicBezTo>
                  <a:pt x="648856" y="141508"/>
                  <a:pt x="662450" y="127914"/>
                  <a:pt x="679220" y="127914"/>
                </a:cubicBezTo>
                <a:close/>
                <a:moveTo>
                  <a:pt x="606665" y="127914"/>
                </a:moveTo>
                <a:cubicBezTo>
                  <a:pt x="623435" y="127914"/>
                  <a:pt x="637029" y="141508"/>
                  <a:pt x="637029" y="158278"/>
                </a:cubicBezTo>
                <a:cubicBezTo>
                  <a:pt x="637029" y="175047"/>
                  <a:pt x="623435" y="188641"/>
                  <a:pt x="606665" y="188641"/>
                </a:cubicBezTo>
                <a:cubicBezTo>
                  <a:pt x="589896" y="188641"/>
                  <a:pt x="576302" y="175047"/>
                  <a:pt x="576302" y="158278"/>
                </a:cubicBezTo>
                <a:cubicBezTo>
                  <a:pt x="576302" y="141508"/>
                  <a:pt x="589896" y="127914"/>
                  <a:pt x="606665" y="127914"/>
                </a:cubicBezTo>
                <a:close/>
                <a:moveTo>
                  <a:pt x="534111" y="127914"/>
                </a:moveTo>
                <a:cubicBezTo>
                  <a:pt x="550880" y="127914"/>
                  <a:pt x="564474" y="141508"/>
                  <a:pt x="564474" y="158278"/>
                </a:cubicBezTo>
                <a:cubicBezTo>
                  <a:pt x="564474" y="175047"/>
                  <a:pt x="550880" y="188641"/>
                  <a:pt x="534111" y="188641"/>
                </a:cubicBezTo>
                <a:cubicBezTo>
                  <a:pt x="517341" y="188641"/>
                  <a:pt x="503747" y="175047"/>
                  <a:pt x="503747" y="158278"/>
                </a:cubicBezTo>
                <a:cubicBezTo>
                  <a:pt x="503747" y="141508"/>
                  <a:pt x="517341" y="127914"/>
                  <a:pt x="534111" y="127914"/>
                </a:cubicBezTo>
                <a:close/>
                <a:moveTo>
                  <a:pt x="461556" y="127914"/>
                </a:moveTo>
                <a:cubicBezTo>
                  <a:pt x="478326" y="127914"/>
                  <a:pt x="491920" y="141508"/>
                  <a:pt x="491920" y="158278"/>
                </a:cubicBezTo>
                <a:cubicBezTo>
                  <a:pt x="491920" y="175047"/>
                  <a:pt x="478326" y="188641"/>
                  <a:pt x="461556" y="188641"/>
                </a:cubicBezTo>
                <a:cubicBezTo>
                  <a:pt x="444787" y="188641"/>
                  <a:pt x="431192" y="175047"/>
                  <a:pt x="431192" y="158278"/>
                </a:cubicBezTo>
                <a:cubicBezTo>
                  <a:pt x="431192" y="141508"/>
                  <a:pt x="444787" y="127914"/>
                  <a:pt x="461556" y="127914"/>
                </a:cubicBezTo>
                <a:close/>
                <a:moveTo>
                  <a:pt x="389002" y="127914"/>
                </a:moveTo>
                <a:cubicBezTo>
                  <a:pt x="405771" y="127914"/>
                  <a:pt x="419365" y="141508"/>
                  <a:pt x="419365" y="158278"/>
                </a:cubicBezTo>
                <a:cubicBezTo>
                  <a:pt x="419365" y="175047"/>
                  <a:pt x="405771" y="188641"/>
                  <a:pt x="389002" y="188641"/>
                </a:cubicBezTo>
                <a:cubicBezTo>
                  <a:pt x="372232" y="188641"/>
                  <a:pt x="358638" y="175047"/>
                  <a:pt x="358638" y="158278"/>
                </a:cubicBezTo>
                <a:cubicBezTo>
                  <a:pt x="358638" y="141508"/>
                  <a:pt x="372232" y="127914"/>
                  <a:pt x="389002" y="127914"/>
                </a:cubicBezTo>
                <a:close/>
                <a:moveTo>
                  <a:pt x="316447" y="127914"/>
                </a:moveTo>
                <a:cubicBezTo>
                  <a:pt x="333216" y="127914"/>
                  <a:pt x="346810" y="141508"/>
                  <a:pt x="346810" y="158278"/>
                </a:cubicBezTo>
                <a:cubicBezTo>
                  <a:pt x="346810" y="175047"/>
                  <a:pt x="333216" y="188641"/>
                  <a:pt x="316447" y="188641"/>
                </a:cubicBezTo>
                <a:cubicBezTo>
                  <a:pt x="299677" y="188641"/>
                  <a:pt x="286084" y="175047"/>
                  <a:pt x="286084" y="158278"/>
                </a:cubicBezTo>
                <a:cubicBezTo>
                  <a:pt x="286084" y="141508"/>
                  <a:pt x="299677" y="127914"/>
                  <a:pt x="316447" y="127914"/>
                </a:cubicBezTo>
                <a:close/>
                <a:moveTo>
                  <a:pt x="243892" y="127914"/>
                </a:moveTo>
                <a:cubicBezTo>
                  <a:pt x="260662" y="127914"/>
                  <a:pt x="274256" y="141508"/>
                  <a:pt x="274256" y="158278"/>
                </a:cubicBezTo>
                <a:cubicBezTo>
                  <a:pt x="274256" y="175047"/>
                  <a:pt x="260662" y="188641"/>
                  <a:pt x="243892" y="188641"/>
                </a:cubicBezTo>
                <a:cubicBezTo>
                  <a:pt x="227123" y="188641"/>
                  <a:pt x="213529" y="175047"/>
                  <a:pt x="213529" y="158278"/>
                </a:cubicBezTo>
                <a:cubicBezTo>
                  <a:pt x="213529" y="141508"/>
                  <a:pt x="227123" y="127914"/>
                  <a:pt x="243892" y="127914"/>
                </a:cubicBezTo>
                <a:close/>
                <a:moveTo>
                  <a:pt x="171339" y="127914"/>
                </a:moveTo>
                <a:cubicBezTo>
                  <a:pt x="188107" y="127914"/>
                  <a:pt x="201701" y="141508"/>
                  <a:pt x="201701" y="158278"/>
                </a:cubicBezTo>
                <a:cubicBezTo>
                  <a:pt x="201701" y="175047"/>
                  <a:pt x="188107" y="188641"/>
                  <a:pt x="171339" y="188641"/>
                </a:cubicBezTo>
                <a:cubicBezTo>
                  <a:pt x="154702" y="188641"/>
                  <a:pt x="141108" y="175047"/>
                  <a:pt x="141108" y="158278"/>
                </a:cubicBezTo>
                <a:cubicBezTo>
                  <a:pt x="141108" y="141508"/>
                  <a:pt x="154702" y="127914"/>
                  <a:pt x="171339" y="127914"/>
                </a:cubicBezTo>
                <a:close/>
                <a:moveTo>
                  <a:pt x="98936" y="127914"/>
                </a:moveTo>
                <a:cubicBezTo>
                  <a:pt x="115695" y="127914"/>
                  <a:pt x="129288" y="141508"/>
                  <a:pt x="129288" y="158278"/>
                </a:cubicBezTo>
                <a:cubicBezTo>
                  <a:pt x="129288" y="175047"/>
                  <a:pt x="115695" y="188641"/>
                  <a:pt x="98936" y="188641"/>
                </a:cubicBezTo>
                <a:cubicBezTo>
                  <a:pt x="82162" y="188641"/>
                  <a:pt x="68567" y="175047"/>
                  <a:pt x="68567" y="158278"/>
                </a:cubicBezTo>
                <a:cubicBezTo>
                  <a:pt x="68567" y="141508"/>
                  <a:pt x="82162" y="127914"/>
                  <a:pt x="98936" y="127914"/>
                </a:cubicBezTo>
                <a:close/>
                <a:moveTo>
                  <a:pt x="26381" y="127914"/>
                </a:moveTo>
                <a:cubicBezTo>
                  <a:pt x="43143" y="127914"/>
                  <a:pt x="56738" y="141508"/>
                  <a:pt x="56738" y="158278"/>
                </a:cubicBezTo>
                <a:cubicBezTo>
                  <a:pt x="56738" y="175047"/>
                  <a:pt x="43143" y="188641"/>
                  <a:pt x="26381" y="188641"/>
                </a:cubicBezTo>
                <a:cubicBezTo>
                  <a:pt x="17995" y="188641"/>
                  <a:pt x="10404" y="185243"/>
                  <a:pt x="4909" y="179748"/>
                </a:cubicBezTo>
                <a:lnTo>
                  <a:pt x="0" y="167898"/>
                </a:lnTo>
                <a:lnTo>
                  <a:pt x="0" y="148658"/>
                </a:lnTo>
                <a:lnTo>
                  <a:pt x="4909" y="136807"/>
                </a:lnTo>
                <a:cubicBezTo>
                  <a:pt x="10404" y="131313"/>
                  <a:pt x="17995" y="127914"/>
                  <a:pt x="26381" y="127914"/>
                </a:cubicBezTo>
                <a:close/>
                <a:moveTo>
                  <a:pt x="1622429" y="47462"/>
                </a:moveTo>
                <a:lnTo>
                  <a:pt x="1625821" y="48147"/>
                </a:lnTo>
                <a:lnTo>
                  <a:pt x="1639701" y="102127"/>
                </a:lnTo>
                <a:lnTo>
                  <a:pt x="1634248" y="105804"/>
                </a:lnTo>
                <a:cubicBezTo>
                  <a:pt x="1630615" y="107340"/>
                  <a:pt x="1626621" y="108189"/>
                  <a:pt x="1622429" y="108189"/>
                </a:cubicBezTo>
                <a:cubicBezTo>
                  <a:pt x="1605659" y="108189"/>
                  <a:pt x="1592066" y="94595"/>
                  <a:pt x="1592066" y="77826"/>
                </a:cubicBezTo>
                <a:cubicBezTo>
                  <a:pt x="1592066" y="61056"/>
                  <a:pt x="1605659" y="47462"/>
                  <a:pt x="1622429" y="47462"/>
                </a:cubicBezTo>
                <a:close/>
                <a:moveTo>
                  <a:pt x="1549874" y="47462"/>
                </a:moveTo>
                <a:cubicBezTo>
                  <a:pt x="1566644" y="47462"/>
                  <a:pt x="1580238" y="61056"/>
                  <a:pt x="1580238" y="77826"/>
                </a:cubicBezTo>
                <a:cubicBezTo>
                  <a:pt x="1580238" y="94595"/>
                  <a:pt x="1566644" y="108189"/>
                  <a:pt x="1549874" y="108189"/>
                </a:cubicBezTo>
                <a:cubicBezTo>
                  <a:pt x="1533105" y="108189"/>
                  <a:pt x="1519511" y="94595"/>
                  <a:pt x="1519511" y="77826"/>
                </a:cubicBezTo>
                <a:cubicBezTo>
                  <a:pt x="1519511" y="61056"/>
                  <a:pt x="1533105" y="47462"/>
                  <a:pt x="1549874" y="47462"/>
                </a:cubicBezTo>
                <a:close/>
                <a:moveTo>
                  <a:pt x="1477320" y="47462"/>
                </a:moveTo>
                <a:cubicBezTo>
                  <a:pt x="1494089" y="47462"/>
                  <a:pt x="1507683" y="61056"/>
                  <a:pt x="1507683" y="77826"/>
                </a:cubicBezTo>
                <a:cubicBezTo>
                  <a:pt x="1507683" y="94595"/>
                  <a:pt x="1494089" y="108189"/>
                  <a:pt x="1477320" y="108189"/>
                </a:cubicBezTo>
                <a:cubicBezTo>
                  <a:pt x="1460550" y="108189"/>
                  <a:pt x="1446956" y="94595"/>
                  <a:pt x="1446956" y="77826"/>
                </a:cubicBezTo>
                <a:cubicBezTo>
                  <a:pt x="1446956" y="61056"/>
                  <a:pt x="1460550" y="47462"/>
                  <a:pt x="1477320" y="47462"/>
                </a:cubicBezTo>
                <a:close/>
                <a:moveTo>
                  <a:pt x="1404765" y="47462"/>
                </a:moveTo>
                <a:cubicBezTo>
                  <a:pt x="1421535" y="47462"/>
                  <a:pt x="1435129" y="61056"/>
                  <a:pt x="1435129" y="77826"/>
                </a:cubicBezTo>
                <a:cubicBezTo>
                  <a:pt x="1435129" y="94595"/>
                  <a:pt x="1421535" y="108189"/>
                  <a:pt x="1404765" y="108189"/>
                </a:cubicBezTo>
                <a:cubicBezTo>
                  <a:pt x="1387996" y="108189"/>
                  <a:pt x="1374402" y="94595"/>
                  <a:pt x="1374402" y="77826"/>
                </a:cubicBezTo>
                <a:cubicBezTo>
                  <a:pt x="1374402" y="61056"/>
                  <a:pt x="1387996" y="47462"/>
                  <a:pt x="1404765" y="47462"/>
                </a:cubicBezTo>
                <a:close/>
                <a:moveTo>
                  <a:pt x="1332211" y="47462"/>
                </a:moveTo>
                <a:cubicBezTo>
                  <a:pt x="1348980" y="47462"/>
                  <a:pt x="1362574" y="61056"/>
                  <a:pt x="1362574" y="77826"/>
                </a:cubicBezTo>
                <a:cubicBezTo>
                  <a:pt x="1362574" y="94595"/>
                  <a:pt x="1348980" y="108189"/>
                  <a:pt x="1332211" y="108189"/>
                </a:cubicBezTo>
                <a:cubicBezTo>
                  <a:pt x="1315441" y="108189"/>
                  <a:pt x="1301847" y="94595"/>
                  <a:pt x="1301847" y="77826"/>
                </a:cubicBezTo>
                <a:cubicBezTo>
                  <a:pt x="1301847" y="61056"/>
                  <a:pt x="1315441" y="47462"/>
                  <a:pt x="1332211" y="47462"/>
                </a:cubicBezTo>
                <a:close/>
                <a:moveTo>
                  <a:pt x="1259656" y="47462"/>
                </a:moveTo>
                <a:cubicBezTo>
                  <a:pt x="1276426" y="47462"/>
                  <a:pt x="1290020" y="61056"/>
                  <a:pt x="1290020" y="77826"/>
                </a:cubicBezTo>
                <a:cubicBezTo>
                  <a:pt x="1290020" y="94595"/>
                  <a:pt x="1276426" y="108189"/>
                  <a:pt x="1259656" y="108189"/>
                </a:cubicBezTo>
                <a:cubicBezTo>
                  <a:pt x="1242887" y="108189"/>
                  <a:pt x="1229293" y="94595"/>
                  <a:pt x="1229293" y="77826"/>
                </a:cubicBezTo>
                <a:cubicBezTo>
                  <a:pt x="1229293" y="61056"/>
                  <a:pt x="1242887" y="47462"/>
                  <a:pt x="1259656" y="47462"/>
                </a:cubicBezTo>
                <a:close/>
                <a:moveTo>
                  <a:pt x="1187102" y="47462"/>
                </a:moveTo>
                <a:cubicBezTo>
                  <a:pt x="1203871" y="47462"/>
                  <a:pt x="1217465" y="61056"/>
                  <a:pt x="1217465" y="77826"/>
                </a:cubicBezTo>
                <a:cubicBezTo>
                  <a:pt x="1217465" y="94595"/>
                  <a:pt x="1203871" y="108189"/>
                  <a:pt x="1187102" y="108189"/>
                </a:cubicBezTo>
                <a:cubicBezTo>
                  <a:pt x="1170332" y="108189"/>
                  <a:pt x="1156738" y="94595"/>
                  <a:pt x="1156738" y="77826"/>
                </a:cubicBezTo>
                <a:cubicBezTo>
                  <a:pt x="1156738" y="61056"/>
                  <a:pt x="1170332" y="47462"/>
                  <a:pt x="1187102" y="47462"/>
                </a:cubicBezTo>
                <a:close/>
                <a:moveTo>
                  <a:pt x="1114547" y="47462"/>
                </a:moveTo>
                <a:cubicBezTo>
                  <a:pt x="1131317" y="47462"/>
                  <a:pt x="1144911" y="61056"/>
                  <a:pt x="1144911" y="77826"/>
                </a:cubicBezTo>
                <a:cubicBezTo>
                  <a:pt x="1144911" y="94595"/>
                  <a:pt x="1131317" y="108189"/>
                  <a:pt x="1114547" y="108189"/>
                </a:cubicBezTo>
                <a:cubicBezTo>
                  <a:pt x="1097778" y="108189"/>
                  <a:pt x="1084184" y="94595"/>
                  <a:pt x="1084184" y="77826"/>
                </a:cubicBezTo>
                <a:cubicBezTo>
                  <a:pt x="1084184" y="61056"/>
                  <a:pt x="1097778" y="47462"/>
                  <a:pt x="1114547" y="47462"/>
                </a:cubicBezTo>
                <a:close/>
                <a:moveTo>
                  <a:pt x="1041993" y="47462"/>
                </a:moveTo>
                <a:cubicBezTo>
                  <a:pt x="1058762" y="47462"/>
                  <a:pt x="1072356" y="61056"/>
                  <a:pt x="1072356" y="77826"/>
                </a:cubicBezTo>
                <a:cubicBezTo>
                  <a:pt x="1072356" y="94595"/>
                  <a:pt x="1058762" y="108189"/>
                  <a:pt x="1041993" y="108189"/>
                </a:cubicBezTo>
                <a:cubicBezTo>
                  <a:pt x="1025223" y="108189"/>
                  <a:pt x="1011629" y="94595"/>
                  <a:pt x="1011629" y="77826"/>
                </a:cubicBezTo>
                <a:cubicBezTo>
                  <a:pt x="1011629" y="61056"/>
                  <a:pt x="1025223" y="47462"/>
                  <a:pt x="1041993" y="47462"/>
                </a:cubicBezTo>
                <a:close/>
                <a:moveTo>
                  <a:pt x="969438" y="47462"/>
                </a:moveTo>
                <a:cubicBezTo>
                  <a:pt x="986208" y="47462"/>
                  <a:pt x="999801" y="61056"/>
                  <a:pt x="999801" y="77826"/>
                </a:cubicBezTo>
                <a:cubicBezTo>
                  <a:pt x="999801" y="94595"/>
                  <a:pt x="986208" y="108189"/>
                  <a:pt x="969438" y="108189"/>
                </a:cubicBezTo>
                <a:cubicBezTo>
                  <a:pt x="952669" y="108189"/>
                  <a:pt x="939075" y="94595"/>
                  <a:pt x="939075" y="77826"/>
                </a:cubicBezTo>
                <a:cubicBezTo>
                  <a:pt x="939075" y="61056"/>
                  <a:pt x="952669" y="47462"/>
                  <a:pt x="969438" y="47462"/>
                </a:cubicBezTo>
                <a:close/>
                <a:moveTo>
                  <a:pt x="896883" y="47462"/>
                </a:moveTo>
                <a:cubicBezTo>
                  <a:pt x="913653" y="47462"/>
                  <a:pt x="927247" y="61056"/>
                  <a:pt x="927247" y="77826"/>
                </a:cubicBezTo>
                <a:cubicBezTo>
                  <a:pt x="927247" y="94595"/>
                  <a:pt x="913653" y="108189"/>
                  <a:pt x="896883" y="108189"/>
                </a:cubicBezTo>
                <a:cubicBezTo>
                  <a:pt x="880114" y="108189"/>
                  <a:pt x="866520" y="94595"/>
                  <a:pt x="866520" y="77826"/>
                </a:cubicBezTo>
                <a:cubicBezTo>
                  <a:pt x="866520" y="61056"/>
                  <a:pt x="880114" y="47462"/>
                  <a:pt x="896883" y="47462"/>
                </a:cubicBezTo>
                <a:close/>
                <a:moveTo>
                  <a:pt x="824329" y="47462"/>
                </a:moveTo>
                <a:cubicBezTo>
                  <a:pt x="841098" y="47462"/>
                  <a:pt x="854692" y="61056"/>
                  <a:pt x="854692" y="77826"/>
                </a:cubicBezTo>
                <a:cubicBezTo>
                  <a:pt x="854692" y="94595"/>
                  <a:pt x="841098" y="108189"/>
                  <a:pt x="824329" y="108189"/>
                </a:cubicBezTo>
                <a:cubicBezTo>
                  <a:pt x="807559" y="108189"/>
                  <a:pt x="793965" y="94595"/>
                  <a:pt x="793965" y="77826"/>
                </a:cubicBezTo>
                <a:cubicBezTo>
                  <a:pt x="793965" y="61056"/>
                  <a:pt x="807559" y="47462"/>
                  <a:pt x="824329" y="47462"/>
                </a:cubicBezTo>
                <a:close/>
                <a:moveTo>
                  <a:pt x="751774" y="47462"/>
                </a:moveTo>
                <a:cubicBezTo>
                  <a:pt x="768544" y="47462"/>
                  <a:pt x="782138" y="61056"/>
                  <a:pt x="782138" y="77826"/>
                </a:cubicBezTo>
                <a:cubicBezTo>
                  <a:pt x="782138" y="94595"/>
                  <a:pt x="768544" y="108189"/>
                  <a:pt x="751774" y="108189"/>
                </a:cubicBezTo>
                <a:cubicBezTo>
                  <a:pt x="735005" y="108189"/>
                  <a:pt x="721411" y="94595"/>
                  <a:pt x="721411" y="77826"/>
                </a:cubicBezTo>
                <a:cubicBezTo>
                  <a:pt x="721411" y="61056"/>
                  <a:pt x="735005" y="47462"/>
                  <a:pt x="751774" y="47462"/>
                </a:cubicBezTo>
                <a:close/>
                <a:moveTo>
                  <a:pt x="679220" y="47462"/>
                </a:moveTo>
                <a:cubicBezTo>
                  <a:pt x="695989" y="47462"/>
                  <a:pt x="709583" y="61056"/>
                  <a:pt x="709583" y="77826"/>
                </a:cubicBezTo>
                <a:cubicBezTo>
                  <a:pt x="709583" y="94595"/>
                  <a:pt x="695989" y="108189"/>
                  <a:pt x="679220" y="108189"/>
                </a:cubicBezTo>
                <a:cubicBezTo>
                  <a:pt x="662450" y="108189"/>
                  <a:pt x="648856" y="94595"/>
                  <a:pt x="648856" y="77826"/>
                </a:cubicBezTo>
                <a:cubicBezTo>
                  <a:pt x="648856" y="61056"/>
                  <a:pt x="662450" y="47462"/>
                  <a:pt x="679220" y="47462"/>
                </a:cubicBezTo>
                <a:close/>
                <a:moveTo>
                  <a:pt x="606665" y="47462"/>
                </a:moveTo>
                <a:cubicBezTo>
                  <a:pt x="623435" y="47462"/>
                  <a:pt x="637029" y="61056"/>
                  <a:pt x="637029" y="77826"/>
                </a:cubicBezTo>
                <a:cubicBezTo>
                  <a:pt x="637029" y="94595"/>
                  <a:pt x="623435" y="108189"/>
                  <a:pt x="606665" y="108189"/>
                </a:cubicBezTo>
                <a:cubicBezTo>
                  <a:pt x="589896" y="108189"/>
                  <a:pt x="576302" y="94595"/>
                  <a:pt x="576302" y="77826"/>
                </a:cubicBezTo>
                <a:cubicBezTo>
                  <a:pt x="576302" y="61056"/>
                  <a:pt x="589896" y="47462"/>
                  <a:pt x="606665" y="47462"/>
                </a:cubicBezTo>
                <a:close/>
                <a:moveTo>
                  <a:pt x="534111" y="47462"/>
                </a:moveTo>
                <a:cubicBezTo>
                  <a:pt x="550880" y="47462"/>
                  <a:pt x="564474" y="61056"/>
                  <a:pt x="564474" y="77826"/>
                </a:cubicBezTo>
                <a:cubicBezTo>
                  <a:pt x="564474" y="94595"/>
                  <a:pt x="550880" y="108189"/>
                  <a:pt x="534111" y="108189"/>
                </a:cubicBezTo>
                <a:cubicBezTo>
                  <a:pt x="517341" y="108189"/>
                  <a:pt x="503747" y="94595"/>
                  <a:pt x="503747" y="77826"/>
                </a:cubicBezTo>
                <a:cubicBezTo>
                  <a:pt x="503747" y="61056"/>
                  <a:pt x="517341" y="47462"/>
                  <a:pt x="534111" y="47462"/>
                </a:cubicBezTo>
                <a:close/>
                <a:moveTo>
                  <a:pt x="461556" y="47462"/>
                </a:moveTo>
                <a:cubicBezTo>
                  <a:pt x="478326" y="47462"/>
                  <a:pt x="491920" y="61056"/>
                  <a:pt x="491920" y="77826"/>
                </a:cubicBezTo>
                <a:cubicBezTo>
                  <a:pt x="491920" y="94595"/>
                  <a:pt x="478326" y="108189"/>
                  <a:pt x="461556" y="108189"/>
                </a:cubicBezTo>
                <a:cubicBezTo>
                  <a:pt x="444787" y="108189"/>
                  <a:pt x="431192" y="94595"/>
                  <a:pt x="431192" y="77826"/>
                </a:cubicBezTo>
                <a:cubicBezTo>
                  <a:pt x="431192" y="61056"/>
                  <a:pt x="444787" y="47462"/>
                  <a:pt x="461556" y="47462"/>
                </a:cubicBezTo>
                <a:close/>
                <a:moveTo>
                  <a:pt x="389002" y="47462"/>
                </a:moveTo>
                <a:cubicBezTo>
                  <a:pt x="405771" y="47462"/>
                  <a:pt x="419365" y="61056"/>
                  <a:pt x="419365" y="77826"/>
                </a:cubicBezTo>
                <a:cubicBezTo>
                  <a:pt x="419365" y="94595"/>
                  <a:pt x="405771" y="108189"/>
                  <a:pt x="389002" y="108189"/>
                </a:cubicBezTo>
                <a:cubicBezTo>
                  <a:pt x="372232" y="108189"/>
                  <a:pt x="358638" y="94595"/>
                  <a:pt x="358638" y="77826"/>
                </a:cubicBezTo>
                <a:cubicBezTo>
                  <a:pt x="358638" y="61056"/>
                  <a:pt x="372232" y="47462"/>
                  <a:pt x="389002" y="47462"/>
                </a:cubicBezTo>
                <a:close/>
                <a:moveTo>
                  <a:pt x="316447" y="47462"/>
                </a:moveTo>
                <a:cubicBezTo>
                  <a:pt x="333216" y="47462"/>
                  <a:pt x="346810" y="61056"/>
                  <a:pt x="346810" y="77826"/>
                </a:cubicBezTo>
                <a:cubicBezTo>
                  <a:pt x="346810" y="94595"/>
                  <a:pt x="333216" y="108189"/>
                  <a:pt x="316447" y="108189"/>
                </a:cubicBezTo>
                <a:cubicBezTo>
                  <a:pt x="299677" y="108189"/>
                  <a:pt x="286084" y="94595"/>
                  <a:pt x="286084" y="77826"/>
                </a:cubicBezTo>
                <a:cubicBezTo>
                  <a:pt x="286084" y="61056"/>
                  <a:pt x="299677" y="47462"/>
                  <a:pt x="316447" y="47462"/>
                </a:cubicBezTo>
                <a:close/>
                <a:moveTo>
                  <a:pt x="243892" y="47462"/>
                </a:moveTo>
                <a:cubicBezTo>
                  <a:pt x="260662" y="47462"/>
                  <a:pt x="274256" y="61056"/>
                  <a:pt x="274256" y="77826"/>
                </a:cubicBezTo>
                <a:cubicBezTo>
                  <a:pt x="274256" y="94595"/>
                  <a:pt x="260662" y="108189"/>
                  <a:pt x="243892" y="108189"/>
                </a:cubicBezTo>
                <a:cubicBezTo>
                  <a:pt x="227123" y="108189"/>
                  <a:pt x="213529" y="94595"/>
                  <a:pt x="213529" y="77826"/>
                </a:cubicBezTo>
                <a:cubicBezTo>
                  <a:pt x="213529" y="61056"/>
                  <a:pt x="227123" y="47462"/>
                  <a:pt x="243892" y="47462"/>
                </a:cubicBezTo>
                <a:close/>
                <a:moveTo>
                  <a:pt x="171339" y="47462"/>
                </a:moveTo>
                <a:cubicBezTo>
                  <a:pt x="188107" y="47462"/>
                  <a:pt x="201701" y="61056"/>
                  <a:pt x="201701" y="77826"/>
                </a:cubicBezTo>
                <a:cubicBezTo>
                  <a:pt x="201701" y="94595"/>
                  <a:pt x="188107" y="108189"/>
                  <a:pt x="171339" y="108189"/>
                </a:cubicBezTo>
                <a:cubicBezTo>
                  <a:pt x="154708" y="108189"/>
                  <a:pt x="141113" y="94595"/>
                  <a:pt x="141113" y="77826"/>
                </a:cubicBezTo>
                <a:cubicBezTo>
                  <a:pt x="141113" y="61056"/>
                  <a:pt x="154708" y="47462"/>
                  <a:pt x="171339" y="47462"/>
                </a:cubicBezTo>
                <a:close/>
                <a:moveTo>
                  <a:pt x="98942" y="47462"/>
                </a:moveTo>
                <a:cubicBezTo>
                  <a:pt x="115700" y="47462"/>
                  <a:pt x="129294" y="61056"/>
                  <a:pt x="129294" y="77826"/>
                </a:cubicBezTo>
                <a:cubicBezTo>
                  <a:pt x="129294" y="94595"/>
                  <a:pt x="115700" y="108189"/>
                  <a:pt x="98942" y="108189"/>
                </a:cubicBezTo>
                <a:cubicBezTo>
                  <a:pt x="82168" y="108189"/>
                  <a:pt x="68573" y="94595"/>
                  <a:pt x="68573" y="77826"/>
                </a:cubicBezTo>
                <a:cubicBezTo>
                  <a:pt x="68573" y="61056"/>
                  <a:pt x="82168" y="47462"/>
                  <a:pt x="98942" y="47462"/>
                </a:cubicBezTo>
                <a:close/>
                <a:moveTo>
                  <a:pt x="26388" y="47462"/>
                </a:moveTo>
                <a:cubicBezTo>
                  <a:pt x="43149" y="47462"/>
                  <a:pt x="56744" y="61056"/>
                  <a:pt x="56744" y="77826"/>
                </a:cubicBezTo>
                <a:cubicBezTo>
                  <a:pt x="56744" y="94595"/>
                  <a:pt x="43149" y="108189"/>
                  <a:pt x="26388" y="108189"/>
                </a:cubicBezTo>
                <a:cubicBezTo>
                  <a:pt x="18002" y="108189"/>
                  <a:pt x="10410" y="104791"/>
                  <a:pt x="4916" y="99296"/>
                </a:cubicBezTo>
                <a:lnTo>
                  <a:pt x="0" y="87429"/>
                </a:lnTo>
                <a:lnTo>
                  <a:pt x="0" y="68222"/>
                </a:lnTo>
                <a:lnTo>
                  <a:pt x="4916" y="56355"/>
                </a:lnTo>
                <a:cubicBezTo>
                  <a:pt x="10410" y="50861"/>
                  <a:pt x="18002" y="47462"/>
                  <a:pt x="26388" y="47462"/>
                </a:cubicBezTo>
                <a:close/>
                <a:moveTo>
                  <a:pt x="1592868" y="0"/>
                </a:moveTo>
                <a:lnTo>
                  <a:pt x="1613441" y="0"/>
                </a:lnTo>
                <a:lnTo>
                  <a:pt x="1620472" y="27343"/>
                </a:lnTo>
                <a:lnTo>
                  <a:pt x="1610610" y="25352"/>
                </a:lnTo>
                <a:cubicBezTo>
                  <a:pt x="1605161" y="23047"/>
                  <a:pt x="1600525" y="19197"/>
                  <a:pt x="1597251" y="14351"/>
                </a:cubicBezTo>
                <a:close/>
                <a:moveTo>
                  <a:pt x="1520598" y="0"/>
                </a:moveTo>
                <a:lnTo>
                  <a:pt x="1579150" y="0"/>
                </a:lnTo>
                <a:lnTo>
                  <a:pt x="1571345" y="18844"/>
                </a:lnTo>
                <a:cubicBezTo>
                  <a:pt x="1565850" y="24339"/>
                  <a:pt x="1558259" y="27738"/>
                  <a:pt x="1549874" y="27738"/>
                </a:cubicBezTo>
                <a:cubicBezTo>
                  <a:pt x="1541490" y="27738"/>
                  <a:pt x="1533899" y="24339"/>
                  <a:pt x="1528404" y="18844"/>
                </a:cubicBezTo>
                <a:close/>
                <a:moveTo>
                  <a:pt x="1448044" y="0"/>
                </a:moveTo>
                <a:lnTo>
                  <a:pt x="1506596" y="0"/>
                </a:lnTo>
                <a:lnTo>
                  <a:pt x="1498790" y="18844"/>
                </a:lnTo>
                <a:cubicBezTo>
                  <a:pt x="1493295" y="24339"/>
                  <a:pt x="1485705" y="27738"/>
                  <a:pt x="1477320" y="27738"/>
                </a:cubicBezTo>
                <a:cubicBezTo>
                  <a:pt x="1468935" y="27738"/>
                  <a:pt x="1461344" y="24339"/>
                  <a:pt x="1455850" y="18844"/>
                </a:cubicBezTo>
                <a:close/>
                <a:moveTo>
                  <a:pt x="1375489" y="0"/>
                </a:moveTo>
                <a:lnTo>
                  <a:pt x="1434041" y="0"/>
                </a:lnTo>
                <a:lnTo>
                  <a:pt x="1426236" y="18844"/>
                </a:lnTo>
                <a:cubicBezTo>
                  <a:pt x="1420741" y="24339"/>
                  <a:pt x="1413150" y="27738"/>
                  <a:pt x="1404765" y="27738"/>
                </a:cubicBezTo>
                <a:cubicBezTo>
                  <a:pt x="1396381" y="27738"/>
                  <a:pt x="1388790" y="24339"/>
                  <a:pt x="1383295" y="18844"/>
                </a:cubicBezTo>
                <a:close/>
                <a:moveTo>
                  <a:pt x="1302935" y="0"/>
                </a:moveTo>
                <a:lnTo>
                  <a:pt x="1361486" y="0"/>
                </a:lnTo>
                <a:lnTo>
                  <a:pt x="1353681" y="18844"/>
                </a:lnTo>
                <a:cubicBezTo>
                  <a:pt x="1348186" y="24339"/>
                  <a:pt x="1340596" y="27738"/>
                  <a:pt x="1332211" y="27738"/>
                </a:cubicBezTo>
                <a:cubicBezTo>
                  <a:pt x="1323826" y="27738"/>
                  <a:pt x="1316235" y="24339"/>
                  <a:pt x="1310740" y="18844"/>
                </a:cubicBezTo>
                <a:close/>
                <a:moveTo>
                  <a:pt x="1230380" y="0"/>
                </a:moveTo>
                <a:lnTo>
                  <a:pt x="1288932" y="0"/>
                </a:lnTo>
                <a:lnTo>
                  <a:pt x="1281126" y="18844"/>
                </a:lnTo>
                <a:cubicBezTo>
                  <a:pt x="1275632" y="24339"/>
                  <a:pt x="1268041" y="27738"/>
                  <a:pt x="1259656" y="27738"/>
                </a:cubicBezTo>
                <a:cubicBezTo>
                  <a:pt x="1251271" y="27738"/>
                  <a:pt x="1243680" y="24339"/>
                  <a:pt x="1238186" y="18844"/>
                </a:cubicBezTo>
                <a:close/>
                <a:moveTo>
                  <a:pt x="1157826" y="0"/>
                </a:moveTo>
                <a:lnTo>
                  <a:pt x="1216377" y="0"/>
                </a:lnTo>
                <a:lnTo>
                  <a:pt x="1208572" y="18844"/>
                </a:lnTo>
                <a:cubicBezTo>
                  <a:pt x="1203077" y="24339"/>
                  <a:pt x="1195486" y="27738"/>
                  <a:pt x="1187102" y="27738"/>
                </a:cubicBezTo>
                <a:cubicBezTo>
                  <a:pt x="1178717" y="27738"/>
                  <a:pt x="1171126" y="24339"/>
                  <a:pt x="1165631" y="18844"/>
                </a:cubicBezTo>
                <a:close/>
                <a:moveTo>
                  <a:pt x="1085271" y="0"/>
                </a:moveTo>
                <a:lnTo>
                  <a:pt x="1143823" y="0"/>
                </a:lnTo>
                <a:lnTo>
                  <a:pt x="1136017" y="18844"/>
                </a:lnTo>
                <a:cubicBezTo>
                  <a:pt x="1130523" y="24339"/>
                  <a:pt x="1122932" y="27738"/>
                  <a:pt x="1114547" y="27738"/>
                </a:cubicBezTo>
                <a:cubicBezTo>
                  <a:pt x="1106162" y="27738"/>
                  <a:pt x="1098571" y="24339"/>
                  <a:pt x="1093077" y="18844"/>
                </a:cubicBezTo>
                <a:close/>
                <a:moveTo>
                  <a:pt x="1012717" y="0"/>
                </a:moveTo>
                <a:lnTo>
                  <a:pt x="1071268" y="0"/>
                </a:lnTo>
                <a:lnTo>
                  <a:pt x="1063463" y="18844"/>
                </a:lnTo>
                <a:cubicBezTo>
                  <a:pt x="1057968" y="24339"/>
                  <a:pt x="1050377" y="27738"/>
                  <a:pt x="1041993" y="27738"/>
                </a:cubicBezTo>
                <a:cubicBezTo>
                  <a:pt x="1033608" y="27738"/>
                  <a:pt x="1026017" y="24339"/>
                  <a:pt x="1020522" y="18844"/>
                </a:cubicBezTo>
                <a:close/>
                <a:moveTo>
                  <a:pt x="940162" y="0"/>
                </a:moveTo>
                <a:lnTo>
                  <a:pt x="998714" y="0"/>
                </a:lnTo>
                <a:lnTo>
                  <a:pt x="990908" y="18844"/>
                </a:lnTo>
                <a:cubicBezTo>
                  <a:pt x="985414" y="24339"/>
                  <a:pt x="977823" y="27738"/>
                  <a:pt x="969438" y="27738"/>
                </a:cubicBezTo>
                <a:cubicBezTo>
                  <a:pt x="961053" y="27738"/>
                  <a:pt x="953462" y="24339"/>
                  <a:pt x="947968" y="18844"/>
                </a:cubicBezTo>
                <a:close/>
                <a:moveTo>
                  <a:pt x="867607" y="0"/>
                </a:moveTo>
                <a:lnTo>
                  <a:pt x="926159" y="0"/>
                </a:lnTo>
                <a:lnTo>
                  <a:pt x="918354" y="18844"/>
                </a:lnTo>
                <a:cubicBezTo>
                  <a:pt x="912859" y="24339"/>
                  <a:pt x="905268" y="27738"/>
                  <a:pt x="896883" y="27738"/>
                </a:cubicBezTo>
                <a:cubicBezTo>
                  <a:pt x="888499" y="27738"/>
                  <a:pt x="880908" y="24339"/>
                  <a:pt x="875413" y="18844"/>
                </a:cubicBezTo>
                <a:close/>
                <a:moveTo>
                  <a:pt x="795053" y="0"/>
                </a:moveTo>
                <a:lnTo>
                  <a:pt x="853605" y="0"/>
                </a:lnTo>
                <a:lnTo>
                  <a:pt x="845799" y="18844"/>
                </a:lnTo>
                <a:cubicBezTo>
                  <a:pt x="840304" y="24339"/>
                  <a:pt x="832714" y="27738"/>
                  <a:pt x="824329" y="27738"/>
                </a:cubicBezTo>
                <a:cubicBezTo>
                  <a:pt x="815944" y="27738"/>
                  <a:pt x="808353" y="24339"/>
                  <a:pt x="802858" y="18844"/>
                </a:cubicBezTo>
                <a:close/>
                <a:moveTo>
                  <a:pt x="722498" y="0"/>
                </a:moveTo>
                <a:lnTo>
                  <a:pt x="781050" y="0"/>
                </a:lnTo>
                <a:lnTo>
                  <a:pt x="773245" y="18844"/>
                </a:lnTo>
                <a:cubicBezTo>
                  <a:pt x="767750" y="24339"/>
                  <a:pt x="760159" y="27738"/>
                  <a:pt x="751774" y="27738"/>
                </a:cubicBezTo>
                <a:cubicBezTo>
                  <a:pt x="743390" y="27738"/>
                  <a:pt x="735799" y="24339"/>
                  <a:pt x="730304" y="18844"/>
                </a:cubicBezTo>
                <a:close/>
                <a:moveTo>
                  <a:pt x="649944" y="0"/>
                </a:moveTo>
                <a:lnTo>
                  <a:pt x="708496" y="0"/>
                </a:lnTo>
                <a:lnTo>
                  <a:pt x="700690" y="18844"/>
                </a:lnTo>
                <a:cubicBezTo>
                  <a:pt x="695195" y="24339"/>
                  <a:pt x="687604" y="27738"/>
                  <a:pt x="679220" y="27738"/>
                </a:cubicBezTo>
                <a:cubicBezTo>
                  <a:pt x="670835" y="27738"/>
                  <a:pt x="663244" y="24339"/>
                  <a:pt x="657749" y="18844"/>
                </a:cubicBezTo>
                <a:close/>
                <a:moveTo>
                  <a:pt x="577389" y="0"/>
                </a:moveTo>
                <a:lnTo>
                  <a:pt x="635941" y="0"/>
                </a:lnTo>
                <a:lnTo>
                  <a:pt x="628135" y="18844"/>
                </a:lnTo>
                <a:cubicBezTo>
                  <a:pt x="622641" y="24339"/>
                  <a:pt x="615050" y="27738"/>
                  <a:pt x="606665" y="27738"/>
                </a:cubicBezTo>
                <a:cubicBezTo>
                  <a:pt x="598280" y="27738"/>
                  <a:pt x="590690" y="24339"/>
                  <a:pt x="585195" y="18844"/>
                </a:cubicBezTo>
                <a:close/>
                <a:moveTo>
                  <a:pt x="504835" y="0"/>
                </a:moveTo>
                <a:lnTo>
                  <a:pt x="563386" y="0"/>
                </a:lnTo>
                <a:lnTo>
                  <a:pt x="555581" y="18844"/>
                </a:lnTo>
                <a:cubicBezTo>
                  <a:pt x="550086" y="24339"/>
                  <a:pt x="542495" y="27738"/>
                  <a:pt x="534111" y="27738"/>
                </a:cubicBezTo>
                <a:cubicBezTo>
                  <a:pt x="525726" y="27738"/>
                  <a:pt x="518135" y="24339"/>
                  <a:pt x="512640" y="18844"/>
                </a:cubicBezTo>
                <a:close/>
                <a:moveTo>
                  <a:pt x="432280" y="0"/>
                </a:moveTo>
                <a:lnTo>
                  <a:pt x="490832" y="0"/>
                </a:lnTo>
                <a:lnTo>
                  <a:pt x="483026" y="18844"/>
                </a:lnTo>
                <a:cubicBezTo>
                  <a:pt x="477532" y="24339"/>
                  <a:pt x="469941" y="27738"/>
                  <a:pt x="461556" y="27738"/>
                </a:cubicBezTo>
                <a:cubicBezTo>
                  <a:pt x="453171" y="27738"/>
                  <a:pt x="445580" y="24339"/>
                  <a:pt x="440086" y="18844"/>
                </a:cubicBezTo>
                <a:close/>
                <a:moveTo>
                  <a:pt x="359726" y="0"/>
                </a:moveTo>
                <a:lnTo>
                  <a:pt x="418277" y="0"/>
                </a:lnTo>
                <a:lnTo>
                  <a:pt x="410472" y="18844"/>
                </a:lnTo>
                <a:cubicBezTo>
                  <a:pt x="404977" y="24339"/>
                  <a:pt x="397386" y="27738"/>
                  <a:pt x="389002" y="27738"/>
                </a:cubicBezTo>
                <a:cubicBezTo>
                  <a:pt x="380617" y="27738"/>
                  <a:pt x="373026" y="24339"/>
                  <a:pt x="367531" y="18844"/>
                </a:cubicBezTo>
                <a:close/>
                <a:moveTo>
                  <a:pt x="287171" y="0"/>
                </a:moveTo>
                <a:lnTo>
                  <a:pt x="345723" y="0"/>
                </a:lnTo>
                <a:lnTo>
                  <a:pt x="337917" y="18844"/>
                </a:lnTo>
                <a:cubicBezTo>
                  <a:pt x="332423" y="24339"/>
                  <a:pt x="324832" y="27738"/>
                  <a:pt x="316447" y="27738"/>
                </a:cubicBezTo>
                <a:cubicBezTo>
                  <a:pt x="308062" y="27738"/>
                  <a:pt x="300471" y="24339"/>
                  <a:pt x="294977" y="18844"/>
                </a:cubicBezTo>
                <a:close/>
                <a:moveTo>
                  <a:pt x="214617" y="0"/>
                </a:moveTo>
                <a:lnTo>
                  <a:pt x="273168" y="0"/>
                </a:lnTo>
                <a:lnTo>
                  <a:pt x="265363" y="18844"/>
                </a:lnTo>
                <a:cubicBezTo>
                  <a:pt x="259868" y="24339"/>
                  <a:pt x="252277" y="27738"/>
                  <a:pt x="243892" y="27738"/>
                </a:cubicBezTo>
                <a:cubicBezTo>
                  <a:pt x="235508" y="27738"/>
                  <a:pt x="227917" y="24339"/>
                  <a:pt x="222422" y="18844"/>
                </a:cubicBezTo>
                <a:close/>
                <a:moveTo>
                  <a:pt x="142204" y="0"/>
                </a:moveTo>
                <a:lnTo>
                  <a:pt x="200614" y="0"/>
                </a:lnTo>
                <a:lnTo>
                  <a:pt x="192808" y="18844"/>
                </a:lnTo>
                <a:cubicBezTo>
                  <a:pt x="187314" y="24339"/>
                  <a:pt x="179723" y="27738"/>
                  <a:pt x="171339" y="27738"/>
                </a:cubicBezTo>
                <a:cubicBezTo>
                  <a:pt x="163026" y="27738"/>
                  <a:pt x="155471" y="24339"/>
                  <a:pt x="149994" y="18844"/>
                </a:cubicBezTo>
                <a:close/>
                <a:moveTo>
                  <a:pt x="69668" y="0"/>
                </a:moveTo>
                <a:lnTo>
                  <a:pt x="128212" y="0"/>
                </a:lnTo>
                <a:lnTo>
                  <a:pt x="120408" y="18844"/>
                </a:lnTo>
                <a:cubicBezTo>
                  <a:pt x="114915" y="24339"/>
                  <a:pt x="107328" y="27738"/>
                  <a:pt x="98949" y="27738"/>
                </a:cubicBezTo>
                <a:cubicBezTo>
                  <a:pt x="90562" y="27738"/>
                  <a:pt x="82969" y="24339"/>
                  <a:pt x="77474" y="18844"/>
                </a:cubicBezTo>
                <a:close/>
                <a:moveTo>
                  <a:pt x="0" y="0"/>
                </a:moveTo>
                <a:lnTo>
                  <a:pt x="55662" y="0"/>
                </a:lnTo>
                <a:lnTo>
                  <a:pt x="47858" y="18844"/>
                </a:lnTo>
                <a:cubicBezTo>
                  <a:pt x="42364" y="24339"/>
                  <a:pt x="34775" y="27738"/>
                  <a:pt x="26394" y="27738"/>
                </a:cubicBezTo>
                <a:cubicBezTo>
                  <a:pt x="18009" y="27738"/>
                  <a:pt x="10417" y="24339"/>
                  <a:pt x="4922" y="18844"/>
                </a:cubicBezTo>
                <a:lnTo>
                  <a:pt x="0" y="6962"/>
                </a:lnTo>
                <a:close/>
              </a:path>
            </a:pathLst>
          </a:custGeom>
          <a:solidFill>
            <a:schemeClr val="accent1">
              <a:alpha val="60000"/>
            </a:schemeClr>
          </a:soli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None/>
            </a:pPr>
            <a:endParaRPr sz="1867" b="0" i="0" u="none" strike="noStrike" cap="none" dirty="0">
              <a:solidFill>
                <a:schemeClr val="dk1"/>
              </a:solidFill>
              <a:latin typeface="Calibri"/>
              <a:ea typeface="Calibri"/>
              <a:cs typeface="Calibri"/>
              <a:sym typeface="Calibri"/>
            </a:endParaRPr>
          </a:p>
        </p:txBody>
      </p:sp>
      <p:sp>
        <p:nvSpPr>
          <p:cNvPr id="4" name="Google Shape;504;p18">
            <a:extLst>
              <a:ext uri="{FF2B5EF4-FFF2-40B4-BE49-F238E27FC236}">
                <a16:creationId xmlns:a16="http://schemas.microsoft.com/office/drawing/2014/main" id="{BF1A6087-C222-6A46-996A-4F0D57EA47B8}"/>
              </a:ext>
            </a:extLst>
          </p:cNvPr>
          <p:cNvSpPr/>
          <p:nvPr/>
        </p:nvSpPr>
        <p:spPr>
          <a:xfrm>
            <a:off x="2" y="2"/>
            <a:ext cx="403373" cy="496797"/>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None/>
            </a:pPr>
            <a:endParaRPr sz="1867" b="0" i="0" u="none" strike="noStrike" cap="none" dirty="0">
              <a:solidFill>
                <a:schemeClr val="dk1"/>
              </a:solidFill>
              <a:latin typeface="Calibri"/>
              <a:ea typeface="Calibri"/>
              <a:cs typeface="Calibri"/>
              <a:sym typeface="Calibri"/>
            </a:endParaRPr>
          </a:p>
        </p:txBody>
      </p:sp>
      <p:grpSp>
        <p:nvGrpSpPr>
          <p:cNvPr id="5" name="Group 4">
            <a:extLst>
              <a:ext uri="{FF2B5EF4-FFF2-40B4-BE49-F238E27FC236}">
                <a16:creationId xmlns:a16="http://schemas.microsoft.com/office/drawing/2014/main" id="{08837681-DFE5-9347-A44E-79AFB7DAA20C}"/>
              </a:ext>
            </a:extLst>
          </p:cNvPr>
          <p:cNvGrpSpPr/>
          <p:nvPr/>
        </p:nvGrpSpPr>
        <p:grpSpPr>
          <a:xfrm>
            <a:off x="1" y="6814800"/>
            <a:ext cx="12179567" cy="43200"/>
            <a:chOff x="0" y="5111100"/>
            <a:chExt cx="9134675" cy="32400"/>
          </a:xfrm>
        </p:grpSpPr>
        <p:sp>
          <p:nvSpPr>
            <p:cNvPr id="6" name="Google Shape;455;p14">
              <a:extLst>
                <a:ext uri="{FF2B5EF4-FFF2-40B4-BE49-F238E27FC236}">
                  <a16:creationId xmlns:a16="http://schemas.microsoft.com/office/drawing/2014/main" id="{7F36417B-A501-D844-90C7-9DFA18DA88AE}"/>
                </a:ext>
              </a:extLst>
            </p:cNvPr>
            <p:cNvSpPr/>
            <p:nvPr/>
          </p:nvSpPr>
          <p:spPr>
            <a:xfrm>
              <a:off x="8939030"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7" name="Google Shape;456;p14">
              <a:extLst>
                <a:ext uri="{FF2B5EF4-FFF2-40B4-BE49-F238E27FC236}">
                  <a16:creationId xmlns:a16="http://schemas.microsoft.com/office/drawing/2014/main" id="{C58E0215-984F-3447-BB21-9B8215DAB16C}"/>
                </a:ext>
              </a:extLst>
            </p:cNvPr>
            <p:cNvSpPr/>
            <p:nvPr/>
          </p:nvSpPr>
          <p:spPr>
            <a:xfrm>
              <a:off x="899344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8" name="Google Shape;457;p14">
              <a:extLst>
                <a:ext uri="{FF2B5EF4-FFF2-40B4-BE49-F238E27FC236}">
                  <a16:creationId xmlns:a16="http://schemas.microsoft.com/office/drawing/2014/main" id="{6AEA0EFF-2B6A-3D4A-8AF1-AE90AB31D7DC}"/>
                </a:ext>
              </a:extLst>
            </p:cNvPr>
            <p:cNvSpPr/>
            <p:nvPr/>
          </p:nvSpPr>
          <p:spPr>
            <a:xfrm>
              <a:off x="910227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9" name="Google Shape;458;p14">
              <a:extLst>
                <a:ext uri="{FF2B5EF4-FFF2-40B4-BE49-F238E27FC236}">
                  <a16:creationId xmlns:a16="http://schemas.microsoft.com/office/drawing/2014/main" id="{B8DF453C-AC15-9A4D-B58E-7E69A3637E39}"/>
                </a:ext>
              </a:extLst>
            </p:cNvPr>
            <p:cNvSpPr/>
            <p:nvPr/>
          </p:nvSpPr>
          <p:spPr>
            <a:xfrm>
              <a:off x="888461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10" name="Google Shape;459;p14">
              <a:extLst>
                <a:ext uri="{FF2B5EF4-FFF2-40B4-BE49-F238E27FC236}">
                  <a16:creationId xmlns:a16="http://schemas.microsoft.com/office/drawing/2014/main" id="{A332CC3A-E624-8A4E-9524-4EF43F36D9C9}"/>
                </a:ext>
              </a:extLst>
            </p:cNvPr>
            <p:cNvSpPr/>
            <p:nvPr/>
          </p:nvSpPr>
          <p:spPr>
            <a:xfrm>
              <a:off x="0" y="5112281"/>
              <a:ext cx="8862600" cy="31200"/>
            </a:xfrm>
            <a:prstGeom prst="roundRect">
              <a:avLst>
                <a:gd name="adj" fmla="val 16667"/>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11" name="Google Shape;457;p14">
              <a:extLst>
                <a:ext uri="{FF2B5EF4-FFF2-40B4-BE49-F238E27FC236}">
                  <a16:creationId xmlns:a16="http://schemas.microsoft.com/office/drawing/2014/main" id="{170FA233-4C91-9442-8A29-C862252FDF44}"/>
                </a:ext>
              </a:extLst>
            </p:cNvPr>
            <p:cNvSpPr/>
            <p:nvPr/>
          </p:nvSpPr>
          <p:spPr>
            <a:xfrm>
              <a:off x="9047860"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grpSp>
      <p:sp>
        <p:nvSpPr>
          <p:cNvPr id="12" name="Text Placeholder 4">
            <a:extLst>
              <a:ext uri="{FF2B5EF4-FFF2-40B4-BE49-F238E27FC236}">
                <a16:creationId xmlns:a16="http://schemas.microsoft.com/office/drawing/2014/main" id="{70901203-0F92-CE48-B9CF-F15F11D69031}"/>
              </a:ext>
            </a:extLst>
          </p:cNvPr>
          <p:cNvSpPr>
            <a:spLocks noGrp="1"/>
          </p:cNvSpPr>
          <p:nvPr>
            <p:ph type="body" sz="quarter" idx="171"/>
          </p:nvPr>
        </p:nvSpPr>
        <p:spPr>
          <a:xfrm>
            <a:off x="527051" y="1879400"/>
            <a:ext cx="5169600" cy="4318400"/>
          </a:xfrm>
          <a:prstGeom prst="rect">
            <a:avLst/>
          </a:prstGeom>
        </p:spPr>
        <p:txBody>
          <a:bodyPr lIns="0" tIns="0" rIns="0" bIns="0"/>
          <a:lstStyle>
            <a:lvl1pPr marL="8466" marR="0" indent="0" algn="l" rtl="0">
              <a:lnSpc>
                <a:spcPct val="100000"/>
              </a:lnSpc>
              <a:spcBef>
                <a:spcPts val="0"/>
              </a:spcBef>
              <a:spcAft>
                <a:spcPts val="0"/>
              </a:spcAft>
              <a:buClr>
                <a:schemeClr val="dk1"/>
              </a:buClr>
              <a:buSzPts val="1000"/>
              <a:buFont typeface="Arial"/>
              <a:buNone/>
              <a:tabLst/>
              <a:defRPr lang="en-US" sz="1333"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marL="8466" marR="0" lvl="0" indent="0" algn="l" rtl="0">
              <a:lnSpc>
                <a:spcPct val="100000"/>
              </a:lnSpc>
              <a:spcBef>
                <a:spcPts val="0"/>
              </a:spcBef>
              <a:spcAft>
                <a:spcPts val="0"/>
              </a:spcAft>
              <a:buClr>
                <a:schemeClr val="dk1"/>
              </a:buClr>
              <a:buSzPts val="1000"/>
              <a:buFont typeface="Arial"/>
              <a:buNone/>
              <a:tabLst/>
            </a:pPr>
            <a:r>
              <a:rPr lang="en-US"/>
              <a:t>Click to edit Master text styles</a:t>
            </a:r>
          </a:p>
        </p:txBody>
      </p:sp>
      <p:sp>
        <p:nvSpPr>
          <p:cNvPr id="13" name="Text Placeholder 4">
            <a:extLst>
              <a:ext uri="{FF2B5EF4-FFF2-40B4-BE49-F238E27FC236}">
                <a16:creationId xmlns:a16="http://schemas.microsoft.com/office/drawing/2014/main" id="{3CF40FFB-4E6F-4B43-B972-439308BBC74C}"/>
              </a:ext>
            </a:extLst>
          </p:cNvPr>
          <p:cNvSpPr>
            <a:spLocks noGrp="1"/>
          </p:cNvSpPr>
          <p:nvPr>
            <p:ph type="body" sz="quarter" idx="172"/>
          </p:nvPr>
        </p:nvSpPr>
        <p:spPr>
          <a:xfrm>
            <a:off x="6495351" y="1879400"/>
            <a:ext cx="5169600" cy="4318400"/>
          </a:xfrm>
          <a:prstGeom prst="rect">
            <a:avLst/>
          </a:prstGeom>
        </p:spPr>
        <p:txBody>
          <a:bodyPr lIns="0" tIns="0" rIns="0" bIns="0"/>
          <a:lstStyle>
            <a:lvl1pPr marL="8466" marR="0" indent="0" algn="l" rtl="0">
              <a:lnSpc>
                <a:spcPct val="100000"/>
              </a:lnSpc>
              <a:spcBef>
                <a:spcPts val="0"/>
              </a:spcBef>
              <a:spcAft>
                <a:spcPts val="0"/>
              </a:spcAft>
              <a:buClr>
                <a:schemeClr val="dk1"/>
              </a:buClr>
              <a:buSzPts val="1000"/>
              <a:buFont typeface="Arial"/>
              <a:buNone/>
              <a:tabLst/>
              <a:defRPr lang="en-US" sz="1333"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14" name="Text Placeholder 4">
            <a:extLst>
              <a:ext uri="{FF2B5EF4-FFF2-40B4-BE49-F238E27FC236}">
                <a16:creationId xmlns:a16="http://schemas.microsoft.com/office/drawing/2014/main" id="{426EA800-1A82-914A-8A1C-22274074FCBE}"/>
              </a:ext>
            </a:extLst>
          </p:cNvPr>
          <p:cNvSpPr>
            <a:spLocks noGrp="1"/>
          </p:cNvSpPr>
          <p:nvPr>
            <p:ph type="body" sz="quarter" idx="174"/>
          </p:nvPr>
        </p:nvSpPr>
        <p:spPr>
          <a:xfrm>
            <a:off x="527051" y="1300533"/>
            <a:ext cx="5169600" cy="347200"/>
          </a:xfrm>
          <a:prstGeom prst="rect">
            <a:avLst/>
          </a:prstGeom>
        </p:spPr>
        <p:txBody>
          <a:bodyPr lIns="0" tIns="0" rIns="0" bIns="0"/>
          <a:lstStyle>
            <a:lvl1pPr marL="6351" marR="0" indent="0" algn="l" rtl="0">
              <a:lnSpc>
                <a:spcPct val="100000"/>
              </a:lnSpc>
              <a:spcBef>
                <a:spcPts val="0"/>
              </a:spcBef>
              <a:spcAft>
                <a:spcPts val="0"/>
              </a:spcAft>
              <a:buClr>
                <a:schemeClr val="accent1"/>
              </a:buClr>
              <a:buSzPts val="1200"/>
              <a:buFont typeface="Arial"/>
              <a:buNone/>
              <a:tabLst/>
              <a:defRPr lang="en-US" sz="1600"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15" name="Text Placeholder 4">
            <a:extLst>
              <a:ext uri="{FF2B5EF4-FFF2-40B4-BE49-F238E27FC236}">
                <a16:creationId xmlns:a16="http://schemas.microsoft.com/office/drawing/2014/main" id="{E9A7B425-E323-F24D-9F15-208C18532A57}"/>
              </a:ext>
            </a:extLst>
          </p:cNvPr>
          <p:cNvSpPr>
            <a:spLocks noGrp="1"/>
          </p:cNvSpPr>
          <p:nvPr>
            <p:ph type="body" sz="quarter" idx="175"/>
          </p:nvPr>
        </p:nvSpPr>
        <p:spPr>
          <a:xfrm>
            <a:off x="6495351" y="1300533"/>
            <a:ext cx="5169600" cy="347200"/>
          </a:xfrm>
          <a:prstGeom prst="rect">
            <a:avLst/>
          </a:prstGeom>
        </p:spPr>
        <p:txBody>
          <a:bodyPr lIns="0" tIns="0" rIns="0" bIns="0"/>
          <a:lstStyle>
            <a:lvl1pPr marL="6351" marR="0" indent="0" algn="l" rtl="0">
              <a:lnSpc>
                <a:spcPct val="100000"/>
              </a:lnSpc>
              <a:spcBef>
                <a:spcPts val="0"/>
              </a:spcBef>
              <a:spcAft>
                <a:spcPts val="0"/>
              </a:spcAft>
              <a:buClr>
                <a:schemeClr val="accent1"/>
              </a:buClr>
              <a:buSzPts val="1200"/>
              <a:buFont typeface="Arial"/>
              <a:buNone/>
              <a:tabLst/>
              <a:defRPr lang="en-US" sz="1600"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17" name="Text Placeholder 4">
            <a:extLst>
              <a:ext uri="{FF2B5EF4-FFF2-40B4-BE49-F238E27FC236}">
                <a16:creationId xmlns:a16="http://schemas.microsoft.com/office/drawing/2014/main" id="{9ABBE309-9B91-834F-94ED-A7F5E1156DC9}"/>
              </a:ext>
            </a:extLst>
          </p:cNvPr>
          <p:cNvSpPr>
            <a:spLocks noGrp="1"/>
          </p:cNvSpPr>
          <p:nvPr>
            <p:ph type="body" sz="quarter" idx="199"/>
          </p:nvPr>
        </p:nvSpPr>
        <p:spPr>
          <a:xfrm>
            <a:off x="527051" y="496800"/>
            <a:ext cx="11137900" cy="611600"/>
          </a:xfrm>
          <a:prstGeom prst="rect">
            <a:avLst/>
          </a:prstGeom>
        </p:spPr>
        <p:txBody>
          <a:bodyPr lIns="0" tIns="0" rIns="0" bIns="0" anchor="t"/>
          <a:lstStyle>
            <a:lvl1pPr marL="8466" marR="0" indent="0" algn="l" rtl="0">
              <a:lnSpc>
                <a:spcPct val="90000"/>
              </a:lnSpc>
              <a:spcBef>
                <a:spcPts val="0"/>
              </a:spcBef>
              <a:spcAft>
                <a:spcPts val="0"/>
              </a:spcAft>
              <a:buClr>
                <a:schemeClr val="dk1"/>
              </a:buClr>
              <a:buSzPts val="2000"/>
              <a:buFont typeface="Poppins Medium"/>
              <a:buNone/>
              <a:tabLst/>
              <a:defRPr lang="en-GB" sz="2400" b="0" i="0" u="none" strike="noStrike" cap="none" dirty="0" smtClean="0">
                <a:solidFill>
                  <a:schemeClr val="bg1"/>
                </a:solidFill>
                <a:latin typeface="Poppins Medium"/>
                <a:ea typeface="Poppins Medium"/>
                <a:cs typeface="Poppins Medium"/>
                <a:sym typeface="Poppins Medium"/>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Tree>
    <p:extLst>
      <p:ext uri="{BB962C8B-B14F-4D97-AF65-F5344CB8AC3E}">
        <p14:creationId xmlns:p14="http://schemas.microsoft.com/office/powerpoint/2010/main" val="2713494217"/>
      </p:ext>
    </p:extLst>
  </p:cSld>
  <p:clrMapOvr>
    <a:masterClrMapping/>
  </p:clrMapOvr>
  <p:extLst>
    <p:ext uri="{DCECCB84-F9BA-43D5-87BE-67443E8EF086}">
      <p15:sldGuideLst xmlns:p15="http://schemas.microsoft.com/office/powerpoint/2012/main">
        <p15:guide id="1" orient="horz" pos="531">
          <p15:clr>
            <a:srgbClr val="FBAE40"/>
          </p15:clr>
        </p15:guide>
        <p15:guide id="2" pos="249">
          <p15:clr>
            <a:srgbClr val="FBAE40"/>
          </p15:clr>
        </p15:guide>
        <p15:guide id="3" pos="5511">
          <p15:clr>
            <a:srgbClr val="FBAE40"/>
          </p15:clr>
        </p15:guide>
        <p15:guide id="4" orient="horz" pos="3072">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Google Shape;91;p9">
            <a:extLst>
              <a:ext uri="{FF2B5EF4-FFF2-40B4-BE49-F238E27FC236}">
                <a16:creationId xmlns:a16="http://schemas.microsoft.com/office/drawing/2014/main" id="{D708D3C5-24FE-1540-A45A-EBECDE54A67C}"/>
              </a:ext>
            </a:extLst>
          </p:cNvPr>
          <p:cNvSpPr/>
          <p:nvPr/>
        </p:nvSpPr>
        <p:spPr>
          <a:xfrm>
            <a:off x="11792595" y="6494883"/>
            <a:ext cx="304800" cy="306000"/>
          </a:xfrm>
          <a:prstGeom prst="ellipse">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fld id="{00000000-1234-1234-1234-123412341234}" type="slidenum">
              <a:rPr lang="en" sz="933" b="0" i="0" u="none" strike="noStrike" cap="none">
                <a:solidFill>
                  <a:schemeClr val="tx1"/>
                </a:solidFill>
                <a:latin typeface="+mn-lt"/>
                <a:ea typeface="Calibri"/>
                <a:cs typeface="Calibri"/>
                <a:sym typeface="Calibri"/>
              </a:rPr>
              <a:pPr marL="0" marR="0" lvl="0" indent="0" algn="r" rtl="0">
                <a:spcBef>
                  <a:spcPts val="0"/>
                </a:spcBef>
                <a:spcAft>
                  <a:spcPts val="0"/>
                </a:spcAft>
                <a:buNone/>
              </a:pPr>
              <a:t>‹#›</a:t>
            </a:fld>
            <a:endParaRPr sz="933" b="0" i="0" u="none" strike="noStrike" cap="none" dirty="0">
              <a:solidFill>
                <a:schemeClr val="tx1"/>
              </a:solidFill>
              <a:latin typeface="+mn-lt"/>
              <a:ea typeface="Calibri"/>
              <a:cs typeface="Calibri"/>
              <a:sym typeface="Calibri"/>
            </a:endParaRPr>
          </a:p>
        </p:txBody>
      </p:sp>
      <p:sp>
        <p:nvSpPr>
          <p:cNvPr id="3" name="Google Shape;92;p9">
            <a:extLst>
              <a:ext uri="{FF2B5EF4-FFF2-40B4-BE49-F238E27FC236}">
                <a16:creationId xmlns:a16="http://schemas.microsoft.com/office/drawing/2014/main" id="{A85DBB8C-A575-634E-9D52-A9C637947705}"/>
              </a:ext>
            </a:extLst>
          </p:cNvPr>
          <p:cNvSpPr/>
          <p:nvPr/>
        </p:nvSpPr>
        <p:spPr>
          <a:xfrm>
            <a:off x="3" y="1"/>
            <a:ext cx="301543" cy="347263"/>
          </a:xfrm>
          <a:custGeom>
            <a:avLst/>
            <a:gdLst/>
            <a:ahLst/>
            <a:cxnLst/>
            <a:rect l="l" t="t" r="r" b="b"/>
            <a:pathLst>
              <a:path w="1675237" h="1929234" extrusionOk="0">
                <a:moveTo>
                  <a:pt x="461556" y="1897854"/>
                </a:moveTo>
                <a:lnTo>
                  <a:pt x="469774" y="1899513"/>
                </a:lnTo>
                <a:lnTo>
                  <a:pt x="443985" y="1904118"/>
                </a:lnTo>
                <a:lnTo>
                  <a:pt x="449737" y="1900240"/>
                </a:lnTo>
                <a:cubicBezTo>
                  <a:pt x="453370" y="1898704"/>
                  <a:pt x="457364" y="1897854"/>
                  <a:pt x="461556" y="1897854"/>
                </a:cubicBezTo>
                <a:close/>
                <a:moveTo>
                  <a:pt x="389002" y="1897854"/>
                </a:moveTo>
                <a:cubicBezTo>
                  <a:pt x="397386" y="1897854"/>
                  <a:pt x="404977" y="1901253"/>
                  <a:pt x="410472" y="1906747"/>
                </a:cubicBezTo>
                <a:lnTo>
                  <a:pt x="411766" y="1909872"/>
                </a:lnTo>
                <a:lnTo>
                  <a:pt x="400388" y="1911904"/>
                </a:lnTo>
                <a:lnTo>
                  <a:pt x="363451" y="1916598"/>
                </a:lnTo>
                <a:lnTo>
                  <a:pt x="367531" y="1906747"/>
                </a:lnTo>
                <a:cubicBezTo>
                  <a:pt x="373026" y="1901253"/>
                  <a:pt x="380617" y="1897854"/>
                  <a:pt x="389002" y="1897854"/>
                </a:cubicBezTo>
                <a:close/>
                <a:moveTo>
                  <a:pt x="316447" y="1897854"/>
                </a:moveTo>
                <a:cubicBezTo>
                  <a:pt x="324832" y="1897854"/>
                  <a:pt x="332422" y="1901253"/>
                  <a:pt x="337917" y="1906747"/>
                </a:cubicBezTo>
                <a:lnTo>
                  <a:pt x="343070" y="1919187"/>
                </a:lnTo>
                <a:lnTo>
                  <a:pt x="325117" y="1921469"/>
                </a:lnTo>
                <a:lnTo>
                  <a:pt x="287700" y="1924314"/>
                </a:lnTo>
                <a:lnTo>
                  <a:pt x="294977" y="1906747"/>
                </a:lnTo>
                <a:cubicBezTo>
                  <a:pt x="300471" y="1901253"/>
                  <a:pt x="308062" y="1897854"/>
                  <a:pt x="316447" y="1897854"/>
                </a:cubicBezTo>
                <a:close/>
                <a:moveTo>
                  <a:pt x="243892" y="1897854"/>
                </a:moveTo>
                <a:cubicBezTo>
                  <a:pt x="252277" y="1897854"/>
                  <a:pt x="259868" y="1901253"/>
                  <a:pt x="265363" y="1906747"/>
                </a:cubicBezTo>
                <a:lnTo>
                  <a:pt x="273099" y="1925425"/>
                </a:lnTo>
                <a:lnTo>
                  <a:pt x="248735" y="1927277"/>
                </a:lnTo>
                <a:lnTo>
                  <a:pt x="213550" y="1928167"/>
                </a:lnTo>
                <a:lnTo>
                  <a:pt x="222422" y="1906747"/>
                </a:lnTo>
                <a:cubicBezTo>
                  <a:pt x="227917" y="1901253"/>
                  <a:pt x="235508" y="1897854"/>
                  <a:pt x="243892" y="1897854"/>
                </a:cubicBezTo>
                <a:close/>
                <a:moveTo>
                  <a:pt x="171339" y="1897854"/>
                </a:moveTo>
                <a:cubicBezTo>
                  <a:pt x="188107" y="1897854"/>
                  <a:pt x="201701" y="1911448"/>
                  <a:pt x="201701" y="1928218"/>
                </a:cubicBezTo>
                <a:lnTo>
                  <a:pt x="201597" y="1928469"/>
                </a:lnTo>
                <a:lnTo>
                  <a:pt x="171336" y="1929234"/>
                </a:lnTo>
                <a:lnTo>
                  <a:pt x="141087" y="1928469"/>
                </a:lnTo>
                <a:lnTo>
                  <a:pt x="140982" y="1928218"/>
                </a:lnTo>
                <a:cubicBezTo>
                  <a:pt x="140982" y="1911448"/>
                  <a:pt x="154577" y="1897854"/>
                  <a:pt x="171339" y="1897854"/>
                </a:cubicBezTo>
                <a:close/>
                <a:moveTo>
                  <a:pt x="98792" y="1897854"/>
                </a:moveTo>
                <a:cubicBezTo>
                  <a:pt x="107177" y="1897854"/>
                  <a:pt x="114768" y="1901253"/>
                  <a:pt x="120263" y="1906747"/>
                </a:cubicBezTo>
                <a:lnTo>
                  <a:pt x="129135" y="1928167"/>
                </a:lnTo>
                <a:lnTo>
                  <a:pt x="93938" y="1927277"/>
                </a:lnTo>
                <a:lnTo>
                  <a:pt x="69586" y="1925425"/>
                </a:lnTo>
                <a:lnTo>
                  <a:pt x="77322" y="1906747"/>
                </a:lnTo>
                <a:cubicBezTo>
                  <a:pt x="82817" y="1901253"/>
                  <a:pt x="90408" y="1897854"/>
                  <a:pt x="98792" y="1897854"/>
                </a:cubicBezTo>
                <a:close/>
                <a:moveTo>
                  <a:pt x="26239" y="1897854"/>
                </a:moveTo>
                <a:cubicBezTo>
                  <a:pt x="34623" y="1897854"/>
                  <a:pt x="42214" y="1901253"/>
                  <a:pt x="47709" y="1906747"/>
                </a:cubicBezTo>
                <a:lnTo>
                  <a:pt x="54985" y="1924315"/>
                </a:lnTo>
                <a:lnTo>
                  <a:pt x="17556" y="1921469"/>
                </a:lnTo>
                <a:lnTo>
                  <a:pt x="0" y="1919238"/>
                </a:lnTo>
                <a:lnTo>
                  <a:pt x="0" y="1918259"/>
                </a:lnTo>
                <a:lnTo>
                  <a:pt x="4768" y="1906747"/>
                </a:lnTo>
                <a:cubicBezTo>
                  <a:pt x="10263" y="1901253"/>
                  <a:pt x="17854" y="1897854"/>
                  <a:pt x="26239" y="1897854"/>
                </a:cubicBezTo>
                <a:close/>
                <a:moveTo>
                  <a:pt x="679220" y="1817400"/>
                </a:moveTo>
                <a:cubicBezTo>
                  <a:pt x="687604" y="1817400"/>
                  <a:pt x="695195" y="1820799"/>
                  <a:pt x="700690" y="1826293"/>
                </a:cubicBezTo>
                <a:lnTo>
                  <a:pt x="702587" y="1830873"/>
                </a:lnTo>
                <a:lnTo>
                  <a:pt x="649855" y="1850174"/>
                </a:lnTo>
                <a:lnTo>
                  <a:pt x="648856" y="1847763"/>
                </a:lnTo>
                <a:cubicBezTo>
                  <a:pt x="648856" y="1830994"/>
                  <a:pt x="662450" y="1817400"/>
                  <a:pt x="679220" y="1817400"/>
                </a:cubicBezTo>
                <a:close/>
                <a:moveTo>
                  <a:pt x="606665" y="1817400"/>
                </a:moveTo>
                <a:cubicBezTo>
                  <a:pt x="623435" y="1817400"/>
                  <a:pt x="637029" y="1830994"/>
                  <a:pt x="637029" y="1847763"/>
                </a:cubicBezTo>
                <a:lnTo>
                  <a:pt x="633560" y="1856138"/>
                </a:lnTo>
                <a:lnTo>
                  <a:pt x="618594" y="1861615"/>
                </a:lnTo>
                <a:lnTo>
                  <a:pt x="587142" y="1870547"/>
                </a:lnTo>
                <a:lnTo>
                  <a:pt x="585195" y="1869234"/>
                </a:lnTo>
                <a:cubicBezTo>
                  <a:pt x="579700" y="1863739"/>
                  <a:pt x="576302" y="1856148"/>
                  <a:pt x="576302" y="1847763"/>
                </a:cubicBezTo>
                <a:cubicBezTo>
                  <a:pt x="576302" y="1830994"/>
                  <a:pt x="589896" y="1817400"/>
                  <a:pt x="606665" y="1817400"/>
                </a:cubicBezTo>
                <a:close/>
                <a:moveTo>
                  <a:pt x="534111" y="1817400"/>
                </a:moveTo>
                <a:cubicBezTo>
                  <a:pt x="550880" y="1817400"/>
                  <a:pt x="564474" y="1830994"/>
                  <a:pt x="564474" y="1847763"/>
                </a:cubicBezTo>
                <a:cubicBezTo>
                  <a:pt x="564474" y="1864533"/>
                  <a:pt x="550880" y="1878127"/>
                  <a:pt x="534111" y="1878127"/>
                </a:cubicBezTo>
                <a:cubicBezTo>
                  <a:pt x="517341" y="1878127"/>
                  <a:pt x="503747" y="1864533"/>
                  <a:pt x="503747" y="1847763"/>
                </a:cubicBezTo>
                <a:cubicBezTo>
                  <a:pt x="503747" y="1830994"/>
                  <a:pt x="517341" y="1817400"/>
                  <a:pt x="534111" y="1817400"/>
                </a:cubicBezTo>
                <a:close/>
                <a:moveTo>
                  <a:pt x="461556" y="1817400"/>
                </a:moveTo>
                <a:cubicBezTo>
                  <a:pt x="478326" y="1817400"/>
                  <a:pt x="491920" y="1830994"/>
                  <a:pt x="491920" y="1847763"/>
                </a:cubicBezTo>
                <a:cubicBezTo>
                  <a:pt x="491920" y="1864533"/>
                  <a:pt x="478326" y="1878127"/>
                  <a:pt x="461556" y="1878127"/>
                </a:cubicBezTo>
                <a:cubicBezTo>
                  <a:pt x="444787" y="1878127"/>
                  <a:pt x="431192" y="1864533"/>
                  <a:pt x="431192" y="1847763"/>
                </a:cubicBezTo>
                <a:cubicBezTo>
                  <a:pt x="431192" y="1830994"/>
                  <a:pt x="444787" y="1817400"/>
                  <a:pt x="461556" y="1817400"/>
                </a:cubicBezTo>
                <a:close/>
                <a:moveTo>
                  <a:pt x="389002" y="1817400"/>
                </a:moveTo>
                <a:cubicBezTo>
                  <a:pt x="405771" y="1817400"/>
                  <a:pt x="419365" y="1830994"/>
                  <a:pt x="419365" y="1847763"/>
                </a:cubicBezTo>
                <a:cubicBezTo>
                  <a:pt x="419365" y="1864533"/>
                  <a:pt x="405771" y="1878127"/>
                  <a:pt x="389002" y="1878127"/>
                </a:cubicBezTo>
                <a:cubicBezTo>
                  <a:pt x="372232" y="1878127"/>
                  <a:pt x="358638" y="1864533"/>
                  <a:pt x="358638" y="1847763"/>
                </a:cubicBezTo>
                <a:cubicBezTo>
                  <a:pt x="358638" y="1830994"/>
                  <a:pt x="372232" y="1817400"/>
                  <a:pt x="389002" y="1817400"/>
                </a:cubicBezTo>
                <a:close/>
                <a:moveTo>
                  <a:pt x="316447" y="1817400"/>
                </a:moveTo>
                <a:cubicBezTo>
                  <a:pt x="333216" y="1817400"/>
                  <a:pt x="346810" y="1830994"/>
                  <a:pt x="346810" y="1847763"/>
                </a:cubicBezTo>
                <a:cubicBezTo>
                  <a:pt x="346810" y="1864533"/>
                  <a:pt x="333216" y="1878127"/>
                  <a:pt x="316447" y="1878127"/>
                </a:cubicBezTo>
                <a:cubicBezTo>
                  <a:pt x="299677" y="1878127"/>
                  <a:pt x="286084" y="1864533"/>
                  <a:pt x="286084" y="1847763"/>
                </a:cubicBezTo>
                <a:cubicBezTo>
                  <a:pt x="286084" y="1830994"/>
                  <a:pt x="299677" y="1817400"/>
                  <a:pt x="316447" y="1817400"/>
                </a:cubicBezTo>
                <a:close/>
                <a:moveTo>
                  <a:pt x="243892" y="1817400"/>
                </a:moveTo>
                <a:cubicBezTo>
                  <a:pt x="260662" y="1817400"/>
                  <a:pt x="274256" y="1830994"/>
                  <a:pt x="274256" y="1847763"/>
                </a:cubicBezTo>
                <a:cubicBezTo>
                  <a:pt x="274256" y="1864533"/>
                  <a:pt x="260662" y="1878127"/>
                  <a:pt x="243892" y="1878127"/>
                </a:cubicBezTo>
                <a:cubicBezTo>
                  <a:pt x="227123" y="1878127"/>
                  <a:pt x="213529" y="1864533"/>
                  <a:pt x="213529" y="1847763"/>
                </a:cubicBezTo>
                <a:cubicBezTo>
                  <a:pt x="213529" y="1830994"/>
                  <a:pt x="227123" y="1817400"/>
                  <a:pt x="243892" y="1817400"/>
                </a:cubicBezTo>
                <a:close/>
                <a:moveTo>
                  <a:pt x="171339" y="1817400"/>
                </a:moveTo>
                <a:cubicBezTo>
                  <a:pt x="188107" y="1817400"/>
                  <a:pt x="201701" y="1830994"/>
                  <a:pt x="201701" y="1847763"/>
                </a:cubicBezTo>
                <a:cubicBezTo>
                  <a:pt x="201701" y="1864533"/>
                  <a:pt x="188107" y="1878127"/>
                  <a:pt x="171339" y="1878127"/>
                </a:cubicBezTo>
                <a:cubicBezTo>
                  <a:pt x="154583" y="1878127"/>
                  <a:pt x="140989" y="1864533"/>
                  <a:pt x="140989" y="1847763"/>
                </a:cubicBezTo>
                <a:cubicBezTo>
                  <a:pt x="140989" y="1830994"/>
                  <a:pt x="154583" y="1817400"/>
                  <a:pt x="171339" y="1817400"/>
                </a:cubicBezTo>
                <a:close/>
                <a:moveTo>
                  <a:pt x="98799" y="1817400"/>
                </a:moveTo>
                <a:cubicBezTo>
                  <a:pt x="115568" y="1817400"/>
                  <a:pt x="129162" y="1830994"/>
                  <a:pt x="129162" y="1847763"/>
                </a:cubicBezTo>
                <a:cubicBezTo>
                  <a:pt x="129162" y="1864533"/>
                  <a:pt x="115568" y="1878127"/>
                  <a:pt x="98799" y="1878127"/>
                </a:cubicBezTo>
                <a:cubicBezTo>
                  <a:pt x="82029" y="1878127"/>
                  <a:pt x="68435" y="1864533"/>
                  <a:pt x="68435" y="1847763"/>
                </a:cubicBezTo>
                <a:cubicBezTo>
                  <a:pt x="68435" y="1830994"/>
                  <a:pt x="82029" y="1817400"/>
                  <a:pt x="98799" y="1817400"/>
                </a:cubicBezTo>
                <a:close/>
                <a:moveTo>
                  <a:pt x="26245" y="1817400"/>
                </a:moveTo>
                <a:cubicBezTo>
                  <a:pt x="43014" y="1817400"/>
                  <a:pt x="56608" y="1830994"/>
                  <a:pt x="56608" y="1847763"/>
                </a:cubicBezTo>
                <a:cubicBezTo>
                  <a:pt x="56608" y="1864533"/>
                  <a:pt x="43014" y="1878127"/>
                  <a:pt x="26245" y="1878127"/>
                </a:cubicBezTo>
                <a:cubicBezTo>
                  <a:pt x="17860" y="1878127"/>
                  <a:pt x="10269" y="1874729"/>
                  <a:pt x="4775" y="1869234"/>
                </a:cubicBezTo>
                <a:lnTo>
                  <a:pt x="0" y="1857707"/>
                </a:lnTo>
                <a:lnTo>
                  <a:pt x="0" y="1837819"/>
                </a:lnTo>
                <a:lnTo>
                  <a:pt x="4775" y="1826293"/>
                </a:lnTo>
                <a:cubicBezTo>
                  <a:pt x="10269" y="1820799"/>
                  <a:pt x="17860" y="1817400"/>
                  <a:pt x="26245" y="1817400"/>
                </a:cubicBezTo>
                <a:close/>
                <a:moveTo>
                  <a:pt x="896883" y="1736948"/>
                </a:moveTo>
                <a:lnTo>
                  <a:pt x="903696" y="1738324"/>
                </a:lnTo>
                <a:lnTo>
                  <a:pt x="888255" y="1747704"/>
                </a:lnTo>
                <a:lnTo>
                  <a:pt x="871248" y="1755896"/>
                </a:lnTo>
                <a:lnTo>
                  <a:pt x="875413" y="1745841"/>
                </a:lnTo>
                <a:cubicBezTo>
                  <a:pt x="880908" y="1740347"/>
                  <a:pt x="888499" y="1736948"/>
                  <a:pt x="896883" y="1736948"/>
                </a:cubicBezTo>
                <a:close/>
                <a:moveTo>
                  <a:pt x="824329" y="1736948"/>
                </a:moveTo>
                <a:cubicBezTo>
                  <a:pt x="832714" y="1736948"/>
                  <a:pt x="840304" y="1740347"/>
                  <a:pt x="845799" y="1745841"/>
                </a:cubicBezTo>
                <a:lnTo>
                  <a:pt x="853504" y="1764444"/>
                </a:lnTo>
                <a:lnTo>
                  <a:pt x="802910" y="1788817"/>
                </a:lnTo>
                <a:lnTo>
                  <a:pt x="802858" y="1788782"/>
                </a:lnTo>
                <a:cubicBezTo>
                  <a:pt x="797364" y="1783287"/>
                  <a:pt x="793965" y="1775696"/>
                  <a:pt x="793965" y="1767312"/>
                </a:cubicBezTo>
                <a:cubicBezTo>
                  <a:pt x="793965" y="1750542"/>
                  <a:pt x="807559" y="1736948"/>
                  <a:pt x="824329" y="1736948"/>
                </a:cubicBezTo>
                <a:close/>
                <a:moveTo>
                  <a:pt x="751774" y="1736948"/>
                </a:moveTo>
                <a:cubicBezTo>
                  <a:pt x="768544" y="1736948"/>
                  <a:pt x="782138" y="1750542"/>
                  <a:pt x="782138" y="1767312"/>
                </a:cubicBezTo>
                <a:cubicBezTo>
                  <a:pt x="782138" y="1784081"/>
                  <a:pt x="768544" y="1797675"/>
                  <a:pt x="751774" y="1797675"/>
                </a:cubicBezTo>
                <a:cubicBezTo>
                  <a:pt x="735005" y="1797675"/>
                  <a:pt x="721411" y="1784081"/>
                  <a:pt x="721411" y="1767312"/>
                </a:cubicBezTo>
                <a:cubicBezTo>
                  <a:pt x="721411" y="1750542"/>
                  <a:pt x="735005" y="1736948"/>
                  <a:pt x="751774" y="1736948"/>
                </a:cubicBezTo>
                <a:close/>
                <a:moveTo>
                  <a:pt x="679220" y="1736948"/>
                </a:moveTo>
                <a:cubicBezTo>
                  <a:pt x="695989" y="1736948"/>
                  <a:pt x="709583" y="1750542"/>
                  <a:pt x="709583" y="1767312"/>
                </a:cubicBezTo>
                <a:cubicBezTo>
                  <a:pt x="709583" y="1784081"/>
                  <a:pt x="695989" y="1797675"/>
                  <a:pt x="679220" y="1797675"/>
                </a:cubicBezTo>
                <a:cubicBezTo>
                  <a:pt x="662450" y="1797675"/>
                  <a:pt x="648856" y="1784081"/>
                  <a:pt x="648856" y="1767312"/>
                </a:cubicBezTo>
                <a:cubicBezTo>
                  <a:pt x="648856" y="1750542"/>
                  <a:pt x="662450" y="1736948"/>
                  <a:pt x="679220" y="1736948"/>
                </a:cubicBezTo>
                <a:close/>
                <a:moveTo>
                  <a:pt x="606665" y="1736948"/>
                </a:moveTo>
                <a:cubicBezTo>
                  <a:pt x="623435" y="1736948"/>
                  <a:pt x="637029" y="1750542"/>
                  <a:pt x="637029" y="1767312"/>
                </a:cubicBezTo>
                <a:cubicBezTo>
                  <a:pt x="637029" y="1784081"/>
                  <a:pt x="623435" y="1797675"/>
                  <a:pt x="606665" y="1797675"/>
                </a:cubicBezTo>
                <a:cubicBezTo>
                  <a:pt x="589896" y="1797675"/>
                  <a:pt x="576302" y="1784081"/>
                  <a:pt x="576302" y="1767312"/>
                </a:cubicBezTo>
                <a:cubicBezTo>
                  <a:pt x="576302" y="1750542"/>
                  <a:pt x="589896" y="1736948"/>
                  <a:pt x="606665" y="1736948"/>
                </a:cubicBezTo>
                <a:close/>
                <a:moveTo>
                  <a:pt x="534111" y="1736948"/>
                </a:moveTo>
                <a:cubicBezTo>
                  <a:pt x="550880" y="1736948"/>
                  <a:pt x="564474" y="1750542"/>
                  <a:pt x="564474" y="1767312"/>
                </a:cubicBezTo>
                <a:cubicBezTo>
                  <a:pt x="564474" y="1784081"/>
                  <a:pt x="550880" y="1797675"/>
                  <a:pt x="534111" y="1797675"/>
                </a:cubicBezTo>
                <a:cubicBezTo>
                  <a:pt x="517341" y="1797675"/>
                  <a:pt x="503747" y="1784081"/>
                  <a:pt x="503747" y="1767312"/>
                </a:cubicBezTo>
                <a:cubicBezTo>
                  <a:pt x="503747" y="1750542"/>
                  <a:pt x="517341" y="1736948"/>
                  <a:pt x="534111" y="1736948"/>
                </a:cubicBezTo>
                <a:close/>
                <a:moveTo>
                  <a:pt x="461556" y="1736948"/>
                </a:moveTo>
                <a:cubicBezTo>
                  <a:pt x="478326" y="1736948"/>
                  <a:pt x="491920" y="1750542"/>
                  <a:pt x="491920" y="1767312"/>
                </a:cubicBezTo>
                <a:cubicBezTo>
                  <a:pt x="491920" y="1784081"/>
                  <a:pt x="478326" y="1797675"/>
                  <a:pt x="461556" y="1797675"/>
                </a:cubicBezTo>
                <a:cubicBezTo>
                  <a:pt x="444787" y="1797675"/>
                  <a:pt x="431192" y="1784081"/>
                  <a:pt x="431192" y="1767312"/>
                </a:cubicBezTo>
                <a:cubicBezTo>
                  <a:pt x="431192" y="1750542"/>
                  <a:pt x="444787" y="1736948"/>
                  <a:pt x="461556" y="1736948"/>
                </a:cubicBezTo>
                <a:close/>
                <a:moveTo>
                  <a:pt x="389002" y="1736948"/>
                </a:moveTo>
                <a:cubicBezTo>
                  <a:pt x="405771" y="1736948"/>
                  <a:pt x="419365" y="1750542"/>
                  <a:pt x="419365" y="1767312"/>
                </a:cubicBezTo>
                <a:cubicBezTo>
                  <a:pt x="419365" y="1784081"/>
                  <a:pt x="405771" y="1797675"/>
                  <a:pt x="389002" y="1797675"/>
                </a:cubicBezTo>
                <a:cubicBezTo>
                  <a:pt x="372232" y="1797675"/>
                  <a:pt x="358638" y="1784081"/>
                  <a:pt x="358638" y="1767312"/>
                </a:cubicBezTo>
                <a:cubicBezTo>
                  <a:pt x="358638" y="1750542"/>
                  <a:pt x="372232" y="1736948"/>
                  <a:pt x="389002" y="1736948"/>
                </a:cubicBezTo>
                <a:close/>
                <a:moveTo>
                  <a:pt x="316447" y="1736948"/>
                </a:moveTo>
                <a:cubicBezTo>
                  <a:pt x="333216" y="1736948"/>
                  <a:pt x="346810" y="1750542"/>
                  <a:pt x="346810" y="1767312"/>
                </a:cubicBezTo>
                <a:cubicBezTo>
                  <a:pt x="346810" y="1784081"/>
                  <a:pt x="333216" y="1797675"/>
                  <a:pt x="316447" y="1797675"/>
                </a:cubicBezTo>
                <a:cubicBezTo>
                  <a:pt x="299677" y="1797675"/>
                  <a:pt x="286084" y="1784081"/>
                  <a:pt x="286084" y="1767312"/>
                </a:cubicBezTo>
                <a:cubicBezTo>
                  <a:pt x="286084" y="1750542"/>
                  <a:pt x="299677" y="1736948"/>
                  <a:pt x="316447" y="1736948"/>
                </a:cubicBezTo>
                <a:close/>
                <a:moveTo>
                  <a:pt x="243892" y="1736948"/>
                </a:moveTo>
                <a:cubicBezTo>
                  <a:pt x="260662" y="1736948"/>
                  <a:pt x="274256" y="1750542"/>
                  <a:pt x="274256" y="1767312"/>
                </a:cubicBezTo>
                <a:cubicBezTo>
                  <a:pt x="274256" y="1784081"/>
                  <a:pt x="260662" y="1797675"/>
                  <a:pt x="243892" y="1797675"/>
                </a:cubicBezTo>
                <a:cubicBezTo>
                  <a:pt x="227123" y="1797675"/>
                  <a:pt x="213529" y="1784081"/>
                  <a:pt x="213529" y="1767312"/>
                </a:cubicBezTo>
                <a:cubicBezTo>
                  <a:pt x="213529" y="1750542"/>
                  <a:pt x="227123" y="1736948"/>
                  <a:pt x="243892" y="1736948"/>
                </a:cubicBezTo>
                <a:close/>
                <a:moveTo>
                  <a:pt x="171339" y="1736948"/>
                </a:moveTo>
                <a:cubicBezTo>
                  <a:pt x="188107" y="1736948"/>
                  <a:pt x="201701" y="1750542"/>
                  <a:pt x="201701" y="1767312"/>
                </a:cubicBezTo>
                <a:cubicBezTo>
                  <a:pt x="201701" y="1784081"/>
                  <a:pt x="188107" y="1797675"/>
                  <a:pt x="171339" y="1797675"/>
                </a:cubicBezTo>
                <a:cubicBezTo>
                  <a:pt x="154588" y="1797675"/>
                  <a:pt x="140995" y="1784081"/>
                  <a:pt x="140995" y="1767312"/>
                </a:cubicBezTo>
                <a:cubicBezTo>
                  <a:pt x="140995" y="1750542"/>
                  <a:pt x="154588" y="1736948"/>
                  <a:pt x="171339" y="1736948"/>
                </a:cubicBezTo>
                <a:close/>
                <a:moveTo>
                  <a:pt x="98806" y="1736948"/>
                </a:moveTo>
                <a:cubicBezTo>
                  <a:pt x="115574" y="1736948"/>
                  <a:pt x="129168" y="1750542"/>
                  <a:pt x="129168" y="1767312"/>
                </a:cubicBezTo>
                <a:cubicBezTo>
                  <a:pt x="129168" y="1784081"/>
                  <a:pt x="115574" y="1797675"/>
                  <a:pt x="98806" y="1797675"/>
                </a:cubicBezTo>
                <a:cubicBezTo>
                  <a:pt x="82035" y="1797675"/>
                  <a:pt x="68442" y="1784081"/>
                  <a:pt x="68442" y="1767312"/>
                </a:cubicBezTo>
                <a:cubicBezTo>
                  <a:pt x="68442" y="1750542"/>
                  <a:pt x="82035" y="1736948"/>
                  <a:pt x="98806" y="1736948"/>
                </a:cubicBezTo>
                <a:close/>
                <a:moveTo>
                  <a:pt x="26251" y="1736948"/>
                </a:moveTo>
                <a:cubicBezTo>
                  <a:pt x="43020" y="1736948"/>
                  <a:pt x="56614" y="1750542"/>
                  <a:pt x="56614" y="1767312"/>
                </a:cubicBezTo>
                <a:cubicBezTo>
                  <a:pt x="56614" y="1784081"/>
                  <a:pt x="43020" y="1797675"/>
                  <a:pt x="26251" y="1797675"/>
                </a:cubicBezTo>
                <a:cubicBezTo>
                  <a:pt x="17866" y="1797675"/>
                  <a:pt x="10276" y="1794277"/>
                  <a:pt x="4781" y="1788782"/>
                </a:cubicBezTo>
                <a:lnTo>
                  <a:pt x="0" y="1777239"/>
                </a:lnTo>
                <a:lnTo>
                  <a:pt x="0" y="1757384"/>
                </a:lnTo>
                <a:lnTo>
                  <a:pt x="4781" y="1745841"/>
                </a:lnTo>
                <a:cubicBezTo>
                  <a:pt x="10276" y="1740347"/>
                  <a:pt x="17866" y="1736948"/>
                  <a:pt x="26251" y="1736948"/>
                </a:cubicBezTo>
                <a:close/>
                <a:moveTo>
                  <a:pt x="1030341" y="1658849"/>
                </a:moveTo>
                <a:lnTo>
                  <a:pt x="1020041" y="1666551"/>
                </a:lnTo>
                <a:lnTo>
                  <a:pt x="1020522" y="1665390"/>
                </a:lnTo>
                <a:cubicBezTo>
                  <a:pt x="1023269" y="1662642"/>
                  <a:pt x="1026541" y="1660419"/>
                  <a:pt x="1030173" y="1658883"/>
                </a:cubicBezTo>
                <a:close/>
                <a:moveTo>
                  <a:pt x="969438" y="1656497"/>
                </a:moveTo>
                <a:cubicBezTo>
                  <a:pt x="977823" y="1656497"/>
                  <a:pt x="985413" y="1659895"/>
                  <a:pt x="990908" y="1665390"/>
                </a:cubicBezTo>
                <a:lnTo>
                  <a:pt x="997511" y="1681329"/>
                </a:lnTo>
                <a:lnTo>
                  <a:pt x="950384" y="1709959"/>
                </a:lnTo>
                <a:lnTo>
                  <a:pt x="947968" y="1708330"/>
                </a:lnTo>
                <a:cubicBezTo>
                  <a:pt x="942473" y="1702836"/>
                  <a:pt x="939075" y="1695245"/>
                  <a:pt x="939075" y="1686860"/>
                </a:cubicBezTo>
                <a:cubicBezTo>
                  <a:pt x="939075" y="1670091"/>
                  <a:pt x="952669" y="1656497"/>
                  <a:pt x="969438" y="1656497"/>
                </a:cubicBezTo>
                <a:close/>
                <a:moveTo>
                  <a:pt x="896883" y="1656497"/>
                </a:moveTo>
                <a:cubicBezTo>
                  <a:pt x="913653" y="1656497"/>
                  <a:pt x="927247" y="1670091"/>
                  <a:pt x="927247" y="1686860"/>
                </a:cubicBezTo>
                <a:cubicBezTo>
                  <a:pt x="927247" y="1703630"/>
                  <a:pt x="913653" y="1717224"/>
                  <a:pt x="896883" y="1717224"/>
                </a:cubicBezTo>
                <a:cubicBezTo>
                  <a:pt x="880114" y="1717224"/>
                  <a:pt x="866520" y="1703630"/>
                  <a:pt x="866520" y="1686860"/>
                </a:cubicBezTo>
                <a:cubicBezTo>
                  <a:pt x="866520" y="1670091"/>
                  <a:pt x="880114" y="1656497"/>
                  <a:pt x="896883" y="1656497"/>
                </a:cubicBezTo>
                <a:close/>
                <a:moveTo>
                  <a:pt x="824329" y="1656497"/>
                </a:moveTo>
                <a:cubicBezTo>
                  <a:pt x="841098" y="1656497"/>
                  <a:pt x="854692" y="1670091"/>
                  <a:pt x="854692" y="1686860"/>
                </a:cubicBezTo>
                <a:cubicBezTo>
                  <a:pt x="854692" y="1703630"/>
                  <a:pt x="841098" y="1717224"/>
                  <a:pt x="824329" y="1717224"/>
                </a:cubicBezTo>
                <a:cubicBezTo>
                  <a:pt x="807559" y="1717224"/>
                  <a:pt x="793965" y="1703630"/>
                  <a:pt x="793965" y="1686860"/>
                </a:cubicBezTo>
                <a:cubicBezTo>
                  <a:pt x="793965" y="1670091"/>
                  <a:pt x="807559" y="1656497"/>
                  <a:pt x="824329" y="1656497"/>
                </a:cubicBezTo>
                <a:close/>
                <a:moveTo>
                  <a:pt x="751774" y="1656497"/>
                </a:moveTo>
                <a:cubicBezTo>
                  <a:pt x="768544" y="1656497"/>
                  <a:pt x="782138" y="1670091"/>
                  <a:pt x="782138" y="1686860"/>
                </a:cubicBezTo>
                <a:cubicBezTo>
                  <a:pt x="782138" y="1703630"/>
                  <a:pt x="768544" y="1717224"/>
                  <a:pt x="751774" y="1717224"/>
                </a:cubicBezTo>
                <a:cubicBezTo>
                  <a:pt x="735005" y="1717224"/>
                  <a:pt x="721411" y="1703630"/>
                  <a:pt x="721411" y="1686860"/>
                </a:cubicBezTo>
                <a:cubicBezTo>
                  <a:pt x="721411" y="1670091"/>
                  <a:pt x="735005" y="1656497"/>
                  <a:pt x="751774" y="1656497"/>
                </a:cubicBezTo>
                <a:close/>
                <a:moveTo>
                  <a:pt x="679220" y="1656497"/>
                </a:moveTo>
                <a:cubicBezTo>
                  <a:pt x="695989" y="1656497"/>
                  <a:pt x="709583" y="1670091"/>
                  <a:pt x="709583" y="1686860"/>
                </a:cubicBezTo>
                <a:cubicBezTo>
                  <a:pt x="709583" y="1703630"/>
                  <a:pt x="695989" y="1717224"/>
                  <a:pt x="679220" y="1717224"/>
                </a:cubicBezTo>
                <a:cubicBezTo>
                  <a:pt x="662450" y="1717224"/>
                  <a:pt x="648856" y="1703630"/>
                  <a:pt x="648856" y="1686860"/>
                </a:cubicBezTo>
                <a:cubicBezTo>
                  <a:pt x="648856" y="1670091"/>
                  <a:pt x="662450" y="1656497"/>
                  <a:pt x="679220" y="1656497"/>
                </a:cubicBezTo>
                <a:close/>
                <a:moveTo>
                  <a:pt x="606665" y="1656497"/>
                </a:moveTo>
                <a:cubicBezTo>
                  <a:pt x="623435" y="1656497"/>
                  <a:pt x="637029" y="1670091"/>
                  <a:pt x="637029" y="1686860"/>
                </a:cubicBezTo>
                <a:cubicBezTo>
                  <a:pt x="637029" y="1703630"/>
                  <a:pt x="623435" y="1717224"/>
                  <a:pt x="606665" y="1717224"/>
                </a:cubicBezTo>
                <a:cubicBezTo>
                  <a:pt x="589896" y="1717224"/>
                  <a:pt x="576302" y="1703630"/>
                  <a:pt x="576302" y="1686860"/>
                </a:cubicBezTo>
                <a:cubicBezTo>
                  <a:pt x="576302" y="1670091"/>
                  <a:pt x="589896" y="1656497"/>
                  <a:pt x="606665" y="1656497"/>
                </a:cubicBezTo>
                <a:close/>
                <a:moveTo>
                  <a:pt x="534111" y="1656497"/>
                </a:moveTo>
                <a:cubicBezTo>
                  <a:pt x="550880" y="1656497"/>
                  <a:pt x="564474" y="1670091"/>
                  <a:pt x="564474" y="1686860"/>
                </a:cubicBezTo>
                <a:cubicBezTo>
                  <a:pt x="564474" y="1703630"/>
                  <a:pt x="550880" y="1717224"/>
                  <a:pt x="534111" y="1717224"/>
                </a:cubicBezTo>
                <a:cubicBezTo>
                  <a:pt x="517341" y="1717224"/>
                  <a:pt x="503747" y="1703630"/>
                  <a:pt x="503747" y="1686860"/>
                </a:cubicBezTo>
                <a:cubicBezTo>
                  <a:pt x="503747" y="1670091"/>
                  <a:pt x="517341" y="1656497"/>
                  <a:pt x="534111" y="1656497"/>
                </a:cubicBezTo>
                <a:close/>
                <a:moveTo>
                  <a:pt x="461556" y="1656497"/>
                </a:moveTo>
                <a:cubicBezTo>
                  <a:pt x="478326" y="1656497"/>
                  <a:pt x="491920" y="1670091"/>
                  <a:pt x="491920" y="1686860"/>
                </a:cubicBezTo>
                <a:cubicBezTo>
                  <a:pt x="491920" y="1703630"/>
                  <a:pt x="478326" y="1717224"/>
                  <a:pt x="461556" y="1717224"/>
                </a:cubicBezTo>
                <a:cubicBezTo>
                  <a:pt x="444787" y="1717224"/>
                  <a:pt x="431192" y="1703630"/>
                  <a:pt x="431192" y="1686860"/>
                </a:cubicBezTo>
                <a:cubicBezTo>
                  <a:pt x="431192" y="1670091"/>
                  <a:pt x="444787" y="1656497"/>
                  <a:pt x="461556" y="1656497"/>
                </a:cubicBezTo>
                <a:close/>
                <a:moveTo>
                  <a:pt x="389002" y="1656497"/>
                </a:moveTo>
                <a:cubicBezTo>
                  <a:pt x="405771" y="1656497"/>
                  <a:pt x="419365" y="1670091"/>
                  <a:pt x="419365" y="1686860"/>
                </a:cubicBezTo>
                <a:cubicBezTo>
                  <a:pt x="419365" y="1703630"/>
                  <a:pt x="405771" y="1717224"/>
                  <a:pt x="389002" y="1717224"/>
                </a:cubicBezTo>
                <a:cubicBezTo>
                  <a:pt x="372232" y="1717224"/>
                  <a:pt x="358638" y="1703630"/>
                  <a:pt x="358638" y="1686860"/>
                </a:cubicBezTo>
                <a:cubicBezTo>
                  <a:pt x="358638" y="1670091"/>
                  <a:pt x="372232" y="1656497"/>
                  <a:pt x="389002" y="1656497"/>
                </a:cubicBezTo>
                <a:close/>
                <a:moveTo>
                  <a:pt x="316447" y="1656497"/>
                </a:moveTo>
                <a:cubicBezTo>
                  <a:pt x="333216" y="1656497"/>
                  <a:pt x="346810" y="1670091"/>
                  <a:pt x="346810" y="1686860"/>
                </a:cubicBezTo>
                <a:cubicBezTo>
                  <a:pt x="346810" y="1703630"/>
                  <a:pt x="333216" y="1717224"/>
                  <a:pt x="316447" y="1717224"/>
                </a:cubicBezTo>
                <a:cubicBezTo>
                  <a:pt x="299677" y="1717224"/>
                  <a:pt x="286084" y="1703630"/>
                  <a:pt x="286084" y="1686860"/>
                </a:cubicBezTo>
                <a:cubicBezTo>
                  <a:pt x="286084" y="1670091"/>
                  <a:pt x="299677" y="1656497"/>
                  <a:pt x="316447" y="1656497"/>
                </a:cubicBezTo>
                <a:close/>
                <a:moveTo>
                  <a:pt x="243892" y="1656497"/>
                </a:moveTo>
                <a:cubicBezTo>
                  <a:pt x="260662" y="1656497"/>
                  <a:pt x="274256" y="1670091"/>
                  <a:pt x="274256" y="1686860"/>
                </a:cubicBezTo>
                <a:cubicBezTo>
                  <a:pt x="274256" y="1703630"/>
                  <a:pt x="260662" y="1717224"/>
                  <a:pt x="243892" y="1717224"/>
                </a:cubicBezTo>
                <a:cubicBezTo>
                  <a:pt x="227123" y="1717224"/>
                  <a:pt x="213529" y="1703630"/>
                  <a:pt x="213529" y="1686860"/>
                </a:cubicBezTo>
                <a:cubicBezTo>
                  <a:pt x="213529" y="1670091"/>
                  <a:pt x="227123" y="1656497"/>
                  <a:pt x="243892" y="1656497"/>
                </a:cubicBezTo>
                <a:close/>
                <a:moveTo>
                  <a:pt x="171339" y="1656497"/>
                </a:moveTo>
                <a:cubicBezTo>
                  <a:pt x="188107" y="1656497"/>
                  <a:pt x="201701" y="1670091"/>
                  <a:pt x="201701" y="1686860"/>
                </a:cubicBezTo>
                <a:cubicBezTo>
                  <a:pt x="201701" y="1703630"/>
                  <a:pt x="188107" y="1717224"/>
                  <a:pt x="171339" y="1717224"/>
                </a:cubicBezTo>
                <a:cubicBezTo>
                  <a:pt x="154594" y="1717224"/>
                  <a:pt x="141001" y="1703630"/>
                  <a:pt x="141001" y="1686860"/>
                </a:cubicBezTo>
                <a:cubicBezTo>
                  <a:pt x="141001" y="1670091"/>
                  <a:pt x="154594" y="1656497"/>
                  <a:pt x="171339" y="1656497"/>
                </a:cubicBezTo>
                <a:close/>
                <a:moveTo>
                  <a:pt x="98812" y="1656497"/>
                </a:moveTo>
                <a:cubicBezTo>
                  <a:pt x="115580" y="1656497"/>
                  <a:pt x="129174" y="1670091"/>
                  <a:pt x="129174" y="1686860"/>
                </a:cubicBezTo>
                <a:cubicBezTo>
                  <a:pt x="129174" y="1703630"/>
                  <a:pt x="115580" y="1717224"/>
                  <a:pt x="98812" y="1717224"/>
                </a:cubicBezTo>
                <a:cubicBezTo>
                  <a:pt x="82042" y="1717224"/>
                  <a:pt x="68448" y="1703630"/>
                  <a:pt x="68448" y="1686860"/>
                </a:cubicBezTo>
                <a:cubicBezTo>
                  <a:pt x="68448" y="1670091"/>
                  <a:pt x="82042" y="1656497"/>
                  <a:pt x="98812" y="1656497"/>
                </a:cubicBezTo>
                <a:close/>
                <a:moveTo>
                  <a:pt x="26257" y="1656497"/>
                </a:moveTo>
                <a:cubicBezTo>
                  <a:pt x="43026" y="1656497"/>
                  <a:pt x="56620" y="1670091"/>
                  <a:pt x="56620" y="1686860"/>
                </a:cubicBezTo>
                <a:cubicBezTo>
                  <a:pt x="56620" y="1703630"/>
                  <a:pt x="43026" y="1717224"/>
                  <a:pt x="26257" y="1717224"/>
                </a:cubicBezTo>
                <a:cubicBezTo>
                  <a:pt x="17873" y="1717224"/>
                  <a:pt x="10282" y="1713826"/>
                  <a:pt x="4787" y="1708331"/>
                </a:cubicBezTo>
                <a:lnTo>
                  <a:pt x="0" y="1696773"/>
                </a:lnTo>
                <a:lnTo>
                  <a:pt x="0" y="1676947"/>
                </a:lnTo>
                <a:lnTo>
                  <a:pt x="4787" y="1665390"/>
                </a:lnTo>
                <a:cubicBezTo>
                  <a:pt x="10282" y="1659896"/>
                  <a:pt x="17873" y="1656497"/>
                  <a:pt x="26257" y="1656497"/>
                </a:cubicBezTo>
                <a:close/>
                <a:moveTo>
                  <a:pt x="1114547" y="1576045"/>
                </a:moveTo>
                <a:cubicBezTo>
                  <a:pt x="1118739" y="1576045"/>
                  <a:pt x="1122733" y="1576894"/>
                  <a:pt x="1126366" y="1578431"/>
                </a:cubicBezTo>
                <a:lnTo>
                  <a:pt x="1131977" y="1582214"/>
                </a:lnTo>
                <a:lnTo>
                  <a:pt x="1128051" y="1585783"/>
                </a:lnTo>
                <a:lnTo>
                  <a:pt x="1088035" y="1615706"/>
                </a:lnTo>
                <a:lnTo>
                  <a:pt x="1084184" y="1606408"/>
                </a:lnTo>
                <a:cubicBezTo>
                  <a:pt x="1084184" y="1589639"/>
                  <a:pt x="1097778" y="1576045"/>
                  <a:pt x="1114547" y="1576045"/>
                </a:cubicBezTo>
                <a:close/>
                <a:moveTo>
                  <a:pt x="1041993" y="1576045"/>
                </a:moveTo>
                <a:cubicBezTo>
                  <a:pt x="1058762" y="1576045"/>
                  <a:pt x="1072356" y="1589639"/>
                  <a:pt x="1072356" y="1606408"/>
                </a:cubicBezTo>
                <a:cubicBezTo>
                  <a:pt x="1072356" y="1623178"/>
                  <a:pt x="1058762" y="1636772"/>
                  <a:pt x="1041993" y="1636772"/>
                </a:cubicBezTo>
                <a:cubicBezTo>
                  <a:pt x="1025223" y="1636772"/>
                  <a:pt x="1011629" y="1623178"/>
                  <a:pt x="1011629" y="1606408"/>
                </a:cubicBezTo>
                <a:cubicBezTo>
                  <a:pt x="1011629" y="1589639"/>
                  <a:pt x="1025223" y="1576045"/>
                  <a:pt x="1041993" y="1576045"/>
                </a:cubicBezTo>
                <a:close/>
                <a:moveTo>
                  <a:pt x="969438" y="1576045"/>
                </a:moveTo>
                <a:cubicBezTo>
                  <a:pt x="986208" y="1576045"/>
                  <a:pt x="999801" y="1589639"/>
                  <a:pt x="999801" y="1606408"/>
                </a:cubicBezTo>
                <a:cubicBezTo>
                  <a:pt x="999801" y="1623178"/>
                  <a:pt x="986208" y="1636772"/>
                  <a:pt x="969438" y="1636772"/>
                </a:cubicBezTo>
                <a:cubicBezTo>
                  <a:pt x="952669" y="1636772"/>
                  <a:pt x="939075" y="1623178"/>
                  <a:pt x="939075" y="1606408"/>
                </a:cubicBezTo>
                <a:cubicBezTo>
                  <a:pt x="939075" y="1589639"/>
                  <a:pt x="952669" y="1576045"/>
                  <a:pt x="969438" y="1576045"/>
                </a:cubicBezTo>
                <a:close/>
                <a:moveTo>
                  <a:pt x="896883" y="1576045"/>
                </a:moveTo>
                <a:cubicBezTo>
                  <a:pt x="913653" y="1576045"/>
                  <a:pt x="927247" y="1589639"/>
                  <a:pt x="927247" y="1606408"/>
                </a:cubicBezTo>
                <a:cubicBezTo>
                  <a:pt x="927247" y="1623178"/>
                  <a:pt x="913653" y="1636772"/>
                  <a:pt x="896883" y="1636772"/>
                </a:cubicBezTo>
                <a:cubicBezTo>
                  <a:pt x="880114" y="1636772"/>
                  <a:pt x="866520" y="1623178"/>
                  <a:pt x="866520" y="1606408"/>
                </a:cubicBezTo>
                <a:cubicBezTo>
                  <a:pt x="866520" y="1589639"/>
                  <a:pt x="880114" y="1576045"/>
                  <a:pt x="896883" y="1576045"/>
                </a:cubicBezTo>
                <a:close/>
                <a:moveTo>
                  <a:pt x="824329" y="1576045"/>
                </a:moveTo>
                <a:cubicBezTo>
                  <a:pt x="841098" y="1576045"/>
                  <a:pt x="854692" y="1589639"/>
                  <a:pt x="854692" y="1606408"/>
                </a:cubicBezTo>
                <a:cubicBezTo>
                  <a:pt x="854692" y="1623178"/>
                  <a:pt x="841098" y="1636772"/>
                  <a:pt x="824329" y="1636772"/>
                </a:cubicBezTo>
                <a:cubicBezTo>
                  <a:pt x="807559" y="1636772"/>
                  <a:pt x="793965" y="1623178"/>
                  <a:pt x="793965" y="1606408"/>
                </a:cubicBezTo>
                <a:cubicBezTo>
                  <a:pt x="793965" y="1589639"/>
                  <a:pt x="807559" y="1576045"/>
                  <a:pt x="824329" y="1576045"/>
                </a:cubicBezTo>
                <a:close/>
                <a:moveTo>
                  <a:pt x="751774" y="1576045"/>
                </a:moveTo>
                <a:cubicBezTo>
                  <a:pt x="768544" y="1576045"/>
                  <a:pt x="782138" y="1589639"/>
                  <a:pt x="782138" y="1606408"/>
                </a:cubicBezTo>
                <a:cubicBezTo>
                  <a:pt x="782138" y="1623178"/>
                  <a:pt x="768544" y="1636772"/>
                  <a:pt x="751774" y="1636772"/>
                </a:cubicBezTo>
                <a:cubicBezTo>
                  <a:pt x="735005" y="1636772"/>
                  <a:pt x="721411" y="1623178"/>
                  <a:pt x="721411" y="1606408"/>
                </a:cubicBezTo>
                <a:cubicBezTo>
                  <a:pt x="721411" y="1589639"/>
                  <a:pt x="735005" y="1576045"/>
                  <a:pt x="751774" y="1576045"/>
                </a:cubicBezTo>
                <a:close/>
                <a:moveTo>
                  <a:pt x="679220" y="1576045"/>
                </a:moveTo>
                <a:cubicBezTo>
                  <a:pt x="695989" y="1576045"/>
                  <a:pt x="709583" y="1589639"/>
                  <a:pt x="709583" y="1606408"/>
                </a:cubicBezTo>
                <a:cubicBezTo>
                  <a:pt x="709583" y="1623178"/>
                  <a:pt x="695989" y="1636772"/>
                  <a:pt x="679220" y="1636772"/>
                </a:cubicBezTo>
                <a:cubicBezTo>
                  <a:pt x="662450" y="1636772"/>
                  <a:pt x="648856" y="1623178"/>
                  <a:pt x="648856" y="1606408"/>
                </a:cubicBezTo>
                <a:cubicBezTo>
                  <a:pt x="648856" y="1589639"/>
                  <a:pt x="662450" y="1576045"/>
                  <a:pt x="679220" y="1576045"/>
                </a:cubicBezTo>
                <a:close/>
                <a:moveTo>
                  <a:pt x="606665" y="1576045"/>
                </a:moveTo>
                <a:cubicBezTo>
                  <a:pt x="623435" y="1576045"/>
                  <a:pt x="637029" y="1589639"/>
                  <a:pt x="637029" y="1606408"/>
                </a:cubicBezTo>
                <a:cubicBezTo>
                  <a:pt x="637029" y="1623178"/>
                  <a:pt x="623435" y="1636772"/>
                  <a:pt x="606665" y="1636772"/>
                </a:cubicBezTo>
                <a:cubicBezTo>
                  <a:pt x="589896" y="1636772"/>
                  <a:pt x="576302" y="1623178"/>
                  <a:pt x="576302" y="1606408"/>
                </a:cubicBezTo>
                <a:cubicBezTo>
                  <a:pt x="576302" y="1589639"/>
                  <a:pt x="589896" y="1576045"/>
                  <a:pt x="606665" y="1576045"/>
                </a:cubicBezTo>
                <a:close/>
                <a:moveTo>
                  <a:pt x="534111" y="1576045"/>
                </a:moveTo>
                <a:cubicBezTo>
                  <a:pt x="550880" y="1576045"/>
                  <a:pt x="564474" y="1589639"/>
                  <a:pt x="564474" y="1606408"/>
                </a:cubicBezTo>
                <a:cubicBezTo>
                  <a:pt x="564474" y="1623178"/>
                  <a:pt x="550880" y="1636772"/>
                  <a:pt x="534111" y="1636772"/>
                </a:cubicBezTo>
                <a:cubicBezTo>
                  <a:pt x="517341" y="1636772"/>
                  <a:pt x="503747" y="1623178"/>
                  <a:pt x="503747" y="1606408"/>
                </a:cubicBezTo>
                <a:cubicBezTo>
                  <a:pt x="503747" y="1589639"/>
                  <a:pt x="517341" y="1576045"/>
                  <a:pt x="534111" y="1576045"/>
                </a:cubicBezTo>
                <a:close/>
                <a:moveTo>
                  <a:pt x="461556" y="1576045"/>
                </a:moveTo>
                <a:cubicBezTo>
                  <a:pt x="478326" y="1576045"/>
                  <a:pt x="491920" y="1589639"/>
                  <a:pt x="491920" y="1606408"/>
                </a:cubicBezTo>
                <a:cubicBezTo>
                  <a:pt x="491920" y="1623178"/>
                  <a:pt x="478326" y="1636772"/>
                  <a:pt x="461556" y="1636772"/>
                </a:cubicBezTo>
                <a:cubicBezTo>
                  <a:pt x="444787" y="1636772"/>
                  <a:pt x="431192" y="1623178"/>
                  <a:pt x="431192" y="1606408"/>
                </a:cubicBezTo>
                <a:cubicBezTo>
                  <a:pt x="431192" y="1589639"/>
                  <a:pt x="444787" y="1576045"/>
                  <a:pt x="461556" y="1576045"/>
                </a:cubicBezTo>
                <a:close/>
                <a:moveTo>
                  <a:pt x="389002" y="1576045"/>
                </a:moveTo>
                <a:cubicBezTo>
                  <a:pt x="405771" y="1576045"/>
                  <a:pt x="419365" y="1589639"/>
                  <a:pt x="419365" y="1606408"/>
                </a:cubicBezTo>
                <a:cubicBezTo>
                  <a:pt x="419365" y="1623178"/>
                  <a:pt x="405771" y="1636772"/>
                  <a:pt x="389002" y="1636772"/>
                </a:cubicBezTo>
                <a:cubicBezTo>
                  <a:pt x="372232" y="1636772"/>
                  <a:pt x="358638" y="1623178"/>
                  <a:pt x="358638" y="1606408"/>
                </a:cubicBezTo>
                <a:cubicBezTo>
                  <a:pt x="358638" y="1589639"/>
                  <a:pt x="372232" y="1576045"/>
                  <a:pt x="389002" y="1576045"/>
                </a:cubicBezTo>
                <a:close/>
                <a:moveTo>
                  <a:pt x="316447" y="1576045"/>
                </a:moveTo>
                <a:cubicBezTo>
                  <a:pt x="333216" y="1576045"/>
                  <a:pt x="346810" y="1589639"/>
                  <a:pt x="346810" y="1606408"/>
                </a:cubicBezTo>
                <a:cubicBezTo>
                  <a:pt x="346810" y="1623178"/>
                  <a:pt x="333216" y="1636772"/>
                  <a:pt x="316447" y="1636772"/>
                </a:cubicBezTo>
                <a:cubicBezTo>
                  <a:pt x="299677" y="1636772"/>
                  <a:pt x="286084" y="1623178"/>
                  <a:pt x="286084" y="1606408"/>
                </a:cubicBezTo>
                <a:cubicBezTo>
                  <a:pt x="286084" y="1589639"/>
                  <a:pt x="299677" y="1576045"/>
                  <a:pt x="316447" y="1576045"/>
                </a:cubicBezTo>
                <a:close/>
                <a:moveTo>
                  <a:pt x="243892" y="1576045"/>
                </a:moveTo>
                <a:cubicBezTo>
                  <a:pt x="260662" y="1576045"/>
                  <a:pt x="274256" y="1589639"/>
                  <a:pt x="274256" y="1606408"/>
                </a:cubicBezTo>
                <a:cubicBezTo>
                  <a:pt x="274256" y="1623178"/>
                  <a:pt x="260662" y="1636772"/>
                  <a:pt x="243892" y="1636772"/>
                </a:cubicBezTo>
                <a:cubicBezTo>
                  <a:pt x="227123" y="1636772"/>
                  <a:pt x="213529" y="1623178"/>
                  <a:pt x="213529" y="1606408"/>
                </a:cubicBezTo>
                <a:cubicBezTo>
                  <a:pt x="213529" y="1589639"/>
                  <a:pt x="227123" y="1576045"/>
                  <a:pt x="243892" y="1576045"/>
                </a:cubicBezTo>
                <a:close/>
                <a:moveTo>
                  <a:pt x="171339" y="1576045"/>
                </a:moveTo>
                <a:cubicBezTo>
                  <a:pt x="188107" y="1576045"/>
                  <a:pt x="201701" y="1589639"/>
                  <a:pt x="201701" y="1606408"/>
                </a:cubicBezTo>
                <a:cubicBezTo>
                  <a:pt x="201701" y="1623178"/>
                  <a:pt x="188107" y="1636772"/>
                  <a:pt x="171339" y="1636772"/>
                </a:cubicBezTo>
                <a:cubicBezTo>
                  <a:pt x="154599" y="1636772"/>
                  <a:pt x="141006" y="1623178"/>
                  <a:pt x="141006" y="1606408"/>
                </a:cubicBezTo>
                <a:cubicBezTo>
                  <a:pt x="141006" y="1589639"/>
                  <a:pt x="154599" y="1576045"/>
                  <a:pt x="171339" y="1576045"/>
                </a:cubicBezTo>
                <a:close/>
                <a:moveTo>
                  <a:pt x="98818" y="1576045"/>
                </a:moveTo>
                <a:cubicBezTo>
                  <a:pt x="115586" y="1576045"/>
                  <a:pt x="129180" y="1589639"/>
                  <a:pt x="129180" y="1606408"/>
                </a:cubicBezTo>
                <a:cubicBezTo>
                  <a:pt x="129180" y="1623178"/>
                  <a:pt x="115586" y="1636772"/>
                  <a:pt x="98818" y="1636772"/>
                </a:cubicBezTo>
                <a:cubicBezTo>
                  <a:pt x="82048" y="1636772"/>
                  <a:pt x="68454" y="1623178"/>
                  <a:pt x="68454" y="1606408"/>
                </a:cubicBezTo>
                <a:cubicBezTo>
                  <a:pt x="68454" y="1589639"/>
                  <a:pt x="82048" y="1576045"/>
                  <a:pt x="98818" y="1576045"/>
                </a:cubicBezTo>
                <a:close/>
                <a:moveTo>
                  <a:pt x="26264" y="1576045"/>
                </a:moveTo>
                <a:cubicBezTo>
                  <a:pt x="43032" y="1576045"/>
                  <a:pt x="56626" y="1589639"/>
                  <a:pt x="56626" y="1606408"/>
                </a:cubicBezTo>
                <a:cubicBezTo>
                  <a:pt x="56626" y="1623178"/>
                  <a:pt x="43032" y="1636772"/>
                  <a:pt x="26264" y="1636772"/>
                </a:cubicBezTo>
                <a:cubicBezTo>
                  <a:pt x="17880" y="1636772"/>
                  <a:pt x="10289" y="1633374"/>
                  <a:pt x="4794" y="1627879"/>
                </a:cubicBezTo>
                <a:lnTo>
                  <a:pt x="0" y="1616304"/>
                </a:lnTo>
                <a:lnTo>
                  <a:pt x="0" y="1596512"/>
                </a:lnTo>
                <a:lnTo>
                  <a:pt x="4794" y="1584938"/>
                </a:lnTo>
                <a:cubicBezTo>
                  <a:pt x="10289" y="1579444"/>
                  <a:pt x="17880" y="1576045"/>
                  <a:pt x="26264" y="1576045"/>
                </a:cubicBezTo>
                <a:close/>
                <a:moveTo>
                  <a:pt x="1187102" y="1495593"/>
                </a:moveTo>
                <a:cubicBezTo>
                  <a:pt x="1195486" y="1495593"/>
                  <a:pt x="1203077" y="1498992"/>
                  <a:pt x="1208572" y="1504486"/>
                </a:cubicBezTo>
                <a:lnTo>
                  <a:pt x="1211014" y="1510381"/>
                </a:lnTo>
                <a:lnTo>
                  <a:pt x="1168285" y="1549216"/>
                </a:lnTo>
                <a:lnTo>
                  <a:pt x="1165631" y="1547427"/>
                </a:lnTo>
                <a:cubicBezTo>
                  <a:pt x="1160137" y="1541932"/>
                  <a:pt x="1156738" y="1534341"/>
                  <a:pt x="1156738" y="1525957"/>
                </a:cubicBezTo>
                <a:cubicBezTo>
                  <a:pt x="1156738" y="1509187"/>
                  <a:pt x="1170332" y="1495593"/>
                  <a:pt x="1187102" y="1495593"/>
                </a:cubicBezTo>
                <a:close/>
                <a:moveTo>
                  <a:pt x="1114547" y="1495593"/>
                </a:moveTo>
                <a:cubicBezTo>
                  <a:pt x="1131317" y="1495593"/>
                  <a:pt x="1144911" y="1509187"/>
                  <a:pt x="1144911" y="1525957"/>
                </a:cubicBezTo>
                <a:cubicBezTo>
                  <a:pt x="1144911" y="1542726"/>
                  <a:pt x="1131317" y="1556320"/>
                  <a:pt x="1114547" y="1556320"/>
                </a:cubicBezTo>
                <a:cubicBezTo>
                  <a:pt x="1097778" y="1556320"/>
                  <a:pt x="1084184" y="1542726"/>
                  <a:pt x="1084184" y="1525957"/>
                </a:cubicBezTo>
                <a:cubicBezTo>
                  <a:pt x="1084184" y="1509187"/>
                  <a:pt x="1097778" y="1495593"/>
                  <a:pt x="1114547" y="1495593"/>
                </a:cubicBezTo>
                <a:close/>
                <a:moveTo>
                  <a:pt x="1041993" y="1495593"/>
                </a:moveTo>
                <a:cubicBezTo>
                  <a:pt x="1058762" y="1495593"/>
                  <a:pt x="1072356" y="1509187"/>
                  <a:pt x="1072356" y="1525957"/>
                </a:cubicBezTo>
                <a:cubicBezTo>
                  <a:pt x="1072356" y="1542726"/>
                  <a:pt x="1058762" y="1556320"/>
                  <a:pt x="1041993" y="1556320"/>
                </a:cubicBezTo>
                <a:cubicBezTo>
                  <a:pt x="1025223" y="1556320"/>
                  <a:pt x="1011629" y="1542726"/>
                  <a:pt x="1011629" y="1525957"/>
                </a:cubicBezTo>
                <a:cubicBezTo>
                  <a:pt x="1011629" y="1509187"/>
                  <a:pt x="1025223" y="1495593"/>
                  <a:pt x="1041993" y="1495593"/>
                </a:cubicBezTo>
                <a:close/>
                <a:moveTo>
                  <a:pt x="969438" y="1495593"/>
                </a:moveTo>
                <a:cubicBezTo>
                  <a:pt x="986208" y="1495593"/>
                  <a:pt x="999801" y="1509187"/>
                  <a:pt x="999801" y="1525957"/>
                </a:cubicBezTo>
                <a:cubicBezTo>
                  <a:pt x="999801" y="1542726"/>
                  <a:pt x="986208" y="1556320"/>
                  <a:pt x="969438" y="1556320"/>
                </a:cubicBezTo>
                <a:cubicBezTo>
                  <a:pt x="952669" y="1556320"/>
                  <a:pt x="939075" y="1542726"/>
                  <a:pt x="939075" y="1525957"/>
                </a:cubicBezTo>
                <a:cubicBezTo>
                  <a:pt x="939075" y="1509187"/>
                  <a:pt x="952669" y="1495593"/>
                  <a:pt x="969438" y="1495593"/>
                </a:cubicBezTo>
                <a:close/>
                <a:moveTo>
                  <a:pt x="896883" y="1495593"/>
                </a:moveTo>
                <a:cubicBezTo>
                  <a:pt x="913653" y="1495593"/>
                  <a:pt x="927247" y="1509187"/>
                  <a:pt x="927247" y="1525957"/>
                </a:cubicBezTo>
                <a:cubicBezTo>
                  <a:pt x="927247" y="1542726"/>
                  <a:pt x="913653" y="1556320"/>
                  <a:pt x="896883" y="1556320"/>
                </a:cubicBezTo>
                <a:cubicBezTo>
                  <a:pt x="880114" y="1556320"/>
                  <a:pt x="866520" y="1542726"/>
                  <a:pt x="866520" y="1525957"/>
                </a:cubicBezTo>
                <a:cubicBezTo>
                  <a:pt x="866520" y="1509187"/>
                  <a:pt x="880114" y="1495593"/>
                  <a:pt x="896883" y="1495593"/>
                </a:cubicBezTo>
                <a:close/>
                <a:moveTo>
                  <a:pt x="824329" y="1495593"/>
                </a:moveTo>
                <a:cubicBezTo>
                  <a:pt x="841098" y="1495593"/>
                  <a:pt x="854692" y="1509187"/>
                  <a:pt x="854692" y="1525957"/>
                </a:cubicBezTo>
                <a:cubicBezTo>
                  <a:pt x="854692" y="1542726"/>
                  <a:pt x="841098" y="1556320"/>
                  <a:pt x="824329" y="1556320"/>
                </a:cubicBezTo>
                <a:cubicBezTo>
                  <a:pt x="807559" y="1556320"/>
                  <a:pt x="793965" y="1542726"/>
                  <a:pt x="793965" y="1525957"/>
                </a:cubicBezTo>
                <a:cubicBezTo>
                  <a:pt x="793965" y="1509187"/>
                  <a:pt x="807559" y="1495593"/>
                  <a:pt x="824329" y="1495593"/>
                </a:cubicBezTo>
                <a:close/>
                <a:moveTo>
                  <a:pt x="751774" y="1495593"/>
                </a:moveTo>
                <a:cubicBezTo>
                  <a:pt x="768544" y="1495593"/>
                  <a:pt x="782138" y="1509187"/>
                  <a:pt x="782138" y="1525957"/>
                </a:cubicBezTo>
                <a:cubicBezTo>
                  <a:pt x="782138" y="1542726"/>
                  <a:pt x="768544" y="1556320"/>
                  <a:pt x="751774" y="1556320"/>
                </a:cubicBezTo>
                <a:cubicBezTo>
                  <a:pt x="735005" y="1556320"/>
                  <a:pt x="721411" y="1542726"/>
                  <a:pt x="721411" y="1525957"/>
                </a:cubicBezTo>
                <a:cubicBezTo>
                  <a:pt x="721411" y="1509187"/>
                  <a:pt x="735005" y="1495593"/>
                  <a:pt x="751774" y="1495593"/>
                </a:cubicBezTo>
                <a:close/>
                <a:moveTo>
                  <a:pt x="679220" y="1495593"/>
                </a:moveTo>
                <a:cubicBezTo>
                  <a:pt x="695989" y="1495593"/>
                  <a:pt x="709583" y="1509187"/>
                  <a:pt x="709583" y="1525957"/>
                </a:cubicBezTo>
                <a:cubicBezTo>
                  <a:pt x="709583" y="1542726"/>
                  <a:pt x="695989" y="1556320"/>
                  <a:pt x="679220" y="1556320"/>
                </a:cubicBezTo>
                <a:cubicBezTo>
                  <a:pt x="662450" y="1556320"/>
                  <a:pt x="648856" y="1542726"/>
                  <a:pt x="648856" y="1525957"/>
                </a:cubicBezTo>
                <a:cubicBezTo>
                  <a:pt x="648856" y="1509187"/>
                  <a:pt x="662450" y="1495593"/>
                  <a:pt x="679220" y="1495593"/>
                </a:cubicBezTo>
                <a:close/>
                <a:moveTo>
                  <a:pt x="606665" y="1495593"/>
                </a:moveTo>
                <a:cubicBezTo>
                  <a:pt x="623435" y="1495593"/>
                  <a:pt x="637029" y="1509187"/>
                  <a:pt x="637029" y="1525957"/>
                </a:cubicBezTo>
                <a:cubicBezTo>
                  <a:pt x="637029" y="1542726"/>
                  <a:pt x="623435" y="1556320"/>
                  <a:pt x="606665" y="1556320"/>
                </a:cubicBezTo>
                <a:cubicBezTo>
                  <a:pt x="589896" y="1556320"/>
                  <a:pt x="576302" y="1542726"/>
                  <a:pt x="576302" y="1525957"/>
                </a:cubicBezTo>
                <a:cubicBezTo>
                  <a:pt x="576302" y="1509187"/>
                  <a:pt x="589896" y="1495593"/>
                  <a:pt x="606665" y="1495593"/>
                </a:cubicBezTo>
                <a:close/>
                <a:moveTo>
                  <a:pt x="534111" y="1495593"/>
                </a:moveTo>
                <a:cubicBezTo>
                  <a:pt x="550880" y="1495593"/>
                  <a:pt x="564474" y="1509187"/>
                  <a:pt x="564474" y="1525957"/>
                </a:cubicBezTo>
                <a:cubicBezTo>
                  <a:pt x="564474" y="1542726"/>
                  <a:pt x="550880" y="1556320"/>
                  <a:pt x="534111" y="1556320"/>
                </a:cubicBezTo>
                <a:cubicBezTo>
                  <a:pt x="517341" y="1556320"/>
                  <a:pt x="503747" y="1542726"/>
                  <a:pt x="503747" y="1525957"/>
                </a:cubicBezTo>
                <a:cubicBezTo>
                  <a:pt x="503747" y="1509187"/>
                  <a:pt x="517341" y="1495593"/>
                  <a:pt x="534111" y="1495593"/>
                </a:cubicBezTo>
                <a:close/>
                <a:moveTo>
                  <a:pt x="461556" y="1495593"/>
                </a:moveTo>
                <a:cubicBezTo>
                  <a:pt x="478326" y="1495593"/>
                  <a:pt x="491920" y="1509187"/>
                  <a:pt x="491920" y="1525957"/>
                </a:cubicBezTo>
                <a:cubicBezTo>
                  <a:pt x="491920" y="1542726"/>
                  <a:pt x="478326" y="1556320"/>
                  <a:pt x="461556" y="1556320"/>
                </a:cubicBezTo>
                <a:cubicBezTo>
                  <a:pt x="444787" y="1556320"/>
                  <a:pt x="431192" y="1542726"/>
                  <a:pt x="431192" y="1525957"/>
                </a:cubicBezTo>
                <a:cubicBezTo>
                  <a:pt x="431192" y="1509187"/>
                  <a:pt x="444787" y="1495593"/>
                  <a:pt x="461556" y="1495593"/>
                </a:cubicBezTo>
                <a:close/>
                <a:moveTo>
                  <a:pt x="389002" y="1495593"/>
                </a:moveTo>
                <a:cubicBezTo>
                  <a:pt x="405771" y="1495593"/>
                  <a:pt x="419365" y="1509187"/>
                  <a:pt x="419365" y="1525957"/>
                </a:cubicBezTo>
                <a:cubicBezTo>
                  <a:pt x="419365" y="1542726"/>
                  <a:pt x="405771" y="1556320"/>
                  <a:pt x="389002" y="1556320"/>
                </a:cubicBezTo>
                <a:cubicBezTo>
                  <a:pt x="372232" y="1556320"/>
                  <a:pt x="358638" y="1542726"/>
                  <a:pt x="358638" y="1525957"/>
                </a:cubicBezTo>
                <a:cubicBezTo>
                  <a:pt x="358638" y="1509187"/>
                  <a:pt x="372232" y="1495593"/>
                  <a:pt x="389002" y="1495593"/>
                </a:cubicBezTo>
                <a:close/>
                <a:moveTo>
                  <a:pt x="316447" y="1495593"/>
                </a:moveTo>
                <a:cubicBezTo>
                  <a:pt x="333216" y="1495593"/>
                  <a:pt x="346810" y="1509187"/>
                  <a:pt x="346810" y="1525957"/>
                </a:cubicBezTo>
                <a:cubicBezTo>
                  <a:pt x="346810" y="1542726"/>
                  <a:pt x="333216" y="1556320"/>
                  <a:pt x="316447" y="1556320"/>
                </a:cubicBezTo>
                <a:cubicBezTo>
                  <a:pt x="299677" y="1556320"/>
                  <a:pt x="286084" y="1542726"/>
                  <a:pt x="286084" y="1525957"/>
                </a:cubicBezTo>
                <a:cubicBezTo>
                  <a:pt x="286084" y="1509187"/>
                  <a:pt x="299677" y="1495593"/>
                  <a:pt x="316447" y="1495593"/>
                </a:cubicBezTo>
                <a:close/>
                <a:moveTo>
                  <a:pt x="243892" y="1495593"/>
                </a:moveTo>
                <a:cubicBezTo>
                  <a:pt x="260662" y="1495593"/>
                  <a:pt x="274256" y="1509187"/>
                  <a:pt x="274256" y="1525957"/>
                </a:cubicBezTo>
                <a:cubicBezTo>
                  <a:pt x="274256" y="1542726"/>
                  <a:pt x="260662" y="1556320"/>
                  <a:pt x="243892" y="1556320"/>
                </a:cubicBezTo>
                <a:cubicBezTo>
                  <a:pt x="227123" y="1556320"/>
                  <a:pt x="213529" y="1542726"/>
                  <a:pt x="213529" y="1525957"/>
                </a:cubicBezTo>
                <a:cubicBezTo>
                  <a:pt x="213529" y="1509187"/>
                  <a:pt x="227123" y="1495593"/>
                  <a:pt x="243892" y="1495593"/>
                </a:cubicBezTo>
                <a:close/>
                <a:moveTo>
                  <a:pt x="171339" y="1495593"/>
                </a:moveTo>
                <a:cubicBezTo>
                  <a:pt x="188107" y="1495593"/>
                  <a:pt x="201701" y="1509187"/>
                  <a:pt x="201701" y="1525957"/>
                </a:cubicBezTo>
                <a:cubicBezTo>
                  <a:pt x="201701" y="1542726"/>
                  <a:pt x="188107" y="1556320"/>
                  <a:pt x="171339" y="1556320"/>
                </a:cubicBezTo>
                <a:cubicBezTo>
                  <a:pt x="154606" y="1556320"/>
                  <a:pt x="141012" y="1542726"/>
                  <a:pt x="141012" y="1525957"/>
                </a:cubicBezTo>
                <a:cubicBezTo>
                  <a:pt x="141012" y="1509187"/>
                  <a:pt x="154606" y="1495593"/>
                  <a:pt x="171339" y="1495593"/>
                </a:cubicBezTo>
                <a:close/>
                <a:moveTo>
                  <a:pt x="98825" y="1495593"/>
                </a:moveTo>
                <a:cubicBezTo>
                  <a:pt x="115592" y="1495593"/>
                  <a:pt x="129186" y="1509187"/>
                  <a:pt x="129186" y="1525957"/>
                </a:cubicBezTo>
                <a:cubicBezTo>
                  <a:pt x="129186" y="1542726"/>
                  <a:pt x="115592" y="1556320"/>
                  <a:pt x="98825" y="1556320"/>
                </a:cubicBezTo>
                <a:cubicBezTo>
                  <a:pt x="82054" y="1556320"/>
                  <a:pt x="68461" y="1542726"/>
                  <a:pt x="68461" y="1525957"/>
                </a:cubicBezTo>
                <a:cubicBezTo>
                  <a:pt x="68461" y="1509187"/>
                  <a:pt x="82054" y="1495593"/>
                  <a:pt x="98825" y="1495593"/>
                </a:cubicBezTo>
                <a:close/>
                <a:moveTo>
                  <a:pt x="26270" y="1495593"/>
                </a:moveTo>
                <a:cubicBezTo>
                  <a:pt x="43038" y="1495593"/>
                  <a:pt x="56632" y="1509187"/>
                  <a:pt x="56632" y="1525957"/>
                </a:cubicBezTo>
                <a:cubicBezTo>
                  <a:pt x="56632" y="1542726"/>
                  <a:pt x="43038" y="1556320"/>
                  <a:pt x="26270" y="1556320"/>
                </a:cubicBezTo>
                <a:cubicBezTo>
                  <a:pt x="17886" y="1556320"/>
                  <a:pt x="10295" y="1552922"/>
                  <a:pt x="4801" y="1547427"/>
                </a:cubicBezTo>
                <a:lnTo>
                  <a:pt x="0" y="1535836"/>
                </a:lnTo>
                <a:lnTo>
                  <a:pt x="0" y="1516078"/>
                </a:lnTo>
                <a:lnTo>
                  <a:pt x="4801" y="1504486"/>
                </a:lnTo>
                <a:cubicBezTo>
                  <a:pt x="10295" y="1498992"/>
                  <a:pt x="17886" y="1495593"/>
                  <a:pt x="26270" y="1495593"/>
                </a:cubicBezTo>
                <a:close/>
                <a:moveTo>
                  <a:pt x="1259656" y="1415141"/>
                </a:moveTo>
                <a:cubicBezTo>
                  <a:pt x="1268041" y="1415141"/>
                  <a:pt x="1275632" y="1418540"/>
                  <a:pt x="1281127" y="1424035"/>
                </a:cubicBezTo>
                <a:lnTo>
                  <a:pt x="1285044" y="1433492"/>
                </a:lnTo>
                <a:lnTo>
                  <a:pt x="1248565" y="1473629"/>
                </a:lnTo>
                <a:lnTo>
                  <a:pt x="1247837" y="1473482"/>
                </a:lnTo>
                <a:cubicBezTo>
                  <a:pt x="1236940" y="1468873"/>
                  <a:pt x="1229293" y="1458082"/>
                  <a:pt x="1229293" y="1445505"/>
                </a:cubicBezTo>
                <a:cubicBezTo>
                  <a:pt x="1229293" y="1428735"/>
                  <a:pt x="1242887" y="1415141"/>
                  <a:pt x="1259656" y="1415141"/>
                </a:cubicBezTo>
                <a:close/>
                <a:moveTo>
                  <a:pt x="1187102" y="1415141"/>
                </a:moveTo>
                <a:cubicBezTo>
                  <a:pt x="1203871" y="1415141"/>
                  <a:pt x="1217465" y="1428735"/>
                  <a:pt x="1217465" y="1445505"/>
                </a:cubicBezTo>
                <a:cubicBezTo>
                  <a:pt x="1217465" y="1462274"/>
                  <a:pt x="1203871" y="1475868"/>
                  <a:pt x="1187102" y="1475868"/>
                </a:cubicBezTo>
                <a:cubicBezTo>
                  <a:pt x="1170332" y="1475868"/>
                  <a:pt x="1156738" y="1462274"/>
                  <a:pt x="1156738" y="1445505"/>
                </a:cubicBezTo>
                <a:cubicBezTo>
                  <a:pt x="1156738" y="1428735"/>
                  <a:pt x="1170332" y="1415141"/>
                  <a:pt x="1187102" y="1415141"/>
                </a:cubicBezTo>
                <a:close/>
                <a:moveTo>
                  <a:pt x="1114547" y="1415141"/>
                </a:moveTo>
                <a:cubicBezTo>
                  <a:pt x="1131317" y="1415141"/>
                  <a:pt x="1144911" y="1428735"/>
                  <a:pt x="1144911" y="1445505"/>
                </a:cubicBezTo>
                <a:cubicBezTo>
                  <a:pt x="1144911" y="1462274"/>
                  <a:pt x="1131317" y="1475868"/>
                  <a:pt x="1114547" y="1475868"/>
                </a:cubicBezTo>
                <a:cubicBezTo>
                  <a:pt x="1097778" y="1475868"/>
                  <a:pt x="1084184" y="1462274"/>
                  <a:pt x="1084184" y="1445505"/>
                </a:cubicBezTo>
                <a:cubicBezTo>
                  <a:pt x="1084184" y="1428735"/>
                  <a:pt x="1097778" y="1415141"/>
                  <a:pt x="1114547" y="1415141"/>
                </a:cubicBezTo>
                <a:close/>
                <a:moveTo>
                  <a:pt x="1041993" y="1415141"/>
                </a:moveTo>
                <a:cubicBezTo>
                  <a:pt x="1058762" y="1415141"/>
                  <a:pt x="1072356" y="1428735"/>
                  <a:pt x="1072356" y="1445505"/>
                </a:cubicBezTo>
                <a:cubicBezTo>
                  <a:pt x="1072356" y="1462274"/>
                  <a:pt x="1058762" y="1475868"/>
                  <a:pt x="1041993" y="1475868"/>
                </a:cubicBezTo>
                <a:cubicBezTo>
                  <a:pt x="1025223" y="1475868"/>
                  <a:pt x="1011629" y="1462274"/>
                  <a:pt x="1011629" y="1445505"/>
                </a:cubicBezTo>
                <a:cubicBezTo>
                  <a:pt x="1011629" y="1428735"/>
                  <a:pt x="1025223" y="1415141"/>
                  <a:pt x="1041993" y="1415141"/>
                </a:cubicBezTo>
                <a:close/>
                <a:moveTo>
                  <a:pt x="969438" y="1415141"/>
                </a:moveTo>
                <a:cubicBezTo>
                  <a:pt x="986208" y="1415141"/>
                  <a:pt x="999801" y="1428735"/>
                  <a:pt x="999801" y="1445505"/>
                </a:cubicBezTo>
                <a:cubicBezTo>
                  <a:pt x="999801" y="1462274"/>
                  <a:pt x="986208" y="1475868"/>
                  <a:pt x="969438" y="1475868"/>
                </a:cubicBezTo>
                <a:cubicBezTo>
                  <a:pt x="952669" y="1475868"/>
                  <a:pt x="939075" y="1462274"/>
                  <a:pt x="939075" y="1445505"/>
                </a:cubicBezTo>
                <a:cubicBezTo>
                  <a:pt x="939075" y="1428735"/>
                  <a:pt x="952669" y="1415141"/>
                  <a:pt x="969438" y="1415141"/>
                </a:cubicBezTo>
                <a:close/>
                <a:moveTo>
                  <a:pt x="896883" y="1415141"/>
                </a:moveTo>
                <a:cubicBezTo>
                  <a:pt x="913653" y="1415141"/>
                  <a:pt x="927247" y="1428735"/>
                  <a:pt x="927247" y="1445505"/>
                </a:cubicBezTo>
                <a:cubicBezTo>
                  <a:pt x="927247" y="1462274"/>
                  <a:pt x="913653" y="1475868"/>
                  <a:pt x="896883" y="1475868"/>
                </a:cubicBezTo>
                <a:cubicBezTo>
                  <a:pt x="880114" y="1475868"/>
                  <a:pt x="866520" y="1462274"/>
                  <a:pt x="866520" y="1445505"/>
                </a:cubicBezTo>
                <a:cubicBezTo>
                  <a:pt x="866520" y="1428735"/>
                  <a:pt x="880114" y="1415141"/>
                  <a:pt x="896883" y="1415141"/>
                </a:cubicBezTo>
                <a:close/>
                <a:moveTo>
                  <a:pt x="824329" y="1415141"/>
                </a:moveTo>
                <a:cubicBezTo>
                  <a:pt x="841098" y="1415141"/>
                  <a:pt x="854692" y="1428735"/>
                  <a:pt x="854692" y="1445505"/>
                </a:cubicBezTo>
                <a:cubicBezTo>
                  <a:pt x="854692" y="1462274"/>
                  <a:pt x="841098" y="1475868"/>
                  <a:pt x="824329" y="1475868"/>
                </a:cubicBezTo>
                <a:cubicBezTo>
                  <a:pt x="807559" y="1475868"/>
                  <a:pt x="793965" y="1462274"/>
                  <a:pt x="793965" y="1445505"/>
                </a:cubicBezTo>
                <a:cubicBezTo>
                  <a:pt x="793965" y="1428735"/>
                  <a:pt x="807559" y="1415141"/>
                  <a:pt x="824329" y="1415141"/>
                </a:cubicBezTo>
                <a:close/>
                <a:moveTo>
                  <a:pt x="751774" y="1415141"/>
                </a:moveTo>
                <a:cubicBezTo>
                  <a:pt x="768544" y="1415141"/>
                  <a:pt x="782138" y="1428735"/>
                  <a:pt x="782138" y="1445505"/>
                </a:cubicBezTo>
                <a:cubicBezTo>
                  <a:pt x="782138" y="1462274"/>
                  <a:pt x="768544" y="1475868"/>
                  <a:pt x="751774" y="1475868"/>
                </a:cubicBezTo>
                <a:cubicBezTo>
                  <a:pt x="735005" y="1475868"/>
                  <a:pt x="721411" y="1462274"/>
                  <a:pt x="721411" y="1445505"/>
                </a:cubicBezTo>
                <a:cubicBezTo>
                  <a:pt x="721411" y="1428735"/>
                  <a:pt x="735005" y="1415141"/>
                  <a:pt x="751774" y="1415141"/>
                </a:cubicBezTo>
                <a:close/>
                <a:moveTo>
                  <a:pt x="679220" y="1415141"/>
                </a:moveTo>
                <a:cubicBezTo>
                  <a:pt x="695989" y="1415141"/>
                  <a:pt x="709583" y="1428735"/>
                  <a:pt x="709583" y="1445505"/>
                </a:cubicBezTo>
                <a:cubicBezTo>
                  <a:pt x="709583" y="1462274"/>
                  <a:pt x="695989" y="1475868"/>
                  <a:pt x="679220" y="1475868"/>
                </a:cubicBezTo>
                <a:cubicBezTo>
                  <a:pt x="662450" y="1475868"/>
                  <a:pt x="648856" y="1462274"/>
                  <a:pt x="648856" y="1445505"/>
                </a:cubicBezTo>
                <a:cubicBezTo>
                  <a:pt x="648856" y="1428735"/>
                  <a:pt x="662450" y="1415141"/>
                  <a:pt x="679220" y="1415141"/>
                </a:cubicBezTo>
                <a:close/>
                <a:moveTo>
                  <a:pt x="606665" y="1415141"/>
                </a:moveTo>
                <a:cubicBezTo>
                  <a:pt x="623435" y="1415141"/>
                  <a:pt x="637029" y="1428735"/>
                  <a:pt x="637029" y="1445505"/>
                </a:cubicBezTo>
                <a:cubicBezTo>
                  <a:pt x="637029" y="1462274"/>
                  <a:pt x="623435" y="1475868"/>
                  <a:pt x="606665" y="1475868"/>
                </a:cubicBezTo>
                <a:cubicBezTo>
                  <a:pt x="589896" y="1475868"/>
                  <a:pt x="576302" y="1462274"/>
                  <a:pt x="576302" y="1445505"/>
                </a:cubicBezTo>
                <a:cubicBezTo>
                  <a:pt x="576302" y="1428735"/>
                  <a:pt x="589896" y="1415141"/>
                  <a:pt x="606665" y="1415141"/>
                </a:cubicBezTo>
                <a:close/>
                <a:moveTo>
                  <a:pt x="534111" y="1415141"/>
                </a:moveTo>
                <a:cubicBezTo>
                  <a:pt x="550880" y="1415141"/>
                  <a:pt x="564474" y="1428735"/>
                  <a:pt x="564474" y="1445505"/>
                </a:cubicBezTo>
                <a:cubicBezTo>
                  <a:pt x="564474" y="1462274"/>
                  <a:pt x="550880" y="1475868"/>
                  <a:pt x="534111" y="1475868"/>
                </a:cubicBezTo>
                <a:cubicBezTo>
                  <a:pt x="517341" y="1475868"/>
                  <a:pt x="503747" y="1462274"/>
                  <a:pt x="503747" y="1445505"/>
                </a:cubicBezTo>
                <a:cubicBezTo>
                  <a:pt x="503747" y="1428735"/>
                  <a:pt x="517341" y="1415141"/>
                  <a:pt x="534111" y="1415141"/>
                </a:cubicBezTo>
                <a:close/>
                <a:moveTo>
                  <a:pt x="461556" y="1415141"/>
                </a:moveTo>
                <a:cubicBezTo>
                  <a:pt x="478326" y="1415141"/>
                  <a:pt x="491920" y="1428735"/>
                  <a:pt x="491920" y="1445505"/>
                </a:cubicBezTo>
                <a:cubicBezTo>
                  <a:pt x="491920" y="1462274"/>
                  <a:pt x="478326" y="1475868"/>
                  <a:pt x="461556" y="1475868"/>
                </a:cubicBezTo>
                <a:cubicBezTo>
                  <a:pt x="444787" y="1475868"/>
                  <a:pt x="431192" y="1462274"/>
                  <a:pt x="431192" y="1445505"/>
                </a:cubicBezTo>
                <a:cubicBezTo>
                  <a:pt x="431192" y="1428735"/>
                  <a:pt x="444787" y="1415141"/>
                  <a:pt x="461556" y="1415141"/>
                </a:cubicBezTo>
                <a:close/>
                <a:moveTo>
                  <a:pt x="389002" y="1415141"/>
                </a:moveTo>
                <a:cubicBezTo>
                  <a:pt x="405771" y="1415141"/>
                  <a:pt x="419365" y="1428735"/>
                  <a:pt x="419365" y="1445505"/>
                </a:cubicBezTo>
                <a:cubicBezTo>
                  <a:pt x="419365" y="1462274"/>
                  <a:pt x="405771" y="1475868"/>
                  <a:pt x="389002" y="1475868"/>
                </a:cubicBezTo>
                <a:cubicBezTo>
                  <a:pt x="372232" y="1475868"/>
                  <a:pt x="358638" y="1462274"/>
                  <a:pt x="358638" y="1445505"/>
                </a:cubicBezTo>
                <a:cubicBezTo>
                  <a:pt x="358638" y="1428735"/>
                  <a:pt x="372232" y="1415141"/>
                  <a:pt x="389002" y="1415141"/>
                </a:cubicBezTo>
                <a:close/>
                <a:moveTo>
                  <a:pt x="316447" y="1415141"/>
                </a:moveTo>
                <a:cubicBezTo>
                  <a:pt x="333216" y="1415141"/>
                  <a:pt x="346810" y="1428735"/>
                  <a:pt x="346810" y="1445505"/>
                </a:cubicBezTo>
                <a:cubicBezTo>
                  <a:pt x="346810" y="1462274"/>
                  <a:pt x="333216" y="1475868"/>
                  <a:pt x="316447" y="1475868"/>
                </a:cubicBezTo>
                <a:cubicBezTo>
                  <a:pt x="299677" y="1475868"/>
                  <a:pt x="286084" y="1462274"/>
                  <a:pt x="286084" y="1445505"/>
                </a:cubicBezTo>
                <a:cubicBezTo>
                  <a:pt x="286084" y="1428735"/>
                  <a:pt x="299677" y="1415141"/>
                  <a:pt x="316447" y="1415141"/>
                </a:cubicBezTo>
                <a:close/>
                <a:moveTo>
                  <a:pt x="243892" y="1415141"/>
                </a:moveTo>
                <a:cubicBezTo>
                  <a:pt x="260662" y="1415141"/>
                  <a:pt x="274256" y="1428735"/>
                  <a:pt x="274256" y="1445505"/>
                </a:cubicBezTo>
                <a:cubicBezTo>
                  <a:pt x="274256" y="1462274"/>
                  <a:pt x="260662" y="1475868"/>
                  <a:pt x="243892" y="1475868"/>
                </a:cubicBezTo>
                <a:cubicBezTo>
                  <a:pt x="227123" y="1475868"/>
                  <a:pt x="213529" y="1462274"/>
                  <a:pt x="213529" y="1445505"/>
                </a:cubicBezTo>
                <a:cubicBezTo>
                  <a:pt x="213529" y="1428735"/>
                  <a:pt x="227123" y="1415141"/>
                  <a:pt x="243892" y="1415141"/>
                </a:cubicBezTo>
                <a:close/>
                <a:moveTo>
                  <a:pt x="171339" y="1415141"/>
                </a:moveTo>
                <a:cubicBezTo>
                  <a:pt x="188107" y="1415141"/>
                  <a:pt x="201701" y="1428735"/>
                  <a:pt x="201701" y="1445505"/>
                </a:cubicBezTo>
                <a:cubicBezTo>
                  <a:pt x="201701" y="1462274"/>
                  <a:pt x="188107" y="1475868"/>
                  <a:pt x="171339" y="1475868"/>
                </a:cubicBezTo>
                <a:cubicBezTo>
                  <a:pt x="154611" y="1475868"/>
                  <a:pt x="141018" y="1462274"/>
                  <a:pt x="141018" y="1445505"/>
                </a:cubicBezTo>
                <a:cubicBezTo>
                  <a:pt x="141018" y="1428735"/>
                  <a:pt x="154611" y="1415141"/>
                  <a:pt x="171339" y="1415141"/>
                </a:cubicBezTo>
                <a:close/>
                <a:moveTo>
                  <a:pt x="98831" y="1415141"/>
                </a:moveTo>
                <a:cubicBezTo>
                  <a:pt x="115598" y="1415141"/>
                  <a:pt x="129192" y="1428735"/>
                  <a:pt x="129192" y="1445505"/>
                </a:cubicBezTo>
                <a:cubicBezTo>
                  <a:pt x="129192" y="1462274"/>
                  <a:pt x="115598" y="1475868"/>
                  <a:pt x="98831" y="1475868"/>
                </a:cubicBezTo>
                <a:cubicBezTo>
                  <a:pt x="82060" y="1475868"/>
                  <a:pt x="68467" y="1462274"/>
                  <a:pt x="68467" y="1445505"/>
                </a:cubicBezTo>
                <a:cubicBezTo>
                  <a:pt x="68467" y="1428735"/>
                  <a:pt x="82060" y="1415141"/>
                  <a:pt x="98831" y="1415141"/>
                </a:cubicBezTo>
                <a:close/>
                <a:moveTo>
                  <a:pt x="26277" y="1415141"/>
                </a:moveTo>
                <a:cubicBezTo>
                  <a:pt x="43044" y="1415141"/>
                  <a:pt x="56638" y="1428735"/>
                  <a:pt x="56638" y="1445505"/>
                </a:cubicBezTo>
                <a:cubicBezTo>
                  <a:pt x="56638" y="1462274"/>
                  <a:pt x="43044" y="1475868"/>
                  <a:pt x="26277" y="1475868"/>
                </a:cubicBezTo>
                <a:cubicBezTo>
                  <a:pt x="17892" y="1475868"/>
                  <a:pt x="10301" y="1472470"/>
                  <a:pt x="4807" y="1466975"/>
                </a:cubicBezTo>
                <a:lnTo>
                  <a:pt x="0" y="1455370"/>
                </a:lnTo>
                <a:lnTo>
                  <a:pt x="0" y="1435640"/>
                </a:lnTo>
                <a:lnTo>
                  <a:pt x="4807" y="1424034"/>
                </a:lnTo>
                <a:cubicBezTo>
                  <a:pt x="10301" y="1418540"/>
                  <a:pt x="17892" y="1415141"/>
                  <a:pt x="26277" y="1415141"/>
                </a:cubicBezTo>
                <a:close/>
                <a:moveTo>
                  <a:pt x="1332211" y="1334690"/>
                </a:moveTo>
                <a:cubicBezTo>
                  <a:pt x="1340596" y="1334690"/>
                  <a:pt x="1348186" y="1338088"/>
                  <a:pt x="1353681" y="1343583"/>
                </a:cubicBezTo>
                <a:lnTo>
                  <a:pt x="1356143" y="1349526"/>
                </a:lnTo>
                <a:lnTo>
                  <a:pt x="1331934" y="1381900"/>
                </a:lnTo>
                <a:lnTo>
                  <a:pt x="1321597" y="1393274"/>
                </a:lnTo>
                <a:lnTo>
                  <a:pt x="1320392" y="1393030"/>
                </a:lnTo>
                <a:cubicBezTo>
                  <a:pt x="1309494" y="1388421"/>
                  <a:pt x="1301847" y="1377631"/>
                  <a:pt x="1301847" y="1365053"/>
                </a:cubicBezTo>
                <a:cubicBezTo>
                  <a:pt x="1301847" y="1348284"/>
                  <a:pt x="1315441" y="1334690"/>
                  <a:pt x="1332211" y="1334690"/>
                </a:cubicBezTo>
                <a:close/>
                <a:moveTo>
                  <a:pt x="1259656" y="1334690"/>
                </a:moveTo>
                <a:cubicBezTo>
                  <a:pt x="1276426" y="1334690"/>
                  <a:pt x="1290020" y="1348284"/>
                  <a:pt x="1290020" y="1365053"/>
                </a:cubicBezTo>
                <a:cubicBezTo>
                  <a:pt x="1290020" y="1381823"/>
                  <a:pt x="1276426" y="1395417"/>
                  <a:pt x="1259656" y="1395417"/>
                </a:cubicBezTo>
                <a:cubicBezTo>
                  <a:pt x="1242887" y="1395417"/>
                  <a:pt x="1229293" y="1381823"/>
                  <a:pt x="1229293" y="1365053"/>
                </a:cubicBezTo>
                <a:cubicBezTo>
                  <a:pt x="1229293" y="1348284"/>
                  <a:pt x="1242887" y="1334690"/>
                  <a:pt x="1259656" y="1334690"/>
                </a:cubicBezTo>
                <a:close/>
                <a:moveTo>
                  <a:pt x="1187102" y="1334690"/>
                </a:moveTo>
                <a:cubicBezTo>
                  <a:pt x="1203871" y="1334690"/>
                  <a:pt x="1217465" y="1348284"/>
                  <a:pt x="1217465" y="1365053"/>
                </a:cubicBezTo>
                <a:cubicBezTo>
                  <a:pt x="1217465" y="1381823"/>
                  <a:pt x="1203871" y="1395417"/>
                  <a:pt x="1187102" y="1395417"/>
                </a:cubicBezTo>
                <a:cubicBezTo>
                  <a:pt x="1170332" y="1395417"/>
                  <a:pt x="1156738" y="1381823"/>
                  <a:pt x="1156738" y="1365053"/>
                </a:cubicBezTo>
                <a:cubicBezTo>
                  <a:pt x="1156738" y="1348284"/>
                  <a:pt x="1170332" y="1334690"/>
                  <a:pt x="1187102" y="1334690"/>
                </a:cubicBezTo>
                <a:close/>
                <a:moveTo>
                  <a:pt x="1114547" y="1334690"/>
                </a:moveTo>
                <a:cubicBezTo>
                  <a:pt x="1131317" y="1334690"/>
                  <a:pt x="1144911" y="1348284"/>
                  <a:pt x="1144911" y="1365053"/>
                </a:cubicBezTo>
                <a:cubicBezTo>
                  <a:pt x="1144911" y="1381823"/>
                  <a:pt x="1131317" y="1395417"/>
                  <a:pt x="1114547" y="1395417"/>
                </a:cubicBezTo>
                <a:cubicBezTo>
                  <a:pt x="1097778" y="1395417"/>
                  <a:pt x="1084184" y="1381823"/>
                  <a:pt x="1084184" y="1365053"/>
                </a:cubicBezTo>
                <a:cubicBezTo>
                  <a:pt x="1084184" y="1348284"/>
                  <a:pt x="1097778" y="1334690"/>
                  <a:pt x="1114547" y="1334690"/>
                </a:cubicBezTo>
                <a:close/>
                <a:moveTo>
                  <a:pt x="1041993" y="1334690"/>
                </a:moveTo>
                <a:cubicBezTo>
                  <a:pt x="1058762" y="1334690"/>
                  <a:pt x="1072356" y="1348284"/>
                  <a:pt x="1072356" y="1365053"/>
                </a:cubicBezTo>
                <a:cubicBezTo>
                  <a:pt x="1072356" y="1381823"/>
                  <a:pt x="1058762" y="1395417"/>
                  <a:pt x="1041993" y="1395417"/>
                </a:cubicBezTo>
                <a:cubicBezTo>
                  <a:pt x="1025223" y="1395417"/>
                  <a:pt x="1011629" y="1381823"/>
                  <a:pt x="1011629" y="1365053"/>
                </a:cubicBezTo>
                <a:cubicBezTo>
                  <a:pt x="1011629" y="1348284"/>
                  <a:pt x="1025223" y="1334690"/>
                  <a:pt x="1041993" y="1334690"/>
                </a:cubicBezTo>
                <a:close/>
                <a:moveTo>
                  <a:pt x="969438" y="1334690"/>
                </a:moveTo>
                <a:cubicBezTo>
                  <a:pt x="986208" y="1334690"/>
                  <a:pt x="999801" y="1348284"/>
                  <a:pt x="999801" y="1365053"/>
                </a:cubicBezTo>
                <a:cubicBezTo>
                  <a:pt x="999801" y="1381823"/>
                  <a:pt x="986208" y="1395417"/>
                  <a:pt x="969438" y="1395417"/>
                </a:cubicBezTo>
                <a:cubicBezTo>
                  <a:pt x="952669" y="1395417"/>
                  <a:pt x="939075" y="1381823"/>
                  <a:pt x="939075" y="1365053"/>
                </a:cubicBezTo>
                <a:cubicBezTo>
                  <a:pt x="939075" y="1348284"/>
                  <a:pt x="952669" y="1334690"/>
                  <a:pt x="969438" y="1334690"/>
                </a:cubicBezTo>
                <a:close/>
                <a:moveTo>
                  <a:pt x="896883" y="1334690"/>
                </a:moveTo>
                <a:cubicBezTo>
                  <a:pt x="913653" y="1334690"/>
                  <a:pt x="927247" y="1348284"/>
                  <a:pt x="927247" y="1365053"/>
                </a:cubicBezTo>
                <a:cubicBezTo>
                  <a:pt x="927247" y="1381823"/>
                  <a:pt x="913653" y="1395417"/>
                  <a:pt x="896883" y="1395417"/>
                </a:cubicBezTo>
                <a:cubicBezTo>
                  <a:pt x="880114" y="1395417"/>
                  <a:pt x="866520" y="1381823"/>
                  <a:pt x="866520" y="1365053"/>
                </a:cubicBezTo>
                <a:cubicBezTo>
                  <a:pt x="866520" y="1348284"/>
                  <a:pt x="880114" y="1334690"/>
                  <a:pt x="896883" y="1334690"/>
                </a:cubicBezTo>
                <a:close/>
                <a:moveTo>
                  <a:pt x="824329" y="1334690"/>
                </a:moveTo>
                <a:cubicBezTo>
                  <a:pt x="841098" y="1334690"/>
                  <a:pt x="854692" y="1348284"/>
                  <a:pt x="854692" y="1365053"/>
                </a:cubicBezTo>
                <a:cubicBezTo>
                  <a:pt x="854692" y="1381823"/>
                  <a:pt x="841098" y="1395417"/>
                  <a:pt x="824329" y="1395417"/>
                </a:cubicBezTo>
                <a:cubicBezTo>
                  <a:pt x="807559" y="1395417"/>
                  <a:pt x="793965" y="1381823"/>
                  <a:pt x="793965" y="1365053"/>
                </a:cubicBezTo>
                <a:cubicBezTo>
                  <a:pt x="793965" y="1348284"/>
                  <a:pt x="807559" y="1334690"/>
                  <a:pt x="824329" y="1334690"/>
                </a:cubicBezTo>
                <a:close/>
                <a:moveTo>
                  <a:pt x="751774" y="1334690"/>
                </a:moveTo>
                <a:cubicBezTo>
                  <a:pt x="768544" y="1334690"/>
                  <a:pt x="782138" y="1348284"/>
                  <a:pt x="782138" y="1365053"/>
                </a:cubicBezTo>
                <a:cubicBezTo>
                  <a:pt x="782138" y="1381823"/>
                  <a:pt x="768544" y="1395417"/>
                  <a:pt x="751774" y="1395417"/>
                </a:cubicBezTo>
                <a:cubicBezTo>
                  <a:pt x="735005" y="1395417"/>
                  <a:pt x="721411" y="1381823"/>
                  <a:pt x="721411" y="1365053"/>
                </a:cubicBezTo>
                <a:cubicBezTo>
                  <a:pt x="721411" y="1348284"/>
                  <a:pt x="735005" y="1334690"/>
                  <a:pt x="751774" y="1334690"/>
                </a:cubicBezTo>
                <a:close/>
                <a:moveTo>
                  <a:pt x="679220" y="1334690"/>
                </a:moveTo>
                <a:cubicBezTo>
                  <a:pt x="695989" y="1334690"/>
                  <a:pt x="709583" y="1348284"/>
                  <a:pt x="709583" y="1365053"/>
                </a:cubicBezTo>
                <a:cubicBezTo>
                  <a:pt x="709583" y="1381823"/>
                  <a:pt x="695989" y="1395417"/>
                  <a:pt x="679220" y="1395417"/>
                </a:cubicBezTo>
                <a:cubicBezTo>
                  <a:pt x="662450" y="1395417"/>
                  <a:pt x="648856" y="1381823"/>
                  <a:pt x="648856" y="1365053"/>
                </a:cubicBezTo>
                <a:cubicBezTo>
                  <a:pt x="648856" y="1348284"/>
                  <a:pt x="662450" y="1334690"/>
                  <a:pt x="679220" y="1334690"/>
                </a:cubicBezTo>
                <a:close/>
                <a:moveTo>
                  <a:pt x="606665" y="1334690"/>
                </a:moveTo>
                <a:cubicBezTo>
                  <a:pt x="623435" y="1334690"/>
                  <a:pt x="637029" y="1348284"/>
                  <a:pt x="637029" y="1365053"/>
                </a:cubicBezTo>
                <a:cubicBezTo>
                  <a:pt x="637029" y="1381823"/>
                  <a:pt x="623435" y="1395417"/>
                  <a:pt x="606665" y="1395417"/>
                </a:cubicBezTo>
                <a:cubicBezTo>
                  <a:pt x="589896" y="1395417"/>
                  <a:pt x="576302" y="1381823"/>
                  <a:pt x="576302" y="1365053"/>
                </a:cubicBezTo>
                <a:cubicBezTo>
                  <a:pt x="576302" y="1348284"/>
                  <a:pt x="589896" y="1334690"/>
                  <a:pt x="606665" y="1334690"/>
                </a:cubicBezTo>
                <a:close/>
                <a:moveTo>
                  <a:pt x="534111" y="1334690"/>
                </a:moveTo>
                <a:cubicBezTo>
                  <a:pt x="550880" y="1334690"/>
                  <a:pt x="564474" y="1348284"/>
                  <a:pt x="564474" y="1365053"/>
                </a:cubicBezTo>
                <a:cubicBezTo>
                  <a:pt x="564474" y="1381823"/>
                  <a:pt x="550880" y="1395417"/>
                  <a:pt x="534111" y="1395417"/>
                </a:cubicBezTo>
                <a:cubicBezTo>
                  <a:pt x="517341" y="1395417"/>
                  <a:pt x="503747" y="1381823"/>
                  <a:pt x="503747" y="1365053"/>
                </a:cubicBezTo>
                <a:cubicBezTo>
                  <a:pt x="503747" y="1348284"/>
                  <a:pt x="517341" y="1334690"/>
                  <a:pt x="534111" y="1334690"/>
                </a:cubicBezTo>
                <a:close/>
                <a:moveTo>
                  <a:pt x="461556" y="1334690"/>
                </a:moveTo>
                <a:cubicBezTo>
                  <a:pt x="478326" y="1334690"/>
                  <a:pt x="491920" y="1348284"/>
                  <a:pt x="491920" y="1365053"/>
                </a:cubicBezTo>
                <a:cubicBezTo>
                  <a:pt x="491920" y="1381823"/>
                  <a:pt x="478326" y="1395417"/>
                  <a:pt x="461556" y="1395417"/>
                </a:cubicBezTo>
                <a:cubicBezTo>
                  <a:pt x="444787" y="1395417"/>
                  <a:pt x="431192" y="1381823"/>
                  <a:pt x="431192" y="1365053"/>
                </a:cubicBezTo>
                <a:cubicBezTo>
                  <a:pt x="431192" y="1348284"/>
                  <a:pt x="444787" y="1334690"/>
                  <a:pt x="461556" y="1334690"/>
                </a:cubicBezTo>
                <a:close/>
                <a:moveTo>
                  <a:pt x="389002" y="1334690"/>
                </a:moveTo>
                <a:cubicBezTo>
                  <a:pt x="405771" y="1334690"/>
                  <a:pt x="419365" y="1348284"/>
                  <a:pt x="419365" y="1365053"/>
                </a:cubicBezTo>
                <a:cubicBezTo>
                  <a:pt x="419365" y="1381823"/>
                  <a:pt x="405771" y="1395417"/>
                  <a:pt x="389002" y="1395417"/>
                </a:cubicBezTo>
                <a:cubicBezTo>
                  <a:pt x="372232" y="1395417"/>
                  <a:pt x="358638" y="1381823"/>
                  <a:pt x="358638" y="1365053"/>
                </a:cubicBezTo>
                <a:cubicBezTo>
                  <a:pt x="358638" y="1348284"/>
                  <a:pt x="372232" y="1334690"/>
                  <a:pt x="389002" y="1334690"/>
                </a:cubicBezTo>
                <a:close/>
                <a:moveTo>
                  <a:pt x="316447" y="1334690"/>
                </a:moveTo>
                <a:cubicBezTo>
                  <a:pt x="333216" y="1334690"/>
                  <a:pt x="346810" y="1348284"/>
                  <a:pt x="346810" y="1365053"/>
                </a:cubicBezTo>
                <a:cubicBezTo>
                  <a:pt x="346810" y="1381823"/>
                  <a:pt x="333216" y="1395417"/>
                  <a:pt x="316447" y="1395417"/>
                </a:cubicBezTo>
                <a:cubicBezTo>
                  <a:pt x="299677" y="1395417"/>
                  <a:pt x="286084" y="1381823"/>
                  <a:pt x="286084" y="1365053"/>
                </a:cubicBezTo>
                <a:cubicBezTo>
                  <a:pt x="286084" y="1348284"/>
                  <a:pt x="299677" y="1334690"/>
                  <a:pt x="316447" y="1334690"/>
                </a:cubicBezTo>
                <a:close/>
                <a:moveTo>
                  <a:pt x="243892" y="1334690"/>
                </a:moveTo>
                <a:cubicBezTo>
                  <a:pt x="260662" y="1334690"/>
                  <a:pt x="274256" y="1348284"/>
                  <a:pt x="274256" y="1365053"/>
                </a:cubicBezTo>
                <a:cubicBezTo>
                  <a:pt x="274256" y="1381823"/>
                  <a:pt x="260662" y="1395417"/>
                  <a:pt x="243892" y="1395417"/>
                </a:cubicBezTo>
                <a:cubicBezTo>
                  <a:pt x="227123" y="1395417"/>
                  <a:pt x="213529" y="1381823"/>
                  <a:pt x="213529" y="1365053"/>
                </a:cubicBezTo>
                <a:cubicBezTo>
                  <a:pt x="213529" y="1348284"/>
                  <a:pt x="227123" y="1334690"/>
                  <a:pt x="243892" y="1334690"/>
                </a:cubicBezTo>
                <a:close/>
                <a:moveTo>
                  <a:pt x="171339" y="1334690"/>
                </a:moveTo>
                <a:cubicBezTo>
                  <a:pt x="188107" y="1334690"/>
                  <a:pt x="201701" y="1348284"/>
                  <a:pt x="201701" y="1365053"/>
                </a:cubicBezTo>
                <a:cubicBezTo>
                  <a:pt x="201701" y="1381823"/>
                  <a:pt x="188107" y="1395417"/>
                  <a:pt x="171339" y="1395417"/>
                </a:cubicBezTo>
                <a:cubicBezTo>
                  <a:pt x="154616" y="1395417"/>
                  <a:pt x="141023" y="1381823"/>
                  <a:pt x="141023" y="1365053"/>
                </a:cubicBezTo>
                <a:cubicBezTo>
                  <a:pt x="141023" y="1348284"/>
                  <a:pt x="154616" y="1334690"/>
                  <a:pt x="171339" y="1334690"/>
                </a:cubicBezTo>
                <a:close/>
                <a:moveTo>
                  <a:pt x="98838" y="1334690"/>
                </a:moveTo>
                <a:cubicBezTo>
                  <a:pt x="115605" y="1334690"/>
                  <a:pt x="129198" y="1348284"/>
                  <a:pt x="129198" y="1365053"/>
                </a:cubicBezTo>
                <a:cubicBezTo>
                  <a:pt x="129198" y="1381823"/>
                  <a:pt x="115605" y="1395417"/>
                  <a:pt x="98838" y="1395417"/>
                </a:cubicBezTo>
                <a:cubicBezTo>
                  <a:pt x="82067" y="1395417"/>
                  <a:pt x="68474" y="1381823"/>
                  <a:pt x="68474" y="1365053"/>
                </a:cubicBezTo>
                <a:cubicBezTo>
                  <a:pt x="68474" y="1348284"/>
                  <a:pt x="82067" y="1334690"/>
                  <a:pt x="98838" y="1334690"/>
                </a:cubicBezTo>
                <a:close/>
                <a:moveTo>
                  <a:pt x="26283" y="1334690"/>
                </a:moveTo>
                <a:cubicBezTo>
                  <a:pt x="43051" y="1334690"/>
                  <a:pt x="56645" y="1348284"/>
                  <a:pt x="56645" y="1365053"/>
                </a:cubicBezTo>
                <a:cubicBezTo>
                  <a:pt x="56645" y="1381823"/>
                  <a:pt x="43051" y="1395417"/>
                  <a:pt x="26283" y="1395417"/>
                </a:cubicBezTo>
                <a:cubicBezTo>
                  <a:pt x="17898" y="1395417"/>
                  <a:pt x="10308" y="1392019"/>
                  <a:pt x="4813" y="1386524"/>
                </a:cubicBezTo>
                <a:lnTo>
                  <a:pt x="0" y="1374903"/>
                </a:lnTo>
                <a:lnTo>
                  <a:pt x="0" y="1355203"/>
                </a:lnTo>
                <a:lnTo>
                  <a:pt x="4813" y="1343583"/>
                </a:lnTo>
                <a:cubicBezTo>
                  <a:pt x="10308" y="1338089"/>
                  <a:pt x="17898" y="1334690"/>
                  <a:pt x="26283" y="1334690"/>
                </a:cubicBezTo>
                <a:close/>
                <a:moveTo>
                  <a:pt x="1404765" y="1254238"/>
                </a:moveTo>
                <a:cubicBezTo>
                  <a:pt x="1408957" y="1254238"/>
                  <a:pt x="1412951" y="1255088"/>
                  <a:pt x="1416584" y="1256624"/>
                </a:cubicBezTo>
                <a:lnTo>
                  <a:pt x="1422045" y="1260306"/>
                </a:lnTo>
                <a:lnTo>
                  <a:pt x="1418517" y="1266114"/>
                </a:lnTo>
                <a:lnTo>
                  <a:pt x="1386846" y="1308466"/>
                </a:lnTo>
                <a:lnTo>
                  <a:pt x="1383295" y="1306072"/>
                </a:lnTo>
                <a:cubicBezTo>
                  <a:pt x="1377800" y="1300577"/>
                  <a:pt x="1374402" y="1292986"/>
                  <a:pt x="1374402" y="1284602"/>
                </a:cubicBezTo>
                <a:cubicBezTo>
                  <a:pt x="1374402" y="1267832"/>
                  <a:pt x="1387996" y="1254238"/>
                  <a:pt x="1404765" y="1254238"/>
                </a:cubicBezTo>
                <a:close/>
                <a:moveTo>
                  <a:pt x="1332211" y="1254238"/>
                </a:moveTo>
                <a:cubicBezTo>
                  <a:pt x="1348980" y="1254238"/>
                  <a:pt x="1362574" y="1267832"/>
                  <a:pt x="1362574" y="1284602"/>
                </a:cubicBezTo>
                <a:cubicBezTo>
                  <a:pt x="1362574" y="1301371"/>
                  <a:pt x="1348980" y="1314965"/>
                  <a:pt x="1332211" y="1314965"/>
                </a:cubicBezTo>
                <a:cubicBezTo>
                  <a:pt x="1315441" y="1314965"/>
                  <a:pt x="1301847" y="1301371"/>
                  <a:pt x="1301847" y="1284602"/>
                </a:cubicBezTo>
                <a:cubicBezTo>
                  <a:pt x="1301847" y="1267832"/>
                  <a:pt x="1315441" y="1254238"/>
                  <a:pt x="1332211" y="1254238"/>
                </a:cubicBezTo>
                <a:close/>
                <a:moveTo>
                  <a:pt x="1259656" y="1254238"/>
                </a:moveTo>
                <a:cubicBezTo>
                  <a:pt x="1276426" y="1254238"/>
                  <a:pt x="1290020" y="1267832"/>
                  <a:pt x="1290020" y="1284602"/>
                </a:cubicBezTo>
                <a:cubicBezTo>
                  <a:pt x="1290020" y="1301371"/>
                  <a:pt x="1276426" y="1314965"/>
                  <a:pt x="1259656" y="1314965"/>
                </a:cubicBezTo>
                <a:cubicBezTo>
                  <a:pt x="1242887" y="1314965"/>
                  <a:pt x="1229293" y="1301371"/>
                  <a:pt x="1229293" y="1284602"/>
                </a:cubicBezTo>
                <a:cubicBezTo>
                  <a:pt x="1229293" y="1267832"/>
                  <a:pt x="1242887" y="1254238"/>
                  <a:pt x="1259656" y="1254238"/>
                </a:cubicBezTo>
                <a:close/>
                <a:moveTo>
                  <a:pt x="1187102" y="1254238"/>
                </a:moveTo>
                <a:cubicBezTo>
                  <a:pt x="1203871" y="1254238"/>
                  <a:pt x="1217465" y="1267832"/>
                  <a:pt x="1217465" y="1284602"/>
                </a:cubicBezTo>
                <a:cubicBezTo>
                  <a:pt x="1217465" y="1301371"/>
                  <a:pt x="1203871" y="1314965"/>
                  <a:pt x="1187102" y="1314965"/>
                </a:cubicBezTo>
                <a:cubicBezTo>
                  <a:pt x="1170332" y="1314965"/>
                  <a:pt x="1156738" y="1301371"/>
                  <a:pt x="1156738" y="1284602"/>
                </a:cubicBezTo>
                <a:cubicBezTo>
                  <a:pt x="1156738" y="1267832"/>
                  <a:pt x="1170332" y="1254238"/>
                  <a:pt x="1187102" y="1254238"/>
                </a:cubicBezTo>
                <a:close/>
                <a:moveTo>
                  <a:pt x="1114547" y="1254238"/>
                </a:moveTo>
                <a:cubicBezTo>
                  <a:pt x="1131317" y="1254238"/>
                  <a:pt x="1144911" y="1267832"/>
                  <a:pt x="1144911" y="1284602"/>
                </a:cubicBezTo>
                <a:cubicBezTo>
                  <a:pt x="1144911" y="1301371"/>
                  <a:pt x="1131317" y="1314965"/>
                  <a:pt x="1114547" y="1314965"/>
                </a:cubicBezTo>
                <a:cubicBezTo>
                  <a:pt x="1097778" y="1314965"/>
                  <a:pt x="1084184" y="1301371"/>
                  <a:pt x="1084184" y="1284602"/>
                </a:cubicBezTo>
                <a:cubicBezTo>
                  <a:pt x="1084184" y="1267832"/>
                  <a:pt x="1097778" y="1254238"/>
                  <a:pt x="1114547" y="1254238"/>
                </a:cubicBezTo>
                <a:close/>
                <a:moveTo>
                  <a:pt x="1041993" y="1254238"/>
                </a:moveTo>
                <a:cubicBezTo>
                  <a:pt x="1058762" y="1254238"/>
                  <a:pt x="1072356" y="1267832"/>
                  <a:pt x="1072356" y="1284602"/>
                </a:cubicBezTo>
                <a:cubicBezTo>
                  <a:pt x="1072356" y="1301371"/>
                  <a:pt x="1058762" y="1314965"/>
                  <a:pt x="1041993" y="1314965"/>
                </a:cubicBezTo>
                <a:cubicBezTo>
                  <a:pt x="1025223" y="1314965"/>
                  <a:pt x="1011629" y="1301371"/>
                  <a:pt x="1011629" y="1284602"/>
                </a:cubicBezTo>
                <a:cubicBezTo>
                  <a:pt x="1011629" y="1267832"/>
                  <a:pt x="1025223" y="1254238"/>
                  <a:pt x="1041993" y="1254238"/>
                </a:cubicBezTo>
                <a:close/>
                <a:moveTo>
                  <a:pt x="969438" y="1254238"/>
                </a:moveTo>
                <a:cubicBezTo>
                  <a:pt x="986208" y="1254238"/>
                  <a:pt x="999801" y="1267832"/>
                  <a:pt x="999801" y="1284602"/>
                </a:cubicBezTo>
                <a:cubicBezTo>
                  <a:pt x="999801" y="1301371"/>
                  <a:pt x="986208" y="1314965"/>
                  <a:pt x="969438" y="1314965"/>
                </a:cubicBezTo>
                <a:cubicBezTo>
                  <a:pt x="952669" y="1314965"/>
                  <a:pt x="939075" y="1301371"/>
                  <a:pt x="939075" y="1284602"/>
                </a:cubicBezTo>
                <a:cubicBezTo>
                  <a:pt x="939075" y="1267832"/>
                  <a:pt x="952669" y="1254238"/>
                  <a:pt x="969438" y="1254238"/>
                </a:cubicBezTo>
                <a:close/>
                <a:moveTo>
                  <a:pt x="896883" y="1254238"/>
                </a:moveTo>
                <a:cubicBezTo>
                  <a:pt x="913653" y="1254238"/>
                  <a:pt x="927247" y="1267832"/>
                  <a:pt x="927247" y="1284602"/>
                </a:cubicBezTo>
                <a:cubicBezTo>
                  <a:pt x="927247" y="1301371"/>
                  <a:pt x="913653" y="1314965"/>
                  <a:pt x="896883" y="1314965"/>
                </a:cubicBezTo>
                <a:cubicBezTo>
                  <a:pt x="880114" y="1314965"/>
                  <a:pt x="866520" y="1301371"/>
                  <a:pt x="866520" y="1284602"/>
                </a:cubicBezTo>
                <a:cubicBezTo>
                  <a:pt x="866520" y="1267832"/>
                  <a:pt x="880114" y="1254238"/>
                  <a:pt x="896883" y="1254238"/>
                </a:cubicBezTo>
                <a:close/>
                <a:moveTo>
                  <a:pt x="824329" y="1254238"/>
                </a:moveTo>
                <a:cubicBezTo>
                  <a:pt x="841098" y="1254238"/>
                  <a:pt x="854692" y="1267832"/>
                  <a:pt x="854692" y="1284602"/>
                </a:cubicBezTo>
                <a:cubicBezTo>
                  <a:pt x="854692" y="1301371"/>
                  <a:pt x="841098" y="1314965"/>
                  <a:pt x="824329" y="1314965"/>
                </a:cubicBezTo>
                <a:cubicBezTo>
                  <a:pt x="807559" y="1314965"/>
                  <a:pt x="793965" y="1301371"/>
                  <a:pt x="793965" y="1284602"/>
                </a:cubicBezTo>
                <a:cubicBezTo>
                  <a:pt x="793965" y="1267832"/>
                  <a:pt x="807559" y="1254238"/>
                  <a:pt x="824329" y="1254238"/>
                </a:cubicBezTo>
                <a:close/>
                <a:moveTo>
                  <a:pt x="751774" y="1254238"/>
                </a:moveTo>
                <a:cubicBezTo>
                  <a:pt x="768544" y="1254238"/>
                  <a:pt x="782138" y="1267832"/>
                  <a:pt x="782138" y="1284602"/>
                </a:cubicBezTo>
                <a:cubicBezTo>
                  <a:pt x="782138" y="1301371"/>
                  <a:pt x="768544" y="1314965"/>
                  <a:pt x="751774" y="1314965"/>
                </a:cubicBezTo>
                <a:cubicBezTo>
                  <a:pt x="735005" y="1314965"/>
                  <a:pt x="721411" y="1301371"/>
                  <a:pt x="721411" y="1284602"/>
                </a:cubicBezTo>
                <a:cubicBezTo>
                  <a:pt x="721411" y="1267832"/>
                  <a:pt x="735005" y="1254238"/>
                  <a:pt x="751774" y="1254238"/>
                </a:cubicBezTo>
                <a:close/>
                <a:moveTo>
                  <a:pt x="679220" y="1254238"/>
                </a:moveTo>
                <a:cubicBezTo>
                  <a:pt x="695989" y="1254238"/>
                  <a:pt x="709583" y="1267832"/>
                  <a:pt x="709583" y="1284602"/>
                </a:cubicBezTo>
                <a:cubicBezTo>
                  <a:pt x="709583" y="1301371"/>
                  <a:pt x="695989" y="1314965"/>
                  <a:pt x="679220" y="1314965"/>
                </a:cubicBezTo>
                <a:cubicBezTo>
                  <a:pt x="662450" y="1314965"/>
                  <a:pt x="648856" y="1301371"/>
                  <a:pt x="648856" y="1284602"/>
                </a:cubicBezTo>
                <a:cubicBezTo>
                  <a:pt x="648856" y="1267832"/>
                  <a:pt x="662450" y="1254238"/>
                  <a:pt x="679220" y="1254238"/>
                </a:cubicBezTo>
                <a:close/>
                <a:moveTo>
                  <a:pt x="606665" y="1254238"/>
                </a:moveTo>
                <a:cubicBezTo>
                  <a:pt x="623435" y="1254238"/>
                  <a:pt x="637029" y="1267832"/>
                  <a:pt x="637029" y="1284602"/>
                </a:cubicBezTo>
                <a:cubicBezTo>
                  <a:pt x="637029" y="1301371"/>
                  <a:pt x="623435" y="1314965"/>
                  <a:pt x="606665" y="1314965"/>
                </a:cubicBezTo>
                <a:cubicBezTo>
                  <a:pt x="589896" y="1314965"/>
                  <a:pt x="576302" y="1301371"/>
                  <a:pt x="576302" y="1284602"/>
                </a:cubicBezTo>
                <a:cubicBezTo>
                  <a:pt x="576302" y="1267832"/>
                  <a:pt x="589896" y="1254238"/>
                  <a:pt x="606665" y="1254238"/>
                </a:cubicBezTo>
                <a:close/>
                <a:moveTo>
                  <a:pt x="534111" y="1254238"/>
                </a:moveTo>
                <a:cubicBezTo>
                  <a:pt x="550880" y="1254238"/>
                  <a:pt x="564474" y="1267832"/>
                  <a:pt x="564474" y="1284602"/>
                </a:cubicBezTo>
                <a:cubicBezTo>
                  <a:pt x="564474" y="1301371"/>
                  <a:pt x="550880" y="1314965"/>
                  <a:pt x="534111" y="1314965"/>
                </a:cubicBezTo>
                <a:cubicBezTo>
                  <a:pt x="517341" y="1314965"/>
                  <a:pt x="503747" y="1301371"/>
                  <a:pt x="503747" y="1284602"/>
                </a:cubicBezTo>
                <a:cubicBezTo>
                  <a:pt x="503747" y="1267832"/>
                  <a:pt x="517341" y="1254238"/>
                  <a:pt x="534111" y="1254238"/>
                </a:cubicBezTo>
                <a:close/>
                <a:moveTo>
                  <a:pt x="461556" y="1254238"/>
                </a:moveTo>
                <a:cubicBezTo>
                  <a:pt x="478326" y="1254238"/>
                  <a:pt x="491920" y="1267832"/>
                  <a:pt x="491920" y="1284602"/>
                </a:cubicBezTo>
                <a:cubicBezTo>
                  <a:pt x="491920" y="1301371"/>
                  <a:pt x="478326" y="1314965"/>
                  <a:pt x="461556" y="1314965"/>
                </a:cubicBezTo>
                <a:cubicBezTo>
                  <a:pt x="444787" y="1314965"/>
                  <a:pt x="431192" y="1301371"/>
                  <a:pt x="431192" y="1284602"/>
                </a:cubicBezTo>
                <a:cubicBezTo>
                  <a:pt x="431192" y="1267832"/>
                  <a:pt x="444787" y="1254238"/>
                  <a:pt x="461556" y="1254238"/>
                </a:cubicBezTo>
                <a:close/>
                <a:moveTo>
                  <a:pt x="389002" y="1254238"/>
                </a:moveTo>
                <a:cubicBezTo>
                  <a:pt x="405771" y="1254238"/>
                  <a:pt x="419365" y="1267832"/>
                  <a:pt x="419365" y="1284602"/>
                </a:cubicBezTo>
                <a:cubicBezTo>
                  <a:pt x="419365" y="1301371"/>
                  <a:pt x="405771" y="1314965"/>
                  <a:pt x="389002" y="1314965"/>
                </a:cubicBezTo>
                <a:cubicBezTo>
                  <a:pt x="372232" y="1314965"/>
                  <a:pt x="358638" y="1301371"/>
                  <a:pt x="358638" y="1284602"/>
                </a:cubicBezTo>
                <a:cubicBezTo>
                  <a:pt x="358638" y="1267832"/>
                  <a:pt x="372232" y="1254238"/>
                  <a:pt x="389002" y="1254238"/>
                </a:cubicBezTo>
                <a:close/>
                <a:moveTo>
                  <a:pt x="316447" y="1254238"/>
                </a:moveTo>
                <a:cubicBezTo>
                  <a:pt x="333216" y="1254238"/>
                  <a:pt x="346810" y="1267832"/>
                  <a:pt x="346810" y="1284602"/>
                </a:cubicBezTo>
                <a:cubicBezTo>
                  <a:pt x="346810" y="1301371"/>
                  <a:pt x="333216" y="1314965"/>
                  <a:pt x="316447" y="1314965"/>
                </a:cubicBezTo>
                <a:cubicBezTo>
                  <a:pt x="299677" y="1314965"/>
                  <a:pt x="286084" y="1301371"/>
                  <a:pt x="286084" y="1284602"/>
                </a:cubicBezTo>
                <a:cubicBezTo>
                  <a:pt x="286084" y="1267832"/>
                  <a:pt x="299677" y="1254238"/>
                  <a:pt x="316447" y="1254238"/>
                </a:cubicBezTo>
                <a:close/>
                <a:moveTo>
                  <a:pt x="243892" y="1254238"/>
                </a:moveTo>
                <a:cubicBezTo>
                  <a:pt x="260662" y="1254238"/>
                  <a:pt x="274256" y="1267832"/>
                  <a:pt x="274256" y="1284602"/>
                </a:cubicBezTo>
                <a:cubicBezTo>
                  <a:pt x="274256" y="1301371"/>
                  <a:pt x="260662" y="1314965"/>
                  <a:pt x="243892" y="1314965"/>
                </a:cubicBezTo>
                <a:cubicBezTo>
                  <a:pt x="227123" y="1314965"/>
                  <a:pt x="213529" y="1301371"/>
                  <a:pt x="213529" y="1284602"/>
                </a:cubicBezTo>
                <a:cubicBezTo>
                  <a:pt x="213529" y="1267832"/>
                  <a:pt x="227123" y="1254238"/>
                  <a:pt x="243892" y="1254238"/>
                </a:cubicBezTo>
                <a:close/>
                <a:moveTo>
                  <a:pt x="171339" y="1254238"/>
                </a:moveTo>
                <a:cubicBezTo>
                  <a:pt x="188107" y="1254238"/>
                  <a:pt x="201701" y="1267832"/>
                  <a:pt x="201701" y="1284602"/>
                </a:cubicBezTo>
                <a:cubicBezTo>
                  <a:pt x="201701" y="1301371"/>
                  <a:pt x="188107" y="1314965"/>
                  <a:pt x="171339" y="1314965"/>
                </a:cubicBezTo>
                <a:cubicBezTo>
                  <a:pt x="154622" y="1314965"/>
                  <a:pt x="141029" y="1301371"/>
                  <a:pt x="141029" y="1284602"/>
                </a:cubicBezTo>
                <a:cubicBezTo>
                  <a:pt x="141029" y="1267832"/>
                  <a:pt x="154622" y="1254238"/>
                  <a:pt x="171339" y="1254238"/>
                </a:cubicBezTo>
                <a:close/>
                <a:moveTo>
                  <a:pt x="98845" y="1254238"/>
                </a:moveTo>
                <a:cubicBezTo>
                  <a:pt x="115610" y="1254238"/>
                  <a:pt x="129204" y="1267832"/>
                  <a:pt x="129204" y="1284602"/>
                </a:cubicBezTo>
                <a:cubicBezTo>
                  <a:pt x="129204" y="1301371"/>
                  <a:pt x="115610" y="1314965"/>
                  <a:pt x="98845" y="1314965"/>
                </a:cubicBezTo>
                <a:cubicBezTo>
                  <a:pt x="82074" y="1314965"/>
                  <a:pt x="68480" y="1301371"/>
                  <a:pt x="68480" y="1284602"/>
                </a:cubicBezTo>
                <a:cubicBezTo>
                  <a:pt x="68480" y="1267832"/>
                  <a:pt x="82074" y="1254238"/>
                  <a:pt x="98845" y="1254238"/>
                </a:cubicBezTo>
                <a:close/>
                <a:moveTo>
                  <a:pt x="26290" y="1254238"/>
                </a:moveTo>
                <a:cubicBezTo>
                  <a:pt x="43057" y="1254238"/>
                  <a:pt x="56651" y="1267832"/>
                  <a:pt x="56651" y="1284602"/>
                </a:cubicBezTo>
                <a:cubicBezTo>
                  <a:pt x="56651" y="1301371"/>
                  <a:pt x="43057" y="1314965"/>
                  <a:pt x="26290" y="1314965"/>
                </a:cubicBezTo>
                <a:cubicBezTo>
                  <a:pt x="17905" y="1314965"/>
                  <a:pt x="10314" y="1311567"/>
                  <a:pt x="4819" y="1306072"/>
                </a:cubicBezTo>
                <a:lnTo>
                  <a:pt x="0" y="1294437"/>
                </a:lnTo>
                <a:lnTo>
                  <a:pt x="0" y="1274766"/>
                </a:lnTo>
                <a:lnTo>
                  <a:pt x="4819" y="1263131"/>
                </a:lnTo>
                <a:cubicBezTo>
                  <a:pt x="10314" y="1257637"/>
                  <a:pt x="17905" y="1254238"/>
                  <a:pt x="26290" y="1254238"/>
                </a:cubicBezTo>
                <a:close/>
                <a:moveTo>
                  <a:pt x="1474228" y="1174410"/>
                </a:moveTo>
                <a:lnTo>
                  <a:pt x="1450688" y="1213159"/>
                </a:lnTo>
                <a:lnTo>
                  <a:pt x="1446956" y="1204150"/>
                </a:lnTo>
                <a:cubicBezTo>
                  <a:pt x="1446956" y="1191573"/>
                  <a:pt x="1454603" y="1180782"/>
                  <a:pt x="1465501" y="1176173"/>
                </a:cubicBezTo>
                <a:close/>
                <a:moveTo>
                  <a:pt x="1404765" y="1173786"/>
                </a:moveTo>
                <a:cubicBezTo>
                  <a:pt x="1421535" y="1173786"/>
                  <a:pt x="1435129" y="1187380"/>
                  <a:pt x="1435129" y="1204150"/>
                </a:cubicBezTo>
                <a:cubicBezTo>
                  <a:pt x="1435129" y="1220919"/>
                  <a:pt x="1421535" y="1234513"/>
                  <a:pt x="1404765" y="1234513"/>
                </a:cubicBezTo>
                <a:cubicBezTo>
                  <a:pt x="1387996" y="1234513"/>
                  <a:pt x="1374402" y="1220919"/>
                  <a:pt x="1374402" y="1204150"/>
                </a:cubicBezTo>
                <a:cubicBezTo>
                  <a:pt x="1374402" y="1187380"/>
                  <a:pt x="1387996" y="1173786"/>
                  <a:pt x="1404765" y="1173786"/>
                </a:cubicBezTo>
                <a:close/>
                <a:moveTo>
                  <a:pt x="1332211" y="1173786"/>
                </a:moveTo>
                <a:cubicBezTo>
                  <a:pt x="1348980" y="1173786"/>
                  <a:pt x="1362574" y="1187380"/>
                  <a:pt x="1362574" y="1204150"/>
                </a:cubicBezTo>
                <a:cubicBezTo>
                  <a:pt x="1362574" y="1220919"/>
                  <a:pt x="1348980" y="1234513"/>
                  <a:pt x="1332211" y="1234513"/>
                </a:cubicBezTo>
                <a:cubicBezTo>
                  <a:pt x="1315441" y="1234513"/>
                  <a:pt x="1301847" y="1220919"/>
                  <a:pt x="1301847" y="1204150"/>
                </a:cubicBezTo>
                <a:cubicBezTo>
                  <a:pt x="1301847" y="1187380"/>
                  <a:pt x="1315441" y="1173786"/>
                  <a:pt x="1332211" y="1173786"/>
                </a:cubicBezTo>
                <a:close/>
                <a:moveTo>
                  <a:pt x="1259656" y="1173786"/>
                </a:moveTo>
                <a:cubicBezTo>
                  <a:pt x="1276426" y="1173786"/>
                  <a:pt x="1290020" y="1187380"/>
                  <a:pt x="1290020" y="1204150"/>
                </a:cubicBezTo>
                <a:cubicBezTo>
                  <a:pt x="1290020" y="1220919"/>
                  <a:pt x="1276426" y="1234513"/>
                  <a:pt x="1259656" y="1234513"/>
                </a:cubicBezTo>
                <a:cubicBezTo>
                  <a:pt x="1242887" y="1234513"/>
                  <a:pt x="1229293" y="1220919"/>
                  <a:pt x="1229293" y="1204150"/>
                </a:cubicBezTo>
                <a:cubicBezTo>
                  <a:pt x="1229293" y="1187380"/>
                  <a:pt x="1242887" y="1173786"/>
                  <a:pt x="1259656" y="1173786"/>
                </a:cubicBezTo>
                <a:close/>
                <a:moveTo>
                  <a:pt x="1187102" y="1173786"/>
                </a:moveTo>
                <a:cubicBezTo>
                  <a:pt x="1203871" y="1173786"/>
                  <a:pt x="1217465" y="1187380"/>
                  <a:pt x="1217465" y="1204150"/>
                </a:cubicBezTo>
                <a:cubicBezTo>
                  <a:pt x="1217465" y="1220919"/>
                  <a:pt x="1203871" y="1234513"/>
                  <a:pt x="1187102" y="1234513"/>
                </a:cubicBezTo>
                <a:cubicBezTo>
                  <a:pt x="1170332" y="1234513"/>
                  <a:pt x="1156738" y="1220919"/>
                  <a:pt x="1156738" y="1204150"/>
                </a:cubicBezTo>
                <a:cubicBezTo>
                  <a:pt x="1156738" y="1187380"/>
                  <a:pt x="1170332" y="1173786"/>
                  <a:pt x="1187102" y="1173786"/>
                </a:cubicBezTo>
                <a:close/>
                <a:moveTo>
                  <a:pt x="1114547" y="1173786"/>
                </a:moveTo>
                <a:cubicBezTo>
                  <a:pt x="1131317" y="1173786"/>
                  <a:pt x="1144911" y="1187380"/>
                  <a:pt x="1144911" y="1204150"/>
                </a:cubicBezTo>
                <a:cubicBezTo>
                  <a:pt x="1144911" y="1220919"/>
                  <a:pt x="1131317" y="1234513"/>
                  <a:pt x="1114547" y="1234513"/>
                </a:cubicBezTo>
                <a:cubicBezTo>
                  <a:pt x="1097778" y="1234513"/>
                  <a:pt x="1084184" y="1220919"/>
                  <a:pt x="1084184" y="1204150"/>
                </a:cubicBezTo>
                <a:cubicBezTo>
                  <a:pt x="1084184" y="1187380"/>
                  <a:pt x="1097778" y="1173786"/>
                  <a:pt x="1114547" y="1173786"/>
                </a:cubicBezTo>
                <a:close/>
                <a:moveTo>
                  <a:pt x="1041993" y="1173786"/>
                </a:moveTo>
                <a:cubicBezTo>
                  <a:pt x="1058762" y="1173786"/>
                  <a:pt x="1072356" y="1187380"/>
                  <a:pt x="1072356" y="1204150"/>
                </a:cubicBezTo>
                <a:cubicBezTo>
                  <a:pt x="1072356" y="1220919"/>
                  <a:pt x="1058762" y="1234513"/>
                  <a:pt x="1041993" y="1234513"/>
                </a:cubicBezTo>
                <a:cubicBezTo>
                  <a:pt x="1025223" y="1234513"/>
                  <a:pt x="1011629" y="1220919"/>
                  <a:pt x="1011629" y="1204150"/>
                </a:cubicBezTo>
                <a:cubicBezTo>
                  <a:pt x="1011629" y="1187380"/>
                  <a:pt x="1025223" y="1173786"/>
                  <a:pt x="1041993" y="1173786"/>
                </a:cubicBezTo>
                <a:close/>
                <a:moveTo>
                  <a:pt x="969438" y="1173786"/>
                </a:moveTo>
                <a:cubicBezTo>
                  <a:pt x="986208" y="1173786"/>
                  <a:pt x="999801" y="1187380"/>
                  <a:pt x="999801" y="1204150"/>
                </a:cubicBezTo>
                <a:cubicBezTo>
                  <a:pt x="999801" y="1220919"/>
                  <a:pt x="986208" y="1234513"/>
                  <a:pt x="969438" y="1234513"/>
                </a:cubicBezTo>
                <a:cubicBezTo>
                  <a:pt x="952669" y="1234513"/>
                  <a:pt x="939075" y="1220919"/>
                  <a:pt x="939075" y="1204150"/>
                </a:cubicBezTo>
                <a:cubicBezTo>
                  <a:pt x="939075" y="1187380"/>
                  <a:pt x="952669" y="1173786"/>
                  <a:pt x="969438" y="1173786"/>
                </a:cubicBezTo>
                <a:close/>
                <a:moveTo>
                  <a:pt x="896883" y="1173786"/>
                </a:moveTo>
                <a:cubicBezTo>
                  <a:pt x="913653" y="1173786"/>
                  <a:pt x="927247" y="1187380"/>
                  <a:pt x="927247" y="1204150"/>
                </a:cubicBezTo>
                <a:cubicBezTo>
                  <a:pt x="927247" y="1220919"/>
                  <a:pt x="913653" y="1234513"/>
                  <a:pt x="896883" y="1234513"/>
                </a:cubicBezTo>
                <a:cubicBezTo>
                  <a:pt x="880114" y="1234513"/>
                  <a:pt x="866520" y="1220919"/>
                  <a:pt x="866520" y="1204150"/>
                </a:cubicBezTo>
                <a:cubicBezTo>
                  <a:pt x="866520" y="1187380"/>
                  <a:pt x="880114" y="1173786"/>
                  <a:pt x="896883" y="1173786"/>
                </a:cubicBezTo>
                <a:close/>
                <a:moveTo>
                  <a:pt x="824329" y="1173786"/>
                </a:moveTo>
                <a:cubicBezTo>
                  <a:pt x="841098" y="1173786"/>
                  <a:pt x="854692" y="1187380"/>
                  <a:pt x="854692" y="1204150"/>
                </a:cubicBezTo>
                <a:cubicBezTo>
                  <a:pt x="854692" y="1220919"/>
                  <a:pt x="841098" y="1234513"/>
                  <a:pt x="824329" y="1234513"/>
                </a:cubicBezTo>
                <a:cubicBezTo>
                  <a:pt x="807559" y="1234513"/>
                  <a:pt x="793965" y="1220919"/>
                  <a:pt x="793965" y="1204150"/>
                </a:cubicBezTo>
                <a:cubicBezTo>
                  <a:pt x="793965" y="1187380"/>
                  <a:pt x="807559" y="1173786"/>
                  <a:pt x="824329" y="1173786"/>
                </a:cubicBezTo>
                <a:close/>
                <a:moveTo>
                  <a:pt x="751774" y="1173786"/>
                </a:moveTo>
                <a:cubicBezTo>
                  <a:pt x="768544" y="1173786"/>
                  <a:pt x="782138" y="1187380"/>
                  <a:pt x="782138" y="1204150"/>
                </a:cubicBezTo>
                <a:cubicBezTo>
                  <a:pt x="782138" y="1220919"/>
                  <a:pt x="768544" y="1234513"/>
                  <a:pt x="751774" y="1234513"/>
                </a:cubicBezTo>
                <a:cubicBezTo>
                  <a:pt x="735005" y="1234513"/>
                  <a:pt x="721411" y="1220919"/>
                  <a:pt x="721411" y="1204150"/>
                </a:cubicBezTo>
                <a:cubicBezTo>
                  <a:pt x="721411" y="1187380"/>
                  <a:pt x="735005" y="1173786"/>
                  <a:pt x="751774" y="1173786"/>
                </a:cubicBezTo>
                <a:close/>
                <a:moveTo>
                  <a:pt x="679220" y="1173786"/>
                </a:moveTo>
                <a:cubicBezTo>
                  <a:pt x="695989" y="1173786"/>
                  <a:pt x="709583" y="1187380"/>
                  <a:pt x="709583" y="1204150"/>
                </a:cubicBezTo>
                <a:cubicBezTo>
                  <a:pt x="709583" y="1220919"/>
                  <a:pt x="695989" y="1234513"/>
                  <a:pt x="679220" y="1234513"/>
                </a:cubicBezTo>
                <a:cubicBezTo>
                  <a:pt x="662450" y="1234513"/>
                  <a:pt x="648856" y="1220919"/>
                  <a:pt x="648856" y="1204150"/>
                </a:cubicBezTo>
                <a:cubicBezTo>
                  <a:pt x="648856" y="1187380"/>
                  <a:pt x="662450" y="1173786"/>
                  <a:pt x="679220" y="1173786"/>
                </a:cubicBezTo>
                <a:close/>
                <a:moveTo>
                  <a:pt x="606665" y="1173786"/>
                </a:moveTo>
                <a:cubicBezTo>
                  <a:pt x="623435" y="1173786"/>
                  <a:pt x="637029" y="1187380"/>
                  <a:pt x="637029" y="1204150"/>
                </a:cubicBezTo>
                <a:cubicBezTo>
                  <a:pt x="637029" y="1220919"/>
                  <a:pt x="623435" y="1234513"/>
                  <a:pt x="606665" y="1234513"/>
                </a:cubicBezTo>
                <a:cubicBezTo>
                  <a:pt x="589896" y="1234513"/>
                  <a:pt x="576302" y="1220919"/>
                  <a:pt x="576302" y="1204150"/>
                </a:cubicBezTo>
                <a:cubicBezTo>
                  <a:pt x="576302" y="1187380"/>
                  <a:pt x="589896" y="1173786"/>
                  <a:pt x="606665" y="1173786"/>
                </a:cubicBezTo>
                <a:close/>
                <a:moveTo>
                  <a:pt x="534111" y="1173786"/>
                </a:moveTo>
                <a:cubicBezTo>
                  <a:pt x="550880" y="1173786"/>
                  <a:pt x="564474" y="1187380"/>
                  <a:pt x="564474" y="1204150"/>
                </a:cubicBezTo>
                <a:cubicBezTo>
                  <a:pt x="564474" y="1220919"/>
                  <a:pt x="550880" y="1234513"/>
                  <a:pt x="534111" y="1234513"/>
                </a:cubicBezTo>
                <a:cubicBezTo>
                  <a:pt x="517341" y="1234513"/>
                  <a:pt x="503747" y="1220919"/>
                  <a:pt x="503747" y="1204150"/>
                </a:cubicBezTo>
                <a:cubicBezTo>
                  <a:pt x="503747" y="1187380"/>
                  <a:pt x="517341" y="1173786"/>
                  <a:pt x="534111" y="1173786"/>
                </a:cubicBezTo>
                <a:close/>
                <a:moveTo>
                  <a:pt x="461556" y="1173786"/>
                </a:moveTo>
                <a:cubicBezTo>
                  <a:pt x="478326" y="1173786"/>
                  <a:pt x="491920" y="1187380"/>
                  <a:pt x="491920" y="1204150"/>
                </a:cubicBezTo>
                <a:cubicBezTo>
                  <a:pt x="491920" y="1220919"/>
                  <a:pt x="478326" y="1234513"/>
                  <a:pt x="461556" y="1234513"/>
                </a:cubicBezTo>
                <a:cubicBezTo>
                  <a:pt x="444787" y="1234513"/>
                  <a:pt x="431192" y="1220919"/>
                  <a:pt x="431192" y="1204150"/>
                </a:cubicBezTo>
                <a:cubicBezTo>
                  <a:pt x="431192" y="1187380"/>
                  <a:pt x="444787" y="1173786"/>
                  <a:pt x="461556" y="1173786"/>
                </a:cubicBezTo>
                <a:close/>
                <a:moveTo>
                  <a:pt x="389002" y="1173786"/>
                </a:moveTo>
                <a:cubicBezTo>
                  <a:pt x="405771" y="1173786"/>
                  <a:pt x="419365" y="1187380"/>
                  <a:pt x="419365" y="1204150"/>
                </a:cubicBezTo>
                <a:cubicBezTo>
                  <a:pt x="419365" y="1220919"/>
                  <a:pt x="405771" y="1234513"/>
                  <a:pt x="389002" y="1234513"/>
                </a:cubicBezTo>
                <a:cubicBezTo>
                  <a:pt x="372232" y="1234513"/>
                  <a:pt x="358638" y="1220919"/>
                  <a:pt x="358638" y="1204150"/>
                </a:cubicBezTo>
                <a:cubicBezTo>
                  <a:pt x="358638" y="1187380"/>
                  <a:pt x="372232" y="1173786"/>
                  <a:pt x="389002" y="1173786"/>
                </a:cubicBezTo>
                <a:close/>
                <a:moveTo>
                  <a:pt x="316447" y="1173786"/>
                </a:moveTo>
                <a:cubicBezTo>
                  <a:pt x="333216" y="1173786"/>
                  <a:pt x="346810" y="1187380"/>
                  <a:pt x="346810" y="1204150"/>
                </a:cubicBezTo>
                <a:cubicBezTo>
                  <a:pt x="346810" y="1220919"/>
                  <a:pt x="333216" y="1234513"/>
                  <a:pt x="316447" y="1234513"/>
                </a:cubicBezTo>
                <a:cubicBezTo>
                  <a:pt x="299677" y="1234513"/>
                  <a:pt x="286084" y="1220919"/>
                  <a:pt x="286084" y="1204150"/>
                </a:cubicBezTo>
                <a:cubicBezTo>
                  <a:pt x="286084" y="1187380"/>
                  <a:pt x="299677" y="1173786"/>
                  <a:pt x="316447" y="1173786"/>
                </a:cubicBezTo>
                <a:close/>
                <a:moveTo>
                  <a:pt x="243892" y="1173786"/>
                </a:moveTo>
                <a:cubicBezTo>
                  <a:pt x="260662" y="1173786"/>
                  <a:pt x="274256" y="1187380"/>
                  <a:pt x="274256" y="1204150"/>
                </a:cubicBezTo>
                <a:cubicBezTo>
                  <a:pt x="274256" y="1220919"/>
                  <a:pt x="260662" y="1234513"/>
                  <a:pt x="243892" y="1234513"/>
                </a:cubicBezTo>
                <a:cubicBezTo>
                  <a:pt x="227123" y="1234513"/>
                  <a:pt x="213529" y="1220919"/>
                  <a:pt x="213529" y="1204150"/>
                </a:cubicBezTo>
                <a:cubicBezTo>
                  <a:pt x="213529" y="1187380"/>
                  <a:pt x="227123" y="1173786"/>
                  <a:pt x="243892" y="1173786"/>
                </a:cubicBezTo>
                <a:close/>
                <a:moveTo>
                  <a:pt x="171339" y="1173786"/>
                </a:moveTo>
                <a:cubicBezTo>
                  <a:pt x="188107" y="1173786"/>
                  <a:pt x="201701" y="1187380"/>
                  <a:pt x="201701" y="1204150"/>
                </a:cubicBezTo>
                <a:cubicBezTo>
                  <a:pt x="201701" y="1220919"/>
                  <a:pt x="188107" y="1234513"/>
                  <a:pt x="171339" y="1234513"/>
                </a:cubicBezTo>
                <a:cubicBezTo>
                  <a:pt x="154627" y="1234513"/>
                  <a:pt x="141034" y="1220919"/>
                  <a:pt x="141034" y="1204150"/>
                </a:cubicBezTo>
                <a:cubicBezTo>
                  <a:pt x="141034" y="1187380"/>
                  <a:pt x="154627" y="1173786"/>
                  <a:pt x="171339" y="1173786"/>
                </a:cubicBezTo>
                <a:close/>
                <a:moveTo>
                  <a:pt x="98852" y="1173786"/>
                </a:moveTo>
                <a:cubicBezTo>
                  <a:pt x="115616" y="1173786"/>
                  <a:pt x="129210" y="1187380"/>
                  <a:pt x="129210" y="1204150"/>
                </a:cubicBezTo>
                <a:cubicBezTo>
                  <a:pt x="129210" y="1220919"/>
                  <a:pt x="115616" y="1234513"/>
                  <a:pt x="98852" y="1234513"/>
                </a:cubicBezTo>
                <a:cubicBezTo>
                  <a:pt x="82080" y="1234513"/>
                  <a:pt x="68486" y="1220919"/>
                  <a:pt x="68486" y="1204150"/>
                </a:cubicBezTo>
                <a:cubicBezTo>
                  <a:pt x="68486" y="1187380"/>
                  <a:pt x="82080" y="1173786"/>
                  <a:pt x="98852" y="1173786"/>
                </a:cubicBezTo>
                <a:close/>
                <a:moveTo>
                  <a:pt x="26297" y="1173786"/>
                </a:moveTo>
                <a:cubicBezTo>
                  <a:pt x="43063" y="1173786"/>
                  <a:pt x="56658" y="1187380"/>
                  <a:pt x="56658" y="1204150"/>
                </a:cubicBezTo>
                <a:cubicBezTo>
                  <a:pt x="56658" y="1220919"/>
                  <a:pt x="43063" y="1234513"/>
                  <a:pt x="26297" y="1234513"/>
                </a:cubicBezTo>
                <a:cubicBezTo>
                  <a:pt x="17912" y="1234513"/>
                  <a:pt x="10321" y="1231115"/>
                  <a:pt x="4826" y="1225620"/>
                </a:cubicBezTo>
                <a:lnTo>
                  <a:pt x="0" y="1213970"/>
                </a:lnTo>
                <a:lnTo>
                  <a:pt x="0" y="1194329"/>
                </a:lnTo>
                <a:lnTo>
                  <a:pt x="4826" y="1182679"/>
                </a:lnTo>
                <a:cubicBezTo>
                  <a:pt x="10321" y="1177185"/>
                  <a:pt x="17912" y="1173786"/>
                  <a:pt x="26297" y="1173786"/>
                </a:cubicBezTo>
                <a:close/>
                <a:moveTo>
                  <a:pt x="1477320" y="1093335"/>
                </a:moveTo>
                <a:cubicBezTo>
                  <a:pt x="1485705" y="1093335"/>
                  <a:pt x="1493295" y="1096733"/>
                  <a:pt x="1498790" y="1102228"/>
                </a:cubicBezTo>
                <a:lnTo>
                  <a:pt x="1505389" y="1118160"/>
                </a:lnTo>
                <a:lnTo>
                  <a:pt x="1493855" y="1142105"/>
                </a:lnTo>
                <a:lnTo>
                  <a:pt x="1487887" y="1151929"/>
                </a:lnTo>
                <a:lnTo>
                  <a:pt x="1477320" y="1154062"/>
                </a:lnTo>
                <a:cubicBezTo>
                  <a:pt x="1460550" y="1154062"/>
                  <a:pt x="1446956" y="1140468"/>
                  <a:pt x="1446956" y="1123698"/>
                </a:cubicBezTo>
                <a:cubicBezTo>
                  <a:pt x="1446956" y="1106929"/>
                  <a:pt x="1460550" y="1093335"/>
                  <a:pt x="1477320" y="1093335"/>
                </a:cubicBezTo>
                <a:close/>
                <a:moveTo>
                  <a:pt x="1404765" y="1093335"/>
                </a:moveTo>
                <a:cubicBezTo>
                  <a:pt x="1421535" y="1093335"/>
                  <a:pt x="1435129" y="1106929"/>
                  <a:pt x="1435129" y="1123698"/>
                </a:cubicBezTo>
                <a:cubicBezTo>
                  <a:pt x="1435129" y="1140468"/>
                  <a:pt x="1421535" y="1154062"/>
                  <a:pt x="1404765" y="1154062"/>
                </a:cubicBezTo>
                <a:cubicBezTo>
                  <a:pt x="1387996" y="1154062"/>
                  <a:pt x="1374402" y="1140468"/>
                  <a:pt x="1374402" y="1123698"/>
                </a:cubicBezTo>
                <a:cubicBezTo>
                  <a:pt x="1374402" y="1106929"/>
                  <a:pt x="1387996" y="1093335"/>
                  <a:pt x="1404765" y="1093335"/>
                </a:cubicBezTo>
                <a:close/>
                <a:moveTo>
                  <a:pt x="1332211" y="1093335"/>
                </a:moveTo>
                <a:cubicBezTo>
                  <a:pt x="1348980" y="1093335"/>
                  <a:pt x="1362574" y="1106929"/>
                  <a:pt x="1362574" y="1123698"/>
                </a:cubicBezTo>
                <a:cubicBezTo>
                  <a:pt x="1362574" y="1140468"/>
                  <a:pt x="1348980" y="1154062"/>
                  <a:pt x="1332211" y="1154062"/>
                </a:cubicBezTo>
                <a:cubicBezTo>
                  <a:pt x="1315441" y="1154062"/>
                  <a:pt x="1301847" y="1140468"/>
                  <a:pt x="1301847" y="1123698"/>
                </a:cubicBezTo>
                <a:cubicBezTo>
                  <a:pt x="1301847" y="1106929"/>
                  <a:pt x="1315441" y="1093335"/>
                  <a:pt x="1332211" y="1093335"/>
                </a:cubicBezTo>
                <a:close/>
                <a:moveTo>
                  <a:pt x="1259656" y="1093335"/>
                </a:moveTo>
                <a:cubicBezTo>
                  <a:pt x="1276426" y="1093335"/>
                  <a:pt x="1290020" y="1106929"/>
                  <a:pt x="1290020" y="1123698"/>
                </a:cubicBezTo>
                <a:cubicBezTo>
                  <a:pt x="1290020" y="1140468"/>
                  <a:pt x="1276426" y="1154062"/>
                  <a:pt x="1259656" y="1154062"/>
                </a:cubicBezTo>
                <a:cubicBezTo>
                  <a:pt x="1242887" y="1154062"/>
                  <a:pt x="1229293" y="1140468"/>
                  <a:pt x="1229293" y="1123698"/>
                </a:cubicBezTo>
                <a:cubicBezTo>
                  <a:pt x="1229293" y="1106929"/>
                  <a:pt x="1242887" y="1093335"/>
                  <a:pt x="1259656" y="1093335"/>
                </a:cubicBezTo>
                <a:close/>
                <a:moveTo>
                  <a:pt x="1187102" y="1093335"/>
                </a:moveTo>
                <a:cubicBezTo>
                  <a:pt x="1203871" y="1093335"/>
                  <a:pt x="1217465" y="1106929"/>
                  <a:pt x="1217465" y="1123698"/>
                </a:cubicBezTo>
                <a:cubicBezTo>
                  <a:pt x="1217465" y="1140468"/>
                  <a:pt x="1203871" y="1154062"/>
                  <a:pt x="1187102" y="1154062"/>
                </a:cubicBezTo>
                <a:cubicBezTo>
                  <a:pt x="1170332" y="1154062"/>
                  <a:pt x="1156738" y="1140468"/>
                  <a:pt x="1156738" y="1123698"/>
                </a:cubicBezTo>
                <a:cubicBezTo>
                  <a:pt x="1156738" y="1106929"/>
                  <a:pt x="1170332" y="1093335"/>
                  <a:pt x="1187102" y="1093335"/>
                </a:cubicBezTo>
                <a:close/>
                <a:moveTo>
                  <a:pt x="1114547" y="1093335"/>
                </a:moveTo>
                <a:cubicBezTo>
                  <a:pt x="1131317" y="1093335"/>
                  <a:pt x="1144911" y="1106929"/>
                  <a:pt x="1144911" y="1123698"/>
                </a:cubicBezTo>
                <a:cubicBezTo>
                  <a:pt x="1144911" y="1140468"/>
                  <a:pt x="1131317" y="1154062"/>
                  <a:pt x="1114547" y="1154062"/>
                </a:cubicBezTo>
                <a:cubicBezTo>
                  <a:pt x="1097778" y="1154062"/>
                  <a:pt x="1084184" y="1140468"/>
                  <a:pt x="1084184" y="1123698"/>
                </a:cubicBezTo>
                <a:cubicBezTo>
                  <a:pt x="1084184" y="1106929"/>
                  <a:pt x="1097778" y="1093335"/>
                  <a:pt x="1114547" y="1093335"/>
                </a:cubicBezTo>
                <a:close/>
                <a:moveTo>
                  <a:pt x="1041993" y="1093335"/>
                </a:moveTo>
                <a:cubicBezTo>
                  <a:pt x="1058762" y="1093335"/>
                  <a:pt x="1072356" y="1106929"/>
                  <a:pt x="1072356" y="1123698"/>
                </a:cubicBezTo>
                <a:cubicBezTo>
                  <a:pt x="1072356" y="1140468"/>
                  <a:pt x="1058762" y="1154062"/>
                  <a:pt x="1041993" y="1154062"/>
                </a:cubicBezTo>
                <a:cubicBezTo>
                  <a:pt x="1025223" y="1154062"/>
                  <a:pt x="1011629" y="1140468"/>
                  <a:pt x="1011629" y="1123698"/>
                </a:cubicBezTo>
                <a:cubicBezTo>
                  <a:pt x="1011629" y="1106929"/>
                  <a:pt x="1025223" y="1093335"/>
                  <a:pt x="1041993" y="1093335"/>
                </a:cubicBezTo>
                <a:close/>
                <a:moveTo>
                  <a:pt x="969438" y="1093335"/>
                </a:moveTo>
                <a:cubicBezTo>
                  <a:pt x="986208" y="1093335"/>
                  <a:pt x="999801" y="1106929"/>
                  <a:pt x="999801" y="1123698"/>
                </a:cubicBezTo>
                <a:cubicBezTo>
                  <a:pt x="999801" y="1140468"/>
                  <a:pt x="986208" y="1154062"/>
                  <a:pt x="969438" y="1154062"/>
                </a:cubicBezTo>
                <a:cubicBezTo>
                  <a:pt x="952669" y="1154062"/>
                  <a:pt x="939075" y="1140468"/>
                  <a:pt x="939075" y="1123698"/>
                </a:cubicBezTo>
                <a:cubicBezTo>
                  <a:pt x="939075" y="1106929"/>
                  <a:pt x="952669" y="1093335"/>
                  <a:pt x="969438" y="1093335"/>
                </a:cubicBezTo>
                <a:close/>
                <a:moveTo>
                  <a:pt x="896883" y="1093335"/>
                </a:moveTo>
                <a:cubicBezTo>
                  <a:pt x="913653" y="1093335"/>
                  <a:pt x="927247" y="1106929"/>
                  <a:pt x="927247" y="1123698"/>
                </a:cubicBezTo>
                <a:cubicBezTo>
                  <a:pt x="927247" y="1140468"/>
                  <a:pt x="913653" y="1154062"/>
                  <a:pt x="896883" y="1154062"/>
                </a:cubicBezTo>
                <a:cubicBezTo>
                  <a:pt x="880114" y="1154062"/>
                  <a:pt x="866520" y="1140468"/>
                  <a:pt x="866520" y="1123698"/>
                </a:cubicBezTo>
                <a:cubicBezTo>
                  <a:pt x="866520" y="1106929"/>
                  <a:pt x="880114" y="1093335"/>
                  <a:pt x="896883" y="1093335"/>
                </a:cubicBezTo>
                <a:close/>
                <a:moveTo>
                  <a:pt x="824329" y="1093335"/>
                </a:moveTo>
                <a:cubicBezTo>
                  <a:pt x="841098" y="1093335"/>
                  <a:pt x="854692" y="1106929"/>
                  <a:pt x="854692" y="1123698"/>
                </a:cubicBezTo>
                <a:cubicBezTo>
                  <a:pt x="854692" y="1140468"/>
                  <a:pt x="841098" y="1154062"/>
                  <a:pt x="824329" y="1154062"/>
                </a:cubicBezTo>
                <a:cubicBezTo>
                  <a:pt x="807559" y="1154062"/>
                  <a:pt x="793965" y="1140468"/>
                  <a:pt x="793965" y="1123698"/>
                </a:cubicBezTo>
                <a:cubicBezTo>
                  <a:pt x="793965" y="1106929"/>
                  <a:pt x="807559" y="1093335"/>
                  <a:pt x="824329" y="1093335"/>
                </a:cubicBezTo>
                <a:close/>
                <a:moveTo>
                  <a:pt x="751774" y="1093335"/>
                </a:moveTo>
                <a:cubicBezTo>
                  <a:pt x="768544" y="1093335"/>
                  <a:pt x="782138" y="1106929"/>
                  <a:pt x="782138" y="1123698"/>
                </a:cubicBezTo>
                <a:cubicBezTo>
                  <a:pt x="782138" y="1140468"/>
                  <a:pt x="768544" y="1154062"/>
                  <a:pt x="751774" y="1154062"/>
                </a:cubicBezTo>
                <a:cubicBezTo>
                  <a:pt x="735005" y="1154062"/>
                  <a:pt x="721411" y="1140468"/>
                  <a:pt x="721411" y="1123698"/>
                </a:cubicBezTo>
                <a:cubicBezTo>
                  <a:pt x="721411" y="1106929"/>
                  <a:pt x="735005" y="1093335"/>
                  <a:pt x="751774" y="1093335"/>
                </a:cubicBezTo>
                <a:close/>
                <a:moveTo>
                  <a:pt x="679220" y="1093335"/>
                </a:moveTo>
                <a:cubicBezTo>
                  <a:pt x="695989" y="1093335"/>
                  <a:pt x="709583" y="1106929"/>
                  <a:pt x="709583" y="1123698"/>
                </a:cubicBezTo>
                <a:cubicBezTo>
                  <a:pt x="709583" y="1140468"/>
                  <a:pt x="695989" y="1154062"/>
                  <a:pt x="679220" y="1154062"/>
                </a:cubicBezTo>
                <a:cubicBezTo>
                  <a:pt x="662450" y="1154062"/>
                  <a:pt x="648856" y="1140468"/>
                  <a:pt x="648856" y="1123698"/>
                </a:cubicBezTo>
                <a:cubicBezTo>
                  <a:pt x="648856" y="1106929"/>
                  <a:pt x="662450" y="1093335"/>
                  <a:pt x="679220" y="1093335"/>
                </a:cubicBezTo>
                <a:close/>
                <a:moveTo>
                  <a:pt x="606665" y="1093335"/>
                </a:moveTo>
                <a:cubicBezTo>
                  <a:pt x="623435" y="1093335"/>
                  <a:pt x="637029" y="1106929"/>
                  <a:pt x="637029" y="1123698"/>
                </a:cubicBezTo>
                <a:cubicBezTo>
                  <a:pt x="637029" y="1140468"/>
                  <a:pt x="623435" y="1154062"/>
                  <a:pt x="606665" y="1154062"/>
                </a:cubicBezTo>
                <a:cubicBezTo>
                  <a:pt x="589896" y="1154062"/>
                  <a:pt x="576302" y="1140468"/>
                  <a:pt x="576302" y="1123698"/>
                </a:cubicBezTo>
                <a:cubicBezTo>
                  <a:pt x="576302" y="1106929"/>
                  <a:pt x="589896" y="1093335"/>
                  <a:pt x="606665" y="1093335"/>
                </a:cubicBezTo>
                <a:close/>
                <a:moveTo>
                  <a:pt x="534111" y="1093335"/>
                </a:moveTo>
                <a:cubicBezTo>
                  <a:pt x="550880" y="1093335"/>
                  <a:pt x="564474" y="1106929"/>
                  <a:pt x="564474" y="1123698"/>
                </a:cubicBezTo>
                <a:cubicBezTo>
                  <a:pt x="564474" y="1140468"/>
                  <a:pt x="550880" y="1154062"/>
                  <a:pt x="534111" y="1154062"/>
                </a:cubicBezTo>
                <a:cubicBezTo>
                  <a:pt x="517341" y="1154062"/>
                  <a:pt x="503747" y="1140468"/>
                  <a:pt x="503747" y="1123698"/>
                </a:cubicBezTo>
                <a:cubicBezTo>
                  <a:pt x="503747" y="1106929"/>
                  <a:pt x="517341" y="1093335"/>
                  <a:pt x="534111" y="1093335"/>
                </a:cubicBezTo>
                <a:close/>
                <a:moveTo>
                  <a:pt x="461556" y="1093335"/>
                </a:moveTo>
                <a:cubicBezTo>
                  <a:pt x="478326" y="1093335"/>
                  <a:pt x="491920" y="1106929"/>
                  <a:pt x="491920" y="1123698"/>
                </a:cubicBezTo>
                <a:cubicBezTo>
                  <a:pt x="491920" y="1140468"/>
                  <a:pt x="478326" y="1154062"/>
                  <a:pt x="461556" y="1154062"/>
                </a:cubicBezTo>
                <a:cubicBezTo>
                  <a:pt x="444787" y="1154062"/>
                  <a:pt x="431192" y="1140468"/>
                  <a:pt x="431192" y="1123698"/>
                </a:cubicBezTo>
                <a:cubicBezTo>
                  <a:pt x="431192" y="1106929"/>
                  <a:pt x="444787" y="1093335"/>
                  <a:pt x="461556" y="1093335"/>
                </a:cubicBezTo>
                <a:close/>
                <a:moveTo>
                  <a:pt x="389002" y="1093335"/>
                </a:moveTo>
                <a:cubicBezTo>
                  <a:pt x="405771" y="1093335"/>
                  <a:pt x="419365" y="1106929"/>
                  <a:pt x="419365" y="1123698"/>
                </a:cubicBezTo>
                <a:cubicBezTo>
                  <a:pt x="419365" y="1140468"/>
                  <a:pt x="405771" y="1154062"/>
                  <a:pt x="389002" y="1154062"/>
                </a:cubicBezTo>
                <a:cubicBezTo>
                  <a:pt x="372232" y="1154062"/>
                  <a:pt x="358638" y="1140468"/>
                  <a:pt x="358638" y="1123698"/>
                </a:cubicBezTo>
                <a:cubicBezTo>
                  <a:pt x="358638" y="1106929"/>
                  <a:pt x="372232" y="1093335"/>
                  <a:pt x="389002" y="1093335"/>
                </a:cubicBezTo>
                <a:close/>
                <a:moveTo>
                  <a:pt x="316447" y="1093335"/>
                </a:moveTo>
                <a:cubicBezTo>
                  <a:pt x="333216" y="1093335"/>
                  <a:pt x="346810" y="1106929"/>
                  <a:pt x="346810" y="1123698"/>
                </a:cubicBezTo>
                <a:cubicBezTo>
                  <a:pt x="346810" y="1140468"/>
                  <a:pt x="333216" y="1154062"/>
                  <a:pt x="316447" y="1154062"/>
                </a:cubicBezTo>
                <a:cubicBezTo>
                  <a:pt x="299677" y="1154062"/>
                  <a:pt x="286084" y="1140468"/>
                  <a:pt x="286084" y="1123698"/>
                </a:cubicBezTo>
                <a:cubicBezTo>
                  <a:pt x="286084" y="1106929"/>
                  <a:pt x="299677" y="1093335"/>
                  <a:pt x="316447" y="1093335"/>
                </a:cubicBezTo>
                <a:close/>
                <a:moveTo>
                  <a:pt x="243892" y="1093335"/>
                </a:moveTo>
                <a:cubicBezTo>
                  <a:pt x="260662" y="1093335"/>
                  <a:pt x="274256" y="1106929"/>
                  <a:pt x="274256" y="1123698"/>
                </a:cubicBezTo>
                <a:cubicBezTo>
                  <a:pt x="274256" y="1140468"/>
                  <a:pt x="260662" y="1154062"/>
                  <a:pt x="243892" y="1154062"/>
                </a:cubicBezTo>
                <a:cubicBezTo>
                  <a:pt x="227123" y="1154062"/>
                  <a:pt x="213529" y="1140468"/>
                  <a:pt x="213529" y="1123698"/>
                </a:cubicBezTo>
                <a:cubicBezTo>
                  <a:pt x="213529" y="1106929"/>
                  <a:pt x="227123" y="1093335"/>
                  <a:pt x="243892" y="1093335"/>
                </a:cubicBezTo>
                <a:close/>
                <a:moveTo>
                  <a:pt x="171339" y="1093335"/>
                </a:moveTo>
                <a:cubicBezTo>
                  <a:pt x="188107" y="1093335"/>
                  <a:pt x="201701" y="1106929"/>
                  <a:pt x="201701" y="1123698"/>
                </a:cubicBezTo>
                <a:cubicBezTo>
                  <a:pt x="201701" y="1140468"/>
                  <a:pt x="188107" y="1154062"/>
                  <a:pt x="171339" y="1154062"/>
                </a:cubicBezTo>
                <a:cubicBezTo>
                  <a:pt x="154633" y="1154062"/>
                  <a:pt x="141040" y="1140468"/>
                  <a:pt x="141040" y="1123698"/>
                </a:cubicBezTo>
                <a:cubicBezTo>
                  <a:pt x="141040" y="1106929"/>
                  <a:pt x="154633" y="1093335"/>
                  <a:pt x="171339" y="1093335"/>
                </a:cubicBezTo>
                <a:close/>
                <a:moveTo>
                  <a:pt x="98858" y="1093335"/>
                </a:moveTo>
                <a:cubicBezTo>
                  <a:pt x="115622" y="1093335"/>
                  <a:pt x="129216" y="1106929"/>
                  <a:pt x="129216" y="1123698"/>
                </a:cubicBezTo>
                <a:cubicBezTo>
                  <a:pt x="129216" y="1140468"/>
                  <a:pt x="115622" y="1154062"/>
                  <a:pt x="98858" y="1154062"/>
                </a:cubicBezTo>
                <a:cubicBezTo>
                  <a:pt x="82086" y="1154062"/>
                  <a:pt x="68492" y="1140468"/>
                  <a:pt x="68492" y="1123698"/>
                </a:cubicBezTo>
                <a:cubicBezTo>
                  <a:pt x="68492" y="1106929"/>
                  <a:pt x="82086" y="1093335"/>
                  <a:pt x="98858" y="1093335"/>
                </a:cubicBezTo>
                <a:close/>
                <a:moveTo>
                  <a:pt x="26303" y="1093335"/>
                </a:moveTo>
                <a:cubicBezTo>
                  <a:pt x="43069" y="1093335"/>
                  <a:pt x="56664" y="1106929"/>
                  <a:pt x="56664" y="1123698"/>
                </a:cubicBezTo>
                <a:cubicBezTo>
                  <a:pt x="56664" y="1140468"/>
                  <a:pt x="43069" y="1154062"/>
                  <a:pt x="26303" y="1154062"/>
                </a:cubicBezTo>
                <a:cubicBezTo>
                  <a:pt x="17918" y="1154062"/>
                  <a:pt x="10327" y="1150664"/>
                  <a:pt x="4832" y="1145169"/>
                </a:cubicBezTo>
                <a:lnTo>
                  <a:pt x="0" y="1133503"/>
                </a:lnTo>
                <a:lnTo>
                  <a:pt x="0" y="1113894"/>
                </a:lnTo>
                <a:lnTo>
                  <a:pt x="4832" y="1102228"/>
                </a:lnTo>
                <a:cubicBezTo>
                  <a:pt x="10327" y="1096734"/>
                  <a:pt x="17918" y="1093335"/>
                  <a:pt x="26303" y="1093335"/>
                </a:cubicBezTo>
                <a:close/>
                <a:moveTo>
                  <a:pt x="1549874" y="1012883"/>
                </a:moveTo>
                <a:lnTo>
                  <a:pt x="1555552" y="1014029"/>
                </a:lnTo>
                <a:lnTo>
                  <a:pt x="1530465" y="1066106"/>
                </a:lnTo>
                <a:lnTo>
                  <a:pt x="1528404" y="1064717"/>
                </a:lnTo>
                <a:cubicBezTo>
                  <a:pt x="1522910" y="1059222"/>
                  <a:pt x="1519511" y="1051631"/>
                  <a:pt x="1519511" y="1043246"/>
                </a:cubicBezTo>
                <a:cubicBezTo>
                  <a:pt x="1519511" y="1026477"/>
                  <a:pt x="1533105" y="1012883"/>
                  <a:pt x="1549874" y="1012883"/>
                </a:cubicBezTo>
                <a:close/>
                <a:moveTo>
                  <a:pt x="1477320" y="1012883"/>
                </a:moveTo>
                <a:cubicBezTo>
                  <a:pt x="1494089" y="1012883"/>
                  <a:pt x="1507683" y="1026477"/>
                  <a:pt x="1507683" y="1043246"/>
                </a:cubicBezTo>
                <a:cubicBezTo>
                  <a:pt x="1507683" y="1060016"/>
                  <a:pt x="1494089" y="1073610"/>
                  <a:pt x="1477320" y="1073610"/>
                </a:cubicBezTo>
                <a:cubicBezTo>
                  <a:pt x="1460550" y="1073610"/>
                  <a:pt x="1446956" y="1060016"/>
                  <a:pt x="1446956" y="1043246"/>
                </a:cubicBezTo>
                <a:cubicBezTo>
                  <a:pt x="1446956" y="1026477"/>
                  <a:pt x="1460550" y="1012883"/>
                  <a:pt x="1477320" y="1012883"/>
                </a:cubicBezTo>
                <a:close/>
                <a:moveTo>
                  <a:pt x="1404765" y="1012883"/>
                </a:moveTo>
                <a:cubicBezTo>
                  <a:pt x="1421535" y="1012883"/>
                  <a:pt x="1435129" y="1026477"/>
                  <a:pt x="1435129" y="1043246"/>
                </a:cubicBezTo>
                <a:cubicBezTo>
                  <a:pt x="1435129" y="1060016"/>
                  <a:pt x="1421535" y="1073610"/>
                  <a:pt x="1404765" y="1073610"/>
                </a:cubicBezTo>
                <a:cubicBezTo>
                  <a:pt x="1387996" y="1073610"/>
                  <a:pt x="1374402" y="1060016"/>
                  <a:pt x="1374402" y="1043246"/>
                </a:cubicBezTo>
                <a:cubicBezTo>
                  <a:pt x="1374402" y="1026477"/>
                  <a:pt x="1387996" y="1012883"/>
                  <a:pt x="1404765" y="1012883"/>
                </a:cubicBezTo>
                <a:close/>
                <a:moveTo>
                  <a:pt x="1332211" y="1012883"/>
                </a:moveTo>
                <a:cubicBezTo>
                  <a:pt x="1348980" y="1012883"/>
                  <a:pt x="1362574" y="1026477"/>
                  <a:pt x="1362574" y="1043246"/>
                </a:cubicBezTo>
                <a:cubicBezTo>
                  <a:pt x="1362574" y="1060016"/>
                  <a:pt x="1348980" y="1073610"/>
                  <a:pt x="1332211" y="1073610"/>
                </a:cubicBezTo>
                <a:cubicBezTo>
                  <a:pt x="1315441" y="1073610"/>
                  <a:pt x="1301847" y="1060016"/>
                  <a:pt x="1301847" y="1043246"/>
                </a:cubicBezTo>
                <a:cubicBezTo>
                  <a:pt x="1301847" y="1026477"/>
                  <a:pt x="1315441" y="1012883"/>
                  <a:pt x="1332211" y="1012883"/>
                </a:cubicBezTo>
                <a:close/>
                <a:moveTo>
                  <a:pt x="1259656" y="1012883"/>
                </a:moveTo>
                <a:cubicBezTo>
                  <a:pt x="1276426" y="1012883"/>
                  <a:pt x="1290020" y="1026477"/>
                  <a:pt x="1290020" y="1043246"/>
                </a:cubicBezTo>
                <a:cubicBezTo>
                  <a:pt x="1290020" y="1060016"/>
                  <a:pt x="1276426" y="1073610"/>
                  <a:pt x="1259656" y="1073610"/>
                </a:cubicBezTo>
                <a:cubicBezTo>
                  <a:pt x="1242887" y="1073610"/>
                  <a:pt x="1229293" y="1060016"/>
                  <a:pt x="1229293" y="1043246"/>
                </a:cubicBezTo>
                <a:cubicBezTo>
                  <a:pt x="1229293" y="1026477"/>
                  <a:pt x="1242887" y="1012883"/>
                  <a:pt x="1259656" y="1012883"/>
                </a:cubicBezTo>
                <a:close/>
                <a:moveTo>
                  <a:pt x="1187102" y="1012883"/>
                </a:moveTo>
                <a:cubicBezTo>
                  <a:pt x="1203871" y="1012883"/>
                  <a:pt x="1217465" y="1026477"/>
                  <a:pt x="1217465" y="1043246"/>
                </a:cubicBezTo>
                <a:cubicBezTo>
                  <a:pt x="1217465" y="1060016"/>
                  <a:pt x="1203871" y="1073610"/>
                  <a:pt x="1187102" y="1073610"/>
                </a:cubicBezTo>
                <a:cubicBezTo>
                  <a:pt x="1170332" y="1073610"/>
                  <a:pt x="1156738" y="1060016"/>
                  <a:pt x="1156738" y="1043246"/>
                </a:cubicBezTo>
                <a:cubicBezTo>
                  <a:pt x="1156738" y="1026477"/>
                  <a:pt x="1170332" y="1012883"/>
                  <a:pt x="1187102" y="1012883"/>
                </a:cubicBezTo>
                <a:close/>
                <a:moveTo>
                  <a:pt x="1114547" y="1012883"/>
                </a:moveTo>
                <a:cubicBezTo>
                  <a:pt x="1131317" y="1012883"/>
                  <a:pt x="1144911" y="1026477"/>
                  <a:pt x="1144911" y="1043246"/>
                </a:cubicBezTo>
                <a:cubicBezTo>
                  <a:pt x="1144911" y="1060016"/>
                  <a:pt x="1131317" y="1073610"/>
                  <a:pt x="1114547" y="1073610"/>
                </a:cubicBezTo>
                <a:cubicBezTo>
                  <a:pt x="1097778" y="1073610"/>
                  <a:pt x="1084184" y="1060016"/>
                  <a:pt x="1084184" y="1043246"/>
                </a:cubicBezTo>
                <a:cubicBezTo>
                  <a:pt x="1084184" y="1026477"/>
                  <a:pt x="1097778" y="1012883"/>
                  <a:pt x="1114547" y="1012883"/>
                </a:cubicBezTo>
                <a:close/>
                <a:moveTo>
                  <a:pt x="1041993" y="1012883"/>
                </a:moveTo>
                <a:cubicBezTo>
                  <a:pt x="1058762" y="1012883"/>
                  <a:pt x="1072356" y="1026477"/>
                  <a:pt x="1072356" y="1043246"/>
                </a:cubicBezTo>
                <a:cubicBezTo>
                  <a:pt x="1072356" y="1060016"/>
                  <a:pt x="1058762" y="1073610"/>
                  <a:pt x="1041993" y="1073610"/>
                </a:cubicBezTo>
                <a:cubicBezTo>
                  <a:pt x="1025223" y="1073610"/>
                  <a:pt x="1011629" y="1060016"/>
                  <a:pt x="1011629" y="1043246"/>
                </a:cubicBezTo>
                <a:cubicBezTo>
                  <a:pt x="1011629" y="1026477"/>
                  <a:pt x="1025223" y="1012883"/>
                  <a:pt x="1041993" y="1012883"/>
                </a:cubicBezTo>
                <a:close/>
                <a:moveTo>
                  <a:pt x="969438" y="1012883"/>
                </a:moveTo>
                <a:cubicBezTo>
                  <a:pt x="986208" y="1012883"/>
                  <a:pt x="999801" y="1026477"/>
                  <a:pt x="999801" y="1043246"/>
                </a:cubicBezTo>
                <a:cubicBezTo>
                  <a:pt x="999801" y="1060016"/>
                  <a:pt x="986208" y="1073610"/>
                  <a:pt x="969438" y="1073610"/>
                </a:cubicBezTo>
                <a:cubicBezTo>
                  <a:pt x="952669" y="1073610"/>
                  <a:pt x="939075" y="1060016"/>
                  <a:pt x="939075" y="1043246"/>
                </a:cubicBezTo>
                <a:cubicBezTo>
                  <a:pt x="939075" y="1026477"/>
                  <a:pt x="952669" y="1012883"/>
                  <a:pt x="969438" y="1012883"/>
                </a:cubicBezTo>
                <a:close/>
                <a:moveTo>
                  <a:pt x="896883" y="1012883"/>
                </a:moveTo>
                <a:cubicBezTo>
                  <a:pt x="913653" y="1012883"/>
                  <a:pt x="927247" y="1026477"/>
                  <a:pt x="927247" y="1043246"/>
                </a:cubicBezTo>
                <a:cubicBezTo>
                  <a:pt x="927247" y="1060016"/>
                  <a:pt x="913653" y="1073610"/>
                  <a:pt x="896883" y="1073610"/>
                </a:cubicBezTo>
                <a:cubicBezTo>
                  <a:pt x="880114" y="1073610"/>
                  <a:pt x="866520" y="1060016"/>
                  <a:pt x="866520" y="1043246"/>
                </a:cubicBezTo>
                <a:cubicBezTo>
                  <a:pt x="866520" y="1026477"/>
                  <a:pt x="880114" y="1012883"/>
                  <a:pt x="896883" y="1012883"/>
                </a:cubicBezTo>
                <a:close/>
                <a:moveTo>
                  <a:pt x="824329" y="1012883"/>
                </a:moveTo>
                <a:cubicBezTo>
                  <a:pt x="841098" y="1012883"/>
                  <a:pt x="854692" y="1026477"/>
                  <a:pt x="854692" y="1043246"/>
                </a:cubicBezTo>
                <a:cubicBezTo>
                  <a:pt x="854692" y="1060016"/>
                  <a:pt x="841098" y="1073610"/>
                  <a:pt x="824329" y="1073610"/>
                </a:cubicBezTo>
                <a:cubicBezTo>
                  <a:pt x="807559" y="1073610"/>
                  <a:pt x="793965" y="1060016"/>
                  <a:pt x="793965" y="1043246"/>
                </a:cubicBezTo>
                <a:cubicBezTo>
                  <a:pt x="793965" y="1026477"/>
                  <a:pt x="807559" y="1012883"/>
                  <a:pt x="824329" y="1012883"/>
                </a:cubicBezTo>
                <a:close/>
                <a:moveTo>
                  <a:pt x="751774" y="1012883"/>
                </a:moveTo>
                <a:cubicBezTo>
                  <a:pt x="768544" y="1012883"/>
                  <a:pt x="782138" y="1026477"/>
                  <a:pt x="782138" y="1043246"/>
                </a:cubicBezTo>
                <a:cubicBezTo>
                  <a:pt x="782138" y="1060016"/>
                  <a:pt x="768544" y="1073610"/>
                  <a:pt x="751774" y="1073610"/>
                </a:cubicBezTo>
                <a:cubicBezTo>
                  <a:pt x="735005" y="1073610"/>
                  <a:pt x="721411" y="1060016"/>
                  <a:pt x="721411" y="1043246"/>
                </a:cubicBezTo>
                <a:cubicBezTo>
                  <a:pt x="721411" y="1026477"/>
                  <a:pt x="735005" y="1012883"/>
                  <a:pt x="751774" y="1012883"/>
                </a:cubicBezTo>
                <a:close/>
                <a:moveTo>
                  <a:pt x="679220" y="1012883"/>
                </a:moveTo>
                <a:cubicBezTo>
                  <a:pt x="695989" y="1012883"/>
                  <a:pt x="709583" y="1026477"/>
                  <a:pt x="709583" y="1043246"/>
                </a:cubicBezTo>
                <a:cubicBezTo>
                  <a:pt x="709583" y="1060016"/>
                  <a:pt x="695989" y="1073610"/>
                  <a:pt x="679220" y="1073610"/>
                </a:cubicBezTo>
                <a:cubicBezTo>
                  <a:pt x="662450" y="1073610"/>
                  <a:pt x="648856" y="1060016"/>
                  <a:pt x="648856" y="1043246"/>
                </a:cubicBezTo>
                <a:cubicBezTo>
                  <a:pt x="648856" y="1026477"/>
                  <a:pt x="662450" y="1012883"/>
                  <a:pt x="679220" y="1012883"/>
                </a:cubicBezTo>
                <a:close/>
                <a:moveTo>
                  <a:pt x="606665" y="1012883"/>
                </a:moveTo>
                <a:cubicBezTo>
                  <a:pt x="623435" y="1012883"/>
                  <a:pt x="637029" y="1026477"/>
                  <a:pt x="637029" y="1043246"/>
                </a:cubicBezTo>
                <a:cubicBezTo>
                  <a:pt x="637029" y="1060016"/>
                  <a:pt x="623435" y="1073610"/>
                  <a:pt x="606665" y="1073610"/>
                </a:cubicBezTo>
                <a:cubicBezTo>
                  <a:pt x="589896" y="1073610"/>
                  <a:pt x="576302" y="1060016"/>
                  <a:pt x="576302" y="1043246"/>
                </a:cubicBezTo>
                <a:cubicBezTo>
                  <a:pt x="576302" y="1026477"/>
                  <a:pt x="589896" y="1012883"/>
                  <a:pt x="606665" y="1012883"/>
                </a:cubicBezTo>
                <a:close/>
                <a:moveTo>
                  <a:pt x="534111" y="1012883"/>
                </a:moveTo>
                <a:cubicBezTo>
                  <a:pt x="550880" y="1012883"/>
                  <a:pt x="564474" y="1026477"/>
                  <a:pt x="564474" y="1043246"/>
                </a:cubicBezTo>
                <a:cubicBezTo>
                  <a:pt x="564474" y="1060016"/>
                  <a:pt x="550880" y="1073610"/>
                  <a:pt x="534111" y="1073610"/>
                </a:cubicBezTo>
                <a:cubicBezTo>
                  <a:pt x="517341" y="1073610"/>
                  <a:pt x="503747" y="1060016"/>
                  <a:pt x="503747" y="1043246"/>
                </a:cubicBezTo>
                <a:cubicBezTo>
                  <a:pt x="503747" y="1026477"/>
                  <a:pt x="517341" y="1012883"/>
                  <a:pt x="534111" y="1012883"/>
                </a:cubicBezTo>
                <a:close/>
                <a:moveTo>
                  <a:pt x="461556" y="1012883"/>
                </a:moveTo>
                <a:cubicBezTo>
                  <a:pt x="478326" y="1012883"/>
                  <a:pt x="491920" y="1026477"/>
                  <a:pt x="491920" y="1043246"/>
                </a:cubicBezTo>
                <a:cubicBezTo>
                  <a:pt x="491920" y="1060016"/>
                  <a:pt x="478326" y="1073610"/>
                  <a:pt x="461556" y="1073610"/>
                </a:cubicBezTo>
                <a:cubicBezTo>
                  <a:pt x="444787" y="1073610"/>
                  <a:pt x="431192" y="1060016"/>
                  <a:pt x="431192" y="1043246"/>
                </a:cubicBezTo>
                <a:cubicBezTo>
                  <a:pt x="431192" y="1026477"/>
                  <a:pt x="444787" y="1012883"/>
                  <a:pt x="461556" y="1012883"/>
                </a:cubicBezTo>
                <a:close/>
                <a:moveTo>
                  <a:pt x="389002" y="1012883"/>
                </a:moveTo>
                <a:cubicBezTo>
                  <a:pt x="405771" y="1012883"/>
                  <a:pt x="419365" y="1026477"/>
                  <a:pt x="419365" y="1043246"/>
                </a:cubicBezTo>
                <a:cubicBezTo>
                  <a:pt x="419365" y="1060016"/>
                  <a:pt x="405771" y="1073610"/>
                  <a:pt x="389002" y="1073610"/>
                </a:cubicBezTo>
                <a:cubicBezTo>
                  <a:pt x="372232" y="1073610"/>
                  <a:pt x="358638" y="1060016"/>
                  <a:pt x="358638" y="1043246"/>
                </a:cubicBezTo>
                <a:cubicBezTo>
                  <a:pt x="358638" y="1026477"/>
                  <a:pt x="372232" y="1012883"/>
                  <a:pt x="389002" y="1012883"/>
                </a:cubicBezTo>
                <a:close/>
                <a:moveTo>
                  <a:pt x="316447" y="1012883"/>
                </a:moveTo>
                <a:cubicBezTo>
                  <a:pt x="333216" y="1012883"/>
                  <a:pt x="346810" y="1026477"/>
                  <a:pt x="346810" y="1043246"/>
                </a:cubicBezTo>
                <a:cubicBezTo>
                  <a:pt x="346810" y="1060016"/>
                  <a:pt x="333216" y="1073610"/>
                  <a:pt x="316447" y="1073610"/>
                </a:cubicBezTo>
                <a:cubicBezTo>
                  <a:pt x="299677" y="1073610"/>
                  <a:pt x="286084" y="1060016"/>
                  <a:pt x="286084" y="1043246"/>
                </a:cubicBezTo>
                <a:cubicBezTo>
                  <a:pt x="286084" y="1026477"/>
                  <a:pt x="299677" y="1012883"/>
                  <a:pt x="316447" y="1012883"/>
                </a:cubicBezTo>
                <a:close/>
                <a:moveTo>
                  <a:pt x="243892" y="1012883"/>
                </a:moveTo>
                <a:cubicBezTo>
                  <a:pt x="260662" y="1012883"/>
                  <a:pt x="274256" y="1026477"/>
                  <a:pt x="274256" y="1043246"/>
                </a:cubicBezTo>
                <a:cubicBezTo>
                  <a:pt x="274256" y="1060016"/>
                  <a:pt x="260662" y="1073610"/>
                  <a:pt x="243892" y="1073610"/>
                </a:cubicBezTo>
                <a:cubicBezTo>
                  <a:pt x="227123" y="1073610"/>
                  <a:pt x="213529" y="1060016"/>
                  <a:pt x="213529" y="1043246"/>
                </a:cubicBezTo>
                <a:cubicBezTo>
                  <a:pt x="213529" y="1026477"/>
                  <a:pt x="227123" y="1012883"/>
                  <a:pt x="243892" y="1012883"/>
                </a:cubicBezTo>
                <a:close/>
                <a:moveTo>
                  <a:pt x="171339" y="1012883"/>
                </a:moveTo>
                <a:cubicBezTo>
                  <a:pt x="188107" y="1012883"/>
                  <a:pt x="201701" y="1026477"/>
                  <a:pt x="201701" y="1043246"/>
                </a:cubicBezTo>
                <a:cubicBezTo>
                  <a:pt x="201701" y="1060016"/>
                  <a:pt x="188107" y="1073610"/>
                  <a:pt x="171339" y="1073610"/>
                </a:cubicBezTo>
                <a:cubicBezTo>
                  <a:pt x="154639" y="1073610"/>
                  <a:pt x="141045" y="1060016"/>
                  <a:pt x="141045" y="1043246"/>
                </a:cubicBezTo>
                <a:cubicBezTo>
                  <a:pt x="141045" y="1026477"/>
                  <a:pt x="154639" y="1012883"/>
                  <a:pt x="171339" y="1012883"/>
                </a:cubicBezTo>
                <a:close/>
                <a:moveTo>
                  <a:pt x="98865" y="1012883"/>
                </a:moveTo>
                <a:cubicBezTo>
                  <a:pt x="115628" y="1012883"/>
                  <a:pt x="129222" y="1026477"/>
                  <a:pt x="129222" y="1043246"/>
                </a:cubicBezTo>
                <a:cubicBezTo>
                  <a:pt x="129222" y="1060016"/>
                  <a:pt x="115628" y="1073610"/>
                  <a:pt x="98865" y="1073610"/>
                </a:cubicBezTo>
                <a:cubicBezTo>
                  <a:pt x="82093" y="1073610"/>
                  <a:pt x="68498" y="1060016"/>
                  <a:pt x="68498" y="1043246"/>
                </a:cubicBezTo>
                <a:cubicBezTo>
                  <a:pt x="68498" y="1026477"/>
                  <a:pt x="82093" y="1012883"/>
                  <a:pt x="98865" y="1012883"/>
                </a:cubicBezTo>
                <a:close/>
                <a:moveTo>
                  <a:pt x="26309" y="1012883"/>
                </a:moveTo>
                <a:cubicBezTo>
                  <a:pt x="43075" y="1012883"/>
                  <a:pt x="56670" y="1026477"/>
                  <a:pt x="56670" y="1043246"/>
                </a:cubicBezTo>
                <a:cubicBezTo>
                  <a:pt x="56670" y="1060016"/>
                  <a:pt x="43075" y="1073610"/>
                  <a:pt x="26309" y="1073610"/>
                </a:cubicBezTo>
                <a:cubicBezTo>
                  <a:pt x="17924" y="1073610"/>
                  <a:pt x="10333" y="1070212"/>
                  <a:pt x="4838" y="1064717"/>
                </a:cubicBezTo>
                <a:lnTo>
                  <a:pt x="0" y="1053036"/>
                </a:lnTo>
                <a:lnTo>
                  <a:pt x="0" y="1033457"/>
                </a:lnTo>
                <a:lnTo>
                  <a:pt x="4838" y="1021776"/>
                </a:lnTo>
                <a:cubicBezTo>
                  <a:pt x="10333" y="1016282"/>
                  <a:pt x="17924" y="1012883"/>
                  <a:pt x="26309" y="1012883"/>
                </a:cubicBezTo>
                <a:close/>
                <a:moveTo>
                  <a:pt x="1549874" y="932431"/>
                </a:moveTo>
                <a:cubicBezTo>
                  <a:pt x="1558259" y="932431"/>
                  <a:pt x="1565850" y="935830"/>
                  <a:pt x="1571345" y="941324"/>
                </a:cubicBezTo>
                <a:lnTo>
                  <a:pt x="1577296" y="955693"/>
                </a:lnTo>
                <a:lnTo>
                  <a:pt x="1565363" y="988298"/>
                </a:lnTo>
                <a:lnTo>
                  <a:pt x="1561694" y="990772"/>
                </a:lnTo>
                <a:cubicBezTo>
                  <a:pt x="1558061" y="992309"/>
                  <a:pt x="1554067" y="993158"/>
                  <a:pt x="1549874" y="993158"/>
                </a:cubicBezTo>
                <a:cubicBezTo>
                  <a:pt x="1533105" y="993158"/>
                  <a:pt x="1519511" y="979564"/>
                  <a:pt x="1519511" y="962795"/>
                </a:cubicBezTo>
                <a:cubicBezTo>
                  <a:pt x="1519511" y="946025"/>
                  <a:pt x="1533105" y="932431"/>
                  <a:pt x="1549874" y="932431"/>
                </a:cubicBezTo>
                <a:close/>
                <a:moveTo>
                  <a:pt x="1477320" y="932431"/>
                </a:moveTo>
                <a:cubicBezTo>
                  <a:pt x="1494089" y="932431"/>
                  <a:pt x="1507683" y="946025"/>
                  <a:pt x="1507683" y="962795"/>
                </a:cubicBezTo>
                <a:cubicBezTo>
                  <a:pt x="1507683" y="979564"/>
                  <a:pt x="1494089" y="993158"/>
                  <a:pt x="1477320" y="993158"/>
                </a:cubicBezTo>
                <a:cubicBezTo>
                  <a:pt x="1460550" y="993158"/>
                  <a:pt x="1446956" y="979564"/>
                  <a:pt x="1446956" y="962795"/>
                </a:cubicBezTo>
                <a:cubicBezTo>
                  <a:pt x="1446956" y="946025"/>
                  <a:pt x="1460550" y="932431"/>
                  <a:pt x="1477320" y="932431"/>
                </a:cubicBezTo>
                <a:close/>
                <a:moveTo>
                  <a:pt x="1404765" y="932431"/>
                </a:moveTo>
                <a:cubicBezTo>
                  <a:pt x="1421535" y="932431"/>
                  <a:pt x="1435129" y="946025"/>
                  <a:pt x="1435129" y="962795"/>
                </a:cubicBezTo>
                <a:cubicBezTo>
                  <a:pt x="1435129" y="979564"/>
                  <a:pt x="1421535" y="993158"/>
                  <a:pt x="1404765" y="993158"/>
                </a:cubicBezTo>
                <a:cubicBezTo>
                  <a:pt x="1387996" y="993158"/>
                  <a:pt x="1374402" y="979564"/>
                  <a:pt x="1374402" y="962795"/>
                </a:cubicBezTo>
                <a:cubicBezTo>
                  <a:pt x="1374402" y="946025"/>
                  <a:pt x="1387996" y="932431"/>
                  <a:pt x="1404765" y="932431"/>
                </a:cubicBezTo>
                <a:close/>
                <a:moveTo>
                  <a:pt x="1332211" y="932431"/>
                </a:moveTo>
                <a:cubicBezTo>
                  <a:pt x="1348980" y="932431"/>
                  <a:pt x="1362574" y="946025"/>
                  <a:pt x="1362574" y="962795"/>
                </a:cubicBezTo>
                <a:cubicBezTo>
                  <a:pt x="1362574" y="979564"/>
                  <a:pt x="1348980" y="993158"/>
                  <a:pt x="1332211" y="993158"/>
                </a:cubicBezTo>
                <a:cubicBezTo>
                  <a:pt x="1315441" y="993158"/>
                  <a:pt x="1301847" y="979564"/>
                  <a:pt x="1301847" y="962795"/>
                </a:cubicBezTo>
                <a:cubicBezTo>
                  <a:pt x="1301847" y="946025"/>
                  <a:pt x="1315441" y="932431"/>
                  <a:pt x="1332211" y="932431"/>
                </a:cubicBezTo>
                <a:close/>
                <a:moveTo>
                  <a:pt x="1259656" y="932431"/>
                </a:moveTo>
                <a:cubicBezTo>
                  <a:pt x="1276426" y="932431"/>
                  <a:pt x="1290020" y="946025"/>
                  <a:pt x="1290020" y="962795"/>
                </a:cubicBezTo>
                <a:cubicBezTo>
                  <a:pt x="1290020" y="979564"/>
                  <a:pt x="1276426" y="993158"/>
                  <a:pt x="1259656" y="993158"/>
                </a:cubicBezTo>
                <a:cubicBezTo>
                  <a:pt x="1242887" y="993158"/>
                  <a:pt x="1229293" y="979564"/>
                  <a:pt x="1229293" y="962795"/>
                </a:cubicBezTo>
                <a:cubicBezTo>
                  <a:pt x="1229293" y="946025"/>
                  <a:pt x="1242887" y="932431"/>
                  <a:pt x="1259656" y="932431"/>
                </a:cubicBezTo>
                <a:close/>
                <a:moveTo>
                  <a:pt x="1187102" y="932431"/>
                </a:moveTo>
                <a:cubicBezTo>
                  <a:pt x="1203871" y="932431"/>
                  <a:pt x="1217465" y="946025"/>
                  <a:pt x="1217465" y="962795"/>
                </a:cubicBezTo>
                <a:cubicBezTo>
                  <a:pt x="1217465" y="979564"/>
                  <a:pt x="1203871" y="993158"/>
                  <a:pt x="1187102" y="993158"/>
                </a:cubicBezTo>
                <a:cubicBezTo>
                  <a:pt x="1170332" y="993158"/>
                  <a:pt x="1156738" y="979564"/>
                  <a:pt x="1156738" y="962795"/>
                </a:cubicBezTo>
                <a:cubicBezTo>
                  <a:pt x="1156738" y="946025"/>
                  <a:pt x="1170332" y="932431"/>
                  <a:pt x="1187102" y="932431"/>
                </a:cubicBezTo>
                <a:close/>
                <a:moveTo>
                  <a:pt x="1114547" y="932431"/>
                </a:moveTo>
                <a:cubicBezTo>
                  <a:pt x="1131317" y="932431"/>
                  <a:pt x="1144911" y="946025"/>
                  <a:pt x="1144911" y="962795"/>
                </a:cubicBezTo>
                <a:cubicBezTo>
                  <a:pt x="1144911" y="979564"/>
                  <a:pt x="1131317" y="993158"/>
                  <a:pt x="1114547" y="993158"/>
                </a:cubicBezTo>
                <a:cubicBezTo>
                  <a:pt x="1097778" y="993158"/>
                  <a:pt x="1084184" y="979564"/>
                  <a:pt x="1084184" y="962795"/>
                </a:cubicBezTo>
                <a:cubicBezTo>
                  <a:pt x="1084184" y="946025"/>
                  <a:pt x="1097778" y="932431"/>
                  <a:pt x="1114547" y="932431"/>
                </a:cubicBezTo>
                <a:close/>
                <a:moveTo>
                  <a:pt x="1041993" y="932431"/>
                </a:moveTo>
                <a:cubicBezTo>
                  <a:pt x="1058762" y="932431"/>
                  <a:pt x="1072356" y="946025"/>
                  <a:pt x="1072356" y="962795"/>
                </a:cubicBezTo>
                <a:cubicBezTo>
                  <a:pt x="1072356" y="979564"/>
                  <a:pt x="1058762" y="993158"/>
                  <a:pt x="1041993" y="993158"/>
                </a:cubicBezTo>
                <a:cubicBezTo>
                  <a:pt x="1025223" y="993158"/>
                  <a:pt x="1011629" y="979564"/>
                  <a:pt x="1011629" y="962795"/>
                </a:cubicBezTo>
                <a:cubicBezTo>
                  <a:pt x="1011629" y="946025"/>
                  <a:pt x="1025223" y="932431"/>
                  <a:pt x="1041993" y="932431"/>
                </a:cubicBezTo>
                <a:close/>
                <a:moveTo>
                  <a:pt x="969438" y="932431"/>
                </a:moveTo>
                <a:cubicBezTo>
                  <a:pt x="986208" y="932431"/>
                  <a:pt x="999801" y="946025"/>
                  <a:pt x="999801" y="962795"/>
                </a:cubicBezTo>
                <a:cubicBezTo>
                  <a:pt x="999801" y="979564"/>
                  <a:pt x="986208" y="993158"/>
                  <a:pt x="969438" y="993158"/>
                </a:cubicBezTo>
                <a:cubicBezTo>
                  <a:pt x="952669" y="993158"/>
                  <a:pt x="939075" y="979564"/>
                  <a:pt x="939075" y="962795"/>
                </a:cubicBezTo>
                <a:cubicBezTo>
                  <a:pt x="939075" y="946025"/>
                  <a:pt x="952669" y="932431"/>
                  <a:pt x="969438" y="932431"/>
                </a:cubicBezTo>
                <a:close/>
                <a:moveTo>
                  <a:pt x="896883" y="932431"/>
                </a:moveTo>
                <a:cubicBezTo>
                  <a:pt x="913653" y="932431"/>
                  <a:pt x="927247" y="946025"/>
                  <a:pt x="927247" y="962795"/>
                </a:cubicBezTo>
                <a:cubicBezTo>
                  <a:pt x="927247" y="979564"/>
                  <a:pt x="913653" y="993158"/>
                  <a:pt x="896883" y="993158"/>
                </a:cubicBezTo>
                <a:cubicBezTo>
                  <a:pt x="880114" y="993158"/>
                  <a:pt x="866520" y="979564"/>
                  <a:pt x="866520" y="962795"/>
                </a:cubicBezTo>
                <a:cubicBezTo>
                  <a:pt x="866520" y="946025"/>
                  <a:pt x="880114" y="932431"/>
                  <a:pt x="896883" y="932431"/>
                </a:cubicBezTo>
                <a:close/>
                <a:moveTo>
                  <a:pt x="824329" y="932431"/>
                </a:moveTo>
                <a:cubicBezTo>
                  <a:pt x="841098" y="932431"/>
                  <a:pt x="854692" y="946025"/>
                  <a:pt x="854692" y="962795"/>
                </a:cubicBezTo>
                <a:cubicBezTo>
                  <a:pt x="854692" y="979564"/>
                  <a:pt x="841098" y="993158"/>
                  <a:pt x="824329" y="993158"/>
                </a:cubicBezTo>
                <a:cubicBezTo>
                  <a:pt x="807559" y="993158"/>
                  <a:pt x="793965" y="979564"/>
                  <a:pt x="793965" y="962795"/>
                </a:cubicBezTo>
                <a:cubicBezTo>
                  <a:pt x="793965" y="946025"/>
                  <a:pt x="807559" y="932431"/>
                  <a:pt x="824329" y="932431"/>
                </a:cubicBezTo>
                <a:close/>
                <a:moveTo>
                  <a:pt x="751774" y="932431"/>
                </a:moveTo>
                <a:cubicBezTo>
                  <a:pt x="768544" y="932431"/>
                  <a:pt x="782138" y="946025"/>
                  <a:pt x="782138" y="962795"/>
                </a:cubicBezTo>
                <a:cubicBezTo>
                  <a:pt x="782138" y="979564"/>
                  <a:pt x="768544" y="993158"/>
                  <a:pt x="751774" y="993158"/>
                </a:cubicBezTo>
                <a:cubicBezTo>
                  <a:pt x="735005" y="993158"/>
                  <a:pt x="721411" y="979564"/>
                  <a:pt x="721411" y="962795"/>
                </a:cubicBezTo>
                <a:cubicBezTo>
                  <a:pt x="721411" y="946025"/>
                  <a:pt x="735005" y="932431"/>
                  <a:pt x="751774" y="932431"/>
                </a:cubicBezTo>
                <a:close/>
                <a:moveTo>
                  <a:pt x="679220" y="932431"/>
                </a:moveTo>
                <a:cubicBezTo>
                  <a:pt x="695989" y="932431"/>
                  <a:pt x="709583" y="946025"/>
                  <a:pt x="709583" y="962795"/>
                </a:cubicBezTo>
                <a:cubicBezTo>
                  <a:pt x="709583" y="979564"/>
                  <a:pt x="695989" y="993158"/>
                  <a:pt x="679220" y="993158"/>
                </a:cubicBezTo>
                <a:cubicBezTo>
                  <a:pt x="662450" y="993158"/>
                  <a:pt x="648856" y="979564"/>
                  <a:pt x="648856" y="962795"/>
                </a:cubicBezTo>
                <a:cubicBezTo>
                  <a:pt x="648856" y="946025"/>
                  <a:pt x="662450" y="932431"/>
                  <a:pt x="679220" y="932431"/>
                </a:cubicBezTo>
                <a:close/>
                <a:moveTo>
                  <a:pt x="606665" y="932431"/>
                </a:moveTo>
                <a:cubicBezTo>
                  <a:pt x="623435" y="932431"/>
                  <a:pt x="637029" y="946025"/>
                  <a:pt x="637029" y="962795"/>
                </a:cubicBezTo>
                <a:cubicBezTo>
                  <a:pt x="637029" y="979564"/>
                  <a:pt x="623435" y="993158"/>
                  <a:pt x="606665" y="993158"/>
                </a:cubicBezTo>
                <a:cubicBezTo>
                  <a:pt x="589896" y="993158"/>
                  <a:pt x="576302" y="979564"/>
                  <a:pt x="576302" y="962795"/>
                </a:cubicBezTo>
                <a:cubicBezTo>
                  <a:pt x="576302" y="946025"/>
                  <a:pt x="589896" y="932431"/>
                  <a:pt x="606665" y="932431"/>
                </a:cubicBezTo>
                <a:close/>
                <a:moveTo>
                  <a:pt x="534111" y="932431"/>
                </a:moveTo>
                <a:cubicBezTo>
                  <a:pt x="550880" y="932431"/>
                  <a:pt x="564474" y="946025"/>
                  <a:pt x="564474" y="962795"/>
                </a:cubicBezTo>
                <a:cubicBezTo>
                  <a:pt x="564474" y="979564"/>
                  <a:pt x="550880" y="993158"/>
                  <a:pt x="534111" y="993158"/>
                </a:cubicBezTo>
                <a:cubicBezTo>
                  <a:pt x="517341" y="993158"/>
                  <a:pt x="503747" y="979564"/>
                  <a:pt x="503747" y="962795"/>
                </a:cubicBezTo>
                <a:cubicBezTo>
                  <a:pt x="503747" y="946025"/>
                  <a:pt x="517341" y="932431"/>
                  <a:pt x="534111" y="932431"/>
                </a:cubicBezTo>
                <a:close/>
                <a:moveTo>
                  <a:pt x="461556" y="932431"/>
                </a:moveTo>
                <a:cubicBezTo>
                  <a:pt x="478326" y="932431"/>
                  <a:pt x="491920" y="946025"/>
                  <a:pt x="491920" y="962795"/>
                </a:cubicBezTo>
                <a:cubicBezTo>
                  <a:pt x="491920" y="979564"/>
                  <a:pt x="478326" y="993158"/>
                  <a:pt x="461556" y="993158"/>
                </a:cubicBezTo>
                <a:cubicBezTo>
                  <a:pt x="444787" y="993158"/>
                  <a:pt x="431192" y="979564"/>
                  <a:pt x="431192" y="962795"/>
                </a:cubicBezTo>
                <a:cubicBezTo>
                  <a:pt x="431192" y="946025"/>
                  <a:pt x="444787" y="932431"/>
                  <a:pt x="461556" y="932431"/>
                </a:cubicBezTo>
                <a:close/>
                <a:moveTo>
                  <a:pt x="389002" y="932431"/>
                </a:moveTo>
                <a:cubicBezTo>
                  <a:pt x="405771" y="932431"/>
                  <a:pt x="419365" y="946025"/>
                  <a:pt x="419365" y="962795"/>
                </a:cubicBezTo>
                <a:cubicBezTo>
                  <a:pt x="419365" y="979564"/>
                  <a:pt x="405771" y="993158"/>
                  <a:pt x="389002" y="993158"/>
                </a:cubicBezTo>
                <a:cubicBezTo>
                  <a:pt x="372232" y="993158"/>
                  <a:pt x="358638" y="979564"/>
                  <a:pt x="358638" y="962795"/>
                </a:cubicBezTo>
                <a:cubicBezTo>
                  <a:pt x="358638" y="946025"/>
                  <a:pt x="372232" y="932431"/>
                  <a:pt x="389002" y="932431"/>
                </a:cubicBezTo>
                <a:close/>
                <a:moveTo>
                  <a:pt x="316447" y="932431"/>
                </a:moveTo>
                <a:cubicBezTo>
                  <a:pt x="333216" y="932431"/>
                  <a:pt x="346810" y="946025"/>
                  <a:pt x="346810" y="962795"/>
                </a:cubicBezTo>
                <a:cubicBezTo>
                  <a:pt x="346810" y="979564"/>
                  <a:pt x="333216" y="993158"/>
                  <a:pt x="316447" y="993158"/>
                </a:cubicBezTo>
                <a:cubicBezTo>
                  <a:pt x="299677" y="993158"/>
                  <a:pt x="286084" y="979564"/>
                  <a:pt x="286084" y="962795"/>
                </a:cubicBezTo>
                <a:cubicBezTo>
                  <a:pt x="286084" y="946025"/>
                  <a:pt x="299677" y="932431"/>
                  <a:pt x="316447" y="932431"/>
                </a:cubicBezTo>
                <a:close/>
                <a:moveTo>
                  <a:pt x="243892" y="932431"/>
                </a:moveTo>
                <a:cubicBezTo>
                  <a:pt x="260662" y="932431"/>
                  <a:pt x="274256" y="946025"/>
                  <a:pt x="274256" y="962795"/>
                </a:cubicBezTo>
                <a:cubicBezTo>
                  <a:pt x="274256" y="979564"/>
                  <a:pt x="260662" y="993158"/>
                  <a:pt x="243892" y="993158"/>
                </a:cubicBezTo>
                <a:cubicBezTo>
                  <a:pt x="227123" y="993158"/>
                  <a:pt x="213529" y="979564"/>
                  <a:pt x="213529" y="962795"/>
                </a:cubicBezTo>
                <a:cubicBezTo>
                  <a:pt x="213529" y="946025"/>
                  <a:pt x="227123" y="932431"/>
                  <a:pt x="243892" y="932431"/>
                </a:cubicBezTo>
                <a:close/>
                <a:moveTo>
                  <a:pt x="171339" y="932431"/>
                </a:moveTo>
                <a:cubicBezTo>
                  <a:pt x="188107" y="932431"/>
                  <a:pt x="201701" y="946025"/>
                  <a:pt x="201701" y="962795"/>
                </a:cubicBezTo>
                <a:cubicBezTo>
                  <a:pt x="201701" y="979564"/>
                  <a:pt x="188107" y="993158"/>
                  <a:pt x="171339" y="993158"/>
                </a:cubicBezTo>
                <a:cubicBezTo>
                  <a:pt x="154645" y="993158"/>
                  <a:pt x="141051" y="979564"/>
                  <a:pt x="141051" y="962795"/>
                </a:cubicBezTo>
                <a:cubicBezTo>
                  <a:pt x="141051" y="946025"/>
                  <a:pt x="154645" y="932431"/>
                  <a:pt x="171339" y="932431"/>
                </a:cubicBezTo>
                <a:close/>
                <a:moveTo>
                  <a:pt x="98870" y="932431"/>
                </a:moveTo>
                <a:cubicBezTo>
                  <a:pt x="115634" y="932431"/>
                  <a:pt x="129228" y="946025"/>
                  <a:pt x="129228" y="962795"/>
                </a:cubicBezTo>
                <a:cubicBezTo>
                  <a:pt x="129228" y="979564"/>
                  <a:pt x="115634" y="993158"/>
                  <a:pt x="98870" y="993158"/>
                </a:cubicBezTo>
                <a:cubicBezTo>
                  <a:pt x="82099" y="993158"/>
                  <a:pt x="68505" y="979564"/>
                  <a:pt x="68505" y="962795"/>
                </a:cubicBezTo>
                <a:cubicBezTo>
                  <a:pt x="68505" y="946025"/>
                  <a:pt x="82099" y="932431"/>
                  <a:pt x="98870" y="932431"/>
                </a:cubicBezTo>
                <a:close/>
                <a:moveTo>
                  <a:pt x="26316" y="932431"/>
                </a:moveTo>
                <a:cubicBezTo>
                  <a:pt x="43081" y="932431"/>
                  <a:pt x="56676" y="946025"/>
                  <a:pt x="56676" y="962795"/>
                </a:cubicBezTo>
                <a:cubicBezTo>
                  <a:pt x="56676" y="979564"/>
                  <a:pt x="43081" y="993158"/>
                  <a:pt x="26316" y="993158"/>
                </a:cubicBezTo>
                <a:cubicBezTo>
                  <a:pt x="17931" y="993158"/>
                  <a:pt x="10340" y="989760"/>
                  <a:pt x="4845" y="984265"/>
                </a:cubicBezTo>
                <a:lnTo>
                  <a:pt x="0" y="972570"/>
                </a:lnTo>
                <a:lnTo>
                  <a:pt x="0" y="953020"/>
                </a:lnTo>
                <a:lnTo>
                  <a:pt x="4845" y="941324"/>
                </a:lnTo>
                <a:cubicBezTo>
                  <a:pt x="10340" y="935830"/>
                  <a:pt x="17931" y="932431"/>
                  <a:pt x="26316" y="932431"/>
                </a:cubicBezTo>
                <a:close/>
                <a:moveTo>
                  <a:pt x="1612513" y="853981"/>
                </a:moveTo>
                <a:lnTo>
                  <a:pt x="1607766" y="872445"/>
                </a:lnTo>
                <a:lnTo>
                  <a:pt x="1598477" y="897823"/>
                </a:lnTo>
                <a:lnTo>
                  <a:pt x="1592066" y="882343"/>
                </a:lnTo>
                <a:cubicBezTo>
                  <a:pt x="1592066" y="869766"/>
                  <a:pt x="1599712" y="858975"/>
                  <a:pt x="1610610" y="854366"/>
                </a:cubicBezTo>
                <a:close/>
                <a:moveTo>
                  <a:pt x="1549874" y="851979"/>
                </a:moveTo>
                <a:cubicBezTo>
                  <a:pt x="1566644" y="851979"/>
                  <a:pt x="1580238" y="865573"/>
                  <a:pt x="1580238" y="882343"/>
                </a:cubicBezTo>
                <a:cubicBezTo>
                  <a:pt x="1580238" y="899112"/>
                  <a:pt x="1566644" y="912706"/>
                  <a:pt x="1549874" y="912706"/>
                </a:cubicBezTo>
                <a:cubicBezTo>
                  <a:pt x="1533105" y="912706"/>
                  <a:pt x="1519511" y="899112"/>
                  <a:pt x="1519511" y="882343"/>
                </a:cubicBezTo>
                <a:cubicBezTo>
                  <a:pt x="1519511" y="865573"/>
                  <a:pt x="1533105" y="851979"/>
                  <a:pt x="1549874" y="851979"/>
                </a:cubicBezTo>
                <a:close/>
                <a:moveTo>
                  <a:pt x="1477320" y="851979"/>
                </a:moveTo>
                <a:cubicBezTo>
                  <a:pt x="1494089" y="851979"/>
                  <a:pt x="1507683" y="865573"/>
                  <a:pt x="1507683" y="882343"/>
                </a:cubicBezTo>
                <a:cubicBezTo>
                  <a:pt x="1507683" y="899112"/>
                  <a:pt x="1494089" y="912706"/>
                  <a:pt x="1477320" y="912706"/>
                </a:cubicBezTo>
                <a:cubicBezTo>
                  <a:pt x="1460550" y="912706"/>
                  <a:pt x="1446956" y="899112"/>
                  <a:pt x="1446956" y="882343"/>
                </a:cubicBezTo>
                <a:cubicBezTo>
                  <a:pt x="1446956" y="865573"/>
                  <a:pt x="1460550" y="851979"/>
                  <a:pt x="1477320" y="851979"/>
                </a:cubicBezTo>
                <a:close/>
                <a:moveTo>
                  <a:pt x="1404765" y="851979"/>
                </a:moveTo>
                <a:cubicBezTo>
                  <a:pt x="1421535" y="851979"/>
                  <a:pt x="1435129" y="865573"/>
                  <a:pt x="1435129" y="882343"/>
                </a:cubicBezTo>
                <a:cubicBezTo>
                  <a:pt x="1435129" y="899112"/>
                  <a:pt x="1421535" y="912706"/>
                  <a:pt x="1404765" y="912706"/>
                </a:cubicBezTo>
                <a:cubicBezTo>
                  <a:pt x="1387996" y="912706"/>
                  <a:pt x="1374402" y="899112"/>
                  <a:pt x="1374402" y="882343"/>
                </a:cubicBezTo>
                <a:cubicBezTo>
                  <a:pt x="1374402" y="865573"/>
                  <a:pt x="1387996" y="851979"/>
                  <a:pt x="1404765" y="851979"/>
                </a:cubicBezTo>
                <a:close/>
                <a:moveTo>
                  <a:pt x="1332211" y="851979"/>
                </a:moveTo>
                <a:cubicBezTo>
                  <a:pt x="1348980" y="851979"/>
                  <a:pt x="1362574" y="865573"/>
                  <a:pt x="1362574" y="882343"/>
                </a:cubicBezTo>
                <a:cubicBezTo>
                  <a:pt x="1362574" y="899112"/>
                  <a:pt x="1348980" y="912706"/>
                  <a:pt x="1332211" y="912706"/>
                </a:cubicBezTo>
                <a:cubicBezTo>
                  <a:pt x="1315441" y="912706"/>
                  <a:pt x="1301847" y="899112"/>
                  <a:pt x="1301847" y="882343"/>
                </a:cubicBezTo>
                <a:cubicBezTo>
                  <a:pt x="1301847" y="865573"/>
                  <a:pt x="1315441" y="851979"/>
                  <a:pt x="1332211" y="851979"/>
                </a:cubicBezTo>
                <a:close/>
                <a:moveTo>
                  <a:pt x="1259656" y="851979"/>
                </a:moveTo>
                <a:cubicBezTo>
                  <a:pt x="1276426" y="851979"/>
                  <a:pt x="1290020" y="865573"/>
                  <a:pt x="1290020" y="882343"/>
                </a:cubicBezTo>
                <a:cubicBezTo>
                  <a:pt x="1290020" y="899112"/>
                  <a:pt x="1276426" y="912706"/>
                  <a:pt x="1259656" y="912706"/>
                </a:cubicBezTo>
                <a:cubicBezTo>
                  <a:pt x="1242887" y="912706"/>
                  <a:pt x="1229293" y="899112"/>
                  <a:pt x="1229293" y="882343"/>
                </a:cubicBezTo>
                <a:cubicBezTo>
                  <a:pt x="1229293" y="865573"/>
                  <a:pt x="1242887" y="851979"/>
                  <a:pt x="1259656" y="851979"/>
                </a:cubicBezTo>
                <a:close/>
                <a:moveTo>
                  <a:pt x="1187102" y="851979"/>
                </a:moveTo>
                <a:cubicBezTo>
                  <a:pt x="1203871" y="851979"/>
                  <a:pt x="1217465" y="865573"/>
                  <a:pt x="1217465" y="882343"/>
                </a:cubicBezTo>
                <a:cubicBezTo>
                  <a:pt x="1217465" y="899112"/>
                  <a:pt x="1203871" y="912706"/>
                  <a:pt x="1187102" y="912706"/>
                </a:cubicBezTo>
                <a:cubicBezTo>
                  <a:pt x="1170332" y="912706"/>
                  <a:pt x="1156738" y="899112"/>
                  <a:pt x="1156738" y="882343"/>
                </a:cubicBezTo>
                <a:cubicBezTo>
                  <a:pt x="1156738" y="865573"/>
                  <a:pt x="1170332" y="851979"/>
                  <a:pt x="1187102" y="851979"/>
                </a:cubicBezTo>
                <a:close/>
                <a:moveTo>
                  <a:pt x="1114547" y="851979"/>
                </a:moveTo>
                <a:cubicBezTo>
                  <a:pt x="1131317" y="851979"/>
                  <a:pt x="1144911" y="865573"/>
                  <a:pt x="1144911" y="882343"/>
                </a:cubicBezTo>
                <a:cubicBezTo>
                  <a:pt x="1144911" y="899112"/>
                  <a:pt x="1131317" y="912706"/>
                  <a:pt x="1114547" y="912706"/>
                </a:cubicBezTo>
                <a:cubicBezTo>
                  <a:pt x="1097778" y="912706"/>
                  <a:pt x="1084184" y="899112"/>
                  <a:pt x="1084184" y="882343"/>
                </a:cubicBezTo>
                <a:cubicBezTo>
                  <a:pt x="1084184" y="865573"/>
                  <a:pt x="1097778" y="851979"/>
                  <a:pt x="1114547" y="851979"/>
                </a:cubicBezTo>
                <a:close/>
                <a:moveTo>
                  <a:pt x="1041993" y="851979"/>
                </a:moveTo>
                <a:cubicBezTo>
                  <a:pt x="1058762" y="851979"/>
                  <a:pt x="1072356" y="865573"/>
                  <a:pt x="1072356" y="882343"/>
                </a:cubicBezTo>
                <a:cubicBezTo>
                  <a:pt x="1072356" y="899112"/>
                  <a:pt x="1058762" y="912706"/>
                  <a:pt x="1041993" y="912706"/>
                </a:cubicBezTo>
                <a:cubicBezTo>
                  <a:pt x="1025223" y="912706"/>
                  <a:pt x="1011629" y="899112"/>
                  <a:pt x="1011629" y="882343"/>
                </a:cubicBezTo>
                <a:cubicBezTo>
                  <a:pt x="1011629" y="865573"/>
                  <a:pt x="1025223" y="851979"/>
                  <a:pt x="1041993" y="851979"/>
                </a:cubicBezTo>
                <a:close/>
                <a:moveTo>
                  <a:pt x="969438" y="851979"/>
                </a:moveTo>
                <a:cubicBezTo>
                  <a:pt x="986208" y="851979"/>
                  <a:pt x="999801" y="865573"/>
                  <a:pt x="999801" y="882343"/>
                </a:cubicBezTo>
                <a:cubicBezTo>
                  <a:pt x="999801" y="899112"/>
                  <a:pt x="986208" y="912706"/>
                  <a:pt x="969438" y="912706"/>
                </a:cubicBezTo>
                <a:cubicBezTo>
                  <a:pt x="952669" y="912706"/>
                  <a:pt x="939075" y="899112"/>
                  <a:pt x="939075" y="882343"/>
                </a:cubicBezTo>
                <a:cubicBezTo>
                  <a:pt x="939075" y="865573"/>
                  <a:pt x="952669" y="851979"/>
                  <a:pt x="969438" y="851979"/>
                </a:cubicBezTo>
                <a:close/>
                <a:moveTo>
                  <a:pt x="896883" y="851979"/>
                </a:moveTo>
                <a:cubicBezTo>
                  <a:pt x="913653" y="851979"/>
                  <a:pt x="927247" y="865573"/>
                  <a:pt x="927247" y="882343"/>
                </a:cubicBezTo>
                <a:cubicBezTo>
                  <a:pt x="927247" y="899112"/>
                  <a:pt x="913653" y="912706"/>
                  <a:pt x="896883" y="912706"/>
                </a:cubicBezTo>
                <a:cubicBezTo>
                  <a:pt x="880114" y="912706"/>
                  <a:pt x="866520" y="899112"/>
                  <a:pt x="866520" y="882343"/>
                </a:cubicBezTo>
                <a:cubicBezTo>
                  <a:pt x="866520" y="865573"/>
                  <a:pt x="880114" y="851979"/>
                  <a:pt x="896883" y="851979"/>
                </a:cubicBezTo>
                <a:close/>
                <a:moveTo>
                  <a:pt x="824329" y="851979"/>
                </a:moveTo>
                <a:cubicBezTo>
                  <a:pt x="841098" y="851979"/>
                  <a:pt x="854692" y="865573"/>
                  <a:pt x="854692" y="882343"/>
                </a:cubicBezTo>
                <a:cubicBezTo>
                  <a:pt x="854692" y="899112"/>
                  <a:pt x="841098" y="912706"/>
                  <a:pt x="824329" y="912706"/>
                </a:cubicBezTo>
                <a:cubicBezTo>
                  <a:pt x="807559" y="912706"/>
                  <a:pt x="793965" y="899112"/>
                  <a:pt x="793965" y="882343"/>
                </a:cubicBezTo>
                <a:cubicBezTo>
                  <a:pt x="793965" y="865573"/>
                  <a:pt x="807559" y="851979"/>
                  <a:pt x="824329" y="851979"/>
                </a:cubicBezTo>
                <a:close/>
                <a:moveTo>
                  <a:pt x="751774" y="851979"/>
                </a:moveTo>
                <a:cubicBezTo>
                  <a:pt x="768544" y="851979"/>
                  <a:pt x="782138" y="865573"/>
                  <a:pt x="782138" y="882343"/>
                </a:cubicBezTo>
                <a:cubicBezTo>
                  <a:pt x="782138" y="899112"/>
                  <a:pt x="768544" y="912706"/>
                  <a:pt x="751774" y="912706"/>
                </a:cubicBezTo>
                <a:cubicBezTo>
                  <a:pt x="735005" y="912706"/>
                  <a:pt x="721411" y="899112"/>
                  <a:pt x="721411" y="882343"/>
                </a:cubicBezTo>
                <a:cubicBezTo>
                  <a:pt x="721411" y="865573"/>
                  <a:pt x="735005" y="851979"/>
                  <a:pt x="751774" y="851979"/>
                </a:cubicBezTo>
                <a:close/>
                <a:moveTo>
                  <a:pt x="679220" y="851979"/>
                </a:moveTo>
                <a:cubicBezTo>
                  <a:pt x="695989" y="851979"/>
                  <a:pt x="709583" y="865573"/>
                  <a:pt x="709583" y="882343"/>
                </a:cubicBezTo>
                <a:cubicBezTo>
                  <a:pt x="709583" y="899112"/>
                  <a:pt x="695989" y="912706"/>
                  <a:pt x="679220" y="912706"/>
                </a:cubicBezTo>
                <a:cubicBezTo>
                  <a:pt x="662450" y="912706"/>
                  <a:pt x="648856" y="899112"/>
                  <a:pt x="648856" y="882343"/>
                </a:cubicBezTo>
                <a:cubicBezTo>
                  <a:pt x="648856" y="865573"/>
                  <a:pt x="662450" y="851979"/>
                  <a:pt x="679220" y="851979"/>
                </a:cubicBezTo>
                <a:close/>
                <a:moveTo>
                  <a:pt x="606665" y="851979"/>
                </a:moveTo>
                <a:cubicBezTo>
                  <a:pt x="623435" y="851979"/>
                  <a:pt x="637029" y="865573"/>
                  <a:pt x="637029" y="882343"/>
                </a:cubicBezTo>
                <a:cubicBezTo>
                  <a:pt x="637029" y="899112"/>
                  <a:pt x="623435" y="912706"/>
                  <a:pt x="606665" y="912706"/>
                </a:cubicBezTo>
                <a:cubicBezTo>
                  <a:pt x="589896" y="912706"/>
                  <a:pt x="576302" y="899112"/>
                  <a:pt x="576302" y="882343"/>
                </a:cubicBezTo>
                <a:cubicBezTo>
                  <a:pt x="576302" y="865573"/>
                  <a:pt x="589896" y="851979"/>
                  <a:pt x="606665" y="851979"/>
                </a:cubicBezTo>
                <a:close/>
                <a:moveTo>
                  <a:pt x="534111" y="851979"/>
                </a:moveTo>
                <a:cubicBezTo>
                  <a:pt x="550880" y="851979"/>
                  <a:pt x="564474" y="865573"/>
                  <a:pt x="564474" y="882343"/>
                </a:cubicBezTo>
                <a:cubicBezTo>
                  <a:pt x="564474" y="899112"/>
                  <a:pt x="550880" y="912706"/>
                  <a:pt x="534111" y="912706"/>
                </a:cubicBezTo>
                <a:cubicBezTo>
                  <a:pt x="517341" y="912706"/>
                  <a:pt x="503747" y="899112"/>
                  <a:pt x="503747" y="882343"/>
                </a:cubicBezTo>
                <a:cubicBezTo>
                  <a:pt x="503747" y="865573"/>
                  <a:pt x="517341" y="851979"/>
                  <a:pt x="534111" y="851979"/>
                </a:cubicBezTo>
                <a:close/>
                <a:moveTo>
                  <a:pt x="461556" y="851979"/>
                </a:moveTo>
                <a:cubicBezTo>
                  <a:pt x="478326" y="851979"/>
                  <a:pt x="491920" y="865573"/>
                  <a:pt x="491920" y="882343"/>
                </a:cubicBezTo>
                <a:cubicBezTo>
                  <a:pt x="491920" y="899112"/>
                  <a:pt x="478326" y="912706"/>
                  <a:pt x="461556" y="912706"/>
                </a:cubicBezTo>
                <a:cubicBezTo>
                  <a:pt x="444787" y="912706"/>
                  <a:pt x="431192" y="899112"/>
                  <a:pt x="431192" y="882343"/>
                </a:cubicBezTo>
                <a:cubicBezTo>
                  <a:pt x="431192" y="865573"/>
                  <a:pt x="444787" y="851979"/>
                  <a:pt x="461556" y="851979"/>
                </a:cubicBezTo>
                <a:close/>
                <a:moveTo>
                  <a:pt x="389002" y="851979"/>
                </a:moveTo>
                <a:cubicBezTo>
                  <a:pt x="405771" y="851979"/>
                  <a:pt x="419365" y="865573"/>
                  <a:pt x="419365" y="882343"/>
                </a:cubicBezTo>
                <a:cubicBezTo>
                  <a:pt x="419365" y="899112"/>
                  <a:pt x="405771" y="912706"/>
                  <a:pt x="389002" y="912706"/>
                </a:cubicBezTo>
                <a:cubicBezTo>
                  <a:pt x="372232" y="912706"/>
                  <a:pt x="358638" y="899112"/>
                  <a:pt x="358638" y="882343"/>
                </a:cubicBezTo>
                <a:cubicBezTo>
                  <a:pt x="358638" y="865573"/>
                  <a:pt x="372232" y="851979"/>
                  <a:pt x="389002" y="851979"/>
                </a:cubicBezTo>
                <a:close/>
                <a:moveTo>
                  <a:pt x="316447" y="851979"/>
                </a:moveTo>
                <a:cubicBezTo>
                  <a:pt x="333216" y="851979"/>
                  <a:pt x="346810" y="865573"/>
                  <a:pt x="346810" y="882343"/>
                </a:cubicBezTo>
                <a:cubicBezTo>
                  <a:pt x="346810" y="899112"/>
                  <a:pt x="333216" y="912706"/>
                  <a:pt x="316447" y="912706"/>
                </a:cubicBezTo>
                <a:cubicBezTo>
                  <a:pt x="299677" y="912706"/>
                  <a:pt x="286084" y="899112"/>
                  <a:pt x="286084" y="882343"/>
                </a:cubicBezTo>
                <a:cubicBezTo>
                  <a:pt x="286084" y="865573"/>
                  <a:pt x="299677" y="851979"/>
                  <a:pt x="316447" y="851979"/>
                </a:cubicBezTo>
                <a:close/>
                <a:moveTo>
                  <a:pt x="243892" y="851979"/>
                </a:moveTo>
                <a:cubicBezTo>
                  <a:pt x="260662" y="851979"/>
                  <a:pt x="274256" y="865573"/>
                  <a:pt x="274256" y="882343"/>
                </a:cubicBezTo>
                <a:cubicBezTo>
                  <a:pt x="274256" y="899112"/>
                  <a:pt x="260662" y="912706"/>
                  <a:pt x="243892" y="912706"/>
                </a:cubicBezTo>
                <a:cubicBezTo>
                  <a:pt x="227123" y="912706"/>
                  <a:pt x="213529" y="899112"/>
                  <a:pt x="213529" y="882343"/>
                </a:cubicBezTo>
                <a:cubicBezTo>
                  <a:pt x="213529" y="865573"/>
                  <a:pt x="227123" y="851979"/>
                  <a:pt x="243892" y="851979"/>
                </a:cubicBezTo>
                <a:close/>
                <a:moveTo>
                  <a:pt x="171339" y="851979"/>
                </a:moveTo>
                <a:cubicBezTo>
                  <a:pt x="188107" y="851979"/>
                  <a:pt x="201701" y="865573"/>
                  <a:pt x="201701" y="882343"/>
                </a:cubicBezTo>
                <a:cubicBezTo>
                  <a:pt x="201701" y="899112"/>
                  <a:pt x="188107" y="912706"/>
                  <a:pt x="171339" y="912706"/>
                </a:cubicBezTo>
                <a:cubicBezTo>
                  <a:pt x="154651" y="912706"/>
                  <a:pt x="141056" y="899112"/>
                  <a:pt x="141056" y="882343"/>
                </a:cubicBezTo>
                <a:cubicBezTo>
                  <a:pt x="141056" y="865573"/>
                  <a:pt x="154651" y="851979"/>
                  <a:pt x="171339" y="851979"/>
                </a:cubicBezTo>
                <a:close/>
                <a:moveTo>
                  <a:pt x="98877" y="851979"/>
                </a:moveTo>
                <a:cubicBezTo>
                  <a:pt x="115640" y="851979"/>
                  <a:pt x="129234" y="865573"/>
                  <a:pt x="129234" y="882343"/>
                </a:cubicBezTo>
                <a:cubicBezTo>
                  <a:pt x="129234" y="899112"/>
                  <a:pt x="115640" y="912706"/>
                  <a:pt x="98877" y="912706"/>
                </a:cubicBezTo>
                <a:cubicBezTo>
                  <a:pt x="82106" y="912706"/>
                  <a:pt x="68511" y="899112"/>
                  <a:pt x="68511" y="882343"/>
                </a:cubicBezTo>
                <a:cubicBezTo>
                  <a:pt x="68511" y="865573"/>
                  <a:pt x="82106" y="851979"/>
                  <a:pt x="98877" y="851979"/>
                </a:cubicBezTo>
                <a:close/>
                <a:moveTo>
                  <a:pt x="26322" y="851979"/>
                </a:moveTo>
                <a:cubicBezTo>
                  <a:pt x="43087" y="851979"/>
                  <a:pt x="56682" y="865573"/>
                  <a:pt x="56682" y="882343"/>
                </a:cubicBezTo>
                <a:cubicBezTo>
                  <a:pt x="56682" y="899112"/>
                  <a:pt x="43087" y="912706"/>
                  <a:pt x="26322" y="912706"/>
                </a:cubicBezTo>
                <a:cubicBezTo>
                  <a:pt x="17937" y="912706"/>
                  <a:pt x="10346" y="909308"/>
                  <a:pt x="4851" y="903813"/>
                </a:cubicBezTo>
                <a:lnTo>
                  <a:pt x="0" y="892101"/>
                </a:lnTo>
                <a:lnTo>
                  <a:pt x="0" y="872585"/>
                </a:lnTo>
                <a:lnTo>
                  <a:pt x="4851" y="860872"/>
                </a:lnTo>
                <a:cubicBezTo>
                  <a:pt x="10346" y="855378"/>
                  <a:pt x="17937" y="851979"/>
                  <a:pt x="26322" y="851979"/>
                </a:cubicBezTo>
                <a:close/>
                <a:moveTo>
                  <a:pt x="1622429" y="771528"/>
                </a:moveTo>
                <a:lnTo>
                  <a:pt x="1633158" y="773694"/>
                </a:lnTo>
                <a:lnTo>
                  <a:pt x="1618313" y="831424"/>
                </a:lnTo>
                <a:lnTo>
                  <a:pt x="1610610" y="829868"/>
                </a:lnTo>
                <a:cubicBezTo>
                  <a:pt x="1599712" y="825259"/>
                  <a:pt x="1592066" y="814469"/>
                  <a:pt x="1592066" y="801891"/>
                </a:cubicBezTo>
                <a:cubicBezTo>
                  <a:pt x="1592066" y="785122"/>
                  <a:pt x="1605659" y="771528"/>
                  <a:pt x="1622429" y="771528"/>
                </a:cubicBezTo>
                <a:close/>
                <a:moveTo>
                  <a:pt x="1549874" y="771528"/>
                </a:moveTo>
                <a:cubicBezTo>
                  <a:pt x="1566644" y="771528"/>
                  <a:pt x="1580238" y="785122"/>
                  <a:pt x="1580238" y="801891"/>
                </a:cubicBezTo>
                <a:cubicBezTo>
                  <a:pt x="1580238" y="818661"/>
                  <a:pt x="1566644" y="832255"/>
                  <a:pt x="1549874" y="832255"/>
                </a:cubicBezTo>
                <a:cubicBezTo>
                  <a:pt x="1533105" y="832255"/>
                  <a:pt x="1519511" y="818661"/>
                  <a:pt x="1519511" y="801891"/>
                </a:cubicBezTo>
                <a:cubicBezTo>
                  <a:pt x="1519511" y="785122"/>
                  <a:pt x="1533105" y="771528"/>
                  <a:pt x="1549874" y="771528"/>
                </a:cubicBezTo>
                <a:close/>
                <a:moveTo>
                  <a:pt x="1477320" y="771528"/>
                </a:moveTo>
                <a:cubicBezTo>
                  <a:pt x="1494089" y="771528"/>
                  <a:pt x="1507683" y="785122"/>
                  <a:pt x="1507683" y="801891"/>
                </a:cubicBezTo>
                <a:cubicBezTo>
                  <a:pt x="1507683" y="818661"/>
                  <a:pt x="1494089" y="832255"/>
                  <a:pt x="1477320" y="832255"/>
                </a:cubicBezTo>
                <a:cubicBezTo>
                  <a:pt x="1460550" y="832255"/>
                  <a:pt x="1446956" y="818661"/>
                  <a:pt x="1446956" y="801891"/>
                </a:cubicBezTo>
                <a:cubicBezTo>
                  <a:pt x="1446956" y="785122"/>
                  <a:pt x="1460550" y="771528"/>
                  <a:pt x="1477320" y="771528"/>
                </a:cubicBezTo>
                <a:close/>
                <a:moveTo>
                  <a:pt x="1404765" y="771528"/>
                </a:moveTo>
                <a:cubicBezTo>
                  <a:pt x="1421535" y="771528"/>
                  <a:pt x="1435129" y="785122"/>
                  <a:pt x="1435129" y="801891"/>
                </a:cubicBezTo>
                <a:cubicBezTo>
                  <a:pt x="1435129" y="818661"/>
                  <a:pt x="1421535" y="832255"/>
                  <a:pt x="1404765" y="832255"/>
                </a:cubicBezTo>
                <a:cubicBezTo>
                  <a:pt x="1387996" y="832255"/>
                  <a:pt x="1374402" y="818661"/>
                  <a:pt x="1374402" y="801891"/>
                </a:cubicBezTo>
                <a:cubicBezTo>
                  <a:pt x="1374402" y="785122"/>
                  <a:pt x="1387996" y="771528"/>
                  <a:pt x="1404765" y="771528"/>
                </a:cubicBezTo>
                <a:close/>
                <a:moveTo>
                  <a:pt x="1332211" y="771528"/>
                </a:moveTo>
                <a:cubicBezTo>
                  <a:pt x="1348980" y="771528"/>
                  <a:pt x="1362574" y="785122"/>
                  <a:pt x="1362574" y="801891"/>
                </a:cubicBezTo>
                <a:cubicBezTo>
                  <a:pt x="1362574" y="818661"/>
                  <a:pt x="1348980" y="832255"/>
                  <a:pt x="1332211" y="832255"/>
                </a:cubicBezTo>
                <a:cubicBezTo>
                  <a:pt x="1315441" y="832255"/>
                  <a:pt x="1301847" y="818661"/>
                  <a:pt x="1301847" y="801891"/>
                </a:cubicBezTo>
                <a:cubicBezTo>
                  <a:pt x="1301847" y="785122"/>
                  <a:pt x="1315441" y="771528"/>
                  <a:pt x="1332211" y="771528"/>
                </a:cubicBezTo>
                <a:close/>
                <a:moveTo>
                  <a:pt x="1259656" y="771528"/>
                </a:moveTo>
                <a:cubicBezTo>
                  <a:pt x="1276426" y="771528"/>
                  <a:pt x="1290020" y="785122"/>
                  <a:pt x="1290020" y="801891"/>
                </a:cubicBezTo>
                <a:cubicBezTo>
                  <a:pt x="1290020" y="818661"/>
                  <a:pt x="1276426" y="832255"/>
                  <a:pt x="1259656" y="832255"/>
                </a:cubicBezTo>
                <a:cubicBezTo>
                  <a:pt x="1242887" y="832255"/>
                  <a:pt x="1229293" y="818661"/>
                  <a:pt x="1229293" y="801891"/>
                </a:cubicBezTo>
                <a:cubicBezTo>
                  <a:pt x="1229293" y="785122"/>
                  <a:pt x="1242887" y="771528"/>
                  <a:pt x="1259656" y="771528"/>
                </a:cubicBezTo>
                <a:close/>
                <a:moveTo>
                  <a:pt x="1187102" y="771528"/>
                </a:moveTo>
                <a:cubicBezTo>
                  <a:pt x="1203871" y="771528"/>
                  <a:pt x="1217465" y="785122"/>
                  <a:pt x="1217465" y="801891"/>
                </a:cubicBezTo>
                <a:cubicBezTo>
                  <a:pt x="1217465" y="818661"/>
                  <a:pt x="1203871" y="832255"/>
                  <a:pt x="1187102" y="832255"/>
                </a:cubicBezTo>
                <a:cubicBezTo>
                  <a:pt x="1170332" y="832255"/>
                  <a:pt x="1156738" y="818661"/>
                  <a:pt x="1156738" y="801891"/>
                </a:cubicBezTo>
                <a:cubicBezTo>
                  <a:pt x="1156738" y="785122"/>
                  <a:pt x="1170332" y="771528"/>
                  <a:pt x="1187102" y="771528"/>
                </a:cubicBezTo>
                <a:close/>
                <a:moveTo>
                  <a:pt x="1114547" y="771528"/>
                </a:moveTo>
                <a:cubicBezTo>
                  <a:pt x="1131317" y="771528"/>
                  <a:pt x="1144911" y="785122"/>
                  <a:pt x="1144911" y="801891"/>
                </a:cubicBezTo>
                <a:cubicBezTo>
                  <a:pt x="1144911" y="818661"/>
                  <a:pt x="1131317" y="832255"/>
                  <a:pt x="1114547" y="832255"/>
                </a:cubicBezTo>
                <a:cubicBezTo>
                  <a:pt x="1097778" y="832255"/>
                  <a:pt x="1084184" y="818661"/>
                  <a:pt x="1084184" y="801891"/>
                </a:cubicBezTo>
                <a:cubicBezTo>
                  <a:pt x="1084184" y="785122"/>
                  <a:pt x="1097778" y="771528"/>
                  <a:pt x="1114547" y="771528"/>
                </a:cubicBezTo>
                <a:close/>
                <a:moveTo>
                  <a:pt x="1041993" y="771528"/>
                </a:moveTo>
                <a:cubicBezTo>
                  <a:pt x="1058762" y="771528"/>
                  <a:pt x="1072356" y="785122"/>
                  <a:pt x="1072356" y="801891"/>
                </a:cubicBezTo>
                <a:cubicBezTo>
                  <a:pt x="1072356" y="818661"/>
                  <a:pt x="1058762" y="832255"/>
                  <a:pt x="1041993" y="832255"/>
                </a:cubicBezTo>
                <a:cubicBezTo>
                  <a:pt x="1025223" y="832255"/>
                  <a:pt x="1011629" y="818661"/>
                  <a:pt x="1011629" y="801891"/>
                </a:cubicBezTo>
                <a:cubicBezTo>
                  <a:pt x="1011629" y="785122"/>
                  <a:pt x="1025223" y="771528"/>
                  <a:pt x="1041993" y="771528"/>
                </a:cubicBezTo>
                <a:close/>
                <a:moveTo>
                  <a:pt x="969438" y="771528"/>
                </a:moveTo>
                <a:cubicBezTo>
                  <a:pt x="986208" y="771528"/>
                  <a:pt x="999801" y="785122"/>
                  <a:pt x="999801" y="801891"/>
                </a:cubicBezTo>
                <a:cubicBezTo>
                  <a:pt x="999801" y="818661"/>
                  <a:pt x="986208" y="832255"/>
                  <a:pt x="969438" y="832255"/>
                </a:cubicBezTo>
                <a:cubicBezTo>
                  <a:pt x="952669" y="832255"/>
                  <a:pt x="939075" y="818661"/>
                  <a:pt x="939075" y="801891"/>
                </a:cubicBezTo>
                <a:cubicBezTo>
                  <a:pt x="939075" y="785122"/>
                  <a:pt x="952669" y="771528"/>
                  <a:pt x="969438" y="771528"/>
                </a:cubicBezTo>
                <a:close/>
                <a:moveTo>
                  <a:pt x="896883" y="771528"/>
                </a:moveTo>
                <a:cubicBezTo>
                  <a:pt x="913653" y="771528"/>
                  <a:pt x="927247" y="785122"/>
                  <a:pt x="927247" y="801891"/>
                </a:cubicBezTo>
                <a:cubicBezTo>
                  <a:pt x="927247" y="818661"/>
                  <a:pt x="913653" y="832255"/>
                  <a:pt x="896883" y="832255"/>
                </a:cubicBezTo>
                <a:cubicBezTo>
                  <a:pt x="880114" y="832255"/>
                  <a:pt x="866520" y="818661"/>
                  <a:pt x="866520" y="801891"/>
                </a:cubicBezTo>
                <a:cubicBezTo>
                  <a:pt x="866520" y="785122"/>
                  <a:pt x="880114" y="771528"/>
                  <a:pt x="896883" y="771528"/>
                </a:cubicBezTo>
                <a:close/>
                <a:moveTo>
                  <a:pt x="824329" y="771528"/>
                </a:moveTo>
                <a:cubicBezTo>
                  <a:pt x="841098" y="771528"/>
                  <a:pt x="854692" y="785122"/>
                  <a:pt x="854692" y="801891"/>
                </a:cubicBezTo>
                <a:cubicBezTo>
                  <a:pt x="854692" y="818661"/>
                  <a:pt x="841098" y="832255"/>
                  <a:pt x="824329" y="832255"/>
                </a:cubicBezTo>
                <a:cubicBezTo>
                  <a:pt x="807559" y="832255"/>
                  <a:pt x="793965" y="818661"/>
                  <a:pt x="793965" y="801891"/>
                </a:cubicBezTo>
                <a:cubicBezTo>
                  <a:pt x="793965" y="785122"/>
                  <a:pt x="807559" y="771528"/>
                  <a:pt x="824329" y="771528"/>
                </a:cubicBezTo>
                <a:close/>
                <a:moveTo>
                  <a:pt x="751774" y="771528"/>
                </a:moveTo>
                <a:cubicBezTo>
                  <a:pt x="768544" y="771528"/>
                  <a:pt x="782138" y="785122"/>
                  <a:pt x="782138" y="801891"/>
                </a:cubicBezTo>
                <a:cubicBezTo>
                  <a:pt x="782138" y="818661"/>
                  <a:pt x="768544" y="832255"/>
                  <a:pt x="751774" y="832255"/>
                </a:cubicBezTo>
                <a:cubicBezTo>
                  <a:pt x="735005" y="832255"/>
                  <a:pt x="721411" y="818661"/>
                  <a:pt x="721411" y="801891"/>
                </a:cubicBezTo>
                <a:cubicBezTo>
                  <a:pt x="721411" y="785122"/>
                  <a:pt x="735005" y="771528"/>
                  <a:pt x="751774" y="771528"/>
                </a:cubicBezTo>
                <a:close/>
                <a:moveTo>
                  <a:pt x="679220" y="771528"/>
                </a:moveTo>
                <a:cubicBezTo>
                  <a:pt x="695989" y="771528"/>
                  <a:pt x="709583" y="785122"/>
                  <a:pt x="709583" y="801891"/>
                </a:cubicBezTo>
                <a:cubicBezTo>
                  <a:pt x="709583" y="818661"/>
                  <a:pt x="695989" y="832255"/>
                  <a:pt x="679220" y="832255"/>
                </a:cubicBezTo>
                <a:cubicBezTo>
                  <a:pt x="662450" y="832255"/>
                  <a:pt x="648856" y="818661"/>
                  <a:pt x="648856" y="801891"/>
                </a:cubicBezTo>
                <a:cubicBezTo>
                  <a:pt x="648856" y="785122"/>
                  <a:pt x="662450" y="771528"/>
                  <a:pt x="679220" y="771528"/>
                </a:cubicBezTo>
                <a:close/>
                <a:moveTo>
                  <a:pt x="606665" y="771528"/>
                </a:moveTo>
                <a:cubicBezTo>
                  <a:pt x="623435" y="771528"/>
                  <a:pt x="637029" y="785122"/>
                  <a:pt x="637029" y="801891"/>
                </a:cubicBezTo>
                <a:cubicBezTo>
                  <a:pt x="637029" y="818661"/>
                  <a:pt x="623435" y="832255"/>
                  <a:pt x="606665" y="832255"/>
                </a:cubicBezTo>
                <a:cubicBezTo>
                  <a:pt x="589896" y="832255"/>
                  <a:pt x="576302" y="818661"/>
                  <a:pt x="576302" y="801891"/>
                </a:cubicBezTo>
                <a:cubicBezTo>
                  <a:pt x="576302" y="785122"/>
                  <a:pt x="589896" y="771528"/>
                  <a:pt x="606665" y="771528"/>
                </a:cubicBezTo>
                <a:close/>
                <a:moveTo>
                  <a:pt x="534111" y="771528"/>
                </a:moveTo>
                <a:cubicBezTo>
                  <a:pt x="550880" y="771528"/>
                  <a:pt x="564474" y="785122"/>
                  <a:pt x="564474" y="801891"/>
                </a:cubicBezTo>
                <a:cubicBezTo>
                  <a:pt x="564474" y="818661"/>
                  <a:pt x="550880" y="832255"/>
                  <a:pt x="534111" y="832255"/>
                </a:cubicBezTo>
                <a:cubicBezTo>
                  <a:pt x="517341" y="832255"/>
                  <a:pt x="503747" y="818661"/>
                  <a:pt x="503747" y="801891"/>
                </a:cubicBezTo>
                <a:cubicBezTo>
                  <a:pt x="503747" y="785122"/>
                  <a:pt x="517341" y="771528"/>
                  <a:pt x="534111" y="771528"/>
                </a:cubicBezTo>
                <a:close/>
                <a:moveTo>
                  <a:pt x="461556" y="771528"/>
                </a:moveTo>
                <a:cubicBezTo>
                  <a:pt x="478326" y="771528"/>
                  <a:pt x="491920" y="785122"/>
                  <a:pt x="491920" y="801891"/>
                </a:cubicBezTo>
                <a:cubicBezTo>
                  <a:pt x="491920" y="818661"/>
                  <a:pt x="478326" y="832255"/>
                  <a:pt x="461556" y="832255"/>
                </a:cubicBezTo>
                <a:cubicBezTo>
                  <a:pt x="444787" y="832255"/>
                  <a:pt x="431192" y="818661"/>
                  <a:pt x="431192" y="801891"/>
                </a:cubicBezTo>
                <a:cubicBezTo>
                  <a:pt x="431192" y="785122"/>
                  <a:pt x="444787" y="771528"/>
                  <a:pt x="461556" y="771528"/>
                </a:cubicBezTo>
                <a:close/>
                <a:moveTo>
                  <a:pt x="389002" y="771528"/>
                </a:moveTo>
                <a:cubicBezTo>
                  <a:pt x="405771" y="771528"/>
                  <a:pt x="419365" y="785122"/>
                  <a:pt x="419365" y="801891"/>
                </a:cubicBezTo>
                <a:cubicBezTo>
                  <a:pt x="419365" y="818661"/>
                  <a:pt x="405771" y="832255"/>
                  <a:pt x="389002" y="832255"/>
                </a:cubicBezTo>
                <a:cubicBezTo>
                  <a:pt x="372232" y="832255"/>
                  <a:pt x="358638" y="818661"/>
                  <a:pt x="358638" y="801891"/>
                </a:cubicBezTo>
                <a:cubicBezTo>
                  <a:pt x="358638" y="785122"/>
                  <a:pt x="372232" y="771528"/>
                  <a:pt x="389002" y="771528"/>
                </a:cubicBezTo>
                <a:close/>
                <a:moveTo>
                  <a:pt x="316447" y="771528"/>
                </a:moveTo>
                <a:cubicBezTo>
                  <a:pt x="333216" y="771528"/>
                  <a:pt x="346810" y="785122"/>
                  <a:pt x="346810" y="801891"/>
                </a:cubicBezTo>
                <a:cubicBezTo>
                  <a:pt x="346810" y="818661"/>
                  <a:pt x="333216" y="832255"/>
                  <a:pt x="316447" y="832255"/>
                </a:cubicBezTo>
                <a:cubicBezTo>
                  <a:pt x="299677" y="832255"/>
                  <a:pt x="286084" y="818661"/>
                  <a:pt x="286084" y="801891"/>
                </a:cubicBezTo>
                <a:cubicBezTo>
                  <a:pt x="286084" y="785122"/>
                  <a:pt x="299677" y="771528"/>
                  <a:pt x="316447" y="771528"/>
                </a:cubicBezTo>
                <a:close/>
                <a:moveTo>
                  <a:pt x="243892" y="771528"/>
                </a:moveTo>
                <a:cubicBezTo>
                  <a:pt x="260662" y="771528"/>
                  <a:pt x="274256" y="785122"/>
                  <a:pt x="274256" y="801891"/>
                </a:cubicBezTo>
                <a:cubicBezTo>
                  <a:pt x="274256" y="818661"/>
                  <a:pt x="260662" y="832255"/>
                  <a:pt x="243892" y="832255"/>
                </a:cubicBezTo>
                <a:cubicBezTo>
                  <a:pt x="227123" y="832255"/>
                  <a:pt x="213529" y="818661"/>
                  <a:pt x="213529" y="801891"/>
                </a:cubicBezTo>
                <a:cubicBezTo>
                  <a:pt x="213529" y="785122"/>
                  <a:pt x="227123" y="771528"/>
                  <a:pt x="243892" y="771528"/>
                </a:cubicBezTo>
                <a:close/>
                <a:moveTo>
                  <a:pt x="171339" y="771528"/>
                </a:moveTo>
                <a:cubicBezTo>
                  <a:pt x="188107" y="771528"/>
                  <a:pt x="201701" y="785122"/>
                  <a:pt x="201701" y="801891"/>
                </a:cubicBezTo>
                <a:cubicBezTo>
                  <a:pt x="201701" y="818661"/>
                  <a:pt x="188107" y="832255"/>
                  <a:pt x="171339" y="832255"/>
                </a:cubicBezTo>
                <a:cubicBezTo>
                  <a:pt x="154656" y="832255"/>
                  <a:pt x="141062" y="818661"/>
                  <a:pt x="141062" y="801891"/>
                </a:cubicBezTo>
                <a:cubicBezTo>
                  <a:pt x="141062" y="785122"/>
                  <a:pt x="154656" y="771528"/>
                  <a:pt x="171339" y="771528"/>
                </a:cubicBezTo>
                <a:close/>
                <a:moveTo>
                  <a:pt x="98884" y="771528"/>
                </a:moveTo>
                <a:cubicBezTo>
                  <a:pt x="115646" y="771528"/>
                  <a:pt x="129240" y="785122"/>
                  <a:pt x="129240" y="801891"/>
                </a:cubicBezTo>
                <a:cubicBezTo>
                  <a:pt x="129240" y="818661"/>
                  <a:pt x="115646" y="832255"/>
                  <a:pt x="98884" y="832255"/>
                </a:cubicBezTo>
                <a:cubicBezTo>
                  <a:pt x="82112" y="832255"/>
                  <a:pt x="68517" y="818661"/>
                  <a:pt x="68517" y="801891"/>
                </a:cubicBezTo>
                <a:cubicBezTo>
                  <a:pt x="68517" y="785122"/>
                  <a:pt x="82112" y="771528"/>
                  <a:pt x="98884" y="771528"/>
                </a:cubicBezTo>
                <a:close/>
                <a:moveTo>
                  <a:pt x="26329" y="771528"/>
                </a:moveTo>
                <a:cubicBezTo>
                  <a:pt x="43093" y="771528"/>
                  <a:pt x="56688" y="785122"/>
                  <a:pt x="56688" y="801891"/>
                </a:cubicBezTo>
                <a:cubicBezTo>
                  <a:pt x="56688" y="818661"/>
                  <a:pt x="43093" y="832255"/>
                  <a:pt x="26329" y="832255"/>
                </a:cubicBezTo>
                <a:cubicBezTo>
                  <a:pt x="17944" y="832255"/>
                  <a:pt x="10353" y="828857"/>
                  <a:pt x="4858" y="823362"/>
                </a:cubicBezTo>
                <a:lnTo>
                  <a:pt x="0" y="811633"/>
                </a:lnTo>
                <a:lnTo>
                  <a:pt x="0" y="792150"/>
                </a:lnTo>
                <a:lnTo>
                  <a:pt x="4858" y="780421"/>
                </a:lnTo>
                <a:cubicBezTo>
                  <a:pt x="10353" y="774927"/>
                  <a:pt x="17944" y="771528"/>
                  <a:pt x="26329" y="771528"/>
                </a:cubicBezTo>
                <a:close/>
                <a:moveTo>
                  <a:pt x="1622429" y="691076"/>
                </a:moveTo>
                <a:cubicBezTo>
                  <a:pt x="1630814" y="691076"/>
                  <a:pt x="1638404" y="694475"/>
                  <a:pt x="1643899" y="699969"/>
                </a:cubicBezTo>
                <a:lnTo>
                  <a:pt x="1647739" y="709237"/>
                </a:lnTo>
                <a:lnTo>
                  <a:pt x="1644828" y="728305"/>
                </a:lnTo>
                <a:lnTo>
                  <a:pt x="1640480" y="745215"/>
                </a:lnTo>
                <a:lnTo>
                  <a:pt x="1634248" y="749417"/>
                </a:lnTo>
                <a:cubicBezTo>
                  <a:pt x="1630615" y="750953"/>
                  <a:pt x="1626621" y="751803"/>
                  <a:pt x="1622429" y="751803"/>
                </a:cubicBezTo>
                <a:cubicBezTo>
                  <a:pt x="1605659" y="751803"/>
                  <a:pt x="1592066" y="738209"/>
                  <a:pt x="1592066" y="721440"/>
                </a:cubicBezTo>
                <a:cubicBezTo>
                  <a:pt x="1592066" y="704670"/>
                  <a:pt x="1605659" y="691076"/>
                  <a:pt x="1622429" y="691076"/>
                </a:cubicBezTo>
                <a:close/>
                <a:moveTo>
                  <a:pt x="1549874" y="691076"/>
                </a:moveTo>
                <a:cubicBezTo>
                  <a:pt x="1566644" y="691076"/>
                  <a:pt x="1580238" y="704670"/>
                  <a:pt x="1580238" y="721440"/>
                </a:cubicBezTo>
                <a:cubicBezTo>
                  <a:pt x="1580238" y="738209"/>
                  <a:pt x="1566644" y="751803"/>
                  <a:pt x="1549874" y="751803"/>
                </a:cubicBezTo>
                <a:cubicBezTo>
                  <a:pt x="1533105" y="751803"/>
                  <a:pt x="1519511" y="738209"/>
                  <a:pt x="1519511" y="721440"/>
                </a:cubicBezTo>
                <a:cubicBezTo>
                  <a:pt x="1519511" y="704670"/>
                  <a:pt x="1533105" y="691076"/>
                  <a:pt x="1549874" y="691076"/>
                </a:cubicBezTo>
                <a:close/>
                <a:moveTo>
                  <a:pt x="1477320" y="691076"/>
                </a:moveTo>
                <a:cubicBezTo>
                  <a:pt x="1494089" y="691076"/>
                  <a:pt x="1507683" y="704670"/>
                  <a:pt x="1507683" y="721440"/>
                </a:cubicBezTo>
                <a:cubicBezTo>
                  <a:pt x="1507683" y="738209"/>
                  <a:pt x="1494089" y="751803"/>
                  <a:pt x="1477320" y="751803"/>
                </a:cubicBezTo>
                <a:cubicBezTo>
                  <a:pt x="1460550" y="751803"/>
                  <a:pt x="1446956" y="738209"/>
                  <a:pt x="1446956" y="721440"/>
                </a:cubicBezTo>
                <a:cubicBezTo>
                  <a:pt x="1446956" y="704670"/>
                  <a:pt x="1460550" y="691076"/>
                  <a:pt x="1477320" y="691076"/>
                </a:cubicBezTo>
                <a:close/>
                <a:moveTo>
                  <a:pt x="1404765" y="691076"/>
                </a:moveTo>
                <a:cubicBezTo>
                  <a:pt x="1421535" y="691076"/>
                  <a:pt x="1435129" y="704670"/>
                  <a:pt x="1435129" y="721440"/>
                </a:cubicBezTo>
                <a:cubicBezTo>
                  <a:pt x="1435129" y="738209"/>
                  <a:pt x="1421535" y="751803"/>
                  <a:pt x="1404765" y="751803"/>
                </a:cubicBezTo>
                <a:cubicBezTo>
                  <a:pt x="1387996" y="751803"/>
                  <a:pt x="1374402" y="738209"/>
                  <a:pt x="1374402" y="721440"/>
                </a:cubicBezTo>
                <a:cubicBezTo>
                  <a:pt x="1374402" y="704670"/>
                  <a:pt x="1387996" y="691076"/>
                  <a:pt x="1404765" y="691076"/>
                </a:cubicBezTo>
                <a:close/>
                <a:moveTo>
                  <a:pt x="1332211" y="691076"/>
                </a:moveTo>
                <a:cubicBezTo>
                  <a:pt x="1348980" y="691076"/>
                  <a:pt x="1362574" y="704670"/>
                  <a:pt x="1362574" y="721440"/>
                </a:cubicBezTo>
                <a:cubicBezTo>
                  <a:pt x="1362574" y="738209"/>
                  <a:pt x="1348980" y="751803"/>
                  <a:pt x="1332211" y="751803"/>
                </a:cubicBezTo>
                <a:cubicBezTo>
                  <a:pt x="1315441" y="751803"/>
                  <a:pt x="1301847" y="738209"/>
                  <a:pt x="1301847" y="721440"/>
                </a:cubicBezTo>
                <a:cubicBezTo>
                  <a:pt x="1301847" y="704670"/>
                  <a:pt x="1315441" y="691076"/>
                  <a:pt x="1332211" y="691076"/>
                </a:cubicBezTo>
                <a:close/>
                <a:moveTo>
                  <a:pt x="1259656" y="691076"/>
                </a:moveTo>
                <a:cubicBezTo>
                  <a:pt x="1276426" y="691076"/>
                  <a:pt x="1290020" y="704670"/>
                  <a:pt x="1290020" y="721440"/>
                </a:cubicBezTo>
                <a:cubicBezTo>
                  <a:pt x="1290020" y="738209"/>
                  <a:pt x="1276426" y="751803"/>
                  <a:pt x="1259656" y="751803"/>
                </a:cubicBezTo>
                <a:cubicBezTo>
                  <a:pt x="1242887" y="751803"/>
                  <a:pt x="1229293" y="738209"/>
                  <a:pt x="1229293" y="721440"/>
                </a:cubicBezTo>
                <a:cubicBezTo>
                  <a:pt x="1229293" y="704670"/>
                  <a:pt x="1242887" y="691076"/>
                  <a:pt x="1259656" y="691076"/>
                </a:cubicBezTo>
                <a:close/>
                <a:moveTo>
                  <a:pt x="1187102" y="691076"/>
                </a:moveTo>
                <a:cubicBezTo>
                  <a:pt x="1203871" y="691076"/>
                  <a:pt x="1217465" y="704670"/>
                  <a:pt x="1217465" y="721440"/>
                </a:cubicBezTo>
                <a:cubicBezTo>
                  <a:pt x="1217465" y="738209"/>
                  <a:pt x="1203871" y="751803"/>
                  <a:pt x="1187102" y="751803"/>
                </a:cubicBezTo>
                <a:cubicBezTo>
                  <a:pt x="1170332" y="751803"/>
                  <a:pt x="1156738" y="738209"/>
                  <a:pt x="1156738" y="721440"/>
                </a:cubicBezTo>
                <a:cubicBezTo>
                  <a:pt x="1156738" y="704670"/>
                  <a:pt x="1170332" y="691076"/>
                  <a:pt x="1187102" y="691076"/>
                </a:cubicBezTo>
                <a:close/>
                <a:moveTo>
                  <a:pt x="1114547" y="691076"/>
                </a:moveTo>
                <a:cubicBezTo>
                  <a:pt x="1131317" y="691076"/>
                  <a:pt x="1144911" y="704670"/>
                  <a:pt x="1144911" y="721440"/>
                </a:cubicBezTo>
                <a:cubicBezTo>
                  <a:pt x="1144911" y="738209"/>
                  <a:pt x="1131317" y="751803"/>
                  <a:pt x="1114547" y="751803"/>
                </a:cubicBezTo>
                <a:cubicBezTo>
                  <a:pt x="1097778" y="751803"/>
                  <a:pt x="1084184" y="738209"/>
                  <a:pt x="1084184" y="721440"/>
                </a:cubicBezTo>
                <a:cubicBezTo>
                  <a:pt x="1084184" y="704670"/>
                  <a:pt x="1097778" y="691076"/>
                  <a:pt x="1114547" y="691076"/>
                </a:cubicBezTo>
                <a:close/>
                <a:moveTo>
                  <a:pt x="1041993" y="691076"/>
                </a:moveTo>
                <a:cubicBezTo>
                  <a:pt x="1058762" y="691076"/>
                  <a:pt x="1072356" y="704670"/>
                  <a:pt x="1072356" y="721440"/>
                </a:cubicBezTo>
                <a:cubicBezTo>
                  <a:pt x="1072356" y="738209"/>
                  <a:pt x="1058762" y="751803"/>
                  <a:pt x="1041993" y="751803"/>
                </a:cubicBezTo>
                <a:cubicBezTo>
                  <a:pt x="1025223" y="751803"/>
                  <a:pt x="1011629" y="738209"/>
                  <a:pt x="1011629" y="721440"/>
                </a:cubicBezTo>
                <a:cubicBezTo>
                  <a:pt x="1011629" y="704670"/>
                  <a:pt x="1025223" y="691076"/>
                  <a:pt x="1041993" y="691076"/>
                </a:cubicBezTo>
                <a:close/>
                <a:moveTo>
                  <a:pt x="969438" y="691076"/>
                </a:moveTo>
                <a:cubicBezTo>
                  <a:pt x="986208" y="691076"/>
                  <a:pt x="999801" y="704670"/>
                  <a:pt x="999801" y="721440"/>
                </a:cubicBezTo>
                <a:cubicBezTo>
                  <a:pt x="999801" y="738209"/>
                  <a:pt x="986208" y="751803"/>
                  <a:pt x="969438" y="751803"/>
                </a:cubicBezTo>
                <a:cubicBezTo>
                  <a:pt x="952669" y="751803"/>
                  <a:pt x="939075" y="738209"/>
                  <a:pt x="939075" y="721440"/>
                </a:cubicBezTo>
                <a:cubicBezTo>
                  <a:pt x="939075" y="704670"/>
                  <a:pt x="952669" y="691076"/>
                  <a:pt x="969438" y="691076"/>
                </a:cubicBezTo>
                <a:close/>
                <a:moveTo>
                  <a:pt x="896883" y="691076"/>
                </a:moveTo>
                <a:cubicBezTo>
                  <a:pt x="913653" y="691076"/>
                  <a:pt x="927247" y="704670"/>
                  <a:pt x="927247" y="721440"/>
                </a:cubicBezTo>
                <a:cubicBezTo>
                  <a:pt x="927247" y="738209"/>
                  <a:pt x="913653" y="751803"/>
                  <a:pt x="896883" y="751803"/>
                </a:cubicBezTo>
                <a:cubicBezTo>
                  <a:pt x="880114" y="751803"/>
                  <a:pt x="866520" y="738209"/>
                  <a:pt x="866520" y="721440"/>
                </a:cubicBezTo>
                <a:cubicBezTo>
                  <a:pt x="866520" y="704670"/>
                  <a:pt x="880114" y="691076"/>
                  <a:pt x="896883" y="691076"/>
                </a:cubicBezTo>
                <a:close/>
                <a:moveTo>
                  <a:pt x="824329" y="691076"/>
                </a:moveTo>
                <a:cubicBezTo>
                  <a:pt x="841098" y="691076"/>
                  <a:pt x="854692" y="704670"/>
                  <a:pt x="854692" y="721440"/>
                </a:cubicBezTo>
                <a:cubicBezTo>
                  <a:pt x="854692" y="738209"/>
                  <a:pt x="841098" y="751803"/>
                  <a:pt x="824329" y="751803"/>
                </a:cubicBezTo>
                <a:cubicBezTo>
                  <a:pt x="807559" y="751803"/>
                  <a:pt x="793965" y="738209"/>
                  <a:pt x="793965" y="721440"/>
                </a:cubicBezTo>
                <a:cubicBezTo>
                  <a:pt x="793965" y="704670"/>
                  <a:pt x="807559" y="691076"/>
                  <a:pt x="824329" y="691076"/>
                </a:cubicBezTo>
                <a:close/>
                <a:moveTo>
                  <a:pt x="751774" y="691076"/>
                </a:moveTo>
                <a:cubicBezTo>
                  <a:pt x="768544" y="691076"/>
                  <a:pt x="782138" y="704670"/>
                  <a:pt x="782138" y="721440"/>
                </a:cubicBezTo>
                <a:cubicBezTo>
                  <a:pt x="782138" y="738209"/>
                  <a:pt x="768544" y="751803"/>
                  <a:pt x="751774" y="751803"/>
                </a:cubicBezTo>
                <a:cubicBezTo>
                  <a:pt x="735005" y="751803"/>
                  <a:pt x="721411" y="738209"/>
                  <a:pt x="721411" y="721440"/>
                </a:cubicBezTo>
                <a:cubicBezTo>
                  <a:pt x="721411" y="704670"/>
                  <a:pt x="735005" y="691076"/>
                  <a:pt x="751774" y="691076"/>
                </a:cubicBezTo>
                <a:close/>
                <a:moveTo>
                  <a:pt x="679220" y="691076"/>
                </a:moveTo>
                <a:cubicBezTo>
                  <a:pt x="695989" y="691076"/>
                  <a:pt x="709583" y="704670"/>
                  <a:pt x="709583" y="721440"/>
                </a:cubicBezTo>
                <a:cubicBezTo>
                  <a:pt x="709583" y="738209"/>
                  <a:pt x="695989" y="751803"/>
                  <a:pt x="679220" y="751803"/>
                </a:cubicBezTo>
                <a:cubicBezTo>
                  <a:pt x="662450" y="751803"/>
                  <a:pt x="648856" y="738209"/>
                  <a:pt x="648856" y="721440"/>
                </a:cubicBezTo>
                <a:cubicBezTo>
                  <a:pt x="648856" y="704670"/>
                  <a:pt x="662450" y="691076"/>
                  <a:pt x="679220" y="691076"/>
                </a:cubicBezTo>
                <a:close/>
                <a:moveTo>
                  <a:pt x="606665" y="691076"/>
                </a:moveTo>
                <a:cubicBezTo>
                  <a:pt x="623435" y="691076"/>
                  <a:pt x="637029" y="704670"/>
                  <a:pt x="637029" y="721440"/>
                </a:cubicBezTo>
                <a:cubicBezTo>
                  <a:pt x="637029" y="738209"/>
                  <a:pt x="623435" y="751803"/>
                  <a:pt x="606665" y="751803"/>
                </a:cubicBezTo>
                <a:cubicBezTo>
                  <a:pt x="589896" y="751803"/>
                  <a:pt x="576302" y="738209"/>
                  <a:pt x="576302" y="721440"/>
                </a:cubicBezTo>
                <a:cubicBezTo>
                  <a:pt x="576302" y="704670"/>
                  <a:pt x="589896" y="691076"/>
                  <a:pt x="606665" y="691076"/>
                </a:cubicBezTo>
                <a:close/>
                <a:moveTo>
                  <a:pt x="534111" y="691076"/>
                </a:moveTo>
                <a:cubicBezTo>
                  <a:pt x="550880" y="691076"/>
                  <a:pt x="564474" y="704670"/>
                  <a:pt x="564474" y="721440"/>
                </a:cubicBezTo>
                <a:cubicBezTo>
                  <a:pt x="564474" y="738209"/>
                  <a:pt x="550880" y="751803"/>
                  <a:pt x="534111" y="751803"/>
                </a:cubicBezTo>
                <a:cubicBezTo>
                  <a:pt x="517341" y="751803"/>
                  <a:pt x="503747" y="738209"/>
                  <a:pt x="503747" y="721440"/>
                </a:cubicBezTo>
                <a:cubicBezTo>
                  <a:pt x="503747" y="704670"/>
                  <a:pt x="517341" y="691076"/>
                  <a:pt x="534111" y="691076"/>
                </a:cubicBezTo>
                <a:close/>
                <a:moveTo>
                  <a:pt x="461556" y="691076"/>
                </a:moveTo>
                <a:cubicBezTo>
                  <a:pt x="478326" y="691076"/>
                  <a:pt x="491920" y="704670"/>
                  <a:pt x="491920" y="721440"/>
                </a:cubicBezTo>
                <a:cubicBezTo>
                  <a:pt x="491920" y="738209"/>
                  <a:pt x="478326" y="751803"/>
                  <a:pt x="461556" y="751803"/>
                </a:cubicBezTo>
                <a:cubicBezTo>
                  <a:pt x="444787" y="751803"/>
                  <a:pt x="431192" y="738209"/>
                  <a:pt x="431192" y="721440"/>
                </a:cubicBezTo>
                <a:cubicBezTo>
                  <a:pt x="431192" y="704670"/>
                  <a:pt x="444787" y="691076"/>
                  <a:pt x="461556" y="691076"/>
                </a:cubicBezTo>
                <a:close/>
                <a:moveTo>
                  <a:pt x="389002" y="691076"/>
                </a:moveTo>
                <a:cubicBezTo>
                  <a:pt x="405771" y="691076"/>
                  <a:pt x="419365" y="704670"/>
                  <a:pt x="419365" y="721440"/>
                </a:cubicBezTo>
                <a:cubicBezTo>
                  <a:pt x="419365" y="738209"/>
                  <a:pt x="405771" y="751803"/>
                  <a:pt x="389002" y="751803"/>
                </a:cubicBezTo>
                <a:cubicBezTo>
                  <a:pt x="372232" y="751803"/>
                  <a:pt x="358638" y="738209"/>
                  <a:pt x="358638" y="721440"/>
                </a:cubicBezTo>
                <a:cubicBezTo>
                  <a:pt x="358638" y="704670"/>
                  <a:pt x="372232" y="691076"/>
                  <a:pt x="389002" y="691076"/>
                </a:cubicBezTo>
                <a:close/>
                <a:moveTo>
                  <a:pt x="316447" y="691076"/>
                </a:moveTo>
                <a:cubicBezTo>
                  <a:pt x="333216" y="691076"/>
                  <a:pt x="346810" y="704670"/>
                  <a:pt x="346810" y="721440"/>
                </a:cubicBezTo>
                <a:cubicBezTo>
                  <a:pt x="346810" y="738209"/>
                  <a:pt x="333216" y="751803"/>
                  <a:pt x="316447" y="751803"/>
                </a:cubicBezTo>
                <a:cubicBezTo>
                  <a:pt x="299677" y="751803"/>
                  <a:pt x="286084" y="738209"/>
                  <a:pt x="286084" y="721440"/>
                </a:cubicBezTo>
                <a:cubicBezTo>
                  <a:pt x="286084" y="704670"/>
                  <a:pt x="299677" y="691076"/>
                  <a:pt x="316447" y="691076"/>
                </a:cubicBezTo>
                <a:close/>
                <a:moveTo>
                  <a:pt x="243892" y="691076"/>
                </a:moveTo>
                <a:cubicBezTo>
                  <a:pt x="260662" y="691076"/>
                  <a:pt x="274256" y="704670"/>
                  <a:pt x="274256" y="721440"/>
                </a:cubicBezTo>
                <a:cubicBezTo>
                  <a:pt x="274256" y="738209"/>
                  <a:pt x="260662" y="751803"/>
                  <a:pt x="243892" y="751803"/>
                </a:cubicBezTo>
                <a:cubicBezTo>
                  <a:pt x="227123" y="751803"/>
                  <a:pt x="213529" y="738209"/>
                  <a:pt x="213529" y="721440"/>
                </a:cubicBezTo>
                <a:cubicBezTo>
                  <a:pt x="213529" y="704670"/>
                  <a:pt x="227123" y="691076"/>
                  <a:pt x="243892" y="691076"/>
                </a:cubicBezTo>
                <a:close/>
                <a:moveTo>
                  <a:pt x="171339" y="691076"/>
                </a:moveTo>
                <a:cubicBezTo>
                  <a:pt x="188107" y="691076"/>
                  <a:pt x="201701" y="704670"/>
                  <a:pt x="201701" y="721440"/>
                </a:cubicBezTo>
                <a:cubicBezTo>
                  <a:pt x="201701" y="738209"/>
                  <a:pt x="188107" y="751803"/>
                  <a:pt x="171339" y="751803"/>
                </a:cubicBezTo>
                <a:cubicBezTo>
                  <a:pt x="154662" y="751803"/>
                  <a:pt x="141067" y="738209"/>
                  <a:pt x="141067" y="721440"/>
                </a:cubicBezTo>
                <a:cubicBezTo>
                  <a:pt x="141067" y="704670"/>
                  <a:pt x="154662" y="691076"/>
                  <a:pt x="171339" y="691076"/>
                </a:cubicBezTo>
                <a:close/>
                <a:moveTo>
                  <a:pt x="98890" y="691076"/>
                </a:moveTo>
                <a:cubicBezTo>
                  <a:pt x="115653" y="691076"/>
                  <a:pt x="129246" y="704670"/>
                  <a:pt x="129246" y="721440"/>
                </a:cubicBezTo>
                <a:cubicBezTo>
                  <a:pt x="129246" y="738209"/>
                  <a:pt x="115653" y="751803"/>
                  <a:pt x="98890" y="751803"/>
                </a:cubicBezTo>
                <a:cubicBezTo>
                  <a:pt x="82117" y="751803"/>
                  <a:pt x="68523" y="738209"/>
                  <a:pt x="68523" y="721440"/>
                </a:cubicBezTo>
                <a:cubicBezTo>
                  <a:pt x="68523" y="704670"/>
                  <a:pt x="82117" y="691076"/>
                  <a:pt x="98890" y="691076"/>
                </a:cubicBezTo>
                <a:close/>
                <a:moveTo>
                  <a:pt x="26336" y="691076"/>
                </a:moveTo>
                <a:cubicBezTo>
                  <a:pt x="43099" y="691076"/>
                  <a:pt x="56694" y="704670"/>
                  <a:pt x="56694" y="721440"/>
                </a:cubicBezTo>
                <a:cubicBezTo>
                  <a:pt x="56694" y="738209"/>
                  <a:pt x="43099" y="751803"/>
                  <a:pt x="26336" y="751803"/>
                </a:cubicBezTo>
                <a:cubicBezTo>
                  <a:pt x="17950" y="751803"/>
                  <a:pt x="10359" y="748405"/>
                  <a:pt x="4864" y="742910"/>
                </a:cubicBezTo>
                <a:lnTo>
                  <a:pt x="0" y="731167"/>
                </a:lnTo>
                <a:lnTo>
                  <a:pt x="0" y="711713"/>
                </a:lnTo>
                <a:lnTo>
                  <a:pt x="4864" y="699969"/>
                </a:lnTo>
                <a:cubicBezTo>
                  <a:pt x="10359" y="694475"/>
                  <a:pt x="17950" y="691076"/>
                  <a:pt x="26336" y="691076"/>
                </a:cubicBezTo>
                <a:close/>
                <a:moveTo>
                  <a:pt x="1622429" y="610624"/>
                </a:moveTo>
                <a:cubicBezTo>
                  <a:pt x="1639199" y="610624"/>
                  <a:pt x="1652792" y="624218"/>
                  <a:pt x="1652792" y="640988"/>
                </a:cubicBezTo>
                <a:cubicBezTo>
                  <a:pt x="1652792" y="657757"/>
                  <a:pt x="1639199" y="671351"/>
                  <a:pt x="1622429" y="671351"/>
                </a:cubicBezTo>
                <a:cubicBezTo>
                  <a:pt x="1605659" y="671351"/>
                  <a:pt x="1592066" y="657757"/>
                  <a:pt x="1592066" y="640988"/>
                </a:cubicBezTo>
                <a:cubicBezTo>
                  <a:pt x="1592066" y="624218"/>
                  <a:pt x="1605659" y="610624"/>
                  <a:pt x="1622429" y="610624"/>
                </a:cubicBezTo>
                <a:close/>
                <a:moveTo>
                  <a:pt x="1549874" y="610624"/>
                </a:moveTo>
                <a:cubicBezTo>
                  <a:pt x="1566644" y="610624"/>
                  <a:pt x="1580238" y="624218"/>
                  <a:pt x="1580238" y="640988"/>
                </a:cubicBezTo>
                <a:cubicBezTo>
                  <a:pt x="1580238" y="657757"/>
                  <a:pt x="1566644" y="671351"/>
                  <a:pt x="1549874" y="671351"/>
                </a:cubicBezTo>
                <a:cubicBezTo>
                  <a:pt x="1533105" y="671351"/>
                  <a:pt x="1519511" y="657757"/>
                  <a:pt x="1519511" y="640988"/>
                </a:cubicBezTo>
                <a:cubicBezTo>
                  <a:pt x="1519511" y="624218"/>
                  <a:pt x="1533105" y="610624"/>
                  <a:pt x="1549874" y="610624"/>
                </a:cubicBezTo>
                <a:close/>
                <a:moveTo>
                  <a:pt x="1477320" y="610624"/>
                </a:moveTo>
                <a:cubicBezTo>
                  <a:pt x="1494089" y="610624"/>
                  <a:pt x="1507683" y="624218"/>
                  <a:pt x="1507683" y="640988"/>
                </a:cubicBezTo>
                <a:cubicBezTo>
                  <a:pt x="1507683" y="657757"/>
                  <a:pt x="1494089" y="671351"/>
                  <a:pt x="1477320" y="671351"/>
                </a:cubicBezTo>
                <a:cubicBezTo>
                  <a:pt x="1460550" y="671351"/>
                  <a:pt x="1446956" y="657757"/>
                  <a:pt x="1446956" y="640988"/>
                </a:cubicBezTo>
                <a:cubicBezTo>
                  <a:pt x="1446956" y="624218"/>
                  <a:pt x="1460550" y="610624"/>
                  <a:pt x="1477320" y="610624"/>
                </a:cubicBezTo>
                <a:close/>
                <a:moveTo>
                  <a:pt x="1404765" y="610624"/>
                </a:moveTo>
                <a:cubicBezTo>
                  <a:pt x="1421535" y="610624"/>
                  <a:pt x="1435129" y="624218"/>
                  <a:pt x="1435129" y="640988"/>
                </a:cubicBezTo>
                <a:cubicBezTo>
                  <a:pt x="1435129" y="657757"/>
                  <a:pt x="1421535" y="671351"/>
                  <a:pt x="1404765" y="671351"/>
                </a:cubicBezTo>
                <a:cubicBezTo>
                  <a:pt x="1387996" y="671351"/>
                  <a:pt x="1374402" y="657757"/>
                  <a:pt x="1374402" y="640988"/>
                </a:cubicBezTo>
                <a:cubicBezTo>
                  <a:pt x="1374402" y="624218"/>
                  <a:pt x="1387996" y="610624"/>
                  <a:pt x="1404765" y="610624"/>
                </a:cubicBezTo>
                <a:close/>
                <a:moveTo>
                  <a:pt x="1332211" y="610624"/>
                </a:moveTo>
                <a:cubicBezTo>
                  <a:pt x="1348980" y="610624"/>
                  <a:pt x="1362574" y="624218"/>
                  <a:pt x="1362574" y="640988"/>
                </a:cubicBezTo>
                <a:cubicBezTo>
                  <a:pt x="1362574" y="657757"/>
                  <a:pt x="1348980" y="671351"/>
                  <a:pt x="1332211" y="671351"/>
                </a:cubicBezTo>
                <a:cubicBezTo>
                  <a:pt x="1315441" y="671351"/>
                  <a:pt x="1301847" y="657757"/>
                  <a:pt x="1301847" y="640988"/>
                </a:cubicBezTo>
                <a:cubicBezTo>
                  <a:pt x="1301847" y="624218"/>
                  <a:pt x="1315441" y="610624"/>
                  <a:pt x="1332211" y="610624"/>
                </a:cubicBezTo>
                <a:close/>
                <a:moveTo>
                  <a:pt x="1259656" y="610624"/>
                </a:moveTo>
                <a:cubicBezTo>
                  <a:pt x="1276426" y="610624"/>
                  <a:pt x="1290020" y="624218"/>
                  <a:pt x="1290020" y="640988"/>
                </a:cubicBezTo>
                <a:cubicBezTo>
                  <a:pt x="1290020" y="657757"/>
                  <a:pt x="1276426" y="671351"/>
                  <a:pt x="1259656" y="671351"/>
                </a:cubicBezTo>
                <a:cubicBezTo>
                  <a:pt x="1242887" y="671351"/>
                  <a:pt x="1229293" y="657757"/>
                  <a:pt x="1229293" y="640988"/>
                </a:cubicBezTo>
                <a:cubicBezTo>
                  <a:pt x="1229293" y="624218"/>
                  <a:pt x="1242887" y="610624"/>
                  <a:pt x="1259656" y="610624"/>
                </a:cubicBezTo>
                <a:close/>
                <a:moveTo>
                  <a:pt x="1187102" y="610624"/>
                </a:moveTo>
                <a:cubicBezTo>
                  <a:pt x="1203871" y="610624"/>
                  <a:pt x="1217465" y="624218"/>
                  <a:pt x="1217465" y="640988"/>
                </a:cubicBezTo>
                <a:cubicBezTo>
                  <a:pt x="1217465" y="657757"/>
                  <a:pt x="1203871" y="671351"/>
                  <a:pt x="1187102" y="671351"/>
                </a:cubicBezTo>
                <a:cubicBezTo>
                  <a:pt x="1170332" y="671351"/>
                  <a:pt x="1156738" y="657757"/>
                  <a:pt x="1156738" y="640988"/>
                </a:cubicBezTo>
                <a:cubicBezTo>
                  <a:pt x="1156738" y="624218"/>
                  <a:pt x="1170332" y="610624"/>
                  <a:pt x="1187102" y="610624"/>
                </a:cubicBezTo>
                <a:close/>
                <a:moveTo>
                  <a:pt x="1114547" y="610624"/>
                </a:moveTo>
                <a:cubicBezTo>
                  <a:pt x="1131317" y="610624"/>
                  <a:pt x="1144911" y="624218"/>
                  <a:pt x="1144911" y="640988"/>
                </a:cubicBezTo>
                <a:cubicBezTo>
                  <a:pt x="1144911" y="657757"/>
                  <a:pt x="1131317" y="671351"/>
                  <a:pt x="1114547" y="671351"/>
                </a:cubicBezTo>
                <a:cubicBezTo>
                  <a:pt x="1097778" y="671351"/>
                  <a:pt x="1084184" y="657757"/>
                  <a:pt x="1084184" y="640988"/>
                </a:cubicBezTo>
                <a:cubicBezTo>
                  <a:pt x="1084184" y="624218"/>
                  <a:pt x="1097778" y="610624"/>
                  <a:pt x="1114547" y="610624"/>
                </a:cubicBezTo>
                <a:close/>
                <a:moveTo>
                  <a:pt x="1041993" y="610624"/>
                </a:moveTo>
                <a:cubicBezTo>
                  <a:pt x="1058762" y="610624"/>
                  <a:pt x="1072356" y="624218"/>
                  <a:pt x="1072356" y="640988"/>
                </a:cubicBezTo>
                <a:cubicBezTo>
                  <a:pt x="1072356" y="657757"/>
                  <a:pt x="1058762" y="671351"/>
                  <a:pt x="1041993" y="671351"/>
                </a:cubicBezTo>
                <a:cubicBezTo>
                  <a:pt x="1025223" y="671351"/>
                  <a:pt x="1011629" y="657757"/>
                  <a:pt x="1011629" y="640988"/>
                </a:cubicBezTo>
                <a:cubicBezTo>
                  <a:pt x="1011629" y="624218"/>
                  <a:pt x="1025223" y="610624"/>
                  <a:pt x="1041993" y="610624"/>
                </a:cubicBezTo>
                <a:close/>
                <a:moveTo>
                  <a:pt x="969438" y="610624"/>
                </a:moveTo>
                <a:cubicBezTo>
                  <a:pt x="986208" y="610624"/>
                  <a:pt x="999801" y="624218"/>
                  <a:pt x="999801" y="640988"/>
                </a:cubicBezTo>
                <a:cubicBezTo>
                  <a:pt x="999801" y="657757"/>
                  <a:pt x="986208" y="671351"/>
                  <a:pt x="969438" y="671351"/>
                </a:cubicBezTo>
                <a:cubicBezTo>
                  <a:pt x="952669" y="671351"/>
                  <a:pt x="939075" y="657757"/>
                  <a:pt x="939075" y="640988"/>
                </a:cubicBezTo>
                <a:cubicBezTo>
                  <a:pt x="939075" y="624218"/>
                  <a:pt x="952669" y="610624"/>
                  <a:pt x="969438" y="610624"/>
                </a:cubicBezTo>
                <a:close/>
                <a:moveTo>
                  <a:pt x="896883" y="610624"/>
                </a:moveTo>
                <a:cubicBezTo>
                  <a:pt x="913653" y="610624"/>
                  <a:pt x="927247" y="624218"/>
                  <a:pt x="927247" y="640988"/>
                </a:cubicBezTo>
                <a:cubicBezTo>
                  <a:pt x="927247" y="657757"/>
                  <a:pt x="913653" y="671351"/>
                  <a:pt x="896883" y="671351"/>
                </a:cubicBezTo>
                <a:cubicBezTo>
                  <a:pt x="880114" y="671351"/>
                  <a:pt x="866520" y="657757"/>
                  <a:pt x="866520" y="640988"/>
                </a:cubicBezTo>
                <a:cubicBezTo>
                  <a:pt x="866520" y="624218"/>
                  <a:pt x="880114" y="610624"/>
                  <a:pt x="896883" y="610624"/>
                </a:cubicBezTo>
                <a:close/>
                <a:moveTo>
                  <a:pt x="824329" y="610624"/>
                </a:moveTo>
                <a:cubicBezTo>
                  <a:pt x="841098" y="610624"/>
                  <a:pt x="854692" y="624218"/>
                  <a:pt x="854692" y="640988"/>
                </a:cubicBezTo>
                <a:cubicBezTo>
                  <a:pt x="854692" y="657757"/>
                  <a:pt x="841098" y="671351"/>
                  <a:pt x="824329" y="671351"/>
                </a:cubicBezTo>
                <a:cubicBezTo>
                  <a:pt x="807559" y="671351"/>
                  <a:pt x="793965" y="657757"/>
                  <a:pt x="793965" y="640988"/>
                </a:cubicBezTo>
                <a:cubicBezTo>
                  <a:pt x="793965" y="624218"/>
                  <a:pt x="807559" y="610624"/>
                  <a:pt x="824329" y="610624"/>
                </a:cubicBezTo>
                <a:close/>
                <a:moveTo>
                  <a:pt x="751774" y="610624"/>
                </a:moveTo>
                <a:cubicBezTo>
                  <a:pt x="768544" y="610624"/>
                  <a:pt x="782138" y="624218"/>
                  <a:pt x="782138" y="640988"/>
                </a:cubicBezTo>
                <a:cubicBezTo>
                  <a:pt x="782138" y="657757"/>
                  <a:pt x="768544" y="671351"/>
                  <a:pt x="751774" y="671351"/>
                </a:cubicBezTo>
                <a:cubicBezTo>
                  <a:pt x="735005" y="671351"/>
                  <a:pt x="721411" y="657757"/>
                  <a:pt x="721411" y="640988"/>
                </a:cubicBezTo>
                <a:cubicBezTo>
                  <a:pt x="721411" y="624218"/>
                  <a:pt x="735005" y="610624"/>
                  <a:pt x="751774" y="610624"/>
                </a:cubicBezTo>
                <a:close/>
                <a:moveTo>
                  <a:pt x="679220" y="610624"/>
                </a:moveTo>
                <a:cubicBezTo>
                  <a:pt x="695989" y="610624"/>
                  <a:pt x="709583" y="624218"/>
                  <a:pt x="709583" y="640988"/>
                </a:cubicBezTo>
                <a:cubicBezTo>
                  <a:pt x="709583" y="657757"/>
                  <a:pt x="695989" y="671351"/>
                  <a:pt x="679220" y="671351"/>
                </a:cubicBezTo>
                <a:cubicBezTo>
                  <a:pt x="662450" y="671351"/>
                  <a:pt x="648856" y="657757"/>
                  <a:pt x="648856" y="640988"/>
                </a:cubicBezTo>
                <a:cubicBezTo>
                  <a:pt x="648856" y="624218"/>
                  <a:pt x="662450" y="610624"/>
                  <a:pt x="679220" y="610624"/>
                </a:cubicBezTo>
                <a:close/>
                <a:moveTo>
                  <a:pt x="606665" y="610624"/>
                </a:moveTo>
                <a:cubicBezTo>
                  <a:pt x="623435" y="610624"/>
                  <a:pt x="637029" y="624218"/>
                  <a:pt x="637029" y="640988"/>
                </a:cubicBezTo>
                <a:cubicBezTo>
                  <a:pt x="637029" y="657757"/>
                  <a:pt x="623435" y="671351"/>
                  <a:pt x="606665" y="671351"/>
                </a:cubicBezTo>
                <a:cubicBezTo>
                  <a:pt x="589896" y="671351"/>
                  <a:pt x="576302" y="657757"/>
                  <a:pt x="576302" y="640988"/>
                </a:cubicBezTo>
                <a:cubicBezTo>
                  <a:pt x="576302" y="624218"/>
                  <a:pt x="589896" y="610624"/>
                  <a:pt x="606665" y="610624"/>
                </a:cubicBezTo>
                <a:close/>
                <a:moveTo>
                  <a:pt x="534111" y="610624"/>
                </a:moveTo>
                <a:cubicBezTo>
                  <a:pt x="550880" y="610624"/>
                  <a:pt x="564474" y="624218"/>
                  <a:pt x="564474" y="640988"/>
                </a:cubicBezTo>
                <a:cubicBezTo>
                  <a:pt x="564474" y="657757"/>
                  <a:pt x="550880" y="671351"/>
                  <a:pt x="534111" y="671351"/>
                </a:cubicBezTo>
                <a:cubicBezTo>
                  <a:pt x="517341" y="671351"/>
                  <a:pt x="503747" y="657757"/>
                  <a:pt x="503747" y="640988"/>
                </a:cubicBezTo>
                <a:cubicBezTo>
                  <a:pt x="503747" y="624218"/>
                  <a:pt x="517341" y="610624"/>
                  <a:pt x="534111" y="610624"/>
                </a:cubicBezTo>
                <a:close/>
                <a:moveTo>
                  <a:pt x="461556" y="610624"/>
                </a:moveTo>
                <a:cubicBezTo>
                  <a:pt x="478326" y="610624"/>
                  <a:pt x="491920" y="624218"/>
                  <a:pt x="491920" y="640988"/>
                </a:cubicBezTo>
                <a:cubicBezTo>
                  <a:pt x="491920" y="657757"/>
                  <a:pt x="478326" y="671351"/>
                  <a:pt x="461556" y="671351"/>
                </a:cubicBezTo>
                <a:cubicBezTo>
                  <a:pt x="444787" y="671351"/>
                  <a:pt x="431192" y="657757"/>
                  <a:pt x="431192" y="640988"/>
                </a:cubicBezTo>
                <a:cubicBezTo>
                  <a:pt x="431192" y="624218"/>
                  <a:pt x="444787" y="610624"/>
                  <a:pt x="461556" y="610624"/>
                </a:cubicBezTo>
                <a:close/>
                <a:moveTo>
                  <a:pt x="389002" y="610624"/>
                </a:moveTo>
                <a:cubicBezTo>
                  <a:pt x="405771" y="610624"/>
                  <a:pt x="419365" y="624218"/>
                  <a:pt x="419365" y="640988"/>
                </a:cubicBezTo>
                <a:cubicBezTo>
                  <a:pt x="419365" y="657757"/>
                  <a:pt x="405771" y="671351"/>
                  <a:pt x="389002" y="671351"/>
                </a:cubicBezTo>
                <a:cubicBezTo>
                  <a:pt x="372232" y="671351"/>
                  <a:pt x="358638" y="657757"/>
                  <a:pt x="358638" y="640988"/>
                </a:cubicBezTo>
                <a:cubicBezTo>
                  <a:pt x="358638" y="624218"/>
                  <a:pt x="372232" y="610624"/>
                  <a:pt x="389002" y="610624"/>
                </a:cubicBezTo>
                <a:close/>
                <a:moveTo>
                  <a:pt x="316447" y="610624"/>
                </a:moveTo>
                <a:cubicBezTo>
                  <a:pt x="333216" y="610624"/>
                  <a:pt x="346810" y="624218"/>
                  <a:pt x="346810" y="640988"/>
                </a:cubicBezTo>
                <a:cubicBezTo>
                  <a:pt x="346810" y="657757"/>
                  <a:pt x="333216" y="671351"/>
                  <a:pt x="316447" y="671351"/>
                </a:cubicBezTo>
                <a:cubicBezTo>
                  <a:pt x="299677" y="671351"/>
                  <a:pt x="286084" y="657757"/>
                  <a:pt x="286084" y="640988"/>
                </a:cubicBezTo>
                <a:cubicBezTo>
                  <a:pt x="286084" y="624218"/>
                  <a:pt x="299677" y="610624"/>
                  <a:pt x="316447" y="610624"/>
                </a:cubicBezTo>
                <a:close/>
                <a:moveTo>
                  <a:pt x="243892" y="610624"/>
                </a:moveTo>
                <a:cubicBezTo>
                  <a:pt x="260662" y="610624"/>
                  <a:pt x="274256" y="624218"/>
                  <a:pt x="274256" y="640988"/>
                </a:cubicBezTo>
                <a:cubicBezTo>
                  <a:pt x="274256" y="657757"/>
                  <a:pt x="260662" y="671351"/>
                  <a:pt x="243892" y="671351"/>
                </a:cubicBezTo>
                <a:cubicBezTo>
                  <a:pt x="227123" y="671351"/>
                  <a:pt x="213529" y="657757"/>
                  <a:pt x="213529" y="640988"/>
                </a:cubicBezTo>
                <a:cubicBezTo>
                  <a:pt x="213529" y="624218"/>
                  <a:pt x="227123" y="610624"/>
                  <a:pt x="243892" y="610624"/>
                </a:cubicBezTo>
                <a:close/>
                <a:moveTo>
                  <a:pt x="171339" y="610624"/>
                </a:moveTo>
                <a:cubicBezTo>
                  <a:pt x="188107" y="610624"/>
                  <a:pt x="201701" y="624218"/>
                  <a:pt x="201701" y="640988"/>
                </a:cubicBezTo>
                <a:cubicBezTo>
                  <a:pt x="201701" y="657757"/>
                  <a:pt x="188107" y="671351"/>
                  <a:pt x="171339" y="671351"/>
                </a:cubicBezTo>
                <a:cubicBezTo>
                  <a:pt x="154667" y="671351"/>
                  <a:pt x="141073" y="657757"/>
                  <a:pt x="141073" y="640988"/>
                </a:cubicBezTo>
                <a:cubicBezTo>
                  <a:pt x="141073" y="624218"/>
                  <a:pt x="154667" y="610624"/>
                  <a:pt x="171339" y="610624"/>
                </a:cubicBezTo>
                <a:close/>
                <a:moveTo>
                  <a:pt x="98897" y="610624"/>
                </a:moveTo>
                <a:cubicBezTo>
                  <a:pt x="115658" y="610624"/>
                  <a:pt x="129252" y="624218"/>
                  <a:pt x="129252" y="640988"/>
                </a:cubicBezTo>
                <a:cubicBezTo>
                  <a:pt x="129252" y="657757"/>
                  <a:pt x="115658" y="671351"/>
                  <a:pt x="98897" y="671351"/>
                </a:cubicBezTo>
                <a:cubicBezTo>
                  <a:pt x="82124" y="671351"/>
                  <a:pt x="68530" y="657757"/>
                  <a:pt x="68530" y="640988"/>
                </a:cubicBezTo>
                <a:cubicBezTo>
                  <a:pt x="68530" y="624218"/>
                  <a:pt x="82124" y="610624"/>
                  <a:pt x="98897" y="610624"/>
                </a:cubicBezTo>
                <a:close/>
                <a:moveTo>
                  <a:pt x="26342" y="610624"/>
                </a:moveTo>
                <a:cubicBezTo>
                  <a:pt x="43106" y="610624"/>
                  <a:pt x="56701" y="624218"/>
                  <a:pt x="56701" y="640988"/>
                </a:cubicBezTo>
                <a:cubicBezTo>
                  <a:pt x="56701" y="657757"/>
                  <a:pt x="43106" y="671351"/>
                  <a:pt x="26342" y="671351"/>
                </a:cubicBezTo>
                <a:cubicBezTo>
                  <a:pt x="17956" y="671351"/>
                  <a:pt x="10365" y="667953"/>
                  <a:pt x="4871" y="662458"/>
                </a:cubicBezTo>
                <a:lnTo>
                  <a:pt x="0" y="650698"/>
                </a:lnTo>
                <a:lnTo>
                  <a:pt x="0" y="631277"/>
                </a:lnTo>
                <a:lnTo>
                  <a:pt x="4871" y="619517"/>
                </a:lnTo>
                <a:cubicBezTo>
                  <a:pt x="10365" y="614023"/>
                  <a:pt x="17956" y="610624"/>
                  <a:pt x="26342" y="610624"/>
                </a:cubicBezTo>
                <a:close/>
                <a:moveTo>
                  <a:pt x="1669096" y="549730"/>
                </a:moveTo>
                <a:lnTo>
                  <a:pt x="1668124" y="568994"/>
                </a:lnTo>
                <a:lnTo>
                  <a:pt x="1664620" y="560536"/>
                </a:lnTo>
                <a:close/>
                <a:moveTo>
                  <a:pt x="1622429" y="530173"/>
                </a:moveTo>
                <a:cubicBezTo>
                  <a:pt x="1639199" y="530173"/>
                  <a:pt x="1652792" y="543767"/>
                  <a:pt x="1652792" y="560536"/>
                </a:cubicBezTo>
                <a:cubicBezTo>
                  <a:pt x="1652792" y="577306"/>
                  <a:pt x="1639199" y="590900"/>
                  <a:pt x="1622429" y="590900"/>
                </a:cubicBezTo>
                <a:cubicBezTo>
                  <a:pt x="1605659" y="590900"/>
                  <a:pt x="1592066" y="577306"/>
                  <a:pt x="1592066" y="560536"/>
                </a:cubicBezTo>
                <a:cubicBezTo>
                  <a:pt x="1592066" y="543767"/>
                  <a:pt x="1605659" y="530173"/>
                  <a:pt x="1622429" y="530173"/>
                </a:cubicBezTo>
                <a:close/>
                <a:moveTo>
                  <a:pt x="1549874" y="530173"/>
                </a:moveTo>
                <a:cubicBezTo>
                  <a:pt x="1566644" y="530173"/>
                  <a:pt x="1580238" y="543767"/>
                  <a:pt x="1580238" y="560536"/>
                </a:cubicBezTo>
                <a:cubicBezTo>
                  <a:pt x="1580238" y="577306"/>
                  <a:pt x="1566644" y="590900"/>
                  <a:pt x="1549874" y="590900"/>
                </a:cubicBezTo>
                <a:cubicBezTo>
                  <a:pt x="1533105" y="590900"/>
                  <a:pt x="1519511" y="577306"/>
                  <a:pt x="1519511" y="560536"/>
                </a:cubicBezTo>
                <a:cubicBezTo>
                  <a:pt x="1519511" y="543767"/>
                  <a:pt x="1533105" y="530173"/>
                  <a:pt x="1549874" y="530173"/>
                </a:cubicBezTo>
                <a:close/>
                <a:moveTo>
                  <a:pt x="1477320" y="530173"/>
                </a:moveTo>
                <a:cubicBezTo>
                  <a:pt x="1494089" y="530173"/>
                  <a:pt x="1507683" y="543767"/>
                  <a:pt x="1507683" y="560536"/>
                </a:cubicBezTo>
                <a:cubicBezTo>
                  <a:pt x="1507683" y="577306"/>
                  <a:pt x="1494089" y="590900"/>
                  <a:pt x="1477320" y="590900"/>
                </a:cubicBezTo>
                <a:cubicBezTo>
                  <a:pt x="1460550" y="590900"/>
                  <a:pt x="1446956" y="577306"/>
                  <a:pt x="1446956" y="560536"/>
                </a:cubicBezTo>
                <a:cubicBezTo>
                  <a:pt x="1446956" y="543767"/>
                  <a:pt x="1460550" y="530173"/>
                  <a:pt x="1477320" y="530173"/>
                </a:cubicBezTo>
                <a:close/>
                <a:moveTo>
                  <a:pt x="1404765" y="530173"/>
                </a:moveTo>
                <a:cubicBezTo>
                  <a:pt x="1421535" y="530173"/>
                  <a:pt x="1435129" y="543767"/>
                  <a:pt x="1435129" y="560536"/>
                </a:cubicBezTo>
                <a:cubicBezTo>
                  <a:pt x="1435129" y="577306"/>
                  <a:pt x="1421535" y="590900"/>
                  <a:pt x="1404765" y="590900"/>
                </a:cubicBezTo>
                <a:cubicBezTo>
                  <a:pt x="1387996" y="590900"/>
                  <a:pt x="1374402" y="577306"/>
                  <a:pt x="1374402" y="560536"/>
                </a:cubicBezTo>
                <a:cubicBezTo>
                  <a:pt x="1374402" y="543767"/>
                  <a:pt x="1387996" y="530173"/>
                  <a:pt x="1404765" y="530173"/>
                </a:cubicBezTo>
                <a:close/>
                <a:moveTo>
                  <a:pt x="1332211" y="530173"/>
                </a:moveTo>
                <a:cubicBezTo>
                  <a:pt x="1348980" y="530173"/>
                  <a:pt x="1362574" y="543767"/>
                  <a:pt x="1362574" y="560536"/>
                </a:cubicBezTo>
                <a:cubicBezTo>
                  <a:pt x="1362574" y="577306"/>
                  <a:pt x="1348980" y="590900"/>
                  <a:pt x="1332211" y="590900"/>
                </a:cubicBezTo>
                <a:cubicBezTo>
                  <a:pt x="1315441" y="590900"/>
                  <a:pt x="1301847" y="577306"/>
                  <a:pt x="1301847" y="560536"/>
                </a:cubicBezTo>
                <a:cubicBezTo>
                  <a:pt x="1301847" y="543767"/>
                  <a:pt x="1315441" y="530173"/>
                  <a:pt x="1332211" y="530173"/>
                </a:cubicBezTo>
                <a:close/>
                <a:moveTo>
                  <a:pt x="1259656" y="530173"/>
                </a:moveTo>
                <a:cubicBezTo>
                  <a:pt x="1276426" y="530173"/>
                  <a:pt x="1290020" y="543767"/>
                  <a:pt x="1290020" y="560536"/>
                </a:cubicBezTo>
                <a:cubicBezTo>
                  <a:pt x="1290020" y="577306"/>
                  <a:pt x="1276426" y="590900"/>
                  <a:pt x="1259656" y="590900"/>
                </a:cubicBezTo>
                <a:cubicBezTo>
                  <a:pt x="1242887" y="590900"/>
                  <a:pt x="1229293" y="577306"/>
                  <a:pt x="1229293" y="560536"/>
                </a:cubicBezTo>
                <a:cubicBezTo>
                  <a:pt x="1229293" y="543767"/>
                  <a:pt x="1242887" y="530173"/>
                  <a:pt x="1259656" y="530173"/>
                </a:cubicBezTo>
                <a:close/>
                <a:moveTo>
                  <a:pt x="1187102" y="530173"/>
                </a:moveTo>
                <a:cubicBezTo>
                  <a:pt x="1203871" y="530173"/>
                  <a:pt x="1217465" y="543767"/>
                  <a:pt x="1217465" y="560536"/>
                </a:cubicBezTo>
                <a:cubicBezTo>
                  <a:pt x="1217465" y="577306"/>
                  <a:pt x="1203871" y="590900"/>
                  <a:pt x="1187102" y="590900"/>
                </a:cubicBezTo>
                <a:cubicBezTo>
                  <a:pt x="1170332" y="590900"/>
                  <a:pt x="1156738" y="577306"/>
                  <a:pt x="1156738" y="560536"/>
                </a:cubicBezTo>
                <a:cubicBezTo>
                  <a:pt x="1156738" y="543767"/>
                  <a:pt x="1170332" y="530173"/>
                  <a:pt x="1187102" y="530173"/>
                </a:cubicBezTo>
                <a:close/>
                <a:moveTo>
                  <a:pt x="1114547" y="530173"/>
                </a:moveTo>
                <a:cubicBezTo>
                  <a:pt x="1131317" y="530173"/>
                  <a:pt x="1144911" y="543767"/>
                  <a:pt x="1144911" y="560536"/>
                </a:cubicBezTo>
                <a:cubicBezTo>
                  <a:pt x="1144911" y="577306"/>
                  <a:pt x="1131317" y="590900"/>
                  <a:pt x="1114547" y="590900"/>
                </a:cubicBezTo>
                <a:cubicBezTo>
                  <a:pt x="1097778" y="590900"/>
                  <a:pt x="1084184" y="577306"/>
                  <a:pt x="1084184" y="560536"/>
                </a:cubicBezTo>
                <a:cubicBezTo>
                  <a:pt x="1084184" y="543767"/>
                  <a:pt x="1097778" y="530173"/>
                  <a:pt x="1114547" y="530173"/>
                </a:cubicBezTo>
                <a:close/>
                <a:moveTo>
                  <a:pt x="1041993" y="530173"/>
                </a:moveTo>
                <a:cubicBezTo>
                  <a:pt x="1058762" y="530173"/>
                  <a:pt x="1072356" y="543767"/>
                  <a:pt x="1072356" y="560536"/>
                </a:cubicBezTo>
                <a:cubicBezTo>
                  <a:pt x="1072356" y="577306"/>
                  <a:pt x="1058762" y="590900"/>
                  <a:pt x="1041993" y="590900"/>
                </a:cubicBezTo>
                <a:cubicBezTo>
                  <a:pt x="1025223" y="590900"/>
                  <a:pt x="1011629" y="577306"/>
                  <a:pt x="1011629" y="560536"/>
                </a:cubicBezTo>
                <a:cubicBezTo>
                  <a:pt x="1011629" y="543767"/>
                  <a:pt x="1025223" y="530173"/>
                  <a:pt x="1041993" y="530173"/>
                </a:cubicBezTo>
                <a:close/>
                <a:moveTo>
                  <a:pt x="969438" y="530173"/>
                </a:moveTo>
                <a:cubicBezTo>
                  <a:pt x="986208" y="530173"/>
                  <a:pt x="999801" y="543767"/>
                  <a:pt x="999801" y="560536"/>
                </a:cubicBezTo>
                <a:cubicBezTo>
                  <a:pt x="999801" y="577306"/>
                  <a:pt x="986208" y="590900"/>
                  <a:pt x="969438" y="590900"/>
                </a:cubicBezTo>
                <a:cubicBezTo>
                  <a:pt x="952669" y="590900"/>
                  <a:pt x="939075" y="577306"/>
                  <a:pt x="939075" y="560536"/>
                </a:cubicBezTo>
                <a:cubicBezTo>
                  <a:pt x="939075" y="543767"/>
                  <a:pt x="952669" y="530173"/>
                  <a:pt x="969438" y="530173"/>
                </a:cubicBezTo>
                <a:close/>
                <a:moveTo>
                  <a:pt x="896883" y="530173"/>
                </a:moveTo>
                <a:cubicBezTo>
                  <a:pt x="913653" y="530173"/>
                  <a:pt x="927247" y="543767"/>
                  <a:pt x="927247" y="560536"/>
                </a:cubicBezTo>
                <a:cubicBezTo>
                  <a:pt x="927247" y="577306"/>
                  <a:pt x="913653" y="590900"/>
                  <a:pt x="896883" y="590900"/>
                </a:cubicBezTo>
                <a:cubicBezTo>
                  <a:pt x="880114" y="590900"/>
                  <a:pt x="866520" y="577306"/>
                  <a:pt x="866520" y="560536"/>
                </a:cubicBezTo>
                <a:cubicBezTo>
                  <a:pt x="866520" y="543767"/>
                  <a:pt x="880114" y="530173"/>
                  <a:pt x="896883" y="530173"/>
                </a:cubicBezTo>
                <a:close/>
                <a:moveTo>
                  <a:pt x="824329" y="530173"/>
                </a:moveTo>
                <a:cubicBezTo>
                  <a:pt x="841098" y="530173"/>
                  <a:pt x="854692" y="543767"/>
                  <a:pt x="854692" y="560536"/>
                </a:cubicBezTo>
                <a:cubicBezTo>
                  <a:pt x="854692" y="577306"/>
                  <a:pt x="841098" y="590900"/>
                  <a:pt x="824329" y="590900"/>
                </a:cubicBezTo>
                <a:cubicBezTo>
                  <a:pt x="807559" y="590900"/>
                  <a:pt x="793965" y="577306"/>
                  <a:pt x="793965" y="560536"/>
                </a:cubicBezTo>
                <a:cubicBezTo>
                  <a:pt x="793965" y="543767"/>
                  <a:pt x="807559" y="530173"/>
                  <a:pt x="824329" y="530173"/>
                </a:cubicBezTo>
                <a:close/>
                <a:moveTo>
                  <a:pt x="751774" y="530173"/>
                </a:moveTo>
                <a:cubicBezTo>
                  <a:pt x="768544" y="530173"/>
                  <a:pt x="782138" y="543767"/>
                  <a:pt x="782138" y="560536"/>
                </a:cubicBezTo>
                <a:cubicBezTo>
                  <a:pt x="782138" y="577306"/>
                  <a:pt x="768544" y="590900"/>
                  <a:pt x="751774" y="590900"/>
                </a:cubicBezTo>
                <a:cubicBezTo>
                  <a:pt x="735005" y="590900"/>
                  <a:pt x="721411" y="577306"/>
                  <a:pt x="721411" y="560536"/>
                </a:cubicBezTo>
                <a:cubicBezTo>
                  <a:pt x="721411" y="543767"/>
                  <a:pt x="735005" y="530173"/>
                  <a:pt x="751774" y="530173"/>
                </a:cubicBezTo>
                <a:close/>
                <a:moveTo>
                  <a:pt x="679220" y="530173"/>
                </a:moveTo>
                <a:cubicBezTo>
                  <a:pt x="695989" y="530173"/>
                  <a:pt x="709583" y="543767"/>
                  <a:pt x="709583" y="560536"/>
                </a:cubicBezTo>
                <a:cubicBezTo>
                  <a:pt x="709583" y="577306"/>
                  <a:pt x="695989" y="590900"/>
                  <a:pt x="679220" y="590900"/>
                </a:cubicBezTo>
                <a:cubicBezTo>
                  <a:pt x="662450" y="590900"/>
                  <a:pt x="648856" y="577306"/>
                  <a:pt x="648856" y="560536"/>
                </a:cubicBezTo>
                <a:cubicBezTo>
                  <a:pt x="648856" y="543767"/>
                  <a:pt x="662450" y="530173"/>
                  <a:pt x="679220" y="530173"/>
                </a:cubicBezTo>
                <a:close/>
                <a:moveTo>
                  <a:pt x="606665" y="530173"/>
                </a:moveTo>
                <a:cubicBezTo>
                  <a:pt x="623435" y="530173"/>
                  <a:pt x="637029" y="543767"/>
                  <a:pt x="637029" y="560536"/>
                </a:cubicBezTo>
                <a:cubicBezTo>
                  <a:pt x="637029" y="577306"/>
                  <a:pt x="623435" y="590900"/>
                  <a:pt x="606665" y="590900"/>
                </a:cubicBezTo>
                <a:cubicBezTo>
                  <a:pt x="589896" y="590900"/>
                  <a:pt x="576302" y="577306"/>
                  <a:pt x="576302" y="560536"/>
                </a:cubicBezTo>
                <a:cubicBezTo>
                  <a:pt x="576302" y="543767"/>
                  <a:pt x="589896" y="530173"/>
                  <a:pt x="606665" y="530173"/>
                </a:cubicBezTo>
                <a:close/>
                <a:moveTo>
                  <a:pt x="534111" y="530173"/>
                </a:moveTo>
                <a:cubicBezTo>
                  <a:pt x="550880" y="530173"/>
                  <a:pt x="564474" y="543767"/>
                  <a:pt x="564474" y="560536"/>
                </a:cubicBezTo>
                <a:cubicBezTo>
                  <a:pt x="564474" y="577306"/>
                  <a:pt x="550880" y="590900"/>
                  <a:pt x="534111" y="590900"/>
                </a:cubicBezTo>
                <a:cubicBezTo>
                  <a:pt x="517341" y="590900"/>
                  <a:pt x="503747" y="577306"/>
                  <a:pt x="503747" y="560536"/>
                </a:cubicBezTo>
                <a:cubicBezTo>
                  <a:pt x="503747" y="543767"/>
                  <a:pt x="517341" y="530173"/>
                  <a:pt x="534111" y="530173"/>
                </a:cubicBezTo>
                <a:close/>
                <a:moveTo>
                  <a:pt x="461556" y="530173"/>
                </a:moveTo>
                <a:cubicBezTo>
                  <a:pt x="478326" y="530173"/>
                  <a:pt x="491920" y="543767"/>
                  <a:pt x="491920" y="560536"/>
                </a:cubicBezTo>
                <a:cubicBezTo>
                  <a:pt x="491920" y="577306"/>
                  <a:pt x="478326" y="590900"/>
                  <a:pt x="461556" y="590900"/>
                </a:cubicBezTo>
                <a:cubicBezTo>
                  <a:pt x="444787" y="590900"/>
                  <a:pt x="431192" y="577306"/>
                  <a:pt x="431192" y="560536"/>
                </a:cubicBezTo>
                <a:cubicBezTo>
                  <a:pt x="431192" y="543767"/>
                  <a:pt x="444787" y="530173"/>
                  <a:pt x="461556" y="530173"/>
                </a:cubicBezTo>
                <a:close/>
                <a:moveTo>
                  <a:pt x="389002" y="530173"/>
                </a:moveTo>
                <a:cubicBezTo>
                  <a:pt x="405771" y="530173"/>
                  <a:pt x="419365" y="543767"/>
                  <a:pt x="419365" y="560536"/>
                </a:cubicBezTo>
                <a:cubicBezTo>
                  <a:pt x="419365" y="577306"/>
                  <a:pt x="405771" y="590900"/>
                  <a:pt x="389002" y="590900"/>
                </a:cubicBezTo>
                <a:cubicBezTo>
                  <a:pt x="372232" y="590900"/>
                  <a:pt x="358638" y="577306"/>
                  <a:pt x="358638" y="560536"/>
                </a:cubicBezTo>
                <a:cubicBezTo>
                  <a:pt x="358638" y="543767"/>
                  <a:pt x="372232" y="530173"/>
                  <a:pt x="389002" y="530173"/>
                </a:cubicBezTo>
                <a:close/>
                <a:moveTo>
                  <a:pt x="316447" y="530173"/>
                </a:moveTo>
                <a:cubicBezTo>
                  <a:pt x="333216" y="530173"/>
                  <a:pt x="346810" y="543767"/>
                  <a:pt x="346810" y="560536"/>
                </a:cubicBezTo>
                <a:cubicBezTo>
                  <a:pt x="346810" y="577306"/>
                  <a:pt x="333216" y="590900"/>
                  <a:pt x="316447" y="590900"/>
                </a:cubicBezTo>
                <a:cubicBezTo>
                  <a:pt x="299677" y="590900"/>
                  <a:pt x="286084" y="577306"/>
                  <a:pt x="286084" y="560536"/>
                </a:cubicBezTo>
                <a:cubicBezTo>
                  <a:pt x="286084" y="543767"/>
                  <a:pt x="299677" y="530173"/>
                  <a:pt x="316447" y="530173"/>
                </a:cubicBezTo>
                <a:close/>
                <a:moveTo>
                  <a:pt x="243892" y="530173"/>
                </a:moveTo>
                <a:cubicBezTo>
                  <a:pt x="260662" y="530173"/>
                  <a:pt x="274256" y="543767"/>
                  <a:pt x="274256" y="560536"/>
                </a:cubicBezTo>
                <a:cubicBezTo>
                  <a:pt x="274256" y="577306"/>
                  <a:pt x="260662" y="590900"/>
                  <a:pt x="243892" y="590900"/>
                </a:cubicBezTo>
                <a:cubicBezTo>
                  <a:pt x="227123" y="590900"/>
                  <a:pt x="213529" y="577306"/>
                  <a:pt x="213529" y="560536"/>
                </a:cubicBezTo>
                <a:cubicBezTo>
                  <a:pt x="213529" y="543767"/>
                  <a:pt x="227123" y="530173"/>
                  <a:pt x="243892" y="530173"/>
                </a:cubicBezTo>
                <a:close/>
                <a:moveTo>
                  <a:pt x="171339" y="530173"/>
                </a:moveTo>
                <a:cubicBezTo>
                  <a:pt x="188107" y="530173"/>
                  <a:pt x="201701" y="543767"/>
                  <a:pt x="201701" y="560536"/>
                </a:cubicBezTo>
                <a:cubicBezTo>
                  <a:pt x="201701" y="577306"/>
                  <a:pt x="188107" y="590900"/>
                  <a:pt x="171339" y="590900"/>
                </a:cubicBezTo>
                <a:cubicBezTo>
                  <a:pt x="154673" y="590900"/>
                  <a:pt x="141079" y="577306"/>
                  <a:pt x="141079" y="560536"/>
                </a:cubicBezTo>
                <a:cubicBezTo>
                  <a:pt x="141079" y="543767"/>
                  <a:pt x="154673" y="530173"/>
                  <a:pt x="171339" y="530173"/>
                </a:cubicBezTo>
                <a:close/>
                <a:moveTo>
                  <a:pt x="98904" y="530173"/>
                </a:moveTo>
                <a:cubicBezTo>
                  <a:pt x="115664" y="530173"/>
                  <a:pt x="129258" y="543767"/>
                  <a:pt x="129258" y="560536"/>
                </a:cubicBezTo>
                <a:cubicBezTo>
                  <a:pt x="129258" y="577306"/>
                  <a:pt x="115664" y="590900"/>
                  <a:pt x="98904" y="590900"/>
                </a:cubicBezTo>
                <a:cubicBezTo>
                  <a:pt x="82130" y="590900"/>
                  <a:pt x="68536" y="577306"/>
                  <a:pt x="68536" y="560536"/>
                </a:cubicBezTo>
                <a:cubicBezTo>
                  <a:pt x="68536" y="543767"/>
                  <a:pt x="82130" y="530173"/>
                  <a:pt x="98904" y="530173"/>
                </a:cubicBezTo>
                <a:close/>
                <a:moveTo>
                  <a:pt x="26349" y="530173"/>
                </a:moveTo>
                <a:cubicBezTo>
                  <a:pt x="43112" y="530173"/>
                  <a:pt x="56707" y="543767"/>
                  <a:pt x="56707" y="560536"/>
                </a:cubicBezTo>
                <a:cubicBezTo>
                  <a:pt x="56707" y="577306"/>
                  <a:pt x="43112" y="590900"/>
                  <a:pt x="26349" y="590900"/>
                </a:cubicBezTo>
                <a:cubicBezTo>
                  <a:pt x="17963" y="590900"/>
                  <a:pt x="10372" y="587502"/>
                  <a:pt x="4877" y="582007"/>
                </a:cubicBezTo>
                <a:lnTo>
                  <a:pt x="0" y="570232"/>
                </a:lnTo>
                <a:lnTo>
                  <a:pt x="0" y="550840"/>
                </a:lnTo>
                <a:lnTo>
                  <a:pt x="4877" y="539066"/>
                </a:lnTo>
                <a:cubicBezTo>
                  <a:pt x="10372" y="533572"/>
                  <a:pt x="17963" y="530173"/>
                  <a:pt x="26349" y="530173"/>
                </a:cubicBezTo>
                <a:close/>
                <a:moveTo>
                  <a:pt x="1673704" y="458486"/>
                </a:moveTo>
                <a:lnTo>
                  <a:pt x="1671744" y="497284"/>
                </a:lnTo>
                <a:lnTo>
                  <a:pt x="1664620" y="480084"/>
                </a:lnTo>
                <a:cubicBezTo>
                  <a:pt x="1664620" y="471700"/>
                  <a:pt x="1668019" y="464109"/>
                  <a:pt x="1673514" y="458614"/>
                </a:cubicBezTo>
                <a:close/>
                <a:moveTo>
                  <a:pt x="1622429" y="449721"/>
                </a:moveTo>
                <a:cubicBezTo>
                  <a:pt x="1639199" y="449721"/>
                  <a:pt x="1652792" y="463315"/>
                  <a:pt x="1652792" y="480084"/>
                </a:cubicBezTo>
                <a:cubicBezTo>
                  <a:pt x="1652792" y="496854"/>
                  <a:pt x="1639199" y="510448"/>
                  <a:pt x="1622429" y="510448"/>
                </a:cubicBezTo>
                <a:cubicBezTo>
                  <a:pt x="1605659" y="510448"/>
                  <a:pt x="1592066" y="496854"/>
                  <a:pt x="1592066" y="480084"/>
                </a:cubicBezTo>
                <a:cubicBezTo>
                  <a:pt x="1592066" y="463315"/>
                  <a:pt x="1605659" y="449721"/>
                  <a:pt x="1622429" y="449721"/>
                </a:cubicBezTo>
                <a:close/>
                <a:moveTo>
                  <a:pt x="1549874" y="449721"/>
                </a:moveTo>
                <a:cubicBezTo>
                  <a:pt x="1566644" y="449721"/>
                  <a:pt x="1580238" y="463315"/>
                  <a:pt x="1580238" y="480084"/>
                </a:cubicBezTo>
                <a:cubicBezTo>
                  <a:pt x="1580238" y="496854"/>
                  <a:pt x="1566644" y="510448"/>
                  <a:pt x="1549874" y="510448"/>
                </a:cubicBezTo>
                <a:cubicBezTo>
                  <a:pt x="1533105" y="510448"/>
                  <a:pt x="1519511" y="496854"/>
                  <a:pt x="1519511" y="480084"/>
                </a:cubicBezTo>
                <a:cubicBezTo>
                  <a:pt x="1519511" y="463315"/>
                  <a:pt x="1533105" y="449721"/>
                  <a:pt x="1549874" y="449721"/>
                </a:cubicBezTo>
                <a:close/>
                <a:moveTo>
                  <a:pt x="1477320" y="449721"/>
                </a:moveTo>
                <a:cubicBezTo>
                  <a:pt x="1494089" y="449721"/>
                  <a:pt x="1507683" y="463315"/>
                  <a:pt x="1507683" y="480084"/>
                </a:cubicBezTo>
                <a:cubicBezTo>
                  <a:pt x="1507683" y="496854"/>
                  <a:pt x="1494089" y="510448"/>
                  <a:pt x="1477320" y="510448"/>
                </a:cubicBezTo>
                <a:cubicBezTo>
                  <a:pt x="1460550" y="510448"/>
                  <a:pt x="1446956" y="496854"/>
                  <a:pt x="1446956" y="480084"/>
                </a:cubicBezTo>
                <a:cubicBezTo>
                  <a:pt x="1446956" y="463315"/>
                  <a:pt x="1460550" y="449721"/>
                  <a:pt x="1477320" y="449721"/>
                </a:cubicBezTo>
                <a:close/>
                <a:moveTo>
                  <a:pt x="1404765" y="449721"/>
                </a:moveTo>
                <a:cubicBezTo>
                  <a:pt x="1421535" y="449721"/>
                  <a:pt x="1435129" y="463315"/>
                  <a:pt x="1435129" y="480084"/>
                </a:cubicBezTo>
                <a:cubicBezTo>
                  <a:pt x="1435129" y="496854"/>
                  <a:pt x="1421535" y="510448"/>
                  <a:pt x="1404765" y="510448"/>
                </a:cubicBezTo>
                <a:cubicBezTo>
                  <a:pt x="1387996" y="510448"/>
                  <a:pt x="1374402" y="496854"/>
                  <a:pt x="1374402" y="480084"/>
                </a:cubicBezTo>
                <a:cubicBezTo>
                  <a:pt x="1374402" y="463315"/>
                  <a:pt x="1387996" y="449721"/>
                  <a:pt x="1404765" y="449721"/>
                </a:cubicBezTo>
                <a:close/>
                <a:moveTo>
                  <a:pt x="1332211" y="449721"/>
                </a:moveTo>
                <a:cubicBezTo>
                  <a:pt x="1348980" y="449721"/>
                  <a:pt x="1362574" y="463315"/>
                  <a:pt x="1362574" y="480084"/>
                </a:cubicBezTo>
                <a:cubicBezTo>
                  <a:pt x="1362574" y="496854"/>
                  <a:pt x="1348980" y="510448"/>
                  <a:pt x="1332211" y="510448"/>
                </a:cubicBezTo>
                <a:cubicBezTo>
                  <a:pt x="1315441" y="510448"/>
                  <a:pt x="1301847" y="496854"/>
                  <a:pt x="1301847" y="480084"/>
                </a:cubicBezTo>
                <a:cubicBezTo>
                  <a:pt x="1301847" y="463315"/>
                  <a:pt x="1315441" y="449721"/>
                  <a:pt x="1332211" y="449721"/>
                </a:cubicBezTo>
                <a:close/>
                <a:moveTo>
                  <a:pt x="1259656" y="449721"/>
                </a:moveTo>
                <a:cubicBezTo>
                  <a:pt x="1276426" y="449721"/>
                  <a:pt x="1290020" y="463315"/>
                  <a:pt x="1290020" y="480084"/>
                </a:cubicBezTo>
                <a:cubicBezTo>
                  <a:pt x="1290020" y="496854"/>
                  <a:pt x="1276426" y="510448"/>
                  <a:pt x="1259656" y="510448"/>
                </a:cubicBezTo>
                <a:cubicBezTo>
                  <a:pt x="1242887" y="510448"/>
                  <a:pt x="1229293" y="496854"/>
                  <a:pt x="1229293" y="480084"/>
                </a:cubicBezTo>
                <a:cubicBezTo>
                  <a:pt x="1229293" y="463315"/>
                  <a:pt x="1242887" y="449721"/>
                  <a:pt x="1259656" y="449721"/>
                </a:cubicBezTo>
                <a:close/>
                <a:moveTo>
                  <a:pt x="1187102" y="449721"/>
                </a:moveTo>
                <a:cubicBezTo>
                  <a:pt x="1203871" y="449721"/>
                  <a:pt x="1217465" y="463315"/>
                  <a:pt x="1217465" y="480084"/>
                </a:cubicBezTo>
                <a:cubicBezTo>
                  <a:pt x="1217465" y="496854"/>
                  <a:pt x="1203871" y="510448"/>
                  <a:pt x="1187102" y="510448"/>
                </a:cubicBezTo>
                <a:cubicBezTo>
                  <a:pt x="1170332" y="510448"/>
                  <a:pt x="1156738" y="496854"/>
                  <a:pt x="1156738" y="480084"/>
                </a:cubicBezTo>
                <a:cubicBezTo>
                  <a:pt x="1156738" y="463315"/>
                  <a:pt x="1170332" y="449721"/>
                  <a:pt x="1187102" y="449721"/>
                </a:cubicBezTo>
                <a:close/>
                <a:moveTo>
                  <a:pt x="1114547" y="449721"/>
                </a:moveTo>
                <a:cubicBezTo>
                  <a:pt x="1131317" y="449721"/>
                  <a:pt x="1144911" y="463315"/>
                  <a:pt x="1144911" y="480084"/>
                </a:cubicBezTo>
                <a:cubicBezTo>
                  <a:pt x="1144911" y="496854"/>
                  <a:pt x="1131317" y="510448"/>
                  <a:pt x="1114547" y="510448"/>
                </a:cubicBezTo>
                <a:cubicBezTo>
                  <a:pt x="1097778" y="510448"/>
                  <a:pt x="1084184" y="496854"/>
                  <a:pt x="1084184" y="480084"/>
                </a:cubicBezTo>
                <a:cubicBezTo>
                  <a:pt x="1084184" y="463315"/>
                  <a:pt x="1097778" y="449721"/>
                  <a:pt x="1114547" y="449721"/>
                </a:cubicBezTo>
                <a:close/>
                <a:moveTo>
                  <a:pt x="1041993" y="449721"/>
                </a:moveTo>
                <a:cubicBezTo>
                  <a:pt x="1058762" y="449721"/>
                  <a:pt x="1072356" y="463315"/>
                  <a:pt x="1072356" y="480084"/>
                </a:cubicBezTo>
                <a:cubicBezTo>
                  <a:pt x="1072356" y="496854"/>
                  <a:pt x="1058762" y="510448"/>
                  <a:pt x="1041993" y="510448"/>
                </a:cubicBezTo>
                <a:cubicBezTo>
                  <a:pt x="1025223" y="510448"/>
                  <a:pt x="1011629" y="496854"/>
                  <a:pt x="1011629" y="480084"/>
                </a:cubicBezTo>
                <a:cubicBezTo>
                  <a:pt x="1011629" y="463315"/>
                  <a:pt x="1025223" y="449721"/>
                  <a:pt x="1041993" y="449721"/>
                </a:cubicBezTo>
                <a:close/>
                <a:moveTo>
                  <a:pt x="969438" y="449721"/>
                </a:moveTo>
                <a:cubicBezTo>
                  <a:pt x="986208" y="449721"/>
                  <a:pt x="999801" y="463315"/>
                  <a:pt x="999801" y="480084"/>
                </a:cubicBezTo>
                <a:cubicBezTo>
                  <a:pt x="999801" y="496854"/>
                  <a:pt x="986208" y="510448"/>
                  <a:pt x="969438" y="510448"/>
                </a:cubicBezTo>
                <a:cubicBezTo>
                  <a:pt x="952669" y="510448"/>
                  <a:pt x="939075" y="496854"/>
                  <a:pt x="939075" y="480084"/>
                </a:cubicBezTo>
                <a:cubicBezTo>
                  <a:pt x="939075" y="463315"/>
                  <a:pt x="952669" y="449721"/>
                  <a:pt x="969438" y="449721"/>
                </a:cubicBezTo>
                <a:close/>
                <a:moveTo>
                  <a:pt x="896883" y="449721"/>
                </a:moveTo>
                <a:cubicBezTo>
                  <a:pt x="913653" y="449721"/>
                  <a:pt x="927247" y="463315"/>
                  <a:pt x="927247" y="480084"/>
                </a:cubicBezTo>
                <a:cubicBezTo>
                  <a:pt x="927247" y="496854"/>
                  <a:pt x="913653" y="510448"/>
                  <a:pt x="896883" y="510448"/>
                </a:cubicBezTo>
                <a:cubicBezTo>
                  <a:pt x="880114" y="510448"/>
                  <a:pt x="866520" y="496854"/>
                  <a:pt x="866520" y="480084"/>
                </a:cubicBezTo>
                <a:cubicBezTo>
                  <a:pt x="866520" y="463315"/>
                  <a:pt x="880114" y="449721"/>
                  <a:pt x="896883" y="449721"/>
                </a:cubicBezTo>
                <a:close/>
                <a:moveTo>
                  <a:pt x="824329" y="449721"/>
                </a:moveTo>
                <a:cubicBezTo>
                  <a:pt x="841098" y="449721"/>
                  <a:pt x="854692" y="463315"/>
                  <a:pt x="854692" y="480084"/>
                </a:cubicBezTo>
                <a:cubicBezTo>
                  <a:pt x="854692" y="496854"/>
                  <a:pt x="841098" y="510448"/>
                  <a:pt x="824329" y="510448"/>
                </a:cubicBezTo>
                <a:cubicBezTo>
                  <a:pt x="807559" y="510448"/>
                  <a:pt x="793965" y="496854"/>
                  <a:pt x="793965" y="480084"/>
                </a:cubicBezTo>
                <a:cubicBezTo>
                  <a:pt x="793965" y="463315"/>
                  <a:pt x="807559" y="449721"/>
                  <a:pt x="824329" y="449721"/>
                </a:cubicBezTo>
                <a:close/>
                <a:moveTo>
                  <a:pt x="751774" y="449721"/>
                </a:moveTo>
                <a:cubicBezTo>
                  <a:pt x="768544" y="449721"/>
                  <a:pt x="782138" y="463315"/>
                  <a:pt x="782138" y="480084"/>
                </a:cubicBezTo>
                <a:cubicBezTo>
                  <a:pt x="782138" y="496854"/>
                  <a:pt x="768544" y="510448"/>
                  <a:pt x="751774" y="510448"/>
                </a:cubicBezTo>
                <a:cubicBezTo>
                  <a:pt x="735005" y="510448"/>
                  <a:pt x="721411" y="496854"/>
                  <a:pt x="721411" y="480084"/>
                </a:cubicBezTo>
                <a:cubicBezTo>
                  <a:pt x="721411" y="463315"/>
                  <a:pt x="735005" y="449721"/>
                  <a:pt x="751774" y="449721"/>
                </a:cubicBezTo>
                <a:close/>
                <a:moveTo>
                  <a:pt x="679220" y="449721"/>
                </a:moveTo>
                <a:cubicBezTo>
                  <a:pt x="695989" y="449721"/>
                  <a:pt x="709583" y="463315"/>
                  <a:pt x="709583" y="480084"/>
                </a:cubicBezTo>
                <a:cubicBezTo>
                  <a:pt x="709583" y="496854"/>
                  <a:pt x="695989" y="510448"/>
                  <a:pt x="679220" y="510448"/>
                </a:cubicBezTo>
                <a:cubicBezTo>
                  <a:pt x="662450" y="510448"/>
                  <a:pt x="648856" y="496854"/>
                  <a:pt x="648856" y="480084"/>
                </a:cubicBezTo>
                <a:cubicBezTo>
                  <a:pt x="648856" y="463315"/>
                  <a:pt x="662450" y="449721"/>
                  <a:pt x="679220" y="449721"/>
                </a:cubicBezTo>
                <a:close/>
                <a:moveTo>
                  <a:pt x="606665" y="449721"/>
                </a:moveTo>
                <a:cubicBezTo>
                  <a:pt x="623435" y="449721"/>
                  <a:pt x="637029" y="463315"/>
                  <a:pt x="637029" y="480084"/>
                </a:cubicBezTo>
                <a:cubicBezTo>
                  <a:pt x="637029" y="496854"/>
                  <a:pt x="623435" y="510448"/>
                  <a:pt x="606665" y="510448"/>
                </a:cubicBezTo>
                <a:cubicBezTo>
                  <a:pt x="589896" y="510448"/>
                  <a:pt x="576302" y="496854"/>
                  <a:pt x="576302" y="480084"/>
                </a:cubicBezTo>
                <a:cubicBezTo>
                  <a:pt x="576302" y="463315"/>
                  <a:pt x="589896" y="449721"/>
                  <a:pt x="606665" y="449721"/>
                </a:cubicBezTo>
                <a:close/>
                <a:moveTo>
                  <a:pt x="534111" y="449721"/>
                </a:moveTo>
                <a:cubicBezTo>
                  <a:pt x="550880" y="449721"/>
                  <a:pt x="564474" y="463315"/>
                  <a:pt x="564474" y="480084"/>
                </a:cubicBezTo>
                <a:cubicBezTo>
                  <a:pt x="564474" y="496854"/>
                  <a:pt x="550880" y="510448"/>
                  <a:pt x="534111" y="510448"/>
                </a:cubicBezTo>
                <a:cubicBezTo>
                  <a:pt x="517341" y="510448"/>
                  <a:pt x="503747" y="496854"/>
                  <a:pt x="503747" y="480084"/>
                </a:cubicBezTo>
                <a:cubicBezTo>
                  <a:pt x="503747" y="463315"/>
                  <a:pt x="517341" y="449721"/>
                  <a:pt x="534111" y="449721"/>
                </a:cubicBezTo>
                <a:close/>
                <a:moveTo>
                  <a:pt x="461556" y="449721"/>
                </a:moveTo>
                <a:cubicBezTo>
                  <a:pt x="478326" y="449721"/>
                  <a:pt x="491920" y="463315"/>
                  <a:pt x="491920" y="480084"/>
                </a:cubicBezTo>
                <a:cubicBezTo>
                  <a:pt x="491920" y="496854"/>
                  <a:pt x="478326" y="510448"/>
                  <a:pt x="461556" y="510448"/>
                </a:cubicBezTo>
                <a:cubicBezTo>
                  <a:pt x="444787" y="510448"/>
                  <a:pt x="431192" y="496854"/>
                  <a:pt x="431192" y="480084"/>
                </a:cubicBezTo>
                <a:cubicBezTo>
                  <a:pt x="431192" y="463315"/>
                  <a:pt x="444787" y="449721"/>
                  <a:pt x="461556" y="449721"/>
                </a:cubicBezTo>
                <a:close/>
                <a:moveTo>
                  <a:pt x="389002" y="449721"/>
                </a:moveTo>
                <a:cubicBezTo>
                  <a:pt x="405771" y="449721"/>
                  <a:pt x="419365" y="463315"/>
                  <a:pt x="419365" y="480084"/>
                </a:cubicBezTo>
                <a:cubicBezTo>
                  <a:pt x="419365" y="496854"/>
                  <a:pt x="405771" y="510448"/>
                  <a:pt x="389002" y="510448"/>
                </a:cubicBezTo>
                <a:cubicBezTo>
                  <a:pt x="372232" y="510448"/>
                  <a:pt x="358638" y="496854"/>
                  <a:pt x="358638" y="480084"/>
                </a:cubicBezTo>
                <a:cubicBezTo>
                  <a:pt x="358638" y="463315"/>
                  <a:pt x="372232" y="449721"/>
                  <a:pt x="389002" y="449721"/>
                </a:cubicBezTo>
                <a:close/>
                <a:moveTo>
                  <a:pt x="316447" y="449721"/>
                </a:moveTo>
                <a:cubicBezTo>
                  <a:pt x="333216" y="449721"/>
                  <a:pt x="346810" y="463315"/>
                  <a:pt x="346810" y="480084"/>
                </a:cubicBezTo>
                <a:cubicBezTo>
                  <a:pt x="346810" y="496854"/>
                  <a:pt x="333216" y="510448"/>
                  <a:pt x="316447" y="510448"/>
                </a:cubicBezTo>
                <a:cubicBezTo>
                  <a:pt x="299677" y="510448"/>
                  <a:pt x="286084" y="496854"/>
                  <a:pt x="286084" y="480084"/>
                </a:cubicBezTo>
                <a:cubicBezTo>
                  <a:pt x="286084" y="463315"/>
                  <a:pt x="299677" y="449721"/>
                  <a:pt x="316447" y="449721"/>
                </a:cubicBezTo>
                <a:close/>
                <a:moveTo>
                  <a:pt x="243892" y="449721"/>
                </a:moveTo>
                <a:cubicBezTo>
                  <a:pt x="260662" y="449721"/>
                  <a:pt x="274256" y="463315"/>
                  <a:pt x="274256" y="480084"/>
                </a:cubicBezTo>
                <a:cubicBezTo>
                  <a:pt x="274256" y="496854"/>
                  <a:pt x="260662" y="510448"/>
                  <a:pt x="243892" y="510448"/>
                </a:cubicBezTo>
                <a:cubicBezTo>
                  <a:pt x="227123" y="510448"/>
                  <a:pt x="213529" y="496854"/>
                  <a:pt x="213529" y="480084"/>
                </a:cubicBezTo>
                <a:cubicBezTo>
                  <a:pt x="213529" y="463315"/>
                  <a:pt x="227123" y="449721"/>
                  <a:pt x="243892" y="449721"/>
                </a:cubicBezTo>
                <a:close/>
                <a:moveTo>
                  <a:pt x="171339" y="449721"/>
                </a:moveTo>
                <a:cubicBezTo>
                  <a:pt x="188107" y="449721"/>
                  <a:pt x="201701" y="463315"/>
                  <a:pt x="201701" y="480084"/>
                </a:cubicBezTo>
                <a:cubicBezTo>
                  <a:pt x="201701" y="496854"/>
                  <a:pt x="188107" y="510448"/>
                  <a:pt x="171339" y="510448"/>
                </a:cubicBezTo>
                <a:cubicBezTo>
                  <a:pt x="154679" y="510448"/>
                  <a:pt x="141085" y="496854"/>
                  <a:pt x="141085" y="480084"/>
                </a:cubicBezTo>
                <a:cubicBezTo>
                  <a:pt x="141085" y="463315"/>
                  <a:pt x="154679" y="449721"/>
                  <a:pt x="171339" y="449721"/>
                </a:cubicBezTo>
                <a:close/>
                <a:moveTo>
                  <a:pt x="98910" y="449721"/>
                </a:moveTo>
                <a:cubicBezTo>
                  <a:pt x="115670" y="449721"/>
                  <a:pt x="129264" y="463315"/>
                  <a:pt x="129264" y="480084"/>
                </a:cubicBezTo>
                <a:cubicBezTo>
                  <a:pt x="129264" y="496854"/>
                  <a:pt x="115670" y="510448"/>
                  <a:pt x="98910" y="510448"/>
                </a:cubicBezTo>
                <a:cubicBezTo>
                  <a:pt x="82136" y="510448"/>
                  <a:pt x="68542" y="496854"/>
                  <a:pt x="68542" y="480084"/>
                </a:cubicBezTo>
                <a:cubicBezTo>
                  <a:pt x="68542" y="463315"/>
                  <a:pt x="82136" y="449721"/>
                  <a:pt x="98910" y="449721"/>
                </a:cubicBezTo>
                <a:close/>
                <a:moveTo>
                  <a:pt x="26355" y="449721"/>
                </a:moveTo>
                <a:cubicBezTo>
                  <a:pt x="43118" y="449721"/>
                  <a:pt x="56713" y="463315"/>
                  <a:pt x="56713" y="480084"/>
                </a:cubicBezTo>
                <a:cubicBezTo>
                  <a:pt x="56713" y="496854"/>
                  <a:pt x="43118" y="510448"/>
                  <a:pt x="26355" y="510448"/>
                </a:cubicBezTo>
                <a:cubicBezTo>
                  <a:pt x="17970" y="510448"/>
                  <a:pt x="10379" y="507050"/>
                  <a:pt x="4884" y="501555"/>
                </a:cubicBezTo>
                <a:lnTo>
                  <a:pt x="0" y="489763"/>
                </a:lnTo>
                <a:lnTo>
                  <a:pt x="0" y="470405"/>
                </a:lnTo>
                <a:lnTo>
                  <a:pt x="4884" y="458614"/>
                </a:lnTo>
                <a:cubicBezTo>
                  <a:pt x="10379" y="453120"/>
                  <a:pt x="17970" y="449721"/>
                  <a:pt x="26355" y="449721"/>
                </a:cubicBezTo>
                <a:close/>
                <a:moveTo>
                  <a:pt x="1673066" y="379245"/>
                </a:moveTo>
                <a:lnTo>
                  <a:pt x="1675237" y="422266"/>
                </a:lnTo>
                <a:lnTo>
                  <a:pt x="1673514" y="421103"/>
                </a:lnTo>
                <a:cubicBezTo>
                  <a:pt x="1668019" y="415609"/>
                  <a:pt x="1664620" y="408017"/>
                  <a:pt x="1664620" y="399633"/>
                </a:cubicBezTo>
                <a:close/>
                <a:moveTo>
                  <a:pt x="1622429" y="369269"/>
                </a:moveTo>
                <a:cubicBezTo>
                  <a:pt x="1639199" y="369269"/>
                  <a:pt x="1652792" y="382864"/>
                  <a:pt x="1652792" y="399633"/>
                </a:cubicBezTo>
                <a:cubicBezTo>
                  <a:pt x="1652792" y="416402"/>
                  <a:pt x="1639199" y="429997"/>
                  <a:pt x="1622429" y="429997"/>
                </a:cubicBezTo>
                <a:cubicBezTo>
                  <a:pt x="1605659" y="429997"/>
                  <a:pt x="1592066" y="416402"/>
                  <a:pt x="1592066" y="399633"/>
                </a:cubicBezTo>
                <a:cubicBezTo>
                  <a:pt x="1592066" y="382864"/>
                  <a:pt x="1605659" y="369269"/>
                  <a:pt x="1622429" y="369269"/>
                </a:cubicBezTo>
                <a:close/>
                <a:moveTo>
                  <a:pt x="1549874" y="369269"/>
                </a:moveTo>
                <a:cubicBezTo>
                  <a:pt x="1566644" y="369269"/>
                  <a:pt x="1580238" y="382864"/>
                  <a:pt x="1580238" y="399633"/>
                </a:cubicBezTo>
                <a:cubicBezTo>
                  <a:pt x="1580238" y="416402"/>
                  <a:pt x="1566644" y="429997"/>
                  <a:pt x="1549874" y="429997"/>
                </a:cubicBezTo>
                <a:cubicBezTo>
                  <a:pt x="1533105" y="429997"/>
                  <a:pt x="1519511" y="416402"/>
                  <a:pt x="1519511" y="399633"/>
                </a:cubicBezTo>
                <a:cubicBezTo>
                  <a:pt x="1519511" y="382864"/>
                  <a:pt x="1533105" y="369269"/>
                  <a:pt x="1549874" y="369269"/>
                </a:cubicBezTo>
                <a:close/>
                <a:moveTo>
                  <a:pt x="1477320" y="369269"/>
                </a:moveTo>
                <a:cubicBezTo>
                  <a:pt x="1494089" y="369269"/>
                  <a:pt x="1507683" y="382864"/>
                  <a:pt x="1507683" y="399633"/>
                </a:cubicBezTo>
                <a:cubicBezTo>
                  <a:pt x="1507683" y="416402"/>
                  <a:pt x="1494089" y="429997"/>
                  <a:pt x="1477320" y="429997"/>
                </a:cubicBezTo>
                <a:cubicBezTo>
                  <a:pt x="1460550" y="429997"/>
                  <a:pt x="1446956" y="416402"/>
                  <a:pt x="1446956" y="399633"/>
                </a:cubicBezTo>
                <a:cubicBezTo>
                  <a:pt x="1446956" y="382864"/>
                  <a:pt x="1460550" y="369269"/>
                  <a:pt x="1477320" y="369269"/>
                </a:cubicBezTo>
                <a:close/>
                <a:moveTo>
                  <a:pt x="1404765" y="369269"/>
                </a:moveTo>
                <a:cubicBezTo>
                  <a:pt x="1421535" y="369269"/>
                  <a:pt x="1435129" y="382864"/>
                  <a:pt x="1435129" y="399633"/>
                </a:cubicBezTo>
                <a:cubicBezTo>
                  <a:pt x="1435129" y="416402"/>
                  <a:pt x="1421535" y="429997"/>
                  <a:pt x="1404765" y="429997"/>
                </a:cubicBezTo>
                <a:cubicBezTo>
                  <a:pt x="1387996" y="429997"/>
                  <a:pt x="1374402" y="416402"/>
                  <a:pt x="1374402" y="399633"/>
                </a:cubicBezTo>
                <a:cubicBezTo>
                  <a:pt x="1374402" y="382864"/>
                  <a:pt x="1387996" y="369269"/>
                  <a:pt x="1404765" y="369269"/>
                </a:cubicBezTo>
                <a:close/>
                <a:moveTo>
                  <a:pt x="1332211" y="369269"/>
                </a:moveTo>
                <a:cubicBezTo>
                  <a:pt x="1348980" y="369269"/>
                  <a:pt x="1362574" y="382864"/>
                  <a:pt x="1362574" y="399633"/>
                </a:cubicBezTo>
                <a:cubicBezTo>
                  <a:pt x="1362574" y="416402"/>
                  <a:pt x="1348980" y="429997"/>
                  <a:pt x="1332211" y="429997"/>
                </a:cubicBezTo>
                <a:cubicBezTo>
                  <a:pt x="1315441" y="429997"/>
                  <a:pt x="1301847" y="416402"/>
                  <a:pt x="1301847" y="399633"/>
                </a:cubicBezTo>
                <a:cubicBezTo>
                  <a:pt x="1301847" y="382864"/>
                  <a:pt x="1315441" y="369269"/>
                  <a:pt x="1332211" y="369269"/>
                </a:cubicBezTo>
                <a:close/>
                <a:moveTo>
                  <a:pt x="1259656" y="369269"/>
                </a:moveTo>
                <a:cubicBezTo>
                  <a:pt x="1276426" y="369269"/>
                  <a:pt x="1290020" y="382864"/>
                  <a:pt x="1290020" y="399633"/>
                </a:cubicBezTo>
                <a:cubicBezTo>
                  <a:pt x="1290020" y="416402"/>
                  <a:pt x="1276426" y="429997"/>
                  <a:pt x="1259656" y="429997"/>
                </a:cubicBezTo>
                <a:cubicBezTo>
                  <a:pt x="1242887" y="429997"/>
                  <a:pt x="1229293" y="416402"/>
                  <a:pt x="1229293" y="399633"/>
                </a:cubicBezTo>
                <a:cubicBezTo>
                  <a:pt x="1229293" y="382864"/>
                  <a:pt x="1242887" y="369269"/>
                  <a:pt x="1259656" y="369269"/>
                </a:cubicBezTo>
                <a:close/>
                <a:moveTo>
                  <a:pt x="1187102" y="369269"/>
                </a:moveTo>
                <a:cubicBezTo>
                  <a:pt x="1203871" y="369269"/>
                  <a:pt x="1217465" y="382864"/>
                  <a:pt x="1217465" y="399633"/>
                </a:cubicBezTo>
                <a:cubicBezTo>
                  <a:pt x="1217465" y="416402"/>
                  <a:pt x="1203871" y="429997"/>
                  <a:pt x="1187102" y="429997"/>
                </a:cubicBezTo>
                <a:cubicBezTo>
                  <a:pt x="1170332" y="429997"/>
                  <a:pt x="1156738" y="416402"/>
                  <a:pt x="1156738" y="399633"/>
                </a:cubicBezTo>
                <a:cubicBezTo>
                  <a:pt x="1156738" y="382864"/>
                  <a:pt x="1170332" y="369269"/>
                  <a:pt x="1187102" y="369269"/>
                </a:cubicBezTo>
                <a:close/>
                <a:moveTo>
                  <a:pt x="1114547" y="369269"/>
                </a:moveTo>
                <a:cubicBezTo>
                  <a:pt x="1131317" y="369269"/>
                  <a:pt x="1144911" y="382864"/>
                  <a:pt x="1144911" y="399633"/>
                </a:cubicBezTo>
                <a:cubicBezTo>
                  <a:pt x="1144911" y="416402"/>
                  <a:pt x="1131317" y="429997"/>
                  <a:pt x="1114547" y="429997"/>
                </a:cubicBezTo>
                <a:cubicBezTo>
                  <a:pt x="1097778" y="429997"/>
                  <a:pt x="1084184" y="416402"/>
                  <a:pt x="1084184" y="399633"/>
                </a:cubicBezTo>
                <a:cubicBezTo>
                  <a:pt x="1084184" y="382864"/>
                  <a:pt x="1097778" y="369269"/>
                  <a:pt x="1114547" y="369269"/>
                </a:cubicBezTo>
                <a:close/>
                <a:moveTo>
                  <a:pt x="1041993" y="369269"/>
                </a:moveTo>
                <a:cubicBezTo>
                  <a:pt x="1058762" y="369269"/>
                  <a:pt x="1072356" y="382864"/>
                  <a:pt x="1072356" y="399633"/>
                </a:cubicBezTo>
                <a:cubicBezTo>
                  <a:pt x="1072356" y="416402"/>
                  <a:pt x="1058762" y="429997"/>
                  <a:pt x="1041993" y="429997"/>
                </a:cubicBezTo>
                <a:cubicBezTo>
                  <a:pt x="1025223" y="429997"/>
                  <a:pt x="1011629" y="416402"/>
                  <a:pt x="1011629" y="399633"/>
                </a:cubicBezTo>
                <a:cubicBezTo>
                  <a:pt x="1011629" y="382864"/>
                  <a:pt x="1025223" y="369269"/>
                  <a:pt x="1041993" y="369269"/>
                </a:cubicBezTo>
                <a:close/>
                <a:moveTo>
                  <a:pt x="969438" y="369269"/>
                </a:moveTo>
                <a:cubicBezTo>
                  <a:pt x="986208" y="369269"/>
                  <a:pt x="999801" y="382864"/>
                  <a:pt x="999801" y="399633"/>
                </a:cubicBezTo>
                <a:cubicBezTo>
                  <a:pt x="999801" y="416402"/>
                  <a:pt x="986208" y="429997"/>
                  <a:pt x="969438" y="429997"/>
                </a:cubicBezTo>
                <a:cubicBezTo>
                  <a:pt x="952669" y="429997"/>
                  <a:pt x="939075" y="416402"/>
                  <a:pt x="939075" y="399633"/>
                </a:cubicBezTo>
                <a:cubicBezTo>
                  <a:pt x="939075" y="382864"/>
                  <a:pt x="952669" y="369269"/>
                  <a:pt x="969438" y="369269"/>
                </a:cubicBezTo>
                <a:close/>
                <a:moveTo>
                  <a:pt x="896883" y="369269"/>
                </a:moveTo>
                <a:cubicBezTo>
                  <a:pt x="913653" y="369269"/>
                  <a:pt x="927247" y="382864"/>
                  <a:pt x="927247" y="399633"/>
                </a:cubicBezTo>
                <a:cubicBezTo>
                  <a:pt x="927247" y="416402"/>
                  <a:pt x="913653" y="429997"/>
                  <a:pt x="896883" y="429997"/>
                </a:cubicBezTo>
                <a:cubicBezTo>
                  <a:pt x="880114" y="429997"/>
                  <a:pt x="866520" y="416402"/>
                  <a:pt x="866520" y="399633"/>
                </a:cubicBezTo>
                <a:cubicBezTo>
                  <a:pt x="866520" y="382864"/>
                  <a:pt x="880114" y="369269"/>
                  <a:pt x="896883" y="369269"/>
                </a:cubicBezTo>
                <a:close/>
                <a:moveTo>
                  <a:pt x="824329" y="369269"/>
                </a:moveTo>
                <a:cubicBezTo>
                  <a:pt x="841098" y="369269"/>
                  <a:pt x="854692" y="382864"/>
                  <a:pt x="854692" y="399633"/>
                </a:cubicBezTo>
                <a:cubicBezTo>
                  <a:pt x="854692" y="416402"/>
                  <a:pt x="841098" y="429997"/>
                  <a:pt x="824329" y="429997"/>
                </a:cubicBezTo>
                <a:cubicBezTo>
                  <a:pt x="807559" y="429997"/>
                  <a:pt x="793965" y="416402"/>
                  <a:pt x="793965" y="399633"/>
                </a:cubicBezTo>
                <a:cubicBezTo>
                  <a:pt x="793965" y="382864"/>
                  <a:pt x="807559" y="369269"/>
                  <a:pt x="824329" y="369269"/>
                </a:cubicBezTo>
                <a:close/>
                <a:moveTo>
                  <a:pt x="751774" y="369269"/>
                </a:moveTo>
                <a:cubicBezTo>
                  <a:pt x="768544" y="369269"/>
                  <a:pt x="782138" y="382864"/>
                  <a:pt x="782138" y="399633"/>
                </a:cubicBezTo>
                <a:cubicBezTo>
                  <a:pt x="782138" y="416402"/>
                  <a:pt x="768544" y="429997"/>
                  <a:pt x="751774" y="429997"/>
                </a:cubicBezTo>
                <a:cubicBezTo>
                  <a:pt x="735005" y="429997"/>
                  <a:pt x="721411" y="416402"/>
                  <a:pt x="721411" y="399633"/>
                </a:cubicBezTo>
                <a:cubicBezTo>
                  <a:pt x="721411" y="382864"/>
                  <a:pt x="735005" y="369269"/>
                  <a:pt x="751774" y="369269"/>
                </a:cubicBezTo>
                <a:close/>
                <a:moveTo>
                  <a:pt x="679220" y="369269"/>
                </a:moveTo>
                <a:cubicBezTo>
                  <a:pt x="695989" y="369269"/>
                  <a:pt x="709583" y="382864"/>
                  <a:pt x="709583" y="399633"/>
                </a:cubicBezTo>
                <a:cubicBezTo>
                  <a:pt x="709583" y="416402"/>
                  <a:pt x="695989" y="429997"/>
                  <a:pt x="679220" y="429997"/>
                </a:cubicBezTo>
                <a:cubicBezTo>
                  <a:pt x="662450" y="429997"/>
                  <a:pt x="648856" y="416402"/>
                  <a:pt x="648856" y="399633"/>
                </a:cubicBezTo>
                <a:cubicBezTo>
                  <a:pt x="648856" y="382864"/>
                  <a:pt x="662450" y="369269"/>
                  <a:pt x="679220" y="369269"/>
                </a:cubicBezTo>
                <a:close/>
                <a:moveTo>
                  <a:pt x="606665" y="369269"/>
                </a:moveTo>
                <a:cubicBezTo>
                  <a:pt x="623435" y="369269"/>
                  <a:pt x="637029" y="382864"/>
                  <a:pt x="637029" y="399633"/>
                </a:cubicBezTo>
                <a:cubicBezTo>
                  <a:pt x="637029" y="416402"/>
                  <a:pt x="623435" y="429997"/>
                  <a:pt x="606665" y="429997"/>
                </a:cubicBezTo>
                <a:cubicBezTo>
                  <a:pt x="589896" y="429997"/>
                  <a:pt x="576302" y="416402"/>
                  <a:pt x="576302" y="399633"/>
                </a:cubicBezTo>
                <a:cubicBezTo>
                  <a:pt x="576302" y="382864"/>
                  <a:pt x="589896" y="369269"/>
                  <a:pt x="606665" y="369269"/>
                </a:cubicBezTo>
                <a:close/>
                <a:moveTo>
                  <a:pt x="534111" y="369269"/>
                </a:moveTo>
                <a:cubicBezTo>
                  <a:pt x="550880" y="369269"/>
                  <a:pt x="564474" y="382864"/>
                  <a:pt x="564474" y="399633"/>
                </a:cubicBezTo>
                <a:cubicBezTo>
                  <a:pt x="564474" y="416402"/>
                  <a:pt x="550880" y="429997"/>
                  <a:pt x="534111" y="429997"/>
                </a:cubicBezTo>
                <a:cubicBezTo>
                  <a:pt x="517341" y="429997"/>
                  <a:pt x="503747" y="416402"/>
                  <a:pt x="503747" y="399633"/>
                </a:cubicBezTo>
                <a:cubicBezTo>
                  <a:pt x="503747" y="382864"/>
                  <a:pt x="517341" y="369269"/>
                  <a:pt x="534111" y="369269"/>
                </a:cubicBezTo>
                <a:close/>
                <a:moveTo>
                  <a:pt x="461556" y="369269"/>
                </a:moveTo>
                <a:cubicBezTo>
                  <a:pt x="478326" y="369269"/>
                  <a:pt x="491920" y="382864"/>
                  <a:pt x="491920" y="399633"/>
                </a:cubicBezTo>
                <a:cubicBezTo>
                  <a:pt x="491920" y="416402"/>
                  <a:pt x="478326" y="429997"/>
                  <a:pt x="461556" y="429997"/>
                </a:cubicBezTo>
                <a:cubicBezTo>
                  <a:pt x="444787" y="429997"/>
                  <a:pt x="431192" y="416402"/>
                  <a:pt x="431192" y="399633"/>
                </a:cubicBezTo>
                <a:cubicBezTo>
                  <a:pt x="431192" y="382864"/>
                  <a:pt x="444787" y="369269"/>
                  <a:pt x="461556" y="369269"/>
                </a:cubicBezTo>
                <a:close/>
                <a:moveTo>
                  <a:pt x="389002" y="369269"/>
                </a:moveTo>
                <a:cubicBezTo>
                  <a:pt x="405771" y="369269"/>
                  <a:pt x="419365" y="382864"/>
                  <a:pt x="419365" y="399633"/>
                </a:cubicBezTo>
                <a:cubicBezTo>
                  <a:pt x="419365" y="416402"/>
                  <a:pt x="405771" y="429997"/>
                  <a:pt x="389002" y="429997"/>
                </a:cubicBezTo>
                <a:cubicBezTo>
                  <a:pt x="372232" y="429997"/>
                  <a:pt x="358638" y="416402"/>
                  <a:pt x="358638" y="399633"/>
                </a:cubicBezTo>
                <a:cubicBezTo>
                  <a:pt x="358638" y="382864"/>
                  <a:pt x="372232" y="369269"/>
                  <a:pt x="389002" y="369269"/>
                </a:cubicBezTo>
                <a:close/>
                <a:moveTo>
                  <a:pt x="316447" y="369269"/>
                </a:moveTo>
                <a:cubicBezTo>
                  <a:pt x="333216" y="369269"/>
                  <a:pt x="346810" y="382864"/>
                  <a:pt x="346810" y="399633"/>
                </a:cubicBezTo>
                <a:cubicBezTo>
                  <a:pt x="346810" y="416402"/>
                  <a:pt x="333216" y="429997"/>
                  <a:pt x="316447" y="429997"/>
                </a:cubicBezTo>
                <a:cubicBezTo>
                  <a:pt x="299677" y="429997"/>
                  <a:pt x="286084" y="416402"/>
                  <a:pt x="286084" y="399633"/>
                </a:cubicBezTo>
                <a:cubicBezTo>
                  <a:pt x="286084" y="382864"/>
                  <a:pt x="299677" y="369269"/>
                  <a:pt x="316447" y="369269"/>
                </a:cubicBezTo>
                <a:close/>
                <a:moveTo>
                  <a:pt x="243892" y="369269"/>
                </a:moveTo>
                <a:cubicBezTo>
                  <a:pt x="260662" y="369269"/>
                  <a:pt x="274256" y="382864"/>
                  <a:pt x="274256" y="399633"/>
                </a:cubicBezTo>
                <a:cubicBezTo>
                  <a:pt x="274256" y="416402"/>
                  <a:pt x="260662" y="429997"/>
                  <a:pt x="243892" y="429997"/>
                </a:cubicBezTo>
                <a:cubicBezTo>
                  <a:pt x="227123" y="429997"/>
                  <a:pt x="213529" y="416402"/>
                  <a:pt x="213529" y="399633"/>
                </a:cubicBezTo>
                <a:cubicBezTo>
                  <a:pt x="213529" y="382864"/>
                  <a:pt x="227123" y="369269"/>
                  <a:pt x="243892" y="369269"/>
                </a:cubicBezTo>
                <a:close/>
                <a:moveTo>
                  <a:pt x="171339" y="369269"/>
                </a:moveTo>
                <a:cubicBezTo>
                  <a:pt x="188107" y="369269"/>
                  <a:pt x="201701" y="382864"/>
                  <a:pt x="201701" y="399633"/>
                </a:cubicBezTo>
                <a:cubicBezTo>
                  <a:pt x="201701" y="416402"/>
                  <a:pt x="188107" y="429997"/>
                  <a:pt x="171339" y="429997"/>
                </a:cubicBezTo>
                <a:cubicBezTo>
                  <a:pt x="154685" y="429997"/>
                  <a:pt x="141090" y="416402"/>
                  <a:pt x="141090" y="399633"/>
                </a:cubicBezTo>
                <a:cubicBezTo>
                  <a:pt x="141090" y="382864"/>
                  <a:pt x="154685" y="369269"/>
                  <a:pt x="171339" y="369269"/>
                </a:cubicBezTo>
                <a:close/>
                <a:moveTo>
                  <a:pt x="98917" y="369269"/>
                </a:moveTo>
                <a:cubicBezTo>
                  <a:pt x="115677" y="369269"/>
                  <a:pt x="129270" y="382864"/>
                  <a:pt x="129270" y="399633"/>
                </a:cubicBezTo>
                <a:cubicBezTo>
                  <a:pt x="129270" y="416402"/>
                  <a:pt x="115677" y="429997"/>
                  <a:pt x="98917" y="429997"/>
                </a:cubicBezTo>
                <a:cubicBezTo>
                  <a:pt x="82143" y="429997"/>
                  <a:pt x="68549" y="416402"/>
                  <a:pt x="68549" y="399633"/>
                </a:cubicBezTo>
                <a:cubicBezTo>
                  <a:pt x="68549" y="382864"/>
                  <a:pt x="82143" y="369269"/>
                  <a:pt x="98917" y="369269"/>
                </a:cubicBezTo>
                <a:close/>
                <a:moveTo>
                  <a:pt x="26362" y="369269"/>
                </a:moveTo>
                <a:cubicBezTo>
                  <a:pt x="43124" y="369269"/>
                  <a:pt x="56719" y="382864"/>
                  <a:pt x="56719" y="399633"/>
                </a:cubicBezTo>
                <a:cubicBezTo>
                  <a:pt x="56719" y="416402"/>
                  <a:pt x="43124" y="429997"/>
                  <a:pt x="26362" y="429997"/>
                </a:cubicBezTo>
                <a:cubicBezTo>
                  <a:pt x="17976" y="429997"/>
                  <a:pt x="10385" y="426598"/>
                  <a:pt x="4890" y="421103"/>
                </a:cubicBezTo>
                <a:lnTo>
                  <a:pt x="0" y="409299"/>
                </a:lnTo>
                <a:lnTo>
                  <a:pt x="0" y="389967"/>
                </a:lnTo>
                <a:lnTo>
                  <a:pt x="4890" y="378163"/>
                </a:lnTo>
                <a:cubicBezTo>
                  <a:pt x="10385" y="372668"/>
                  <a:pt x="17976" y="369269"/>
                  <a:pt x="26362" y="369269"/>
                </a:cubicBezTo>
                <a:close/>
                <a:moveTo>
                  <a:pt x="1669444" y="307535"/>
                </a:moveTo>
                <a:lnTo>
                  <a:pt x="1670784" y="334061"/>
                </a:lnTo>
                <a:lnTo>
                  <a:pt x="1664620" y="319181"/>
                </a:lnTo>
                <a:close/>
                <a:moveTo>
                  <a:pt x="1622429" y="288818"/>
                </a:moveTo>
                <a:cubicBezTo>
                  <a:pt x="1639199" y="288818"/>
                  <a:pt x="1652792" y="302412"/>
                  <a:pt x="1652792" y="319181"/>
                </a:cubicBezTo>
                <a:cubicBezTo>
                  <a:pt x="1652792" y="335950"/>
                  <a:pt x="1639199" y="349545"/>
                  <a:pt x="1622429" y="349545"/>
                </a:cubicBezTo>
                <a:cubicBezTo>
                  <a:pt x="1605659" y="349545"/>
                  <a:pt x="1592066" y="335950"/>
                  <a:pt x="1592066" y="319181"/>
                </a:cubicBezTo>
                <a:cubicBezTo>
                  <a:pt x="1592066" y="302412"/>
                  <a:pt x="1605659" y="288818"/>
                  <a:pt x="1622429" y="288818"/>
                </a:cubicBezTo>
                <a:close/>
                <a:moveTo>
                  <a:pt x="1549874" y="288818"/>
                </a:moveTo>
                <a:cubicBezTo>
                  <a:pt x="1566644" y="288818"/>
                  <a:pt x="1580238" y="302412"/>
                  <a:pt x="1580238" y="319181"/>
                </a:cubicBezTo>
                <a:cubicBezTo>
                  <a:pt x="1580238" y="335950"/>
                  <a:pt x="1566644" y="349545"/>
                  <a:pt x="1549874" y="349545"/>
                </a:cubicBezTo>
                <a:cubicBezTo>
                  <a:pt x="1533105" y="349545"/>
                  <a:pt x="1519511" y="335950"/>
                  <a:pt x="1519511" y="319181"/>
                </a:cubicBezTo>
                <a:cubicBezTo>
                  <a:pt x="1519511" y="302412"/>
                  <a:pt x="1533105" y="288818"/>
                  <a:pt x="1549874" y="288818"/>
                </a:cubicBezTo>
                <a:close/>
                <a:moveTo>
                  <a:pt x="1477320" y="288818"/>
                </a:moveTo>
                <a:cubicBezTo>
                  <a:pt x="1494089" y="288818"/>
                  <a:pt x="1507683" y="302412"/>
                  <a:pt x="1507683" y="319181"/>
                </a:cubicBezTo>
                <a:cubicBezTo>
                  <a:pt x="1507683" y="335950"/>
                  <a:pt x="1494089" y="349545"/>
                  <a:pt x="1477320" y="349545"/>
                </a:cubicBezTo>
                <a:cubicBezTo>
                  <a:pt x="1460550" y="349545"/>
                  <a:pt x="1446956" y="335950"/>
                  <a:pt x="1446956" y="319181"/>
                </a:cubicBezTo>
                <a:cubicBezTo>
                  <a:pt x="1446956" y="302412"/>
                  <a:pt x="1460550" y="288818"/>
                  <a:pt x="1477320" y="288818"/>
                </a:cubicBezTo>
                <a:close/>
                <a:moveTo>
                  <a:pt x="1404765" y="288818"/>
                </a:moveTo>
                <a:cubicBezTo>
                  <a:pt x="1421535" y="288818"/>
                  <a:pt x="1435129" y="302412"/>
                  <a:pt x="1435129" y="319181"/>
                </a:cubicBezTo>
                <a:cubicBezTo>
                  <a:pt x="1435129" y="335950"/>
                  <a:pt x="1421535" y="349545"/>
                  <a:pt x="1404765" y="349545"/>
                </a:cubicBezTo>
                <a:cubicBezTo>
                  <a:pt x="1387996" y="349545"/>
                  <a:pt x="1374402" y="335950"/>
                  <a:pt x="1374402" y="319181"/>
                </a:cubicBezTo>
                <a:cubicBezTo>
                  <a:pt x="1374402" y="302412"/>
                  <a:pt x="1387996" y="288818"/>
                  <a:pt x="1404765" y="288818"/>
                </a:cubicBezTo>
                <a:close/>
                <a:moveTo>
                  <a:pt x="1332211" y="288818"/>
                </a:moveTo>
                <a:cubicBezTo>
                  <a:pt x="1348980" y="288818"/>
                  <a:pt x="1362574" y="302412"/>
                  <a:pt x="1362574" y="319181"/>
                </a:cubicBezTo>
                <a:cubicBezTo>
                  <a:pt x="1362574" y="335950"/>
                  <a:pt x="1348980" y="349545"/>
                  <a:pt x="1332211" y="349545"/>
                </a:cubicBezTo>
                <a:cubicBezTo>
                  <a:pt x="1315441" y="349545"/>
                  <a:pt x="1301847" y="335950"/>
                  <a:pt x="1301847" y="319181"/>
                </a:cubicBezTo>
                <a:cubicBezTo>
                  <a:pt x="1301847" y="302412"/>
                  <a:pt x="1315441" y="288818"/>
                  <a:pt x="1332211" y="288818"/>
                </a:cubicBezTo>
                <a:close/>
                <a:moveTo>
                  <a:pt x="1259656" y="288818"/>
                </a:moveTo>
                <a:cubicBezTo>
                  <a:pt x="1276426" y="288818"/>
                  <a:pt x="1290020" y="302412"/>
                  <a:pt x="1290020" y="319181"/>
                </a:cubicBezTo>
                <a:cubicBezTo>
                  <a:pt x="1290020" y="335950"/>
                  <a:pt x="1276426" y="349545"/>
                  <a:pt x="1259656" y="349545"/>
                </a:cubicBezTo>
                <a:cubicBezTo>
                  <a:pt x="1242887" y="349545"/>
                  <a:pt x="1229293" y="335950"/>
                  <a:pt x="1229293" y="319181"/>
                </a:cubicBezTo>
                <a:cubicBezTo>
                  <a:pt x="1229293" y="302412"/>
                  <a:pt x="1242887" y="288818"/>
                  <a:pt x="1259656" y="288818"/>
                </a:cubicBezTo>
                <a:close/>
                <a:moveTo>
                  <a:pt x="1187102" y="288818"/>
                </a:moveTo>
                <a:cubicBezTo>
                  <a:pt x="1203871" y="288818"/>
                  <a:pt x="1217465" y="302412"/>
                  <a:pt x="1217465" y="319181"/>
                </a:cubicBezTo>
                <a:cubicBezTo>
                  <a:pt x="1217465" y="335950"/>
                  <a:pt x="1203871" y="349545"/>
                  <a:pt x="1187102" y="349545"/>
                </a:cubicBezTo>
                <a:cubicBezTo>
                  <a:pt x="1170332" y="349545"/>
                  <a:pt x="1156738" y="335950"/>
                  <a:pt x="1156738" y="319181"/>
                </a:cubicBezTo>
                <a:cubicBezTo>
                  <a:pt x="1156738" y="302412"/>
                  <a:pt x="1170332" y="288818"/>
                  <a:pt x="1187102" y="288818"/>
                </a:cubicBezTo>
                <a:close/>
                <a:moveTo>
                  <a:pt x="1114547" y="288818"/>
                </a:moveTo>
                <a:cubicBezTo>
                  <a:pt x="1131317" y="288818"/>
                  <a:pt x="1144911" y="302412"/>
                  <a:pt x="1144911" y="319181"/>
                </a:cubicBezTo>
                <a:cubicBezTo>
                  <a:pt x="1144911" y="335950"/>
                  <a:pt x="1131317" y="349545"/>
                  <a:pt x="1114547" y="349545"/>
                </a:cubicBezTo>
                <a:cubicBezTo>
                  <a:pt x="1097778" y="349545"/>
                  <a:pt x="1084184" y="335950"/>
                  <a:pt x="1084184" y="319181"/>
                </a:cubicBezTo>
                <a:cubicBezTo>
                  <a:pt x="1084184" y="302412"/>
                  <a:pt x="1097778" y="288818"/>
                  <a:pt x="1114547" y="288818"/>
                </a:cubicBezTo>
                <a:close/>
                <a:moveTo>
                  <a:pt x="1041993" y="288818"/>
                </a:moveTo>
                <a:cubicBezTo>
                  <a:pt x="1058762" y="288818"/>
                  <a:pt x="1072356" y="302412"/>
                  <a:pt x="1072356" y="319181"/>
                </a:cubicBezTo>
                <a:cubicBezTo>
                  <a:pt x="1072356" y="335950"/>
                  <a:pt x="1058762" y="349545"/>
                  <a:pt x="1041993" y="349545"/>
                </a:cubicBezTo>
                <a:cubicBezTo>
                  <a:pt x="1025223" y="349545"/>
                  <a:pt x="1011629" y="335950"/>
                  <a:pt x="1011629" y="319181"/>
                </a:cubicBezTo>
                <a:cubicBezTo>
                  <a:pt x="1011629" y="302412"/>
                  <a:pt x="1025223" y="288818"/>
                  <a:pt x="1041993" y="288818"/>
                </a:cubicBezTo>
                <a:close/>
                <a:moveTo>
                  <a:pt x="969438" y="288818"/>
                </a:moveTo>
                <a:cubicBezTo>
                  <a:pt x="986208" y="288818"/>
                  <a:pt x="999801" y="302412"/>
                  <a:pt x="999801" y="319181"/>
                </a:cubicBezTo>
                <a:cubicBezTo>
                  <a:pt x="999801" y="335950"/>
                  <a:pt x="986208" y="349545"/>
                  <a:pt x="969438" y="349545"/>
                </a:cubicBezTo>
                <a:cubicBezTo>
                  <a:pt x="952669" y="349545"/>
                  <a:pt x="939075" y="335950"/>
                  <a:pt x="939075" y="319181"/>
                </a:cubicBezTo>
                <a:cubicBezTo>
                  <a:pt x="939075" y="302412"/>
                  <a:pt x="952669" y="288818"/>
                  <a:pt x="969438" y="288818"/>
                </a:cubicBezTo>
                <a:close/>
                <a:moveTo>
                  <a:pt x="896883" y="288818"/>
                </a:moveTo>
                <a:cubicBezTo>
                  <a:pt x="913653" y="288818"/>
                  <a:pt x="927247" y="302412"/>
                  <a:pt x="927247" y="319181"/>
                </a:cubicBezTo>
                <a:cubicBezTo>
                  <a:pt x="927247" y="335950"/>
                  <a:pt x="913653" y="349545"/>
                  <a:pt x="896883" y="349545"/>
                </a:cubicBezTo>
                <a:cubicBezTo>
                  <a:pt x="880114" y="349545"/>
                  <a:pt x="866520" y="335950"/>
                  <a:pt x="866520" y="319181"/>
                </a:cubicBezTo>
                <a:cubicBezTo>
                  <a:pt x="866520" y="302412"/>
                  <a:pt x="880114" y="288818"/>
                  <a:pt x="896883" y="288818"/>
                </a:cubicBezTo>
                <a:close/>
                <a:moveTo>
                  <a:pt x="824329" y="288818"/>
                </a:moveTo>
                <a:cubicBezTo>
                  <a:pt x="841098" y="288818"/>
                  <a:pt x="854692" y="302412"/>
                  <a:pt x="854692" y="319181"/>
                </a:cubicBezTo>
                <a:cubicBezTo>
                  <a:pt x="854692" y="335950"/>
                  <a:pt x="841098" y="349545"/>
                  <a:pt x="824329" y="349545"/>
                </a:cubicBezTo>
                <a:cubicBezTo>
                  <a:pt x="807559" y="349545"/>
                  <a:pt x="793965" y="335950"/>
                  <a:pt x="793965" y="319181"/>
                </a:cubicBezTo>
                <a:cubicBezTo>
                  <a:pt x="793965" y="302412"/>
                  <a:pt x="807559" y="288818"/>
                  <a:pt x="824329" y="288818"/>
                </a:cubicBezTo>
                <a:close/>
                <a:moveTo>
                  <a:pt x="751774" y="288818"/>
                </a:moveTo>
                <a:cubicBezTo>
                  <a:pt x="768544" y="288818"/>
                  <a:pt x="782138" y="302412"/>
                  <a:pt x="782138" y="319181"/>
                </a:cubicBezTo>
                <a:cubicBezTo>
                  <a:pt x="782138" y="335950"/>
                  <a:pt x="768544" y="349545"/>
                  <a:pt x="751774" y="349545"/>
                </a:cubicBezTo>
                <a:cubicBezTo>
                  <a:pt x="735005" y="349545"/>
                  <a:pt x="721411" y="335950"/>
                  <a:pt x="721411" y="319181"/>
                </a:cubicBezTo>
                <a:cubicBezTo>
                  <a:pt x="721411" y="302412"/>
                  <a:pt x="735005" y="288818"/>
                  <a:pt x="751774" y="288818"/>
                </a:cubicBezTo>
                <a:close/>
                <a:moveTo>
                  <a:pt x="679220" y="288818"/>
                </a:moveTo>
                <a:cubicBezTo>
                  <a:pt x="695989" y="288818"/>
                  <a:pt x="709583" y="302412"/>
                  <a:pt x="709583" y="319181"/>
                </a:cubicBezTo>
                <a:cubicBezTo>
                  <a:pt x="709583" y="335950"/>
                  <a:pt x="695989" y="349545"/>
                  <a:pt x="679220" y="349545"/>
                </a:cubicBezTo>
                <a:cubicBezTo>
                  <a:pt x="662450" y="349545"/>
                  <a:pt x="648856" y="335950"/>
                  <a:pt x="648856" y="319181"/>
                </a:cubicBezTo>
                <a:cubicBezTo>
                  <a:pt x="648856" y="302412"/>
                  <a:pt x="662450" y="288818"/>
                  <a:pt x="679220" y="288818"/>
                </a:cubicBezTo>
                <a:close/>
                <a:moveTo>
                  <a:pt x="606665" y="288818"/>
                </a:moveTo>
                <a:cubicBezTo>
                  <a:pt x="623435" y="288818"/>
                  <a:pt x="637029" y="302412"/>
                  <a:pt x="637029" y="319181"/>
                </a:cubicBezTo>
                <a:cubicBezTo>
                  <a:pt x="637029" y="335950"/>
                  <a:pt x="623435" y="349545"/>
                  <a:pt x="606665" y="349545"/>
                </a:cubicBezTo>
                <a:cubicBezTo>
                  <a:pt x="589896" y="349545"/>
                  <a:pt x="576302" y="335950"/>
                  <a:pt x="576302" y="319181"/>
                </a:cubicBezTo>
                <a:cubicBezTo>
                  <a:pt x="576302" y="302412"/>
                  <a:pt x="589896" y="288818"/>
                  <a:pt x="606665" y="288818"/>
                </a:cubicBezTo>
                <a:close/>
                <a:moveTo>
                  <a:pt x="534111" y="288818"/>
                </a:moveTo>
                <a:cubicBezTo>
                  <a:pt x="550880" y="288818"/>
                  <a:pt x="564474" y="302412"/>
                  <a:pt x="564474" y="319181"/>
                </a:cubicBezTo>
                <a:cubicBezTo>
                  <a:pt x="564474" y="335950"/>
                  <a:pt x="550880" y="349545"/>
                  <a:pt x="534111" y="349545"/>
                </a:cubicBezTo>
                <a:cubicBezTo>
                  <a:pt x="517341" y="349545"/>
                  <a:pt x="503747" y="335950"/>
                  <a:pt x="503747" y="319181"/>
                </a:cubicBezTo>
                <a:cubicBezTo>
                  <a:pt x="503747" y="302412"/>
                  <a:pt x="517341" y="288818"/>
                  <a:pt x="534111" y="288818"/>
                </a:cubicBezTo>
                <a:close/>
                <a:moveTo>
                  <a:pt x="461556" y="288818"/>
                </a:moveTo>
                <a:cubicBezTo>
                  <a:pt x="478326" y="288818"/>
                  <a:pt x="491920" y="302412"/>
                  <a:pt x="491920" y="319181"/>
                </a:cubicBezTo>
                <a:cubicBezTo>
                  <a:pt x="491920" y="335950"/>
                  <a:pt x="478326" y="349545"/>
                  <a:pt x="461556" y="349545"/>
                </a:cubicBezTo>
                <a:cubicBezTo>
                  <a:pt x="444787" y="349545"/>
                  <a:pt x="431192" y="335950"/>
                  <a:pt x="431192" y="319181"/>
                </a:cubicBezTo>
                <a:cubicBezTo>
                  <a:pt x="431192" y="302412"/>
                  <a:pt x="444787" y="288818"/>
                  <a:pt x="461556" y="288818"/>
                </a:cubicBezTo>
                <a:close/>
                <a:moveTo>
                  <a:pt x="389002" y="288818"/>
                </a:moveTo>
                <a:cubicBezTo>
                  <a:pt x="405771" y="288818"/>
                  <a:pt x="419365" y="302412"/>
                  <a:pt x="419365" y="319181"/>
                </a:cubicBezTo>
                <a:cubicBezTo>
                  <a:pt x="419365" y="335950"/>
                  <a:pt x="405771" y="349545"/>
                  <a:pt x="389002" y="349545"/>
                </a:cubicBezTo>
                <a:cubicBezTo>
                  <a:pt x="372232" y="349545"/>
                  <a:pt x="358638" y="335950"/>
                  <a:pt x="358638" y="319181"/>
                </a:cubicBezTo>
                <a:cubicBezTo>
                  <a:pt x="358638" y="302412"/>
                  <a:pt x="372232" y="288818"/>
                  <a:pt x="389002" y="288818"/>
                </a:cubicBezTo>
                <a:close/>
                <a:moveTo>
                  <a:pt x="316447" y="288818"/>
                </a:moveTo>
                <a:cubicBezTo>
                  <a:pt x="333216" y="288818"/>
                  <a:pt x="346810" y="302412"/>
                  <a:pt x="346810" y="319181"/>
                </a:cubicBezTo>
                <a:cubicBezTo>
                  <a:pt x="346810" y="335950"/>
                  <a:pt x="333216" y="349545"/>
                  <a:pt x="316447" y="349545"/>
                </a:cubicBezTo>
                <a:cubicBezTo>
                  <a:pt x="299677" y="349545"/>
                  <a:pt x="286084" y="335950"/>
                  <a:pt x="286084" y="319181"/>
                </a:cubicBezTo>
                <a:cubicBezTo>
                  <a:pt x="286084" y="302412"/>
                  <a:pt x="299677" y="288818"/>
                  <a:pt x="316447" y="288818"/>
                </a:cubicBezTo>
                <a:close/>
                <a:moveTo>
                  <a:pt x="243892" y="288818"/>
                </a:moveTo>
                <a:cubicBezTo>
                  <a:pt x="260662" y="288818"/>
                  <a:pt x="274256" y="302412"/>
                  <a:pt x="274256" y="319181"/>
                </a:cubicBezTo>
                <a:cubicBezTo>
                  <a:pt x="274256" y="335950"/>
                  <a:pt x="260662" y="349545"/>
                  <a:pt x="243892" y="349545"/>
                </a:cubicBezTo>
                <a:cubicBezTo>
                  <a:pt x="227123" y="349545"/>
                  <a:pt x="213529" y="335950"/>
                  <a:pt x="213529" y="319181"/>
                </a:cubicBezTo>
                <a:cubicBezTo>
                  <a:pt x="213529" y="302412"/>
                  <a:pt x="227123" y="288818"/>
                  <a:pt x="243892" y="288818"/>
                </a:cubicBezTo>
                <a:close/>
                <a:moveTo>
                  <a:pt x="171339" y="288818"/>
                </a:moveTo>
                <a:cubicBezTo>
                  <a:pt x="188107" y="288818"/>
                  <a:pt x="201701" y="302412"/>
                  <a:pt x="201701" y="319181"/>
                </a:cubicBezTo>
                <a:cubicBezTo>
                  <a:pt x="201701" y="335950"/>
                  <a:pt x="188107" y="349545"/>
                  <a:pt x="171339" y="349545"/>
                </a:cubicBezTo>
                <a:cubicBezTo>
                  <a:pt x="154691" y="349545"/>
                  <a:pt x="141096" y="335950"/>
                  <a:pt x="141096" y="319181"/>
                </a:cubicBezTo>
                <a:cubicBezTo>
                  <a:pt x="141096" y="302412"/>
                  <a:pt x="154691" y="288818"/>
                  <a:pt x="171339" y="288818"/>
                </a:cubicBezTo>
                <a:close/>
                <a:moveTo>
                  <a:pt x="98923" y="288818"/>
                </a:moveTo>
                <a:cubicBezTo>
                  <a:pt x="115682" y="288818"/>
                  <a:pt x="129276" y="302412"/>
                  <a:pt x="129276" y="319181"/>
                </a:cubicBezTo>
                <a:cubicBezTo>
                  <a:pt x="129276" y="335950"/>
                  <a:pt x="115682" y="349545"/>
                  <a:pt x="98923" y="349545"/>
                </a:cubicBezTo>
                <a:cubicBezTo>
                  <a:pt x="82149" y="349545"/>
                  <a:pt x="68554" y="335950"/>
                  <a:pt x="68554" y="319181"/>
                </a:cubicBezTo>
                <a:cubicBezTo>
                  <a:pt x="68554" y="302412"/>
                  <a:pt x="82149" y="288818"/>
                  <a:pt x="98923" y="288818"/>
                </a:cubicBezTo>
                <a:close/>
                <a:moveTo>
                  <a:pt x="26368" y="288818"/>
                </a:moveTo>
                <a:cubicBezTo>
                  <a:pt x="43131" y="288818"/>
                  <a:pt x="56725" y="302412"/>
                  <a:pt x="56725" y="319181"/>
                </a:cubicBezTo>
                <a:cubicBezTo>
                  <a:pt x="56725" y="335950"/>
                  <a:pt x="43131" y="349545"/>
                  <a:pt x="26368" y="349545"/>
                </a:cubicBezTo>
                <a:cubicBezTo>
                  <a:pt x="17983" y="349545"/>
                  <a:pt x="10391" y="346146"/>
                  <a:pt x="4896" y="340651"/>
                </a:cubicBezTo>
                <a:lnTo>
                  <a:pt x="0" y="328831"/>
                </a:lnTo>
                <a:lnTo>
                  <a:pt x="0" y="309532"/>
                </a:lnTo>
                <a:lnTo>
                  <a:pt x="4896" y="297711"/>
                </a:lnTo>
                <a:cubicBezTo>
                  <a:pt x="10391" y="292217"/>
                  <a:pt x="17983" y="288818"/>
                  <a:pt x="26368" y="288818"/>
                </a:cubicBezTo>
                <a:close/>
                <a:moveTo>
                  <a:pt x="1622429" y="208366"/>
                </a:moveTo>
                <a:cubicBezTo>
                  <a:pt x="1639199" y="208366"/>
                  <a:pt x="1652792" y="221960"/>
                  <a:pt x="1652792" y="238729"/>
                </a:cubicBezTo>
                <a:cubicBezTo>
                  <a:pt x="1652792" y="255499"/>
                  <a:pt x="1639199" y="269093"/>
                  <a:pt x="1622429" y="269093"/>
                </a:cubicBezTo>
                <a:cubicBezTo>
                  <a:pt x="1605659" y="269093"/>
                  <a:pt x="1592066" y="255499"/>
                  <a:pt x="1592066" y="238729"/>
                </a:cubicBezTo>
                <a:cubicBezTo>
                  <a:pt x="1592066" y="221960"/>
                  <a:pt x="1605659" y="208366"/>
                  <a:pt x="1622429" y="208366"/>
                </a:cubicBezTo>
                <a:close/>
                <a:moveTo>
                  <a:pt x="1549874" y="208366"/>
                </a:moveTo>
                <a:cubicBezTo>
                  <a:pt x="1566644" y="208366"/>
                  <a:pt x="1580238" y="221960"/>
                  <a:pt x="1580238" y="238729"/>
                </a:cubicBezTo>
                <a:cubicBezTo>
                  <a:pt x="1580238" y="255499"/>
                  <a:pt x="1566644" y="269093"/>
                  <a:pt x="1549874" y="269093"/>
                </a:cubicBezTo>
                <a:cubicBezTo>
                  <a:pt x="1533105" y="269093"/>
                  <a:pt x="1519511" y="255499"/>
                  <a:pt x="1519511" y="238729"/>
                </a:cubicBezTo>
                <a:cubicBezTo>
                  <a:pt x="1519511" y="221960"/>
                  <a:pt x="1533105" y="208366"/>
                  <a:pt x="1549874" y="208366"/>
                </a:cubicBezTo>
                <a:close/>
                <a:moveTo>
                  <a:pt x="1477320" y="208366"/>
                </a:moveTo>
                <a:cubicBezTo>
                  <a:pt x="1494089" y="208366"/>
                  <a:pt x="1507683" y="221960"/>
                  <a:pt x="1507683" y="238729"/>
                </a:cubicBezTo>
                <a:cubicBezTo>
                  <a:pt x="1507683" y="255499"/>
                  <a:pt x="1494089" y="269093"/>
                  <a:pt x="1477320" y="269093"/>
                </a:cubicBezTo>
                <a:cubicBezTo>
                  <a:pt x="1460550" y="269093"/>
                  <a:pt x="1446956" y="255499"/>
                  <a:pt x="1446956" y="238729"/>
                </a:cubicBezTo>
                <a:cubicBezTo>
                  <a:pt x="1446956" y="221960"/>
                  <a:pt x="1460550" y="208366"/>
                  <a:pt x="1477320" y="208366"/>
                </a:cubicBezTo>
                <a:close/>
                <a:moveTo>
                  <a:pt x="1404765" y="208366"/>
                </a:moveTo>
                <a:cubicBezTo>
                  <a:pt x="1421535" y="208366"/>
                  <a:pt x="1435129" y="221960"/>
                  <a:pt x="1435129" y="238729"/>
                </a:cubicBezTo>
                <a:cubicBezTo>
                  <a:pt x="1435129" y="255499"/>
                  <a:pt x="1421535" y="269093"/>
                  <a:pt x="1404765" y="269093"/>
                </a:cubicBezTo>
                <a:cubicBezTo>
                  <a:pt x="1387996" y="269093"/>
                  <a:pt x="1374402" y="255499"/>
                  <a:pt x="1374402" y="238729"/>
                </a:cubicBezTo>
                <a:cubicBezTo>
                  <a:pt x="1374402" y="221960"/>
                  <a:pt x="1387996" y="208366"/>
                  <a:pt x="1404765" y="208366"/>
                </a:cubicBezTo>
                <a:close/>
                <a:moveTo>
                  <a:pt x="1332211" y="208366"/>
                </a:moveTo>
                <a:cubicBezTo>
                  <a:pt x="1348980" y="208366"/>
                  <a:pt x="1362574" y="221960"/>
                  <a:pt x="1362574" y="238729"/>
                </a:cubicBezTo>
                <a:cubicBezTo>
                  <a:pt x="1362574" y="255499"/>
                  <a:pt x="1348980" y="269093"/>
                  <a:pt x="1332211" y="269093"/>
                </a:cubicBezTo>
                <a:cubicBezTo>
                  <a:pt x="1315441" y="269093"/>
                  <a:pt x="1301847" y="255499"/>
                  <a:pt x="1301847" y="238729"/>
                </a:cubicBezTo>
                <a:cubicBezTo>
                  <a:pt x="1301847" y="221960"/>
                  <a:pt x="1315441" y="208366"/>
                  <a:pt x="1332211" y="208366"/>
                </a:cubicBezTo>
                <a:close/>
                <a:moveTo>
                  <a:pt x="1259656" y="208366"/>
                </a:moveTo>
                <a:cubicBezTo>
                  <a:pt x="1276426" y="208366"/>
                  <a:pt x="1290020" y="221960"/>
                  <a:pt x="1290020" y="238729"/>
                </a:cubicBezTo>
                <a:cubicBezTo>
                  <a:pt x="1290020" y="255499"/>
                  <a:pt x="1276426" y="269093"/>
                  <a:pt x="1259656" y="269093"/>
                </a:cubicBezTo>
                <a:cubicBezTo>
                  <a:pt x="1242887" y="269093"/>
                  <a:pt x="1229293" y="255499"/>
                  <a:pt x="1229293" y="238729"/>
                </a:cubicBezTo>
                <a:cubicBezTo>
                  <a:pt x="1229293" y="221960"/>
                  <a:pt x="1242887" y="208366"/>
                  <a:pt x="1259656" y="208366"/>
                </a:cubicBezTo>
                <a:close/>
                <a:moveTo>
                  <a:pt x="1187102" y="208366"/>
                </a:moveTo>
                <a:cubicBezTo>
                  <a:pt x="1203871" y="208366"/>
                  <a:pt x="1217465" y="221960"/>
                  <a:pt x="1217465" y="238729"/>
                </a:cubicBezTo>
                <a:cubicBezTo>
                  <a:pt x="1217465" y="255499"/>
                  <a:pt x="1203871" y="269093"/>
                  <a:pt x="1187102" y="269093"/>
                </a:cubicBezTo>
                <a:cubicBezTo>
                  <a:pt x="1170332" y="269093"/>
                  <a:pt x="1156738" y="255499"/>
                  <a:pt x="1156738" y="238729"/>
                </a:cubicBezTo>
                <a:cubicBezTo>
                  <a:pt x="1156738" y="221960"/>
                  <a:pt x="1170332" y="208366"/>
                  <a:pt x="1187102" y="208366"/>
                </a:cubicBezTo>
                <a:close/>
                <a:moveTo>
                  <a:pt x="1114547" y="208366"/>
                </a:moveTo>
                <a:cubicBezTo>
                  <a:pt x="1131317" y="208366"/>
                  <a:pt x="1144911" y="221960"/>
                  <a:pt x="1144911" y="238729"/>
                </a:cubicBezTo>
                <a:cubicBezTo>
                  <a:pt x="1144911" y="255499"/>
                  <a:pt x="1131317" y="269093"/>
                  <a:pt x="1114547" y="269093"/>
                </a:cubicBezTo>
                <a:cubicBezTo>
                  <a:pt x="1097778" y="269093"/>
                  <a:pt x="1084184" y="255499"/>
                  <a:pt x="1084184" y="238729"/>
                </a:cubicBezTo>
                <a:cubicBezTo>
                  <a:pt x="1084184" y="221960"/>
                  <a:pt x="1097778" y="208366"/>
                  <a:pt x="1114547" y="208366"/>
                </a:cubicBezTo>
                <a:close/>
                <a:moveTo>
                  <a:pt x="1041993" y="208366"/>
                </a:moveTo>
                <a:cubicBezTo>
                  <a:pt x="1058762" y="208366"/>
                  <a:pt x="1072356" y="221960"/>
                  <a:pt x="1072356" y="238729"/>
                </a:cubicBezTo>
                <a:cubicBezTo>
                  <a:pt x="1072356" y="255499"/>
                  <a:pt x="1058762" y="269093"/>
                  <a:pt x="1041993" y="269093"/>
                </a:cubicBezTo>
                <a:cubicBezTo>
                  <a:pt x="1025223" y="269093"/>
                  <a:pt x="1011629" y="255499"/>
                  <a:pt x="1011629" y="238729"/>
                </a:cubicBezTo>
                <a:cubicBezTo>
                  <a:pt x="1011629" y="221960"/>
                  <a:pt x="1025223" y="208366"/>
                  <a:pt x="1041993" y="208366"/>
                </a:cubicBezTo>
                <a:close/>
                <a:moveTo>
                  <a:pt x="969438" y="208366"/>
                </a:moveTo>
                <a:cubicBezTo>
                  <a:pt x="986208" y="208366"/>
                  <a:pt x="999801" y="221960"/>
                  <a:pt x="999801" y="238729"/>
                </a:cubicBezTo>
                <a:cubicBezTo>
                  <a:pt x="999801" y="255499"/>
                  <a:pt x="986208" y="269093"/>
                  <a:pt x="969438" y="269093"/>
                </a:cubicBezTo>
                <a:cubicBezTo>
                  <a:pt x="952669" y="269093"/>
                  <a:pt x="939075" y="255499"/>
                  <a:pt x="939075" y="238729"/>
                </a:cubicBezTo>
                <a:cubicBezTo>
                  <a:pt x="939075" y="221960"/>
                  <a:pt x="952669" y="208366"/>
                  <a:pt x="969438" y="208366"/>
                </a:cubicBezTo>
                <a:close/>
                <a:moveTo>
                  <a:pt x="896883" y="208366"/>
                </a:moveTo>
                <a:cubicBezTo>
                  <a:pt x="913653" y="208366"/>
                  <a:pt x="927247" y="221960"/>
                  <a:pt x="927247" y="238729"/>
                </a:cubicBezTo>
                <a:cubicBezTo>
                  <a:pt x="927247" y="255499"/>
                  <a:pt x="913653" y="269093"/>
                  <a:pt x="896883" y="269093"/>
                </a:cubicBezTo>
                <a:cubicBezTo>
                  <a:pt x="880114" y="269093"/>
                  <a:pt x="866520" y="255499"/>
                  <a:pt x="866520" y="238729"/>
                </a:cubicBezTo>
                <a:cubicBezTo>
                  <a:pt x="866520" y="221960"/>
                  <a:pt x="880114" y="208366"/>
                  <a:pt x="896883" y="208366"/>
                </a:cubicBezTo>
                <a:close/>
                <a:moveTo>
                  <a:pt x="824329" y="208366"/>
                </a:moveTo>
                <a:cubicBezTo>
                  <a:pt x="841098" y="208366"/>
                  <a:pt x="854692" y="221960"/>
                  <a:pt x="854692" y="238729"/>
                </a:cubicBezTo>
                <a:cubicBezTo>
                  <a:pt x="854692" y="255499"/>
                  <a:pt x="841098" y="269093"/>
                  <a:pt x="824329" y="269093"/>
                </a:cubicBezTo>
                <a:cubicBezTo>
                  <a:pt x="807559" y="269093"/>
                  <a:pt x="793965" y="255499"/>
                  <a:pt x="793965" y="238729"/>
                </a:cubicBezTo>
                <a:cubicBezTo>
                  <a:pt x="793965" y="221960"/>
                  <a:pt x="807559" y="208366"/>
                  <a:pt x="824329" y="208366"/>
                </a:cubicBezTo>
                <a:close/>
                <a:moveTo>
                  <a:pt x="751774" y="208366"/>
                </a:moveTo>
                <a:cubicBezTo>
                  <a:pt x="768544" y="208366"/>
                  <a:pt x="782138" y="221960"/>
                  <a:pt x="782138" y="238729"/>
                </a:cubicBezTo>
                <a:cubicBezTo>
                  <a:pt x="782138" y="255499"/>
                  <a:pt x="768544" y="269093"/>
                  <a:pt x="751774" y="269093"/>
                </a:cubicBezTo>
                <a:cubicBezTo>
                  <a:pt x="735005" y="269093"/>
                  <a:pt x="721411" y="255499"/>
                  <a:pt x="721411" y="238729"/>
                </a:cubicBezTo>
                <a:cubicBezTo>
                  <a:pt x="721411" y="221960"/>
                  <a:pt x="735005" y="208366"/>
                  <a:pt x="751774" y="208366"/>
                </a:cubicBezTo>
                <a:close/>
                <a:moveTo>
                  <a:pt x="679220" y="208366"/>
                </a:moveTo>
                <a:cubicBezTo>
                  <a:pt x="695989" y="208366"/>
                  <a:pt x="709583" y="221960"/>
                  <a:pt x="709583" y="238729"/>
                </a:cubicBezTo>
                <a:cubicBezTo>
                  <a:pt x="709583" y="255499"/>
                  <a:pt x="695989" y="269093"/>
                  <a:pt x="679220" y="269093"/>
                </a:cubicBezTo>
                <a:cubicBezTo>
                  <a:pt x="662450" y="269093"/>
                  <a:pt x="648856" y="255499"/>
                  <a:pt x="648856" y="238729"/>
                </a:cubicBezTo>
                <a:cubicBezTo>
                  <a:pt x="648856" y="221960"/>
                  <a:pt x="662450" y="208366"/>
                  <a:pt x="679220" y="208366"/>
                </a:cubicBezTo>
                <a:close/>
                <a:moveTo>
                  <a:pt x="606665" y="208366"/>
                </a:moveTo>
                <a:cubicBezTo>
                  <a:pt x="623435" y="208366"/>
                  <a:pt x="637029" y="221960"/>
                  <a:pt x="637029" y="238729"/>
                </a:cubicBezTo>
                <a:cubicBezTo>
                  <a:pt x="637029" y="255499"/>
                  <a:pt x="623435" y="269093"/>
                  <a:pt x="606665" y="269093"/>
                </a:cubicBezTo>
                <a:cubicBezTo>
                  <a:pt x="589896" y="269093"/>
                  <a:pt x="576302" y="255499"/>
                  <a:pt x="576302" y="238729"/>
                </a:cubicBezTo>
                <a:cubicBezTo>
                  <a:pt x="576302" y="221960"/>
                  <a:pt x="589896" y="208366"/>
                  <a:pt x="606665" y="208366"/>
                </a:cubicBezTo>
                <a:close/>
                <a:moveTo>
                  <a:pt x="534111" y="208366"/>
                </a:moveTo>
                <a:cubicBezTo>
                  <a:pt x="550880" y="208366"/>
                  <a:pt x="564474" y="221960"/>
                  <a:pt x="564474" y="238729"/>
                </a:cubicBezTo>
                <a:cubicBezTo>
                  <a:pt x="564474" y="255499"/>
                  <a:pt x="550880" y="269093"/>
                  <a:pt x="534111" y="269093"/>
                </a:cubicBezTo>
                <a:cubicBezTo>
                  <a:pt x="517341" y="269093"/>
                  <a:pt x="503747" y="255499"/>
                  <a:pt x="503747" y="238729"/>
                </a:cubicBezTo>
                <a:cubicBezTo>
                  <a:pt x="503747" y="221960"/>
                  <a:pt x="517341" y="208366"/>
                  <a:pt x="534111" y="208366"/>
                </a:cubicBezTo>
                <a:close/>
                <a:moveTo>
                  <a:pt x="461556" y="208366"/>
                </a:moveTo>
                <a:cubicBezTo>
                  <a:pt x="478326" y="208366"/>
                  <a:pt x="491920" y="221960"/>
                  <a:pt x="491920" y="238729"/>
                </a:cubicBezTo>
                <a:cubicBezTo>
                  <a:pt x="491920" y="255499"/>
                  <a:pt x="478326" y="269093"/>
                  <a:pt x="461556" y="269093"/>
                </a:cubicBezTo>
                <a:cubicBezTo>
                  <a:pt x="444787" y="269093"/>
                  <a:pt x="431192" y="255499"/>
                  <a:pt x="431192" y="238729"/>
                </a:cubicBezTo>
                <a:cubicBezTo>
                  <a:pt x="431192" y="221960"/>
                  <a:pt x="444787" y="208366"/>
                  <a:pt x="461556" y="208366"/>
                </a:cubicBezTo>
                <a:close/>
                <a:moveTo>
                  <a:pt x="389002" y="208366"/>
                </a:moveTo>
                <a:cubicBezTo>
                  <a:pt x="405771" y="208366"/>
                  <a:pt x="419365" y="221960"/>
                  <a:pt x="419365" y="238729"/>
                </a:cubicBezTo>
                <a:cubicBezTo>
                  <a:pt x="419365" y="255499"/>
                  <a:pt x="405771" y="269093"/>
                  <a:pt x="389002" y="269093"/>
                </a:cubicBezTo>
                <a:cubicBezTo>
                  <a:pt x="372232" y="269093"/>
                  <a:pt x="358638" y="255499"/>
                  <a:pt x="358638" y="238729"/>
                </a:cubicBezTo>
                <a:cubicBezTo>
                  <a:pt x="358638" y="221960"/>
                  <a:pt x="372232" y="208366"/>
                  <a:pt x="389002" y="208366"/>
                </a:cubicBezTo>
                <a:close/>
                <a:moveTo>
                  <a:pt x="316447" y="208366"/>
                </a:moveTo>
                <a:cubicBezTo>
                  <a:pt x="333216" y="208366"/>
                  <a:pt x="346810" y="221960"/>
                  <a:pt x="346810" y="238729"/>
                </a:cubicBezTo>
                <a:cubicBezTo>
                  <a:pt x="346810" y="255499"/>
                  <a:pt x="333216" y="269093"/>
                  <a:pt x="316447" y="269093"/>
                </a:cubicBezTo>
                <a:cubicBezTo>
                  <a:pt x="299677" y="269093"/>
                  <a:pt x="286084" y="255499"/>
                  <a:pt x="286084" y="238729"/>
                </a:cubicBezTo>
                <a:cubicBezTo>
                  <a:pt x="286084" y="221960"/>
                  <a:pt x="299677" y="208366"/>
                  <a:pt x="316447" y="208366"/>
                </a:cubicBezTo>
                <a:close/>
                <a:moveTo>
                  <a:pt x="243892" y="208366"/>
                </a:moveTo>
                <a:cubicBezTo>
                  <a:pt x="260662" y="208366"/>
                  <a:pt x="274256" y="221960"/>
                  <a:pt x="274256" y="238729"/>
                </a:cubicBezTo>
                <a:cubicBezTo>
                  <a:pt x="274256" y="255499"/>
                  <a:pt x="260662" y="269093"/>
                  <a:pt x="243892" y="269093"/>
                </a:cubicBezTo>
                <a:cubicBezTo>
                  <a:pt x="227123" y="269093"/>
                  <a:pt x="213529" y="255499"/>
                  <a:pt x="213529" y="238729"/>
                </a:cubicBezTo>
                <a:cubicBezTo>
                  <a:pt x="213529" y="221960"/>
                  <a:pt x="227123" y="208366"/>
                  <a:pt x="243892" y="208366"/>
                </a:cubicBezTo>
                <a:close/>
                <a:moveTo>
                  <a:pt x="171339" y="208366"/>
                </a:moveTo>
                <a:cubicBezTo>
                  <a:pt x="188107" y="208366"/>
                  <a:pt x="201701" y="221960"/>
                  <a:pt x="201701" y="238729"/>
                </a:cubicBezTo>
                <a:cubicBezTo>
                  <a:pt x="201701" y="255499"/>
                  <a:pt x="188107" y="269093"/>
                  <a:pt x="171339" y="269093"/>
                </a:cubicBezTo>
                <a:cubicBezTo>
                  <a:pt x="154697" y="269093"/>
                  <a:pt x="141102" y="255499"/>
                  <a:pt x="141102" y="238729"/>
                </a:cubicBezTo>
                <a:cubicBezTo>
                  <a:pt x="141102" y="221960"/>
                  <a:pt x="154697" y="208366"/>
                  <a:pt x="171339" y="208366"/>
                </a:cubicBezTo>
                <a:close/>
                <a:moveTo>
                  <a:pt x="98929" y="208366"/>
                </a:moveTo>
                <a:cubicBezTo>
                  <a:pt x="115688" y="208366"/>
                  <a:pt x="129282" y="221960"/>
                  <a:pt x="129282" y="238729"/>
                </a:cubicBezTo>
                <a:cubicBezTo>
                  <a:pt x="129282" y="255499"/>
                  <a:pt x="115688" y="269093"/>
                  <a:pt x="98929" y="269093"/>
                </a:cubicBezTo>
                <a:cubicBezTo>
                  <a:pt x="82155" y="269093"/>
                  <a:pt x="68561" y="255499"/>
                  <a:pt x="68561" y="238729"/>
                </a:cubicBezTo>
                <a:cubicBezTo>
                  <a:pt x="68561" y="221960"/>
                  <a:pt x="82155" y="208366"/>
                  <a:pt x="98929" y="208366"/>
                </a:cubicBezTo>
                <a:close/>
                <a:moveTo>
                  <a:pt x="26375" y="208366"/>
                </a:moveTo>
                <a:cubicBezTo>
                  <a:pt x="43137" y="208366"/>
                  <a:pt x="56732" y="221960"/>
                  <a:pt x="56732" y="238729"/>
                </a:cubicBezTo>
                <a:cubicBezTo>
                  <a:pt x="56732" y="255499"/>
                  <a:pt x="43137" y="269093"/>
                  <a:pt x="26375" y="269093"/>
                </a:cubicBezTo>
                <a:cubicBezTo>
                  <a:pt x="17989" y="269093"/>
                  <a:pt x="10398" y="265695"/>
                  <a:pt x="4903" y="260200"/>
                </a:cubicBezTo>
                <a:lnTo>
                  <a:pt x="0" y="248364"/>
                </a:lnTo>
                <a:lnTo>
                  <a:pt x="0" y="229094"/>
                </a:lnTo>
                <a:lnTo>
                  <a:pt x="4903" y="217259"/>
                </a:lnTo>
                <a:cubicBezTo>
                  <a:pt x="10398" y="211765"/>
                  <a:pt x="17989" y="208366"/>
                  <a:pt x="26375" y="208366"/>
                </a:cubicBezTo>
                <a:close/>
                <a:moveTo>
                  <a:pt x="1622429" y="127914"/>
                </a:moveTo>
                <a:cubicBezTo>
                  <a:pt x="1630814" y="127914"/>
                  <a:pt x="1638404" y="131313"/>
                  <a:pt x="1643899" y="136808"/>
                </a:cubicBezTo>
                <a:lnTo>
                  <a:pt x="1648931" y="148957"/>
                </a:lnTo>
                <a:lnTo>
                  <a:pt x="1651011" y="162579"/>
                </a:lnTo>
                <a:lnTo>
                  <a:pt x="1643899" y="179748"/>
                </a:lnTo>
                <a:cubicBezTo>
                  <a:pt x="1638404" y="185243"/>
                  <a:pt x="1630814" y="188641"/>
                  <a:pt x="1622429" y="188641"/>
                </a:cubicBezTo>
                <a:cubicBezTo>
                  <a:pt x="1605659" y="188641"/>
                  <a:pt x="1592066" y="175047"/>
                  <a:pt x="1592066" y="158278"/>
                </a:cubicBezTo>
                <a:cubicBezTo>
                  <a:pt x="1592066" y="141508"/>
                  <a:pt x="1605659" y="127914"/>
                  <a:pt x="1622429" y="127914"/>
                </a:cubicBezTo>
                <a:close/>
                <a:moveTo>
                  <a:pt x="1549874" y="127914"/>
                </a:moveTo>
                <a:cubicBezTo>
                  <a:pt x="1566644" y="127914"/>
                  <a:pt x="1580238" y="141508"/>
                  <a:pt x="1580238" y="158278"/>
                </a:cubicBezTo>
                <a:cubicBezTo>
                  <a:pt x="1580238" y="175047"/>
                  <a:pt x="1566644" y="188641"/>
                  <a:pt x="1549874" y="188641"/>
                </a:cubicBezTo>
                <a:cubicBezTo>
                  <a:pt x="1533105" y="188641"/>
                  <a:pt x="1519511" y="175047"/>
                  <a:pt x="1519511" y="158278"/>
                </a:cubicBezTo>
                <a:cubicBezTo>
                  <a:pt x="1519511" y="141508"/>
                  <a:pt x="1533105" y="127914"/>
                  <a:pt x="1549874" y="127914"/>
                </a:cubicBezTo>
                <a:close/>
                <a:moveTo>
                  <a:pt x="1477320" y="127914"/>
                </a:moveTo>
                <a:cubicBezTo>
                  <a:pt x="1494089" y="127914"/>
                  <a:pt x="1507683" y="141508"/>
                  <a:pt x="1507683" y="158278"/>
                </a:cubicBezTo>
                <a:cubicBezTo>
                  <a:pt x="1507683" y="175047"/>
                  <a:pt x="1494089" y="188641"/>
                  <a:pt x="1477320" y="188641"/>
                </a:cubicBezTo>
                <a:cubicBezTo>
                  <a:pt x="1460550" y="188641"/>
                  <a:pt x="1446956" y="175047"/>
                  <a:pt x="1446956" y="158278"/>
                </a:cubicBezTo>
                <a:cubicBezTo>
                  <a:pt x="1446956" y="141508"/>
                  <a:pt x="1460550" y="127914"/>
                  <a:pt x="1477320" y="127914"/>
                </a:cubicBezTo>
                <a:close/>
                <a:moveTo>
                  <a:pt x="1404765" y="127914"/>
                </a:moveTo>
                <a:cubicBezTo>
                  <a:pt x="1421535" y="127914"/>
                  <a:pt x="1435129" y="141508"/>
                  <a:pt x="1435129" y="158278"/>
                </a:cubicBezTo>
                <a:cubicBezTo>
                  <a:pt x="1435129" y="175047"/>
                  <a:pt x="1421535" y="188641"/>
                  <a:pt x="1404765" y="188641"/>
                </a:cubicBezTo>
                <a:cubicBezTo>
                  <a:pt x="1387996" y="188641"/>
                  <a:pt x="1374402" y="175047"/>
                  <a:pt x="1374402" y="158278"/>
                </a:cubicBezTo>
                <a:cubicBezTo>
                  <a:pt x="1374402" y="141508"/>
                  <a:pt x="1387996" y="127914"/>
                  <a:pt x="1404765" y="127914"/>
                </a:cubicBezTo>
                <a:close/>
                <a:moveTo>
                  <a:pt x="1332211" y="127914"/>
                </a:moveTo>
                <a:cubicBezTo>
                  <a:pt x="1348980" y="127914"/>
                  <a:pt x="1362574" y="141508"/>
                  <a:pt x="1362574" y="158278"/>
                </a:cubicBezTo>
                <a:cubicBezTo>
                  <a:pt x="1362574" y="175047"/>
                  <a:pt x="1348980" y="188641"/>
                  <a:pt x="1332211" y="188641"/>
                </a:cubicBezTo>
                <a:cubicBezTo>
                  <a:pt x="1315441" y="188641"/>
                  <a:pt x="1301847" y="175047"/>
                  <a:pt x="1301847" y="158278"/>
                </a:cubicBezTo>
                <a:cubicBezTo>
                  <a:pt x="1301847" y="141508"/>
                  <a:pt x="1315441" y="127914"/>
                  <a:pt x="1332211" y="127914"/>
                </a:cubicBezTo>
                <a:close/>
                <a:moveTo>
                  <a:pt x="1259656" y="127914"/>
                </a:moveTo>
                <a:cubicBezTo>
                  <a:pt x="1276426" y="127914"/>
                  <a:pt x="1290020" y="141508"/>
                  <a:pt x="1290020" y="158278"/>
                </a:cubicBezTo>
                <a:cubicBezTo>
                  <a:pt x="1290020" y="175047"/>
                  <a:pt x="1276426" y="188641"/>
                  <a:pt x="1259656" y="188641"/>
                </a:cubicBezTo>
                <a:cubicBezTo>
                  <a:pt x="1242887" y="188641"/>
                  <a:pt x="1229293" y="175047"/>
                  <a:pt x="1229293" y="158278"/>
                </a:cubicBezTo>
                <a:cubicBezTo>
                  <a:pt x="1229293" y="141508"/>
                  <a:pt x="1242887" y="127914"/>
                  <a:pt x="1259656" y="127914"/>
                </a:cubicBezTo>
                <a:close/>
                <a:moveTo>
                  <a:pt x="1187102" y="127914"/>
                </a:moveTo>
                <a:cubicBezTo>
                  <a:pt x="1203871" y="127914"/>
                  <a:pt x="1217465" y="141508"/>
                  <a:pt x="1217465" y="158278"/>
                </a:cubicBezTo>
                <a:cubicBezTo>
                  <a:pt x="1217465" y="175047"/>
                  <a:pt x="1203871" y="188641"/>
                  <a:pt x="1187102" y="188641"/>
                </a:cubicBezTo>
                <a:cubicBezTo>
                  <a:pt x="1170332" y="188641"/>
                  <a:pt x="1156738" y="175047"/>
                  <a:pt x="1156738" y="158278"/>
                </a:cubicBezTo>
                <a:cubicBezTo>
                  <a:pt x="1156738" y="141508"/>
                  <a:pt x="1170332" y="127914"/>
                  <a:pt x="1187102" y="127914"/>
                </a:cubicBezTo>
                <a:close/>
                <a:moveTo>
                  <a:pt x="1114547" y="127914"/>
                </a:moveTo>
                <a:cubicBezTo>
                  <a:pt x="1131317" y="127914"/>
                  <a:pt x="1144911" y="141508"/>
                  <a:pt x="1144911" y="158278"/>
                </a:cubicBezTo>
                <a:cubicBezTo>
                  <a:pt x="1144911" y="175047"/>
                  <a:pt x="1131317" y="188641"/>
                  <a:pt x="1114547" y="188641"/>
                </a:cubicBezTo>
                <a:cubicBezTo>
                  <a:pt x="1097778" y="188641"/>
                  <a:pt x="1084184" y="175047"/>
                  <a:pt x="1084184" y="158278"/>
                </a:cubicBezTo>
                <a:cubicBezTo>
                  <a:pt x="1084184" y="141508"/>
                  <a:pt x="1097778" y="127914"/>
                  <a:pt x="1114547" y="127914"/>
                </a:cubicBezTo>
                <a:close/>
                <a:moveTo>
                  <a:pt x="1041993" y="127914"/>
                </a:moveTo>
                <a:cubicBezTo>
                  <a:pt x="1058762" y="127914"/>
                  <a:pt x="1072356" y="141508"/>
                  <a:pt x="1072356" y="158278"/>
                </a:cubicBezTo>
                <a:cubicBezTo>
                  <a:pt x="1072356" y="175047"/>
                  <a:pt x="1058762" y="188641"/>
                  <a:pt x="1041993" y="188641"/>
                </a:cubicBezTo>
                <a:cubicBezTo>
                  <a:pt x="1025223" y="188641"/>
                  <a:pt x="1011629" y="175047"/>
                  <a:pt x="1011629" y="158278"/>
                </a:cubicBezTo>
                <a:cubicBezTo>
                  <a:pt x="1011629" y="141508"/>
                  <a:pt x="1025223" y="127914"/>
                  <a:pt x="1041993" y="127914"/>
                </a:cubicBezTo>
                <a:close/>
                <a:moveTo>
                  <a:pt x="969438" y="127914"/>
                </a:moveTo>
                <a:cubicBezTo>
                  <a:pt x="986208" y="127914"/>
                  <a:pt x="999801" y="141508"/>
                  <a:pt x="999801" y="158278"/>
                </a:cubicBezTo>
                <a:cubicBezTo>
                  <a:pt x="999801" y="175047"/>
                  <a:pt x="986208" y="188641"/>
                  <a:pt x="969438" y="188641"/>
                </a:cubicBezTo>
                <a:cubicBezTo>
                  <a:pt x="952669" y="188641"/>
                  <a:pt x="939075" y="175047"/>
                  <a:pt x="939075" y="158278"/>
                </a:cubicBezTo>
                <a:cubicBezTo>
                  <a:pt x="939075" y="141508"/>
                  <a:pt x="952669" y="127914"/>
                  <a:pt x="969438" y="127914"/>
                </a:cubicBezTo>
                <a:close/>
                <a:moveTo>
                  <a:pt x="896883" y="127914"/>
                </a:moveTo>
                <a:cubicBezTo>
                  <a:pt x="913653" y="127914"/>
                  <a:pt x="927247" y="141508"/>
                  <a:pt x="927247" y="158278"/>
                </a:cubicBezTo>
                <a:cubicBezTo>
                  <a:pt x="927247" y="175047"/>
                  <a:pt x="913653" y="188641"/>
                  <a:pt x="896883" y="188641"/>
                </a:cubicBezTo>
                <a:cubicBezTo>
                  <a:pt x="880114" y="188641"/>
                  <a:pt x="866520" y="175047"/>
                  <a:pt x="866520" y="158278"/>
                </a:cubicBezTo>
                <a:cubicBezTo>
                  <a:pt x="866520" y="141508"/>
                  <a:pt x="880114" y="127914"/>
                  <a:pt x="896883" y="127914"/>
                </a:cubicBezTo>
                <a:close/>
                <a:moveTo>
                  <a:pt x="824329" y="127914"/>
                </a:moveTo>
                <a:cubicBezTo>
                  <a:pt x="841098" y="127914"/>
                  <a:pt x="854692" y="141508"/>
                  <a:pt x="854692" y="158278"/>
                </a:cubicBezTo>
                <a:cubicBezTo>
                  <a:pt x="854692" y="175047"/>
                  <a:pt x="841098" y="188641"/>
                  <a:pt x="824329" y="188641"/>
                </a:cubicBezTo>
                <a:cubicBezTo>
                  <a:pt x="807559" y="188641"/>
                  <a:pt x="793965" y="175047"/>
                  <a:pt x="793965" y="158278"/>
                </a:cubicBezTo>
                <a:cubicBezTo>
                  <a:pt x="793965" y="141508"/>
                  <a:pt x="807559" y="127914"/>
                  <a:pt x="824329" y="127914"/>
                </a:cubicBezTo>
                <a:close/>
                <a:moveTo>
                  <a:pt x="751774" y="127914"/>
                </a:moveTo>
                <a:cubicBezTo>
                  <a:pt x="768544" y="127914"/>
                  <a:pt x="782138" y="141508"/>
                  <a:pt x="782138" y="158278"/>
                </a:cubicBezTo>
                <a:cubicBezTo>
                  <a:pt x="782138" y="175047"/>
                  <a:pt x="768544" y="188641"/>
                  <a:pt x="751774" y="188641"/>
                </a:cubicBezTo>
                <a:cubicBezTo>
                  <a:pt x="735005" y="188641"/>
                  <a:pt x="721411" y="175047"/>
                  <a:pt x="721411" y="158278"/>
                </a:cubicBezTo>
                <a:cubicBezTo>
                  <a:pt x="721411" y="141508"/>
                  <a:pt x="735005" y="127914"/>
                  <a:pt x="751774" y="127914"/>
                </a:cubicBezTo>
                <a:close/>
                <a:moveTo>
                  <a:pt x="679220" y="127914"/>
                </a:moveTo>
                <a:cubicBezTo>
                  <a:pt x="695989" y="127914"/>
                  <a:pt x="709583" y="141508"/>
                  <a:pt x="709583" y="158278"/>
                </a:cubicBezTo>
                <a:cubicBezTo>
                  <a:pt x="709583" y="175047"/>
                  <a:pt x="695989" y="188641"/>
                  <a:pt x="679220" y="188641"/>
                </a:cubicBezTo>
                <a:cubicBezTo>
                  <a:pt x="662450" y="188641"/>
                  <a:pt x="648856" y="175047"/>
                  <a:pt x="648856" y="158278"/>
                </a:cubicBezTo>
                <a:cubicBezTo>
                  <a:pt x="648856" y="141508"/>
                  <a:pt x="662450" y="127914"/>
                  <a:pt x="679220" y="127914"/>
                </a:cubicBezTo>
                <a:close/>
                <a:moveTo>
                  <a:pt x="606665" y="127914"/>
                </a:moveTo>
                <a:cubicBezTo>
                  <a:pt x="623435" y="127914"/>
                  <a:pt x="637029" y="141508"/>
                  <a:pt x="637029" y="158278"/>
                </a:cubicBezTo>
                <a:cubicBezTo>
                  <a:pt x="637029" y="175047"/>
                  <a:pt x="623435" y="188641"/>
                  <a:pt x="606665" y="188641"/>
                </a:cubicBezTo>
                <a:cubicBezTo>
                  <a:pt x="589896" y="188641"/>
                  <a:pt x="576302" y="175047"/>
                  <a:pt x="576302" y="158278"/>
                </a:cubicBezTo>
                <a:cubicBezTo>
                  <a:pt x="576302" y="141508"/>
                  <a:pt x="589896" y="127914"/>
                  <a:pt x="606665" y="127914"/>
                </a:cubicBezTo>
                <a:close/>
                <a:moveTo>
                  <a:pt x="534111" y="127914"/>
                </a:moveTo>
                <a:cubicBezTo>
                  <a:pt x="550880" y="127914"/>
                  <a:pt x="564474" y="141508"/>
                  <a:pt x="564474" y="158278"/>
                </a:cubicBezTo>
                <a:cubicBezTo>
                  <a:pt x="564474" y="175047"/>
                  <a:pt x="550880" y="188641"/>
                  <a:pt x="534111" y="188641"/>
                </a:cubicBezTo>
                <a:cubicBezTo>
                  <a:pt x="517341" y="188641"/>
                  <a:pt x="503747" y="175047"/>
                  <a:pt x="503747" y="158278"/>
                </a:cubicBezTo>
                <a:cubicBezTo>
                  <a:pt x="503747" y="141508"/>
                  <a:pt x="517341" y="127914"/>
                  <a:pt x="534111" y="127914"/>
                </a:cubicBezTo>
                <a:close/>
                <a:moveTo>
                  <a:pt x="461556" y="127914"/>
                </a:moveTo>
                <a:cubicBezTo>
                  <a:pt x="478326" y="127914"/>
                  <a:pt x="491920" y="141508"/>
                  <a:pt x="491920" y="158278"/>
                </a:cubicBezTo>
                <a:cubicBezTo>
                  <a:pt x="491920" y="175047"/>
                  <a:pt x="478326" y="188641"/>
                  <a:pt x="461556" y="188641"/>
                </a:cubicBezTo>
                <a:cubicBezTo>
                  <a:pt x="444787" y="188641"/>
                  <a:pt x="431192" y="175047"/>
                  <a:pt x="431192" y="158278"/>
                </a:cubicBezTo>
                <a:cubicBezTo>
                  <a:pt x="431192" y="141508"/>
                  <a:pt x="444787" y="127914"/>
                  <a:pt x="461556" y="127914"/>
                </a:cubicBezTo>
                <a:close/>
                <a:moveTo>
                  <a:pt x="389002" y="127914"/>
                </a:moveTo>
                <a:cubicBezTo>
                  <a:pt x="405771" y="127914"/>
                  <a:pt x="419365" y="141508"/>
                  <a:pt x="419365" y="158278"/>
                </a:cubicBezTo>
                <a:cubicBezTo>
                  <a:pt x="419365" y="175047"/>
                  <a:pt x="405771" y="188641"/>
                  <a:pt x="389002" y="188641"/>
                </a:cubicBezTo>
                <a:cubicBezTo>
                  <a:pt x="372232" y="188641"/>
                  <a:pt x="358638" y="175047"/>
                  <a:pt x="358638" y="158278"/>
                </a:cubicBezTo>
                <a:cubicBezTo>
                  <a:pt x="358638" y="141508"/>
                  <a:pt x="372232" y="127914"/>
                  <a:pt x="389002" y="127914"/>
                </a:cubicBezTo>
                <a:close/>
                <a:moveTo>
                  <a:pt x="316447" y="127914"/>
                </a:moveTo>
                <a:cubicBezTo>
                  <a:pt x="333216" y="127914"/>
                  <a:pt x="346810" y="141508"/>
                  <a:pt x="346810" y="158278"/>
                </a:cubicBezTo>
                <a:cubicBezTo>
                  <a:pt x="346810" y="175047"/>
                  <a:pt x="333216" y="188641"/>
                  <a:pt x="316447" y="188641"/>
                </a:cubicBezTo>
                <a:cubicBezTo>
                  <a:pt x="299677" y="188641"/>
                  <a:pt x="286084" y="175047"/>
                  <a:pt x="286084" y="158278"/>
                </a:cubicBezTo>
                <a:cubicBezTo>
                  <a:pt x="286084" y="141508"/>
                  <a:pt x="299677" y="127914"/>
                  <a:pt x="316447" y="127914"/>
                </a:cubicBezTo>
                <a:close/>
                <a:moveTo>
                  <a:pt x="243892" y="127914"/>
                </a:moveTo>
                <a:cubicBezTo>
                  <a:pt x="260662" y="127914"/>
                  <a:pt x="274256" y="141508"/>
                  <a:pt x="274256" y="158278"/>
                </a:cubicBezTo>
                <a:cubicBezTo>
                  <a:pt x="274256" y="175047"/>
                  <a:pt x="260662" y="188641"/>
                  <a:pt x="243892" y="188641"/>
                </a:cubicBezTo>
                <a:cubicBezTo>
                  <a:pt x="227123" y="188641"/>
                  <a:pt x="213529" y="175047"/>
                  <a:pt x="213529" y="158278"/>
                </a:cubicBezTo>
                <a:cubicBezTo>
                  <a:pt x="213529" y="141508"/>
                  <a:pt x="227123" y="127914"/>
                  <a:pt x="243892" y="127914"/>
                </a:cubicBezTo>
                <a:close/>
                <a:moveTo>
                  <a:pt x="171339" y="127914"/>
                </a:moveTo>
                <a:cubicBezTo>
                  <a:pt x="188107" y="127914"/>
                  <a:pt x="201701" y="141508"/>
                  <a:pt x="201701" y="158278"/>
                </a:cubicBezTo>
                <a:cubicBezTo>
                  <a:pt x="201701" y="175047"/>
                  <a:pt x="188107" y="188641"/>
                  <a:pt x="171339" y="188641"/>
                </a:cubicBezTo>
                <a:cubicBezTo>
                  <a:pt x="154702" y="188641"/>
                  <a:pt x="141108" y="175047"/>
                  <a:pt x="141108" y="158278"/>
                </a:cubicBezTo>
                <a:cubicBezTo>
                  <a:pt x="141108" y="141508"/>
                  <a:pt x="154702" y="127914"/>
                  <a:pt x="171339" y="127914"/>
                </a:cubicBezTo>
                <a:close/>
                <a:moveTo>
                  <a:pt x="98936" y="127914"/>
                </a:moveTo>
                <a:cubicBezTo>
                  <a:pt x="115695" y="127914"/>
                  <a:pt x="129288" y="141508"/>
                  <a:pt x="129288" y="158278"/>
                </a:cubicBezTo>
                <a:cubicBezTo>
                  <a:pt x="129288" y="175047"/>
                  <a:pt x="115695" y="188641"/>
                  <a:pt x="98936" y="188641"/>
                </a:cubicBezTo>
                <a:cubicBezTo>
                  <a:pt x="82162" y="188641"/>
                  <a:pt x="68567" y="175047"/>
                  <a:pt x="68567" y="158278"/>
                </a:cubicBezTo>
                <a:cubicBezTo>
                  <a:pt x="68567" y="141508"/>
                  <a:pt x="82162" y="127914"/>
                  <a:pt x="98936" y="127914"/>
                </a:cubicBezTo>
                <a:close/>
                <a:moveTo>
                  <a:pt x="26381" y="127914"/>
                </a:moveTo>
                <a:cubicBezTo>
                  <a:pt x="43143" y="127914"/>
                  <a:pt x="56738" y="141508"/>
                  <a:pt x="56738" y="158278"/>
                </a:cubicBezTo>
                <a:cubicBezTo>
                  <a:pt x="56738" y="175047"/>
                  <a:pt x="43143" y="188641"/>
                  <a:pt x="26381" y="188641"/>
                </a:cubicBezTo>
                <a:cubicBezTo>
                  <a:pt x="17995" y="188641"/>
                  <a:pt x="10404" y="185243"/>
                  <a:pt x="4909" y="179748"/>
                </a:cubicBezTo>
                <a:lnTo>
                  <a:pt x="0" y="167898"/>
                </a:lnTo>
                <a:lnTo>
                  <a:pt x="0" y="148658"/>
                </a:lnTo>
                <a:lnTo>
                  <a:pt x="4909" y="136807"/>
                </a:lnTo>
                <a:cubicBezTo>
                  <a:pt x="10404" y="131313"/>
                  <a:pt x="17995" y="127914"/>
                  <a:pt x="26381" y="127914"/>
                </a:cubicBezTo>
                <a:close/>
                <a:moveTo>
                  <a:pt x="1622429" y="47462"/>
                </a:moveTo>
                <a:lnTo>
                  <a:pt x="1625821" y="48147"/>
                </a:lnTo>
                <a:lnTo>
                  <a:pt x="1639701" y="102127"/>
                </a:lnTo>
                <a:lnTo>
                  <a:pt x="1634248" y="105804"/>
                </a:lnTo>
                <a:cubicBezTo>
                  <a:pt x="1630615" y="107340"/>
                  <a:pt x="1626621" y="108189"/>
                  <a:pt x="1622429" y="108189"/>
                </a:cubicBezTo>
                <a:cubicBezTo>
                  <a:pt x="1605659" y="108189"/>
                  <a:pt x="1592066" y="94595"/>
                  <a:pt x="1592066" y="77826"/>
                </a:cubicBezTo>
                <a:cubicBezTo>
                  <a:pt x="1592066" y="61056"/>
                  <a:pt x="1605659" y="47462"/>
                  <a:pt x="1622429" y="47462"/>
                </a:cubicBezTo>
                <a:close/>
                <a:moveTo>
                  <a:pt x="1549874" y="47462"/>
                </a:moveTo>
                <a:cubicBezTo>
                  <a:pt x="1566644" y="47462"/>
                  <a:pt x="1580238" y="61056"/>
                  <a:pt x="1580238" y="77826"/>
                </a:cubicBezTo>
                <a:cubicBezTo>
                  <a:pt x="1580238" y="94595"/>
                  <a:pt x="1566644" y="108189"/>
                  <a:pt x="1549874" y="108189"/>
                </a:cubicBezTo>
                <a:cubicBezTo>
                  <a:pt x="1533105" y="108189"/>
                  <a:pt x="1519511" y="94595"/>
                  <a:pt x="1519511" y="77826"/>
                </a:cubicBezTo>
                <a:cubicBezTo>
                  <a:pt x="1519511" y="61056"/>
                  <a:pt x="1533105" y="47462"/>
                  <a:pt x="1549874" y="47462"/>
                </a:cubicBezTo>
                <a:close/>
                <a:moveTo>
                  <a:pt x="1477320" y="47462"/>
                </a:moveTo>
                <a:cubicBezTo>
                  <a:pt x="1494089" y="47462"/>
                  <a:pt x="1507683" y="61056"/>
                  <a:pt x="1507683" y="77826"/>
                </a:cubicBezTo>
                <a:cubicBezTo>
                  <a:pt x="1507683" y="94595"/>
                  <a:pt x="1494089" y="108189"/>
                  <a:pt x="1477320" y="108189"/>
                </a:cubicBezTo>
                <a:cubicBezTo>
                  <a:pt x="1460550" y="108189"/>
                  <a:pt x="1446956" y="94595"/>
                  <a:pt x="1446956" y="77826"/>
                </a:cubicBezTo>
                <a:cubicBezTo>
                  <a:pt x="1446956" y="61056"/>
                  <a:pt x="1460550" y="47462"/>
                  <a:pt x="1477320" y="47462"/>
                </a:cubicBezTo>
                <a:close/>
                <a:moveTo>
                  <a:pt x="1404765" y="47462"/>
                </a:moveTo>
                <a:cubicBezTo>
                  <a:pt x="1421535" y="47462"/>
                  <a:pt x="1435129" y="61056"/>
                  <a:pt x="1435129" y="77826"/>
                </a:cubicBezTo>
                <a:cubicBezTo>
                  <a:pt x="1435129" y="94595"/>
                  <a:pt x="1421535" y="108189"/>
                  <a:pt x="1404765" y="108189"/>
                </a:cubicBezTo>
                <a:cubicBezTo>
                  <a:pt x="1387996" y="108189"/>
                  <a:pt x="1374402" y="94595"/>
                  <a:pt x="1374402" y="77826"/>
                </a:cubicBezTo>
                <a:cubicBezTo>
                  <a:pt x="1374402" y="61056"/>
                  <a:pt x="1387996" y="47462"/>
                  <a:pt x="1404765" y="47462"/>
                </a:cubicBezTo>
                <a:close/>
                <a:moveTo>
                  <a:pt x="1332211" y="47462"/>
                </a:moveTo>
                <a:cubicBezTo>
                  <a:pt x="1348980" y="47462"/>
                  <a:pt x="1362574" y="61056"/>
                  <a:pt x="1362574" y="77826"/>
                </a:cubicBezTo>
                <a:cubicBezTo>
                  <a:pt x="1362574" y="94595"/>
                  <a:pt x="1348980" y="108189"/>
                  <a:pt x="1332211" y="108189"/>
                </a:cubicBezTo>
                <a:cubicBezTo>
                  <a:pt x="1315441" y="108189"/>
                  <a:pt x="1301847" y="94595"/>
                  <a:pt x="1301847" y="77826"/>
                </a:cubicBezTo>
                <a:cubicBezTo>
                  <a:pt x="1301847" y="61056"/>
                  <a:pt x="1315441" y="47462"/>
                  <a:pt x="1332211" y="47462"/>
                </a:cubicBezTo>
                <a:close/>
                <a:moveTo>
                  <a:pt x="1259656" y="47462"/>
                </a:moveTo>
                <a:cubicBezTo>
                  <a:pt x="1276426" y="47462"/>
                  <a:pt x="1290020" y="61056"/>
                  <a:pt x="1290020" y="77826"/>
                </a:cubicBezTo>
                <a:cubicBezTo>
                  <a:pt x="1290020" y="94595"/>
                  <a:pt x="1276426" y="108189"/>
                  <a:pt x="1259656" y="108189"/>
                </a:cubicBezTo>
                <a:cubicBezTo>
                  <a:pt x="1242887" y="108189"/>
                  <a:pt x="1229293" y="94595"/>
                  <a:pt x="1229293" y="77826"/>
                </a:cubicBezTo>
                <a:cubicBezTo>
                  <a:pt x="1229293" y="61056"/>
                  <a:pt x="1242887" y="47462"/>
                  <a:pt x="1259656" y="47462"/>
                </a:cubicBezTo>
                <a:close/>
                <a:moveTo>
                  <a:pt x="1187102" y="47462"/>
                </a:moveTo>
                <a:cubicBezTo>
                  <a:pt x="1203871" y="47462"/>
                  <a:pt x="1217465" y="61056"/>
                  <a:pt x="1217465" y="77826"/>
                </a:cubicBezTo>
                <a:cubicBezTo>
                  <a:pt x="1217465" y="94595"/>
                  <a:pt x="1203871" y="108189"/>
                  <a:pt x="1187102" y="108189"/>
                </a:cubicBezTo>
                <a:cubicBezTo>
                  <a:pt x="1170332" y="108189"/>
                  <a:pt x="1156738" y="94595"/>
                  <a:pt x="1156738" y="77826"/>
                </a:cubicBezTo>
                <a:cubicBezTo>
                  <a:pt x="1156738" y="61056"/>
                  <a:pt x="1170332" y="47462"/>
                  <a:pt x="1187102" y="47462"/>
                </a:cubicBezTo>
                <a:close/>
                <a:moveTo>
                  <a:pt x="1114547" y="47462"/>
                </a:moveTo>
                <a:cubicBezTo>
                  <a:pt x="1131317" y="47462"/>
                  <a:pt x="1144911" y="61056"/>
                  <a:pt x="1144911" y="77826"/>
                </a:cubicBezTo>
                <a:cubicBezTo>
                  <a:pt x="1144911" y="94595"/>
                  <a:pt x="1131317" y="108189"/>
                  <a:pt x="1114547" y="108189"/>
                </a:cubicBezTo>
                <a:cubicBezTo>
                  <a:pt x="1097778" y="108189"/>
                  <a:pt x="1084184" y="94595"/>
                  <a:pt x="1084184" y="77826"/>
                </a:cubicBezTo>
                <a:cubicBezTo>
                  <a:pt x="1084184" y="61056"/>
                  <a:pt x="1097778" y="47462"/>
                  <a:pt x="1114547" y="47462"/>
                </a:cubicBezTo>
                <a:close/>
                <a:moveTo>
                  <a:pt x="1041993" y="47462"/>
                </a:moveTo>
                <a:cubicBezTo>
                  <a:pt x="1058762" y="47462"/>
                  <a:pt x="1072356" y="61056"/>
                  <a:pt x="1072356" y="77826"/>
                </a:cubicBezTo>
                <a:cubicBezTo>
                  <a:pt x="1072356" y="94595"/>
                  <a:pt x="1058762" y="108189"/>
                  <a:pt x="1041993" y="108189"/>
                </a:cubicBezTo>
                <a:cubicBezTo>
                  <a:pt x="1025223" y="108189"/>
                  <a:pt x="1011629" y="94595"/>
                  <a:pt x="1011629" y="77826"/>
                </a:cubicBezTo>
                <a:cubicBezTo>
                  <a:pt x="1011629" y="61056"/>
                  <a:pt x="1025223" y="47462"/>
                  <a:pt x="1041993" y="47462"/>
                </a:cubicBezTo>
                <a:close/>
                <a:moveTo>
                  <a:pt x="969438" y="47462"/>
                </a:moveTo>
                <a:cubicBezTo>
                  <a:pt x="986208" y="47462"/>
                  <a:pt x="999801" y="61056"/>
                  <a:pt x="999801" y="77826"/>
                </a:cubicBezTo>
                <a:cubicBezTo>
                  <a:pt x="999801" y="94595"/>
                  <a:pt x="986208" y="108189"/>
                  <a:pt x="969438" y="108189"/>
                </a:cubicBezTo>
                <a:cubicBezTo>
                  <a:pt x="952669" y="108189"/>
                  <a:pt x="939075" y="94595"/>
                  <a:pt x="939075" y="77826"/>
                </a:cubicBezTo>
                <a:cubicBezTo>
                  <a:pt x="939075" y="61056"/>
                  <a:pt x="952669" y="47462"/>
                  <a:pt x="969438" y="47462"/>
                </a:cubicBezTo>
                <a:close/>
                <a:moveTo>
                  <a:pt x="896883" y="47462"/>
                </a:moveTo>
                <a:cubicBezTo>
                  <a:pt x="913653" y="47462"/>
                  <a:pt x="927247" y="61056"/>
                  <a:pt x="927247" y="77826"/>
                </a:cubicBezTo>
                <a:cubicBezTo>
                  <a:pt x="927247" y="94595"/>
                  <a:pt x="913653" y="108189"/>
                  <a:pt x="896883" y="108189"/>
                </a:cubicBezTo>
                <a:cubicBezTo>
                  <a:pt x="880114" y="108189"/>
                  <a:pt x="866520" y="94595"/>
                  <a:pt x="866520" y="77826"/>
                </a:cubicBezTo>
                <a:cubicBezTo>
                  <a:pt x="866520" y="61056"/>
                  <a:pt x="880114" y="47462"/>
                  <a:pt x="896883" y="47462"/>
                </a:cubicBezTo>
                <a:close/>
                <a:moveTo>
                  <a:pt x="824329" y="47462"/>
                </a:moveTo>
                <a:cubicBezTo>
                  <a:pt x="841098" y="47462"/>
                  <a:pt x="854692" y="61056"/>
                  <a:pt x="854692" y="77826"/>
                </a:cubicBezTo>
                <a:cubicBezTo>
                  <a:pt x="854692" y="94595"/>
                  <a:pt x="841098" y="108189"/>
                  <a:pt x="824329" y="108189"/>
                </a:cubicBezTo>
                <a:cubicBezTo>
                  <a:pt x="807559" y="108189"/>
                  <a:pt x="793965" y="94595"/>
                  <a:pt x="793965" y="77826"/>
                </a:cubicBezTo>
                <a:cubicBezTo>
                  <a:pt x="793965" y="61056"/>
                  <a:pt x="807559" y="47462"/>
                  <a:pt x="824329" y="47462"/>
                </a:cubicBezTo>
                <a:close/>
                <a:moveTo>
                  <a:pt x="751774" y="47462"/>
                </a:moveTo>
                <a:cubicBezTo>
                  <a:pt x="768544" y="47462"/>
                  <a:pt x="782138" y="61056"/>
                  <a:pt x="782138" y="77826"/>
                </a:cubicBezTo>
                <a:cubicBezTo>
                  <a:pt x="782138" y="94595"/>
                  <a:pt x="768544" y="108189"/>
                  <a:pt x="751774" y="108189"/>
                </a:cubicBezTo>
                <a:cubicBezTo>
                  <a:pt x="735005" y="108189"/>
                  <a:pt x="721411" y="94595"/>
                  <a:pt x="721411" y="77826"/>
                </a:cubicBezTo>
                <a:cubicBezTo>
                  <a:pt x="721411" y="61056"/>
                  <a:pt x="735005" y="47462"/>
                  <a:pt x="751774" y="47462"/>
                </a:cubicBezTo>
                <a:close/>
                <a:moveTo>
                  <a:pt x="679220" y="47462"/>
                </a:moveTo>
                <a:cubicBezTo>
                  <a:pt x="695989" y="47462"/>
                  <a:pt x="709583" y="61056"/>
                  <a:pt x="709583" y="77826"/>
                </a:cubicBezTo>
                <a:cubicBezTo>
                  <a:pt x="709583" y="94595"/>
                  <a:pt x="695989" y="108189"/>
                  <a:pt x="679220" y="108189"/>
                </a:cubicBezTo>
                <a:cubicBezTo>
                  <a:pt x="662450" y="108189"/>
                  <a:pt x="648856" y="94595"/>
                  <a:pt x="648856" y="77826"/>
                </a:cubicBezTo>
                <a:cubicBezTo>
                  <a:pt x="648856" y="61056"/>
                  <a:pt x="662450" y="47462"/>
                  <a:pt x="679220" y="47462"/>
                </a:cubicBezTo>
                <a:close/>
                <a:moveTo>
                  <a:pt x="606665" y="47462"/>
                </a:moveTo>
                <a:cubicBezTo>
                  <a:pt x="623435" y="47462"/>
                  <a:pt x="637029" y="61056"/>
                  <a:pt x="637029" y="77826"/>
                </a:cubicBezTo>
                <a:cubicBezTo>
                  <a:pt x="637029" y="94595"/>
                  <a:pt x="623435" y="108189"/>
                  <a:pt x="606665" y="108189"/>
                </a:cubicBezTo>
                <a:cubicBezTo>
                  <a:pt x="589896" y="108189"/>
                  <a:pt x="576302" y="94595"/>
                  <a:pt x="576302" y="77826"/>
                </a:cubicBezTo>
                <a:cubicBezTo>
                  <a:pt x="576302" y="61056"/>
                  <a:pt x="589896" y="47462"/>
                  <a:pt x="606665" y="47462"/>
                </a:cubicBezTo>
                <a:close/>
                <a:moveTo>
                  <a:pt x="534111" y="47462"/>
                </a:moveTo>
                <a:cubicBezTo>
                  <a:pt x="550880" y="47462"/>
                  <a:pt x="564474" y="61056"/>
                  <a:pt x="564474" y="77826"/>
                </a:cubicBezTo>
                <a:cubicBezTo>
                  <a:pt x="564474" y="94595"/>
                  <a:pt x="550880" y="108189"/>
                  <a:pt x="534111" y="108189"/>
                </a:cubicBezTo>
                <a:cubicBezTo>
                  <a:pt x="517341" y="108189"/>
                  <a:pt x="503747" y="94595"/>
                  <a:pt x="503747" y="77826"/>
                </a:cubicBezTo>
                <a:cubicBezTo>
                  <a:pt x="503747" y="61056"/>
                  <a:pt x="517341" y="47462"/>
                  <a:pt x="534111" y="47462"/>
                </a:cubicBezTo>
                <a:close/>
                <a:moveTo>
                  <a:pt x="461556" y="47462"/>
                </a:moveTo>
                <a:cubicBezTo>
                  <a:pt x="478326" y="47462"/>
                  <a:pt x="491920" y="61056"/>
                  <a:pt x="491920" y="77826"/>
                </a:cubicBezTo>
                <a:cubicBezTo>
                  <a:pt x="491920" y="94595"/>
                  <a:pt x="478326" y="108189"/>
                  <a:pt x="461556" y="108189"/>
                </a:cubicBezTo>
                <a:cubicBezTo>
                  <a:pt x="444787" y="108189"/>
                  <a:pt x="431192" y="94595"/>
                  <a:pt x="431192" y="77826"/>
                </a:cubicBezTo>
                <a:cubicBezTo>
                  <a:pt x="431192" y="61056"/>
                  <a:pt x="444787" y="47462"/>
                  <a:pt x="461556" y="47462"/>
                </a:cubicBezTo>
                <a:close/>
                <a:moveTo>
                  <a:pt x="389002" y="47462"/>
                </a:moveTo>
                <a:cubicBezTo>
                  <a:pt x="405771" y="47462"/>
                  <a:pt x="419365" y="61056"/>
                  <a:pt x="419365" y="77826"/>
                </a:cubicBezTo>
                <a:cubicBezTo>
                  <a:pt x="419365" y="94595"/>
                  <a:pt x="405771" y="108189"/>
                  <a:pt x="389002" y="108189"/>
                </a:cubicBezTo>
                <a:cubicBezTo>
                  <a:pt x="372232" y="108189"/>
                  <a:pt x="358638" y="94595"/>
                  <a:pt x="358638" y="77826"/>
                </a:cubicBezTo>
                <a:cubicBezTo>
                  <a:pt x="358638" y="61056"/>
                  <a:pt x="372232" y="47462"/>
                  <a:pt x="389002" y="47462"/>
                </a:cubicBezTo>
                <a:close/>
                <a:moveTo>
                  <a:pt x="316447" y="47462"/>
                </a:moveTo>
                <a:cubicBezTo>
                  <a:pt x="333216" y="47462"/>
                  <a:pt x="346810" y="61056"/>
                  <a:pt x="346810" y="77826"/>
                </a:cubicBezTo>
                <a:cubicBezTo>
                  <a:pt x="346810" y="94595"/>
                  <a:pt x="333216" y="108189"/>
                  <a:pt x="316447" y="108189"/>
                </a:cubicBezTo>
                <a:cubicBezTo>
                  <a:pt x="299677" y="108189"/>
                  <a:pt x="286084" y="94595"/>
                  <a:pt x="286084" y="77826"/>
                </a:cubicBezTo>
                <a:cubicBezTo>
                  <a:pt x="286084" y="61056"/>
                  <a:pt x="299677" y="47462"/>
                  <a:pt x="316447" y="47462"/>
                </a:cubicBezTo>
                <a:close/>
                <a:moveTo>
                  <a:pt x="243892" y="47462"/>
                </a:moveTo>
                <a:cubicBezTo>
                  <a:pt x="260662" y="47462"/>
                  <a:pt x="274256" y="61056"/>
                  <a:pt x="274256" y="77826"/>
                </a:cubicBezTo>
                <a:cubicBezTo>
                  <a:pt x="274256" y="94595"/>
                  <a:pt x="260662" y="108189"/>
                  <a:pt x="243892" y="108189"/>
                </a:cubicBezTo>
                <a:cubicBezTo>
                  <a:pt x="227123" y="108189"/>
                  <a:pt x="213529" y="94595"/>
                  <a:pt x="213529" y="77826"/>
                </a:cubicBezTo>
                <a:cubicBezTo>
                  <a:pt x="213529" y="61056"/>
                  <a:pt x="227123" y="47462"/>
                  <a:pt x="243892" y="47462"/>
                </a:cubicBezTo>
                <a:close/>
                <a:moveTo>
                  <a:pt x="171339" y="47462"/>
                </a:moveTo>
                <a:cubicBezTo>
                  <a:pt x="188107" y="47462"/>
                  <a:pt x="201701" y="61056"/>
                  <a:pt x="201701" y="77826"/>
                </a:cubicBezTo>
                <a:cubicBezTo>
                  <a:pt x="201701" y="94595"/>
                  <a:pt x="188107" y="108189"/>
                  <a:pt x="171339" y="108189"/>
                </a:cubicBezTo>
                <a:cubicBezTo>
                  <a:pt x="154708" y="108189"/>
                  <a:pt x="141113" y="94595"/>
                  <a:pt x="141113" y="77826"/>
                </a:cubicBezTo>
                <a:cubicBezTo>
                  <a:pt x="141113" y="61056"/>
                  <a:pt x="154708" y="47462"/>
                  <a:pt x="171339" y="47462"/>
                </a:cubicBezTo>
                <a:close/>
                <a:moveTo>
                  <a:pt x="98942" y="47462"/>
                </a:moveTo>
                <a:cubicBezTo>
                  <a:pt x="115700" y="47462"/>
                  <a:pt x="129294" y="61056"/>
                  <a:pt x="129294" y="77826"/>
                </a:cubicBezTo>
                <a:cubicBezTo>
                  <a:pt x="129294" y="94595"/>
                  <a:pt x="115700" y="108189"/>
                  <a:pt x="98942" y="108189"/>
                </a:cubicBezTo>
                <a:cubicBezTo>
                  <a:pt x="82168" y="108189"/>
                  <a:pt x="68573" y="94595"/>
                  <a:pt x="68573" y="77826"/>
                </a:cubicBezTo>
                <a:cubicBezTo>
                  <a:pt x="68573" y="61056"/>
                  <a:pt x="82168" y="47462"/>
                  <a:pt x="98942" y="47462"/>
                </a:cubicBezTo>
                <a:close/>
                <a:moveTo>
                  <a:pt x="26388" y="47462"/>
                </a:moveTo>
                <a:cubicBezTo>
                  <a:pt x="43149" y="47462"/>
                  <a:pt x="56744" y="61056"/>
                  <a:pt x="56744" y="77826"/>
                </a:cubicBezTo>
                <a:cubicBezTo>
                  <a:pt x="56744" y="94595"/>
                  <a:pt x="43149" y="108189"/>
                  <a:pt x="26388" y="108189"/>
                </a:cubicBezTo>
                <a:cubicBezTo>
                  <a:pt x="18002" y="108189"/>
                  <a:pt x="10410" y="104791"/>
                  <a:pt x="4916" y="99296"/>
                </a:cubicBezTo>
                <a:lnTo>
                  <a:pt x="0" y="87429"/>
                </a:lnTo>
                <a:lnTo>
                  <a:pt x="0" y="68222"/>
                </a:lnTo>
                <a:lnTo>
                  <a:pt x="4916" y="56355"/>
                </a:lnTo>
                <a:cubicBezTo>
                  <a:pt x="10410" y="50861"/>
                  <a:pt x="18002" y="47462"/>
                  <a:pt x="26388" y="47462"/>
                </a:cubicBezTo>
                <a:close/>
                <a:moveTo>
                  <a:pt x="1592868" y="0"/>
                </a:moveTo>
                <a:lnTo>
                  <a:pt x="1613441" y="0"/>
                </a:lnTo>
                <a:lnTo>
                  <a:pt x="1620472" y="27343"/>
                </a:lnTo>
                <a:lnTo>
                  <a:pt x="1610610" y="25352"/>
                </a:lnTo>
                <a:cubicBezTo>
                  <a:pt x="1605161" y="23047"/>
                  <a:pt x="1600525" y="19197"/>
                  <a:pt x="1597251" y="14351"/>
                </a:cubicBezTo>
                <a:close/>
                <a:moveTo>
                  <a:pt x="1520598" y="0"/>
                </a:moveTo>
                <a:lnTo>
                  <a:pt x="1579150" y="0"/>
                </a:lnTo>
                <a:lnTo>
                  <a:pt x="1571345" y="18844"/>
                </a:lnTo>
                <a:cubicBezTo>
                  <a:pt x="1565850" y="24339"/>
                  <a:pt x="1558259" y="27738"/>
                  <a:pt x="1549874" y="27738"/>
                </a:cubicBezTo>
                <a:cubicBezTo>
                  <a:pt x="1541490" y="27738"/>
                  <a:pt x="1533899" y="24339"/>
                  <a:pt x="1528404" y="18844"/>
                </a:cubicBezTo>
                <a:close/>
                <a:moveTo>
                  <a:pt x="1448044" y="0"/>
                </a:moveTo>
                <a:lnTo>
                  <a:pt x="1506596" y="0"/>
                </a:lnTo>
                <a:lnTo>
                  <a:pt x="1498790" y="18844"/>
                </a:lnTo>
                <a:cubicBezTo>
                  <a:pt x="1493295" y="24339"/>
                  <a:pt x="1485705" y="27738"/>
                  <a:pt x="1477320" y="27738"/>
                </a:cubicBezTo>
                <a:cubicBezTo>
                  <a:pt x="1468935" y="27738"/>
                  <a:pt x="1461344" y="24339"/>
                  <a:pt x="1455850" y="18844"/>
                </a:cubicBezTo>
                <a:close/>
                <a:moveTo>
                  <a:pt x="1375489" y="0"/>
                </a:moveTo>
                <a:lnTo>
                  <a:pt x="1434041" y="0"/>
                </a:lnTo>
                <a:lnTo>
                  <a:pt x="1426236" y="18844"/>
                </a:lnTo>
                <a:cubicBezTo>
                  <a:pt x="1420741" y="24339"/>
                  <a:pt x="1413150" y="27738"/>
                  <a:pt x="1404765" y="27738"/>
                </a:cubicBezTo>
                <a:cubicBezTo>
                  <a:pt x="1396381" y="27738"/>
                  <a:pt x="1388790" y="24339"/>
                  <a:pt x="1383295" y="18844"/>
                </a:cubicBezTo>
                <a:close/>
                <a:moveTo>
                  <a:pt x="1302935" y="0"/>
                </a:moveTo>
                <a:lnTo>
                  <a:pt x="1361486" y="0"/>
                </a:lnTo>
                <a:lnTo>
                  <a:pt x="1353681" y="18844"/>
                </a:lnTo>
                <a:cubicBezTo>
                  <a:pt x="1348186" y="24339"/>
                  <a:pt x="1340596" y="27738"/>
                  <a:pt x="1332211" y="27738"/>
                </a:cubicBezTo>
                <a:cubicBezTo>
                  <a:pt x="1323826" y="27738"/>
                  <a:pt x="1316235" y="24339"/>
                  <a:pt x="1310740" y="18844"/>
                </a:cubicBezTo>
                <a:close/>
                <a:moveTo>
                  <a:pt x="1230380" y="0"/>
                </a:moveTo>
                <a:lnTo>
                  <a:pt x="1288932" y="0"/>
                </a:lnTo>
                <a:lnTo>
                  <a:pt x="1281126" y="18844"/>
                </a:lnTo>
                <a:cubicBezTo>
                  <a:pt x="1275632" y="24339"/>
                  <a:pt x="1268041" y="27738"/>
                  <a:pt x="1259656" y="27738"/>
                </a:cubicBezTo>
                <a:cubicBezTo>
                  <a:pt x="1251271" y="27738"/>
                  <a:pt x="1243680" y="24339"/>
                  <a:pt x="1238186" y="18844"/>
                </a:cubicBezTo>
                <a:close/>
                <a:moveTo>
                  <a:pt x="1157826" y="0"/>
                </a:moveTo>
                <a:lnTo>
                  <a:pt x="1216377" y="0"/>
                </a:lnTo>
                <a:lnTo>
                  <a:pt x="1208572" y="18844"/>
                </a:lnTo>
                <a:cubicBezTo>
                  <a:pt x="1203077" y="24339"/>
                  <a:pt x="1195486" y="27738"/>
                  <a:pt x="1187102" y="27738"/>
                </a:cubicBezTo>
                <a:cubicBezTo>
                  <a:pt x="1178717" y="27738"/>
                  <a:pt x="1171126" y="24339"/>
                  <a:pt x="1165631" y="18844"/>
                </a:cubicBezTo>
                <a:close/>
                <a:moveTo>
                  <a:pt x="1085271" y="0"/>
                </a:moveTo>
                <a:lnTo>
                  <a:pt x="1143823" y="0"/>
                </a:lnTo>
                <a:lnTo>
                  <a:pt x="1136017" y="18844"/>
                </a:lnTo>
                <a:cubicBezTo>
                  <a:pt x="1130523" y="24339"/>
                  <a:pt x="1122932" y="27738"/>
                  <a:pt x="1114547" y="27738"/>
                </a:cubicBezTo>
                <a:cubicBezTo>
                  <a:pt x="1106162" y="27738"/>
                  <a:pt x="1098571" y="24339"/>
                  <a:pt x="1093077" y="18844"/>
                </a:cubicBezTo>
                <a:close/>
                <a:moveTo>
                  <a:pt x="1012717" y="0"/>
                </a:moveTo>
                <a:lnTo>
                  <a:pt x="1071268" y="0"/>
                </a:lnTo>
                <a:lnTo>
                  <a:pt x="1063463" y="18844"/>
                </a:lnTo>
                <a:cubicBezTo>
                  <a:pt x="1057968" y="24339"/>
                  <a:pt x="1050377" y="27738"/>
                  <a:pt x="1041993" y="27738"/>
                </a:cubicBezTo>
                <a:cubicBezTo>
                  <a:pt x="1033608" y="27738"/>
                  <a:pt x="1026017" y="24339"/>
                  <a:pt x="1020522" y="18844"/>
                </a:cubicBezTo>
                <a:close/>
                <a:moveTo>
                  <a:pt x="940162" y="0"/>
                </a:moveTo>
                <a:lnTo>
                  <a:pt x="998714" y="0"/>
                </a:lnTo>
                <a:lnTo>
                  <a:pt x="990908" y="18844"/>
                </a:lnTo>
                <a:cubicBezTo>
                  <a:pt x="985414" y="24339"/>
                  <a:pt x="977823" y="27738"/>
                  <a:pt x="969438" y="27738"/>
                </a:cubicBezTo>
                <a:cubicBezTo>
                  <a:pt x="961053" y="27738"/>
                  <a:pt x="953462" y="24339"/>
                  <a:pt x="947968" y="18844"/>
                </a:cubicBezTo>
                <a:close/>
                <a:moveTo>
                  <a:pt x="867607" y="0"/>
                </a:moveTo>
                <a:lnTo>
                  <a:pt x="926159" y="0"/>
                </a:lnTo>
                <a:lnTo>
                  <a:pt x="918354" y="18844"/>
                </a:lnTo>
                <a:cubicBezTo>
                  <a:pt x="912859" y="24339"/>
                  <a:pt x="905268" y="27738"/>
                  <a:pt x="896883" y="27738"/>
                </a:cubicBezTo>
                <a:cubicBezTo>
                  <a:pt x="888499" y="27738"/>
                  <a:pt x="880908" y="24339"/>
                  <a:pt x="875413" y="18844"/>
                </a:cubicBezTo>
                <a:close/>
                <a:moveTo>
                  <a:pt x="795053" y="0"/>
                </a:moveTo>
                <a:lnTo>
                  <a:pt x="853605" y="0"/>
                </a:lnTo>
                <a:lnTo>
                  <a:pt x="845799" y="18844"/>
                </a:lnTo>
                <a:cubicBezTo>
                  <a:pt x="840304" y="24339"/>
                  <a:pt x="832714" y="27738"/>
                  <a:pt x="824329" y="27738"/>
                </a:cubicBezTo>
                <a:cubicBezTo>
                  <a:pt x="815944" y="27738"/>
                  <a:pt x="808353" y="24339"/>
                  <a:pt x="802858" y="18844"/>
                </a:cubicBezTo>
                <a:close/>
                <a:moveTo>
                  <a:pt x="722498" y="0"/>
                </a:moveTo>
                <a:lnTo>
                  <a:pt x="781050" y="0"/>
                </a:lnTo>
                <a:lnTo>
                  <a:pt x="773245" y="18844"/>
                </a:lnTo>
                <a:cubicBezTo>
                  <a:pt x="767750" y="24339"/>
                  <a:pt x="760159" y="27738"/>
                  <a:pt x="751774" y="27738"/>
                </a:cubicBezTo>
                <a:cubicBezTo>
                  <a:pt x="743390" y="27738"/>
                  <a:pt x="735799" y="24339"/>
                  <a:pt x="730304" y="18844"/>
                </a:cubicBezTo>
                <a:close/>
                <a:moveTo>
                  <a:pt x="649944" y="0"/>
                </a:moveTo>
                <a:lnTo>
                  <a:pt x="708496" y="0"/>
                </a:lnTo>
                <a:lnTo>
                  <a:pt x="700690" y="18844"/>
                </a:lnTo>
                <a:cubicBezTo>
                  <a:pt x="695195" y="24339"/>
                  <a:pt x="687604" y="27738"/>
                  <a:pt x="679220" y="27738"/>
                </a:cubicBezTo>
                <a:cubicBezTo>
                  <a:pt x="670835" y="27738"/>
                  <a:pt x="663244" y="24339"/>
                  <a:pt x="657749" y="18844"/>
                </a:cubicBezTo>
                <a:close/>
                <a:moveTo>
                  <a:pt x="577389" y="0"/>
                </a:moveTo>
                <a:lnTo>
                  <a:pt x="635941" y="0"/>
                </a:lnTo>
                <a:lnTo>
                  <a:pt x="628135" y="18844"/>
                </a:lnTo>
                <a:cubicBezTo>
                  <a:pt x="622641" y="24339"/>
                  <a:pt x="615050" y="27738"/>
                  <a:pt x="606665" y="27738"/>
                </a:cubicBezTo>
                <a:cubicBezTo>
                  <a:pt x="598280" y="27738"/>
                  <a:pt x="590690" y="24339"/>
                  <a:pt x="585195" y="18844"/>
                </a:cubicBezTo>
                <a:close/>
                <a:moveTo>
                  <a:pt x="504835" y="0"/>
                </a:moveTo>
                <a:lnTo>
                  <a:pt x="563386" y="0"/>
                </a:lnTo>
                <a:lnTo>
                  <a:pt x="555581" y="18844"/>
                </a:lnTo>
                <a:cubicBezTo>
                  <a:pt x="550086" y="24339"/>
                  <a:pt x="542495" y="27738"/>
                  <a:pt x="534111" y="27738"/>
                </a:cubicBezTo>
                <a:cubicBezTo>
                  <a:pt x="525726" y="27738"/>
                  <a:pt x="518135" y="24339"/>
                  <a:pt x="512640" y="18844"/>
                </a:cubicBezTo>
                <a:close/>
                <a:moveTo>
                  <a:pt x="432280" y="0"/>
                </a:moveTo>
                <a:lnTo>
                  <a:pt x="490832" y="0"/>
                </a:lnTo>
                <a:lnTo>
                  <a:pt x="483026" y="18844"/>
                </a:lnTo>
                <a:cubicBezTo>
                  <a:pt x="477532" y="24339"/>
                  <a:pt x="469941" y="27738"/>
                  <a:pt x="461556" y="27738"/>
                </a:cubicBezTo>
                <a:cubicBezTo>
                  <a:pt x="453171" y="27738"/>
                  <a:pt x="445580" y="24339"/>
                  <a:pt x="440086" y="18844"/>
                </a:cubicBezTo>
                <a:close/>
                <a:moveTo>
                  <a:pt x="359726" y="0"/>
                </a:moveTo>
                <a:lnTo>
                  <a:pt x="418277" y="0"/>
                </a:lnTo>
                <a:lnTo>
                  <a:pt x="410472" y="18844"/>
                </a:lnTo>
                <a:cubicBezTo>
                  <a:pt x="404977" y="24339"/>
                  <a:pt x="397386" y="27738"/>
                  <a:pt x="389002" y="27738"/>
                </a:cubicBezTo>
                <a:cubicBezTo>
                  <a:pt x="380617" y="27738"/>
                  <a:pt x="373026" y="24339"/>
                  <a:pt x="367531" y="18844"/>
                </a:cubicBezTo>
                <a:close/>
                <a:moveTo>
                  <a:pt x="287171" y="0"/>
                </a:moveTo>
                <a:lnTo>
                  <a:pt x="345723" y="0"/>
                </a:lnTo>
                <a:lnTo>
                  <a:pt x="337917" y="18844"/>
                </a:lnTo>
                <a:cubicBezTo>
                  <a:pt x="332423" y="24339"/>
                  <a:pt x="324832" y="27738"/>
                  <a:pt x="316447" y="27738"/>
                </a:cubicBezTo>
                <a:cubicBezTo>
                  <a:pt x="308062" y="27738"/>
                  <a:pt x="300471" y="24339"/>
                  <a:pt x="294977" y="18844"/>
                </a:cubicBezTo>
                <a:close/>
                <a:moveTo>
                  <a:pt x="214617" y="0"/>
                </a:moveTo>
                <a:lnTo>
                  <a:pt x="273168" y="0"/>
                </a:lnTo>
                <a:lnTo>
                  <a:pt x="265363" y="18844"/>
                </a:lnTo>
                <a:cubicBezTo>
                  <a:pt x="259868" y="24339"/>
                  <a:pt x="252277" y="27738"/>
                  <a:pt x="243892" y="27738"/>
                </a:cubicBezTo>
                <a:cubicBezTo>
                  <a:pt x="235508" y="27738"/>
                  <a:pt x="227917" y="24339"/>
                  <a:pt x="222422" y="18844"/>
                </a:cubicBezTo>
                <a:close/>
                <a:moveTo>
                  <a:pt x="142204" y="0"/>
                </a:moveTo>
                <a:lnTo>
                  <a:pt x="200614" y="0"/>
                </a:lnTo>
                <a:lnTo>
                  <a:pt x="192808" y="18844"/>
                </a:lnTo>
                <a:cubicBezTo>
                  <a:pt x="187314" y="24339"/>
                  <a:pt x="179723" y="27738"/>
                  <a:pt x="171339" y="27738"/>
                </a:cubicBezTo>
                <a:cubicBezTo>
                  <a:pt x="163026" y="27738"/>
                  <a:pt x="155471" y="24339"/>
                  <a:pt x="149994" y="18844"/>
                </a:cubicBezTo>
                <a:close/>
                <a:moveTo>
                  <a:pt x="69668" y="0"/>
                </a:moveTo>
                <a:lnTo>
                  <a:pt x="128212" y="0"/>
                </a:lnTo>
                <a:lnTo>
                  <a:pt x="120408" y="18844"/>
                </a:lnTo>
                <a:cubicBezTo>
                  <a:pt x="114915" y="24339"/>
                  <a:pt x="107328" y="27738"/>
                  <a:pt x="98949" y="27738"/>
                </a:cubicBezTo>
                <a:cubicBezTo>
                  <a:pt x="90562" y="27738"/>
                  <a:pt x="82969" y="24339"/>
                  <a:pt x="77474" y="18844"/>
                </a:cubicBezTo>
                <a:close/>
                <a:moveTo>
                  <a:pt x="0" y="0"/>
                </a:moveTo>
                <a:lnTo>
                  <a:pt x="55662" y="0"/>
                </a:lnTo>
                <a:lnTo>
                  <a:pt x="47858" y="18844"/>
                </a:lnTo>
                <a:cubicBezTo>
                  <a:pt x="42364" y="24339"/>
                  <a:pt x="34775" y="27738"/>
                  <a:pt x="26394" y="27738"/>
                </a:cubicBezTo>
                <a:cubicBezTo>
                  <a:pt x="18009" y="27738"/>
                  <a:pt x="10417" y="24339"/>
                  <a:pt x="4922" y="18844"/>
                </a:cubicBezTo>
                <a:lnTo>
                  <a:pt x="0" y="6962"/>
                </a:lnTo>
                <a:close/>
              </a:path>
            </a:pathLst>
          </a:custGeom>
          <a:solidFill>
            <a:schemeClr val="accent1">
              <a:alpha val="60000"/>
            </a:schemeClr>
          </a:soli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None/>
            </a:pPr>
            <a:endParaRPr sz="1867" b="0" i="0" u="none" strike="noStrike" cap="none" dirty="0">
              <a:solidFill>
                <a:schemeClr val="dk1"/>
              </a:solidFill>
              <a:latin typeface="Calibri"/>
              <a:ea typeface="Calibri"/>
              <a:cs typeface="Calibri"/>
              <a:sym typeface="Calibri"/>
            </a:endParaRPr>
          </a:p>
        </p:txBody>
      </p:sp>
      <p:sp>
        <p:nvSpPr>
          <p:cNvPr id="4" name="Google Shape;93;p9">
            <a:extLst>
              <a:ext uri="{FF2B5EF4-FFF2-40B4-BE49-F238E27FC236}">
                <a16:creationId xmlns:a16="http://schemas.microsoft.com/office/drawing/2014/main" id="{D927AFB8-54F3-D345-9C7D-229FDDE6D19F}"/>
              </a:ext>
            </a:extLst>
          </p:cNvPr>
          <p:cNvSpPr/>
          <p:nvPr/>
        </p:nvSpPr>
        <p:spPr>
          <a:xfrm>
            <a:off x="2" y="2"/>
            <a:ext cx="403373" cy="496797"/>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None/>
            </a:pPr>
            <a:endParaRPr sz="1867" b="0" i="0" u="none" strike="noStrike" cap="none" dirty="0">
              <a:solidFill>
                <a:schemeClr val="dk1"/>
              </a:solidFill>
              <a:latin typeface="Calibri"/>
              <a:ea typeface="Calibri"/>
              <a:cs typeface="Calibri"/>
              <a:sym typeface="Calibri"/>
            </a:endParaRPr>
          </a:p>
        </p:txBody>
      </p:sp>
      <p:grpSp>
        <p:nvGrpSpPr>
          <p:cNvPr id="5" name="Group 4">
            <a:extLst>
              <a:ext uri="{FF2B5EF4-FFF2-40B4-BE49-F238E27FC236}">
                <a16:creationId xmlns:a16="http://schemas.microsoft.com/office/drawing/2014/main" id="{A0F48AD0-5A59-2E45-AAE3-39F842709808}"/>
              </a:ext>
            </a:extLst>
          </p:cNvPr>
          <p:cNvGrpSpPr/>
          <p:nvPr/>
        </p:nvGrpSpPr>
        <p:grpSpPr>
          <a:xfrm>
            <a:off x="1" y="6814800"/>
            <a:ext cx="12179567" cy="43200"/>
            <a:chOff x="0" y="5111100"/>
            <a:chExt cx="9134675" cy="32400"/>
          </a:xfrm>
        </p:grpSpPr>
        <p:sp>
          <p:nvSpPr>
            <p:cNvPr id="6" name="Google Shape;455;p14">
              <a:extLst>
                <a:ext uri="{FF2B5EF4-FFF2-40B4-BE49-F238E27FC236}">
                  <a16:creationId xmlns:a16="http://schemas.microsoft.com/office/drawing/2014/main" id="{37F892CA-A715-F747-9A5A-DB611AF03DA6}"/>
                </a:ext>
              </a:extLst>
            </p:cNvPr>
            <p:cNvSpPr/>
            <p:nvPr/>
          </p:nvSpPr>
          <p:spPr>
            <a:xfrm>
              <a:off x="8939030"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7" name="Google Shape;456;p14">
              <a:extLst>
                <a:ext uri="{FF2B5EF4-FFF2-40B4-BE49-F238E27FC236}">
                  <a16:creationId xmlns:a16="http://schemas.microsoft.com/office/drawing/2014/main" id="{1700FFF3-22ED-B64B-B443-2BA98560A25D}"/>
                </a:ext>
              </a:extLst>
            </p:cNvPr>
            <p:cNvSpPr/>
            <p:nvPr/>
          </p:nvSpPr>
          <p:spPr>
            <a:xfrm>
              <a:off x="899344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8" name="Google Shape;457;p14">
              <a:extLst>
                <a:ext uri="{FF2B5EF4-FFF2-40B4-BE49-F238E27FC236}">
                  <a16:creationId xmlns:a16="http://schemas.microsoft.com/office/drawing/2014/main" id="{02F146AB-3FE0-C642-8F9C-31562F7183C7}"/>
                </a:ext>
              </a:extLst>
            </p:cNvPr>
            <p:cNvSpPr/>
            <p:nvPr/>
          </p:nvSpPr>
          <p:spPr>
            <a:xfrm>
              <a:off x="910227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9" name="Google Shape;458;p14">
              <a:extLst>
                <a:ext uri="{FF2B5EF4-FFF2-40B4-BE49-F238E27FC236}">
                  <a16:creationId xmlns:a16="http://schemas.microsoft.com/office/drawing/2014/main" id="{2144FA75-1746-5E44-9CC1-9A526C7F5CC7}"/>
                </a:ext>
              </a:extLst>
            </p:cNvPr>
            <p:cNvSpPr/>
            <p:nvPr/>
          </p:nvSpPr>
          <p:spPr>
            <a:xfrm>
              <a:off x="888461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10" name="Google Shape;459;p14">
              <a:extLst>
                <a:ext uri="{FF2B5EF4-FFF2-40B4-BE49-F238E27FC236}">
                  <a16:creationId xmlns:a16="http://schemas.microsoft.com/office/drawing/2014/main" id="{257A89B3-27AC-2045-BEB3-4C95DB3038B2}"/>
                </a:ext>
              </a:extLst>
            </p:cNvPr>
            <p:cNvSpPr/>
            <p:nvPr/>
          </p:nvSpPr>
          <p:spPr>
            <a:xfrm>
              <a:off x="0" y="5112281"/>
              <a:ext cx="8862600" cy="31200"/>
            </a:xfrm>
            <a:prstGeom prst="roundRect">
              <a:avLst>
                <a:gd name="adj" fmla="val 16667"/>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11" name="Google Shape;457;p14">
              <a:extLst>
                <a:ext uri="{FF2B5EF4-FFF2-40B4-BE49-F238E27FC236}">
                  <a16:creationId xmlns:a16="http://schemas.microsoft.com/office/drawing/2014/main" id="{02C25752-B830-1B4E-A3C3-72E708A7FFE1}"/>
                </a:ext>
              </a:extLst>
            </p:cNvPr>
            <p:cNvSpPr/>
            <p:nvPr/>
          </p:nvSpPr>
          <p:spPr>
            <a:xfrm>
              <a:off x="9047860"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grpSp>
      <p:sp>
        <p:nvSpPr>
          <p:cNvPr id="13" name="Text Placeholder 4">
            <a:extLst>
              <a:ext uri="{FF2B5EF4-FFF2-40B4-BE49-F238E27FC236}">
                <a16:creationId xmlns:a16="http://schemas.microsoft.com/office/drawing/2014/main" id="{AC3A80A1-9AF2-E649-A78F-4A715906C8E0}"/>
              </a:ext>
            </a:extLst>
          </p:cNvPr>
          <p:cNvSpPr>
            <a:spLocks noGrp="1"/>
          </p:cNvSpPr>
          <p:nvPr>
            <p:ph type="body" sz="quarter" idx="199"/>
          </p:nvPr>
        </p:nvSpPr>
        <p:spPr>
          <a:xfrm>
            <a:off x="527051" y="496800"/>
            <a:ext cx="11137900" cy="611600"/>
          </a:xfrm>
          <a:prstGeom prst="rect">
            <a:avLst/>
          </a:prstGeom>
        </p:spPr>
        <p:txBody>
          <a:bodyPr lIns="0" tIns="0" rIns="0" bIns="0" anchor="t"/>
          <a:lstStyle>
            <a:lvl1pPr marL="8466" marR="0" indent="0" algn="l" rtl="0">
              <a:lnSpc>
                <a:spcPct val="90000"/>
              </a:lnSpc>
              <a:spcBef>
                <a:spcPts val="0"/>
              </a:spcBef>
              <a:spcAft>
                <a:spcPts val="0"/>
              </a:spcAft>
              <a:buClr>
                <a:schemeClr val="dk1"/>
              </a:buClr>
              <a:buSzPts val="2000"/>
              <a:buFont typeface="Poppins Medium"/>
              <a:buNone/>
              <a:tabLst/>
              <a:defRPr lang="en-GB" sz="2400" b="0" i="0" u="none" strike="noStrike" cap="none" dirty="0" smtClean="0">
                <a:solidFill>
                  <a:schemeClr val="bg1"/>
                </a:solidFill>
                <a:latin typeface="Poppins Medium"/>
                <a:ea typeface="Poppins Medium"/>
                <a:cs typeface="Poppins Medium"/>
                <a:sym typeface="Poppins Medium"/>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Tree>
    <p:extLst>
      <p:ext uri="{BB962C8B-B14F-4D97-AF65-F5344CB8AC3E}">
        <p14:creationId xmlns:p14="http://schemas.microsoft.com/office/powerpoint/2010/main" val="2128967525"/>
      </p:ext>
    </p:extLst>
  </p:cSld>
  <p:clrMapOvr>
    <a:masterClrMapping/>
  </p:clrMapOvr>
  <p:extLst>
    <p:ext uri="{DCECCB84-F9BA-43D5-87BE-67443E8EF086}">
      <p15:sldGuideLst xmlns:p15="http://schemas.microsoft.com/office/powerpoint/2012/main">
        <p15:guide id="1" orient="horz" pos="531">
          <p15:clr>
            <a:srgbClr val="FBAE40"/>
          </p15:clr>
        </p15:guide>
        <p15:guide id="2" pos="249">
          <p15:clr>
            <a:srgbClr val="FBAE40"/>
          </p15:clr>
        </p15:guide>
        <p15:guide id="3" pos="5511">
          <p15:clr>
            <a:srgbClr val="FBAE40"/>
          </p15:clr>
        </p15:guide>
        <p15:guide id="4" orient="horz" pos="3072">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itle and Subtitle Only">
    <p:spTree>
      <p:nvGrpSpPr>
        <p:cNvPr id="1" name=""/>
        <p:cNvGrpSpPr/>
        <p:nvPr/>
      </p:nvGrpSpPr>
      <p:grpSpPr>
        <a:xfrm>
          <a:off x="0" y="0"/>
          <a:ext cx="0" cy="0"/>
          <a:chOff x="0" y="0"/>
          <a:chExt cx="0" cy="0"/>
        </a:xfrm>
      </p:grpSpPr>
      <p:sp>
        <p:nvSpPr>
          <p:cNvPr id="2" name="Google Shape;452;p14">
            <a:extLst>
              <a:ext uri="{FF2B5EF4-FFF2-40B4-BE49-F238E27FC236}">
                <a16:creationId xmlns:a16="http://schemas.microsoft.com/office/drawing/2014/main" id="{91D0484F-EDA0-CE43-8E67-218823FDD823}"/>
              </a:ext>
            </a:extLst>
          </p:cNvPr>
          <p:cNvSpPr/>
          <p:nvPr/>
        </p:nvSpPr>
        <p:spPr>
          <a:xfrm>
            <a:off x="11792595" y="6494883"/>
            <a:ext cx="304800" cy="306000"/>
          </a:xfrm>
          <a:prstGeom prst="ellipse">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fld id="{00000000-1234-1234-1234-123412341234}" type="slidenum">
              <a:rPr lang="en" sz="933">
                <a:solidFill>
                  <a:schemeClr val="dk1"/>
                </a:solidFill>
                <a:latin typeface="Calibri"/>
                <a:ea typeface="Calibri"/>
                <a:cs typeface="Calibri"/>
                <a:sym typeface="Calibri"/>
              </a:rPr>
              <a:pPr marL="0" marR="0" lvl="0" indent="0" algn="r" rtl="0">
                <a:spcBef>
                  <a:spcPts val="0"/>
                </a:spcBef>
                <a:spcAft>
                  <a:spcPts val="0"/>
                </a:spcAft>
                <a:buNone/>
              </a:pPr>
              <a:t>‹#›</a:t>
            </a:fld>
            <a:endParaRPr sz="933" dirty="0">
              <a:solidFill>
                <a:schemeClr val="dk1"/>
              </a:solidFill>
              <a:latin typeface="Calibri"/>
              <a:ea typeface="Calibri"/>
              <a:cs typeface="Calibri"/>
              <a:sym typeface="Calibri"/>
            </a:endParaRPr>
          </a:p>
        </p:txBody>
      </p:sp>
      <p:sp>
        <p:nvSpPr>
          <p:cNvPr id="3" name="Google Shape;453;p14">
            <a:extLst>
              <a:ext uri="{FF2B5EF4-FFF2-40B4-BE49-F238E27FC236}">
                <a16:creationId xmlns:a16="http://schemas.microsoft.com/office/drawing/2014/main" id="{6544ED9B-828E-F64E-B0FB-08479734961D}"/>
              </a:ext>
            </a:extLst>
          </p:cNvPr>
          <p:cNvSpPr/>
          <p:nvPr/>
        </p:nvSpPr>
        <p:spPr>
          <a:xfrm>
            <a:off x="3" y="1"/>
            <a:ext cx="301543" cy="347263"/>
          </a:xfrm>
          <a:custGeom>
            <a:avLst/>
            <a:gdLst/>
            <a:ahLst/>
            <a:cxnLst/>
            <a:rect l="l" t="t" r="r" b="b"/>
            <a:pathLst>
              <a:path w="1675237" h="1929234" extrusionOk="0">
                <a:moveTo>
                  <a:pt x="461556" y="1897854"/>
                </a:moveTo>
                <a:lnTo>
                  <a:pt x="469774" y="1899513"/>
                </a:lnTo>
                <a:lnTo>
                  <a:pt x="443985" y="1904118"/>
                </a:lnTo>
                <a:lnTo>
                  <a:pt x="449737" y="1900240"/>
                </a:lnTo>
                <a:cubicBezTo>
                  <a:pt x="453370" y="1898704"/>
                  <a:pt x="457364" y="1897854"/>
                  <a:pt x="461556" y="1897854"/>
                </a:cubicBezTo>
                <a:close/>
                <a:moveTo>
                  <a:pt x="389002" y="1897854"/>
                </a:moveTo>
                <a:cubicBezTo>
                  <a:pt x="397386" y="1897854"/>
                  <a:pt x="404977" y="1901253"/>
                  <a:pt x="410472" y="1906747"/>
                </a:cubicBezTo>
                <a:lnTo>
                  <a:pt x="411766" y="1909872"/>
                </a:lnTo>
                <a:lnTo>
                  <a:pt x="400388" y="1911904"/>
                </a:lnTo>
                <a:lnTo>
                  <a:pt x="363451" y="1916598"/>
                </a:lnTo>
                <a:lnTo>
                  <a:pt x="367531" y="1906747"/>
                </a:lnTo>
                <a:cubicBezTo>
                  <a:pt x="373026" y="1901253"/>
                  <a:pt x="380617" y="1897854"/>
                  <a:pt x="389002" y="1897854"/>
                </a:cubicBezTo>
                <a:close/>
                <a:moveTo>
                  <a:pt x="316447" y="1897854"/>
                </a:moveTo>
                <a:cubicBezTo>
                  <a:pt x="324832" y="1897854"/>
                  <a:pt x="332422" y="1901253"/>
                  <a:pt x="337917" y="1906747"/>
                </a:cubicBezTo>
                <a:lnTo>
                  <a:pt x="343070" y="1919187"/>
                </a:lnTo>
                <a:lnTo>
                  <a:pt x="325117" y="1921469"/>
                </a:lnTo>
                <a:lnTo>
                  <a:pt x="287700" y="1924314"/>
                </a:lnTo>
                <a:lnTo>
                  <a:pt x="294977" y="1906747"/>
                </a:lnTo>
                <a:cubicBezTo>
                  <a:pt x="300471" y="1901253"/>
                  <a:pt x="308062" y="1897854"/>
                  <a:pt x="316447" y="1897854"/>
                </a:cubicBezTo>
                <a:close/>
                <a:moveTo>
                  <a:pt x="243892" y="1897854"/>
                </a:moveTo>
                <a:cubicBezTo>
                  <a:pt x="252277" y="1897854"/>
                  <a:pt x="259868" y="1901253"/>
                  <a:pt x="265363" y="1906747"/>
                </a:cubicBezTo>
                <a:lnTo>
                  <a:pt x="273099" y="1925425"/>
                </a:lnTo>
                <a:lnTo>
                  <a:pt x="248735" y="1927277"/>
                </a:lnTo>
                <a:lnTo>
                  <a:pt x="213550" y="1928167"/>
                </a:lnTo>
                <a:lnTo>
                  <a:pt x="222422" y="1906747"/>
                </a:lnTo>
                <a:cubicBezTo>
                  <a:pt x="227917" y="1901253"/>
                  <a:pt x="235508" y="1897854"/>
                  <a:pt x="243892" y="1897854"/>
                </a:cubicBezTo>
                <a:close/>
                <a:moveTo>
                  <a:pt x="171339" y="1897854"/>
                </a:moveTo>
                <a:cubicBezTo>
                  <a:pt x="188107" y="1897854"/>
                  <a:pt x="201701" y="1911448"/>
                  <a:pt x="201701" y="1928218"/>
                </a:cubicBezTo>
                <a:lnTo>
                  <a:pt x="201597" y="1928469"/>
                </a:lnTo>
                <a:lnTo>
                  <a:pt x="171336" y="1929234"/>
                </a:lnTo>
                <a:lnTo>
                  <a:pt x="141087" y="1928469"/>
                </a:lnTo>
                <a:lnTo>
                  <a:pt x="140982" y="1928218"/>
                </a:lnTo>
                <a:cubicBezTo>
                  <a:pt x="140982" y="1911448"/>
                  <a:pt x="154577" y="1897854"/>
                  <a:pt x="171339" y="1897854"/>
                </a:cubicBezTo>
                <a:close/>
                <a:moveTo>
                  <a:pt x="98792" y="1897854"/>
                </a:moveTo>
                <a:cubicBezTo>
                  <a:pt x="107177" y="1897854"/>
                  <a:pt x="114768" y="1901253"/>
                  <a:pt x="120263" y="1906747"/>
                </a:cubicBezTo>
                <a:lnTo>
                  <a:pt x="129135" y="1928167"/>
                </a:lnTo>
                <a:lnTo>
                  <a:pt x="93938" y="1927277"/>
                </a:lnTo>
                <a:lnTo>
                  <a:pt x="69586" y="1925425"/>
                </a:lnTo>
                <a:lnTo>
                  <a:pt x="77322" y="1906747"/>
                </a:lnTo>
                <a:cubicBezTo>
                  <a:pt x="82817" y="1901253"/>
                  <a:pt x="90408" y="1897854"/>
                  <a:pt x="98792" y="1897854"/>
                </a:cubicBezTo>
                <a:close/>
                <a:moveTo>
                  <a:pt x="26239" y="1897854"/>
                </a:moveTo>
                <a:cubicBezTo>
                  <a:pt x="34623" y="1897854"/>
                  <a:pt x="42214" y="1901253"/>
                  <a:pt x="47709" y="1906747"/>
                </a:cubicBezTo>
                <a:lnTo>
                  <a:pt x="54985" y="1924315"/>
                </a:lnTo>
                <a:lnTo>
                  <a:pt x="17556" y="1921469"/>
                </a:lnTo>
                <a:lnTo>
                  <a:pt x="0" y="1919238"/>
                </a:lnTo>
                <a:lnTo>
                  <a:pt x="0" y="1918259"/>
                </a:lnTo>
                <a:lnTo>
                  <a:pt x="4768" y="1906747"/>
                </a:lnTo>
                <a:cubicBezTo>
                  <a:pt x="10263" y="1901253"/>
                  <a:pt x="17854" y="1897854"/>
                  <a:pt x="26239" y="1897854"/>
                </a:cubicBezTo>
                <a:close/>
                <a:moveTo>
                  <a:pt x="679220" y="1817400"/>
                </a:moveTo>
                <a:cubicBezTo>
                  <a:pt x="687604" y="1817400"/>
                  <a:pt x="695195" y="1820799"/>
                  <a:pt x="700690" y="1826293"/>
                </a:cubicBezTo>
                <a:lnTo>
                  <a:pt x="702587" y="1830873"/>
                </a:lnTo>
                <a:lnTo>
                  <a:pt x="649855" y="1850174"/>
                </a:lnTo>
                <a:lnTo>
                  <a:pt x="648856" y="1847763"/>
                </a:lnTo>
                <a:cubicBezTo>
                  <a:pt x="648856" y="1830994"/>
                  <a:pt x="662450" y="1817400"/>
                  <a:pt x="679220" y="1817400"/>
                </a:cubicBezTo>
                <a:close/>
                <a:moveTo>
                  <a:pt x="606665" y="1817400"/>
                </a:moveTo>
                <a:cubicBezTo>
                  <a:pt x="623435" y="1817400"/>
                  <a:pt x="637029" y="1830994"/>
                  <a:pt x="637029" y="1847763"/>
                </a:cubicBezTo>
                <a:lnTo>
                  <a:pt x="633560" y="1856138"/>
                </a:lnTo>
                <a:lnTo>
                  <a:pt x="618594" y="1861615"/>
                </a:lnTo>
                <a:lnTo>
                  <a:pt x="587142" y="1870547"/>
                </a:lnTo>
                <a:lnTo>
                  <a:pt x="585195" y="1869234"/>
                </a:lnTo>
                <a:cubicBezTo>
                  <a:pt x="579700" y="1863739"/>
                  <a:pt x="576302" y="1856148"/>
                  <a:pt x="576302" y="1847763"/>
                </a:cubicBezTo>
                <a:cubicBezTo>
                  <a:pt x="576302" y="1830994"/>
                  <a:pt x="589896" y="1817400"/>
                  <a:pt x="606665" y="1817400"/>
                </a:cubicBezTo>
                <a:close/>
                <a:moveTo>
                  <a:pt x="534111" y="1817400"/>
                </a:moveTo>
                <a:cubicBezTo>
                  <a:pt x="550880" y="1817400"/>
                  <a:pt x="564474" y="1830994"/>
                  <a:pt x="564474" y="1847763"/>
                </a:cubicBezTo>
                <a:cubicBezTo>
                  <a:pt x="564474" y="1864533"/>
                  <a:pt x="550880" y="1878127"/>
                  <a:pt x="534111" y="1878127"/>
                </a:cubicBezTo>
                <a:cubicBezTo>
                  <a:pt x="517341" y="1878127"/>
                  <a:pt x="503747" y="1864533"/>
                  <a:pt x="503747" y="1847763"/>
                </a:cubicBezTo>
                <a:cubicBezTo>
                  <a:pt x="503747" y="1830994"/>
                  <a:pt x="517341" y="1817400"/>
                  <a:pt x="534111" y="1817400"/>
                </a:cubicBezTo>
                <a:close/>
                <a:moveTo>
                  <a:pt x="461556" y="1817400"/>
                </a:moveTo>
                <a:cubicBezTo>
                  <a:pt x="478326" y="1817400"/>
                  <a:pt x="491920" y="1830994"/>
                  <a:pt x="491920" y="1847763"/>
                </a:cubicBezTo>
                <a:cubicBezTo>
                  <a:pt x="491920" y="1864533"/>
                  <a:pt x="478326" y="1878127"/>
                  <a:pt x="461556" y="1878127"/>
                </a:cubicBezTo>
                <a:cubicBezTo>
                  <a:pt x="444787" y="1878127"/>
                  <a:pt x="431192" y="1864533"/>
                  <a:pt x="431192" y="1847763"/>
                </a:cubicBezTo>
                <a:cubicBezTo>
                  <a:pt x="431192" y="1830994"/>
                  <a:pt x="444787" y="1817400"/>
                  <a:pt x="461556" y="1817400"/>
                </a:cubicBezTo>
                <a:close/>
                <a:moveTo>
                  <a:pt x="389002" y="1817400"/>
                </a:moveTo>
                <a:cubicBezTo>
                  <a:pt x="405771" y="1817400"/>
                  <a:pt x="419365" y="1830994"/>
                  <a:pt x="419365" y="1847763"/>
                </a:cubicBezTo>
                <a:cubicBezTo>
                  <a:pt x="419365" y="1864533"/>
                  <a:pt x="405771" y="1878127"/>
                  <a:pt x="389002" y="1878127"/>
                </a:cubicBezTo>
                <a:cubicBezTo>
                  <a:pt x="372232" y="1878127"/>
                  <a:pt x="358638" y="1864533"/>
                  <a:pt x="358638" y="1847763"/>
                </a:cubicBezTo>
                <a:cubicBezTo>
                  <a:pt x="358638" y="1830994"/>
                  <a:pt x="372232" y="1817400"/>
                  <a:pt x="389002" y="1817400"/>
                </a:cubicBezTo>
                <a:close/>
                <a:moveTo>
                  <a:pt x="316447" y="1817400"/>
                </a:moveTo>
                <a:cubicBezTo>
                  <a:pt x="333216" y="1817400"/>
                  <a:pt x="346810" y="1830994"/>
                  <a:pt x="346810" y="1847763"/>
                </a:cubicBezTo>
                <a:cubicBezTo>
                  <a:pt x="346810" y="1864533"/>
                  <a:pt x="333216" y="1878127"/>
                  <a:pt x="316447" y="1878127"/>
                </a:cubicBezTo>
                <a:cubicBezTo>
                  <a:pt x="299677" y="1878127"/>
                  <a:pt x="286084" y="1864533"/>
                  <a:pt x="286084" y="1847763"/>
                </a:cubicBezTo>
                <a:cubicBezTo>
                  <a:pt x="286084" y="1830994"/>
                  <a:pt x="299677" y="1817400"/>
                  <a:pt x="316447" y="1817400"/>
                </a:cubicBezTo>
                <a:close/>
                <a:moveTo>
                  <a:pt x="243892" y="1817400"/>
                </a:moveTo>
                <a:cubicBezTo>
                  <a:pt x="260662" y="1817400"/>
                  <a:pt x="274256" y="1830994"/>
                  <a:pt x="274256" y="1847763"/>
                </a:cubicBezTo>
                <a:cubicBezTo>
                  <a:pt x="274256" y="1864533"/>
                  <a:pt x="260662" y="1878127"/>
                  <a:pt x="243892" y="1878127"/>
                </a:cubicBezTo>
                <a:cubicBezTo>
                  <a:pt x="227123" y="1878127"/>
                  <a:pt x="213529" y="1864533"/>
                  <a:pt x="213529" y="1847763"/>
                </a:cubicBezTo>
                <a:cubicBezTo>
                  <a:pt x="213529" y="1830994"/>
                  <a:pt x="227123" y="1817400"/>
                  <a:pt x="243892" y="1817400"/>
                </a:cubicBezTo>
                <a:close/>
                <a:moveTo>
                  <a:pt x="171339" y="1817400"/>
                </a:moveTo>
                <a:cubicBezTo>
                  <a:pt x="188107" y="1817400"/>
                  <a:pt x="201701" y="1830994"/>
                  <a:pt x="201701" y="1847763"/>
                </a:cubicBezTo>
                <a:cubicBezTo>
                  <a:pt x="201701" y="1864533"/>
                  <a:pt x="188107" y="1878127"/>
                  <a:pt x="171339" y="1878127"/>
                </a:cubicBezTo>
                <a:cubicBezTo>
                  <a:pt x="154583" y="1878127"/>
                  <a:pt x="140989" y="1864533"/>
                  <a:pt x="140989" y="1847763"/>
                </a:cubicBezTo>
                <a:cubicBezTo>
                  <a:pt x="140989" y="1830994"/>
                  <a:pt x="154583" y="1817400"/>
                  <a:pt x="171339" y="1817400"/>
                </a:cubicBezTo>
                <a:close/>
                <a:moveTo>
                  <a:pt x="98799" y="1817400"/>
                </a:moveTo>
                <a:cubicBezTo>
                  <a:pt x="115568" y="1817400"/>
                  <a:pt x="129162" y="1830994"/>
                  <a:pt x="129162" y="1847763"/>
                </a:cubicBezTo>
                <a:cubicBezTo>
                  <a:pt x="129162" y="1864533"/>
                  <a:pt x="115568" y="1878127"/>
                  <a:pt x="98799" y="1878127"/>
                </a:cubicBezTo>
                <a:cubicBezTo>
                  <a:pt x="82029" y="1878127"/>
                  <a:pt x="68435" y="1864533"/>
                  <a:pt x="68435" y="1847763"/>
                </a:cubicBezTo>
                <a:cubicBezTo>
                  <a:pt x="68435" y="1830994"/>
                  <a:pt x="82029" y="1817400"/>
                  <a:pt x="98799" y="1817400"/>
                </a:cubicBezTo>
                <a:close/>
                <a:moveTo>
                  <a:pt x="26245" y="1817400"/>
                </a:moveTo>
                <a:cubicBezTo>
                  <a:pt x="43014" y="1817400"/>
                  <a:pt x="56608" y="1830994"/>
                  <a:pt x="56608" y="1847763"/>
                </a:cubicBezTo>
                <a:cubicBezTo>
                  <a:pt x="56608" y="1864533"/>
                  <a:pt x="43014" y="1878127"/>
                  <a:pt x="26245" y="1878127"/>
                </a:cubicBezTo>
                <a:cubicBezTo>
                  <a:pt x="17860" y="1878127"/>
                  <a:pt x="10269" y="1874729"/>
                  <a:pt x="4775" y="1869234"/>
                </a:cubicBezTo>
                <a:lnTo>
                  <a:pt x="0" y="1857707"/>
                </a:lnTo>
                <a:lnTo>
                  <a:pt x="0" y="1837819"/>
                </a:lnTo>
                <a:lnTo>
                  <a:pt x="4775" y="1826293"/>
                </a:lnTo>
                <a:cubicBezTo>
                  <a:pt x="10269" y="1820799"/>
                  <a:pt x="17860" y="1817400"/>
                  <a:pt x="26245" y="1817400"/>
                </a:cubicBezTo>
                <a:close/>
                <a:moveTo>
                  <a:pt x="896883" y="1736948"/>
                </a:moveTo>
                <a:lnTo>
                  <a:pt x="903696" y="1738324"/>
                </a:lnTo>
                <a:lnTo>
                  <a:pt x="888255" y="1747704"/>
                </a:lnTo>
                <a:lnTo>
                  <a:pt x="871248" y="1755896"/>
                </a:lnTo>
                <a:lnTo>
                  <a:pt x="875413" y="1745841"/>
                </a:lnTo>
                <a:cubicBezTo>
                  <a:pt x="880908" y="1740347"/>
                  <a:pt x="888499" y="1736948"/>
                  <a:pt x="896883" y="1736948"/>
                </a:cubicBezTo>
                <a:close/>
                <a:moveTo>
                  <a:pt x="824329" y="1736948"/>
                </a:moveTo>
                <a:cubicBezTo>
                  <a:pt x="832714" y="1736948"/>
                  <a:pt x="840304" y="1740347"/>
                  <a:pt x="845799" y="1745841"/>
                </a:cubicBezTo>
                <a:lnTo>
                  <a:pt x="853504" y="1764444"/>
                </a:lnTo>
                <a:lnTo>
                  <a:pt x="802910" y="1788817"/>
                </a:lnTo>
                <a:lnTo>
                  <a:pt x="802858" y="1788782"/>
                </a:lnTo>
                <a:cubicBezTo>
                  <a:pt x="797364" y="1783287"/>
                  <a:pt x="793965" y="1775696"/>
                  <a:pt x="793965" y="1767312"/>
                </a:cubicBezTo>
                <a:cubicBezTo>
                  <a:pt x="793965" y="1750542"/>
                  <a:pt x="807559" y="1736948"/>
                  <a:pt x="824329" y="1736948"/>
                </a:cubicBezTo>
                <a:close/>
                <a:moveTo>
                  <a:pt x="751774" y="1736948"/>
                </a:moveTo>
                <a:cubicBezTo>
                  <a:pt x="768544" y="1736948"/>
                  <a:pt x="782138" y="1750542"/>
                  <a:pt x="782138" y="1767312"/>
                </a:cubicBezTo>
                <a:cubicBezTo>
                  <a:pt x="782138" y="1784081"/>
                  <a:pt x="768544" y="1797675"/>
                  <a:pt x="751774" y="1797675"/>
                </a:cubicBezTo>
                <a:cubicBezTo>
                  <a:pt x="735005" y="1797675"/>
                  <a:pt x="721411" y="1784081"/>
                  <a:pt x="721411" y="1767312"/>
                </a:cubicBezTo>
                <a:cubicBezTo>
                  <a:pt x="721411" y="1750542"/>
                  <a:pt x="735005" y="1736948"/>
                  <a:pt x="751774" y="1736948"/>
                </a:cubicBezTo>
                <a:close/>
                <a:moveTo>
                  <a:pt x="679220" y="1736948"/>
                </a:moveTo>
                <a:cubicBezTo>
                  <a:pt x="695989" y="1736948"/>
                  <a:pt x="709583" y="1750542"/>
                  <a:pt x="709583" y="1767312"/>
                </a:cubicBezTo>
                <a:cubicBezTo>
                  <a:pt x="709583" y="1784081"/>
                  <a:pt x="695989" y="1797675"/>
                  <a:pt x="679220" y="1797675"/>
                </a:cubicBezTo>
                <a:cubicBezTo>
                  <a:pt x="662450" y="1797675"/>
                  <a:pt x="648856" y="1784081"/>
                  <a:pt x="648856" y="1767312"/>
                </a:cubicBezTo>
                <a:cubicBezTo>
                  <a:pt x="648856" y="1750542"/>
                  <a:pt x="662450" y="1736948"/>
                  <a:pt x="679220" y="1736948"/>
                </a:cubicBezTo>
                <a:close/>
                <a:moveTo>
                  <a:pt x="606665" y="1736948"/>
                </a:moveTo>
                <a:cubicBezTo>
                  <a:pt x="623435" y="1736948"/>
                  <a:pt x="637029" y="1750542"/>
                  <a:pt x="637029" y="1767312"/>
                </a:cubicBezTo>
                <a:cubicBezTo>
                  <a:pt x="637029" y="1784081"/>
                  <a:pt x="623435" y="1797675"/>
                  <a:pt x="606665" y="1797675"/>
                </a:cubicBezTo>
                <a:cubicBezTo>
                  <a:pt x="589896" y="1797675"/>
                  <a:pt x="576302" y="1784081"/>
                  <a:pt x="576302" y="1767312"/>
                </a:cubicBezTo>
                <a:cubicBezTo>
                  <a:pt x="576302" y="1750542"/>
                  <a:pt x="589896" y="1736948"/>
                  <a:pt x="606665" y="1736948"/>
                </a:cubicBezTo>
                <a:close/>
                <a:moveTo>
                  <a:pt x="534111" y="1736948"/>
                </a:moveTo>
                <a:cubicBezTo>
                  <a:pt x="550880" y="1736948"/>
                  <a:pt x="564474" y="1750542"/>
                  <a:pt x="564474" y="1767312"/>
                </a:cubicBezTo>
                <a:cubicBezTo>
                  <a:pt x="564474" y="1784081"/>
                  <a:pt x="550880" y="1797675"/>
                  <a:pt x="534111" y="1797675"/>
                </a:cubicBezTo>
                <a:cubicBezTo>
                  <a:pt x="517341" y="1797675"/>
                  <a:pt x="503747" y="1784081"/>
                  <a:pt x="503747" y="1767312"/>
                </a:cubicBezTo>
                <a:cubicBezTo>
                  <a:pt x="503747" y="1750542"/>
                  <a:pt x="517341" y="1736948"/>
                  <a:pt x="534111" y="1736948"/>
                </a:cubicBezTo>
                <a:close/>
                <a:moveTo>
                  <a:pt x="461556" y="1736948"/>
                </a:moveTo>
                <a:cubicBezTo>
                  <a:pt x="478326" y="1736948"/>
                  <a:pt x="491920" y="1750542"/>
                  <a:pt x="491920" y="1767312"/>
                </a:cubicBezTo>
                <a:cubicBezTo>
                  <a:pt x="491920" y="1784081"/>
                  <a:pt x="478326" y="1797675"/>
                  <a:pt x="461556" y="1797675"/>
                </a:cubicBezTo>
                <a:cubicBezTo>
                  <a:pt x="444787" y="1797675"/>
                  <a:pt x="431192" y="1784081"/>
                  <a:pt x="431192" y="1767312"/>
                </a:cubicBezTo>
                <a:cubicBezTo>
                  <a:pt x="431192" y="1750542"/>
                  <a:pt x="444787" y="1736948"/>
                  <a:pt x="461556" y="1736948"/>
                </a:cubicBezTo>
                <a:close/>
                <a:moveTo>
                  <a:pt x="389002" y="1736948"/>
                </a:moveTo>
                <a:cubicBezTo>
                  <a:pt x="405771" y="1736948"/>
                  <a:pt x="419365" y="1750542"/>
                  <a:pt x="419365" y="1767312"/>
                </a:cubicBezTo>
                <a:cubicBezTo>
                  <a:pt x="419365" y="1784081"/>
                  <a:pt x="405771" y="1797675"/>
                  <a:pt x="389002" y="1797675"/>
                </a:cubicBezTo>
                <a:cubicBezTo>
                  <a:pt x="372232" y="1797675"/>
                  <a:pt x="358638" y="1784081"/>
                  <a:pt x="358638" y="1767312"/>
                </a:cubicBezTo>
                <a:cubicBezTo>
                  <a:pt x="358638" y="1750542"/>
                  <a:pt x="372232" y="1736948"/>
                  <a:pt x="389002" y="1736948"/>
                </a:cubicBezTo>
                <a:close/>
                <a:moveTo>
                  <a:pt x="316447" y="1736948"/>
                </a:moveTo>
                <a:cubicBezTo>
                  <a:pt x="333216" y="1736948"/>
                  <a:pt x="346810" y="1750542"/>
                  <a:pt x="346810" y="1767312"/>
                </a:cubicBezTo>
                <a:cubicBezTo>
                  <a:pt x="346810" y="1784081"/>
                  <a:pt x="333216" y="1797675"/>
                  <a:pt x="316447" y="1797675"/>
                </a:cubicBezTo>
                <a:cubicBezTo>
                  <a:pt x="299677" y="1797675"/>
                  <a:pt x="286084" y="1784081"/>
                  <a:pt x="286084" y="1767312"/>
                </a:cubicBezTo>
                <a:cubicBezTo>
                  <a:pt x="286084" y="1750542"/>
                  <a:pt x="299677" y="1736948"/>
                  <a:pt x="316447" y="1736948"/>
                </a:cubicBezTo>
                <a:close/>
                <a:moveTo>
                  <a:pt x="243892" y="1736948"/>
                </a:moveTo>
                <a:cubicBezTo>
                  <a:pt x="260662" y="1736948"/>
                  <a:pt x="274256" y="1750542"/>
                  <a:pt x="274256" y="1767312"/>
                </a:cubicBezTo>
                <a:cubicBezTo>
                  <a:pt x="274256" y="1784081"/>
                  <a:pt x="260662" y="1797675"/>
                  <a:pt x="243892" y="1797675"/>
                </a:cubicBezTo>
                <a:cubicBezTo>
                  <a:pt x="227123" y="1797675"/>
                  <a:pt x="213529" y="1784081"/>
                  <a:pt x="213529" y="1767312"/>
                </a:cubicBezTo>
                <a:cubicBezTo>
                  <a:pt x="213529" y="1750542"/>
                  <a:pt x="227123" y="1736948"/>
                  <a:pt x="243892" y="1736948"/>
                </a:cubicBezTo>
                <a:close/>
                <a:moveTo>
                  <a:pt x="171339" y="1736948"/>
                </a:moveTo>
                <a:cubicBezTo>
                  <a:pt x="188107" y="1736948"/>
                  <a:pt x="201701" y="1750542"/>
                  <a:pt x="201701" y="1767312"/>
                </a:cubicBezTo>
                <a:cubicBezTo>
                  <a:pt x="201701" y="1784081"/>
                  <a:pt x="188107" y="1797675"/>
                  <a:pt x="171339" y="1797675"/>
                </a:cubicBezTo>
                <a:cubicBezTo>
                  <a:pt x="154588" y="1797675"/>
                  <a:pt x="140995" y="1784081"/>
                  <a:pt x="140995" y="1767312"/>
                </a:cubicBezTo>
                <a:cubicBezTo>
                  <a:pt x="140995" y="1750542"/>
                  <a:pt x="154588" y="1736948"/>
                  <a:pt x="171339" y="1736948"/>
                </a:cubicBezTo>
                <a:close/>
                <a:moveTo>
                  <a:pt x="98806" y="1736948"/>
                </a:moveTo>
                <a:cubicBezTo>
                  <a:pt x="115574" y="1736948"/>
                  <a:pt x="129168" y="1750542"/>
                  <a:pt x="129168" y="1767312"/>
                </a:cubicBezTo>
                <a:cubicBezTo>
                  <a:pt x="129168" y="1784081"/>
                  <a:pt x="115574" y="1797675"/>
                  <a:pt x="98806" y="1797675"/>
                </a:cubicBezTo>
                <a:cubicBezTo>
                  <a:pt x="82035" y="1797675"/>
                  <a:pt x="68442" y="1784081"/>
                  <a:pt x="68442" y="1767312"/>
                </a:cubicBezTo>
                <a:cubicBezTo>
                  <a:pt x="68442" y="1750542"/>
                  <a:pt x="82035" y="1736948"/>
                  <a:pt x="98806" y="1736948"/>
                </a:cubicBezTo>
                <a:close/>
                <a:moveTo>
                  <a:pt x="26251" y="1736948"/>
                </a:moveTo>
                <a:cubicBezTo>
                  <a:pt x="43020" y="1736948"/>
                  <a:pt x="56614" y="1750542"/>
                  <a:pt x="56614" y="1767312"/>
                </a:cubicBezTo>
                <a:cubicBezTo>
                  <a:pt x="56614" y="1784081"/>
                  <a:pt x="43020" y="1797675"/>
                  <a:pt x="26251" y="1797675"/>
                </a:cubicBezTo>
                <a:cubicBezTo>
                  <a:pt x="17866" y="1797675"/>
                  <a:pt x="10276" y="1794277"/>
                  <a:pt x="4781" y="1788782"/>
                </a:cubicBezTo>
                <a:lnTo>
                  <a:pt x="0" y="1777239"/>
                </a:lnTo>
                <a:lnTo>
                  <a:pt x="0" y="1757384"/>
                </a:lnTo>
                <a:lnTo>
                  <a:pt x="4781" y="1745841"/>
                </a:lnTo>
                <a:cubicBezTo>
                  <a:pt x="10276" y="1740347"/>
                  <a:pt x="17866" y="1736948"/>
                  <a:pt x="26251" y="1736948"/>
                </a:cubicBezTo>
                <a:close/>
                <a:moveTo>
                  <a:pt x="1030341" y="1658849"/>
                </a:moveTo>
                <a:lnTo>
                  <a:pt x="1020041" y="1666551"/>
                </a:lnTo>
                <a:lnTo>
                  <a:pt x="1020522" y="1665390"/>
                </a:lnTo>
                <a:cubicBezTo>
                  <a:pt x="1023269" y="1662642"/>
                  <a:pt x="1026541" y="1660419"/>
                  <a:pt x="1030173" y="1658883"/>
                </a:cubicBezTo>
                <a:close/>
                <a:moveTo>
                  <a:pt x="969438" y="1656497"/>
                </a:moveTo>
                <a:cubicBezTo>
                  <a:pt x="977823" y="1656497"/>
                  <a:pt x="985413" y="1659895"/>
                  <a:pt x="990908" y="1665390"/>
                </a:cubicBezTo>
                <a:lnTo>
                  <a:pt x="997511" y="1681329"/>
                </a:lnTo>
                <a:lnTo>
                  <a:pt x="950384" y="1709959"/>
                </a:lnTo>
                <a:lnTo>
                  <a:pt x="947968" y="1708330"/>
                </a:lnTo>
                <a:cubicBezTo>
                  <a:pt x="942473" y="1702836"/>
                  <a:pt x="939075" y="1695245"/>
                  <a:pt x="939075" y="1686860"/>
                </a:cubicBezTo>
                <a:cubicBezTo>
                  <a:pt x="939075" y="1670091"/>
                  <a:pt x="952669" y="1656497"/>
                  <a:pt x="969438" y="1656497"/>
                </a:cubicBezTo>
                <a:close/>
                <a:moveTo>
                  <a:pt x="896883" y="1656497"/>
                </a:moveTo>
                <a:cubicBezTo>
                  <a:pt x="913653" y="1656497"/>
                  <a:pt x="927247" y="1670091"/>
                  <a:pt x="927247" y="1686860"/>
                </a:cubicBezTo>
                <a:cubicBezTo>
                  <a:pt x="927247" y="1703630"/>
                  <a:pt x="913653" y="1717224"/>
                  <a:pt x="896883" y="1717224"/>
                </a:cubicBezTo>
                <a:cubicBezTo>
                  <a:pt x="880114" y="1717224"/>
                  <a:pt x="866520" y="1703630"/>
                  <a:pt x="866520" y="1686860"/>
                </a:cubicBezTo>
                <a:cubicBezTo>
                  <a:pt x="866520" y="1670091"/>
                  <a:pt x="880114" y="1656497"/>
                  <a:pt x="896883" y="1656497"/>
                </a:cubicBezTo>
                <a:close/>
                <a:moveTo>
                  <a:pt x="824329" y="1656497"/>
                </a:moveTo>
                <a:cubicBezTo>
                  <a:pt x="841098" y="1656497"/>
                  <a:pt x="854692" y="1670091"/>
                  <a:pt x="854692" y="1686860"/>
                </a:cubicBezTo>
                <a:cubicBezTo>
                  <a:pt x="854692" y="1703630"/>
                  <a:pt x="841098" y="1717224"/>
                  <a:pt x="824329" y="1717224"/>
                </a:cubicBezTo>
                <a:cubicBezTo>
                  <a:pt x="807559" y="1717224"/>
                  <a:pt x="793965" y="1703630"/>
                  <a:pt x="793965" y="1686860"/>
                </a:cubicBezTo>
                <a:cubicBezTo>
                  <a:pt x="793965" y="1670091"/>
                  <a:pt x="807559" y="1656497"/>
                  <a:pt x="824329" y="1656497"/>
                </a:cubicBezTo>
                <a:close/>
                <a:moveTo>
                  <a:pt x="751774" y="1656497"/>
                </a:moveTo>
                <a:cubicBezTo>
                  <a:pt x="768544" y="1656497"/>
                  <a:pt x="782138" y="1670091"/>
                  <a:pt x="782138" y="1686860"/>
                </a:cubicBezTo>
                <a:cubicBezTo>
                  <a:pt x="782138" y="1703630"/>
                  <a:pt x="768544" y="1717224"/>
                  <a:pt x="751774" y="1717224"/>
                </a:cubicBezTo>
                <a:cubicBezTo>
                  <a:pt x="735005" y="1717224"/>
                  <a:pt x="721411" y="1703630"/>
                  <a:pt x="721411" y="1686860"/>
                </a:cubicBezTo>
                <a:cubicBezTo>
                  <a:pt x="721411" y="1670091"/>
                  <a:pt x="735005" y="1656497"/>
                  <a:pt x="751774" y="1656497"/>
                </a:cubicBezTo>
                <a:close/>
                <a:moveTo>
                  <a:pt x="679220" y="1656497"/>
                </a:moveTo>
                <a:cubicBezTo>
                  <a:pt x="695989" y="1656497"/>
                  <a:pt x="709583" y="1670091"/>
                  <a:pt x="709583" y="1686860"/>
                </a:cubicBezTo>
                <a:cubicBezTo>
                  <a:pt x="709583" y="1703630"/>
                  <a:pt x="695989" y="1717224"/>
                  <a:pt x="679220" y="1717224"/>
                </a:cubicBezTo>
                <a:cubicBezTo>
                  <a:pt x="662450" y="1717224"/>
                  <a:pt x="648856" y="1703630"/>
                  <a:pt x="648856" y="1686860"/>
                </a:cubicBezTo>
                <a:cubicBezTo>
                  <a:pt x="648856" y="1670091"/>
                  <a:pt x="662450" y="1656497"/>
                  <a:pt x="679220" y="1656497"/>
                </a:cubicBezTo>
                <a:close/>
                <a:moveTo>
                  <a:pt x="606665" y="1656497"/>
                </a:moveTo>
                <a:cubicBezTo>
                  <a:pt x="623435" y="1656497"/>
                  <a:pt x="637029" y="1670091"/>
                  <a:pt x="637029" y="1686860"/>
                </a:cubicBezTo>
                <a:cubicBezTo>
                  <a:pt x="637029" y="1703630"/>
                  <a:pt x="623435" y="1717224"/>
                  <a:pt x="606665" y="1717224"/>
                </a:cubicBezTo>
                <a:cubicBezTo>
                  <a:pt x="589896" y="1717224"/>
                  <a:pt x="576302" y="1703630"/>
                  <a:pt x="576302" y="1686860"/>
                </a:cubicBezTo>
                <a:cubicBezTo>
                  <a:pt x="576302" y="1670091"/>
                  <a:pt x="589896" y="1656497"/>
                  <a:pt x="606665" y="1656497"/>
                </a:cubicBezTo>
                <a:close/>
                <a:moveTo>
                  <a:pt x="534111" y="1656497"/>
                </a:moveTo>
                <a:cubicBezTo>
                  <a:pt x="550880" y="1656497"/>
                  <a:pt x="564474" y="1670091"/>
                  <a:pt x="564474" y="1686860"/>
                </a:cubicBezTo>
                <a:cubicBezTo>
                  <a:pt x="564474" y="1703630"/>
                  <a:pt x="550880" y="1717224"/>
                  <a:pt x="534111" y="1717224"/>
                </a:cubicBezTo>
                <a:cubicBezTo>
                  <a:pt x="517341" y="1717224"/>
                  <a:pt x="503747" y="1703630"/>
                  <a:pt x="503747" y="1686860"/>
                </a:cubicBezTo>
                <a:cubicBezTo>
                  <a:pt x="503747" y="1670091"/>
                  <a:pt x="517341" y="1656497"/>
                  <a:pt x="534111" y="1656497"/>
                </a:cubicBezTo>
                <a:close/>
                <a:moveTo>
                  <a:pt x="461556" y="1656497"/>
                </a:moveTo>
                <a:cubicBezTo>
                  <a:pt x="478326" y="1656497"/>
                  <a:pt x="491920" y="1670091"/>
                  <a:pt x="491920" y="1686860"/>
                </a:cubicBezTo>
                <a:cubicBezTo>
                  <a:pt x="491920" y="1703630"/>
                  <a:pt x="478326" y="1717224"/>
                  <a:pt x="461556" y="1717224"/>
                </a:cubicBezTo>
                <a:cubicBezTo>
                  <a:pt x="444787" y="1717224"/>
                  <a:pt x="431192" y="1703630"/>
                  <a:pt x="431192" y="1686860"/>
                </a:cubicBezTo>
                <a:cubicBezTo>
                  <a:pt x="431192" y="1670091"/>
                  <a:pt x="444787" y="1656497"/>
                  <a:pt x="461556" y="1656497"/>
                </a:cubicBezTo>
                <a:close/>
                <a:moveTo>
                  <a:pt x="389002" y="1656497"/>
                </a:moveTo>
                <a:cubicBezTo>
                  <a:pt x="405771" y="1656497"/>
                  <a:pt x="419365" y="1670091"/>
                  <a:pt x="419365" y="1686860"/>
                </a:cubicBezTo>
                <a:cubicBezTo>
                  <a:pt x="419365" y="1703630"/>
                  <a:pt x="405771" y="1717224"/>
                  <a:pt x="389002" y="1717224"/>
                </a:cubicBezTo>
                <a:cubicBezTo>
                  <a:pt x="372232" y="1717224"/>
                  <a:pt x="358638" y="1703630"/>
                  <a:pt x="358638" y="1686860"/>
                </a:cubicBezTo>
                <a:cubicBezTo>
                  <a:pt x="358638" y="1670091"/>
                  <a:pt x="372232" y="1656497"/>
                  <a:pt x="389002" y="1656497"/>
                </a:cubicBezTo>
                <a:close/>
                <a:moveTo>
                  <a:pt x="316447" y="1656497"/>
                </a:moveTo>
                <a:cubicBezTo>
                  <a:pt x="333216" y="1656497"/>
                  <a:pt x="346810" y="1670091"/>
                  <a:pt x="346810" y="1686860"/>
                </a:cubicBezTo>
                <a:cubicBezTo>
                  <a:pt x="346810" y="1703630"/>
                  <a:pt x="333216" y="1717224"/>
                  <a:pt x="316447" y="1717224"/>
                </a:cubicBezTo>
                <a:cubicBezTo>
                  <a:pt x="299677" y="1717224"/>
                  <a:pt x="286084" y="1703630"/>
                  <a:pt x="286084" y="1686860"/>
                </a:cubicBezTo>
                <a:cubicBezTo>
                  <a:pt x="286084" y="1670091"/>
                  <a:pt x="299677" y="1656497"/>
                  <a:pt x="316447" y="1656497"/>
                </a:cubicBezTo>
                <a:close/>
                <a:moveTo>
                  <a:pt x="243892" y="1656497"/>
                </a:moveTo>
                <a:cubicBezTo>
                  <a:pt x="260662" y="1656497"/>
                  <a:pt x="274256" y="1670091"/>
                  <a:pt x="274256" y="1686860"/>
                </a:cubicBezTo>
                <a:cubicBezTo>
                  <a:pt x="274256" y="1703630"/>
                  <a:pt x="260662" y="1717224"/>
                  <a:pt x="243892" y="1717224"/>
                </a:cubicBezTo>
                <a:cubicBezTo>
                  <a:pt x="227123" y="1717224"/>
                  <a:pt x="213529" y="1703630"/>
                  <a:pt x="213529" y="1686860"/>
                </a:cubicBezTo>
                <a:cubicBezTo>
                  <a:pt x="213529" y="1670091"/>
                  <a:pt x="227123" y="1656497"/>
                  <a:pt x="243892" y="1656497"/>
                </a:cubicBezTo>
                <a:close/>
                <a:moveTo>
                  <a:pt x="171339" y="1656497"/>
                </a:moveTo>
                <a:cubicBezTo>
                  <a:pt x="188107" y="1656497"/>
                  <a:pt x="201701" y="1670091"/>
                  <a:pt x="201701" y="1686860"/>
                </a:cubicBezTo>
                <a:cubicBezTo>
                  <a:pt x="201701" y="1703630"/>
                  <a:pt x="188107" y="1717224"/>
                  <a:pt x="171339" y="1717224"/>
                </a:cubicBezTo>
                <a:cubicBezTo>
                  <a:pt x="154594" y="1717224"/>
                  <a:pt x="141001" y="1703630"/>
                  <a:pt x="141001" y="1686860"/>
                </a:cubicBezTo>
                <a:cubicBezTo>
                  <a:pt x="141001" y="1670091"/>
                  <a:pt x="154594" y="1656497"/>
                  <a:pt x="171339" y="1656497"/>
                </a:cubicBezTo>
                <a:close/>
                <a:moveTo>
                  <a:pt x="98812" y="1656497"/>
                </a:moveTo>
                <a:cubicBezTo>
                  <a:pt x="115580" y="1656497"/>
                  <a:pt x="129174" y="1670091"/>
                  <a:pt x="129174" y="1686860"/>
                </a:cubicBezTo>
                <a:cubicBezTo>
                  <a:pt x="129174" y="1703630"/>
                  <a:pt x="115580" y="1717224"/>
                  <a:pt x="98812" y="1717224"/>
                </a:cubicBezTo>
                <a:cubicBezTo>
                  <a:pt x="82042" y="1717224"/>
                  <a:pt x="68448" y="1703630"/>
                  <a:pt x="68448" y="1686860"/>
                </a:cubicBezTo>
                <a:cubicBezTo>
                  <a:pt x="68448" y="1670091"/>
                  <a:pt x="82042" y="1656497"/>
                  <a:pt x="98812" y="1656497"/>
                </a:cubicBezTo>
                <a:close/>
                <a:moveTo>
                  <a:pt x="26257" y="1656497"/>
                </a:moveTo>
                <a:cubicBezTo>
                  <a:pt x="43026" y="1656497"/>
                  <a:pt x="56620" y="1670091"/>
                  <a:pt x="56620" y="1686860"/>
                </a:cubicBezTo>
                <a:cubicBezTo>
                  <a:pt x="56620" y="1703630"/>
                  <a:pt x="43026" y="1717224"/>
                  <a:pt x="26257" y="1717224"/>
                </a:cubicBezTo>
                <a:cubicBezTo>
                  <a:pt x="17873" y="1717224"/>
                  <a:pt x="10282" y="1713826"/>
                  <a:pt x="4787" y="1708331"/>
                </a:cubicBezTo>
                <a:lnTo>
                  <a:pt x="0" y="1696773"/>
                </a:lnTo>
                <a:lnTo>
                  <a:pt x="0" y="1676947"/>
                </a:lnTo>
                <a:lnTo>
                  <a:pt x="4787" y="1665390"/>
                </a:lnTo>
                <a:cubicBezTo>
                  <a:pt x="10282" y="1659896"/>
                  <a:pt x="17873" y="1656497"/>
                  <a:pt x="26257" y="1656497"/>
                </a:cubicBezTo>
                <a:close/>
                <a:moveTo>
                  <a:pt x="1114547" y="1576045"/>
                </a:moveTo>
                <a:cubicBezTo>
                  <a:pt x="1118739" y="1576045"/>
                  <a:pt x="1122733" y="1576894"/>
                  <a:pt x="1126366" y="1578431"/>
                </a:cubicBezTo>
                <a:lnTo>
                  <a:pt x="1131977" y="1582214"/>
                </a:lnTo>
                <a:lnTo>
                  <a:pt x="1128051" y="1585783"/>
                </a:lnTo>
                <a:lnTo>
                  <a:pt x="1088035" y="1615706"/>
                </a:lnTo>
                <a:lnTo>
                  <a:pt x="1084184" y="1606408"/>
                </a:lnTo>
                <a:cubicBezTo>
                  <a:pt x="1084184" y="1589639"/>
                  <a:pt x="1097778" y="1576045"/>
                  <a:pt x="1114547" y="1576045"/>
                </a:cubicBezTo>
                <a:close/>
                <a:moveTo>
                  <a:pt x="1041993" y="1576045"/>
                </a:moveTo>
                <a:cubicBezTo>
                  <a:pt x="1058762" y="1576045"/>
                  <a:pt x="1072356" y="1589639"/>
                  <a:pt x="1072356" y="1606408"/>
                </a:cubicBezTo>
                <a:cubicBezTo>
                  <a:pt x="1072356" y="1623178"/>
                  <a:pt x="1058762" y="1636772"/>
                  <a:pt x="1041993" y="1636772"/>
                </a:cubicBezTo>
                <a:cubicBezTo>
                  <a:pt x="1025223" y="1636772"/>
                  <a:pt x="1011629" y="1623178"/>
                  <a:pt x="1011629" y="1606408"/>
                </a:cubicBezTo>
                <a:cubicBezTo>
                  <a:pt x="1011629" y="1589639"/>
                  <a:pt x="1025223" y="1576045"/>
                  <a:pt x="1041993" y="1576045"/>
                </a:cubicBezTo>
                <a:close/>
                <a:moveTo>
                  <a:pt x="969438" y="1576045"/>
                </a:moveTo>
                <a:cubicBezTo>
                  <a:pt x="986208" y="1576045"/>
                  <a:pt x="999801" y="1589639"/>
                  <a:pt x="999801" y="1606408"/>
                </a:cubicBezTo>
                <a:cubicBezTo>
                  <a:pt x="999801" y="1623178"/>
                  <a:pt x="986208" y="1636772"/>
                  <a:pt x="969438" y="1636772"/>
                </a:cubicBezTo>
                <a:cubicBezTo>
                  <a:pt x="952669" y="1636772"/>
                  <a:pt x="939075" y="1623178"/>
                  <a:pt x="939075" y="1606408"/>
                </a:cubicBezTo>
                <a:cubicBezTo>
                  <a:pt x="939075" y="1589639"/>
                  <a:pt x="952669" y="1576045"/>
                  <a:pt x="969438" y="1576045"/>
                </a:cubicBezTo>
                <a:close/>
                <a:moveTo>
                  <a:pt x="896883" y="1576045"/>
                </a:moveTo>
                <a:cubicBezTo>
                  <a:pt x="913653" y="1576045"/>
                  <a:pt x="927247" y="1589639"/>
                  <a:pt x="927247" y="1606408"/>
                </a:cubicBezTo>
                <a:cubicBezTo>
                  <a:pt x="927247" y="1623178"/>
                  <a:pt x="913653" y="1636772"/>
                  <a:pt x="896883" y="1636772"/>
                </a:cubicBezTo>
                <a:cubicBezTo>
                  <a:pt x="880114" y="1636772"/>
                  <a:pt x="866520" y="1623178"/>
                  <a:pt x="866520" y="1606408"/>
                </a:cubicBezTo>
                <a:cubicBezTo>
                  <a:pt x="866520" y="1589639"/>
                  <a:pt x="880114" y="1576045"/>
                  <a:pt x="896883" y="1576045"/>
                </a:cubicBezTo>
                <a:close/>
                <a:moveTo>
                  <a:pt x="824329" y="1576045"/>
                </a:moveTo>
                <a:cubicBezTo>
                  <a:pt x="841098" y="1576045"/>
                  <a:pt x="854692" y="1589639"/>
                  <a:pt x="854692" y="1606408"/>
                </a:cubicBezTo>
                <a:cubicBezTo>
                  <a:pt x="854692" y="1623178"/>
                  <a:pt x="841098" y="1636772"/>
                  <a:pt x="824329" y="1636772"/>
                </a:cubicBezTo>
                <a:cubicBezTo>
                  <a:pt x="807559" y="1636772"/>
                  <a:pt x="793965" y="1623178"/>
                  <a:pt x="793965" y="1606408"/>
                </a:cubicBezTo>
                <a:cubicBezTo>
                  <a:pt x="793965" y="1589639"/>
                  <a:pt x="807559" y="1576045"/>
                  <a:pt x="824329" y="1576045"/>
                </a:cubicBezTo>
                <a:close/>
                <a:moveTo>
                  <a:pt x="751774" y="1576045"/>
                </a:moveTo>
                <a:cubicBezTo>
                  <a:pt x="768544" y="1576045"/>
                  <a:pt x="782138" y="1589639"/>
                  <a:pt x="782138" y="1606408"/>
                </a:cubicBezTo>
                <a:cubicBezTo>
                  <a:pt x="782138" y="1623178"/>
                  <a:pt x="768544" y="1636772"/>
                  <a:pt x="751774" y="1636772"/>
                </a:cubicBezTo>
                <a:cubicBezTo>
                  <a:pt x="735005" y="1636772"/>
                  <a:pt x="721411" y="1623178"/>
                  <a:pt x="721411" y="1606408"/>
                </a:cubicBezTo>
                <a:cubicBezTo>
                  <a:pt x="721411" y="1589639"/>
                  <a:pt x="735005" y="1576045"/>
                  <a:pt x="751774" y="1576045"/>
                </a:cubicBezTo>
                <a:close/>
                <a:moveTo>
                  <a:pt x="679220" y="1576045"/>
                </a:moveTo>
                <a:cubicBezTo>
                  <a:pt x="695989" y="1576045"/>
                  <a:pt x="709583" y="1589639"/>
                  <a:pt x="709583" y="1606408"/>
                </a:cubicBezTo>
                <a:cubicBezTo>
                  <a:pt x="709583" y="1623178"/>
                  <a:pt x="695989" y="1636772"/>
                  <a:pt x="679220" y="1636772"/>
                </a:cubicBezTo>
                <a:cubicBezTo>
                  <a:pt x="662450" y="1636772"/>
                  <a:pt x="648856" y="1623178"/>
                  <a:pt x="648856" y="1606408"/>
                </a:cubicBezTo>
                <a:cubicBezTo>
                  <a:pt x="648856" y="1589639"/>
                  <a:pt x="662450" y="1576045"/>
                  <a:pt x="679220" y="1576045"/>
                </a:cubicBezTo>
                <a:close/>
                <a:moveTo>
                  <a:pt x="606665" y="1576045"/>
                </a:moveTo>
                <a:cubicBezTo>
                  <a:pt x="623435" y="1576045"/>
                  <a:pt x="637029" y="1589639"/>
                  <a:pt x="637029" y="1606408"/>
                </a:cubicBezTo>
                <a:cubicBezTo>
                  <a:pt x="637029" y="1623178"/>
                  <a:pt x="623435" y="1636772"/>
                  <a:pt x="606665" y="1636772"/>
                </a:cubicBezTo>
                <a:cubicBezTo>
                  <a:pt x="589896" y="1636772"/>
                  <a:pt x="576302" y="1623178"/>
                  <a:pt x="576302" y="1606408"/>
                </a:cubicBezTo>
                <a:cubicBezTo>
                  <a:pt x="576302" y="1589639"/>
                  <a:pt x="589896" y="1576045"/>
                  <a:pt x="606665" y="1576045"/>
                </a:cubicBezTo>
                <a:close/>
                <a:moveTo>
                  <a:pt x="534111" y="1576045"/>
                </a:moveTo>
                <a:cubicBezTo>
                  <a:pt x="550880" y="1576045"/>
                  <a:pt x="564474" y="1589639"/>
                  <a:pt x="564474" y="1606408"/>
                </a:cubicBezTo>
                <a:cubicBezTo>
                  <a:pt x="564474" y="1623178"/>
                  <a:pt x="550880" y="1636772"/>
                  <a:pt x="534111" y="1636772"/>
                </a:cubicBezTo>
                <a:cubicBezTo>
                  <a:pt x="517341" y="1636772"/>
                  <a:pt x="503747" y="1623178"/>
                  <a:pt x="503747" y="1606408"/>
                </a:cubicBezTo>
                <a:cubicBezTo>
                  <a:pt x="503747" y="1589639"/>
                  <a:pt x="517341" y="1576045"/>
                  <a:pt x="534111" y="1576045"/>
                </a:cubicBezTo>
                <a:close/>
                <a:moveTo>
                  <a:pt x="461556" y="1576045"/>
                </a:moveTo>
                <a:cubicBezTo>
                  <a:pt x="478326" y="1576045"/>
                  <a:pt x="491920" y="1589639"/>
                  <a:pt x="491920" y="1606408"/>
                </a:cubicBezTo>
                <a:cubicBezTo>
                  <a:pt x="491920" y="1623178"/>
                  <a:pt x="478326" y="1636772"/>
                  <a:pt x="461556" y="1636772"/>
                </a:cubicBezTo>
                <a:cubicBezTo>
                  <a:pt x="444787" y="1636772"/>
                  <a:pt x="431192" y="1623178"/>
                  <a:pt x="431192" y="1606408"/>
                </a:cubicBezTo>
                <a:cubicBezTo>
                  <a:pt x="431192" y="1589639"/>
                  <a:pt x="444787" y="1576045"/>
                  <a:pt x="461556" y="1576045"/>
                </a:cubicBezTo>
                <a:close/>
                <a:moveTo>
                  <a:pt x="389002" y="1576045"/>
                </a:moveTo>
                <a:cubicBezTo>
                  <a:pt x="405771" y="1576045"/>
                  <a:pt x="419365" y="1589639"/>
                  <a:pt x="419365" y="1606408"/>
                </a:cubicBezTo>
                <a:cubicBezTo>
                  <a:pt x="419365" y="1623178"/>
                  <a:pt x="405771" y="1636772"/>
                  <a:pt x="389002" y="1636772"/>
                </a:cubicBezTo>
                <a:cubicBezTo>
                  <a:pt x="372232" y="1636772"/>
                  <a:pt x="358638" y="1623178"/>
                  <a:pt x="358638" y="1606408"/>
                </a:cubicBezTo>
                <a:cubicBezTo>
                  <a:pt x="358638" y="1589639"/>
                  <a:pt x="372232" y="1576045"/>
                  <a:pt x="389002" y="1576045"/>
                </a:cubicBezTo>
                <a:close/>
                <a:moveTo>
                  <a:pt x="316447" y="1576045"/>
                </a:moveTo>
                <a:cubicBezTo>
                  <a:pt x="333216" y="1576045"/>
                  <a:pt x="346810" y="1589639"/>
                  <a:pt x="346810" y="1606408"/>
                </a:cubicBezTo>
                <a:cubicBezTo>
                  <a:pt x="346810" y="1623178"/>
                  <a:pt x="333216" y="1636772"/>
                  <a:pt x="316447" y="1636772"/>
                </a:cubicBezTo>
                <a:cubicBezTo>
                  <a:pt x="299677" y="1636772"/>
                  <a:pt x="286084" y="1623178"/>
                  <a:pt x="286084" y="1606408"/>
                </a:cubicBezTo>
                <a:cubicBezTo>
                  <a:pt x="286084" y="1589639"/>
                  <a:pt x="299677" y="1576045"/>
                  <a:pt x="316447" y="1576045"/>
                </a:cubicBezTo>
                <a:close/>
                <a:moveTo>
                  <a:pt x="243892" y="1576045"/>
                </a:moveTo>
                <a:cubicBezTo>
                  <a:pt x="260662" y="1576045"/>
                  <a:pt x="274256" y="1589639"/>
                  <a:pt x="274256" y="1606408"/>
                </a:cubicBezTo>
                <a:cubicBezTo>
                  <a:pt x="274256" y="1623178"/>
                  <a:pt x="260662" y="1636772"/>
                  <a:pt x="243892" y="1636772"/>
                </a:cubicBezTo>
                <a:cubicBezTo>
                  <a:pt x="227123" y="1636772"/>
                  <a:pt x="213529" y="1623178"/>
                  <a:pt x="213529" y="1606408"/>
                </a:cubicBezTo>
                <a:cubicBezTo>
                  <a:pt x="213529" y="1589639"/>
                  <a:pt x="227123" y="1576045"/>
                  <a:pt x="243892" y="1576045"/>
                </a:cubicBezTo>
                <a:close/>
                <a:moveTo>
                  <a:pt x="171339" y="1576045"/>
                </a:moveTo>
                <a:cubicBezTo>
                  <a:pt x="188107" y="1576045"/>
                  <a:pt x="201701" y="1589639"/>
                  <a:pt x="201701" y="1606408"/>
                </a:cubicBezTo>
                <a:cubicBezTo>
                  <a:pt x="201701" y="1623178"/>
                  <a:pt x="188107" y="1636772"/>
                  <a:pt x="171339" y="1636772"/>
                </a:cubicBezTo>
                <a:cubicBezTo>
                  <a:pt x="154599" y="1636772"/>
                  <a:pt x="141006" y="1623178"/>
                  <a:pt x="141006" y="1606408"/>
                </a:cubicBezTo>
                <a:cubicBezTo>
                  <a:pt x="141006" y="1589639"/>
                  <a:pt x="154599" y="1576045"/>
                  <a:pt x="171339" y="1576045"/>
                </a:cubicBezTo>
                <a:close/>
                <a:moveTo>
                  <a:pt x="98818" y="1576045"/>
                </a:moveTo>
                <a:cubicBezTo>
                  <a:pt x="115586" y="1576045"/>
                  <a:pt x="129180" y="1589639"/>
                  <a:pt x="129180" y="1606408"/>
                </a:cubicBezTo>
                <a:cubicBezTo>
                  <a:pt x="129180" y="1623178"/>
                  <a:pt x="115586" y="1636772"/>
                  <a:pt x="98818" y="1636772"/>
                </a:cubicBezTo>
                <a:cubicBezTo>
                  <a:pt x="82048" y="1636772"/>
                  <a:pt x="68454" y="1623178"/>
                  <a:pt x="68454" y="1606408"/>
                </a:cubicBezTo>
                <a:cubicBezTo>
                  <a:pt x="68454" y="1589639"/>
                  <a:pt x="82048" y="1576045"/>
                  <a:pt x="98818" y="1576045"/>
                </a:cubicBezTo>
                <a:close/>
                <a:moveTo>
                  <a:pt x="26264" y="1576045"/>
                </a:moveTo>
                <a:cubicBezTo>
                  <a:pt x="43032" y="1576045"/>
                  <a:pt x="56626" y="1589639"/>
                  <a:pt x="56626" y="1606408"/>
                </a:cubicBezTo>
                <a:cubicBezTo>
                  <a:pt x="56626" y="1623178"/>
                  <a:pt x="43032" y="1636772"/>
                  <a:pt x="26264" y="1636772"/>
                </a:cubicBezTo>
                <a:cubicBezTo>
                  <a:pt x="17880" y="1636772"/>
                  <a:pt x="10289" y="1633374"/>
                  <a:pt x="4794" y="1627879"/>
                </a:cubicBezTo>
                <a:lnTo>
                  <a:pt x="0" y="1616304"/>
                </a:lnTo>
                <a:lnTo>
                  <a:pt x="0" y="1596512"/>
                </a:lnTo>
                <a:lnTo>
                  <a:pt x="4794" y="1584938"/>
                </a:lnTo>
                <a:cubicBezTo>
                  <a:pt x="10289" y="1579444"/>
                  <a:pt x="17880" y="1576045"/>
                  <a:pt x="26264" y="1576045"/>
                </a:cubicBezTo>
                <a:close/>
                <a:moveTo>
                  <a:pt x="1187102" y="1495593"/>
                </a:moveTo>
                <a:cubicBezTo>
                  <a:pt x="1195486" y="1495593"/>
                  <a:pt x="1203077" y="1498992"/>
                  <a:pt x="1208572" y="1504486"/>
                </a:cubicBezTo>
                <a:lnTo>
                  <a:pt x="1211014" y="1510381"/>
                </a:lnTo>
                <a:lnTo>
                  <a:pt x="1168285" y="1549216"/>
                </a:lnTo>
                <a:lnTo>
                  <a:pt x="1165631" y="1547427"/>
                </a:lnTo>
                <a:cubicBezTo>
                  <a:pt x="1160137" y="1541932"/>
                  <a:pt x="1156738" y="1534341"/>
                  <a:pt x="1156738" y="1525957"/>
                </a:cubicBezTo>
                <a:cubicBezTo>
                  <a:pt x="1156738" y="1509187"/>
                  <a:pt x="1170332" y="1495593"/>
                  <a:pt x="1187102" y="1495593"/>
                </a:cubicBezTo>
                <a:close/>
                <a:moveTo>
                  <a:pt x="1114547" y="1495593"/>
                </a:moveTo>
                <a:cubicBezTo>
                  <a:pt x="1131317" y="1495593"/>
                  <a:pt x="1144911" y="1509187"/>
                  <a:pt x="1144911" y="1525957"/>
                </a:cubicBezTo>
                <a:cubicBezTo>
                  <a:pt x="1144911" y="1542726"/>
                  <a:pt x="1131317" y="1556320"/>
                  <a:pt x="1114547" y="1556320"/>
                </a:cubicBezTo>
                <a:cubicBezTo>
                  <a:pt x="1097778" y="1556320"/>
                  <a:pt x="1084184" y="1542726"/>
                  <a:pt x="1084184" y="1525957"/>
                </a:cubicBezTo>
                <a:cubicBezTo>
                  <a:pt x="1084184" y="1509187"/>
                  <a:pt x="1097778" y="1495593"/>
                  <a:pt x="1114547" y="1495593"/>
                </a:cubicBezTo>
                <a:close/>
                <a:moveTo>
                  <a:pt x="1041993" y="1495593"/>
                </a:moveTo>
                <a:cubicBezTo>
                  <a:pt x="1058762" y="1495593"/>
                  <a:pt x="1072356" y="1509187"/>
                  <a:pt x="1072356" y="1525957"/>
                </a:cubicBezTo>
                <a:cubicBezTo>
                  <a:pt x="1072356" y="1542726"/>
                  <a:pt x="1058762" y="1556320"/>
                  <a:pt x="1041993" y="1556320"/>
                </a:cubicBezTo>
                <a:cubicBezTo>
                  <a:pt x="1025223" y="1556320"/>
                  <a:pt x="1011629" y="1542726"/>
                  <a:pt x="1011629" y="1525957"/>
                </a:cubicBezTo>
                <a:cubicBezTo>
                  <a:pt x="1011629" y="1509187"/>
                  <a:pt x="1025223" y="1495593"/>
                  <a:pt x="1041993" y="1495593"/>
                </a:cubicBezTo>
                <a:close/>
                <a:moveTo>
                  <a:pt x="969438" y="1495593"/>
                </a:moveTo>
                <a:cubicBezTo>
                  <a:pt x="986208" y="1495593"/>
                  <a:pt x="999801" y="1509187"/>
                  <a:pt x="999801" y="1525957"/>
                </a:cubicBezTo>
                <a:cubicBezTo>
                  <a:pt x="999801" y="1542726"/>
                  <a:pt x="986208" y="1556320"/>
                  <a:pt x="969438" y="1556320"/>
                </a:cubicBezTo>
                <a:cubicBezTo>
                  <a:pt x="952669" y="1556320"/>
                  <a:pt x="939075" y="1542726"/>
                  <a:pt x="939075" y="1525957"/>
                </a:cubicBezTo>
                <a:cubicBezTo>
                  <a:pt x="939075" y="1509187"/>
                  <a:pt x="952669" y="1495593"/>
                  <a:pt x="969438" y="1495593"/>
                </a:cubicBezTo>
                <a:close/>
                <a:moveTo>
                  <a:pt x="896883" y="1495593"/>
                </a:moveTo>
                <a:cubicBezTo>
                  <a:pt x="913653" y="1495593"/>
                  <a:pt x="927247" y="1509187"/>
                  <a:pt x="927247" y="1525957"/>
                </a:cubicBezTo>
                <a:cubicBezTo>
                  <a:pt x="927247" y="1542726"/>
                  <a:pt x="913653" y="1556320"/>
                  <a:pt x="896883" y="1556320"/>
                </a:cubicBezTo>
                <a:cubicBezTo>
                  <a:pt x="880114" y="1556320"/>
                  <a:pt x="866520" y="1542726"/>
                  <a:pt x="866520" y="1525957"/>
                </a:cubicBezTo>
                <a:cubicBezTo>
                  <a:pt x="866520" y="1509187"/>
                  <a:pt x="880114" y="1495593"/>
                  <a:pt x="896883" y="1495593"/>
                </a:cubicBezTo>
                <a:close/>
                <a:moveTo>
                  <a:pt x="824329" y="1495593"/>
                </a:moveTo>
                <a:cubicBezTo>
                  <a:pt x="841098" y="1495593"/>
                  <a:pt x="854692" y="1509187"/>
                  <a:pt x="854692" y="1525957"/>
                </a:cubicBezTo>
                <a:cubicBezTo>
                  <a:pt x="854692" y="1542726"/>
                  <a:pt x="841098" y="1556320"/>
                  <a:pt x="824329" y="1556320"/>
                </a:cubicBezTo>
                <a:cubicBezTo>
                  <a:pt x="807559" y="1556320"/>
                  <a:pt x="793965" y="1542726"/>
                  <a:pt x="793965" y="1525957"/>
                </a:cubicBezTo>
                <a:cubicBezTo>
                  <a:pt x="793965" y="1509187"/>
                  <a:pt x="807559" y="1495593"/>
                  <a:pt x="824329" y="1495593"/>
                </a:cubicBezTo>
                <a:close/>
                <a:moveTo>
                  <a:pt x="751774" y="1495593"/>
                </a:moveTo>
                <a:cubicBezTo>
                  <a:pt x="768544" y="1495593"/>
                  <a:pt x="782138" y="1509187"/>
                  <a:pt x="782138" y="1525957"/>
                </a:cubicBezTo>
                <a:cubicBezTo>
                  <a:pt x="782138" y="1542726"/>
                  <a:pt x="768544" y="1556320"/>
                  <a:pt x="751774" y="1556320"/>
                </a:cubicBezTo>
                <a:cubicBezTo>
                  <a:pt x="735005" y="1556320"/>
                  <a:pt x="721411" y="1542726"/>
                  <a:pt x="721411" y="1525957"/>
                </a:cubicBezTo>
                <a:cubicBezTo>
                  <a:pt x="721411" y="1509187"/>
                  <a:pt x="735005" y="1495593"/>
                  <a:pt x="751774" y="1495593"/>
                </a:cubicBezTo>
                <a:close/>
                <a:moveTo>
                  <a:pt x="679220" y="1495593"/>
                </a:moveTo>
                <a:cubicBezTo>
                  <a:pt x="695989" y="1495593"/>
                  <a:pt x="709583" y="1509187"/>
                  <a:pt x="709583" y="1525957"/>
                </a:cubicBezTo>
                <a:cubicBezTo>
                  <a:pt x="709583" y="1542726"/>
                  <a:pt x="695989" y="1556320"/>
                  <a:pt x="679220" y="1556320"/>
                </a:cubicBezTo>
                <a:cubicBezTo>
                  <a:pt x="662450" y="1556320"/>
                  <a:pt x="648856" y="1542726"/>
                  <a:pt x="648856" y="1525957"/>
                </a:cubicBezTo>
                <a:cubicBezTo>
                  <a:pt x="648856" y="1509187"/>
                  <a:pt x="662450" y="1495593"/>
                  <a:pt x="679220" y="1495593"/>
                </a:cubicBezTo>
                <a:close/>
                <a:moveTo>
                  <a:pt x="606665" y="1495593"/>
                </a:moveTo>
                <a:cubicBezTo>
                  <a:pt x="623435" y="1495593"/>
                  <a:pt x="637029" y="1509187"/>
                  <a:pt x="637029" y="1525957"/>
                </a:cubicBezTo>
                <a:cubicBezTo>
                  <a:pt x="637029" y="1542726"/>
                  <a:pt x="623435" y="1556320"/>
                  <a:pt x="606665" y="1556320"/>
                </a:cubicBezTo>
                <a:cubicBezTo>
                  <a:pt x="589896" y="1556320"/>
                  <a:pt x="576302" y="1542726"/>
                  <a:pt x="576302" y="1525957"/>
                </a:cubicBezTo>
                <a:cubicBezTo>
                  <a:pt x="576302" y="1509187"/>
                  <a:pt x="589896" y="1495593"/>
                  <a:pt x="606665" y="1495593"/>
                </a:cubicBezTo>
                <a:close/>
                <a:moveTo>
                  <a:pt x="534111" y="1495593"/>
                </a:moveTo>
                <a:cubicBezTo>
                  <a:pt x="550880" y="1495593"/>
                  <a:pt x="564474" y="1509187"/>
                  <a:pt x="564474" y="1525957"/>
                </a:cubicBezTo>
                <a:cubicBezTo>
                  <a:pt x="564474" y="1542726"/>
                  <a:pt x="550880" y="1556320"/>
                  <a:pt x="534111" y="1556320"/>
                </a:cubicBezTo>
                <a:cubicBezTo>
                  <a:pt x="517341" y="1556320"/>
                  <a:pt x="503747" y="1542726"/>
                  <a:pt x="503747" y="1525957"/>
                </a:cubicBezTo>
                <a:cubicBezTo>
                  <a:pt x="503747" y="1509187"/>
                  <a:pt x="517341" y="1495593"/>
                  <a:pt x="534111" y="1495593"/>
                </a:cubicBezTo>
                <a:close/>
                <a:moveTo>
                  <a:pt x="461556" y="1495593"/>
                </a:moveTo>
                <a:cubicBezTo>
                  <a:pt x="478326" y="1495593"/>
                  <a:pt x="491920" y="1509187"/>
                  <a:pt x="491920" y="1525957"/>
                </a:cubicBezTo>
                <a:cubicBezTo>
                  <a:pt x="491920" y="1542726"/>
                  <a:pt x="478326" y="1556320"/>
                  <a:pt x="461556" y="1556320"/>
                </a:cubicBezTo>
                <a:cubicBezTo>
                  <a:pt x="444787" y="1556320"/>
                  <a:pt x="431192" y="1542726"/>
                  <a:pt x="431192" y="1525957"/>
                </a:cubicBezTo>
                <a:cubicBezTo>
                  <a:pt x="431192" y="1509187"/>
                  <a:pt x="444787" y="1495593"/>
                  <a:pt x="461556" y="1495593"/>
                </a:cubicBezTo>
                <a:close/>
                <a:moveTo>
                  <a:pt x="389002" y="1495593"/>
                </a:moveTo>
                <a:cubicBezTo>
                  <a:pt x="405771" y="1495593"/>
                  <a:pt x="419365" y="1509187"/>
                  <a:pt x="419365" y="1525957"/>
                </a:cubicBezTo>
                <a:cubicBezTo>
                  <a:pt x="419365" y="1542726"/>
                  <a:pt x="405771" y="1556320"/>
                  <a:pt x="389002" y="1556320"/>
                </a:cubicBezTo>
                <a:cubicBezTo>
                  <a:pt x="372232" y="1556320"/>
                  <a:pt x="358638" y="1542726"/>
                  <a:pt x="358638" y="1525957"/>
                </a:cubicBezTo>
                <a:cubicBezTo>
                  <a:pt x="358638" y="1509187"/>
                  <a:pt x="372232" y="1495593"/>
                  <a:pt x="389002" y="1495593"/>
                </a:cubicBezTo>
                <a:close/>
                <a:moveTo>
                  <a:pt x="316447" y="1495593"/>
                </a:moveTo>
                <a:cubicBezTo>
                  <a:pt x="333216" y="1495593"/>
                  <a:pt x="346810" y="1509187"/>
                  <a:pt x="346810" y="1525957"/>
                </a:cubicBezTo>
                <a:cubicBezTo>
                  <a:pt x="346810" y="1542726"/>
                  <a:pt x="333216" y="1556320"/>
                  <a:pt x="316447" y="1556320"/>
                </a:cubicBezTo>
                <a:cubicBezTo>
                  <a:pt x="299677" y="1556320"/>
                  <a:pt x="286084" y="1542726"/>
                  <a:pt x="286084" y="1525957"/>
                </a:cubicBezTo>
                <a:cubicBezTo>
                  <a:pt x="286084" y="1509187"/>
                  <a:pt x="299677" y="1495593"/>
                  <a:pt x="316447" y="1495593"/>
                </a:cubicBezTo>
                <a:close/>
                <a:moveTo>
                  <a:pt x="243892" y="1495593"/>
                </a:moveTo>
                <a:cubicBezTo>
                  <a:pt x="260662" y="1495593"/>
                  <a:pt x="274256" y="1509187"/>
                  <a:pt x="274256" y="1525957"/>
                </a:cubicBezTo>
                <a:cubicBezTo>
                  <a:pt x="274256" y="1542726"/>
                  <a:pt x="260662" y="1556320"/>
                  <a:pt x="243892" y="1556320"/>
                </a:cubicBezTo>
                <a:cubicBezTo>
                  <a:pt x="227123" y="1556320"/>
                  <a:pt x="213529" y="1542726"/>
                  <a:pt x="213529" y="1525957"/>
                </a:cubicBezTo>
                <a:cubicBezTo>
                  <a:pt x="213529" y="1509187"/>
                  <a:pt x="227123" y="1495593"/>
                  <a:pt x="243892" y="1495593"/>
                </a:cubicBezTo>
                <a:close/>
                <a:moveTo>
                  <a:pt x="171339" y="1495593"/>
                </a:moveTo>
                <a:cubicBezTo>
                  <a:pt x="188107" y="1495593"/>
                  <a:pt x="201701" y="1509187"/>
                  <a:pt x="201701" y="1525957"/>
                </a:cubicBezTo>
                <a:cubicBezTo>
                  <a:pt x="201701" y="1542726"/>
                  <a:pt x="188107" y="1556320"/>
                  <a:pt x="171339" y="1556320"/>
                </a:cubicBezTo>
                <a:cubicBezTo>
                  <a:pt x="154606" y="1556320"/>
                  <a:pt x="141012" y="1542726"/>
                  <a:pt x="141012" y="1525957"/>
                </a:cubicBezTo>
                <a:cubicBezTo>
                  <a:pt x="141012" y="1509187"/>
                  <a:pt x="154606" y="1495593"/>
                  <a:pt x="171339" y="1495593"/>
                </a:cubicBezTo>
                <a:close/>
                <a:moveTo>
                  <a:pt x="98825" y="1495593"/>
                </a:moveTo>
                <a:cubicBezTo>
                  <a:pt x="115592" y="1495593"/>
                  <a:pt x="129186" y="1509187"/>
                  <a:pt x="129186" y="1525957"/>
                </a:cubicBezTo>
                <a:cubicBezTo>
                  <a:pt x="129186" y="1542726"/>
                  <a:pt x="115592" y="1556320"/>
                  <a:pt x="98825" y="1556320"/>
                </a:cubicBezTo>
                <a:cubicBezTo>
                  <a:pt x="82054" y="1556320"/>
                  <a:pt x="68461" y="1542726"/>
                  <a:pt x="68461" y="1525957"/>
                </a:cubicBezTo>
                <a:cubicBezTo>
                  <a:pt x="68461" y="1509187"/>
                  <a:pt x="82054" y="1495593"/>
                  <a:pt x="98825" y="1495593"/>
                </a:cubicBezTo>
                <a:close/>
                <a:moveTo>
                  <a:pt x="26270" y="1495593"/>
                </a:moveTo>
                <a:cubicBezTo>
                  <a:pt x="43038" y="1495593"/>
                  <a:pt x="56632" y="1509187"/>
                  <a:pt x="56632" y="1525957"/>
                </a:cubicBezTo>
                <a:cubicBezTo>
                  <a:pt x="56632" y="1542726"/>
                  <a:pt x="43038" y="1556320"/>
                  <a:pt x="26270" y="1556320"/>
                </a:cubicBezTo>
                <a:cubicBezTo>
                  <a:pt x="17886" y="1556320"/>
                  <a:pt x="10295" y="1552922"/>
                  <a:pt x="4801" y="1547427"/>
                </a:cubicBezTo>
                <a:lnTo>
                  <a:pt x="0" y="1535836"/>
                </a:lnTo>
                <a:lnTo>
                  <a:pt x="0" y="1516078"/>
                </a:lnTo>
                <a:lnTo>
                  <a:pt x="4801" y="1504486"/>
                </a:lnTo>
                <a:cubicBezTo>
                  <a:pt x="10295" y="1498992"/>
                  <a:pt x="17886" y="1495593"/>
                  <a:pt x="26270" y="1495593"/>
                </a:cubicBezTo>
                <a:close/>
                <a:moveTo>
                  <a:pt x="1259656" y="1415141"/>
                </a:moveTo>
                <a:cubicBezTo>
                  <a:pt x="1268041" y="1415141"/>
                  <a:pt x="1275632" y="1418540"/>
                  <a:pt x="1281127" y="1424035"/>
                </a:cubicBezTo>
                <a:lnTo>
                  <a:pt x="1285044" y="1433492"/>
                </a:lnTo>
                <a:lnTo>
                  <a:pt x="1248565" y="1473629"/>
                </a:lnTo>
                <a:lnTo>
                  <a:pt x="1247837" y="1473482"/>
                </a:lnTo>
                <a:cubicBezTo>
                  <a:pt x="1236940" y="1468873"/>
                  <a:pt x="1229293" y="1458082"/>
                  <a:pt x="1229293" y="1445505"/>
                </a:cubicBezTo>
                <a:cubicBezTo>
                  <a:pt x="1229293" y="1428735"/>
                  <a:pt x="1242887" y="1415141"/>
                  <a:pt x="1259656" y="1415141"/>
                </a:cubicBezTo>
                <a:close/>
                <a:moveTo>
                  <a:pt x="1187102" y="1415141"/>
                </a:moveTo>
                <a:cubicBezTo>
                  <a:pt x="1203871" y="1415141"/>
                  <a:pt x="1217465" y="1428735"/>
                  <a:pt x="1217465" y="1445505"/>
                </a:cubicBezTo>
                <a:cubicBezTo>
                  <a:pt x="1217465" y="1462274"/>
                  <a:pt x="1203871" y="1475868"/>
                  <a:pt x="1187102" y="1475868"/>
                </a:cubicBezTo>
                <a:cubicBezTo>
                  <a:pt x="1170332" y="1475868"/>
                  <a:pt x="1156738" y="1462274"/>
                  <a:pt x="1156738" y="1445505"/>
                </a:cubicBezTo>
                <a:cubicBezTo>
                  <a:pt x="1156738" y="1428735"/>
                  <a:pt x="1170332" y="1415141"/>
                  <a:pt x="1187102" y="1415141"/>
                </a:cubicBezTo>
                <a:close/>
                <a:moveTo>
                  <a:pt x="1114547" y="1415141"/>
                </a:moveTo>
                <a:cubicBezTo>
                  <a:pt x="1131317" y="1415141"/>
                  <a:pt x="1144911" y="1428735"/>
                  <a:pt x="1144911" y="1445505"/>
                </a:cubicBezTo>
                <a:cubicBezTo>
                  <a:pt x="1144911" y="1462274"/>
                  <a:pt x="1131317" y="1475868"/>
                  <a:pt x="1114547" y="1475868"/>
                </a:cubicBezTo>
                <a:cubicBezTo>
                  <a:pt x="1097778" y="1475868"/>
                  <a:pt x="1084184" y="1462274"/>
                  <a:pt x="1084184" y="1445505"/>
                </a:cubicBezTo>
                <a:cubicBezTo>
                  <a:pt x="1084184" y="1428735"/>
                  <a:pt x="1097778" y="1415141"/>
                  <a:pt x="1114547" y="1415141"/>
                </a:cubicBezTo>
                <a:close/>
                <a:moveTo>
                  <a:pt x="1041993" y="1415141"/>
                </a:moveTo>
                <a:cubicBezTo>
                  <a:pt x="1058762" y="1415141"/>
                  <a:pt x="1072356" y="1428735"/>
                  <a:pt x="1072356" y="1445505"/>
                </a:cubicBezTo>
                <a:cubicBezTo>
                  <a:pt x="1072356" y="1462274"/>
                  <a:pt x="1058762" y="1475868"/>
                  <a:pt x="1041993" y="1475868"/>
                </a:cubicBezTo>
                <a:cubicBezTo>
                  <a:pt x="1025223" y="1475868"/>
                  <a:pt x="1011629" y="1462274"/>
                  <a:pt x="1011629" y="1445505"/>
                </a:cubicBezTo>
                <a:cubicBezTo>
                  <a:pt x="1011629" y="1428735"/>
                  <a:pt x="1025223" y="1415141"/>
                  <a:pt x="1041993" y="1415141"/>
                </a:cubicBezTo>
                <a:close/>
                <a:moveTo>
                  <a:pt x="969438" y="1415141"/>
                </a:moveTo>
                <a:cubicBezTo>
                  <a:pt x="986208" y="1415141"/>
                  <a:pt x="999801" y="1428735"/>
                  <a:pt x="999801" y="1445505"/>
                </a:cubicBezTo>
                <a:cubicBezTo>
                  <a:pt x="999801" y="1462274"/>
                  <a:pt x="986208" y="1475868"/>
                  <a:pt x="969438" y="1475868"/>
                </a:cubicBezTo>
                <a:cubicBezTo>
                  <a:pt x="952669" y="1475868"/>
                  <a:pt x="939075" y="1462274"/>
                  <a:pt x="939075" y="1445505"/>
                </a:cubicBezTo>
                <a:cubicBezTo>
                  <a:pt x="939075" y="1428735"/>
                  <a:pt x="952669" y="1415141"/>
                  <a:pt x="969438" y="1415141"/>
                </a:cubicBezTo>
                <a:close/>
                <a:moveTo>
                  <a:pt x="896883" y="1415141"/>
                </a:moveTo>
                <a:cubicBezTo>
                  <a:pt x="913653" y="1415141"/>
                  <a:pt x="927247" y="1428735"/>
                  <a:pt x="927247" y="1445505"/>
                </a:cubicBezTo>
                <a:cubicBezTo>
                  <a:pt x="927247" y="1462274"/>
                  <a:pt x="913653" y="1475868"/>
                  <a:pt x="896883" y="1475868"/>
                </a:cubicBezTo>
                <a:cubicBezTo>
                  <a:pt x="880114" y="1475868"/>
                  <a:pt x="866520" y="1462274"/>
                  <a:pt x="866520" y="1445505"/>
                </a:cubicBezTo>
                <a:cubicBezTo>
                  <a:pt x="866520" y="1428735"/>
                  <a:pt x="880114" y="1415141"/>
                  <a:pt x="896883" y="1415141"/>
                </a:cubicBezTo>
                <a:close/>
                <a:moveTo>
                  <a:pt x="824329" y="1415141"/>
                </a:moveTo>
                <a:cubicBezTo>
                  <a:pt x="841098" y="1415141"/>
                  <a:pt x="854692" y="1428735"/>
                  <a:pt x="854692" y="1445505"/>
                </a:cubicBezTo>
                <a:cubicBezTo>
                  <a:pt x="854692" y="1462274"/>
                  <a:pt x="841098" y="1475868"/>
                  <a:pt x="824329" y="1475868"/>
                </a:cubicBezTo>
                <a:cubicBezTo>
                  <a:pt x="807559" y="1475868"/>
                  <a:pt x="793965" y="1462274"/>
                  <a:pt x="793965" y="1445505"/>
                </a:cubicBezTo>
                <a:cubicBezTo>
                  <a:pt x="793965" y="1428735"/>
                  <a:pt x="807559" y="1415141"/>
                  <a:pt x="824329" y="1415141"/>
                </a:cubicBezTo>
                <a:close/>
                <a:moveTo>
                  <a:pt x="751774" y="1415141"/>
                </a:moveTo>
                <a:cubicBezTo>
                  <a:pt x="768544" y="1415141"/>
                  <a:pt x="782138" y="1428735"/>
                  <a:pt x="782138" y="1445505"/>
                </a:cubicBezTo>
                <a:cubicBezTo>
                  <a:pt x="782138" y="1462274"/>
                  <a:pt x="768544" y="1475868"/>
                  <a:pt x="751774" y="1475868"/>
                </a:cubicBezTo>
                <a:cubicBezTo>
                  <a:pt x="735005" y="1475868"/>
                  <a:pt x="721411" y="1462274"/>
                  <a:pt x="721411" y="1445505"/>
                </a:cubicBezTo>
                <a:cubicBezTo>
                  <a:pt x="721411" y="1428735"/>
                  <a:pt x="735005" y="1415141"/>
                  <a:pt x="751774" y="1415141"/>
                </a:cubicBezTo>
                <a:close/>
                <a:moveTo>
                  <a:pt x="679220" y="1415141"/>
                </a:moveTo>
                <a:cubicBezTo>
                  <a:pt x="695989" y="1415141"/>
                  <a:pt x="709583" y="1428735"/>
                  <a:pt x="709583" y="1445505"/>
                </a:cubicBezTo>
                <a:cubicBezTo>
                  <a:pt x="709583" y="1462274"/>
                  <a:pt x="695989" y="1475868"/>
                  <a:pt x="679220" y="1475868"/>
                </a:cubicBezTo>
                <a:cubicBezTo>
                  <a:pt x="662450" y="1475868"/>
                  <a:pt x="648856" y="1462274"/>
                  <a:pt x="648856" y="1445505"/>
                </a:cubicBezTo>
                <a:cubicBezTo>
                  <a:pt x="648856" y="1428735"/>
                  <a:pt x="662450" y="1415141"/>
                  <a:pt x="679220" y="1415141"/>
                </a:cubicBezTo>
                <a:close/>
                <a:moveTo>
                  <a:pt x="606665" y="1415141"/>
                </a:moveTo>
                <a:cubicBezTo>
                  <a:pt x="623435" y="1415141"/>
                  <a:pt x="637029" y="1428735"/>
                  <a:pt x="637029" y="1445505"/>
                </a:cubicBezTo>
                <a:cubicBezTo>
                  <a:pt x="637029" y="1462274"/>
                  <a:pt x="623435" y="1475868"/>
                  <a:pt x="606665" y="1475868"/>
                </a:cubicBezTo>
                <a:cubicBezTo>
                  <a:pt x="589896" y="1475868"/>
                  <a:pt x="576302" y="1462274"/>
                  <a:pt x="576302" y="1445505"/>
                </a:cubicBezTo>
                <a:cubicBezTo>
                  <a:pt x="576302" y="1428735"/>
                  <a:pt x="589896" y="1415141"/>
                  <a:pt x="606665" y="1415141"/>
                </a:cubicBezTo>
                <a:close/>
                <a:moveTo>
                  <a:pt x="534111" y="1415141"/>
                </a:moveTo>
                <a:cubicBezTo>
                  <a:pt x="550880" y="1415141"/>
                  <a:pt x="564474" y="1428735"/>
                  <a:pt x="564474" y="1445505"/>
                </a:cubicBezTo>
                <a:cubicBezTo>
                  <a:pt x="564474" y="1462274"/>
                  <a:pt x="550880" y="1475868"/>
                  <a:pt x="534111" y="1475868"/>
                </a:cubicBezTo>
                <a:cubicBezTo>
                  <a:pt x="517341" y="1475868"/>
                  <a:pt x="503747" y="1462274"/>
                  <a:pt x="503747" y="1445505"/>
                </a:cubicBezTo>
                <a:cubicBezTo>
                  <a:pt x="503747" y="1428735"/>
                  <a:pt x="517341" y="1415141"/>
                  <a:pt x="534111" y="1415141"/>
                </a:cubicBezTo>
                <a:close/>
                <a:moveTo>
                  <a:pt x="461556" y="1415141"/>
                </a:moveTo>
                <a:cubicBezTo>
                  <a:pt x="478326" y="1415141"/>
                  <a:pt x="491920" y="1428735"/>
                  <a:pt x="491920" y="1445505"/>
                </a:cubicBezTo>
                <a:cubicBezTo>
                  <a:pt x="491920" y="1462274"/>
                  <a:pt x="478326" y="1475868"/>
                  <a:pt x="461556" y="1475868"/>
                </a:cubicBezTo>
                <a:cubicBezTo>
                  <a:pt x="444787" y="1475868"/>
                  <a:pt x="431192" y="1462274"/>
                  <a:pt x="431192" y="1445505"/>
                </a:cubicBezTo>
                <a:cubicBezTo>
                  <a:pt x="431192" y="1428735"/>
                  <a:pt x="444787" y="1415141"/>
                  <a:pt x="461556" y="1415141"/>
                </a:cubicBezTo>
                <a:close/>
                <a:moveTo>
                  <a:pt x="389002" y="1415141"/>
                </a:moveTo>
                <a:cubicBezTo>
                  <a:pt x="405771" y="1415141"/>
                  <a:pt x="419365" y="1428735"/>
                  <a:pt x="419365" y="1445505"/>
                </a:cubicBezTo>
                <a:cubicBezTo>
                  <a:pt x="419365" y="1462274"/>
                  <a:pt x="405771" y="1475868"/>
                  <a:pt x="389002" y="1475868"/>
                </a:cubicBezTo>
                <a:cubicBezTo>
                  <a:pt x="372232" y="1475868"/>
                  <a:pt x="358638" y="1462274"/>
                  <a:pt x="358638" y="1445505"/>
                </a:cubicBezTo>
                <a:cubicBezTo>
                  <a:pt x="358638" y="1428735"/>
                  <a:pt x="372232" y="1415141"/>
                  <a:pt x="389002" y="1415141"/>
                </a:cubicBezTo>
                <a:close/>
                <a:moveTo>
                  <a:pt x="316447" y="1415141"/>
                </a:moveTo>
                <a:cubicBezTo>
                  <a:pt x="333216" y="1415141"/>
                  <a:pt x="346810" y="1428735"/>
                  <a:pt x="346810" y="1445505"/>
                </a:cubicBezTo>
                <a:cubicBezTo>
                  <a:pt x="346810" y="1462274"/>
                  <a:pt x="333216" y="1475868"/>
                  <a:pt x="316447" y="1475868"/>
                </a:cubicBezTo>
                <a:cubicBezTo>
                  <a:pt x="299677" y="1475868"/>
                  <a:pt x="286084" y="1462274"/>
                  <a:pt x="286084" y="1445505"/>
                </a:cubicBezTo>
                <a:cubicBezTo>
                  <a:pt x="286084" y="1428735"/>
                  <a:pt x="299677" y="1415141"/>
                  <a:pt x="316447" y="1415141"/>
                </a:cubicBezTo>
                <a:close/>
                <a:moveTo>
                  <a:pt x="243892" y="1415141"/>
                </a:moveTo>
                <a:cubicBezTo>
                  <a:pt x="260662" y="1415141"/>
                  <a:pt x="274256" y="1428735"/>
                  <a:pt x="274256" y="1445505"/>
                </a:cubicBezTo>
                <a:cubicBezTo>
                  <a:pt x="274256" y="1462274"/>
                  <a:pt x="260662" y="1475868"/>
                  <a:pt x="243892" y="1475868"/>
                </a:cubicBezTo>
                <a:cubicBezTo>
                  <a:pt x="227123" y="1475868"/>
                  <a:pt x="213529" y="1462274"/>
                  <a:pt x="213529" y="1445505"/>
                </a:cubicBezTo>
                <a:cubicBezTo>
                  <a:pt x="213529" y="1428735"/>
                  <a:pt x="227123" y="1415141"/>
                  <a:pt x="243892" y="1415141"/>
                </a:cubicBezTo>
                <a:close/>
                <a:moveTo>
                  <a:pt x="171339" y="1415141"/>
                </a:moveTo>
                <a:cubicBezTo>
                  <a:pt x="188107" y="1415141"/>
                  <a:pt x="201701" y="1428735"/>
                  <a:pt x="201701" y="1445505"/>
                </a:cubicBezTo>
                <a:cubicBezTo>
                  <a:pt x="201701" y="1462274"/>
                  <a:pt x="188107" y="1475868"/>
                  <a:pt x="171339" y="1475868"/>
                </a:cubicBezTo>
                <a:cubicBezTo>
                  <a:pt x="154611" y="1475868"/>
                  <a:pt x="141018" y="1462274"/>
                  <a:pt x="141018" y="1445505"/>
                </a:cubicBezTo>
                <a:cubicBezTo>
                  <a:pt x="141018" y="1428735"/>
                  <a:pt x="154611" y="1415141"/>
                  <a:pt x="171339" y="1415141"/>
                </a:cubicBezTo>
                <a:close/>
                <a:moveTo>
                  <a:pt x="98831" y="1415141"/>
                </a:moveTo>
                <a:cubicBezTo>
                  <a:pt x="115598" y="1415141"/>
                  <a:pt x="129192" y="1428735"/>
                  <a:pt x="129192" y="1445505"/>
                </a:cubicBezTo>
                <a:cubicBezTo>
                  <a:pt x="129192" y="1462274"/>
                  <a:pt x="115598" y="1475868"/>
                  <a:pt x="98831" y="1475868"/>
                </a:cubicBezTo>
                <a:cubicBezTo>
                  <a:pt x="82060" y="1475868"/>
                  <a:pt x="68467" y="1462274"/>
                  <a:pt x="68467" y="1445505"/>
                </a:cubicBezTo>
                <a:cubicBezTo>
                  <a:pt x="68467" y="1428735"/>
                  <a:pt x="82060" y="1415141"/>
                  <a:pt x="98831" y="1415141"/>
                </a:cubicBezTo>
                <a:close/>
                <a:moveTo>
                  <a:pt x="26277" y="1415141"/>
                </a:moveTo>
                <a:cubicBezTo>
                  <a:pt x="43044" y="1415141"/>
                  <a:pt x="56638" y="1428735"/>
                  <a:pt x="56638" y="1445505"/>
                </a:cubicBezTo>
                <a:cubicBezTo>
                  <a:pt x="56638" y="1462274"/>
                  <a:pt x="43044" y="1475868"/>
                  <a:pt x="26277" y="1475868"/>
                </a:cubicBezTo>
                <a:cubicBezTo>
                  <a:pt x="17892" y="1475868"/>
                  <a:pt x="10301" y="1472470"/>
                  <a:pt x="4807" y="1466975"/>
                </a:cubicBezTo>
                <a:lnTo>
                  <a:pt x="0" y="1455370"/>
                </a:lnTo>
                <a:lnTo>
                  <a:pt x="0" y="1435640"/>
                </a:lnTo>
                <a:lnTo>
                  <a:pt x="4807" y="1424034"/>
                </a:lnTo>
                <a:cubicBezTo>
                  <a:pt x="10301" y="1418540"/>
                  <a:pt x="17892" y="1415141"/>
                  <a:pt x="26277" y="1415141"/>
                </a:cubicBezTo>
                <a:close/>
                <a:moveTo>
                  <a:pt x="1332211" y="1334690"/>
                </a:moveTo>
                <a:cubicBezTo>
                  <a:pt x="1340596" y="1334690"/>
                  <a:pt x="1348186" y="1338088"/>
                  <a:pt x="1353681" y="1343583"/>
                </a:cubicBezTo>
                <a:lnTo>
                  <a:pt x="1356143" y="1349526"/>
                </a:lnTo>
                <a:lnTo>
                  <a:pt x="1331934" y="1381900"/>
                </a:lnTo>
                <a:lnTo>
                  <a:pt x="1321597" y="1393274"/>
                </a:lnTo>
                <a:lnTo>
                  <a:pt x="1320392" y="1393030"/>
                </a:lnTo>
                <a:cubicBezTo>
                  <a:pt x="1309494" y="1388421"/>
                  <a:pt x="1301847" y="1377631"/>
                  <a:pt x="1301847" y="1365053"/>
                </a:cubicBezTo>
                <a:cubicBezTo>
                  <a:pt x="1301847" y="1348284"/>
                  <a:pt x="1315441" y="1334690"/>
                  <a:pt x="1332211" y="1334690"/>
                </a:cubicBezTo>
                <a:close/>
                <a:moveTo>
                  <a:pt x="1259656" y="1334690"/>
                </a:moveTo>
                <a:cubicBezTo>
                  <a:pt x="1276426" y="1334690"/>
                  <a:pt x="1290020" y="1348284"/>
                  <a:pt x="1290020" y="1365053"/>
                </a:cubicBezTo>
                <a:cubicBezTo>
                  <a:pt x="1290020" y="1381823"/>
                  <a:pt x="1276426" y="1395417"/>
                  <a:pt x="1259656" y="1395417"/>
                </a:cubicBezTo>
                <a:cubicBezTo>
                  <a:pt x="1242887" y="1395417"/>
                  <a:pt x="1229293" y="1381823"/>
                  <a:pt x="1229293" y="1365053"/>
                </a:cubicBezTo>
                <a:cubicBezTo>
                  <a:pt x="1229293" y="1348284"/>
                  <a:pt x="1242887" y="1334690"/>
                  <a:pt x="1259656" y="1334690"/>
                </a:cubicBezTo>
                <a:close/>
                <a:moveTo>
                  <a:pt x="1187102" y="1334690"/>
                </a:moveTo>
                <a:cubicBezTo>
                  <a:pt x="1203871" y="1334690"/>
                  <a:pt x="1217465" y="1348284"/>
                  <a:pt x="1217465" y="1365053"/>
                </a:cubicBezTo>
                <a:cubicBezTo>
                  <a:pt x="1217465" y="1381823"/>
                  <a:pt x="1203871" y="1395417"/>
                  <a:pt x="1187102" y="1395417"/>
                </a:cubicBezTo>
                <a:cubicBezTo>
                  <a:pt x="1170332" y="1395417"/>
                  <a:pt x="1156738" y="1381823"/>
                  <a:pt x="1156738" y="1365053"/>
                </a:cubicBezTo>
                <a:cubicBezTo>
                  <a:pt x="1156738" y="1348284"/>
                  <a:pt x="1170332" y="1334690"/>
                  <a:pt x="1187102" y="1334690"/>
                </a:cubicBezTo>
                <a:close/>
                <a:moveTo>
                  <a:pt x="1114547" y="1334690"/>
                </a:moveTo>
                <a:cubicBezTo>
                  <a:pt x="1131317" y="1334690"/>
                  <a:pt x="1144911" y="1348284"/>
                  <a:pt x="1144911" y="1365053"/>
                </a:cubicBezTo>
                <a:cubicBezTo>
                  <a:pt x="1144911" y="1381823"/>
                  <a:pt x="1131317" y="1395417"/>
                  <a:pt x="1114547" y="1395417"/>
                </a:cubicBezTo>
                <a:cubicBezTo>
                  <a:pt x="1097778" y="1395417"/>
                  <a:pt x="1084184" y="1381823"/>
                  <a:pt x="1084184" y="1365053"/>
                </a:cubicBezTo>
                <a:cubicBezTo>
                  <a:pt x="1084184" y="1348284"/>
                  <a:pt x="1097778" y="1334690"/>
                  <a:pt x="1114547" y="1334690"/>
                </a:cubicBezTo>
                <a:close/>
                <a:moveTo>
                  <a:pt x="1041993" y="1334690"/>
                </a:moveTo>
                <a:cubicBezTo>
                  <a:pt x="1058762" y="1334690"/>
                  <a:pt x="1072356" y="1348284"/>
                  <a:pt x="1072356" y="1365053"/>
                </a:cubicBezTo>
                <a:cubicBezTo>
                  <a:pt x="1072356" y="1381823"/>
                  <a:pt x="1058762" y="1395417"/>
                  <a:pt x="1041993" y="1395417"/>
                </a:cubicBezTo>
                <a:cubicBezTo>
                  <a:pt x="1025223" y="1395417"/>
                  <a:pt x="1011629" y="1381823"/>
                  <a:pt x="1011629" y="1365053"/>
                </a:cubicBezTo>
                <a:cubicBezTo>
                  <a:pt x="1011629" y="1348284"/>
                  <a:pt x="1025223" y="1334690"/>
                  <a:pt x="1041993" y="1334690"/>
                </a:cubicBezTo>
                <a:close/>
                <a:moveTo>
                  <a:pt x="969438" y="1334690"/>
                </a:moveTo>
                <a:cubicBezTo>
                  <a:pt x="986208" y="1334690"/>
                  <a:pt x="999801" y="1348284"/>
                  <a:pt x="999801" y="1365053"/>
                </a:cubicBezTo>
                <a:cubicBezTo>
                  <a:pt x="999801" y="1381823"/>
                  <a:pt x="986208" y="1395417"/>
                  <a:pt x="969438" y="1395417"/>
                </a:cubicBezTo>
                <a:cubicBezTo>
                  <a:pt x="952669" y="1395417"/>
                  <a:pt x="939075" y="1381823"/>
                  <a:pt x="939075" y="1365053"/>
                </a:cubicBezTo>
                <a:cubicBezTo>
                  <a:pt x="939075" y="1348284"/>
                  <a:pt x="952669" y="1334690"/>
                  <a:pt x="969438" y="1334690"/>
                </a:cubicBezTo>
                <a:close/>
                <a:moveTo>
                  <a:pt x="896883" y="1334690"/>
                </a:moveTo>
                <a:cubicBezTo>
                  <a:pt x="913653" y="1334690"/>
                  <a:pt x="927247" y="1348284"/>
                  <a:pt x="927247" y="1365053"/>
                </a:cubicBezTo>
                <a:cubicBezTo>
                  <a:pt x="927247" y="1381823"/>
                  <a:pt x="913653" y="1395417"/>
                  <a:pt x="896883" y="1395417"/>
                </a:cubicBezTo>
                <a:cubicBezTo>
                  <a:pt x="880114" y="1395417"/>
                  <a:pt x="866520" y="1381823"/>
                  <a:pt x="866520" y="1365053"/>
                </a:cubicBezTo>
                <a:cubicBezTo>
                  <a:pt x="866520" y="1348284"/>
                  <a:pt x="880114" y="1334690"/>
                  <a:pt x="896883" y="1334690"/>
                </a:cubicBezTo>
                <a:close/>
                <a:moveTo>
                  <a:pt x="824329" y="1334690"/>
                </a:moveTo>
                <a:cubicBezTo>
                  <a:pt x="841098" y="1334690"/>
                  <a:pt x="854692" y="1348284"/>
                  <a:pt x="854692" y="1365053"/>
                </a:cubicBezTo>
                <a:cubicBezTo>
                  <a:pt x="854692" y="1381823"/>
                  <a:pt x="841098" y="1395417"/>
                  <a:pt x="824329" y="1395417"/>
                </a:cubicBezTo>
                <a:cubicBezTo>
                  <a:pt x="807559" y="1395417"/>
                  <a:pt x="793965" y="1381823"/>
                  <a:pt x="793965" y="1365053"/>
                </a:cubicBezTo>
                <a:cubicBezTo>
                  <a:pt x="793965" y="1348284"/>
                  <a:pt x="807559" y="1334690"/>
                  <a:pt x="824329" y="1334690"/>
                </a:cubicBezTo>
                <a:close/>
                <a:moveTo>
                  <a:pt x="751774" y="1334690"/>
                </a:moveTo>
                <a:cubicBezTo>
                  <a:pt x="768544" y="1334690"/>
                  <a:pt x="782138" y="1348284"/>
                  <a:pt x="782138" y="1365053"/>
                </a:cubicBezTo>
                <a:cubicBezTo>
                  <a:pt x="782138" y="1381823"/>
                  <a:pt x="768544" y="1395417"/>
                  <a:pt x="751774" y="1395417"/>
                </a:cubicBezTo>
                <a:cubicBezTo>
                  <a:pt x="735005" y="1395417"/>
                  <a:pt x="721411" y="1381823"/>
                  <a:pt x="721411" y="1365053"/>
                </a:cubicBezTo>
                <a:cubicBezTo>
                  <a:pt x="721411" y="1348284"/>
                  <a:pt x="735005" y="1334690"/>
                  <a:pt x="751774" y="1334690"/>
                </a:cubicBezTo>
                <a:close/>
                <a:moveTo>
                  <a:pt x="679220" y="1334690"/>
                </a:moveTo>
                <a:cubicBezTo>
                  <a:pt x="695989" y="1334690"/>
                  <a:pt x="709583" y="1348284"/>
                  <a:pt x="709583" y="1365053"/>
                </a:cubicBezTo>
                <a:cubicBezTo>
                  <a:pt x="709583" y="1381823"/>
                  <a:pt x="695989" y="1395417"/>
                  <a:pt x="679220" y="1395417"/>
                </a:cubicBezTo>
                <a:cubicBezTo>
                  <a:pt x="662450" y="1395417"/>
                  <a:pt x="648856" y="1381823"/>
                  <a:pt x="648856" y="1365053"/>
                </a:cubicBezTo>
                <a:cubicBezTo>
                  <a:pt x="648856" y="1348284"/>
                  <a:pt x="662450" y="1334690"/>
                  <a:pt x="679220" y="1334690"/>
                </a:cubicBezTo>
                <a:close/>
                <a:moveTo>
                  <a:pt x="606665" y="1334690"/>
                </a:moveTo>
                <a:cubicBezTo>
                  <a:pt x="623435" y="1334690"/>
                  <a:pt x="637029" y="1348284"/>
                  <a:pt x="637029" y="1365053"/>
                </a:cubicBezTo>
                <a:cubicBezTo>
                  <a:pt x="637029" y="1381823"/>
                  <a:pt x="623435" y="1395417"/>
                  <a:pt x="606665" y="1395417"/>
                </a:cubicBezTo>
                <a:cubicBezTo>
                  <a:pt x="589896" y="1395417"/>
                  <a:pt x="576302" y="1381823"/>
                  <a:pt x="576302" y="1365053"/>
                </a:cubicBezTo>
                <a:cubicBezTo>
                  <a:pt x="576302" y="1348284"/>
                  <a:pt x="589896" y="1334690"/>
                  <a:pt x="606665" y="1334690"/>
                </a:cubicBezTo>
                <a:close/>
                <a:moveTo>
                  <a:pt x="534111" y="1334690"/>
                </a:moveTo>
                <a:cubicBezTo>
                  <a:pt x="550880" y="1334690"/>
                  <a:pt x="564474" y="1348284"/>
                  <a:pt x="564474" y="1365053"/>
                </a:cubicBezTo>
                <a:cubicBezTo>
                  <a:pt x="564474" y="1381823"/>
                  <a:pt x="550880" y="1395417"/>
                  <a:pt x="534111" y="1395417"/>
                </a:cubicBezTo>
                <a:cubicBezTo>
                  <a:pt x="517341" y="1395417"/>
                  <a:pt x="503747" y="1381823"/>
                  <a:pt x="503747" y="1365053"/>
                </a:cubicBezTo>
                <a:cubicBezTo>
                  <a:pt x="503747" y="1348284"/>
                  <a:pt x="517341" y="1334690"/>
                  <a:pt x="534111" y="1334690"/>
                </a:cubicBezTo>
                <a:close/>
                <a:moveTo>
                  <a:pt x="461556" y="1334690"/>
                </a:moveTo>
                <a:cubicBezTo>
                  <a:pt x="478326" y="1334690"/>
                  <a:pt x="491920" y="1348284"/>
                  <a:pt x="491920" y="1365053"/>
                </a:cubicBezTo>
                <a:cubicBezTo>
                  <a:pt x="491920" y="1381823"/>
                  <a:pt x="478326" y="1395417"/>
                  <a:pt x="461556" y="1395417"/>
                </a:cubicBezTo>
                <a:cubicBezTo>
                  <a:pt x="444787" y="1395417"/>
                  <a:pt x="431192" y="1381823"/>
                  <a:pt x="431192" y="1365053"/>
                </a:cubicBezTo>
                <a:cubicBezTo>
                  <a:pt x="431192" y="1348284"/>
                  <a:pt x="444787" y="1334690"/>
                  <a:pt x="461556" y="1334690"/>
                </a:cubicBezTo>
                <a:close/>
                <a:moveTo>
                  <a:pt x="389002" y="1334690"/>
                </a:moveTo>
                <a:cubicBezTo>
                  <a:pt x="405771" y="1334690"/>
                  <a:pt x="419365" y="1348284"/>
                  <a:pt x="419365" y="1365053"/>
                </a:cubicBezTo>
                <a:cubicBezTo>
                  <a:pt x="419365" y="1381823"/>
                  <a:pt x="405771" y="1395417"/>
                  <a:pt x="389002" y="1395417"/>
                </a:cubicBezTo>
                <a:cubicBezTo>
                  <a:pt x="372232" y="1395417"/>
                  <a:pt x="358638" y="1381823"/>
                  <a:pt x="358638" y="1365053"/>
                </a:cubicBezTo>
                <a:cubicBezTo>
                  <a:pt x="358638" y="1348284"/>
                  <a:pt x="372232" y="1334690"/>
                  <a:pt x="389002" y="1334690"/>
                </a:cubicBezTo>
                <a:close/>
                <a:moveTo>
                  <a:pt x="316447" y="1334690"/>
                </a:moveTo>
                <a:cubicBezTo>
                  <a:pt x="333216" y="1334690"/>
                  <a:pt x="346810" y="1348284"/>
                  <a:pt x="346810" y="1365053"/>
                </a:cubicBezTo>
                <a:cubicBezTo>
                  <a:pt x="346810" y="1381823"/>
                  <a:pt x="333216" y="1395417"/>
                  <a:pt x="316447" y="1395417"/>
                </a:cubicBezTo>
                <a:cubicBezTo>
                  <a:pt x="299677" y="1395417"/>
                  <a:pt x="286084" y="1381823"/>
                  <a:pt x="286084" y="1365053"/>
                </a:cubicBezTo>
                <a:cubicBezTo>
                  <a:pt x="286084" y="1348284"/>
                  <a:pt x="299677" y="1334690"/>
                  <a:pt x="316447" y="1334690"/>
                </a:cubicBezTo>
                <a:close/>
                <a:moveTo>
                  <a:pt x="243892" y="1334690"/>
                </a:moveTo>
                <a:cubicBezTo>
                  <a:pt x="260662" y="1334690"/>
                  <a:pt x="274256" y="1348284"/>
                  <a:pt x="274256" y="1365053"/>
                </a:cubicBezTo>
                <a:cubicBezTo>
                  <a:pt x="274256" y="1381823"/>
                  <a:pt x="260662" y="1395417"/>
                  <a:pt x="243892" y="1395417"/>
                </a:cubicBezTo>
                <a:cubicBezTo>
                  <a:pt x="227123" y="1395417"/>
                  <a:pt x="213529" y="1381823"/>
                  <a:pt x="213529" y="1365053"/>
                </a:cubicBezTo>
                <a:cubicBezTo>
                  <a:pt x="213529" y="1348284"/>
                  <a:pt x="227123" y="1334690"/>
                  <a:pt x="243892" y="1334690"/>
                </a:cubicBezTo>
                <a:close/>
                <a:moveTo>
                  <a:pt x="171339" y="1334690"/>
                </a:moveTo>
                <a:cubicBezTo>
                  <a:pt x="188107" y="1334690"/>
                  <a:pt x="201701" y="1348284"/>
                  <a:pt x="201701" y="1365053"/>
                </a:cubicBezTo>
                <a:cubicBezTo>
                  <a:pt x="201701" y="1381823"/>
                  <a:pt x="188107" y="1395417"/>
                  <a:pt x="171339" y="1395417"/>
                </a:cubicBezTo>
                <a:cubicBezTo>
                  <a:pt x="154616" y="1395417"/>
                  <a:pt x="141023" y="1381823"/>
                  <a:pt x="141023" y="1365053"/>
                </a:cubicBezTo>
                <a:cubicBezTo>
                  <a:pt x="141023" y="1348284"/>
                  <a:pt x="154616" y="1334690"/>
                  <a:pt x="171339" y="1334690"/>
                </a:cubicBezTo>
                <a:close/>
                <a:moveTo>
                  <a:pt x="98838" y="1334690"/>
                </a:moveTo>
                <a:cubicBezTo>
                  <a:pt x="115605" y="1334690"/>
                  <a:pt x="129198" y="1348284"/>
                  <a:pt x="129198" y="1365053"/>
                </a:cubicBezTo>
                <a:cubicBezTo>
                  <a:pt x="129198" y="1381823"/>
                  <a:pt x="115605" y="1395417"/>
                  <a:pt x="98838" y="1395417"/>
                </a:cubicBezTo>
                <a:cubicBezTo>
                  <a:pt x="82067" y="1395417"/>
                  <a:pt x="68474" y="1381823"/>
                  <a:pt x="68474" y="1365053"/>
                </a:cubicBezTo>
                <a:cubicBezTo>
                  <a:pt x="68474" y="1348284"/>
                  <a:pt x="82067" y="1334690"/>
                  <a:pt x="98838" y="1334690"/>
                </a:cubicBezTo>
                <a:close/>
                <a:moveTo>
                  <a:pt x="26283" y="1334690"/>
                </a:moveTo>
                <a:cubicBezTo>
                  <a:pt x="43051" y="1334690"/>
                  <a:pt x="56645" y="1348284"/>
                  <a:pt x="56645" y="1365053"/>
                </a:cubicBezTo>
                <a:cubicBezTo>
                  <a:pt x="56645" y="1381823"/>
                  <a:pt x="43051" y="1395417"/>
                  <a:pt x="26283" y="1395417"/>
                </a:cubicBezTo>
                <a:cubicBezTo>
                  <a:pt x="17898" y="1395417"/>
                  <a:pt x="10308" y="1392019"/>
                  <a:pt x="4813" y="1386524"/>
                </a:cubicBezTo>
                <a:lnTo>
                  <a:pt x="0" y="1374903"/>
                </a:lnTo>
                <a:lnTo>
                  <a:pt x="0" y="1355203"/>
                </a:lnTo>
                <a:lnTo>
                  <a:pt x="4813" y="1343583"/>
                </a:lnTo>
                <a:cubicBezTo>
                  <a:pt x="10308" y="1338089"/>
                  <a:pt x="17898" y="1334690"/>
                  <a:pt x="26283" y="1334690"/>
                </a:cubicBezTo>
                <a:close/>
                <a:moveTo>
                  <a:pt x="1404765" y="1254238"/>
                </a:moveTo>
                <a:cubicBezTo>
                  <a:pt x="1408957" y="1254238"/>
                  <a:pt x="1412951" y="1255088"/>
                  <a:pt x="1416584" y="1256624"/>
                </a:cubicBezTo>
                <a:lnTo>
                  <a:pt x="1422045" y="1260306"/>
                </a:lnTo>
                <a:lnTo>
                  <a:pt x="1418517" y="1266114"/>
                </a:lnTo>
                <a:lnTo>
                  <a:pt x="1386846" y="1308466"/>
                </a:lnTo>
                <a:lnTo>
                  <a:pt x="1383295" y="1306072"/>
                </a:lnTo>
                <a:cubicBezTo>
                  <a:pt x="1377800" y="1300577"/>
                  <a:pt x="1374402" y="1292986"/>
                  <a:pt x="1374402" y="1284602"/>
                </a:cubicBezTo>
                <a:cubicBezTo>
                  <a:pt x="1374402" y="1267832"/>
                  <a:pt x="1387996" y="1254238"/>
                  <a:pt x="1404765" y="1254238"/>
                </a:cubicBezTo>
                <a:close/>
                <a:moveTo>
                  <a:pt x="1332211" y="1254238"/>
                </a:moveTo>
                <a:cubicBezTo>
                  <a:pt x="1348980" y="1254238"/>
                  <a:pt x="1362574" y="1267832"/>
                  <a:pt x="1362574" y="1284602"/>
                </a:cubicBezTo>
                <a:cubicBezTo>
                  <a:pt x="1362574" y="1301371"/>
                  <a:pt x="1348980" y="1314965"/>
                  <a:pt x="1332211" y="1314965"/>
                </a:cubicBezTo>
                <a:cubicBezTo>
                  <a:pt x="1315441" y="1314965"/>
                  <a:pt x="1301847" y="1301371"/>
                  <a:pt x="1301847" y="1284602"/>
                </a:cubicBezTo>
                <a:cubicBezTo>
                  <a:pt x="1301847" y="1267832"/>
                  <a:pt x="1315441" y="1254238"/>
                  <a:pt x="1332211" y="1254238"/>
                </a:cubicBezTo>
                <a:close/>
                <a:moveTo>
                  <a:pt x="1259656" y="1254238"/>
                </a:moveTo>
                <a:cubicBezTo>
                  <a:pt x="1276426" y="1254238"/>
                  <a:pt x="1290020" y="1267832"/>
                  <a:pt x="1290020" y="1284602"/>
                </a:cubicBezTo>
                <a:cubicBezTo>
                  <a:pt x="1290020" y="1301371"/>
                  <a:pt x="1276426" y="1314965"/>
                  <a:pt x="1259656" y="1314965"/>
                </a:cubicBezTo>
                <a:cubicBezTo>
                  <a:pt x="1242887" y="1314965"/>
                  <a:pt x="1229293" y="1301371"/>
                  <a:pt x="1229293" y="1284602"/>
                </a:cubicBezTo>
                <a:cubicBezTo>
                  <a:pt x="1229293" y="1267832"/>
                  <a:pt x="1242887" y="1254238"/>
                  <a:pt x="1259656" y="1254238"/>
                </a:cubicBezTo>
                <a:close/>
                <a:moveTo>
                  <a:pt x="1187102" y="1254238"/>
                </a:moveTo>
                <a:cubicBezTo>
                  <a:pt x="1203871" y="1254238"/>
                  <a:pt x="1217465" y="1267832"/>
                  <a:pt x="1217465" y="1284602"/>
                </a:cubicBezTo>
                <a:cubicBezTo>
                  <a:pt x="1217465" y="1301371"/>
                  <a:pt x="1203871" y="1314965"/>
                  <a:pt x="1187102" y="1314965"/>
                </a:cubicBezTo>
                <a:cubicBezTo>
                  <a:pt x="1170332" y="1314965"/>
                  <a:pt x="1156738" y="1301371"/>
                  <a:pt x="1156738" y="1284602"/>
                </a:cubicBezTo>
                <a:cubicBezTo>
                  <a:pt x="1156738" y="1267832"/>
                  <a:pt x="1170332" y="1254238"/>
                  <a:pt x="1187102" y="1254238"/>
                </a:cubicBezTo>
                <a:close/>
                <a:moveTo>
                  <a:pt x="1114547" y="1254238"/>
                </a:moveTo>
                <a:cubicBezTo>
                  <a:pt x="1131317" y="1254238"/>
                  <a:pt x="1144911" y="1267832"/>
                  <a:pt x="1144911" y="1284602"/>
                </a:cubicBezTo>
                <a:cubicBezTo>
                  <a:pt x="1144911" y="1301371"/>
                  <a:pt x="1131317" y="1314965"/>
                  <a:pt x="1114547" y="1314965"/>
                </a:cubicBezTo>
                <a:cubicBezTo>
                  <a:pt x="1097778" y="1314965"/>
                  <a:pt x="1084184" y="1301371"/>
                  <a:pt x="1084184" y="1284602"/>
                </a:cubicBezTo>
                <a:cubicBezTo>
                  <a:pt x="1084184" y="1267832"/>
                  <a:pt x="1097778" y="1254238"/>
                  <a:pt x="1114547" y="1254238"/>
                </a:cubicBezTo>
                <a:close/>
                <a:moveTo>
                  <a:pt x="1041993" y="1254238"/>
                </a:moveTo>
                <a:cubicBezTo>
                  <a:pt x="1058762" y="1254238"/>
                  <a:pt x="1072356" y="1267832"/>
                  <a:pt x="1072356" y="1284602"/>
                </a:cubicBezTo>
                <a:cubicBezTo>
                  <a:pt x="1072356" y="1301371"/>
                  <a:pt x="1058762" y="1314965"/>
                  <a:pt x="1041993" y="1314965"/>
                </a:cubicBezTo>
                <a:cubicBezTo>
                  <a:pt x="1025223" y="1314965"/>
                  <a:pt x="1011629" y="1301371"/>
                  <a:pt x="1011629" y="1284602"/>
                </a:cubicBezTo>
                <a:cubicBezTo>
                  <a:pt x="1011629" y="1267832"/>
                  <a:pt x="1025223" y="1254238"/>
                  <a:pt x="1041993" y="1254238"/>
                </a:cubicBezTo>
                <a:close/>
                <a:moveTo>
                  <a:pt x="969438" y="1254238"/>
                </a:moveTo>
                <a:cubicBezTo>
                  <a:pt x="986208" y="1254238"/>
                  <a:pt x="999801" y="1267832"/>
                  <a:pt x="999801" y="1284602"/>
                </a:cubicBezTo>
                <a:cubicBezTo>
                  <a:pt x="999801" y="1301371"/>
                  <a:pt x="986208" y="1314965"/>
                  <a:pt x="969438" y="1314965"/>
                </a:cubicBezTo>
                <a:cubicBezTo>
                  <a:pt x="952669" y="1314965"/>
                  <a:pt x="939075" y="1301371"/>
                  <a:pt x="939075" y="1284602"/>
                </a:cubicBezTo>
                <a:cubicBezTo>
                  <a:pt x="939075" y="1267832"/>
                  <a:pt x="952669" y="1254238"/>
                  <a:pt x="969438" y="1254238"/>
                </a:cubicBezTo>
                <a:close/>
                <a:moveTo>
                  <a:pt x="896883" y="1254238"/>
                </a:moveTo>
                <a:cubicBezTo>
                  <a:pt x="913653" y="1254238"/>
                  <a:pt x="927247" y="1267832"/>
                  <a:pt x="927247" y="1284602"/>
                </a:cubicBezTo>
                <a:cubicBezTo>
                  <a:pt x="927247" y="1301371"/>
                  <a:pt x="913653" y="1314965"/>
                  <a:pt x="896883" y="1314965"/>
                </a:cubicBezTo>
                <a:cubicBezTo>
                  <a:pt x="880114" y="1314965"/>
                  <a:pt x="866520" y="1301371"/>
                  <a:pt x="866520" y="1284602"/>
                </a:cubicBezTo>
                <a:cubicBezTo>
                  <a:pt x="866520" y="1267832"/>
                  <a:pt x="880114" y="1254238"/>
                  <a:pt x="896883" y="1254238"/>
                </a:cubicBezTo>
                <a:close/>
                <a:moveTo>
                  <a:pt x="824329" y="1254238"/>
                </a:moveTo>
                <a:cubicBezTo>
                  <a:pt x="841098" y="1254238"/>
                  <a:pt x="854692" y="1267832"/>
                  <a:pt x="854692" y="1284602"/>
                </a:cubicBezTo>
                <a:cubicBezTo>
                  <a:pt x="854692" y="1301371"/>
                  <a:pt x="841098" y="1314965"/>
                  <a:pt x="824329" y="1314965"/>
                </a:cubicBezTo>
                <a:cubicBezTo>
                  <a:pt x="807559" y="1314965"/>
                  <a:pt x="793965" y="1301371"/>
                  <a:pt x="793965" y="1284602"/>
                </a:cubicBezTo>
                <a:cubicBezTo>
                  <a:pt x="793965" y="1267832"/>
                  <a:pt x="807559" y="1254238"/>
                  <a:pt x="824329" y="1254238"/>
                </a:cubicBezTo>
                <a:close/>
                <a:moveTo>
                  <a:pt x="751774" y="1254238"/>
                </a:moveTo>
                <a:cubicBezTo>
                  <a:pt x="768544" y="1254238"/>
                  <a:pt x="782138" y="1267832"/>
                  <a:pt x="782138" y="1284602"/>
                </a:cubicBezTo>
                <a:cubicBezTo>
                  <a:pt x="782138" y="1301371"/>
                  <a:pt x="768544" y="1314965"/>
                  <a:pt x="751774" y="1314965"/>
                </a:cubicBezTo>
                <a:cubicBezTo>
                  <a:pt x="735005" y="1314965"/>
                  <a:pt x="721411" y="1301371"/>
                  <a:pt x="721411" y="1284602"/>
                </a:cubicBezTo>
                <a:cubicBezTo>
                  <a:pt x="721411" y="1267832"/>
                  <a:pt x="735005" y="1254238"/>
                  <a:pt x="751774" y="1254238"/>
                </a:cubicBezTo>
                <a:close/>
                <a:moveTo>
                  <a:pt x="679220" y="1254238"/>
                </a:moveTo>
                <a:cubicBezTo>
                  <a:pt x="695989" y="1254238"/>
                  <a:pt x="709583" y="1267832"/>
                  <a:pt x="709583" y="1284602"/>
                </a:cubicBezTo>
                <a:cubicBezTo>
                  <a:pt x="709583" y="1301371"/>
                  <a:pt x="695989" y="1314965"/>
                  <a:pt x="679220" y="1314965"/>
                </a:cubicBezTo>
                <a:cubicBezTo>
                  <a:pt x="662450" y="1314965"/>
                  <a:pt x="648856" y="1301371"/>
                  <a:pt x="648856" y="1284602"/>
                </a:cubicBezTo>
                <a:cubicBezTo>
                  <a:pt x="648856" y="1267832"/>
                  <a:pt x="662450" y="1254238"/>
                  <a:pt x="679220" y="1254238"/>
                </a:cubicBezTo>
                <a:close/>
                <a:moveTo>
                  <a:pt x="606665" y="1254238"/>
                </a:moveTo>
                <a:cubicBezTo>
                  <a:pt x="623435" y="1254238"/>
                  <a:pt x="637029" y="1267832"/>
                  <a:pt x="637029" y="1284602"/>
                </a:cubicBezTo>
                <a:cubicBezTo>
                  <a:pt x="637029" y="1301371"/>
                  <a:pt x="623435" y="1314965"/>
                  <a:pt x="606665" y="1314965"/>
                </a:cubicBezTo>
                <a:cubicBezTo>
                  <a:pt x="589896" y="1314965"/>
                  <a:pt x="576302" y="1301371"/>
                  <a:pt x="576302" y="1284602"/>
                </a:cubicBezTo>
                <a:cubicBezTo>
                  <a:pt x="576302" y="1267832"/>
                  <a:pt x="589896" y="1254238"/>
                  <a:pt x="606665" y="1254238"/>
                </a:cubicBezTo>
                <a:close/>
                <a:moveTo>
                  <a:pt x="534111" y="1254238"/>
                </a:moveTo>
                <a:cubicBezTo>
                  <a:pt x="550880" y="1254238"/>
                  <a:pt x="564474" y="1267832"/>
                  <a:pt x="564474" y="1284602"/>
                </a:cubicBezTo>
                <a:cubicBezTo>
                  <a:pt x="564474" y="1301371"/>
                  <a:pt x="550880" y="1314965"/>
                  <a:pt x="534111" y="1314965"/>
                </a:cubicBezTo>
                <a:cubicBezTo>
                  <a:pt x="517341" y="1314965"/>
                  <a:pt x="503747" y="1301371"/>
                  <a:pt x="503747" y="1284602"/>
                </a:cubicBezTo>
                <a:cubicBezTo>
                  <a:pt x="503747" y="1267832"/>
                  <a:pt x="517341" y="1254238"/>
                  <a:pt x="534111" y="1254238"/>
                </a:cubicBezTo>
                <a:close/>
                <a:moveTo>
                  <a:pt x="461556" y="1254238"/>
                </a:moveTo>
                <a:cubicBezTo>
                  <a:pt x="478326" y="1254238"/>
                  <a:pt x="491920" y="1267832"/>
                  <a:pt x="491920" y="1284602"/>
                </a:cubicBezTo>
                <a:cubicBezTo>
                  <a:pt x="491920" y="1301371"/>
                  <a:pt x="478326" y="1314965"/>
                  <a:pt x="461556" y="1314965"/>
                </a:cubicBezTo>
                <a:cubicBezTo>
                  <a:pt x="444787" y="1314965"/>
                  <a:pt x="431192" y="1301371"/>
                  <a:pt x="431192" y="1284602"/>
                </a:cubicBezTo>
                <a:cubicBezTo>
                  <a:pt x="431192" y="1267832"/>
                  <a:pt x="444787" y="1254238"/>
                  <a:pt x="461556" y="1254238"/>
                </a:cubicBezTo>
                <a:close/>
                <a:moveTo>
                  <a:pt x="389002" y="1254238"/>
                </a:moveTo>
                <a:cubicBezTo>
                  <a:pt x="405771" y="1254238"/>
                  <a:pt x="419365" y="1267832"/>
                  <a:pt x="419365" y="1284602"/>
                </a:cubicBezTo>
                <a:cubicBezTo>
                  <a:pt x="419365" y="1301371"/>
                  <a:pt x="405771" y="1314965"/>
                  <a:pt x="389002" y="1314965"/>
                </a:cubicBezTo>
                <a:cubicBezTo>
                  <a:pt x="372232" y="1314965"/>
                  <a:pt x="358638" y="1301371"/>
                  <a:pt x="358638" y="1284602"/>
                </a:cubicBezTo>
                <a:cubicBezTo>
                  <a:pt x="358638" y="1267832"/>
                  <a:pt x="372232" y="1254238"/>
                  <a:pt x="389002" y="1254238"/>
                </a:cubicBezTo>
                <a:close/>
                <a:moveTo>
                  <a:pt x="316447" y="1254238"/>
                </a:moveTo>
                <a:cubicBezTo>
                  <a:pt x="333216" y="1254238"/>
                  <a:pt x="346810" y="1267832"/>
                  <a:pt x="346810" y="1284602"/>
                </a:cubicBezTo>
                <a:cubicBezTo>
                  <a:pt x="346810" y="1301371"/>
                  <a:pt x="333216" y="1314965"/>
                  <a:pt x="316447" y="1314965"/>
                </a:cubicBezTo>
                <a:cubicBezTo>
                  <a:pt x="299677" y="1314965"/>
                  <a:pt x="286084" y="1301371"/>
                  <a:pt x="286084" y="1284602"/>
                </a:cubicBezTo>
                <a:cubicBezTo>
                  <a:pt x="286084" y="1267832"/>
                  <a:pt x="299677" y="1254238"/>
                  <a:pt x="316447" y="1254238"/>
                </a:cubicBezTo>
                <a:close/>
                <a:moveTo>
                  <a:pt x="243892" y="1254238"/>
                </a:moveTo>
                <a:cubicBezTo>
                  <a:pt x="260662" y="1254238"/>
                  <a:pt x="274256" y="1267832"/>
                  <a:pt x="274256" y="1284602"/>
                </a:cubicBezTo>
                <a:cubicBezTo>
                  <a:pt x="274256" y="1301371"/>
                  <a:pt x="260662" y="1314965"/>
                  <a:pt x="243892" y="1314965"/>
                </a:cubicBezTo>
                <a:cubicBezTo>
                  <a:pt x="227123" y="1314965"/>
                  <a:pt x="213529" y="1301371"/>
                  <a:pt x="213529" y="1284602"/>
                </a:cubicBezTo>
                <a:cubicBezTo>
                  <a:pt x="213529" y="1267832"/>
                  <a:pt x="227123" y="1254238"/>
                  <a:pt x="243892" y="1254238"/>
                </a:cubicBezTo>
                <a:close/>
                <a:moveTo>
                  <a:pt x="171339" y="1254238"/>
                </a:moveTo>
                <a:cubicBezTo>
                  <a:pt x="188107" y="1254238"/>
                  <a:pt x="201701" y="1267832"/>
                  <a:pt x="201701" y="1284602"/>
                </a:cubicBezTo>
                <a:cubicBezTo>
                  <a:pt x="201701" y="1301371"/>
                  <a:pt x="188107" y="1314965"/>
                  <a:pt x="171339" y="1314965"/>
                </a:cubicBezTo>
                <a:cubicBezTo>
                  <a:pt x="154622" y="1314965"/>
                  <a:pt x="141029" y="1301371"/>
                  <a:pt x="141029" y="1284602"/>
                </a:cubicBezTo>
                <a:cubicBezTo>
                  <a:pt x="141029" y="1267832"/>
                  <a:pt x="154622" y="1254238"/>
                  <a:pt x="171339" y="1254238"/>
                </a:cubicBezTo>
                <a:close/>
                <a:moveTo>
                  <a:pt x="98845" y="1254238"/>
                </a:moveTo>
                <a:cubicBezTo>
                  <a:pt x="115610" y="1254238"/>
                  <a:pt x="129204" y="1267832"/>
                  <a:pt x="129204" y="1284602"/>
                </a:cubicBezTo>
                <a:cubicBezTo>
                  <a:pt x="129204" y="1301371"/>
                  <a:pt x="115610" y="1314965"/>
                  <a:pt x="98845" y="1314965"/>
                </a:cubicBezTo>
                <a:cubicBezTo>
                  <a:pt x="82074" y="1314965"/>
                  <a:pt x="68480" y="1301371"/>
                  <a:pt x="68480" y="1284602"/>
                </a:cubicBezTo>
                <a:cubicBezTo>
                  <a:pt x="68480" y="1267832"/>
                  <a:pt x="82074" y="1254238"/>
                  <a:pt x="98845" y="1254238"/>
                </a:cubicBezTo>
                <a:close/>
                <a:moveTo>
                  <a:pt x="26290" y="1254238"/>
                </a:moveTo>
                <a:cubicBezTo>
                  <a:pt x="43057" y="1254238"/>
                  <a:pt x="56651" y="1267832"/>
                  <a:pt x="56651" y="1284602"/>
                </a:cubicBezTo>
                <a:cubicBezTo>
                  <a:pt x="56651" y="1301371"/>
                  <a:pt x="43057" y="1314965"/>
                  <a:pt x="26290" y="1314965"/>
                </a:cubicBezTo>
                <a:cubicBezTo>
                  <a:pt x="17905" y="1314965"/>
                  <a:pt x="10314" y="1311567"/>
                  <a:pt x="4819" y="1306072"/>
                </a:cubicBezTo>
                <a:lnTo>
                  <a:pt x="0" y="1294437"/>
                </a:lnTo>
                <a:lnTo>
                  <a:pt x="0" y="1274766"/>
                </a:lnTo>
                <a:lnTo>
                  <a:pt x="4819" y="1263131"/>
                </a:lnTo>
                <a:cubicBezTo>
                  <a:pt x="10314" y="1257637"/>
                  <a:pt x="17905" y="1254238"/>
                  <a:pt x="26290" y="1254238"/>
                </a:cubicBezTo>
                <a:close/>
                <a:moveTo>
                  <a:pt x="1474228" y="1174410"/>
                </a:moveTo>
                <a:lnTo>
                  <a:pt x="1450688" y="1213159"/>
                </a:lnTo>
                <a:lnTo>
                  <a:pt x="1446956" y="1204150"/>
                </a:lnTo>
                <a:cubicBezTo>
                  <a:pt x="1446956" y="1191573"/>
                  <a:pt x="1454603" y="1180782"/>
                  <a:pt x="1465501" y="1176173"/>
                </a:cubicBezTo>
                <a:close/>
                <a:moveTo>
                  <a:pt x="1404765" y="1173786"/>
                </a:moveTo>
                <a:cubicBezTo>
                  <a:pt x="1421535" y="1173786"/>
                  <a:pt x="1435129" y="1187380"/>
                  <a:pt x="1435129" y="1204150"/>
                </a:cubicBezTo>
                <a:cubicBezTo>
                  <a:pt x="1435129" y="1220919"/>
                  <a:pt x="1421535" y="1234513"/>
                  <a:pt x="1404765" y="1234513"/>
                </a:cubicBezTo>
                <a:cubicBezTo>
                  <a:pt x="1387996" y="1234513"/>
                  <a:pt x="1374402" y="1220919"/>
                  <a:pt x="1374402" y="1204150"/>
                </a:cubicBezTo>
                <a:cubicBezTo>
                  <a:pt x="1374402" y="1187380"/>
                  <a:pt x="1387996" y="1173786"/>
                  <a:pt x="1404765" y="1173786"/>
                </a:cubicBezTo>
                <a:close/>
                <a:moveTo>
                  <a:pt x="1332211" y="1173786"/>
                </a:moveTo>
                <a:cubicBezTo>
                  <a:pt x="1348980" y="1173786"/>
                  <a:pt x="1362574" y="1187380"/>
                  <a:pt x="1362574" y="1204150"/>
                </a:cubicBezTo>
                <a:cubicBezTo>
                  <a:pt x="1362574" y="1220919"/>
                  <a:pt x="1348980" y="1234513"/>
                  <a:pt x="1332211" y="1234513"/>
                </a:cubicBezTo>
                <a:cubicBezTo>
                  <a:pt x="1315441" y="1234513"/>
                  <a:pt x="1301847" y="1220919"/>
                  <a:pt x="1301847" y="1204150"/>
                </a:cubicBezTo>
                <a:cubicBezTo>
                  <a:pt x="1301847" y="1187380"/>
                  <a:pt x="1315441" y="1173786"/>
                  <a:pt x="1332211" y="1173786"/>
                </a:cubicBezTo>
                <a:close/>
                <a:moveTo>
                  <a:pt x="1259656" y="1173786"/>
                </a:moveTo>
                <a:cubicBezTo>
                  <a:pt x="1276426" y="1173786"/>
                  <a:pt x="1290020" y="1187380"/>
                  <a:pt x="1290020" y="1204150"/>
                </a:cubicBezTo>
                <a:cubicBezTo>
                  <a:pt x="1290020" y="1220919"/>
                  <a:pt x="1276426" y="1234513"/>
                  <a:pt x="1259656" y="1234513"/>
                </a:cubicBezTo>
                <a:cubicBezTo>
                  <a:pt x="1242887" y="1234513"/>
                  <a:pt x="1229293" y="1220919"/>
                  <a:pt x="1229293" y="1204150"/>
                </a:cubicBezTo>
                <a:cubicBezTo>
                  <a:pt x="1229293" y="1187380"/>
                  <a:pt x="1242887" y="1173786"/>
                  <a:pt x="1259656" y="1173786"/>
                </a:cubicBezTo>
                <a:close/>
                <a:moveTo>
                  <a:pt x="1187102" y="1173786"/>
                </a:moveTo>
                <a:cubicBezTo>
                  <a:pt x="1203871" y="1173786"/>
                  <a:pt x="1217465" y="1187380"/>
                  <a:pt x="1217465" y="1204150"/>
                </a:cubicBezTo>
                <a:cubicBezTo>
                  <a:pt x="1217465" y="1220919"/>
                  <a:pt x="1203871" y="1234513"/>
                  <a:pt x="1187102" y="1234513"/>
                </a:cubicBezTo>
                <a:cubicBezTo>
                  <a:pt x="1170332" y="1234513"/>
                  <a:pt x="1156738" y="1220919"/>
                  <a:pt x="1156738" y="1204150"/>
                </a:cubicBezTo>
                <a:cubicBezTo>
                  <a:pt x="1156738" y="1187380"/>
                  <a:pt x="1170332" y="1173786"/>
                  <a:pt x="1187102" y="1173786"/>
                </a:cubicBezTo>
                <a:close/>
                <a:moveTo>
                  <a:pt x="1114547" y="1173786"/>
                </a:moveTo>
                <a:cubicBezTo>
                  <a:pt x="1131317" y="1173786"/>
                  <a:pt x="1144911" y="1187380"/>
                  <a:pt x="1144911" y="1204150"/>
                </a:cubicBezTo>
                <a:cubicBezTo>
                  <a:pt x="1144911" y="1220919"/>
                  <a:pt x="1131317" y="1234513"/>
                  <a:pt x="1114547" y="1234513"/>
                </a:cubicBezTo>
                <a:cubicBezTo>
                  <a:pt x="1097778" y="1234513"/>
                  <a:pt x="1084184" y="1220919"/>
                  <a:pt x="1084184" y="1204150"/>
                </a:cubicBezTo>
                <a:cubicBezTo>
                  <a:pt x="1084184" y="1187380"/>
                  <a:pt x="1097778" y="1173786"/>
                  <a:pt x="1114547" y="1173786"/>
                </a:cubicBezTo>
                <a:close/>
                <a:moveTo>
                  <a:pt x="1041993" y="1173786"/>
                </a:moveTo>
                <a:cubicBezTo>
                  <a:pt x="1058762" y="1173786"/>
                  <a:pt x="1072356" y="1187380"/>
                  <a:pt x="1072356" y="1204150"/>
                </a:cubicBezTo>
                <a:cubicBezTo>
                  <a:pt x="1072356" y="1220919"/>
                  <a:pt x="1058762" y="1234513"/>
                  <a:pt x="1041993" y="1234513"/>
                </a:cubicBezTo>
                <a:cubicBezTo>
                  <a:pt x="1025223" y="1234513"/>
                  <a:pt x="1011629" y="1220919"/>
                  <a:pt x="1011629" y="1204150"/>
                </a:cubicBezTo>
                <a:cubicBezTo>
                  <a:pt x="1011629" y="1187380"/>
                  <a:pt x="1025223" y="1173786"/>
                  <a:pt x="1041993" y="1173786"/>
                </a:cubicBezTo>
                <a:close/>
                <a:moveTo>
                  <a:pt x="969438" y="1173786"/>
                </a:moveTo>
                <a:cubicBezTo>
                  <a:pt x="986208" y="1173786"/>
                  <a:pt x="999801" y="1187380"/>
                  <a:pt x="999801" y="1204150"/>
                </a:cubicBezTo>
                <a:cubicBezTo>
                  <a:pt x="999801" y="1220919"/>
                  <a:pt x="986208" y="1234513"/>
                  <a:pt x="969438" y="1234513"/>
                </a:cubicBezTo>
                <a:cubicBezTo>
                  <a:pt x="952669" y="1234513"/>
                  <a:pt x="939075" y="1220919"/>
                  <a:pt x="939075" y="1204150"/>
                </a:cubicBezTo>
                <a:cubicBezTo>
                  <a:pt x="939075" y="1187380"/>
                  <a:pt x="952669" y="1173786"/>
                  <a:pt x="969438" y="1173786"/>
                </a:cubicBezTo>
                <a:close/>
                <a:moveTo>
                  <a:pt x="896883" y="1173786"/>
                </a:moveTo>
                <a:cubicBezTo>
                  <a:pt x="913653" y="1173786"/>
                  <a:pt x="927247" y="1187380"/>
                  <a:pt x="927247" y="1204150"/>
                </a:cubicBezTo>
                <a:cubicBezTo>
                  <a:pt x="927247" y="1220919"/>
                  <a:pt x="913653" y="1234513"/>
                  <a:pt x="896883" y="1234513"/>
                </a:cubicBezTo>
                <a:cubicBezTo>
                  <a:pt x="880114" y="1234513"/>
                  <a:pt x="866520" y="1220919"/>
                  <a:pt x="866520" y="1204150"/>
                </a:cubicBezTo>
                <a:cubicBezTo>
                  <a:pt x="866520" y="1187380"/>
                  <a:pt x="880114" y="1173786"/>
                  <a:pt x="896883" y="1173786"/>
                </a:cubicBezTo>
                <a:close/>
                <a:moveTo>
                  <a:pt x="824329" y="1173786"/>
                </a:moveTo>
                <a:cubicBezTo>
                  <a:pt x="841098" y="1173786"/>
                  <a:pt x="854692" y="1187380"/>
                  <a:pt x="854692" y="1204150"/>
                </a:cubicBezTo>
                <a:cubicBezTo>
                  <a:pt x="854692" y="1220919"/>
                  <a:pt x="841098" y="1234513"/>
                  <a:pt x="824329" y="1234513"/>
                </a:cubicBezTo>
                <a:cubicBezTo>
                  <a:pt x="807559" y="1234513"/>
                  <a:pt x="793965" y="1220919"/>
                  <a:pt x="793965" y="1204150"/>
                </a:cubicBezTo>
                <a:cubicBezTo>
                  <a:pt x="793965" y="1187380"/>
                  <a:pt x="807559" y="1173786"/>
                  <a:pt x="824329" y="1173786"/>
                </a:cubicBezTo>
                <a:close/>
                <a:moveTo>
                  <a:pt x="751774" y="1173786"/>
                </a:moveTo>
                <a:cubicBezTo>
                  <a:pt x="768544" y="1173786"/>
                  <a:pt x="782138" y="1187380"/>
                  <a:pt x="782138" y="1204150"/>
                </a:cubicBezTo>
                <a:cubicBezTo>
                  <a:pt x="782138" y="1220919"/>
                  <a:pt x="768544" y="1234513"/>
                  <a:pt x="751774" y="1234513"/>
                </a:cubicBezTo>
                <a:cubicBezTo>
                  <a:pt x="735005" y="1234513"/>
                  <a:pt x="721411" y="1220919"/>
                  <a:pt x="721411" y="1204150"/>
                </a:cubicBezTo>
                <a:cubicBezTo>
                  <a:pt x="721411" y="1187380"/>
                  <a:pt x="735005" y="1173786"/>
                  <a:pt x="751774" y="1173786"/>
                </a:cubicBezTo>
                <a:close/>
                <a:moveTo>
                  <a:pt x="679220" y="1173786"/>
                </a:moveTo>
                <a:cubicBezTo>
                  <a:pt x="695989" y="1173786"/>
                  <a:pt x="709583" y="1187380"/>
                  <a:pt x="709583" y="1204150"/>
                </a:cubicBezTo>
                <a:cubicBezTo>
                  <a:pt x="709583" y="1220919"/>
                  <a:pt x="695989" y="1234513"/>
                  <a:pt x="679220" y="1234513"/>
                </a:cubicBezTo>
                <a:cubicBezTo>
                  <a:pt x="662450" y="1234513"/>
                  <a:pt x="648856" y="1220919"/>
                  <a:pt x="648856" y="1204150"/>
                </a:cubicBezTo>
                <a:cubicBezTo>
                  <a:pt x="648856" y="1187380"/>
                  <a:pt x="662450" y="1173786"/>
                  <a:pt x="679220" y="1173786"/>
                </a:cubicBezTo>
                <a:close/>
                <a:moveTo>
                  <a:pt x="606665" y="1173786"/>
                </a:moveTo>
                <a:cubicBezTo>
                  <a:pt x="623435" y="1173786"/>
                  <a:pt x="637029" y="1187380"/>
                  <a:pt x="637029" y="1204150"/>
                </a:cubicBezTo>
                <a:cubicBezTo>
                  <a:pt x="637029" y="1220919"/>
                  <a:pt x="623435" y="1234513"/>
                  <a:pt x="606665" y="1234513"/>
                </a:cubicBezTo>
                <a:cubicBezTo>
                  <a:pt x="589896" y="1234513"/>
                  <a:pt x="576302" y="1220919"/>
                  <a:pt x="576302" y="1204150"/>
                </a:cubicBezTo>
                <a:cubicBezTo>
                  <a:pt x="576302" y="1187380"/>
                  <a:pt x="589896" y="1173786"/>
                  <a:pt x="606665" y="1173786"/>
                </a:cubicBezTo>
                <a:close/>
                <a:moveTo>
                  <a:pt x="534111" y="1173786"/>
                </a:moveTo>
                <a:cubicBezTo>
                  <a:pt x="550880" y="1173786"/>
                  <a:pt x="564474" y="1187380"/>
                  <a:pt x="564474" y="1204150"/>
                </a:cubicBezTo>
                <a:cubicBezTo>
                  <a:pt x="564474" y="1220919"/>
                  <a:pt x="550880" y="1234513"/>
                  <a:pt x="534111" y="1234513"/>
                </a:cubicBezTo>
                <a:cubicBezTo>
                  <a:pt x="517341" y="1234513"/>
                  <a:pt x="503747" y="1220919"/>
                  <a:pt x="503747" y="1204150"/>
                </a:cubicBezTo>
                <a:cubicBezTo>
                  <a:pt x="503747" y="1187380"/>
                  <a:pt x="517341" y="1173786"/>
                  <a:pt x="534111" y="1173786"/>
                </a:cubicBezTo>
                <a:close/>
                <a:moveTo>
                  <a:pt x="461556" y="1173786"/>
                </a:moveTo>
                <a:cubicBezTo>
                  <a:pt x="478326" y="1173786"/>
                  <a:pt x="491920" y="1187380"/>
                  <a:pt x="491920" y="1204150"/>
                </a:cubicBezTo>
                <a:cubicBezTo>
                  <a:pt x="491920" y="1220919"/>
                  <a:pt x="478326" y="1234513"/>
                  <a:pt x="461556" y="1234513"/>
                </a:cubicBezTo>
                <a:cubicBezTo>
                  <a:pt x="444787" y="1234513"/>
                  <a:pt x="431192" y="1220919"/>
                  <a:pt x="431192" y="1204150"/>
                </a:cubicBezTo>
                <a:cubicBezTo>
                  <a:pt x="431192" y="1187380"/>
                  <a:pt x="444787" y="1173786"/>
                  <a:pt x="461556" y="1173786"/>
                </a:cubicBezTo>
                <a:close/>
                <a:moveTo>
                  <a:pt x="389002" y="1173786"/>
                </a:moveTo>
                <a:cubicBezTo>
                  <a:pt x="405771" y="1173786"/>
                  <a:pt x="419365" y="1187380"/>
                  <a:pt x="419365" y="1204150"/>
                </a:cubicBezTo>
                <a:cubicBezTo>
                  <a:pt x="419365" y="1220919"/>
                  <a:pt x="405771" y="1234513"/>
                  <a:pt x="389002" y="1234513"/>
                </a:cubicBezTo>
                <a:cubicBezTo>
                  <a:pt x="372232" y="1234513"/>
                  <a:pt x="358638" y="1220919"/>
                  <a:pt x="358638" y="1204150"/>
                </a:cubicBezTo>
                <a:cubicBezTo>
                  <a:pt x="358638" y="1187380"/>
                  <a:pt x="372232" y="1173786"/>
                  <a:pt x="389002" y="1173786"/>
                </a:cubicBezTo>
                <a:close/>
                <a:moveTo>
                  <a:pt x="316447" y="1173786"/>
                </a:moveTo>
                <a:cubicBezTo>
                  <a:pt x="333216" y="1173786"/>
                  <a:pt x="346810" y="1187380"/>
                  <a:pt x="346810" y="1204150"/>
                </a:cubicBezTo>
                <a:cubicBezTo>
                  <a:pt x="346810" y="1220919"/>
                  <a:pt x="333216" y="1234513"/>
                  <a:pt x="316447" y="1234513"/>
                </a:cubicBezTo>
                <a:cubicBezTo>
                  <a:pt x="299677" y="1234513"/>
                  <a:pt x="286084" y="1220919"/>
                  <a:pt x="286084" y="1204150"/>
                </a:cubicBezTo>
                <a:cubicBezTo>
                  <a:pt x="286084" y="1187380"/>
                  <a:pt x="299677" y="1173786"/>
                  <a:pt x="316447" y="1173786"/>
                </a:cubicBezTo>
                <a:close/>
                <a:moveTo>
                  <a:pt x="243892" y="1173786"/>
                </a:moveTo>
                <a:cubicBezTo>
                  <a:pt x="260662" y="1173786"/>
                  <a:pt x="274256" y="1187380"/>
                  <a:pt x="274256" y="1204150"/>
                </a:cubicBezTo>
                <a:cubicBezTo>
                  <a:pt x="274256" y="1220919"/>
                  <a:pt x="260662" y="1234513"/>
                  <a:pt x="243892" y="1234513"/>
                </a:cubicBezTo>
                <a:cubicBezTo>
                  <a:pt x="227123" y="1234513"/>
                  <a:pt x="213529" y="1220919"/>
                  <a:pt x="213529" y="1204150"/>
                </a:cubicBezTo>
                <a:cubicBezTo>
                  <a:pt x="213529" y="1187380"/>
                  <a:pt x="227123" y="1173786"/>
                  <a:pt x="243892" y="1173786"/>
                </a:cubicBezTo>
                <a:close/>
                <a:moveTo>
                  <a:pt x="171339" y="1173786"/>
                </a:moveTo>
                <a:cubicBezTo>
                  <a:pt x="188107" y="1173786"/>
                  <a:pt x="201701" y="1187380"/>
                  <a:pt x="201701" y="1204150"/>
                </a:cubicBezTo>
                <a:cubicBezTo>
                  <a:pt x="201701" y="1220919"/>
                  <a:pt x="188107" y="1234513"/>
                  <a:pt x="171339" y="1234513"/>
                </a:cubicBezTo>
                <a:cubicBezTo>
                  <a:pt x="154627" y="1234513"/>
                  <a:pt x="141034" y="1220919"/>
                  <a:pt x="141034" y="1204150"/>
                </a:cubicBezTo>
                <a:cubicBezTo>
                  <a:pt x="141034" y="1187380"/>
                  <a:pt x="154627" y="1173786"/>
                  <a:pt x="171339" y="1173786"/>
                </a:cubicBezTo>
                <a:close/>
                <a:moveTo>
                  <a:pt x="98852" y="1173786"/>
                </a:moveTo>
                <a:cubicBezTo>
                  <a:pt x="115616" y="1173786"/>
                  <a:pt x="129210" y="1187380"/>
                  <a:pt x="129210" y="1204150"/>
                </a:cubicBezTo>
                <a:cubicBezTo>
                  <a:pt x="129210" y="1220919"/>
                  <a:pt x="115616" y="1234513"/>
                  <a:pt x="98852" y="1234513"/>
                </a:cubicBezTo>
                <a:cubicBezTo>
                  <a:pt x="82080" y="1234513"/>
                  <a:pt x="68486" y="1220919"/>
                  <a:pt x="68486" y="1204150"/>
                </a:cubicBezTo>
                <a:cubicBezTo>
                  <a:pt x="68486" y="1187380"/>
                  <a:pt x="82080" y="1173786"/>
                  <a:pt x="98852" y="1173786"/>
                </a:cubicBezTo>
                <a:close/>
                <a:moveTo>
                  <a:pt x="26297" y="1173786"/>
                </a:moveTo>
                <a:cubicBezTo>
                  <a:pt x="43063" y="1173786"/>
                  <a:pt x="56658" y="1187380"/>
                  <a:pt x="56658" y="1204150"/>
                </a:cubicBezTo>
                <a:cubicBezTo>
                  <a:pt x="56658" y="1220919"/>
                  <a:pt x="43063" y="1234513"/>
                  <a:pt x="26297" y="1234513"/>
                </a:cubicBezTo>
                <a:cubicBezTo>
                  <a:pt x="17912" y="1234513"/>
                  <a:pt x="10321" y="1231115"/>
                  <a:pt x="4826" y="1225620"/>
                </a:cubicBezTo>
                <a:lnTo>
                  <a:pt x="0" y="1213970"/>
                </a:lnTo>
                <a:lnTo>
                  <a:pt x="0" y="1194329"/>
                </a:lnTo>
                <a:lnTo>
                  <a:pt x="4826" y="1182679"/>
                </a:lnTo>
                <a:cubicBezTo>
                  <a:pt x="10321" y="1177185"/>
                  <a:pt x="17912" y="1173786"/>
                  <a:pt x="26297" y="1173786"/>
                </a:cubicBezTo>
                <a:close/>
                <a:moveTo>
                  <a:pt x="1477320" y="1093335"/>
                </a:moveTo>
                <a:cubicBezTo>
                  <a:pt x="1485705" y="1093335"/>
                  <a:pt x="1493295" y="1096733"/>
                  <a:pt x="1498790" y="1102228"/>
                </a:cubicBezTo>
                <a:lnTo>
                  <a:pt x="1505389" y="1118160"/>
                </a:lnTo>
                <a:lnTo>
                  <a:pt x="1493855" y="1142105"/>
                </a:lnTo>
                <a:lnTo>
                  <a:pt x="1487887" y="1151929"/>
                </a:lnTo>
                <a:lnTo>
                  <a:pt x="1477320" y="1154062"/>
                </a:lnTo>
                <a:cubicBezTo>
                  <a:pt x="1460550" y="1154062"/>
                  <a:pt x="1446956" y="1140468"/>
                  <a:pt x="1446956" y="1123698"/>
                </a:cubicBezTo>
                <a:cubicBezTo>
                  <a:pt x="1446956" y="1106929"/>
                  <a:pt x="1460550" y="1093335"/>
                  <a:pt x="1477320" y="1093335"/>
                </a:cubicBezTo>
                <a:close/>
                <a:moveTo>
                  <a:pt x="1404765" y="1093335"/>
                </a:moveTo>
                <a:cubicBezTo>
                  <a:pt x="1421535" y="1093335"/>
                  <a:pt x="1435129" y="1106929"/>
                  <a:pt x="1435129" y="1123698"/>
                </a:cubicBezTo>
                <a:cubicBezTo>
                  <a:pt x="1435129" y="1140468"/>
                  <a:pt x="1421535" y="1154062"/>
                  <a:pt x="1404765" y="1154062"/>
                </a:cubicBezTo>
                <a:cubicBezTo>
                  <a:pt x="1387996" y="1154062"/>
                  <a:pt x="1374402" y="1140468"/>
                  <a:pt x="1374402" y="1123698"/>
                </a:cubicBezTo>
                <a:cubicBezTo>
                  <a:pt x="1374402" y="1106929"/>
                  <a:pt x="1387996" y="1093335"/>
                  <a:pt x="1404765" y="1093335"/>
                </a:cubicBezTo>
                <a:close/>
                <a:moveTo>
                  <a:pt x="1332211" y="1093335"/>
                </a:moveTo>
                <a:cubicBezTo>
                  <a:pt x="1348980" y="1093335"/>
                  <a:pt x="1362574" y="1106929"/>
                  <a:pt x="1362574" y="1123698"/>
                </a:cubicBezTo>
                <a:cubicBezTo>
                  <a:pt x="1362574" y="1140468"/>
                  <a:pt x="1348980" y="1154062"/>
                  <a:pt x="1332211" y="1154062"/>
                </a:cubicBezTo>
                <a:cubicBezTo>
                  <a:pt x="1315441" y="1154062"/>
                  <a:pt x="1301847" y="1140468"/>
                  <a:pt x="1301847" y="1123698"/>
                </a:cubicBezTo>
                <a:cubicBezTo>
                  <a:pt x="1301847" y="1106929"/>
                  <a:pt x="1315441" y="1093335"/>
                  <a:pt x="1332211" y="1093335"/>
                </a:cubicBezTo>
                <a:close/>
                <a:moveTo>
                  <a:pt x="1259656" y="1093335"/>
                </a:moveTo>
                <a:cubicBezTo>
                  <a:pt x="1276426" y="1093335"/>
                  <a:pt x="1290020" y="1106929"/>
                  <a:pt x="1290020" y="1123698"/>
                </a:cubicBezTo>
                <a:cubicBezTo>
                  <a:pt x="1290020" y="1140468"/>
                  <a:pt x="1276426" y="1154062"/>
                  <a:pt x="1259656" y="1154062"/>
                </a:cubicBezTo>
                <a:cubicBezTo>
                  <a:pt x="1242887" y="1154062"/>
                  <a:pt x="1229293" y="1140468"/>
                  <a:pt x="1229293" y="1123698"/>
                </a:cubicBezTo>
                <a:cubicBezTo>
                  <a:pt x="1229293" y="1106929"/>
                  <a:pt x="1242887" y="1093335"/>
                  <a:pt x="1259656" y="1093335"/>
                </a:cubicBezTo>
                <a:close/>
                <a:moveTo>
                  <a:pt x="1187102" y="1093335"/>
                </a:moveTo>
                <a:cubicBezTo>
                  <a:pt x="1203871" y="1093335"/>
                  <a:pt x="1217465" y="1106929"/>
                  <a:pt x="1217465" y="1123698"/>
                </a:cubicBezTo>
                <a:cubicBezTo>
                  <a:pt x="1217465" y="1140468"/>
                  <a:pt x="1203871" y="1154062"/>
                  <a:pt x="1187102" y="1154062"/>
                </a:cubicBezTo>
                <a:cubicBezTo>
                  <a:pt x="1170332" y="1154062"/>
                  <a:pt x="1156738" y="1140468"/>
                  <a:pt x="1156738" y="1123698"/>
                </a:cubicBezTo>
                <a:cubicBezTo>
                  <a:pt x="1156738" y="1106929"/>
                  <a:pt x="1170332" y="1093335"/>
                  <a:pt x="1187102" y="1093335"/>
                </a:cubicBezTo>
                <a:close/>
                <a:moveTo>
                  <a:pt x="1114547" y="1093335"/>
                </a:moveTo>
                <a:cubicBezTo>
                  <a:pt x="1131317" y="1093335"/>
                  <a:pt x="1144911" y="1106929"/>
                  <a:pt x="1144911" y="1123698"/>
                </a:cubicBezTo>
                <a:cubicBezTo>
                  <a:pt x="1144911" y="1140468"/>
                  <a:pt x="1131317" y="1154062"/>
                  <a:pt x="1114547" y="1154062"/>
                </a:cubicBezTo>
                <a:cubicBezTo>
                  <a:pt x="1097778" y="1154062"/>
                  <a:pt x="1084184" y="1140468"/>
                  <a:pt x="1084184" y="1123698"/>
                </a:cubicBezTo>
                <a:cubicBezTo>
                  <a:pt x="1084184" y="1106929"/>
                  <a:pt x="1097778" y="1093335"/>
                  <a:pt x="1114547" y="1093335"/>
                </a:cubicBezTo>
                <a:close/>
                <a:moveTo>
                  <a:pt x="1041993" y="1093335"/>
                </a:moveTo>
                <a:cubicBezTo>
                  <a:pt x="1058762" y="1093335"/>
                  <a:pt x="1072356" y="1106929"/>
                  <a:pt x="1072356" y="1123698"/>
                </a:cubicBezTo>
                <a:cubicBezTo>
                  <a:pt x="1072356" y="1140468"/>
                  <a:pt x="1058762" y="1154062"/>
                  <a:pt x="1041993" y="1154062"/>
                </a:cubicBezTo>
                <a:cubicBezTo>
                  <a:pt x="1025223" y="1154062"/>
                  <a:pt x="1011629" y="1140468"/>
                  <a:pt x="1011629" y="1123698"/>
                </a:cubicBezTo>
                <a:cubicBezTo>
                  <a:pt x="1011629" y="1106929"/>
                  <a:pt x="1025223" y="1093335"/>
                  <a:pt x="1041993" y="1093335"/>
                </a:cubicBezTo>
                <a:close/>
                <a:moveTo>
                  <a:pt x="969438" y="1093335"/>
                </a:moveTo>
                <a:cubicBezTo>
                  <a:pt x="986208" y="1093335"/>
                  <a:pt x="999801" y="1106929"/>
                  <a:pt x="999801" y="1123698"/>
                </a:cubicBezTo>
                <a:cubicBezTo>
                  <a:pt x="999801" y="1140468"/>
                  <a:pt x="986208" y="1154062"/>
                  <a:pt x="969438" y="1154062"/>
                </a:cubicBezTo>
                <a:cubicBezTo>
                  <a:pt x="952669" y="1154062"/>
                  <a:pt x="939075" y="1140468"/>
                  <a:pt x="939075" y="1123698"/>
                </a:cubicBezTo>
                <a:cubicBezTo>
                  <a:pt x="939075" y="1106929"/>
                  <a:pt x="952669" y="1093335"/>
                  <a:pt x="969438" y="1093335"/>
                </a:cubicBezTo>
                <a:close/>
                <a:moveTo>
                  <a:pt x="896883" y="1093335"/>
                </a:moveTo>
                <a:cubicBezTo>
                  <a:pt x="913653" y="1093335"/>
                  <a:pt x="927247" y="1106929"/>
                  <a:pt x="927247" y="1123698"/>
                </a:cubicBezTo>
                <a:cubicBezTo>
                  <a:pt x="927247" y="1140468"/>
                  <a:pt x="913653" y="1154062"/>
                  <a:pt x="896883" y="1154062"/>
                </a:cubicBezTo>
                <a:cubicBezTo>
                  <a:pt x="880114" y="1154062"/>
                  <a:pt x="866520" y="1140468"/>
                  <a:pt x="866520" y="1123698"/>
                </a:cubicBezTo>
                <a:cubicBezTo>
                  <a:pt x="866520" y="1106929"/>
                  <a:pt x="880114" y="1093335"/>
                  <a:pt x="896883" y="1093335"/>
                </a:cubicBezTo>
                <a:close/>
                <a:moveTo>
                  <a:pt x="824329" y="1093335"/>
                </a:moveTo>
                <a:cubicBezTo>
                  <a:pt x="841098" y="1093335"/>
                  <a:pt x="854692" y="1106929"/>
                  <a:pt x="854692" y="1123698"/>
                </a:cubicBezTo>
                <a:cubicBezTo>
                  <a:pt x="854692" y="1140468"/>
                  <a:pt x="841098" y="1154062"/>
                  <a:pt x="824329" y="1154062"/>
                </a:cubicBezTo>
                <a:cubicBezTo>
                  <a:pt x="807559" y="1154062"/>
                  <a:pt x="793965" y="1140468"/>
                  <a:pt x="793965" y="1123698"/>
                </a:cubicBezTo>
                <a:cubicBezTo>
                  <a:pt x="793965" y="1106929"/>
                  <a:pt x="807559" y="1093335"/>
                  <a:pt x="824329" y="1093335"/>
                </a:cubicBezTo>
                <a:close/>
                <a:moveTo>
                  <a:pt x="751774" y="1093335"/>
                </a:moveTo>
                <a:cubicBezTo>
                  <a:pt x="768544" y="1093335"/>
                  <a:pt x="782138" y="1106929"/>
                  <a:pt x="782138" y="1123698"/>
                </a:cubicBezTo>
                <a:cubicBezTo>
                  <a:pt x="782138" y="1140468"/>
                  <a:pt x="768544" y="1154062"/>
                  <a:pt x="751774" y="1154062"/>
                </a:cubicBezTo>
                <a:cubicBezTo>
                  <a:pt x="735005" y="1154062"/>
                  <a:pt x="721411" y="1140468"/>
                  <a:pt x="721411" y="1123698"/>
                </a:cubicBezTo>
                <a:cubicBezTo>
                  <a:pt x="721411" y="1106929"/>
                  <a:pt x="735005" y="1093335"/>
                  <a:pt x="751774" y="1093335"/>
                </a:cubicBezTo>
                <a:close/>
                <a:moveTo>
                  <a:pt x="679220" y="1093335"/>
                </a:moveTo>
                <a:cubicBezTo>
                  <a:pt x="695989" y="1093335"/>
                  <a:pt x="709583" y="1106929"/>
                  <a:pt x="709583" y="1123698"/>
                </a:cubicBezTo>
                <a:cubicBezTo>
                  <a:pt x="709583" y="1140468"/>
                  <a:pt x="695989" y="1154062"/>
                  <a:pt x="679220" y="1154062"/>
                </a:cubicBezTo>
                <a:cubicBezTo>
                  <a:pt x="662450" y="1154062"/>
                  <a:pt x="648856" y="1140468"/>
                  <a:pt x="648856" y="1123698"/>
                </a:cubicBezTo>
                <a:cubicBezTo>
                  <a:pt x="648856" y="1106929"/>
                  <a:pt x="662450" y="1093335"/>
                  <a:pt x="679220" y="1093335"/>
                </a:cubicBezTo>
                <a:close/>
                <a:moveTo>
                  <a:pt x="606665" y="1093335"/>
                </a:moveTo>
                <a:cubicBezTo>
                  <a:pt x="623435" y="1093335"/>
                  <a:pt x="637029" y="1106929"/>
                  <a:pt x="637029" y="1123698"/>
                </a:cubicBezTo>
                <a:cubicBezTo>
                  <a:pt x="637029" y="1140468"/>
                  <a:pt x="623435" y="1154062"/>
                  <a:pt x="606665" y="1154062"/>
                </a:cubicBezTo>
                <a:cubicBezTo>
                  <a:pt x="589896" y="1154062"/>
                  <a:pt x="576302" y="1140468"/>
                  <a:pt x="576302" y="1123698"/>
                </a:cubicBezTo>
                <a:cubicBezTo>
                  <a:pt x="576302" y="1106929"/>
                  <a:pt x="589896" y="1093335"/>
                  <a:pt x="606665" y="1093335"/>
                </a:cubicBezTo>
                <a:close/>
                <a:moveTo>
                  <a:pt x="534111" y="1093335"/>
                </a:moveTo>
                <a:cubicBezTo>
                  <a:pt x="550880" y="1093335"/>
                  <a:pt x="564474" y="1106929"/>
                  <a:pt x="564474" y="1123698"/>
                </a:cubicBezTo>
                <a:cubicBezTo>
                  <a:pt x="564474" y="1140468"/>
                  <a:pt x="550880" y="1154062"/>
                  <a:pt x="534111" y="1154062"/>
                </a:cubicBezTo>
                <a:cubicBezTo>
                  <a:pt x="517341" y="1154062"/>
                  <a:pt x="503747" y="1140468"/>
                  <a:pt x="503747" y="1123698"/>
                </a:cubicBezTo>
                <a:cubicBezTo>
                  <a:pt x="503747" y="1106929"/>
                  <a:pt x="517341" y="1093335"/>
                  <a:pt x="534111" y="1093335"/>
                </a:cubicBezTo>
                <a:close/>
                <a:moveTo>
                  <a:pt x="461556" y="1093335"/>
                </a:moveTo>
                <a:cubicBezTo>
                  <a:pt x="478326" y="1093335"/>
                  <a:pt x="491920" y="1106929"/>
                  <a:pt x="491920" y="1123698"/>
                </a:cubicBezTo>
                <a:cubicBezTo>
                  <a:pt x="491920" y="1140468"/>
                  <a:pt x="478326" y="1154062"/>
                  <a:pt x="461556" y="1154062"/>
                </a:cubicBezTo>
                <a:cubicBezTo>
                  <a:pt x="444787" y="1154062"/>
                  <a:pt x="431192" y="1140468"/>
                  <a:pt x="431192" y="1123698"/>
                </a:cubicBezTo>
                <a:cubicBezTo>
                  <a:pt x="431192" y="1106929"/>
                  <a:pt x="444787" y="1093335"/>
                  <a:pt x="461556" y="1093335"/>
                </a:cubicBezTo>
                <a:close/>
                <a:moveTo>
                  <a:pt x="389002" y="1093335"/>
                </a:moveTo>
                <a:cubicBezTo>
                  <a:pt x="405771" y="1093335"/>
                  <a:pt x="419365" y="1106929"/>
                  <a:pt x="419365" y="1123698"/>
                </a:cubicBezTo>
                <a:cubicBezTo>
                  <a:pt x="419365" y="1140468"/>
                  <a:pt x="405771" y="1154062"/>
                  <a:pt x="389002" y="1154062"/>
                </a:cubicBezTo>
                <a:cubicBezTo>
                  <a:pt x="372232" y="1154062"/>
                  <a:pt x="358638" y="1140468"/>
                  <a:pt x="358638" y="1123698"/>
                </a:cubicBezTo>
                <a:cubicBezTo>
                  <a:pt x="358638" y="1106929"/>
                  <a:pt x="372232" y="1093335"/>
                  <a:pt x="389002" y="1093335"/>
                </a:cubicBezTo>
                <a:close/>
                <a:moveTo>
                  <a:pt x="316447" y="1093335"/>
                </a:moveTo>
                <a:cubicBezTo>
                  <a:pt x="333216" y="1093335"/>
                  <a:pt x="346810" y="1106929"/>
                  <a:pt x="346810" y="1123698"/>
                </a:cubicBezTo>
                <a:cubicBezTo>
                  <a:pt x="346810" y="1140468"/>
                  <a:pt x="333216" y="1154062"/>
                  <a:pt x="316447" y="1154062"/>
                </a:cubicBezTo>
                <a:cubicBezTo>
                  <a:pt x="299677" y="1154062"/>
                  <a:pt x="286084" y="1140468"/>
                  <a:pt x="286084" y="1123698"/>
                </a:cubicBezTo>
                <a:cubicBezTo>
                  <a:pt x="286084" y="1106929"/>
                  <a:pt x="299677" y="1093335"/>
                  <a:pt x="316447" y="1093335"/>
                </a:cubicBezTo>
                <a:close/>
                <a:moveTo>
                  <a:pt x="243892" y="1093335"/>
                </a:moveTo>
                <a:cubicBezTo>
                  <a:pt x="260662" y="1093335"/>
                  <a:pt x="274256" y="1106929"/>
                  <a:pt x="274256" y="1123698"/>
                </a:cubicBezTo>
                <a:cubicBezTo>
                  <a:pt x="274256" y="1140468"/>
                  <a:pt x="260662" y="1154062"/>
                  <a:pt x="243892" y="1154062"/>
                </a:cubicBezTo>
                <a:cubicBezTo>
                  <a:pt x="227123" y="1154062"/>
                  <a:pt x="213529" y="1140468"/>
                  <a:pt x="213529" y="1123698"/>
                </a:cubicBezTo>
                <a:cubicBezTo>
                  <a:pt x="213529" y="1106929"/>
                  <a:pt x="227123" y="1093335"/>
                  <a:pt x="243892" y="1093335"/>
                </a:cubicBezTo>
                <a:close/>
                <a:moveTo>
                  <a:pt x="171339" y="1093335"/>
                </a:moveTo>
                <a:cubicBezTo>
                  <a:pt x="188107" y="1093335"/>
                  <a:pt x="201701" y="1106929"/>
                  <a:pt x="201701" y="1123698"/>
                </a:cubicBezTo>
                <a:cubicBezTo>
                  <a:pt x="201701" y="1140468"/>
                  <a:pt x="188107" y="1154062"/>
                  <a:pt x="171339" y="1154062"/>
                </a:cubicBezTo>
                <a:cubicBezTo>
                  <a:pt x="154633" y="1154062"/>
                  <a:pt x="141040" y="1140468"/>
                  <a:pt x="141040" y="1123698"/>
                </a:cubicBezTo>
                <a:cubicBezTo>
                  <a:pt x="141040" y="1106929"/>
                  <a:pt x="154633" y="1093335"/>
                  <a:pt x="171339" y="1093335"/>
                </a:cubicBezTo>
                <a:close/>
                <a:moveTo>
                  <a:pt x="98858" y="1093335"/>
                </a:moveTo>
                <a:cubicBezTo>
                  <a:pt x="115622" y="1093335"/>
                  <a:pt x="129216" y="1106929"/>
                  <a:pt x="129216" y="1123698"/>
                </a:cubicBezTo>
                <a:cubicBezTo>
                  <a:pt x="129216" y="1140468"/>
                  <a:pt x="115622" y="1154062"/>
                  <a:pt x="98858" y="1154062"/>
                </a:cubicBezTo>
                <a:cubicBezTo>
                  <a:pt x="82086" y="1154062"/>
                  <a:pt x="68492" y="1140468"/>
                  <a:pt x="68492" y="1123698"/>
                </a:cubicBezTo>
                <a:cubicBezTo>
                  <a:pt x="68492" y="1106929"/>
                  <a:pt x="82086" y="1093335"/>
                  <a:pt x="98858" y="1093335"/>
                </a:cubicBezTo>
                <a:close/>
                <a:moveTo>
                  <a:pt x="26303" y="1093335"/>
                </a:moveTo>
                <a:cubicBezTo>
                  <a:pt x="43069" y="1093335"/>
                  <a:pt x="56664" y="1106929"/>
                  <a:pt x="56664" y="1123698"/>
                </a:cubicBezTo>
                <a:cubicBezTo>
                  <a:pt x="56664" y="1140468"/>
                  <a:pt x="43069" y="1154062"/>
                  <a:pt x="26303" y="1154062"/>
                </a:cubicBezTo>
                <a:cubicBezTo>
                  <a:pt x="17918" y="1154062"/>
                  <a:pt x="10327" y="1150664"/>
                  <a:pt x="4832" y="1145169"/>
                </a:cubicBezTo>
                <a:lnTo>
                  <a:pt x="0" y="1133503"/>
                </a:lnTo>
                <a:lnTo>
                  <a:pt x="0" y="1113894"/>
                </a:lnTo>
                <a:lnTo>
                  <a:pt x="4832" y="1102228"/>
                </a:lnTo>
                <a:cubicBezTo>
                  <a:pt x="10327" y="1096734"/>
                  <a:pt x="17918" y="1093335"/>
                  <a:pt x="26303" y="1093335"/>
                </a:cubicBezTo>
                <a:close/>
                <a:moveTo>
                  <a:pt x="1549874" y="1012883"/>
                </a:moveTo>
                <a:lnTo>
                  <a:pt x="1555552" y="1014029"/>
                </a:lnTo>
                <a:lnTo>
                  <a:pt x="1530465" y="1066106"/>
                </a:lnTo>
                <a:lnTo>
                  <a:pt x="1528404" y="1064717"/>
                </a:lnTo>
                <a:cubicBezTo>
                  <a:pt x="1522910" y="1059222"/>
                  <a:pt x="1519511" y="1051631"/>
                  <a:pt x="1519511" y="1043246"/>
                </a:cubicBezTo>
                <a:cubicBezTo>
                  <a:pt x="1519511" y="1026477"/>
                  <a:pt x="1533105" y="1012883"/>
                  <a:pt x="1549874" y="1012883"/>
                </a:cubicBezTo>
                <a:close/>
                <a:moveTo>
                  <a:pt x="1477320" y="1012883"/>
                </a:moveTo>
                <a:cubicBezTo>
                  <a:pt x="1494089" y="1012883"/>
                  <a:pt x="1507683" y="1026477"/>
                  <a:pt x="1507683" y="1043246"/>
                </a:cubicBezTo>
                <a:cubicBezTo>
                  <a:pt x="1507683" y="1060016"/>
                  <a:pt x="1494089" y="1073610"/>
                  <a:pt x="1477320" y="1073610"/>
                </a:cubicBezTo>
                <a:cubicBezTo>
                  <a:pt x="1460550" y="1073610"/>
                  <a:pt x="1446956" y="1060016"/>
                  <a:pt x="1446956" y="1043246"/>
                </a:cubicBezTo>
                <a:cubicBezTo>
                  <a:pt x="1446956" y="1026477"/>
                  <a:pt x="1460550" y="1012883"/>
                  <a:pt x="1477320" y="1012883"/>
                </a:cubicBezTo>
                <a:close/>
                <a:moveTo>
                  <a:pt x="1404765" y="1012883"/>
                </a:moveTo>
                <a:cubicBezTo>
                  <a:pt x="1421535" y="1012883"/>
                  <a:pt x="1435129" y="1026477"/>
                  <a:pt x="1435129" y="1043246"/>
                </a:cubicBezTo>
                <a:cubicBezTo>
                  <a:pt x="1435129" y="1060016"/>
                  <a:pt x="1421535" y="1073610"/>
                  <a:pt x="1404765" y="1073610"/>
                </a:cubicBezTo>
                <a:cubicBezTo>
                  <a:pt x="1387996" y="1073610"/>
                  <a:pt x="1374402" y="1060016"/>
                  <a:pt x="1374402" y="1043246"/>
                </a:cubicBezTo>
                <a:cubicBezTo>
                  <a:pt x="1374402" y="1026477"/>
                  <a:pt x="1387996" y="1012883"/>
                  <a:pt x="1404765" y="1012883"/>
                </a:cubicBezTo>
                <a:close/>
                <a:moveTo>
                  <a:pt x="1332211" y="1012883"/>
                </a:moveTo>
                <a:cubicBezTo>
                  <a:pt x="1348980" y="1012883"/>
                  <a:pt x="1362574" y="1026477"/>
                  <a:pt x="1362574" y="1043246"/>
                </a:cubicBezTo>
                <a:cubicBezTo>
                  <a:pt x="1362574" y="1060016"/>
                  <a:pt x="1348980" y="1073610"/>
                  <a:pt x="1332211" y="1073610"/>
                </a:cubicBezTo>
                <a:cubicBezTo>
                  <a:pt x="1315441" y="1073610"/>
                  <a:pt x="1301847" y="1060016"/>
                  <a:pt x="1301847" y="1043246"/>
                </a:cubicBezTo>
                <a:cubicBezTo>
                  <a:pt x="1301847" y="1026477"/>
                  <a:pt x="1315441" y="1012883"/>
                  <a:pt x="1332211" y="1012883"/>
                </a:cubicBezTo>
                <a:close/>
                <a:moveTo>
                  <a:pt x="1259656" y="1012883"/>
                </a:moveTo>
                <a:cubicBezTo>
                  <a:pt x="1276426" y="1012883"/>
                  <a:pt x="1290020" y="1026477"/>
                  <a:pt x="1290020" y="1043246"/>
                </a:cubicBezTo>
                <a:cubicBezTo>
                  <a:pt x="1290020" y="1060016"/>
                  <a:pt x="1276426" y="1073610"/>
                  <a:pt x="1259656" y="1073610"/>
                </a:cubicBezTo>
                <a:cubicBezTo>
                  <a:pt x="1242887" y="1073610"/>
                  <a:pt x="1229293" y="1060016"/>
                  <a:pt x="1229293" y="1043246"/>
                </a:cubicBezTo>
                <a:cubicBezTo>
                  <a:pt x="1229293" y="1026477"/>
                  <a:pt x="1242887" y="1012883"/>
                  <a:pt x="1259656" y="1012883"/>
                </a:cubicBezTo>
                <a:close/>
                <a:moveTo>
                  <a:pt x="1187102" y="1012883"/>
                </a:moveTo>
                <a:cubicBezTo>
                  <a:pt x="1203871" y="1012883"/>
                  <a:pt x="1217465" y="1026477"/>
                  <a:pt x="1217465" y="1043246"/>
                </a:cubicBezTo>
                <a:cubicBezTo>
                  <a:pt x="1217465" y="1060016"/>
                  <a:pt x="1203871" y="1073610"/>
                  <a:pt x="1187102" y="1073610"/>
                </a:cubicBezTo>
                <a:cubicBezTo>
                  <a:pt x="1170332" y="1073610"/>
                  <a:pt x="1156738" y="1060016"/>
                  <a:pt x="1156738" y="1043246"/>
                </a:cubicBezTo>
                <a:cubicBezTo>
                  <a:pt x="1156738" y="1026477"/>
                  <a:pt x="1170332" y="1012883"/>
                  <a:pt x="1187102" y="1012883"/>
                </a:cubicBezTo>
                <a:close/>
                <a:moveTo>
                  <a:pt x="1114547" y="1012883"/>
                </a:moveTo>
                <a:cubicBezTo>
                  <a:pt x="1131317" y="1012883"/>
                  <a:pt x="1144911" y="1026477"/>
                  <a:pt x="1144911" y="1043246"/>
                </a:cubicBezTo>
                <a:cubicBezTo>
                  <a:pt x="1144911" y="1060016"/>
                  <a:pt x="1131317" y="1073610"/>
                  <a:pt x="1114547" y="1073610"/>
                </a:cubicBezTo>
                <a:cubicBezTo>
                  <a:pt x="1097778" y="1073610"/>
                  <a:pt x="1084184" y="1060016"/>
                  <a:pt x="1084184" y="1043246"/>
                </a:cubicBezTo>
                <a:cubicBezTo>
                  <a:pt x="1084184" y="1026477"/>
                  <a:pt x="1097778" y="1012883"/>
                  <a:pt x="1114547" y="1012883"/>
                </a:cubicBezTo>
                <a:close/>
                <a:moveTo>
                  <a:pt x="1041993" y="1012883"/>
                </a:moveTo>
                <a:cubicBezTo>
                  <a:pt x="1058762" y="1012883"/>
                  <a:pt x="1072356" y="1026477"/>
                  <a:pt x="1072356" y="1043246"/>
                </a:cubicBezTo>
                <a:cubicBezTo>
                  <a:pt x="1072356" y="1060016"/>
                  <a:pt x="1058762" y="1073610"/>
                  <a:pt x="1041993" y="1073610"/>
                </a:cubicBezTo>
                <a:cubicBezTo>
                  <a:pt x="1025223" y="1073610"/>
                  <a:pt x="1011629" y="1060016"/>
                  <a:pt x="1011629" y="1043246"/>
                </a:cubicBezTo>
                <a:cubicBezTo>
                  <a:pt x="1011629" y="1026477"/>
                  <a:pt x="1025223" y="1012883"/>
                  <a:pt x="1041993" y="1012883"/>
                </a:cubicBezTo>
                <a:close/>
                <a:moveTo>
                  <a:pt x="969438" y="1012883"/>
                </a:moveTo>
                <a:cubicBezTo>
                  <a:pt x="986208" y="1012883"/>
                  <a:pt x="999801" y="1026477"/>
                  <a:pt x="999801" y="1043246"/>
                </a:cubicBezTo>
                <a:cubicBezTo>
                  <a:pt x="999801" y="1060016"/>
                  <a:pt x="986208" y="1073610"/>
                  <a:pt x="969438" y="1073610"/>
                </a:cubicBezTo>
                <a:cubicBezTo>
                  <a:pt x="952669" y="1073610"/>
                  <a:pt x="939075" y="1060016"/>
                  <a:pt x="939075" y="1043246"/>
                </a:cubicBezTo>
                <a:cubicBezTo>
                  <a:pt x="939075" y="1026477"/>
                  <a:pt x="952669" y="1012883"/>
                  <a:pt x="969438" y="1012883"/>
                </a:cubicBezTo>
                <a:close/>
                <a:moveTo>
                  <a:pt x="896883" y="1012883"/>
                </a:moveTo>
                <a:cubicBezTo>
                  <a:pt x="913653" y="1012883"/>
                  <a:pt x="927247" y="1026477"/>
                  <a:pt x="927247" y="1043246"/>
                </a:cubicBezTo>
                <a:cubicBezTo>
                  <a:pt x="927247" y="1060016"/>
                  <a:pt x="913653" y="1073610"/>
                  <a:pt x="896883" y="1073610"/>
                </a:cubicBezTo>
                <a:cubicBezTo>
                  <a:pt x="880114" y="1073610"/>
                  <a:pt x="866520" y="1060016"/>
                  <a:pt x="866520" y="1043246"/>
                </a:cubicBezTo>
                <a:cubicBezTo>
                  <a:pt x="866520" y="1026477"/>
                  <a:pt x="880114" y="1012883"/>
                  <a:pt x="896883" y="1012883"/>
                </a:cubicBezTo>
                <a:close/>
                <a:moveTo>
                  <a:pt x="824329" y="1012883"/>
                </a:moveTo>
                <a:cubicBezTo>
                  <a:pt x="841098" y="1012883"/>
                  <a:pt x="854692" y="1026477"/>
                  <a:pt x="854692" y="1043246"/>
                </a:cubicBezTo>
                <a:cubicBezTo>
                  <a:pt x="854692" y="1060016"/>
                  <a:pt x="841098" y="1073610"/>
                  <a:pt x="824329" y="1073610"/>
                </a:cubicBezTo>
                <a:cubicBezTo>
                  <a:pt x="807559" y="1073610"/>
                  <a:pt x="793965" y="1060016"/>
                  <a:pt x="793965" y="1043246"/>
                </a:cubicBezTo>
                <a:cubicBezTo>
                  <a:pt x="793965" y="1026477"/>
                  <a:pt x="807559" y="1012883"/>
                  <a:pt x="824329" y="1012883"/>
                </a:cubicBezTo>
                <a:close/>
                <a:moveTo>
                  <a:pt x="751774" y="1012883"/>
                </a:moveTo>
                <a:cubicBezTo>
                  <a:pt x="768544" y="1012883"/>
                  <a:pt x="782138" y="1026477"/>
                  <a:pt x="782138" y="1043246"/>
                </a:cubicBezTo>
                <a:cubicBezTo>
                  <a:pt x="782138" y="1060016"/>
                  <a:pt x="768544" y="1073610"/>
                  <a:pt x="751774" y="1073610"/>
                </a:cubicBezTo>
                <a:cubicBezTo>
                  <a:pt x="735005" y="1073610"/>
                  <a:pt x="721411" y="1060016"/>
                  <a:pt x="721411" y="1043246"/>
                </a:cubicBezTo>
                <a:cubicBezTo>
                  <a:pt x="721411" y="1026477"/>
                  <a:pt x="735005" y="1012883"/>
                  <a:pt x="751774" y="1012883"/>
                </a:cubicBezTo>
                <a:close/>
                <a:moveTo>
                  <a:pt x="679220" y="1012883"/>
                </a:moveTo>
                <a:cubicBezTo>
                  <a:pt x="695989" y="1012883"/>
                  <a:pt x="709583" y="1026477"/>
                  <a:pt x="709583" y="1043246"/>
                </a:cubicBezTo>
                <a:cubicBezTo>
                  <a:pt x="709583" y="1060016"/>
                  <a:pt x="695989" y="1073610"/>
                  <a:pt x="679220" y="1073610"/>
                </a:cubicBezTo>
                <a:cubicBezTo>
                  <a:pt x="662450" y="1073610"/>
                  <a:pt x="648856" y="1060016"/>
                  <a:pt x="648856" y="1043246"/>
                </a:cubicBezTo>
                <a:cubicBezTo>
                  <a:pt x="648856" y="1026477"/>
                  <a:pt x="662450" y="1012883"/>
                  <a:pt x="679220" y="1012883"/>
                </a:cubicBezTo>
                <a:close/>
                <a:moveTo>
                  <a:pt x="606665" y="1012883"/>
                </a:moveTo>
                <a:cubicBezTo>
                  <a:pt x="623435" y="1012883"/>
                  <a:pt x="637029" y="1026477"/>
                  <a:pt x="637029" y="1043246"/>
                </a:cubicBezTo>
                <a:cubicBezTo>
                  <a:pt x="637029" y="1060016"/>
                  <a:pt x="623435" y="1073610"/>
                  <a:pt x="606665" y="1073610"/>
                </a:cubicBezTo>
                <a:cubicBezTo>
                  <a:pt x="589896" y="1073610"/>
                  <a:pt x="576302" y="1060016"/>
                  <a:pt x="576302" y="1043246"/>
                </a:cubicBezTo>
                <a:cubicBezTo>
                  <a:pt x="576302" y="1026477"/>
                  <a:pt x="589896" y="1012883"/>
                  <a:pt x="606665" y="1012883"/>
                </a:cubicBezTo>
                <a:close/>
                <a:moveTo>
                  <a:pt x="534111" y="1012883"/>
                </a:moveTo>
                <a:cubicBezTo>
                  <a:pt x="550880" y="1012883"/>
                  <a:pt x="564474" y="1026477"/>
                  <a:pt x="564474" y="1043246"/>
                </a:cubicBezTo>
                <a:cubicBezTo>
                  <a:pt x="564474" y="1060016"/>
                  <a:pt x="550880" y="1073610"/>
                  <a:pt x="534111" y="1073610"/>
                </a:cubicBezTo>
                <a:cubicBezTo>
                  <a:pt x="517341" y="1073610"/>
                  <a:pt x="503747" y="1060016"/>
                  <a:pt x="503747" y="1043246"/>
                </a:cubicBezTo>
                <a:cubicBezTo>
                  <a:pt x="503747" y="1026477"/>
                  <a:pt x="517341" y="1012883"/>
                  <a:pt x="534111" y="1012883"/>
                </a:cubicBezTo>
                <a:close/>
                <a:moveTo>
                  <a:pt x="461556" y="1012883"/>
                </a:moveTo>
                <a:cubicBezTo>
                  <a:pt x="478326" y="1012883"/>
                  <a:pt x="491920" y="1026477"/>
                  <a:pt x="491920" y="1043246"/>
                </a:cubicBezTo>
                <a:cubicBezTo>
                  <a:pt x="491920" y="1060016"/>
                  <a:pt x="478326" y="1073610"/>
                  <a:pt x="461556" y="1073610"/>
                </a:cubicBezTo>
                <a:cubicBezTo>
                  <a:pt x="444787" y="1073610"/>
                  <a:pt x="431192" y="1060016"/>
                  <a:pt x="431192" y="1043246"/>
                </a:cubicBezTo>
                <a:cubicBezTo>
                  <a:pt x="431192" y="1026477"/>
                  <a:pt x="444787" y="1012883"/>
                  <a:pt x="461556" y="1012883"/>
                </a:cubicBezTo>
                <a:close/>
                <a:moveTo>
                  <a:pt x="389002" y="1012883"/>
                </a:moveTo>
                <a:cubicBezTo>
                  <a:pt x="405771" y="1012883"/>
                  <a:pt x="419365" y="1026477"/>
                  <a:pt x="419365" y="1043246"/>
                </a:cubicBezTo>
                <a:cubicBezTo>
                  <a:pt x="419365" y="1060016"/>
                  <a:pt x="405771" y="1073610"/>
                  <a:pt x="389002" y="1073610"/>
                </a:cubicBezTo>
                <a:cubicBezTo>
                  <a:pt x="372232" y="1073610"/>
                  <a:pt x="358638" y="1060016"/>
                  <a:pt x="358638" y="1043246"/>
                </a:cubicBezTo>
                <a:cubicBezTo>
                  <a:pt x="358638" y="1026477"/>
                  <a:pt x="372232" y="1012883"/>
                  <a:pt x="389002" y="1012883"/>
                </a:cubicBezTo>
                <a:close/>
                <a:moveTo>
                  <a:pt x="316447" y="1012883"/>
                </a:moveTo>
                <a:cubicBezTo>
                  <a:pt x="333216" y="1012883"/>
                  <a:pt x="346810" y="1026477"/>
                  <a:pt x="346810" y="1043246"/>
                </a:cubicBezTo>
                <a:cubicBezTo>
                  <a:pt x="346810" y="1060016"/>
                  <a:pt x="333216" y="1073610"/>
                  <a:pt x="316447" y="1073610"/>
                </a:cubicBezTo>
                <a:cubicBezTo>
                  <a:pt x="299677" y="1073610"/>
                  <a:pt x="286084" y="1060016"/>
                  <a:pt x="286084" y="1043246"/>
                </a:cubicBezTo>
                <a:cubicBezTo>
                  <a:pt x="286084" y="1026477"/>
                  <a:pt x="299677" y="1012883"/>
                  <a:pt x="316447" y="1012883"/>
                </a:cubicBezTo>
                <a:close/>
                <a:moveTo>
                  <a:pt x="243892" y="1012883"/>
                </a:moveTo>
                <a:cubicBezTo>
                  <a:pt x="260662" y="1012883"/>
                  <a:pt x="274256" y="1026477"/>
                  <a:pt x="274256" y="1043246"/>
                </a:cubicBezTo>
                <a:cubicBezTo>
                  <a:pt x="274256" y="1060016"/>
                  <a:pt x="260662" y="1073610"/>
                  <a:pt x="243892" y="1073610"/>
                </a:cubicBezTo>
                <a:cubicBezTo>
                  <a:pt x="227123" y="1073610"/>
                  <a:pt x="213529" y="1060016"/>
                  <a:pt x="213529" y="1043246"/>
                </a:cubicBezTo>
                <a:cubicBezTo>
                  <a:pt x="213529" y="1026477"/>
                  <a:pt x="227123" y="1012883"/>
                  <a:pt x="243892" y="1012883"/>
                </a:cubicBezTo>
                <a:close/>
                <a:moveTo>
                  <a:pt x="171339" y="1012883"/>
                </a:moveTo>
                <a:cubicBezTo>
                  <a:pt x="188107" y="1012883"/>
                  <a:pt x="201701" y="1026477"/>
                  <a:pt x="201701" y="1043246"/>
                </a:cubicBezTo>
                <a:cubicBezTo>
                  <a:pt x="201701" y="1060016"/>
                  <a:pt x="188107" y="1073610"/>
                  <a:pt x="171339" y="1073610"/>
                </a:cubicBezTo>
                <a:cubicBezTo>
                  <a:pt x="154639" y="1073610"/>
                  <a:pt x="141045" y="1060016"/>
                  <a:pt x="141045" y="1043246"/>
                </a:cubicBezTo>
                <a:cubicBezTo>
                  <a:pt x="141045" y="1026477"/>
                  <a:pt x="154639" y="1012883"/>
                  <a:pt x="171339" y="1012883"/>
                </a:cubicBezTo>
                <a:close/>
                <a:moveTo>
                  <a:pt x="98865" y="1012883"/>
                </a:moveTo>
                <a:cubicBezTo>
                  <a:pt x="115628" y="1012883"/>
                  <a:pt x="129222" y="1026477"/>
                  <a:pt x="129222" y="1043246"/>
                </a:cubicBezTo>
                <a:cubicBezTo>
                  <a:pt x="129222" y="1060016"/>
                  <a:pt x="115628" y="1073610"/>
                  <a:pt x="98865" y="1073610"/>
                </a:cubicBezTo>
                <a:cubicBezTo>
                  <a:pt x="82093" y="1073610"/>
                  <a:pt x="68498" y="1060016"/>
                  <a:pt x="68498" y="1043246"/>
                </a:cubicBezTo>
                <a:cubicBezTo>
                  <a:pt x="68498" y="1026477"/>
                  <a:pt x="82093" y="1012883"/>
                  <a:pt x="98865" y="1012883"/>
                </a:cubicBezTo>
                <a:close/>
                <a:moveTo>
                  <a:pt x="26309" y="1012883"/>
                </a:moveTo>
                <a:cubicBezTo>
                  <a:pt x="43075" y="1012883"/>
                  <a:pt x="56670" y="1026477"/>
                  <a:pt x="56670" y="1043246"/>
                </a:cubicBezTo>
                <a:cubicBezTo>
                  <a:pt x="56670" y="1060016"/>
                  <a:pt x="43075" y="1073610"/>
                  <a:pt x="26309" y="1073610"/>
                </a:cubicBezTo>
                <a:cubicBezTo>
                  <a:pt x="17924" y="1073610"/>
                  <a:pt x="10333" y="1070212"/>
                  <a:pt x="4838" y="1064717"/>
                </a:cubicBezTo>
                <a:lnTo>
                  <a:pt x="0" y="1053036"/>
                </a:lnTo>
                <a:lnTo>
                  <a:pt x="0" y="1033457"/>
                </a:lnTo>
                <a:lnTo>
                  <a:pt x="4838" y="1021776"/>
                </a:lnTo>
                <a:cubicBezTo>
                  <a:pt x="10333" y="1016282"/>
                  <a:pt x="17924" y="1012883"/>
                  <a:pt x="26309" y="1012883"/>
                </a:cubicBezTo>
                <a:close/>
                <a:moveTo>
                  <a:pt x="1549874" y="932431"/>
                </a:moveTo>
                <a:cubicBezTo>
                  <a:pt x="1558259" y="932431"/>
                  <a:pt x="1565850" y="935830"/>
                  <a:pt x="1571345" y="941324"/>
                </a:cubicBezTo>
                <a:lnTo>
                  <a:pt x="1577296" y="955693"/>
                </a:lnTo>
                <a:lnTo>
                  <a:pt x="1565363" y="988298"/>
                </a:lnTo>
                <a:lnTo>
                  <a:pt x="1561694" y="990772"/>
                </a:lnTo>
                <a:cubicBezTo>
                  <a:pt x="1558061" y="992309"/>
                  <a:pt x="1554067" y="993158"/>
                  <a:pt x="1549874" y="993158"/>
                </a:cubicBezTo>
                <a:cubicBezTo>
                  <a:pt x="1533105" y="993158"/>
                  <a:pt x="1519511" y="979564"/>
                  <a:pt x="1519511" y="962795"/>
                </a:cubicBezTo>
                <a:cubicBezTo>
                  <a:pt x="1519511" y="946025"/>
                  <a:pt x="1533105" y="932431"/>
                  <a:pt x="1549874" y="932431"/>
                </a:cubicBezTo>
                <a:close/>
                <a:moveTo>
                  <a:pt x="1477320" y="932431"/>
                </a:moveTo>
                <a:cubicBezTo>
                  <a:pt x="1494089" y="932431"/>
                  <a:pt x="1507683" y="946025"/>
                  <a:pt x="1507683" y="962795"/>
                </a:cubicBezTo>
                <a:cubicBezTo>
                  <a:pt x="1507683" y="979564"/>
                  <a:pt x="1494089" y="993158"/>
                  <a:pt x="1477320" y="993158"/>
                </a:cubicBezTo>
                <a:cubicBezTo>
                  <a:pt x="1460550" y="993158"/>
                  <a:pt x="1446956" y="979564"/>
                  <a:pt x="1446956" y="962795"/>
                </a:cubicBezTo>
                <a:cubicBezTo>
                  <a:pt x="1446956" y="946025"/>
                  <a:pt x="1460550" y="932431"/>
                  <a:pt x="1477320" y="932431"/>
                </a:cubicBezTo>
                <a:close/>
                <a:moveTo>
                  <a:pt x="1404765" y="932431"/>
                </a:moveTo>
                <a:cubicBezTo>
                  <a:pt x="1421535" y="932431"/>
                  <a:pt x="1435129" y="946025"/>
                  <a:pt x="1435129" y="962795"/>
                </a:cubicBezTo>
                <a:cubicBezTo>
                  <a:pt x="1435129" y="979564"/>
                  <a:pt x="1421535" y="993158"/>
                  <a:pt x="1404765" y="993158"/>
                </a:cubicBezTo>
                <a:cubicBezTo>
                  <a:pt x="1387996" y="993158"/>
                  <a:pt x="1374402" y="979564"/>
                  <a:pt x="1374402" y="962795"/>
                </a:cubicBezTo>
                <a:cubicBezTo>
                  <a:pt x="1374402" y="946025"/>
                  <a:pt x="1387996" y="932431"/>
                  <a:pt x="1404765" y="932431"/>
                </a:cubicBezTo>
                <a:close/>
                <a:moveTo>
                  <a:pt x="1332211" y="932431"/>
                </a:moveTo>
                <a:cubicBezTo>
                  <a:pt x="1348980" y="932431"/>
                  <a:pt x="1362574" y="946025"/>
                  <a:pt x="1362574" y="962795"/>
                </a:cubicBezTo>
                <a:cubicBezTo>
                  <a:pt x="1362574" y="979564"/>
                  <a:pt x="1348980" y="993158"/>
                  <a:pt x="1332211" y="993158"/>
                </a:cubicBezTo>
                <a:cubicBezTo>
                  <a:pt x="1315441" y="993158"/>
                  <a:pt x="1301847" y="979564"/>
                  <a:pt x="1301847" y="962795"/>
                </a:cubicBezTo>
                <a:cubicBezTo>
                  <a:pt x="1301847" y="946025"/>
                  <a:pt x="1315441" y="932431"/>
                  <a:pt x="1332211" y="932431"/>
                </a:cubicBezTo>
                <a:close/>
                <a:moveTo>
                  <a:pt x="1259656" y="932431"/>
                </a:moveTo>
                <a:cubicBezTo>
                  <a:pt x="1276426" y="932431"/>
                  <a:pt x="1290020" y="946025"/>
                  <a:pt x="1290020" y="962795"/>
                </a:cubicBezTo>
                <a:cubicBezTo>
                  <a:pt x="1290020" y="979564"/>
                  <a:pt x="1276426" y="993158"/>
                  <a:pt x="1259656" y="993158"/>
                </a:cubicBezTo>
                <a:cubicBezTo>
                  <a:pt x="1242887" y="993158"/>
                  <a:pt x="1229293" y="979564"/>
                  <a:pt x="1229293" y="962795"/>
                </a:cubicBezTo>
                <a:cubicBezTo>
                  <a:pt x="1229293" y="946025"/>
                  <a:pt x="1242887" y="932431"/>
                  <a:pt x="1259656" y="932431"/>
                </a:cubicBezTo>
                <a:close/>
                <a:moveTo>
                  <a:pt x="1187102" y="932431"/>
                </a:moveTo>
                <a:cubicBezTo>
                  <a:pt x="1203871" y="932431"/>
                  <a:pt x="1217465" y="946025"/>
                  <a:pt x="1217465" y="962795"/>
                </a:cubicBezTo>
                <a:cubicBezTo>
                  <a:pt x="1217465" y="979564"/>
                  <a:pt x="1203871" y="993158"/>
                  <a:pt x="1187102" y="993158"/>
                </a:cubicBezTo>
                <a:cubicBezTo>
                  <a:pt x="1170332" y="993158"/>
                  <a:pt x="1156738" y="979564"/>
                  <a:pt x="1156738" y="962795"/>
                </a:cubicBezTo>
                <a:cubicBezTo>
                  <a:pt x="1156738" y="946025"/>
                  <a:pt x="1170332" y="932431"/>
                  <a:pt x="1187102" y="932431"/>
                </a:cubicBezTo>
                <a:close/>
                <a:moveTo>
                  <a:pt x="1114547" y="932431"/>
                </a:moveTo>
                <a:cubicBezTo>
                  <a:pt x="1131317" y="932431"/>
                  <a:pt x="1144911" y="946025"/>
                  <a:pt x="1144911" y="962795"/>
                </a:cubicBezTo>
                <a:cubicBezTo>
                  <a:pt x="1144911" y="979564"/>
                  <a:pt x="1131317" y="993158"/>
                  <a:pt x="1114547" y="993158"/>
                </a:cubicBezTo>
                <a:cubicBezTo>
                  <a:pt x="1097778" y="993158"/>
                  <a:pt x="1084184" y="979564"/>
                  <a:pt x="1084184" y="962795"/>
                </a:cubicBezTo>
                <a:cubicBezTo>
                  <a:pt x="1084184" y="946025"/>
                  <a:pt x="1097778" y="932431"/>
                  <a:pt x="1114547" y="932431"/>
                </a:cubicBezTo>
                <a:close/>
                <a:moveTo>
                  <a:pt x="1041993" y="932431"/>
                </a:moveTo>
                <a:cubicBezTo>
                  <a:pt x="1058762" y="932431"/>
                  <a:pt x="1072356" y="946025"/>
                  <a:pt x="1072356" y="962795"/>
                </a:cubicBezTo>
                <a:cubicBezTo>
                  <a:pt x="1072356" y="979564"/>
                  <a:pt x="1058762" y="993158"/>
                  <a:pt x="1041993" y="993158"/>
                </a:cubicBezTo>
                <a:cubicBezTo>
                  <a:pt x="1025223" y="993158"/>
                  <a:pt x="1011629" y="979564"/>
                  <a:pt x="1011629" y="962795"/>
                </a:cubicBezTo>
                <a:cubicBezTo>
                  <a:pt x="1011629" y="946025"/>
                  <a:pt x="1025223" y="932431"/>
                  <a:pt x="1041993" y="932431"/>
                </a:cubicBezTo>
                <a:close/>
                <a:moveTo>
                  <a:pt x="969438" y="932431"/>
                </a:moveTo>
                <a:cubicBezTo>
                  <a:pt x="986208" y="932431"/>
                  <a:pt x="999801" y="946025"/>
                  <a:pt x="999801" y="962795"/>
                </a:cubicBezTo>
                <a:cubicBezTo>
                  <a:pt x="999801" y="979564"/>
                  <a:pt x="986208" y="993158"/>
                  <a:pt x="969438" y="993158"/>
                </a:cubicBezTo>
                <a:cubicBezTo>
                  <a:pt x="952669" y="993158"/>
                  <a:pt x="939075" y="979564"/>
                  <a:pt x="939075" y="962795"/>
                </a:cubicBezTo>
                <a:cubicBezTo>
                  <a:pt x="939075" y="946025"/>
                  <a:pt x="952669" y="932431"/>
                  <a:pt x="969438" y="932431"/>
                </a:cubicBezTo>
                <a:close/>
                <a:moveTo>
                  <a:pt x="896883" y="932431"/>
                </a:moveTo>
                <a:cubicBezTo>
                  <a:pt x="913653" y="932431"/>
                  <a:pt x="927247" y="946025"/>
                  <a:pt x="927247" y="962795"/>
                </a:cubicBezTo>
                <a:cubicBezTo>
                  <a:pt x="927247" y="979564"/>
                  <a:pt x="913653" y="993158"/>
                  <a:pt x="896883" y="993158"/>
                </a:cubicBezTo>
                <a:cubicBezTo>
                  <a:pt x="880114" y="993158"/>
                  <a:pt x="866520" y="979564"/>
                  <a:pt x="866520" y="962795"/>
                </a:cubicBezTo>
                <a:cubicBezTo>
                  <a:pt x="866520" y="946025"/>
                  <a:pt x="880114" y="932431"/>
                  <a:pt x="896883" y="932431"/>
                </a:cubicBezTo>
                <a:close/>
                <a:moveTo>
                  <a:pt x="824329" y="932431"/>
                </a:moveTo>
                <a:cubicBezTo>
                  <a:pt x="841098" y="932431"/>
                  <a:pt x="854692" y="946025"/>
                  <a:pt x="854692" y="962795"/>
                </a:cubicBezTo>
                <a:cubicBezTo>
                  <a:pt x="854692" y="979564"/>
                  <a:pt x="841098" y="993158"/>
                  <a:pt x="824329" y="993158"/>
                </a:cubicBezTo>
                <a:cubicBezTo>
                  <a:pt x="807559" y="993158"/>
                  <a:pt x="793965" y="979564"/>
                  <a:pt x="793965" y="962795"/>
                </a:cubicBezTo>
                <a:cubicBezTo>
                  <a:pt x="793965" y="946025"/>
                  <a:pt x="807559" y="932431"/>
                  <a:pt x="824329" y="932431"/>
                </a:cubicBezTo>
                <a:close/>
                <a:moveTo>
                  <a:pt x="751774" y="932431"/>
                </a:moveTo>
                <a:cubicBezTo>
                  <a:pt x="768544" y="932431"/>
                  <a:pt x="782138" y="946025"/>
                  <a:pt x="782138" y="962795"/>
                </a:cubicBezTo>
                <a:cubicBezTo>
                  <a:pt x="782138" y="979564"/>
                  <a:pt x="768544" y="993158"/>
                  <a:pt x="751774" y="993158"/>
                </a:cubicBezTo>
                <a:cubicBezTo>
                  <a:pt x="735005" y="993158"/>
                  <a:pt x="721411" y="979564"/>
                  <a:pt x="721411" y="962795"/>
                </a:cubicBezTo>
                <a:cubicBezTo>
                  <a:pt x="721411" y="946025"/>
                  <a:pt x="735005" y="932431"/>
                  <a:pt x="751774" y="932431"/>
                </a:cubicBezTo>
                <a:close/>
                <a:moveTo>
                  <a:pt x="679220" y="932431"/>
                </a:moveTo>
                <a:cubicBezTo>
                  <a:pt x="695989" y="932431"/>
                  <a:pt x="709583" y="946025"/>
                  <a:pt x="709583" y="962795"/>
                </a:cubicBezTo>
                <a:cubicBezTo>
                  <a:pt x="709583" y="979564"/>
                  <a:pt x="695989" y="993158"/>
                  <a:pt x="679220" y="993158"/>
                </a:cubicBezTo>
                <a:cubicBezTo>
                  <a:pt x="662450" y="993158"/>
                  <a:pt x="648856" y="979564"/>
                  <a:pt x="648856" y="962795"/>
                </a:cubicBezTo>
                <a:cubicBezTo>
                  <a:pt x="648856" y="946025"/>
                  <a:pt x="662450" y="932431"/>
                  <a:pt x="679220" y="932431"/>
                </a:cubicBezTo>
                <a:close/>
                <a:moveTo>
                  <a:pt x="606665" y="932431"/>
                </a:moveTo>
                <a:cubicBezTo>
                  <a:pt x="623435" y="932431"/>
                  <a:pt x="637029" y="946025"/>
                  <a:pt x="637029" y="962795"/>
                </a:cubicBezTo>
                <a:cubicBezTo>
                  <a:pt x="637029" y="979564"/>
                  <a:pt x="623435" y="993158"/>
                  <a:pt x="606665" y="993158"/>
                </a:cubicBezTo>
                <a:cubicBezTo>
                  <a:pt x="589896" y="993158"/>
                  <a:pt x="576302" y="979564"/>
                  <a:pt x="576302" y="962795"/>
                </a:cubicBezTo>
                <a:cubicBezTo>
                  <a:pt x="576302" y="946025"/>
                  <a:pt x="589896" y="932431"/>
                  <a:pt x="606665" y="932431"/>
                </a:cubicBezTo>
                <a:close/>
                <a:moveTo>
                  <a:pt x="534111" y="932431"/>
                </a:moveTo>
                <a:cubicBezTo>
                  <a:pt x="550880" y="932431"/>
                  <a:pt x="564474" y="946025"/>
                  <a:pt x="564474" y="962795"/>
                </a:cubicBezTo>
                <a:cubicBezTo>
                  <a:pt x="564474" y="979564"/>
                  <a:pt x="550880" y="993158"/>
                  <a:pt x="534111" y="993158"/>
                </a:cubicBezTo>
                <a:cubicBezTo>
                  <a:pt x="517341" y="993158"/>
                  <a:pt x="503747" y="979564"/>
                  <a:pt x="503747" y="962795"/>
                </a:cubicBezTo>
                <a:cubicBezTo>
                  <a:pt x="503747" y="946025"/>
                  <a:pt x="517341" y="932431"/>
                  <a:pt x="534111" y="932431"/>
                </a:cubicBezTo>
                <a:close/>
                <a:moveTo>
                  <a:pt x="461556" y="932431"/>
                </a:moveTo>
                <a:cubicBezTo>
                  <a:pt x="478326" y="932431"/>
                  <a:pt x="491920" y="946025"/>
                  <a:pt x="491920" y="962795"/>
                </a:cubicBezTo>
                <a:cubicBezTo>
                  <a:pt x="491920" y="979564"/>
                  <a:pt x="478326" y="993158"/>
                  <a:pt x="461556" y="993158"/>
                </a:cubicBezTo>
                <a:cubicBezTo>
                  <a:pt x="444787" y="993158"/>
                  <a:pt x="431192" y="979564"/>
                  <a:pt x="431192" y="962795"/>
                </a:cubicBezTo>
                <a:cubicBezTo>
                  <a:pt x="431192" y="946025"/>
                  <a:pt x="444787" y="932431"/>
                  <a:pt x="461556" y="932431"/>
                </a:cubicBezTo>
                <a:close/>
                <a:moveTo>
                  <a:pt x="389002" y="932431"/>
                </a:moveTo>
                <a:cubicBezTo>
                  <a:pt x="405771" y="932431"/>
                  <a:pt x="419365" y="946025"/>
                  <a:pt x="419365" y="962795"/>
                </a:cubicBezTo>
                <a:cubicBezTo>
                  <a:pt x="419365" y="979564"/>
                  <a:pt x="405771" y="993158"/>
                  <a:pt x="389002" y="993158"/>
                </a:cubicBezTo>
                <a:cubicBezTo>
                  <a:pt x="372232" y="993158"/>
                  <a:pt x="358638" y="979564"/>
                  <a:pt x="358638" y="962795"/>
                </a:cubicBezTo>
                <a:cubicBezTo>
                  <a:pt x="358638" y="946025"/>
                  <a:pt x="372232" y="932431"/>
                  <a:pt x="389002" y="932431"/>
                </a:cubicBezTo>
                <a:close/>
                <a:moveTo>
                  <a:pt x="316447" y="932431"/>
                </a:moveTo>
                <a:cubicBezTo>
                  <a:pt x="333216" y="932431"/>
                  <a:pt x="346810" y="946025"/>
                  <a:pt x="346810" y="962795"/>
                </a:cubicBezTo>
                <a:cubicBezTo>
                  <a:pt x="346810" y="979564"/>
                  <a:pt x="333216" y="993158"/>
                  <a:pt x="316447" y="993158"/>
                </a:cubicBezTo>
                <a:cubicBezTo>
                  <a:pt x="299677" y="993158"/>
                  <a:pt x="286084" y="979564"/>
                  <a:pt x="286084" y="962795"/>
                </a:cubicBezTo>
                <a:cubicBezTo>
                  <a:pt x="286084" y="946025"/>
                  <a:pt x="299677" y="932431"/>
                  <a:pt x="316447" y="932431"/>
                </a:cubicBezTo>
                <a:close/>
                <a:moveTo>
                  <a:pt x="243892" y="932431"/>
                </a:moveTo>
                <a:cubicBezTo>
                  <a:pt x="260662" y="932431"/>
                  <a:pt x="274256" y="946025"/>
                  <a:pt x="274256" y="962795"/>
                </a:cubicBezTo>
                <a:cubicBezTo>
                  <a:pt x="274256" y="979564"/>
                  <a:pt x="260662" y="993158"/>
                  <a:pt x="243892" y="993158"/>
                </a:cubicBezTo>
                <a:cubicBezTo>
                  <a:pt x="227123" y="993158"/>
                  <a:pt x="213529" y="979564"/>
                  <a:pt x="213529" y="962795"/>
                </a:cubicBezTo>
                <a:cubicBezTo>
                  <a:pt x="213529" y="946025"/>
                  <a:pt x="227123" y="932431"/>
                  <a:pt x="243892" y="932431"/>
                </a:cubicBezTo>
                <a:close/>
                <a:moveTo>
                  <a:pt x="171339" y="932431"/>
                </a:moveTo>
                <a:cubicBezTo>
                  <a:pt x="188107" y="932431"/>
                  <a:pt x="201701" y="946025"/>
                  <a:pt x="201701" y="962795"/>
                </a:cubicBezTo>
                <a:cubicBezTo>
                  <a:pt x="201701" y="979564"/>
                  <a:pt x="188107" y="993158"/>
                  <a:pt x="171339" y="993158"/>
                </a:cubicBezTo>
                <a:cubicBezTo>
                  <a:pt x="154645" y="993158"/>
                  <a:pt x="141051" y="979564"/>
                  <a:pt x="141051" y="962795"/>
                </a:cubicBezTo>
                <a:cubicBezTo>
                  <a:pt x="141051" y="946025"/>
                  <a:pt x="154645" y="932431"/>
                  <a:pt x="171339" y="932431"/>
                </a:cubicBezTo>
                <a:close/>
                <a:moveTo>
                  <a:pt x="98870" y="932431"/>
                </a:moveTo>
                <a:cubicBezTo>
                  <a:pt x="115634" y="932431"/>
                  <a:pt x="129228" y="946025"/>
                  <a:pt x="129228" y="962795"/>
                </a:cubicBezTo>
                <a:cubicBezTo>
                  <a:pt x="129228" y="979564"/>
                  <a:pt x="115634" y="993158"/>
                  <a:pt x="98870" y="993158"/>
                </a:cubicBezTo>
                <a:cubicBezTo>
                  <a:pt x="82099" y="993158"/>
                  <a:pt x="68505" y="979564"/>
                  <a:pt x="68505" y="962795"/>
                </a:cubicBezTo>
                <a:cubicBezTo>
                  <a:pt x="68505" y="946025"/>
                  <a:pt x="82099" y="932431"/>
                  <a:pt x="98870" y="932431"/>
                </a:cubicBezTo>
                <a:close/>
                <a:moveTo>
                  <a:pt x="26316" y="932431"/>
                </a:moveTo>
                <a:cubicBezTo>
                  <a:pt x="43081" y="932431"/>
                  <a:pt x="56676" y="946025"/>
                  <a:pt x="56676" y="962795"/>
                </a:cubicBezTo>
                <a:cubicBezTo>
                  <a:pt x="56676" y="979564"/>
                  <a:pt x="43081" y="993158"/>
                  <a:pt x="26316" y="993158"/>
                </a:cubicBezTo>
                <a:cubicBezTo>
                  <a:pt x="17931" y="993158"/>
                  <a:pt x="10340" y="989760"/>
                  <a:pt x="4845" y="984265"/>
                </a:cubicBezTo>
                <a:lnTo>
                  <a:pt x="0" y="972570"/>
                </a:lnTo>
                <a:lnTo>
                  <a:pt x="0" y="953020"/>
                </a:lnTo>
                <a:lnTo>
                  <a:pt x="4845" y="941324"/>
                </a:lnTo>
                <a:cubicBezTo>
                  <a:pt x="10340" y="935830"/>
                  <a:pt x="17931" y="932431"/>
                  <a:pt x="26316" y="932431"/>
                </a:cubicBezTo>
                <a:close/>
                <a:moveTo>
                  <a:pt x="1612513" y="853981"/>
                </a:moveTo>
                <a:lnTo>
                  <a:pt x="1607766" y="872445"/>
                </a:lnTo>
                <a:lnTo>
                  <a:pt x="1598477" y="897823"/>
                </a:lnTo>
                <a:lnTo>
                  <a:pt x="1592066" y="882343"/>
                </a:lnTo>
                <a:cubicBezTo>
                  <a:pt x="1592066" y="869766"/>
                  <a:pt x="1599712" y="858975"/>
                  <a:pt x="1610610" y="854366"/>
                </a:cubicBezTo>
                <a:close/>
                <a:moveTo>
                  <a:pt x="1549874" y="851979"/>
                </a:moveTo>
                <a:cubicBezTo>
                  <a:pt x="1566644" y="851979"/>
                  <a:pt x="1580238" y="865573"/>
                  <a:pt x="1580238" y="882343"/>
                </a:cubicBezTo>
                <a:cubicBezTo>
                  <a:pt x="1580238" y="899112"/>
                  <a:pt x="1566644" y="912706"/>
                  <a:pt x="1549874" y="912706"/>
                </a:cubicBezTo>
                <a:cubicBezTo>
                  <a:pt x="1533105" y="912706"/>
                  <a:pt x="1519511" y="899112"/>
                  <a:pt x="1519511" y="882343"/>
                </a:cubicBezTo>
                <a:cubicBezTo>
                  <a:pt x="1519511" y="865573"/>
                  <a:pt x="1533105" y="851979"/>
                  <a:pt x="1549874" y="851979"/>
                </a:cubicBezTo>
                <a:close/>
                <a:moveTo>
                  <a:pt x="1477320" y="851979"/>
                </a:moveTo>
                <a:cubicBezTo>
                  <a:pt x="1494089" y="851979"/>
                  <a:pt x="1507683" y="865573"/>
                  <a:pt x="1507683" y="882343"/>
                </a:cubicBezTo>
                <a:cubicBezTo>
                  <a:pt x="1507683" y="899112"/>
                  <a:pt x="1494089" y="912706"/>
                  <a:pt x="1477320" y="912706"/>
                </a:cubicBezTo>
                <a:cubicBezTo>
                  <a:pt x="1460550" y="912706"/>
                  <a:pt x="1446956" y="899112"/>
                  <a:pt x="1446956" y="882343"/>
                </a:cubicBezTo>
                <a:cubicBezTo>
                  <a:pt x="1446956" y="865573"/>
                  <a:pt x="1460550" y="851979"/>
                  <a:pt x="1477320" y="851979"/>
                </a:cubicBezTo>
                <a:close/>
                <a:moveTo>
                  <a:pt x="1404765" y="851979"/>
                </a:moveTo>
                <a:cubicBezTo>
                  <a:pt x="1421535" y="851979"/>
                  <a:pt x="1435129" y="865573"/>
                  <a:pt x="1435129" y="882343"/>
                </a:cubicBezTo>
                <a:cubicBezTo>
                  <a:pt x="1435129" y="899112"/>
                  <a:pt x="1421535" y="912706"/>
                  <a:pt x="1404765" y="912706"/>
                </a:cubicBezTo>
                <a:cubicBezTo>
                  <a:pt x="1387996" y="912706"/>
                  <a:pt x="1374402" y="899112"/>
                  <a:pt x="1374402" y="882343"/>
                </a:cubicBezTo>
                <a:cubicBezTo>
                  <a:pt x="1374402" y="865573"/>
                  <a:pt x="1387996" y="851979"/>
                  <a:pt x="1404765" y="851979"/>
                </a:cubicBezTo>
                <a:close/>
                <a:moveTo>
                  <a:pt x="1332211" y="851979"/>
                </a:moveTo>
                <a:cubicBezTo>
                  <a:pt x="1348980" y="851979"/>
                  <a:pt x="1362574" y="865573"/>
                  <a:pt x="1362574" y="882343"/>
                </a:cubicBezTo>
                <a:cubicBezTo>
                  <a:pt x="1362574" y="899112"/>
                  <a:pt x="1348980" y="912706"/>
                  <a:pt x="1332211" y="912706"/>
                </a:cubicBezTo>
                <a:cubicBezTo>
                  <a:pt x="1315441" y="912706"/>
                  <a:pt x="1301847" y="899112"/>
                  <a:pt x="1301847" y="882343"/>
                </a:cubicBezTo>
                <a:cubicBezTo>
                  <a:pt x="1301847" y="865573"/>
                  <a:pt x="1315441" y="851979"/>
                  <a:pt x="1332211" y="851979"/>
                </a:cubicBezTo>
                <a:close/>
                <a:moveTo>
                  <a:pt x="1259656" y="851979"/>
                </a:moveTo>
                <a:cubicBezTo>
                  <a:pt x="1276426" y="851979"/>
                  <a:pt x="1290020" y="865573"/>
                  <a:pt x="1290020" y="882343"/>
                </a:cubicBezTo>
                <a:cubicBezTo>
                  <a:pt x="1290020" y="899112"/>
                  <a:pt x="1276426" y="912706"/>
                  <a:pt x="1259656" y="912706"/>
                </a:cubicBezTo>
                <a:cubicBezTo>
                  <a:pt x="1242887" y="912706"/>
                  <a:pt x="1229293" y="899112"/>
                  <a:pt x="1229293" y="882343"/>
                </a:cubicBezTo>
                <a:cubicBezTo>
                  <a:pt x="1229293" y="865573"/>
                  <a:pt x="1242887" y="851979"/>
                  <a:pt x="1259656" y="851979"/>
                </a:cubicBezTo>
                <a:close/>
                <a:moveTo>
                  <a:pt x="1187102" y="851979"/>
                </a:moveTo>
                <a:cubicBezTo>
                  <a:pt x="1203871" y="851979"/>
                  <a:pt x="1217465" y="865573"/>
                  <a:pt x="1217465" y="882343"/>
                </a:cubicBezTo>
                <a:cubicBezTo>
                  <a:pt x="1217465" y="899112"/>
                  <a:pt x="1203871" y="912706"/>
                  <a:pt x="1187102" y="912706"/>
                </a:cubicBezTo>
                <a:cubicBezTo>
                  <a:pt x="1170332" y="912706"/>
                  <a:pt x="1156738" y="899112"/>
                  <a:pt x="1156738" y="882343"/>
                </a:cubicBezTo>
                <a:cubicBezTo>
                  <a:pt x="1156738" y="865573"/>
                  <a:pt x="1170332" y="851979"/>
                  <a:pt x="1187102" y="851979"/>
                </a:cubicBezTo>
                <a:close/>
                <a:moveTo>
                  <a:pt x="1114547" y="851979"/>
                </a:moveTo>
                <a:cubicBezTo>
                  <a:pt x="1131317" y="851979"/>
                  <a:pt x="1144911" y="865573"/>
                  <a:pt x="1144911" y="882343"/>
                </a:cubicBezTo>
                <a:cubicBezTo>
                  <a:pt x="1144911" y="899112"/>
                  <a:pt x="1131317" y="912706"/>
                  <a:pt x="1114547" y="912706"/>
                </a:cubicBezTo>
                <a:cubicBezTo>
                  <a:pt x="1097778" y="912706"/>
                  <a:pt x="1084184" y="899112"/>
                  <a:pt x="1084184" y="882343"/>
                </a:cubicBezTo>
                <a:cubicBezTo>
                  <a:pt x="1084184" y="865573"/>
                  <a:pt x="1097778" y="851979"/>
                  <a:pt x="1114547" y="851979"/>
                </a:cubicBezTo>
                <a:close/>
                <a:moveTo>
                  <a:pt x="1041993" y="851979"/>
                </a:moveTo>
                <a:cubicBezTo>
                  <a:pt x="1058762" y="851979"/>
                  <a:pt x="1072356" y="865573"/>
                  <a:pt x="1072356" y="882343"/>
                </a:cubicBezTo>
                <a:cubicBezTo>
                  <a:pt x="1072356" y="899112"/>
                  <a:pt x="1058762" y="912706"/>
                  <a:pt x="1041993" y="912706"/>
                </a:cubicBezTo>
                <a:cubicBezTo>
                  <a:pt x="1025223" y="912706"/>
                  <a:pt x="1011629" y="899112"/>
                  <a:pt x="1011629" y="882343"/>
                </a:cubicBezTo>
                <a:cubicBezTo>
                  <a:pt x="1011629" y="865573"/>
                  <a:pt x="1025223" y="851979"/>
                  <a:pt x="1041993" y="851979"/>
                </a:cubicBezTo>
                <a:close/>
                <a:moveTo>
                  <a:pt x="969438" y="851979"/>
                </a:moveTo>
                <a:cubicBezTo>
                  <a:pt x="986208" y="851979"/>
                  <a:pt x="999801" y="865573"/>
                  <a:pt x="999801" y="882343"/>
                </a:cubicBezTo>
                <a:cubicBezTo>
                  <a:pt x="999801" y="899112"/>
                  <a:pt x="986208" y="912706"/>
                  <a:pt x="969438" y="912706"/>
                </a:cubicBezTo>
                <a:cubicBezTo>
                  <a:pt x="952669" y="912706"/>
                  <a:pt x="939075" y="899112"/>
                  <a:pt x="939075" y="882343"/>
                </a:cubicBezTo>
                <a:cubicBezTo>
                  <a:pt x="939075" y="865573"/>
                  <a:pt x="952669" y="851979"/>
                  <a:pt x="969438" y="851979"/>
                </a:cubicBezTo>
                <a:close/>
                <a:moveTo>
                  <a:pt x="896883" y="851979"/>
                </a:moveTo>
                <a:cubicBezTo>
                  <a:pt x="913653" y="851979"/>
                  <a:pt x="927247" y="865573"/>
                  <a:pt x="927247" y="882343"/>
                </a:cubicBezTo>
                <a:cubicBezTo>
                  <a:pt x="927247" y="899112"/>
                  <a:pt x="913653" y="912706"/>
                  <a:pt x="896883" y="912706"/>
                </a:cubicBezTo>
                <a:cubicBezTo>
                  <a:pt x="880114" y="912706"/>
                  <a:pt x="866520" y="899112"/>
                  <a:pt x="866520" y="882343"/>
                </a:cubicBezTo>
                <a:cubicBezTo>
                  <a:pt x="866520" y="865573"/>
                  <a:pt x="880114" y="851979"/>
                  <a:pt x="896883" y="851979"/>
                </a:cubicBezTo>
                <a:close/>
                <a:moveTo>
                  <a:pt x="824329" y="851979"/>
                </a:moveTo>
                <a:cubicBezTo>
                  <a:pt x="841098" y="851979"/>
                  <a:pt x="854692" y="865573"/>
                  <a:pt x="854692" y="882343"/>
                </a:cubicBezTo>
                <a:cubicBezTo>
                  <a:pt x="854692" y="899112"/>
                  <a:pt x="841098" y="912706"/>
                  <a:pt x="824329" y="912706"/>
                </a:cubicBezTo>
                <a:cubicBezTo>
                  <a:pt x="807559" y="912706"/>
                  <a:pt x="793965" y="899112"/>
                  <a:pt x="793965" y="882343"/>
                </a:cubicBezTo>
                <a:cubicBezTo>
                  <a:pt x="793965" y="865573"/>
                  <a:pt x="807559" y="851979"/>
                  <a:pt x="824329" y="851979"/>
                </a:cubicBezTo>
                <a:close/>
                <a:moveTo>
                  <a:pt x="751774" y="851979"/>
                </a:moveTo>
                <a:cubicBezTo>
                  <a:pt x="768544" y="851979"/>
                  <a:pt x="782138" y="865573"/>
                  <a:pt x="782138" y="882343"/>
                </a:cubicBezTo>
                <a:cubicBezTo>
                  <a:pt x="782138" y="899112"/>
                  <a:pt x="768544" y="912706"/>
                  <a:pt x="751774" y="912706"/>
                </a:cubicBezTo>
                <a:cubicBezTo>
                  <a:pt x="735005" y="912706"/>
                  <a:pt x="721411" y="899112"/>
                  <a:pt x="721411" y="882343"/>
                </a:cubicBezTo>
                <a:cubicBezTo>
                  <a:pt x="721411" y="865573"/>
                  <a:pt x="735005" y="851979"/>
                  <a:pt x="751774" y="851979"/>
                </a:cubicBezTo>
                <a:close/>
                <a:moveTo>
                  <a:pt x="679220" y="851979"/>
                </a:moveTo>
                <a:cubicBezTo>
                  <a:pt x="695989" y="851979"/>
                  <a:pt x="709583" y="865573"/>
                  <a:pt x="709583" y="882343"/>
                </a:cubicBezTo>
                <a:cubicBezTo>
                  <a:pt x="709583" y="899112"/>
                  <a:pt x="695989" y="912706"/>
                  <a:pt x="679220" y="912706"/>
                </a:cubicBezTo>
                <a:cubicBezTo>
                  <a:pt x="662450" y="912706"/>
                  <a:pt x="648856" y="899112"/>
                  <a:pt x="648856" y="882343"/>
                </a:cubicBezTo>
                <a:cubicBezTo>
                  <a:pt x="648856" y="865573"/>
                  <a:pt x="662450" y="851979"/>
                  <a:pt x="679220" y="851979"/>
                </a:cubicBezTo>
                <a:close/>
                <a:moveTo>
                  <a:pt x="606665" y="851979"/>
                </a:moveTo>
                <a:cubicBezTo>
                  <a:pt x="623435" y="851979"/>
                  <a:pt x="637029" y="865573"/>
                  <a:pt x="637029" y="882343"/>
                </a:cubicBezTo>
                <a:cubicBezTo>
                  <a:pt x="637029" y="899112"/>
                  <a:pt x="623435" y="912706"/>
                  <a:pt x="606665" y="912706"/>
                </a:cubicBezTo>
                <a:cubicBezTo>
                  <a:pt x="589896" y="912706"/>
                  <a:pt x="576302" y="899112"/>
                  <a:pt x="576302" y="882343"/>
                </a:cubicBezTo>
                <a:cubicBezTo>
                  <a:pt x="576302" y="865573"/>
                  <a:pt x="589896" y="851979"/>
                  <a:pt x="606665" y="851979"/>
                </a:cubicBezTo>
                <a:close/>
                <a:moveTo>
                  <a:pt x="534111" y="851979"/>
                </a:moveTo>
                <a:cubicBezTo>
                  <a:pt x="550880" y="851979"/>
                  <a:pt x="564474" y="865573"/>
                  <a:pt x="564474" y="882343"/>
                </a:cubicBezTo>
                <a:cubicBezTo>
                  <a:pt x="564474" y="899112"/>
                  <a:pt x="550880" y="912706"/>
                  <a:pt x="534111" y="912706"/>
                </a:cubicBezTo>
                <a:cubicBezTo>
                  <a:pt x="517341" y="912706"/>
                  <a:pt x="503747" y="899112"/>
                  <a:pt x="503747" y="882343"/>
                </a:cubicBezTo>
                <a:cubicBezTo>
                  <a:pt x="503747" y="865573"/>
                  <a:pt x="517341" y="851979"/>
                  <a:pt x="534111" y="851979"/>
                </a:cubicBezTo>
                <a:close/>
                <a:moveTo>
                  <a:pt x="461556" y="851979"/>
                </a:moveTo>
                <a:cubicBezTo>
                  <a:pt x="478326" y="851979"/>
                  <a:pt x="491920" y="865573"/>
                  <a:pt x="491920" y="882343"/>
                </a:cubicBezTo>
                <a:cubicBezTo>
                  <a:pt x="491920" y="899112"/>
                  <a:pt x="478326" y="912706"/>
                  <a:pt x="461556" y="912706"/>
                </a:cubicBezTo>
                <a:cubicBezTo>
                  <a:pt x="444787" y="912706"/>
                  <a:pt x="431192" y="899112"/>
                  <a:pt x="431192" y="882343"/>
                </a:cubicBezTo>
                <a:cubicBezTo>
                  <a:pt x="431192" y="865573"/>
                  <a:pt x="444787" y="851979"/>
                  <a:pt x="461556" y="851979"/>
                </a:cubicBezTo>
                <a:close/>
                <a:moveTo>
                  <a:pt x="389002" y="851979"/>
                </a:moveTo>
                <a:cubicBezTo>
                  <a:pt x="405771" y="851979"/>
                  <a:pt x="419365" y="865573"/>
                  <a:pt x="419365" y="882343"/>
                </a:cubicBezTo>
                <a:cubicBezTo>
                  <a:pt x="419365" y="899112"/>
                  <a:pt x="405771" y="912706"/>
                  <a:pt x="389002" y="912706"/>
                </a:cubicBezTo>
                <a:cubicBezTo>
                  <a:pt x="372232" y="912706"/>
                  <a:pt x="358638" y="899112"/>
                  <a:pt x="358638" y="882343"/>
                </a:cubicBezTo>
                <a:cubicBezTo>
                  <a:pt x="358638" y="865573"/>
                  <a:pt x="372232" y="851979"/>
                  <a:pt x="389002" y="851979"/>
                </a:cubicBezTo>
                <a:close/>
                <a:moveTo>
                  <a:pt x="316447" y="851979"/>
                </a:moveTo>
                <a:cubicBezTo>
                  <a:pt x="333216" y="851979"/>
                  <a:pt x="346810" y="865573"/>
                  <a:pt x="346810" y="882343"/>
                </a:cubicBezTo>
                <a:cubicBezTo>
                  <a:pt x="346810" y="899112"/>
                  <a:pt x="333216" y="912706"/>
                  <a:pt x="316447" y="912706"/>
                </a:cubicBezTo>
                <a:cubicBezTo>
                  <a:pt x="299677" y="912706"/>
                  <a:pt x="286084" y="899112"/>
                  <a:pt x="286084" y="882343"/>
                </a:cubicBezTo>
                <a:cubicBezTo>
                  <a:pt x="286084" y="865573"/>
                  <a:pt x="299677" y="851979"/>
                  <a:pt x="316447" y="851979"/>
                </a:cubicBezTo>
                <a:close/>
                <a:moveTo>
                  <a:pt x="243892" y="851979"/>
                </a:moveTo>
                <a:cubicBezTo>
                  <a:pt x="260662" y="851979"/>
                  <a:pt x="274256" y="865573"/>
                  <a:pt x="274256" y="882343"/>
                </a:cubicBezTo>
                <a:cubicBezTo>
                  <a:pt x="274256" y="899112"/>
                  <a:pt x="260662" y="912706"/>
                  <a:pt x="243892" y="912706"/>
                </a:cubicBezTo>
                <a:cubicBezTo>
                  <a:pt x="227123" y="912706"/>
                  <a:pt x="213529" y="899112"/>
                  <a:pt x="213529" y="882343"/>
                </a:cubicBezTo>
                <a:cubicBezTo>
                  <a:pt x="213529" y="865573"/>
                  <a:pt x="227123" y="851979"/>
                  <a:pt x="243892" y="851979"/>
                </a:cubicBezTo>
                <a:close/>
                <a:moveTo>
                  <a:pt x="171339" y="851979"/>
                </a:moveTo>
                <a:cubicBezTo>
                  <a:pt x="188107" y="851979"/>
                  <a:pt x="201701" y="865573"/>
                  <a:pt x="201701" y="882343"/>
                </a:cubicBezTo>
                <a:cubicBezTo>
                  <a:pt x="201701" y="899112"/>
                  <a:pt x="188107" y="912706"/>
                  <a:pt x="171339" y="912706"/>
                </a:cubicBezTo>
                <a:cubicBezTo>
                  <a:pt x="154651" y="912706"/>
                  <a:pt x="141056" y="899112"/>
                  <a:pt x="141056" y="882343"/>
                </a:cubicBezTo>
                <a:cubicBezTo>
                  <a:pt x="141056" y="865573"/>
                  <a:pt x="154651" y="851979"/>
                  <a:pt x="171339" y="851979"/>
                </a:cubicBezTo>
                <a:close/>
                <a:moveTo>
                  <a:pt x="98877" y="851979"/>
                </a:moveTo>
                <a:cubicBezTo>
                  <a:pt x="115640" y="851979"/>
                  <a:pt x="129234" y="865573"/>
                  <a:pt x="129234" y="882343"/>
                </a:cubicBezTo>
                <a:cubicBezTo>
                  <a:pt x="129234" y="899112"/>
                  <a:pt x="115640" y="912706"/>
                  <a:pt x="98877" y="912706"/>
                </a:cubicBezTo>
                <a:cubicBezTo>
                  <a:pt x="82106" y="912706"/>
                  <a:pt x="68511" y="899112"/>
                  <a:pt x="68511" y="882343"/>
                </a:cubicBezTo>
                <a:cubicBezTo>
                  <a:pt x="68511" y="865573"/>
                  <a:pt x="82106" y="851979"/>
                  <a:pt x="98877" y="851979"/>
                </a:cubicBezTo>
                <a:close/>
                <a:moveTo>
                  <a:pt x="26322" y="851979"/>
                </a:moveTo>
                <a:cubicBezTo>
                  <a:pt x="43087" y="851979"/>
                  <a:pt x="56682" y="865573"/>
                  <a:pt x="56682" y="882343"/>
                </a:cubicBezTo>
                <a:cubicBezTo>
                  <a:pt x="56682" y="899112"/>
                  <a:pt x="43087" y="912706"/>
                  <a:pt x="26322" y="912706"/>
                </a:cubicBezTo>
                <a:cubicBezTo>
                  <a:pt x="17937" y="912706"/>
                  <a:pt x="10346" y="909308"/>
                  <a:pt x="4851" y="903813"/>
                </a:cubicBezTo>
                <a:lnTo>
                  <a:pt x="0" y="892101"/>
                </a:lnTo>
                <a:lnTo>
                  <a:pt x="0" y="872585"/>
                </a:lnTo>
                <a:lnTo>
                  <a:pt x="4851" y="860872"/>
                </a:lnTo>
                <a:cubicBezTo>
                  <a:pt x="10346" y="855378"/>
                  <a:pt x="17937" y="851979"/>
                  <a:pt x="26322" y="851979"/>
                </a:cubicBezTo>
                <a:close/>
                <a:moveTo>
                  <a:pt x="1622429" y="771528"/>
                </a:moveTo>
                <a:lnTo>
                  <a:pt x="1633158" y="773694"/>
                </a:lnTo>
                <a:lnTo>
                  <a:pt x="1618313" y="831424"/>
                </a:lnTo>
                <a:lnTo>
                  <a:pt x="1610610" y="829868"/>
                </a:lnTo>
                <a:cubicBezTo>
                  <a:pt x="1599712" y="825259"/>
                  <a:pt x="1592066" y="814469"/>
                  <a:pt x="1592066" y="801891"/>
                </a:cubicBezTo>
                <a:cubicBezTo>
                  <a:pt x="1592066" y="785122"/>
                  <a:pt x="1605659" y="771528"/>
                  <a:pt x="1622429" y="771528"/>
                </a:cubicBezTo>
                <a:close/>
                <a:moveTo>
                  <a:pt x="1549874" y="771528"/>
                </a:moveTo>
                <a:cubicBezTo>
                  <a:pt x="1566644" y="771528"/>
                  <a:pt x="1580238" y="785122"/>
                  <a:pt x="1580238" y="801891"/>
                </a:cubicBezTo>
                <a:cubicBezTo>
                  <a:pt x="1580238" y="818661"/>
                  <a:pt x="1566644" y="832255"/>
                  <a:pt x="1549874" y="832255"/>
                </a:cubicBezTo>
                <a:cubicBezTo>
                  <a:pt x="1533105" y="832255"/>
                  <a:pt x="1519511" y="818661"/>
                  <a:pt x="1519511" y="801891"/>
                </a:cubicBezTo>
                <a:cubicBezTo>
                  <a:pt x="1519511" y="785122"/>
                  <a:pt x="1533105" y="771528"/>
                  <a:pt x="1549874" y="771528"/>
                </a:cubicBezTo>
                <a:close/>
                <a:moveTo>
                  <a:pt x="1477320" y="771528"/>
                </a:moveTo>
                <a:cubicBezTo>
                  <a:pt x="1494089" y="771528"/>
                  <a:pt x="1507683" y="785122"/>
                  <a:pt x="1507683" y="801891"/>
                </a:cubicBezTo>
                <a:cubicBezTo>
                  <a:pt x="1507683" y="818661"/>
                  <a:pt x="1494089" y="832255"/>
                  <a:pt x="1477320" y="832255"/>
                </a:cubicBezTo>
                <a:cubicBezTo>
                  <a:pt x="1460550" y="832255"/>
                  <a:pt x="1446956" y="818661"/>
                  <a:pt x="1446956" y="801891"/>
                </a:cubicBezTo>
                <a:cubicBezTo>
                  <a:pt x="1446956" y="785122"/>
                  <a:pt x="1460550" y="771528"/>
                  <a:pt x="1477320" y="771528"/>
                </a:cubicBezTo>
                <a:close/>
                <a:moveTo>
                  <a:pt x="1404765" y="771528"/>
                </a:moveTo>
                <a:cubicBezTo>
                  <a:pt x="1421535" y="771528"/>
                  <a:pt x="1435129" y="785122"/>
                  <a:pt x="1435129" y="801891"/>
                </a:cubicBezTo>
                <a:cubicBezTo>
                  <a:pt x="1435129" y="818661"/>
                  <a:pt x="1421535" y="832255"/>
                  <a:pt x="1404765" y="832255"/>
                </a:cubicBezTo>
                <a:cubicBezTo>
                  <a:pt x="1387996" y="832255"/>
                  <a:pt x="1374402" y="818661"/>
                  <a:pt x="1374402" y="801891"/>
                </a:cubicBezTo>
                <a:cubicBezTo>
                  <a:pt x="1374402" y="785122"/>
                  <a:pt x="1387996" y="771528"/>
                  <a:pt x="1404765" y="771528"/>
                </a:cubicBezTo>
                <a:close/>
                <a:moveTo>
                  <a:pt x="1332211" y="771528"/>
                </a:moveTo>
                <a:cubicBezTo>
                  <a:pt x="1348980" y="771528"/>
                  <a:pt x="1362574" y="785122"/>
                  <a:pt x="1362574" y="801891"/>
                </a:cubicBezTo>
                <a:cubicBezTo>
                  <a:pt x="1362574" y="818661"/>
                  <a:pt x="1348980" y="832255"/>
                  <a:pt x="1332211" y="832255"/>
                </a:cubicBezTo>
                <a:cubicBezTo>
                  <a:pt x="1315441" y="832255"/>
                  <a:pt x="1301847" y="818661"/>
                  <a:pt x="1301847" y="801891"/>
                </a:cubicBezTo>
                <a:cubicBezTo>
                  <a:pt x="1301847" y="785122"/>
                  <a:pt x="1315441" y="771528"/>
                  <a:pt x="1332211" y="771528"/>
                </a:cubicBezTo>
                <a:close/>
                <a:moveTo>
                  <a:pt x="1259656" y="771528"/>
                </a:moveTo>
                <a:cubicBezTo>
                  <a:pt x="1276426" y="771528"/>
                  <a:pt x="1290020" y="785122"/>
                  <a:pt x="1290020" y="801891"/>
                </a:cubicBezTo>
                <a:cubicBezTo>
                  <a:pt x="1290020" y="818661"/>
                  <a:pt x="1276426" y="832255"/>
                  <a:pt x="1259656" y="832255"/>
                </a:cubicBezTo>
                <a:cubicBezTo>
                  <a:pt x="1242887" y="832255"/>
                  <a:pt x="1229293" y="818661"/>
                  <a:pt x="1229293" y="801891"/>
                </a:cubicBezTo>
                <a:cubicBezTo>
                  <a:pt x="1229293" y="785122"/>
                  <a:pt x="1242887" y="771528"/>
                  <a:pt x="1259656" y="771528"/>
                </a:cubicBezTo>
                <a:close/>
                <a:moveTo>
                  <a:pt x="1187102" y="771528"/>
                </a:moveTo>
                <a:cubicBezTo>
                  <a:pt x="1203871" y="771528"/>
                  <a:pt x="1217465" y="785122"/>
                  <a:pt x="1217465" y="801891"/>
                </a:cubicBezTo>
                <a:cubicBezTo>
                  <a:pt x="1217465" y="818661"/>
                  <a:pt x="1203871" y="832255"/>
                  <a:pt x="1187102" y="832255"/>
                </a:cubicBezTo>
                <a:cubicBezTo>
                  <a:pt x="1170332" y="832255"/>
                  <a:pt x="1156738" y="818661"/>
                  <a:pt x="1156738" y="801891"/>
                </a:cubicBezTo>
                <a:cubicBezTo>
                  <a:pt x="1156738" y="785122"/>
                  <a:pt x="1170332" y="771528"/>
                  <a:pt x="1187102" y="771528"/>
                </a:cubicBezTo>
                <a:close/>
                <a:moveTo>
                  <a:pt x="1114547" y="771528"/>
                </a:moveTo>
                <a:cubicBezTo>
                  <a:pt x="1131317" y="771528"/>
                  <a:pt x="1144911" y="785122"/>
                  <a:pt x="1144911" y="801891"/>
                </a:cubicBezTo>
                <a:cubicBezTo>
                  <a:pt x="1144911" y="818661"/>
                  <a:pt x="1131317" y="832255"/>
                  <a:pt x="1114547" y="832255"/>
                </a:cubicBezTo>
                <a:cubicBezTo>
                  <a:pt x="1097778" y="832255"/>
                  <a:pt x="1084184" y="818661"/>
                  <a:pt x="1084184" y="801891"/>
                </a:cubicBezTo>
                <a:cubicBezTo>
                  <a:pt x="1084184" y="785122"/>
                  <a:pt x="1097778" y="771528"/>
                  <a:pt x="1114547" y="771528"/>
                </a:cubicBezTo>
                <a:close/>
                <a:moveTo>
                  <a:pt x="1041993" y="771528"/>
                </a:moveTo>
                <a:cubicBezTo>
                  <a:pt x="1058762" y="771528"/>
                  <a:pt x="1072356" y="785122"/>
                  <a:pt x="1072356" y="801891"/>
                </a:cubicBezTo>
                <a:cubicBezTo>
                  <a:pt x="1072356" y="818661"/>
                  <a:pt x="1058762" y="832255"/>
                  <a:pt x="1041993" y="832255"/>
                </a:cubicBezTo>
                <a:cubicBezTo>
                  <a:pt x="1025223" y="832255"/>
                  <a:pt x="1011629" y="818661"/>
                  <a:pt x="1011629" y="801891"/>
                </a:cubicBezTo>
                <a:cubicBezTo>
                  <a:pt x="1011629" y="785122"/>
                  <a:pt x="1025223" y="771528"/>
                  <a:pt x="1041993" y="771528"/>
                </a:cubicBezTo>
                <a:close/>
                <a:moveTo>
                  <a:pt x="969438" y="771528"/>
                </a:moveTo>
                <a:cubicBezTo>
                  <a:pt x="986208" y="771528"/>
                  <a:pt x="999801" y="785122"/>
                  <a:pt x="999801" y="801891"/>
                </a:cubicBezTo>
                <a:cubicBezTo>
                  <a:pt x="999801" y="818661"/>
                  <a:pt x="986208" y="832255"/>
                  <a:pt x="969438" y="832255"/>
                </a:cubicBezTo>
                <a:cubicBezTo>
                  <a:pt x="952669" y="832255"/>
                  <a:pt x="939075" y="818661"/>
                  <a:pt x="939075" y="801891"/>
                </a:cubicBezTo>
                <a:cubicBezTo>
                  <a:pt x="939075" y="785122"/>
                  <a:pt x="952669" y="771528"/>
                  <a:pt x="969438" y="771528"/>
                </a:cubicBezTo>
                <a:close/>
                <a:moveTo>
                  <a:pt x="896883" y="771528"/>
                </a:moveTo>
                <a:cubicBezTo>
                  <a:pt x="913653" y="771528"/>
                  <a:pt x="927247" y="785122"/>
                  <a:pt x="927247" y="801891"/>
                </a:cubicBezTo>
                <a:cubicBezTo>
                  <a:pt x="927247" y="818661"/>
                  <a:pt x="913653" y="832255"/>
                  <a:pt x="896883" y="832255"/>
                </a:cubicBezTo>
                <a:cubicBezTo>
                  <a:pt x="880114" y="832255"/>
                  <a:pt x="866520" y="818661"/>
                  <a:pt x="866520" y="801891"/>
                </a:cubicBezTo>
                <a:cubicBezTo>
                  <a:pt x="866520" y="785122"/>
                  <a:pt x="880114" y="771528"/>
                  <a:pt x="896883" y="771528"/>
                </a:cubicBezTo>
                <a:close/>
                <a:moveTo>
                  <a:pt x="824329" y="771528"/>
                </a:moveTo>
                <a:cubicBezTo>
                  <a:pt x="841098" y="771528"/>
                  <a:pt x="854692" y="785122"/>
                  <a:pt x="854692" y="801891"/>
                </a:cubicBezTo>
                <a:cubicBezTo>
                  <a:pt x="854692" y="818661"/>
                  <a:pt x="841098" y="832255"/>
                  <a:pt x="824329" y="832255"/>
                </a:cubicBezTo>
                <a:cubicBezTo>
                  <a:pt x="807559" y="832255"/>
                  <a:pt x="793965" y="818661"/>
                  <a:pt x="793965" y="801891"/>
                </a:cubicBezTo>
                <a:cubicBezTo>
                  <a:pt x="793965" y="785122"/>
                  <a:pt x="807559" y="771528"/>
                  <a:pt x="824329" y="771528"/>
                </a:cubicBezTo>
                <a:close/>
                <a:moveTo>
                  <a:pt x="751774" y="771528"/>
                </a:moveTo>
                <a:cubicBezTo>
                  <a:pt x="768544" y="771528"/>
                  <a:pt x="782138" y="785122"/>
                  <a:pt x="782138" y="801891"/>
                </a:cubicBezTo>
                <a:cubicBezTo>
                  <a:pt x="782138" y="818661"/>
                  <a:pt x="768544" y="832255"/>
                  <a:pt x="751774" y="832255"/>
                </a:cubicBezTo>
                <a:cubicBezTo>
                  <a:pt x="735005" y="832255"/>
                  <a:pt x="721411" y="818661"/>
                  <a:pt x="721411" y="801891"/>
                </a:cubicBezTo>
                <a:cubicBezTo>
                  <a:pt x="721411" y="785122"/>
                  <a:pt x="735005" y="771528"/>
                  <a:pt x="751774" y="771528"/>
                </a:cubicBezTo>
                <a:close/>
                <a:moveTo>
                  <a:pt x="679220" y="771528"/>
                </a:moveTo>
                <a:cubicBezTo>
                  <a:pt x="695989" y="771528"/>
                  <a:pt x="709583" y="785122"/>
                  <a:pt x="709583" y="801891"/>
                </a:cubicBezTo>
                <a:cubicBezTo>
                  <a:pt x="709583" y="818661"/>
                  <a:pt x="695989" y="832255"/>
                  <a:pt x="679220" y="832255"/>
                </a:cubicBezTo>
                <a:cubicBezTo>
                  <a:pt x="662450" y="832255"/>
                  <a:pt x="648856" y="818661"/>
                  <a:pt x="648856" y="801891"/>
                </a:cubicBezTo>
                <a:cubicBezTo>
                  <a:pt x="648856" y="785122"/>
                  <a:pt x="662450" y="771528"/>
                  <a:pt x="679220" y="771528"/>
                </a:cubicBezTo>
                <a:close/>
                <a:moveTo>
                  <a:pt x="606665" y="771528"/>
                </a:moveTo>
                <a:cubicBezTo>
                  <a:pt x="623435" y="771528"/>
                  <a:pt x="637029" y="785122"/>
                  <a:pt x="637029" y="801891"/>
                </a:cubicBezTo>
                <a:cubicBezTo>
                  <a:pt x="637029" y="818661"/>
                  <a:pt x="623435" y="832255"/>
                  <a:pt x="606665" y="832255"/>
                </a:cubicBezTo>
                <a:cubicBezTo>
                  <a:pt x="589896" y="832255"/>
                  <a:pt x="576302" y="818661"/>
                  <a:pt x="576302" y="801891"/>
                </a:cubicBezTo>
                <a:cubicBezTo>
                  <a:pt x="576302" y="785122"/>
                  <a:pt x="589896" y="771528"/>
                  <a:pt x="606665" y="771528"/>
                </a:cubicBezTo>
                <a:close/>
                <a:moveTo>
                  <a:pt x="534111" y="771528"/>
                </a:moveTo>
                <a:cubicBezTo>
                  <a:pt x="550880" y="771528"/>
                  <a:pt x="564474" y="785122"/>
                  <a:pt x="564474" y="801891"/>
                </a:cubicBezTo>
                <a:cubicBezTo>
                  <a:pt x="564474" y="818661"/>
                  <a:pt x="550880" y="832255"/>
                  <a:pt x="534111" y="832255"/>
                </a:cubicBezTo>
                <a:cubicBezTo>
                  <a:pt x="517341" y="832255"/>
                  <a:pt x="503747" y="818661"/>
                  <a:pt x="503747" y="801891"/>
                </a:cubicBezTo>
                <a:cubicBezTo>
                  <a:pt x="503747" y="785122"/>
                  <a:pt x="517341" y="771528"/>
                  <a:pt x="534111" y="771528"/>
                </a:cubicBezTo>
                <a:close/>
                <a:moveTo>
                  <a:pt x="461556" y="771528"/>
                </a:moveTo>
                <a:cubicBezTo>
                  <a:pt x="478326" y="771528"/>
                  <a:pt x="491920" y="785122"/>
                  <a:pt x="491920" y="801891"/>
                </a:cubicBezTo>
                <a:cubicBezTo>
                  <a:pt x="491920" y="818661"/>
                  <a:pt x="478326" y="832255"/>
                  <a:pt x="461556" y="832255"/>
                </a:cubicBezTo>
                <a:cubicBezTo>
                  <a:pt x="444787" y="832255"/>
                  <a:pt x="431192" y="818661"/>
                  <a:pt x="431192" y="801891"/>
                </a:cubicBezTo>
                <a:cubicBezTo>
                  <a:pt x="431192" y="785122"/>
                  <a:pt x="444787" y="771528"/>
                  <a:pt x="461556" y="771528"/>
                </a:cubicBezTo>
                <a:close/>
                <a:moveTo>
                  <a:pt x="389002" y="771528"/>
                </a:moveTo>
                <a:cubicBezTo>
                  <a:pt x="405771" y="771528"/>
                  <a:pt x="419365" y="785122"/>
                  <a:pt x="419365" y="801891"/>
                </a:cubicBezTo>
                <a:cubicBezTo>
                  <a:pt x="419365" y="818661"/>
                  <a:pt x="405771" y="832255"/>
                  <a:pt x="389002" y="832255"/>
                </a:cubicBezTo>
                <a:cubicBezTo>
                  <a:pt x="372232" y="832255"/>
                  <a:pt x="358638" y="818661"/>
                  <a:pt x="358638" y="801891"/>
                </a:cubicBezTo>
                <a:cubicBezTo>
                  <a:pt x="358638" y="785122"/>
                  <a:pt x="372232" y="771528"/>
                  <a:pt x="389002" y="771528"/>
                </a:cubicBezTo>
                <a:close/>
                <a:moveTo>
                  <a:pt x="316447" y="771528"/>
                </a:moveTo>
                <a:cubicBezTo>
                  <a:pt x="333216" y="771528"/>
                  <a:pt x="346810" y="785122"/>
                  <a:pt x="346810" y="801891"/>
                </a:cubicBezTo>
                <a:cubicBezTo>
                  <a:pt x="346810" y="818661"/>
                  <a:pt x="333216" y="832255"/>
                  <a:pt x="316447" y="832255"/>
                </a:cubicBezTo>
                <a:cubicBezTo>
                  <a:pt x="299677" y="832255"/>
                  <a:pt x="286084" y="818661"/>
                  <a:pt x="286084" y="801891"/>
                </a:cubicBezTo>
                <a:cubicBezTo>
                  <a:pt x="286084" y="785122"/>
                  <a:pt x="299677" y="771528"/>
                  <a:pt x="316447" y="771528"/>
                </a:cubicBezTo>
                <a:close/>
                <a:moveTo>
                  <a:pt x="243892" y="771528"/>
                </a:moveTo>
                <a:cubicBezTo>
                  <a:pt x="260662" y="771528"/>
                  <a:pt x="274256" y="785122"/>
                  <a:pt x="274256" y="801891"/>
                </a:cubicBezTo>
                <a:cubicBezTo>
                  <a:pt x="274256" y="818661"/>
                  <a:pt x="260662" y="832255"/>
                  <a:pt x="243892" y="832255"/>
                </a:cubicBezTo>
                <a:cubicBezTo>
                  <a:pt x="227123" y="832255"/>
                  <a:pt x="213529" y="818661"/>
                  <a:pt x="213529" y="801891"/>
                </a:cubicBezTo>
                <a:cubicBezTo>
                  <a:pt x="213529" y="785122"/>
                  <a:pt x="227123" y="771528"/>
                  <a:pt x="243892" y="771528"/>
                </a:cubicBezTo>
                <a:close/>
                <a:moveTo>
                  <a:pt x="171339" y="771528"/>
                </a:moveTo>
                <a:cubicBezTo>
                  <a:pt x="188107" y="771528"/>
                  <a:pt x="201701" y="785122"/>
                  <a:pt x="201701" y="801891"/>
                </a:cubicBezTo>
                <a:cubicBezTo>
                  <a:pt x="201701" y="818661"/>
                  <a:pt x="188107" y="832255"/>
                  <a:pt x="171339" y="832255"/>
                </a:cubicBezTo>
                <a:cubicBezTo>
                  <a:pt x="154656" y="832255"/>
                  <a:pt x="141062" y="818661"/>
                  <a:pt x="141062" y="801891"/>
                </a:cubicBezTo>
                <a:cubicBezTo>
                  <a:pt x="141062" y="785122"/>
                  <a:pt x="154656" y="771528"/>
                  <a:pt x="171339" y="771528"/>
                </a:cubicBezTo>
                <a:close/>
                <a:moveTo>
                  <a:pt x="98884" y="771528"/>
                </a:moveTo>
                <a:cubicBezTo>
                  <a:pt x="115646" y="771528"/>
                  <a:pt x="129240" y="785122"/>
                  <a:pt x="129240" y="801891"/>
                </a:cubicBezTo>
                <a:cubicBezTo>
                  <a:pt x="129240" y="818661"/>
                  <a:pt x="115646" y="832255"/>
                  <a:pt x="98884" y="832255"/>
                </a:cubicBezTo>
                <a:cubicBezTo>
                  <a:pt x="82112" y="832255"/>
                  <a:pt x="68517" y="818661"/>
                  <a:pt x="68517" y="801891"/>
                </a:cubicBezTo>
                <a:cubicBezTo>
                  <a:pt x="68517" y="785122"/>
                  <a:pt x="82112" y="771528"/>
                  <a:pt x="98884" y="771528"/>
                </a:cubicBezTo>
                <a:close/>
                <a:moveTo>
                  <a:pt x="26329" y="771528"/>
                </a:moveTo>
                <a:cubicBezTo>
                  <a:pt x="43093" y="771528"/>
                  <a:pt x="56688" y="785122"/>
                  <a:pt x="56688" y="801891"/>
                </a:cubicBezTo>
                <a:cubicBezTo>
                  <a:pt x="56688" y="818661"/>
                  <a:pt x="43093" y="832255"/>
                  <a:pt x="26329" y="832255"/>
                </a:cubicBezTo>
                <a:cubicBezTo>
                  <a:pt x="17944" y="832255"/>
                  <a:pt x="10353" y="828857"/>
                  <a:pt x="4858" y="823362"/>
                </a:cubicBezTo>
                <a:lnTo>
                  <a:pt x="0" y="811633"/>
                </a:lnTo>
                <a:lnTo>
                  <a:pt x="0" y="792150"/>
                </a:lnTo>
                <a:lnTo>
                  <a:pt x="4858" y="780421"/>
                </a:lnTo>
                <a:cubicBezTo>
                  <a:pt x="10353" y="774927"/>
                  <a:pt x="17944" y="771528"/>
                  <a:pt x="26329" y="771528"/>
                </a:cubicBezTo>
                <a:close/>
                <a:moveTo>
                  <a:pt x="1622429" y="691076"/>
                </a:moveTo>
                <a:cubicBezTo>
                  <a:pt x="1630814" y="691076"/>
                  <a:pt x="1638404" y="694475"/>
                  <a:pt x="1643899" y="699969"/>
                </a:cubicBezTo>
                <a:lnTo>
                  <a:pt x="1647739" y="709237"/>
                </a:lnTo>
                <a:lnTo>
                  <a:pt x="1644828" y="728305"/>
                </a:lnTo>
                <a:lnTo>
                  <a:pt x="1640480" y="745215"/>
                </a:lnTo>
                <a:lnTo>
                  <a:pt x="1634248" y="749417"/>
                </a:lnTo>
                <a:cubicBezTo>
                  <a:pt x="1630615" y="750953"/>
                  <a:pt x="1626621" y="751803"/>
                  <a:pt x="1622429" y="751803"/>
                </a:cubicBezTo>
                <a:cubicBezTo>
                  <a:pt x="1605659" y="751803"/>
                  <a:pt x="1592066" y="738209"/>
                  <a:pt x="1592066" y="721440"/>
                </a:cubicBezTo>
                <a:cubicBezTo>
                  <a:pt x="1592066" y="704670"/>
                  <a:pt x="1605659" y="691076"/>
                  <a:pt x="1622429" y="691076"/>
                </a:cubicBezTo>
                <a:close/>
                <a:moveTo>
                  <a:pt x="1549874" y="691076"/>
                </a:moveTo>
                <a:cubicBezTo>
                  <a:pt x="1566644" y="691076"/>
                  <a:pt x="1580238" y="704670"/>
                  <a:pt x="1580238" y="721440"/>
                </a:cubicBezTo>
                <a:cubicBezTo>
                  <a:pt x="1580238" y="738209"/>
                  <a:pt x="1566644" y="751803"/>
                  <a:pt x="1549874" y="751803"/>
                </a:cubicBezTo>
                <a:cubicBezTo>
                  <a:pt x="1533105" y="751803"/>
                  <a:pt x="1519511" y="738209"/>
                  <a:pt x="1519511" y="721440"/>
                </a:cubicBezTo>
                <a:cubicBezTo>
                  <a:pt x="1519511" y="704670"/>
                  <a:pt x="1533105" y="691076"/>
                  <a:pt x="1549874" y="691076"/>
                </a:cubicBezTo>
                <a:close/>
                <a:moveTo>
                  <a:pt x="1477320" y="691076"/>
                </a:moveTo>
                <a:cubicBezTo>
                  <a:pt x="1494089" y="691076"/>
                  <a:pt x="1507683" y="704670"/>
                  <a:pt x="1507683" y="721440"/>
                </a:cubicBezTo>
                <a:cubicBezTo>
                  <a:pt x="1507683" y="738209"/>
                  <a:pt x="1494089" y="751803"/>
                  <a:pt x="1477320" y="751803"/>
                </a:cubicBezTo>
                <a:cubicBezTo>
                  <a:pt x="1460550" y="751803"/>
                  <a:pt x="1446956" y="738209"/>
                  <a:pt x="1446956" y="721440"/>
                </a:cubicBezTo>
                <a:cubicBezTo>
                  <a:pt x="1446956" y="704670"/>
                  <a:pt x="1460550" y="691076"/>
                  <a:pt x="1477320" y="691076"/>
                </a:cubicBezTo>
                <a:close/>
                <a:moveTo>
                  <a:pt x="1404765" y="691076"/>
                </a:moveTo>
                <a:cubicBezTo>
                  <a:pt x="1421535" y="691076"/>
                  <a:pt x="1435129" y="704670"/>
                  <a:pt x="1435129" y="721440"/>
                </a:cubicBezTo>
                <a:cubicBezTo>
                  <a:pt x="1435129" y="738209"/>
                  <a:pt x="1421535" y="751803"/>
                  <a:pt x="1404765" y="751803"/>
                </a:cubicBezTo>
                <a:cubicBezTo>
                  <a:pt x="1387996" y="751803"/>
                  <a:pt x="1374402" y="738209"/>
                  <a:pt x="1374402" y="721440"/>
                </a:cubicBezTo>
                <a:cubicBezTo>
                  <a:pt x="1374402" y="704670"/>
                  <a:pt x="1387996" y="691076"/>
                  <a:pt x="1404765" y="691076"/>
                </a:cubicBezTo>
                <a:close/>
                <a:moveTo>
                  <a:pt x="1332211" y="691076"/>
                </a:moveTo>
                <a:cubicBezTo>
                  <a:pt x="1348980" y="691076"/>
                  <a:pt x="1362574" y="704670"/>
                  <a:pt x="1362574" y="721440"/>
                </a:cubicBezTo>
                <a:cubicBezTo>
                  <a:pt x="1362574" y="738209"/>
                  <a:pt x="1348980" y="751803"/>
                  <a:pt x="1332211" y="751803"/>
                </a:cubicBezTo>
                <a:cubicBezTo>
                  <a:pt x="1315441" y="751803"/>
                  <a:pt x="1301847" y="738209"/>
                  <a:pt x="1301847" y="721440"/>
                </a:cubicBezTo>
                <a:cubicBezTo>
                  <a:pt x="1301847" y="704670"/>
                  <a:pt x="1315441" y="691076"/>
                  <a:pt x="1332211" y="691076"/>
                </a:cubicBezTo>
                <a:close/>
                <a:moveTo>
                  <a:pt x="1259656" y="691076"/>
                </a:moveTo>
                <a:cubicBezTo>
                  <a:pt x="1276426" y="691076"/>
                  <a:pt x="1290020" y="704670"/>
                  <a:pt x="1290020" y="721440"/>
                </a:cubicBezTo>
                <a:cubicBezTo>
                  <a:pt x="1290020" y="738209"/>
                  <a:pt x="1276426" y="751803"/>
                  <a:pt x="1259656" y="751803"/>
                </a:cubicBezTo>
                <a:cubicBezTo>
                  <a:pt x="1242887" y="751803"/>
                  <a:pt x="1229293" y="738209"/>
                  <a:pt x="1229293" y="721440"/>
                </a:cubicBezTo>
                <a:cubicBezTo>
                  <a:pt x="1229293" y="704670"/>
                  <a:pt x="1242887" y="691076"/>
                  <a:pt x="1259656" y="691076"/>
                </a:cubicBezTo>
                <a:close/>
                <a:moveTo>
                  <a:pt x="1187102" y="691076"/>
                </a:moveTo>
                <a:cubicBezTo>
                  <a:pt x="1203871" y="691076"/>
                  <a:pt x="1217465" y="704670"/>
                  <a:pt x="1217465" y="721440"/>
                </a:cubicBezTo>
                <a:cubicBezTo>
                  <a:pt x="1217465" y="738209"/>
                  <a:pt x="1203871" y="751803"/>
                  <a:pt x="1187102" y="751803"/>
                </a:cubicBezTo>
                <a:cubicBezTo>
                  <a:pt x="1170332" y="751803"/>
                  <a:pt x="1156738" y="738209"/>
                  <a:pt x="1156738" y="721440"/>
                </a:cubicBezTo>
                <a:cubicBezTo>
                  <a:pt x="1156738" y="704670"/>
                  <a:pt x="1170332" y="691076"/>
                  <a:pt x="1187102" y="691076"/>
                </a:cubicBezTo>
                <a:close/>
                <a:moveTo>
                  <a:pt x="1114547" y="691076"/>
                </a:moveTo>
                <a:cubicBezTo>
                  <a:pt x="1131317" y="691076"/>
                  <a:pt x="1144911" y="704670"/>
                  <a:pt x="1144911" y="721440"/>
                </a:cubicBezTo>
                <a:cubicBezTo>
                  <a:pt x="1144911" y="738209"/>
                  <a:pt x="1131317" y="751803"/>
                  <a:pt x="1114547" y="751803"/>
                </a:cubicBezTo>
                <a:cubicBezTo>
                  <a:pt x="1097778" y="751803"/>
                  <a:pt x="1084184" y="738209"/>
                  <a:pt x="1084184" y="721440"/>
                </a:cubicBezTo>
                <a:cubicBezTo>
                  <a:pt x="1084184" y="704670"/>
                  <a:pt x="1097778" y="691076"/>
                  <a:pt x="1114547" y="691076"/>
                </a:cubicBezTo>
                <a:close/>
                <a:moveTo>
                  <a:pt x="1041993" y="691076"/>
                </a:moveTo>
                <a:cubicBezTo>
                  <a:pt x="1058762" y="691076"/>
                  <a:pt x="1072356" y="704670"/>
                  <a:pt x="1072356" y="721440"/>
                </a:cubicBezTo>
                <a:cubicBezTo>
                  <a:pt x="1072356" y="738209"/>
                  <a:pt x="1058762" y="751803"/>
                  <a:pt x="1041993" y="751803"/>
                </a:cubicBezTo>
                <a:cubicBezTo>
                  <a:pt x="1025223" y="751803"/>
                  <a:pt x="1011629" y="738209"/>
                  <a:pt x="1011629" y="721440"/>
                </a:cubicBezTo>
                <a:cubicBezTo>
                  <a:pt x="1011629" y="704670"/>
                  <a:pt x="1025223" y="691076"/>
                  <a:pt x="1041993" y="691076"/>
                </a:cubicBezTo>
                <a:close/>
                <a:moveTo>
                  <a:pt x="969438" y="691076"/>
                </a:moveTo>
                <a:cubicBezTo>
                  <a:pt x="986208" y="691076"/>
                  <a:pt x="999801" y="704670"/>
                  <a:pt x="999801" y="721440"/>
                </a:cubicBezTo>
                <a:cubicBezTo>
                  <a:pt x="999801" y="738209"/>
                  <a:pt x="986208" y="751803"/>
                  <a:pt x="969438" y="751803"/>
                </a:cubicBezTo>
                <a:cubicBezTo>
                  <a:pt x="952669" y="751803"/>
                  <a:pt x="939075" y="738209"/>
                  <a:pt x="939075" y="721440"/>
                </a:cubicBezTo>
                <a:cubicBezTo>
                  <a:pt x="939075" y="704670"/>
                  <a:pt x="952669" y="691076"/>
                  <a:pt x="969438" y="691076"/>
                </a:cubicBezTo>
                <a:close/>
                <a:moveTo>
                  <a:pt x="896883" y="691076"/>
                </a:moveTo>
                <a:cubicBezTo>
                  <a:pt x="913653" y="691076"/>
                  <a:pt x="927247" y="704670"/>
                  <a:pt x="927247" y="721440"/>
                </a:cubicBezTo>
                <a:cubicBezTo>
                  <a:pt x="927247" y="738209"/>
                  <a:pt x="913653" y="751803"/>
                  <a:pt x="896883" y="751803"/>
                </a:cubicBezTo>
                <a:cubicBezTo>
                  <a:pt x="880114" y="751803"/>
                  <a:pt x="866520" y="738209"/>
                  <a:pt x="866520" y="721440"/>
                </a:cubicBezTo>
                <a:cubicBezTo>
                  <a:pt x="866520" y="704670"/>
                  <a:pt x="880114" y="691076"/>
                  <a:pt x="896883" y="691076"/>
                </a:cubicBezTo>
                <a:close/>
                <a:moveTo>
                  <a:pt x="824329" y="691076"/>
                </a:moveTo>
                <a:cubicBezTo>
                  <a:pt x="841098" y="691076"/>
                  <a:pt x="854692" y="704670"/>
                  <a:pt x="854692" y="721440"/>
                </a:cubicBezTo>
                <a:cubicBezTo>
                  <a:pt x="854692" y="738209"/>
                  <a:pt x="841098" y="751803"/>
                  <a:pt x="824329" y="751803"/>
                </a:cubicBezTo>
                <a:cubicBezTo>
                  <a:pt x="807559" y="751803"/>
                  <a:pt x="793965" y="738209"/>
                  <a:pt x="793965" y="721440"/>
                </a:cubicBezTo>
                <a:cubicBezTo>
                  <a:pt x="793965" y="704670"/>
                  <a:pt x="807559" y="691076"/>
                  <a:pt x="824329" y="691076"/>
                </a:cubicBezTo>
                <a:close/>
                <a:moveTo>
                  <a:pt x="751774" y="691076"/>
                </a:moveTo>
                <a:cubicBezTo>
                  <a:pt x="768544" y="691076"/>
                  <a:pt x="782138" y="704670"/>
                  <a:pt x="782138" y="721440"/>
                </a:cubicBezTo>
                <a:cubicBezTo>
                  <a:pt x="782138" y="738209"/>
                  <a:pt x="768544" y="751803"/>
                  <a:pt x="751774" y="751803"/>
                </a:cubicBezTo>
                <a:cubicBezTo>
                  <a:pt x="735005" y="751803"/>
                  <a:pt x="721411" y="738209"/>
                  <a:pt x="721411" y="721440"/>
                </a:cubicBezTo>
                <a:cubicBezTo>
                  <a:pt x="721411" y="704670"/>
                  <a:pt x="735005" y="691076"/>
                  <a:pt x="751774" y="691076"/>
                </a:cubicBezTo>
                <a:close/>
                <a:moveTo>
                  <a:pt x="679220" y="691076"/>
                </a:moveTo>
                <a:cubicBezTo>
                  <a:pt x="695989" y="691076"/>
                  <a:pt x="709583" y="704670"/>
                  <a:pt x="709583" y="721440"/>
                </a:cubicBezTo>
                <a:cubicBezTo>
                  <a:pt x="709583" y="738209"/>
                  <a:pt x="695989" y="751803"/>
                  <a:pt x="679220" y="751803"/>
                </a:cubicBezTo>
                <a:cubicBezTo>
                  <a:pt x="662450" y="751803"/>
                  <a:pt x="648856" y="738209"/>
                  <a:pt x="648856" y="721440"/>
                </a:cubicBezTo>
                <a:cubicBezTo>
                  <a:pt x="648856" y="704670"/>
                  <a:pt x="662450" y="691076"/>
                  <a:pt x="679220" y="691076"/>
                </a:cubicBezTo>
                <a:close/>
                <a:moveTo>
                  <a:pt x="606665" y="691076"/>
                </a:moveTo>
                <a:cubicBezTo>
                  <a:pt x="623435" y="691076"/>
                  <a:pt x="637029" y="704670"/>
                  <a:pt x="637029" y="721440"/>
                </a:cubicBezTo>
                <a:cubicBezTo>
                  <a:pt x="637029" y="738209"/>
                  <a:pt x="623435" y="751803"/>
                  <a:pt x="606665" y="751803"/>
                </a:cubicBezTo>
                <a:cubicBezTo>
                  <a:pt x="589896" y="751803"/>
                  <a:pt x="576302" y="738209"/>
                  <a:pt x="576302" y="721440"/>
                </a:cubicBezTo>
                <a:cubicBezTo>
                  <a:pt x="576302" y="704670"/>
                  <a:pt x="589896" y="691076"/>
                  <a:pt x="606665" y="691076"/>
                </a:cubicBezTo>
                <a:close/>
                <a:moveTo>
                  <a:pt x="534111" y="691076"/>
                </a:moveTo>
                <a:cubicBezTo>
                  <a:pt x="550880" y="691076"/>
                  <a:pt x="564474" y="704670"/>
                  <a:pt x="564474" y="721440"/>
                </a:cubicBezTo>
                <a:cubicBezTo>
                  <a:pt x="564474" y="738209"/>
                  <a:pt x="550880" y="751803"/>
                  <a:pt x="534111" y="751803"/>
                </a:cubicBezTo>
                <a:cubicBezTo>
                  <a:pt x="517341" y="751803"/>
                  <a:pt x="503747" y="738209"/>
                  <a:pt x="503747" y="721440"/>
                </a:cubicBezTo>
                <a:cubicBezTo>
                  <a:pt x="503747" y="704670"/>
                  <a:pt x="517341" y="691076"/>
                  <a:pt x="534111" y="691076"/>
                </a:cubicBezTo>
                <a:close/>
                <a:moveTo>
                  <a:pt x="461556" y="691076"/>
                </a:moveTo>
                <a:cubicBezTo>
                  <a:pt x="478326" y="691076"/>
                  <a:pt x="491920" y="704670"/>
                  <a:pt x="491920" y="721440"/>
                </a:cubicBezTo>
                <a:cubicBezTo>
                  <a:pt x="491920" y="738209"/>
                  <a:pt x="478326" y="751803"/>
                  <a:pt x="461556" y="751803"/>
                </a:cubicBezTo>
                <a:cubicBezTo>
                  <a:pt x="444787" y="751803"/>
                  <a:pt x="431192" y="738209"/>
                  <a:pt x="431192" y="721440"/>
                </a:cubicBezTo>
                <a:cubicBezTo>
                  <a:pt x="431192" y="704670"/>
                  <a:pt x="444787" y="691076"/>
                  <a:pt x="461556" y="691076"/>
                </a:cubicBezTo>
                <a:close/>
                <a:moveTo>
                  <a:pt x="389002" y="691076"/>
                </a:moveTo>
                <a:cubicBezTo>
                  <a:pt x="405771" y="691076"/>
                  <a:pt x="419365" y="704670"/>
                  <a:pt x="419365" y="721440"/>
                </a:cubicBezTo>
                <a:cubicBezTo>
                  <a:pt x="419365" y="738209"/>
                  <a:pt x="405771" y="751803"/>
                  <a:pt x="389002" y="751803"/>
                </a:cubicBezTo>
                <a:cubicBezTo>
                  <a:pt x="372232" y="751803"/>
                  <a:pt x="358638" y="738209"/>
                  <a:pt x="358638" y="721440"/>
                </a:cubicBezTo>
                <a:cubicBezTo>
                  <a:pt x="358638" y="704670"/>
                  <a:pt x="372232" y="691076"/>
                  <a:pt x="389002" y="691076"/>
                </a:cubicBezTo>
                <a:close/>
                <a:moveTo>
                  <a:pt x="316447" y="691076"/>
                </a:moveTo>
                <a:cubicBezTo>
                  <a:pt x="333216" y="691076"/>
                  <a:pt x="346810" y="704670"/>
                  <a:pt x="346810" y="721440"/>
                </a:cubicBezTo>
                <a:cubicBezTo>
                  <a:pt x="346810" y="738209"/>
                  <a:pt x="333216" y="751803"/>
                  <a:pt x="316447" y="751803"/>
                </a:cubicBezTo>
                <a:cubicBezTo>
                  <a:pt x="299677" y="751803"/>
                  <a:pt x="286084" y="738209"/>
                  <a:pt x="286084" y="721440"/>
                </a:cubicBezTo>
                <a:cubicBezTo>
                  <a:pt x="286084" y="704670"/>
                  <a:pt x="299677" y="691076"/>
                  <a:pt x="316447" y="691076"/>
                </a:cubicBezTo>
                <a:close/>
                <a:moveTo>
                  <a:pt x="243892" y="691076"/>
                </a:moveTo>
                <a:cubicBezTo>
                  <a:pt x="260662" y="691076"/>
                  <a:pt x="274256" y="704670"/>
                  <a:pt x="274256" y="721440"/>
                </a:cubicBezTo>
                <a:cubicBezTo>
                  <a:pt x="274256" y="738209"/>
                  <a:pt x="260662" y="751803"/>
                  <a:pt x="243892" y="751803"/>
                </a:cubicBezTo>
                <a:cubicBezTo>
                  <a:pt x="227123" y="751803"/>
                  <a:pt x="213529" y="738209"/>
                  <a:pt x="213529" y="721440"/>
                </a:cubicBezTo>
                <a:cubicBezTo>
                  <a:pt x="213529" y="704670"/>
                  <a:pt x="227123" y="691076"/>
                  <a:pt x="243892" y="691076"/>
                </a:cubicBezTo>
                <a:close/>
                <a:moveTo>
                  <a:pt x="171339" y="691076"/>
                </a:moveTo>
                <a:cubicBezTo>
                  <a:pt x="188107" y="691076"/>
                  <a:pt x="201701" y="704670"/>
                  <a:pt x="201701" y="721440"/>
                </a:cubicBezTo>
                <a:cubicBezTo>
                  <a:pt x="201701" y="738209"/>
                  <a:pt x="188107" y="751803"/>
                  <a:pt x="171339" y="751803"/>
                </a:cubicBezTo>
                <a:cubicBezTo>
                  <a:pt x="154662" y="751803"/>
                  <a:pt x="141067" y="738209"/>
                  <a:pt x="141067" y="721440"/>
                </a:cubicBezTo>
                <a:cubicBezTo>
                  <a:pt x="141067" y="704670"/>
                  <a:pt x="154662" y="691076"/>
                  <a:pt x="171339" y="691076"/>
                </a:cubicBezTo>
                <a:close/>
                <a:moveTo>
                  <a:pt x="98890" y="691076"/>
                </a:moveTo>
                <a:cubicBezTo>
                  <a:pt x="115653" y="691076"/>
                  <a:pt x="129246" y="704670"/>
                  <a:pt x="129246" y="721440"/>
                </a:cubicBezTo>
                <a:cubicBezTo>
                  <a:pt x="129246" y="738209"/>
                  <a:pt x="115653" y="751803"/>
                  <a:pt x="98890" y="751803"/>
                </a:cubicBezTo>
                <a:cubicBezTo>
                  <a:pt x="82117" y="751803"/>
                  <a:pt x="68523" y="738209"/>
                  <a:pt x="68523" y="721440"/>
                </a:cubicBezTo>
                <a:cubicBezTo>
                  <a:pt x="68523" y="704670"/>
                  <a:pt x="82117" y="691076"/>
                  <a:pt x="98890" y="691076"/>
                </a:cubicBezTo>
                <a:close/>
                <a:moveTo>
                  <a:pt x="26336" y="691076"/>
                </a:moveTo>
                <a:cubicBezTo>
                  <a:pt x="43099" y="691076"/>
                  <a:pt x="56694" y="704670"/>
                  <a:pt x="56694" y="721440"/>
                </a:cubicBezTo>
                <a:cubicBezTo>
                  <a:pt x="56694" y="738209"/>
                  <a:pt x="43099" y="751803"/>
                  <a:pt x="26336" y="751803"/>
                </a:cubicBezTo>
                <a:cubicBezTo>
                  <a:pt x="17950" y="751803"/>
                  <a:pt x="10359" y="748405"/>
                  <a:pt x="4864" y="742910"/>
                </a:cubicBezTo>
                <a:lnTo>
                  <a:pt x="0" y="731167"/>
                </a:lnTo>
                <a:lnTo>
                  <a:pt x="0" y="711713"/>
                </a:lnTo>
                <a:lnTo>
                  <a:pt x="4864" y="699969"/>
                </a:lnTo>
                <a:cubicBezTo>
                  <a:pt x="10359" y="694475"/>
                  <a:pt x="17950" y="691076"/>
                  <a:pt x="26336" y="691076"/>
                </a:cubicBezTo>
                <a:close/>
                <a:moveTo>
                  <a:pt x="1622429" y="610624"/>
                </a:moveTo>
                <a:cubicBezTo>
                  <a:pt x="1639199" y="610624"/>
                  <a:pt x="1652792" y="624218"/>
                  <a:pt x="1652792" y="640988"/>
                </a:cubicBezTo>
                <a:cubicBezTo>
                  <a:pt x="1652792" y="657757"/>
                  <a:pt x="1639199" y="671351"/>
                  <a:pt x="1622429" y="671351"/>
                </a:cubicBezTo>
                <a:cubicBezTo>
                  <a:pt x="1605659" y="671351"/>
                  <a:pt x="1592066" y="657757"/>
                  <a:pt x="1592066" y="640988"/>
                </a:cubicBezTo>
                <a:cubicBezTo>
                  <a:pt x="1592066" y="624218"/>
                  <a:pt x="1605659" y="610624"/>
                  <a:pt x="1622429" y="610624"/>
                </a:cubicBezTo>
                <a:close/>
                <a:moveTo>
                  <a:pt x="1549874" y="610624"/>
                </a:moveTo>
                <a:cubicBezTo>
                  <a:pt x="1566644" y="610624"/>
                  <a:pt x="1580238" y="624218"/>
                  <a:pt x="1580238" y="640988"/>
                </a:cubicBezTo>
                <a:cubicBezTo>
                  <a:pt x="1580238" y="657757"/>
                  <a:pt x="1566644" y="671351"/>
                  <a:pt x="1549874" y="671351"/>
                </a:cubicBezTo>
                <a:cubicBezTo>
                  <a:pt x="1533105" y="671351"/>
                  <a:pt x="1519511" y="657757"/>
                  <a:pt x="1519511" y="640988"/>
                </a:cubicBezTo>
                <a:cubicBezTo>
                  <a:pt x="1519511" y="624218"/>
                  <a:pt x="1533105" y="610624"/>
                  <a:pt x="1549874" y="610624"/>
                </a:cubicBezTo>
                <a:close/>
                <a:moveTo>
                  <a:pt x="1477320" y="610624"/>
                </a:moveTo>
                <a:cubicBezTo>
                  <a:pt x="1494089" y="610624"/>
                  <a:pt x="1507683" y="624218"/>
                  <a:pt x="1507683" y="640988"/>
                </a:cubicBezTo>
                <a:cubicBezTo>
                  <a:pt x="1507683" y="657757"/>
                  <a:pt x="1494089" y="671351"/>
                  <a:pt x="1477320" y="671351"/>
                </a:cubicBezTo>
                <a:cubicBezTo>
                  <a:pt x="1460550" y="671351"/>
                  <a:pt x="1446956" y="657757"/>
                  <a:pt x="1446956" y="640988"/>
                </a:cubicBezTo>
                <a:cubicBezTo>
                  <a:pt x="1446956" y="624218"/>
                  <a:pt x="1460550" y="610624"/>
                  <a:pt x="1477320" y="610624"/>
                </a:cubicBezTo>
                <a:close/>
                <a:moveTo>
                  <a:pt x="1404765" y="610624"/>
                </a:moveTo>
                <a:cubicBezTo>
                  <a:pt x="1421535" y="610624"/>
                  <a:pt x="1435129" y="624218"/>
                  <a:pt x="1435129" y="640988"/>
                </a:cubicBezTo>
                <a:cubicBezTo>
                  <a:pt x="1435129" y="657757"/>
                  <a:pt x="1421535" y="671351"/>
                  <a:pt x="1404765" y="671351"/>
                </a:cubicBezTo>
                <a:cubicBezTo>
                  <a:pt x="1387996" y="671351"/>
                  <a:pt x="1374402" y="657757"/>
                  <a:pt x="1374402" y="640988"/>
                </a:cubicBezTo>
                <a:cubicBezTo>
                  <a:pt x="1374402" y="624218"/>
                  <a:pt x="1387996" y="610624"/>
                  <a:pt x="1404765" y="610624"/>
                </a:cubicBezTo>
                <a:close/>
                <a:moveTo>
                  <a:pt x="1332211" y="610624"/>
                </a:moveTo>
                <a:cubicBezTo>
                  <a:pt x="1348980" y="610624"/>
                  <a:pt x="1362574" y="624218"/>
                  <a:pt x="1362574" y="640988"/>
                </a:cubicBezTo>
                <a:cubicBezTo>
                  <a:pt x="1362574" y="657757"/>
                  <a:pt x="1348980" y="671351"/>
                  <a:pt x="1332211" y="671351"/>
                </a:cubicBezTo>
                <a:cubicBezTo>
                  <a:pt x="1315441" y="671351"/>
                  <a:pt x="1301847" y="657757"/>
                  <a:pt x="1301847" y="640988"/>
                </a:cubicBezTo>
                <a:cubicBezTo>
                  <a:pt x="1301847" y="624218"/>
                  <a:pt x="1315441" y="610624"/>
                  <a:pt x="1332211" y="610624"/>
                </a:cubicBezTo>
                <a:close/>
                <a:moveTo>
                  <a:pt x="1259656" y="610624"/>
                </a:moveTo>
                <a:cubicBezTo>
                  <a:pt x="1276426" y="610624"/>
                  <a:pt x="1290020" y="624218"/>
                  <a:pt x="1290020" y="640988"/>
                </a:cubicBezTo>
                <a:cubicBezTo>
                  <a:pt x="1290020" y="657757"/>
                  <a:pt x="1276426" y="671351"/>
                  <a:pt x="1259656" y="671351"/>
                </a:cubicBezTo>
                <a:cubicBezTo>
                  <a:pt x="1242887" y="671351"/>
                  <a:pt x="1229293" y="657757"/>
                  <a:pt x="1229293" y="640988"/>
                </a:cubicBezTo>
                <a:cubicBezTo>
                  <a:pt x="1229293" y="624218"/>
                  <a:pt x="1242887" y="610624"/>
                  <a:pt x="1259656" y="610624"/>
                </a:cubicBezTo>
                <a:close/>
                <a:moveTo>
                  <a:pt x="1187102" y="610624"/>
                </a:moveTo>
                <a:cubicBezTo>
                  <a:pt x="1203871" y="610624"/>
                  <a:pt x="1217465" y="624218"/>
                  <a:pt x="1217465" y="640988"/>
                </a:cubicBezTo>
                <a:cubicBezTo>
                  <a:pt x="1217465" y="657757"/>
                  <a:pt x="1203871" y="671351"/>
                  <a:pt x="1187102" y="671351"/>
                </a:cubicBezTo>
                <a:cubicBezTo>
                  <a:pt x="1170332" y="671351"/>
                  <a:pt x="1156738" y="657757"/>
                  <a:pt x="1156738" y="640988"/>
                </a:cubicBezTo>
                <a:cubicBezTo>
                  <a:pt x="1156738" y="624218"/>
                  <a:pt x="1170332" y="610624"/>
                  <a:pt x="1187102" y="610624"/>
                </a:cubicBezTo>
                <a:close/>
                <a:moveTo>
                  <a:pt x="1114547" y="610624"/>
                </a:moveTo>
                <a:cubicBezTo>
                  <a:pt x="1131317" y="610624"/>
                  <a:pt x="1144911" y="624218"/>
                  <a:pt x="1144911" y="640988"/>
                </a:cubicBezTo>
                <a:cubicBezTo>
                  <a:pt x="1144911" y="657757"/>
                  <a:pt x="1131317" y="671351"/>
                  <a:pt x="1114547" y="671351"/>
                </a:cubicBezTo>
                <a:cubicBezTo>
                  <a:pt x="1097778" y="671351"/>
                  <a:pt x="1084184" y="657757"/>
                  <a:pt x="1084184" y="640988"/>
                </a:cubicBezTo>
                <a:cubicBezTo>
                  <a:pt x="1084184" y="624218"/>
                  <a:pt x="1097778" y="610624"/>
                  <a:pt x="1114547" y="610624"/>
                </a:cubicBezTo>
                <a:close/>
                <a:moveTo>
                  <a:pt x="1041993" y="610624"/>
                </a:moveTo>
                <a:cubicBezTo>
                  <a:pt x="1058762" y="610624"/>
                  <a:pt x="1072356" y="624218"/>
                  <a:pt x="1072356" y="640988"/>
                </a:cubicBezTo>
                <a:cubicBezTo>
                  <a:pt x="1072356" y="657757"/>
                  <a:pt x="1058762" y="671351"/>
                  <a:pt x="1041993" y="671351"/>
                </a:cubicBezTo>
                <a:cubicBezTo>
                  <a:pt x="1025223" y="671351"/>
                  <a:pt x="1011629" y="657757"/>
                  <a:pt x="1011629" y="640988"/>
                </a:cubicBezTo>
                <a:cubicBezTo>
                  <a:pt x="1011629" y="624218"/>
                  <a:pt x="1025223" y="610624"/>
                  <a:pt x="1041993" y="610624"/>
                </a:cubicBezTo>
                <a:close/>
                <a:moveTo>
                  <a:pt x="969438" y="610624"/>
                </a:moveTo>
                <a:cubicBezTo>
                  <a:pt x="986208" y="610624"/>
                  <a:pt x="999801" y="624218"/>
                  <a:pt x="999801" y="640988"/>
                </a:cubicBezTo>
                <a:cubicBezTo>
                  <a:pt x="999801" y="657757"/>
                  <a:pt x="986208" y="671351"/>
                  <a:pt x="969438" y="671351"/>
                </a:cubicBezTo>
                <a:cubicBezTo>
                  <a:pt x="952669" y="671351"/>
                  <a:pt x="939075" y="657757"/>
                  <a:pt x="939075" y="640988"/>
                </a:cubicBezTo>
                <a:cubicBezTo>
                  <a:pt x="939075" y="624218"/>
                  <a:pt x="952669" y="610624"/>
                  <a:pt x="969438" y="610624"/>
                </a:cubicBezTo>
                <a:close/>
                <a:moveTo>
                  <a:pt x="896883" y="610624"/>
                </a:moveTo>
                <a:cubicBezTo>
                  <a:pt x="913653" y="610624"/>
                  <a:pt x="927247" y="624218"/>
                  <a:pt x="927247" y="640988"/>
                </a:cubicBezTo>
                <a:cubicBezTo>
                  <a:pt x="927247" y="657757"/>
                  <a:pt x="913653" y="671351"/>
                  <a:pt x="896883" y="671351"/>
                </a:cubicBezTo>
                <a:cubicBezTo>
                  <a:pt x="880114" y="671351"/>
                  <a:pt x="866520" y="657757"/>
                  <a:pt x="866520" y="640988"/>
                </a:cubicBezTo>
                <a:cubicBezTo>
                  <a:pt x="866520" y="624218"/>
                  <a:pt x="880114" y="610624"/>
                  <a:pt x="896883" y="610624"/>
                </a:cubicBezTo>
                <a:close/>
                <a:moveTo>
                  <a:pt x="824329" y="610624"/>
                </a:moveTo>
                <a:cubicBezTo>
                  <a:pt x="841098" y="610624"/>
                  <a:pt x="854692" y="624218"/>
                  <a:pt x="854692" y="640988"/>
                </a:cubicBezTo>
                <a:cubicBezTo>
                  <a:pt x="854692" y="657757"/>
                  <a:pt x="841098" y="671351"/>
                  <a:pt x="824329" y="671351"/>
                </a:cubicBezTo>
                <a:cubicBezTo>
                  <a:pt x="807559" y="671351"/>
                  <a:pt x="793965" y="657757"/>
                  <a:pt x="793965" y="640988"/>
                </a:cubicBezTo>
                <a:cubicBezTo>
                  <a:pt x="793965" y="624218"/>
                  <a:pt x="807559" y="610624"/>
                  <a:pt x="824329" y="610624"/>
                </a:cubicBezTo>
                <a:close/>
                <a:moveTo>
                  <a:pt x="751774" y="610624"/>
                </a:moveTo>
                <a:cubicBezTo>
                  <a:pt x="768544" y="610624"/>
                  <a:pt x="782138" y="624218"/>
                  <a:pt x="782138" y="640988"/>
                </a:cubicBezTo>
                <a:cubicBezTo>
                  <a:pt x="782138" y="657757"/>
                  <a:pt x="768544" y="671351"/>
                  <a:pt x="751774" y="671351"/>
                </a:cubicBezTo>
                <a:cubicBezTo>
                  <a:pt x="735005" y="671351"/>
                  <a:pt x="721411" y="657757"/>
                  <a:pt x="721411" y="640988"/>
                </a:cubicBezTo>
                <a:cubicBezTo>
                  <a:pt x="721411" y="624218"/>
                  <a:pt x="735005" y="610624"/>
                  <a:pt x="751774" y="610624"/>
                </a:cubicBezTo>
                <a:close/>
                <a:moveTo>
                  <a:pt x="679220" y="610624"/>
                </a:moveTo>
                <a:cubicBezTo>
                  <a:pt x="695989" y="610624"/>
                  <a:pt x="709583" y="624218"/>
                  <a:pt x="709583" y="640988"/>
                </a:cubicBezTo>
                <a:cubicBezTo>
                  <a:pt x="709583" y="657757"/>
                  <a:pt x="695989" y="671351"/>
                  <a:pt x="679220" y="671351"/>
                </a:cubicBezTo>
                <a:cubicBezTo>
                  <a:pt x="662450" y="671351"/>
                  <a:pt x="648856" y="657757"/>
                  <a:pt x="648856" y="640988"/>
                </a:cubicBezTo>
                <a:cubicBezTo>
                  <a:pt x="648856" y="624218"/>
                  <a:pt x="662450" y="610624"/>
                  <a:pt x="679220" y="610624"/>
                </a:cubicBezTo>
                <a:close/>
                <a:moveTo>
                  <a:pt x="606665" y="610624"/>
                </a:moveTo>
                <a:cubicBezTo>
                  <a:pt x="623435" y="610624"/>
                  <a:pt x="637029" y="624218"/>
                  <a:pt x="637029" y="640988"/>
                </a:cubicBezTo>
                <a:cubicBezTo>
                  <a:pt x="637029" y="657757"/>
                  <a:pt x="623435" y="671351"/>
                  <a:pt x="606665" y="671351"/>
                </a:cubicBezTo>
                <a:cubicBezTo>
                  <a:pt x="589896" y="671351"/>
                  <a:pt x="576302" y="657757"/>
                  <a:pt x="576302" y="640988"/>
                </a:cubicBezTo>
                <a:cubicBezTo>
                  <a:pt x="576302" y="624218"/>
                  <a:pt x="589896" y="610624"/>
                  <a:pt x="606665" y="610624"/>
                </a:cubicBezTo>
                <a:close/>
                <a:moveTo>
                  <a:pt x="534111" y="610624"/>
                </a:moveTo>
                <a:cubicBezTo>
                  <a:pt x="550880" y="610624"/>
                  <a:pt x="564474" y="624218"/>
                  <a:pt x="564474" y="640988"/>
                </a:cubicBezTo>
                <a:cubicBezTo>
                  <a:pt x="564474" y="657757"/>
                  <a:pt x="550880" y="671351"/>
                  <a:pt x="534111" y="671351"/>
                </a:cubicBezTo>
                <a:cubicBezTo>
                  <a:pt x="517341" y="671351"/>
                  <a:pt x="503747" y="657757"/>
                  <a:pt x="503747" y="640988"/>
                </a:cubicBezTo>
                <a:cubicBezTo>
                  <a:pt x="503747" y="624218"/>
                  <a:pt x="517341" y="610624"/>
                  <a:pt x="534111" y="610624"/>
                </a:cubicBezTo>
                <a:close/>
                <a:moveTo>
                  <a:pt x="461556" y="610624"/>
                </a:moveTo>
                <a:cubicBezTo>
                  <a:pt x="478326" y="610624"/>
                  <a:pt x="491920" y="624218"/>
                  <a:pt x="491920" y="640988"/>
                </a:cubicBezTo>
                <a:cubicBezTo>
                  <a:pt x="491920" y="657757"/>
                  <a:pt x="478326" y="671351"/>
                  <a:pt x="461556" y="671351"/>
                </a:cubicBezTo>
                <a:cubicBezTo>
                  <a:pt x="444787" y="671351"/>
                  <a:pt x="431192" y="657757"/>
                  <a:pt x="431192" y="640988"/>
                </a:cubicBezTo>
                <a:cubicBezTo>
                  <a:pt x="431192" y="624218"/>
                  <a:pt x="444787" y="610624"/>
                  <a:pt x="461556" y="610624"/>
                </a:cubicBezTo>
                <a:close/>
                <a:moveTo>
                  <a:pt x="389002" y="610624"/>
                </a:moveTo>
                <a:cubicBezTo>
                  <a:pt x="405771" y="610624"/>
                  <a:pt x="419365" y="624218"/>
                  <a:pt x="419365" y="640988"/>
                </a:cubicBezTo>
                <a:cubicBezTo>
                  <a:pt x="419365" y="657757"/>
                  <a:pt x="405771" y="671351"/>
                  <a:pt x="389002" y="671351"/>
                </a:cubicBezTo>
                <a:cubicBezTo>
                  <a:pt x="372232" y="671351"/>
                  <a:pt x="358638" y="657757"/>
                  <a:pt x="358638" y="640988"/>
                </a:cubicBezTo>
                <a:cubicBezTo>
                  <a:pt x="358638" y="624218"/>
                  <a:pt x="372232" y="610624"/>
                  <a:pt x="389002" y="610624"/>
                </a:cubicBezTo>
                <a:close/>
                <a:moveTo>
                  <a:pt x="316447" y="610624"/>
                </a:moveTo>
                <a:cubicBezTo>
                  <a:pt x="333216" y="610624"/>
                  <a:pt x="346810" y="624218"/>
                  <a:pt x="346810" y="640988"/>
                </a:cubicBezTo>
                <a:cubicBezTo>
                  <a:pt x="346810" y="657757"/>
                  <a:pt x="333216" y="671351"/>
                  <a:pt x="316447" y="671351"/>
                </a:cubicBezTo>
                <a:cubicBezTo>
                  <a:pt x="299677" y="671351"/>
                  <a:pt x="286084" y="657757"/>
                  <a:pt x="286084" y="640988"/>
                </a:cubicBezTo>
                <a:cubicBezTo>
                  <a:pt x="286084" y="624218"/>
                  <a:pt x="299677" y="610624"/>
                  <a:pt x="316447" y="610624"/>
                </a:cubicBezTo>
                <a:close/>
                <a:moveTo>
                  <a:pt x="243892" y="610624"/>
                </a:moveTo>
                <a:cubicBezTo>
                  <a:pt x="260662" y="610624"/>
                  <a:pt x="274256" y="624218"/>
                  <a:pt x="274256" y="640988"/>
                </a:cubicBezTo>
                <a:cubicBezTo>
                  <a:pt x="274256" y="657757"/>
                  <a:pt x="260662" y="671351"/>
                  <a:pt x="243892" y="671351"/>
                </a:cubicBezTo>
                <a:cubicBezTo>
                  <a:pt x="227123" y="671351"/>
                  <a:pt x="213529" y="657757"/>
                  <a:pt x="213529" y="640988"/>
                </a:cubicBezTo>
                <a:cubicBezTo>
                  <a:pt x="213529" y="624218"/>
                  <a:pt x="227123" y="610624"/>
                  <a:pt x="243892" y="610624"/>
                </a:cubicBezTo>
                <a:close/>
                <a:moveTo>
                  <a:pt x="171339" y="610624"/>
                </a:moveTo>
                <a:cubicBezTo>
                  <a:pt x="188107" y="610624"/>
                  <a:pt x="201701" y="624218"/>
                  <a:pt x="201701" y="640988"/>
                </a:cubicBezTo>
                <a:cubicBezTo>
                  <a:pt x="201701" y="657757"/>
                  <a:pt x="188107" y="671351"/>
                  <a:pt x="171339" y="671351"/>
                </a:cubicBezTo>
                <a:cubicBezTo>
                  <a:pt x="154667" y="671351"/>
                  <a:pt x="141073" y="657757"/>
                  <a:pt x="141073" y="640988"/>
                </a:cubicBezTo>
                <a:cubicBezTo>
                  <a:pt x="141073" y="624218"/>
                  <a:pt x="154667" y="610624"/>
                  <a:pt x="171339" y="610624"/>
                </a:cubicBezTo>
                <a:close/>
                <a:moveTo>
                  <a:pt x="98897" y="610624"/>
                </a:moveTo>
                <a:cubicBezTo>
                  <a:pt x="115658" y="610624"/>
                  <a:pt x="129252" y="624218"/>
                  <a:pt x="129252" y="640988"/>
                </a:cubicBezTo>
                <a:cubicBezTo>
                  <a:pt x="129252" y="657757"/>
                  <a:pt x="115658" y="671351"/>
                  <a:pt x="98897" y="671351"/>
                </a:cubicBezTo>
                <a:cubicBezTo>
                  <a:pt x="82124" y="671351"/>
                  <a:pt x="68530" y="657757"/>
                  <a:pt x="68530" y="640988"/>
                </a:cubicBezTo>
                <a:cubicBezTo>
                  <a:pt x="68530" y="624218"/>
                  <a:pt x="82124" y="610624"/>
                  <a:pt x="98897" y="610624"/>
                </a:cubicBezTo>
                <a:close/>
                <a:moveTo>
                  <a:pt x="26342" y="610624"/>
                </a:moveTo>
                <a:cubicBezTo>
                  <a:pt x="43106" y="610624"/>
                  <a:pt x="56701" y="624218"/>
                  <a:pt x="56701" y="640988"/>
                </a:cubicBezTo>
                <a:cubicBezTo>
                  <a:pt x="56701" y="657757"/>
                  <a:pt x="43106" y="671351"/>
                  <a:pt x="26342" y="671351"/>
                </a:cubicBezTo>
                <a:cubicBezTo>
                  <a:pt x="17956" y="671351"/>
                  <a:pt x="10365" y="667953"/>
                  <a:pt x="4871" y="662458"/>
                </a:cubicBezTo>
                <a:lnTo>
                  <a:pt x="0" y="650698"/>
                </a:lnTo>
                <a:lnTo>
                  <a:pt x="0" y="631277"/>
                </a:lnTo>
                <a:lnTo>
                  <a:pt x="4871" y="619517"/>
                </a:lnTo>
                <a:cubicBezTo>
                  <a:pt x="10365" y="614023"/>
                  <a:pt x="17956" y="610624"/>
                  <a:pt x="26342" y="610624"/>
                </a:cubicBezTo>
                <a:close/>
                <a:moveTo>
                  <a:pt x="1669096" y="549730"/>
                </a:moveTo>
                <a:lnTo>
                  <a:pt x="1668124" y="568994"/>
                </a:lnTo>
                <a:lnTo>
                  <a:pt x="1664620" y="560536"/>
                </a:lnTo>
                <a:close/>
                <a:moveTo>
                  <a:pt x="1622429" y="530173"/>
                </a:moveTo>
                <a:cubicBezTo>
                  <a:pt x="1639199" y="530173"/>
                  <a:pt x="1652792" y="543767"/>
                  <a:pt x="1652792" y="560536"/>
                </a:cubicBezTo>
                <a:cubicBezTo>
                  <a:pt x="1652792" y="577306"/>
                  <a:pt x="1639199" y="590900"/>
                  <a:pt x="1622429" y="590900"/>
                </a:cubicBezTo>
                <a:cubicBezTo>
                  <a:pt x="1605659" y="590900"/>
                  <a:pt x="1592066" y="577306"/>
                  <a:pt x="1592066" y="560536"/>
                </a:cubicBezTo>
                <a:cubicBezTo>
                  <a:pt x="1592066" y="543767"/>
                  <a:pt x="1605659" y="530173"/>
                  <a:pt x="1622429" y="530173"/>
                </a:cubicBezTo>
                <a:close/>
                <a:moveTo>
                  <a:pt x="1549874" y="530173"/>
                </a:moveTo>
                <a:cubicBezTo>
                  <a:pt x="1566644" y="530173"/>
                  <a:pt x="1580238" y="543767"/>
                  <a:pt x="1580238" y="560536"/>
                </a:cubicBezTo>
                <a:cubicBezTo>
                  <a:pt x="1580238" y="577306"/>
                  <a:pt x="1566644" y="590900"/>
                  <a:pt x="1549874" y="590900"/>
                </a:cubicBezTo>
                <a:cubicBezTo>
                  <a:pt x="1533105" y="590900"/>
                  <a:pt x="1519511" y="577306"/>
                  <a:pt x="1519511" y="560536"/>
                </a:cubicBezTo>
                <a:cubicBezTo>
                  <a:pt x="1519511" y="543767"/>
                  <a:pt x="1533105" y="530173"/>
                  <a:pt x="1549874" y="530173"/>
                </a:cubicBezTo>
                <a:close/>
                <a:moveTo>
                  <a:pt x="1477320" y="530173"/>
                </a:moveTo>
                <a:cubicBezTo>
                  <a:pt x="1494089" y="530173"/>
                  <a:pt x="1507683" y="543767"/>
                  <a:pt x="1507683" y="560536"/>
                </a:cubicBezTo>
                <a:cubicBezTo>
                  <a:pt x="1507683" y="577306"/>
                  <a:pt x="1494089" y="590900"/>
                  <a:pt x="1477320" y="590900"/>
                </a:cubicBezTo>
                <a:cubicBezTo>
                  <a:pt x="1460550" y="590900"/>
                  <a:pt x="1446956" y="577306"/>
                  <a:pt x="1446956" y="560536"/>
                </a:cubicBezTo>
                <a:cubicBezTo>
                  <a:pt x="1446956" y="543767"/>
                  <a:pt x="1460550" y="530173"/>
                  <a:pt x="1477320" y="530173"/>
                </a:cubicBezTo>
                <a:close/>
                <a:moveTo>
                  <a:pt x="1404765" y="530173"/>
                </a:moveTo>
                <a:cubicBezTo>
                  <a:pt x="1421535" y="530173"/>
                  <a:pt x="1435129" y="543767"/>
                  <a:pt x="1435129" y="560536"/>
                </a:cubicBezTo>
                <a:cubicBezTo>
                  <a:pt x="1435129" y="577306"/>
                  <a:pt x="1421535" y="590900"/>
                  <a:pt x="1404765" y="590900"/>
                </a:cubicBezTo>
                <a:cubicBezTo>
                  <a:pt x="1387996" y="590900"/>
                  <a:pt x="1374402" y="577306"/>
                  <a:pt x="1374402" y="560536"/>
                </a:cubicBezTo>
                <a:cubicBezTo>
                  <a:pt x="1374402" y="543767"/>
                  <a:pt x="1387996" y="530173"/>
                  <a:pt x="1404765" y="530173"/>
                </a:cubicBezTo>
                <a:close/>
                <a:moveTo>
                  <a:pt x="1332211" y="530173"/>
                </a:moveTo>
                <a:cubicBezTo>
                  <a:pt x="1348980" y="530173"/>
                  <a:pt x="1362574" y="543767"/>
                  <a:pt x="1362574" y="560536"/>
                </a:cubicBezTo>
                <a:cubicBezTo>
                  <a:pt x="1362574" y="577306"/>
                  <a:pt x="1348980" y="590900"/>
                  <a:pt x="1332211" y="590900"/>
                </a:cubicBezTo>
                <a:cubicBezTo>
                  <a:pt x="1315441" y="590900"/>
                  <a:pt x="1301847" y="577306"/>
                  <a:pt x="1301847" y="560536"/>
                </a:cubicBezTo>
                <a:cubicBezTo>
                  <a:pt x="1301847" y="543767"/>
                  <a:pt x="1315441" y="530173"/>
                  <a:pt x="1332211" y="530173"/>
                </a:cubicBezTo>
                <a:close/>
                <a:moveTo>
                  <a:pt x="1259656" y="530173"/>
                </a:moveTo>
                <a:cubicBezTo>
                  <a:pt x="1276426" y="530173"/>
                  <a:pt x="1290020" y="543767"/>
                  <a:pt x="1290020" y="560536"/>
                </a:cubicBezTo>
                <a:cubicBezTo>
                  <a:pt x="1290020" y="577306"/>
                  <a:pt x="1276426" y="590900"/>
                  <a:pt x="1259656" y="590900"/>
                </a:cubicBezTo>
                <a:cubicBezTo>
                  <a:pt x="1242887" y="590900"/>
                  <a:pt x="1229293" y="577306"/>
                  <a:pt x="1229293" y="560536"/>
                </a:cubicBezTo>
                <a:cubicBezTo>
                  <a:pt x="1229293" y="543767"/>
                  <a:pt x="1242887" y="530173"/>
                  <a:pt x="1259656" y="530173"/>
                </a:cubicBezTo>
                <a:close/>
                <a:moveTo>
                  <a:pt x="1187102" y="530173"/>
                </a:moveTo>
                <a:cubicBezTo>
                  <a:pt x="1203871" y="530173"/>
                  <a:pt x="1217465" y="543767"/>
                  <a:pt x="1217465" y="560536"/>
                </a:cubicBezTo>
                <a:cubicBezTo>
                  <a:pt x="1217465" y="577306"/>
                  <a:pt x="1203871" y="590900"/>
                  <a:pt x="1187102" y="590900"/>
                </a:cubicBezTo>
                <a:cubicBezTo>
                  <a:pt x="1170332" y="590900"/>
                  <a:pt x="1156738" y="577306"/>
                  <a:pt x="1156738" y="560536"/>
                </a:cubicBezTo>
                <a:cubicBezTo>
                  <a:pt x="1156738" y="543767"/>
                  <a:pt x="1170332" y="530173"/>
                  <a:pt x="1187102" y="530173"/>
                </a:cubicBezTo>
                <a:close/>
                <a:moveTo>
                  <a:pt x="1114547" y="530173"/>
                </a:moveTo>
                <a:cubicBezTo>
                  <a:pt x="1131317" y="530173"/>
                  <a:pt x="1144911" y="543767"/>
                  <a:pt x="1144911" y="560536"/>
                </a:cubicBezTo>
                <a:cubicBezTo>
                  <a:pt x="1144911" y="577306"/>
                  <a:pt x="1131317" y="590900"/>
                  <a:pt x="1114547" y="590900"/>
                </a:cubicBezTo>
                <a:cubicBezTo>
                  <a:pt x="1097778" y="590900"/>
                  <a:pt x="1084184" y="577306"/>
                  <a:pt x="1084184" y="560536"/>
                </a:cubicBezTo>
                <a:cubicBezTo>
                  <a:pt x="1084184" y="543767"/>
                  <a:pt x="1097778" y="530173"/>
                  <a:pt x="1114547" y="530173"/>
                </a:cubicBezTo>
                <a:close/>
                <a:moveTo>
                  <a:pt x="1041993" y="530173"/>
                </a:moveTo>
                <a:cubicBezTo>
                  <a:pt x="1058762" y="530173"/>
                  <a:pt x="1072356" y="543767"/>
                  <a:pt x="1072356" y="560536"/>
                </a:cubicBezTo>
                <a:cubicBezTo>
                  <a:pt x="1072356" y="577306"/>
                  <a:pt x="1058762" y="590900"/>
                  <a:pt x="1041993" y="590900"/>
                </a:cubicBezTo>
                <a:cubicBezTo>
                  <a:pt x="1025223" y="590900"/>
                  <a:pt x="1011629" y="577306"/>
                  <a:pt x="1011629" y="560536"/>
                </a:cubicBezTo>
                <a:cubicBezTo>
                  <a:pt x="1011629" y="543767"/>
                  <a:pt x="1025223" y="530173"/>
                  <a:pt x="1041993" y="530173"/>
                </a:cubicBezTo>
                <a:close/>
                <a:moveTo>
                  <a:pt x="969438" y="530173"/>
                </a:moveTo>
                <a:cubicBezTo>
                  <a:pt x="986208" y="530173"/>
                  <a:pt x="999801" y="543767"/>
                  <a:pt x="999801" y="560536"/>
                </a:cubicBezTo>
                <a:cubicBezTo>
                  <a:pt x="999801" y="577306"/>
                  <a:pt x="986208" y="590900"/>
                  <a:pt x="969438" y="590900"/>
                </a:cubicBezTo>
                <a:cubicBezTo>
                  <a:pt x="952669" y="590900"/>
                  <a:pt x="939075" y="577306"/>
                  <a:pt x="939075" y="560536"/>
                </a:cubicBezTo>
                <a:cubicBezTo>
                  <a:pt x="939075" y="543767"/>
                  <a:pt x="952669" y="530173"/>
                  <a:pt x="969438" y="530173"/>
                </a:cubicBezTo>
                <a:close/>
                <a:moveTo>
                  <a:pt x="896883" y="530173"/>
                </a:moveTo>
                <a:cubicBezTo>
                  <a:pt x="913653" y="530173"/>
                  <a:pt x="927247" y="543767"/>
                  <a:pt x="927247" y="560536"/>
                </a:cubicBezTo>
                <a:cubicBezTo>
                  <a:pt x="927247" y="577306"/>
                  <a:pt x="913653" y="590900"/>
                  <a:pt x="896883" y="590900"/>
                </a:cubicBezTo>
                <a:cubicBezTo>
                  <a:pt x="880114" y="590900"/>
                  <a:pt x="866520" y="577306"/>
                  <a:pt x="866520" y="560536"/>
                </a:cubicBezTo>
                <a:cubicBezTo>
                  <a:pt x="866520" y="543767"/>
                  <a:pt x="880114" y="530173"/>
                  <a:pt x="896883" y="530173"/>
                </a:cubicBezTo>
                <a:close/>
                <a:moveTo>
                  <a:pt x="824329" y="530173"/>
                </a:moveTo>
                <a:cubicBezTo>
                  <a:pt x="841098" y="530173"/>
                  <a:pt x="854692" y="543767"/>
                  <a:pt x="854692" y="560536"/>
                </a:cubicBezTo>
                <a:cubicBezTo>
                  <a:pt x="854692" y="577306"/>
                  <a:pt x="841098" y="590900"/>
                  <a:pt x="824329" y="590900"/>
                </a:cubicBezTo>
                <a:cubicBezTo>
                  <a:pt x="807559" y="590900"/>
                  <a:pt x="793965" y="577306"/>
                  <a:pt x="793965" y="560536"/>
                </a:cubicBezTo>
                <a:cubicBezTo>
                  <a:pt x="793965" y="543767"/>
                  <a:pt x="807559" y="530173"/>
                  <a:pt x="824329" y="530173"/>
                </a:cubicBezTo>
                <a:close/>
                <a:moveTo>
                  <a:pt x="751774" y="530173"/>
                </a:moveTo>
                <a:cubicBezTo>
                  <a:pt x="768544" y="530173"/>
                  <a:pt x="782138" y="543767"/>
                  <a:pt x="782138" y="560536"/>
                </a:cubicBezTo>
                <a:cubicBezTo>
                  <a:pt x="782138" y="577306"/>
                  <a:pt x="768544" y="590900"/>
                  <a:pt x="751774" y="590900"/>
                </a:cubicBezTo>
                <a:cubicBezTo>
                  <a:pt x="735005" y="590900"/>
                  <a:pt x="721411" y="577306"/>
                  <a:pt x="721411" y="560536"/>
                </a:cubicBezTo>
                <a:cubicBezTo>
                  <a:pt x="721411" y="543767"/>
                  <a:pt x="735005" y="530173"/>
                  <a:pt x="751774" y="530173"/>
                </a:cubicBezTo>
                <a:close/>
                <a:moveTo>
                  <a:pt x="679220" y="530173"/>
                </a:moveTo>
                <a:cubicBezTo>
                  <a:pt x="695989" y="530173"/>
                  <a:pt x="709583" y="543767"/>
                  <a:pt x="709583" y="560536"/>
                </a:cubicBezTo>
                <a:cubicBezTo>
                  <a:pt x="709583" y="577306"/>
                  <a:pt x="695989" y="590900"/>
                  <a:pt x="679220" y="590900"/>
                </a:cubicBezTo>
                <a:cubicBezTo>
                  <a:pt x="662450" y="590900"/>
                  <a:pt x="648856" y="577306"/>
                  <a:pt x="648856" y="560536"/>
                </a:cubicBezTo>
                <a:cubicBezTo>
                  <a:pt x="648856" y="543767"/>
                  <a:pt x="662450" y="530173"/>
                  <a:pt x="679220" y="530173"/>
                </a:cubicBezTo>
                <a:close/>
                <a:moveTo>
                  <a:pt x="606665" y="530173"/>
                </a:moveTo>
                <a:cubicBezTo>
                  <a:pt x="623435" y="530173"/>
                  <a:pt x="637029" y="543767"/>
                  <a:pt x="637029" y="560536"/>
                </a:cubicBezTo>
                <a:cubicBezTo>
                  <a:pt x="637029" y="577306"/>
                  <a:pt x="623435" y="590900"/>
                  <a:pt x="606665" y="590900"/>
                </a:cubicBezTo>
                <a:cubicBezTo>
                  <a:pt x="589896" y="590900"/>
                  <a:pt x="576302" y="577306"/>
                  <a:pt x="576302" y="560536"/>
                </a:cubicBezTo>
                <a:cubicBezTo>
                  <a:pt x="576302" y="543767"/>
                  <a:pt x="589896" y="530173"/>
                  <a:pt x="606665" y="530173"/>
                </a:cubicBezTo>
                <a:close/>
                <a:moveTo>
                  <a:pt x="534111" y="530173"/>
                </a:moveTo>
                <a:cubicBezTo>
                  <a:pt x="550880" y="530173"/>
                  <a:pt x="564474" y="543767"/>
                  <a:pt x="564474" y="560536"/>
                </a:cubicBezTo>
                <a:cubicBezTo>
                  <a:pt x="564474" y="577306"/>
                  <a:pt x="550880" y="590900"/>
                  <a:pt x="534111" y="590900"/>
                </a:cubicBezTo>
                <a:cubicBezTo>
                  <a:pt x="517341" y="590900"/>
                  <a:pt x="503747" y="577306"/>
                  <a:pt x="503747" y="560536"/>
                </a:cubicBezTo>
                <a:cubicBezTo>
                  <a:pt x="503747" y="543767"/>
                  <a:pt x="517341" y="530173"/>
                  <a:pt x="534111" y="530173"/>
                </a:cubicBezTo>
                <a:close/>
                <a:moveTo>
                  <a:pt x="461556" y="530173"/>
                </a:moveTo>
                <a:cubicBezTo>
                  <a:pt x="478326" y="530173"/>
                  <a:pt x="491920" y="543767"/>
                  <a:pt x="491920" y="560536"/>
                </a:cubicBezTo>
                <a:cubicBezTo>
                  <a:pt x="491920" y="577306"/>
                  <a:pt x="478326" y="590900"/>
                  <a:pt x="461556" y="590900"/>
                </a:cubicBezTo>
                <a:cubicBezTo>
                  <a:pt x="444787" y="590900"/>
                  <a:pt x="431192" y="577306"/>
                  <a:pt x="431192" y="560536"/>
                </a:cubicBezTo>
                <a:cubicBezTo>
                  <a:pt x="431192" y="543767"/>
                  <a:pt x="444787" y="530173"/>
                  <a:pt x="461556" y="530173"/>
                </a:cubicBezTo>
                <a:close/>
                <a:moveTo>
                  <a:pt x="389002" y="530173"/>
                </a:moveTo>
                <a:cubicBezTo>
                  <a:pt x="405771" y="530173"/>
                  <a:pt x="419365" y="543767"/>
                  <a:pt x="419365" y="560536"/>
                </a:cubicBezTo>
                <a:cubicBezTo>
                  <a:pt x="419365" y="577306"/>
                  <a:pt x="405771" y="590900"/>
                  <a:pt x="389002" y="590900"/>
                </a:cubicBezTo>
                <a:cubicBezTo>
                  <a:pt x="372232" y="590900"/>
                  <a:pt x="358638" y="577306"/>
                  <a:pt x="358638" y="560536"/>
                </a:cubicBezTo>
                <a:cubicBezTo>
                  <a:pt x="358638" y="543767"/>
                  <a:pt x="372232" y="530173"/>
                  <a:pt x="389002" y="530173"/>
                </a:cubicBezTo>
                <a:close/>
                <a:moveTo>
                  <a:pt x="316447" y="530173"/>
                </a:moveTo>
                <a:cubicBezTo>
                  <a:pt x="333216" y="530173"/>
                  <a:pt x="346810" y="543767"/>
                  <a:pt x="346810" y="560536"/>
                </a:cubicBezTo>
                <a:cubicBezTo>
                  <a:pt x="346810" y="577306"/>
                  <a:pt x="333216" y="590900"/>
                  <a:pt x="316447" y="590900"/>
                </a:cubicBezTo>
                <a:cubicBezTo>
                  <a:pt x="299677" y="590900"/>
                  <a:pt x="286084" y="577306"/>
                  <a:pt x="286084" y="560536"/>
                </a:cubicBezTo>
                <a:cubicBezTo>
                  <a:pt x="286084" y="543767"/>
                  <a:pt x="299677" y="530173"/>
                  <a:pt x="316447" y="530173"/>
                </a:cubicBezTo>
                <a:close/>
                <a:moveTo>
                  <a:pt x="243892" y="530173"/>
                </a:moveTo>
                <a:cubicBezTo>
                  <a:pt x="260662" y="530173"/>
                  <a:pt x="274256" y="543767"/>
                  <a:pt x="274256" y="560536"/>
                </a:cubicBezTo>
                <a:cubicBezTo>
                  <a:pt x="274256" y="577306"/>
                  <a:pt x="260662" y="590900"/>
                  <a:pt x="243892" y="590900"/>
                </a:cubicBezTo>
                <a:cubicBezTo>
                  <a:pt x="227123" y="590900"/>
                  <a:pt x="213529" y="577306"/>
                  <a:pt x="213529" y="560536"/>
                </a:cubicBezTo>
                <a:cubicBezTo>
                  <a:pt x="213529" y="543767"/>
                  <a:pt x="227123" y="530173"/>
                  <a:pt x="243892" y="530173"/>
                </a:cubicBezTo>
                <a:close/>
                <a:moveTo>
                  <a:pt x="171339" y="530173"/>
                </a:moveTo>
                <a:cubicBezTo>
                  <a:pt x="188107" y="530173"/>
                  <a:pt x="201701" y="543767"/>
                  <a:pt x="201701" y="560536"/>
                </a:cubicBezTo>
                <a:cubicBezTo>
                  <a:pt x="201701" y="577306"/>
                  <a:pt x="188107" y="590900"/>
                  <a:pt x="171339" y="590900"/>
                </a:cubicBezTo>
                <a:cubicBezTo>
                  <a:pt x="154673" y="590900"/>
                  <a:pt x="141079" y="577306"/>
                  <a:pt x="141079" y="560536"/>
                </a:cubicBezTo>
                <a:cubicBezTo>
                  <a:pt x="141079" y="543767"/>
                  <a:pt x="154673" y="530173"/>
                  <a:pt x="171339" y="530173"/>
                </a:cubicBezTo>
                <a:close/>
                <a:moveTo>
                  <a:pt x="98904" y="530173"/>
                </a:moveTo>
                <a:cubicBezTo>
                  <a:pt x="115664" y="530173"/>
                  <a:pt x="129258" y="543767"/>
                  <a:pt x="129258" y="560536"/>
                </a:cubicBezTo>
                <a:cubicBezTo>
                  <a:pt x="129258" y="577306"/>
                  <a:pt x="115664" y="590900"/>
                  <a:pt x="98904" y="590900"/>
                </a:cubicBezTo>
                <a:cubicBezTo>
                  <a:pt x="82130" y="590900"/>
                  <a:pt x="68536" y="577306"/>
                  <a:pt x="68536" y="560536"/>
                </a:cubicBezTo>
                <a:cubicBezTo>
                  <a:pt x="68536" y="543767"/>
                  <a:pt x="82130" y="530173"/>
                  <a:pt x="98904" y="530173"/>
                </a:cubicBezTo>
                <a:close/>
                <a:moveTo>
                  <a:pt x="26349" y="530173"/>
                </a:moveTo>
                <a:cubicBezTo>
                  <a:pt x="43112" y="530173"/>
                  <a:pt x="56707" y="543767"/>
                  <a:pt x="56707" y="560536"/>
                </a:cubicBezTo>
                <a:cubicBezTo>
                  <a:pt x="56707" y="577306"/>
                  <a:pt x="43112" y="590900"/>
                  <a:pt x="26349" y="590900"/>
                </a:cubicBezTo>
                <a:cubicBezTo>
                  <a:pt x="17963" y="590900"/>
                  <a:pt x="10372" y="587502"/>
                  <a:pt x="4877" y="582007"/>
                </a:cubicBezTo>
                <a:lnTo>
                  <a:pt x="0" y="570232"/>
                </a:lnTo>
                <a:lnTo>
                  <a:pt x="0" y="550840"/>
                </a:lnTo>
                <a:lnTo>
                  <a:pt x="4877" y="539066"/>
                </a:lnTo>
                <a:cubicBezTo>
                  <a:pt x="10372" y="533572"/>
                  <a:pt x="17963" y="530173"/>
                  <a:pt x="26349" y="530173"/>
                </a:cubicBezTo>
                <a:close/>
                <a:moveTo>
                  <a:pt x="1673704" y="458486"/>
                </a:moveTo>
                <a:lnTo>
                  <a:pt x="1671744" y="497284"/>
                </a:lnTo>
                <a:lnTo>
                  <a:pt x="1664620" y="480084"/>
                </a:lnTo>
                <a:cubicBezTo>
                  <a:pt x="1664620" y="471700"/>
                  <a:pt x="1668019" y="464109"/>
                  <a:pt x="1673514" y="458614"/>
                </a:cubicBezTo>
                <a:close/>
                <a:moveTo>
                  <a:pt x="1622429" y="449721"/>
                </a:moveTo>
                <a:cubicBezTo>
                  <a:pt x="1639199" y="449721"/>
                  <a:pt x="1652792" y="463315"/>
                  <a:pt x="1652792" y="480084"/>
                </a:cubicBezTo>
                <a:cubicBezTo>
                  <a:pt x="1652792" y="496854"/>
                  <a:pt x="1639199" y="510448"/>
                  <a:pt x="1622429" y="510448"/>
                </a:cubicBezTo>
                <a:cubicBezTo>
                  <a:pt x="1605659" y="510448"/>
                  <a:pt x="1592066" y="496854"/>
                  <a:pt x="1592066" y="480084"/>
                </a:cubicBezTo>
                <a:cubicBezTo>
                  <a:pt x="1592066" y="463315"/>
                  <a:pt x="1605659" y="449721"/>
                  <a:pt x="1622429" y="449721"/>
                </a:cubicBezTo>
                <a:close/>
                <a:moveTo>
                  <a:pt x="1549874" y="449721"/>
                </a:moveTo>
                <a:cubicBezTo>
                  <a:pt x="1566644" y="449721"/>
                  <a:pt x="1580238" y="463315"/>
                  <a:pt x="1580238" y="480084"/>
                </a:cubicBezTo>
                <a:cubicBezTo>
                  <a:pt x="1580238" y="496854"/>
                  <a:pt x="1566644" y="510448"/>
                  <a:pt x="1549874" y="510448"/>
                </a:cubicBezTo>
                <a:cubicBezTo>
                  <a:pt x="1533105" y="510448"/>
                  <a:pt x="1519511" y="496854"/>
                  <a:pt x="1519511" y="480084"/>
                </a:cubicBezTo>
                <a:cubicBezTo>
                  <a:pt x="1519511" y="463315"/>
                  <a:pt x="1533105" y="449721"/>
                  <a:pt x="1549874" y="449721"/>
                </a:cubicBezTo>
                <a:close/>
                <a:moveTo>
                  <a:pt x="1477320" y="449721"/>
                </a:moveTo>
                <a:cubicBezTo>
                  <a:pt x="1494089" y="449721"/>
                  <a:pt x="1507683" y="463315"/>
                  <a:pt x="1507683" y="480084"/>
                </a:cubicBezTo>
                <a:cubicBezTo>
                  <a:pt x="1507683" y="496854"/>
                  <a:pt x="1494089" y="510448"/>
                  <a:pt x="1477320" y="510448"/>
                </a:cubicBezTo>
                <a:cubicBezTo>
                  <a:pt x="1460550" y="510448"/>
                  <a:pt x="1446956" y="496854"/>
                  <a:pt x="1446956" y="480084"/>
                </a:cubicBezTo>
                <a:cubicBezTo>
                  <a:pt x="1446956" y="463315"/>
                  <a:pt x="1460550" y="449721"/>
                  <a:pt x="1477320" y="449721"/>
                </a:cubicBezTo>
                <a:close/>
                <a:moveTo>
                  <a:pt x="1404765" y="449721"/>
                </a:moveTo>
                <a:cubicBezTo>
                  <a:pt x="1421535" y="449721"/>
                  <a:pt x="1435129" y="463315"/>
                  <a:pt x="1435129" y="480084"/>
                </a:cubicBezTo>
                <a:cubicBezTo>
                  <a:pt x="1435129" y="496854"/>
                  <a:pt x="1421535" y="510448"/>
                  <a:pt x="1404765" y="510448"/>
                </a:cubicBezTo>
                <a:cubicBezTo>
                  <a:pt x="1387996" y="510448"/>
                  <a:pt x="1374402" y="496854"/>
                  <a:pt x="1374402" y="480084"/>
                </a:cubicBezTo>
                <a:cubicBezTo>
                  <a:pt x="1374402" y="463315"/>
                  <a:pt x="1387996" y="449721"/>
                  <a:pt x="1404765" y="449721"/>
                </a:cubicBezTo>
                <a:close/>
                <a:moveTo>
                  <a:pt x="1332211" y="449721"/>
                </a:moveTo>
                <a:cubicBezTo>
                  <a:pt x="1348980" y="449721"/>
                  <a:pt x="1362574" y="463315"/>
                  <a:pt x="1362574" y="480084"/>
                </a:cubicBezTo>
                <a:cubicBezTo>
                  <a:pt x="1362574" y="496854"/>
                  <a:pt x="1348980" y="510448"/>
                  <a:pt x="1332211" y="510448"/>
                </a:cubicBezTo>
                <a:cubicBezTo>
                  <a:pt x="1315441" y="510448"/>
                  <a:pt x="1301847" y="496854"/>
                  <a:pt x="1301847" y="480084"/>
                </a:cubicBezTo>
                <a:cubicBezTo>
                  <a:pt x="1301847" y="463315"/>
                  <a:pt x="1315441" y="449721"/>
                  <a:pt x="1332211" y="449721"/>
                </a:cubicBezTo>
                <a:close/>
                <a:moveTo>
                  <a:pt x="1259656" y="449721"/>
                </a:moveTo>
                <a:cubicBezTo>
                  <a:pt x="1276426" y="449721"/>
                  <a:pt x="1290020" y="463315"/>
                  <a:pt x="1290020" y="480084"/>
                </a:cubicBezTo>
                <a:cubicBezTo>
                  <a:pt x="1290020" y="496854"/>
                  <a:pt x="1276426" y="510448"/>
                  <a:pt x="1259656" y="510448"/>
                </a:cubicBezTo>
                <a:cubicBezTo>
                  <a:pt x="1242887" y="510448"/>
                  <a:pt x="1229293" y="496854"/>
                  <a:pt x="1229293" y="480084"/>
                </a:cubicBezTo>
                <a:cubicBezTo>
                  <a:pt x="1229293" y="463315"/>
                  <a:pt x="1242887" y="449721"/>
                  <a:pt x="1259656" y="449721"/>
                </a:cubicBezTo>
                <a:close/>
                <a:moveTo>
                  <a:pt x="1187102" y="449721"/>
                </a:moveTo>
                <a:cubicBezTo>
                  <a:pt x="1203871" y="449721"/>
                  <a:pt x="1217465" y="463315"/>
                  <a:pt x="1217465" y="480084"/>
                </a:cubicBezTo>
                <a:cubicBezTo>
                  <a:pt x="1217465" y="496854"/>
                  <a:pt x="1203871" y="510448"/>
                  <a:pt x="1187102" y="510448"/>
                </a:cubicBezTo>
                <a:cubicBezTo>
                  <a:pt x="1170332" y="510448"/>
                  <a:pt x="1156738" y="496854"/>
                  <a:pt x="1156738" y="480084"/>
                </a:cubicBezTo>
                <a:cubicBezTo>
                  <a:pt x="1156738" y="463315"/>
                  <a:pt x="1170332" y="449721"/>
                  <a:pt x="1187102" y="449721"/>
                </a:cubicBezTo>
                <a:close/>
                <a:moveTo>
                  <a:pt x="1114547" y="449721"/>
                </a:moveTo>
                <a:cubicBezTo>
                  <a:pt x="1131317" y="449721"/>
                  <a:pt x="1144911" y="463315"/>
                  <a:pt x="1144911" y="480084"/>
                </a:cubicBezTo>
                <a:cubicBezTo>
                  <a:pt x="1144911" y="496854"/>
                  <a:pt x="1131317" y="510448"/>
                  <a:pt x="1114547" y="510448"/>
                </a:cubicBezTo>
                <a:cubicBezTo>
                  <a:pt x="1097778" y="510448"/>
                  <a:pt x="1084184" y="496854"/>
                  <a:pt x="1084184" y="480084"/>
                </a:cubicBezTo>
                <a:cubicBezTo>
                  <a:pt x="1084184" y="463315"/>
                  <a:pt x="1097778" y="449721"/>
                  <a:pt x="1114547" y="449721"/>
                </a:cubicBezTo>
                <a:close/>
                <a:moveTo>
                  <a:pt x="1041993" y="449721"/>
                </a:moveTo>
                <a:cubicBezTo>
                  <a:pt x="1058762" y="449721"/>
                  <a:pt x="1072356" y="463315"/>
                  <a:pt x="1072356" y="480084"/>
                </a:cubicBezTo>
                <a:cubicBezTo>
                  <a:pt x="1072356" y="496854"/>
                  <a:pt x="1058762" y="510448"/>
                  <a:pt x="1041993" y="510448"/>
                </a:cubicBezTo>
                <a:cubicBezTo>
                  <a:pt x="1025223" y="510448"/>
                  <a:pt x="1011629" y="496854"/>
                  <a:pt x="1011629" y="480084"/>
                </a:cubicBezTo>
                <a:cubicBezTo>
                  <a:pt x="1011629" y="463315"/>
                  <a:pt x="1025223" y="449721"/>
                  <a:pt x="1041993" y="449721"/>
                </a:cubicBezTo>
                <a:close/>
                <a:moveTo>
                  <a:pt x="969438" y="449721"/>
                </a:moveTo>
                <a:cubicBezTo>
                  <a:pt x="986208" y="449721"/>
                  <a:pt x="999801" y="463315"/>
                  <a:pt x="999801" y="480084"/>
                </a:cubicBezTo>
                <a:cubicBezTo>
                  <a:pt x="999801" y="496854"/>
                  <a:pt x="986208" y="510448"/>
                  <a:pt x="969438" y="510448"/>
                </a:cubicBezTo>
                <a:cubicBezTo>
                  <a:pt x="952669" y="510448"/>
                  <a:pt x="939075" y="496854"/>
                  <a:pt x="939075" y="480084"/>
                </a:cubicBezTo>
                <a:cubicBezTo>
                  <a:pt x="939075" y="463315"/>
                  <a:pt x="952669" y="449721"/>
                  <a:pt x="969438" y="449721"/>
                </a:cubicBezTo>
                <a:close/>
                <a:moveTo>
                  <a:pt x="896883" y="449721"/>
                </a:moveTo>
                <a:cubicBezTo>
                  <a:pt x="913653" y="449721"/>
                  <a:pt x="927247" y="463315"/>
                  <a:pt x="927247" y="480084"/>
                </a:cubicBezTo>
                <a:cubicBezTo>
                  <a:pt x="927247" y="496854"/>
                  <a:pt x="913653" y="510448"/>
                  <a:pt x="896883" y="510448"/>
                </a:cubicBezTo>
                <a:cubicBezTo>
                  <a:pt x="880114" y="510448"/>
                  <a:pt x="866520" y="496854"/>
                  <a:pt x="866520" y="480084"/>
                </a:cubicBezTo>
                <a:cubicBezTo>
                  <a:pt x="866520" y="463315"/>
                  <a:pt x="880114" y="449721"/>
                  <a:pt x="896883" y="449721"/>
                </a:cubicBezTo>
                <a:close/>
                <a:moveTo>
                  <a:pt x="824329" y="449721"/>
                </a:moveTo>
                <a:cubicBezTo>
                  <a:pt x="841098" y="449721"/>
                  <a:pt x="854692" y="463315"/>
                  <a:pt x="854692" y="480084"/>
                </a:cubicBezTo>
                <a:cubicBezTo>
                  <a:pt x="854692" y="496854"/>
                  <a:pt x="841098" y="510448"/>
                  <a:pt x="824329" y="510448"/>
                </a:cubicBezTo>
                <a:cubicBezTo>
                  <a:pt x="807559" y="510448"/>
                  <a:pt x="793965" y="496854"/>
                  <a:pt x="793965" y="480084"/>
                </a:cubicBezTo>
                <a:cubicBezTo>
                  <a:pt x="793965" y="463315"/>
                  <a:pt x="807559" y="449721"/>
                  <a:pt x="824329" y="449721"/>
                </a:cubicBezTo>
                <a:close/>
                <a:moveTo>
                  <a:pt x="751774" y="449721"/>
                </a:moveTo>
                <a:cubicBezTo>
                  <a:pt x="768544" y="449721"/>
                  <a:pt x="782138" y="463315"/>
                  <a:pt x="782138" y="480084"/>
                </a:cubicBezTo>
                <a:cubicBezTo>
                  <a:pt x="782138" y="496854"/>
                  <a:pt x="768544" y="510448"/>
                  <a:pt x="751774" y="510448"/>
                </a:cubicBezTo>
                <a:cubicBezTo>
                  <a:pt x="735005" y="510448"/>
                  <a:pt x="721411" y="496854"/>
                  <a:pt x="721411" y="480084"/>
                </a:cubicBezTo>
                <a:cubicBezTo>
                  <a:pt x="721411" y="463315"/>
                  <a:pt x="735005" y="449721"/>
                  <a:pt x="751774" y="449721"/>
                </a:cubicBezTo>
                <a:close/>
                <a:moveTo>
                  <a:pt x="679220" y="449721"/>
                </a:moveTo>
                <a:cubicBezTo>
                  <a:pt x="695989" y="449721"/>
                  <a:pt x="709583" y="463315"/>
                  <a:pt x="709583" y="480084"/>
                </a:cubicBezTo>
                <a:cubicBezTo>
                  <a:pt x="709583" y="496854"/>
                  <a:pt x="695989" y="510448"/>
                  <a:pt x="679220" y="510448"/>
                </a:cubicBezTo>
                <a:cubicBezTo>
                  <a:pt x="662450" y="510448"/>
                  <a:pt x="648856" y="496854"/>
                  <a:pt x="648856" y="480084"/>
                </a:cubicBezTo>
                <a:cubicBezTo>
                  <a:pt x="648856" y="463315"/>
                  <a:pt x="662450" y="449721"/>
                  <a:pt x="679220" y="449721"/>
                </a:cubicBezTo>
                <a:close/>
                <a:moveTo>
                  <a:pt x="606665" y="449721"/>
                </a:moveTo>
                <a:cubicBezTo>
                  <a:pt x="623435" y="449721"/>
                  <a:pt x="637029" y="463315"/>
                  <a:pt x="637029" y="480084"/>
                </a:cubicBezTo>
                <a:cubicBezTo>
                  <a:pt x="637029" y="496854"/>
                  <a:pt x="623435" y="510448"/>
                  <a:pt x="606665" y="510448"/>
                </a:cubicBezTo>
                <a:cubicBezTo>
                  <a:pt x="589896" y="510448"/>
                  <a:pt x="576302" y="496854"/>
                  <a:pt x="576302" y="480084"/>
                </a:cubicBezTo>
                <a:cubicBezTo>
                  <a:pt x="576302" y="463315"/>
                  <a:pt x="589896" y="449721"/>
                  <a:pt x="606665" y="449721"/>
                </a:cubicBezTo>
                <a:close/>
                <a:moveTo>
                  <a:pt x="534111" y="449721"/>
                </a:moveTo>
                <a:cubicBezTo>
                  <a:pt x="550880" y="449721"/>
                  <a:pt x="564474" y="463315"/>
                  <a:pt x="564474" y="480084"/>
                </a:cubicBezTo>
                <a:cubicBezTo>
                  <a:pt x="564474" y="496854"/>
                  <a:pt x="550880" y="510448"/>
                  <a:pt x="534111" y="510448"/>
                </a:cubicBezTo>
                <a:cubicBezTo>
                  <a:pt x="517341" y="510448"/>
                  <a:pt x="503747" y="496854"/>
                  <a:pt x="503747" y="480084"/>
                </a:cubicBezTo>
                <a:cubicBezTo>
                  <a:pt x="503747" y="463315"/>
                  <a:pt x="517341" y="449721"/>
                  <a:pt x="534111" y="449721"/>
                </a:cubicBezTo>
                <a:close/>
                <a:moveTo>
                  <a:pt x="461556" y="449721"/>
                </a:moveTo>
                <a:cubicBezTo>
                  <a:pt x="478326" y="449721"/>
                  <a:pt x="491920" y="463315"/>
                  <a:pt x="491920" y="480084"/>
                </a:cubicBezTo>
                <a:cubicBezTo>
                  <a:pt x="491920" y="496854"/>
                  <a:pt x="478326" y="510448"/>
                  <a:pt x="461556" y="510448"/>
                </a:cubicBezTo>
                <a:cubicBezTo>
                  <a:pt x="444787" y="510448"/>
                  <a:pt x="431192" y="496854"/>
                  <a:pt x="431192" y="480084"/>
                </a:cubicBezTo>
                <a:cubicBezTo>
                  <a:pt x="431192" y="463315"/>
                  <a:pt x="444787" y="449721"/>
                  <a:pt x="461556" y="449721"/>
                </a:cubicBezTo>
                <a:close/>
                <a:moveTo>
                  <a:pt x="389002" y="449721"/>
                </a:moveTo>
                <a:cubicBezTo>
                  <a:pt x="405771" y="449721"/>
                  <a:pt x="419365" y="463315"/>
                  <a:pt x="419365" y="480084"/>
                </a:cubicBezTo>
                <a:cubicBezTo>
                  <a:pt x="419365" y="496854"/>
                  <a:pt x="405771" y="510448"/>
                  <a:pt x="389002" y="510448"/>
                </a:cubicBezTo>
                <a:cubicBezTo>
                  <a:pt x="372232" y="510448"/>
                  <a:pt x="358638" y="496854"/>
                  <a:pt x="358638" y="480084"/>
                </a:cubicBezTo>
                <a:cubicBezTo>
                  <a:pt x="358638" y="463315"/>
                  <a:pt x="372232" y="449721"/>
                  <a:pt x="389002" y="449721"/>
                </a:cubicBezTo>
                <a:close/>
                <a:moveTo>
                  <a:pt x="316447" y="449721"/>
                </a:moveTo>
                <a:cubicBezTo>
                  <a:pt x="333216" y="449721"/>
                  <a:pt x="346810" y="463315"/>
                  <a:pt x="346810" y="480084"/>
                </a:cubicBezTo>
                <a:cubicBezTo>
                  <a:pt x="346810" y="496854"/>
                  <a:pt x="333216" y="510448"/>
                  <a:pt x="316447" y="510448"/>
                </a:cubicBezTo>
                <a:cubicBezTo>
                  <a:pt x="299677" y="510448"/>
                  <a:pt x="286084" y="496854"/>
                  <a:pt x="286084" y="480084"/>
                </a:cubicBezTo>
                <a:cubicBezTo>
                  <a:pt x="286084" y="463315"/>
                  <a:pt x="299677" y="449721"/>
                  <a:pt x="316447" y="449721"/>
                </a:cubicBezTo>
                <a:close/>
                <a:moveTo>
                  <a:pt x="243892" y="449721"/>
                </a:moveTo>
                <a:cubicBezTo>
                  <a:pt x="260662" y="449721"/>
                  <a:pt x="274256" y="463315"/>
                  <a:pt x="274256" y="480084"/>
                </a:cubicBezTo>
                <a:cubicBezTo>
                  <a:pt x="274256" y="496854"/>
                  <a:pt x="260662" y="510448"/>
                  <a:pt x="243892" y="510448"/>
                </a:cubicBezTo>
                <a:cubicBezTo>
                  <a:pt x="227123" y="510448"/>
                  <a:pt x="213529" y="496854"/>
                  <a:pt x="213529" y="480084"/>
                </a:cubicBezTo>
                <a:cubicBezTo>
                  <a:pt x="213529" y="463315"/>
                  <a:pt x="227123" y="449721"/>
                  <a:pt x="243892" y="449721"/>
                </a:cubicBezTo>
                <a:close/>
                <a:moveTo>
                  <a:pt x="171339" y="449721"/>
                </a:moveTo>
                <a:cubicBezTo>
                  <a:pt x="188107" y="449721"/>
                  <a:pt x="201701" y="463315"/>
                  <a:pt x="201701" y="480084"/>
                </a:cubicBezTo>
                <a:cubicBezTo>
                  <a:pt x="201701" y="496854"/>
                  <a:pt x="188107" y="510448"/>
                  <a:pt x="171339" y="510448"/>
                </a:cubicBezTo>
                <a:cubicBezTo>
                  <a:pt x="154679" y="510448"/>
                  <a:pt x="141085" y="496854"/>
                  <a:pt x="141085" y="480084"/>
                </a:cubicBezTo>
                <a:cubicBezTo>
                  <a:pt x="141085" y="463315"/>
                  <a:pt x="154679" y="449721"/>
                  <a:pt x="171339" y="449721"/>
                </a:cubicBezTo>
                <a:close/>
                <a:moveTo>
                  <a:pt x="98910" y="449721"/>
                </a:moveTo>
                <a:cubicBezTo>
                  <a:pt x="115670" y="449721"/>
                  <a:pt x="129264" y="463315"/>
                  <a:pt x="129264" y="480084"/>
                </a:cubicBezTo>
                <a:cubicBezTo>
                  <a:pt x="129264" y="496854"/>
                  <a:pt x="115670" y="510448"/>
                  <a:pt x="98910" y="510448"/>
                </a:cubicBezTo>
                <a:cubicBezTo>
                  <a:pt x="82136" y="510448"/>
                  <a:pt x="68542" y="496854"/>
                  <a:pt x="68542" y="480084"/>
                </a:cubicBezTo>
                <a:cubicBezTo>
                  <a:pt x="68542" y="463315"/>
                  <a:pt x="82136" y="449721"/>
                  <a:pt x="98910" y="449721"/>
                </a:cubicBezTo>
                <a:close/>
                <a:moveTo>
                  <a:pt x="26355" y="449721"/>
                </a:moveTo>
                <a:cubicBezTo>
                  <a:pt x="43118" y="449721"/>
                  <a:pt x="56713" y="463315"/>
                  <a:pt x="56713" y="480084"/>
                </a:cubicBezTo>
                <a:cubicBezTo>
                  <a:pt x="56713" y="496854"/>
                  <a:pt x="43118" y="510448"/>
                  <a:pt x="26355" y="510448"/>
                </a:cubicBezTo>
                <a:cubicBezTo>
                  <a:pt x="17970" y="510448"/>
                  <a:pt x="10379" y="507050"/>
                  <a:pt x="4884" y="501555"/>
                </a:cubicBezTo>
                <a:lnTo>
                  <a:pt x="0" y="489763"/>
                </a:lnTo>
                <a:lnTo>
                  <a:pt x="0" y="470405"/>
                </a:lnTo>
                <a:lnTo>
                  <a:pt x="4884" y="458614"/>
                </a:lnTo>
                <a:cubicBezTo>
                  <a:pt x="10379" y="453120"/>
                  <a:pt x="17970" y="449721"/>
                  <a:pt x="26355" y="449721"/>
                </a:cubicBezTo>
                <a:close/>
                <a:moveTo>
                  <a:pt x="1673066" y="379245"/>
                </a:moveTo>
                <a:lnTo>
                  <a:pt x="1675237" y="422266"/>
                </a:lnTo>
                <a:lnTo>
                  <a:pt x="1673514" y="421103"/>
                </a:lnTo>
                <a:cubicBezTo>
                  <a:pt x="1668019" y="415609"/>
                  <a:pt x="1664620" y="408017"/>
                  <a:pt x="1664620" y="399633"/>
                </a:cubicBezTo>
                <a:close/>
                <a:moveTo>
                  <a:pt x="1622429" y="369269"/>
                </a:moveTo>
                <a:cubicBezTo>
                  <a:pt x="1639199" y="369269"/>
                  <a:pt x="1652792" y="382864"/>
                  <a:pt x="1652792" y="399633"/>
                </a:cubicBezTo>
                <a:cubicBezTo>
                  <a:pt x="1652792" y="416402"/>
                  <a:pt x="1639199" y="429997"/>
                  <a:pt x="1622429" y="429997"/>
                </a:cubicBezTo>
                <a:cubicBezTo>
                  <a:pt x="1605659" y="429997"/>
                  <a:pt x="1592066" y="416402"/>
                  <a:pt x="1592066" y="399633"/>
                </a:cubicBezTo>
                <a:cubicBezTo>
                  <a:pt x="1592066" y="382864"/>
                  <a:pt x="1605659" y="369269"/>
                  <a:pt x="1622429" y="369269"/>
                </a:cubicBezTo>
                <a:close/>
                <a:moveTo>
                  <a:pt x="1549874" y="369269"/>
                </a:moveTo>
                <a:cubicBezTo>
                  <a:pt x="1566644" y="369269"/>
                  <a:pt x="1580238" y="382864"/>
                  <a:pt x="1580238" y="399633"/>
                </a:cubicBezTo>
                <a:cubicBezTo>
                  <a:pt x="1580238" y="416402"/>
                  <a:pt x="1566644" y="429997"/>
                  <a:pt x="1549874" y="429997"/>
                </a:cubicBezTo>
                <a:cubicBezTo>
                  <a:pt x="1533105" y="429997"/>
                  <a:pt x="1519511" y="416402"/>
                  <a:pt x="1519511" y="399633"/>
                </a:cubicBezTo>
                <a:cubicBezTo>
                  <a:pt x="1519511" y="382864"/>
                  <a:pt x="1533105" y="369269"/>
                  <a:pt x="1549874" y="369269"/>
                </a:cubicBezTo>
                <a:close/>
                <a:moveTo>
                  <a:pt x="1477320" y="369269"/>
                </a:moveTo>
                <a:cubicBezTo>
                  <a:pt x="1494089" y="369269"/>
                  <a:pt x="1507683" y="382864"/>
                  <a:pt x="1507683" y="399633"/>
                </a:cubicBezTo>
                <a:cubicBezTo>
                  <a:pt x="1507683" y="416402"/>
                  <a:pt x="1494089" y="429997"/>
                  <a:pt x="1477320" y="429997"/>
                </a:cubicBezTo>
                <a:cubicBezTo>
                  <a:pt x="1460550" y="429997"/>
                  <a:pt x="1446956" y="416402"/>
                  <a:pt x="1446956" y="399633"/>
                </a:cubicBezTo>
                <a:cubicBezTo>
                  <a:pt x="1446956" y="382864"/>
                  <a:pt x="1460550" y="369269"/>
                  <a:pt x="1477320" y="369269"/>
                </a:cubicBezTo>
                <a:close/>
                <a:moveTo>
                  <a:pt x="1404765" y="369269"/>
                </a:moveTo>
                <a:cubicBezTo>
                  <a:pt x="1421535" y="369269"/>
                  <a:pt x="1435129" y="382864"/>
                  <a:pt x="1435129" y="399633"/>
                </a:cubicBezTo>
                <a:cubicBezTo>
                  <a:pt x="1435129" y="416402"/>
                  <a:pt x="1421535" y="429997"/>
                  <a:pt x="1404765" y="429997"/>
                </a:cubicBezTo>
                <a:cubicBezTo>
                  <a:pt x="1387996" y="429997"/>
                  <a:pt x="1374402" y="416402"/>
                  <a:pt x="1374402" y="399633"/>
                </a:cubicBezTo>
                <a:cubicBezTo>
                  <a:pt x="1374402" y="382864"/>
                  <a:pt x="1387996" y="369269"/>
                  <a:pt x="1404765" y="369269"/>
                </a:cubicBezTo>
                <a:close/>
                <a:moveTo>
                  <a:pt x="1332211" y="369269"/>
                </a:moveTo>
                <a:cubicBezTo>
                  <a:pt x="1348980" y="369269"/>
                  <a:pt x="1362574" y="382864"/>
                  <a:pt x="1362574" y="399633"/>
                </a:cubicBezTo>
                <a:cubicBezTo>
                  <a:pt x="1362574" y="416402"/>
                  <a:pt x="1348980" y="429997"/>
                  <a:pt x="1332211" y="429997"/>
                </a:cubicBezTo>
                <a:cubicBezTo>
                  <a:pt x="1315441" y="429997"/>
                  <a:pt x="1301847" y="416402"/>
                  <a:pt x="1301847" y="399633"/>
                </a:cubicBezTo>
                <a:cubicBezTo>
                  <a:pt x="1301847" y="382864"/>
                  <a:pt x="1315441" y="369269"/>
                  <a:pt x="1332211" y="369269"/>
                </a:cubicBezTo>
                <a:close/>
                <a:moveTo>
                  <a:pt x="1259656" y="369269"/>
                </a:moveTo>
                <a:cubicBezTo>
                  <a:pt x="1276426" y="369269"/>
                  <a:pt x="1290020" y="382864"/>
                  <a:pt x="1290020" y="399633"/>
                </a:cubicBezTo>
                <a:cubicBezTo>
                  <a:pt x="1290020" y="416402"/>
                  <a:pt x="1276426" y="429997"/>
                  <a:pt x="1259656" y="429997"/>
                </a:cubicBezTo>
                <a:cubicBezTo>
                  <a:pt x="1242887" y="429997"/>
                  <a:pt x="1229293" y="416402"/>
                  <a:pt x="1229293" y="399633"/>
                </a:cubicBezTo>
                <a:cubicBezTo>
                  <a:pt x="1229293" y="382864"/>
                  <a:pt x="1242887" y="369269"/>
                  <a:pt x="1259656" y="369269"/>
                </a:cubicBezTo>
                <a:close/>
                <a:moveTo>
                  <a:pt x="1187102" y="369269"/>
                </a:moveTo>
                <a:cubicBezTo>
                  <a:pt x="1203871" y="369269"/>
                  <a:pt x="1217465" y="382864"/>
                  <a:pt x="1217465" y="399633"/>
                </a:cubicBezTo>
                <a:cubicBezTo>
                  <a:pt x="1217465" y="416402"/>
                  <a:pt x="1203871" y="429997"/>
                  <a:pt x="1187102" y="429997"/>
                </a:cubicBezTo>
                <a:cubicBezTo>
                  <a:pt x="1170332" y="429997"/>
                  <a:pt x="1156738" y="416402"/>
                  <a:pt x="1156738" y="399633"/>
                </a:cubicBezTo>
                <a:cubicBezTo>
                  <a:pt x="1156738" y="382864"/>
                  <a:pt x="1170332" y="369269"/>
                  <a:pt x="1187102" y="369269"/>
                </a:cubicBezTo>
                <a:close/>
                <a:moveTo>
                  <a:pt x="1114547" y="369269"/>
                </a:moveTo>
                <a:cubicBezTo>
                  <a:pt x="1131317" y="369269"/>
                  <a:pt x="1144911" y="382864"/>
                  <a:pt x="1144911" y="399633"/>
                </a:cubicBezTo>
                <a:cubicBezTo>
                  <a:pt x="1144911" y="416402"/>
                  <a:pt x="1131317" y="429997"/>
                  <a:pt x="1114547" y="429997"/>
                </a:cubicBezTo>
                <a:cubicBezTo>
                  <a:pt x="1097778" y="429997"/>
                  <a:pt x="1084184" y="416402"/>
                  <a:pt x="1084184" y="399633"/>
                </a:cubicBezTo>
                <a:cubicBezTo>
                  <a:pt x="1084184" y="382864"/>
                  <a:pt x="1097778" y="369269"/>
                  <a:pt x="1114547" y="369269"/>
                </a:cubicBezTo>
                <a:close/>
                <a:moveTo>
                  <a:pt x="1041993" y="369269"/>
                </a:moveTo>
                <a:cubicBezTo>
                  <a:pt x="1058762" y="369269"/>
                  <a:pt x="1072356" y="382864"/>
                  <a:pt x="1072356" y="399633"/>
                </a:cubicBezTo>
                <a:cubicBezTo>
                  <a:pt x="1072356" y="416402"/>
                  <a:pt x="1058762" y="429997"/>
                  <a:pt x="1041993" y="429997"/>
                </a:cubicBezTo>
                <a:cubicBezTo>
                  <a:pt x="1025223" y="429997"/>
                  <a:pt x="1011629" y="416402"/>
                  <a:pt x="1011629" y="399633"/>
                </a:cubicBezTo>
                <a:cubicBezTo>
                  <a:pt x="1011629" y="382864"/>
                  <a:pt x="1025223" y="369269"/>
                  <a:pt x="1041993" y="369269"/>
                </a:cubicBezTo>
                <a:close/>
                <a:moveTo>
                  <a:pt x="969438" y="369269"/>
                </a:moveTo>
                <a:cubicBezTo>
                  <a:pt x="986208" y="369269"/>
                  <a:pt x="999801" y="382864"/>
                  <a:pt x="999801" y="399633"/>
                </a:cubicBezTo>
                <a:cubicBezTo>
                  <a:pt x="999801" y="416402"/>
                  <a:pt x="986208" y="429997"/>
                  <a:pt x="969438" y="429997"/>
                </a:cubicBezTo>
                <a:cubicBezTo>
                  <a:pt x="952669" y="429997"/>
                  <a:pt x="939075" y="416402"/>
                  <a:pt x="939075" y="399633"/>
                </a:cubicBezTo>
                <a:cubicBezTo>
                  <a:pt x="939075" y="382864"/>
                  <a:pt x="952669" y="369269"/>
                  <a:pt x="969438" y="369269"/>
                </a:cubicBezTo>
                <a:close/>
                <a:moveTo>
                  <a:pt x="896883" y="369269"/>
                </a:moveTo>
                <a:cubicBezTo>
                  <a:pt x="913653" y="369269"/>
                  <a:pt x="927247" y="382864"/>
                  <a:pt x="927247" y="399633"/>
                </a:cubicBezTo>
                <a:cubicBezTo>
                  <a:pt x="927247" y="416402"/>
                  <a:pt x="913653" y="429997"/>
                  <a:pt x="896883" y="429997"/>
                </a:cubicBezTo>
                <a:cubicBezTo>
                  <a:pt x="880114" y="429997"/>
                  <a:pt x="866520" y="416402"/>
                  <a:pt x="866520" y="399633"/>
                </a:cubicBezTo>
                <a:cubicBezTo>
                  <a:pt x="866520" y="382864"/>
                  <a:pt x="880114" y="369269"/>
                  <a:pt x="896883" y="369269"/>
                </a:cubicBezTo>
                <a:close/>
                <a:moveTo>
                  <a:pt x="824329" y="369269"/>
                </a:moveTo>
                <a:cubicBezTo>
                  <a:pt x="841098" y="369269"/>
                  <a:pt x="854692" y="382864"/>
                  <a:pt x="854692" y="399633"/>
                </a:cubicBezTo>
                <a:cubicBezTo>
                  <a:pt x="854692" y="416402"/>
                  <a:pt x="841098" y="429997"/>
                  <a:pt x="824329" y="429997"/>
                </a:cubicBezTo>
                <a:cubicBezTo>
                  <a:pt x="807559" y="429997"/>
                  <a:pt x="793965" y="416402"/>
                  <a:pt x="793965" y="399633"/>
                </a:cubicBezTo>
                <a:cubicBezTo>
                  <a:pt x="793965" y="382864"/>
                  <a:pt x="807559" y="369269"/>
                  <a:pt x="824329" y="369269"/>
                </a:cubicBezTo>
                <a:close/>
                <a:moveTo>
                  <a:pt x="751774" y="369269"/>
                </a:moveTo>
                <a:cubicBezTo>
                  <a:pt x="768544" y="369269"/>
                  <a:pt x="782138" y="382864"/>
                  <a:pt x="782138" y="399633"/>
                </a:cubicBezTo>
                <a:cubicBezTo>
                  <a:pt x="782138" y="416402"/>
                  <a:pt x="768544" y="429997"/>
                  <a:pt x="751774" y="429997"/>
                </a:cubicBezTo>
                <a:cubicBezTo>
                  <a:pt x="735005" y="429997"/>
                  <a:pt x="721411" y="416402"/>
                  <a:pt x="721411" y="399633"/>
                </a:cubicBezTo>
                <a:cubicBezTo>
                  <a:pt x="721411" y="382864"/>
                  <a:pt x="735005" y="369269"/>
                  <a:pt x="751774" y="369269"/>
                </a:cubicBezTo>
                <a:close/>
                <a:moveTo>
                  <a:pt x="679220" y="369269"/>
                </a:moveTo>
                <a:cubicBezTo>
                  <a:pt x="695989" y="369269"/>
                  <a:pt x="709583" y="382864"/>
                  <a:pt x="709583" y="399633"/>
                </a:cubicBezTo>
                <a:cubicBezTo>
                  <a:pt x="709583" y="416402"/>
                  <a:pt x="695989" y="429997"/>
                  <a:pt x="679220" y="429997"/>
                </a:cubicBezTo>
                <a:cubicBezTo>
                  <a:pt x="662450" y="429997"/>
                  <a:pt x="648856" y="416402"/>
                  <a:pt x="648856" y="399633"/>
                </a:cubicBezTo>
                <a:cubicBezTo>
                  <a:pt x="648856" y="382864"/>
                  <a:pt x="662450" y="369269"/>
                  <a:pt x="679220" y="369269"/>
                </a:cubicBezTo>
                <a:close/>
                <a:moveTo>
                  <a:pt x="606665" y="369269"/>
                </a:moveTo>
                <a:cubicBezTo>
                  <a:pt x="623435" y="369269"/>
                  <a:pt x="637029" y="382864"/>
                  <a:pt x="637029" y="399633"/>
                </a:cubicBezTo>
                <a:cubicBezTo>
                  <a:pt x="637029" y="416402"/>
                  <a:pt x="623435" y="429997"/>
                  <a:pt x="606665" y="429997"/>
                </a:cubicBezTo>
                <a:cubicBezTo>
                  <a:pt x="589896" y="429997"/>
                  <a:pt x="576302" y="416402"/>
                  <a:pt x="576302" y="399633"/>
                </a:cubicBezTo>
                <a:cubicBezTo>
                  <a:pt x="576302" y="382864"/>
                  <a:pt x="589896" y="369269"/>
                  <a:pt x="606665" y="369269"/>
                </a:cubicBezTo>
                <a:close/>
                <a:moveTo>
                  <a:pt x="534111" y="369269"/>
                </a:moveTo>
                <a:cubicBezTo>
                  <a:pt x="550880" y="369269"/>
                  <a:pt x="564474" y="382864"/>
                  <a:pt x="564474" y="399633"/>
                </a:cubicBezTo>
                <a:cubicBezTo>
                  <a:pt x="564474" y="416402"/>
                  <a:pt x="550880" y="429997"/>
                  <a:pt x="534111" y="429997"/>
                </a:cubicBezTo>
                <a:cubicBezTo>
                  <a:pt x="517341" y="429997"/>
                  <a:pt x="503747" y="416402"/>
                  <a:pt x="503747" y="399633"/>
                </a:cubicBezTo>
                <a:cubicBezTo>
                  <a:pt x="503747" y="382864"/>
                  <a:pt x="517341" y="369269"/>
                  <a:pt x="534111" y="369269"/>
                </a:cubicBezTo>
                <a:close/>
                <a:moveTo>
                  <a:pt x="461556" y="369269"/>
                </a:moveTo>
                <a:cubicBezTo>
                  <a:pt x="478326" y="369269"/>
                  <a:pt x="491920" y="382864"/>
                  <a:pt x="491920" y="399633"/>
                </a:cubicBezTo>
                <a:cubicBezTo>
                  <a:pt x="491920" y="416402"/>
                  <a:pt x="478326" y="429997"/>
                  <a:pt x="461556" y="429997"/>
                </a:cubicBezTo>
                <a:cubicBezTo>
                  <a:pt x="444787" y="429997"/>
                  <a:pt x="431192" y="416402"/>
                  <a:pt x="431192" y="399633"/>
                </a:cubicBezTo>
                <a:cubicBezTo>
                  <a:pt x="431192" y="382864"/>
                  <a:pt x="444787" y="369269"/>
                  <a:pt x="461556" y="369269"/>
                </a:cubicBezTo>
                <a:close/>
                <a:moveTo>
                  <a:pt x="389002" y="369269"/>
                </a:moveTo>
                <a:cubicBezTo>
                  <a:pt x="405771" y="369269"/>
                  <a:pt x="419365" y="382864"/>
                  <a:pt x="419365" y="399633"/>
                </a:cubicBezTo>
                <a:cubicBezTo>
                  <a:pt x="419365" y="416402"/>
                  <a:pt x="405771" y="429997"/>
                  <a:pt x="389002" y="429997"/>
                </a:cubicBezTo>
                <a:cubicBezTo>
                  <a:pt x="372232" y="429997"/>
                  <a:pt x="358638" y="416402"/>
                  <a:pt x="358638" y="399633"/>
                </a:cubicBezTo>
                <a:cubicBezTo>
                  <a:pt x="358638" y="382864"/>
                  <a:pt x="372232" y="369269"/>
                  <a:pt x="389002" y="369269"/>
                </a:cubicBezTo>
                <a:close/>
                <a:moveTo>
                  <a:pt x="316447" y="369269"/>
                </a:moveTo>
                <a:cubicBezTo>
                  <a:pt x="333216" y="369269"/>
                  <a:pt x="346810" y="382864"/>
                  <a:pt x="346810" y="399633"/>
                </a:cubicBezTo>
                <a:cubicBezTo>
                  <a:pt x="346810" y="416402"/>
                  <a:pt x="333216" y="429997"/>
                  <a:pt x="316447" y="429997"/>
                </a:cubicBezTo>
                <a:cubicBezTo>
                  <a:pt x="299677" y="429997"/>
                  <a:pt x="286084" y="416402"/>
                  <a:pt x="286084" y="399633"/>
                </a:cubicBezTo>
                <a:cubicBezTo>
                  <a:pt x="286084" y="382864"/>
                  <a:pt x="299677" y="369269"/>
                  <a:pt x="316447" y="369269"/>
                </a:cubicBezTo>
                <a:close/>
                <a:moveTo>
                  <a:pt x="243892" y="369269"/>
                </a:moveTo>
                <a:cubicBezTo>
                  <a:pt x="260662" y="369269"/>
                  <a:pt x="274256" y="382864"/>
                  <a:pt x="274256" y="399633"/>
                </a:cubicBezTo>
                <a:cubicBezTo>
                  <a:pt x="274256" y="416402"/>
                  <a:pt x="260662" y="429997"/>
                  <a:pt x="243892" y="429997"/>
                </a:cubicBezTo>
                <a:cubicBezTo>
                  <a:pt x="227123" y="429997"/>
                  <a:pt x="213529" y="416402"/>
                  <a:pt x="213529" y="399633"/>
                </a:cubicBezTo>
                <a:cubicBezTo>
                  <a:pt x="213529" y="382864"/>
                  <a:pt x="227123" y="369269"/>
                  <a:pt x="243892" y="369269"/>
                </a:cubicBezTo>
                <a:close/>
                <a:moveTo>
                  <a:pt x="171339" y="369269"/>
                </a:moveTo>
                <a:cubicBezTo>
                  <a:pt x="188107" y="369269"/>
                  <a:pt x="201701" y="382864"/>
                  <a:pt x="201701" y="399633"/>
                </a:cubicBezTo>
                <a:cubicBezTo>
                  <a:pt x="201701" y="416402"/>
                  <a:pt x="188107" y="429997"/>
                  <a:pt x="171339" y="429997"/>
                </a:cubicBezTo>
                <a:cubicBezTo>
                  <a:pt x="154685" y="429997"/>
                  <a:pt x="141090" y="416402"/>
                  <a:pt x="141090" y="399633"/>
                </a:cubicBezTo>
                <a:cubicBezTo>
                  <a:pt x="141090" y="382864"/>
                  <a:pt x="154685" y="369269"/>
                  <a:pt x="171339" y="369269"/>
                </a:cubicBezTo>
                <a:close/>
                <a:moveTo>
                  <a:pt x="98917" y="369269"/>
                </a:moveTo>
                <a:cubicBezTo>
                  <a:pt x="115677" y="369269"/>
                  <a:pt x="129270" y="382864"/>
                  <a:pt x="129270" y="399633"/>
                </a:cubicBezTo>
                <a:cubicBezTo>
                  <a:pt x="129270" y="416402"/>
                  <a:pt x="115677" y="429997"/>
                  <a:pt x="98917" y="429997"/>
                </a:cubicBezTo>
                <a:cubicBezTo>
                  <a:pt x="82143" y="429997"/>
                  <a:pt x="68549" y="416402"/>
                  <a:pt x="68549" y="399633"/>
                </a:cubicBezTo>
                <a:cubicBezTo>
                  <a:pt x="68549" y="382864"/>
                  <a:pt x="82143" y="369269"/>
                  <a:pt x="98917" y="369269"/>
                </a:cubicBezTo>
                <a:close/>
                <a:moveTo>
                  <a:pt x="26362" y="369269"/>
                </a:moveTo>
                <a:cubicBezTo>
                  <a:pt x="43124" y="369269"/>
                  <a:pt x="56719" y="382864"/>
                  <a:pt x="56719" y="399633"/>
                </a:cubicBezTo>
                <a:cubicBezTo>
                  <a:pt x="56719" y="416402"/>
                  <a:pt x="43124" y="429997"/>
                  <a:pt x="26362" y="429997"/>
                </a:cubicBezTo>
                <a:cubicBezTo>
                  <a:pt x="17976" y="429997"/>
                  <a:pt x="10385" y="426598"/>
                  <a:pt x="4890" y="421103"/>
                </a:cubicBezTo>
                <a:lnTo>
                  <a:pt x="0" y="409299"/>
                </a:lnTo>
                <a:lnTo>
                  <a:pt x="0" y="389967"/>
                </a:lnTo>
                <a:lnTo>
                  <a:pt x="4890" y="378163"/>
                </a:lnTo>
                <a:cubicBezTo>
                  <a:pt x="10385" y="372668"/>
                  <a:pt x="17976" y="369269"/>
                  <a:pt x="26362" y="369269"/>
                </a:cubicBezTo>
                <a:close/>
                <a:moveTo>
                  <a:pt x="1669444" y="307535"/>
                </a:moveTo>
                <a:lnTo>
                  <a:pt x="1670784" y="334061"/>
                </a:lnTo>
                <a:lnTo>
                  <a:pt x="1664620" y="319181"/>
                </a:lnTo>
                <a:close/>
                <a:moveTo>
                  <a:pt x="1622429" y="288818"/>
                </a:moveTo>
                <a:cubicBezTo>
                  <a:pt x="1639199" y="288818"/>
                  <a:pt x="1652792" y="302412"/>
                  <a:pt x="1652792" y="319181"/>
                </a:cubicBezTo>
                <a:cubicBezTo>
                  <a:pt x="1652792" y="335950"/>
                  <a:pt x="1639199" y="349545"/>
                  <a:pt x="1622429" y="349545"/>
                </a:cubicBezTo>
                <a:cubicBezTo>
                  <a:pt x="1605659" y="349545"/>
                  <a:pt x="1592066" y="335950"/>
                  <a:pt x="1592066" y="319181"/>
                </a:cubicBezTo>
                <a:cubicBezTo>
                  <a:pt x="1592066" y="302412"/>
                  <a:pt x="1605659" y="288818"/>
                  <a:pt x="1622429" y="288818"/>
                </a:cubicBezTo>
                <a:close/>
                <a:moveTo>
                  <a:pt x="1549874" y="288818"/>
                </a:moveTo>
                <a:cubicBezTo>
                  <a:pt x="1566644" y="288818"/>
                  <a:pt x="1580238" y="302412"/>
                  <a:pt x="1580238" y="319181"/>
                </a:cubicBezTo>
                <a:cubicBezTo>
                  <a:pt x="1580238" y="335950"/>
                  <a:pt x="1566644" y="349545"/>
                  <a:pt x="1549874" y="349545"/>
                </a:cubicBezTo>
                <a:cubicBezTo>
                  <a:pt x="1533105" y="349545"/>
                  <a:pt x="1519511" y="335950"/>
                  <a:pt x="1519511" y="319181"/>
                </a:cubicBezTo>
                <a:cubicBezTo>
                  <a:pt x="1519511" y="302412"/>
                  <a:pt x="1533105" y="288818"/>
                  <a:pt x="1549874" y="288818"/>
                </a:cubicBezTo>
                <a:close/>
                <a:moveTo>
                  <a:pt x="1477320" y="288818"/>
                </a:moveTo>
                <a:cubicBezTo>
                  <a:pt x="1494089" y="288818"/>
                  <a:pt x="1507683" y="302412"/>
                  <a:pt x="1507683" y="319181"/>
                </a:cubicBezTo>
                <a:cubicBezTo>
                  <a:pt x="1507683" y="335950"/>
                  <a:pt x="1494089" y="349545"/>
                  <a:pt x="1477320" y="349545"/>
                </a:cubicBezTo>
                <a:cubicBezTo>
                  <a:pt x="1460550" y="349545"/>
                  <a:pt x="1446956" y="335950"/>
                  <a:pt x="1446956" y="319181"/>
                </a:cubicBezTo>
                <a:cubicBezTo>
                  <a:pt x="1446956" y="302412"/>
                  <a:pt x="1460550" y="288818"/>
                  <a:pt x="1477320" y="288818"/>
                </a:cubicBezTo>
                <a:close/>
                <a:moveTo>
                  <a:pt x="1404765" y="288818"/>
                </a:moveTo>
                <a:cubicBezTo>
                  <a:pt x="1421535" y="288818"/>
                  <a:pt x="1435129" y="302412"/>
                  <a:pt x="1435129" y="319181"/>
                </a:cubicBezTo>
                <a:cubicBezTo>
                  <a:pt x="1435129" y="335950"/>
                  <a:pt x="1421535" y="349545"/>
                  <a:pt x="1404765" y="349545"/>
                </a:cubicBezTo>
                <a:cubicBezTo>
                  <a:pt x="1387996" y="349545"/>
                  <a:pt x="1374402" y="335950"/>
                  <a:pt x="1374402" y="319181"/>
                </a:cubicBezTo>
                <a:cubicBezTo>
                  <a:pt x="1374402" y="302412"/>
                  <a:pt x="1387996" y="288818"/>
                  <a:pt x="1404765" y="288818"/>
                </a:cubicBezTo>
                <a:close/>
                <a:moveTo>
                  <a:pt x="1332211" y="288818"/>
                </a:moveTo>
                <a:cubicBezTo>
                  <a:pt x="1348980" y="288818"/>
                  <a:pt x="1362574" y="302412"/>
                  <a:pt x="1362574" y="319181"/>
                </a:cubicBezTo>
                <a:cubicBezTo>
                  <a:pt x="1362574" y="335950"/>
                  <a:pt x="1348980" y="349545"/>
                  <a:pt x="1332211" y="349545"/>
                </a:cubicBezTo>
                <a:cubicBezTo>
                  <a:pt x="1315441" y="349545"/>
                  <a:pt x="1301847" y="335950"/>
                  <a:pt x="1301847" y="319181"/>
                </a:cubicBezTo>
                <a:cubicBezTo>
                  <a:pt x="1301847" y="302412"/>
                  <a:pt x="1315441" y="288818"/>
                  <a:pt x="1332211" y="288818"/>
                </a:cubicBezTo>
                <a:close/>
                <a:moveTo>
                  <a:pt x="1259656" y="288818"/>
                </a:moveTo>
                <a:cubicBezTo>
                  <a:pt x="1276426" y="288818"/>
                  <a:pt x="1290020" y="302412"/>
                  <a:pt x="1290020" y="319181"/>
                </a:cubicBezTo>
                <a:cubicBezTo>
                  <a:pt x="1290020" y="335950"/>
                  <a:pt x="1276426" y="349545"/>
                  <a:pt x="1259656" y="349545"/>
                </a:cubicBezTo>
                <a:cubicBezTo>
                  <a:pt x="1242887" y="349545"/>
                  <a:pt x="1229293" y="335950"/>
                  <a:pt x="1229293" y="319181"/>
                </a:cubicBezTo>
                <a:cubicBezTo>
                  <a:pt x="1229293" y="302412"/>
                  <a:pt x="1242887" y="288818"/>
                  <a:pt x="1259656" y="288818"/>
                </a:cubicBezTo>
                <a:close/>
                <a:moveTo>
                  <a:pt x="1187102" y="288818"/>
                </a:moveTo>
                <a:cubicBezTo>
                  <a:pt x="1203871" y="288818"/>
                  <a:pt x="1217465" y="302412"/>
                  <a:pt x="1217465" y="319181"/>
                </a:cubicBezTo>
                <a:cubicBezTo>
                  <a:pt x="1217465" y="335950"/>
                  <a:pt x="1203871" y="349545"/>
                  <a:pt x="1187102" y="349545"/>
                </a:cubicBezTo>
                <a:cubicBezTo>
                  <a:pt x="1170332" y="349545"/>
                  <a:pt x="1156738" y="335950"/>
                  <a:pt x="1156738" y="319181"/>
                </a:cubicBezTo>
                <a:cubicBezTo>
                  <a:pt x="1156738" y="302412"/>
                  <a:pt x="1170332" y="288818"/>
                  <a:pt x="1187102" y="288818"/>
                </a:cubicBezTo>
                <a:close/>
                <a:moveTo>
                  <a:pt x="1114547" y="288818"/>
                </a:moveTo>
                <a:cubicBezTo>
                  <a:pt x="1131317" y="288818"/>
                  <a:pt x="1144911" y="302412"/>
                  <a:pt x="1144911" y="319181"/>
                </a:cubicBezTo>
                <a:cubicBezTo>
                  <a:pt x="1144911" y="335950"/>
                  <a:pt x="1131317" y="349545"/>
                  <a:pt x="1114547" y="349545"/>
                </a:cubicBezTo>
                <a:cubicBezTo>
                  <a:pt x="1097778" y="349545"/>
                  <a:pt x="1084184" y="335950"/>
                  <a:pt x="1084184" y="319181"/>
                </a:cubicBezTo>
                <a:cubicBezTo>
                  <a:pt x="1084184" y="302412"/>
                  <a:pt x="1097778" y="288818"/>
                  <a:pt x="1114547" y="288818"/>
                </a:cubicBezTo>
                <a:close/>
                <a:moveTo>
                  <a:pt x="1041993" y="288818"/>
                </a:moveTo>
                <a:cubicBezTo>
                  <a:pt x="1058762" y="288818"/>
                  <a:pt x="1072356" y="302412"/>
                  <a:pt x="1072356" y="319181"/>
                </a:cubicBezTo>
                <a:cubicBezTo>
                  <a:pt x="1072356" y="335950"/>
                  <a:pt x="1058762" y="349545"/>
                  <a:pt x="1041993" y="349545"/>
                </a:cubicBezTo>
                <a:cubicBezTo>
                  <a:pt x="1025223" y="349545"/>
                  <a:pt x="1011629" y="335950"/>
                  <a:pt x="1011629" y="319181"/>
                </a:cubicBezTo>
                <a:cubicBezTo>
                  <a:pt x="1011629" y="302412"/>
                  <a:pt x="1025223" y="288818"/>
                  <a:pt x="1041993" y="288818"/>
                </a:cubicBezTo>
                <a:close/>
                <a:moveTo>
                  <a:pt x="969438" y="288818"/>
                </a:moveTo>
                <a:cubicBezTo>
                  <a:pt x="986208" y="288818"/>
                  <a:pt x="999801" y="302412"/>
                  <a:pt x="999801" y="319181"/>
                </a:cubicBezTo>
                <a:cubicBezTo>
                  <a:pt x="999801" y="335950"/>
                  <a:pt x="986208" y="349545"/>
                  <a:pt x="969438" y="349545"/>
                </a:cubicBezTo>
                <a:cubicBezTo>
                  <a:pt x="952669" y="349545"/>
                  <a:pt x="939075" y="335950"/>
                  <a:pt x="939075" y="319181"/>
                </a:cubicBezTo>
                <a:cubicBezTo>
                  <a:pt x="939075" y="302412"/>
                  <a:pt x="952669" y="288818"/>
                  <a:pt x="969438" y="288818"/>
                </a:cubicBezTo>
                <a:close/>
                <a:moveTo>
                  <a:pt x="896883" y="288818"/>
                </a:moveTo>
                <a:cubicBezTo>
                  <a:pt x="913653" y="288818"/>
                  <a:pt x="927247" y="302412"/>
                  <a:pt x="927247" y="319181"/>
                </a:cubicBezTo>
                <a:cubicBezTo>
                  <a:pt x="927247" y="335950"/>
                  <a:pt x="913653" y="349545"/>
                  <a:pt x="896883" y="349545"/>
                </a:cubicBezTo>
                <a:cubicBezTo>
                  <a:pt x="880114" y="349545"/>
                  <a:pt x="866520" y="335950"/>
                  <a:pt x="866520" y="319181"/>
                </a:cubicBezTo>
                <a:cubicBezTo>
                  <a:pt x="866520" y="302412"/>
                  <a:pt x="880114" y="288818"/>
                  <a:pt x="896883" y="288818"/>
                </a:cubicBezTo>
                <a:close/>
                <a:moveTo>
                  <a:pt x="824329" y="288818"/>
                </a:moveTo>
                <a:cubicBezTo>
                  <a:pt x="841098" y="288818"/>
                  <a:pt x="854692" y="302412"/>
                  <a:pt x="854692" y="319181"/>
                </a:cubicBezTo>
                <a:cubicBezTo>
                  <a:pt x="854692" y="335950"/>
                  <a:pt x="841098" y="349545"/>
                  <a:pt x="824329" y="349545"/>
                </a:cubicBezTo>
                <a:cubicBezTo>
                  <a:pt x="807559" y="349545"/>
                  <a:pt x="793965" y="335950"/>
                  <a:pt x="793965" y="319181"/>
                </a:cubicBezTo>
                <a:cubicBezTo>
                  <a:pt x="793965" y="302412"/>
                  <a:pt x="807559" y="288818"/>
                  <a:pt x="824329" y="288818"/>
                </a:cubicBezTo>
                <a:close/>
                <a:moveTo>
                  <a:pt x="751774" y="288818"/>
                </a:moveTo>
                <a:cubicBezTo>
                  <a:pt x="768544" y="288818"/>
                  <a:pt x="782138" y="302412"/>
                  <a:pt x="782138" y="319181"/>
                </a:cubicBezTo>
                <a:cubicBezTo>
                  <a:pt x="782138" y="335950"/>
                  <a:pt x="768544" y="349545"/>
                  <a:pt x="751774" y="349545"/>
                </a:cubicBezTo>
                <a:cubicBezTo>
                  <a:pt x="735005" y="349545"/>
                  <a:pt x="721411" y="335950"/>
                  <a:pt x="721411" y="319181"/>
                </a:cubicBezTo>
                <a:cubicBezTo>
                  <a:pt x="721411" y="302412"/>
                  <a:pt x="735005" y="288818"/>
                  <a:pt x="751774" y="288818"/>
                </a:cubicBezTo>
                <a:close/>
                <a:moveTo>
                  <a:pt x="679220" y="288818"/>
                </a:moveTo>
                <a:cubicBezTo>
                  <a:pt x="695989" y="288818"/>
                  <a:pt x="709583" y="302412"/>
                  <a:pt x="709583" y="319181"/>
                </a:cubicBezTo>
                <a:cubicBezTo>
                  <a:pt x="709583" y="335950"/>
                  <a:pt x="695989" y="349545"/>
                  <a:pt x="679220" y="349545"/>
                </a:cubicBezTo>
                <a:cubicBezTo>
                  <a:pt x="662450" y="349545"/>
                  <a:pt x="648856" y="335950"/>
                  <a:pt x="648856" y="319181"/>
                </a:cubicBezTo>
                <a:cubicBezTo>
                  <a:pt x="648856" y="302412"/>
                  <a:pt x="662450" y="288818"/>
                  <a:pt x="679220" y="288818"/>
                </a:cubicBezTo>
                <a:close/>
                <a:moveTo>
                  <a:pt x="606665" y="288818"/>
                </a:moveTo>
                <a:cubicBezTo>
                  <a:pt x="623435" y="288818"/>
                  <a:pt x="637029" y="302412"/>
                  <a:pt x="637029" y="319181"/>
                </a:cubicBezTo>
                <a:cubicBezTo>
                  <a:pt x="637029" y="335950"/>
                  <a:pt x="623435" y="349545"/>
                  <a:pt x="606665" y="349545"/>
                </a:cubicBezTo>
                <a:cubicBezTo>
                  <a:pt x="589896" y="349545"/>
                  <a:pt x="576302" y="335950"/>
                  <a:pt x="576302" y="319181"/>
                </a:cubicBezTo>
                <a:cubicBezTo>
                  <a:pt x="576302" y="302412"/>
                  <a:pt x="589896" y="288818"/>
                  <a:pt x="606665" y="288818"/>
                </a:cubicBezTo>
                <a:close/>
                <a:moveTo>
                  <a:pt x="534111" y="288818"/>
                </a:moveTo>
                <a:cubicBezTo>
                  <a:pt x="550880" y="288818"/>
                  <a:pt x="564474" y="302412"/>
                  <a:pt x="564474" y="319181"/>
                </a:cubicBezTo>
                <a:cubicBezTo>
                  <a:pt x="564474" y="335950"/>
                  <a:pt x="550880" y="349545"/>
                  <a:pt x="534111" y="349545"/>
                </a:cubicBezTo>
                <a:cubicBezTo>
                  <a:pt x="517341" y="349545"/>
                  <a:pt x="503747" y="335950"/>
                  <a:pt x="503747" y="319181"/>
                </a:cubicBezTo>
                <a:cubicBezTo>
                  <a:pt x="503747" y="302412"/>
                  <a:pt x="517341" y="288818"/>
                  <a:pt x="534111" y="288818"/>
                </a:cubicBezTo>
                <a:close/>
                <a:moveTo>
                  <a:pt x="461556" y="288818"/>
                </a:moveTo>
                <a:cubicBezTo>
                  <a:pt x="478326" y="288818"/>
                  <a:pt x="491920" y="302412"/>
                  <a:pt x="491920" y="319181"/>
                </a:cubicBezTo>
                <a:cubicBezTo>
                  <a:pt x="491920" y="335950"/>
                  <a:pt x="478326" y="349545"/>
                  <a:pt x="461556" y="349545"/>
                </a:cubicBezTo>
                <a:cubicBezTo>
                  <a:pt x="444787" y="349545"/>
                  <a:pt x="431192" y="335950"/>
                  <a:pt x="431192" y="319181"/>
                </a:cubicBezTo>
                <a:cubicBezTo>
                  <a:pt x="431192" y="302412"/>
                  <a:pt x="444787" y="288818"/>
                  <a:pt x="461556" y="288818"/>
                </a:cubicBezTo>
                <a:close/>
                <a:moveTo>
                  <a:pt x="389002" y="288818"/>
                </a:moveTo>
                <a:cubicBezTo>
                  <a:pt x="405771" y="288818"/>
                  <a:pt x="419365" y="302412"/>
                  <a:pt x="419365" y="319181"/>
                </a:cubicBezTo>
                <a:cubicBezTo>
                  <a:pt x="419365" y="335950"/>
                  <a:pt x="405771" y="349545"/>
                  <a:pt x="389002" y="349545"/>
                </a:cubicBezTo>
                <a:cubicBezTo>
                  <a:pt x="372232" y="349545"/>
                  <a:pt x="358638" y="335950"/>
                  <a:pt x="358638" y="319181"/>
                </a:cubicBezTo>
                <a:cubicBezTo>
                  <a:pt x="358638" y="302412"/>
                  <a:pt x="372232" y="288818"/>
                  <a:pt x="389002" y="288818"/>
                </a:cubicBezTo>
                <a:close/>
                <a:moveTo>
                  <a:pt x="316447" y="288818"/>
                </a:moveTo>
                <a:cubicBezTo>
                  <a:pt x="333216" y="288818"/>
                  <a:pt x="346810" y="302412"/>
                  <a:pt x="346810" y="319181"/>
                </a:cubicBezTo>
                <a:cubicBezTo>
                  <a:pt x="346810" y="335950"/>
                  <a:pt x="333216" y="349545"/>
                  <a:pt x="316447" y="349545"/>
                </a:cubicBezTo>
                <a:cubicBezTo>
                  <a:pt x="299677" y="349545"/>
                  <a:pt x="286084" y="335950"/>
                  <a:pt x="286084" y="319181"/>
                </a:cubicBezTo>
                <a:cubicBezTo>
                  <a:pt x="286084" y="302412"/>
                  <a:pt x="299677" y="288818"/>
                  <a:pt x="316447" y="288818"/>
                </a:cubicBezTo>
                <a:close/>
                <a:moveTo>
                  <a:pt x="243892" y="288818"/>
                </a:moveTo>
                <a:cubicBezTo>
                  <a:pt x="260662" y="288818"/>
                  <a:pt x="274256" y="302412"/>
                  <a:pt x="274256" y="319181"/>
                </a:cubicBezTo>
                <a:cubicBezTo>
                  <a:pt x="274256" y="335950"/>
                  <a:pt x="260662" y="349545"/>
                  <a:pt x="243892" y="349545"/>
                </a:cubicBezTo>
                <a:cubicBezTo>
                  <a:pt x="227123" y="349545"/>
                  <a:pt x="213529" y="335950"/>
                  <a:pt x="213529" y="319181"/>
                </a:cubicBezTo>
                <a:cubicBezTo>
                  <a:pt x="213529" y="302412"/>
                  <a:pt x="227123" y="288818"/>
                  <a:pt x="243892" y="288818"/>
                </a:cubicBezTo>
                <a:close/>
                <a:moveTo>
                  <a:pt x="171339" y="288818"/>
                </a:moveTo>
                <a:cubicBezTo>
                  <a:pt x="188107" y="288818"/>
                  <a:pt x="201701" y="302412"/>
                  <a:pt x="201701" y="319181"/>
                </a:cubicBezTo>
                <a:cubicBezTo>
                  <a:pt x="201701" y="335950"/>
                  <a:pt x="188107" y="349545"/>
                  <a:pt x="171339" y="349545"/>
                </a:cubicBezTo>
                <a:cubicBezTo>
                  <a:pt x="154691" y="349545"/>
                  <a:pt x="141096" y="335950"/>
                  <a:pt x="141096" y="319181"/>
                </a:cubicBezTo>
                <a:cubicBezTo>
                  <a:pt x="141096" y="302412"/>
                  <a:pt x="154691" y="288818"/>
                  <a:pt x="171339" y="288818"/>
                </a:cubicBezTo>
                <a:close/>
                <a:moveTo>
                  <a:pt x="98923" y="288818"/>
                </a:moveTo>
                <a:cubicBezTo>
                  <a:pt x="115682" y="288818"/>
                  <a:pt x="129276" y="302412"/>
                  <a:pt x="129276" y="319181"/>
                </a:cubicBezTo>
                <a:cubicBezTo>
                  <a:pt x="129276" y="335950"/>
                  <a:pt x="115682" y="349545"/>
                  <a:pt x="98923" y="349545"/>
                </a:cubicBezTo>
                <a:cubicBezTo>
                  <a:pt x="82149" y="349545"/>
                  <a:pt x="68554" y="335950"/>
                  <a:pt x="68554" y="319181"/>
                </a:cubicBezTo>
                <a:cubicBezTo>
                  <a:pt x="68554" y="302412"/>
                  <a:pt x="82149" y="288818"/>
                  <a:pt x="98923" y="288818"/>
                </a:cubicBezTo>
                <a:close/>
                <a:moveTo>
                  <a:pt x="26368" y="288818"/>
                </a:moveTo>
                <a:cubicBezTo>
                  <a:pt x="43131" y="288818"/>
                  <a:pt x="56725" y="302412"/>
                  <a:pt x="56725" y="319181"/>
                </a:cubicBezTo>
                <a:cubicBezTo>
                  <a:pt x="56725" y="335950"/>
                  <a:pt x="43131" y="349545"/>
                  <a:pt x="26368" y="349545"/>
                </a:cubicBezTo>
                <a:cubicBezTo>
                  <a:pt x="17983" y="349545"/>
                  <a:pt x="10391" y="346146"/>
                  <a:pt x="4896" y="340651"/>
                </a:cubicBezTo>
                <a:lnTo>
                  <a:pt x="0" y="328831"/>
                </a:lnTo>
                <a:lnTo>
                  <a:pt x="0" y="309532"/>
                </a:lnTo>
                <a:lnTo>
                  <a:pt x="4896" y="297711"/>
                </a:lnTo>
                <a:cubicBezTo>
                  <a:pt x="10391" y="292217"/>
                  <a:pt x="17983" y="288818"/>
                  <a:pt x="26368" y="288818"/>
                </a:cubicBezTo>
                <a:close/>
                <a:moveTo>
                  <a:pt x="1622429" y="208366"/>
                </a:moveTo>
                <a:cubicBezTo>
                  <a:pt x="1639199" y="208366"/>
                  <a:pt x="1652792" y="221960"/>
                  <a:pt x="1652792" y="238729"/>
                </a:cubicBezTo>
                <a:cubicBezTo>
                  <a:pt x="1652792" y="255499"/>
                  <a:pt x="1639199" y="269093"/>
                  <a:pt x="1622429" y="269093"/>
                </a:cubicBezTo>
                <a:cubicBezTo>
                  <a:pt x="1605659" y="269093"/>
                  <a:pt x="1592066" y="255499"/>
                  <a:pt x="1592066" y="238729"/>
                </a:cubicBezTo>
                <a:cubicBezTo>
                  <a:pt x="1592066" y="221960"/>
                  <a:pt x="1605659" y="208366"/>
                  <a:pt x="1622429" y="208366"/>
                </a:cubicBezTo>
                <a:close/>
                <a:moveTo>
                  <a:pt x="1549874" y="208366"/>
                </a:moveTo>
                <a:cubicBezTo>
                  <a:pt x="1566644" y="208366"/>
                  <a:pt x="1580238" y="221960"/>
                  <a:pt x="1580238" y="238729"/>
                </a:cubicBezTo>
                <a:cubicBezTo>
                  <a:pt x="1580238" y="255499"/>
                  <a:pt x="1566644" y="269093"/>
                  <a:pt x="1549874" y="269093"/>
                </a:cubicBezTo>
                <a:cubicBezTo>
                  <a:pt x="1533105" y="269093"/>
                  <a:pt x="1519511" y="255499"/>
                  <a:pt x="1519511" y="238729"/>
                </a:cubicBezTo>
                <a:cubicBezTo>
                  <a:pt x="1519511" y="221960"/>
                  <a:pt x="1533105" y="208366"/>
                  <a:pt x="1549874" y="208366"/>
                </a:cubicBezTo>
                <a:close/>
                <a:moveTo>
                  <a:pt x="1477320" y="208366"/>
                </a:moveTo>
                <a:cubicBezTo>
                  <a:pt x="1494089" y="208366"/>
                  <a:pt x="1507683" y="221960"/>
                  <a:pt x="1507683" y="238729"/>
                </a:cubicBezTo>
                <a:cubicBezTo>
                  <a:pt x="1507683" y="255499"/>
                  <a:pt x="1494089" y="269093"/>
                  <a:pt x="1477320" y="269093"/>
                </a:cubicBezTo>
                <a:cubicBezTo>
                  <a:pt x="1460550" y="269093"/>
                  <a:pt x="1446956" y="255499"/>
                  <a:pt x="1446956" y="238729"/>
                </a:cubicBezTo>
                <a:cubicBezTo>
                  <a:pt x="1446956" y="221960"/>
                  <a:pt x="1460550" y="208366"/>
                  <a:pt x="1477320" y="208366"/>
                </a:cubicBezTo>
                <a:close/>
                <a:moveTo>
                  <a:pt x="1404765" y="208366"/>
                </a:moveTo>
                <a:cubicBezTo>
                  <a:pt x="1421535" y="208366"/>
                  <a:pt x="1435129" y="221960"/>
                  <a:pt x="1435129" y="238729"/>
                </a:cubicBezTo>
                <a:cubicBezTo>
                  <a:pt x="1435129" y="255499"/>
                  <a:pt x="1421535" y="269093"/>
                  <a:pt x="1404765" y="269093"/>
                </a:cubicBezTo>
                <a:cubicBezTo>
                  <a:pt x="1387996" y="269093"/>
                  <a:pt x="1374402" y="255499"/>
                  <a:pt x="1374402" y="238729"/>
                </a:cubicBezTo>
                <a:cubicBezTo>
                  <a:pt x="1374402" y="221960"/>
                  <a:pt x="1387996" y="208366"/>
                  <a:pt x="1404765" y="208366"/>
                </a:cubicBezTo>
                <a:close/>
                <a:moveTo>
                  <a:pt x="1332211" y="208366"/>
                </a:moveTo>
                <a:cubicBezTo>
                  <a:pt x="1348980" y="208366"/>
                  <a:pt x="1362574" y="221960"/>
                  <a:pt x="1362574" y="238729"/>
                </a:cubicBezTo>
                <a:cubicBezTo>
                  <a:pt x="1362574" y="255499"/>
                  <a:pt x="1348980" y="269093"/>
                  <a:pt x="1332211" y="269093"/>
                </a:cubicBezTo>
                <a:cubicBezTo>
                  <a:pt x="1315441" y="269093"/>
                  <a:pt x="1301847" y="255499"/>
                  <a:pt x="1301847" y="238729"/>
                </a:cubicBezTo>
                <a:cubicBezTo>
                  <a:pt x="1301847" y="221960"/>
                  <a:pt x="1315441" y="208366"/>
                  <a:pt x="1332211" y="208366"/>
                </a:cubicBezTo>
                <a:close/>
                <a:moveTo>
                  <a:pt x="1259656" y="208366"/>
                </a:moveTo>
                <a:cubicBezTo>
                  <a:pt x="1276426" y="208366"/>
                  <a:pt x="1290020" y="221960"/>
                  <a:pt x="1290020" y="238729"/>
                </a:cubicBezTo>
                <a:cubicBezTo>
                  <a:pt x="1290020" y="255499"/>
                  <a:pt x="1276426" y="269093"/>
                  <a:pt x="1259656" y="269093"/>
                </a:cubicBezTo>
                <a:cubicBezTo>
                  <a:pt x="1242887" y="269093"/>
                  <a:pt x="1229293" y="255499"/>
                  <a:pt x="1229293" y="238729"/>
                </a:cubicBezTo>
                <a:cubicBezTo>
                  <a:pt x="1229293" y="221960"/>
                  <a:pt x="1242887" y="208366"/>
                  <a:pt x="1259656" y="208366"/>
                </a:cubicBezTo>
                <a:close/>
                <a:moveTo>
                  <a:pt x="1187102" y="208366"/>
                </a:moveTo>
                <a:cubicBezTo>
                  <a:pt x="1203871" y="208366"/>
                  <a:pt x="1217465" y="221960"/>
                  <a:pt x="1217465" y="238729"/>
                </a:cubicBezTo>
                <a:cubicBezTo>
                  <a:pt x="1217465" y="255499"/>
                  <a:pt x="1203871" y="269093"/>
                  <a:pt x="1187102" y="269093"/>
                </a:cubicBezTo>
                <a:cubicBezTo>
                  <a:pt x="1170332" y="269093"/>
                  <a:pt x="1156738" y="255499"/>
                  <a:pt x="1156738" y="238729"/>
                </a:cubicBezTo>
                <a:cubicBezTo>
                  <a:pt x="1156738" y="221960"/>
                  <a:pt x="1170332" y="208366"/>
                  <a:pt x="1187102" y="208366"/>
                </a:cubicBezTo>
                <a:close/>
                <a:moveTo>
                  <a:pt x="1114547" y="208366"/>
                </a:moveTo>
                <a:cubicBezTo>
                  <a:pt x="1131317" y="208366"/>
                  <a:pt x="1144911" y="221960"/>
                  <a:pt x="1144911" y="238729"/>
                </a:cubicBezTo>
                <a:cubicBezTo>
                  <a:pt x="1144911" y="255499"/>
                  <a:pt x="1131317" y="269093"/>
                  <a:pt x="1114547" y="269093"/>
                </a:cubicBezTo>
                <a:cubicBezTo>
                  <a:pt x="1097778" y="269093"/>
                  <a:pt x="1084184" y="255499"/>
                  <a:pt x="1084184" y="238729"/>
                </a:cubicBezTo>
                <a:cubicBezTo>
                  <a:pt x="1084184" y="221960"/>
                  <a:pt x="1097778" y="208366"/>
                  <a:pt x="1114547" y="208366"/>
                </a:cubicBezTo>
                <a:close/>
                <a:moveTo>
                  <a:pt x="1041993" y="208366"/>
                </a:moveTo>
                <a:cubicBezTo>
                  <a:pt x="1058762" y="208366"/>
                  <a:pt x="1072356" y="221960"/>
                  <a:pt x="1072356" y="238729"/>
                </a:cubicBezTo>
                <a:cubicBezTo>
                  <a:pt x="1072356" y="255499"/>
                  <a:pt x="1058762" y="269093"/>
                  <a:pt x="1041993" y="269093"/>
                </a:cubicBezTo>
                <a:cubicBezTo>
                  <a:pt x="1025223" y="269093"/>
                  <a:pt x="1011629" y="255499"/>
                  <a:pt x="1011629" y="238729"/>
                </a:cubicBezTo>
                <a:cubicBezTo>
                  <a:pt x="1011629" y="221960"/>
                  <a:pt x="1025223" y="208366"/>
                  <a:pt x="1041993" y="208366"/>
                </a:cubicBezTo>
                <a:close/>
                <a:moveTo>
                  <a:pt x="969438" y="208366"/>
                </a:moveTo>
                <a:cubicBezTo>
                  <a:pt x="986208" y="208366"/>
                  <a:pt x="999801" y="221960"/>
                  <a:pt x="999801" y="238729"/>
                </a:cubicBezTo>
                <a:cubicBezTo>
                  <a:pt x="999801" y="255499"/>
                  <a:pt x="986208" y="269093"/>
                  <a:pt x="969438" y="269093"/>
                </a:cubicBezTo>
                <a:cubicBezTo>
                  <a:pt x="952669" y="269093"/>
                  <a:pt x="939075" y="255499"/>
                  <a:pt x="939075" y="238729"/>
                </a:cubicBezTo>
                <a:cubicBezTo>
                  <a:pt x="939075" y="221960"/>
                  <a:pt x="952669" y="208366"/>
                  <a:pt x="969438" y="208366"/>
                </a:cubicBezTo>
                <a:close/>
                <a:moveTo>
                  <a:pt x="896883" y="208366"/>
                </a:moveTo>
                <a:cubicBezTo>
                  <a:pt x="913653" y="208366"/>
                  <a:pt x="927247" y="221960"/>
                  <a:pt x="927247" y="238729"/>
                </a:cubicBezTo>
                <a:cubicBezTo>
                  <a:pt x="927247" y="255499"/>
                  <a:pt x="913653" y="269093"/>
                  <a:pt x="896883" y="269093"/>
                </a:cubicBezTo>
                <a:cubicBezTo>
                  <a:pt x="880114" y="269093"/>
                  <a:pt x="866520" y="255499"/>
                  <a:pt x="866520" y="238729"/>
                </a:cubicBezTo>
                <a:cubicBezTo>
                  <a:pt x="866520" y="221960"/>
                  <a:pt x="880114" y="208366"/>
                  <a:pt x="896883" y="208366"/>
                </a:cubicBezTo>
                <a:close/>
                <a:moveTo>
                  <a:pt x="824329" y="208366"/>
                </a:moveTo>
                <a:cubicBezTo>
                  <a:pt x="841098" y="208366"/>
                  <a:pt x="854692" y="221960"/>
                  <a:pt x="854692" y="238729"/>
                </a:cubicBezTo>
                <a:cubicBezTo>
                  <a:pt x="854692" y="255499"/>
                  <a:pt x="841098" y="269093"/>
                  <a:pt x="824329" y="269093"/>
                </a:cubicBezTo>
                <a:cubicBezTo>
                  <a:pt x="807559" y="269093"/>
                  <a:pt x="793965" y="255499"/>
                  <a:pt x="793965" y="238729"/>
                </a:cubicBezTo>
                <a:cubicBezTo>
                  <a:pt x="793965" y="221960"/>
                  <a:pt x="807559" y="208366"/>
                  <a:pt x="824329" y="208366"/>
                </a:cubicBezTo>
                <a:close/>
                <a:moveTo>
                  <a:pt x="751774" y="208366"/>
                </a:moveTo>
                <a:cubicBezTo>
                  <a:pt x="768544" y="208366"/>
                  <a:pt x="782138" y="221960"/>
                  <a:pt x="782138" y="238729"/>
                </a:cubicBezTo>
                <a:cubicBezTo>
                  <a:pt x="782138" y="255499"/>
                  <a:pt x="768544" y="269093"/>
                  <a:pt x="751774" y="269093"/>
                </a:cubicBezTo>
                <a:cubicBezTo>
                  <a:pt x="735005" y="269093"/>
                  <a:pt x="721411" y="255499"/>
                  <a:pt x="721411" y="238729"/>
                </a:cubicBezTo>
                <a:cubicBezTo>
                  <a:pt x="721411" y="221960"/>
                  <a:pt x="735005" y="208366"/>
                  <a:pt x="751774" y="208366"/>
                </a:cubicBezTo>
                <a:close/>
                <a:moveTo>
                  <a:pt x="679220" y="208366"/>
                </a:moveTo>
                <a:cubicBezTo>
                  <a:pt x="695989" y="208366"/>
                  <a:pt x="709583" y="221960"/>
                  <a:pt x="709583" y="238729"/>
                </a:cubicBezTo>
                <a:cubicBezTo>
                  <a:pt x="709583" y="255499"/>
                  <a:pt x="695989" y="269093"/>
                  <a:pt x="679220" y="269093"/>
                </a:cubicBezTo>
                <a:cubicBezTo>
                  <a:pt x="662450" y="269093"/>
                  <a:pt x="648856" y="255499"/>
                  <a:pt x="648856" y="238729"/>
                </a:cubicBezTo>
                <a:cubicBezTo>
                  <a:pt x="648856" y="221960"/>
                  <a:pt x="662450" y="208366"/>
                  <a:pt x="679220" y="208366"/>
                </a:cubicBezTo>
                <a:close/>
                <a:moveTo>
                  <a:pt x="606665" y="208366"/>
                </a:moveTo>
                <a:cubicBezTo>
                  <a:pt x="623435" y="208366"/>
                  <a:pt x="637029" y="221960"/>
                  <a:pt x="637029" y="238729"/>
                </a:cubicBezTo>
                <a:cubicBezTo>
                  <a:pt x="637029" y="255499"/>
                  <a:pt x="623435" y="269093"/>
                  <a:pt x="606665" y="269093"/>
                </a:cubicBezTo>
                <a:cubicBezTo>
                  <a:pt x="589896" y="269093"/>
                  <a:pt x="576302" y="255499"/>
                  <a:pt x="576302" y="238729"/>
                </a:cubicBezTo>
                <a:cubicBezTo>
                  <a:pt x="576302" y="221960"/>
                  <a:pt x="589896" y="208366"/>
                  <a:pt x="606665" y="208366"/>
                </a:cubicBezTo>
                <a:close/>
                <a:moveTo>
                  <a:pt x="534111" y="208366"/>
                </a:moveTo>
                <a:cubicBezTo>
                  <a:pt x="550880" y="208366"/>
                  <a:pt x="564474" y="221960"/>
                  <a:pt x="564474" y="238729"/>
                </a:cubicBezTo>
                <a:cubicBezTo>
                  <a:pt x="564474" y="255499"/>
                  <a:pt x="550880" y="269093"/>
                  <a:pt x="534111" y="269093"/>
                </a:cubicBezTo>
                <a:cubicBezTo>
                  <a:pt x="517341" y="269093"/>
                  <a:pt x="503747" y="255499"/>
                  <a:pt x="503747" y="238729"/>
                </a:cubicBezTo>
                <a:cubicBezTo>
                  <a:pt x="503747" y="221960"/>
                  <a:pt x="517341" y="208366"/>
                  <a:pt x="534111" y="208366"/>
                </a:cubicBezTo>
                <a:close/>
                <a:moveTo>
                  <a:pt x="461556" y="208366"/>
                </a:moveTo>
                <a:cubicBezTo>
                  <a:pt x="478326" y="208366"/>
                  <a:pt x="491920" y="221960"/>
                  <a:pt x="491920" y="238729"/>
                </a:cubicBezTo>
                <a:cubicBezTo>
                  <a:pt x="491920" y="255499"/>
                  <a:pt x="478326" y="269093"/>
                  <a:pt x="461556" y="269093"/>
                </a:cubicBezTo>
                <a:cubicBezTo>
                  <a:pt x="444787" y="269093"/>
                  <a:pt x="431192" y="255499"/>
                  <a:pt x="431192" y="238729"/>
                </a:cubicBezTo>
                <a:cubicBezTo>
                  <a:pt x="431192" y="221960"/>
                  <a:pt x="444787" y="208366"/>
                  <a:pt x="461556" y="208366"/>
                </a:cubicBezTo>
                <a:close/>
                <a:moveTo>
                  <a:pt x="389002" y="208366"/>
                </a:moveTo>
                <a:cubicBezTo>
                  <a:pt x="405771" y="208366"/>
                  <a:pt x="419365" y="221960"/>
                  <a:pt x="419365" y="238729"/>
                </a:cubicBezTo>
                <a:cubicBezTo>
                  <a:pt x="419365" y="255499"/>
                  <a:pt x="405771" y="269093"/>
                  <a:pt x="389002" y="269093"/>
                </a:cubicBezTo>
                <a:cubicBezTo>
                  <a:pt x="372232" y="269093"/>
                  <a:pt x="358638" y="255499"/>
                  <a:pt x="358638" y="238729"/>
                </a:cubicBezTo>
                <a:cubicBezTo>
                  <a:pt x="358638" y="221960"/>
                  <a:pt x="372232" y="208366"/>
                  <a:pt x="389002" y="208366"/>
                </a:cubicBezTo>
                <a:close/>
                <a:moveTo>
                  <a:pt x="316447" y="208366"/>
                </a:moveTo>
                <a:cubicBezTo>
                  <a:pt x="333216" y="208366"/>
                  <a:pt x="346810" y="221960"/>
                  <a:pt x="346810" y="238729"/>
                </a:cubicBezTo>
                <a:cubicBezTo>
                  <a:pt x="346810" y="255499"/>
                  <a:pt x="333216" y="269093"/>
                  <a:pt x="316447" y="269093"/>
                </a:cubicBezTo>
                <a:cubicBezTo>
                  <a:pt x="299677" y="269093"/>
                  <a:pt x="286084" y="255499"/>
                  <a:pt x="286084" y="238729"/>
                </a:cubicBezTo>
                <a:cubicBezTo>
                  <a:pt x="286084" y="221960"/>
                  <a:pt x="299677" y="208366"/>
                  <a:pt x="316447" y="208366"/>
                </a:cubicBezTo>
                <a:close/>
                <a:moveTo>
                  <a:pt x="243892" y="208366"/>
                </a:moveTo>
                <a:cubicBezTo>
                  <a:pt x="260662" y="208366"/>
                  <a:pt x="274256" y="221960"/>
                  <a:pt x="274256" y="238729"/>
                </a:cubicBezTo>
                <a:cubicBezTo>
                  <a:pt x="274256" y="255499"/>
                  <a:pt x="260662" y="269093"/>
                  <a:pt x="243892" y="269093"/>
                </a:cubicBezTo>
                <a:cubicBezTo>
                  <a:pt x="227123" y="269093"/>
                  <a:pt x="213529" y="255499"/>
                  <a:pt x="213529" y="238729"/>
                </a:cubicBezTo>
                <a:cubicBezTo>
                  <a:pt x="213529" y="221960"/>
                  <a:pt x="227123" y="208366"/>
                  <a:pt x="243892" y="208366"/>
                </a:cubicBezTo>
                <a:close/>
                <a:moveTo>
                  <a:pt x="171339" y="208366"/>
                </a:moveTo>
                <a:cubicBezTo>
                  <a:pt x="188107" y="208366"/>
                  <a:pt x="201701" y="221960"/>
                  <a:pt x="201701" y="238729"/>
                </a:cubicBezTo>
                <a:cubicBezTo>
                  <a:pt x="201701" y="255499"/>
                  <a:pt x="188107" y="269093"/>
                  <a:pt x="171339" y="269093"/>
                </a:cubicBezTo>
                <a:cubicBezTo>
                  <a:pt x="154697" y="269093"/>
                  <a:pt x="141102" y="255499"/>
                  <a:pt x="141102" y="238729"/>
                </a:cubicBezTo>
                <a:cubicBezTo>
                  <a:pt x="141102" y="221960"/>
                  <a:pt x="154697" y="208366"/>
                  <a:pt x="171339" y="208366"/>
                </a:cubicBezTo>
                <a:close/>
                <a:moveTo>
                  <a:pt x="98929" y="208366"/>
                </a:moveTo>
                <a:cubicBezTo>
                  <a:pt x="115688" y="208366"/>
                  <a:pt x="129282" y="221960"/>
                  <a:pt x="129282" y="238729"/>
                </a:cubicBezTo>
                <a:cubicBezTo>
                  <a:pt x="129282" y="255499"/>
                  <a:pt x="115688" y="269093"/>
                  <a:pt x="98929" y="269093"/>
                </a:cubicBezTo>
                <a:cubicBezTo>
                  <a:pt x="82155" y="269093"/>
                  <a:pt x="68561" y="255499"/>
                  <a:pt x="68561" y="238729"/>
                </a:cubicBezTo>
                <a:cubicBezTo>
                  <a:pt x="68561" y="221960"/>
                  <a:pt x="82155" y="208366"/>
                  <a:pt x="98929" y="208366"/>
                </a:cubicBezTo>
                <a:close/>
                <a:moveTo>
                  <a:pt x="26375" y="208366"/>
                </a:moveTo>
                <a:cubicBezTo>
                  <a:pt x="43137" y="208366"/>
                  <a:pt x="56732" y="221960"/>
                  <a:pt x="56732" y="238729"/>
                </a:cubicBezTo>
                <a:cubicBezTo>
                  <a:pt x="56732" y="255499"/>
                  <a:pt x="43137" y="269093"/>
                  <a:pt x="26375" y="269093"/>
                </a:cubicBezTo>
                <a:cubicBezTo>
                  <a:pt x="17989" y="269093"/>
                  <a:pt x="10398" y="265695"/>
                  <a:pt x="4903" y="260200"/>
                </a:cubicBezTo>
                <a:lnTo>
                  <a:pt x="0" y="248364"/>
                </a:lnTo>
                <a:lnTo>
                  <a:pt x="0" y="229094"/>
                </a:lnTo>
                <a:lnTo>
                  <a:pt x="4903" y="217259"/>
                </a:lnTo>
                <a:cubicBezTo>
                  <a:pt x="10398" y="211765"/>
                  <a:pt x="17989" y="208366"/>
                  <a:pt x="26375" y="208366"/>
                </a:cubicBezTo>
                <a:close/>
                <a:moveTo>
                  <a:pt x="1622429" y="127914"/>
                </a:moveTo>
                <a:cubicBezTo>
                  <a:pt x="1630814" y="127914"/>
                  <a:pt x="1638404" y="131313"/>
                  <a:pt x="1643899" y="136808"/>
                </a:cubicBezTo>
                <a:lnTo>
                  <a:pt x="1648931" y="148957"/>
                </a:lnTo>
                <a:lnTo>
                  <a:pt x="1651011" y="162579"/>
                </a:lnTo>
                <a:lnTo>
                  <a:pt x="1643899" y="179748"/>
                </a:lnTo>
                <a:cubicBezTo>
                  <a:pt x="1638404" y="185243"/>
                  <a:pt x="1630814" y="188641"/>
                  <a:pt x="1622429" y="188641"/>
                </a:cubicBezTo>
                <a:cubicBezTo>
                  <a:pt x="1605659" y="188641"/>
                  <a:pt x="1592066" y="175047"/>
                  <a:pt x="1592066" y="158278"/>
                </a:cubicBezTo>
                <a:cubicBezTo>
                  <a:pt x="1592066" y="141508"/>
                  <a:pt x="1605659" y="127914"/>
                  <a:pt x="1622429" y="127914"/>
                </a:cubicBezTo>
                <a:close/>
                <a:moveTo>
                  <a:pt x="1549874" y="127914"/>
                </a:moveTo>
                <a:cubicBezTo>
                  <a:pt x="1566644" y="127914"/>
                  <a:pt x="1580238" y="141508"/>
                  <a:pt x="1580238" y="158278"/>
                </a:cubicBezTo>
                <a:cubicBezTo>
                  <a:pt x="1580238" y="175047"/>
                  <a:pt x="1566644" y="188641"/>
                  <a:pt x="1549874" y="188641"/>
                </a:cubicBezTo>
                <a:cubicBezTo>
                  <a:pt x="1533105" y="188641"/>
                  <a:pt x="1519511" y="175047"/>
                  <a:pt x="1519511" y="158278"/>
                </a:cubicBezTo>
                <a:cubicBezTo>
                  <a:pt x="1519511" y="141508"/>
                  <a:pt x="1533105" y="127914"/>
                  <a:pt x="1549874" y="127914"/>
                </a:cubicBezTo>
                <a:close/>
                <a:moveTo>
                  <a:pt x="1477320" y="127914"/>
                </a:moveTo>
                <a:cubicBezTo>
                  <a:pt x="1494089" y="127914"/>
                  <a:pt x="1507683" y="141508"/>
                  <a:pt x="1507683" y="158278"/>
                </a:cubicBezTo>
                <a:cubicBezTo>
                  <a:pt x="1507683" y="175047"/>
                  <a:pt x="1494089" y="188641"/>
                  <a:pt x="1477320" y="188641"/>
                </a:cubicBezTo>
                <a:cubicBezTo>
                  <a:pt x="1460550" y="188641"/>
                  <a:pt x="1446956" y="175047"/>
                  <a:pt x="1446956" y="158278"/>
                </a:cubicBezTo>
                <a:cubicBezTo>
                  <a:pt x="1446956" y="141508"/>
                  <a:pt x="1460550" y="127914"/>
                  <a:pt x="1477320" y="127914"/>
                </a:cubicBezTo>
                <a:close/>
                <a:moveTo>
                  <a:pt x="1404765" y="127914"/>
                </a:moveTo>
                <a:cubicBezTo>
                  <a:pt x="1421535" y="127914"/>
                  <a:pt x="1435129" y="141508"/>
                  <a:pt x="1435129" y="158278"/>
                </a:cubicBezTo>
                <a:cubicBezTo>
                  <a:pt x="1435129" y="175047"/>
                  <a:pt x="1421535" y="188641"/>
                  <a:pt x="1404765" y="188641"/>
                </a:cubicBezTo>
                <a:cubicBezTo>
                  <a:pt x="1387996" y="188641"/>
                  <a:pt x="1374402" y="175047"/>
                  <a:pt x="1374402" y="158278"/>
                </a:cubicBezTo>
                <a:cubicBezTo>
                  <a:pt x="1374402" y="141508"/>
                  <a:pt x="1387996" y="127914"/>
                  <a:pt x="1404765" y="127914"/>
                </a:cubicBezTo>
                <a:close/>
                <a:moveTo>
                  <a:pt x="1332211" y="127914"/>
                </a:moveTo>
                <a:cubicBezTo>
                  <a:pt x="1348980" y="127914"/>
                  <a:pt x="1362574" y="141508"/>
                  <a:pt x="1362574" y="158278"/>
                </a:cubicBezTo>
                <a:cubicBezTo>
                  <a:pt x="1362574" y="175047"/>
                  <a:pt x="1348980" y="188641"/>
                  <a:pt x="1332211" y="188641"/>
                </a:cubicBezTo>
                <a:cubicBezTo>
                  <a:pt x="1315441" y="188641"/>
                  <a:pt x="1301847" y="175047"/>
                  <a:pt x="1301847" y="158278"/>
                </a:cubicBezTo>
                <a:cubicBezTo>
                  <a:pt x="1301847" y="141508"/>
                  <a:pt x="1315441" y="127914"/>
                  <a:pt x="1332211" y="127914"/>
                </a:cubicBezTo>
                <a:close/>
                <a:moveTo>
                  <a:pt x="1259656" y="127914"/>
                </a:moveTo>
                <a:cubicBezTo>
                  <a:pt x="1276426" y="127914"/>
                  <a:pt x="1290020" y="141508"/>
                  <a:pt x="1290020" y="158278"/>
                </a:cubicBezTo>
                <a:cubicBezTo>
                  <a:pt x="1290020" y="175047"/>
                  <a:pt x="1276426" y="188641"/>
                  <a:pt x="1259656" y="188641"/>
                </a:cubicBezTo>
                <a:cubicBezTo>
                  <a:pt x="1242887" y="188641"/>
                  <a:pt x="1229293" y="175047"/>
                  <a:pt x="1229293" y="158278"/>
                </a:cubicBezTo>
                <a:cubicBezTo>
                  <a:pt x="1229293" y="141508"/>
                  <a:pt x="1242887" y="127914"/>
                  <a:pt x="1259656" y="127914"/>
                </a:cubicBezTo>
                <a:close/>
                <a:moveTo>
                  <a:pt x="1187102" y="127914"/>
                </a:moveTo>
                <a:cubicBezTo>
                  <a:pt x="1203871" y="127914"/>
                  <a:pt x="1217465" y="141508"/>
                  <a:pt x="1217465" y="158278"/>
                </a:cubicBezTo>
                <a:cubicBezTo>
                  <a:pt x="1217465" y="175047"/>
                  <a:pt x="1203871" y="188641"/>
                  <a:pt x="1187102" y="188641"/>
                </a:cubicBezTo>
                <a:cubicBezTo>
                  <a:pt x="1170332" y="188641"/>
                  <a:pt x="1156738" y="175047"/>
                  <a:pt x="1156738" y="158278"/>
                </a:cubicBezTo>
                <a:cubicBezTo>
                  <a:pt x="1156738" y="141508"/>
                  <a:pt x="1170332" y="127914"/>
                  <a:pt x="1187102" y="127914"/>
                </a:cubicBezTo>
                <a:close/>
                <a:moveTo>
                  <a:pt x="1114547" y="127914"/>
                </a:moveTo>
                <a:cubicBezTo>
                  <a:pt x="1131317" y="127914"/>
                  <a:pt x="1144911" y="141508"/>
                  <a:pt x="1144911" y="158278"/>
                </a:cubicBezTo>
                <a:cubicBezTo>
                  <a:pt x="1144911" y="175047"/>
                  <a:pt x="1131317" y="188641"/>
                  <a:pt x="1114547" y="188641"/>
                </a:cubicBezTo>
                <a:cubicBezTo>
                  <a:pt x="1097778" y="188641"/>
                  <a:pt x="1084184" y="175047"/>
                  <a:pt x="1084184" y="158278"/>
                </a:cubicBezTo>
                <a:cubicBezTo>
                  <a:pt x="1084184" y="141508"/>
                  <a:pt x="1097778" y="127914"/>
                  <a:pt x="1114547" y="127914"/>
                </a:cubicBezTo>
                <a:close/>
                <a:moveTo>
                  <a:pt x="1041993" y="127914"/>
                </a:moveTo>
                <a:cubicBezTo>
                  <a:pt x="1058762" y="127914"/>
                  <a:pt x="1072356" y="141508"/>
                  <a:pt x="1072356" y="158278"/>
                </a:cubicBezTo>
                <a:cubicBezTo>
                  <a:pt x="1072356" y="175047"/>
                  <a:pt x="1058762" y="188641"/>
                  <a:pt x="1041993" y="188641"/>
                </a:cubicBezTo>
                <a:cubicBezTo>
                  <a:pt x="1025223" y="188641"/>
                  <a:pt x="1011629" y="175047"/>
                  <a:pt x="1011629" y="158278"/>
                </a:cubicBezTo>
                <a:cubicBezTo>
                  <a:pt x="1011629" y="141508"/>
                  <a:pt x="1025223" y="127914"/>
                  <a:pt x="1041993" y="127914"/>
                </a:cubicBezTo>
                <a:close/>
                <a:moveTo>
                  <a:pt x="969438" y="127914"/>
                </a:moveTo>
                <a:cubicBezTo>
                  <a:pt x="986208" y="127914"/>
                  <a:pt x="999801" y="141508"/>
                  <a:pt x="999801" y="158278"/>
                </a:cubicBezTo>
                <a:cubicBezTo>
                  <a:pt x="999801" y="175047"/>
                  <a:pt x="986208" y="188641"/>
                  <a:pt x="969438" y="188641"/>
                </a:cubicBezTo>
                <a:cubicBezTo>
                  <a:pt x="952669" y="188641"/>
                  <a:pt x="939075" y="175047"/>
                  <a:pt x="939075" y="158278"/>
                </a:cubicBezTo>
                <a:cubicBezTo>
                  <a:pt x="939075" y="141508"/>
                  <a:pt x="952669" y="127914"/>
                  <a:pt x="969438" y="127914"/>
                </a:cubicBezTo>
                <a:close/>
                <a:moveTo>
                  <a:pt x="896883" y="127914"/>
                </a:moveTo>
                <a:cubicBezTo>
                  <a:pt x="913653" y="127914"/>
                  <a:pt x="927247" y="141508"/>
                  <a:pt x="927247" y="158278"/>
                </a:cubicBezTo>
                <a:cubicBezTo>
                  <a:pt x="927247" y="175047"/>
                  <a:pt x="913653" y="188641"/>
                  <a:pt x="896883" y="188641"/>
                </a:cubicBezTo>
                <a:cubicBezTo>
                  <a:pt x="880114" y="188641"/>
                  <a:pt x="866520" y="175047"/>
                  <a:pt x="866520" y="158278"/>
                </a:cubicBezTo>
                <a:cubicBezTo>
                  <a:pt x="866520" y="141508"/>
                  <a:pt x="880114" y="127914"/>
                  <a:pt x="896883" y="127914"/>
                </a:cubicBezTo>
                <a:close/>
                <a:moveTo>
                  <a:pt x="824329" y="127914"/>
                </a:moveTo>
                <a:cubicBezTo>
                  <a:pt x="841098" y="127914"/>
                  <a:pt x="854692" y="141508"/>
                  <a:pt x="854692" y="158278"/>
                </a:cubicBezTo>
                <a:cubicBezTo>
                  <a:pt x="854692" y="175047"/>
                  <a:pt x="841098" y="188641"/>
                  <a:pt x="824329" y="188641"/>
                </a:cubicBezTo>
                <a:cubicBezTo>
                  <a:pt x="807559" y="188641"/>
                  <a:pt x="793965" y="175047"/>
                  <a:pt x="793965" y="158278"/>
                </a:cubicBezTo>
                <a:cubicBezTo>
                  <a:pt x="793965" y="141508"/>
                  <a:pt x="807559" y="127914"/>
                  <a:pt x="824329" y="127914"/>
                </a:cubicBezTo>
                <a:close/>
                <a:moveTo>
                  <a:pt x="751774" y="127914"/>
                </a:moveTo>
                <a:cubicBezTo>
                  <a:pt x="768544" y="127914"/>
                  <a:pt x="782138" y="141508"/>
                  <a:pt x="782138" y="158278"/>
                </a:cubicBezTo>
                <a:cubicBezTo>
                  <a:pt x="782138" y="175047"/>
                  <a:pt x="768544" y="188641"/>
                  <a:pt x="751774" y="188641"/>
                </a:cubicBezTo>
                <a:cubicBezTo>
                  <a:pt x="735005" y="188641"/>
                  <a:pt x="721411" y="175047"/>
                  <a:pt x="721411" y="158278"/>
                </a:cubicBezTo>
                <a:cubicBezTo>
                  <a:pt x="721411" y="141508"/>
                  <a:pt x="735005" y="127914"/>
                  <a:pt x="751774" y="127914"/>
                </a:cubicBezTo>
                <a:close/>
                <a:moveTo>
                  <a:pt x="679220" y="127914"/>
                </a:moveTo>
                <a:cubicBezTo>
                  <a:pt x="695989" y="127914"/>
                  <a:pt x="709583" y="141508"/>
                  <a:pt x="709583" y="158278"/>
                </a:cubicBezTo>
                <a:cubicBezTo>
                  <a:pt x="709583" y="175047"/>
                  <a:pt x="695989" y="188641"/>
                  <a:pt x="679220" y="188641"/>
                </a:cubicBezTo>
                <a:cubicBezTo>
                  <a:pt x="662450" y="188641"/>
                  <a:pt x="648856" y="175047"/>
                  <a:pt x="648856" y="158278"/>
                </a:cubicBezTo>
                <a:cubicBezTo>
                  <a:pt x="648856" y="141508"/>
                  <a:pt x="662450" y="127914"/>
                  <a:pt x="679220" y="127914"/>
                </a:cubicBezTo>
                <a:close/>
                <a:moveTo>
                  <a:pt x="606665" y="127914"/>
                </a:moveTo>
                <a:cubicBezTo>
                  <a:pt x="623435" y="127914"/>
                  <a:pt x="637029" y="141508"/>
                  <a:pt x="637029" y="158278"/>
                </a:cubicBezTo>
                <a:cubicBezTo>
                  <a:pt x="637029" y="175047"/>
                  <a:pt x="623435" y="188641"/>
                  <a:pt x="606665" y="188641"/>
                </a:cubicBezTo>
                <a:cubicBezTo>
                  <a:pt x="589896" y="188641"/>
                  <a:pt x="576302" y="175047"/>
                  <a:pt x="576302" y="158278"/>
                </a:cubicBezTo>
                <a:cubicBezTo>
                  <a:pt x="576302" y="141508"/>
                  <a:pt x="589896" y="127914"/>
                  <a:pt x="606665" y="127914"/>
                </a:cubicBezTo>
                <a:close/>
                <a:moveTo>
                  <a:pt x="534111" y="127914"/>
                </a:moveTo>
                <a:cubicBezTo>
                  <a:pt x="550880" y="127914"/>
                  <a:pt x="564474" y="141508"/>
                  <a:pt x="564474" y="158278"/>
                </a:cubicBezTo>
                <a:cubicBezTo>
                  <a:pt x="564474" y="175047"/>
                  <a:pt x="550880" y="188641"/>
                  <a:pt x="534111" y="188641"/>
                </a:cubicBezTo>
                <a:cubicBezTo>
                  <a:pt x="517341" y="188641"/>
                  <a:pt x="503747" y="175047"/>
                  <a:pt x="503747" y="158278"/>
                </a:cubicBezTo>
                <a:cubicBezTo>
                  <a:pt x="503747" y="141508"/>
                  <a:pt x="517341" y="127914"/>
                  <a:pt x="534111" y="127914"/>
                </a:cubicBezTo>
                <a:close/>
                <a:moveTo>
                  <a:pt x="461556" y="127914"/>
                </a:moveTo>
                <a:cubicBezTo>
                  <a:pt x="478326" y="127914"/>
                  <a:pt x="491920" y="141508"/>
                  <a:pt x="491920" y="158278"/>
                </a:cubicBezTo>
                <a:cubicBezTo>
                  <a:pt x="491920" y="175047"/>
                  <a:pt x="478326" y="188641"/>
                  <a:pt x="461556" y="188641"/>
                </a:cubicBezTo>
                <a:cubicBezTo>
                  <a:pt x="444787" y="188641"/>
                  <a:pt x="431192" y="175047"/>
                  <a:pt x="431192" y="158278"/>
                </a:cubicBezTo>
                <a:cubicBezTo>
                  <a:pt x="431192" y="141508"/>
                  <a:pt x="444787" y="127914"/>
                  <a:pt x="461556" y="127914"/>
                </a:cubicBezTo>
                <a:close/>
                <a:moveTo>
                  <a:pt x="389002" y="127914"/>
                </a:moveTo>
                <a:cubicBezTo>
                  <a:pt x="405771" y="127914"/>
                  <a:pt x="419365" y="141508"/>
                  <a:pt x="419365" y="158278"/>
                </a:cubicBezTo>
                <a:cubicBezTo>
                  <a:pt x="419365" y="175047"/>
                  <a:pt x="405771" y="188641"/>
                  <a:pt x="389002" y="188641"/>
                </a:cubicBezTo>
                <a:cubicBezTo>
                  <a:pt x="372232" y="188641"/>
                  <a:pt x="358638" y="175047"/>
                  <a:pt x="358638" y="158278"/>
                </a:cubicBezTo>
                <a:cubicBezTo>
                  <a:pt x="358638" y="141508"/>
                  <a:pt x="372232" y="127914"/>
                  <a:pt x="389002" y="127914"/>
                </a:cubicBezTo>
                <a:close/>
                <a:moveTo>
                  <a:pt x="316447" y="127914"/>
                </a:moveTo>
                <a:cubicBezTo>
                  <a:pt x="333216" y="127914"/>
                  <a:pt x="346810" y="141508"/>
                  <a:pt x="346810" y="158278"/>
                </a:cubicBezTo>
                <a:cubicBezTo>
                  <a:pt x="346810" y="175047"/>
                  <a:pt x="333216" y="188641"/>
                  <a:pt x="316447" y="188641"/>
                </a:cubicBezTo>
                <a:cubicBezTo>
                  <a:pt x="299677" y="188641"/>
                  <a:pt x="286084" y="175047"/>
                  <a:pt x="286084" y="158278"/>
                </a:cubicBezTo>
                <a:cubicBezTo>
                  <a:pt x="286084" y="141508"/>
                  <a:pt x="299677" y="127914"/>
                  <a:pt x="316447" y="127914"/>
                </a:cubicBezTo>
                <a:close/>
                <a:moveTo>
                  <a:pt x="243892" y="127914"/>
                </a:moveTo>
                <a:cubicBezTo>
                  <a:pt x="260662" y="127914"/>
                  <a:pt x="274256" y="141508"/>
                  <a:pt x="274256" y="158278"/>
                </a:cubicBezTo>
                <a:cubicBezTo>
                  <a:pt x="274256" y="175047"/>
                  <a:pt x="260662" y="188641"/>
                  <a:pt x="243892" y="188641"/>
                </a:cubicBezTo>
                <a:cubicBezTo>
                  <a:pt x="227123" y="188641"/>
                  <a:pt x="213529" y="175047"/>
                  <a:pt x="213529" y="158278"/>
                </a:cubicBezTo>
                <a:cubicBezTo>
                  <a:pt x="213529" y="141508"/>
                  <a:pt x="227123" y="127914"/>
                  <a:pt x="243892" y="127914"/>
                </a:cubicBezTo>
                <a:close/>
                <a:moveTo>
                  <a:pt x="171339" y="127914"/>
                </a:moveTo>
                <a:cubicBezTo>
                  <a:pt x="188107" y="127914"/>
                  <a:pt x="201701" y="141508"/>
                  <a:pt x="201701" y="158278"/>
                </a:cubicBezTo>
                <a:cubicBezTo>
                  <a:pt x="201701" y="175047"/>
                  <a:pt x="188107" y="188641"/>
                  <a:pt x="171339" y="188641"/>
                </a:cubicBezTo>
                <a:cubicBezTo>
                  <a:pt x="154702" y="188641"/>
                  <a:pt x="141108" y="175047"/>
                  <a:pt x="141108" y="158278"/>
                </a:cubicBezTo>
                <a:cubicBezTo>
                  <a:pt x="141108" y="141508"/>
                  <a:pt x="154702" y="127914"/>
                  <a:pt x="171339" y="127914"/>
                </a:cubicBezTo>
                <a:close/>
                <a:moveTo>
                  <a:pt x="98936" y="127914"/>
                </a:moveTo>
                <a:cubicBezTo>
                  <a:pt x="115695" y="127914"/>
                  <a:pt x="129288" y="141508"/>
                  <a:pt x="129288" y="158278"/>
                </a:cubicBezTo>
                <a:cubicBezTo>
                  <a:pt x="129288" y="175047"/>
                  <a:pt x="115695" y="188641"/>
                  <a:pt x="98936" y="188641"/>
                </a:cubicBezTo>
                <a:cubicBezTo>
                  <a:pt x="82162" y="188641"/>
                  <a:pt x="68567" y="175047"/>
                  <a:pt x="68567" y="158278"/>
                </a:cubicBezTo>
                <a:cubicBezTo>
                  <a:pt x="68567" y="141508"/>
                  <a:pt x="82162" y="127914"/>
                  <a:pt x="98936" y="127914"/>
                </a:cubicBezTo>
                <a:close/>
                <a:moveTo>
                  <a:pt x="26381" y="127914"/>
                </a:moveTo>
                <a:cubicBezTo>
                  <a:pt x="43143" y="127914"/>
                  <a:pt x="56738" y="141508"/>
                  <a:pt x="56738" y="158278"/>
                </a:cubicBezTo>
                <a:cubicBezTo>
                  <a:pt x="56738" y="175047"/>
                  <a:pt x="43143" y="188641"/>
                  <a:pt x="26381" y="188641"/>
                </a:cubicBezTo>
                <a:cubicBezTo>
                  <a:pt x="17995" y="188641"/>
                  <a:pt x="10404" y="185243"/>
                  <a:pt x="4909" y="179748"/>
                </a:cubicBezTo>
                <a:lnTo>
                  <a:pt x="0" y="167898"/>
                </a:lnTo>
                <a:lnTo>
                  <a:pt x="0" y="148658"/>
                </a:lnTo>
                <a:lnTo>
                  <a:pt x="4909" y="136807"/>
                </a:lnTo>
                <a:cubicBezTo>
                  <a:pt x="10404" y="131313"/>
                  <a:pt x="17995" y="127914"/>
                  <a:pt x="26381" y="127914"/>
                </a:cubicBezTo>
                <a:close/>
                <a:moveTo>
                  <a:pt x="1622429" y="47462"/>
                </a:moveTo>
                <a:lnTo>
                  <a:pt x="1625821" y="48147"/>
                </a:lnTo>
                <a:lnTo>
                  <a:pt x="1639701" y="102127"/>
                </a:lnTo>
                <a:lnTo>
                  <a:pt x="1634248" y="105804"/>
                </a:lnTo>
                <a:cubicBezTo>
                  <a:pt x="1630615" y="107340"/>
                  <a:pt x="1626621" y="108189"/>
                  <a:pt x="1622429" y="108189"/>
                </a:cubicBezTo>
                <a:cubicBezTo>
                  <a:pt x="1605659" y="108189"/>
                  <a:pt x="1592066" y="94595"/>
                  <a:pt x="1592066" y="77826"/>
                </a:cubicBezTo>
                <a:cubicBezTo>
                  <a:pt x="1592066" y="61056"/>
                  <a:pt x="1605659" y="47462"/>
                  <a:pt x="1622429" y="47462"/>
                </a:cubicBezTo>
                <a:close/>
                <a:moveTo>
                  <a:pt x="1549874" y="47462"/>
                </a:moveTo>
                <a:cubicBezTo>
                  <a:pt x="1566644" y="47462"/>
                  <a:pt x="1580238" y="61056"/>
                  <a:pt x="1580238" y="77826"/>
                </a:cubicBezTo>
                <a:cubicBezTo>
                  <a:pt x="1580238" y="94595"/>
                  <a:pt x="1566644" y="108189"/>
                  <a:pt x="1549874" y="108189"/>
                </a:cubicBezTo>
                <a:cubicBezTo>
                  <a:pt x="1533105" y="108189"/>
                  <a:pt x="1519511" y="94595"/>
                  <a:pt x="1519511" y="77826"/>
                </a:cubicBezTo>
                <a:cubicBezTo>
                  <a:pt x="1519511" y="61056"/>
                  <a:pt x="1533105" y="47462"/>
                  <a:pt x="1549874" y="47462"/>
                </a:cubicBezTo>
                <a:close/>
                <a:moveTo>
                  <a:pt x="1477320" y="47462"/>
                </a:moveTo>
                <a:cubicBezTo>
                  <a:pt x="1494089" y="47462"/>
                  <a:pt x="1507683" y="61056"/>
                  <a:pt x="1507683" y="77826"/>
                </a:cubicBezTo>
                <a:cubicBezTo>
                  <a:pt x="1507683" y="94595"/>
                  <a:pt x="1494089" y="108189"/>
                  <a:pt x="1477320" y="108189"/>
                </a:cubicBezTo>
                <a:cubicBezTo>
                  <a:pt x="1460550" y="108189"/>
                  <a:pt x="1446956" y="94595"/>
                  <a:pt x="1446956" y="77826"/>
                </a:cubicBezTo>
                <a:cubicBezTo>
                  <a:pt x="1446956" y="61056"/>
                  <a:pt x="1460550" y="47462"/>
                  <a:pt x="1477320" y="47462"/>
                </a:cubicBezTo>
                <a:close/>
                <a:moveTo>
                  <a:pt x="1404765" y="47462"/>
                </a:moveTo>
                <a:cubicBezTo>
                  <a:pt x="1421535" y="47462"/>
                  <a:pt x="1435129" y="61056"/>
                  <a:pt x="1435129" y="77826"/>
                </a:cubicBezTo>
                <a:cubicBezTo>
                  <a:pt x="1435129" y="94595"/>
                  <a:pt x="1421535" y="108189"/>
                  <a:pt x="1404765" y="108189"/>
                </a:cubicBezTo>
                <a:cubicBezTo>
                  <a:pt x="1387996" y="108189"/>
                  <a:pt x="1374402" y="94595"/>
                  <a:pt x="1374402" y="77826"/>
                </a:cubicBezTo>
                <a:cubicBezTo>
                  <a:pt x="1374402" y="61056"/>
                  <a:pt x="1387996" y="47462"/>
                  <a:pt x="1404765" y="47462"/>
                </a:cubicBezTo>
                <a:close/>
                <a:moveTo>
                  <a:pt x="1332211" y="47462"/>
                </a:moveTo>
                <a:cubicBezTo>
                  <a:pt x="1348980" y="47462"/>
                  <a:pt x="1362574" y="61056"/>
                  <a:pt x="1362574" y="77826"/>
                </a:cubicBezTo>
                <a:cubicBezTo>
                  <a:pt x="1362574" y="94595"/>
                  <a:pt x="1348980" y="108189"/>
                  <a:pt x="1332211" y="108189"/>
                </a:cubicBezTo>
                <a:cubicBezTo>
                  <a:pt x="1315441" y="108189"/>
                  <a:pt x="1301847" y="94595"/>
                  <a:pt x="1301847" y="77826"/>
                </a:cubicBezTo>
                <a:cubicBezTo>
                  <a:pt x="1301847" y="61056"/>
                  <a:pt x="1315441" y="47462"/>
                  <a:pt x="1332211" y="47462"/>
                </a:cubicBezTo>
                <a:close/>
                <a:moveTo>
                  <a:pt x="1259656" y="47462"/>
                </a:moveTo>
                <a:cubicBezTo>
                  <a:pt x="1276426" y="47462"/>
                  <a:pt x="1290020" y="61056"/>
                  <a:pt x="1290020" y="77826"/>
                </a:cubicBezTo>
                <a:cubicBezTo>
                  <a:pt x="1290020" y="94595"/>
                  <a:pt x="1276426" y="108189"/>
                  <a:pt x="1259656" y="108189"/>
                </a:cubicBezTo>
                <a:cubicBezTo>
                  <a:pt x="1242887" y="108189"/>
                  <a:pt x="1229293" y="94595"/>
                  <a:pt x="1229293" y="77826"/>
                </a:cubicBezTo>
                <a:cubicBezTo>
                  <a:pt x="1229293" y="61056"/>
                  <a:pt x="1242887" y="47462"/>
                  <a:pt x="1259656" y="47462"/>
                </a:cubicBezTo>
                <a:close/>
                <a:moveTo>
                  <a:pt x="1187102" y="47462"/>
                </a:moveTo>
                <a:cubicBezTo>
                  <a:pt x="1203871" y="47462"/>
                  <a:pt x="1217465" y="61056"/>
                  <a:pt x="1217465" y="77826"/>
                </a:cubicBezTo>
                <a:cubicBezTo>
                  <a:pt x="1217465" y="94595"/>
                  <a:pt x="1203871" y="108189"/>
                  <a:pt x="1187102" y="108189"/>
                </a:cubicBezTo>
                <a:cubicBezTo>
                  <a:pt x="1170332" y="108189"/>
                  <a:pt x="1156738" y="94595"/>
                  <a:pt x="1156738" y="77826"/>
                </a:cubicBezTo>
                <a:cubicBezTo>
                  <a:pt x="1156738" y="61056"/>
                  <a:pt x="1170332" y="47462"/>
                  <a:pt x="1187102" y="47462"/>
                </a:cubicBezTo>
                <a:close/>
                <a:moveTo>
                  <a:pt x="1114547" y="47462"/>
                </a:moveTo>
                <a:cubicBezTo>
                  <a:pt x="1131317" y="47462"/>
                  <a:pt x="1144911" y="61056"/>
                  <a:pt x="1144911" y="77826"/>
                </a:cubicBezTo>
                <a:cubicBezTo>
                  <a:pt x="1144911" y="94595"/>
                  <a:pt x="1131317" y="108189"/>
                  <a:pt x="1114547" y="108189"/>
                </a:cubicBezTo>
                <a:cubicBezTo>
                  <a:pt x="1097778" y="108189"/>
                  <a:pt x="1084184" y="94595"/>
                  <a:pt x="1084184" y="77826"/>
                </a:cubicBezTo>
                <a:cubicBezTo>
                  <a:pt x="1084184" y="61056"/>
                  <a:pt x="1097778" y="47462"/>
                  <a:pt x="1114547" y="47462"/>
                </a:cubicBezTo>
                <a:close/>
                <a:moveTo>
                  <a:pt x="1041993" y="47462"/>
                </a:moveTo>
                <a:cubicBezTo>
                  <a:pt x="1058762" y="47462"/>
                  <a:pt x="1072356" y="61056"/>
                  <a:pt x="1072356" y="77826"/>
                </a:cubicBezTo>
                <a:cubicBezTo>
                  <a:pt x="1072356" y="94595"/>
                  <a:pt x="1058762" y="108189"/>
                  <a:pt x="1041993" y="108189"/>
                </a:cubicBezTo>
                <a:cubicBezTo>
                  <a:pt x="1025223" y="108189"/>
                  <a:pt x="1011629" y="94595"/>
                  <a:pt x="1011629" y="77826"/>
                </a:cubicBezTo>
                <a:cubicBezTo>
                  <a:pt x="1011629" y="61056"/>
                  <a:pt x="1025223" y="47462"/>
                  <a:pt x="1041993" y="47462"/>
                </a:cubicBezTo>
                <a:close/>
                <a:moveTo>
                  <a:pt x="969438" y="47462"/>
                </a:moveTo>
                <a:cubicBezTo>
                  <a:pt x="986208" y="47462"/>
                  <a:pt x="999801" y="61056"/>
                  <a:pt x="999801" y="77826"/>
                </a:cubicBezTo>
                <a:cubicBezTo>
                  <a:pt x="999801" y="94595"/>
                  <a:pt x="986208" y="108189"/>
                  <a:pt x="969438" y="108189"/>
                </a:cubicBezTo>
                <a:cubicBezTo>
                  <a:pt x="952669" y="108189"/>
                  <a:pt x="939075" y="94595"/>
                  <a:pt x="939075" y="77826"/>
                </a:cubicBezTo>
                <a:cubicBezTo>
                  <a:pt x="939075" y="61056"/>
                  <a:pt x="952669" y="47462"/>
                  <a:pt x="969438" y="47462"/>
                </a:cubicBezTo>
                <a:close/>
                <a:moveTo>
                  <a:pt x="896883" y="47462"/>
                </a:moveTo>
                <a:cubicBezTo>
                  <a:pt x="913653" y="47462"/>
                  <a:pt x="927247" y="61056"/>
                  <a:pt x="927247" y="77826"/>
                </a:cubicBezTo>
                <a:cubicBezTo>
                  <a:pt x="927247" y="94595"/>
                  <a:pt x="913653" y="108189"/>
                  <a:pt x="896883" y="108189"/>
                </a:cubicBezTo>
                <a:cubicBezTo>
                  <a:pt x="880114" y="108189"/>
                  <a:pt x="866520" y="94595"/>
                  <a:pt x="866520" y="77826"/>
                </a:cubicBezTo>
                <a:cubicBezTo>
                  <a:pt x="866520" y="61056"/>
                  <a:pt x="880114" y="47462"/>
                  <a:pt x="896883" y="47462"/>
                </a:cubicBezTo>
                <a:close/>
                <a:moveTo>
                  <a:pt x="824329" y="47462"/>
                </a:moveTo>
                <a:cubicBezTo>
                  <a:pt x="841098" y="47462"/>
                  <a:pt x="854692" y="61056"/>
                  <a:pt x="854692" y="77826"/>
                </a:cubicBezTo>
                <a:cubicBezTo>
                  <a:pt x="854692" y="94595"/>
                  <a:pt x="841098" y="108189"/>
                  <a:pt x="824329" y="108189"/>
                </a:cubicBezTo>
                <a:cubicBezTo>
                  <a:pt x="807559" y="108189"/>
                  <a:pt x="793965" y="94595"/>
                  <a:pt x="793965" y="77826"/>
                </a:cubicBezTo>
                <a:cubicBezTo>
                  <a:pt x="793965" y="61056"/>
                  <a:pt x="807559" y="47462"/>
                  <a:pt x="824329" y="47462"/>
                </a:cubicBezTo>
                <a:close/>
                <a:moveTo>
                  <a:pt x="751774" y="47462"/>
                </a:moveTo>
                <a:cubicBezTo>
                  <a:pt x="768544" y="47462"/>
                  <a:pt x="782138" y="61056"/>
                  <a:pt x="782138" y="77826"/>
                </a:cubicBezTo>
                <a:cubicBezTo>
                  <a:pt x="782138" y="94595"/>
                  <a:pt x="768544" y="108189"/>
                  <a:pt x="751774" y="108189"/>
                </a:cubicBezTo>
                <a:cubicBezTo>
                  <a:pt x="735005" y="108189"/>
                  <a:pt x="721411" y="94595"/>
                  <a:pt x="721411" y="77826"/>
                </a:cubicBezTo>
                <a:cubicBezTo>
                  <a:pt x="721411" y="61056"/>
                  <a:pt x="735005" y="47462"/>
                  <a:pt x="751774" y="47462"/>
                </a:cubicBezTo>
                <a:close/>
                <a:moveTo>
                  <a:pt x="679220" y="47462"/>
                </a:moveTo>
                <a:cubicBezTo>
                  <a:pt x="695989" y="47462"/>
                  <a:pt x="709583" y="61056"/>
                  <a:pt x="709583" y="77826"/>
                </a:cubicBezTo>
                <a:cubicBezTo>
                  <a:pt x="709583" y="94595"/>
                  <a:pt x="695989" y="108189"/>
                  <a:pt x="679220" y="108189"/>
                </a:cubicBezTo>
                <a:cubicBezTo>
                  <a:pt x="662450" y="108189"/>
                  <a:pt x="648856" y="94595"/>
                  <a:pt x="648856" y="77826"/>
                </a:cubicBezTo>
                <a:cubicBezTo>
                  <a:pt x="648856" y="61056"/>
                  <a:pt x="662450" y="47462"/>
                  <a:pt x="679220" y="47462"/>
                </a:cubicBezTo>
                <a:close/>
                <a:moveTo>
                  <a:pt x="606665" y="47462"/>
                </a:moveTo>
                <a:cubicBezTo>
                  <a:pt x="623435" y="47462"/>
                  <a:pt x="637029" y="61056"/>
                  <a:pt x="637029" y="77826"/>
                </a:cubicBezTo>
                <a:cubicBezTo>
                  <a:pt x="637029" y="94595"/>
                  <a:pt x="623435" y="108189"/>
                  <a:pt x="606665" y="108189"/>
                </a:cubicBezTo>
                <a:cubicBezTo>
                  <a:pt x="589896" y="108189"/>
                  <a:pt x="576302" y="94595"/>
                  <a:pt x="576302" y="77826"/>
                </a:cubicBezTo>
                <a:cubicBezTo>
                  <a:pt x="576302" y="61056"/>
                  <a:pt x="589896" y="47462"/>
                  <a:pt x="606665" y="47462"/>
                </a:cubicBezTo>
                <a:close/>
                <a:moveTo>
                  <a:pt x="534111" y="47462"/>
                </a:moveTo>
                <a:cubicBezTo>
                  <a:pt x="550880" y="47462"/>
                  <a:pt x="564474" y="61056"/>
                  <a:pt x="564474" y="77826"/>
                </a:cubicBezTo>
                <a:cubicBezTo>
                  <a:pt x="564474" y="94595"/>
                  <a:pt x="550880" y="108189"/>
                  <a:pt x="534111" y="108189"/>
                </a:cubicBezTo>
                <a:cubicBezTo>
                  <a:pt x="517341" y="108189"/>
                  <a:pt x="503747" y="94595"/>
                  <a:pt x="503747" y="77826"/>
                </a:cubicBezTo>
                <a:cubicBezTo>
                  <a:pt x="503747" y="61056"/>
                  <a:pt x="517341" y="47462"/>
                  <a:pt x="534111" y="47462"/>
                </a:cubicBezTo>
                <a:close/>
                <a:moveTo>
                  <a:pt x="461556" y="47462"/>
                </a:moveTo>
                <a:cubicBezTo>
                  <a:pt x="478326" y="47462"/>
                  <a:pt x="491920" y="61056"/>
                  <a:pt x="491920" y="77826"/>
                </a:cubicBezTo>
                <a:cubicBezTo>
                  <a:pt x="491920" y="94595"/>
                  <a:pt x="478326" y="108189"/>
                  <a:pt x="461556" y="108189"/>
                </a:cubicBezTo>
                <a:cubicBezTo>
                  <a:pt x="444787" y="108189"/>
                  <a:pt x="431192" y="94595"/>
                  <a:pt x="431192" y="77826"/>
                </a:cubicBezTo>
                <a:cubicBezTo>
                  <a:pt x="431192" y="61056"/>
                  <a:pt x="444787" y="47462"/>
                  <a:pt x="461556" y="47462"/>
                </a:cubicBezTo>
                <a:close/>
                <a:moveTo>
                  <a:pt x="389002" y="47462"/>
                </a:moveTo>
                <a:cubicBezTo>
                  <a:pt x="405771" y="47462"/>
                  <a:pt x="419365" y="61056"/>
                  <a:pt x="419365" y="77826"/>
                </a:cubicBezTo>
                <a:cubicBezTo>
                  <a:pt x="419365" y="94595"/>
                  <a:pt x="405771" y="108189"/>
                  <a:pt x="389002" y="108189"/>
                </a:cubicBezTo>
                <a:cubicBezTo>
                  <a:pt x="372232" y="108189"/>
                  <a:pt x="358638" y="94595"/>
                  <a:pt x="358638" y="77826"/>
                </a:cubicBezTo>
                <a:cubicBezTo>
                  <a:pt x="358638" y="61056"/>
                  <a:pt x="372232" y="47462"/>
                  <a:pt x="389002" y="47462"/>
                </a:cubicBezTo>
                <a:close/>
                <a:moveTo>
                  <a:pt x="316447" y="47462"/>
                </a:moveTo>
                <a:cubicBezTo>
                  <a:pt x="333216" y="47462"/>
                  <a:pt x="346810" y="61056"/>
                  <a:pt x="346810" y="77826"/>
                </a:cubicBezTo>
                <a:cubicBezTo>
                  <a:pt x="346810" y="94595"/>
                  <a:pt x="333216" y="108189"/>
                  <a:pt x="316447" y="108189"/>
                </a:cubicBezTo>
                <a:cubicBezTo>
                  <a:pt x="299677" y="108189"/>
                  <a:pt x="286084" y="94595"/>
                  <a:pt x="286084" y="77826"/>
                </a:cubicBezTo>
                <a:cubicBezTo>
                  <a:pt x="286084" y="61056"/>
                  <a:pt x="299677" y="47462"/>
                  <a:pt x="316447" y="47462"/>
                </a:cubicBezTo>
                <a:close/>
                <a:moveTo>
                  <a:pt x="243892" y="47462"/>
                </a:moveTo>
                <a:cubicBezTo>
                  <a:pt x="260662" y="47462"/>
                  <a:pt x="274256" y="61056"/>
                  <a:pt x="274256" y="77826"/>
                </a:cubicBezTo>
                <a:cubicBezTo>
                  <a:pt x="274256" y="94595"/>
                  <a:pt x="260662" y="108189"/>
                  <a:pt x="243892" y="108189"/>
                </a:cubicBezTo>
                <a:cubicBezTo>
                  <a:pt x="227123" y="108189"/>
                  <a:pt x="213529" y="94595"/>
                  <a:pt x="213529" y="77826"/>
                </a:cubicBezTo>
                <a:cubicBezTo>
                  <a:pt x="213529" y="61056"/>
                  <a:pt x="227123" y="47462"/>
                  <a:pt x="243892" y="47462"/>
                </a:cubicBezTo>
                <a:close/>
                <a:moveTo>
                  <a:pt x="171339" y="47462"/>
                </a:moveTo>
                <a:cubicBezTo>
                  <a:pt x="188107" y="47462"/>
                  <a:pt x="201701" y="61056"/>
                  <a:pt x="201701" y="77826"/>
                </a:cubicBezTo>
                <a:cubicBezTo>
                  <a:pt x="201701" y="94595"/>
                  <a:pt x="188107" y="108189"/>
                  <a:pt x="171339" y="108189"/>
                </a:cubicBezTo>
                <a:cubicBezTo>
                  <a:pt x="154708" y="108189"/>
                  <a:pt x="141113" y="94595"/>
                  <a:pt x="141113" y="77826"/>
                </a:cubicBezTo>
                <a:cubicBezTo>
                  <a:pt x="141113" y="61056"/>
                  <a:pt x="154708" y="47462"/>
                  <a:pt x="171339" y="47462"/>
                </a:cubicBezTo>
                <a:close/>
                <a:moveTo>
                  <a:pt x="98942" y="47462"/>
                </a:moveTo>
                <a:cubicBezTo>
                  <a:pt x="115700" y="47462"/>
                  <a:pt x="129294" y="61056"/>
                  <a:pt x="129294" y="77826"/>
                </a:cubicBezTo>
                <a:cubicBezTo>
                  <a:pt x="129294" y="94595"/>
                  <a:pt x="115700" y="108189"/>
                  <a:pt x="98942" y="108189"/>
                </a:cubicBezTo>
                <a:cubicBezTo>
                  <a:pt x="82168" y="108189"/>
                  <a:pt x="68573" y="94595"/>
                  <a:pt x="68573" y="77826"/>
                </a:cubicBezTo>
                <a:cubicBezTo>
                  <a:pt x="68573" y="61056"/>
                  <a:pt x="82168" y="47462"/>
                  <a:pt x="98942" y="47462"/>
                </a:cubicBezTo>
                <a:close/>
                <a:moveTo>
                  <a:pt x="26388" y="47462"/>
                </a:moveTo>
                <a:cubicBezTo>
                  <a:pt x="43149" y="47462"/>
                  <a:pt x="56744" y="61056"/>
                  <a:pt x="56744" y="77826"/>
                </a:cubicBezTo>
                <a:cubicBezTo>
                  <a:pt x="56744" y="94595"/>
                  <a:pt x="43149" y="108189"/>
                  <a:pt x="26388" y="108189"/>
                </a:cubicBezTo>
                <a:cubicBezTo>
                  <a:pt x="18002" y="108189"/>
                  <a:pt x="10410" y="104791"/>
                  <a:pt x="4916" y="99296"/>
                </a:cubicBezTo>
                <a:lnTo>
                  <a:pt x="0" y="87429"/>
                </a:lnTo>
                <a:lnTo>
                  <a:pt x="0" y="68222"/>
                </a:lnTo>
                <a:lnTo>
                  <a:pt x="4916" y="56355"/>
                </a:lnTo>
                <a:cubicBezTo>
                  <a:pt x="10410" y="50861"/>
                  <a:pt x="18002" y="47462"/>
                  <a:pt x="26388" y="47462"/>
                </a:cubicBezTo>
                <a:close/>
                <a:moveTo>
                  <a:pt x="1592868" y="0"/>
                </a:moveTo>
                <a:lnTo>
                  <a:pt x="1613441" y="0"/>
                </a:lnTo>
                <a:lnTo>
                  <a:pt x="1620472" y="27343"/>
                </a:lnTo>
                <a:lnTo>
                  <a:pt x="1610610" y="25352"/>
                </a:lnTo>
                <a:cubicBezTo>
                  <a:pt x="1605161" y="23047"/>
                  <a:pt x="1600525" y="19197"/>
                  <a:pt x="1597251" y="14351"/>
                </a:cubicBezTo>
                <a:close/>
                <a:moveTo>
                  <a:pt x="1520598" y="0"/>
                </a:moveTo>
                <a:lnTo>
                  <a:pt x="1579150" y="0"/>
                </a:lnTo>
                <a:lnTo>
                  <a:pt x="1571345" y="18844"/>
                </a:lnTo>
                <a:cubicBezTo>
                  <a:pt x="1565850" y="24339"/>
                  <a:pt x="1558259" y="27738"/>
                  <a:pt x="1549874" y="27738"/>
                </a:cubicBezTo>
                <a:cubicBezTo>
                  <a:pt x="1541490" y="27738"/>
                  <a:pt x="1533899" y="24339"/>
                  <a:pt x="1528404" y="18844"/>
                </a:cubicBezTo>
                <a:close/>
                <a:moveTo>
                  <a:pt x="1448044" y="0"/>
                </a:moveTo>
                <a:lnTo>
                  <a:pt x="1506596" y="0"/>
                </a:lnTo>
                <a:lnTo>
                  <a:pt x="1498790" y="18844"/>
                </a:lnTo>
                <a:cubicBezTo>
                  <a:pt x="1493295" y="24339"/>
                  <a:pt x="1485705" y="27738"/>
                  <a:pt x="1477320" y="27738"/>
                </a:cubicBezTo>
                <a:cubicBezTo>
                  <a:pt x="1468935" y="27738"/>
                  <a:pt x="1461344" y="24339"/>
                  <a:pt x="1455850" y="18844"/>
                </a:cubicBezTo>
                <a:close/>
                <a:moveTo>
                  <a:pt x="1375489" y="0"/>
                </a:moveTo>
                <a:lnTo>
                  <a:pt x="1434041" y="0"/>
                </a:lnTo>
                <a:lnTo>
                  <a:pt x="1426236" y="18844"/>
                </a:lnTo>
                <a:cubicBezTo>
                  <a:pt x="1420741" y="24339"/>
                  <a:pt x="1413150" y="27738"/>
                  <a:pt x="1404765" y="27738"/>
                </a:cubicBezTo>
                <a:cubicBezTo>
                  <a:pt x="1396381" y="27738"/>
                  <a:pt x="1388790" y="24339"/>
                  <a:pt x="1383295" y="18844"/>
                </a:cubicBezTo>
                <a:close/>
                <a:moveTo>
                  <a:pt x="1302935" y="0"/>
                </a:moveTo>
                <a:lnTo>
                  <a:pt x="1361486" y="0"/>
                </a:lnTo>
                <a:lnTo>
                  <a:pt x="1353681" y="18844"/>
                </a:lnTo>
                <a:cubicBezTo>
                  <a:pt x="1348186" y="24339"/>
                  <a:pt x="1340596" y="27738"/>
                  <a:pt x="1332211" y="27738"/>
                </a:cubicBezTo>
                <a:cubicBezTo>
                  <a:pt x="1323826" y="27738"/>
                  <a:pt x="1316235" y="24339"/>
                  <a:pt x="1310740" y="18844"/>
                </a:cubicBezTo>
                <a:close/>
                <a:moveTo>
                  <a:pt x="1230380" y="0"/>
                </a:moveTo>
                <a:lnTo>
                  <a:pt x="1288932" y="0"/>
                </a:lnTo>
                <a:lnTo>
                  <a:pt x="1281126" y="18844"/>
                </a:lnTo>
                <a:cubicBezTo>
                  <a:pt x="1275632" y="24339"/>
                  <a:pt x="1268041" y="27738"/>
                  <a:pt x="1259656" y="27738"/>
                </a:cubicBezTo>
                <a:cubicBezTo>
                  <a:pt x="1251271" y="27738"/>
                  <a:pt x="1243680" y="24339"/>
                  <a:pt x="1238186" y="18844"/>
                </a:cubicBezTo>
                <a:close/>
                <a:moveTo>
                  <a:pt x="1157826" y="0"/>
                </a:moveTo>
                <a:lnTo>
                  <a:pt x="1216377" y="0"/>
                </a:lnTo>
                <a:lnTo>
                  <a:pt x="1208572" y="18844"/>
                </a:lnTo>
                <a:cubicBezTo>
                  <a:pt x="1203077" y="24339"/>
                  <a:pt x="1195486" y="27738"/>
                  <a:pt x="1187102" y="27738"/>
                </a:cubicBezTo>
                <a:cubicBezTo>
                  <a:pt x="1178717" y="27738"/>
                  <a:pt x="1171126" y="24339"/>
                  <a:pt x="1165631" y="18844"/>
                </a:cubicBezTo>
                <a:close/>
                <a:moveTo>
                  <a:pt x="1085271" y="0"/>
                </a:moveTo>
                <a:lnTo>
                  <a:pt x="1143823" y="0"/>
                </a:lnTo>
                <a:lnTo>
                  <a:pt x="1136017" y="18844"/>
                </a:lnTo>
                <a:cubicBezTo>
                  <a:pt x="1130523" y="24339"/>
                  <a:pt x="1122932" y="27738"/>
                  <a:pt x="1114547" y="27738"/>
                </a:cubicBezTo>
                <a:cubicBezTo>
                  <a:pt x="1106162" y="27738"/>
                  <a:pt x="1098571" y="24339"/>
                  <a:pt x="1093077" y="18844"/>
                </a:cubicBezTo>
                <a:close/>
                <a:moveTo>
                  <a:pt x="1012717" y="0"/>
                </a:moveTo>
                <a:lnTo>
                  <a:pt x="1071268" y="0"/>
                </a:lnTo>
                <a:lnTo>
                  <a:pt x="1063463" y="18844"/>
                </a:lnTo>
                <a:cubicBezTo>
                  <a:pt x="1057968" y="24339"/>
                  <a:pt x="1050377" y="27738"/>
                  <a:pt x="1041993" y="27738"/>
                </a:cubicBezTo>
                <a:cubicBezTo>
                  <a:pt x="1033608" y="27738"/>
                  <a:pt x="1026017" y="24339"/>
                  <a:pt x="1020522" y="18844"/>
                </a:cubicBezTo>
                <a:close/>
                <a:moveTo>
                  <a:pt x="940162" y="0"/>
                </a:moveTo>
                <a:lnTo>
                  <a:pt x="998714" y="0"/>
                </a:lnTo>
                <a:lnTo>
                  <a:pt x="990908" y="18844"/>
                </a:lnTo>
                <a:cubicBezTo>
                  <a:pt x="985414" y="24339"/>
                  <a:pt x="977823" y="27738"/>
                  <a:pt x="969438" y="27738"/>
                </a:cubicBezTo>
                <a:cubicBezTo>
                  <a:pt x="961053" y="27738"/>
                  <a:pt x="953462" y="24339"/>
                  <a:pt x="947968" y="18844"/>
                </a:cubicBezTo>
                <a:close/>
                <a:moveTo>
                  <a:pt x="867607" y="0"/>
                </a:moveTo>
                <a:lnTo>
                  <a:pt x="926159" y="0"/>
                </a:lnTo>
                <a:lnTo>
                  <a:pt x="918354" y="18844"/>
                </a:lnTo>
                <a:cubicBezTo>
                  <a:pt x="912859" y="24339"/>
                  <a:pt x="905268" y="27738"/>
                  <a:pt x="896883" y="27738"/>
                </a:cubicBezTo>
                <a:cubicBezTo>
                  <a:pt x="888499" y="27738"/>
                  <a:pt x="880908" y="24339"/>
                  <a:pt x="875413" y="18844"/>
                </a:cubicBezTo>
                <a:close/>
                <a:moveTo>
                  <a:pt x="795053" y="0"/>
                </a:moveTo>
                <a:lnTo>
                  <a:pt x="853605" y="0"/>
                </a:lnTo>
                <a:lnTo>
                  <a:pt x="845799" y="18844"/>
                </a:lnTo>
                <a:cubicBezTo>
                  <a:pt x="840304" y="24339"/>
                  <a:pt x="832714" y="27738"/>
                  <a:pt x="824329" y="27738"/>
                </a:cubicBezTo>
                <a:cubicBezTo>
                  <a:pt x="815944" y="27738"/>
                  <a:pt x="808353" y="24339"/>
                  <a:pt x="802858" y="18844"/>
                </a:cubicBezTo>
                <a:close/>
                <a:moveTo>
                  <a:pt x="722498" y="0"/>
                </a:moveTo>
                <a:lnTo>
                  <a:pt x="781050" y="0"/>
                </a:lnTo>
                <a:lnTo>
                  <a:pt x="773245" y="18844"/>
                </a:lnTo>
                <a:cubicBezTo>
                  <a:pt x="767750" y="24339"/>
                  <a:pt x="760159" y="27738"/>
                  <a:pt x="751774" y="27738"/>
                </a:cubicBezTo>
                <a:cubicBezTo>
                  <a:pt x="743390" y="27738"/>
                  <a:pt x="735799" y="24339"/>
                  <a:pt x="730304" y="18844"/>
                </a:cubicBezTo>
                <a:close/>
                <a:moveTo>
                  <a:pt x="649944" y="0"/>
                </a:moveTo>
                <a:lnTo>
                  <a:pt x="708496" y="0"/>
                </a:lnTo>
                <a:lnTo>
                  <a:pt x="700690" y="18844"/>
                </a:lnTo>
                <a:cubicBezTo>
                  <a:pt x="695195" y="24339"/>
                  <a:pt x="687604" y="27738"/>
                  <a:pt x="679220" y="27738"/>
                </a:cubicBezTo>
                <a:cubicBezTo>
                  <a:pt x="670835" y="27738"/>
                  <a:pt x="663244" y="24339"/>
                  <a:pt x="657749" y="18844"/>
                </a:cubicBezTo>
                <a:close/>
                <a:moveTo>
                  <a:pt x="577389" y="0"/>
                </a:moveTo>
                <a:lnTo>
                  <a:pt x="635941" y="0"/>
                </a:lnTo>
                <a:lnTo>
                  <a:pt x="628135" y="18844"/>
                </a:lnTo>
                <a:cubicBezTo>
                  <a:pt x="622641" y="24339"/>
                  <a:pt x="615050" y="27738"/>
                  <a:pt x="606665" y="27738"/>
                </a:cubicBezTo>
                <a:cubicBezTo>
                  <a:pt x="598280" y="27738"/>
                  <a:pt x="590690" y="24339"/>
                  <a:pt x="585195" y="18844"/>
                </a:cubicBezTo>
                <a:close/>
                <a:moveTo>
                  <a:pt x="504835" y="0"/>
                </a:moveTo>
                <a:lnTo>
                  <a:pt x="563386" y="0"/>
                </a:lnTo>
                <a:lnTo>
                  <a:pt x="555581" y="18844"/>
                </a:lnTo>
                <a:cubicBezTo>
                  <a:pt x="550086" y="24339"/>
                  <a:pt x="542495" y="27738"/>
                  <a:pt x="534111" y="27738"/>
                </a:cubicBezTo>
                <a:cubicBezTo>
                  <a:pt x="525726" y="27738"/>
                  <a:pt x="518135" y="24339"/>
                  <a:pt x="512640" y="18844"/>
                </a:cubicBezTo>
                <a:close/>
                <a:moveTo>
                  <a:pt x="432280" y="0"/>
                </a:moveTo>
                <a:lnTo>
                  <a:pt x="490832" y="0"/>
                </a:lnTo>
                <a:lnTo>
                  <a:pt x="483026" y="18844"/>
                </a:lnTo>
                <a:cubicBezTo>
                  <a:pt x="477532" y="24339"/>
                  <a:pt x="469941" y="27738"/>
                  <a:pt x="461556" y="27738"/>
                </a:cubicBezTo>
                <a:cubicBezTo>
                  <a:pt x="453171" y="27738"/>
                  <a:pt x="445580" y="24339"/>
                  <a:pt x="440086" y="18844"/>
                </a:cubicBezTo>
                <a:close/>
                <a:moveTo>
                  <a:pt x="359726" y="0"/>
                </a:moveTo>
                <a:lnTo>
                  <a:pt x="418277" y="0"/>
                </a:lnTo>
                <a:lnTo>
                  <a:pt x="410472" y="18844"/>
                </a:lnTo>
                <a:cubicBezTo>
                  <a:pt x="404977" y="24339"/>
                  <a:pt x="397386" y="27738"/>
                  <a:pt x="389002" y="27738"/>
                </a:cubicBezTo>
                <a:cubicBezTo>
                  <a:pt x="380617" y="27738"/>
                  <a:pt x="373026" y="24339"/>
                  <a:pt x="367531" y="18844"/>
                </a:cubicBezTo>
                <a:close/>
                <a:moveTo>
                  <a:pt x="287171" y="0"/>
                </a:moveTo>
                <a:lnTo>
                  <a:pt x="345723" y="0"/>
                </a:lnTo>
                <a:lnTo>
                  <a:pt x="337917" y="18844"/>
                </a:lnTo>
                <a:cubicBezTo>
                  <a:pt x="332423" y="24339"/>
                  <a:pt x="324832" y="27738"/>
                  <a:pt x="316447" y="27738"/>
                </a:cubicBezTo>
                <a:cubicBezTo>
                  <a:pt x="308062" y="27738"/>
                  <a:pt x="300471" y="24339"/>
                  <a:pt x="294977" y="18844"/>
                </a:cubicBezTo>
                <a:close/>
                <a:moveTo>
                  <a:pt x="214617" y="0"/>
                </a:moveTo>
                <a:lnTo>
                  <a:pt x="273168" y="0"/>
                </a:lnTo>
                <a:lnTo>
                  <a:pt x="265363" y="18844"/>
                </a:lnTo>
                <a:cubicBezTo>
                  <a:pt x="259868" y="24339"/>
                  <a:pt x="252277" y="27738"/>
                  <a:pt x="243892" y="27738"/>
                </a:cubicBezTo>
                <a:cubicBezTo>
                  <a:pt x="235508" y="27738"/>
                  <a:pt x="227917" y="24339"/>
                  <a:pt x="222422" y="18844"/>
                </a:cubicBezTo>
                <a:close/>
                <a:moveTo>
                  <a:pt x="142204" y="0"/>
                </a:moveTo>
                <a:lnTo>
                  <a:pt x="200614" y="0"/>
                </a:lnTo>
                <a:lnTo>
                  <a:pt x="192808" y="18844"/>
                </a:lnTo>
                <a:cubicBezTo>
                  <a:pt x="187314" y="24339"/>
                  <a:pt x="179723" y="27738"/>
                  <a:pt x="171339" y="27738"/>
                </a:cubicBezTo>
                <a:cubicBezTo>
                  <a:pt x="163026" y="27738"/>
                  <a:pt x="155471" y="24339"/>
                  <a:pt x="149994" y="18844"/>
                </a:cubicBezTo>
                <a:close/>
                <a:moveTo>
                  <a:pt x="69668" y="0"/>
                </a:moveTo>
                <a:lnTo>
                  <a:pt x="128212" y="0"/>
                </a:lnTo>
                <a:lnTo>
                  <a:pt x="120408" y="18844"/>
                </a:lnTo>
                <a:cubicBezTo>
                  <a:pt x="114915" y="24339"/>
                  <a:pt x="107328" y="27738"/>
                  <a:pt x="98949" y="27738"/>
                </a:cubicBezTo>
                <a:cubicBezTo>
                  <a:pt x="90562" y="27738"/>
                  <a:pt x="82969" y="24339"/>
                  <a:pt x="77474" y="18844"/>
                </a:cubicBezTo>
                <a:close/>
                <a:moveTo>
                  <a:pt x="0" y="0"/>
                </a:moveTo>
                <a:lnTo>
                  <a:pt x="55662" y="0"/>
                </a:lnTo>
                <a:lnTo>
                  <a:pt x="47858" y="18844"/>
                </a:lnTo>
                <a:cubicBezTo>
                  <a:pt x="42364" y="24339"/>
                  <a:pt x="34775" y="27738"/>
                  <a:pt x="26394" y="27738"/>
                </a:cubicBezTo>
                <a:cubicBezTo>
                  <a:pt x="18009" y="27738"/>
                  <a:pt x="10417" y="24339"/>
                  <a:pt x="4922" y="18844"/>
                </a:cubicBezTo>
                <a:lnTo>
                  <a:pt x="0" y="6962"/>
                </a:lnTo>
                <a:close/>
              </a:path>
            </a:pathLst>
          </a:custGeom>
          <a:solidFill>
            <a:schemeClr val="accent1">
              <a:alpha val="60000"/>
            </a:schemeClr>
          </a:soli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4" name="Google Shape;454;p14">
            <a:extLst>
              <a:ext uri="{FF2B5EF4-FFF2-40B4-BE49-F238E27FC236}">
                <a16:creationId xmlns:a16="http://schemas.microsoft.com/office/drawing/2014/main" id="{54584915-EC03-2541-AF84-0227F494B221}"/>
              </a:ext>
            </a:extLst>
          </p:cNvPr>
          <p:cNvSpPr/>
          <p:nvPr/>
        </p:nvSpPr>
        <p:spPr>
          <a:xfrm>
            <a:off x="2" y="2"/>
            <a:ext cx="403373" cy="496797"/>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grpSp>
        <p:nvGrpSpPr>
          <p:cNvPr id="5" name="Group 4">
            <a:extLst>
              <a:ext uri="{FF2B5EF4-FFF2-40B4-BE49-F238E27FC236}">
                <a16:creationId xmlns:a16="http://schemas.microsoft.com/office/drawing/2014/main" id="{2C8C56F1-C638-F842-8C55-945D137B4384}"/>
              </a:ext>
            </a:extLst>
          </p:cNvPr>
          <p:cNvGrpSpPr/>
          <p:nvPr/>
        </p:nvGrpSpPr>
        <p:grpSpPr>
          <a:xfrm>
            <a:off x="1" y="6814800"/>
            <a:ext cx="12179567" cy="43200"/>
            <a:chOff x="0" y="5111100"/>
            <a:chExt cx="9134675" cy="32400"/>
          </a:xfrm>
        </p:grpSpPr>
        <p:sp>
          <p:nvSpPr>
            <p:cNvPr id="6" name="Google Shape;455;p14">
              <a:extLst>
                <a:ext uri="{FF2B5EF4-FFF2-40B4-BE49-F238E27FC236}">
                  <a16:creationId xmlns:a16="http://schemas.microsoft.com/office/drawing/2014/main" id="{5321DD8B-13E5-F141-AECC-B0F6E5CAC3C0}"/>
                </a:ext>
              </a:extLst>
            </p:cNvPr>
            <p:cNvSpPr/>
            <p:nvPr/>
          </p:nvSpPr>
          <p:spPr>
            <a:xfrm>
              <a:off x="8939030"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7" name="Google Shape;456;p14">
              <a:extLst>
                <a:ext uri="{FF2B5EF4-FFF2-40B4-BE49-F238E27FC236}">
                  <a16:creationId xmlns:a16="http://schemas.microsoft.com/office/drawing/2014/main" id="{2DC0646C-3AAF-B747-AF14-3BFC2C8AE19D}"/>
                </a:ext>
              </a:extLst>
            </p:cNvPr>
            <p:cNvSpPr/>
            <p:nvPr/>
          </p:nvSpPr>
          <p:spPr>
            <a:xfrm>
              <a:off x="899344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8" name="Google Shape;457;p14">
              <a:extLst>
                <a:ext uri="{FF2B5EF4-FFF2-40B4-BE49-F238E27FC236}">
                  <a16:creationId xmlns:a16="http://schemas.microsoft.com/office/drawing/2014/main" id="{90DAD3DE-F5FF-1149-9EB6-AE6ED19CF232}"/>
                </a:ext>
              </a:extLst>
            </p:cNvPr>
            <p:cNvSpPr/>
            <p:nvPr/>
          </p:nvSpPr>
          <p:spPr>
            <a:xfrm>
              <a:off x="910227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9" name="Google Shape;458;p14">
              <a:extLst>
                <a:ext uri="{FF2B5EF4-FFF2-40B4-BE49-F238E27FC236}">
                  <a16:creationId xmlns:a16="http://schemas.microsoft.com/office/drawing/2014/main" id="{CA1884D1-42C5-114D-8020-D3EA1985458E}"/>
                </a:ext>
              </a:extLst>
            </p:cNvPr>
            <p:cNvSpPr/>
            <p:nvPr/>
          </p:nvSpPr>
          <p:spPr>
            <a:xfrm>
              <a:off x="888461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10" name="Google Shape;459;p14">
              <a:extLst>
                <a:ext uri="{FF2B5EF4-FFF2-40B4-BE49-F238E27FC236}">
                  <a16:creationId xmlns:a16="http://schemas.microsoft.com/office/drawing/2014/main" id="{748E1A5E-054A-3A4C-97A6-54BC1C9C1AE2}"/>
                </a:ext>
              </a:extLst>
            </p:cNvPr>
            <p:cNvSpPr/>
            <p:nvPr/>
          </p:nvSpPr>
          <p:spPr>
            <a:xfrm>
              <a:off x="0" y="5112281"/>
              <a:ext cx="8862600" cy="31200"/>
            </a:xfrm>
            <a:prstGeom prst="roundRect">
              <a:avLst>
                <a:gd name="adj" fmla="val 16667"/>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11" name="Google Shape;457;p14">
              <a:extLst>
                <a:ext uri="{FF2B5EF4-FFF2-40B4-BE49-F238E27FC236}">
                  <a16:creationId xmlns:a16="http://schemas.microsoft.com/office/drawing/2014/main" id="{2C589DF5-04E5-B64D-A25C-80CBBAB18AE1}"/>
                </a:ext>
              </a:extLst>
            </p:cNvPr>
            <p:cNvSpPr/>
            <p:nvPr/>
          </p:nvSpPr>
          <p:spPr>
            <a:xfrm>
              <a:off x="9047860"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grpSp>
      <p:sp>
        <p:nvSpPr>
          <p:cNvPr id="12" name="Text Placeholder 4">
            <a:extLst>
              <a:ext uri="{FF2B5EF4-FFF2-40B4-BE49-F238E27FC236}">
                <a16:creationId xmlns:a16="http://schemas.microsoft.com/office/drawing/2014/main" id="{4674CE17-A088-314D-B74F-0174211EA6D7}"/>
              </a:ext>
            </a:extLst>
          </p:cNvPr>
          <p:cNvSpPr>
            <a:spLocks noGrp="1"/>
          </p:cNvSpPr>
          <p:nvPr>
            <p:ph type="body" sz="quarter" idx="170"/>
          </p:nvPr>
        </p:nvSpPr>
        <p:spPr>
          <a:xfrm>
            <a:off x="527051" y="987033"/>
            <a:ext cx="11137900" cy="347200"/>
          </a:xfrm>
          <a:prstGeom prst="rect">
            <a:avLst/>
          </a:prstGeom>
        </p:spPr>
        <p:txBody>
          <a:bodyPr lIns="0" tIns="0" rIns="0" bIns="0"/>
          <a:lstStyle>
            <a:lvl1pPr marL="8466" marR="0" indent="0" algn="l" rtl="0">
              <a:lnSpc>
                <a:spcPct val="100000"/>
              </a:lnSpc>
              <a:spcBef>
                <a:spcPts val="0"/>
              </a:spcBef>
              <a:spcAft>
                <a:spcPts val="0"/>
              </a:spcAft>
              <a:buClr>
                <a:schemeClr val="lt1"/>
              </a:buClr>
              <a:buSzPts val="1200"/>
              <a:buFont typeface="Poppins"/>
              <a:buNone/>
              <a:tabLst/>
              <a:defRPr lang="en-US" sz="1600" b="0" i="0" u="none" strike="noStrike" cap="none" dirty="0">
                <a:solidFill>
                  <a:schemeClr val="tx1"/>
                </a:solidFill>
                <a:latin typeface="Poppins"/>
                <a:ea typeface="Poppins"/>
                <a:cs typeface="Poppins"/>
                <a:sym typeface="Poppins"/>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14" name="Text Placeholder 4">
            <a:extLst>
              <a:ext uri="{FF2B5EF4-FFF2-40B4-BE49-F238E27FC236}">
                <a16:creationId xmlns:a16="http://schemas.microsoft.com/office/drawing/2014/main" id="{1CCDB1D6-7B9F-5A42-AD1A-EE889B831171}"/>
              </a:ext>
            </a:extLst>
          </p:cNvPr>
          <p:cNvSpPr>
            <a:spLocks noGrp="1"/>
          </p:cNvSpPr>
          <p:nvPr>
            <p:ph type="body" sz="quarter" idx="199"/>
          </p:nvPr>
        </p:nvSpPr>
        <p:spPr>
          <a:xfrm>
            <a:off x="527051" y="496800"/>
            <a:ext cx="11137900" cy="611600"/>
          </a:xfrm>
          <a:prstGeom prst="rect">
            <a:avLst/>
          </a:prstGeom>
        </p:spPr>
        <p:txBody>
          <a:bodyPr lIns="0" tIns="0" rIns="0" bIns="0" anchor="t"/>
          <a:lstStyle>
            <a:lvl1pPr marL="8466" marR="0" indent="0" algn="l" rtl="0">
              <a:lnSpc>
                <a:spcPct val="90000"/>
              </a:lnSpc>
              <a:spcBef>
                <a:spcPts val="0"/>
              </a:spcBef>
              <a:spcAft>
                <a:spcPts val="0"/>
              </a:spcAft>
              <a:buClr>
                <a:schemeClr val="dk1"/>
              </a:buClr>
              <a:buSzPts val="2000"/>
              <a:buFont typeface="Poppins Medium"/>
              <a:buNone/>
              <a:tabLst/>
              <a:defRPr lang="en-GB" sz="2400" b="0" i="0" u="none" strike="noStrike" cap="none" dirty="0" smtClean="0">
                <a:solidFill>
                  <a:schemeClr val="bg1"/>
                </a:solidFill>
                <a:latin typeface="Poppins Medium"/>
                <a:ea typeface="Poppins Medium"/>
                <a:cs typeface="Poppins Medium"/>
                <a:sym typeface="Poppins Medium"/>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Tree>
    <p:extLst>
      <p:ext uri="{BB962C8B-B14F-4D97-AF65-F5344CB8AC3E}">
        <p14:creationId xmlns:p14="http://schemas.microsoft.com/office/powerpoint/2010/main" val="890594125"/>
      </p:ext>
    </p:extLst>
  </p:cSld>
  <p:clrMapOvr>
    <a:masterClrMapping/>
  </p:clrMapOvr>
  <p:extLst>
    <p:ext uri="{DCECCB84-F9BA-43D5-87BE-67443E8EF086}">
      <p15:sldGuideLst xmlns:p15="http://schemas.microsoft.com/office/powerpoint/2012/main">
        <p15:guide id="1" orient="horz" pos="645">
          <p15:clr>
            <a:srgbClr val="FBAE40"/>
          </p15:clr>
        </p15:guide>
        <p15:guide id="2" pos="249">
          <p15:clr>
            <a:srgbClr val="FBAE40"/>
          </p15:clr>
        </p15:guide>
        <p15:guide id="3" pos="5511">
          <p15:clr>
            <a:srgbClr val="FBAE40"/>
          </p15:clr>
        </p15:guide>
        <p15:guide id="4" orient="horz" pos="3072">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itle/Cover">
    <p:spTree>
      <p:nvGrpSpPr>
        <p:cNvPr id="1" name=""/>
        <p:cNvGrpSpPr/>
        <p:nvPr/>
      </p:nvGrpSpPr>
      <p:grpSpPr>
        <a:xfrm>
          <a:off x="0" y="0"/>
          <a:ext cx="0" cy="0"/>
          <a:chOff x="0" y="0"/>
          <a:chExt cx="0" cy="0"/>
        </a:xfrm>
      </p:grpSpPr>
      <p:pic>
        <p:nvPicPr>
          <p:cNvPr id="3" name="Google Shape;10;p2">
            <a:extLst>
              <a:ext uri="{FF2B5EF4-FFF2-40B4-BE49-F238E27FC236}">
                <a16:creationId xmlns:a16="http://schemas.microsoft.com/office/drawing/2014/main" id="{D9C4F324-23BA-AF4D-934C-4598EF850F4A}"/>
              </a:ext>
            </a:extLst>
          </p:cNvPr>
          <p:cNvPicPr preferRelativeResize="0"/>
          <p:nvPr/>
        </p:nvPicPr>
        <p:blipFill rotWithShape="1">
          <a:blip r:embed="rId2">
            <a:alphaModFix/>
          </a:blip>
          <a:srcRect/>
          <a:stretch/>
        </p:blipFill>
        <p:spPr>
          <a:xfrm>
            <a:off x="10288449" y="553203"/>
            <a:ext cx="1349352" cy="461300"/>
          </a:xfrm>
          <a:prstGeom prst="rect">
            <a:avLst/>
          </a:prstGeom>
          <a:noFill/>
          <a:ln>
            <a:noFill/>
          </a:ln>
        </p:spPr>
      </p:pic>
      <p:sp>
        <p:nvSpPr>
          <p:cNvPr id="4" name="Google Shape;11;p2">
            <a:extLst>
              <a:ext uri="{FF2B5EF4-FFF2-40B4-BE49-F238E27FC236}">
                <a16:creationId xmlns:a16="http://schemas.microsoft.com/office/drawing/2014/main" id="{8B400058-50C2-EA42-9BF6-A9504B065FFA}"/>
              </a:ext>
            </a:extLst>
          </p:cNvPr>
          <p:cNvSpPr/>
          <p:nvPr/>
        </p:nvSpPr>
        <p:spPr>
          <a:xfrm>
            <a:off x="2" y="2"/>
            <a:ext cx="1011044" cy="1014501"/>
          </a:xfrm>
          <a:custGeom>
            <a:avLst/>
            <a:gdLst/>
            <a:ahLst/>
            <a:cxnLst/>
            <a:rect l="l" t="t" r="r" b="b"/>
            <a:pathLst>
              <a:path w="1011044" h="1014501" extrusionOk="0">
                <a:moveTo>
                  <a:pt x="195109" y="993405"/>
                </a:moveTo>
                <a:lnTo>
                  <a:pt x="200634" y="994520"/>
                </a:lnTo>
                <a:lnTo>
                  <a:pt x="183296" y="997616"/>
                </a:lnTo>
                <a:lnTo>
                  <a:pt x="187163" y="995009"/>
                </a:lnTo>
                <a:cubicBezTo>
                  <a:pt x="189606" y="993976"/>
                  <a:pt x="192291" y="993405"/>
                  <a:pt x="195109" y="993405"/>
                </a:cubicBezTo>
                <a:close/>
                <a:moveTo>
                  <a:pt x="146332" y="993405"/>
                </a:moveTo>
                <a:cubicBezTo>
                  <a:pt x="151969" y="993405"/>
                  <a:pt x="157072" y="995690"/>
                  <a:pt x="160766" y="999383"/>
                </a:cubicBezTo>
                <a:lnTo>
                  <a:pt x="161636" y="1001484"/>
                </a:lnTo>
                <a:lnTo>
                  <a:pt x="153987" y="1002850"/>
                </a:lnTo>
                <a:lnTo>
                  <a:pt x="129155" y="1006006"/>
                </a:lnTo>
                <a:lnTo>
                  <a:pt x="131898" y="999383"/>
                </a:lnTo>
                <a:cubicBezTo>
                  <a:pt x="135592" y="995690"/>
                  <a:pt x="140695" y="993405"/>
                  <a:pt x="146332" y="993405"/>
                </a:cubicBezTo>
                <a:close/>
                <a:moveTo>
                  <a:pt x="97555" y="993405"/>
                </a:moveTo>
                <a:cubicBezTo>
                  <a:pt x="103192" y="993405"/>
                  <a:pt x="108295" y="995690"/>
                  <a:pt x="111989" y="999383"/>
                </a:cubicBezTo>
                <a:lnTo>
                  <a:pt x="115453" y="1007747"/>
                </a:lnTo>
                <a:lnTo>
                  <a:pt x="103384" y="1009281"/>
                </a:lnTo>
                <a:lnTo>
                  <a:pt x="78229" y="1011193"/>
                </a:lnTo>
                <a:lnTo>
                  <a:pt x="83121" y="999383"/>
                </a:lnTo>
                <a:cubicBezTo>
                  <a:pt x="86815" y="995690"/>
                  <a:pt x="91918" y="993405"/>
                  <a:pt x="97555" y="993405"/>
                </a:cubicBezTo>
                <a:close/>
                <a:moveTo>
                  <a:pt x="48778" y="993405"/>
                </a:moveTo>
                <a:cubicBezTo>
                  <a:pt x="54415" y="993405"/>
                  <a:pt x="59518" y="995690"/>
                  <a:pt x="63212" y="999383"/>
                </a:cubicBezTo>
                <a:lnTo>
                  <a:pt x="68413" y="1011940"/>
                </a:lnTo>
                <a:lnTo>
                  <a:pt x="52033" y="1013185"/>
                </a:lnTo>
                <a:lnTo>
                  <a:pt x="28379" y="1013783"/>
                </a:lnTo>
                <a:lnTo>
                  <a:pt x="34344" y="999383"/>
                </a:lnTo>
                <a:cubicBezTo>
                  <a:pt x="38038" y="995690"/>
                  <a:pt x="43141" y="993405"/>
                  <a:pt x="48778" y="993405"/>
                </a:cubicBezTo>
                <a:close/>
                <a:moveTo>
                  <a:pt x="2" y="993405"/>
                </a:moveTo>
                <a:cubicBezTo>
                  <a:pt x="11275" y="993405"/>
                  <a:pt x="20414" y="1002544"/>
                  <a:pt x="20414" y="1013818"/>
                </a:cubicBezTo>
                <a:lnTo>
                  <a:pt x="20344" y="1013987"/>
                </a:lnTo>
                <a:lnTo>
                  <a:pt x="0" y="1014501"/>
                </a:lnTo>
                <a:lnTo>
                  <a:pt x="0" y="993406"/>
                </a:lnTo>
                <a:close/>
                <a:moveTo>
                  <a:pt x="341440" y="939317"/>
                </a:moveTo>
                <a:cubicBezTo>
                  <a:pt x="347077" y="939317"/>
                  <a:pt x="352180" y="941602"/>
                  <a:pt x="355875" y="945296"/>
                </a:cubicBezTo>
                <a:lnTo>
                  <a:pt x="357150" y="948375"/>
                </a:lnTo>
                <a:lnTo>
                  <a:pt x="321699" y="961350"/>
                </a:lnTo>
                <a:lnTo>
                  <a:pt x="321028" y="959730"/>
                </a:lnTo>
                <a:cubicBezTo>
                  <a:pt x="321028" y="948456"/>
                  <a:pt x="330166" y="939317"/>
                  <a:pt x="341440" y="939317"/>
                </a:cubicBezTo>
                <a:close/>
                <a:moveTo>
                  <a:pt x="292663" y="939317"/>
                </a:moveTo>
                <a:cubicBezTo>
                  <a:pt x="303937" y="939317"/>
                  <a:pt x="313076" y="948456"/>
                  <a:pt x="313076" y="959730"/>
                </a:cubicBezTo>
                <a:lnTo>
                  <a:pt x="310744" y="965360"/>
                </a:lnTo>
                <a:lnTo>
                  <a:pt x="300683" y="969042"/>
                </a:lnTo>
                <a:lnTo>
                  <a:pt x="279538" y="975046"/>
                </a:lnTo>
                <a:lnTo>
                  <a:pt x="278229" y="974164"/>
                </a:lnTo>
                <a:cubicBezTo>
                  <a:pt x="274535" y="970470"/>
                  <a:pt x="272251" y="965367"/>
                  <a:pt x="272251" y="959730"/>
                </a:cubicBezTo>
                <a:cubicBezTo>
                  <a:pt x="272251" y="948456"/>
                  <a:pt x="281389" y="939317"/>
                  <a:pt x="292663" y="939317"/>
                </a:cubicBezTo>
                <a:close/>
                <a:moveTo>
                  <a:pt x="243886" y="939317"/>
                </a:moveTo>
                <a:cubicBezTo>
                  <a:pt x="255160" y="939317"/>
                  <a:pt x="264299" y="948456"/>
                  <a:pt x="264299" y="959730"/>
                </a:cubicBezTo>
                <a:cubicBezTo>
                  <a:pt x="264299" y="971004"/>
                  <a:pt x="255160" y="980143"/>
                  <a:pt x="243886" y="980143"/>
                </a:cubicBezTo>
                <a:cubicBezTo>
                  <a:pt x="232612" y="980143"/>
                  <a:pt x="223473" y="971004"/>
                  <a:pt x="223473" y="959730"/>
                </a:cubicBezTo>
                <a:cubicBezTo>
                  <a:pt x="223473" y="948456"/>
                  <a:pt x="232612" y="939317"/>
                  <a:pt x="243886" y="939317"/>
                </a:cubicBezTo>
                <a:close/>
                <a:moveTo>
                  <a:pt x="195109" y="939317"/>
                </a:moveTo>
                <a:cubicBezTo>
                  <a:pt x="206383" y="939317"/>
                  <a:pt x="215522" y="948456"/>
                  <a:pt x="215522" y="959730"/>
                </a:cubicBezTo>
                <a:cubicBezTo>
                  <a:pt x="215522" y="971004"/>
                  <a:pt x="206383" y="980143"/>
                  <a:pt x="195109" y="980143"/>
                </a:cubicBezTo>
                <a:cubicBezTo>
                  <a:pt x="183835" y="980143"/>
                  <a:pt x="174696" y="971004"/>
                  <a:pt x="174696" y="959730"/>
                </a:cubicBezTo>
                <a:cubicBezTo>
                  <a:pt x="174696" y="948456"/>
                  <a:pt x="183835" y="939317"/>
                  <a:pt x="195109" y="939317"/>
                </a:cubicBezTo>
                <a:close/>
                <a:moveTo>
                  <a:pt x="146332" y="939317"/>
                </a:moveTo>
                <a:cubicBezTo>
                  <a:pt x="157606" y="939317"/>
                  <a:pt x="166745" y="948456"/>
                  <a:pt x="166745" y="959730"/>
                </a:cubicBezTo>
                <a:cubicBezTo>
                  <a:pt x="166745" y="971004"/>
                  <a:pt x="157606" y="980143"/>
                  <a:pt x="146332" y="980143"/>
                </a:cubicBezTo>
                <a:cubicBezTo>
                  <a:pt x="135058" y="980143"/>
                  <a:pt x="125919" y="971004"/>
                  <a:pt x="125919" y="959730"/>
                </a:cubicBezTo>
                <a:cubicBezTo>
                  <a:pt x="125919" y="948456"/>
                  <a:pt x="135058" y="939317"/>
                  <a:pt x="146332" y="939317"/>
                </a:cubicBezTo>
                <a:close/>
                <a:moveTo>
                  <a:pt x="97555" y="939317"/>
                </a:moveTo>
                <a:cubicBezTo>
                  <a:pt x="108829" y="939317"/>
                  <a:pt x="117968" y="948456"/>
                  <a:pt x="117968" y="959730"/>
                </a:cubicBezTo>
                <a:cubicBezTo>
                  <a:pt x="117968" y="971004"/>
                  <a:pt x="108829" y="980143"/>
                  <a:pt x="97555" y="980143"/>
                </a:cubicBezTo>
                <a:cubicBezTo>
                  <a:pt x="86281" y="980143"/>
                  <a:pt x="77142" y="971004"/>
                  <a:pt x="77142" y="959730"/>
                </a:cubicBezTo>
                <a:cubicBezTo>
                  <a:pt x="77142" y="948456"/>
                  <a:pt x="86281" y="939317"/>
                  <a:pt x="97555" y="939317"/>
                </a:cubicBezTo>
                <a:close/>
                <a:moveTo>
                  <a:pt x="48778" y="939317"/>
                </a:moveTo>
                <a:cubicBezTo>
                  <a:pt x="60052" y="939317"/>
                  <a:pt x="69191" y="948456"/>
                  <a:pt x="69191" y="959730"/>
                </a:cubicBezTo>
                <a:cubicBezTo>
                  <a:pt x="69191" y="971004"/>
                  <a:pt x="60052" y="980143"/>
                  <a:pt x="48778" y="980143"/>
                </a:cubicBezTo>
                <a:cubicBezTo>
                  <a:pt x="37504" y="980143"/>
                  <a:pt x="28365" y="971004"/>
                  <a:pt x="28365" y="959730"/>
                </a:cubicBezTo>
                <a:cubicBezTo>
                  <a:pt x="28365" y="948456"/>
                  <a:pt x="37504" y="939317"/>
                  <a:pt x="48778" y="939317"/>
                </a:cubicBezTo>
                <a:close/>
                <a:moveTo>
                  <a:pt x="2" y="939317"/>
                </a:moveTo>
                <a:cubicBezTo>
                  <a:pt x="11275" y="939317"/>
                  <a:pt x="20414" y="948456"/>
                  <a:pt x="20414" y="959730"/>
                </a:cubicBezTo>
                <a:cubicBezTo>
                  <a:pt x="20414" y="971004"/>
                  <a:pt x="11275" y="980143"/>
                  <a:pt x="2" y="980143"/>
                </a:cubicBezTo>
                <a:lnTo>
                  <a:pt x="0" y="980142"/>
                </a:lnTo>
                <a:lnTo>
                  <a:pt x="0" y="939318"/>
                </a:lnTo>
                <a:close/>
                <a:moveTo>
                  <a:pt x="487772" y="885231"/>
                </a:moveTo>
                <a:lnTo>
                  <a:pt x="492351" y="886155"/>
                </a:lnTo>
                <a:lnTo>
                  <a:pt x="481971" y="892462"/>
                </a:lnTo>
                <a:lnTo>
                  <a:pt x="470537" y="897969"/>
                </a:lnTo>
                <a:lnTo>
                  <a:pt x="473337" y="891210"/>
                </a:lnTo>
                <a:cubicBezTo>
                  <a:pt x="477032" y="887516"/>
                  <a:pt x="482135" y="885231"/>
                  <a:pt x="487772" y="885231"/>
                </a:cubicBezTo>
                <a:close/>
                <a:moveTo>
                  <a:pt x="438994" y="885231"/>
                </a:moveTo>
                <a:cubicBezTo>
                  <a:pt x="444631" y="885231"/>
                  <a:pt x="449734" y="887516"/>
                  <a:pt x="453429" y="891210"/>
                </a:cubicBezTo>
                <a:lnTo>
                  <a:pt x="458609" y="903716"/>
                </a:lnTo>
                <a:lnTo>
                  <a:pt x="424595" y="920101"/>
                </a:lnTo>
                <a:lnTo>
                  <a:pt x="424560" y="920078"/>
                </a:lnTo>
                <a:cubicBezTo>
                  <a:pt x="420867" y="916384"/>
                  <a:pt x="418582" y="911281"/>
                  <a:pt x="418582" y="905644"/>
                </a:cubicBezTo>
                <a:cubicBezTo>
                  <a:pt x="418582" y="894370"/>
                  <a:pt x="427721" y="885231"/>
                  <a:pt x="438994" y="885231"/>
                </a:cubicBezTo>
                <a:close/>
                <a:moveTo>
                  <a:pt x="390217" y="885231"/>
                </a:moveTo>
                <a:cubicBezTo>
                  <a:pt x="401491" y="885231"/>
                  <a:pt x="410630" y="894370"/>
                  <a:pt x="410630" y="905644"/>
                </a:cubicBezTo>
                <a:cubicBezTo>
                  <a:pt x="410630" y="916917"/>
                  <a:pt x="401491" y="926056"/>
                  <a:pt x="390217" y="926056"/>
                </a:cubicBezTo>
                <a:cubicBezTo>
                  <a:pt x="378944" y="926056"/>
                  <a:pt x="369805" y="916917"/>
                  <a:pt x="369805" y="905644"/>
                </a:cubicBezTo>
                <a:cubicBezTo>
                  <a:pt x="369805" y="894370"/>
                  <a:pt x="378944" y="885231"/>
                  <a:pt x="390217" y="885231"/>
                </a:cubicBezTo>
                <a:close/>
                <a:moveTo>
                  <a:pt x="341440" y="885231"/>
                </a:moveTo>
                <a:cubicBezTo>
                  <a:pt x="352714" y="885231"/>
                  <a:pt x="361853" y="894370"/>
                  <a:pt x="361853" y="905644"/>
                </a:cubicBezTo>
                <a:cubicBezTo>
                  <a:pt x="361853" y="916917"/>
                  <a:pt x="352714" y="926056"/>
                  <a:pt x="341440" y="926056"/>
                </a:cubicBezTo>
                <a:cubicBezTo>
                  <a:pt x="330166" y="926056"/>
                  <a:pt x="321028" y="916917"/>
                  <a:pt x="321028" y="905644"/>
                </a:cubicBezTo>
                <a:cubicBezTo>
                  <a:pt x="321028" y="894370"/>
                  <a:pt x="330166" y="885231"/>
                  <a:pt x="341440" y="885231"/>
                </a:cubicBezTo>
                <a:close/>
                <a:moveTo>
                  <a:pt x="292663" y="885231"/>
                </a:moveTo>
                <a:cubicBezTo>
                  <a:pt x="303937" y="885231"/>
                  <a:pt x="313076" y="894370"/>
                  <a:pt x="313076" y="905644"/>
                </a:cubicBezTo>
                <a:cubicBezTo>
                  <a:pt x="313076" y="916917"/>
                  <a:pt x="303937" y="926056"/>
                  <a:pt x="292663" y="926056"/>
                </a:cubicBezTo>
                <a:cubicBezTo>
                  <a:pt x="281389" y="926056"/>
                  <a:pt x="272251" y="916917"/>
                  <a:pt x="272251" y="905644"/>
                </a:cubicBezTo>
                <a:cubicBezTo>
                  <a:pt x="272251" y="894370"/>
                  <a:pt x="281389" y="885231"/>
                  <a:pt x="292663" y="885231"/>
                </a:cubicBezTo>
                <a:close/>
                <a:moveTo>
                  <a:pt x="243886" y="885231"/>
                </a:moveTo>
                <a:cubicBezTo>
                  <a:pt x="255160" y="885231"/>
                  <a:pt x="264299" y="894370"/>
                  <a:pt x="264299" y="905644"/>
                </a:cubicBezTo>
                <a:cubicBezTo>
                  <a:pt x="264299" y="916917"/>
                  <a:pt x="255160" y="926056"/>
                  <a:pt x="243886" y="926056"/>
                </a:cubicBezTo>
                <a:cubicBezTo>
                  <a:pt x="232612" y="926056"/>
                  <a:pt x="223473" y="916917"/>
                  <a:pt x="223473" y="905644"/>
                </a:cubicBezTo>
                <a:cubicBezTo>
                  <a:pt x="223473" y="894370"/>
                  <a:pt x="232612" y="885231"/>
                  <a:pt x="243886" y="885231"/>
                </a:cubicBezTo>
                <a:close/>
                <a:moveTo>
                  <a:pt x="195109" y="885231"/>
                </a:moveTo>
                <a:cubicBezTo>
                  <a:pt x="206383" y="885231"/>
                  <a:pt x="215522" y="894370"/>
                  <a:pt x="215522" y="905644"/>
                </a:cubicBezTo>
                <a:cubicBezTo>
                  <a:pt x="215522" y="916917"/>
                  <a:pt x="206383" y="926056"/>
                  <a:pt x="195109" y="926056"/>
                </a:cubicBezTo>
                <a:cubicBezTo>
                  <a:pt x="183835" y="926056"/>
                  <a:pt x="174696" y="916917"/>
                  <a:pt x="174696" y="905644"/>
                </a:cubicBezTo>
                <a:cubicBezTo>
                  <a:pt x="174696" y="894370"/>
                  <a:pt x="183835" y="885231"/>
                  <a:pt x="195109" y="885231"/>
                </a:cubicBezTo>
                <a:close/>
                <a:moveTo>
                  <a:pt x="146332" y="885231"/>
                </a:moveTo>
                <a:cubicBezTo>
                  <a:pt x="157606" y="885231"/>
                  <a:pt x="166745" y="894370"/>
                  <a:pt x="166745" y="905644"/>
                </a:cubicBezTo>
                <a:cubicBezTo>
                  <a:pt x="166745" y="916917"/>
                  <a:pt x="157606" y="926056"/>
                  <a:pt x="146332" y="926056"/>
                </a:cubicBezTo>
                <a:cubicBezTo>
                  <a:pt x="135058" y="926056"/>
                  <a:pt x="125919" y="916917"/>
                  <a:pt x="125919" y="905644"/>
                </a:cubicBezTo>
                <a:cubicBezTo>
                  <a:pt x="125919" y="894370"/>
                  <a:pt x="135058" y="885231"/>
                  <a:pt x="146332" y="885231"/>
                </a:cubicBezTo>
                <a:close/>
                <a:moveTo>
                  <a:pt x="97555" y="885231"/>
                </a:moveTo>
                <a:cubicBezTo>
                  <a:pt x="108829" y="885231"/>
                  <a:pt x="117968" y="894370"/>
                  <a:pt x="117968" y="905644"/>
                </a:cubicBezTo>
                <a:cubicBezTo>
                  <a:pt x="117968" y="916917"/>
                  <a:pt x="108829" y="926056"/>
                  <a:pt x="97555" y="926056"/>
                </a:cubicBezTo>
                <a:cubicBezTo>
                  <a:pt x="86281" y="926056"/>
                  <a:pt x="77142" y="916917"/>
                  <a:pt x="77142" y="905644"/>
                </a:cubicBezTo>
                <a:cubicBezTo>
                  <a:pt x="77142" y="894370"/>
                  <a:pt x="86281" y="885231"/>
                  <a:pt x="97555" y="885231"/>
                </a:cubicBezTo>
                <a:close/>
                <a:moveTo>
                  <a:pt x="48778" y="885231"/>
                </a:moveTo>
                <a:cubicBezTo>
                  <a:pt x="60052" y="885231"/>
                  <a:pt x="69191" y="894370"/>
                  <a:pt x="69191" y="905644"/>
                </a:cubicBezTo>
                <a:cubicBezTo>
                  <a:pt x="69191" y="916917"/>
                  <a:pt x="60052" y="926056"/>
                  <a:pt x="48778" y="926056"/>
                </a:cubicBezTo>
                <a:cubicBezTo>
                  <a:pt x="37504" y="926056"/>
                  <a:pt x="28365" y="916917"/>
                  <a:pt x="28365" y="905644"/>
                </a:cubicBezTo>
                <a:cubicBezTo>
                  <a:pt x="28365" y="894370"/>
                  <a:pt x="37504" y="885231"/>
                  <a:pt x="48778" y="885231"/>
                </a:cubicBezTo>
                <a:close/>
                <a:moveTo>
                  <a:pt x="2" y="885231"/>
                </a:moveTo>
                <a:cubicBezTo>
                  <a:pt x="11275" y="885231"/>
                  <a:pt x="20414" y="894370"/>
                  <a:pt x="20414" y="905644"/>
                </a:cubicBezTo>
                <a:cubicBezTo>
                  <a:pt x="20414" y="916917"/>
                  <a:pt x="11275" y="926056"/>
                  <a:pt x="2" y="926056"/>
                </a:cubicBezTo>
                <a:lnTo>
                  <a:pt x="0" y="926055"/>
                </a:lnTo>
                <a:lnTo>
                  <a:pt x="0" y="885232"/>
                </a:lnTo>
                <a:close/>
                <a:moveTo>
                  <a:pt x="577493" y="832726"/>
                </a:moveTo>
                <a:lnTo>
                  <a:pt x="570568" y="837904"/>
                </a:lnTo>
                <a:lnTo>
                  <a:pt x="570892" y="837123"/>
                </a:lnTo>
                <a:cubicBezTo>
                  <a:pt x="572738" y="835276"/>
                  <a:pt x="574938" y="833782"/>
                  <a:pt x="577380" y="832749"/>
                </a:cubicBezTo>
                <a:close/>
                <a:moveTo>
                  <a:pt x="536549" y="831145"/>
                </a:moveTo>
                <a:cubicBezTo>
                  <a:pt x="542186" y="831145"/>
                  <a:pt x="547289" y="833430"/>
                  <a:pt x="550983" y="837123"/>
                </a:cubicBezTo>
                <a:lnTo>
                  <a:pt x="555421" y="847839"/>
                </a:lnTo>
                <a:lnTo>
                  <a:pt x="523739" y="867087"/>
                </a:lnTo>
                <a:lnTo>
                  <a:pt x="522114" y="865992"/>
                </a:lnTo>
                <a:cubicBezTo>
                  <a:pt x="518421" y="862298"/>
                  <a:pt x="516136" y="857194"/>
                  <a:pt x="516136" y="851558"/>
                </a:cubicBezTo>
                <a:cubicBezTo>
                  <a:pt x="516136" y="840284"/>
                  <a:pt x="525275" y="831145"/>
                  <a:pt x="536549" y="831145"/>
                </a:cubicBezTo>
                <a:close/>
                <a:moveTo>
                  <a:pt x="487772" y="831145"/>
                </a:moveTo>
                <a:cubicBezTo>
                  <a:pt x="499045" y="831145"/>
                  <a:pt x="508184" y="840284"/>
                  <a:pt x="508184" y="851558"/>
                </a:cubicBezTo>
                <a:cubicBezTo>
                  <a:pt x="508184" y="862831"/>
                  <a:pt x="499045" y="871970"/>
                  <a:pt x="487772" y="871970"/>
                </a:cubicBezTo>
                <a:cubicBezTo>
                  <a:pt x="476498" y="871970"/>
                  <a:pt x="467359" y="862831"/>
                  <a:pt x="467359" y="851558"/>
                </a:cubicBezTo>
                <a:cubicBezTo>
                  <a:pt x="467359" y="840284"/>
                  <a:pt x="476498" y="831145"/>
                  <a:pt x="487772" y="831145"/>
                </a:cubicBezTo>
                <a:close/>
                <a:moveTo>
                  <a:pt x="438994" y="831145"/>
                </a:moveTo>
                <a:cubicBezTo>
                  <a:pt x="450268" y="831145"/>
                  <a:pt x="459407" y="840284"/>
                  <a:pt x="459407" y="851558"/>
                </a:cubicBezTo>
                <a:cubicBezTo>
                  <a:pt x="459407" y="862831"/>
                  <a:pt x="450268" y="871970"/>
                  <a:pt x="438994" y="871970"/>
                </a:cubicBezTo>
                <a:cubicBezTo>
                  <a:pt x="427721" y="871970"/>
                  <a:pt x="418582" y="862831"/>
                  <a:pt x="418582" y="851558"/>
                </a:cubicBezTo>
                <a:cubicBezTo>
                  <a:pt x="418582" y="840284"/>
                  <a:pt x="427721" y="831145"/>
                  <a:pt x="438994" y="831145"/>
                </a:cubicBezTo>
                <a:close/>
                <a:moveTo>
                  <a:pt x="390217" y="831145"/>
                </a:moveTo>
                <a:cubicBezTo>
                  <a:pt x="401491" y="831145"/>
                  <a:pt x="410630" y="840284"/>
                  <a:pt x="410630" y="851558"/>
                </a:cubicBezTo>
                <a:cubicBezTo>
                  <a:pt x="410630" y="862831"/>
                  <a:pt x="401491" y="871970"/>
                  <a:pt x="390217" y="871970"/>
                </a:cubicBezTo>
                <a:cubicBezTo>
                  <a:pt x="378944" y="871970"/>
                  <a:pt x="369805" y="862831"/>
                  <a:pt x="369805" y="851558"/>
                </a:cubicBezTo>
                <a:cubicBezTo>
                  <a:pt x="369805" y="840284"/>
                  <a:pt x="378944" y="831145"/>
                  <a:pt x="390217" y="831145"/>
                </a:cubicBezTo>
                <a:close/>
                <a:moveTo>
                  <a:pt x="341440" y="831145"/>
                </a:moveTo>
                <a:cubicBezTo>
                  <a:pt x="352714" y="831145"/>
                  <a:pt x="361853" y="840284"/>
                  <a:pt x="361853" y="851558"/>
                </a:cubicBezTo>
                <a:cubicBezTo>
                  <a:pt x="361853" y="862831"/>
                  <a:pt x="352714" y="871970"/>
                  <a:pt x="341440" y="871970"/>
                </a:cubicBezTo>
                <a:cubicBezTo>
                  <a:pt x="330166" y="871970"/>
                  <a:pt x="321028" y="862831"/>
                  <a:pt x="321028" y="851558"/>
                </a:cubicBezTo>
                <a:cubicBezTo>
                  <a:pt x="321028" y="840284"/>
                  <a:pt x="330166" y="831145"/>
                  <a:pt x="341440" y="831145"/>
                </a:cubicBezTo>
                <a:close/>
                <a:moveTo>
                  <a:pt x="292663" y="831145"/>
                </a:moveTo>
                <a:cubicBezTo>
                  <a:pt x="303937" y="831145"/>
                  <a:pt x="313076" y="840284"/>
                  <a:pt x="313076" y="851558"/>
                </a:cubicBezTo>
                <a:cubicBezTo>
                  <a:pt x="313076" y="862831"/>
                  <a:pt x="303937" y="871970"/>
                  <a:pt x="292663" y="871970"/>
                </a:cubicBezTo>
                <a:cubicBezTo>
                  <a:pt x="281389" y="871970"/>
                  <a:pt x="272251" y="862831"/>
                  <a:pt x="272251" y="851558"/>
                </a:cubicBezTo>
                <a:cubicBezTo>
                  <a:pt x="272251" y="840284"/>
                  <a:pt x="281389" y="831145"/>
                  <a:pt x="292663" y="831145"/>
                </a:cubicBezTo>
                <a:close/>
                <a:moveTo>
                  <a:pt x="243886" y="831145"/>
                </a:moveTo>
                <a:cubicBezTo>
                  <a:pt x="255160" y="831145"/>
                  <a:pt x="264299" y="840284"/>
                  <a:pt x="264299" y="851558"/>
                </a:cubicBezTo>
                <a:cubicBezTo>
                  <a:pt x="264299" y="862831"/>
                  <a:pt x="255160" y="871970"/>
                  <a:pt x="243886" y="871970"/>
                </a:cubicBezTo>
                <a:cubicBezTo>
                  <a:pt x="232612" y="871970"/>
                  <a:pt x="223473" y="862831"/>
                  <a:pt x="223473" y="851558"/>
                </a:cubicBezTo>
                <a:cubicBezTo>
                  <a:pt x="223473" y="840284"/>
                  <a:pt x="232612" y="831145"/>
                  <a:pt x="243886" y="831145"/>
                </a:cubicBezTo>
                <a:close/>
                <a:moveTo>
                  <a:pt x="195109" y="831145"/>
                </a:moveTo>
                <a:cubicBezTo>
                  <a:pt x="206383" y="831145"/>
                  <a:pt x="215522" y="840284"/>
                  <a:pt x="215522" y="851558"/>
                </a:cubicBezTo>
                <a:cubicBezTo>
                  <a:pt x="215522" y="862831"/>
                  <a:pt x="206383" y="871970"/>
                  <a:pt x="195109" y="871970"/>
                </a:cubicBezTo>
                <a:cubicBezTo>
                  <a:pt x="183835" y="871970"/>
                  <a:pt x="174696" y="862831"/>
                  <a:pt x="174696" y="851558"/>
                </a:cubicBezTo>
                <a:cubicBezTo>
                  <a:pt x="174696" y="840284"/>
                  <a:pt x="183835" y="831145"/>
                  <a:pt x="195109" y="831145"/>
                </a:cubicBezTo>
                <a:close/>
                <a:moveTo>
                  <a:pt x="146332" y="831145"/>
                </a:moveTo>
                <a:cubicBezTo>
                  <a:pt x="157606" y="831145"/>
                  <a:pt x="166745" y="840284"/>
                  <a:pt x="166745" y="851558"/>
                </a:cubicBezTo>
                <a:cubicBezTo>
                  <a:pt x="166745" y="862831"/>
                  <a:pt x="157606" y="871970"/>
                  <a:pt x="146332" y="871970"/>
                </a:cubicBezTo>
                <a:cubicBezTo>
                  <a:pt x="135058" y="871970"/>
                  <a:pt x="125919" y="862831"/>
                  <a:pt x="125919" y="851558"/>
                </a:cubicBezTo>
                <a:cubicBezTo>
                  <a:pt x="125919" y="840284"/>
                  <a:pt x="135058" y="831145"/>
                  <a:pt x="146332" y="831145"/>
                </a:cubicBezTo>
                <a:close/>
                <a:moveTo>
                  <a:pt x="97555" y="831145"/>
                </a:moveTo>
                <a:cubicBezTo>
                  <a:pt x="108829" y="831145"/>
                  <a:pt x="117968" y="840284"/>
                  <a:pt x="117968" y="851558"/>
                </a:cubicBezTo>
                <a:cubicBezTo>
                  <a:pt x="117968" y="862831"/>
                  <a:pt x="108829" y="871970"/>
                  <a:pt x="97555" y="871970"/>
                </a:cubicBezTo>
                <a:cubicBezTo>
                  <a:pt x="86281" y="871970"/>
                  <a:pt x="77142" y="862831"/>
                  <a:pt x="77142" y="851558"/>
                </a:cubicBezTo>
                <a:cubicBezTo>
                  <a:pt x="77142" y="840284"/>
                  <a:pt x="86281" y="831145"/>
                  <a:pt x="97555" y="831145"/>
                </a:cubicBezTo>
                <a:close/>
                <a:moveTo>
                  <a:pt x="48778" y="831145"/>
                </a:moveTo>
                <a:cubicBezTo>
                  <a:pt x="60052" y="831145"/>
                  <a:pt x="69191" y="840284"/>
                  <a:pt x="69191" y="851558"/>
                </a:cubicBezTo>
                <a:cubicBezTo>
                  <a:pt x="69191" y="862831"/>
                  <a:pt x="60052" y="871970"/>
                  <a:pt x="48778" y="871970"/>
                </a:cubicBezTo>
                <a:cubicBezTo>
                  <a:pt x="37504" y="871970"/>
                  <a:pt x="28365" y="862831"/>
                  <a:pt x="28365" y="851558"/>
                </a:cubicBezTo>
                <a:cubicBezTo>
                  <a:pt x="28365" y="840284"/>
                  <a:pt x="37504" y="831145"/>
                  <a:pt x="48778" y="831145"/>
                </a:cubicBezTo>
                <a:close/>
                <a:moveTo>
                  <a:pt x="2" y="831145"/>
                </a:moveTo>
                <a:cubicBezTo>
                  <a:pt x="11275" y="831145"/>
                  <a:pt x="20414" y="840284"/>
                  <a:pt x="20414" y="851558"/>
                </a:cubicBezTo>
                <a:cubicBezTo>
                  <a:pt x="20414" y="862831"/>
                  <a:pt x="11275" y="871970"/>
                  <a:pt x="2" y="871970"/>
                </a:cubicBezTo>
                <a:lnTo>
                  <a:pt x="0" y="871969"/>
                </a:lnTo>
                <a:lnTo>
                  <a:pt x="0" y="831146"/>
                </a:lnTo>
                <a:close/>
                <a:moveTo>
                  <a:pt x="634103" y="777059"/>
                </a:moveTo>
                <a:cubicBezTo>
                  <a:pt x="636921" y="777059"/>
                  <a:pt x="639606" y="777630"/>
                  <a:pt x="642049" y="778663"/>
                </a:cubicBezTo>
                <a:lnTo>
                  <a:pt x="645821" y="781206"/>
                </a:lnTo>
                <a:lnTo>
                  <a:pt x="643181" y="783605"/>
                </a:lnTo>
                <a:lnTo>
                  <a:pt x="616279" y="803722"/>
                </a:lnTo>
                <a:lnTo>
                  <a:pt x="613690" y="797471"/>
                </a:lnTo>
                <a:cubicBezTo>
                  <a:pt x="613690" y="786198"/>
                  <a:pt x="622829" y="777059"/>
                  <a:pt x="634103" y="777059"/>
                </a:cubicBezTo>
                <a:close/>
                <a:moveTo>
                  <a:pt x="585326" y="777059"/>
                </a:moveTo>
                <a:cubicBezTo>
                  <a:pt x="596599" y="777059"/>
                  <a:pt x="605738" y="786198"/>
                  <a:pt x="605738" y="797471"/>
                </a:cubicBezTo>
                <a:cubicBezTo>
                  <a:pt x="605738" y="808745"/>
                  <a:pt x="596599" y="817884"/>
                  <a:pt x="585326" y="817884"/>
                </a:cubicBezTo>
                <a:cubicBezTo>
                  <a:pt x="574052" y="817884"/>
                  <a:pt x="564913" y="808745"/>
                  <a:pt x="564913" y="797471"/>
                </a:cubicBezTo>
                <a:cubicBezTo>
                  <a:pt x="564913" y="786198"/>
                  <a:pt x="574052" y="777059"/>
                  <a:pt x="585326" y="777059"/>
                </a:cubicBezTo>
                <a:close/>
                <a:moveTo>
                  <a:pt x="536549" y="777059"/>
                </a:moveTo>
                <a:cubicBezTo>
                  <a:pt x="547822" y="777059"/>
                  <a:pt x="556961" y="786198"/>
                  <a:pt x="556961" y="797471"/>
                </a:cubicBezTo>
                <a:cubicBezTo>
                  <a:pt x="556961" y="808745"/>
                  <a:pt x="547822" y="817884"/>
                  <a:pt x="536549" y="817884"/>
                </a:cubicBezTo>
                <a:cubicBezTo>
                  <a:pt x="525275" y="817884"/>
                  <a:pt x="516136" y="808745"/>
                  <a:pt x="516136" y="797471"/>
                </a:cubicBezTo>
                <a:cubicBezTo>
                  <a:pt x="516136" y="786198"/>
                  <a:pt x="525275" y="777059"/>
                  <a:pt x="536549" y="777059"/>
                </a:cubicBezTo>
                <a:close/>
                <a:moveTo>
                  <a:pt x="487772" y="777059"/>
                </a:moveTo>
                <a:cubicBezTo>
                  <a:pt x="499045" y="777059"/>
                  <a:pt x="508184" y="786198"/>
                  <a:pt x="508184" y="797471"/>
                </a:cubicBezTo>
                <a:cubicBezTo>
                  <a:pt x="508184" y="808745"/>
                  <a:pt x="499045" y="817884"/>
                  <a:pt x="487772" y="817884"/>
                </a:cubicBezTo>
                <a:cubicBezTo>
                  <a:pt x="476498" y="817884"/>
                  <a:pt x="467359" y="808745"/>
                  <a:pt x="467359" y="797471"/>
                </a:cubicBezTo>
                <a:cubicBezTo>
                  <a:pt x="467359" y="786198"/>
                  <a:pt x="476498" y="777059"/>
                  <a:pt x="487772" y="777059"/>
                </a:cubicBezTo>
                <a:close/>
                <a:moveTo>
                  <a:pt x="438994" y="777059"/>
                </a:moveTo>
                <a:cubicBezTo>
                  <a:pt x="450268" y="777059"/>
                  <a:pt x="459407" y="786198"/>
                  <a:pt x="459407" y="797471"/>
                </a:cubicBezTo>
                <a:cubicBezTo>
                  <a:pt x="459407" y="808745"/>
                  <a:pt x="450268" y="817884"/>
                  <a:pt x="438994" y="817884"/>
                </a:cubicBezTo>
                <a:cubicBezTo>
                  <a:pt x="427721" y="817884"/>
                  <a:pt x="418582" y="808745"/>
                  <a:pt x="418582" y="797471"/>
                </a:cubicBezTo>
                <a:cubicBezTo>
                  <a:pt x="418582" y="786198"/>
                  <a:pt x="427721" y="777059"/>
                  <a:pt x="438994" y="777059"/>
                </a:cubicBezTo>
                <a:close/>
                <a:moveTo>
                  <a:pt x="390217" y="777059"/>
                </a:moveTo>
                <a:cubicBezTo>
                  <a:pt x="401491" y="777059"/>
                  <a:pt x="410630" y="786198"/>
                  <a:pt x="410630" y="797471"/>
                </a:cubicBezTo>
                <a:cubicBezTo>
                  <a:pt x="410630" y="808745"/>
                  <a:pt x="401491" y="817884"/>
                  <a:pt x="390217" y="817884"/>
                </a:cubicBezTo>
                <a:cubicBezTo>
                  <a:pt x="378944" y="817884"/>
                  <a:pt x="369805" y="808745"/>
                  <a:pt x="369805" y="797471"/>
                </a:cubicBezTo>
                <a:cubicBezTo>
                  <a:pt x="369805" y="786198"/>
                  <a:pt x="378944" y="777059"/>
                  <a:pt x="390217" y="777059"/>
                </a:cubicBezTo>
                <a:close/>
                <a:moveTo>
                  <a:pt x="341440" y="777059"/>
                </a:moveTo>
                <a:cubicBezTo>
                  <a:pt x="352714" y="777059"/>
                  <a:pt x="361853" y="786198"/>
                  <a:pt x="361853" y="797471"/>
                </a:cubicBezTo>
                <a:cubicBezTo>
                  <a:pt x="361853" y="808745"/>
                  <a:pt x="352714" y="817884"/>
                  <a:pt x="341440" y="817884"/>
                </a:cubicBezTo>
                <a:cubicBezTo>
                  <a:pt x="330166" y="817884"/>
                  <a:pt x="321028" y="808745"/>
                  <a:pt x="321028" y="797471"/>
                </a:cubicBezTo>
                <a:cubicBezTo>
                  <a:pt x="321028" y="786198"/>
                  <a:pt x="330166" y="777059"/>
                  <a:pt x="341440" y="777059"/>
                </a:cubicBezTo>
                <a:close/>
                <a:moveTo>
                  <a:pt x="292663" y="777059"/>
                </a:moveTo>
                <a:cubicBezTo>
                  <a:pt x="303937" y="777059"/>
                  <a:pt x="313076" y="786198"/>
                  <a:pt x="313076" y="797471"/>
                </a:cubicBezTo>
                <a:cubicBezTo>
                  <a:pt x="313076" y="808745"/>
                  <a:pt x="303937" y="817884"/>
                  <a:pt x="292663" y="817884"/>
                </a:cubicBezTo>
                <a:cubicBezTo>
                  <a:pt x="281389" y="817884"/>
                  <a:pt x="272251" y="808745"/>
                  <a:pt x="272251" y="797471"/>
                </a:cubicBezTo>
                <a:cubicBezTo>
                  <a:pt x="272251" y="786198"/>
                  <a:pt x="281389" y="777059"/>
                  <a:pt x="292663" y="777059"/>
                </a:cubicBezTo>
                <a:close/>
                <a:moveTo>
                  <a:pt x="243886" y="777059"/>
                </a:moveTo>
                <a:cubicBezTo>
                  <a:pt x="255160" y="777059"/>
                  <a:pt x="264299" y="786198"/>
                  <a:pt x="264299" y="797471"/>
                </a:cubicBezTo>
                <a:cubicBezTo>
                  <a:pt x="264299" y="808745"/>
                  <a:pt x="255160" y="817884"/>
                  <a:pt x="243886" y="817884"/>
                </a:cubicBezTo>
                <a:cubicBezTo>
                  <a:pt x="232612" y="817884"/>
                  <a:pt x="223473" y="808745"/>
                  <a:pt x="223473" y="797471"/>
                </a:cubicBezTo>
                <a:cubicBezTo>
                  <a:pt x="223473" y="786198"/>
                  <a:pt x="232612" y="777059"/>
                  <a:pt x="243886" y="777059"/>
                </a:cubicBezTo>
                <a:close/>
                <a:moveTo>
                  <a:pt x="195109" y="777059"/>
                </a:moveTo>
                <a:cubicBezTo>
                  <a:pt x="206383" y="777059"/>
                  <a:pt x="215522" y="786198"/>
                  <a:pt x="215522" y="797471"/>
                </a:cubicBezTo>
                <a:cubicBezTo>
                  <a:pt x="215522" y="808745"/>
                  <a:pt x="206383" y="817884"/>
                  <a:pt x="195109" y="817884"/>
                </a:cubicBezTo>
                <a:cubicBezTo>
                  <a:pt x="183835" y="817884"/>
                  <a:pt x="174696" y="808745"/>
                  <a:pt x="174696" y="797471"/>
                </a:cubicBezTo>
                <a:cubicBezTo>
                  <a:pt x="174696" y="786198"/>
                  <a:pt x="183835" y="777059"/>
                  <a:pt x="195109" y="777059"/>
                </a:cubicBezTo>
                <a:close/>
                <a:moveTo>
                  <a:pt x="146332" y="777059"/>
                </a:moveTo>
                <a:cubicBezTo>
                  <a:pt x="157606" y="777059"/>
                  <a:pt x="166745" y="786198"/>
                  <a:pt x="166745" y="797471"/>
                </a:cubicBezTo>
                <a:cubicBezTo>
                  <a:pt x="166745" y="808745"/>
                  <a:pt x="157606" y="817884"/>
                  <a:pt x="146332" y="817884"/>
                </a:cubicBezTo>
                <a:cubicBezTo>
                  <a:pt x="135058" y="817884"/>
                  <a:pt x="125919" y="808745"/>
                  <a:pt x="125919" y="797471"/>
                </a:cubicBezTo>
                <a:cubicBezTo>
                  <a:pt x="125919" y="786198"/>
                  <a:pt x="135058" y="777059"/>
                  <a:pt x="146332" y="777059"/>
                </a:cubicBezTo>
                <a:close/>
                <a:moveTo>
                  <a:pt x="97555" y="777059"/>
                </a:moveTo>
                <a:cubicBezTo>
                  <a:pt x="108829" y="777059"/>
                  <a:pt x="117968" y="786198"/>
                  <a:pt x="117968" y="797471"/>
                </a:cubicBezTo>
                <a:cubicBezTo>
                  <a:pt x="117968" y="808745"/>
                  <a:pt x="108829" y="817884"/>
                  <a:pt x="97555" y="817884"/>
                </a:cubicBezTo>
                <a:cubicBezTo>
                  <a:pt x="86281" y="817884"/>
                  <a:pt x="77142" y="808745"/>
                  <a:pt x="77142" y="797471"/>
                </a:cubicBezTo>
                <a:cubicBezTo>
                  <a:pt x="77142" y="786198"/>
                  <a:pt x="86281" y="777059"/>
                  <a:pt x="97555" y="777059"/>
                </a:cubicBezTo>
                <a:close/>
                <a:moveTo>
                  <a:pt x="48778" y="777059"/>
                </a:moveTo>
                <a:cubicBezTo>
                  <a:pt x="60052" y="777059"/>
                  <a:pt x="69191" y="786198"/>
                  <a:pt x="69191" y="797471"/>
                </a:cubicBezTo>
                <a:cubicBezTo>
                  <a:pt x="69191" y="808745"/>
                  <a:pt x="60052" y="817884"/>
                  <a:pt x="48778" y="817884"/>
                </a:cubicBezTo>
                <a:cubicBezTo>
                  <a:pt x="37504" y="817884"/>
                  <a:pt x="28365" y="808745"/>
                  <a:pt x="28365" y="797471"/>
                </a:cubicBezTo>
                <a:cubicBezTo>
                  <a:pt x="28365" y="786198"/>
                  <a:pt x="37504" y="777059"/>
                  <a:pt x="48778" y="777059"/>
                </a:cubicBezTo>
                <a:close/>
                <a:moveTo>
                  <a:pt x="2" y="777059"/>
                </a:moveTo>
                <a:cubicBezTo>
                  <a:pt x="11275" y="777059"/>
                  <a:pt x="20414" y="786198"/>
                  <a:pt x="20414" y="797471"/>
                </a:cubicBezTo>
                <a:cubicBezTo>
                  <a:pt x="20414" y="808745"/>
                  <a:pt x="11275" y="817884"/>
                  <a:pt x="2" y="817884"/>
                </a:cubicBezTo>
                <a:lnTo>
                  <a:pt x="0" y="817883"/>
                </a:lnTo>
                <a:lnTo>
                  <a:pt x="0" y="777060"/>
                </a:lnTo>
                <a:close/>
                <a:moveTo>
                  <a:pt x="682880" y="722972"/>
                </a:moveTo>
                <a:cubicBezTo>
                  <a:pt x="688517" y="722972"/>
                  <a:pt x="693620" y="725257"/>
                  <a:pt x="697314" y="728951"/>
                </a:cubicBezTo>
                <a:lnTo>
                  <a:pt x="698955" y="732914"/>
                </a:lnTo>
                <a:lnTo>
                  <a:pt x="670229" y="759022"/>
                </a:lnTo>
                <a:lnTo>
                  <a:pt x="668446" y="757819"/>
                </a:lnTo>
                <a:cubicBezTo>
                  <a:pt x="664752" y="754125"/>
                  <a:pt x="662467" y="749022"/>
                  <a:pt x="662467" y="743385"/>
                </a:cubicBezTo>
                <a:cubicBezTo>
                  <a:pt x="662467" y="732111"/>
                  <a:pt x="671606" y="722972"/>
                  <a:pt x="682880" y="722972"/>
                </a:cubicBezTo>
                <a:close/>
                <a:moveTo>
                  <a:pt x="634103" y="722972"/>
                </a:moveTo>
                <a:cubicBezTo>
                  <a:pt x="645377" y="722972"/>
                  <a:pt x="654516" y="732111"/>
                  <a:pt x="654516" y="743385"/>
                </a:cubicBezTo>
                <a:cubicBezTo>
                  <a:pt x="654516" y="754659"/>
                  <a:pt x="645377" y="763798"/>
                  <a:pt x="634103" y="763798"/>
                </a:cubicBezTo>
                <a:cubicBezTo>
                  <a:pt x="622829" y="763798"/>
                  <a:pt x="613690" y="754659"/>
                  <a:pt x="613690" y="743385"/>
                </a:cubicBezTo>
                <a:cubicBezTo>
                  <a:pt x="613690" y="732111"/>
                  <a:pt x="622829" y="722972"/>
                  <a:pt x="634103" y="722972"/>
                </a:cubicBezTo>
                <a:close/>
                <a:moveTo>
                  <a:pt x="585326" y="722972"/>
                </a:moveTo>
                <a:cubicBezTo>
                  <a:pt x="596599" y="722972"/>
                  <a:pt x="605738" y="732111"/>
                  <a:pt x="605738" y="743385"/>
                </a:cubicBezTo>
                <a:cubicBezTo>
                  <a:pt x="605738" y="754659"/>
                  <a:pt x="596599" y="763798"/>
                  <a:pt x="585326" y="763798"/>
                </a:cubicBezTo>
                <a:cubicBezTo>
                  <a:pt x="574052" y="763798"/>
                  <a:pt x="564913" y="754659"/>
                  <a:pt x="564913" y="743385"/>
                </a:cubicBezTo>
                <a:cubicBezTo>
                  <a:pt x="564913" y="732111"/>
                  <a:pt x="574052" y="722972"/>
                  <a:pt x="585326" y="722972"/>
                </a:cubicBezTo>
                <a:close/>
                <a:moveTo>
                  <a:pt x="536549" y="722972"/>
                </a:moveTo>
                <a:cubicBezTo>
                  <a:pt x="547822" y="722972"/>
                  <a:pt x="556961" y="732111"/>
                  <a:pt x="556961" y="743385"/>
                </a:cubicBezTo>
                <a:cubicBezTo>
                  <a:pt x="556961" y="754659"/>
                  <a:pt x="547822" y="763798"/>
                  <a:pt x="536549" y="763798"/>
                </a:cubicBezTo>
                <a:cubicBezTo>
                  <a:pt x="525275" y="763798"/>
                  <a:pt x="516136" y="754659"/>
                  <a:pt x="516136" y="743385"/>
                </a:cubicBezTo>
                <a:cubicBezTo>
                  <a:pt x="516136" y="732111"/>
                  <a:pt x="525275" y="722972"/>
                  <a:pt x="536549" y="722972"/>
                </a:cubicBezTo>
                <a:close/>
                <a:moveTo>
                  <a:pt x="487772" y="722972"/>
                </a:moveTo>
                <a:cubicBezTo>
                  <a:pt x="499045" y="722972"/>
                  <a:pt x="508184" y="732111"/>
                  <a:pt x="508184" y="743385"/>
                </a:cubicBezTo>
                <a:cubicBezTo>
                  <a:pt x="508184" y="754659"/>
                  <a:pt x="499045" y="763798"/>
                  <a:pt x="487772" y="763798"/>
                </a:cubicBezTo>
                <a:cubicBezTo>
                  <a:pt x="476498" y="763798"/>
                  <a:pt x="467359" y="754659"/>
                  <a:pt x="467359" y="743385"/>
                </a:cubicBezTo>
                <a:cubicBezTo>
                  <a:pt x="467359" y="732111"/>
                  <a:pt x="476498" y="722972"/>
                  <a:pt x="487772" y="722972"/>
                </a:cubicBezTo>
                <a:close/>
                <a:moveTo>
                  <a:pt x="438994" y="722972"/>
                </a:moveTo>
                <a:cubicBezTo>
                  <a:pt x="450268" y="722972"/>
                  <a:pt x="459407" y="732111"/>
                  <a:pt x="459407" y="743385"/>
                </a:cubicBezTo>
                <a:cubicBezTo>
                  <a:pt x="459407" y="754659"/>
                  <a:pt x="450268" y="763798"/>
                  <a:pt x="438994" y="763798"/>
                </a:cubicBezTo>
                <a:cubicBezTo>
                  <a:pt x="427721" y="763798"/>
                  <a:pt x="418582" y="754659"/>
                  <a:pt x="418582" y="743385"/>
                </a:cubicBezTo>
                <a:cubicBezTo>
                  <a:pt x="418582" y="732111"/>
                  <a:pt x="427721" y="722972"/>
                  <a:pt x="438994" y="722972"/>
                </a:cubicBezTo>
                <a:close/>
                <a:moveTo>
                  <a:pt x="390217" y="722972"/>
                </a:moveTo>
                <a:cubicBezTo>
                  <a:pt x="401491" y="722972"/>
                  <a:pt x="410630" y="732111"/>
                  <a:pt x="410630" y="743385"/>
                </a:cubicBezTo>
                <a:cubicBezTo>
                  <a:pt x="410630" y="754659"/>
                  <a:pt x="401491" y="763798"/>
                  <a:pt x="390217" y="763798"/>
                </a:cubicBezTo>
                <a:cubicBezTo>
                  <a:pt x="378944" y="763798"/>
                  <a:pt x="369805" y="754659"/>
                  <a:pt x="369805" y="743385"/>
                </a:cubicBezTo>
                <a:cubicBezTo>
                  <a:pt x="369805" y="732111"/>
                  <a:pt x="378944" y="722972"/>
                  <a:pt x="390217" y="722972"/>
                </a:cubicBezTo>
                <a:close/>
                <a:moveTo>
                  <a:pt x="341440" y="722972"/>
                </a:moveTo>
                <a:cubicBezTo>
                  <a:pt x="352714" y="722972"/>
                  <a:pt x="361853" y="732111"/>
                  <a:pt x="361853" y="743385"/>
                </a:cubicBezTo>
                <a:cubicBezTo>
                  <a:pt x="361853" y="754659"/>
                  <a:pt x="352714" y="763798"/>
                  <a:pt x="341440" y="763798"/>
                </a:cubicBezTo>
                <a:cubicBezTo>
                  <a:pt x="330166" y="763798"/>
                  <a:pt x="321028" y="754659"/>
                  <a:pt x="321028" y="743385"/>
                </a:cubicBezTo>
                <a:cubicBezTo>
                  <a:pt x="321028" y="732111"/>
                  <a:pt x="330166" y="722972"/>
                  <a:pt x="341440" y="722972"/>
                </a:cubicBezTo>
                <a:close/>
                <a:moveTo>
                  <a:pt x="292663" y="722972"/>
                </a:moveTo>
                <a:cubicBezTo>
                  <a:pt x="303937" y="722972"/>
                  <a:pt x="313076" y="732111"/>
                  <a:pt x="313076" y="743385"/>
                </a:cubicBezTo>
                <a:cubicBezTo>
                  <a:pt x="313076" y="754659"/>
                  <a:pt x="303937" y="763798"/>
                  <a:pt x="292663" y="763798"/>
                </a:cubicBezTo>
                <a:cubicBezTo>
                  <a:pt x="281389" y="763798"/>
                  <a:pt x="272251" y="754659"/>
                  <a:pt x="272251" y="743385"/>
                </a:cubicBezTo>
                <a:cubicBezTo>
                  <a:pt x="272251" y="732111"/>
                  <a:pt x="281389" y="722972"/>
                  <a:pt x="292663" y="722972"/>
                </a:cubicBezTo>
                <a:close/>
                <a:moveTo>
                  <a:pt x="243886" y="722972"/>
                </a:moveTo>
                <a:cubicBezTo>
                  <a:pt x="255160" y="722972"/>
                  <a:pt x="264299" y="732111"/>
                  <a:pt x="264299" y="743385"/>
                </a:cubicBezTo>
                <a:cubicBezTo>
                  <a:pt x="264299" y="754659"/>
                  <a:pt x="255160" y="763798"/>
                  <a:pt x="243886" y="763798"/>
                </a:cubicBezTo>
                <a:cubicBezTo>
                  <a:pt x="232612" y="763798"/>
                  <a:pt x="223473" y="754659"/>
                  <a:pt x="223473" y="743385"/>
                </a:cubicBezTo>
                <a:cubicBezTo>
                  <a:pt x="223473" y="732111"/>
                  <a:pt x="232612" y="722972"/>
                  <a:pt x="243886" y="722972"/>
                </a:cubicBezTo>
                <a:close/>
                <a:moveTo>
                  <a:pt x="195109" y="722972"/>
                </a:moveTo>
                <a:cubicBezTo>
                  <a:pt x="206383" y="722972"/>
                  <a:pt x="215522" y="732111"/>
                  <a:pt x="215522" y="743385"/>
                </a:cubicBezTo>
                <a:cubicBezTo>
                  <a:pt x="215522" y="754659"/>
                  <a:pt x="206383" y="763798"/>
                  <a:pt x="195109" y="763798"/>
                </a:cubicBezTo>
                <a:cubicBezTo>
                  <a:pt x="183835" y="763798"/>
                  <a:pt x="174696" y="754659"/>
                  <a:pt x="174696" y="743385"/>
                </a:cubicBezTo>
                <a:cubicBezTo>
                  <a:pt x="174696" y="732111"/>
                  <a:pt x="183835" y="722972"/>
                  <a:pt x="195109" y="722972"/>
                </a:cubicBezTo>
                <a:close/>
                <a:moveTo>
                  <a:pt x="146332" y="722972"/>
                </a:moveTo>
                <a:cubicBezTo>
                  <a:pt x="157606" y="722972"/>
                  <a:pt x="166745" y="732111"/>
                  <a:pt x="166745" y="743385"/>
                </a:cubicBezTo>
                <a:cubicBezTo>
                  <a:pt x="166745" y="754659"/>
                  <a:pt x="157606" y="763798"/>
                  <a:pt x="146332" y="763798"/>
                </a:cubicBezTo>
                <a:cubicBezTo>
                  <a:pt x="135058" y="763798"/>
                  <a:pt x="125919" y="754659"/>
                  <a:pt x="125919" y="743385"/>
                </a:cubicBezTo>
                <a:cubicBezTo>
                  <a:pt x="125919" y="732111"/>
                  <a:pt x="135058" y="722972"/>
                  <a:pt x="146332" y="722972"/>
                </a:cubicBezTo>
                <a:close/>
                <a:moveTo>
                  <a:pt x="97555" y="722972"/>
                </a:moveTo>
                <a:cubicBezTo>
                  <a:pt x="108829" y="722972"/>
                  <a:pt x="117968" y="732111"/>
                  <a:pt x="117968" y="743385"/>
                </a:cubicBezTo>
                <a:cubicBezTo>
                  <a:pt x="117968" y="754659"/>
                  <a:pt x="108829" y="763798"/>
                  <a:pt x="97555" y="763798"/>
                </a:cubicBezTo>
                <a:cubicBezTo>
                  <a:pt x="86281" y="763798"/>
                  <a:pt x="77142" y="754659"/>
                  <a:pt x="77142" y="743385"/>
                </a:cubicBezTo>
                <a:cubicBezTo>
                  <a:pt x="77142" y="732111"/>
                  <a:pt x="86281" y="722972"/>
                  <a:pt x="97555" y="722972"/>
                </a:cubicBezTo>
                <a:close/>
                <a:moveTo>
                  <a:pt x="48778" y="722972"/>
                </a:moveTo>
                <a:cubicBezTo>
                  <a:pt x="60052" y="722972"/>
                  <a:pt x="69191" y="732111"/>
                  <a:pt x="69191" y="743385"/>
                </a:cubicBezTo>
                <a:cubicBezTo>
                  <a:pt x="69191" y="754659"/>
                  <a:pt x="60052" y="763798"/>
                  <a:pt x="48778" y="763798"/>
                </a:cubicBezTo>
                <a:cubicBezTo>
                  <a:pt x="37504" y="763798"/>
                  <a:pt x="28365" y="754659"/>
                  <a:pt x="28365" y="743385"/>
                </a:cubicBezTo>
                <a:cubicBezTo>
                  <a:pt x="28365" y="732111"/>
                  <a:pt x="37504" y="722972"/>
                  <a:pt x="48778" y="722972"/>
                </a:cubicBezTo>
                <a:close/>
                <a:moveTo>
                  <a:pt x="2" y="722972"/>
                </a:moveTo>
                <a:cubicBezTo>
                  <a:pt x="11275" y="722972"/>
                  <a:pt x="20414" y="732111"/>
                  <a:pt x="20414" y="743385"/>
                </a:cubicBezTo>
                <a:cubicBezTo>
                  <a:pt x="20414" y="754659"/>
                  <a:pt x="11275" y="763798"/>
                  <a:pt x="2" y="763798"/>
                </a:cubicBezTo>
                <a:lnTo>
                  <a:pt x="0" y="763797"/>
                </a:lnTo>
                <a:lnTo>
                  <a:pt x="0" y="722973"/>
                </a:lnTo>
                <a:close/>
                <a:moveTo>
                  <a:pt x="731657" y="668886"/>
                </a:moveTo>
                <a:cubicBezTo>
                  <a:pt x="737294" y="668886"/>
                  <a:pt x="742397" y="671171"/>
                  <a:pt x="746091" y="674865"/>
                </a:cubicBezTo>
                <a:lnTo>
                  <a:pt x="748725" y="681223"/>
                </a:lnTo>
                <a:lnTo>
                  <a:pt x="724200" y="708206"/>
                </a:lnTo>
                <a:lnTo>
                  <a:pt x="723711" y="708108"/>
                </a:lnTo>
                <a:cubicBezTo>
                  <a:pt x="716385" y="705009"/>
                  <a:pt x="711244" y="697754"/>
                  <a:pt x="711244" y="689299"/>
                </a:cubicBezTo>
                <a:cubicBezTo>
                  <a:pt x="711244" y="678025"/>
                  <a:pt x="720383" y="668886"/>
                  <a:pt x="731657" y="668886"/>
                </a:cubicBezTo>
                <a:close/>
                <a:moveTo>
                  <a:pt x="682880" y="668886"/>
                </a:moveTo>
                <a:cubicBezTo>
                  <a:pt x="694153" y="668886"/>
                  <a:pt x="703293" y="678025"/>
                  <a:pt x="703293" y="689299"/>
                </a:cubicBezTo>
                <a:cubicBezTo>
                  <a:pt x="703293" y="700573"/>
                  <a:pt x="694153" y="709712"/>
                  <a:pt x="682880" y="709712"/>
                </a:cubicBezTo>
                <a:cubicBezTo>
                  <a:pt x="671606" y="709712"/>
                  <a:pt x="662467" y="700573"/>
                  <a:pt x="662467" y="689299"/>
                </a:cubicBezTo>
                <a:cubicBezTo>
                  <a:pt x="662467" y="678025"/>
                  <a:pt x="671606" y="668886"/>
                  <a:pt x="682880" y="668886"/>
                </a:cubicBezTo>
                <a:close/>
                <a:moveTo>
                  <a:pt x="634103" y="668886"/>
                </a:moveTo>
                <a:cubicBezTo>
                  <a:pt x="645377" y="668886"/>
                  <a:pt x="654516" y="678025"/>
                  <a:pt x="654516" y="689299"/>
                </a:cubicBezTo>
                <a:cubicBezTo>
                  <a:pt x="654516" y="700573"/>
                  <a:pt x="645377" y="709712"/>
                  <a:pt x="634103" y="709712"/>
                </a:cubicBezTo>
                <a:cubicBezTo>
                  <a:pt x="622829" y="709712"/>
                  <a:pt x="613690" y="700573"/>
                  <a:pt x="613690" y="689299"/>
                </a:cubicBezTo>
                <a:cubicBezTo>
                  <a:pt x="613690" y="678025"/>
                  <a:pt x="622829" y="668886"/>
                  <a:pt x="634103" y="668886"/>
                </a:cubicBezTo>
                <a:close/>
                <a:moveTo>
                  <a:pt x="585326" y="668886"/>
                </a:moveTo>
                <a:cubicBezTo>
                  <a:pt x="596599" y="668886"/>
                  <a:pt x="605738" y="678025"/>
                  <a:pt x="605738" y="689299"/>
                </a:cubicBezTo>
                <a:cubicBezTo>
                  <a:pt x="605738" y="700573"/>
                  <a:pt x="596599" y="709712"/>
                  <a:pt x="585326" y="709712"/>
                </a:cubicBezTo>
                <a:cubicBezTo>
                  <a:pt x="574052" y="709712"/>
                  <a:pt x="564913" y="700573"/>
                  <a:pt x="564913" y="689299"/>
                </a:cubicBezTo>
                <a:cubicBezTo>
                  <a:pt x="564913" y="678025"/>
                  <a:pt x="574052" y="668886"/>
                  <a:pt x="585326" y="668886"/>
                </a:cubicBezTo>
                <a:close/>
                <a:moveTo>
                  <a:pt x="536549" y="668886"/>
                </a:moveTo>
                <a:cubicBezTo>
                  <a:pt x="547822" y="668886"/>
                  <a:pt x="556961" y="678025"/>
                  <a:pt x="556961" y="689299"/>
                </a:cubicBezTo>
                <a:cubicBezTo>
                  <a:pt x="556961" y="700573"/>
                  <a:pt x="547822" y="709712"/>
                  <a:pt x="536549" y="709712"/>
                </a:cubicBezTo>
                <a:cubicBezTo>
                  <a:pt x="525275" y="709712"/>
                  <a:pt x="516136" y="700573"/>
                  <a:pt x="516136" y="689299"/>
                </a:cubicBezTo>
                <a:cubicBezTo>
                  <a:pt x="516136" y="678025"/>
                  <a:pt x="525275" y="668886"/>
                  <a:pt x="536549" y="668886"/>
                </a:cubicBezTo>
                <a:close/>
                <a:moveTo>
                  <a:pt x="487772" y="668886"/>
                </a:moveTo>
                <a:cubicBezTo>
                  <a:pt x="499045" y="668886"/>
                  <a:pt x="508184" y="678025"/>
                  <a:pt x="508184" y="689299"/>
                </a:cubicBezTo>
                <a:cubicBezTo>
                  <a:pt x="508184" y="700573"/>
                  <a:pt x="499045" y="709712"/>
                  <a:pt x="487772" y="709712"/>
                </a:cubicBezTo>
                <a:cubicBezTo>
                  <a:pt x="476498" y="709712"/>
                  <a:pt x="467359" y="700573"/>
                  <a:pt x="467359" y="689299"/>
                </a:cubicBezTo>
                <a:cubicBezTo>
                  <a:pt x="467359" y="678025"/>
                  <a:pt x="476498" y="668886"/>
                  <a:pt x="487772" y="668886"/>
                </a:cubicBezTo>
                <a:close/>
                <a:moveTo>
                  <a:pt x="438994" y="668886"/>
                </a:moveTo>
                <a:cubicBezTo>
                  <a:pt x="450268" y="668886"/>
                  <a:pt x="459407" y="678025"/>
                  <a:pt x="459407" y="689299"/>
                </a:cubicBezTo>
                <a:cubicBezTo>
                  <a:pt x="459407" y="700573"/>
                  <a:pt x="450268" y="709712"/>
                  <a:pt x="438994" y="709712"/>
                </a:cubicBezTo>
                <a:cubicBezTo>
                  <a:pt x="427721" y="709712"/>
                  <a:pt x="418582" y="700573"/>
                  <a:pt x="418582" y="689299"/>
                </a:cubicBezTo>
                <a:cubicBezTo>
                  <a:pt x="418582" y="678025"/>
                  <a:pt x="427721" y="668886"/>
                  <a:pt x="438994" y="668886"/>
                </a:cubicBezTo>
                <a:close/>
                <a:moveTo>
                  <a:pt x="390217" y="668886"/>
                </a:moveTo>
                <a:cubicBezTo>
                  <a:pt x="401491" y="668886"/>
                  <a:pt x="410630" y="678025"/>
                  <a:pt x="410630" y="689299"/>
                </a:cubicBezTo>
                <a:cubicBezTo>
                  <a:pt x="410630" y="700573"/>
                  <a:pt x="401491" y="709712"/>
                  <a:pt x="390217" y="709712"/>
                </a:cubicBezTo>
                <a:cubicBezTo>
                  <a:pt x="378944" y="709712"/>
                  <a:pt x="369805" y="700573"/>
                  <a:pt x="369805" y="689299"/>
                </a:cubicBezTo>
                <a:cubicBezTo>
                  <a:pt x="369805" y="678025"/>
                  <a:pt x="378944" y="668886"/>
                  <a:pt x="390217" y="668886"/>
                </a:cubicBezTo>
                <a:close/>
                <a:moveTo>
                  <a:pt x="341440" y="668886"/>
                </a:moveTo>
                <a:cubicBezTo>
                  <a:pt x="352714" y="668886"/>
                  <a:pt x="361853" y="678025"/>
                  <a:pt x="361853" y="689299"/>
                </a:cubicBezTo>
                <a:cubicBezTo>
                  <a:pt x="361853" y="700573"/>
                  <a:pt x="352714" y="709712"/>
                  <a:pt x="341440" y="709712"/>
                </a:cubicBezTo>
                <a:cubicBezTo>
                  <a:pt x="330166" y="709712"/>
                  <a:pt x="321028" y="700573"/>
                  <a:pt x="321028" y="689299"/>
                </a:cubicBezTo>
                <a:cubicBezTo>
                  <a:pt x="321028" y="678025"/>
                  <a:pt x="330166" y="668886"/>
                  <a:pt x="341440" y="668886"/>
                </a:cubicBezTo>
                <a:close/>
                <a:moveTo>
                  <a:pt x="292663" y="668886"/>
                </a:moveTo>
                <a:cubicBezTo>
                  <a:pt x="303937" y="668886"/>
                  <a:pt x="313076" y="678025"/>
                  <a:pt x="313076" y="689299"/>
                </a:cubicBezTo>
                <a:cubicBezTo>
                  <a:pt x="313076" y="700573"/>
                  <a:pt x="303937" y="709712"/>
                  <a:pt x="292663" y="709712"/>
                </a:cubicBezTo>
                <a:cubicBezTo>
                  <a:pt x="281389" y="709712"/>
                  <a:pt x="272251" y="700573"/>
                  <a:pt x="272251" y="689299"/>
                </a:cubicBezTo>
                <a:cubicBezTo>
                  <a:pt x="272251" y="678025"/>
                  <a:pt x="281389" y="668886"/>
                  <a:pt x="292663" y="668886"/>
                </a:cubicBezTo>
                <a:close/>
                <a:moveTo>
                  <a:pt x="243886" y="668886"/>
                </a:moveTo>
                <a:cubicBezTo>
                  <a:pt x="255160" y="668886"/>
                  <a:pt x="264299" y="678025"/>
                  <a:pt x="264299" y="689299"/>
                </a:cubicBezTo>
                <a:cubicBezTo>
                  <a:pt x="264299" y="700573"/>
                  <a:pt x="255160" y="709712"/>
                  <a:pt x="243886" y="709712"/>
                </a:cubicBezTo>
                <a:cubicBezTo>
                  <a:pt x="232612" y="709712"/>
                  <a:pt x="223473" y="700573"/>
                  <a:pt x="223473" y="689299"/>
                </a:cubicBezTo>
                <a:cubicBezTo>
                  <a:pt x="223473" y="678025"/>
                  <a:pt x="232612" y="668886"/>
                  <a:pt x="243886" y="668886"/>
                </a:cubicBezTo>
                <a:close/>
                <a:moveTo>
                  <a:pt x="195109" y="668886"/>
                </a:moveTo>
                <a:cubicBezTo>
                  <a:pt x="206383" y="668886"/>
                  <a:pt x="215522" y="678025"/>
                  <a:pt x="215522" y="689299"/>
                </a:cubicBezTo>
                <a:cubicBezTo>
                  <a:pt x="215522" y="700573"/>
                  <a:pt x="206383" y="709712"/>
                  <a:pt x="195109" y="709712"/>
                </a:cubicBezTo>
                <a:cubicBezTo>
                  <a:pt x="183835" y="709712"/>
                  <a:pt x="174696" y="700573"/>
                  <a:pt x="174696" y="689299"/>
                </a:cubicBezTo>
                <a:cubicBezTo>
                  <a:pt x="174696" y="678025"/>
                  <a:pt x="183835" y="668886"/>
                  <a:pt x="195109" y="668886"/>
                </a:cubicBezTo>
                <a:close/>
                <a:moveTo>
                  <a:pt x="146332" y="668886"/>
                </a:moveTo>
                <a:cubicBezTo>
                  <a:pt x="157606" y="668886"/>
                  <a:pt x="166745" y="678025"/>
                  <a:pt x="166745" y="689299"/>
                </a:cubicBezTo>
                <a:cubicBezTo>
                  <a:pt x="166745" y="700573"/>
                  <a:pt x="157606" y="709712"/>
                  <a:pt x="146332" y="709712"/>
                </a:cubicBezTo>
                <a:cubicBezTo>
                  <a:pt x="135058" y="709712"/>
                  <a:pt x="125919" y="700573"/>
                  <a:pt x="125919" y="689299"/>
                </a:cubicBezTo>
                <a:cubicBezTo>
                  <a:pt x="125919" y="678025"/>
                  <a:pt x="135058" y="668886"/>
                  <a:pt x="146332" y="668886"/>
                </a:cubicBezTo>
                <a:close/>
                <a:moveTo>
                  <a:pt x="97555" y="668886"/>
                </a:moveTo>
                <a:cubicBezTo>
                  <a:pt x="108829" y="668886"/>
                  <a:pt x="117968" y="678025"/>
                  <a:pt x="117968" y="689299"/>
                </a:cubicBezTo>
                <a:cubicBezTo>
                  <a:pt x="117968" y="700573"/>
                  <a:pt x="108829" y="709712"/>
                  <a:pt x="97555" y="709712"/>
                </a:cubicBezTo>
                <a:cubicBezTo>
                  <a:pt x="86281" y="709712"/>
                  <a:pt x="77142" y="700573"/>
                  <a:pt x="77142" y="689299"/>
                </a:cubicBezTo>
                <a:cubicBezTo>
                  <a:pt x="77142" y="678025"/>
                  <a:pt x="86281" y="668886"/>
                  <a:pt x="97555" y="668886"/>
                </a:cubicBezTo>
                <a:close/>
                <a:moveTo>
                  <a:pt x="48778" y="668886"/>
                </a:moveTo>
                <a:cubicBezTo>
                  <a:pt x="60052" y="668886"/>
                  <a:pt x="69191" y="678025"/>
                  <a:pt x="69191" y="689299"/>
                </a:cubicBezTo>
                <a:cubicBezTo>
                  <a:pt x="69191" y="700573"/>
                  <a:pt x="60052" y="709712"/>
                  <a:pt x="48778" y="709712"/>
                </a:cubicBezTo>
                <a:cubicBezTo>
                  <a:pt x="37504" y="709712"/>
                  <a:pt x="28365" y="700573"/>
                  <a:pt x="28365" y="689299"/>
                </a:cubicBezTo>
                <a:cubicBezTo>
                  <a:pt x="28365" y="678025"/>
                  <a:pt x="37504" y="668886"/>
                  <a:pt x="48778" y="668886"/>
                </a:cubicBezTo>
                <a:close/>
                <a:moveTo>
                  <a:pt x="2" y="668886"/>
                </a:moveTo>
                <a:cubicBezTo>
                  <a:pt x="11275" y="668886"/>
                  <a:pt x="20414" y="678025"/>
                  <a:pt x="20414" y="689299"/>
                </a:cubicBezTo>
                <a:cubicBezTo>
                  <a:pt x="20414" y="700573"/>
                  <a:pt x="11275" y="709712"/>
                  <a:pt x="2" y="709712"/>
                </a:cubicBezTo>
                <a:lnTo>
                  <a:pt x="0" y="709711"/>
                </a:lnTo>
                <a:lnTo>
                  <a:pt x="0" y="668887"/>
                </a:lnTo>
                <a:close/>
                <a:moveTo>
                  <a:pt x="780434" y="614800"/>
                </a:moveTo>
                <a:cubicBezTo>
                  <a:pt x="786071" y="614800"/>
                  <a:pt x="791174" y="617085"/>
                  <a:pt x="794868" y="620779"/>
                </a:cubicBezTo>
                <a:lnTo>
                  <a:pt x="796523" y="624774"/>
                </a:lnTo>
                <a:lnTo>
                  <a:pt x="780248" y="646539"/>
                </a:lnTo>
                <a:lnTo>
                  <a:pt x="773298" y="654185"/>
                </a:lnTo>
                <a:lnTo>
                  <a:pt x="772488" y="654021"/>
                </a:lnTo>
                <a:cubicBezTo>
                  <a:pt x="765162" y="650923"/>
                  <a:pt x="760021" y="643668"/>
                  <a:pt x="760021" y="635213"/>
                </a:cubicBezTo>
                <a:cubicBezTo>
                  <a:pt x="760021" y="623939"/>
                  <a:pt x="769160" y="614800"/>
                  <a:pt x="780434" y="614800"/>
                </a:cubicBezTo>
                <a:close/>
                <a:moveTo>
                  <a:pt x="731657" y="614800"/>
                </a:moveTo>
                <a:cubicBezTo>
                  <a:pt x="742931" y="614800"/>
                  <a:pt x="752070" y="623939"/>
                  <a:pt x="752070" y="635213"/>
                </a:cubicBezTo>
                <a:cubicBezTo>
                  <a:pt x="752070" y="646487"/>
                  <a:pt x="742931" y="655626"/>
                  <a:pt x="731657" y="655626"/>
                </a:cubicBezTo>
                <a:cubicBezTo>
                  <a:pt x="720383" y="655626"/>
                  <a:pt x="711244" y="646487"/>
                  <a:pt x="711244" y="635213"/>
                </a:cubicBezTo>
                <a:cubicBezTo>
                  <a:pt x="711244" y="623939"/>
                  <a:pt x="720383" y="614800"/>
                  <a:pt x="731657" y="614800"/>
                </a:cubicBezTo>
                <a:close/>
                <a:moveTo>
                  <a:pt x="682880" y="614800"/>
                </a:moveTo>
                <a:cubicBezTo>
                  <a:pt x="694153" y="614800"/>
                  <a:pt x="703293" y="623939"/>
                  <a:pt x="703293" y="635213"/>
                </a:cubicBezTo>
                <a:cubicBezTo>
                  <a:pt x="703293" y="646487"/>
                  <a:pt x="694153" y="655626"/>
                  <a:pt x="682880" y="655626"/>
                </a:cubicBezTo>
                <a:cubicBezTo>
                  <a:pt x="671606" y="655626"/>
                  <a:pt x="662467" y="646487"/>
                  <a:pt x="662467" y="635213"/>
                </a:cubicBezTo>
                <a:cubicBezTo>
                  <a:pt x="662467" y="623939"/>
                  <a:pt x="671606" y="614800"/>
                  <a:pt x="682880" y="614800"/>
                </a:cubicBezTo>
                <a:close/>
                <a:moveTo>
                  <a:pt x="634103" y="614800"/>
                </a:moveTo>
                <a:cubicBezTo>
                  <a:pt x="645377" y="614800"/>
                  <a:pt x="654516" y="623939"/>
                  <a:pt x="654516" y="635213"/>
                </a:cubicBezTo>
                <a:cubicBezTo>
                  <a:pt x="654516" y="646487"/>
                  <a:pt x="645377" y="655626"/>
                  <a:pt x="634103" y="655626"/>
                </a:cubicBezTo>
                <a:cubicBezTo>
                  <a:pt x="622829" y="655626"/>
                  <a:pt x="613690" y="646487"/>
                  <a:pt x="613690" y="635213"/>
                </a:cubicBezTo>
                <a:cubicBezTo>
                  <a:pt x="613690" y="623939"/>
                  <a:pt x="622829" y="614800"/>
                  <a:pt x="634103" y="614800"/>
                </a:cubicBezTo>
                <a:close/>
                <a:moveTo>
                  <a:pt x="585326" y="614800"/>
                </a:moveTo>
                <a:cubicBezTo>
                  <a:pt x="596599" y="614800"/>
                  <a:pt x="605738" y="623939"/>
                  <a:pt x="605738" y="635213"/>
                </a:cubicBezTo>
                <a:cubicBezTo>
                  <a:pt x="605738" y="646487"/>
                  <a:pt x="596599" y="655626"/>
                  <a:pt x="585326" y="655626"/>
                </a:cubicBezTo>
                <a:cubicBezTo>
                  <a:pt x="574052" y="655626"/>
                  <a:pt x="564913" y="646487"/>
                  <a:pt x="564913" y="635213"/>
                </a:cubicBezTo>
                <a:cubicBezTo>
                  <a:pt x="564913" y="623939"/>
                  <a:pt x="574052" y="614800"/>
                  <a:pt x="585326" y="614800"/>
                </a:cubicBezTo>
                <a:close/>
                <a:moveTo>
                  <a:pt x="536549" y="614800"/>
                </a:moveTo>
                <a:cubicBezTo>
                  <a:pt x="547822" y="614800"/>
                  <a:pt x="556961" y="623939"/>
                  <a:pt x="556961" y="635213"/>
                </a:cubicBezTo>
                <a:cubicBezTo>
                  <a:pt x="556961" y="646487"/>
                  <a:pt x="547822" y="655626"/>
                  <a:pt x="536549" y="655626"/>
                </a:cubicBezTo>
                <a:cubicBezTo>
                  <a:pt x="525275" y="655626"/>
                  <a:pt x="516136" y="646487"/>
                  <a:pt x="516136" y="635213"/>
                </a:cubicBezTo>
                <a:cubicBezTo>
                  <a:pt x="516136" y="623939"/>
                  <a:pt x="525275" y="614800"/>
                  <a:pt x="536549" y="614800"/>
                </a:cubicBezTo>
                <a:close/>
                <a:moveTo>
                  <a:pt x="487772" y="614800"/>
                </a:moveTo>
                <a:cubicBezTo>
                  <a:pt x="499045" y="614800"/>
                  <a:pt x="508184" y="623939"/>
                  <a:pt x="508184" y="635213"/>
                </a:cubicBezTo>
                <a:cubicBezTo>
                  <a:pt x="508184" y="646487"/>
                  <a:pt x="499045" y="655626"/>
                  <a:pt x="487772" y="655626"/>
                </a:cubicBezTo>
                <a:cubicBezTo>
                  <a:pt x="476498" y="655626"/>
                  <a:pt x="467359" y="646487"/>
                  <a:pt x="467359" y="635213"/>
                </a:cubicBezTo>
                <a:cubicBezTo>
                  <a:pt x="467359" y="623939"/>
                  <a:pt x="476498" y="614800"/>
                  <a:pt x="487772" y="614800"/>
                </a:cubicBezTo>
                <a:close/>
                <a:moveTo>
                  <a:pt x="438994" y="614800"/>
                </a:moveTo>
                <a:cubicBezTo>
                  <a:pt x="450268" y="614800"/>
                  <a:pt x="459407" y="623939"/>
                  <a:pt x="459407" y="635213"/>
                </a:cubicBezTo>
                <a:cubicBezTo>
                  <a:pt x="459407" y="646487"/>
                  <a:pt x="450268" y="655626"/>
                  <a:pt x="438994" y="655626"/>
                </a:cubicBezTo>
                <a:cubicBezTo>
                  <a:pt x="427721" y="655626"/>
                  <a:pt x="418582" y="646487"/>
                  <a:pt x="418582" y="635213"/>
                </a:cubicBezTo>
                <a:cubicBezTo>
                  <a:pt x="418582" y="623939"/>
                  <a:pt x="427721" y="614800"/>
                  <a:pt x="438994" y="614800"/>
                </a:cubicBezTo>
                <a:close/>
                <a:moveTo>
                  <a:pt x="390217" y="614800"/>
                </a:moveTo>
                <a:cubicBezTo>
                  <a:pt x="401491" y="614800"/>
                  <a:pt x="410630" y="623939"/>
                  <a:pt x="410630" y="635213"/>
                </a:cubicBezTo>
                <a:cubicBezTo>
                  <a:pt x="410630" y="646487"/>
                  <a:pt x="401491" y="655626"/>
                  <a:pt x="390217" y="655626"/>
                </a:cubicBezTo>
                <a:cubicBezTo>
                  <a:pt x="378944" y="655626"/>
                  <a:pt x="369805" y="646487"/>
                  <a:pt x="369805" y="635213"/>
                </a:cubicBezTo>
                <a:cubicBezTo>
                  <a:pt x="369805" y="623939"/>
                  <a:pt x="378944" y="614800"/>
                  <a:pt x="390217" y="614800"/>
                </a:cubicBezTo>
                <a:close/>
                <a:moveTo>
                  <a:pt x="341440" y="614800"/>
                </a:moveTo>
                <a:cubicBezTo>
                  <a:pt x="352714" y="614800"/>
                  <a:pt x="361853" y="623939"/>
                  <a:pt x="361853" y="635213"/>
                </a:cubicBezTo>
                <a:cubicBezTo>
                  <a:pt x="361853" y="646487"/>
                  <a:pt x="352714" y="655626"/>
                  <a:pt x="341440" y="655626"/>
                </a:cubicBezTo>
                <a:cubicBezTo>
                  <a:pt x="330166" y="655626"/>
                  <a:pt x="321028" y="646487"/>
                  <a:pt x="321028" y="635213"/>
                </a:cubicBezTo>
                <a:cubicBezTo>
                  <a:pt x="321028" y="623939"/>
                  <a:pt x="330166" y="614800"/>
                  <a:pt x="341440" y="614800"/>
                </a:cubicBezTo>
                <a:close/>
                <a:moveTo>
                  <a:pt x="292663" y="614800"/>
                </a:moveTo>
                <a:cubicBezTo>
                  <a:pt x="303937" y="614800"/>
                  <a:pt x="313076" y="623939"/>
                  <a:pt x="313076" y="635213"/>
                </a:cubicBezTo>
                <a:cubicBezTo>
                  <a:pt x="313076" y="646487"/>
                  <a:pt x="303937" y="655626"/>
                  <a:pt x="292663" y="655626"/>
                </a:cubicBezTo>
                <a:cubicBezTo>
                  <a:pt x="281389" y="655626"/>
                  <a:pt x="272251" y="646487"/>
                  <a:pt x="272251" y="635213"/>
                </a:cubicBezTo>
                <a:cubicBezTo>
                  <a:pt x="272251" y="623939"/>
                  <a:pt x="281389" y="614800"/>
                  <a:pt x="292663" y="614800"/>
                </a:cubicBezTo>
                <a:close/>
                <a:moveTo>
                  <a:pt x="243886" y="614800"/>
                </a:moveTo>
                <a:cubicBezTo>
                  <a:pt x="255160" y="614800"/>
                  <a:pt x="264299" y="623939"/>
                  <a:pt x="264299" y="635213"/>
                </a:cubicBezTo>
                <a:cubicBezTo>
                  <a:pt x="264299" y="646487"/>
                  <a:pt x="255160" y="655626"/>
                  <a:pt x="243886" y="655626"/>
                </a:cubicBezTo>
                <a:cubicBezTo>
                  <a:pt x="232612" y="655626"/>
                  <a:pt x="223473" y="646487"/>
                  <a:pt x="223473" y="635213"/>
                </a:cubicBezTo>
                <a:cubicBezTo>
                  <a:pt x="223473" y="623939"/>
                  <a:pt x="232612" y="614800"/>
                  <a:pt x="243886" y="614800"/>
                </a:cubicBezTo>
                <a:close/>
                <a:moveTo>
                  <a:pt x="195109" y="614800"/>
                </a:moveTo>
                <a:cubicBezTo>
                  <a:pt x="206383" y="614800"/>
                  <a:pt x="215522" y="623939"/>
                  <a:pt x="215522" y="635213"/>
                </a:cubicBezTo>
                <a:cubicBezTo>
                  <a:pt x="215522" y="646487"/>
                  <a:pt x="206383" y="655626"/>
                  <a:pt x="195109" y="655626"/>
                </a:cubicBezTo>
                <a:cubicBezTo>
                  <a:pt x="183835" y="655626"/>
                  <a:pt x="174696" y="646487"/>
                  <a:pt x="174696" y="635213"/>
                </a:cubicBezTo>
                <a:cubicBezTo>
                  <a:pt x="174696" y="623939"/>
                  <a:pt x="183835" y="614800"/>
                  <a:pt x="195109" y="614800"/>
                </a:cubicBezTo>
                <a:close/>
                <a:moveTo>
                  <a:pt x="146332" y="614800"/>
                </a:moveTo>
                <a:cubicBezTo>
                  <a:pt x="157606" y="614800"/>
                  <a:pt x="166745" y="623939"/>
                  <a:pt x="166745" y="635213"/>
                </a:cubicBezTo>
                <a:cubicBezTo>
                  <a:pt x="166745" y="646487"/>
                  <a:pt x="157606" y="655626"/>
                  <a:pt x="146332" y="655626"/>
                </a:cubicBezTo>
                <a:cubicBezTo>
                  <a:pt x="135058" y="655626"/>
                  <a:pt x="125919" y="646487"/>
                  <a:pt x="125919" y="635213"/>
                </a:cubicBezTo>
                <a:cubicBezTo>
                  <a:pt x="125919" y="623939"/>
                  <a:pt x="135058" y="614800"/>
                  <a:pt x="146332" y="614800"/>
                </a:cubicBezTo>
                <a:close/>
                <a:moveTo>
                  <a:pt x="97555" y="614800"/>
                </a:moveTo>
                <a:cubicBezTo>
                  <a:pt x="108829" y="614800"/>
                  <a:pt x="117968" y="623939"/>
                  <a:pt x="117968" y="635213"/>
                </a:cubicBezTo>
                <a:cubicBezTo>
                  <a:pt x="117968" y="646487"/>
                  <a:pt x="108829" y="655626"/>
                  <a:pt x="97555" y="655626"/>
                </a:cubicBezTo>
                <a:cubicBezTo>
                  <a:pt x="86281" y="655626"/>
                  <a:pt x="77142" y="646487"/>
                  <a:pt x="77142" y="635213"/>
                </a:cubicBezTo>
                <a:cubicBezTo>
                  <a:pt x="77142" y="623939"/>
                  <a:pt x="86281" y="614800"/>
                  <a:pt x="97555" y="614800"/>
                </a:cubicBezTo>
                <a:close/>
                <a:moveTo>
                  <a:pt x="48778" y="614800"/>
                </a:moveTo>
                <a:cubicBezTo>
                  <a:pt x="60052" y="614800"/>
                  <a:pt x="69191" y="623939"/>
                  <a:pt x="69191" y="635213"/>
                </a:cubicBezTo>
                <a:cubicBezTo>
                  <a:pt x="69191" y="646487"/>
                  <a:pt x="60052" y="655626"/>
                  <a:pt x="48778" y="655626"/>
                </a:cubicBezTo>
                <a:cubicBezTo>
                  <a:pt x="37504" y="655626"/>
                  <a:pt x="28365" y="646487"/>
                  <a:pt x="28365" y="635213"/>
                </a:cubicBezTo>
                <a:cubicBezTo>
                  <a:pt x="28365" y="623939"/>
                  <a:pt x="37504" y="614800"/>
                  <a:pt x="48778" y="614800"/>
                </a:cubicBezTo>
                <a:close/>
                <a:moveTo>
                  <a:pt x="2" y="614800"/>
                </a:moveTo>
                <a:cubicBezTo>
                  <a:pt x="11275" y="614800"/>
                  <a:pt x="20414" y="623939"/>
                  <a:pt x="20414" y="635213"/>
                </a:cubicBezTo>
                <a:cubicBezTo>
                  <a:pt x="20414" y="646487"/>
                  <a:pt x="11275" y="655626"/>
                  <a:pt x="2" y="655626"/>
                </a:cubicBezTo>
                <a:lnTo>
                  <a:pt x="0" y="655625"/>
                </a:lnTo>
                <a:lnTo>
                  <a:pt x="0" y="614801"/>
                </a:lnTo>
                <a:close/>
                <a:moveTo>
                  <a:pt x="829211" y="560714"/>
                </a:moveTo>
                <a:cubicBezTo>
                  <a:pt x="832029" y="560714"/>
                  <a:pt x="834714" y="561285"/>
                  <a:pt x="837157" y="562318"/>
                </a:cubicBezTo>
                <a:lnTo>
                  <a:pt x="840828" y="564793"/>
                </a:lnTo>
                <a:lnTo>
                  <a:pt x="838456" y="568698"/>
                </a:lnTo>
                <a:lnTo>
                  <a:pt x="817164" y="597170"/>
                </a:lnTo>
                <a:lnTo>
                  <a:pt x="814777" y="595561"/>
                </a:lnTo>
                <a:cubicBezTo>
                  <a:pt x="811083" y="591867"/>
                  <a:pt x="808798" y="586764"/>
                  <a:pt x="808798" y="581127"/>
                </a:cubicBezTo>
                <a:cubicBezTo>
                  <a:pt x="808798" y="569853"/>
                  <a:pt x="817937" y="560714"/>
                  <a:pt x="829211" y="560714"/>
                </a:cubicBezTo>
                <a:close/>
                <a:moveTo>
                  <a:pt x="780434" y="560714"/>
                </a:moveTo>
                <a:cubicBezTo>
                  <a:pt x="791708" y="560714"/>
                  <a:pt x="800847" y="569853"/>
                  <a:pt x="800847" y="581127"/>
                </a:cubicBezTo>
                <a:cubicBezTo>
                  <a:pt x="800847" y="592400"/>
                  <a:pt x="791708" y="601539"/>
                  <a:pt x="780434" y="601539"/>
                </a:cubicBezTo>
                <a:cubicBezTo>
                  <a:pt x="769160" y="601539"/>
                  <a:pt x="760021" y="592400"/>
                  <a:pt x="760021" y="581127"/>
                </a:cubicBezTo>
                <a:cubicBezTo>
                  <a:pt x="760021" y="569853"/>
                  <a:pt x="769160" y="560714"/>
                  <a:pt x="780434" y="560714"/>
                </a:cubicBezTo>
                <a:close/>
                <a:moveTo>
                  <a:pt x="731657" y="560714"/>
                </a:moveTo>
                <a:cubicBezTo>
                  <a:pt x="742931" y="560714"/>
                  <a:pt x="752070" y="569853"/>
                  <a:pt x="752070" y="581127"/>
                </a:cubicBezTo>
                <a:cubicBezTo>
                  <a:pt x="752070" y="592400"/>
                  <a:pt x="742931" y="601539"/>
                  <a:pt x="731657" y="601539"/>
                </a:cubicBezTo>
                <a:cubicBezTo>
                  <a:pt x="720383" y="601539"/>
                  <a:pt x="711244" y="592400"/>
                  <a:pt x="711244" y="581127"/>
                </a:cubicBezTo>
                <a:cubicBezTo>
                  <a:pt x="711244" y="569853"/>
                  <a:pt x="720383" y="560714"/>
                  <a:pt x="731657" y="560714"/>
                </a:cubicBezTo>
                <a:close/>
                <a:moveTo>
                  <a:pt x="682880" y="560714"/>
                </a:moveTo>
                <a:cubicBezTo>
                  <a:pt x="694153" y="560714"/>
                  <a:pt x="703293" y="569853"/>
                  <a:pt x="703293" y="581127"/>
                </a:cubicBezTo>
                <a:cubicBezTo>
                  <a:pt x="703293" y="592400"/>
                  <a:pt x="694153" y="601539"/>
                  <a:pt x="682880" y="601539"/>
                </a:cubicBezTo>
                <a:cubicBezTo>
                  <a:pt x="671606" y="601539"/>
                  <a:pt x="662467" y="592400"/>
                  <a:pt x="662467" y="581127"/>
                </a:cubicBezTo>
                <a:cubicBezTo>
                  <a:pt x="662467" y="569853"/>
                  <a:pt x="671606" y="560714"/>
                  <a:pt x="682880" y="560714"/>
                </a:cubicBezTo>
                <a:close/>
                <a:moveTo>
                  <a:pt x="634103" y="560714"/>
                </a:moveTo>
                <a:cubicBezTo>
                  <a:pt x="645377" y="560714"/>
                  <a:pt x="654516" y="569853"/>
                  <a:pt x="654516" y="581127"/>
                </a:cubicBezTo>
                <a:cubicBezTo>
                  <a:pt x="654516" y="592400"/>
                  <a:pt x="645377" y="601539"/>
                  <a:pt x="634103" y="601539"/>
                </a:cubicBezTo>
                <a:cubicBezTo>
                  <a:pt x="622829" y="601539"/>
                  <a:pt x="613690" y="592400"/>
                  <a:pt x="613690" y="581127"/>
                </a:cubicBezTo>
                <a:cubicBezTo>
                  <a:pt x="613690" y="569853"/>
                  <a:pt x="622829" y="560714"/>
                  <a:pt x="634103" y="560714"/>
                </a:cubicBezTo>
                <a:close/>
                <a:moveTo>
                  <a:pt x="585326" y="560714"/>
                </a:moveTo>
                <a:cubicBezTo>
                  <a:pt x="596599" y="560714"/>
                  <a:pt x="605738" y="569853"/>
                  <a:pt x="605738" y="581127"/>
                </a:cubicBezTo>
                <a:cubicBezTo>
                  <a:pt x="605738" y="592400"/>
                  <a:pt x="596599" y="601539"/>
                  <a:pt x="585326" y="601539"/>
                </a:cubicBezTo>
                <a:cubicBezTo>
                  <a:pt x="574052" y="601539"/>
                  <a:pt x="564913" y="592400"/>
                  <a:pt x="564913" y="581127"/>
                </a:cubicBezTo>
                <a:cubicBezTo>
                  <a:pt x="564913" y="569853"/>
                  <a:pt x="574052" y="560714"/>
                  <a:pt x="585326" y="560714"/>
                </a:cubicBezTo>
                <a:close/>
                <a:moveTo>
                  <a:pt x="536549" y="560714"/>
                </a:moveTo>
                <a:cubicBezTo>
                  <a:pt x="547822" y="560714"/>
                  <a:pt x="556961" y="569853"/>
                  <a:pt x="556961" y="581127"/>
                </a:cubicBezTo>
                <a:cubicBezTo>
                  <a:pt x="556961" y="592400"/>
                  <a:pt x="547822" y="601539"/>
                  <a:pt x="536549" y="601539"/>
                </a:cubicBezTo>
                <a:cubicBezTo>
                  <a:pt x="525275" y="601539"/>
                  <a:pt x="516136" y="592400"/>
                  <a:pt x="516136" y="581127"/>
                </a:cubicBezTo>
                <a:cubicBezTo>
                  <a:pt x="516136" y="569853"/>
                  <a:pt x="525275" y="560714"/>
                  <a:pt x="536549" y="560714"/>
                </a:cubicBezTo>
                <a:close/>
                <a:moveTo>
                  <a:pt x="487772" y="560714"/>
                </a:moveTo>
                <a:cubicBezTo>
                  <a:pt x="499045" y="560714"/>
                  <a:pt x="508184" y="569853"/>
                  <a:pt x="508184" y="581127"/>
                </a:cubicBezTo>
                <a:cubicBezTo>
                  <a:pt x="508184" y="592400"/>
                  <a:pt x="499045" y="601539"/>
                  <a:pt x="487772" y="601539"/>
                </a:cubicBezTo>
                <a:cubicBezTo>
                  <a:pt x="476498" y="601539"/>
                  <a:pt x="467359" y="592400"/>
                  <a:pt x="467359" y="581127"/>
                </a:cubicBezTo>
                <a:cubicBezTo>
                  <a:pt x="467359" y="569853"/>
                  <a:pt x="476498" y="560714"/>
                  <a:pt x="487772" y="560714"/>
                </a:cubicBezTo>
                <a:close/>
                <a:moveTo>
                  <a:pt x="438994" y="560714"/>
                </a:moveTo>
                <a:cubicBezTo>
                  <a:pt x="450268" y="560714"/>
                  <a:pt x="459407" y="569853"/>
                  <a:pt x="459407" y="581127"/>
                </a:cubicBezTo>
                <a:cubicBezTo>
                  <a:pt x="459407" y="592400"/>
                  <a:pt x="450268" y="601539"/>
                  <a:pt x="438994" y="601539"/>
                </a:cubicBezTo>
                <a:cubicBezTo>
                  <a:pt x="427721" y="601539"/>
                  <a:pt x="418582" y="592400"/>
                  <a:pt x="418582" y="581127"/>
                </a:cubicBezTo>
                <a:cubicBezTo>
                  <a:pt x="418582" y="569853"/>
                  <a:pt x="427721" y="560714"/>
                  <a:pt x="438994" y="560714"/>
                </a:cubicBezTo>
                <a:close/>
                <a:moveTo>
                  <a:pt x="390217" y="560714"/>
                </a:moveTo>
                <a:cubicBezTo>
                  <a:pt x="401491" y="560714"/>
                  <a:pt x="410630" y="569853"/>
                  <a:pt x="410630" y="581127"/>
                </a:cubicBezTo>
                <a:cubicBezTo>
                  <a:pt x="410630" y="592400"/>
                  <a:pt x="401491" y="601539"/>
                  <a:pt x="390217" y="601539"/>
                </a:cubicBezTo>
                <a:cubicBezTo>
                  <a:pt x="378944" y="601539"/>
                  <a:pt x="369805" y="592400"/>
                  <a:pt x="369805" y="581127"/>
                </a:cubicBezTo>
                <a:cubicBezTo>
                  <a:pt x="369805" y="569853"/>
                  <a:pt x="378944" y="560714"/>
                  <a:pt x="390217" y="560714"/>
                </a:cubicBezTo>
                <a:close/>
                <a:moveTo>
                  <a:pt x="341440" y="560714"/>
                </a:moveTo>
                <a:cubicBezTo>
                  <a:pt x="352714" y="560714"/>
                  <a:pt x="361853" y="569853"/>
                  <a:pt x="361853" y="581127"/>
                </a:cubicBezTo>
                <a:cubicBezTo>
                  <a:pt x="361853" y="592400"/>
                  <a:pt x="352714" y="601539"/>
                  <a:pt x="341440" y="601539"/>
                </a:cubicBezTo>
                <a:cubicBezTo>
                  <a:pt x="330166" y="601539"/>
                  <a:pt x="321028" y="592400"/>
                  <a:pt x="321028" y="581127"/>
                </a:cubicBezTo>
                <a:cubicBezTo>
                  <a:pt x="321028" y="569853"/>
                  <a:pt x="330166" y="560714"/>
                  <a:pt x="341440" y="560714"/>
                </a:cubicBezTo>
                <a:close/>
                <a:moveTo>
                  <a:pt x="292663" y="560714"/>
                </a:moveTo>
                <a:cubicBezTo>
                  <a:pt x="303937" y="560714"/>
                  <a:pt x="313076" y="569853"/>
                  <a:pt x="313076" y="581127"/>
                </a:cubicBezTo>
                <a:cubicBezTo>
                  <a:pt x="313076" y="592400"/>
                  <a:pt x="303937" y="601539"/>
                  <a:pt x="292663" y="601539"/>
                </a:cubicBezTo>
                <a:cubicBezTo>
                  <a:pt x="281389" y="601539"/>
                  <a:pt x="272251" y="592400"/>
                  <a:pt x="272251" y="581127"/>
                </a:cubicBezTo>
                <a:cubicBezTo>
                  <a:pt x="272251" y="569853"/>
                  <a:pt x="281389" y="560714"/>
                  <a:pt x="292663" y="560714"/>
                </a:cubicBezTo>
                <a:close/>
                <a:moveTo>
                  <a:pt x="243886" y="560714"/>
                </a:moveTo>
                <a:cubicBezTo>
                  <a:pt x="255160" y="560714"/>
                  <a:pt x="264299" y="569853"/>
                  <a:pt x="264299" y="581127"/>
                </a:cubicBezTo>
                <a:cubicBezTo>
                  <a:pt x="264299" y="592400"/>
                  <a:pt x="255160" y="601539"/>
                  <a:pt x="243886" y="601539"/>
                </a:cubicBezTo>
                <a:cubicBezTo>
                  <a:pt x="232612" y="601539"/>
                  <a:pt x="223473" y="592400"/>
                  <a:pt x="223473" y="581127"/>
                </a:cubicBezTo>
                <a:cubicBezTo>
                  <a:pt x="223473" y="569853"/>
                  <a:pt x="232612" y="560714"/>
                  <a:pt x="243886" y="560714"/>
                </a:cubicBezTo>
                <a:close/>
                <a:moveTo>
                  <a:pt x="195109" y="560714"/>
                </a:moveTo>
                <a:cubicBezTo>
                  <a:pt x="206383" y="560714"/>
                  <a:pt x="215522" y="569853"/>
                  <a:pt x="215522" y="581127"/>
                </a:cubicBezTo>
                <a:cubicBezTo>
                  <a:pt x="215522" y="592400"/>
                  <a:pt x="206383" y="601539"/>
                  <a:pt x="195109" y="601539"/>
                </a:cubicBezTo>
                <a:cubicBezTo>
                  <a:pt x="183835" y="601539"/>
                  <a:pt x="174696" y="592400"/>
                  <a:pt x="174696" y="581127"/>
                </a:cubicBezTo>
                <a:cubicBezTo>
                  <a:pt x="174696" y="569853"/>
                  <a:pt x="183835" y="560714"/>
                  <a:pt x="195109" y="560714"/>
                </a:cubicBezTo>
                <a:close/>
                <a:moveTo>
                  <a:pt x="146332" y="560714"/>
                </a:moveTo>
                <a:cubicBezTo>
                  <a:pt x="157606" y="560714"/>
                  <a:pt x="166745" y="569853"/>
                  <a:pt x="166745" y="581127"/>
                </a:cubicBezTo>
                <a:cubicBezTo>
                  <a:pt x="166745" y="592400"/>
                  <a:pt x="157606" y="601539"/>
                  <a:pt x="146332" y="601539"/>
                </a:cubicBezTo>
                <a:cubicBezTo>
                  <a:pt x="135058" y="601539"/>
                  <a:pt x="125919" y="592400"/>
                  <a:pt x="125919" y="581127"/>
                </a:cubicBezTo>
                <a:cubicBezTo>
                  <a:pt x="125919" y="569853"/>
                  <a:pt x="135058" y="560714"/>
                  <a:pt x="146332" y="560714"/>
                </a:cubicBezTo>
                <a:close/>
                <a:moveTo>
                  <a:pt x="97555" y="560714"/>
                </a:moveTo>
                <a:cubicBezTo>
                  <a:pt x="108829" y="560714"/>
                  <a:pt x="117968" y="569853"/>
                  <a:pt x="117968" y="581127"/>
                </a:cubicBezTo>
                <a:cubicBezTo>
                  <a:pt x="117968" y="592400"/>
                  <a:pt x="108829" y="601539"/>
                  <a:pt x="97555" y="601539"/>
                </a:cubicBezTo>
                <a:cubicBezTo>
                  <a:pt x="86281" y="601539"/>
                  <a:pt x="77142" y="592400"/>
                  <a:pt x="77142" y="581127"/>
                </a:cubicBezTo>
                <a:cubicBezTo>
                  <a:pt x="77142" y="569853"/>
                  <a:pt x="86281" y="560714"/>
                  <a:pt x="97555" y="560714"/>
                </a:cubicBezTo>
                <a:close/>
                <a:moveTo>
                  <a:pt x="48778" y="560714"/>
                </a:moveTo>
                <a:cubicBezTo>
                  <a:pt x="60052" y="560714"/>
                  <a:pt x="69191" y="569853"/>
                  <a:pt x="69191" y="581127"/>
                </a:cubicBezTo>
                <a:cubicBezTo>
                  <a:pt x="69191" y="592400"/>
                  <a:pt x="60052" y="601539"/>
                  <a:pt x="48778" y="601539"/>
                </a:cubicBezTo>
                <a:cubicBezTo>
                  <a:pt x="37504" y="601539"/>
                  <a:pt x="28365" y="592400"/>
                  <a:pt x="28365" y="581127"/>
                </a:cubicBezTo>
                <a:cubicBezTo>
                  <a:pt x="28365" y="569853"/>
                  <a:pt x="37504" y="560714"/>
                  <a:pt x="48778" y="560714"/>
                </a:cubicBezTo>
                <a:close/>
                <a:moveTo>
                  <a:pt x="2" y="560714"/>
                </a:moveTo>
                <a:cubicBezTo>
                  <a:pt x="11275" y="560714"/>
                  <a:pt x="20414" y="569853"/>
                  <a:pt x="20414" y="581127"/>
                </a:cubicBezTo>
                <a:cubicBezTo>
                  <a:pt x="20414" y="592400"/>
                  <a:pt x="11275" y="601539"/>
                  <a:pt x="2" y="601539"/>
                </a:cubicBezTo>
                <a:lnTo>
                  <a:pt x="0" y="601538"/>
                </a:lnTo>
                <a:lnTo>
                  <a:pt x="0" y="560715"/>
                </a:lnTo>
                <a:close/>
                <a:moveTo>
                  <a:pt x="875909" y="507047"/>
                </a:moveTo>
                <a:lnTo>
                  <a:pt x="860084" y="533097"/>
                </a:lnTo>
                <a:lnTo>
                  <a:pt x="857575" y="527040"/>
                </a:lnTo>
                <a:cubicBezTo>
                  <a:pt x="857575" y="518585"/>
                  <a:pt x="862716" y="511331"/>
                  <a:pt x="870042" y="508232"/>
                </a:cubicBezTo>
                <a:close/>
                <a:moveTo>
                  <a:pt x="829211" y="506628"/>
                </a:moveTo>
                <a:cubicBezTo>
                  <a:pt x="840485" y="506628"/>
                  <a:pt x="849624" y="515767"/>
                  <a:pt x="849624" y="527040"/>
                </a:cubicBezTo>
                <a:cubicBezTo>
                  <a:pt x="849624" y="538314"/>
                  <a:pt x="840485" y="547453"/>
                  <a:pt x="829211" y="547453"/>
                </a:cubicBezTo>
                <a:cubicBezTo>
                  <a:pt x="817937" y="547453"/>
                  <a:pt x="808798" y="538314"/>
                  <a:pt x="808798" y="527040"/>
                </a:cubicBezTo>
                <a:cubicBezTo>
                  <a:pt x="808798" y="515767"/>
                  <a:pt x="817937" y="506628"/>
                  <a:pt x="829211" y="506628"/>
                </a:cubicBezTo>
                <a:close/>
                <a:moveTo>
                  <a:pt x="780434" y="506628"/>
                </a:moveTo>
                <a:cubicBezTo>
                  <a:pt x="791708" y="506628"/>
                  <a:pt x="800847" y="515767"/>
                  <a:pt x="800847" y="527040"/>
                </a:cubicBezTo>
                <a:cubicBezTo>
                  <a:pt x="800847" y="538314"/>
                  <a:pt x="791708" y="547453"/>
                  <a:pt x="780434" y="547453"/>
                </a:cubicBezTo>
                <a:cubicBezTo>
                  <a:pt x="769160" y="547453"/>
                  <a:pt x="760021" y="538314"/>
                  <a:pt x="760021" y="527040"/>
                </a:cubicBezTo>
                <a:cubicBezTo>
                  <a:pt x="760021" y="515767"/>
                  <a:pt x="769160" y="506628"/>
                  <a:pt x="780434" y="506628"/>
                </a:cubicBezTo>
                <a:close/>
                <a:moveTo>
                  <a:pt x="731657" y="506628"/>
                </a:moveTo>
                <a:cubicBezTo>
                  <a:pt x="742931" y="506628"/>
                  <a:pt x="752070" y="515767"/>
                  <a:pt x="752070" y="527040"/>
                </a:cubicBezTo>
                <a:cubicBezTo>
                  <a:pt x="752070" y="538314"/>
                  <a:pt x="742931" y="547453"/>
                  <a:pt x="731657" y="547453"/>
                </a:cubicBezTo>
                <a:cubicBezTo>
                  <a:pt x="720383" y="547453"/>
                  <a:pt x="711244" y="538314"/>
                  <a:pt x="711244" y="527040"/>
                </a:cubicBezTo>
                <a:cubicBezTo>
                  <a:pt x="711244" y="515767"/>
                  <a:pt x="720383" y="506628"/>
                  <a:pt x="731657" y="506628"/>
                </a:cubicBezTo>
                <a:close/>
                <a:moveTo>
                  <a:pt x="682880" y="506628"/>
                </a:moveTo>
                <a:cubicBezTo>
                  <a:pt x="694153" y="506628"/>
                  <a:pt x="703293" y="515767"/>
                  <a:pt x="703293" y="527040"/>
                </a:cubicBezTo>
                <a:cubicBezTo>
                  <a:pt x="703293" y="538314"/>
                  <a:pt x="694153" y="547453"/>
                  <a:pt x="682880" y="547453"/>
                </a:cubicBezTo>
                <a:cubicBezTo>
                  <a:pt x="671606" y="547453"/>
                  <a:pt x="662467" y="538314"/>
                  <a:pt x="662467" y="527040"/>
                </a:cubicBezTo>
                <a:cubicBezTo>
                  <a:pt x="662467" y="515767"/>
                  <a:pt x="671606" y="506628"/>
                  <a:pt x="682880" y="506628"/>
                </a:cubicBezTo>
                <a:close/>
                <a:moveTo>
                  <a:pt x="634103" y="506628"/>
                </a:moveTo>
                <a:cubicBezTo>
                  <a:pt x="645377" y="506628"/>
                  <a:pt x="654516" y="515767"/>
                  <a:pt x="654516" y="527040"/>
                </a:cubicBezTo>
                <a:cubicBezTo>
                  <a:pt x="654516" y="538314"/>
                  <a:pt x="645377" y="547453"/>
                  <a:pt x="634103" y="547453"/>
                </a:cubicBezTo>
                <a:cubicBezTo>
                  <a:pt x="622829" y="547453"/>
                  <a:pt x="613690" y="538314"/>
                  <a:pt x="613690" y="527040"/>
                </a:cubicBezTo>
                <a:cubicBezTo>
                  <a:pt x="613690" y="515767"/>
                  <a:pt x="622829" y="506628"/>
                  <a:pt x="634103" y="506628"/>
                </a:cubicBezTo>
                <a:close/>
                <a:moveTo>
                  <a:pt x="585326" y="506628"/>
                </a:moveTo>
                <a:cubicBezTo>
                  <a:pt x="596599" y="506628"/>
                  <a:pt x="605738" y="515767"/>
                  <a:pt x="605738" y="527040"/>
                </a:cubicBezTo>
                <a:cubicBezTo>
                  <a:pt x="605738" y="538314"/>
                  <a:pt x="596599" y="547453"/>
                  <a:pt x="585326" y="547453"/>
                </a:cubicBezTo>
                <a:cubicBezTo>
                  <a:pt x="574052" y="547453"/>
                  <a:pt x="564913" y="538314"/>
                  <a:pt x="564913" y="527040"/>
                </a:cubicBezTo>
                <a:cubicBezTo>
                  <a:pt x="564913" y="515767"/>
                  <a:pt x="574052" y="506628"/>
                  <a:pt x="585326" y="506628"/>
                </a:cubicBezTo>
                <a:close/>
                <a:moveTo>
                  <a:pt x="536549" y="506628"/>
                </a:moveTo>
                <a:cubicBezTo>
                  <a:pt x="547822" y="506628"/>
                  <a:pt x="556961" y="515767"/>
                  <a:pt x="556961" y="527040"/>
                </a:cubicBezTo>
                <a:cubicBezTo>
                  <a:pt x="556961" y="538314"/>
                  <a:pt x="547822" y="547453"/>
                  <a:pt x="536549" y="547453"/>
                </a:cubicBezTo>
                <a:cubicBezTo>
                  <a:pt x="525275" y="547453"/>
                  <a:pt x="516136" y="538314"/>
                  <a:pt x="516136" y="527040"/>
                </a:cubicBezTo>
                <a:cubicBezTo>
                  <a:pt x="516136" y="515767"/>
                  <a:pt x="525275" y="506628"/>
                  <a:pt x="536549" y="506628"/>
                </a:cubicBezTo>
                <a:close/>
                <a:moveTo>
                  <a:pt x="487772" y="506628"/>
                </a:moveTo>
                <a:cubicBezTo>
                  <a:pt x="499045" y="506628"/>
                  <a:pt x="508184" y="515767"/>
                  <a:pt x="508184" y="527040"/>
                </a:cubicBezTo>
                <a:cubicBezTo>
                  <a:pt x="508184" y="538314"/>
                  <a:pt x="499045" y="547453"/>
                  <a:pt x="487772" y="547453"/>
                </a:cubicBezTo>
                <a:cubicBezTo>
                  <a:pt x="476498" y="547453"/>
                  <a:pt x="467359" y="538314"/>
                  <a:pt x="467359" y="527040"/>
                </a:cubicBezTo>
                <a:cubicBezTo>
                  <a:pt x="467359" y="515767"/>
                  <a:pt x="476498" y="506628"/>
                  <a:pt x="487772" y="506628"/>
                </a:cubicBezTo>
                <a:close/>
                <a:moveTo>
                  <a:pt x="438994" y="506628"/>
                </a:moveTo>
                <a:cubicBezTo>
                  <a:pt x="450268" y="506628"/>
                  <a:pt x="459407" y="515767"/>
                  <a:pt x="459407" y="527040"/>
                </a:cubicBezTo>
                <a:cubicBezTo>
                  <a:pt x="459407" y="538314"/>
                  <a:pt x="450268" y="547453"/>
                  <a:pt x="438994" y="547453"/>
                </a:cubicBezTo>
                <a:cubicBezTo>
                  <a:pt x="427721" y="547453"/>
                  <a:pt x="418582" y="538314"/>
                  <a:pt x="418582" y="527040"/>
                </a:cubicBezTo>
                <a:cubicBezTo>
                  <a:pt x="418582" y="515767"/>
                  <a:pt x="427721" y="506628"/>
                  <a:pt x="438994" y="506628"/>
                </a:cubicBezTo>
                <a:close/>
                <a:moveTo>
                  <a:pt x="390217" y="506628"/>
                </a:moveTo>
                <a:cubicBezTo>
                  <a:pt x="401491" y="506628"/>
                  <a:pt x="410630" y="515767"/>
                  <a:pt x="410630" y="527040"/>
                </a:cubicBezTo>
                <a:cubicBezTo>
                  <a:pt x="410630" y="538314"/>
                  <a:pt x="401491" y="547453"/>
                  <a:pt x="390217" y="547453"/>
                </a:cubicBezTo>
                <a:cubicBezTo>
                  <a:pt x="378944" y="547453"/>
                  <a:pt x="369805" y="538314"/>
                  <a:pt x="369805" y="527040"/>
                </a:cubicBezTo>
                <a:cubicBezTo>
                  <a:pt x="369805" y="515767"/>
                  <a:pt x="378944" y="506628"/>
                  <a:pt x="390217" y="506628"/>
                </a:cubicBezTo>
                <a:close/>
                <a:moveTo>
                  <a:pt x="341440" y="506628"/>
                </a:moveTo>
                <a:cubicBezTo>
                  <a:pt x="352714" y="506628"/>
                  <a:pt x="361853" y="515767"/>
                  <a:pt x="361853" y="527040"/>
                </a:cubicBezTo>
                <a:cubicBezTo>
                  <a:pt x="361853" y="538314"/>
                  <a:pt x="352714" y="547453"/>
                  <a:pt x="341440" y="547453"/>
                </a:cubicBezTo>
                <a:cubicBezTo>
                  <a:pt x="330166" y="547453"/>
                  <a:pt x="321028" y="538314"/>
                  <a:pt x="321028" y="527040"/>
                </a:cubicBezTo>
                <a:cubicBezTo>
                  <a:pt x="321028" y="515767"/>
                  <a:pt x="330166" y="506628"/>
                  <a:pt x="341440" y="506628"/>
                </a:cubicBezTo>
                <a:close/>
                <a:moveTo>
                  <a:pt x="292663" y="506628"/>
                </a:moveTo>
                <a:cubicBezTo>
                  <a:pt x="303937" y="506628"/>
                  <a:pt x="313076" y="515767"/>
                  <a:pt x="313076" y="527040"/>
                </a:cubicBezTo>
                <a:cubicBezTo>
                  <a:pt x="313076" y="538314"/>
                  <a:pt x="303937" y="547453"/>
                  <a:pt x="292663" y="547453"/>
                </a:cubicBezTo>
                <a:cubicBezTo>
                  <a:pt x="281389" y="547453"/>
                  <a:pt x="272251" y="538314"/>
                  <a:pt x="272251" y="527040"/>
                </a:cubicBezTo>
                <a:cubicBezTo>
                  <a:pt x="272251" y="515767"/>
                  <a:pt x="281389" y="506628"/>
                  <a:pt x="292663" y="506628"/>
                </a:cubicBezTo>
                <a:close/>
                <a:moveTo>
                  <a:pt x="243886" y="506628"/>
                </a:moveTo>
                <a:cubicBezTo>
                  <a:pt x="255160" y="506628"/>
                  <a:pt x="264299" y="515767"/>
                  <a:pt x="264299" y="527040"/>
                </a:cubicBezTo>
                <a:cubicBezTo>
                  <a:pt x="264299" y="538314"/>
                  <a:pt x="255160" y="547453"/>
                  <a:pt x="243886" y="547453"/>
                </a:cubicBezTo>
                <a:cubicBezTo>
                  <a:pt x="232612" y="547453"/>
                  <a:pt x="223473" y="538314"/>
                  <a:pt x="223473" y="527040"/>
                </a:cubicBezTo>
                <a:cubicBezTo>
                  <a:pt x="223473" y="515767"/>
                  <a:pt x="232612" y="506628"/>
                  <a:pt x="243886" y="506628"/>
                </a:cubicBezTo>
                <a:close/>
                <a:moveTo>
                  <a:pt x="195109" y="506628"/>
                </a:moveTo>
                <a:cubicBezTo>
                  <a:pt x="206383" y="506628"/>
                  <a:pt x="215522" y="515767"/>
                  <a:pt x="215522" y="527040"/>
                </a:cubicBezTo>
                <a:cubicBezTo>
                  <a:pt x="215522" y="538314"/>
                  <a:pt x="206383" y="547453"/>
                  <a:pt x="195109" y="547453"/>
                </a:cubicBezTo>
                <a:cubicBezTo>
                  <a:pt x="183835" y="547453"/>
                  <a:pt x="174696" y="538314"/>
                  <a:pt x="174696" y="527040"/>
                </a:cubicBezTo>
                <a:cubicBezTo>
                  <a:pt x="174696" y="515767"/>
                  <a:pt x="183835" y="506628"/>
                  <a:pt x="195109" y="506628"/>
                </a:cubicBezTo>
                <a:close/>
                <a:moveTo>
                  <a:pt x="146332" y="506628"/>
                </a:moveTo>
                <a:cubicBezTo>
                  <a:pt x="157606" y="506628"/>
                  <a:pt x="166745" y="515767"/>
                  <a:pt x="166745" y="527040"/>
                </a:cubicBezTo>
                <a:cubicBezTo>
                  <a:pt x="166745" y="538314"/>
                  <a:pt x="157606" y="547453"/>
                  <a:pt x="146332" y="547453"/>
                </a:cubicBezTo>
                <a:cubicBezTo>
                  <a:pt x="135058" y="547453"/>
                  <a:pt x="125919" y="538314"/>
                  <a:pt x="125919" y="527040"/>
                </a:cubicBezTo>
                <a:cubicBezTo>
                  <a:pt x="125919" y="515767"/>
                  <a:pt x="135058" y="506628"/>
                  <a:pt x="146332" y="506628"/>
                </a:cubicBezTo>
                <a:close/>
                <a:moveTo>
                  <a:pt x="97555" y="506628"/>
                </a:moveTo>
                <a:cubicBezTo>
                  <a:pt x="108829" y="506628"/>
                  <a:pt x="117968" y="515767"/>
                  <a:pt x="117968" y="527040"/>
                </a:cubicBezTo>
                <a:cubicBezTo>
                  <a:pt x="117968" y="538314"/>
                  <a:pt x="108829" y="547453"/>
                  <a:pt x="97555" y="547453"/>
                </a:cubicBezTo>
                <a:cubicBezTo>
                  <a:pt x="86281" y="547453"/>
                  <a:pt x="77142" y="538314"/>
                  <a:pt x="77142" y="527040"/>
                </a:cubicBezTo>
                <a:cubicBezTo>
                  <a:pt x="77142" y="515767"/>
                  <a:pt x="86281" y="506628"/>
                  <a:pt x="97555" y="506628"/>
                </a:cubicBezTo>
                <a:close/>
                <a:moveTo>
                  <a:pt x="48778" y="506628"/>
                </a:moveTo>
                <a:cubicBezTo>
                  <a:pt x="60052" y="506628"/>
                  <a:pt x="69191" y="515767"/>
                  <a:pt x="69191" y="527040"/>
                </a:cubicBezTo>
                <a:cubicBezTo>
                  <a:pt x="69191" y="538314"/>
                  <a:pt x="60052" y="547453"/>
                  <a:pt x="48778" y="547453"/>
                </a:cubicBezTo>
                <a:cubicBezTo>
                  <a:pt x="37504" y="547453"/>
                  <a:pt x="28365" y="538314"/>
                  <a:pt x="28365" y="527040"/>
                </a:cubicBezTo>
                <a:cubicBezTo>
                  <a:pt x="28365" y="515767"/>
                  <a:pt x="37504" y="506628"/>
                  <a:pt x="48778" y="506628"/>
                </a:cubicBezTo>
                <a:close/>
                <a:moveTo>
                  <a:pt x="2" y="506628"/>
                </a:moveTo>
                <a:cubicBezTo>
                  <a:pt x="11275" y="506628"/>
                  <a:pt x="20414" y="515767"/>
                  <a:pt x="20414" y="527040"/>
                </a:cubicBezTo>
                <a:cubicBezTo>
                  <a:pt x="20414" y="538314"/>
                  <a:pt x="11275" y="547453"/>
                  <a:pt x="2" y="547453"/>
                </a:cubicBezTo>
                <a:lnTo>
                  <a:pt x="0" y="547452"/>
                </a:lnTo>
                <a:lnTo>
                  <a:pt x="0" y="506629"/>
                </a:lnTo>
                <a:close/>
                <a:moveTo>
                  <a:pt x="877988" y="452541"/>
                </a:moveTo>
                <a:cubicBezTo>
                  <a:pt x="883625" y="452541"/>
                  <a:pt x="888728" y="454826"/>
                  <a:pt x="892422" y="458520"/>
                </a:cubicBezTo>
                <a:lnTo>
                  <a:pt x="896859" y="469231"/>
                </a:lnTo>
                <a:lnTo>
                  <a:pt x="889104" y="485329"/>
                </a:lnTo>
                <a:lnTo>
                  <a:pt x="885092" y="491933"/>
                </a:lnTo>
                <a:lnTo>
                  <a:pt x="877988" y="493367"/>
                </a:lnTo>
                <a:cubicBezTo>
                  <a:pt x="866714" y="493367"/>
                  <a:pt x="857575" y="484228"/>
                  <a:pt x="857575" y="472954"/>
                </a:cubicBezTo>
                <a:cubicBezTo>
                  <a:pt x="857575" y="461680"/>
                  <a:pt x="866714" y="452541"/>
                  <a:pt x="877988" y="452541"/>
                </a:cubicBezTo>
                <a:close/>
                <a:moveTo>
                  <a:pt x="829211" y="452541"/>
                </a:moveTo>
                <a:cubicBezTo>
                  <a:pt x="840485" y="452541"/>
                  <a:pt x="849624" y="461680"/>
                  <a:pt x="849624" y="472954"/>
                </a:cubicBezTo>
                <a:cubicBezTo>
                  <a:pt x="849624" y="484228"/>
                  <a:pt x="840485" y="493367"/>
                  <a:pt x="829211" y="493367"/>
                </a:cubicBezTo>
                <a:cubicBezTo>
                  <a:pt x="817937" y="493367"/>
                  <a:pt x="808798" y="484228"/>
                  <a:pt x="808798" y="472954"/>
                </a:cubicBezTo>
                <a:cubicBezTo>
                  <a:pt x="808798" y="461680"/>
                  <a:pt x="817937" y="452541"/>
                  <a:pt x="829211" y="452541"/>
                </a:cubicBezTo>
                <a:close/>
                <a:moveTo>
                  <a:pt x="780434" y="452541"/>
                </a:moveTo>
                <a:cubicBezTo>
                  <a:pt x="791708" y="452541"/>
                  <a:pt x="800847" y="461680"/>
                  <a:pt x="800847" y="472954"/>
                </a:cubicBezTo>
                <a:cubicBezTo>
                  <a:pt x="800847" y="484228"/>
                  <a:pt x="791708" y="493367"/>
                  <a:pt x="780434" y="493367"/>
                </a:cubicBezTo>
                <a:cubicBezTo>
                  <a:pt x="769160" y="493367"/>
                  <a:pt x="760021" y="484228"/>
                  <a:pt x="760021" y="472954"/>
                </a:cubicBezTo>
                <a:cubicBezTo>
                  <a:pt x="760021" y="461680"/>
                  <a:pt x="769160" y="452541"/>
                  <a:pt x="780434" y="452541"/>
                </a:cubicBezTo>
                <a:close/>
                <a:moveTo>
                  <a:pt x="731657" y="452541"/>
                </a:moveTo>
                <a:cubicBezTo>
                  <a:pt x="742931" y="452541"/>
                  <a:pt x="752070" y="461680"/>
                  <a:pt x="752070" y="472954"/>
                </a:cubicBezTo>
                <a:cubicBezTo>
                  <a:pt x="752070" y="484228"/>
                  <a:pt x="742931" y="493367"/>
                  <a:pt x="731657" y="493367"/>
                </a:cubicBezTo>
                <a:cubicBezTo>
                  <a:pt x="720383" y="493367"/>
                  <a:pt x="711244" y="484228"/>
                  <a:pt x="711244" y="472954"/>
                </a:cubicBezTo>
                <a:cubicBezTo>
                  <a:pt x="711244" y="461680"/>
                  <a:pt x="720383" y="452541"/>
                  <a:pt x="731657" y="452541"/>
                </a:cubicBezTo>
                <a:close/>
                <a:moveTo>
                  <a:pt x="682880" y="452541"/>
                </a:moveTo>
                <a:cubicBezTo>
                  <a:pt x="694153" y="452541"/>
                  <a:pt x="703293" y="461680"/>
                  <a:pt x="703293" y="472954"/>
                </a:cubicBezTo>
                <a:cubicBezTo>
                  <a:pt x="703293" y="484228"/>
                  <a:pt x="694153" y="493367"/>
                  <a:pt x="682880" y="493367"/>
                </a:cubicBezTo>
                <a:cubicBezTo>
                  <a:pt x="671606" y="493367"/>
                  <a:pt x="662467" y="484228"/>
                  <a:pt x="662467" y="472954"/>
                </a:cubicBezTo>
                <a:cubicBezTo>
                  <a:pt x="662467" y="461680"/>
                  <a:pt x="671606" y="452541"/>
                  <a:pt x="682880" y="452541"/>
                </a:cubicBezTo>
                <a:close/>
                <a:moveTo>
                  <a:pt x="634103" y="452541"/>
                </a:moveTo>
                <a:cubicBezTo>
                  <a:pt x="645377" y="452541"/>
                  <a:pt x="654516" y="461680"/>
                  <a:pt x="654516" y="472954"/>
                </a:cubicBezTo>
                <a:cubicBezTo>
                  <a:pt x="654516" y="484228"/>
                  <a:pt x="645377" y="493367"/>
                  <a:pt x="634103" y="493367"/>
                </a:cubicBezTo>
                <a:cubicBezTo>
                  <a:pt x="622829" y="493367"/>
                  <a:pt x="613690" y="484228"/>
                  <a:pt x="613690" y="472954"/>
                </a:cubicBezTo>
                <a:cubicBezTo>
                  <a:pt x="613690" y="461680"/>
                  <a:pt x="622829" y="452541"/>
                  <a:pt x="634103" y="452541"/>
                </a:cubicBezTo>
                <a:close/>
                <a:moveTo>
                  <a:pt x="585326" y="452541"/>
                </a:moveTo>
                <a:cubicBezTo>
                  <a:pt x="596599" y="452541"/>
                  <a:pt x="605738" y="461680"/>
                  <a:pt x="605738" y="472954"/>
                </a:cubicBezTo>
                <a:cubicBezTo>
                  <a:pt x="605738" y="484228"/>
                  <a:pt x="596599" y="493367"/>
                  <a:pt x="585326" y="493367"/>
                </a:cubicBezTo>
                <a:cubicBezTo>
                  <a:pt x="574052" y="493367"/>
                  <a:pt x="564913" y="484228"/>
                  <a:pt x="564913" y="472954"/>
                </a:cubicBezTo>
                <a:cubicBezTo>
                  <a:pt x="564913" y="461680"/>
                  <a:pt x="574052" y="452541"/>
                  <a:pt x="585326" y="452541"/>
                </a:cubicBezTo>
                <a:close/>
                <a:moveTo>
                  <a:pt x="536549" y="452541"/>
                </a:moveTo>
                <a:cubicBezTo>
                  <a:pt x="547822" y="452541"/>
                  <a:pt x="556961" y="461680"/>
                  <a:pt x="556961" y="472954"/>
                </a:cubicBezTo>
                <a:cubicBezTo>
                  <a:pt x="556961" y="484228"/>
                  <a:pt x="547822" y="493367"/>
                  <a:pt x="536549" y="493367"/>
                </a:cubicBezTo>
                <a:cubicBezTo>
                  <a:pt x="525275" y="493367"/>
                  <a:pt x="516136" y="484228"/>
                  <a:pt x="516136" y="472954"/>
                </a:cubicBezTo>
                <a:cubicBezTo>
                  <a:pt x="516136" y="461680"/>
                  <a:pt x="525275" y="452541"/>
                  <a:pt x="536549" y="452541"/>
                </a:cubicBezTo>
                <a:close/>
                <a:moveTo>
                  <a:pt x="487772" y="452541"/>
                </a:moveTo>
                <a:cubicBezTo>
                  <a:pt x="499045" y="452541"/>
                  <a:pt x="508184" y="461680"/>
                  <a:pt x="508184" y="472954"/>
                </a:cubicBezTo>
                <a:cubicBezTo>
                  <a:pt x="508184" y="484228"/>
                  <a:pt x="499045" y="493367"/>
                  <a:pt x="487772" y="493367"/>
                </a:cubicBezTo>
                <a:cubicBezTo>
                  <a:pt x="476498" y="493367"/>
                  <a:pt x="467359" y="484228"/>
                  <a:pt x="467359" y="472954"/>
                </a:cubicBezTo>
                <a:cubicBezTo>
                  <a:pt x="467359" y="461680"/>
                  <a:pt x="476498" y="452541"/>
                  <a:pt x="487772" y="452541"/>
                </a:cubicBezTo>
                <a:close/>
                <a:moveTo>
                  <a:pt x="438994" y="452541"/>
                </a:moveTo>
                <a:cubicBezTo>
                  <a:pt x="450268" y="452541"/>
                  <a:pt x="459407" y="461680"/>
                  <a:pt x="459407" y="472954"/>
                </a:cubicBezTo>
                <a:cubicBezTo>
                  <a:pt x="459407" y="484228"/>
                  <a:pt x="450268" y="493367"/>
                  <a:pt x="438994" y="493367"/>
                </a:cubicBezTo>
                <a:cubicBezTo>
                  <a:pt x="427721" y="493367"/>
                  <a:pt x="418582" y="484228"/>
                  <a:pt x="418582" y="472954"/>
                </a:cubicBezTo>
                <a:cubicBezTo>
                  <a:pt x="418582" y="461680"/>
                  <a:pt x="427721" y="452541"/>
                  <a:pt x="438994" y="452541"/>
                </a:cubicBezTo>
                <a:close/>
                <a:moveTo>
                  <a:pt x="390217" y="452541"/>
                </a:moveTo>
                <a:cubicBezTo>
                  <a:pt x="401491" y="452541"/>
                  <a:pt x="410630" y="461680"/>
                  <a:pt x="410630" y="472954"/>
                </a:cubicBezTo>
                <a:cubicBezTo>
                  <a:pt x="410630" y="484228"/>
                  <a:pt x="401491" y="493367"/>
                  <a:pt x="390217" y="493367"/>
                </a:cubicBezTo>
                <a:cubicBezTo>
                  <a:pt x="378944" y="493367"/>
                  <a:pt x="369805" y="484228"/>
                  <a:pt x="369805" y="472954"/>
                </a:cubicBezTo>
                <a:cubicBezTo>
                  <a:pt x="369805" y="461680"/>
                  <a:pt x="378944" y="452541"/>
                  <a:pt x="390217" y="452541"/>
                </a:cubicBezTo>
                <a:close/>
                <a:moveTo>
                  <a:pt x="341440" y="452541"/>
                </a:moveTo>
                <a:cubicBezTo>
                  <a:pt x="352714" y="452541"/>
                  <a:pt x="361853" y="461680"/>
                  <a:pt x="361853" y="472954"/>
                </a:cubicBezTo>
                <a:cubicBezTo>
                  <a:pt x="361853" y="484228"/>
                  <a:pt x="352714" y="493367"/>
                  <a:pt x="341440" y="493367"/>
                </a:cubicBezTo>
                <a:cubicBezTo>
                  <a:pt x="330166" y="493367"/>
                  <a:pt x="321028" y="484228"/>
                  <a:pt x="321028" y="472954"/>
                </a:cubicBezTo>
                <a:cubicBezTo>
                  <a:pt x="321028" y="461680"/>
                  <a:pt x="330166" y="452541"/>
                  <a:pt x="341440" y="452541"/>
                </a:cubicBezTo>
                <a:close/>
                <a:moveTo>
                  <a:pt x="292663" y="452541"/>
                </a:moveTo>
                <a:cubicBezTo>
                  <a:pt x="303937" y="452541"/>
                  <a:pt x="313076" y="461680"/>
                  <a:pt x="313076" y="472954"/>
                </a:cubicBezTo>
                <a:cubicBezTo>
                  <a:pt x="313076" y="484228"/>
                  <a:pt x="303937" y="493367"/>
                  <a:pt x="292663" y="493367"/>
                </a:cubicBezTo>
                <a:cubicBezTo>
                  <a:pt x="281389" y="493367"/>
                  <a:pt x="272251" y="484228"/>
                  <a:pt x="272251" y="472954"/>
                </a:cubicBezTo>
                <a:cubicBezTo>
                  <a:pt x="272251" y="461680"/>
                  <a:pt x="281389" y="452541"/>
                  <a:pt x="292663" y="452541"/>
                </a:cubicBezTo>
                <a:close/>
                <a:moveTo>
                  <a:pt x="243886" y="452541"/>
                </a:moveTo>
                <a:cubicBezTo>
                  <a:pt x="255160" y="452541"/>
                  <a:pt x="264299" y="461680"/>
                  <a:pt x="264299" y="472954"/>
                </a:cubicBezTo>
                <a:cubicBezTo>
                  <a:pt x="264299" y="484228"/>
                  <a:pt x="255160" y="493367"/>
                  <a:pt x="243886" y="493367"/>
                </a:cubicBezTo>
                <a:cubicBezTo>
                  <a:pt x="232612" y="493367"/>
                  <a:pt x="223473" y="484228"/>
                  <a:pt x="223473" y="472954"/>
                </a:cubicBezTo>
                <a:cubicBezTo>
                  <a:pt x="223473" y="461680"/>
                  <a:pt x="232612" y="452541"/>
                  <a:pt x="243886" y="452541"/>
                </a:cubicBezTo>
                <a:close/>
                <a:moveTo>
                  <a:pt x="195109" y="452541"/>
                </a:moveTo>
                <a:cubicBezTo>
                  <a:pt x="206383" y="452541"/>
                  <a:pt x="215522" y="461680"/>
                  <a:pt x="215522" y="472954"/>
                </a:cubicBezTo>
                <a:cubicBezTo>
                  <a:pt x="215522" y="484228"/>
                  <a:pt x="206383" y="493367"/>
                  <a:pt x="195109" y="493367"/>
                </a:cubicBezTo>
                <a:cubicBezTo>
                  <a:pt x="183835" y="493367"/>
                  <a:pt x="174696" y="484228"/>
                  <a:pt x="174696" y="472954"/>
                </a:cubicBezTo>
                <a:cubicBezTo>
                  <a:pt x="174696" y="461680"/>
                  <a:pt x="183835" y="452541"/>
                  <a:pt x="195109" y="452541"/>
                </a:cubicBezTo>
                <a:close/>
                <a:moveTo>
                  <a:pt x="146332" y="452541"/>
                </a:moveTo>
                <a:cubicBezTo>
                  <a:pt x="157606" y="452541"/>
                  <a:pt x="166745" y="461680"/>
                  <a:pt x="166745" y="472954"/>
                </a:cubicBezTo>
                <a:cubicBezTo>
                  <a:pt x="166745" y="484228"/>
                  <a:pt x="157606" y="493367"/>
                  <a:pt x="146332" y="493367"/>
                </a:cubicBezTo>
                <a:cubicBezTo>
                  <a:pt x="135058" y="493367"/>
                  <a:pt x="125919" y="484228"/>
                  <a:pt x="125919" y="472954"/>
                </a:cubicBezTo>
                <a:cubicBezTo>
                  <a:pt x="125919" y="461680"/>
                  <a:pt x="135058" y="452541"/>
                  <a:pt x="146332" y="452541"/>
                </a:cubicBezTo>
                <a:close/>
                <a:moveTo>
                  <a:pt x="97555" y="452541"/>
                </a:moveTo>
                <a:cubicBezTo>
                  <a:pt x="108829" y="452541"/>
                  <a:pt x="117968" y="461680"/>
                  <a:pt x="117968" y="472954"/>
                </a:cubicBezTo>
                <a:cubicBezTo>
                  <a:pt x="117968" y="484228"/>
                  <a:pt x="108829" y="493367"/>
                  <a:pt x="97555" y="493367"/>
                </a:cubicBezTo>
                <a:cubicBezTo>
                  <a:pt x="86281" y="493367"/>
                  <a:pt x="77142" y="484228"/>
                  <a:pt x="77142" y="472954"/>
                </a:cubicBezTo>
                <a:cubicBezTo>
                  <a:pt x="77142" y="461680"/>
                  <a:pt x="86281" y="452541"/>
                  <a:pt x="97555" y="452541"/>
                </a:cubicBezTo>
                <a:close/>
                <a:moveTo>
                  <a:pt x="48778" y="452541"/>
                </a:moveTo>
                <a:cubicBezTo>
                  <a:pt x="60052" y="452541"/>
                  <a:pt x="69191" y="461680"/>
                  <a:pt x="69191" y="472954"/>
                </a:cubicBezTo>
                <a:cubicBezTo>
                  <a:pt x="69191" y="484228"/>
                  <a:pt x="60052" y="493367"/>
                  <a:pt x="48778" y="493367"/>
                </a:cubicBezTo>
                <a:cubicBezTo>
                  <a:pt x="37504" y="493367"/>
                  <a:pt x="28365" y="484228"/>
                  <a:pt x="28365" y="472954"/>
                </a:cubicBezTo>
                <a:cubicBezTo>
                  <a:pt x="28365" y="461680"/>
                  <a:pt x="37504" y="452541"/>
                  <a:pt x="48778" y="452541"/>
                </a:cubicBezTo>
                <a:close/>
                <a:moveTo>
                  <a:pt x="2" y="452541"/>
                </a:moveTo>
                <a:cubicBezTo>
                  <a:pt x="11275" y="452541"/>
                  <a:pt x="20414" y="461680"/>
                  <a:pt x="20414" y="472954"/>
                </a:cubicBezTo>
                <a:cubicBezTo>
                  <a:pt x="20414" y="484228"/>
                  <a:pt x="11275" y="493367"/>
                  <a:pt x="2" y="493367"/>
                </a:cubicBezTo>
                <a:lnTo>
                  <a:pt x="0" y="493366"/>
                </a:lnTo>
                <a:lnTo>
                  <a:pt x="0" y="452542"/>
                </a:lnTo>
                <a:close/>
                <a:moveTo>
                  <a:pt x="926765" y="398455"/>
                </a:moveTo>
                <a:lnTo>
                  <a:pt x="930582" y="399226"/>
                </a:lnTo>
                <a:lnTo>
                  <a:pt x="913716" y="434236"/>
                </a:lnTo>
                <a:lnTo>
                  <a:pt x="912331" y="433302"/>
                </a:lnTo>
                <a:cubicBezTo>
                  <a:pt x="908637" y="429608"/>
                  <a:pt x="906352" y="424505"/>
                  <a:pt x="906352" y="418868"/>
                </a:cubicBezTo>
                <a:cubicBezTo>
                  <a:pt x="906352" y="407594"/>
                  <a:pt x="915491" y="398455"/>
                  <a:pt x="926765" y="398455"/>
                </a:cubicBezTo>
                <a:close/>
                <a:moveTo>
                  <a:pt x="877988" y="398455"/>
                </a:moveTo>
                <a:cubicBezTo>
                  <a:pt x="889262" y="398455"/>
                  <a:pt x="898401" y="407594"/>
                  <a:pt x="898401" y="418868"/>
                </a:cubicBezTo>
                <a:cubicBezTo>
                  <a:pt x="898401" y="430142"/>
                  <a:pt x="889262" y="439281"/>
                  <a:pt x="877988" y="439281"/>
                </a:cubicBezTo>
                <a:cubicBezTo>
                  <a:pt x="866714" y="439281"/>
                  <a:pt x="857575" y="430142"/>
                  <a:pt x="857575" y="418868"/>
                </a:cubicBezTo>
                <a:cubicBezTo>
                  <a:pt x="857575" y="407594"/>
                  <a:pt x="866714" y="398455"/>
                  <a:pt x="877988" y="398455"/>
                </a:cubicBezTo>
                <a:close/>
                <a:moveTo>
                  <a:pt x="829211" y="398455"/>
                </a:moveTo>
                <a:cubicBezTo>
                  <a:pt x="840485" y="398455"/>
                  <a:pt x="849624" y="407594"/>
                  <a:pt x="849624" y="418868"/>
                </a:cubicBezTo>
                <a:cubicBezTo>
                  <a:pt x="849624" y="430142"/>
                  <a:pt x="840485" y="439281"/>
                  <a:pt x="829211" y="439281"/>
                </a:cubicBezTo>
                <a:cubicBezTo>
                  <a:pt x="817937" y="439281"/>
                  <a:pt x="808798" y="430142"/>
                  <a:pt x="808798" y="418868"/>
                </a:cubicBezTo>
                <a:cubicBezTo>
                  <a:pt x="808798" y="407594"/>
                  <a:pt x="817937" y="398455"/>
                  <a:pt x="829211" y="398455"/>
                </a:cubicBezTo>
                <a:close/>
                <a:moveTo>
                  <a:pt x="780434" y="398455"/>
                </a:moveTo>
                <a:cubicBezTo>
                  <a:pt x="791708" y="398455"/>
                  <a:pt x="800847" y="407594"/>
                  <a:pt x="800847" y="418868"/>
                </a:cubicBezTo>
                <a:cubicBezTo>
                  <a:pt x="800847" y="430142"/>
                  <a:pt x="791708" y="439281"/>
                  <a:pt x="780434" y="439281"/>
                </a:cubicBezTo>
                <a:cubicBezTo>
                  <a:pt x="769160" y="439281"/>
                  <a:pt x="760021" y="430142"/>
                  <a:pt x="760021" y="418868"/>
                </a:cubicBezTo>
                <a:cubicBezTo>
                  <a:pt x="760021" y="407594"/>
                  <a:pt x="769160" y="398455"/>
                  <a:pt x="780434" y="398455"/>
                </a:cubicBezTo>
                <a:close/>
                <a:moveTo>
                  <a:pt x="731657" y="398455"/>
                </a:moveTo>
                <a:cubicBezTo>
                  <a:pt x="742931" y="398455"/>
                  <a:pt x="752070" y="407594"/>
                  <a:pt x="752070" y="418868"/>
                </a:cubicBezTo>
                <a:cubicBezTo>
                  <a:pt x="752070" y="430142"/>
                  <a:pt x="742931" y="439281"/>
                  <a:pt x="731657" y="439281"/>
                </a:cubicBezTo>
                <a:cubicBezTo>
                  <a:pt x="720383" y="439281"/>
                  <a:pt x="711244" y="430142"/>
                  <a:pt x="711244" y="418868"/>
                </a:cubicBezTo>
                <a:cubicBezTo>
                  <a:pt x="711244" y="407594"/>
                  <a:pt x="720383" y="398455"/>
                  <a:pt x="731657" y="398455"/>
                </a:cubicBezTo>
                <a:close/>
                <a:moveTo>
                  <a:pt x="682880" y="398455"/>
                </a:moveTo>
                <a:cubicBezTo>
                  <a:pt x="694153" y="398455"/>
                  <a:pt x="703293" y="407594"/>
                  <a:pt x="703293" y="418868"/>
                </a:cubicBezTo>
                <a:cubicBezTo>
                  <a:pt x="703293" y="430142"/>
                  <a:pt x="694153" y="439281"/>
                  <a:pt x="682880" y="439281"/>
                </a:cubicBezTo>
                <a:cubicBezTo>
                  <a:pt x="671606" y="439281"/>
                  <a:pt x="662467" y="430142"/>
                  <a:pt x="662467" y="418868"/>
                </a:cubicBezTo>
                <a:cubicBezTo>
                  <a:pt x="662467" y="407594"/>
                  <a:pt x="671606" y="398455"/>
                  <a:pt x="682880" y="398455"/>
                </a:cubicBezTo>
                <a:close/>
                <a:moveTo>
                  <a:pt x="634103" y="398455"/>
                </a:moveTo>
                <a:cubicBezTo>
                  <a:pt x="645377" y="398455"/>
                  <a:pt x="654516" y="407594"/>
                  <a:pt x="654516" y="418868"/>
                </a:cubicBezTo>
                <a:cubicBezTo>
                  <a:pt x="654516" y="430142"/>
                  <a:pt x="645377" y="439281"/>
                  <a:pt x="634103" y="439281"/>
                </a:cubicBezTo>
                <a:cubicBezTo>
                  <a:pt x="622829" y="439281"/>
                  <a:pt x="613690" y="430142"/>
                  <a:pt x="613690" y="418868"/>
                </a:cubicBezTo>
                <a:cubicBezTo>
                  <a:pt x="613690" y="407594"/>
                  <a:pt x="622829" y="398455"/>
                  <a:pt x="634103" y="398455"/>
                </a:cubicBezTo>
                <a:close/>
                <a:moveTo>
                  <a:pt x="585326" y="398455"/>
                </a:moveTo>
                <a:cubicBezTo>
                  <a:pt x="596599" y="398455"/>
                  <a:pt x="605738" y="407594"/>
                  <a:pt x="605738" y="418868"/>
                </a:cubicBezTo>
                <a:cubicBezTo>
                  <a:pt x="605738" y="430142"/>
                  <a:pt x="596599" y="439281"/>
                  <a:pt x="585326" y="439281"/>
                </a:cubicBezTo>
                <a:cubicBezTo>
                  <a:pt x="574052" y="439281"/>
                  <a:pt x="564913" y="430142"/>
                  <a:pt x="564913" y="418868"/>
                </a:cubicBezTo>
                <a:cubicBezTo>
                  <a:pt x="564913" y="407594"/>
                  <a:pt x="574052" y="398455"/>
                  <a:pt x="585326" y="398455"/>
                </a:cubicBezTo>
                <a:close/>
                <a:moveTo>
                  <a:pt x="536549" y="398455"/>
                </a:moveTo>
                <a:cubicBezTo>
                  <a:pt x="547822" y="398455"/>
                  <a:pt x="556961" y="407594"/>
                  <a:pt x="556961" y="418868"/>
                </a:cubicBezTo>
                <a:cubicBezTo>
                  <a:pt x="556961" y="430142"/>
                  <a:pt x="547822" y="439281"/>
                  <a:pt x="536549" y="439281"/>
                </a:cubicBezTo>
                <a:cubicBezTo>
                  <a:pt x="525275" y="439281"/>
                  <a:pt x="516136" y="430142"/>
                  <a:pt x="516136" y="418868"/>
                </a:cubicBezTo>
                <a:cubicBezTo>
                  <a:pt x="516136" y="407594"/>
                  <a:pt x="525275" y="398455"/>
                  <a:pt x="536549" y="398455"/>
                </a:cubicBezTo>
                <a:close/>
                <a:moveTo>
                  <a:pt x="487772" y="398455"/>
                </a:moveTo>
                <a:cubicBezTo>
                  <a:pt x="499045" y="398455"/>
                  <a:pt x="508184" y="407594"/>
                  <a:pt x="508184" y="418868"/>
                </a:cubicBezTo>
                <a:cubicBezTo>
                  <a:pt x="508184" y="430142"/>
                  <a:pt x="499045" y="439281"/>
                  <a:pt x="487772" y="439281"/>
                </a:cubicBezTo>
                <a:cubicBezTo>
                  <a:pt x="476498" y="439281"/>
                  <a:pt x="467359" y="430142"/>
                  <a:pt x="467359" y="418868"/>
                </a:cubicBezTo>
                <a:cubicBezTo>
                  <a:pt x="467359" y="407594"/>
                  <a:pt x="476498" y="398455"/>
                  <a:pt x="487772" y="398455"/>
                </a:cubicBezTo>
                <a:close/>
                <a:moveTo>
                  <a:pt x="438994" y="398455"/>
                </a:moveTo>
                <a:cubicBezTo>
                  <a:pt x="450268" y="398455"/>
                  <a:pt x="459407" y="407594"/>
                  <a:pt x="459407" y="418868"/>
                </a:cubicBezTo>
                <a:cubicBezTo>
                  <a:pt x="459407" y="430142"/>
                  <a:pt x="450268" y="439281"/>
                  <a:pt x="438994" y="439281"/>
                </a:cubicBezTo>
                <a:cubicBezTo>
                  <a:pt x="427721" y="439281"/>
                  <a:pt x="418582" y="430142"/>
                  <a:pt x="418582" y="418868"/>
                </a:cubicBezTo>
                <a:cubicBezTo>
                  <a:pt x="418582" y="407594"/>
                  <a:pt x="427721" y="398455"/>
                  <a:pt x="438994" y="398455"/>
                </a:cubicBezTo>
                <a:close/>
                <a:moveTo>
                  <a:pt x="390217" y="398455"/>
                </a:moveTo>
                <a:cubicBezTo>
                  <a:pt x="401491" y="398455"/>
                  <a:pt x="410630" y="407594"/>
                  <a:pt x="410630" y="418868"/>
                </a:cubicBezTo>
                <a:cubicBezTo>
                  <a:pt x="410630" y="430142"/>
                  <a:pt x="401491" y="439281"/>
                  <a:pt x="390217" y="439281"/>
                </a:cubicBezTo>
                <a:cubicBezTo>
                  <a:pt x="378944" y="439281"/>
                  <a:pt x="369805" y="430142"/>
                  <a:pt x="369805" y="418868"/>
                </a:cubicBezTo>
                <a:cubicBezTo>
                  <a:pt x="369805" y="407594"/>
                  <a:pt x="378944" y="398455"/>
                  <a:pt x="390217" y="398455"/>
                </a:cubicBezTo>
                <a:close/>
                <a:moveTo>
                  <a:pt x="341440" y="398455"/>
                </a:moveTo>
                <a:cubicBezTo>
                  <a:pt x="352714" y="398455"/>
                  <a:pt x="361853" y="407594"/>
                  <a:pt x="361853" y="418868"/>
                </a:cubicBezTo>
                <a:cubicBezTo>
                  <a:pt x="361853" y="430142"/>
                  <a:pt x="352714" y="439281"/>
                  <a:pt x="341440" y="439281"/>
                </a:cubicBezTo>
                <a:cubicBezTo>
                  <a:pt x="330166" y="439281"/>
                  <a:pt x="321028" y="430142"/>
                  <a:pt x="321028" y="418868"/>
                </a:cubicBezTo>
                <a:cubicBezTo>
                  <a:pt x="321028" y="407594"/>
                  <a:pt x="330166" y="398455"/>
                  <a:pt x="341440" y="398455"/>
                </a:cubicBezTo>
                <a:close/>
                <a:moveTo>
                  <a:pt x="292663" y="398455"/>
                </a:moveTo>
                <a:cubicBezTo>
                  <a:pt x="303937" y="398455"/>
                  <a:pt x="313076" y="407594"/>
                  <a:pt x="313076" y="418868"/>
                </a:cubicBezTo>
                <a:cubicBezTo>
                  <a:pt x="313076" y="430142"/>
                  <a:pt x="303937" y="439281"/>
                  <a:pt x="292663" y="439281"/>
                </a:cubicBezTo>
                <a:cubicBezTo>
                  <a:pt x="281389" y="439281"/>
                  <a:pt x="272251" y="430142"/>
                  <a:pt x="272251" y="418868"/>
                </a:cubicBezTo>
                <a:cubicBezTo>
                  <a:pt x="272251" y="407594"/>
                  <a:pt x="281389" y="398455"/>
                  <a:pt x="292663" y="398455"/>
                </a:cubicBezTo>
                <a:close/>
                <a:moveTo>
                  <a:pt x="243886" y="398455"/>
                </a:moveTo>
                <a:cubicBezTo>
                  <a:pt x="255160" y="398455"/>
                  <a:pt x="264299" y="407594"/>
                  <a:pt x="264299" y="418868"/>
                </a:cubicBezTo>
                <a:cubicBezTo>
                  <a:pt x="264299" y="430142"/>
                  <a:pt x="255160" y="439281"/>
                  <a:pt x="243886" y="439281"/>
                </a:cubicBezTo>
                <a:cubicBezTo>
                  <a:pt x="232612" y="439281"/>
                  <a:pt x="223473" y="430142"/>
                  <a:pt x="223473" y="418868"/>
                </a:cubicBezTo>
                <a:cubicBezTo>
                  <a:pt x="223473" y="407594"/>
                  <a:pt x="232612" y="398455"/>
                  <a:pt x="243886" y="398455"/>
                </a:cubicBezTo>
                <a:close/>
                <a:moveTo>
                  <a:pt x="195109" y="398455"/>
                </a:moveTo>
                <a:cubicBezTo>
                  <a:pt x="206383" y="398455"/>
                  <a:pt x="215522" y="407594"/>
                  <a:pt x="215522" y="418868"/>
                </a:cubicBezTo>
                <a:cubicBezTo>
                  <a:pt x="215522" y="430142"/>
                  <a:pt x="206383" y="439281"/>
                  <a:pt x="195109" y="439281"/>
                </a:cubicBezTo>
                <a:cubicBezTo>
                  <a:pt x="183835" y="439281"/>
                  <a:pt x="174696" y="430142"/>
                  <a:pt x="174696" y="418868"/>
                </a:cubicBezTo>
                <a:cubicBezTo>
                  <a:pt x="174696" y="407594"/>
                  <a:pt x="183835" y="398455"/>
                  <a:pt x="195109" y="398455"/>
                </a:cubicBezTo>
                <a:close/>
                <a:moveTo>
                  <a:pt x="146332" y="398455"/>
                </a:moveTo>
                <a:cubicBezTo>
                  <a:pt x="157606" y="398455"/>
                  <a:pt x="166745" y="407594"/>
                  <a:pt x="166745" y="418868"/>
                </a:cubicBezTo>
                <a:cubicBezTo>
                  <a:pt x="166745" y="430142"/>
                  <a:pt x="157606" y="439281"/>
                  <a:pt x="146332" y="439281"/>
                </a:cubicBezTo>
                <a:cubicBezTo>
                  <a:pt x="135058" y="439281"/>
                  <a:pt x="125919" y="430142"/>
                  <a:pt x="125919" y="418868"/>
                </a:cubicBezTo>
                <a:cubicBezTo>
                  <a:pt x="125919" y="407594"/>
                  <a:pt x="135058" y="398455"/>
                  <a:pt x="146332" y="398455"/>
                </a:cubicBezTo>
                <a:close/>
                <a:moveTo>
                  <a:pt x="97555" y="398455"/>
                </a:moveTo>
                <a:cubicBezTo>
                  <a:pt x="108829" y="398455"/>
                  <a:pt x="117968" y="407594"/>
                  <a:pt x="117968" y="418868"/>
                </a:cubicBezTo>
                <a:cubicBezTo>
                  <a:pt x="117968" y="430142"/>
                  <a:pt x="108829" y="439281"/>
                  <a:pt x="97555" y="439281"/>
                </a:cubicBezTo>
                <a:cubicBezTo>
                  <a:pt x="86281" y="439281"/>
                  <a:pt x="77142" y="430142"/>
                  <a:pt x="77142" y="418868"/>
                </a:cubicBezTo>
                <a:cubicBezTo>
                  <a:pt x="77142" y="407594"/>
                  <a:pt x="86281" y="398455"/>
                  <a:pt x="97555" y="398455"/>
                </a:cubicBezTo>
                <a:close/>
                <a:moveTo>
                  <a:pt x="48778" y="398455"/>
                </a:moveTo>
                <a:cubicBezTo>
                  <a:pt x="60052" y="398455"/>
                  <a:pt x="69191" y="407594"/>
                  <a:pt x="69191" y="418868"/>
                </a:cubicBezTo>
                <a:cubicBezTo>
                  <a:pt x="69191" y="430142"/>
                  <a:pt x="60052" y="439281"/>
                  <a:pt x="48778" y="439281"/>
                </a:cubicBezTo>
                <a:cubicBezTo>
                  <a:pt x="37504" y="439281"/>
                  <a:pt x="28365" y="430142"/>
                  <a:pt x="28365" y="418868"/>
                </a:cubicBezTo>
                <a:cubicBezTo>
                  <a:pt x="28365" y="407594"/>
                  <a:pt x="37504" y="398455"/>
                  <a:pt x="48778" y="398455"/>
                </a:cubicBezTo>
                <a:close/>
                <a:moveTo>
                  <a:pt x="2" y="398455"/>
                </a:moveTo>
                <a:cubicBezTo>
                  <a:pt x="11275" y="398455"/>
                  <a:pt x="20414" y="407594"/>
                  <a:pt x="20414" y="418868"/>
                </a:cubicBezTo>
                <a:cubicBezTo>
                  <a:pt x="20414" y="430142"/>
                  <a:pt x="11275" y="439281"/>
                  <a:pt x="2" y="439281"/>
                </a:cubicBezTo>
                <a:lnTo>
                  <a:pt x="0" y="439280"/>
                </a:lnTo>
                <a:lnTo>
                  <a:pt x="0" y="398456"/>
                </a:lnTo>
                <a:close/>
                <a:moveTo>
                  <a:pt x="926765" y="344369"/>
                </a:moveTo>
                <a:cubicBezTo>
                  <a:pt x="932402" y="344369"/>
                  <a:pt x="937505" y="346654"/>
                  <a:pt x="941199" y="350348"/>
                </a:cubicBezTo>
                <a:lnTo>
                  <a:pt x="945200" y="360008"/>
                </a:lnTo>
                <a:lnTo>
                  <a:pt x="937178" y="381927"/>
                </a:lnTo>
                <a:lnTo>
                  <a:pt x="934711" y="383591"/>
                </a:lnTo>
                <a:cubicBezTo>
                  <a:pt x="932268" y="384624"/>
                  <a:pt x="929583" y="385195"/>
                  <a:pt x="926765" y="385195"/>
                </a:cubicBezTo>
                <a:cubicBezTo>
                  <a:pt x="915491" y="385195"/>
                  <a:pt x="906352" y="376056"/>
                  <a:pt x="906352" y="364782"/>
                </a:cubicBezTo>
                <a:cubicBezTo>
                  <a:pt x="906352" y="353508"/>
                  <a:pt x="915491" y="344369"/>
                  <a:pt x="926765" y="344369"/>
                </a:cubicBezTo>
                <a:close/>
                <a:moveTo>
                  <a:pt x="877988" y="344369"/>
                </a:moveTo>
                <a:cubicBezTo>
                  <a:pt x="889262" y="344369"/>
                  <a:pt x="898401" y="353508"/>
                  <a:pt x="898401" y="364782"/>
                </a:cubicBezTo>
                <a:cubicBezTo>
                  <a:pt x="898401" y="376056"/>
                  <a:pt x="889262" y="385195"/>
                  <a:pt x="877988" y="385195"/>
                </a:cubicBezTo>
                <a:cubicBezTo>
                  <a:pt x="866714" y="385195"/>
                  <a:pt x="857575" y="376056"/>
                  <a:pt x="857575" y="364782"/>
                </a:cubicBezTo>
                <a:cubicBezTo>
                  <a:pt x="857575" y="353508"/>
                  <a:pt x="866714" y="344369"/>
                  <a:pt x="877988" y="344369"/>
                </a:cubicBezTo>
                <a:close/>
                <a:moveTo>
                  <a:pt x="829211" y="344369"/>
                </a:moveTo>
                <a:cubicBezTo>
                  <a:pt x="840485" y="344369"/>
                  <a:pt x="849624" y="353508"/>
                  <a:pt x="849624" y="364782"/>
                </a:cubicBezTo>
                <a:cubicBezTo>
                  <a:pt x="849624" y="376056"/>
                  <a:pt x="840485" y="385195"/>
                  <a:pt x="829211" y="385195"/>
                </a:cubicBezTo>
                <a:cubicBezTo>
                  <a:pt x="817937" y="385195"/>
                  <a:pt x="808798" y="376056"/>
                  <a:pt x="808798" y="364782"/>
                </a:cubicBezTo>
                <a:cubicBezTo>
                  <a:pt x="808798" y="353508"/>
                  <a:pt x="817937" y="344369"/>
                  <a:pt x="829211" y="344369"/>
                </a:cubicBezTo>
                <a:close/>
                <a:moveTo>
                  <a:pt x="780434" y="344369"/>
                </a:moveTo>
                <a:cubicBezTo>
                  <a:pt x="791708" y="344369"/>
                  <a:pt x="800847" y="353508"/>
                  <a:pt x="800847" y="364782"/>
                </a:cubicBezTo>
                <a:cubicBezTo>
                  <a:pt x="800847" y="376056"/>
                  <a:pt x="791708" y="385195"/>
                  <a:pt x="780434" y="385195"/>
                </a:cubicBezTo>
                <a:cubicBezTo>
                  <a:pt x="769160" y="385195"/>
                  <a:pt x="760021" y="376056"/>
                  <a:pt x="760021" y="364782"/>
                </a:cubicBezTo>
                <a:cubicBezTo>
                  <a:pt x="760021" y="353508"/>
                  <a:pt x="769160" y="344369"/>
                  <a:pt x="780434" y="344369"/>
                </a:cubicBezTo>
                <a:close/>
                <a:moveTo>
                  <a:pt x="731657" y="344369"/>
                </a:moveTo>
                <a:cubicBezTo>
                  <a:pt x="742931" y="344369"/>
                  <a:pt x="752070" y="353508"/>
                  <a:pt x="752070" y="364782"/>
                </a:cubicBezTo>
                <a:cubicBezTo>
                  <a:pt x="752070" y="376056"/>
                  <a:pt x="742931" y="385195"/>
                  <a:pt x="731657" y="385195"/>
                </a:cubicBezTo>
                <a:cubicBezTo>
                  <a:pt x="720383" y="385195"/>
                  <a:pt x="711244" y="376056"/>
                  <a:pt x="711244" y="364782"/>
                </a:cubicBezTo>
                <a:cubicBezTo>
                  <a:pt x="711244" y="353508"/>
                  <a:pt x="720383" y="344369"/>
                  <a:pt x="731657" y="344369"/>
                </a:cubicBezTo>
                <a:close/>
                <a:moveTo>
                  <a:pt x="682880" y="344369"/>
                </a:moveTo>
                <a:cubicBezTo>
                  <a:pt x="694153" y="344369"/>
                  <a:pt x="703293" y="353508"/>
                  <a:pt x="703293" y="364782"/>
                </a:cubicBezTo>
                <a:cubicBezTo>
                  <a:pt x="703293" y="376056"/>
                  <a:pt x="694153" y="385195"/>
                  <a:pt x="682880" y="385195"/>
                </a:cubicBezTo>
                <a:cubicBezTo>
                  <a:pt x="671606" y="385195"/>
                  <a:pt x="662467" y="376056"/>
                  <a:pt x="662467" y="364782"/>
                </a:cubicBezTo>
                <a:cubicBezTo>
                  <a:pt x="662467" y="353508"/>
                  <a:pt x="671606" y="344369"/>
                  <a:pt x="682880" y="344369"/>
                </a:cubicBezTo>
                <a:close/>
                <a:moveTo>
                  <a:pt x="634103" y="344369"/>
                </a:moveTo>
                <a:cubicBezTo>
                  <a:pt x="645377" y="344369"/>
                  <a:pt x="654516" y="353508"/>
                  <a:pt x="654516" y="364782"/>
                </a:cubicBezTo>
                <a:cubicBezTo>
                  <a:pt x="654516" y="376056"/>
                  <a:pt x="645377" y="385195"/>
                  <a:pt x="634103" y="385195"/>
                </a:cubicBezTo>
                <a:cubicBezTo>
                  <a:pt x="622829" y="385195"/>
                  <a:pt x="613690" y="376056"/>
                  <a:pt x="613690" y="364782"/>
                </a:cubicBezTo>
                <a:cubicBezTo>
                  <a:pt x="613690" y="353508"/>
                  <a:pt x="622829" y="344369"/>
                  <a:pt x="634103" y="344369"/>
                </a:cubicBezTo>
                <a:close/>
                <a:moveTo>
                  <a:pt x="585326" y="344369"/>
                </a:moveTo>
                <a:cubicBezTo>
                  <a:pt x="596599" y="344369"/>
                  <a:pt x="605738" y="353508"/>
                  <a:pt x="605738" y="364782"/>
                </a:cubicBezTo>
                <a:cubicBezTo>
                  <a:pt x="605738" y="376056"/>
                  <a:pt x="596599" y="385195"/>
                  <a:pt x="585326" y="385195"/>
                </a:cubicBezTo>
                <a:cubicBezTo>
                  <a:pt x="574052" y="385195"/>
                  <a:pt x="564913" y="376056"/>
                  <a:pt x="564913" y="364782"/>
                </a:cubicBezTo>
                <a:cubicBezTo>
                  <a:pt x="564913" y="353508"/>
                  <a:pt x="574052" y="344369"/>
                  <a:pt x="585326" y="344369"/>
                </a:cubicBezTo>
                <a:close/>
                <a:moveTo>
                  <a:pt x="536549" y="344369"/>
                </a:moveTo>
                <a:cubicBezTo>
                  <a:pt x="547822" y="344369"/>
                  <a:pt x="556961" y="353508"/>
                  <a:pt x="556961" y="364782"/>
                </a:cubicBezTo>
                <a:cubicBezTo>
                  <a:pt x="556961" y="376056"/>
                  <a:pt x="547822" y="385195"/>
                  <a:pt x="536549" y="385195"/>
                </a:cubicBezTo>
                <a:cubicBezTo>
                  <a:pt x="525275" y="385195"/>
                  <a:pt x="516136" y="376056"/>
                  <a:pt x="516136" y="364782"/>
                </a:cubicBezTo>
                <a:cubicBezTo>
                  <a:pt x="516136" y="353508"/>
                  <a:pt x="525275" y="344369"/>
                  <a:pt x="536549" y="344369"/>
                </a:cubicBezTo>
                <a:close/>
                <a:moveTo>
                  <a:pt x="487772" y="344369"/>
                </a:moveTo>
                <a:cubicBezTo>
                  <a:pt x="499045" y="344369"/>
                  <a:pt x="508184" y="353508"/>
                  <a:pt x="508184" y="364782"/>
                </a:cubicBezTo>
                <a:cubicBezTo>
                  <a:pt x="508184" y="376056"/>
                  <a:pt x="499045" y="385195"/>
                  <a:pt x="487772" y="385195"/>
                </a:cubicBezTo>
                <a:cubicBezTo>
                  <a:pt x="476498" y="385195"/>
                  <a:pt x="467359" y="376056"/>
                  <a:pt x="467359" y="364782"/>
                </a:cubicBezTo>
                <a:cubicBezTo>
                  <a:pt x="467359" y="353508"/>
                  <a:pt x="476498" y="344369"/>
                  <a:pt x="487772" y="344369"/>
                </a:cubicBezTo>
                <a:close/>
                <a:moveTo>
                  <a:pt x="438994" y="344369"/>
                </a:moveTo>
                <a:cubicBezTo>
                  <a:pt x="450268" y="344369"/>
                  <a:pt x="459407" y="353508"/>
                  <a:pt x="459407" y="364782"/>
                </a:cubicBezTo>
                <a:cubicBezTo>
                  <a:pt x="459407" y="376056"/>
                  <a:pt x="450268" y="385195"/>
                  <a:pt x="438994" y="385195"/>
                </a:cubicBezTo>
                <a:cubicBezTo>
                  <a:pt x="427721" y="385195"/>
                  <a:pt x="418582" y="376056"/>
                  <a:pt x="418582" y="364782"/>
                </a:cubicBezTo>
                <a:cubicBezTo>
                  <a:pt x="418582" y="353508"/>
                  <a:pt x="427721" y="344369"/>
                  <a:pt x="438994" y="344369"/>
                </a:cubicBezTo>
                <a:close/>
                <a:moveTo>
                  <a:pt x="390217" y="344369"/>
                </a:moveTo>
                <a:cubicBezTo>
                  <a:pt x="401491" y="344369"/>
                  <a:pt x="410630" y="353508"/>
                  <a:pt x="410630" y="364782"/>
                </a:cubicBezTo>
                <a:cubicBezTo>
                  <a:pt x="410630" y="376056"/>
                  <a:pt x="401491" y="385195"/>
                  <a:pt x="390217" y="385195"/>
                </a:cubicBezTo>
                <a:cubicBezTo>
                  <a:pt x="378944" y="385195"/>
                  <a:pt x="369805" y="376056"/>
                  <a:pt x="369805" y="364782"/>
                </a:cubicBezTo>
                <a:cubicBezTo>
                  <a:pt x="369805" y="353508"/>
                  <a:pt x="378944" y="344369"/>
                  <a:pt x="390217" y="344369"/>
                </a:cubicBezTo>
                <a:close/>
                <a:moveTo>
                  <a:pt x="341440" y="344369"/>
                </a:moveTo>
                <a:cubicBezTo>
                  <a:pt x="352714" y="344369"/>
                  <a:pt x="361853" y="353508"/>
                  <a:pt x="361853" y="364782"/>
                </a:cubicBezTo>
                <a:cubicBezTo>
                  <a:pt x="361853" y="376056"/>
                  <a:pt x="352714" y="385195"/>
                  <a:pt x="341440" y="385195"/>
                </a:cubicBezTo>
                <a:cubicBezTo>
                  <a:pt x="330166" y="385195"/>
                  <a:pt x="321028" y="376056"/>
                  <a:pt x="321028" y="364782"/>
                </a:cubicBezTo>
                <a:cubicBezTo>
                  <a:pt x="321028" y="353508"/>
                  <a:pt x="330166" y="344369"/>
                  <a:pt x="341440" y="344369"/>
                </a:cubicBezTo>
                <a:close/>
                <a:moveTo>
                  <a:pt x="292663" y="344369"/>
                </a:moveTo>
                <a:cubicBezTo>
                  <a:pt x="303937" y="344369"/>
                  <a:pt x="313076" y="353508"/>
                  <a:pt x="313076" y="364782"/>
                </a:cubicBezTo>
                <a:cubicBezTo>
                  <a:pt x="313076" y="376056"/>
                  <a:pt x="303937" y="385195"/>
                  <a:pt x="292663" y="385195"/>
                </a:cubicBezTo>
                <a:cubicBezTo>
                  <a:pt x="281389" y="385195"/>
                  <a:pt x="272251" y="376056"/>
                  <a:pt x="272251" y="364782"/>
                </a:cubicBezTo>
                <a:cubicBezTo>
                  <a:pt x="272251" y="353508"/>
                  <a:pt x="281389" y="344369"/>
                  <a:pt x="292663" y="344369"/>
                </a:cubicBezTo>
                <a:close/>
                <a:moveTo>
                  <a:pt x="243886" y="344369"/>
                </a:moveTo>
                <a:cubicBezTo>
                  <a:pt x="255160" y="344369"/>
                  <a:pt x="264299" y="353508"/>
                  <a:pt x="264299" y="364782"/>
                </a:cubicBezTo>
                <a:cubicBezTo>
                  <a:pt x="264299" y="376056"/>
                  <a:pt x="255160" y="385195"/>
                  <a:pt x="243886" y="385195"/>
                </a:cubicBezTo>
                <a:cubicBezTo>
                  <a:pt x="232612" y="385195"/>
                  <a:pt x="223473" y="376056"/>
                  <a:pt x="223473" y="364782"/>
                </a:cubicBezTo>
                <a:cubicBezTo>
                  <a:pt x="223473" y="353508"/>
                  <a:pt x="232612" y="344369"/>
                  <a:pt x="243886" y="344369"/>
                </a:cubicBezTo>
                <a:close/>
                <a:moveTo>
                  <a:pt x="195109" y="344369"/>
                </a:moveTo>
                <a:cubicBezTo>
                  <a:pt x="206383" y="344369"/>
                  <a:pt x="215522" y="353508"/>
                  <a:pt x="215522" y="364782"/>
                </a:cubicBezTo>
                <a:cubicBezTo>
                  <a:pt x="215522" y="376056"/>
                  <a:pt x="206383" y="385195"/>
                  <a:pt x="195109" y="385195"/>
                </a:cubicBezTo>
                <a:cubicBezTo>
                  <a:pt x="183835" y="385195"/>
                  <a:pt x="174696" y="376056"/>
                  <a:pt x="174696" y="364782"/>
                </a:cubicBezTo>
                <a:cubicBezTo>
                  <a:pt x="174696" y="353508"/>
                  <a:pt x="183835" y="344369"/>
                  <a:pt x="195109" y="344369"/>
                </a:cubicBezTo>
                <a:close/>
                <a:moveTo>
                  <a:pt x="146332" y="344369"/>
                </a:moveTo>
                <a:cubicBezTo>
                  <a:pt x="157606" y="344369"/>
                  <a:pt x="166745" y="353508"/>
                  <a:pt x="166745" y="364782"/>
                </a:cubicBezTo>
                <a:cubicBezTo>
                  <a:pt x="166745" y="376056"/>
                  <a:pt x="157606" y="385195"/>
                  <a:pt x="146332" y="385195"/>
                </a:cubicBezTo>
                <a:cubicBezTo>
                  <a:pt x="135058" y="385195"/>
                  <a:pt x="125919" y="376056"/>
                  <a:pt x="125919" y="364782"/>
                </a:cubicBezTo>
                <a:cubicBezTo>
                  <a:pt x="125919" y="353508"/>
                  <a:pt x="135058" y="344369"/>
                  <a:pt x="146332" y="344369"/>
                </a:cubicBezTo>
                <a:close/>
                <a:moveTo>
                  <a:pt x="97555" y="344369"/>
                </a:moveTo>
                <a:cubicBezTo>
                  <a:pt x="108829" y="344369"/>
                  <a:pt x="117968" y="353508"/>
                  <a:pt x="117968" y="364782"/>
                </a:cubicBezTo>
                <a:cubicBezTo>
                  <a:pt x="117968" y="376056"/>
                  <a:pt x="108829" y="385195"/>
                  <a:pt x="97555" y="385195"/>
                </a:cubicBezTo>
                <a:cubicBezTo>
                  <a:pt x="86281" y="385195"/>
                  <a:pt x="77142" y="376056"/>
                  <a:pt x="77142" y="364782"/>
                </a:cubicBezTo>
                <a:cubicBezTo>
                  <a:pt x="77142" y="353508"/>
                  <a:pt x="86281" y="344369"/>
                  <a:pt x="97555" y="344369"/>
                </a:cubicBezTo>
                <a:close/>
                <a:moveTo>
                  <a:pt x="48778" y="344369"/>
                </a:moveTo>
                <a:cubicBezTo>
                  <a:pt x="60052" y="344369"/>
                  <a:pt x="69191" y="353508"/>
                  <a:pt x="69191" y="364782"/>
                </a:cubicBezTo>
                <a:cubicBezTo>
                  <a:pt x="69191" y="376056"/>
                  <a:pt x="60052" y="385195"/>
                  <a:pt x="48778" y="385195"/>
                </a:cubicBezTo>
                <a:cubicBezTo>
                  <a:pt x="37504" y="385195"/>
                  <a:pt x="28365" y="376056"/>
                  <a:pt x="28365" y="364782"/>
                </a:cubicBezTo>
                <a:cubicBezTo>
                  <a:pt x="28365" y="353508"/>
                  <a:pt x="37504" y="344369"/>
                  <a:pt x="48778" y="344369"/>
                </a:cubicBezTo>
                <a:close/>
                <a:moveTo>
                  <a:pt x="2" y="344369"/>
                </a:moveTo>
                <a:cubicBezTo>
                  <a:pt x="11275" y="344369"/>
                  <a:pt x="20414" y="353508"/>
                  <a:pt x="20414" y="364782"/>
                </a:cubicBezTo>
                <a:cubicBezTo>
                  <a:pt x="20414" y="376056"/>
                  <a:pt x="11275" y="385195"/>
                  <a:pt x="2" y="385195"/>
                </a:cubicBezTo>
                <a:lnTo>
                  <a:pt x="0" y="385194"/>
                </a:lnTo>
                <a:lnTo>
                  <a:pt x="0" y="344370"/>
                </a:lnTo>
                <a:close/>
                <a:moveTo>
                  <a:pt x="968876" y="291629"/>
                </a:moveTo>
                <a:lnTo>
                  <a:pt x="965684" y="304041"/>
                </a:lnTo>
                <a:lnTo>
                  <a:pt x="959440" y="321103"/>
                </a:lnTo>
                <a:lnTo>
                  <a:pt x="955129" y="310696"/>
                </a:lnTo>
                <a:cubicBezTo>
                  <a:pt x="955129" y="302240"/>
                  <a:pt x="960270" y="294986"/>
                  <a:pt x="967596" y="291887"/>
                </a:cubicBezTo>
                <a:close/>
                <a:moveTo>
                  <a:pt x="926765" y="290283"/>
                </a:moveTo>
                <a:cubicBezTo>
                  <a:pt x="938039" y="290283"/>
                  <a:pt x="947178" y="299422"/>
                  <a:pt x="947178" y="310696"/>
                </a:cubicBezTo>
                <a:cubicBezTo>
                  <a:pt x="947178" y="321970"/>
                  <a:pt x="938039" y="331108"/>
                  <a:pt x="926765" y="331108"/>
                </a:cubicBezTo>
                <a:cubicBezTo>
                  <a:pt x="915491" y="331108"/>
                  <a:pt x="906352" y="321970"/>
                  <a:pt x="906352" y="310696"/>
                </a:cubicBezTo>
                <a:cubicBezTo>
                  <a:pt x="906352" y="299422"/>
                  <a:pt x="915491" y="290283"/>
                  <a:pt x="926765" y="290283"/>
                </a:cubicBezTo>
                <a:close/>
                <a:moveTo>
                  <a:pt x="877988" y="290283"/>
                </a:moveTo>
                <a:cubicBezTo>
                  <a:pt x="889262" y="290283"/>
                  <a:pt x="898401" y="299422"/>
                  <a:pt x="898401" y="310696"/>
                </a:cubicBezTo>
                <a:cubicBezTo>
                  <a:pt x="898401" y="321970"/>
                  <a:pt x="889262" y="331108"/>
                  <a:pt x="877988" y="331108"/>
                </a:cubicBezTo>
                <a:cubicBezTo>
                  <a:pt x="866714" y="331108"/>
                  <a:pt x="857575" y="321970"/>
                  <a:pt x="857575" y="310696"/>
                </a:cubicBezTo>
                <a:cubicBezTo>
                  <a:pt x="857575" y="299422"/>
                  <a:pt x="866714" y="290283"/>
                  <a:pt x="877988" y="290283"/>
                </a:cubicBezTo>
                <a:close/>
                <a:moveTo>
                  <a:pt x="829211" y="290283"/>
                </a:moveTo>
                <a:cubicBezTo>
                  <a:pt x="840485" y="290283"/>
                  <a:pt x="849624" y="299422"/>
                  <a:pt x="849624" y="310696"/>
                </a:cubicBezTo>
                <a:cubicBezTo>
                  <a:pt x="849624" y="321970"/>
                  <a:pt x="840485" y="331108"/>
                  <a:pt x="829211" y="331108"/>
                </a:cubicBezTo>
                <a:cubicBezTo>
                  <a:pt x="817937" y="331108"/>
                  <a:pt x="808798" y="321970"/>
                  <a:pt x="808798" y="310696"/>
                </a:cubicBezTo>
                <a:cubicBezTo>
                  <a:pt x="808798" y="299422"/>
                  <a:pt x="817937" y="290283"/>
                  <a:pt x="829211" y="290283"/>
                </a:cubicBezTo>
                <a:close/>
                <a:moveTo>
                  <a:pt x="780434" y="290283"/>
                </a:moveTo>
                <a:cubicBezTo>
                  <a:pt x="791708" y="290283"/>
                  <a:pt x="800847" y="299422"/>
                  <a:pt x="800847" y="310696"/>
                </a:cubicBezTo>
                <a:cubicBezTo>
                  <a:pt x="800847" y="321970"/>
                  <a:pt x="791708" y="331108"/>
                  <a:pt x="780434" y="331108"/>
                </a:cubicBezTo>
                <a:cubicBezTo>
                  <a:pt x="769160" y="331108"/>
                  <a:pt x="760021" y="321970"/>
                  <a:pt x="760021" y="310696"/>
                </a:cubicBezTo>
                <a:cubicBezTo>
                  <a:pt x="760021" y="299422"/>
                  <a:pt x="769160" y="290283"/>
                  <a:pt x="780434" y="290283"/>
                </a:cubicBezTo>
                <a:close/>
                <a:moveTo>
                  <a:pt x="731657" y="290283"/>
                </a:moveTo>
                <a:cubicBezTo>
                  <a:pt x="742931" y="290283"/>
                  <a:pt x="752070" y="299422"/>
                  <a:pt x="752070" y="310696"/>
                </a:cubicBezTo>
                <a:cubicBezTo>
                  <a:pt x="752070" y="321970"/>
                  <a:pt x="742931" y="331108"/>
                  <a:pt x="731657" y="331108"/>
                </a:cubicBezTo>
                <a:cubicBezTo>
                  <a:pt x="720383" y="331108"/>
                  <a:pt x="711244" y="321970"/>
                  <a:pt x="711244" y="310696"/>
                </a:cubicBezTo>
                <a:cubicBezTo>
                  <a:pt x="711244" y="299422"/>
                  <a:pt x="720383" y="290283"/>
                  <a:pt x="731657" y="290283"/>
                </a:cubicBezTo>
                <a:close/>
                <a:moveTo>
                  <a:pt x="682880" y="290283"/>
                </a:moveTo>
                <a:cubicBezTo>
                  <a:pt x="694153" y="290283"/>
                  <a:pt x="703293" y="299422"/>
                  <a:pt x="703293" y="310696"/>
                </a:cubicBezTo>
                <a:cubicBezTo>
                  <a:pt x="703293" y="321970"/>
                  <a:pt x="694153" y="331108"/>
                  <a:pt x="682880" y="331108"/>
                </a:cubicBezTo>
                <a:cubicBezTo>
                  <a:pt x="671606" y="331108"/>
                  <a:pt x="662467" y="321970"/>
                  <a:pt x="662467" y="310696"/>
                </a:cubicBezTo>
                <a:cubicBezTo>
                  <a:pt x="662467" y="299422"/>
                  <a:pt x="671606" y="290283"/>
                  <a:pt x="682880" y="290283"/>
                </a:cubicBezTo>
                <a:close/>
                <a:moveTo>
                  <a:pt x="634103" y="290283"/>
                </a:moveTo>
                <a:cubicBezTo>
                  <a:pt x="645377" y="290283"/>
                  <a:pt x="654516" y="299422"/>
                  <a:pt x="654516" y="310696"/>
                </a:cubicBezTo>
                <a:cubicBezTo>
                  <a:pt x="654516" y="321970"/>
                  <a:pt x="645377" y="331108"/>
                  <a:pt x="634103" y="331108"/>
                </a:cubicBezTo>
                <a:cubicBezTo>
                  <a:pt x="622829" y="331108"/>
                  <a:pt x="613690" y="321970"/>
                  <a:pt x="613690" y="310696"/>
                </a:cubicBezTo>
                <a:cubicBezTo>
                  <a:pt x="613690" y="299422"/>
                  <a:pt x="622829" y="290283"/>
                  <a:pt x="634103" y="290283"/>
                </a:cubicBezTo>
                <a:close/>
                <a:moveTo>
                  <a:pt x="585326" y="290283"/>
                </a:moveTo>
                <a:cubicBezTo>
                  <a:pt x="596599" y="290283"/>
                  <a:pt x="605738" y="299422"/>
                  <a:pt x="605738" y="310696"/>
                </a:cubicBezTo>
                <a:cubicBezTo>
                  <a:pt x="605738" y="321970"/>
                  <a:pt x="596599" y="331108"/>
                  <a:pt x="585326" y="331108"/>
                </a:cubicBezTo>
                <a:cubicBezTo>
                  <a:pt x="574052" y="331108"/>
                  <a:pt x="564913" y="321970"/>
                  <a:pt x="564913" y="310696"/>
                </a:cubicBezTo>
                <a:cubicBezTo>
                  <a:pt x="564913" y="299422"/>
                  <a:pt x="574052" y="290283"/>
                  <a:pt x="585326" y="290283"/>
                </a:cubicBezTo>
                <a:close/>
                <a:moveTo>
                  <a:pt x="536549" y="290283"/>
                </a:moveTo>
                <a:cubicBezTo>
                  <a:pt x="547822" y="290283"/>
                  <a:pt x="556961" y="299422"/>
                  <a:pt x="556961" y="310696"/>
                </a:cubicBezTo>
                <a:cubicBezTo>
                  <a:pt x="556961" y="321970"/>
                  <a:pt x="547822" y="331108"/>
                  <a:pt x="536549" y="331108"/>
                </a:cubicBezTo>
                <a:cubicBezTo>
                  <a:pt x="525275" y="331108"/>
                  <a:pt x="516136" y="321970"/>
                  <a:pt x="516136" y="310696"/>
                </a:cubicBezTo>
                <a:cubicBezTo>
                  <a:pt x="516136" y="299422"/>
                  <a:pt x="525275" y="290283"/>
                  <a:pt x="536549" y="290283"/>
                </a:cubicBezTo>
                <a:close/>
                <a:moveTo>
                  <a:pt x="487772" y="290283"/>
                </a:moveTo>
                <a:cubicBezTo>
                  <a:pt x="499045" y="290283"/>
                  <a:pt x="508184" y="299422"/>
                  <a:pt x="508184" y="310696"/>
                </a:cubicBezTo>
                <a:cubicBezTo>
                  <a:pt x="508184" y="321970"/>
                  <a:pt x="499045" y="331108"/>
                  <a:pt x="487772" y="331108"/>
                </a:cubicBezTo>
                <a:cubicBezTo>
                  <a:pt x="476498" y="331108"/>
                  <a:pt x="467359" y="321970"/>
                  <a:pt x="467359" y="310696"/>
                </a:cubicBezTo>
                <a:cubicBezTo>
                  <a:pt x="467359" y="299422"/>
                  <a:pt x="476498" y="290283"/>
                  <a:pt x="487772" y="290283"/>
                </a:cubicBezTo>
                <a:close/>
                <a:moveTo>
                  <a:pt x="438994" y="290283"/>
                </a:moveTo>
                <a:cubicBezTo>
                  <a:pt x="450268" y="290283"/>
                  <a:pt x="459407" y="299422"/>
                  <a:pt x="459407" y="310696"/>
                </a:cubicBezTo>
                <a:cubicBezTo>
                  <a:pt x="459407" y="321970"/>
                  <a:pt x="450268" y="331108"/>
                  <a:pt x="438994" y="331108"/>
                </a:cubicBezTo>
                <a:cubicBezTo>
                  <a:pt x="427721" y="331108"/>
                  <a:pt x="418582" y="321970"/>
                  <a:pt x="418582" y="310696"/>
                </a:cubicBezTo>
                <a:cubicBezTo>
                  <a:pt x="418582" y="299422"/>
                  <a:pt x="427721" y="290283"/>
                  <a:pt x="438994" y="290283"/>
                </a:cubicBezTo>
                <a:close/>
                <a:moveTo>
                  <a:pt x="390217" y="290283"/>
                </a:moveTo>
                <a:cubicBezTo>
                  <a:pt x="401491" y="290283"/>
                  <a:pt x="410630" y="299422"/>
                  <a:pt x="410630" y="310696"/>
                </a:cubicBezTo>
                <a:cubicBezTo>
                  <a:pt x="410630" y="321970"/>
                  <a:pt x="401491" y="331108"/>
                  <a:pt x="390217" y="331108"/>
                </a:cubicBezTo>
                <a:cubicBezTo>
                  <a:pt x="378944" y="331108"/>
                  <a:pt x="369805" y="321970"/>
                  <a:pt x="369805" y="310696"/>
                </a:cubicBezTo>
                <a:cubicBezTo>
                  <a:pt x="369805" y="299422"/>
                  <a:pt x="378944" y="290283"/>
                  <a:pt x="390217" y="290283"/>
                </a:cubicBezTo>
                <a:close/>
                <a:moveTo>
                  <a:pt x="341440" y="290283"/>
                </a:moveTo>
                <a:cubicBezTo>
                  <a:pt x="352714" y="290283"/>
                  <a:pt x="361853" y="299422"/>
                  <a:pt x="361853" y="310696"/>
                </a:cubicBezTo>
                <a:cubicBezTo>
                  <a:pt x="361853" y="321970"/>
                  <a:pt x="352714" y="331108"/>
                  <a:pt x="341440" y="331108"/>
                </a:cubicBezTo>
                <a:cubicBezTo>
                  <a:pt x="330166" y="331108"/>
                  <a:pt x="321028" y="321970"/>
                  <a:pt x="321028" y="310696"/>
                </a:cubicBezTo>
                <a:cubicBezTo>
                  <a:pt x="321028" y="299422"/>
                  <a:pt x="330166" y="290283"/>
                  <a:pt x="341440" y="290283"/>
                </a:cubicBezTo>
                <a:close/>
                <a:moveTo>
                  <a:pt x="292663" y="290283"/>
                </a:moveTo>
                <a:cubicBezTo>
                  <a:pt x="303937" y="290283"/>
                  <a:pt x="313076" y="299422"/>
                  <a:pt x="313076" y="310696"/>
                </a:cubicBezTo>
                <a:cubicBezTo>
                  <a:pt x="313076" y="321970"/>
                  <a:pt x="303937" y="331108"/>
                  <a:pt x="292663" y="331108"/>
                </a:cubicBezTo>
                <a:cubicBezTo>
                  <a:pt x="281389" y="331108"/>
                  <a:pt x="272251" y="321970"/>
                  <a:pt x="272251" y="310696"/>
                </a:cubicBezTo>
                <a:cubicBezTo>
                  <a:pt x="272251" y="299422"/>
                  <a:pt x="281389" y="290283"/>
                  <a:pt x="292663" y="290283"/>
                </a:cubicBezTo>
                <a:close/>
                <a:moveTo>
                  <a:pt x="243886" y="290283"/>
                </a:moveTo>
                <a:cubicBezTo>
                  <a:pt x="255160" y="290283"/>
                  <a:pt x="264299" y="299422"/>
                  <a:pt x="264299" y="310696"/>
                </a:cubicBezTo>
                <a:cubicBezTo>
                  <a:pt x="264299" y="321970"/>
                  <a:pt x="255160" y="331108"/>
                  <a:pt x="243886" y="331108"/>
                </a:cubicBezTo>
                <a:cubicBezTo>
                  <a:pt x="232612" y="331108"/>
                  <a:pt x="223473" y="321970"/>
                  <a:pt x="223473" y="310696"/>
                </a:cubicBezTo>
                <a:cubicBezTo>
                  <a:pt x="223473" y="299422"/>
                  <a:pt x="232612" y="290283"/>
                  <a:pt x="243886" y="290283"/>
                </a:cubicBezTo>
                <a:close/>
                <a:moveTo>
                  <a:pt x="195109" y="290283"/>
                </a:moveTo>
                <a:cubicBezTo>
                  <a:pt x="206383" y="290283"/>
                  <a:pt x="215522" y="299422"/>
                  <a:pt x="215522" y="310696"/>
                </a:cubicBezTo>
                <a:cubicBezTo>
                  <a:pt x="215522" y="321970"/>
                  <a:pt x="206383" y="331108"/>
                  <a:pt x="195109" y="331108"/>
                </a:cubicBezTo>
                <a:cubicBezTo>
                  <a:pt x="183835" y="331108"/>
                  <a:pt x="174696" y="321970"/>
                  <a:pt x="174696" y="310696"/>
                </a:cubicBezTo>
                <a:cubicBezTo>
                  <a:pt x="174696" y="299422"/>
                  <a:pt x="183835" y="290283"/>
                  <a:pt x="195109" y="290283"/>
                </a:cubicBezTo>
                <a:close/>
                <a:moveTo>
                  <a:pt x="146332" y="290283"/>
                </a:moveTo>
                <a:cubicBezTo>
                  <a:pt x="157606" y="290283"/>
                  <a:pt x="166745" y="299422"/>
                  <a:pt x="166745" y="310696"/>
                </a:cubicBezTo>
                <a:cubicBezTo>
                  <a:pt x="166745" y="321970"/>
                  <a:pt x="157606" y="331108"/>
                  <a:pt x="146332" y="331108"/>
                </a:cubicBezTo>
                <a:cubicBezTo>
                  <a:pt x="135058" y="331108"/>
                  <a:pt x="125919" y="321970"/>
                  <a:pt x="125919" y="310696"/>
                </a:cubicBezTo>
                <a:cubicBezTo>
                  <a:pt x="125919" y="299422"/>
                  <a:pt x="135058" y="290283"/>
                  <a:pt x="146332" y="290283"/>
                </a:cubicBezTo>
                <a:close/>
                <a:moveTo>
                  <a:pt x="97555" y="290283"/>
                </a:moveTo>
                <a:cubicBezTo>
                  <a:pt x="108829" y="290283"/>
                  <a:pt x="117968" y="299422"/>
                  <a:pt x="117968" y="310696"/>
                </a:cubicBezTo>
                <a:cubicBezTo>
                  <a:pt x="117968" y="321970"/>
                  <a:pt x="108829" y="331108"/>
                  <a:pt x="97555" y="331108"/>
                </a:cubicBezTo>
                <a:cubicBezTo>
                  <a:pt x="86281" y="331108"/>
                  <a:pt x="77142" y="321970"/>
                  <a:pt x="77142" y="310696"/>
                </a:cubicBezTo>
                <a:cubicBezTo>
                  <a:pt x="77142" y="299422"/>
                  <a:pt x="86281" y="290283"/>
                  <a:pt x="97555" y="290283"/>
                </a:cubicBezTo>
                <a:close/>
                <a:moveTo>
                  <a:pt x="48778" y="290283"/>
                </a:moveTo>
                <a:cubicBezTo>
                  <a:pt x="60052" y="290283"/>
                  <a:pt x="69191" y="299422"/>
                  <a:pt x="69191" y="310696"/>
                </a:cubicBezTo>
                <a:cubicBezTo>
                  <a:pt x="69191" y="321970"/>
                  <a:pt x="60052" y="331108"/>
                  <a:pt x="48778" y="331108"/>
                </a:cubicBezTo>
                <a:cubicBezTo>
                  <a:pt x="37504" y="331108"/>
                  <a:pt x="28365" y="321970"/>
                  <a:pt x="28365" y="310696"/>
                </a:cubicBezTo>
                <a:cubicBezTo>
                  <a:pt x="28365" y="299422"/>
                  <a:pt x="37504" y="290283"/>
                  <a:pt x="48778" y="290283"/>
                </a:cubicBezTo>
                <a:close/>
                <a:moveTo>
                  <a:pt x="2" y="290283"/>
                </a:moveTo>
                <a:cubicBezTo>
                  <a:pt x="11275" y="290283"/>
                  <a:pt x="20414" y="299422"/>
                  <a:pt x="20414" y="310696"/>
                </a:cubicBezTo>
                <a:cubicBezTo>
                  <a:pt x="20414" y="321970"/>
                  <a:pt x="11275" y="331108"/>
                  <a:pt x="2" y="331108"/>
                </a:cubicBezTo>
                <a:lnTo>
                  <a:pt x="0" y="331107"/>
                </a:lnTo>
                <a:lnTo>
                  <a:pt x="0" y="290284"/>
                </a:lnTo>
                <a:close/>
                <a:moveTo>
                  <a:pt x="975542" y="236197"/>
                </a:moveTo>
                <a:lnTo>
                  <a:pt x="982755" y="237653"/>
                </a:lnTo>
                <a:lnTo>
                  <a:pt x="972775" y="276464"/>
                </a:lnTo>
                <a:lnTo>
                  <a:pt x="967596" y="275418"/>
                </a:lnTo>
                <a:cubicBezTo>
                  <a:pt x="960270" y="272320"/>
                  <a:pt x="955129" y="265065"/>
                  <a:pt x="955129" y="256609"/>
                </a:cubicBezTo>
                <a:cubicBezTo>
                  <a:pt x="955129" y="245336"/>
                  <a:pt x="964268" y="236197"/>
                  <a:pt x="975542" y="236197"/>
                </a:cubicBezTo>
                <a:close/>
                <a:moveTo>
                  <a:pt x="926765" y="236197"/>
                </a:moveTo>
                <a:cubicBezTo>
                  <a:pt x="938039" y="236197"/>
                  <a:pt x="947178" y="245336"/>
                  <a:pt x="947178" y="256609"/>
                </a:cubicBezTo>
                <a:cubicBezTo>
                  <a:pt x="947178" y="267883"/>
                  <a:pt x="938039" y="277022"/>
                  <a:pt x="926765" y="277022"/>
                </a:cubicBezTo>
                <a:cubicBezTo>
                  <a:pt x="915491" y="277022"/>
                  <a:pt x="906352" y="267883"/>
                  <a:pt x="906352" y="256609"/>
                </a:cubicBezTo>
                <a:cubicBezTo>
                  <a:pt x="906352" y="245336"/>
                  <a:pt x="915491" y="236197"/>
                  <a:pt x="926765" y="236197"/>
                </a:cubicBezTo>
                <a:close/>
                <a:moveTo>
                  <a:pt x="877988" y="236197"/>
                </a:moveTo>
                <a:cubicBezTo>
                  <a:pt x="889262" y="236197"/>
                  <a:pt x="898401" y="245336"/>
                  <a:pt x="898401" y="256609"/>
                </a:cubicBezTo>
                <a:cubicBezTo>
                  <a:pt x="898401" y="267883"/>
                  <a:pt x="889262" y="277022"/>
                  <a:pt x="877988" y="277022"/>
                </a:cubicBezTo>
                <a:cubicBezTo>
                  <a:pt x="866714" y="277022"/>
                  <a:pt x="857575" y="267883"/>
                  <a:pt x="857575" y="256609"/>
                </a:cubicBezTo>
                <a:cubicBezTo>
                  <a:pt x="857575" y="245336"/>
                  <a:pt x="866714" y="236197"/>
                  <a:pt x="877988" y="236197"/>
                </a:cubicBezTo>
                <a:close/>
                <a:moveTo>
                  <a:pt x="829211" y="236197"/>
                </a:moveTo>
                <a:cubicBezTo>
                  <a:pt x="840485" y="236197"/>
                  <a:pt x="849624" y="245336"/>
                  <a:pt x="849624" y="256609"/>
                </a:cubicBezTo>
                <a:cubicBezTo>
                  <a:pt x="849624" y="267883"/>
                  <a:pt x="840485" y="277022"/>
                  <a:pt x="829211" y="277022"/>
                </a:cubicBezTo>
                <a:cubicBezTo>
                  <a:pt x="817937" y="277022"/>
                  <a:pt x="808798" y="267883"/>
                  <a:pt x="808798" y="256609"/>
                </a:cubicBezTo>
                <a:cubicBezTo>
                  <a:pt x="808798" y="245336"/>
                  <a:pt x="817937" y="236197"/>
                  <a:pt x="829211" y="236197"/>
                </a:cubicBezTo>
                <a:close/>
                <a:moveTo>
                  <a:pt x="780434" y="236197"/>
                </a:moveTo>
                <a:cubicBezTo>
                  <a:pt x="791708" y="236197"/>
                  <a:pt x="800847" y="245336"/>
                  <a:pt x="800847" y="256609"/>
                </a:cubicBezTo>
                <a:cubicBezTo>
                  <a:pt x="800847" y="267883"/>
                  <a:pt x="791708" y="277022"/>
                  <a:pt x="780434" y="277022"/>
                </a:cubicBezTo>
                <a:cubicBezTo>
                  <a:pt x="769160" y="277022"/>
                  <a:pt x="760021" y="267883"/>
                  <a:pt x="760021" y="256609"/>
                </a:cubicBezTo>
                <a:cubicBezTo>
                  <a:pt x="760021" y="245336"/>
                  <a:pt x="769160" y="236197"/>
                  <a:pt x="780434" y="236197"/>
                </a:cubicBezTo>
                <a:close/>
                <a:moveTo>
                  <a:pt x="731657" y="236197"/>
                </a:moveTo>
                <a:cubicBezTo>
                  <a:pt x="742931" y="236197"/>
                  <a:pt x="752070" y="245336"/>
                  <a:pt x="752070" y="256609"/>
                </a:cubicBezTo>
                <a:cubicBezTo>
                  <a:pt x="752070" y="267883"/>
                  <a:pt x="742931" y="277022"/>
                  <a:pt x="731657" y="277022"/>
                </a:cubicBezTo>
                <a:cubicBezTo>
                  <a:pt x="720383" y="277022"/>
                  <a:pt x="711244" y="267883"/>
                  <a:pt x="711244" y="256609"/>
                </a:cubicBezTo>
                <a:cubicBezTo>
                  <a:pt x="711244" y="245336"/>
                  <a:pt x="720383" y="236197"/>
                  <a:pt x="731657" y="236197"/>
                </a:cubicBezTo>
                <a:close/>
                <a:moveTo>
                  <a:pt x="682880" y="236197"/>
                </a:moveTo>
                <a:cubicBezTo>
                  <a:pt x="694153" y="236197"/>
                  <a:pt x="703293" y="245336"/>
                  <a:pt x="703293" y="256609"/>
                </a:cubicBezTo>
                <a:cubicBezTo>
                  <a:pt x="703293" y="267883"/>
                  <a:pt x="694153" y="277022"/>
                  <a:pt x="682880" y="277022"/>
                </a:cubicBezTo>
                <a:cubicBezTo>
                  <a:pt x="671606" y="277022"/>
                  <a:pt x="662467" y="267883"/>
                  <a:pt x="662467" y="256609"/>
                </a:cubicBezTo>
                <a:cubicBezTo>
                  <a:pt x="662467" y="245336"/>
                  <a:pt x="671606" y="236197"/>
                  <a:pt x="682880" y="236197"/>
                </a:cubicBezTo>
                <a:close/>
                <a:moveTo>
                  <a:pt x="634103" y="236197"/>
                </a:moveTo>
                <a:cubicBezTo>
                  <a:pt x="645377" y="236197"/>
                  <a:pt x="654516" y="245336"/>
                  <a:pt x="654516" y="256609"/>
                </a:cubicBezTo>
                <a:cubicBezTo>
                  <a:pt x="654516" y="267883"/>
                  <a:pt x="645377" y="277022"/>
                  <a:pt x="634103" y="277022"/>
                </a:cubicBezTo>
                <a:cubicBezTo>
                  <a:pt x="622829" y="277022"/>
                  <a:pt x="613690" y="267883"/>
                  <a:pt x="613690" y="256609"/>
                </a:cubicBezTo>
                <a:cubicBezTo>
                  <a:pt x="613690" y="245336"/>
                  <a:pt x="622829" y="236197"/>
                  <a:pt x="634103" y="236197"/>
                </a:cubicBezTo>
                <a:close/>
                <a:moveTo>
                  <a:pt x="585326" y="236197"/>
                </a:moveTo>
                <a:cubicBezTo>
                  <a:pt x="596599" y="236197"/>
                  <a:pt x="605738" y="245336"/>
                  <a:pt x="605738" y="256609"/>
                </a:cubicBezTo>
                <a:cubicBezTo>
                  <a:pt x="605738" y="267883"/>
                  <a:pt x="596599" y="277022"/>
                  <a:pt x="585326" y="277022"/>
                </a:cubicBezTo>
                <a:cubicBezTo>
                  <a:pt x="574052" y="277022"/>
                  <a:pt x="564913" y="267883"/>
                  <a:pt x="564913" y="256609"/>
                </a:cubicBezTo>
                <a:cubicBezTo>
                  <a:pt x="564913" y="245336"/>
                  <a:pt x="574052" y="236197"/>
                  <a:pt x="585326" y="236197"/>
                </a:cubicBezTo>
                <a:close/>
                <a:moveTo>
                  <a:pt x="536549" y="236197"/>
                </a:moveTo>
                <a:cubicBezTo>
                  <a:pt x="547822" y="236197"/>
                  <a:pt x="556961" y="245336"/>
                  <a:pt x="556961" y="256609"/>
                </a:cubicBezTo>
                <a:cubicBezTo>
                  <a:pt x="556961" y="267883"/>
                  <a:pt x="547822" y="277022"/>
                  <a:pt x="536549" y="277022"/>
                </a:cubicBezTo>
                <a:cubicBezTo>
                  <a:pt x="525275" y="277022"/>
                  <a:pt x="516136" y="267883"/>
                  <a:pt x="516136" y="256609"/>
                </a:cubicBezTo>
                <a:cubicBezTo>
                  <a:pt x="516136" y="245336"/>
                  <a:pt x="525275" y="236197"/>
                  <a:pt x="536549" y="236197"/>
                </a:cubicBezTo>
                <a:close/>
                <a:moveTo>
                  <a:pt x="487772" y="236197"/>
                </a:moveTo>
                <a:cubicBezTo>
                  <a:pt x="499045" y="236197"/>
                  <a:pt x="508184" y="245336"/>
                  <a:pt x="508184" y="256609"/>
                </a:cubicBezTo>
                <a:cubicBezTo>
                  <a:pt x="508184" y="267883"/>
                  <a:pt x="499045" y="277022"/>
                  <a:pt x="487772" y="277022"/>
                </a:cubicBezTo>
                <a:cubicBezTo>
                  <a:pt x="476498" y="277022"/>
                  <a:pt x="467359" y="267883"/>
                  <a:pt x="467359" y="256609"/>
                </a:cubicBezTo>
                <a:cubicBezTo>
                  <a:pt x="467359" y="245336"/>
                  <a:pt x="476498" y="236197"/>
                  <a:pt x="487772" y="236197"/>
                </a:cubicBezTo>
                <a:close/>
                <a:moveTo>
                  <a:pt x="438994" y="236197"/>
                </a:moveTo>
                <a:cubicBezTo>
                  <a:pt x="450268" y="236197"/>
                  <a:pt x="459407" y="245336"/>
                  <a:pt x="459407" y="256609"/>
                </a:cubicBezTo>
                <a:cubicBezTo>
                  <a:pt x="459407" y="267883"/>
                  <a:pt x="450268" y="277022"/>
                  <a:pt x="438994" y="277022"/>
                </a:cubicBezTo>
                <a:cubicBezTo>
                  <a:pt x="427721" y="277022"/>
                  <a:pt x="418582" y="267883"/>
                  <a:pt x="418582" y="256609"/>
                </a:cubicBezTo>
                <a:cubicBezTo>
                  <a:pt x="418582" y="245336"/>
                  <a:pt x="427721" y="236197"/>
                  <a:pt x="438994" y="236197"/>
                </a:cubicBezTo>
                <a:close/>
                <a:moveTo>
                  <a:pt x="390217" y="236197"/>
                </a:moveTo>
                <a:cubicBezTo>
                  <a:pt x="401491" y="236197"/>
                  <a:pt x="410630" y="245336"/>
                  <a:pt x="410630" y="256609"/>
                </a:cubicBezTo>
                <a:cubicBezTo>
                  <a:pt x="410630" y="267883"/>
                  <a:pt x="401491" y="277022"/>
                  <a:pt x="390217" y="277022"/>
                </a:cubicBezTo>
                <a:cubicBezTo>
                  <a:pt x="378944" y="277022"/>
                  <a:pt x="369805" y="267883"/>
                  <a:pt x="369805" y="256609"/>
                </a:cubicBezTo>
                <a:cubicBezTo>
                  <a:pt x="369805" y="245336"/>
                  <a:pt x="378944" y="236197"/>
                  <a:pt x="390217" y="236197"/>
                </a:cubicBezTo>
                <a:close/>
                <a:moveTo>
                  <a:pt x="341440" y="236197"/>
                </a:moveTo>
                <a:cubicBezTo>
                  <a:pt x="352714" y="236197"/>
                  <a:pt x="361853" y="245336"/>
                  <a:pt x="361853" y="256609"/>
                </a:cubicBezTo>
                <a:cubicBezTo>
                  <a:pt x="361853" y="267883"/>
                  <a:pt x="352714" y="277022"/>
                  <a:pt x="341440" y="277022"/>
                </a:cubicBezTo>
                <a:cubicBezTo>
                  <a:pt x="330166" y="277022"/>
                  <a:pt x="321028" y="267883"/>
                  <a:pt x="321028" y="256609"/>
                </a:cubicBezTo>
                <a:cubicBezTo>
                  <a:pt x="321028" y="245336"/>
                  <a:pt x="330166" y="236197"/>
                  <a:pt x="341440" y="236197"/>
                </a:cubicBezTo>
                <a:close/>
                <a:moveTo>
                  <a:pt x="292663" y="236197"/>
                </a:moveTo>
                <a:cubicBezTo>
                  <a:pt x="303937" y="236197"/>
                  <a:pt x="313076" y="245336"/>
                  <a:pt x="313076" y="256609"/>
                </a:cubicBezTo>
                <a:cubicBezTo>
                  <a:pt x="313076" y="267883"/>
                  <a:pt x="303937" y="277022"/>
                  <a:pt x="292663" y="277022"/>
                </a:cubicBezTo>
                <a:cubicBezTo>
                  <a:pt x="281389" y="277022"/>
                  <a:pt x="272251" y="267883"/>
                  <a:pt x="272251" y="256609"/>
                </a:cubicBezTo>
                <a:cubicBezTo>
                  <a:pt x="272251" y="245336"/>
                  <a:pt x="281389" y="236197"/>
                  <a:pt x="292663" y="236197"/>
                </a:cubicBezTo>
                <a:close/>
                <a:moveTo>
                  <a:pt x="243886" y="236197"/>
                </a:moveTo>
                <a:cubicBezTo>
                  <a:pt x="255160" y="236197"/>
                  <a:pt x="264299" y="245336"/>
                  <a:pt x="264299" y="256609"/>
                </a:cubicBezTo>
                <a:cubicBezTo>
                  <a:pt x="264299" y="267883"/>
                  <a:pt x="255160" y="277022"/>
                  <a:pt x="243886" y="277022"/>
                </a:cubicBezTo>
                <a:cubicBezTo>
                  <a:pt x="232612" y="277022"/>
                  <a:pt x="223473" y="267883"/>
                  <a:pt x="223473" y="256609"/>
                </a:cubicBezTo>
                <a:cubicBezTo>
                  <a:pt x="223473" y="245336"/>
                  <a:pt x="232612" y="236197"/>
                  <a:pt x="243886" y="236197"/>
                </a:cubicBezTo>
                <a:close/>
                <a:moveTo>
                  <a:pt x="195109" y="236197"/>
                </a:moveTo>
                <a:cubicBezTo>
                  <a:pt x="206383" y="236197"/>
                  <a:pt x="215522" y="245336"/>
                  <a:pt x="215522" y="256609"/>
                </a:cubicBezTo>
                <a:cubicBezTo>
                  <a:pt x="215522" y="267883"/>
                  <a:pt x="206383" y="277022"/>
                  <a:pt x="195109" y="277022"/>
                </a:cubicBezTo>
                <a:cubicBezTo>
                  <a:pt x="183835" y="277022"/>
                  <a:pt x="174696" y="267883"/>
                  <a:pt x="174696" y="256609"/>
                </a:cubicBezTo>
                <a:cubicBezTo>
                  <a:pt x="174696" y="245336"/>
                  <a:pt x="183835" y="236197"/>
                  <a:pt x="195109" y="236197"/>
                </a:cubicBezTo>
                <a:close/>
                <a:moveTo>
                  <a:pt x="146332" y="236197"/>
                </a:moveTo>
                <a:cubicBezTo>
                  <a:pt x="157606" y="236197"/>
                  <a:pt x="166745" y="245336"/>
                  <a:pt x="166745" y="256609"/>
                </a:cubicBezTo>
                <a:cubicBezTo>
                  <a:pt x="166745" y="267883"/>
                  <a:pt x="157606" y="277022"/>
                  <a:pt x="146332" y="277022"/>
                </a:cubicBezTo>
                <a:cubicBezTo>
                  <a:pt x="135058" y="277022"/>
                  <a:pt x="125919" y="267883"/>
                  <a:pt x="125919" y="256609"/>
                </a:cubicBezTo>
                <a:cubicBezTo>
                  <a:pt x="125919" y="245336"/>
                  <a:pt x="135058" y="236197"/>
                  <a:pt x="146332" y="236197"/>
                </a:cubicBezTo>
                <a:close/>
                <a:moveTo>
                  <a:pt x="97555" y="236197"/>
                </a:moveTo>
                <a:cubicBezTo>
                  <a:pt x="108829" y="236197"/>
                  <a:pt x="117968" y="245336"/>
                  <a:pt x="117968" y="256609"/>
                </a:cubicBezTo>
                <a:cubicBezTo>
                  <a:pt x="117968" y="267883"/>
                  <a:pt x="108829" y="277022"/>
                  <a:pt x="97555" y="277022"/>
                </a:cubicBezTo>
                <a:cubicBezTo>
                  <a:pt x="86281" y="277022"/>
                  <a:pt x="77142" y="267883"/>
                  <a:pt x="77142" y="256609"/>
                </a:cubicBezTo>
                <a:cubicBezTo>
                  <a:pt x="77142" y="245336"/>
                  <a:pt x="86281" y="236197"/>
                  <a:pt x="97555" y="236197"/>
                </a:cubicBezTo>
                <a:close/>
                <a:moveTo>
                  <a:pt x="48778" y="236197"/>
                </a:moveTo>
                <a:cubicBezTo>
                  <a:pt x="60052" y="236197"/>
                  <a:pt x="69191" y="245336"/>
                  <a:pt x="69191" y="256609"/>
                </a:cubicBezTo>
                <a:cubicBezTo>
                  <a:pt x="69191" y="267883"/>
                  <a:pt x="60052" y="277022"/>
                  <a:pt x="48778" y="277022"/>
                </a:cubicBezTo>
                <a:cubicBezTo>
                  <a:pt x="37504" y="277022"/>
                  <a:pt x="28365" y="267883"/>
                  <a:pt x="28365" y="256609"/>
                </a:cubicBezTo>
                <a:cubicBezTo>
                  <a:pt x="28365" y="245336"/>
                  <a:pt x="37504" y="236197"/>
                  <a:pt x="48778" y="236197"/>
                </a:cubicBezTo>
                <a:close/>
                <a:moveTo>
                  <a:pt x="2" y="236197"/>
                </a:moveTo>
                <a:cubicBezTo>
                  <a:pt x="11275" y="236197"/>
                  <a:pt x="20414" y="245336"/>
                  <a:pt x="20414" y="256609"/>
                </a:cubicBezTo>
                <a:cubicBezTo>
                  <a:pt x="20414" y="267883"/>
                  <a:pt x="11275" y="277022"/>
                  <a:pt x="2" y="277022"/>
                </a:cubicBezTo>
                <a:lnTo>
                  <a:pt x="0" y="277021"/>
                </a:lnTo>
                <a:lnTo>
                  <a:pt x="0" y="236198"/>
                </a:lnTo>
                <a:close/>
                <a:moveTo>
                  <a:pt x="975542" y="182110"/>
                </a:moveTo>
                <a:cubicBezTo>
                  <a:pt x="981179" y="182110"/>
                  <a:pt x="986282" y="184395"/>
                  <a:pt x="989976" y="188089"/>
                </a:cubicBezTo>
                <a:lnTo>
                  <a:pt x="992557" y="194320"/>
                </a:lnTo>
                <a:lnTo>
                  <a:pt x="990601" y="207139"/>
                </a:lnTo>
                <a:lnTo>
                  <a:pt x="987678" y="218507"/>
                </a:lnTo>
                <a:lnTo>
                  <a:pt x="983488" y="221332"/>
                </a:lnTo>
                <a:cubicBezTo>
                  <a:pt x="981046" y="222365"/>
                  <a:pt x="978360" y="222936"/>
                  <a:pt x="975542" y="222936"/>
                </a:cubicBezTo>
                <a:cubicBezTo>
                  <a:pt x="964268" y="222936"/>
                  <a:pt x="955129" y="213797"/>
                  <a:pt x="955129" y="202523"/>
                </a:cubicBezTo>
                <a:cubicBezTo>
                  <a:pt x="955129" y="191250"/>
                  <a:pt x="964268" y="182110"/>
                  <a:pt x="975542" y="182110"/>
                </a:cubicBezTo>
                <a:close/>
                <a:moveTo>
                  <a:pt x="926765" y="182110"/>
                </a:moveTo>
                <a:cubicBezTo>
                  <a:pt x="938039" y="182110"/>
                  <a:pt x="947178" y="191250"/>
                  <a:pt x="947178" y="202523"/>
                </a:cubicBezTo>
                <a:cubicBezTo>
                  <a:pt x="947178" y="213797"/>
                  <a:pt x="938039" y="222936"/>
                  <a:pt x="926765" y="222936"/>
                </a:cubicBezTo>
                <a:cubicBezTo>
                  <a:pt x="915491" y="222936"/>
                  <a:pt x="906352" y="213797"/>
                  <a:pt x="906352" y="202523"/>
                </a:cubicBezTo>
                <a:cubicBezTo>
                  <a:pt x="906352" y="191250"/>
                  <a:pt x="915491" y="182110"/>
                  <a:pt x="926765" y="182110"/>
                </a:cubicBezTo>
                <a:close/>
                <a:moveTo>
                  <a:pt x="877988" y="182110"/>
                </a:moveTo>
                <a:cubicBezTo>
                  <a:pt x="889262" y="182110"/>
                  <a:pt x="898401" y="191250"/>
                  <a:pt x="898401" y="202523"/>
                </a:cubicBezTo>
                <a:cubicBezTo>
                  <a:pt x="898401" y="213797"/>
                  <a:pt x="889262" y="222936"/>
                  <a:pt x="877988" y="222936"/>
                </a:cubicBezTo>
                <a:cubicBezTo>
                  <a:pt x="866714" y="222936"/>
                  <a:pt x="857575" y="213797"/>
                  <a:pt x="857575" y="202523"/>
                </a:cubicBezTo>
                <a:cubicBezTo>
                  <a:pt x="857575" y="191250"/>
                  <a:pt x="866714" y="182110"/>
                  <a:pt x="877988" y="182110"/>
                </a:cubicBezTo>
                <a:close/>
                <a:moveTo>
                  <a:pt x="829211" y="182110"/>
                </a:moveTo>
                <a:cubicBezTo>
                  <a:pt x="840485" y="182110"/>
                  <a:pt x="849624" y="191250"/>
                  <a:pt x="849624" y="202523"/>
                </a:cubicBezTo>
                <a:cubicBezTo>
                  <a:pt x="849624" y="213797"/>
                  <a:pt x="840485" y="222936"/>
                  <a:pt x="829211" y="222936"/>
                </a:cubicBezTo>
                <a:cubicBezTo>
                  <a:pt x="817937" y="222936"/>
                  <a:pt x="808798" y="213797"/>
                  <a:pt x="808798" y="202523"/>
                </a:cubicBezTo>
                <a:cubicBezTo>
                  <a:pt x="808798" y="191250"/>
                  <a:pt x="817937" y="182110"/>
                  <a:pt x="829211" y="182110"/>
                </a:cubicBezTo>
                <a:close/>
                <a:moveTo>
                  <a:pt x="780434" y="182110"/>
                </a:moveTo>
                <a:cubicBezTo>
                  <a:pt x="791708" y="182110"/>
                  <a:pt x="800847" y="191250"/>
                  <a:pt x="800847" y="202523"/>
                </a:cubicBezTo>
                <a:cubicBezTo>
                  <a:pt x="800847" y="213797"/>
                  <a:pt x="791708" y="222936"/>
                  <a:pt x="780434" y="222936"/>
                </a:cubicBezTo>
                <a:cubicBezTo>
                  <a:pt x="769160" y="222936"/>
                  <a:pt x="760021" y="213797"/>
                  <a:pt x="760021" y="202523"/>
                </a:cubicBezTo>
                <a:cubicBezTo>
                  <a:pt x="760021" y="191250"/>
                  <a:pt x="769160" y="182110"/>
                  <a:pt x="780434" y="182110"/>
                </a:cubicBezTo>
                <a:close/>
                <a:moveTo>
                  <a:pt x="731657" y="182110"/>
                </a:moveTo>
                <a:cubicBezTo>
                  <a:pt x="742931" y="182110"/>
                  <a:pt x="752070" y="191250"/>
                  <a:pt x="752070" y="202523"/>
                </a:cubicBezTo>
                <a:cubicBezTo>
                  <a:pt x="752070" y="213797"/>
                  <a:pt x="742931" y="222936"/>
                  <a:pt x="731657" y="222936"/>
                </a:cubicBezTo>
                <a:cubicBezTo>
                  <a:pt x="720383" y="222936"/>
                  <a:pt x="711244" y="213797"/>
                  <a:pt x="711244" y="202523"/>
                </a:cubicBezTo>
                <a:cubicBezTo>
                  <a:pt x="711244" y="191250"/>
                  <a:pt x="720383" y="182110"/>
                  <a:pt x="731657" y="182110"/>
                </a:cubicBezTo>
                <a:close/>
                <a:moveTo>
                  <a:pt x="682880" y="182110"/>
                </a:moveTo>
                <a:cubicBezTo>
                  <a:pt x="694153" y="182110"/>
                  <a:pt x="703293" y="191250"/>
                  <a:pt x="703293" y="202523"/>
                </a:cubicBezTo>
                <a:cubicBezTo>
                  <a:pt x="703293" y="213797"/>
                  <a:pt x="694153" y="222936"/>
                  <a:pt x="682880" y="222936"/>
                </a:cubicBezTo>
                <a:cubicBezTo>
                  <a:pt x="671606" y="222936"/>
                  <a:pt x="662467" y="213797"/>
                  <a:pt x="662467" y="202523"/>
                </a:cubicBezTo>
                <a:cubicBezTo>
                  <a:pt x="662467" y="191250"/>
                  <a:pt x="671606" y="182110"/>
                  <a:pt x="682880" y="182110"/>
                </a:cubicBezTo>
                <a:close/>
                <a:moveTo>
                  <a:pt x="634103" y="182110"/>
                </a:moveTo>
                <a:cubicBezTo>
                  <a:pt x="645377" y="182110"/>
                  <a:pt x="654516" y="191250"/>
                  <a:pt x="654516" y="202523"/>
                </a:cubicBezTo>
                <a:cubicBezTo>
                  <a:pt x="654516" y="213797"/>
                  <a:pt x="645377" y="222936"/>
                  <a:pt x="634103" y="222936"/>
                </a:cubicBezTo>
                <a:cubicBezTo>
                  <a:pt x="622829" y="222936"/>
                  <a:pt x="613690" y="213797"/>
                  <a:pt x="613690" y="202523"/>
                </a:cubicBezTo>
                <a:cubicBezTo>
                  <a:pt x="613690" y="191250"/>
                  <a:pt x="622829" y="182110"/>
                  <a:pt x="634103" y="182110"/>
                </a:cubicBezTo>
                <a:close/>
                <a:moveTo>
                  <a:pt x="585326" y="182110"/>
                </a:moveTo>
                <a:cubicBezTo>
                  <a:pt x="596599" y="182110"/>
                  <a:pt x="605738" y="191250"/>
                  <a:pt x="605738" y="202523"/>
                </a:cubicBezTo>
                <a:cubicBezTo>
                  <a:pt x="605738" y="213797"/>
                  <a:pt x="596599" y="222936"/>
                  <a:pt x="585326" y="222936"/>
                </a:cubicBezTo>
                <a:cubicBezTo>
                  <a:pt x="574052" y="222936"/>
                  <a:pt x="564913" y="213797"/>
                  <a:pt x="564913" y="202523"/>
                </a:cubicBezTo>
                <a:cubicBezTo>
                  <a:pt x="564913" y="191250"/>
                  <a:pt x="574052" y="182110"/>
                  <a:pt x="585326" y="182110"/>
                </a:cubicBezTo>
                <a:close/>
                <a:moveTo>
                  <a:pt x="536549" y="182110"/>
                </a:moveTo>
                <a:cubicBezTo>
                  <a:pt x="547822" y="182110"/>
                  <a:pt x="556961" y="191250"/>
                  <a:pt x="556961" y="202523"/>
                </a:cubicBezTo>
                <a:cubicBezTo>
                  <a:pt x="556961" y="213797"/>
                  <a:pt x="547822" y="222936"/>
                  <a:pt x="536549" y="222936"/>
                </a:cubicBezTo>
                <a:cubicBezTo>
                  <a:pt x="525275" y="222936"/>
                  <a:pt x="516136" y="213797"/>
                  <a:pt x="516136" y="202523"/>
                </a:cubicBezTo>
                <a:cubicBezTo>
                  <a:pt x="516136" y="191250"/>
                  <a:pt x="525275" y="182110"/>
                  <a:pt x="536549" y="182110"/>
                </a:cubicBezTo>
                <a:close/>
                <a:moveTo>
                  <a:pt x="487772" y="182110"/>
                </a:moveTo>
                <a:cubicBezTo>
                  <a:pt x="499045" y="182110"/>
                  <a:pt x="508184" y="191250"/>
                  <a:pt x="508184" y="202523"/>
                </a:cubicBezTo>
                <a:cubicBezTo>
                  <a:pt x="508184" y="213797"/>
                  <a:pt x="499045" y="222936"/>
                  <a:pt x="487772" y="222936"/>
                </a:cubicBezTo>
                <a:cubicBezTo>
                  <a:pt x="476498" y="222936"/>
                  <a:pt x="467359" y="213797"/>
                  <a:pt x="467359" y="202523"/>
                </a:cubicBezTo>
                <a:cubicBezTo>
                  <a:pt x="467359" y="191250"/>
                  <a:pt x="476498" y="182110"/>
                  <a:pt x="487772" y="182110"/>
                </a:cubicBezTo>
                <a:close/>
                <a:moveTo>
                  <a:pt x="438994" y="182110"/>
                </a:moveTo>
                <a:cubicBezTo>
                  <a:pt x="450268" y="182110"/>
                  <a:pt x="459407" y="191250"/>
                  <a:pt x="459407" y="202523"/>
                </a:cubicBezTo>
                <a:cubicBezTo>
                  <a:pt x="459407" y="213797"/>
                  <a:pt x="450268" y="222936"/>
                  <a:pt x="438994" y="222936"/>
                </a:cubicBezTo>
                <a:cubicBezTo>
                  <a:pt x="427721" y="222936"/>
                  <a:pt x="418582" y="213797"/>
                  <a:pt x="418582" y="202523"/>
                </a:cubicBezTo>
                <a:cubicBezTo>
                  <a:pt x="418582" y="191250"/>
                  <a:pt x="427721" y="182110"/>
                  <a:pt x="438994" y="182110"/>
                </a:cubicBezTo>
                <a:close/>
                <a:moveTo>
                  <a:pt x="390217" y="182110"/>
                </a:moveTo>
                <a:cubicBezTo>
                  <a:pt x="401491" y="182110"/>
                  <a:pt x="410630" y="191250"/>
                  <a:pt x="410630" y="202523"/>
                </a:cubicBezTo>
                <a:cubicBezTo>
                  <a:pt x="410630" y="213797"/>
                  <a:pt x="401491" y="222936"/>
                  <a:pt x="390217" y="222936"/>
                </a:cubicBezTo>
                <a:cubicBezTo>
                  <a:pt x="378944" y="222936"/>
                  <a:pt x="369805" y="213797"/>
                  <a:pt x="369805" y="202523"/>
                </a:cubicBezTo>
                <a:cubicBezTo>
                  <a:pt x="369805" y="191250"/>
                  <a:pt x="378944" y="182110"/>
                  <a:pt x="390217" y="182110"/>
                </a:cubicBezTo>
                <a:close/>
                <a:moveTo>
                  <a:pt x="341440" y="182110"/>
                </a:moveTo>
                <a:cubicBezTo>
                  <a:pt x="352714" y="182110"/>
                  <a:pt x="361853" y="191250"/>
                  <a:pt x="361853" y="202523"/>
                </a:cubicBezTo>
                <a:cubicBezTo>
                  <a:pt x="361853" y="213797"/>
                  <a:pt x="352714" y="222936"/>
                  <a:pt x="341440" y="222936"/>
                </a:cubicBezTo>
                <a:cubicBezTo>
                  <a:pt x="330166" y="222936"/>
                  <a:pt x="321028" y="213797"/>
                  <a:pt x="321028" y="202523"/>
                </a:cubicBezTo>
                <a:cubicBezTo>
                  <a:pt x="321028" y="191250"/>
                  <a:pt x="330166" y="182110"/>
                  <a:pt x="341440" y="182110"/>
                </a:cubicBezTo>
                <a:close/>
                <a:moveTo>
                  <a:pt x="292663" y="182110"/>
                </a:moveTo>
                <a:cubicBezTo>
                  <a:pt x="303937" y="182110"/>
                  <a:pt x="313076" y="191250"/>
                  <a:pt x="313076" y="202523"/>
                </a:cubicBezTo>
                <a:cubicBezTo>
                  <a:pt x="313076" y="213797"/>
                  <a:pt x="303937" y="222936"/>
                  <a:pt x="292663" y="222936"/>
                </a:cubicBezTo>
                <a:cubicBezTo>
                  <a:pt x="281389" y="222936"/>
                  <a:pt x="272251" y="213797"/>
                  <a:pt x="272251" y="202523"/>
                </a:cubicBezTo>
                <a:cubicBezTo>
                  <a:pt x="272251" y="191250"/>
                  <a:pt x="281389" y="182110"/>
                  <a:pt x="292663" y="182110"/>
                </a:cubicBezTo>
                <a:close/>
                <a:moveTo>
                  <a:pt x="243886" y="182110"/>
                </a:moveTo>
                <a:cubicBezTo>
                  <a:pt x="255160" y="182110"/>
                  <a:pt x="264299" y="191250"/>
                  <a:pt x="264299" y="202523"/>
                </a:cubicBezTo>
                <a:cubicBezTo>
                  <a:pt x="264299" y="213797"/>
                  <a:pt x="255160" y="222936"/>
                  <a:pt x="243886" y="222936"/>
                </a:cubicBezTo>
                <a:cubicBezTo>
                  <a:pt x="232612" y="222936"/>
                  <a:pt x="223473" y="213797"/>
                  <a:pt x="223473" y="202523"/>
                </a:cubicBezTo>
                <a:cubicBezTo>
                  <a:pt x="223473" y="191250"/>
                  <a:pt x="232612" y="182110"/>
                  <a:pt x="243886" y="182110"/>
                </a:cubicBezTo>
                <a:close/>
                <a:moveTo>
                  <a:pt x="195109" y="182110"/>
                </a:moveTo>
                <a:cubicBezTo>
                  <a:pt x="206383" y="182110"/>
                  <a:pt x="215522" y="191250"/>
                  <a:pt x="215522" y="202523"/>
                </a:cubicBezTo>
                <a:cubicBezTo>
                  <a:pt x="215522" y="213797"/>
                  <a:pt x="206383" y="222936"/>
                  <a:pt x="195109" y="222936"/>
                </a:cubicBezTo>
                <a:cubicBezTo>
                  <a:pt x="183835" y="222936"/>
                  <a:pt x="174696" y="213797"/>
                  <a:pt x="174696" y="202523"/>
                </a:cubicBezTo>
                <a:cubicBezTo>
                  <a:pt x="174696" y="191250"/>
                  <a:pt x="183835" y="182110"/>
                  <a:pt x="195109" y="182110"/>
                </a:cubicBezTo>
                <a:close/>
                <a:moveTo>
                  <a:pt x="146332" y="182110"/>
                </a:moveTo>
                <a:cubicBezTo>
                  <a:pt x="157606" y="182110"/>
                  <a:pt x="166745" y="191250"/>
                  <a:pt x="166745" y="202523"/>
                </a:cubicBezTo>
                <a:cubicBezTo>
                  <a:pt x="166745" y="213797"/>
                  <a:pt x="157606" y="222936"/>
                  <a:pt x="146332" y="222936"/>
                </a:cubicBezTo>
                <a:cubicBezTo>
                  <a:pt x="135058" y="222936"/>
                  <a:pt x="125919" y="213797"/>
                  <a:pt x="125919" y="202523"/>
                </a:cubicBezTo>
                <a:cubicBezTo>
                  <a:pt x="125919" y="191250"/>
                  <a:pt x="135058" y="182110"/>
                  <a:pt x="146332" y="182110"/>
                </a:cubicBezTo>
                <a:close/>
                <a:moveTo>
                  <a:pt x="97555" y="182110"/>
                </a:moveTo>
                <a:cubicBezTo>
                  <a:pt x="108829" y="182110"/>
                  <a:pt x="117968" y="191250"/>
                  <a:pt x="117968" y="202523"/>
                </a:cubicBezTo>
                <a:cubicBezTo>
                  <a:pt x="117968" y="213797"/>
                  <a:pt x="108829" y="222936"/>
                  <a:pt x="97555" y="222936"/>
                </a:cubicBezTo>
                <a:cubicBezTo>
                  <a:pt x="86281" y="222936"/>
                  <a:pt x="77142" y="213797"/>
                  <a:pt x="77142" y="202523"/>
                </a:cubicBezTo>
                <a:cubicBezTo>
                  <a:pt x="77142" y="191250"/>
                  <a:pt x="86281" y="182110"/>
                  <a:pt x="97555" y="182110"/>
                </a:cubicBezTo>
                <a:close/>
                <a:moveTo>
                  <a:pt x="48778" y="182110"/>
                </a:moveTo>
                <a:cubicBezTo>
                  <a:pt x="60052" y="182110"/>
                  <a:pt x="69191" y="191250"/>
                  <a:pt x="69191" y="202523"/>
                </a:cubicBezTo>
                <a:cubicBezTo>
                  <a:pt x="69191" y="213797"/>
                  <a:pt x="60052" y="222936"/>
                  <a:pt x="48778" y="222936"/>
                </a:cubicBezTo>
                <a:cubicBezTo>
                  <a:pt x="37504" y="222936"/>
                  <a:pt x="28365" y="213797"/>
                  <a:pt x="28365" y="202523"/>
                </a:cubicBezTo>
                <a:cubicBezTo>
                  <a:pt x="28365" y="191250"/>
                  <a:pt x="37504" y="182110"/>
                  <a:pt x="48778" y="182110"/>
                </a:cubicBezTo>
                <a:close/>
                <a:moveTo>
                  <a:pt x="2" y="182110"/>
                </a:moveTo>
                <a:cubicBezTo>
                  <a:pt x="11275" y="182110"/>
                  <a:pt x="20414" y="191250"/>
                  <a:pt x="20414" y="202523"/>
                </a:cubicBezTo>
                <a:cubicBezTo>
                  <a:pt x="20414" y="213797"/>
                  <a:pt x="11275" y="222936"/>
                  <a:pt x="2" y="222936"/>
                </a:cubicBezTo>
                <a:lnTo>
                  <a:pt x="0" y="222935"/>
                </a:lnTo>
                <a:lnTo>
                  <a:pt x="0" y="182111"/>
                </a:lnTo>
                <a:close/>
                <a:moveTo>
                  <a:pt x="975542" y="128024"/>
                </a:moveTo>
                <a:cubicBezTo>
                  <a:pt x="986816" y="128024"/>
                  <a:pt x="995955" y="137163"/>
                  <a:pt x="995955" y="148437"/>
                </a:cubicBezTo>
                <a:cubicBezTo>
                  <a:pt x="995955" y="159711"/>
                  <a:pt x="986816" y="168850"/>
                  <a:pt x="975542" y="168850"/>
                </a:cubicBezTo>
                <a:cubicBezTo>
                  <a:pt x="964268" y="168850"/>
                  <a:pt x="955129" y="159711"/>
                  <a:pt x="955129" y="148437"/>
                </a:cubicBezTo>
                <a:cubicBezTo>
                  <a:pt x="955129" y="137163"/>
                  <a:pt x="964268" y="128024"/>
                  <a:pt x="975542" y="128024"/>
                </a:cubicBezTo>
                <a:close/>
                <a:moveTo>
                  <a:pt x="926765" y="128024"/>
                </a:moveTo>
                <a:cubicBezTo>
                  <a:pt x="938039" y="128024"/>
                  <a:pt x="947178" y="137163"/>
                  <a:pt x="947178" y="148437"/>
                </a:cubicBezTo>
                <a:cubicBezTo>
                  <a:pt x="947178" y="159711"/>
                  <a:pt x="938039" y="168850"/>
                  <a:pt x="926765" y="168850"/>
                </a:cubicBezTo>
                <a:cubicBezTo>
                  <a:pt x="915491" y="168850"/>
                  <a:pt x="906352" y="159711"/>
                  <a:pt x="906352" y="148437"/>
                </a:cubicBezTo>
                <a:cubicBezTo>
                  <a:pt x="906352" y="137163"/>
                  <a:pt x="915491" y="128024"/>
                  <a:pt x="926765" y="128024"/>
                </a:cubicBezTo>
                <a:close/>
                <a:moveTo>
                  <a:pt x="877988" y="128024"/>
                </a:moveTo>
                <a:cubicBezTo>
                  <a:pt x="889262" y="128024"/>
                  <a:pt x="898401" y="137163"/>
                  <a:pt x="898401" y="148437"/>
                </a:cubicBezTo>
                <a:cubicBezTo>
                  <a:pt x="898401" y="159711"/>
                  <a:pt x="889262" y="168850"/>
                  <a:pt x="877988" y="168850"/>
                </a:cubicBezTo>
                <a:cubicBezTo>
                  <a:pt x="866714" y="168850"/>
                  <a:pt x="857575" y="159711"/>
                  <a:pt x="857575" y="148437"/>
                </a:cubicBezTo>
                <a:cubicBezTo>
                  <a:pt x="857575" y="137163"/>
                  <a:pt x="866714" y="128024"/>
                  <a:pt x="877988" y="128024"/>
                </a:cubicBezTo>
                <a:close/>
                <a:moveTo>
                  <a:pt x="829211" y="128024"/>
                </a:moveTo>
                <a:cubicBezTo>
                  <a:pt x="840485" y="128024"/>
                  <a:pt x="849624" y="137163"/>
                  <a:pt x="849624" y="148437"/>
                </a:cubicBezTo>
                <a:cubicBezTo>
                  <a:pt x="849624" y="159711"/>
                  <a:pt x="840485" y="168850"/>
                  <a:pt x="829211" y="168850"/>
                </a:cubicBezTo>
                <a:cubicBezTo>
                  <a:pt x="817937" y="168850"/>
                  <a:pt x="808798" y="159711"/>
                  <a:pt x="808798" y="148437"/>
                </a:cubicBezTo>
                <a:cubicBezTo>
                  <a:pt x="808798" y="137163"/>
                  <a:pt x="817937" y="128024"/>
                  <a:pt x="829211" y="128024"/>
                </a:cubicBezTo>
                <a:close/>
                <a:moveTo>
                  <a:pt x="780434" y="128024"/>
                </a:moveTo>
                <a:cubicBezTo>
                  <a:pt x="791708" y="128024"/>
                  <a:pt x="800847" y="137163"/>
                  <a:pt x="800847" y="148437"/>
                </a:cubicBezTo>
                <a:cubicBezTo>
                  <a:pt x="800847" y="159711"/>
                  <a:pt x="791708" y="168850"/>
                  <a:pt x="780434" y="168850"/>
                </a:cubicBezTo>
                <a:cubicBezTo>
                  <a:pt x="769160" y="168850"/>
                  <a:pt x="760021" y="159711"/>
                  <a:pt x="760021" y="148437"/>
                </a:cubicBezTo>
                <a:cubicBezTo>
                  <a:pt x="760021" y="137163"/>
                  <a:pt x="769160" y="128024"/>
                  <a:pt x="780434" y="128024"/>
                </a:cubicBezTo>
                <a:close/>
                <a:moveTo>
                  <a:pt x="731657" y="128024"/>
                </a:moveTo>
                <a:cubicBezTo>
                  <a:pt x="742931" y="128024"/>
                  <a:pt x="752070" y="137163"/>
                  <a:pt x="752070" y="148437"/>
                </a:cubicBezTo>
                <a:cubicBezTo>
                  <a:pt x="752070" y="159711"/>
                  <a:pt x="742931" y="168850"/>
                  <a:pt x="731657" y="168850"/>
                </a:cubicBezTo>
                <a:cubicBezTo>
                  <a:pt x="720383" y="168850"/>
                  <a:pt x="711244" y="159711"/>
                  <a:pt x="711244" y="148437"/>
                </a:cubicBezTo>
                <a:cubicBezTo>
                  <a:pt x="711244" y="137163"/>
                  <a:pt x="720383" y="128024"/>
                  <a:pt x="731657" y="128024"/>
                </a:cubicBezTo>
                <a:close/>
                <a:moveTo>
                  <a:pt x="682880" y="128024"/>
                </a:moveTo>
                <a:cubicBezTo>
                  <a:pt x="694153" y="128024"/>
                  <a:pt x="703293" y="137163"/>
                  <a:pt x="703293" y="148437"/>
                </a:cubicBezTo>
                <a:cubicBezTo>
                  <a:pt x="703293" y="159711"/>
                  <a:pt x="694153" y="168850"/>
                  <a:pt x="682880" y="168850"/>
                </a:cubicBezTo>
                <a:cubicBezTo>
                  <a:pt x="671606" y="168850"/>
                  <a:pt x="662467" y="159711"/>
                  <a:pt x="662467" y="148437"/>
                </a:cubicBezTo>
                <a:cubicBezTo>
                  <a:pt x="662467" y="137163"/>
                  <a:pt x="671606" y="128024"/>
                  <a:pt x="682880" y="128024"/>
                </a:cubicBezTo>
                <a:close/>
                <a:moveTo>
                  <a:pt x="634103" y="128024"/>
                </a:moveTo>
                <a:cubicBezTo>
                  <a:pt x="645377" y="128024"/>
                  <a:pt x="654516" y="137163"/>
                  <a:pt x="654516" y="148437"/>
                </a:cubicBezTo>
                <a:cubicBezTo>
                  <a:pt x="654516" y="159711"/>
                  <a:pt x="645377" y="168850"/>
                  <a:pt x="634103" y="168850"/>
                </a:cubicBezTo>
                <a:cubicBezTo>
                  <a:pt x="622829" y="168850"/>
                  <a:pt x="613690" y="159711"/>
                  <a:pt x="613690" y="148437"/>
                </a:cubicBezTo>
                <a:cubicBezTo>
                  <a:pt x="613690" y="137163"/>
                  <a:pt x="622829" y="128024"/>
                  <a:pt x="634103" y="128024"/>
                </a:cubicBezTo>
                <a:close/>
                <a:moveTo>
                  <a:pt x="585326" y="128024"/>
                </a:moveTo>
                <a:cubicBezTo>
                  <a:pt x="596599" y="128024"/>
                  <a:pt x="605738" y="137163"/>
                  <a:pt x="605738" y="148437"/>
                </a:cubicBezTo>
                <a:cubicBezTo>
                  <a:pt x="605738" y="159711"/>
                  <a:pt x="596599" y="168850"/>
                  <a:pt x="585326" y="168850"/>
                </a:cubicBezTo>
                <a:cubicBezTo>
                  <a:pt x="574052" y="168850"/>
                  <a:pt x="564913" y="159711"/>
                  <a:pt x="564913" y="148437"/>
                </a:cubicBezTo>
                <a:cubicBezTo>
                  <a:pt x="564913" y="137163"/>
                  <a:pt x="574052" y="128024"/>
                  <a:pt x="585326" y="128024"/>
                </a:cubicBezTo>
                <a:close/>
                <a:moveTo>
                  <a:pt x="536549" y="128024"/>
                </a:moveTo>
                <a:cubicBezTo>
                  <a:pt x="547822" y="128024"/>
                  <a:pt x="556961" y="137163"/>
                  <a:pt x="556961" y="148437"/>
                </a:cubicBezTo>
                <a:cubicBezTo>
                  <a:pt x="556961" y="159711"/>
                  <a:pt x="547822" y="168850"/>
                  <a:pt x="536549" y="168850"/>
                </a:cubicBezTo>
                <a:cubicBezTo>
                  <a:pt x="525275" y="168850"/>
                  <a:pt x="516136" y="159711"/>
                  <a:pt x="516136" y="148437"/>
                </a:cubicBezTo>
                <a:cubicBezTo>
                  <a:pt x="516136" y="137163"/>
                  <a:pt x="525275" y="128024"/>
                  <a:pt x="536549" y="128024"/>
                </a:cubicBezTo>
                <a:close/>
                <a:moveTo>
                  <a:pt x="487772" y="128024"/>
                </a:moveTo>
                <a:cubicBezTo>
                  <a:pt x="499045" y="128024"/>
                  <a:pt x="508184" y="137163"/>
                  <a:pt x="508184" y="148437"/>
                </a:cubicBezTo>
                <a:cubicBezTo>
                  <a:pt x="508184" y="159711"/>
                  <a:pt x="499045" y="168850"/>
                  <a:pt x="487772" y="168850"/>
                </a:cubicBezTo>
                <a:cubicBezTo>
                  <a:pt x="476498" y="168850"/>
                  <a:pt x="467359" y="159711"/>
                  <a:pt x="467359" y="148437"/>
                </a:cubicBezTo>
                <a:cubicBezTo>
                  <a:pt x="467359" y="137163"/>
                  <a:pt x="476498" y="128024"/>
                  <a:pt x="487772" y="128024"/>
                </a:cubicBezTo>
                <a:close/>
                <a:moveTo>
                  <a:pt x="438994" y="128024"/>
                </a:moveTo>
                <a:cubicBezTo>
                  <a:pt x="450268" y="128024"/>
                  <a:pt x="459407" y="137163"/>
                  <a:pt x="459407" y="148437"/>
                </a:cubicBezTo>
                <a:cubicBezTo>
                  <a:pt x="459407" y="159711"/>
                  <a:pt x="450268" y="168850"/>
                  <a:pt x="438994" y="168850"/>
                </a:cubicBezTo>
                <a:cubicBezTo>
                  <a:pt x="427721" y="168850"/>
                  <a:pt x="418582" y="159711"/>
                  <a:pt x="418582" y="148437"/>
                </a:cubicBezTo>
                <a:cubicBezTo>
                  <a:pt x="418582" y="137163"/>
                  <a:pt x="427721" y="128024"/>
                  <a:pt x="438994" y="128024"/>
                </a:cubicBezTo>
                <a:close/>
                <a:moveTo>
                  <a:pt x="390217" y="128024"/>
                </a:moveTo>
                <a:cubicBezTo>
                  <a:pt x="401491" y="128024"/>
                  <a:pt x="410630" y="137163"/>
                  <a:pt x="410630" y="148437"/>
                </a:cubicBezTo>
                <a:cubicBezTo>
                  <a:pt x="410630" y="159711"/>
                  <a:pt x="401491" y="168850"/>
                  <a:pt x="390217" y="168850"/>
                </a:cubicBezTo>
                <a:cubicBezTo>
                  <a:pt x="378944" y="168850"/>
                  <a:pt x="369805" y="159711"/>
                  <a:pt x="369805" y="148437"/>
                </a:cubicBezTo>
                <a:cubicBezTo>
                  <a:pt x="369805" y="137163"/>
                  <a:pt x="378944" y="128024"/>
                  <a:pt x="390217" y="128024"/>
                </a:cubicBezTo>
                <a:close/>
                <a:moveTo>
                  <a:pt x="341440" y="128024"/>
                </a:moveTo>
                <a:cubicBezTo>
                  <a:pt x="352714" y="128024"/>
                  <a:pt x="361853" y="137163"/>
                  <a:pt x="361853" y="148437"/>
                </a:cubicBezTo>
                <a:cubicBezTo>
                  <a:pt x="361853" y="159711"/>
                  <a:pt x="352714" y="168850"/>
                  <a:pt x="341440" y="168850"/>
                </a:cubicBezTo>
                <a:cubicBezTo>
                  <a:pt x="330166" y="168850"/>
                  <a:pt x="321028" y="159711"/>
                  <a:pt x="321028" y="148437"/>
                </a:cubicBezTo>
                <a:cubicBezTo>
                  <a:pt x="321028" y="137163"/>
                  <a:pt x="330166" y="128024"/>
                  <a:pt x="341440" y="128024"/>
                </a:cubicBezTo>
                <a:close/>
                <a:moveTo>
                  <a:pt x="292663" y="128024"/>
                </a:moveTo>
                <a:cubicBezTo>
                  <a:pt x="303937" y="128024"/>
                  <a:pt x="313076" y="137163"/>
                  <a:pt x="313076" y="148437"/>
                </a:cubicBezTo>
                <a:cubicBezTo>
                  <a:pt x="313076" y="159711"/>
                  <a:pt x="303937" y="168850"/>
                  <a:pt x="292663" y="168850"/>
                </a:cubicBezTo>
                <a:cubicBezTo>
                  <a:pt x="281389" y="168850"/>
                  <a:pt x="272251" y="159711"/>
                  <a:pt x="272251" y="148437"/>
                </a:cubicBezTo>
                <a:cubicBezTo>
                  <a:pt x="272251" y="137163"/>
                  <a:pt x="281389" y="128024"/>
                  <a:pt x="292663" y="128024"/>
                </a:cubicBezTo>
                <a:close/>
                <a:moveTo>
                  <a:pt x="243886" y="128024"/>
                </a:moveTo>
                <a:cubicBezTo>
                  <a:pt x="255160" y="128024"/>
                  <a:pt x="264299" y="137163"/>
                  <a:pt x="264299" y="148437"/>
                </a:cubicBezTo>
                <a:cubicBezTo>
                  <a:pt x="264299" y="159711"/>
                  <a:pt x="255160" y="168850"/>
                  <a:pt x="243886" y="168850"/>
                </a:cubicBezTo>
                <a:cubicBezTo>
                  <a:pt x="232612" y="168850"/>
                  <a:pt x="223473" y="159711"/>
                  <a:pt x="223473" y="148437"/>
                </a:cubicBezTo>
                <a:cubicBezTo>
                  <a:pt x="223473" y="137163"/>
                  <a:pt x="232612" y="128024"/>
                  <a:pt x="243886" y="128024"/>
                </a:cubicBezTo>
                <a:close/>
                <a:moveTo>
                  <a:pt x="195109" y="128024"/>
                </a:moveTo>
                <a:cubicBezTo>
                  <a:pt x="206383" y="128024"/>
                  <a:pt x="215522" y="137163"/>
                  <a:pt x="215522" y="148437"/>
                </a:cubicBezTo>
                <a:cubicBezTo>
                  <a:pt x="215522" y="159711"/>
                  <a:pt x="206383" y="168850"/>
                  <a:pt x="195109" y="168850"/>
                </a:cubicBezTo>
                <a:cubicBezTo>
                  <a:pt x="183835" y="168850"/>
                  <a:pt x="174696" y="159711"/>
                  <a:pt x="174696" y="148437"/>
                </a:cubicBezTo>
                <a:cubicBezTo>
                  <a:pt x="174696" y="137163"/>
                  <a:pt x="183835" y="128024"/>
                  <a:pt x="195109" y="128024"/>
                </a:cubicBezTo>
                <a:close/>
                <a:moveTo>
                  <a:pt x="146332" y="128024"/>
                </a:moveTo>
                <a:cubicBezTo>
                  <a:pt x="157606" y="128024"/>
                  <a:pt x="166745" y="137163"/>
                  <a:pt x="166745" y="148437"/>
                </a:cubicBezTo>
                <a:cubicBezTo>
                  <a:pt x="166745" y="159711"/>
                  <a:pt x="157606" y="168850"/>
                  <a:pt x="146332" y="168850"/>
                </a:cubicBezTo>
                <a:cubicBezTo>
                  <a:pt x="135058" y="168850"/>
                  <a:pt x="125919" y="159711"/>
                  <a:pt x="125919" y="148437"/>
                </a:cubicBezTo>
                <a:cubicBezTo>
                  <a:pt x="125919" y="137163"/>
                  <a:pt x="135058" y="128024"/>
                  <a:pt x="146332" y="128024"/>
                </a:cubicBezTo>
                <a:close/>
                <a:moveTo>
                  <a:pt x="97555" y="128024"/>
                </a:moveTo>
                <a:cubicBezTo>
                  <a:pt x="108829" y="128024"/>
                  <a:pt x="117968" y="137163"/>
                  <a:pt x="117968" y="148437"/>
                </a:cubicBezTo>
                <a:cubicBezTo>
                  <a:pt x="117968" y="159711"/>
                  <a:pt x="108829" y="168850"/>
                  <a:pt x="97555" y="168850"/>
                </a:cubicBezTo>
                <a:cubicBezTo>
                  <a:pt x="86281" y="168850"/>
                  <a:pt x="77142" y="159711"/>
                  <a:pt x="77142" y="148437"/>
                </a:cubicBezTo>
                <a:cubicBezTo>
                  <a:pt x="77142" y="137163"/>
                  <a:pt x="86281" y="128024"/>
                  <a:pt x="97555" y="128024"/>
                </a:cubicBezTo>
                <a:close/>
                <a:moveTo>
                  <a:pt x="48778" y="128024"/>
                </a:moveTo>
                <a:cubicBezTo>
                  <a:pt x="60052" y="128024"/>
                  <a:pt x="69191" y="137163"/>
                  <a:pt x="69191" y="148437"/>
                </a:cubicBezTo>
                <a:cubicBezTo>
                  <a:pt x="69191" y="159711"/>
                  <a:pt x="60052" y="168850"/>
                  <a:pt x="48778" y="168850"/>
                </a:cubicBezTo>
                <a:cubicBezTo>
                  <a:pt x="37504" y="168850"/>
                  <a:pt x="28365" y="159711"/>
                  <a:pt x="28365" y="148437"/>
                </a:cubicBezTo>
                <a:cubicBezTo>
                  <a:pt x="28365" y="137163"/>
                  <a:pt x="37504" y="128024"/>
                  <a:pt x="48778" y="128024"/>
                </a:cubicBezTo>
                <a:close/>
                <a:moveTo>
                  <a:pt x="2" y="128024"/>
                </a:moveTo>
                <a:cubicBezTo>
                  <a:pt x="11275" y="128024"/>
                  <a:pt x="20414" y="137163"/>
                  <a:pt x="20414" y="148437"/>
                </a:cubicBezTo>
                <a:cubicBezTo>
                  <a:pt x="20414" y="159711"/>
                  <a:pt x="11275" y="168850"/>
                  <a:pt x="2" y="168850"/>
                </a:cubicBezTo>
                <a:lnTo>
                  <a:pt x="0" y="168849"/>
                </a:lnTo>
                <a:lnTo>
                  <a:pt x="0" y="128025"/>
                </a:lnTo>
                <a:close/>
                <a:moveTo>
                  <a:pt x="1006915" y="87087"/>
                </a:moveTo>
                <a:lnTo>
                  <a:pt x="1006262" y="100037"/>
                </a:lnTo>
                <a:lnTo>
                  <a:pt x="1003906" y="94351"/>
                </a:lnTo>
                <a:close/>
                <a:moveTo>
                  <a:pt x="975542" y="73938"/>
                </a:moveTo>
                <a:cubicBezTo>
                  <a:pt x="986816" y="73938"/>
                  <a:pt x="995955" y="83077"/>
                  <a:pt x="995955" y="94351"/>
                </a:cubicBezTo>
                <a:cubicBezTo>
                  <a:pt x="995955" y="105625"/>
                  <a:pt x="986816" y="114764"/>
                  <a:pt x="975542" y="114764"/>
                </a:cubicBezTo>
                <a:cubicBezTo>
                  <a:pt x="964268" y="114764"/>
                  <a:pt x="955129" y="105625"/>
                  <a:pt x="955129" y="94351"/>
                </a:cubicBezTo>
                <a:cubicBezTo>
                  <a:pt x="955129" y="83077"/>
                  <a:pt x="964268" y="73938"/>
                  <a:pt x="975542" y="73938"/>
                </a:cubicBezTo>
                <a:close/>
                <a:moveTo>
                  <a:pt x="926765" y="73938"/>
                </a:moveTo>
                <a:cubicBezTo>
                  <a:pt x="938039" y="73938"/>
                  <a:pt x="947178" y="83077"/>
                  <a:pt x="947178" y="94351"/>
                </a:cubicBezTo>
                <a:cubicBezTo>
                  <a:pt x="947178" y="105625"/>
                  <a:pt x="938039" y="114764"/>
                  <a:pt x="926765" y="114764"/>
                </a:cubicBezTo>
                <a:cubicBezTo>
                  <a:pt x="915491" y="114764"/>
                  <a:pt x="906352" y="105625"/>
                  <a:pt x="906352" y="94351"/>
                </a:cubicBezTo>
                <a:cubicBezTo>
                  <a:pt x="906352" y="83077"/>
                  <a:pt x="915491" y="73938"/>
                  <a:pt x="926765" y="73938"/>
                </a:cubicBezTo>
                <a:close/>
                <a:moveTo>
                  <a:pt x="877988" y="73938"/>
                </a:moveTo>
                <a:cubicBezTo>
                  <a:pt x="889262" y="73938"/>
                  <a:pt x="898401" y="83077"/>
                  <a:pt x="898401" y="94351"/>
                </a:cubicBezTo>
                <a:cubicBezTo>
                  <a:pt x="898401" y="105625"/>
                  <a:pt x="889262" y="114764"/>
                  <a:pt x="877988" y="114764"/>
                </a:cubicBezTo>
                <a:cubicBezTo>
                  <a:pt x="866714" y="114764"/>
                  <a:pt x="857575" y="105625"/>
                  <a:pt x="857575" y="94351"/>
                </a:cubicBezTo>
                <a:cubicBezTo>
                  <a:pt x="857575" y="83077"/>
                  <a:pt x="866714" y="73938"/>
                  <a:pt x="877988" y="73938"/>
                </a:cubicBezTo>
                <a:close/>
                <a:moveTo>
                  <a:pt x="829211" y="73938"/>
                </a:moveTo>
                <a:cubicBezTo>
                  <a:pt x="840485" y="73938"/>
                  <a:pt x="849624" y="83077"/>
                  <a:pt x="849624" y="94351"/>
                </a:cubicBezTo>
                <a:cubicBezTo>
                  <a:pt x="849624" y="105625"/>
                  <a:pt x="840485" y="114764"/>
                  <a:pt x="829211" y="114764"/>
                </a:cubicBezTo>
                <a:cubicBezTo>
                  <a:pt x="817937" y="114764"/>
                  <a:pt x="808798" y="105625"/>
                  <a:pt x="808798" y="94351"/>
                </a:cubicBezTo>
                <a:cubicBezTo>
                  <a:pt x="808798" y="83077"/>
                  <a:pt x="817937" y="73938"/>
                  <a:pt x="829211" y="73938"/>
                </a:cubicBezTo>
                <a:close/>
                <a:moveTo>
                  <a:pt x="780434" y="73938"/>
                </a:moveTo>
                <a:cubicBezTo>
                  <a:pt x="791708" y="73938"/>
                  <a:pt x="800847" y="83077"/>
                  <a:pt x="800847" y="94351"/>
                </a:cubicBezTo>
                <a:cubicBezTo>
                  <a:pt x="800847" y="105625"/>
                  <a:pt x="791708" y="114764"/>
                  <a:pt x="780434" y="114764"/>
                </a:cubicBezTo>
                <a:cubicBezTo>
                  <a:pt x="769160" y="114764"/>
                  <a:pt x="760021" y="105625"/>
                  <a:pt x="760021" y="94351"/>
                </a:cubicBezTo>
                <a:cubicBezTo>
                  <a:pt x="760021" y="83077"/>
                  <a:pt x="769160" y="73938"/>
                  <a:pt x="780434" y="73938"/>
                </a:cubicBezTo>
                <a:close/>
                <a:moveTo>
                  <a:pt x="731657" y="73938"/>
                </a:moveTo>
                <a:cubicBezTo>
                  <a:pt x="742931" y="73938"/>
                  <a:pt x="752070" y="83077"/>
                  <a:pt x="752070" y="94351"/>
                </a:cubicBezTo>
                <a:cubicBezTo>
                  <a:pt x="752070" y="105625"/>
                  <a:pt x="742931" y="114764"/>
                  <a:pt x="731657" y="114764"/>
                </a:cubicBezTo>
                <a:cubicBezTo>
                  <a:pt x="720383" y="114764"/>
                  <a:pt x="711244" y="105625"/>
                  <a:pt x="711244" y="94351"/>
                </a:cubicBezTo>
                <a:cubicBezTo>
                  <a:pt x="711244" y="83077"/>
                  <a:pt x="720383" y="73938"/>
                  <a:pt x="731657" y="73938"/>
                </a:cubicBezTo>
                <a:close/>
                <a:moveTo>
                  <a:pt x="682880" y="73938"/>
                </a:moveTo>
                <a:cubicBezTo>
                  <a:pt x="694153" y="73938"/>
                  <a:pt x="703293" y="83077"/>
                  <a:pt x="703293" y="94351"/>
                </a:cubicBezTo>
                <a:cubicBezTo>
                  <a:pt x="703293" y="105625"/>
                  <a:pt x="694153" y="114764"/>
                  <a:pt x="682880" y="114764"/>
                </a:cubicBezTo>
                <a:cubicBezTo>
                  <a:pt x="671606" y="114764"/>
                  <a:pt x="662467" y="105625"/>
                  <a:pt x="662467" y="94351"/>
                </a:cubicBezTo>
                <a:cubicBezTo>
                  <a:pt x="662467" y="83077"/>
                  <a:pt x="671606" y="73938"/>
                  <a:pt x="682880" y="73938"/>
                </a:cubicBezTo>
                <a:close/>
                <a:moveTo>
                  <a:pt x="634103" y="73938"/>
                </a:moveTo>
                <a:cubicBezTo>
                  <a:pt x="645377" y="73938"/>
                  <a:pt x="654516" y="83077"/>
                  <a:pt x="654516" y="94351"/>
                </a:cubicBezTo>
                <a:cubicBezTo>
                  <a:pt x="654516" y="105625"/>
                  <a:pt x="645377" y="114764"/>
                  <a:pt x="634103" y="114764"/>
                </a:cubicBezTo>
                <a:cubicBezTo>
                  <a:pt x="622829" y="114764"/>
                  <a:pt x="613690" y="105625"/>
                  <a:pt x="613690" y="94351"/>
                </a:cubicBezTo>
                <a:cubicBezTo>
                  <a:pt x="613690" y="83077"/>
                  <a:pt x="622829" y="73938"/>
                  <a:pt x="634103" y="73938"/>
                </a:cubicBezTo>
                <a:close/>
                <a:moveTo>
                  <a:pt x="585326" y="73938"/>
                </a:moveTo>
                <a:cubicBezTo>
                  <a:pt x="596599" y="73938"/>
                  <a:pt x="605738" y="83077"/>
                  <a:pt x="605738" y="94351"/>
                </a:cubicBezTo>
                <a:cubicBezTo>
                  <a:pt x="605738" y="105625"/>
                  <a:pt x="596599" y="114764"/>
                  <a:pt x="585326" y="114764"/>
                </a:cubicBezTo>
                <a:cubicBezTo>
                  <a:pt x="574052" y="114764"/>
                  <a:pt x="564913" y="105625"/>
                  <a:pt x="564913" y="94351"/>
                </a:cubicBezTo>
                <a:cubicBezTo>
                  <a:pt x="564913" y="83077"/>
                  <a:pt x="574052" y="73938"/>
                  <a:pt x="585326" y="73938"/>
                </a:cubicBezTo>
                <a:close/>
                <a:moveTo>
                  <a:pt x="536549" y="73938"/>
                </a:moveTo>
                <a:cubicBezTo>
                  <a:pt x="547822" y="73938"/>
                  <a:pt x="556961" y="83077"/>
                  <a:pt x="556961" y="94351"/>
                </a:cubicBezTo>
                <a:cubicBezTo>
                  <a:pt x="556961" y="105625"/>
                  <a:pt x="547822" y="114764"/>
                  <a:pt x="536549" y="114764"/>
                </a:cubicBezTo>
                <a:cubicBezTo>
                  <a:pt x="525275" y="114764"/>
                  <a:pt x="516136" y="105625"/>
                  <a:pt x="516136" y="94351"/>
                </a:cubicBezTo>
                <a:cubicBezTo>
                  <a:pt x="516136" y="83077"/>
                  <a:pt x="525275" y="73938"/>
                  <a:pt x="536549" y="73938"/>
                </a:cubicBezTo>
                <a:close/>
                <a:moveTo>
                  <a:pt x="487772" y="73938"/>
                </a:moveTo>
                <a:cubicBezTo>
                  <a:pt x="499045" y="73938"/>
                  <a:pt x="508184" y="83077"/>
                  <a:pt x="508184" y="94351"/>
                </a:cubicBezTo>
                <a:cubicBezTo>
                  <a:pt x="508184" y="105625"/>
                  <a:pt x="499045" y="114764"/>
                  <a:pt x="487772" y="114764"/>
                </a:cubicBezTo>
                <a:cubicBezTo>
                  <a:pt x="476498" y="114764"/>
                  <a:pt x="467359" y="105625"/>
                  <a:pt x="467359" y="94351"/>
                </a:cubicBezTo>
                <a:cubicBezTo>
                  <a:pt x="467359" y="83077"/>
                  <a:pt x="476498" y="73938"/>
                  <a:pt x="487772" y="73938"/>
                </a:cubicBezTo>
                <a:close/>
                <a:moveTo>
                  <a:pt x="438994" y="73938"/>
                </a:moveTo>
                <a:cubicBezTo>
                  <a:pt x="450268" y="73938"/>
                  <a:pt x="459407" y="83077"/>
                  <a:pt x="459407" y="94351"/>
                </a:cubicBezTo>
                <a:cubicBezTo>
                  <a:pt x="459407" y="105625"/>
                  <a:pt x="450268" y="114764"/>
                  <a:pt x="438994" y="114764"/>
                </a:cubicBezTo>
                <a:cubicBezTo>
                  <a:pt x="427721" y="114764"/>
                  <a:pt x="418582" y="105625"/>
                  <a:pt x="418582" y="94351"/>
                </a:cubicBezTo>
                <a:cubicBezTo>
                  <a:pt x="418582" y="83077"/>
                  <a:pt x="427721" y="73938"/>
                  <a:pt x="438994" y="73938"/>
                </a:cubicBezTo>
                <a:close/>
                <a:moveTo>
                  <a:pt x="390217" y="73938"/>
                </a:moveTo>
                <a:cubicBezTo>
                  <a:pt x="401491" y="73938"/>
                  <a:pt x="410630" y="83077"/>
                  <a:pt x="410630" y="94351"/>
                </a:cubicBezTo>
                <a:cubicBezTo>
                  <a:pt x="410630" y="105625"/>
                  <a:pt x="401491" y="114764"/>
                  <a:pt x="390217" y="114764"/>
                </a:cubicBezTo>
                <a:cubicBezTo>
                  <a:pt x="378944" y="114764"/>
                  <a:pt x="369805" y="105625"/>
                  <a:pt x="369805" y="94351"/>
                </a:cubicBezTo>
                <a:cubicBezTo>
                  <a:pt x="369805" y="83077"/>
                  <a:pt x="378944" y="73938"/>
                  <a:pt x="390217" y="73938"/>
                </a:cubicBezTo>
                <a:close/>
                <a:moveTo>
                  <a:pt x="341440" y="73938"/>
                </a:moveTo>
                <a:cubicBezTo>
                  <a:pt x="352714" y="73938"/>
                  <a:pt x="361853" y="83077"/>
                  <a:pt x="361853" y="94351"/>
                </a:cubicBezTo>
                <a:cubicBezTo>
                  <a:pt x="361853" y="105625"/>
                  <a:pt x="352714" y="114764"/>
                  <a:pt x="341440" y="114764"/>
                </a:cubicBezTo>
                <a:cubicBezTo>
                  <a:pt x="330166" y="114764"/>
                  <a:pt x="321028" y="105625"/>
                  <a:pt x="321028" y="94351"/>
                </a:cubicBezTo>
                <a:cubicBezTo>
                  <a:pt x="321028" y="83077"/>
                  <a:pt x="330166" y="73938"/>
                  <a:pt x="341440" y="73938"/>
                </a:cubicBezTo>
                <a:close/>
                <a:moveTo>
                  <a:pt x="292663" y="73938"/>
                </a:moveTo>
                <a:cubicBezTo>
                  <a:pt x="303937" y="73938"/>
                  <a:pt x="313076" y="83077"/>
                  <a:pt x="313076" y="94351"/>
                </a:cubicBezTo>
                <a:cubicBezTo>
                  <a:pt x="313076" y="105625"/>
                  <a:pt x="303937" y="114764"/>
                  <a:pt x="292663" y="114764"/>
                </a:cubicBezTo>
                <a:cubicBezTo>
                  <a:pt x="281389" y="114764"/>
                  <a:pt x="272251" y="105625"/>
                  <a:pt x="272251" y="94351"/>
                </a:cubicBezTo>
                <a:cubicBezTo>
                  <a:pt x="272251" y="83077"/>
                  <a:pt x="281389" y="73938"/>
                  <a:pt x="292663" y="73938"/>
                </a:cubicBezTo>
                <a:close/>
                <a:moveTo>
                  <a:pt x="243886" y="73938"/>
                </a:moveTo>
                <a:cubicBezTo>
                  <a:pt x="255160" y="73938"/>
                  <a:pt x="264299" y="83077"/>
                  <a:pt x="264299" y="94351"/>
                </a:cubicBezTo>
                <a:cubicBezTo>
                  <a:pt x="264299" y="105625"/>
                  <a:pt x="255160" y="114764"/>
                  <a:pt x="243886" y="114764"/>
                </a:cubicBezTo>
                <a:cubicBezTo>
                  <a:pt x="232612" y="114764"/>
                  <a:pt x="223473" y="105625"/>
                  <a:pt x="223473" y="94351"/>
                </a:cubicBezTo>
                <a:cubicBezTo>
                  <a:pt x="223473" y="83077"/>
                  <a:pt x="232612" y="73938"/>
                  <a:pt x="243886" y="73938"/>
                </a:cubicBezTo>
                <a:close/>
                <a:moveTo>
                  <a:pt x="195109" y="73938"/>
                </a:moveTo>
                <a:cubicBezTo>
                  <a:pt x="206383" y="73938"/>
                  <a:pt x="215522" y="83077"/>
                  <a:pt x="215522" y="94351"/>
                </a:cubicBezTo>
                <a:cubicBezTo>
                  <a:pt x="215522" y="105625"/>
                  <a:pt x="206383" y="114764"/>
                  <a:pt x="195109" y="114764"/>
                </a:cubicBezTo>
                <a:cubicBezTo>
                  <a:pt x="183835" y="114764"/>
                  <a:pt x="174696" y="105625"/>
                  <a:pt x="174696" y="94351"/>
                </a:cubicBezTo>
                <a:cubicBezTo>
                  <a:pt x="174696" y="83077"/>
                  <a:pt x="183835" y="73938"/>
                  <a:pt x="195109" y="73938"/>
                </a:cubicBezTo>
                <a:close/>
                <a:moveTo>
                  <a:pt x="146332" y="73938"/>
                </a:moveTo>
                <a:cubicBezTo>
                  <a:pt x="157606" y="73938"/>
                  <a:pt x="166745" y="83077"/>
                  <a:pt x="166745" y="94351"/>
                </a:cubicBezTo>
                <a:cubicBezTo>
                  <a:pt x="166745" y="105625"/>
                  <a:pt x="157606" y="114764"/>
                  <a:pt x="146332" y="114764"/>
                </a:cubicBezTo>
                <a:cubicBezTo>
                  <a:pt x="135058" y="114764"/>
                  <a:pt x="125919" y="105625"/>
                  <a:pt x="125919" y="94351"/>
                </a:cubicBezTo>
                <a:cubicBezTo>
                  <a:pt x="125919" y="83077"/>
                  <a:pt x="135058" y="73938"/>
                  <a:pt x="146332" y="73938"/>
                </a:cubicBezTo>
                <a:close/>
                <a:moveTo>
                  <a:pt x="97555" y="73938"/>
                </a:moveTo>
                <a:cubicBezTo>
                  <a:pt x="108829" y="73938"/>
                  <a:pt x="117968" y="83077"/>
                  <a:pt x="117968" y="94351"/>
                </a:cubicBezTo>
                <a:cubicBezTo>
                  <a:pt x="117968" y="105625"/>
                  <a:pt x="108829" y="114764"/>
                  <a:pt x="97555" y="114764"/>
                </a:cubicBezTo>
                <a:cubicBezTo>
                  <a:pt x="86281" y="114764"/>
                  <a:pt x="77142" y="105625"/>
                  <a:pt x="77142" y="94351"/>
                </a:cubicBezTo>
                <a:cubicBezTo>
                  <a:pt x="77142" y="83077"/>
                  <a:pt x="86281" y="73938"/>
                  <a:pt x="97555" y="73938"/>
                </a:cubicBezTo>
                <a:close/>
                <a:moveTo>
                  <a:pt x="48778" y="73938"/>
                </a:moveTo>
                <a:cubicBezTo>
                  <a:pt x="60052" y="73938"/>
                  <a:pt x="69191" y="83077"/>
                  <a:pt x="69191" y="94351"/>
                </a:cubicBezTo>
                <a:cubicBezTo>
                  <a:pt x="69191" y="105625"/>
                  <a:pt x="60052" y="114764"/>
                  <a:pt x="48778" y="114764"/>
                </a:cubicBezTo>
                <a:cubicBezTo>
                  <a:pt x="37504" y="114764"/>
                  <a:pt x="28365" y="105625"/>
                  <a:pt x="28365" y="94351"/>
                </a:cubicBezTo>
                <a:cubicBezTo>
                  <a:pt x="28365" y="83077"/>
                  <a:pt x="37504" y="73938"/>
                  <a:pt x="48778" y="73938"/>
                </a:cubicBezTo>
                <a:close/>
                <a:moveTo>
                  <a:pt x="2" y="73938"/>
                </a:moveTo>
                <a:cubicBezTo>
                  <a:pt x="11275" y="73938"/>
                  <a:pt x="20414" y="83077"/>
                  <a:pt x="20414" y="94351"/>
                </a:cubicBezTo>
                <a:cubicBezTo>
                  <a:pt x="20414" y="105625"/>
                  <a:pt x="11275" y="114764"/>
                  <a:pt x="2" y="114764"/>
                </a:cubicBezTo>
                <a:lnTo>
                  <a:pt x="0" y="114763"/>
                </a:lnTo>
                <a:lnTo>
                  <a:pt x="0" y="73939"/>
                </a:lnTo>
                <a:close/>
                <a:moveTo>
                  <a:pt x="1010013" y="25745"/>
                </a:moveTo>
                <a:lnTo>
                  <a:pt x="1008696" y="51828"/>
                </a:lnTo>
                <a:lnTo>
                  <a:pt x="1003906" y="40265"/>
                </a:lnTo>
                <a:cubicBezTo>
                  <a:pt x="1003906" y="34628"/>
                  <a:pt x="1006192" y="29525"/>
                  <a:pt x="1009885" y="25831"/>
                </a:cubicBezTo>
                <a:close/>
                <a:moveTo>
                  <a:pt x="975542" y="19852"/>
                </a:moveTo>
                <a:cubicBezTo>
                  <a:pt x="986816" y="19852"/>
                  <a:pt x="995955" y="28991"/>
                  <a:pt x="995955" y="40265"/>
                </a:cubicBezTo>
                <a:cubicBezTo>
                  <a:pt x="995955" y="51539"/>
                  <a:pt x="986816" y="60678"/>
                  <a:pt x="975542" y="60678"/>
                </a:cubicBezTo>
                <a:cubicBezTo>
                  <a:pt x="964268" y="60678"/>
                  <a:pt x="955129" y="51539"/>
                  <a:pt x="955129" y="40265"/>
                </a:cubicBezTo>
                <a:cubicBezTo>
                  <a:pt x="955129" y="28991"/>
                  <a:pt x="964268" y="19852"/>
                  <a:pt x="975542" y="19852"/>
                </a:cubicBezTo>
                <a:close/>
                <a:moveTo>
                  <a:pt x="926765" y="19852"/>
                </a:moveTo>
                <a:cubicBezTo>
                  <a:pt x="938039" y="19852"/>
                  <a:pt x="947178" y="28991"/>
                  <a:pt x="947178" y="40265"/>
                </a:cubicBezTo>
                <a:cubicBezTo>
                  <a:pt x="947178" y="51539"/>
                  <a:pt x="938039" y="60678"/>
                  <a:pt x="926765" y="60678"/>
                </a:cubicBezTo>
                <a:cubicBezTo>
                  <a:pt x="915491" y="60678"/>
                  <a:pt x="906352" y="51539"/>
                  <a:pt x="906352" y="40265"/>
                </a:cubicBezTo>
                <a:cubicBezTo>
                  <a:pt x="906352" y="28991"/>
                  <a:pt x="915491" y="19852"/>
                  <a:pt x="926765" y="19852"/>
                </a:cubicBezTo>
                <a:close/>
                <a:moveTo>
                  <a:pt x="877988" y="19852"/>
                </a:moveTo>
                <a:cubicBezTo>
                  <a:pt x="889262" y="19852"/>
                  <a:pt x="898401" y="28991"/>
                  <a:pt x="898401" y="40265"/>
                </a:cubicBezTo>
                <a:cubicBezTo>
                  <a:pt x="898401" y="51539"/>
                  <a:pt x="889262" y="60678"/>
                  <a:pt x="877988" y="60678"/>
                </a:cubicBezTo>
                <a:cubicBezTo>
                  <a:pt x="866714" y="60678"/>
                  <a:pt x="857575" y="51539"/>
                  <a:pt x="857575" y="40265"/>
                </a:cubicBezTo>
                <a:cubicBezTo>
                  <a:pt x="857575" y="28991"/>
                  <a:pt x="866714" y="19852"/>
                  <a:pt x="877988" y="19852"/>
                </a:cubicBezTo>
                <a:close/>
                <a:moveTo>
                  <a:pt x="829211" y="19852"/>
                </a:moveTo>
                <a:cubicBezTo>
                  <a:pt x="840485" y="19852"/>
                  <a:pt x="849624" y="28991"/>
                  <a:pt x="849624" y="40265"/>
                </a:cubicBezTo>
                <a:cubicBezTo>
                  <a:pt x="849624" y="51539"/>
                  <a:pt x="840485" y="60678"/>
                  <a:pt x="829211" y="60678"/>
                </a:cubicBezTo>
                <a:cubicBezTo>
                  <a:pt x="817937" y="60678"/>
                  <a:pt x="808798" y="51539"/>
                  <a:pt x="808798" y="40265"/>
                </a:cubicBezTo>
                <a:cubicBezTo>
                  <a:pt x="808798" y="28991"/>
                  <a:pt x="817937" y="19852"/>
                  <a:pt x="829211" y="19852"/>
                </a:cubicBezTo>
                <a:close/>
                <a:moveTo>
                  <a:pt x="780434" y="19852"/>
                </a:moveTo>
                <a:cubicBezTo>
                  <a:pt x="791708" y="19852"/>
                  <a:pt x="800847" y="28991"/>
                  <a:pt x="800847" y="40265"/>
                </a:cubicBezTo>
                <a:cubicBezTo>
                  <a:pt x="800847" y="51539"/>
                  <a:pt x="791708" y="60678"/>
                  <a:pt x="780434" y="60678"/>
                </a:cubicBezTo>
                <a:cubicBezTo>
                  <a:pt x="769160" y="60678"/>
                  <a:pt x="760021" y="51539"/>
                  <a:pt x="760021" y="40265"/>
                </a:cubicBezTo>
                <a:cubicBezTo>
                  <a:pt x="760021" y="28991"/>
                  <a:pt x="769160" y="19852"/>
                  <a:pt x="780434" y="19852"/>
                </a:cubicBezTo>
                <a:close/>
                <a:moveTo>
                  <a:pt x="731657" y="19852"/>
                </a:moveTo>
                <a:cubicBezTo>
                  <a:pt x="742931" y="19852"/>
                  <a:pt x="752070" y="28991"/>
                  <a:pt x="752070" y="40265"/>
                </a:cubicBezTo>
                <a:cubicBezTo>
                  <a:pt x="752070" y="51539"/>
                  <a:pt x="742931" y="60678"/>
                  <a:pt x="731657" y="60678"/>
                </a:cubicBezTo>
                <a:cubicBezTo>
                  <a:pt x="720383" y="60678"/>
                  <a:pt x="711244" y="51539"/>
                  <a:pt x="711244" y="40265"/>
                </a:cubicBezTo>
                <a:cubicBezTo>
                  <a:pt x="711244" y="28991"/>
                  <a:pt x="720383" y="19852"/>
                  <a:pt x="731657" y="19852"/>
                </a:cubicBezTo>
                <a:close/>
                <a:moveTo>
                  <a:pt x="682880" y="19852"/>
                </a:moveTo>
                <a:cubicBezTo>
                  <a:pt x="694153" y="19852"/>
                  <a:pt x="703293" y="28991"/>
                  <a:pt x="703293" y="40265"/>
                </a:cubicBezTo>
                <a:cubicBezTo>
                  <a:pt x="703293" y="51539"/>
                  <a:pt x="694153" y="60678"/>
                  <a:pt x="682880" y="60678"/>
                </a:cubicBezTo>
                <a:cubicBezTo>
                  <a:pt x="671606" y="60678"/>
                  <a:pt x="662467" y="51539"/>
                  <a:pt x="662467" y="40265"/>
                </a:cubicBezTo>
                <a:cubicBezTo>
                  <a:pt x="662467" y="28991"/>
                  <a:pt x="671606" y="19852"/>
                  <a:pt x="682880" y="19852"/>
                </a:cubicBezTo>
                <a:close/>
                <a:moveTo>
                  <a:pt x="634103" y="19852"/>
                </a:moveTo>
                <a:cubicBezTo>
                  <a:pt x="645377" y="19852"/>
                  <a:pt x="654516" y="28991"/>
                  <a:pt x="654516" y="40265"/>
                </a:cubicBezTo>
                <a:cubicBezTo>
                  <a:pt x="654516" y="51539"/>
                  <a:pt x="645377" y="60678"/>
                  <a:pt x="634103" y="60678"/>
                </a:cubicBezTo>
                <a:cubicBezTo>
                  <a:pt x="622829" y="60678"/>
                  <a:pt x="613690" y="51539"/>
                  <a:pt x="613690" y="40265"/>
                </a:cubicBezTo>
                <a:cubicBezTo>
                  <a:pt x="613690" y="28991"/>
                  <a:pt x="622829" y="19852"/>
                  <a:pt x="634103" y="19852"/>
                </a:cubicBezTo>
                <a:close/>
                <a:moveTo>
                  <a:pt x="585326" y="19852"/>
                </a:moveTo>
                <a:cubicBezTo>
                  <a:pt x="596599" y="19852"/>
                  <a:pt x="605738" y="28991"/>
                  <a:pt x="605738" y="40265"/>
                </a:cubicBezTo>
                <a:cubicBezTo>
                  <a:pt x="605738" y="51539"/>
                  <a:pt x="596599" y="60678"/>
                  <a:pt x="585326" y="60678"/>
                </a:cubicBezTo>
                <a:cubicBezTo>
                  <a:pt x="574052" y="60678"/>
                  <a:pt x="564913" y="51539"/>
                  <a:pt x="564913" y="40265"/>
                </a:cubicBezTo>
                <a:cubicBezTo>
                  <a:pt x="564913" y="28991"/>
                  <a:pt x="574052" y="19852"/>
                  <a:pt x="585326" y="19852"/>
                </a:cubicBezTo>
                <a:close/>
                <a:moveTo>
                  <a:pt x="536549" y="19852"/>
                </a:moveTo>
                <a:cubicBezTo>
                  <a:pt x="547822" y="19852"/>
                  <a:pt x="556961" y="28991"/>
                  <a:pt x="556961" y="40265"/>
                </a:cubicBezTo>
                <a:cubicBezTo>
                  <a:pt x="556961" y="51539"/>
                  <a:pt x="547822" y="60678"/>
                  <a:pt x="536549" y="60678"/>
                </a:cubicBezTo>
                <a:cubicBezTo>
                  <a:pt x="525275" y="60678"/>
                  <a:pt x="516136" y="51539"/>
                  <a:pt x="516136" y="40265"/>
                </a:cubicBezTo>
                <a:cubicBezTo>
                  <a:pt x="516136" y="28991"/>
                  <a:pt x="525275" y="19852"/>
                  <a:pt x="536549" y="19852"/>
                </a:cubicBezTo>
                <a:close/>
                <a:moveTo>
                  <a:pt x="487772" y="19852"/>
                </a:moveTo>
                <a:cubicBezTo>
                  <a:pt x="499045" y="19852"/>
                  <a:pt x="508184" y="28991"/>
                  <a:pt x="508184" y="40265"/>
                </a:cubicBezTo>
                <a:cubicBezTo>
                  <a:pt x="508184" y="51539"/>
                  <a:pt x="499045" y="60678"/>
                  <a:pt x="487772" y="60678"/>
                </a:cubicBezTo>
                <a:cubicBezTo>
                  <a:pt x="476498" y="60678"/>
                  <a:pt x="467359" y="51539"/>
                  <a:pt x="467359" y="40265"/>
                </a:cubicBezTo>
                <a:cubicBezTo>
                  <a:pt x="467359" y="28991"/>
                  <a:pt x="476498" y="19852"/>
                  <a:pt x="487772" y="19852"/>
                </a:cubicBezTo>
                <a:close/>
                <a:moveTo>
                  <a:pt x="438994" y="19852"/>
                </a:moveTo>
                <a:cubicBezTo>
                  <a:pt x="450268" y="19852"/>
                  <a:pt x="459407" y="28991"/>
                  <a:pt x="459407" y="40265"/>
                </a:cubicBezTo>
                <a:cubicBezTo>
                  <a:pt x="459407" y="51539"/>
                  <a:pt x="450268" y="60678"/>
                  <a:pt x="438994" y="60678"/>
                </a:cubicBezTo>
                <a:cubicBezTo>
                  <a:pt x="427721" y="60678"/>
                  <a:pt x="418582" y="51539"/>
                  <a:pt x="418582" y="40265"/>
                </a:cubicBezTo>
                <a:cubicBezTo>
                  <a:pt x="418582" y="28991"/>
                  <a:pt x="427721" y="19852"/>
                  <a:pt x="438994" y="19852"/>
                </a:cubicBezTo>
                <a:close/>
                <a:moveTo>
                  <a:pt x="390217" y="19852"/>
                </a:moveTo>
                <a:cubicBezTo>
                  <a:pt x="401491" y="19852"/>
                  <a:pt x="410630" y="28991"/>
                  <a:pt x="410630" y="40265"/>
                </a:cubicBezTo>
                <a:cubicBezTo>
                  <a:pt x="410630" y="51539"/>
                  <a:pt x="401491" y="60678"/>
                  <a:pt x="390217" y="60678"/>
                </a:cubicBezTo>
                <a:cubicBezTo>
                  <a:pt x="378944" y="60678"/>
                  <a:pt x="369805" y="51539"/>
                  <a:pt x="369805" y="40265"/>
                </a:cubicBezTo>
                <a:cubicBezTo>
                  <a:pt x="369805" y="28991"/>
                  <a:pt x="378944" y="19852"/>
                  <a:pt x="390217" y="19852"/>
                </a:cubicBezTo>
                <a:close/>
                <a:moveTo>
                  <a:pt x="341440" y="19852"/>
                </a:moveTo>
                <a:cubicBezTo>
                  <a:pt x="352714" y="19852"/>
                  <a:pt x="361853" y="28991"/>
                  <a:pt x="361853" y="40265"/>
                </a:cubicBezTo>
                <a:cubicBezTo>
                  <a:pt x="361853" y="51539"/>
                  <a:pt x="352714" y="60678"/>
                  <a:pt x="341440" y="60678"/>
                </a:cubicBezTo>
                <a:cubicBezTo>
                  <a:pt x="330166" y="60678"/>
                  <a:pt x="321028" y="51539"/>
                  <a:pt x="321028" y="40265"/>
                </a:cubicBezTo>
                <a:cubicBezTo>
                  <a:pt x="321028" y="28991"/>
                  <a:pt x="330166" y="19852"/>
                  <a:pt x="341440" y="19852"/>
                </a:cubicBezTo>
                <a:close/>
                <a:moveTo>
                  <a:pt x="292663" y="19852"/>
                </a:moveTo>
                <a:cubicBezTo>
                  <a:pt x="303937" y="19852"/>
                  <a:pt x="313076" y="28991"/>
                  <a:pt x="313076" y="40265"/>
                </a:cubicBezTo>
                <a:cubicBezTo>
                  <a:pt x="313076" y="51539"/>
                  <a:pt x="303937" y="60678"/>
                  <a:pt x="292663" y="60678"/>
                </a:cubicBezTo>
                <a:cubicBezTo>
                  <a:pt x="281389" y="60678"/>
                  <a:pt x="272251" y="51539"/>
                  <a:pt x="272251" y="40265"/>
                </a:cubicBezTo>
                <a:cubicBezTo>
                  <a:pt x="272251" y="28991"/>
                  <a:pt x="281389" y="19852"/>
                  <a:pt x="292663" y="19852"/>
                </a:cubicBezTo>
                <a:close/>
                <a:moveTo>
                  <a:pt x="243886" y="19852"/>
                </a:moveTo>
                <a:cubicBezTo>
                  <a:pt x="255160" y="19852"/>
                  <a:pt x="264299" y="28991"/>
                  <a:pt x="264299" y="40265"/>
                </a:cubicBezTo>
                <a:cubicBezTo>
                  <a:pt x="264299" y="51539"/>
                  <a:pt x="255160" y="60678"/>
                  <a:pt x="243886" y="60678"/>
                </a:cubicBezTo>
                <a:cubicBezTo>
                  <a:pt x="232612" y="60678"/>
                  <a:pt x="223473" y="51539"/>
                  <a:pt x="223473" y="40265"/>
                </a:cubicBezTo>
                <a:cubicBezTo>
                  <a:pt x="223473" y="28991"/>
                  <a:pt x="232612" y="19852"/>
                  <a:pt x="243886" y="19852"/>
                </a:cubicBezTo>
                <a:close/>
                <a:moveTo>
                  <a:pt x="195109" y="19852"/>
                </a:moveTo>
                <a:cubicBezTo>
                  <a:pt x="206383" y="19852"/>
                  <a:pt x="215522" y="28991"/>
                  <a:pt x="215522" y="40265"/>
                </a:cubicBezTo>
                <a:cubicBezTo>
                  <a:pt x="215522" y="51539"/>
                  <a:pt x="206383" y="60678"/>
                  <a:pt x="195109" y="60678"/>
                </a:cubicBezTo>
                <a:cubicBezTo>
                  <a:pt x="183835" y="60678"/>
                  <a:pt x="174696" y="51539"/>
                  <a:pt x="174696" y="40265"/>
                </a:cubicBezTo>
                <a:cubicBezTo>
                  <a:pt x="174696" y="28991"/>
                  <a:pt x="183835" y="19852"/>
                  <a:pt x="195109" y="19852"/>
                </a:cubicBezTo>
                <a:close/>
                <a:moveTo>
                  <a:pt x="146332" y="19852"/>
                </a:moveTo>
                <a:cubicBezTo>
                  <a:pt x="157606" y="19852"/>
                  <a:pt x="166745" y="28991"/>
                  <a:pt x="166745" y="40265"/>
                </a:cubicBezTo>
                <a:cubicBezTo>
                  <a:pt x="166745" y="51539"/>
                  <a:pt x="157606" y="60678"/>
                  <a:pt x="146332" y="60678"/>
                </a:cubicBezTo>
                <a:cubicBezTo>
                  <a:pt x="135058" y="60678"/>
                  <a:pt x="125919" y="51539"/>
                  <a:pt x="125919" y="40265"/>
                </a:cubicBezTo>
                <a:cubicBezTo>
                  <a:pt x="125919" y="28991"/>
                  <a:pt x="135058" y="19852"/>
                  <a:pt x="146332" y="19852"/>
                </a:cubicBezTo>
                <a:close/>
                <a:moveTo>
                  <a:pt x="97555" y="19852"/>
                </a:moveTo>
                <a:cubicBezTo>
                  <a:pt x="108829" y="19852"/>
                  <a:pt x="117968" y="28991"/>
                  <a:pt x="117968" y="40265"/>
                </a:cubicBezTo>
                <a:cubicBezTo>
                  <a:pt x="117968" y="51539"/>
                  <a:pt x="108829" y="60678"/>
                  <a:pt x="97555" y="60678"/>
                </a:cubicBezTo>
                <a:cubicBezTo>
                  <a:pt x="86281" y="60678"/>
                  <a:pt x="77142" y="51539"/>
                  <a:pt x="77142" y="40265"/>
                </a:cubicBezTo>
                <a:cubicBezTo>
                  <a:pt x="77142" y="28991"/>
                  <a:pt x="86281" y="19852"/>
                  <a:pt x="97555" y="19852"/>
                </a:cubicBezTo>
                <a:close/>
                <a:moveTo>
                  <a:pt x="48778" y="19852"/>
                </a:moveTo>
                <a:cubicBezTo>
                  <a:pt x="60052" y="19852"/>
                  <a:pt x="69191" y="28991"/>
                  <a:pt x="69191" y="40265"/>
                </a:cubicBezTo>
                <a:cubicBezTo>
                  <a:pt x="69191" y="51539"/>
                  <a:pt x="60052" y="60678"/>
                  <a:pt x="48778" y="60678"/>
                </a:cubicBezTo>
                <a:cubicBezTo>
                  <a:pt x="37504" y="60678"/>
                  <a:pt x="28365" y="51539"/>
                  <a:pt x="28365" y="40265"/>
                </a:cubicBezTo>
                <a:cubicBezTo>
                  <a:pt x="28365" y="28991"/>
                  <a:pt x="37504" y="19852"/>
                  <a:pt x="48778" y="19852"/>
                </a:cubicBezTo>
                <a:close/>
                <a:moveTo>
                  <a:pt x="2" y="19852"/>
                </a:moveTo>
                <a:cubicBezTo>
                  <a:pt x="11275" y="19852"/>
                  <a:pt x="20414" y="28991"/>
                  <a:pt x="20414" y="40265"/>
                </a:cubicBezTo>
                <a:cubicBezTo>
                  <a:pt x="20414" y="51539"/>
                  <a:pt x="11275" y="60678"/>
                  <a:pt x="2" y="60678"/>
                </a:cubicBezTo>
                <a:lnTo>
                  <a:pt x="0" y="60677"/>
                </a:lnTo>
                <a:lnTo>
                  <a:pt x="0" y="19853"/>
                </a:lnTo>
                <a:close/>
                <a:moveTo>
                  <a:pt x="1009631" y="0"/>
                </a:moveTo>
                <a:lnTo>
                  <a:pt x="1010974" y="0"/>
                </a:lnTo>
                <a:lnTo>
                  <a:pt x="1011044" y="1394"/>
                </a:lnTo>
                <a:lnTo>
                  <a:pt x="1009885" y="613"/>
                </a:lnTo>
                <a:close/>
                <a:moveTo>
                  <a:pt x="960854" y="0"/>
                </a:moveTo>
                <a:lnTo>
                  <a:pt x="990230" y="0"/>
                </a:lnTo>
                <a:lnTo>
                  <a:pt x="989976" y="613"/>
                </a:lnTo>
                <a:cubicBezTo>
                  <a:pt x="986282" y="4307"/>
                  <a:pt x="981179" y="6592"/>
                  <a:pt x="975542" y="6592"/>
                </a:cubicBezTo>
                <a:cubicBezTo>
                  <a:pt x="969905" y="6592"/>
                  <a:pt x="964802" y="4307"/>
                  <a:pt x="961108" y="613"/>
                </a:cubicBezTo>
                <a:close/>
                <a:moveTo>
                  <a:pt x="912077" y="0"/>
                </a:moveTo>
                <a:lnTo>
                  <a:pt x="941453" y="0"/>
                </a:lnTo>
                <a:lnTo>
                  <a:pt x="941199" y="613"/>
                </a:lnTo>
                <a:cubicBezTo>
                  <a:pt x="937505" y="4307"/>
                  <a:pt x="932402" y="6592"/>
                  <a:pt x="926765" y="6592"/>
                </a:cubicBezTo>
                <a:cubicBezTo>
                  <a:pt x="921128" y="6592"/>
                  <a:pt x="916025" y="4307"/>
                  <a:pt x="912331" y="613"/>
                </a:cubicBezTo>
                <a:close/>
                <a:moveTo>
                  <a:pt x="863300" y="0"/>
                </a:moveTo>
                <a:lnTo>
                  <a:pt x="892676" y="0"/>
                </a:lnTo>
                <a:lnTo>
                  <a:pt x="892422" y="613"/>
                </a:lnTo>
                <a:cubicBezTo>
                  <a:pt x="888728" y="4307"/>
                  <a:pt x="883625" y="6592"/>
                  <a:pt x="877988" y="6592"/>
                </a:cubicBezTo>
                <a:cubicBezTo>
                  <a:pt x="872351" y="6592"/>
                  <a:pt x="867248" y="4307"/>
                  <a:pt x="863554" y="613"/>
                </a:cubicBezTo>
                <a:close/>
                <a:moveTo>
                  <a:pt x="814523" y="0"/>
                </a:moveTo>
                <a:lnTo>
                  <a:pt x="843899" y="0"/>
                </a:lnTo>
                <a:lnTo>
                  <a:pt x="843645" y="613"/>
                </a:lnTo>
                <a:cubicBezTo>
                  <a:pt x="839951" y="4307"/>
                  <a:pt x="834848" y="6592"/>
                  <a:pt x="829211" y="6592"/>
                </a:cubicBezTo>
                <a:cubicBezTo>
                  <a:pt x="823574" y="6592"/>
                  <a:pt x="818471" y="4307"/>
                  <a:pt x="814777" y="613"/>
                </a:cubicBezTo>
                <a:close/>
                <a:moveTo>
                  <a:pt x="765746" y="0"/>
                </a:moveTo>
                <a:lnTo>
                  <a:pt x="795122" y="0"/>
                </a:lnTo>
                <a:lnTo>
                  <a:pt x="794868" y="613"/>
                </a:lnTo>
                <a:cubicBezTo>
                  <a:pt x="791174" y="4307"/>
                  <a:pt x="786071" y="6592"/>
                  <a:pt x="780434" y="6592"/>
                </a:cubicBezTo>
                <a:cubicBezTo>
                  <a:pt x="774797" y="6592"/>
                  <a:pt x="769694" y="4307"/>
                  <a:pt x="766000" y="613"/>
                </a:cubicBezTo>
                <a:close/>
                <a:moveTo>
                  <a:pt x="716969" y="0"/>
                </a:moveTo>
                <a:lnTo>
                  <a:pt x="746345" y="0"/>
                </a:lnTo>
                <a:lnTo>
                  <a:pt x="746091" y="613"/>
                </a:lnTo>
                <a:cubicBezTo>
                  <a:pt x="742397" y="4307"/>
                  <a:pt x="737294" y="6592"/>
                  <a:pt x="731657" y="6592"/>
                </a:cubicBezTo>
                <a:cubicBezTo>
                  <a:pt x="726020" y="6592"/>
                  <a:pt x="720917" y="4307"/>
                  <a:pt x="717223" y="613"/>
                </a:cubicBezTo>
                <a:close/>
                <a:moveTo>
                  <a:pt x="668192" y="0"/>
                </a:moveTo>
                <a:lnTo>
                  <a:pt x="697568" y="0"/>
                </a:lnTo>
                <a:lnTo>
                  <a:pt x="697314" y="613"/>
                </a:lnTo>
                <a:cubicBezTo>
                  <a:pt x="693620" y="4307"/>
                  <a:pt x="688517" y="6592"/>
                  <a:pt x="682880" y="6592"/>
                </a:cubicBezTo>
                <a:cubicBezTo>
                  <a:pt x="677243" y="6592"/>
                  <a:pt x="672140" y="4307"/>
                  <a:pt x="668446" y="613"/>
                </a:cubicBezTo>
                <a:close/>
                <a:moveTo>
                  <a:pt x="619415" y="0"/>
                </a:moveTo>
                <a:lnTo>
                  <a:pt x="648791" y="0"/>
                </a:lnTo>
                <a:lnTo>
                  <a:pt x="648537" y="613"/>
                </a:lnTo>
                <a:cubicBezTo>
                  <a:pt x="644843" y="4307"/>
                  <a:pt x="639740" y="6592"/>
                  <a:pt x="634103" y="6592"/>
                </a:cubicBezTo>
                <a:cubicBezTo>
                  <a:pt x="628466" y="6592"/>
                  <a:pt x="623363" y="4307"/>
                  <a:pt x="619669" y="613"/>
                </a:cubicBezTo>
                <a:close/>
                <a:moveTo>
                  <a:pt x="570638" y="0"/>
                </a:moveTo>
                <a:lnTo>
                  <a:pt x="600013" y="0"/>
                </a:lnTo>
                <a:lnTo>
                  <a:pt x="599760" y="613"/>
                </a:lnTo>
                <a:cubicBezTo>
                  <a:pt x="596066" y="4307"/>
                  <a:pt x="590963" y="6592"/>
                  <a:pt x="585326" y="6592"/>
                </a:cubicBezTo>
                <a:cubicBezTo>
                  <a:pt x="579689" y="6592"/>
                  <a:pt x="574586" y="4307"/>
                  <a:pt x="570892" y="613"/>
                </a:cubicBezTo>
                <a:close/>
                <a:moveTo>
                  <a:pt x="521861" y="0"/>
                </a:moveTo>
                <a:lnTo>
                  <a:pt x="551237" y="0"/>
                </a:lnTo>
                <a:lnTo>
                  <a:pt x="550983" y="613"/>
                </a:lnTo>
                <a:cubicBezTo>
                  <a:pt x="547289" y="4307"/>
                  <a:pt x="542185" y="6592"/>
                  <a:pt x="536549" y="6592"/>
                </a:cubicBezTo>
                <a:cubicBezTo>
                  <a:pt x="530912" y="6592"/>
                  <a:pt x="525808" y="4307"/>
                  <a:pt x="522114" y="613"/>
                </a:cubicBezTo>
                <a:close/>
                <a:moveTo>
                  <a:pt x="473084" y="0"/>
                </a:moveTo>
                <a:lnTo>
                  <a:pt x="502459" y="0"/>
                </a:lnTo>
                <a:lnTo>
                  <a:pt x="502206" y="613"/>
                </a:lnTo>
                <a:cubicBezTo>
                  <a:pt x="498512" y="4307"/>
                  <a:pt x="493408" y="6592"/>
                  <a:pt x="487772" y="6592"/>
                </a:cubicBezTo>
                <a:cubicBezTo>
                  <a:pt x="482135" y="6592"/>
                  <a:pt x="477031" y="4307"/>
                  <a:pt x="473337" y="613"/>
                </a:cubicBezTo>
                <a:close/>
                <a:moveTo>
                  <a:pt x="424307" y="0"/>
                </a:moveTo>
                <a:lnTo>
                  <a:pt x="453682" y="0"/>
                </a:lnTo>
                <a:lnTo>
                  <a:pt x="453429" y="613"/>
                </a:lnTo>
                <a:cubicBezTo>
                  <a:pt x="449735" y="4307"/>
                  <a:pt x="444631" y="6592"/>
                  <a:pt x="438994" y="6592"/>
                </a:cubicBezTo>
                <a:cubicBezTo>
                  <a:pt x="433358" y="6592"/>
                  <a:pt x="428254" y="4307"/>
                  <a:pt x="424560" y="613"/>
                </a:cubicBezTo>
                <a:close/>
                <a:moveTo>
                  <a:pt x="375529" y="0"/>
                </a:moveTo>
                <a:lnTo>
                  <a:pt x="404905" y="0"/>
                </a:lnTo>
                <a:lnTo>
                  <a:pt x="404651" y="613"/>
                </a:lnTo>
                <a:cubicBezTo>
                  <a:pt x="400957" y="4307"/>
                  <a:pt x="395854" y="6592"/>
                  <a:pt x="390217" y="6592"/>
                </a:cubicBezTo>
                <a:cubicBezTo>
                  <a:pt x="384580" y="6592"/>
                  <a:pt x="379477" y="4307"/>
                  <a:pt x="375783" y="613"/>
                </a:cubicBezTo>
                <a:close/>
                <a:moveTo>
                  <a:pt x="326752" y="0"/>
                </a:moveTo>
                <a:lnTo>
                  <a:pt x="356128" y="0"/>
                </a:lnTo>
                <a:lnTo>
                  <a:pt x="355874" y="613"/>
                </a:lnTo>
                <a:cubicBezTo>
                  <a:pt x="352180" y="4307"/>
                  <a:pt x="347077" y="6592"/>
                  <a:pt x="341440" y="6592"/>
                </a:cubicBezTo>
                <a:cubicBezTo>
                  <a:pt x="335803" y="6592"/>
                  <a:pt x="330700" y="4307"/>
                  <a:pt x="327006" y="613"/>
                </a:cubicBezTo>
                <a:close/>
                <a:moveTo>
                  <a:pt x="277975" y="0"/>
                </a:moveTo>
                <a:lnTo>
                  <a:pt x="307351" y="0"/>
                </a:lnTo>
                <a:lnTo>
                  <a:pt x="307097" y="613"/>
                </a:lnTo>
                <a:cubicBezTo>
                  <a:pt x="303403" y="4307"/>
                  <a:pt x="298300" y="6592"/>
                  <a:pt x="292663" y="6592"/>
                </a:cubicBezTo>
                <a:cubicBezTo>
                  <a:pt x="287026" y="6592"/>
                  <a:pt x="281923" y="4307"/>
                  <a:pt x="278229" y="613"/>
                </a:cubicBezTo>
                <a:close/>
                <a:moveTo>
                  <a:pt x="229198" y="0"/>
                </a:moveTo>
                <a:lnTo>
                  <a:pt x="258574" y="0"/>
                </a:lnTo>
                <a:lnTo>
                  <a:pt x="258320" y="613"/>
                </a:lnTo>
                <a:cubicBezTo>
                  <a:pt x="254626" y="4307"/>
                  <a:pt x="249523" y="6592"/>
                  <a:pt x="243886" y="6592"/>
                </a:cubicBezTo>
                <a:cubicBezTo>
                  <a:pt x="238249" y="6592"/>
                  <a:pt x="233146" y="4307"/>
                  <a:pt x="229452" y="613"/>
                </a:cubicBezTo>
                <a:close/>
                <a:moveTo>
                  <a:pt x="180421" y="0"/>
                </a:moveTo>
                <a:lnTo>
                  <a:pt x="209797" y="0"/>
                </a:lnTo>
                <a:lnTo>
                  <a:pt x="209543" y="613"/>
                </a:lnTo>
                <a:cubicBezTo>
                  <a:pt x="205849" y="4307"/>
                  <a:pt x="200746" y="6592"/>
                  <a:pt x="195109" y="6592"/>
                </a:cubicBezTo>
                <a:cubicBezTo>
                  <a:pt x="189472" y="6592"/>
                  <a:pt x="184369" y="4307"/>
                  <a:pt x="180675" y="613"/>
                </a:cubicBezTo>
                <a:close/>
                <a:moveTo>
                  <a:pt x="131644" y="0"/>
                </a:moveTo>
                <a:lnTo>
                  <a:pt x="161020" y="0"/>
                </a:lnTo>
                <a:lnTo>
                  <a:pt x="160766" y="613"/>
                </a:lnTo>
                <a:cubicBezTo>
                  <a:pt x="157072" y="4307"/>
                  <a:pt x="151969" y="6592"/>
                  <a:pt x="146332" y="6592"/>
                </a:cubicBezTo>
                <a:cubicBezTo>
                  <a:pt x="140695" y="6592"/>
                  <a:pt x="135592" y="4307"/>
                  <a:pt x="131898" y="613"/>
                </a:cubicBezTo>
                <a:close/>
                <a:moveTo>
                  <a:pt x="82867" y="0"/>
                </a:moveTo>
                <a:lnTo>
                  <a:pt x="112243" y="0"/>
                </a:lnTo>
                <a:lnTo>
                  <a:pt x="111989" y="613"/>
                </a:lnTo>
                <a:cubicBezTo>
                  <a:pt x="108295" y="4307"/>
                  <a:pt x="103192" y="6592"/>
                  <a:pt x="97555" y="6592"/>
                </a:cubicBezTo>
                <a:cubicBezTo>
                  <a:pt x="91918" y="6592"/>
                  <a:pt x="86815" y="4307"/>
                  <a:pt x="83121" y="613"/>
                </a:cubicBezTo>
                <a:close/>
                <a:moveTo>
                  <a:pt x="34090" y="0"/>
                </a:moveTo>
                <a:lnTo>
                  <a:pt x="63466" y="0"/>
                </a:lnTo>
                <a:lnTo>
                  <a:pt x="63212" y="613"/>
                </a:lnTo>
                <a:cubicBezTo>
                  <a:pt x="59518" y="4307"/>
                  <a:pt x="54415" y="6592"/>
                  <a:pt x="48778" y="6592"/>
                </a:cubicBezTo>
                <a:cubicBezTo>
                  <a:pt x="43141" y="6592"/>
                  <a:pt x="38038" y="4307"/>
                  <a:pt x="34344" y="613"/>
                </a:cubicBezTo>
                <a:close/>
                <a:moveTo>
                  <a:pt x="0" y="0"/>
                </a:moveTo>
                <a:lnTo>
                  <a:pt x="14689" y="0"/>
                </a:lnTo>
                <a:lnTo>
                  <a:pt x="14435" y="613"/>
                </a:lnTo>
                <a:cubicBezTo>
                  <a:pt x="10741" y="4307"/>
                  <a:pt x="5638" y="6592"/>
                  <a:pt x="2" y="6592"/>
                </a:cubicBezTo>
                <a:lnTo>
                  <a:pt x="0" y="6591"/>
                </a:lnTo>
                <a:close/>
              </a:path>
            </a:pathLst>
          </a:custGeom>
          <a:solidFill>
            <a:schemeClr val="accent1"/>
          </a:soli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None/>
            </a:pPr>
            <a:endParaRPr sz="1867" b="0" i="0" u="none" strike="noStrike" cap="none" dirty="0">
              <a:solidFill>
                <a:schemeClr val="dk1"/>
              </a:solidFill>
              <a:latin typeface="Calibri"/>
              <a:ea typeface="Calibri"/>
              <a:cs typeface="Calibri"/>
              <a:sym typeface="Calibri"/>
            </a:endParaRPr>
          </a:p>
        </p:txBody>
      </p:sp>
      <p:sp>
        <p:nvSpPr>
          <p:cNvPr id="5" name="Google Shape;12;p2">
            <a:extLst>
              <a:ext uri="{FF2B5EF4-FFF2-40B4-BE49-F238E27FC236}">
                <a16:creationId xmlns:a16="http://schemas.microsoft.com/office/drawing/2014/main" id="{B52CF107-93E8-FC44-8DFE-BBEC422F2ABB}"/>
              </a:ext>
            </a:extLst>
          </p:cNvPr>
          <p:cNvSpPr/>
          <p:nvPr/>
        </p:nvSpPr>
        <p:spPr>
          <a:xfrm>
            <a:off x="2" y="2"/>
            <a:ext cx="403373" cy="496797"/>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6" name="Google Shape;17;p2">
            <a:extLst>
              <a:ext uri="{FF2B5EF4-FFF2-40B4-BE49-F238E27FC236}">
                <a16:creationId xmlns:a16="http://schemas.microsoft.com/office/drawing/2014/main" id="{201498F0-CB3F-FD44-BEBE-07F07F2932BC}"/>
              </a:ext>
            </a:extLst>
          </p:cNvPr>
          <p:cNvSpPr/>
          <p:nvPr/>
        </p:nvSpPr>
        <p:spPr>
          <a:xfrm>
            <a:off x="8340399" y="3006656"/>
            <a:ext cx="3851608" cy="3851345"/>
          </a:xfrm>
          <a:custGeom>
            <a:avLst/>
            <a:gdLst/>
            <a:ahLst/>
            <a:cxnLst/>
            <a:rect l="l" t="t" r="r" b="b"/>
            <a:pathLst>
              <a:path w="3826101" h="3851345" extrusionOk="0">
                <a:moveTo>
                  <a:pt x="3826101" y="0"/>
                </a:moveTo>
                <a:lnTo>
                  <a:pt x="3826101" y="584257"/>
                </a:lnTo>
                <a:lnTo>
                  <a:pt x="3672624" y="588138"/>
                </a:lnTo>
                <a:cubicBezTo>
                  <a:pt x="1952295" y="675341"/>
                  <a:pt x="584255" y="2097818"/>
                  <a:pt x="584255" y="3839818"/>
                </a:cubicBezTo>
                <a:lnTo>
                  <a:pt x="584819" y="3851345"/>
                </a:lnTo>
                <a:lnTo>
                  <a:pt x="564" y="3851345"/>
                </a:lnTo>
                <a:lnTo>
                  <a:pt x="0" y="3839817"/>
                </a:lnTo>
                <a:cubicBezTo>
                  <a:pt x="0" y="1785226"/>
                  <a:pt x="1613526" y="107493"/>
                  <a:pt x="3642558" y="4641"/>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7" name="Text Placeholder 4">
            <a:extLst>
              <a:ext uri="{FF2B5EF4-FFF2-40B4-BE49-F238E27FC236}">
                <a16:creationId xmlns:a16="http://schemas.microsoft.com/office/drawing/2014/main" id="{7927F015-6816-8D43-8518-BECC45FD7EDF}"/>
              </a:ext>
            </a:extLst>
          </p:cNvPr>
          <p:cNvSpPr>
            <a:spLocks noGrp="1"/>
          </p:cNvSpPr>
          <p:nvPr>
            <p:ph type="body" sz="quarter" idx="10"/>
          </p:nvPr>
        </p:nvSpPr>
        <p:spPr>
          <a:xfrm>
            <a:off x="3078592" y="6499667"/>
            <a:ext cx="1376800" cy="123200"/>
          </a:xfrm>
          <a:prstGeom prst="rect">
            <a:avLst/>
          </a:prstGeom>
        </p:spPr>
        <p:txBody>
          <a:bodyPr lIns="0" tIns="0" rIns="0" bIns="0"/>
          <a:lstStyle>
            <a:lvl1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8" name="Text Placeholder 4">
            <a:extLst>
              <a:ext uri="{FF2B5EF4-FFF2-40B4-BE49-F238E27FC236}">
                <a16:creationId xmlns:a16="http://schemas.microsoft.com/office/drawing/2014/main" id="{FF0678D6-756B-2140-8329-80B19094EB69}"/>
              </a:ext>
            </a:extLst>
          </p:cNvPr>
          <p:cNvSpPr>
            <a:spLocks noGrp="1"/>
          </p:cNvSpPr>
          <p:nvPr>
            <p:ph type="body" sz="quarter" idx="13"/>
          </p:nvPr>
        </p:nvSpPr>
        <p:spPr>
          <a:xfrm>
            <a:off x="6983589" y="6499667"/>
            <a:ext cx="745200" cy="123200"/>
          </a:xfrm>
          <a:prstGeom prst="rect">
            <a:avLst/>
          </a:prstGeom>
        </p:spPr>
        <p:txBody>
          <a:bodyPr lIns="0" tIns="0" rIns="0" bIns="0"/>
          <a:lstStyle>
            <a:lvl1pPr marL="8466" marR="0" indent="0" algn="l"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9" name="Google Shape;9;p2">
            <a:extLst>
              <a:ext uri="{FF2B5EF4-FFF2-40B4-BE49-F238E27FC236}">
                <a16:creationId xmlns:a16="http://schemas.microsoft.com/office/drawing/2014/main" id="{917604C0-DA86-AF4D-A647-202C68D76175}"/>
              </a:ext>
            </a:extLst>
          </p:cNvPr>
          <p:cNvSpPr txBox="1"/>
          <p:nvPr/>
        </p:nvSpPr>
        <p:spPr>
          <a:xfrm>
            <a:off x="4978276" y="6499667"/>
            <a:ext cx="224420" cy="123111"/>
          </a:xfrm>
          <a:prstGeom prst="rect">
            <a:avLst/>
          </a:prstGeom>
          <a:noFill/>
          <a:ln>
            <a:noFill/>
          </a:ln>
        </p:spPr>
        <p:txBody>
          <a:bodyPr spcFirstLastPara="1" wrap="none" lIns="0" tIns="0" rIns="0" bIns="0" anchor="t" anchorCtr="0">
            <a:spAutoFit/>
          </a:bodyPr>
          <a:lstStyle/>
          <a:p>
            <a:pPr marL="0" lvl="0" indent="0" algn="r" rtl="0">
              <a:spcBef>
                <a:spcPts val="0"/>
              </a:spcBef>
              <a:spcAft>
                <a:spcPts val="0"/>
              </a:spcAft>
              <a:buNone/>
            </a:pPr>
            <a:r>
              <a:rPr lang="en" sz="800" dirty="0">
                <a:solidFill>
                  <a:schemeClr val="bg1"/>
                </a:solidFill>
                <a:latin typeface="+mn-lt"/>
                <a:ea typeface="Calibri"/>
                <a:cs typeface="Calibri"/>
                <a:sym typeface="Calibri"/>
              </a:rPr>
              <a:t>Date:</a:t>
            </a:r>
            <a:endParaRPr sz="800" dirty="0">
              <a:solidFill>
                <a:schemeClr val="bg1"/>
              </a:solidFill>
              <a:latin typeface="+mn-lt"/>
              <a:ea typeface="Calibri"/>
              <a:cs typeface="Calibri"/>
              <a:sym typeface="Calibri"/>
            </a:endParaRPr>
          </a:p>
        </p:txBody>
      </p:sp>
      <p:sp>
        <p:nvSpPr>
          <p:cNvPr id="10" name="Text Placeholder 4">
            <a:extLst>
              <a:ext uri="{FF2B5EF4-FFF2-40B4-BE49-F238E27FC236}">
                <a16:creationId xmlns:a16="http://schemas.microsoft.com/office/drawing/2014/main" id="{95E933CE-8769-7D42-977A-9E273DD7CAFB}"/>
              </a:ext>
            </a:extLst>
          </p:cNvPr>
          <p:cNvSpPr>
            <a:spLocks noGrp="1"/>
          </p:cNvSpPr>
          <p:nvPr>
            <p:ph type="body" sz="quarter" idx="14"/>
          </p:nvPr>
        </p:nvSpPr>
        <p:spPr>
          <a:xfrm>
            <a:off x="5236821" y="6499667"/>
            <a:ext cx="856000" cy="123200"/>
          </a:xfrm>
          <a:prstGeom prst="rect">
            <a:avLst/>
          </a:prstGeom>
        </p:spPr>
        <p:txBody>
          <a:bodyPr lIns="0" tIns="0" rIns="0" bIns="0"/>
          <a:lstStyle>
            <a:lvl1pPr marL="8466" marR="0" indent="0" algn="l"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11" name="Text Placeholder 4">
            <a:extLst>
              <a:ext uri="{FF2B5EF4-FFF2-40B4-BE49-F238E27FC236}">
                <a16:creationId xmlns:a16="http://schemas.microsoft.com/office/drawing/2014/main" id="{19CFAFDF-7853-BE4C-AC60-0ACF49585AA6}"/>
              </a:ext>
            </a:extLst>
          </p:cNvPr>
          <p:cNvSpPr>
            <a:spLocks noGrp="1"/>
          </p:cNvSpPr>
          <p:nvPr>
            <p:ph type="body" sz="quarter" idx="169"/>
          </p:nvPr>
        </p:nvSpPr>
        <p:spPr>
          <a:xfrm>
            <a:off x="527051" y="2076467"/>
            <a:ext cx="5544800" cy="1352800"/>
          </a:xfrm>
          <a:prstGeom prst="rect">
            <a:avLst/>
          </a:prstGeom>
        </p:spPr>
        <p:txBody>
          <a:bodyPr lIns="0" tIns="0" rIns="0" bIns="0" anchor="b"/>
          <a:lstStyle>
            <a:lvl1pPr marL="8466" marR="0" indent="0" algn="l" rtl="0">
              <a:lnSpc>
                <a:spcPct val="90000"/>
              </a:lnSpc>
              <a:spcBef>
                <a:spcPts val="0"/>
              </a:spcBef>
              <a:spcAft>
                <a:spcPts val="0"/>
              </a:spcAft>
              <a:buClr>
                <a:schemeClr val="accent1"/>
              </a:buClr>
              <a:buSzPts val="3000"/>
              <a:buFont typeface="Poppins Medium"/>
              <a:buNone/>
              <a:tabLst/>
              <a:defRPr lang="en-US" sz="4000" b="0" i="0" u="none" strike="noStrike" cap="none" dirty="0">
                <a:solidFill>
                  <a:schemeClr val="accent1"/>
                </a:solidFill>
                <a:latin typeface="Poppins Medium"/>
                <a:ea typeface="Poppins Medium"/>
                <a:cs typeface="Poppins Medium"/>
                <a:sym typeface="Poppins Medium"/>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12" name="Text Placeholder 4">
            <a:extLst>
              <a:ext uri="{FF2B5EF4-FFF2-40B4-BE49-F238E27FC236}">
                <a16:creationId xmlns:a16="http://schemas.microsoft.com/office/drawing/2014/main" id="{32805DD9-CB4A-F340-98FC-5972BF3CE2ED}"/>
              </a:ext>
            </a:extLst>
          </p:cNvPr>
          <p:cNvSpPr>
            <a:spLocks noGrp="1"/>
          </p:cNvSpPr>
          <p:nvPr>
            <p:ph type="body" sz="quarter" idx="170"/>
          </p:nvPr>
        </p:nvSpPr>
        <p:spPr>
          <a:xfrm>
            <a:off x="527051" y="4129146"/>
            <a:ext cx="2328800" cy="328241"/>
          </a:xfrm>
          <a:prstGeom prst="rect">
            <a:avLst/>
          </a:prstGeom>
          <a:solidFill>
            <a:srgbClr val="E9EAEA"/>
          </a:solidFill>
        </p:spPr>
        <p:txBody>
          <a:bodyPr lIns="90000" tIns="46800" rIns="90000" bIns="46800"/>
          <a:lstStyle>
            <a:lvl1pPr marL="8466" marR="0" indent="0" algn="l" rtl="0">
              <a:lnSpc>
                <a:spcPct val="100000"/>
              </a:lnSpc>
              <a:spcBef>
                <a:spcPts val="0"/>
              </a:spcBef>
              <a:spcAft>
                <a:spcPts val="0"/>
              </a:spcAft>
              <a:buClr>
                <a:srgbClr val="000000"/>
              </a:buClr>
              <a:buSzPts val="1000"/>
              <a:buFont typeface="Poppins"/>
              <a:buNone/>
              <a:tabLst/>
              <a:defRPr lang="en-US" sz="1333" b="0" i="0" u="none" strike="noStrike" cap="none" dirty="0">
                <a:solidFill>
                  <a:schemeClr val="bg1"/>
                </a:solidFill>
                <a:latin typeface="Poppins"/>
                <a:ea typeface="Poppins"/>
                <a:cs typeface="Poppins"/>
                <a:sym typeface="Poppins"/>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13" name="Text Placeholder 4">
            <a:extLst>
              <a:ext uri="{FF2B5EF4-FFF2-40B4-BE49-F238E27FC236}">
                <a16:creationId xmlns:a16="http://schemas.microsoft.com/office/drawing/2014/main" id="{6287AB12-BBF8-314A-A6E9-19F637AF1BB6}"/>
              </a:ext>
            </a:extLst>
          </p:cNvPr>
          <p:cNvSpPr>
            <a:spLocks noGrp="1"/>
          </p:cNvSpPr>
          <p:nvPr>
            <p:ph type="body" sz="quarter" idx="171"/>
          </p:nvPr>
        </p:nvSpPr>
        <p:spPr>
          <a:xfrm>
            <a:off x="527051" y="3593767"/>
            <a:ext cx="5544800" cy="386000"/>
          </a:xfrm>
          <a:prstGeom prst="rect">
            <a:avLst/>
          </a:prstGeom>
        </p:spPr>
        <p:txBody>
          <a:bodyPr lIns="0" tIns="0" rIns="0" bIns="0"/>
          <a:lstStyle>
            <a:lvl1pPr marL="8466" marR="0" indent="-8466" algn="l" rtl="0">
              <a:lnSpc>
                <a:spcPct val="100000"/>
              </a:lnSpc>
              <a:spcBef>
                <a:spcPts val="0"/>
              </a:spcBef>
              <a:spcAft>
                <a:spcPts val="0"/>
              </a:spcAft>
              <a:buClr>
                <a:srgbClr val="000000"/>
              </a:buClr>
              <a:buSzPts val="1400"/>
              <a:buFont typeface="Poppins"/>
              <a:buNone/>
              <a:tabLst/>
              <a:defRPr lang="en-US" sz="1867" b="0" i="0" u="none" strike="noStrike" cap="none" dirty="0">
                <a:solidFill>
                  <a:schemeClr val="bg1"/>
                </a:solidFill>
                <a:latin typeface="Poppins"/>
                <a:ea typeface="Poppins"/>
                <a:cs typeface="Poppins"/>
                <a:sym typeface="Poppins"/>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19" name="TextBox 18">
            <a:extLst>
              <a:ext uri="{FF2B5EF4-FFF2-40B4-BE49-F238E27FC236}">
                <a16:creationId xmlns:a16="http://schemas.microsoft.com/office/drawing/2014/main" id="{1F0D41D1-5FF6-0D49-BD8F-FE3C19F30585}"/>
              </a:ext>
            </a:extLst>
          </p:cNvPr>
          <p:cNvSpPr txBox="1"/>
          <p:nvPr/>
        </p:nvSpPr>
        <p:spPr>
          <a:xfrm>
            <a:off x="527051" y="6499667"/>
            <a:ext cx="1981312" cy="123111"/>
          </a:xfrm>
          <a:prstGeom prst="rect">
            <a:avLst/>
          </a:prstGeom>
          <a:noFill/>
        </p:spPr>
        <p:txBody>
          <a:bodyPr wrap="none" lIns="0" tIns="0" rIns="0" bIns="0" rtlCol="0">
            <a:spAutoFit/>
          </a:bodyPr>
          <a:lstStyle/>
          <a:p>
            <a:pPr marL="0" marR="0" lvl="0" indent="0" algn="l" rtl="0">
              <a:lnSpc>
                <a:spcPct val="100000"/>
              </a:lnSpc>
              <a:spcBef>
                <a:spcPts val="0"/>
              </a:spcBef>
              <a:spcAft>
                <a:spcPts val="0"/>
              </a:spcAft>
              <a:buClr>
                <a:srgbClr val="000000"/>
              </a:buClr>
              <a:buFont typeface="Arial"/>
              <a:buNone/>
            </a:pPr>
            <a:r>
              <a:rPr lang="en-US" sz="800" b="0" i="0" u="none" strike="noStrike" cap="none" dirty="0">
                <a:solidFill>
                  <a:schemeClr val="bg1"/>
                </a:solidFill>
                <a:latin typeface="+mn-lt"/>
                <a:cs typeface="Calibri"/>
                <a:sym typeface="Arial"/>
              </a:rPr>
              <a:t>Tiger Analytics Inc. © 2022. All Rights Reserved.</a:t>
            </a:r>
          </a:p>
        </p:txBody>
      </p:sp>
      <p:sp>
        <p:nvSpPr>
          <p:cNvPr id="20" name="Google Shape;9;p2">
            <a:extLst>
              <a:ext uri="{FF2B5EF4-FFF2-40B4-BE49-F238E27FC236}">
                <a16:creationId xmlns:a16="http://schemas.microsoft.com/office/drawing/2014/main" id="{CDDE3FCE-F96A-8B41-B28A-3CEFB96DBBED}"/>
              </a:ext>
            </a:extLst>
          </p:cNvPr>
          <p:cNvSpPr txBox="1"/>
          <p:nvPr/>
        </p:nvSpPr>
        <p:spPr>
          <a:xfrm>
            <a:off x="6629042" y="6499667"/>
            <a:ext cx="318998" cy="123111"/>
          </a:xfrm>
          <a:prstGeom prst="rect">
            <a:avLst/>
          </a:prstGeom>
          <a:noFill/>
          <a:ln>
            <a:noFill/>
          </a:ln>
        </p:spPr>
        <p:txBody>
          <a:bodyPr spcFirstLastPara="1" wrap="none" lIns="0" tIns="0" rIns="0" bIns="0" anchor="t" anchorCtr="0">
            <a:spAutoFit/>
          </a:bodyPr>
          <a:lstStyle/>
          <a:p>
            <a:pPr marL="0" lvl="0" indent="0" algn="r" rtl="0">
              <a:spcBef>
                <a:spcPts val="0"/>
              </a:spcBef>
              <a:spcAft>
                <a:spcPts val="0"/>
              </a:spcAft>
              <a:buNone/>
            </a:pPr>
            <a:r>
              <a:rPr lang="en-IN" sz="800" dirty="0">
                <a:solidFill>
                  <a:schemeClr val="bg1"/>
                </a:solidFill>
                <a:latin typeface="+mn-lt"/>
                <a:ea typeface="Calibri"/>
                <a:cs typeface="Calibri"/>
                <a:sym typeface="Calibri"/>
              </a:rPr>
              <a:t>Author:</a:t>
            </a:r>
          </a:p>
        </p:txBody>
      </p:sp>
    </p:spTree>
    <p:extLst>
      <p:ext uri="{BB962C8B-B14F-4D97-AF65-F5344CB8AC3E}">
        <p14:creationId xmlns:p14="http://schemas.microsoft.com/office/powerpoint/2010/main" val="3011006929"/>
      </p:ext>
    </p:extLst>
  </p:cSld>
  <p:clrMapOvr>
    <a:masterClrMapping/>
  </p:clrMapOvr>
  <p:extLst>
    <p:ext uri="{DCECCB84-F9BA-43D5-87BE-67443E8EF086}">
      <p15:sldGuideLst xmlns:p15="http://schemas.microsoft.com/office/powerpoint/2012/main">
        <p15:guide id="1" orient="horz" pos="531">
          <p15:clr>
            <a:srgbClr val="FBAE40"/>
          </p15:clr>
        </p15:guide>
        <p15:guide id="2" pos="249">
          <p15:clr>
            <a:srgbClr val="FBAE40"/>
          </p15:clr>
        </p15:guide>
        <p15:guide id="3" pos="5511">
          <p15:clr>
            <a:srgbClr val="FBAE40"/>
          </p15:clr>
        </p15:guide>
        <p15:guide id="4" orient="horz" pos="3003">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Title/Cover - Client Logo">
    <p:spTree>
      <p:nvGrpSpPr>
        <p:cNvPr id="1" name=""/>
        <p:cNvGrpSpPr/>
        <p:nvPr/>
      </p:nvGrpSpPr>
      <p:grpSpPr>
        <a:xfrm>
          <a:off x="0" y="0"/>
          <a:ext cx="0" cy="0"/>
          <a:chOff x="0" y="0"/>
          <a:chExt cx="0" cy="0"/>
        </a:xfrm>
      </p:grpSpPr>
      <p:sp>
        <p:nvSpPr>
          <p:cNvPr id="4" name="Google Shape;11;p2">
            <a:extLst>
              <a:ext uri="{FF2B5EF4-FFF2-40B4-BE49-F238E27FC236}">
                <a16:creationId xmlns:a16="http://schemas.microsoft.com/office/drawing/2014/main" id="{8B400058-50C2-EA42-9BF6-A9504B065FFA}"/>
              </a:ext>
            </a:extLst>
          </p:cNvPr>
          <p:cNvSpPr/>
          <p:nvPr/>
        </p:nvSpPr>
        <p:spPr>
          <a:xfrm>
            <a:off x="2" y="2"/>
            <a:ext cx="1011044" cy="1014501"/>
          </a:xfrm>
          <a:custGeom>
            <a:avLst/>
            <a:gdLst/>
            <a:ahLst/>
            <a:cxnLst/>
            <a:rect l="l" t="t" r="r" b="b"/>
            <a:pathLst>
              <a:path w="1011044" h="1014501" extrusionOk="0">
                <a:moveTo>
                  <a:pt x="195109" y="993405"/>
                </a:moveTo>
                <a:lnTo>
                  <a:pt x="200634" y="994520"/>
                </a:lnTo>
                <a:lnTo>
                  <a:pt x="183296" y="997616"/>
                </a:lnTo>
                <a:lnTo>
                  <a:pt x="187163" y="995009"/>
                </a:lnTo>
                <a:cubicBezTo>
                  <a:pt x="189606" y="993976"/>
                  <a:pt x="192291" y="993405"/>
                  <a:pt x="195109" y="993405"/>
                </a:cubicBezTo>
                <a:close/>
                <a:moveTo>
                  <a:pt x="146332" y="993405"/>
                </a:moveTo>
                <a:cubicBezTo>
                  <a:pt x="151969" y="993405"/>
                  <a:pt x="157072" y="995690"/>
                  <a:pt x="160766" y="999383"/>
                </a:cubicBezTo>
                <a:lnTo>
                  <a:pt x="161636" y="1001484"/>
                </a:lnTo>
                <a:lnTo>
                  <a:pt x="153987" y="1002850"/>
                </a:lnTo>
                <a:lnTo>
                  <a:pt x="129155" y="1006006"/>
                </a:lnTo>
                <a:lnTo>
                  <a:pt x="131898" y="999383"/>
                </a:lnTo>
                <a:cubicBezTo>
                  <a:pt x="135592" y="995690"/>
                  <a:pt x="140695" y="993405"/>
                  <a:pt x="146332" y="993405"/>
                </a:cubicBezTo>
                <a:close/>
                <a:moveTo>
                  <a:pt x="97555" y="993405"/>
                </a:moveTo>
                <a:cubicBezTo>
                  <a:pt x="103192" y="993405"/>
                  <a:pt x="108295" y="995690"/>
                  <a:pt x="111989" y="999383"/>
                </a:cubicBezTo>
                <a:lnTo>
                  <a:pt x="115453" y="1007747"/>
                </a:lnTo>
                <a:lnTo>
                  <a:pt x="103384" y="1009281"/>
                </a:lnTo>
                <a:lnTo>
                  <a:pt x="78229" y="1011193"/>
                </a:lnTo>
                <a:lnTo>
                  <a:pt x="83121" y="999383"/>
                </a:lnTo>
                <a:cubicBezTo>
                  <a:pt x="86815" y="995690"/>
                  <a:pt x="91918" y="993405"/>
                  <a:pt x="97555" y="993405"/>
                </a:cubicBezTo>
                <a:close/>
                <a:moveTo>
                  <a:pt x="48778" y="993405"/>
                </a:moveTo>
                <a:cubicBezTo>
                  <a:pt x="54415" y="993405"/>
                  <a:pt x="59518" y="995690"/>
                  <a:pt x="63212" y="999383"/>
                </a:cubicBezTo>
                <a:lnTo>
                  <a:pt x="68413" y="1011940"/>
                </a:lnTo>
                <a:lnTo>
                  <a:pt x="52033" y="1013185"/>
                </a:lnTo>
                <a:lnTo>
                  <a:pt x="28379" y="1013783"/>
                </a:lnTo>
                <a:lnTo>
                  <a:pt x="34344" y="999383"/>
                </a:lnTo>
                <a:cubicBezTo>
                  <a:pt x="38038" y="995690"/>
                  <a:pt x="43141" y="993405"/>
                  <a:pt x="48778" y="993405"/>
                </a:cubicBezTo>
                <a:close/>
                <a:moveTo>
                  <a:pt x="2" y="993405"/>
                </a:moveTo>
                <a:cubicBezTo>
                  <a:pt x="11275" y="993405"/>
                  <a:pt x="20414" y="1002544"/>
                  <a:pt x="20414" y="1013818"/>
                </a:cubicBezTo>
                <a:lnTo>
                  <a:pt x="20344" y="1013987"/>
                </a:lnTo>
                <a:lnTo>
                  <a:pt x="0" y="1014501"/>
                </a:lnTo>
                <a:lnTo>
                  <a:pt x="0" y="993406"/>
                </a:lnTo>
                <a:close/>
                <a:moveTo>
                  <a:pt x="341440" y="939317"/>
                </a:moveTo>
                <a:cubicBezTo>
                  <a:pt x="347077" y="939317"/>
                  <a:pt x="352180" y="941602"/>
                  <a:pt x="355875" y="945296"/>
                </a:cubicBezTo>
                <a:lnTo>
                  <a:pt x="357150" y="948375"/>
                </a:lnTo>
                <a:lnTo>
                  <a:pt x="321699" y="961350"/>
                </a:lnTo>
                <a:lnTo>
                  <a:pt x="321028" y="959730"/>
                </a:lnTo>
                <a:cubicBezTo>
                  <a:pt x="321028" y="948456"/>
                  <a:pt x="330166" y="939317"/>
                  <a:pt x="341440" y="939317"/>
                </a:cubicBezTo>
                <a:close/>
                <a:moveTo>
                  <a:pt x="292663" y="939317"/>
                </a:moveTo>
                <a:cubicBezTo>
                  <a:pt x="303937" y="939317"/>
                  <a:pt x="313076" y="948456"/>
                  <a:pt x="313076" y="959730"/>
                </a:cubicBezTo>
                <a:lnTo>
                  <a:pt x="310744" y="965360"/>
                </a:lnTo>
                <a:lnTo>
                  <a:pt x="300683" y="969042"/>
                </a:lnTo>
                <a:lnTo>
                  <a:pt x="279538" y="975046"/>
                </a:lnTo>
                <a:lnTo>
                  <a:pt x="278229" y="974164"/>
                </a:lnTo>
                <a:cubicBezTo>
                  <a:pt x="274535" y="970470"/>
                  <a:pt x="272251" y="965367"/>
                  <a:pt x="272251" y="959730"/>
                </a:cubicBezTo>
                <a:cubicBezTo>
                  <a:pt x="272251" y="948456"/>
                  <a:pt x="281389" y="939317"/>
                  <a:pt x="292663" y="939317"/>
                </a:cubicBezTo>
                <a:close/>
                <a:moveTo>
                  <a:pt x="243886" y="939317"/>
                </a:moveTo>
                <a:cubicBezTo>
                  <a:pt x="255160" y="939317"/>
                  <a:pt x="264299" y="948456"/>
                  <a:pt x="264299" y="959730"/>
                </a:cubicBezTo>
                <a:cubicBezTo>
                  <a:pt x="264299" y="971004"/>
                  <a:pt x="255160" y="980143"/>
                  <a:pt x="243886" y="980143"/>
                </a:cubicBezTo>
                <a:cubicBezTo>
                  <a:pt x="232612" y="980143"/>
                  <a:pt x="223473" y="971004"/>
                  <a:pt x="223473" y="959730"/>
                </a:cubicBezTo>
                <a:cubicBezTo>
                  <a:pt x="223473" y="948456"/>
                  <a:pt x="232612" y="939317"/>
                  <a:pt x="243886" y="939317"/>
                </a:cubicBezTo>
                <a:close/>
                <a:moveTo>
                  <a:pt x="195109" y="939317"/>
                </a:moveTo>
                <a:cubicBezTo>
                  <a:pt x="206383" y="939317"/>
                  <a:pt x="215522" y="948456"/>
                  <a:pt x="215522" y="959730"/>
                </a:cubicBezTo>
                <a:cubicBezTo>
                  <a:pt x="215522" y="971004"/>
                  <a:pt x="206383" y="980143"/>
                  <a:pt x="195109" y="980143"/>
                </a:cubicBezTo>
                <a:cubicBezTo>
                  <a:pt x="183835" y="980143"/>
                  <a:pt x="174696" y="971004"/>
                  <a:pt x="174696" y="959730"/>
                </a:cubicBezTo>
                <a:cubicBezTo>
                  <a:pt x="174696" y="948456"/>
                  <a:pt x="183835" y="939317"/>
                  <a:pt x="195109" y="939317"/>
                </a:cubicBezTo>
                <a:close/>
                <a:moveTo>
                  <a:pt x="146332" y="939317"/>
                </a:moveTo>
                <a:cubicBezTo>
                  <a:pt x="157606" y="939317"/>
                  <a:pt x="166745" y="948456"/>
                  <a:pt x="166745" y="959730"/>
                </a:cubicBezTo>
                <a:cubicBezTo>
                  <a:pt x="166745" y="971004"/>
                  <a:pt x="157606" y="980143"/>
                  <a:pt x="146332" y="980143"/>
                </a:cubicBezTo>
                <a:cubicBezTo>
                  <a:pt x="135058" y="980143"/>
                  <a:pt x="125919" y="971004"/>
                  <a:pt x="125919" y="959730"/>
                </a:cubicBezTo>
                <a:cubicBezTo>
                  <a:pt x="125919" y="948456"/>
                  <a:pt x="135058" y="939317"/>
                  <a:pt x="146332" y="939317"/>
                </a:cubicBezTo>
                <a:close/>
                <a:moveTo>
                  <a:pt x="97555" y="939317"/>
                </a:moveTo>
                <a:cubicBezTo>
                  <a:pt x="108829" y="939317"/>
                  <a:pt x="117968" y="948456"/>
                  <a:pt x="117968" y="959730"/>
                </a:cubicBezTo>
                <a:cubicBezTo>
                  <a:pt x="117968" y="971004"/>
                  <a:pt x="108829" y="980143"/>
                  <a:pt x="97555" y="980143"/>
                </a:cubicBezTo>
                <a:cubicBezTo>
                  <a:pt x="86281" y="980143"/>
                  <a:pt x="77142" y="971004"/>
                  <a:pt x="77142" y="959730"/>
                </a:cubicBezTo>
                <a:cubicBezTo>
                  <a:pt x="77142" y="948456"/>
                  <a:pt x="86281" y="939317"/>
                  <a:pt x="97555" y="939317"/>
                </a:cubicBezTo>
                <a:close/>
                <a:moveTo>
                  <a:pt x="48778" y="939317"/>
                </a:moveTo>
                <a:cubicBezTo>
                  <a:pt x="60052" y="939317"/>
                  <a:pt x="69191" y="948456"/>
                  <a:pt x="69191" y="959730"/>
                </a:cubicBezTo>
                <a:cubicBezTo>
                  <a:pt x="69191" y="971004"/>
                  <a:pt x="60052" y="980143"/>
                  <a:pt x="48778" y="980143"/>
                </a:cubicBezTo>
                <a:cubicBezTo>
                  <a:pt x="37504" y="980143"/>
                  <a:pt x="28365" y="971004"/>
                  <a:pt x="28365" y="959730"/>
                </a:cubicBezTo>
                <a:cubicBezTo>
                  <a:pt x="28365" y="948456"/>
                  <a:pt x="37504" y="939317"/>
                  <a:pt x="48778" y="939317"/>
                </a:cubicBezTo>
                <a:close/>
                <a:moveTo>
                  <a:pt x="2" y="939317"/>
                </a:moveTo>
                <a:cubicBezTo>
                  <a:pt x="11275" y="939317"/>
                  <a:pt x="20414" y="948456"/>
                  <a:pt x="20414" y="959730"/>
                </a:cubicBezTo>
                <a:cubicBezTo>
                  <a:pt x="20414" y="971004"/>
                  <a:pt x="11275" y="980143"/>
                  <a:pt x="2" y="980143"/>
                </a:cubicBezTo>
                <a:lnTo>
                  <a:pt x="0" y="980142"/>
                </a:lnTo>
                <a:lnTo>
                  <a:pt x="0" y="939318"/>
                </a:lnTo>
                <a:close/>
                <a:moveTo>
                  <a:pt x="487772" y="885231"/>
                </a:moveTo>
                <a:lnTo>
                  <a:pt x="492351" y="886155"/>
                </a:lnTo>
                <a:lnTo>
                  <a:pt x="481971" y="892462"/>
                </a:lnTo>
                <a:lnTo>
                  <a:pt x="470537" y="897969"/>
                </a:lnTo>
                <a:lnTo>
                  <a:pt x="473337" y="891210"/>
                </a:lnTo>
                <a:cubicBezTo>
                  <a:pt x="477032" y="887516"/>
                  <a:pt x="482135" y="885231"/>
                  <a:pt x="487772" y="885231"/>
                </a:cubicBezTo>
                <a:close/>
                <a:moveTo>
                  <a:pt x="438994" y="885231"/>
                </a:moveTo>
                <a:cubicBezTo>
                  <a:pt x="444631" y="885231"/>
                  <a:pt x="449734" y="887516"/>
                  <a:pt x="453429" y="891210"/>
                </a:cubicBezTo>
                <a:lnTo>
                  <a:pt x="458609" y="903716"/>
                </a:lnTo>
                <a:lnTo>
                  <a:pt x="424595" y="920101"/>
                </a:lnTo>
                <a:lnTo>
                  <a:pt x="424560" y="920078"/>
                </a:lnTo>
                <a:cubicBezTo>
                  <a:pt x="420867" y="916384"/>
                  <a:pt x="418582" y="911281"/>
                  <a:pt x="418582" y="905644"/>
                </a:cubicBezTo>
                <a:cubicBezTo>
                  <a:pt x="418582" y="894370"/>
                  <a:pt x="427721" y="885231"/>
                  <a:pt x="438994" y="885231"/>
                </a:cubicBezTo>
                <a:close/>
                <a:moveTo>
                  <a:pt x="390217" y="885231"/>
                </a:moveTo>
                <a:cubicBezTo>
                  <a:pt x="401491" y="885231"/>
                  <a:pt x="410630" y="894370"/>
                  <a:pt x="410630" y="905644"/>
                </a:cubicBezTo>
                <a:cubicBezTo>
                  <a:pt x="410630" y="916917"/>
                  <a:pt x="401491" y="926056"/>
                  <a:pt x="390217" y="926056"/>
                </a:cubicBezTo>
                <a:cubicBezTo>
                  <a:pt x="378944" y="926056"/>
                  <a:pt x="369805" y="916917"/>
                  <a:pt x="369805" y="905644"/>
                </a:cubicBezTo>
                <a:cubicBezTo>
                  <a:pt x="369805" y="894370"/>
                  <a:pt x="378944" y="885231"/>
                  <a:pt x="390217" y="885231"/>
                </a:cubicBezTo>
                <a:close/>
                <a:moveTo>
                  <a:pt x="341440" y="885231"/>
                </a:moveTo>
                <a:cubicBezTo>
                  <a:pt x="352714" y="885231"/>
                  <a:pt x="361853" y="894370"/>
                  <a:pt x="361853" y="905644"/>
                </a:cubicBezTo>
                <a:cubicBezTo>
                  <a:pt x="361853" y="916917"/>
                  <a:pt x="352714" y="926056"/>
                  <a:pt x="341440" y="926056"/>
                </a:cubicBezTo>
                <a:cubicBezTo>
                  <a:pt x="330166" y="926056"/>
                  <a:pt x="321028" y="916917"/>
                  <a:pt x="321028" y="905644"/>
                </a:cubicBezTo>
                <a:cubicBezTo>
                  <a:pt x="321028" y="894370"/>
                  <a:pt x="330166" y="885231"/>
                  <a:pt x="341440" y="885231"/>
                </a:cubicBezTo>
                <a:close/>
                <a:moveTo>
                  <a:pt x="292663" y="885231"/>
                </a:moveTo>
                <a:cubicBezTo>
                  <a:pt x="303937" y="885231"/>
                  <a:pt x="313076" y="894370"/>
                  <a:pt x="313076" y="905644"/>
                </a:cubicBezTo>
                <a:cubicBezTo>
                  <a:pt x="313076" y="916917"/>
                  <a:pt x="303937" y="926056"/>
                  <a:pt x="292663" y="926056"/>
                </a:cubicBezTo>
                <a:cubicBezTo>
                  <a:pt x="281389" y="926056"/>
                  <a:pt x="272251" y="916917"/>
                  <a:pt x="272251" y="905644"/>
                </a:cubicBezTo>
                <a:cubicBezTo>
                  <a:pt x="272251" y="894370"/>
                  <a:pt x="281389" y="885231"/>
                  <a:pt x="292663" y="885231"/>
                </a:cubicBezTo>
                <a:close/>
                <a:moveTo>
                  <a:pt x="243886" y="885231"/>
                </a:moveTo>
                <a:cubicBezTo>
                  <a:pt x="255160" y="885231"/>
                  <a:pt x="264299" y="894370"/>
                  <a:pt x="264299" y="905644"/>
                </a:cubicBezTo>
                <a:cubicBezTo>
                  <a:pt x="264299" y="916917"/>
                  <a:pt x="255160" y="926056"/>
                  <a:pt x="243886" y="926056"/>
                </a:cubicBezTo>
                <a:cubicBezTo>
                  <a:pt x="232612" y="926056"/>
                  <a:pt x="223473" y="916917"/>
                  <a:pt x="223473" y="905644"/>
                </a:cubicBezTo>
                <a:cubicBezTo>
                  <a:pt x="223473" y="894370"/>
                  <a:pt x="232612" y="885231"/>
                  <a:pt x="243886" y="885231"/>
                </a:cubicBezTo>
                <a:close/>
                <a:moveTo>
                  <a:pt x="195109" y="885231"/>
                </a:moveTo>
                <a:cubicBezTo>
                  <a:pt x="206383" y="885231"/>
                  <a:pt x="215522" y="894370"/>
                  <a:pt x="215522" y="905644"/>
                </a:cubicBezTo>
                <a:cubicBezTo>
                  <a:pt x="215522" y="916917"/>
                  <a:pt x="206383" y="926056"/>
                  <a:pt x="195109" y="926056"/>
                </a:cubicBezTo>
                <a:cubicBezTo>
                  <a:pt x="183835" y="926056"/>
                  <a:pt x="174696" y="916917"/>
                  <a:pt x="174696" y="905644"/>
                </a:cubicBezTo>
                <a:cubicBezTo>
                  <a:pt x="174696" y="894370"/>
                  <a:pt x="183835" y="885231"/>
                  <a:pt x="195109" y="885231"/>
                </a:cubicBezTo>
                <a:close/>
                <a:moveTo>
                  <a:pt x="146332" y="885231"/>
                </a:moveTo>
                <a:cubicBezTo>
                  <a:pt x="157606" y="885231"/>
                  <a:pt x="166745" y="894370"/>
                  <a:pt x="166745" y="905644"/>
                </a:cubicBezTo>
                <a:cubicBezTo>
                  <a:pt x="166745" y="916917"/>
                  <a:pt x="157606" y="926056"/>
                  <a:pt x="146332" y="926056"/>
                </a:cubicBezTo>
                <a:cubicBezTo>
                  <a:pt x="135058" y="926056"/>
                  <a:pt x="125919" y="916917"/>
                  <a:pt x="125919" y="905644"/>
                </a:cubicBezTo>
                <a:cubicBezTo>
                  <a:pt x="125919" y="894370"/>
                  <a:pt x="135058" y="885231"/>
                  <a:pt x="146332" y="885231"/>
                </a:cubicBezTo>
                <a:close/>
                <a:moveTo>
                  <a:pt x="97555" y="885231"/>
                </a:moveTo>
                <a:cubicBezTo>
                  <a:pt x="108829" y="885231"/>
                  <a:pt x="117968" y="894370"/>
                  <a:pt x="117968" y="905644"/>
                </a:cubicBezTo>
                <a:cubicBezTo>
                  <a:pt x="117968" y="916917"/>
                  <a:pt x="108829" y="926056"/>
                  <a:pt x="97555" y="926056"/>
                </a:cubicBezTo>
                <a:cubicBezTo>
                  <a:pt x="86281" y="926056"/>
                  <a:pt x="77142" y="916917"/>
                  <a:pt x="77142" y="905644"/>
                </a:cubicBezTo>
                <a:cubicBezTo>
                  <a:pt x="77142" y="894370"/>
                  <a:pt x="86281" y="885231"/>
                  <a:pt x="97555" y="885231"/>
                </a:cubicBezTo>
                <a:close/>
                <a:moveTo>
                  <a:pt x="48778" y="885231"/>
                </a:moveTo>
                <a:cubicBezTo>
                  <a:pt x="60052" y="885231"/>
                  <a:pt x="69191" y="894370"/>
                  <a:pt x="69191" y="905644"/>
                </a:cubicBezTo>
                <a:cubicBezTo>
                  <a:pt x="69191" y="916917"/>
                  <a:pt x="60052" y="926056"/>
                  <a:pt x="48778" y="926056"/>
                </a:cubicBezTo>
                <a:cubicBezTo>
                  <a:pt x="37504" y="926056"/>
                  <a:pt x="28365" y="916917"/>
                  <a:pt x="28365" y="905644"/>
                </a:cubicBezTo>
                <a:cubicBezTo>
                  <a:pt x="28365" y="894370"/>
                  <a:pt x="37504" y="885231"/>
                  <a:pt x="48778" y="885231"/>
                </a:cubicBezTo>
                <a:close/>
                <a:moveTo>
                  <a:pt x="2" y="885231"/>
                </a:moveTo>
                <a:cubicBezTo>
                  <a:pt x="11275" y="885231"/>
                  <a:pt x="20414" y="894370"/>
                  <a:pt x="20414" y="905644"/>
                </a:cubicBezTo>
                <a:cubicBezTo>
                  <a:pt x="20414" y="916917"/>
                  <a:pt x="11275" y="926056"/>
                  <a:pt x="2" y="926056"/>
                </a:cubicBezTo>
                <a:lnTo>
                  <a:pt x="0" y="926055"/>
                </a:lnTo>
                <a:lnTo>
                  <a:pt x="0" y="885232"/>
                </a:lnTo>
                <a:close/>
                <a:moveTo>
                  <a:pt x="577493" y="832726"/>
                </a:moveTo>
                <a:lnTo>
                  <a:pt x="570568" y="837904"/>
                </a:lnTo>
                <a:lnTo>
                  <a:pt x="570892" y="837123"/>
                </a:lnTo>
                <a:cubicBezTo>
                  <a:pt x="572738" y="835276"/>
                  <a:pt x="574938" y="833782"/>
                  <a:pt x="577380" y="832749"/>
                </a:cubicBezTo>
                <a:close/>
                <a:moveTo>
                  <a:pt x="536549" y="831145"/>
                </a:moveTo>
                <a:cubicBezTo>
                  <a:pt x="542186" y="831145"/>
                  <a:pt x="547289" y="833430"/>
                  <a:pt x="550983" y="837123"/>
                </a:cubicBezTo>
                <a:lnTo>
                  <a:pt x="555421" y="847839"/>
                </a:lnTo>
                <a:lnTo>
                  <a:pt x="523739" y="867087"/>
                </a:lnTo>
                <a:lnTo>
                  <a:pt x="522114" y="865992"/>
                </a:lnTo>
                <a:cubicBezTo>
                  <a:pt x="518421" y="862298"/>
                  <a:pt x="516136" y="857194"/>
                  <a:pt x="516136" y="851558"/>
                </a:cubicBezTo>
                <a:cubicBezTo>
                  <a:pt x="516136" y="840284"/>
                  <a:pt x="525275" y="831145"/>
                  <a:pt x="536549" y="831145"/>
                </a:cubicBezTo>
                <a:close/>
                <a:moveTo>
                  <a:pt x="487772" y="831145"/>
                </a:moveTo>
                <a:cubicBezTo>
                  <a:pt x="499045" y="831145"/>
                  <a:pt x="508184" y="840284"/>
                  <a:pt x="508184" y="851558"/>
                </a:cubicBezTo>
                <a:cubicBezTo>
                  <a:pt x="508184" y="862831"/>
                  <a:pt x="499045" y="871970"/>
                  <a:pt x="487772" y="871970"/>
                </a:cubicBezTo>
                <a:cubicBezTo>
                  <a:pt x="476498" y="871970"/>
                  <a:pt x="467359" y="862831"/>
                  <a:pt x="467359" y="851558"/>
                </a:cubicBezTo>
                <a:cubicBezTo>
                  <a:pt x="467359" y="840284"/>
                  <a:pt x="476498" y="831145"/>
                  <a:pt x="487772" y="831145"/>
                </a:cubicBezTo>
                <a:close/>
                <a:moveTo>
                  <a:pt x="438994" y="831145"/>
                </a:moveTo>
                <a:cubicBezTo>
                  <a:pt x="450268" y="831145"/>
                  <a:pt x="459407" y="840284"/>
                  <a:pt x="459407" y="851558"/>
                </a:cubicBezTo>
                <a:cubicBezTo>
                  <a:pt x="459407" y="862831"/>
                  <a:pt x="450268" y="871970"/>
                  <a:pt x="438994" y="871970"/>
                </a:cubicBezTo>
                <a:cubicBezTo>
                  <a:pt x="427721" y="871970"/>
                  <a:pt x="418582" y="862831"/>
                  <a:pt x="418582" y="851558"/>
                </a:cubicBezTo>
                <a:cubicBezTo>
                  <a:pt x="418582" y="840284"/>
                  <a:pt x="427721" y="831145"/>
                  <a:pt x="438994" y="831145"/>
                </a:cubicBezTo>
                <a:close/>
                <a:moveTo>
                  <a:pt x="390217" y="831145"/>
                </a:moveTo>
                <a:cubicBezTo>
                  <a:pt x="401491" y="831145"/>
                  <a:pt x="410630" y="840284"/>
                  <a:pt x="410630" y="851558"/>
                </a:cubicBezTo>
                <a:cubicBezTo>
                  <a:pt x="410630" y="862831"/>
                  <a:pt x="401491" y="871970"/>
                  <a:pt x="390217" y="871970"/>
                </a:cubicBezTo>
                <a:cubicBezTo>
                  <a:pt x="378944" y="871970"/>
                  <a:pt x="369805" y="862831"/>
                  <a:pt x="369805" y="851558"/>
                </a:cubicBezTo>
                <a:cubicBezTo>
                  <a:pt x="369805" y="840284"/>
                  <a:pt x="378944" y="831145"/>
                  <a:pt x="390217" y="831145"/>
                </a:cubicBezTo>
                <a:close/>
                <a:moveTo>
                  <a:pt x="341440" y="831145"/>
                </a:moveTo>
                <a:cubicBezTo>
                  <a:pt x="352714" y="831145"/>
                  <a:pt x="361853" y="840284"/>
                  <a:pt x="361853" y="851558"/>
                </a:cubicBezTo>
                <a:cubicBezTo>
                  <a:pt x="361853" y="862831"/>
                  <a:pt x="352714" y="871970"/>
                  <a:pt x="341440" y="871970"/>
                </a:cubicBezTo>
                <a:cubicBezTo>
                  <a:pt x="330166" y="871970"/>
                  <a:pt x="321028" y="862831"/>
                  <a:pt x="321028" y="851558"/>
                </a:cubicBezTo>
                <a:cubicBezTo>
                  <a:pt x="321028" y="840284"/>
                  <a:pt x="330166" y="831145"/>
                  <a:pt x="341440" y="831145"/>
                </a:cubicBezTo>
                <a:close/>
                <a:moveTo>
                  <a:pt x="292663" y="831145"/>
                </a:moveTo>
                <a:cubicBezTo>
                  <a:pt x="303937" y="831145"/>
                  <a:pt x="313076" y="840284"/>
                  <a:pt x="313076" y="851558"/>
                </a:cubicBezTo>
                <a:cubicBezTo>
                  <a:pt x="313076" y="862831"/>
                  <a:pt x="303937" y="871970"/>
                  <a:pt x="292663" y="871970"/>
                </a:cubicBezTo>
                <a:cubicBezTo>
                  <a:pt x="281389" y="871970"/>
                  <a:pt x="272251" y="862831"/>
                  <a:pt x="272251" y="851558"/>
                </a:cubicBezTo>
                <a:cubicBezTo>
                  <a:pt x="272251" y="840284"/>
                  <a:pt x="281389" y="831145"/>
                  <a:pt x="292663" y="831145"/>
                </a:cubicBezTo>
                <a:close/>
                <a:moveTo>
                  <a:pt x="243886" y="831145"/>
                </a:moveTo>
                <a:cubicBezTo>
                  <a:pt x="255160" y="831145"/>
                  <a:pt x="264299" y="840284"/>
                  <a:pt x="264299" y="851558"/>
                </a:cubicBezTo>
                <a:cubicBezTo>
                  <a:pt x="264299" y="862831"/>
                  <a:pt x="255160" y="871970"/>
                  <a:pt x="243886" y="871970"/>
                </a:cubicBezTo>
                <a:cubicBezTo>
                  <a:pt x="232612" y="871970"/>
                  <a:pt x="223473" y="862831"/>
                  <a:pt x="223473" y="851558"/>
                </a:cubicBezTo>
                <a:cubicBezTo>
                  <a:pt x="223473" y="840284"/>
                  <a:pt x="232612" y="831145"/>
                  <a:pt x="243886" y="831145"/>
                </a:cubicBezTo>
                <a:close/>
                <a:moveTo>
                  <a:pt x="195109" y="831145"/>
                </a:moveTo>
                <a:cubicBezTo>
                  <a:pt x="206383" y="831145"/>
                  <a:pt x="215522" y="840284"/>
                  <a:pt x="215522" y="851558"/>
                </a:cubicBezTo>
                <a:cubicBezTo>
                  <a:pt x="215522" y="862831"/>
                  <a:pt x="206383" y="871970"/>
                  <a:pt x="195109" y="871970"/>
                </a:cubicBezTo>
                <a:cubicBezTo>
                  <a:pt x="183835" y="871970"/>
                  <a:pt x="174696" y="862831"/>
                  <a:pt x="174696" y="851558"/>
                </a:cubicBezTo>
                <a:cubicBezTo>
                  <a:pt x="174696" y="840284"/>
                  <a:pt x="183835" y="831145"/>
                  <a:pt x="195109" y="831145"/>
                </a:cubicBezTo>
                <a:close/>
                <a:moveTo>
                  <a:pt x="146332" y="831145"/>
                </a:moveTo>
                <a:cubicBezTo>
                  <a:pt x="157606" y="831145"/>
                  <a:pt x="166745" y="840284"/>
                  <a:pt x="166745" y="851558"/>
                </a:cubicBezTo>
                <a:cubicBezTo>
                  <a:pt x="166745" y="862831"/>
                  <a:pt x="157606" y="871970"/>
                  <a:pt x="146332" y="871970"/>
                </a:cubicBezTo>
                <a:cubicBezTo>
                  <a:pt x="135058" y="871970"/>
                  <a:pt x="125919" y="862831"/>
                  <a:pt x="125919" y="851558"/>
                </a:cubicBezTo>
                <a:cubicBezTo>
                  <a:pt x="125919" y="840284"/>
                  <a:pt x="135058" y="831145"/>
                  <a:pt x="146332" y="831145"/>
                </a:cubicBezTo>
                <a:close/>
                <a:moveTo>
                  <a:pt x="97555" y="831145"/>
                </a:moveTo>
                <a:cubicBezTo>
                  <a:pt x="108829" y="831145"/>
                  <a:pt x="117968" y="840284"/>
                  <a:pt x="117968" y="851558"/>
                </a:cubicBezTo>
                <a:cubicBezTo>
                  <a:pt x="117968" y="862831"/>
                  <a:pt x="108829" y="871970"/>
                  <a:pt x="97555" y="871970"/>
                </a:cubicBezTo>
                <a:cubicBezTo>
                  <a:pt x="86281" y="871970"/>
                  <a:pt x="77142" y="862831"/>
                  <a:pt x="77142" y="851558"/>
                </a:cubicBezTo>
                <a:cubicBezTo>
                  <a:pt x="77142" y="840284"/>
                  <a:pt x="86281" y="831145"/>
                  <a:pt x="97555" y="831145"/>
                </a:cubicBezTo>
                <a:close/>
                <a:moveTo>
                  <a:pt x="48778" y="831145"/>
                </a:moveTo>
                <a:cubicBezTo>
                  <a:pt x="60052" y="831145"/>
                  <a:pt x="69191" y="840284"/>
                  <a:pt x="69191" y="851558"/>
                </a:cubicBezTo>
                <a:cubicBezTo>
                  <a:pt x="69191" y="862831"/>
                  <a:pt x="60052" y="871970"/>
                  <a:pt x="48778" y="871970"/>
                </a:cubicBezTo>
                <a:cubicBezTo>
                  <a:pt x="37504" y="871970"/>
                  <a:pt x="28365" y="862831"/>
                  <a:pt x="28365" y="851558"/>
                </a:cubicBezTo>
                <a:cubicBezTo>
                  <a:pt x="28365" y="840284"/>
                  <a:pt x="37504" y="831145"/>
                  <a:pt x="48778" y="831145"/>
                </a:cubicBezTo>
                <a:close/>
                <a:moveTo>
                  <a:pt x="2" y="831145"/>
                </a:moveTo>
                <a:cubicBezTo>
                  <a:pt x="11275" y="831145"/>
                  <a:pt x="20414" y="840284"/>
                  <a:pt x="20414" y="851558"/>
                </a:cubicBezTo>
                <a:cubicBezTo>
                  <a:pt x="20414" y="862831"/>
                  <a:pt x="11275" y="871970"/>
                  <a:pt x="2" y="871970"/>
                </a:cubicBezTo>
                <a:lnTo>
                  <a:pt x="0" y="871969"/>
                </a:lnTo>
                <a:lnTo>
                  <a:pt x="0" y="831146"/>
                </a:lnTo>
                <a:close/>
                <a:moveTo>
                  <a:pt x="634103" y="777059"/>
                </a:moveTo>
                <a:cubicBezTo>
                  <a:pt x="636921" y="777059"/>
                  <a:pt x="639606" y="777630"/>
                  <a:pt x="642049" y="778663"/>
                </a:cubicBezTo>
                <a:lnTo>
                  <a:pt x="645821" y="781206"/>
                </a:lnTo>
                <a:lnTo>
                  <a:pt x="643181" y="783605"/>
                </a:lnTo>
                <a:lnTo>
                  <a:pt x="616279" y="803722"/>
                </a:lnTo>
                <a:lnTo>
                  <a:pt x="613690" y="797471"/>
                </a:lnTo>
                <a:cubicBezTo>
                  <a:pt x="613690" y="786198"/>
                  <a:pt x="622829" y="777059"/>
                  <a:pt x="634103" y="777059"/>
                </a:cubicBezTo>
                <a:close/>
                <a:moveTo>
                  <a:pt x="585326" y="777059"/>
                </a:moveTo>
                <a:cubicBezTo>
                  <a:pt x="596599" y="777059"/>
                  <a:pt x="605738" y="786198"/>
                  <a:pt x="605738" y="797471"/>
                </a:cubicBezTo>
                <a:cubicBezTo>
                  <a:pt x="605738" y="808745"/>
                  <a:pt x="596599" y="817884"/>
                  <a:pt x="585326" y="817884"/>
                </a:cubicBezTo>
                <a:cubicBezTo>
                  <a:pt x="574052" y="817884"/>
                  <a:pt x="564913" y="808745"/>
                  <a:pt x="564913" y="797471"/>
                </a:cubicBezTo>
                <a:cubicBezTo>
                  <a:pt x="564913" y="786198"/>
                  <a:pt x="574052" y="777059"/>
                  <a:pt x="585326" y="777059"/>
                </a:cubicBezTo>
                <a:close/>
                <a:moveTo>
                  <a:pt x="536549" y="777059"/>
                </a:moveTo>
                <a:cubicBezTo>
                  <a:pt x="547822" y="777059"/>
                  <a:pt x="556961" y="786198"/>
                  <a:pt x="556961" y="797471"/>
                </a:cubicBezTo>
                <a:cubicBezTo>
                  <a:pt x="556961" y="808745"/>
                  <a:pt x="547822" y="817884"/>
                  <a:pt x="536549" y="817884"/>
                </a:cubicBezTo>
                <a:cubicBezTo>
                  <a:pt x="525275" y="817884"/>
                  <a:pt x="516136" y="808745"/>
                  <a:pt x="516136" y="797471"/>
                </a:cubicBezTo>
                <a:cubicBezTo>
                  <a:pt x="516136" y="786198"/>
                  <a:pt x="525275" y="777059"/>
                  <a:pt x="536549" y="777059"/>
                </a:cubicBezTo>
                <a:close/>
                <a:moveTo>
                  <a:pt x="487772" y="777059"/>
                </a:moveTo>
                <a:cubicBezTo>
                  <a:pt x="499045" y="777059"/>
                  <a:pt x="508184" y="786198"/>
                  <a:pt x="508184" y="797471"/>
                </a:cubicBezTo>
                <a:cubicBezTo>
                  <a:pt x="508184" y="808745"/>
                  <a:pt x="499045" y="817884"/>
                  <a:pt x="487772" y="817884"/>
                </a:cubicBezTo>
                <a:cubicBezTo>
                  <a:pt x="476498" y="817884"/>
                  <a:pt x="467359" y="808745"/>
                  <a:pt x="467359" y="797471"/>
                </a:cubicBezTo>
                <a:cubicBezTo>
                  <a:pt x="467359" y="786198"/>
                  <a:pt x="476498" y="777059"/>
                  <a:pt x="487772" y="777059"/>
                </a:cubicBezTo>
                <a:close/>
                <a:moveTo>
                  <a:pt x="438994" y="777059"/>
                </a:moveTo>
                <a:cubicBezTo>
                  <a:pt x="450268" y="777059"/>
                  <a:pt x="459407" y="786198"/>
                  <a:pt x="459407" y="797471"/>
                </a:cubicBezTo>
                <a:cubicBezTo>
                  <a:pt x="459407" y="808745"/>
                  <a:pt x="450268" y="817884"/>
                  <a:pt x="438994" y="817884"/>
                </a:cubicBezTo>
                <a:cubicBezTo>
                  <a:pt x="427721" y="817884"/>
                  <a:pt x="418582" y="808745"/>
                  <a:pt x="418582" y="797471"/>
                </a:cubicBezTo>
                <a:cubicBezTo>
                  <a:pt x="418582" y="786198"/>
                  <a:pt x="427721" y="777059"/>
                  <a:pt x="438994" y="777059"/>
                </a:cubicBezTo>
                <a:close/>
                <a:moveTo>
                  <a:pt x="390217" y="777059"/>
                </a:moveTo>
                <a:cubicBezTo>
                  <a:pt x="401491" y="777059"/>
                  <a:pt x="410630" y="786198"/>
                  <a:pt x="410630" y="797471"/>
                </a:cubicBezTo>
                <a:cubicBezTo>
                  <a:pt x="410630" y="808745"/>
                  <a:pt x="401491" y="817884"/>
                  <a:pt x="390217" y="817884"/>
                </a:cubicBezTo>
                <a:cubicBezTo>
                  <a:pt x="378944" y="817884"/>
                  <a:pt x="369805" y="808745"/>
                  <a:pt x="369805" y="797471"/>
                </a:cubicBezTo>
                <a:cubicBezTo>
                  <a:pt x="369805" y="786198"/>
                  <a:pt x="378944" y="777059"/>
                  <a:pt x="390217" y="777059"/>
                </a:cubicBezTo>
                <a:close/>
                <a:moveTo>
                  <a:pt x="341440" y="777059"/>
                </a:moveTo>
                <a:cubicBezTo>
                  <a:pt x="352714" y="777059"/>
                  <a:pt x="361853" y="786198"/>
                  <a:pt x="361853" y="797471"/>
                </a:cubicBezTo>
                <a:cubicBezTo>
                  <a:pt x="361853" y="808745"/>
                  <a:pt x="352714" y="817884"/>
                  <a:pt x="341440" y="817884"/>
                </a:cubicBezTo>
                <a:cubicBezTo>
                  <a:pt x="330166" y="817884"/>
                  <a:pt x="321028" y="808745"/>
                  <a:pt x="321028" y="797471"/>
                </a:cubicBezTo>
                <a:cubicBezTo>
                  <a:pt x="321028" y="786198"/>
                  <a:pt x="330166" y="777059"/>
                  <a:pt x="341440" y="777059"/>
                </a:cubicBezTo>
                <a:close/>
                <a:moveTo>
                  <a:pt x="292663" y="777059"/>
                </a:moveTo>
                <a:cubicBezTo>
                  <a:pt x="303937" y="777059"/>
                  <a:pt x="313076" y="786198"/>
                  <a:pt x="313076" y="797471"/>
                </a:cubicBezTo>
                <a:cubicBezTo>
                  <a:pt x="313076" y="808745"/>
                  <a:pt x="303937" y="817884"/>
                  <a:pt x="292663" y="817884"/>
                </a:cubicBezTo>
                <a:cubicBezTo>
                  <a:pt x="281389" y="817884"/>
                  <a:pt x="272251" y="808745"/>
                  <a:pt x="272251" y="797471"/>
                </a:cubicBezTo>
                <a:cubicBezTo>
                  <a:pt x="272251" y="786198"/>
                  <a:pt x="281389" y="777059"/>
                  <a:pt x="292663" y="777059"/>
                </a:cubicBezTo>
                <a:close/>
                <a:moveTo>
                  <a:pt x="243886" y="777059"/>
                </a:moveTo>
                <a:cubicBezTo>
                  <a:pt x="255160" y="777059"/>
                  <a:pt x="264299" y="786198"/>
                  <a:pt x="264299" y="797471"/>
                </a:cubicBezTo>
                <a:cubicBezTo>
                  <a:pt x="264299" y="808745"/>
                  <a:pt x="255160" y="817884"/>
                  <a:pt x="243886" y="817884"/>
                </a:cubicBezTo>
                <a:cubicBezTo>
                  <a:pt x="232612" y="817884"/>
                  <a:pt x="223473" y="808745"/>
                  <a:pt x="223473" y="797471"/>
                </a:cubicBezTo>
                <a:cubicBezTo>
                  <a:pt x="223473" y="786198"/>
                  <a:pt x="232612" y="777059"/>
                  <a:pt x="243886" y="777059"/>
                </a:cubicBezTo>
                <a:close/>
                <a:moveTo>
                  <a:pt x="195109" y="777059"/>
                </a:moveTo>
                <a:cubicBezTo>
                  <a:pt x="206383" y="777059"/>
                  <a:pt x="215522" y="786198"/>
                  <a:pt x="215522" y="797471"/>
                </a:cubicBezTo>
                <a:cubicBezTo>
                  <a:pt x="215522" y="808745"/>
                  <a:pt x="206383" y="817884"/>
                  <a:pt x="195109" y="817884"/>
                </a:cubicBezTo>
                <a:cubicBezTo>
                  <a:pt x="183835" y="817884"/>
                  <a:pt x="174696" y="808745"/>
                  <a:pt x="174696" y="797471"/>
                </a:cubicBezTo>
                <a:cubicBezTo>
                  <a:pt x="174696" y="786198"/>
                  <a:pt x="183835" y="777059"/>
                  <a:pt x="195109" y="777059"/>
                </a:cubicBezTo>
                <a:close/>
                <a:moveTo>
                  <a:pt x="146332" y="777059"/>
                </a:moveTo>
                <a:cubicBezTo>
                  <a:pt x="157606" y="777059"/>
                  <a:pt x="166745" y="786198"/>
                  <a:pt x="166745" y="797471"/>
                </a:cubicBezTo>
                <a:cubicBezTo>
                  <a:pt x="166745" y="808745"/>
                  <a:pt x="157606" y="817884"/>
                  <a:pt x="146332" y="817884"/>
                </a:cubicBezTo>
                <a:cubicBezTo>
                  <a:pt x="135058" y="817884"/>
                  <a:pt x="125919" y="808745"/>
                  <a:pt x="125919" y="797471"/>
                </a:cubicBezTo>
                <a:cubicBezTo>
                  <a:pt x="125919" y="786198"/>
                  <a:pt x="135058" y="777059"/>
                  <a:pt x="146332" y="777059"/>
                </a:cubicBezTo>
                <a:close/>
                <a:moveTo>
                  <a:pt x="97555" y="777059"/>
                </a:moveTo>
                <a:cubicBezTo>
                  <a:pt x="108829" y="777059"/>
                  <a:pt x="117968" y="786198"/>
                  <a:pt x="117968" y="797471"/>
                </a:cubicBezTo>
                <a:cubicBezTo>
                  <a:pt x="117968" y="808745"/>
                  <a:pt x="108829" y="817884"/>
                  <a:pt x="97555" y="817884"/>
                </a:cubicBezTo>
                <a:cubicBezTo>
                  <a:pt x="86281" y="817884"/>
                  <a:pt x="77142" y="808745"/>
                  <a:pt x="77142" y="797471"/>
                </a:cubicBezTo>
                <a:cubicBezTo>
                  <a:pt x="77142" y="786198"/>
                  <a:pt x="86281" y="777059"/>
                  <a:pt x="97555" y="777059"/>
                </a:cubicBezTo>
                <a:close/>
                <a:moveTo>
                  <a:pt x="48778" y="777059"/>
                </a:moveTo>
                <a:cubicBezTo>
                  <a:pt x="60052" y="777059"/>
                  <a:pt x="69191" y="786198"/>
                  <a:pt x="69191" y="797471"/>
                </a:cubicBezTo>
                <a:cubicBezTo>
                  <a:pt x="69191" y="808745"/>
                  <a:pt x="60052" y="817884"/>
                  <a:pt x="48778" y="817884"/>
                </a:cubicBezTo>
                <a:cubicBezTo>
                  <a:pt x="37504" y="817884"/>
                  <a:pt x="28365" y="808745"/>
                  <a:pt x="28365" y="797471"/>
                </a:cubicBezTo>
                <a:cubicBezTo>
                  <a:pt x="28365" y="786198"/>
                  <a:pt x="37504" y="777059"/>
                  <a:pt x="48778" y="777059"/>
                </a:cubicBezTo>
                <a:close/>
                <a:moveTo>
                  <a:pt x="2" y="777059"/>
                </a:moveTo>
                <a:cubicBezTo>
                  <a:pt x="11275" y="777059"/>
                  <a:pt x="20414" y="786198"/>
                  <a:pt x="20414" y="797471"/>
                </a:cubicBezTo>
                <a:cubicBezTo>
                  <a:pt x="20414" y="808745"/>
                  <a:pt x="11275" y="817884"/>
                  <a:pt x="2" y="817884"/>
                </a:cubicBezTo>
                <a:lnTo>
                  <a:pt x="0" y="817883"/>
                </a:lnTo>
                <a:lnTo>
                  <a:pt x="0" y="777060"/>
                </a:lnTo>
                <a:close/>
                <a:moveTo>
                  <a:pt x="682880" y="722972"/>
                </a:moveTo>
                <a:cubicBezTo>
                  <a:pt x="688517" y="722972"/>
                  <a:pt x="693620" y="725257"/>
                  <a:pt x="697314" y="728951"/>
                </a:cubicBezTo>
                <a:lnTo>
                  <a:pt x="698955" y="732914"/>
                </a:lnTo>
                <a:lnTo>
                  <a:pt x="670229" y="759022"/>
                </a:lnTo>
                <a:lnTo>
                  <a:pt x="668446" y="757819"/>
                </a:lnTo>
                <a:cubicBezTo>
                  <a:pt x="664752" y="754125"/>
                  <a:pt x="662467" y="749022"/>
                  <a:pt x="662467" y="743385"/>
                </a:cubicBezTo>
                <a:cubicBezTo>
                  <a:pt x="662467" y="732111"/>
                  <a:pt x="671606" y="722972"/>
                  <a:pt x="682880" y="722972"/>
                </a:cubicBezTo>
                <a:close/>
                <a:moveTo>
                  <a:pt x="634103" y="722972"/>
                </a:moveTo>
                <a:cubicBezTo>
                  <a:pt x="645377" y="722972"/>
                  <a:pt x="654516" y="732111"/>
                  <a:pt x="654516" y="743385"/>
                </a:cubicBezTo>
                <a:cubicBezTo>
                  <a:pt x="654516" y="754659"/>
                  <a:pt x="645377" y="763798"/>
                  <a:pt x="634103" y="763798"/>
                </a:cubicBezTo>
                <a:cubicBezTo>
                  <a:pt x="622829" y="763798"/>
                  <a:pt x="613690" y="754659"/>
                  <a:pt x="613690" y="743385"/>
                </a:cubicBezTo>
                <a:cubicBezTo>
                  <a:pt x="613690" y="732111"/>
                  <a:pt x="622829" y="722972"/>
                  <a:pt x="634103" y="722972"/>
                </a:cubicBezTo>
                <a:close/>
                <a:moveTo>
                  <a:pt x="585326" y="722972"/>
                </a:moveTo>
                <a:cubicBezTo>
                  <a:pt x="596599" y="722972"/>
                  <a:pt x="605738" y="732111"/>
                  <a:pt x="605738" y="743385"/>
                </a:cubicBezTo>
                <a:cubicBezTo>
                  <a:pt x="605738" y="754659"/>
                  <a:pt x="596599" y="763798"/>
                  <a:pt x="585326" y="763798"/>
                </a:cubicBezTo>
                <a:cubicBezTo>
                  <a:pt x="574052" y="763798"/>
                  <a:pt x="564913" y="754659"/>
                  <a:pt x="564913" y="743385"/>
                </a:cubicBezTo>
                <a:cubicBezTo>
                  <a:pt x="564913" y="732111"/>
                  <a:pt x="574052" y="722972"/>
                  <a:pt x="585326" y="722972"/>
                </a:cubicBezTo>
                <a:close/>
                <a:moveTo>
                  <a:pt x="536549" y="722972"/>
                </a:moveTo>
                <a:cubicBezTo>
                  <a:pt x="547822" y="722972"/>
                  <a:pt x="556961" y="732111"/>
                  <a:pt x="556961" y="743385"/>
                </a:cubicBezTo>
                <a:cubicBezTo>
                  <a:pt x="556961" y="754659"/>
                  <a:pt x="547822" y="763798"/>
                  <a:pt x="536549" y="763798"/>
                </a:cubicBezTo>
                <a:cubicBezTo>
                  <a:pt x="525275" y="763798"/>
                  <a:pt x="516136" y="754659"/>
                  <a:pt x="516136" y="743385"/>
                </a:cubicBezTo>
                <a:cubicBezTo>
                  <a:pt x="516136" y="732111"/>
                  <a:pt x="525275" y="722972"/>
                  <a:pt x="536549" y="722972"/>
                </a:cubicBezTo>
                <a:close/>
                <a:moveTo>
                  <a:pt x="487772" y="722972"/>
                </a:moveTo>
                <a:cubicBezTo>
                  <a:pt x="499045" y="722972"/>
                  <a:pt x="508184" y="732111"/>
                  <a:pt x="508184" y="743385"/>
                </a:cubicBezTo>
                <a:cubicBezTo>
                  <a:pt x="508184" y="754659"/>
                  <a:pt x="499045" y="763798"/>
                  <a:pt x="487772" y="763798"/>
                </a:cubicBezTo>
                <a:cubicBezTo>
                  <a:pt x="476498" y="763798"/>
                  <a:pt x="467359" y="754659"/>
                  <a:pt x="467359" y="743385"/>
                </a:cubicBezTo>
                <a:cubicBezTo>
                  <a:pt x="467359" y="732111"/>
                  <a:pt x="476498" y="722972"/>
                  <a:pt x="487772" y="722972"/>
                </a:cubicBezTo>
                <a:close/>
                <a:moveTo>
                  <a:pt x="438994" y="722972"/>
                </a:moveTo>
                <a:cubicBezTo>
                  <a:pt x="450268" y="722972"/>
                  <a:pt x="459407" y="732111"/>
                  <a:pt x="459407" y="743385"/>
                </a:cubicBezTo>
                <a:cubicBezTo>
                  <a:pt x="459407" y="754659"/>
                  <a:pt x="450268" y="763798"/>
                  <a:pt x="438994" y="763798"/>
                </a:cubicBezTo>
                <a:cubicBezTo>
                  <a:pt x="427721" y="763798"/>
                  <a:pt x="418582" y="754659"/>
                  <a:pt x="418582" y="743385"/>
                </a:cubicBezTo>
                <a:cubicBezTo>
                  <a:pt x="418582" y="732111"/>
                  <a:pt x="427721" y="722972"/>
                  <a:pt x="438994" y="722972"/>
                </a:cubicBezTo>
                <a:close/>
                <a:moveTo>
                  <a:pt x="390217" y="722972"/>
                </a:moveTo>
                <a:cubicBezTo>
                  <a:pt x="401491" y="722972"/>
                  <a:pt x="410630" y="732111"/>
                  <a:pt x="410630" y="743385"/>
                </a:cubicBezTo>
                <a:cubicBezTo>
                  <a:pt x="410630" y="754659"/>
                  <a:pt x="401491" y="763798"/>
                  <a:pt x="390217" y="763798"/>
                </a:cubicBezTo>
                <a:cubicBezTo>
                  <a:pt x="378944" y="763798"/>
                  <a:pt x="369805" y="754659"/>
                  <a:pt x="369805" y="743385"/>
                </a:cubicBezTo>
                <a:cubicBezTo>
                  <a:pt x="369805" y="732111"/>
                  <a:pt x="378944" y="722972"/>
                  <a:pt x="390217" y="722972"/>
                </a:cubicBezTo>
                <a:close/>
                <a:moveTo>
                  <a:pt x="341440" y="722972"/>
                </a:moveTo>
                <a:cubicBezTo>
                  <a:pt x="352714" y="722972"/>
                  <a:pt x="361853" y="732111"/>
                  <a:pt x="361853" y="743385"/>
                </a:cubicBezTo>
                <a:cubicBezTo>
                  <a:pt x="361853" y="754659"/>
                  <a:pt x="352714" y="763798"/>
                  <a:pt x="341440" y="763798"/>
                </a:cubicBezTo>
                <a:cubicBezTo>
                  <a:pt x="330166" y="763798"/>
                  <a:pt x="321028" y="754659"/>
                  <a:pt x="321028" y="743385"/>
                </a:cubicBezTo>
                <a:cubicBezTo>
                  <a:pt x="321028" y="732111"/>
                  <a:pt x="330166" y="722972"/>
                  <a:pt x="341440" y="722972"/>
                </a:cubicBezTo>
                <a:close/>
                <a:moveTo>
                  <a:pt x="292663" y="722972"/>
                </a:moveTo>
                <a:cubicBezTo>
                  <a:pt x="303937" y="722972"/>
                  <a:pt x="313076" y="732111"/>
                  <a:pt x="313076" y="743385"/>
                </a:cubicBezTo>
                <a:cubicBezTo>
                  <a:pt x="313076" y="754659"/>
                  <a:pt x="303937" y="763798"/>
                  <a:pt x="292663" y="763798"/>
                </a:cubicBezTo>
                <a:cubicBezTo>
                  <a:pt x="281389" y="763798"/>
                  <a:pt x="272251" y="754659"/>
                  <a:pt x="272251" y="743385"/>
                </a:cubicBezTo>
                <a:cubicBezTo>
                  <a:pt x="272251" y="732111"/>
                  <a:pt x="281389" y="722972"/>
                  <a:pt x="292663" y="722972"/>
                </a:cubicBezTo>
                <a:close/>
                <a:moveTo>
                  <a:pt x="243886" y="722972"/>
                </a:moveTo>
                <a:cubicBezTo>
                  <a:pt x="255160" y="722972"/>
                  <a:pt x="264299" y="732111"/>
                  <a:pt x="264299" y="743385"/>
                </a:cubicBezTo>
                <a:cubicBezTo>
                  <a:pt x="264299" y="754659"/>
                  <a:pt x="255160" y="763798"/>
                  <a:pt x="243886" y="763798"/>
                </a:cubicBezTo>
                <a:cubicBezTo>
                  <a:pt x="232612" y="763798"/>
                  <a:pt x="223473" y="754659"/>
                  <a:pt x="223473" y="743385"/>
                </a:cubicBezTo>
                <a:cubicBezTo>
                  <a:pt x="223473" y="732111"/>
                  <a:pt x="232612" y="722972"/>
                  <a:pt x="243886" y="722972"/>
                </a:cubicBezTo>
                <a:close/>
                <a:moveTo>
                  <a:pt x="195109" y="722972"/>
                </a:moveTo>
                <a:cubicBezTo>
                  <a:pt x="206383" y="722972"/>
                  <a:pt x="215522" y="732111"/>
                  <a:pt x="215522" y="743385"/>
                </a:cubicBezTo>
                <a:cubicBezTo>
                  <a:pt x="215522" y="754659"/>
                  <a:pt x="206383" y="763798"/>
                  <a:pt x="195109" y="763798"/>
                </a:cubicBezTo>
                <a:cubicBezTo>
                  <a:pt x="183835" y="763798"/>
                  <a:pt x="174696" y="754659"/>
                  <a:pt x="174696" y="743385"/>
                </a:cubicBezTo>
                <a:cubicBezTo>
                  <a:pt x="174696" y="732111"/>
                  <a:pt x="183835" y="722972"/>
                  <a:pt x="195109" y="722972"/>
                </a:cubicBezTo>
                <a:close/>
                <a:moveTo>
                  <a:pt x="146332" y="722972"/>
                </a:moveTo>
                <a:cubicBezTo>
                  <a:pt x="157606" y="722972"/>
                  <a:pt x="166745" y="732111"/>
                  <a:pt x="166745" y="743385"/>
                </a:cubicBezTo>
                <a:cubicBezTo>
                  <a:pt x="166745" y="754659"/>
                  <a:pt x="157606" y="763798"/>
                  <a:pt x="146332" y="763798"/>
                </a:cubicBezTo>
                <a:cubicBezTo>
                  <a:pt x="135058" y="763798"/>
                  <a:pt x="125919" y="754659"/>
                  <a:pt x="125919" y="743385"/>
                </a:cubicBezTo>
                <a:cubicBezTo>
                  <a:pt x="125919" y="732111"/>
                  <a:pt x="135058" y="722972"/>
                  <a:pt x="146332" y="722972"/>
                </a:cubicBezTo>
                <a:close/>
                <a:moveTo>
                  <a:pt x="97555" y="722972"/>
                </a:moveTo>
                <a:cubicBezTo>
                  <a:pt x="108829" y="722972"/>
                  <a:pt x="117968" y="732111"/>
                  <a:pt x="117968" y="743385"/>
                </a:cubicBezTo>
                <a:cubicBezTo>
                  <a:pt x="117968" y="754659"/>
                  <a:pt x="108829" y="763798"/>
                  <a:pt x="97555" y="763798"/>
                </a:cubicBezTo>
                <a:cubicBezTo>
                  <a:pt x="86281" y="763798"/>
                  <a:pt x="77142" y="754659"/>
                  <a:pt x="77142" y="743385"/>
                </a:cubicBezTo>
                <a:cubicBezTo>
                  <a:pt x="77142" y="732111"/>
                  <a:pt x="86281" y="722972"/>
                  <a:pt x="97555" y="722972"/>
                </a:cubicBezTo>
                <a:close/>
                <a:moveTo>
                  <a:pt x="48778" y="722972"/>
                </a:moveTo>
                <a:cubicBezTo>
                  <a:pt x="60052" y="722972"/>
                  <a:pt x="69191" y="732111"/>
                  <a:pt x="69191" y="743385"/>
                </a:cubicBezTo>
                <a:cubicBezTo>
                  <a:pt x="69191" y="754659"/>
                  <a:pt x="60052" y="763798"/>
                  <a:pt x="48778" y="763798"/>
                </a:cubicBezTo>
                <a:cubicBezTo>
                  <a:pt x="37504" y="763798"/>
                  <a:pt x="28365" y="754659"/>
                  <a:pt x="28365" y="743385"/>
                </a:cubicBezTo>
                <a:cubicBezTo>
                  <a:pt x="28365" y="732111"/>
                  <a:pt x="37504" y="722972"/>
                  <a:pt x="48778" y="722972"/>
                </a:cubicBezTo>
                <a:close/>
                <a:moveTo>
                  <a:pt x="2" y="722972"/>
                </a:moveTo>
                <a:cubicBezTo>
                  <a:pt x="11275" y="722972"/>
                  <a:pt x="20414" y="732111"/>
                  <a:pt x="20414" y="743385"/>
                </a:cubicBezTo>
                <a:cubicBezTo>
                  <a:pt x="20414" y="754659"/>
                  <a:pt x="11275" y="763798"/>
                  <a:pt x="2" y="763798"/>
                </a:cubicBezTo>
                <a:lnTo>
                  <a:pt x="0" y="763797"/>
                </a:lnTo>
                <a:lnTo>
                  <a:pt x="0" y="722973"/>
                </a:lnTo>
                <a:close/>
                <a:moveTo>
                  <a:pt x="731657" y="668886"/>
                </a:moveTo>
                <a:cubicBezTo>
                  <a:pt x="737294" y="668886"/>
                  <a:pt x="742397" y="671171"/>
                  <a:pt x="746091" y="674865"/>
                </a:cubicBezTo>
                <a:lnTo>
                  <a:pt x="748725" y="681223"/>
                </a:lnTo>
                <a:lnTo>
                  <a:pt x="724200" y="708206"/>
                </a:lnTo>
                <a:lnTo>
                  <a:pt x="723711" y="708108"/>
                </a:lnTo>
                <a:cubicBezTo>
                  <a:pt x="716385" y="705009"/>
                  <a:pt x="711244" y="697754"/>
                  <a:pt x="711244" y="689299"/>
                </a:cubicBezTo>
                <a:cubicBezTo>
                  <a:pt x="711244" y="678025"/>
                  <a:pt x="720383" y="668886"/>
                  <a:pt x="731657" y="668886"/>
                </a:cubicBezTo>
                <a:close/>
                <a:moveTo>
                  <a:pt x="682880" y="668886"/>
                </a:moveTo>
                <a:cubicBezTo>
                  <a:pt x="694153" y="668886"/>
                  <a:pt x="703293" y="678025"/>
                  <a:pt x="703293" y="689299"/>
                </a:cubicBezTo>
                <a:cubicBezTo>
                  <a:pt x="703293" y="700573"/>
                  <a:pt x="694153" y="709712"/>
                  <a:pt x="682880" y="709712"/>
                </a:cubicBezTo>
                <a:cubicBezTo>
                  <a:pt x="671606" y="709712"/>
                  <a:pt x="662467" y="700573"/>
                  <a:pt x="662467" y="689299"/>
                </a:cubicBezTo>
                <a:cubicBezTo>
                  <a:pt x="662467" y="678025"/>
                  <a:pt x="671606" y="668886"/>
                  <a:pt x="682880" y="668886"/>
                </a:cubicBezTo>
                <a:close/>
                <a:moveTo>
                  <a:pt x="634103" y="668886"/>
                </a:moveTo>
                <a:cubicBezTo>
                  <a:pt x="645377" y="668886"/>
                  <a:pt x="654516" y="678025"/>
                  <a:pt x="654516" y="689299"/>
                </a:cubicBezTo>
                <a:cubicBezTo>
                  <a:pt x="654516" y="700573"/>
                  <a:pt x="645377" y="709712"/>
                  <a:pt x="634103" y="709712"/>
                </a:cubicBezTo>
                <a:cubicBezTo>
                  <a:pt x="622829" y="709712"/>
                  <a:pt x="613690" y="700573"/>
                  <a:pt x="613690" y="689299"/>
                </a:cubicBezTo>
                <a:cubicBezTo>
                  <a:pt x="613690" y="678025"/>
                  <a:pt x="622829" y="668886"/>
                  <a:pt x="634103" y="668886"/>
                </a:cubicBezTo>
                <a:close/>
                <a:moveTo>
                  <a:pt x="585326" y="668886"/>
                </a:moveTo>
                <a:cubicBezTo>
                  <a:pt x="596599" y="668886"/>
                  <a:pt x="605738" y="678025"/>
                  <a:pt x="605738" y="689299"/>
                </a:cubicBezTo>
                <a:cubicBezTo>
                  <a:pt x="605738" y="700573"/>
                  <a:pt x="596599" y="709712"/>
                  <a:pt x="585326" y="709712"/>
                </a:cubicBezTo>
                <a:cubicBezTo>
                  <a:pt x="574052" y="709712"/>
                  <a:pt x="564913" y="700573"/>
                  <a:pt x="564913" y="689299"/>
                </a:cubicBezTo>
                <a:cubicBezTo>
                  <a:pt x="564913" y="678025"/>
                  <a:pt x="574052" y="668886"/>
                  <a:pt x="585326" y="668886"/>
                </a:cubicBezTo>
                <a:close/>
                <a:moveTo>
                  <a:pt x="536549" y="668886"/>
                </a:moveTo>
                <a:cubicBezTo>
                  <a:pt x="547822" y="668886"/>
                  <a:pt x="556961" y="678025"/>
                  <a:pt x="556961" y="689299"/>
                </a:cubicBezTo>
                <a:cubicBezTo>
                  <a:pt x="556961" y="700573"/>
                  <a:pt x="547822" y="709712"/>
                  <a:pt x="536549" y="709712"/>
                </a:cubicBezTo>
                <a:cubicBezTo>
                  <a:pt x="525275" y="709712"/>
                  <a:pt x="516136" y="700573"/>
                  <a:pt x="516136" y="689299"/>
                </a:cubicBezTo>
                <a:cubicBezTo>
                  <a:pt x="516136" y="678025"/>
                  <a:pt x="525275" y="668886"/>
                  <a:pt x="536549" y="668886"/>
                </a:cubicBezTo>
                <a:close/>
                <a:moveTo>
                  <a:pt x="487772" y="668886"/>
                </a:moveTo>
                <a:cubicBezTo>
                  <a:pt x="499045" y="668886"/>
                  <a:pt x="508184" y="678025"/>
                  <a:pt x="508184" y="689299"/>
                </a:cubicBezTo>
                <a:cubicBezTo>
                  <a:pt x="508184" y="700573"/>
                  <a:pt x="499045" y="709712"/>
                  <a:pt x="487772" y="709712"/>
                </a:cubicBezTo>
                <a:cubicBezTo>
                  <a:pt x="476498" y="709712"/>
                  <a:pt x="467359" y="700573"/>
                  <a:pt x="467359" y="689299"/>
                </a:cubicBezTo>
                <a:cubicBezTo>
                  <a:pt x="467359" y="678025"/>
                  <a:pt x="476498" y="668886"/>
                  <a:pt x="487772" y="668886"/>
                </a:cubicBezTo>
                <a:close/>
                <a:moveTo>
                  <a:pt x="438994" y="668886"/>
                </a:moveTo>
                <a:cubicBezTo>
                  <a:pt x="450268" y="668886"/>
                  <a:pt x="459407" y="678025"/>
                  <a:pt x="459407" y="689299"/>
                </a:cubicBezTo>
                <a:cubicBezTo>
                  <a:pt x="459407" y="700573"/>
                  <a:pt x="450268" y="709712"/>
                  <a:pt x="438994" y="709712"/>
                </a:cubicBezTo>
                <a:cubicBezTo>
                  <a:pt x="427721" y="709712"/>
                  <a:pt x="418582" y="700573"/>
                  <a:pt x="418582" y="689299"/>
                </a:cubicBezTo>
                <a:cubicBezTo>
                  <a:pt x="418582" y="678025"/>
                  <a:pt x="427721" y="668886"/>
                  <a:pt x="438994" y="668886"/>
                </a:cubicBezTo>
                <a:close/>
                <a:moveTo>
                  <a:pt x="390217" y="668886"/>
                </a:moveTo>
                <a:cubicBezTo>
                  <a:pt x="401491" y="668886"/>
                  <a:pt x="410630" y="678025"/>
                  <a:pt x="410630" y="689299"/>
                </a:cubicBezTo>
                <a:cubicBezTo>
                  <a:pt x="410630" y="700573"/>
                  <a:pt x="401491" y="709712"/>
                  <a:pt x="390217" y="709712"/>
                </a:cubicBezTo>
                <a:cubicBezTo>
                  <a:pt x="378944" y="709712"/>
                  <a:pt x="369805" y="700573"/>
                  <a:pt x="369805" y="689299"/>
                </a:cubicBezTo>
                <a:cubicBezTo>
                  <a:pt x="369805" y="678025"/>
                  <a:pt x="378944" y="668886"/>
                  <a:pt x="390217" y="668886"/>
                </a:cubicBezTo>
                <a:close/>
                <a:moveTo>
                  <a:pt x="341440" y="668886"/>
                </a:moveTo>
                <a:cubicBezTo>
                  <a:pt x="352714" y="668886"/>
                  <a:pt x="361853" y="678025"/>
                  <a:pt x="361853" y="689299"/>
                </a:cubicBezTo>
                <a:cubicBezTo>
                  <a:pt x="361853" y="700573"/>
                  <a:pt x="352714" y="709712"/>
                  <a:pt x="341440" y="709712"/>
                </a:cubicBezTo>
                <a:cubicBezTo>
                  <a:pt x="330166" y="709712"/>
                  <a:pt x="321028" y="700573"/>
                  <a:pt x="321028" y="689299"/>
                </a:cubicBezTo>
                <a:cubicBezTo>
                  <a:pt x="321028" y="678025"/>
                  <a:pt x="330166" y="668886"/>
                  <a:pt x="341440" y="668886"/>
                </a:cubicBezTo>
                <a:close/>
                <a:moveTo>
                  <a:pt x="292663" y="668886"/>
                </a:moveTo>
                <a:cubicBezTo>
                  <a:pt x="303937" y="668886"/>
                  <a:pt x="313076" y="678025"/>
                  <a:pt x="313076" y="689299"/>
                </a:cubicBezTo>
                <a:cubicBezTo>
                  <a:pt x="313076" y="700573"/>
                  <a:pt x="303937" y="709712"/>
                  <a:pt x="292663" y="709712"/>
                </a:cubicBezTo>
                <a:cubicBezTo>
                  <a:pt x="281389" y="709712"/>
                  <a:pt x="272251" y="700573"/>
                  <a:pt x="272251" y="689299"/>
                </a:cubicBezTo>
                <a:cubicBezTo>
                  <a:pt x="272251" y="678025"/>
                  <a:pt x="281389" y="668886"/>
                  <a:pt x="292663" y="668886"/>
                </a:cubicBezTo>
                <a:close/>
                <a:moveTo>
                  <a:pt x="243886" y="668886"/>
                </a:moveTo>
                <a:cubicBezTo>
                  <a:pt x="255160" y="668886"/>
                  <a:pt x="264299" y="678025"/>
                  <a:pt x="264299" y="689299"/>
                </a:cubicBezTo>
                <a:cubicBezTo>
                  <a:pt x="264299" y="700573"/>
                  <a:pt x="255160" y="709712"/>
                  <a:pt x="243886" y="709712"/>
                </a:cubicBezTo>
                <a:cubicBezTo>
                  <a:pt x="232612" y="709712"/>
                  <a:pt x="223473" y="700573"/>
                  <a:pt x="223473" y="689299"/>
                </a:cubicBezTo>
                <a:cubicBezTo>
                  <a:pt x="223473" y="678025"/>
                  <a:pt x="232612" y="668886"/>
                  <a:pt x="243886" y="668886"/>
                </a:cubicBezTo>
                <a:close/>
                <a:moveTo>
                  <a:pt x="195109" y="668886"/>
                </a:moveTo>
                <a:cubicBezTo>
                  <a:pt x="206383" y="668886"/>
                  <a:pt x="215522" y="678025"/>
                  <a:pt x="215522" y="689299"/>
                </a:cubicBezTo>
                <a:cubicBezTo>
                  <a:pt x="215522" y="700573"/>
                  <a:pt x="206383" y="709712"/>
                  <a:pt x="195109" y="709712"/>
                </a:cubicBezTo>
                <a:cubicBezTo>
                  <a:pt x="183835" y="709712"/>
                  <a:pt x="174696" y="700573"/>
                  <a:pt x="174696" y="689299"/>
                </a:cubicBezTo>
                <a:cubicBezTo>
                  <a:pt x="174696" y="678025"/>
                  <a:pt x="183835" y="668886"/>
                  <a:pt x="195109" y="668886"/>
                </a:cubicBezTo>
                <a:close/>
                <a:moveTo>
                  <a:pt x="146332" y="668886"/>
                </a:moveTo>
                <a:cubicBezTo>
                  <a:pt x="157606" y="668886"/>
                  <a:pt x="166745" y="678025"/>
                  <a:pt x="166745" y="689299"/>
                </a:cubicBezTo>
                <a:cubicBezTo>
                  <a:pt x="166745" y="700573"/>
                  <a:pt x="157606" y="709712"/>
                  <a:pt x="146332" y="709712"/>
                </a:cubicBezTo>
                <a:cubicBezTo>
                  <a:pt x="135058" y="709712"/>
                  <a:pt x="125919" y="700573"/>
                  <a:pt x="125919" y="689299"/>
                </a:cubicBezTo>
                <a:cubicBezTo>
                  <a:pt x="125919" y="678025"/>
                  <a:pt x="135058" y="668886"/>
                  <a:pt x="146332" y="668886"/>
                </a:cubicBezTo>
                <a:close/>
                <a:moveTo>
                  <a:pt x="97555" y="668886"/>
                </a:moveTo>
                <a:cubicBezTo>
                  <a:pt x="108829" y="668886"/>
                  <a:pt x="117968" y="678025"/>
                  <a:pt x="117968" y="689299"/>
                </a:cubicBezTo>
                <a:cubicBezTo>
                  <a:pt x="117968" y="700573"/>
                  <a:pt x="108829" y="709712"/>
                  <a:pt x="97555" y="709712"/>
                </a:cubicBezTo>
                <a:cubicBezTo>
                  <a:pt x="86281" y="709712"/>
                  <a:pt x="77142" y="700573"/>
                  <a:pt x="77142" y="689299"/>
                </a:cubicBezTo>
                <a:cubicBezTo>
                  <a:pt x="77142" y="678025"/>
                  <a:pt x="86281" y="668886"/>
                  <a:pt x="97555" y="668886"/>
                </a:cubicBezTo>
                <a:close/>
                <a:moveTo>
                  <a:pt x="48778" y="668886"/>
                </a:moveTo>
                <a:cubicBezTo>
                  <a:pt x="60052" y="668886"/>
                  <a:pt x="69191" y="678025"/>
                  <a:pt x="69191" y="689299"/>
                </a:cubicBezTo>
                <a:cubicBezTo>
                  <a:pt x="69191" y="700573"/>
                  <a:pt x="60052" y="709712"/>
                  <a:pt x="48778" y="709712"/>
                </a:cubicBezTo>
                <a:cubicBezTo>
                  <a:pt x="37504" y="709712"/>
                  <a:pt x="28365" y="700573"/>
                  <a:pt x="28365" y="689299"/>
                </a:cubicBezTo>
                <a:cubicBezTo>
                  <a:pt x="28365" y="678025"/>
                  <a:pt x="37504" y="668886"/>
                  <a:pt x="48778" y="668886"/>
                </a:cubicBezTo>
                <a:close/>
                <a:moveTo>
                  <a:pt x="2" y="668886"/>
                </a:moveTo>
                <a:cubicBezTo>
                  <a:pt x="11275" y="668886"/>
                  <a:pt x="20414" y="678025"/>
                  <a:pt x="20414" y="689299"/>
                </a:cubicBezTo>
                <a:cubicBezTo>
                  <a:pt x="20414" y="700573"/>
                  <a:pt x="11275" y="709712"/>
                  <a:pt x="2" y="709712"/>
                </a:cubicBezTo>
                <a:lnTo>
                  <a:pt x="0" y="709711"/>
                </a:lnTo>
                <a:lnTo>
                  <a:pt x="0" y="668887"/>
                </a:lnTo>
                <a:close/>
                <a:moveTo>
                  <a:pt x="780434" y="614800"/>
                </a:moveTo>
                <a:cubicBezTo>
                  <a:pt x="786071" y="614800"/>
                  <a:pt x="791174" y="617085"/>
                  <a:pt x="794868" y="620779"/>
                </a:cubicBezTo>
                <a:lnTo>
                  <a:pt x="796523" y="624774"/>
                </a:lnTo>
                <a:lnTo>
                  <a:pt x="780248" y="646539"/>
                </a:lnTo>
                <a:lnTo>
                  <a:pt x="773298" y="654185"/>
                </a:lnTo>
                <a:lnTo>
                  <a:pt x="772488" y="654021"/>
                </a:lnTo>
                <a:cubicBezTo>
                  <a:pt x="765162" y="650923"/>
                  <a:pt x="760021" y="643668"/>
                  <a:pt x="760021" y="635213"/>
                </a:cubicBezTo>
                <a:cubicBezTo>
                  <a:pt x="760021" y="623939"/>
                  <a:pt x="769160" y="614800"/>
                  <a:pt x="780434" y="614800"/>
                </a:cubicBezTo>
                <a:close/>
                <a:moveTo>
                  <a:pt x="731657" y="614800"/>
                </a:moveTo>
                <a:cubicBezTo>
                  <a:pt x="742931" y="614800"/>
                  <a:pt x="752070" y="623939"/>
                  <a:pt x="752070" y="635213"/>
                </a:cubicBezTo>
                <a:cubicBezTo>
                  <a:pt x="752070" y="646487"/>
                  <a:pt x="742931" y="655626"/>
                  <a:pt x="731657" y="655626"/>
                </a:cubicBezTo>
                <a:cubicBezTo>
                  <a:pt x="720383" y="655626"/>
                  <a:pt x="711244" y="646487"/>
                  <a:pt x="711244" y="635213"/>
                </a:cubicBezTo>
                <a:cubicBezTo>
                  <a:pt x="711244" y="623939"/>
                  <a:pt x="720383" y="614800"/>
                  <a:pt x="731657" y="614800"/>
                </a:cubicBezTo>
                <a:close/>
                <a:moveTo>
                  <a:pt x="682880" y="614800"/>
                </a:moveTo>
                <a:cubicBezTo>
                  <a:pt x="694153" y="614800"/>
                  <a:pt x="703293" y="623939"/>
                  <a:pt x="703293" y="635213"/>
                </a:cubicBezTo>
                <a:cubicBezTo>
                  <a:pt x="703293" y="646487"/>
                  <a:pt x="694153" y="655626"/>
                  <a:pt x="682880" y="655626"/>
                </a:cubicBezTo>
                <a:cubicBezTo>
                  <a:pt x="671606" y="655626"/>
                  <a:pt x="662467" y="646487"/>
                  <a:pt x="662467" y="635213"/>
                </a:cubicBezTo>
                <a:cubicBezTo>
                  <a:pt x="662467" y="623939"/>
                  <a:pt x="671606" y="614800"/>
                  <a:pt x="682880" y="614800"/>
                </a:cubicBezTo>
                <a:close/>
                <a:moveTo>
                  <a:pt x="634103" y="614800"/>
                </a:moveTo>
                <a:cubicBezTo>
                  <a:pt x="645377" y="614800"/>
                  <a:pt x="654516" y="623939"/>
                  <a:pt x="654516" y="635213"/>
                </a:cubicBezTo>
                <a:cubicBezTo>
                  <a:pt x="654516" y="646487"/>
                  <a:pt x="645377" y="655626"/>
                  <a:pt x="634103" y="655626"/>
                </a:cubicBezTo>
                <a:cubicBezTo>
                  <a:pt x="622829" y="655626"/>
                  <a:pt x="613690" y="646487"/>
                  <a:pt x="613690" y="635213"/>
                </a:cubicBezTo>
                <a:cubicBezTo>
                  <a:pt x="613690" y="623939"/>
                  <a:pt x="622829" y="614800"/>
                  <a:pt x="634103" y="614800"/>
                </a:cubicBezTo>
                <a:close/>
                <a:moveTo>
                  <a:pt x="585326" y="614800"/>
                </a:moveTo>
                <a:cubicBezTo>
                  <a:pt x="596599" y="614800"/>
                  <a:pt x="605738" y="623939"/>
                  <a:pt x="605738" y="635213"/>
                </a:cubicBezTo>
                <a:cubicBezTo>
                  <a:pt x="605738" y="646487"/>
                  <a:pt x="596599" y="655626"/>
                  <a:pt x="585326" y="655626"/>
                </a:cubicBezTo>
                <a:cubicBezTo>
                  <a:pt x="574052" y="655626"/>
                  <a:pt x="564913" y="646487"/>
                  <a:pt x="564913" y="635213"/>
                </a:cubicBezTo>
                <a:cubicBezTo>
                  <a:pt x="564913" y="623939"/>
                  <a:pt x="574052" y="614800"/>
                  <a:pt x="585326" y="614800"/>
                </a:cubicBezTo>
                <a:close/>
                <a:moveTo>
                  <a:pt x="536549" y="614800"/>
                </a:moveTo>
                <a:cubicBezTo>
                  <a:pt x="547822" y="614800"/>
                  <a:pt x="556961" y="623939"/>
                  <a:pt x="556961" y="635213"/>
                </a:cubicBezTo>
                <a:cubicBezTo>
                  <a:pt x="556961" y="646487"/>
                  <a:pt x="547822" y="655626"/>
                  <a:pt x="536549" y="655626"/>
                </a:cubicBezTo>
                <a:cubicBezTo>
                  <a:pt x="525275" y="655626"/>
                  <a:pt x="516136" y="646487"/>
                  <a:pt x="516136" y="635213"/>
                </a:cubicBezTo>
                <a:cubicBezTo>
                  <a:pt x="516136" y="623939"/>
                  <a:pt x="525275" y="614800"/>
                  <a:pt x="536549" y="614800"/>
                </a:cubicBezTo>
                <a:close/>
                <a:moveTo>
                  <a:pt x="487772" y="614800"/>
                </a:moveTo>
                <a:cubicBezTo>
                  <a:pt x="499045" y="614800"/>
                  <a:pt x="508184" y="623939"/>
                  <a:pt x="508184" y="635213"/>
                </a:cubicBezTo>
                <a:cubicBezTo>
                  <a:pt x="508184" y="646487"/>
                  <a:pt x="499045" y="655626"/>
                  <a:pt x="487772" y="655626"/>
                </a:cubicBezTo>
                <a:cubicBezTo>
                  <a:pt x="476498" y="655626"/>
                  <a:pt x="467359" y="646487"/>
                  <a:pt x="467359" y="635213"/>
                </a:cubicBezTo>
                <a:cubicBezTo>
                  <a:pt x="467359" y="623939"/>
                  <a:pt x="476498" y="614800"/>
                  <a:pt x="487772" y="614800"/>
                </a:cubicBezTo>
                <a:close/>
                <a:moveTo>
                  <a:pt x="438994" y="614800"/>
                </a:moveTo>
                <a:cubicBezTo>
                  <a:pt x="450268" y="614800"/>
                  <a:pt x="459407" y="623939"/>
                  <a:pt x="459407" y="635213"/>
                </a:cubicBezTo>
                <a:cubicBezTo>
                  <a:pt x="459407" y="646487"/>
                  <a:pt x="450268" y="655626"/>
                  <a:pt x="438994" y="655626"/>
                </a:cubicBezTo>
                <a:cubicBezTo>
                  <a:pt x="427721" y="655626"/>
                  <a:pt x="418582" y="646487"/>
                  <a:pt x="418582" y="635213"/>
                </a:cubicBezTo>
                <a:cubicBezTo>
                  <a:pt x="418582" y="623939"/>
                  <a:pt x="427721" y="614800"/>
                  <a:pt x="438994" y="614800"/>
                </a:cubicBezTo>
                <a:close/>
                <a:moveTo>
                  <a:pt x="390217" y="614800"/>
                </a:moveTo>
                <a:cubicBezTo>
                  <a:pt x="401491" y="614800"/>
                  <a:pt x="410630" y="623939"/>
                  <a:pt x="410630" y="635213"/>
                </a:cubicBezTo>
                <a:cubicBezTo>
                  <a:pt x="410630" y="646487"/>
                  <a:pt x="401491" y="655626"/>
                  <a:pt x="390217" y="655626"/>
                </a:cubicBezTo>
                <a:cubicBezTo>
                  <a:pt x="378944" y="655626"/>
                  <a:pt x="369805" y="646487"/>
                  <a:pt x="369805" y="635213"/>
                </a:cubicBezTo>
                <a:cubicBezTo>
                  <a:pt x="369805" y="623939"/>
                  <a:pt x="378944" y="614800"/>
                  <a:pt x="390217" y="614800"/>
                </a:cubicBezTo>
                <a:close/>
                <a:moveTo>
                  <a:pt x="341440" y="614800"/>
                </a:moveTo>
                <a:cubicBezTo>
                  <a:pt x="352714" y="614800"/>
                  <a:pt x="361853" y="623939"/>
                  <a:pt x="361853" y="635213"/>
                </a:cubicBezTo>
                <a:cubicBezTo>
                  <a:pt x="361853" y="646487"/>
                  <a:pt x="352714" y="655626"/>
                  <a:pt x="341440" y="655626"/>
                </a:cubicBezTo>
                <a:cubicBezTo>
                  <a:pt x="330166" y="655626"/>
                  <a:pt x="321028" y="646487"/>
                  <a:pt x="321028" y="635213"/>
                </a:cubicBezTo>
                <a:cubicBezTo>
                  <a:pt x="321028" y="623939"/>
                  <a:pt x="330166" y="614800"/>
                  <a:pt x="341440" y="614800"/>
                </a:cubicBezTo>
                <a:close/>
                <a:moveTo>
                  <a:pt x="292663" y="614800"/>
                </a:moveTo>
                <a:cubicBezTo>
                  <a:pt x="303937" y="614800"/>
                  <a:pt x="313076" y="623939"/>
                  <a:pt x="313076" y="635213"/>
                </a:cubicBezTo>
                <a:cubicBezTo>
                  <a:pt x="313076" y="646487"/>
                  <a:pt x="303937" y="655626"/>
                  <a:pt x="292663" y="655626"/>
                </a:cubicBezTo>
                <a:cubicBezTo>
                  <a:pt x="281389" y="655626"/>
                  <a:pt x="272251" y="646487"/>
                  <a:pt x="272251" y="635213"/>
                </a:cubicBezTo>
                <a:cubicBezTo>
                  <a:pt x="272251" y="623939"/>
                  <a:pt x="281389" y="614800"/>
                  <a:pt x="292663" y="614800"/>
                </a:cubicBezTo>
                <a:close/>
                <a:moveTo>
                  <a:pt x="243886" y="614800"/>
                </a:moveTo>
                <a:cubicBezTo>
                  <a:pt x="255160" y="614800"/>
                  <a:pt x="264299" y="623939"/>
                  <a:pt x="264299" y="635213"/>
                </a:cubicBezTo>
                <a:cubicBezTo>
                  <a:pt x="264299" y="646487"/>
                  <a:pt x="255160" y="655626"/>
                  <a:pt x="243886" y="655626"/>
                </a:cubicBezTo>
                <a:cubicBezTo>
                  <a:pt x="232612" y="655626"/>
                  <a:pt x="223473" y="646487"/>
                  <a:pt x="223473" y="635213"/>
                </a:cubicBezTo>
                <a:cubicBezTo>
                  <a:pt x="223473" y="623939"/>
                  <a:pt x="232612" y="614800"/>
                  <a:pt x="243886" y="614800"/>
                </a:cubicBezTo>
                <a:close/>
                <a:moveTo>
                  <a:pt x="195109" y="614800"/>
                </a:moveTo>
                <a:cubicBezTo>
                  <a:pt x="206383" y="614800"/>
                  <a:pt x="215522" y="623939"/>
                  <a:pt x="215522" y="635213"/>
                </a:cubicBezTo>
                <a:cubicBezTo>
                  <a:pt x="215522" y="646487"/>
                  <a:pt x="206383" y="655626"/>
                  <a:pt x="195109" y="655626"/>
                </a:cubicBezTo>
                <a:cubicBezTo>
                  <a:pt x="183835" y="655626"/>
                  <a:pt x="174696" y="646487"/>
                  <a:pt x="174696" y="635213"/>
                </a:cubicBezTo>
                <a:cubicBezTo>
                  <a:pt x="174696" y="623939"/>
                  <a:pt x="183835" y="614800"/>
                  <a:pt x="195109" y="614800"/>
                </a:cubicBezTo>
                <a:close/>
                <a:moveTo>
                  <a:pt x="146332" y="614800"/>
                </a:moveTo>
                <a:cubicBezTo>
                  <a:pt x="157606" y="614800"/>
                  <a:pt x="166745" y="623939"/>
                  <a:pt x="166745" y="635213"/>
                </a:cubicBezTo>
                <a:cubicBezTo>
                  <a:pt x="166745" y="646487"/>
                  <a:pt x="157606" y="655626"/>
                  <a:pt x="146332" y="655626"/>
                </a:cubicBezTo>
                <a:cubicBezTo>
                  <a:pt x="135058" y="655626"/>
                  <a:pt x="125919" y="646487"/>
                  <a:pt x="125919" y="635213"/>
                </a:cubicBezTo>
                <a:cubicBezTo>
                  <a:pt x="125919" y="623939"/>
                  <a:pt x="135058" y="614800"/>
                  <a:pt x="146332" y="614800"/>
                </a:cubicBezTo>
                <a:close/>
                <a:moveTo>
                  <a:pt x="97555" y="614800"/>
                </a:moveTo>
                <a:cubicBezTo>
                  <a:pt x="108829" y="614800"/>
                  <a:pt x="117968" y="623939"/>
                  <a:pt x="117968" y="635213"/>
                </a:cubicBezTo>
                <a:cubicBezTo>
                  <a:pt x="117968" y="646487"/>
                  <a:pt x="108829" y="655626"/>
                  <a:pt x="97555" y="655626"/>
                </a:cubicBezTo>
                <a:cubicBezTo>
                  <a:pt x="86281" y="655626"/>
                  <a:pt x="77142" y="646487"/>
                  <a:pt x="77142" y="635213"/>
                </a:cubicBezTo>
                <a:cubicBezTo>
                  <a:pt x="77142" y="623939"/>
                  <a:pt x="86281" y="614800"/>
                  <a:pt x="97555" y="614800"/>
                </a:cubicBezTo>
                <a:close/>
                <a:moveTo>
                  <a:pt x="48778" y="614800"/>
                </a:moveTo>
                <a:cubicBezTo>
                  <a:pt x="60052" y="614800"/>
                  <a:pt x="69191" y="623939"/>
                  <a:pt x="69191" y="635213"/>
                </a:cubicBezTo>
                <a:cubicBezTo>
                  <a:pt x="69191" y="646487"/>
                  <a:pt x="60052" y="655626"/>
                  <a:pt x="48778" y="655626"/>
                </a:cubicBezTo>
                <a:cubicBezTo>
                  <a:pt x="37504" y="655626"/>
                  <a:pt x="28365" y="646487"/>
                  <a:pt x="28365" y="635213"/>
                </a:cubicBezTo>
                <a:cubicBezTo>
                  <a:pt x="28365" y="623939"/>
                  <a:pt x="37504" y="614800"/>
                  <a:pt x="48778" y="614800"/>
                </a:cubicBezTo>
                <a:close/>
                <a:moveTo>
                  <a:pt x="2" y="614800"/>
                </a:moveTo>
                <a:cubicBezTo>
                  <a:pt x="11275" y="614800"/>
                  <a:pt x="20414" y="623939"/>
                  <a:pt x="20414" y="635213"/>
                </a:cubicBezTo>
                <a:cubicBezTo>
                  <a:pt x="20414" y="646487"/>
                  <a:pt x="11275" y="655626"/>
                  <a:pt x="2" y="655626"/>
                </a:cubicBezTo>
                <a:lnTo>
                  <a:pt x="0" y="655625"/>
                </a:lnTo>
                <a:lnTo>
                  <a:pt x="0" y="614801"/>
                </a:lnTo>
                <a:close/>
                <a:moveTo>
                  <a:pt x="829211" y="560714"/>
                </a:moveTo>
                <a:cubicBezTo>
                  <a:pt x="832029" y="560714"/>
                  <a:pt x="834714" y="561285"/>
                  <a:pt x="837157" y="562318"/>
                </a:cubicBezTo>
                <a:lnTo>
                  <a:pt x="840828" y="564793"/>
                </a:lnTo>
                <a:lnTo>
                  <a:pt x="838456" y="568698"/>
                </a:lnTo>
                <a:lnTo>
                  <a:pt x="817164" y="597170"/>
                </a:lnTo>
                <a:lnTo>
                  <a:pt x="814777" y="595561"/>
                </a:lnTo>
                <a:cubicBezTo>
                  <a:pt x="811083" y="591867"/>
                  <a:pt x="808798" y="586764"/>
                  <a:pt x="808798" y="581127"/>
                </a:cubicBezTo>
                <a:cubicBezTo>
                  <a:pt x="808798" y="569853"/>
                  <a:pt x="817937" y="560714"/>
                  <a:pt x="829211" y="560714"/>
                </a:cubicBezTo>
                <a:close/>
                <a:moveTo>
                  <a:pt x="780434" y="560714"/>
                </a:moveTo>
                <a:cubicBezTo>
                  <a:pt x="791708" y="560714"/>
                  <a:pt x="800847" y="569853"/>
                  <a:pt x="800847" y="581127"/>
                </a:cubicBezTo>
                <a:cubicBezTo>
                  <a:pt x="800847" y="592400"/>
                  <a:pt x="791708" y="601539"/>
                  <a:pt x="780434" y="601539"/>
                </a:cubicBezTo>
                <a:cubicBezTo>
                  <a:pt x="769160" y="601539"/>
                  <a:pt x="760021" y="592400"/>
                  <a:pt x="760021" y="581127"/>
                </a:cubicBezTo>
                <a:cubicBezTo>
                  <a:pt x="760021" y="569853"/>
                  <a:pt x="769160" y="560714"/>
                  <a:pt x="780434" y="560714"/>
                </a:cubicBezTo>
                <a:close/>
                <a:moveTo>
                  <a:pt x="731657" y="560714"/>
                </a:moveTo>
                <a:cubicBezTo>
                  <a:pt x="742931" y="560714"/>
                  <a:pt x="752070" y="569853"/>
                  <a:pt x="752070" y="581127"/>
                </a:cubicBezTo>
                <a:cubicBezTo>
                  <a:pt x="752070" y="592400"/>
                  <a:pt x="742931" y="601539"/>
                  <a:pt x="731657" y="601539"/>
                </a:cubicBezTo>
                <a:cubicBezTo>
                  <a:pt x="720383" y="601539"/>
                  <a:pt x="711244" y="592400"/>
                  <a:pt x="711244" y="581127"/>
                </a:cubicBezTo>
                <a:cubicBezTo>
                  <a:pt x="711244" y="569853"/>
                  <a:pt x="720383" y="560714"/>
                  <a:pt x="731657" y="560714"/>
                </a:cubicBezTo>
                <a:close/>
                <a:moveTo>
                  <a:pt x="682880" y="560714"/>
                </a:moveTo>
                <a:cubicBezTo>
                  <a:pt x="694153" y="560714"/>
                  <a:pt x="703293" y="569853"/>
                  <a:pt x="703293" y="581127"/>
                </a:cubicBezTo>
                <a:cubicBezTo>
                  <a:pt x="703293" y="592400"/>
                  <a:pt x="694153" y="601539"/>
                  <a:pt x="682880" y="601539"/>
                </a:cubicBezTo>
                <a:cubicBezTo>
                  <a:pt x="671606" y="601539"/>
                  <a:pt x="662467" y="592400"/>
                  <a:pt x="662467" y="581127"/>
                </a:cubicBezTo>
                <a:cubicBezTo>
                  <a:pt x="662467" y="569853"/>
                  <a:pt x="671606" y="560714"/>
                  <a:pt x="682880" y="560714"/>
                </a:cubicBezTo>
                <a:close/>
                <a:moveTo>
                  <a:pt x="634103" y="560714"/>
                </a:moveTo>
                <a:cubicBezTo>
                  <a:pt x="645377" y="560714"/>
                  <a:pt x="654516" y="569853"/>
                  <a:pt x="654516" y="581127"/>
                </a:cubicBezTo>
                <a:cubicBezTo>
                  <a:pt x="654516" y="592400"/>
                  <a:pt x="645377" y="601539"/>
                  <a:pt x="634103" y="601539"/>
                </a:cubicBezTo>
                <a:cubicBezTo>
                  <a:pt x="622829" y="601539"/>
                  <a:pt x="613690" y="592400"/>
                  <a:pt x="613690" y="581127"/>
                </a:cubicBezTo>
                <a:cubicBezTo>
                  <a:pt x="613690" y="569853"/>
                  <a:pt x="622829" y="560714"/>
                  <a:pt x="634103" y="560714"/>
                </a:cubicBezTo>
                <a:close/>
                <a:moveTo>
                  <a:pt x="585326" y="560714"/>
                </a:moveTo>
                <a:cubicBezTo>
                  <a:pt x="596599" y="560714"/>
                  <a:pt x="605738" y="569853"/>
                  <a:pt x="605738" y="581127"/>
                </a:cubicBezTo>
                <a:cubicBezTo>
                  <a:pt x="605738" y="592400"/>
                  <a:pt x="596599" y="601539"/>
                  <a:pt x="585326" y="601539"/>
                </a:cubicBezTo>
                <a:cubicBezTo>
                  <a:pt x="574052" y="601539"/>
                  <a:pt x="564913" y="592400"/>
                  <a:pt x="564913" y="581127"/>
                </a:cubicBezTo>
                <a:cubicBezTo>
                  <a:pt x="564913" y="569853"/>
                  <a:pt x="574052" y="560714"/>
                  <a:pt x="585326" y="560714"/>
                </a:cubicBezTo>
                <a:close/>
                <a:moveTo>
                  <a:pt x="536549" y="560714"/>
                </a:moveTo>
                <a:cubicBezTo>
                  <a:pt x="547822" y="560714"/>
                  <a:pt x="556961" y="569853"/>
                  <a:pt x="556961" y="581127"/>
                </a:cubicBezTo>
                <a:cubicBezTo>
                  <a:pt x="556961" y="592400"/>
                  <a:pt x="547822" y="601539"/>
                  <a:pt x="536549" y="601539"/>
                </a:cubicBezTo>
                <a:cubicBezTo>
                  <a:pt x="525275" y="601539"/>
                  <a:pt x="516136" y="592400"/>
                  <a:pt x="516136" y="581127"/>
                </a:cubicBezTo>
                <a:cubicBezTo>
                  <a:pt x="516136" y="569853"/>
                  <a:pt x="525275" y="560714"/>
                  <a:pt x="536549" y="560714"/>
                </a:cubicBezTo>
                <a:close/>
                <a:moveTo>
                  <a:pt x="487772" y="560714"/>
                </a:moveTo>
                <a:cubicBezTo>
                  <a:pt x="499045" y="560714"/>
                  <a:pt x="508184" y="569853"/>
                  <a:pt x="508184" y="581127"/>
                </a:cubicBezTo>
                <a:cubicBezTo>
                  <a:pt x="508184" y="592400"/>
                  <a:pt x="499045" y="601539"/>
                  <a:pt x="487772" y="601539"/>
                </a:cubicBezTo>
                <a:cubicBezTo>
                  <a:pt x="476498" y="601539"/>
                  <a:pt x="467359" y="592400"/>
                  <a:pt x="467359" y="581127"/>
                </a:cubicBezTo>
                <a:cubicBezTo>
                  <a:pt x="467359" y="569853"/>
                  <a:pt x="476498" y="560714"/>
                  <a:pt x="487772" y="560714"/>
                </a:cubicBezTo>
                <a:close/>
                <a:moveTo>
                  <a:pt x="438994" y="560714"/>
                </a:moveTo>
                <a:cubicBezTo>
                  <a:pt x="450268" y="560714"/>
                  <a:pt x="459407" y="569853"/>
                  <a:pt x="459407" y="581127"/>
                </a:cubicBezTo>
                <a:cubicBezTo>
                  <a:pt x="459407" y="592400"/>
                  <a:pt x="450268" y="601539"/>
                  <a:pt x="438994" y="601539"/>
                </a:cubicBezTo>
                <a:cubicBezTo>
                  <a:pt x="427721" y="601539"/>
                  <a:pt x="418582" y="592400"/>
                  <a:pt x="418582" y="581127"/>
                </a:cubicBezTo>
                <a:cubicBezTo>
                  <a:pt x="418582" y="569853"/>
                  <a:pt x="427721" y="560714"/>
                  <a:pt x="438994" y="560714"/>
                </a:cubicBezTo>
                <a:close/>
                <a:moveTo>
                  <a:pt x="390217" y="560714"/>
                </a:moveTo>
                <a:cubicBezTo>
                  <a:pt x="401491" y="560714"/>
                  <a:pt x="410630" y="569853"/>
                  <a:pt x="410630" y="581127"/>
                </a:cubicBezTo>
                <a:cubicBezTo>
                  <a:pt x="410630" y="592400"/>
                  <a:pt x="401491" y="601539"/>
                  <a:pt x="390217" y="601539"/>
                </a:cubicBezTo>
                <a:cubicBezTo>
                  <a:pt x="378944" y="601539"/>
                  <a:pt x="369805" y="592400"/>
                  <a:pt x="369805" y="581127"/>
                </a:cubicBezTo>
                <a:cubicBezTo>
                  <a:pt x="369805" y="569853"/>
                  <a:pt x="378944" y="560714"/>
                  <a:pt x="390217" y="560714"/>
                </a:cubicBezTo>
                <a:close/>
                <a:moveTo>
                  <a:pt x="341440" y="560714"/>
                </a:moveTo>
                <a:cubicBezTo>
                  <a:pt x="352714" y="560714"/>
                  <a:pt x="361853" y="569853"/>
                  <a:pt x="361853" y="581127"/>
                </a:cubicBezTo>
                <a:cubicBezTo>
                  <a:pt x="361853" y="592400"/>
                  <a:pt x="352714" y="601539"/>
                  <a:pt x="341440" y="601539"/>
                </a:cubicBezTo>
                <a:cubicBezTo>
                  <a:pt x="330166" y="601539"/>
                  <a:pt x="321028" y="592400"/>
                  <a:pt x="321028" y="581127"/>
                </a:cubicBezTo>
                <a:cubicBezTo>
                  <a:pt x="321028" y="569853"/>
                  <a:pt x="330166" y="560714"/>
                  <a:pt x="341440" y="560714"/>
                </a:cubicBezTo>
                <a:close/>
                <a:moveTo>
                  <a:pt x="292663" y="560714"/>
                </a:moveTo>
                <a:cubicBezTo>
                  <a:pt x="303937" y="560714"/>
                  <a:pt x="313076" y="569853"/>
                  <a:pt x="313076" y="581127"/>
                </a:cubicBezTo>
                <a:cubicBezTo>
                  <a:pt x="313076" y="592400"/>
                  <a:pt x="303937" y="601539"/>
                  <a:pt x="292663" y="601539"/>
                </a:cubicBezTo>
                <a:cubicBezTo>
                  <a:pt x="281389" y="601539"/>
                  <a:pt x="272251" y="592400"/>
                  <a:pt x="272251" y="581127"/>
                </a:cubicBezTo>
                <a:cubicBezTo>
                  <a:pt x="272251" y="569853"/>
                  <a:pt x="281389" y="560714"/>
                  <a:pt x="292663" y="560714"/>
                </a:cubicBezTo>
                <a:close/>
                <a:moveTo>
                  <a:pt x="243886" y="560714"/>
                </a:moveTo>
                <a:cubicBezTo>
                  <a:pt x="255160" y="560714"/>
                  <a:pt x="264299" y="569853"/>
                  <a:pt x="264299" y="581127"/>
                </a:cubicBezTo>
                <a:cubicBezTo>
                  <a:pt x="264299" y="592400"/>
                  <a:pt x="255160" y="601539"/>
                  <a:pt x="243886" y="601539"/>
                </a:cubicBezTo>
                <a:cubicBezTo>
                  <a:pt x="232612" y="601539"/>
                  <a:pt x="223473" y="592400"/>
                  <a:pt x="223473" y="581127"/>
                </a:cubicBezTo>
                <a:cubicBezTo>
                  <a:pt x="223473" y="569853"/>
                  <a:pt x="232612" y="560714"/>
                  <a:pt x="243886" y="560714"/>
                </a:cubicBezTo>
                <a:close/>
                <a:moveTo>
                  <a:pt x="195109" y="560714"/>
                </a:moveTo>
                <a:cubicBezTo>
                  <a:pt x="206383" y="560714"/>
                  <a:pt x="215522" y="569853"/>
                  <a:pt x="215522" y="581127"/>
                </a:cubicBezTo>
                <a:cubicBezTo>
                  <a:pt x="215522" y="592400"/>
                  <a:pt x="206383" y="601539"/>
                  <a:pt x="195109" y="601539"/>
                </a:cubicBezTo>
                <a:cubicBezTo>
                  <a:pt x="183835" y="601539"/>
                  <a:pt x="174696" y="592400"/>
                  <a:pt x="174696" y="581127"/>
                </a:cubicBezTo>
                <a:cubicBezTo>
                  <a:pt x="174696" y="569853"/>
                  <a:pt x="183835" y="560714"/>
                  <a:pt x="195109" y="560714"/>
                </a:cubicBezTo>
                <a:close/>
                <a:moveTo>
                  <a:pt x="146332" y="560714"/>
                </a:moveTo>
                <a:cubicBezTo>
                  <a:pt x="157606" y="560714"/>
                  <a:pt x="166745" y="569853"/>
                  <a:pt x="166745" y="581127"/>
                </a:cubicBezTo>
                <a:cubicBezTo>
                  <a:pt x="166745" y="592400"/>
                  <a:pt x="157606" y="601539"/>
                  <a:pt x="146332" y="601539"/>
                </a:cubicBezTo>
                <a:cubicBezTo>
                  <a:pt x="135058" y="601539"/>
                  <a:pt x="125919" y="592400"/>
                  <a:pt x="125919" y="581127"/>
                </a:cubicBezTo>
                <a:cubicBezTo>
                  <a:pt x="125919" y="569853"/>
                  <a:pt x="135058" y="560714"/>
                  <a:pt x="146332" y="560714"/>
                </a:cubicBezTo>
                <a:close/>
                <a:moveTo>
                  <a:pt x="97555" y="560714"/>
                </a:moveTo>
                <a:cubicBezTo>
                  <a:pt x="108829" y="560714"/>
                  <a:pt x="117968" y="569853"/>
                  <a:pt x="117968" y="581127"/>
                </a:cubicBezTo>
                <a:cubicBezTo>
                  <a:pt x="117968" y="592400"/>
                  <a:pt x="108829" y="601539"/>
                  <a:pt x="97555" y="601539"/>
                </a:cubicBezTo>
                <a:cubicBezTo>
                  <a:pt x="86281" y="601539"/>
                  <a:pt x="77142" y="592400"/>
                  <a:pt x="77142" y="581127"/>
                </a:cubicBezTo>
                <a:cubicBezTo>
                  <a:pt x="77142" y="569853"/>
                  <a:pt x="86281" y="560714"/>
                  <a:pt x="97555" y="560714"/>
                </a:cubicBezTo>
                <a:close/>
                <a:moveTo>
                  <a:pt x="48778" y="560714"/>
                </a:moveTo>
                <a:cubicBezTo>
                  <a:pt x="60052" y="560714"/>
                  <a:pt x="69191" y="569853"/>
                  <a:pt x="69191" y="581127"/>
                </a:cubicBezTo>
                <a:cubicBezTo>
                  <a:pt x="69191" y="592400"/>
                  <a:pt x="60052" y="601539"/>
                  <a:pt x="48778" y="601539"/>
                </a:cubicBezTo>
                <a:cubicBezTo>
                  <a:pt x="37504" y="601539"/>
                  <a:pt x="28365" y="592400"/>
                  <a:pt x="28365" y="581127"/>
                </a:cubicBezTo>
                <a:cubicBezTo>
                  <a:pt x="28365" y="569853"/>
                  <a:pt x="37504" y="560714"/>
                  <a:pt x="48778" y="560714"/>
                </a:cubicBezTo>
                <a:close/>
                <a:moveTo>
                  <a:pt x="2" y="560714"/>
                </a:moveTo>
                <a:cubicBezTo>
                  <a:pt x="11275" y="560714"/>
                  <a:pt x="20414" y="569853"/>
                  <a:pt x="20414" y="581127"/>
                </a:cubicBezTo>
                <a:cubicBezTo>
                  <a:pt x="20414" y="592400"/>
                  <a:pt x="11275" y="601539"/>
                  <a:pt x="2" y="601539"/>
                </a:cubicBezTo>
                <a:lnTo>
                  <a:pt x="0" y="601538"/>
                </a:lnTo>
                <a:lnTo>
                  <a:pt x="0" y="560715"/>
                </a:lnTo>
                <a:close/>
                <a:moveTo>
                  <a:pt x="875909" y="507047"/>
                </a:moveTo>
                <a:lnTo>
                  <a:pt x="860084" y="533097"/>
                </a:lnTo>
                <a:lnTo>
                  <a:pt x="857575" y="527040"/>
                </a:lnTo>
                <a:cubicBezTo>
                  <a:pt x="857575" y="518585"/>
                  <a:pt x="862716" y="511331"/>
                  <a:pt x="870042" y="508232"/>
                </a:cubicBezTo>
                <a:close/>
                <a:moveTo>
                  <a:pt x="829211" y="506628"/>
                </a:moveTo>
                <a:cubicBezTo>
                  <a:pt x="840485" y="506628"/>
                  <a:pt x="849624" y="515767"/>
                  <a:pt x="849624" y="527040"/>
                </a:cubicBezTo>
                <a:cubicBezTo>
                  <a:pt x="849624" y="538314"/>
                  <a:pt x="840485" y="547453"/>
                  <a:pt x="829211" y="547453"/>
                </a:cubicBezTo>
                <a:cubicBezTo>
                  <a:pt x="817937" y="547453"/>
                  <a:pt x="808798" y="538314"/>
                  <a:pt x="808798" y="527040"/>
                </a:cubicBezTo>
                <a:cubicBezTo>
                  <a:pt x="808798" y="515767"/>
                  <a:pt x="817937" y="506628"/>
                  <a:pt x="829211" y="506628"/>
                </a:cubicBezTo>
                <a:close/>
                <a:moveTo>
                  <a:pt x="780434" y="506628"/>
                </a:moveTo>
                <a:cubicBezTo>
                  <a:pt x="791708" y="506628"/>
                  <a:pt x="800847" y="515767"/>
                  <a:pt x="800847" y="527040"/>
                </a:cubicBezTo>
                <a:cubicBezTo>
                  <a:pt x="800847" y="538314"/>
                  <a:pt x="791708" y="547453"/>
                  <a:pt x="780434" y="547453"/>
                </a:cubicBezTo>
                <a:cubicBezTo>
                  <a:pt x="769160" y="547453"/>
                  <a:pt x="760021" y="538314"/>
                  <a:pt x="760021" y="527040"/>
                </a:cubicBezTo>
                <a:cubicBezTo>
                  <a:pt x="760021" y="515767"/>
                  <a:pt x="769160" y="506628"/>
                  <a:pt x="780434" y="506628"/>
                </a:cubicBezTo>
                <a:close/>
                <a:moveTo>
                  <a:pt x="731657" y="506628"/>
                </a:moveTo>
                <a:cubicBezTo>
                  <a:pt x="742931" y="506628"/>
                  <a:pt x="752070" y="515767"/>
                  <a:pt x="752070" y="527040"/>
                </a:cubicBezTo>
                <a:cubicBezTo>
                  <a:pt x="752070" y="538314"/>
                  <a:pt x="742931" y="547453"/>
                  <a:pt x="731657" y="547453"/>
                </a:cubicBezTo>
                <a:cubicBezTo>
                  <a:pt x="720383" y="547453"/>
                  <a:pt x="711244" y="538314"/>
                  <a:pt x="711244" y="527040"/>
                </a:cubicBezTo>
                <a:cubicBezTo>
                  <a:pt x="711244" y="515767"/>
                  <a:pt x="720383" y="506628"/>
                  <a:pt x="731657" y="506628"/>
                </a:cubicBezTo>
                <a:close/>
                <a:moveTo>
                  <a:pt x="682880" y="506628"/>
                </a:moveTo>
                <a:cubicBezTo>
                  <a:pt x="694153" y="506628"/>
                  <a:pt x="703293" y="515767"/>
                  <a:pt x="703293" y="527040"/>
                </a:cubicBezTo>
                <a:cubicBezTo>
                  <a:pt x="703293" y="538314"/>
                  <a:pt x="694153" y="547453"/>
                  <a:pt x="682880" y="547453"/>
                </a:cubicBezTo>
                <a:cubicBezTo>
                  <a:pt x="671606" y="547453"/>
                  <a:pt x="662467" y="538314"/>
                  <a:pt x="662467" y="527040"/>
                </a:cubicBezTo>
                <a:cubicBezTo>
                  <a:pt x="662467" y="515767"/>
                  <a:pt x="671606" y="506628"/>
                  <a:pt x="682880" y="506628"/>
                </a:cubicBezTo>
                <a:close/>
                <a:moveTo>
                  <a:pt x="634103" y="506628"/>
                </a:moveTo>
                <a:cubicBezTo>
                  <a:pt x="645377" y="506628"/>
                  <a:pt x="654516" y="515767"/>
                  <a:pt x="654516" y="527040"/>
                </a:cubicBezTo>
                <a:cubicBezTo>
                  <a:pt x="654516" y="538314"/>
                  <a:pt x="645377" y="547453"/>
                  <a:pt x="634103" y="547453"/>
                </a:cubicBezTo>
                <a:cubicBezTo>
                  <a:pt x="622829" y="547453"/>
                  <a:pt x="613690" y="538314"/>
                  <a:pt x="613690" y="527040"/>
                </a:cubicBezTo>
                <a:cubicBezTo>
                  <a:pt x="613690" y="515767"/>
                  <a:pt x="622829" y="506628"/>
                  <a:pt x="634103" y="506628"/>
                </a:cubicBezTo>
                <a:close/>
                <a:moveTo>
                  <a:pt x="585326" y="506628"/>
                </a:moveTo>
                <a:cubicBezTo>
                  <a:pt x="596599" y="506628"/>
                  <a:pt x="605738" y="515767"/>
                  <a:pt x="605738" y="527040"/>
                </a:cubicBezTo>
                <a:cubicBezTo>
                  <a:pt x="605738" y="538314"/>
                  <a:pt x="596599" y="547453"/>
                  <a:pt x="585326" y="547453"/>
                </a:cubicBezTo>
                <a:cubicBezTo>
                  <a:pt x="574052" y="547453"/>
                  <a:pt x="564913" y="538314"/>
                  <a:pt x="564913" y="527040"/>
                </a:cubicBezTo>
                <a:cubicBezTo>
                  <a:pt x="564913" y="515767"/>
                  <a:pt x="574052" y="506628"/>
                  <a:pt x="585326" y="506628"/>
                </a:cubicBezTo>
                <a:close/>
                <a:moveTo>
                  <a:pt x="536549" y="506628"/>
                </a:moveTo>
                <a:cubicBezTo>
                  <a:pt x="547822" y="506628"/>
                  <a:pt x="556961" y="515767"/>
                  <a:pt x="556961" y="527040"/>
                </a:cubicBezTo>
                <a:cubicBezTo>
                  <a:pt x="556961" y="538314"/>
                  <a:pt x="547822" y="547453"/>
                  <a:pt x="536549" y="547453"/>
                </a:cubicBezTo>
                <a:cubicBezTo>
                  <a:pt x="525275" y="547453"/>
                  <a:pt x="516136" y="538314"/>
                  <a:pt x="516136" y="527040"/>
                </a:cubicBezTo>
                <a:cubicBezTo>
                  <a:pt x="516136" y="515767"/>
                  <a:pt x="525275" y="506628"/>
                  <a:pt x="536549" y="506628"/>
                </a:cubicBezTo>
                <a:close/>
                <a:moveTo>
                  <a:pt x="487772" y="506628"/>
                </a:moveTo>
                <a:cubicBezTo>
                  <a:pt x="499045" y="506628"/>
                  <a:pt x="508184" y="515767"/>
                  <a:pt x="508184" y="527040"/>
                </a:cubicBezTo>
                <a:cubicBezTo>
                  <a:pt x="508184" y="538314"/>
                  <a:pt x="499045" y="547453"/>
                  <a:pt x="487772" y="547453"/>
                </a:cubicBezTo>
                <a:cubicBezTo>
                  <a:pt x="476498" y="547453"/>
                  <a:pt x="467359" y="538314"/>
                  <a:pt x="467359" y="527040"/>
                </a:cubicBezTo>
                <a:cubicBezTo>
                  <a:pt x="467359" y="515767"/>
                  <a:pt x="476498" y="506628"/>
                  <a:pt x="487772" y="506628"/>
                </a:cubicBezTo>
                <a:close/>
                <a:moveTo>
                  <a:pt x="438994" y="506628"/>
                </a:moveTo>
                <a:cubicBezTo>
                  <a:pt x="450268" y="506628"/>
                  <a:pt x="459407" y="515767"/>
                  <a:pt x="459407" y="527040"/>
                </a:cubicBezTo>
                <a:cubicBezTo>
                  <a:pt x="459407" y="538314"/>
                  <a:pt x="450268" y="547453"/>
                  <a:pt x="438994" y="547453"/>
                </a:cubicBezTo>
                <a:cubicBezTo>
                  <a:pt x="427721" y="547453"/>
                  <a:pt x="418582" y="538314"/>
                  <a:pt x="418582" y="527040"/>
                </a:cubicBezTo>
                <a:cubicBezTo>
                  <a:pt x="418582" y="515767"/>
                  <a:pt x="427721" y="506628"/>
                  <a:pt x="438994" y="506628"/>
                </a:cubicBezTo>
                <a:close/>
                <a:moveTo>
                  <a:pt x="390217" y="506628"/>
                </a:moveTo>
                <a:cubicBezTo>
                  <a:pt x="401491" y="506628"/>
                  <a:pt x="410630" y="515767"/>
                  <a:pt x="410630" y="527040"/>
                </a:cubicBezTo>
                <a:cubicBezTo>
                  <a:pt x="410630" y="538314"/>
                  <a:pt x="401491" y="547453"/>
                  <a:pt x="390217" y="547453"/>
                </a:cubicBezTo>
                <a:cubicBezTo>
                  <a:pt x="378944" y="547453"/>
                  <a:pt x="369805" y="538314"/>
                  <a:pt x="369805" y="527040"/>
                </a:cubicBezTo>
                <a:cubicBezTo>
                  <a:pt x="369805" y="515767"/>
                  <a:pt x="378944" y="506628"/>
                  <a:pt x="390217" y="506628"/>
                </a:cubicBezTo>
                <a:close/>
                <a:moveTo>
                  <a:pt x="341440" y="506628"/>
                </a:moveTo>
                <a:cubicBezTo>
                  <a:pt x="352714" y="506628"/>
                  <a:pt x="361853" y="515767"/>
                  <a:pt x="361853" y="527040"/>
                </a:cubicBezTo>
                <a:cubicBezTo>
                  <a:pt x="361853" y="538314"/>
                  <a:pt x="352714" y="547453"/>
                  <a:pt x="341440" y="547453"/>
                </a:cubicBezTo>
                <a:cubicBezTo>
                  <a:pt x="330166" y="547453"/>
                  <a:pt x="321028" y="538314"/>
                  <a:pt x="321028" y="527040"/>
                </a:cubicBezTo>
                <a:cubicBezTo>
                  <a:pt x="321028" y="515767"/>
                  <a:pt x="330166" y="506628"/>
                  <a:pt x="341440" y="506628"/>
                </a:cubicBezTo>
                <a:close/>
                <a:moveTo>
                  <a:pt x="292663" y="506628"/>
                </a:moveTo>
                <a:cubicBezTo>
                  <a:pt x="303937" y="506628"/>
                  <a:pt x="313076" y="515767"/>
                  <a:pt x="313076" y="527040"/>
                </a:cubicBezTo>
                <a:cubicBezTo>
                  <a:pt x="313076" y="538314"/>
                  <a:pt x="303937" y="547453"/>
                  <a:pt x="292663" y="547453"/>
                </a:cubicBezTo>
                <a:cubicBezTo>
                  <a:pt x="281389" y="547453"/>
                  <a:pt x="272251" y="538314"/>
                  <a:pt x="272251" y="527040"/>
                </a:cubicBezTo>
                <a:cubicBezTo>
                  <a:pt x="272251" y="515767"/>
                  <a:pt x="281389" y="506628"/>
                  <a:pt x="292663" y="506628"/>
                </a:cubicBezTo>
                <a:close/>
                <a:moveTo>
                  <a:pt x="243886" y="506628"/>
                </a:moveTo>
                <a:cubicBezTo>
                  <a:pt x="255160" y="506628"/>
                  <a:pt x="264299" y="515767"/>
                  <a:pt x="264299" y="527040"/>
                </a:cubicBezTo>
                <a:cubicBezTo>
                  <a:pt x="264299" y="538314"/>
                  <a:pt x="255160" y="547453"/>
                  <a:pt x="243886" y="547453"/>
                </a:cubicBezTo>
                <a:cubicBezTo>
                  <a:pt x="232612" y="547453"/>
                  <a:pt x="223473" y="538314"/>
                  <a:pt x="223473" y="527040"/>
                </a:cubicBezTo>
                <a:cubicBezTo>
                  <a:pt x="223473" y="515767"/>
                  <a:pt x="232612" y="506628"/>
                  <a:pt x="243886" y="506628"/>
                </a:cubicBezTo>
                <a:close/>
                <a:moveTo>
                  <a:pt x="195109" y="506628"/>
                </a:moveTo>
                <a:cubicBezTo>
                  <a:pt x="206383" y="506628"/>
                  <a:pt x="215522" y="515767"/>
                  <a:pt x="215522" y="527040"/>
                </a:cubicBezTo>
                <a:cubicBezTo>
                  <a:pt x="215522" y="538314"/>
                  <a:pt x="206383" y="547453"/>
                  <a:pt x="195109" y="547453"/>
                </a:cubicBezTo>
                <a:cubicBezTo>
                  <a:pt x="183835" y="547453"/>
                  <a:pt x="174696" y="538314"/>
                  <a:pt x="174696" y="527040"/>
                </a:cubicBezTo>
                <a:cubicBezTo>
                  <a:pt x="174696" y="515767"/>
                  <a:pt x="183835" y="506628"/>
                  <a:pt x="195109" y="506628"/>
                </a:cubicBezTo>
                <a:close/>
                <a:moveTo>
                  <a:pt x="146332" y="506628"/>
                </a:moveTo>
                <a:cubicBezTo>
                  <a:pt x="157606" y="506628"/>
                  <a:pt x="166745" y="515767"/>
                  <a:pt x="166745" y="527040"/>
                </a:cubicBezTo>
                <a:cubicBezTo>
                  <a:pt x="166745" y="538314"/>
                  <a:pt x="157606" y="547453"/>
                  <a:pt x="146332" y="547453"/>
                </a:cubicBezTo>
                <a:cubicBezTo>
                  <a:pt x="135058" y="547453"/>
                  <a:pt x="125919" y="538314"/>
                  <a:pt x="125919" y="527040"/>
                </a:cubicBezTo>
                <a:cubicBezTo>
                  <a:pt x="125919" y="515767"/>
                  <a:pt x="135058" y="506628"/>
                  <a:pt x="146332" y="506628"/>
                </a:cubicBezTo>
                <a:close/>
                <a:moveTo>
                  <a:pt x="97555" y="506628"/>
                </a:moveTo>
                <a:cubicBezTo>
                  <a:pt x="108829" y="506628"/>
                  <a:pt x="117968" y="515767"/>
                  <a:pt x="117968" y="527040"/>
                </a:cubicBezTo>
                <a:cubicBezTo>
                  <a:pt x="117968" y="538314"/>
                  <a:pt x="108829" y="547453"/>
                  <a:pt x="97555" y="547453"/>
                </a:cubicBezTo>
                <a:cubicBezTo>
                  <a:pt x="86281" y="547453"/>
                  <a:pt x="77142" y="538314"/>
                  <a:pt x="77142" y="527040"/>
                </a:cubicBezTo>
                <a:cubicBezTo>
                  <a:pt x="77142" y="515767"/>
                  <a:pt x="86281" y="506628"/>
                  <a:pt x="97555" y="506628"/>
                </a:cubicBezTo>
                <a:close/>
                <a:moveTo>
                  <a:pt x="48778" y="506628"/>
                </a:moveTo>
                <a:cubicBezTo>
                  <a:pt x="60052" y="506628"/>
                  <a:pt x="69191" y="515767"/>
                  <a:pt x="69191" y="527040"/>
                </a:cubicBezTo>
                <a:cubicBezTo>
                  <a:pt x="69191" y="538314"/>
                  <a:pt x="60052" y="547453"/>
                  <a:pt x="48778" y="547453"/>
                </a:cubicBezTo>
                <a:cubicBezTo>
                  <a:pt x="37504" y="547453"/>
                  <a:pt x="28365" y="538314"/>
                  <a:pt x="28365" y="527040"/>
                </a:cubicBezTo>
                <a:cubicBezTo>
                  <a:pt x="28365" y="515767"/>
                  <a:pt x="37504" y="506628"/>
                  <a:pt x="48778" y="506628"/>
                </a:cubicBezTo>
                <a:close/>
                <a:moveTo>
                  <a:pt x="2" y="506628"/>
                </a:moveTo>
                <a:cubicBezTo>
                  <a:pt x="11275" y="506628"/>
                  <a:pt x="20414" y="515767"/>
                  <a:pt x="20414" y="527040"/>
                </a:cubicBezTo>
                <a:cubicBezTo>
                  <a:pt x="20414" y="538314"/>
                  <a:pt x="11275" y="547453"/>
                  <a:pt x="2" y="547453"/>
                </a:cubicBezTo>
                <a:lnTo>
                  <a:pt x="0" y="547452"/>
                </a:lnTo>
                <a:lnTo>
                  <a:pt x="0" y="506629"/>
                </a:lnTo>
                <a:close/>
                <a:moveTo>
                  <a:pt x="877988" y="452541"/>
                </a:moveTo>
                <a:cubicBezTo>
                  <a:pt x="883625" y="452541"/>
                  <a:pt x="888728" y="454826"/>
                  <a:pt x="892422" y="458520"/>
                </a:cubicBezTo>
                <a:lnTo>
                  <a:pt x="896859" y="469231"/>
                </a:lnTo>
                <a:lnTo>
                  <a:pt x="889104" y="485329"/>
                </a:lnTo>
                <a:lnTo>
                  <a:pt x="885092" y="491933"/>
                </a:lnTo>
                <a:lnTo>
                  <a:pt x="877988" y="493367"/>
                </a:lnTo>
                <a:cubicBezTo>
                  <a:pt x="866714" y="493367"/>
                  <a:pt x="857575" y="484228"/>
                  <a:pt x="857575" y="472954"/>
                </a:cubicBezTo>
                <a:cubicBezTo>
                  <a:pt x="857575" y="461680"/>
                  <a:pt x="866714" y="452541"/>
                  <a:pt x="877988" y="452541"/>
                </a:cubicBezTo>
                <a:close/>
                <a:moveTo>
                  <a:pt x="829211" y="452541"/>
                </a:moveTo>
                <a:cubicBezTo>
                  <a:pt x="840485" y="452541"/>
                  <a:pt x="849624" y="461680"/>
                  <a:pt x="849624" y="472954"/>
                </a:cubicBezTo>
                <a:cubicBezTo>
                  <a:pt x="849624" y="484228"/>
                  <a:pt x="840485" y="493367"/>
                  <a:pt x="829211" y="493367"/>
                </a:cubicBezTo>
                <a:cubicBezTo>
                  <a:pt x="817937" y="493367"/>
                  <a:pt x="808798" y="484228"/>
                  <a:pt x="808798" y="472954"/>
                </a:cubicBezTo>
                <a:cubicBezTo>
                  <a:pt x="808798" y="461680"/>
                  <a:pt x="817937" y="452541"/>
                  <a:pt x="829211" y="452541"/>
                </a:cubicBezTo>
                <a:close/>
                <a:moveTo>
                  <a:pt x="780434" y="452541"/>
                </a:moveTo>
                <a:cubicBezTo>
                  <a:pt x="791708" y="452541"/>
                  <a:pt x="800847" y="461680"/>
                  <a:pt x="800847" y="472954"/>
                </a:cubicBezTo>
                <a:cubicBezTo>
                  <a:pt x="800847" y="484228"/>
                  <a:pt x="791708" y="493367"/>
                  <a:pt x="780434" y="493367"/>
                </a:cubicBezTo>
                <a:cubicBezTo>
                  <a:pt x="769160" y="493367"/>
                  <a:pt x="760021" y="484228"/>
                  <a:pt x="760021" y="472954"/>
                </a:cubicBezTo>
                <a:cubicBezTo>
                  <a:pt x="760021" y="461680"/>
                  <a:pt x="769160" y="452541"/>
                  <a:pt x="780434" y="452541"/>
                </a:cubicBezTo>
                <a:close/>
                <a:moveTo>
                  <a:pt x="731657" y="452541"/>
                </a:moveTo>
                <a:cubicBezTo>
                  <a:pt x="742931" y="452541"/>
                  <a:pt x="752070" y="461680"/>
                  <a:pt x="752070" y="472954"/>
                </a:cubicBezTo>
                <a:cubicBezTo>
                  <a:pt x="752070" y="484228"/>
                  <a:pt x="742931" y="493367"/>
                  <a:pt x="731657" y="493367"/>
                </a:cubicBezTo>
                <a:cubicBezTo>
                  <a:pt x="720383" y="493367"/>
                  <a:pt x="711244" y="484228"/>
                  <a:pt x="711244" y="472954"/>
                </a:cubicBezTo>
                <a:cubicBezTo>
                  <a:pt x="711244" y="461680"/>
                  <a:pt x="720383" y="452541"/>
                  <a:pt x="731657" y="452541"/>
                </a:cubicBezTo>
                <a:close/>
                <a:moveTo>
                  <a:pt x="682880" y="452541"/>
                </a:moveTo>
                <a:cubicBezTo>
                  <a:pt x="694153" y="452541"/>
                  <a:pt x="703293" y="461680"/>
                  <a:pt x="703293" y="472954"/>
                </a:cubicBezTo>
                <a:cubicBezTo>
                  <a:pt x="703293" y="484228"/>
                  <a:pt x="694153" y="493367"/>
                  <a:pt x="682880" y="493367"/>
                </a:cubicBezTo>
                <a:cubicBezTo>
                  <a:pt x="671606" y="493367"/>
                  <a:pt x="662467" y="484228"/>
                  <a:pt x="662467" y="472954"/>
                </a:cubicBezTo>
                <a:cubicBezTo>
                  <a:pt x="662467" y="461680"/>
                  <a:pt x="671606" y="452541"/>
                  <a:pt x="682880" y="452541"/>
                </a:cubicBezTo>
                <a:close/>
                <a:moveTo>
                  <a:pt x="634103" y="452541"/>
                </a:moveTo>
                <a:cubicBezTo>
                  <a:pt x="645377" y="452541"/>
                  <a:pt x="654516" y="461680"/>
                  <a:pt x="654516" y="472954"/>
                </a:cubicBezTo>
                <a:cubicBezTo>
                  <a:pt x="654516" y="484228"/>
                  <a:pt x="645377" y="493367"/>
                  <a:pt x="634103" y="493367"/>
                </a:cubicBezTo>
                <a:cubicBezTo>
                  <a:pt x="622829" y="493367"/>
                  <a:pt x="613690" y="484228"/>
                  <a:pt x="613690" y="472954"/>
                </a:cubicBezTo>
                <a:cubicBezTo>
                  <a:pt x="613690" y="461680"/>
                  <a:pt x="622829" y="452541"/>
                  <a:pt x="634103" y="452541"/>
                </a:cubicBezTo>
                <a:close/>
                <a:moveTo>
                  <a:pt x="585326" y="452541"/>
                </a:moveTo>
                <a:cubicBezTo>
                  <a:pt x="596599" y="452541"/>
                  <a:pt x="605738" y="461680"/>
                  <a:pt x="605738" y="472954"/>
                </a:cubicBezTo>
                <a:cubicBezTo>
                  <a:pt x="605738" y="484228"/>
                  <a:pt x="596599" y="493367"/>
                  <a:pt x="585326" y="493367"/>
                </a:cubicBezTo>
                <a:cubicBezTo>
                  <a:pt x="574052" y="493367"/>
                  <a:pt x="564913" y="484228"/>
                  <a:pt x="564913" y="472954"/>
                </a:cubicBezTo>
                <a:cubicBezTo>
                  <a:pt x="564913" y="461680"/>
                  <a:pt x="574052" y="452541"/>
                  <a:pt x="585326" y="452541"/>
                </a:cubicBezTo>
                <a:close/>
                <a:moveTo>
                  <a:pt x="536549" y="452541"/>
                </a:moveTo>
                <a:cubicBezTo>
                  <a:pt x="547822" y="452541"/>
                  <a:pt x="556961" y="461680"/>
                  <a:pt x="556961" y="472954"/>
                </a:cubicBezTo>
                <a:cubicBezTo>
                  <a:pt x="556961" y="484228"/>
                  <a:pt x="547822" y="493367"/>
                  <a:pt x="536549" y="493367"/>
                </a:cubicBezTo>
                <a:cubicBezTo>
                  <a:pt x="525275" y="493367"/>
                  <a:pt x="516136" y="484228"/>
                  <a:pt x="516136" y="472954"/>
                </a:cubicBezTo>
                <a:cubicBezTo>
                  <a:pt x="516136" y="461680"/>
                  <a:pt x="525275" y="452541"/>
                  <a:pt x="536549" y="452541"/>
                </a:cubicBezTo>
                <a:close/>
                <a:moveTo>
                  <a:pt x="487772" y="452541"/>
                </a:moveTo>
                <a:cubicBezTo>
                  <a:pt x="499045" y="452541"/>
                  <a:pt x="508184" y="461680"/>
                  <a:pt x="508184" y="472954"/>
                </a:cubicBezTo>
                <a:cubicBezTo>
                  <a:pt x="508184" y="484228"/>
                  <a:pt x="499045" y="493367"/>
                  <a:pt x="487772" y="493367"/>
                </a:cubicBezTo>
                <a:cubicBezTo>
                  <a:pt x="476498" y="493367"/>
                  <a:pt x="467359" y="484228"/>
                  <a:pt x="467359" y="472954"/>
                </a:cubicBezTo>
                <a:cubicBezTo>
                  <a:pt x="467359" y="461680"/>
                  <a:pt x="476498" y="452541"/>
                  <a:pt x="487772" y="452541"/>
                </a:cubicBezTo>
                <a:close/>
                <a:moveTo>
                  <a:pt x="438994" y="452541"/>
                </a:moveTo>
                <a:cubicBezTo>
                  <a:pt x="450268" y="452541"/>
                  <a:pt x="459407" y="461680"/>
                  <a:pt x="459407" y="472954"/>
                </a:cubicBezTo>
                <a:cubicBezTo>
                  <a:pt x="459407" y="484228"/>
                  <a:pt x="450268" y="493367"/>
                  <a:pt x="438994" y="493367"/>
                </a:cubicBezTo>
                <a:cubicBezTo>
                  <a:pt x="427721" y="493367"/>
                  <a:pt x="418582" y="484228"/>
                  <a:pt x="418582" y="472954"/>
                </a:cubicBezTo>
                <a:cubicBezTo>
                  <a:pt x="418582" y="461680"/>
                  <a:pt x="427721" y="452541"/>
                  <a:pt x="438994" y="452541"/>
                </a:cubicBezTo>
                <a:close/>
                <a:moveTo>
                  <a:pt x="390217" y="452541"/>
                </a:moveTo>
                <a:cubicBezTo>
                  <a:pt x="401491" y="452541"/>
                  <a:pt x="410630" y="461680"/>
                  <a:pt x="410630" y="472954"/>
                </a:cubicBezTo>
                <a:cubicBezTo>
                  <a:pt x="410630" y="484228"/>
                  <a:pt x="401491" y="493367"/>
                  <a:pt x="390217" y="493367"/>
                </a:cubicBezTo>
                <a:cubicBezTo>
                  <a:pt x="378944" y="493367"/>
                  <a:pt x="369805" y="484228"/>
                  <a:pt x="369805" y="472954"/>
                </a:cubicBezTo>
                <a:cubicBezTo>
                  <a:pt x="369805" y="461680"/>
                  <a:pt x="378944" y="452541"/>
                  <a:pt x="390217" y="452541"/>
                </a:cubicBezTo>
                <a:close/>
                <a:moveTo>
                  <a:pt x="341440" y="452541"/>
                </a:moveTo>
                <a:cubicBezTo>
                  <a:pt x="352714" y="452541"/>
                  <a:pt x="361853" y="461680"/>
                  <a:pt x="361853" y="472954"/>
                </a:cubicBezTo>
                <a:cubicBezTo>
                  <a:pt x="361853" y="484228"/>
                  <a:pt x="352714" y="493367"/>
                  <a:pt x="341440" y="493367"/>
                </a:cubicBezTo>
                <a:cubicBezTo>
                  <a:pt x="330166" y="493367"/>
                  <a:pt x="321028" y="484228"/>
                  <a:pt x="321028" y="472954"/>
                </a:cubicBezTo>
                <a:cubicBezTo>
                  <a:pt x="321028" y="461680"/>
                  <a:pt x="330166" y="452541"/>
                  <a:pt x="341440" y="452541"/>
                </a:cubicBezTo>
                <a:close/>
                <a:moveTo>
                  <a:pt x="292663" y="452541"/>
                </a:moveTo>
                <a:cubicBezTo>
                  <a:pt x="303937" y="452541"/>
                  <a:pt x="313076" y="461680"/>
                  <a:pt x="313076" y="472954"/>
                </a:cubicBezTo>
                <a:cubicBezTo>
                  <a:pt x="313076" y="484228"/>
                  <a:pt x="303937" y="493367"/>
                  <a:pt x="292663" y="493367"/>
                </a:cubicBezTo>
                <a:cubicBezTo>
                  <a:pt x="281389" y="493367"/>
                  <a:pt x="272251" y="484228"/>
                  <a:pt x="272251" y="472954"/>
                </a:cubicBezTo>
                <a:cubicBezTo>
                  <a:pt x="272251" y="461680"/>
                  <a:pt x="281389" y="452541"/>
                  <a:pt x="292663" y="452541"/>
                </a:cubicBezTo>
                <a:close/>
                <a:moveTo>
                  <a:pt x="243886" y="452541"/>
                </a:moveTo>
                <a:cubicBezTo>
                  <a:pt x="255160" y="452541"/>
                  <a:pt x="264299" y="461680"/>
                  <a:pt x="264299" y="472954"/>
                </a:cubicBezTo>
                <a:cubicBezTo>
                  <a:pt x="264299" y="484228"/>
                  <a:pt x="255160" y="493367"/>
                  <a:pt x="243886" y="493367"/>
                </a:cubicBezTo>
                <a:cubicBezTo>
                  <a:pt x="232612" y="493367"/>
                  <a:pt x="223473" y="484228"/>
                  <a:pt x="223473" y="472954"/>
                </a:cubicBezTo>
                <a:cubicBezTo>
                  <a:pt x="223473" y="461680"/>
                  <a:pt x="232612" y="452541"/>
                  <a:pt x="243886" y="452541"/>
                </a:cubicBezTo>
                <a:close/>
                <a:moveTo>
                  <a:pt x="195109" y="452541"/>
                </a:moveTo>
                <a:cubicBezTo>
                  <a:pt x="206383" y="452541"/>
                  <a:pt x="215522" y="461680"/>
                  <a:pt x="215522" y="472954"/>
                </a:cubicBezTo>
                <a:cubicBezTo>
                  <a:pt x="215522" y="484228"/>
                  <a:pt x="206383" y="493367"/>
                  <a:pt x="195109" y="493367"/>
                </a:cubicBezTo>
                <a:cubicBezTo>
                  <a:pt x="183835" y="493367"/>
                  <a:pt x="174696" y="484228"/>
                  <a:pt x="174696" y="472954"/>
                </a:cubicBezTo>
                <a:cubicBezTo>
                  <a:pt x="174696" y="461680"/>
                  <a:pt x="183835" y="452541"/>
                  <a:pt x="195109" y="452541"/>
                </a:cubicBezTo>
                <a:close/>
                <a:moveTo>
                  <a:pt x="146332" y="452541"/>
                </a:moveTo>
                <a:cubicBezTo>
                  <a:pt x="157606" y="452541"/>
                  <a:pt x="166745" y="461680"/>
                  <a:pt x="166745" y="472954"/>
                </a:cubicBezTo>
                <a:cubicBezTo>
                  <a:pt x="166745" y="484228"/>
                  <a:pt x="157606" y="493367"/>
                  <a:pt x="146332" y="493367"/>
                </a:cubicBezTo>
                <a:cubicBezTo>
                  <a:pt x="135058" y="493367"/>
                  <a:pt x="125919" y="484228"/>
                  <a:pt x="125919" y="472954"/>
                </a:cubicBezTo>
                <a:cubicBezTo>
                  <a:pt x="125919" y="461680"/>
                  <a:pt x="135058" y="452541"/>
                  <a:pt x="146332" y="452541"/>
                </a:cubicBezTo>
                <a:close/>
                <a:moveTo>
                  <a:pt x="97555" y="452541"/>
                </a:moveTo>
                <a:cubicBezTo>
                  <a:pt x="108829" y="452541"/>
                  <a:pt x="117968" y="461680"/>
                  <a:pt x="117968" y="472954"/>
                </a:cubicBezTo>
                <a:cubicBezTo>
                  <a:pt x="117968" y="484228"/>
                  <a:pt x="108829" y="493367"/>
                  <a:pt x="97555" y="493367"/>
                </a:cubicBezTo>
                <a:cubicBezTo>
                  <a:pt x="86281" y="493367"/>
                  <a:pt x="77142" y="484228"/>
                  <a:pt x="77142" y="472954"/>
                </a:cubicBezTo>
                <a:cubicBezTo>
                  <a:pt x="77142" y="461680"/>
                  <a:pt x="86281" y="452541"/>
                  <a:pt x="97555" y="452541"/>
                </a:cubicBezTo>
                <a:close/>
                <a:moveTo>
                  <a:pt x="48778" y="452541"/>
                </a:moveTo>
                <a:cubicBezTo>
                  <a:pt x="60052" y="452541"/>
                  <a:pt x="69191" y="461680"/>
                  <a:pt x="69191" y="472954"/>
                </a:cubicBezTo>
                <a:cubicBezTo>
                  <a:pt x="69191" y="484228"/>
                  <a:pt x="60052" y="493367"/>
                  <a:pt x="48778" y="493367"/>
                </a:cubicBezTo>
                <a:cubicBezTo>
                  <a:pt x="37504" y="493367"/>
                  <a:pt x="28365" y="484228"/>
                  <a:pt x="28365" y="472954"/>
                </a:cubicBezTo>
                <a:cubicBezTo>
                  <a:pt x="28365" y="461680"/>
                  <a:pt x="37504" y="452541"/>
                  <a:pt x="48778" y="452541"/>
                </a:cubicBezTo>
                <a:close/>
                <a:moveTo>
                  <a:pt x="2" y="452541"/>
                </a:moveTo>
                <a:cubicBezTo>
                  <a:pt x="11275" y="452541"/>
                  <a:pt x="20414" y="461680"/>
                  <a:pt x="20414" y="472954"/>
                </a:cubicBezTo>
                <a:cubicBezTo>
                  <a:pt x="20414" y="484228"/>
                  <a:pt x="11275" y="493367"/>
                  <a:pt x="2" y="493367"/>
                </a:cubicBezTo>
                <a:lnTo>
                  <a:pt x="0" y="493366"/>
                </a:lnTo>
                <a:lnTo>
                  <a:pt x="0" y="452542"/>
                </a:lnTo>
                <a:close/>
                <a:moveTo>
                  <a:pt x="926765" y="398455"/>
                </a:moveTo>
                <a:lnTo>
                  <a:pt x="930582" y="399226"/>
                </a:lnTo>
                <a:lnTo>
                  <a:pt x="913716" y="434236"/>
                </a:lnTo>
                <a:lnTo>
                  <a:pt x="912331" y="433302"/>
                </a:lnTo>
                <a:cubicBezTo>
                  <a:pt x="908637" y="429608"/>
                  <a:pt x="906352" y="424505"/>
                  <a:pt x="906352" y="418868"/>
                </a:cubicBezTo>
                <a:cubicBezTo>
                  <a:pt x="906352" y="407594"/>
                  <a:pt x="915491" y="398455"/>
                  <a:pt x="926765" y="398455"/>
                </a:cubicBezTo>
                <a:close/>
                <a:moveTo>
                  <a:pt x="877988" y="398455"/>
                </a:moveTo>
                <a:cubicBezTo>
                  <a:pt x="889262" y="398455"/>
                  <a:pt x="898401" y="407594"/>
                  <a:pt x="898401" y="418868"/>
                </a:cubicBezTo>
                <a:cubicBezTo>
                  <a:pt x="898401" y="430142"/>
                  <a:pt x="889262" y="439281"/>
                  <a:pt x="877988" y="439281"/>
                </a:cubicBezTo>
                <a:cubicBezTo>
                  <a:pt x="866714" y="439281"/>
                  <a:pt x="857575" y="430142"/>
                  <a:pt x="857575" y="418868"/>
                </a:cubicBezTo>
                <a:cubicBezTo>
                  <a:pt x="857575" y="407594"/>
                  <a:pt x="866714" y="398455"/>
                  <a:pt x="877988" y="398455"/>
                </a:cubicBezTo>
                <a:close/>
                <a:moveTo>
                  <a:pt x="829211" y="398455"/>
                </a:moveTo>
                <a:cubicBezTo>
                  <a:pt x="840485" y="398455"/>
                  <a:pt x="849624" y="407594"/>
                  <a:pt x="849624" y="418868"/>
                </a:cubicBezTo>
                <a:cubicBezTo>
                  <a:pt x="849624" y="430142"/>
                  <a:pt x="840485" y="439281"/>
                  <a:pt x="829211" y="439281"/>
                </a:cubicBezTo>
                <a:cubicBezTo>
                  <a:pt x="817937" y="439281"/>
                  <a:pt x="808798" y="430142"/>
                  <a:pt x="808798" y="418868"/>
                </a:cubicBezTo>
                <a:cubicBezTo>
                  <a:pt x="808798" y="407594"/>
                  <a:pt x="817937" y="398455"/>
                  <a:pt x="829211" y="398455"/>
                </a:cubicBezTo>
                <a:close/>
                <a:moveTo>
                  <a:pt x="780434" y="398455"/>
                </a:moveTo>
                <a:cubicBezTo>
                  <a:pt x="791708" y="398455"/>
                  <a:pt x="800847" y="407594"/>
                  <a:pt x="800847" y="418868"/>
                </a:cubicBezTo>
                <a:cubicBezTo>
                  <a:pt x="800847" y="430142"/>
                  <a:pt x="791708" y="439281"/>
                  <a:pt x="780434" y="439281"/>
                </a:cubicBezTo>
                <a:cubicBezTo>
                  <a:pt x="769160" y="439281"/>
                  <a:pt x="760021" y="430142"/>
                  <a:pt x="760021" y="418868"/>
                </a:cubicBezTo>
                <a:cubicBezTo>
                  <a:pt x="760021" y="407594"/>
                  <a:pt x="769160" y="398455"/>
                  <a:pt x="780434" y="398455"/>
                </a:cubicBezTo>
                <a:close/>
                <a:moveTo>
                  <a:pt x="731657" y="398455"/>
                </a:moveTo>
                <a:cubicBezTo>
                  <a:pt x="742931" y="398455"/>
                  <a:pt x="752070" y="407594"/>
                  <a:pt x="752070" y="418868"/>
                </a:cubicBezTo>
                <a:cubicBezTo>
                  <a:pt x="752070" y="430142"/>
                  <a:pt x="742931" y="439281"/>
                  <a:pt x="731657" y="439281"/>
                </a:cubicBezTo>
                <a:cubicBezTo>
                  <a:pt x="720383" y="439281"/>
                  <a:pt x="711244" y="430142"/>
                  <a:pt x="711244" y="418868"/>
                </a:cubicBezTo>
                <a:cubicBezTo>
                  <a:pt x="711244" y="407594"/>
                  <a:pt x="720383" y="398455"/>
                  <a:pt x="731657" y="398455"/>
                </a:cubicBezTo>
                <a:close/>
                <a:moveTo>
                  <a:pt x="682880" y="398455"/>
                </a:moveTo>
                <a:cubicBezTo>
                  <a:pt x="694153" y="398455"/>
                  <a:pt x="703293" y="407594"/>
                  <a:pt x="703293" y="418868"/>
                </a:cubicBezTo>
                <a:cubicBezTo>
                  <a:pt x="703293" y="430142"/>
                  <a:pt x="694153" y="439281"/>
                  <a:pt x="682880" y="439281"/>
                </a:cubicBezTo>
                <a:cubicBezTo>
                  <a:pt x="671606" y="439281"/>
                  <a:pt x="662467" y="430142"/>
                  <a:pt x="662467" y="418868"/>
                </a:cubicBezTo>
                <a:cubicBezTo>
                  <a:pt x="662467" y="407594"/>
                  <a:pt x="671606" y="398455"/>
                  <a:pt x="682880" y="398455"/>
                </a:cubicBezTo>
                <a:close/>
                <a:moveTo>
                  <a:pt x="634103" y="398455"/>
                </a:moveTo>
                <a:cubicBezTo>
                  <a:pt x="645377" y="398455"/>
                  <a:pt x="654516" y="407594"/>
                  <a:pt x="654516" y="418868"/>
                </a:cubicBezTo>
                <a:cubicBezTo>
                  <a:pt x="654516" y="430142"/>
                  <a:pt x="645377" y="439281"/>
                  <a:pt x="634103" y="439281"/>
                </a:cubicBezTo>
                <a:cubicBezTo>
                  <a:pt x="622829" y="439281"/>
                  <a:pt x="613690" y="430142"/>
                  <a:pt x="613690" y="418868"/>
                </a:cubicBezTo>
                <a:cubicBezTo>
                  <a:pt x="613690" y="407594"/>
                  <a:pt x="622829" y="398455"/>
                  <a:pt x="634103" y="398455"/>
                </a:cubicBezTo>
                <a:close/>
                <a:moveTo>
                  <a:pt x="585326" y="398455"/>
                </a:moveTo>
                <a:cubicBezTo>
                  <a:pt x="596599" y="398455"/>
                  <a:pt x="605738" y="407594"/>
                  <a:pt x="605738" y="418868"/>
                </a:cubicBezTo>
                <a:cubicBezTo>
                  <a:pt x="605738" y="430142"/>
                  <a:pt x="596599" y="439281"/>
                  <a:pt x="585326" y="439281"/>
                </a:cubicBezTo>
                <a:cubicBezTo>
                  <a:pt x="574052" y="439281"/>
                  <a:pt x="564913" y="430142"/>
                  <a:pt x="564913" y="418868"/>
                </a:cubicBezTo>
                <a:cubicBezTo>
                  <a:pt x="564913" y="407594"/>
                  <a:pt x="574052" y="398455"/>
                  <a:pt x="585326" y="398455"/>
                </a:cubicBezTo>
                <a:close/>
                <a:moveTo>
                  <a:pt x="536549" y="398455"/>
                </a:moveTo>
                <a:cubicBezTo>
                  <a:pt x="547822" y="398455"/>
                  <a:pt x="556961" y="407594"/>
                  <a:pt x="556961" y="418868"/>
                </a:cubicBezTo>
                <a:cubicBezTo>
                  <a:pt x="556961" y="430142"/>
                  <a:pt x="547822" y="439281"/>
                  <a:pt x="536549" y="439281"/>
                </a:cubicBezTo>
                <a:cubicBezTo>
                  <a:pt x="525275" y="439281"/>
                  <a:pt x="516136" y="430142"/>
                  <a:pt x="516136" y="418868"/>
                </a:cubicBezTo>
                <a:cubicBezTo>
                  <a:pt x="516136" y="407594"/>
                  <a:pt x="525275" y="398455"/>
                  <a:pt x="536549" y="398455"/>
                </a:cubicBezTo>
                <a:close/>
                <a:moveTo>
                  <a:pt x="487772" y="398455"/>
                </a:moveTo>
                <a:cubicBezTo>
                  <a:pt x="499045" y="398455"/>
                  <a:pt x="508184" y="407594"/>
                  <a:pt x="508184" y="418868"/>
                </a:cubicBezTo>
                <a:cubicBezTo>
                  <a:pt x="508184" y="430142"/>
                  <a:pt x="499045" y="439281"/>
                  <a:pt x="487772" y="439281"/>
                </a:cubicBezTo>
                <a:cubicBezTo>
                  <a:pt x="476498" y="439281"/>
                  <a:pt x="467359" y="430142"/>
                  <a:pt x="467359" y="418868"/>
                </a:cubicBezTo>
                <a:cubicBezTo>
                  <a:pt x="467359" y="407594"/>
                  <a:pt x="476498" y="398455"/>
                  <a:pt x="487772" y="398455"/>
                </a:cubicBezTo>
                <a:close/>
                <a:moveTo>
                  <a:pt x="438994" y="398455"/>
                </a:moveTo>
                <a:cubicBezTo>
                  <a:pt x="450268" y="398455"/>
                  <a:pt x="459407" y="407594"/>
                  <a:pt x="459407" y="418868"/>
                </a:cubicBezTo>
                <a:cubicBezTo>
                  <a:pt x="459407" y="430142"/>
                  <a:pt x="450268" y="439281"/>
                  <a:pt x="438994" y="439281"/>
                </a:cubicBezTo>
                <a:cubicBezTo>
                  <a:pt x="427721" y="439281"/>
                  <a:pt x="418582" y="430142"/>
                  <a:pt x="418582" y="418868"/>
                </a:cubicBezTo>
                <a:cubicBezTo>
                  <a:pt x="418582" y="407594"/>
                  <a:pt x="427721" y="398455"/>
                  <a:pt x="438994" y="398455"/>
                </a:cubicBezTo>
                <a:close/>
                <a:moveTo>
                  <a:pt x="390217" y="398455"/>
                </a:moveTo>
                <a:cubicBezTo>
                  <a:pt x="401491" y="398455"/>
                  <a:pt x="410630" y="407594"/>
                  <a:pt x="410630" y="418868"/>
                </a:cubicBezTo>
                <a:cubicBezTo>
                  <a:pt x="410630" y="430142"/>
                  <a:pt x="401491" y="439281"/>
                  <a:pt x="390217" y="439281"/>
                </a:cubicBezTo>
                <a:cubicBezTo>
                  <a:pt x="378944" y="439281"/>
                  <a:pt x="369805" y="430142"/>
                  <a:pt x="369805" y="418868"/>
                </a:cubicBezTo>
                <a:cubicBezTo>
                  <a:pt x="369805" y="407594"/>
                  <a:pt x="378944" y="398455"/>
                  <a:pt x="390217" y="398455"/>
                </a:cubicBezTo>
                <a:close/>
                <a:moveTo>
                  <a:pt x="341440" y="398455"/>
                </a:moveTo>
                <a:cubicBezTo>
                  <a:pt x="352714" y="398455"/>
                  <a:pt x="361853" y="407594"/>
                  <a:pt x="361853" y="418868"/>
                </a:cubicBezTo>
                <a:cubicBezTo>
                  <a:pt x="361853" y="430142"/>
                  <a:pt x="352714" y="439281"/>
                  <a:pt x="341440" y="439281"/>
                </a:cubicBezTo>
                <a:cubicBezTo>
                  <a:pt x="330166" y="439281"/>
                  <a:pt x="321028" y="430142"/>
                  <a:pt x="321028" y="418868"/>
                </a:cubicBezTo>
                <a:cubicBezTo>
                  <a:pt x="321028" y="407594"/>
                  <a:pt x="330166" y="398455"/>
                  <a:pt x="341440" y="398455"/>
                </a:cubicBezTo>
                <a:close/>
                <a:moveTo>
                  <a:pt x="292663" y="398455"/>
                </a:moveTo>
                <a:cubicBezTo>
                  <a:pt x="303937" y="398455"/>
                  <a:pt x="313076" y="407594"/>
                  <a:pt x="313076" y="418868"/>
                </a:cubicBezTo>
                <a:cubicBezTo>
                  <a:pt x="313076" y="430142"/>
                  <a:pt x="303937" y="439281"/>
                  <a:pt x="292663" y="439281"/>
                </a:cubicBezTo>
                <a:cubicBezTo>
                  <a:pt x="281389" y="439281"/>
                  <a:pt x="272251" y="430142"/>
                  <a:pt x="272251" y="418868"/>
                </a:cubicBezTo>
                <a:cubicBezTo>
                  <a:pt x="272251" y="407594"/>
                  <a:pt x="281389" y="398455"/>
                  <a:pt x="292663" y="398455"/>
                </a:cubicBezTo>
                <a:close/>
                <a:moveTo>
                  <a:pt x="243886" y="398455"/>
                </a:moveTo>
                <a:cubicBezTo>
                  <a:pt x="255160" y="398455"/>
                  <a:pt x="264299" y="407594"/>
                  <a:pt x="264299" y="418868"/>
                </a:cubicBezTo>
                <a:cubicBezTo>
                  <a:pt x="264299" y="430142"/>
                  <a:pt x="255160" y="439281"/>
                  <a:pt x="243886" y="439281"/>
                </a:cubicBezTo>
                <a:cubicBezTo>
                  <a:pt x="232612" y="439281"/>
                  <a:pt x="223473" y="430142"/>
                  <a:pt x="223473" y="418868"/>
                </a:cubicBezTo>
                <a:cubicBezTo>
                  <a:pt x="223473" y="407594"/>
                  <a:pt x="232612" y="398455"/>
                  <a:pt x="243886" y="398455"/>
                </a:cubicBezTo>
                <a:close/>
                <a:moveTo>
                  <a:pt x="195109" y="398455"/>
                </a:moveTo>
                <a:cubicBezTo>
                  <a:pt x="206383" y="398455"/>
                  <a:pt x="215522" y="407594"/>
                  <a:pt x="215522" y="418868"/>
                </a:cubicBezTo>
                <a:cubicBezTo>
                  <a:pt x="215522" y="430142"/>
                  <a:pt x="206383" y="439281"/>
                  <a:pt x="195109" y="439281"/>
                </a:cubicBezTo>
                <a:cubicBezTo>
                  <a:pt x="183835" y="439281"/>
                  <a:pt x="174696" y="430142"/>
                  <a:pt x="174696" y="418868"/>
                </a:cubicBezTo>
                <a:cubicBezTo>
                  <a:pt x="174696" y="407594"/>
                  <a:pt x="183835" y="398455"/>
                  <a:pt x="195109" y="398455"/>
                </a:cubicBezTo>
                <a:close/>
                <a:moveTo>
                  <a:pt x="146332" y="398455"/>
                </a:moveTo>
                <a:cubicBezTo>
                  <a:pt x="157606" y="398455"/>
                  <a:pt x="166745" y="407594"/>
                  <a:pt x="166745" y="418868"/>
                </a:cubicBezTo>
                <a:cubicBezTo>
                  <a:pt x="166745" y="430142"/>
                  <a:pt x="157606" y="439281"/>
                  <a:pt x="146332" y="439281"/>
                </a:cubicBezTo>
                <a:cubicBezTo>
                  <a:pt x="135058" y="439281"/>
                  <a:pt x="125919" y="430142"/>
                  <a:pt x="125919" y="418868"/>
                </a:cubicBezTo>
                <a:cubicBezTo>
                  <a:pt x="125919" y="407594"/>
                  <a:pt x="135058" y="398455"/>
                  <a:pt x="146332" y="398455"/>
                </a:cubicBezTo>
                <a:close/>
                <a:moveTo>
                  <a:pt x="97555" y="398455"/>
                </a:moveTo>
                <a:cubicBezTo>
                  <a:pt x="108829" y="398455"/>
                  <a:pt x="117968" y="407594"/>
                  <a:pt x="117968" y="418868"/>
                </a:cubicBezTo>
                <a:cubicBezTo>
                  <a:pt x="117968" y="430142"/>
                  <a:pt x="108829" y="439281"/>
                  <a:pt x="97555" y="439281"/>
                </a:cubicBezTo>
                <a:cubicBezTo>
                  <a:pt x="86281" y="439281"/>
                  <a:pt x="77142" y="430142"/>
                  <a:pt x="77142" y="418868"/>
                </a:cubicBezTo>
                <a:cubicBezTo>
                  <a:pt x="77142" y="407594"/>
                  <a:pt x="86281" y="398455"/>
                  <a:pt x="97555" y="398455"/>
                </a:cubicBezTo>
                <a:close/>
                <a:moveTo>
                  <a:pt x="48778" y="398455"/>
                </a:moveTo>
                <a:cubicBezTo>
                  <a:pt x="60052" y="398455"/>
                  <a:pt x="69191" y="407594"/>
                  <a:pt x="69191" y="418868"/>
                </a:cubicBezTo>
                <a:cubicBezTo>
                  <a:pt x="69191" y="430142"/>
                  <a:pt x="60052" y="439281"/>
                  <a:pt x="48778" y="439281"/>
                </a:cubicBezTo>
                <a:cubicBezTo>
                  <a:pt x="37504" y="439281"/>
                  <a:pt x="28365" y="430142"/>
                  <a:pt x="28365" y="418868"/>
                </a:cubicBezTo>
                <a:cubicBezTo>
                  <a:pt x="28365" y="407594"/>
                  <a:pt x="37504" y="398455"/>
                  <a:pt x="48778" y="398455"/>
                </a:cubicBezTo>
                <a:close/>
                <a:moveTo>
                  <a:pt x="2" y="398455"/>
                </a:moveTo>
                <a:cubicBezTo>
                  <a:pt x="11275" y="398455"/>
                  <a:pt x="20414" y="407594"/>
                  <a:pt x="20414" y="418868"/>
                </a:cubicBezTo>
                <a:cubicBezTo>
                  <a:pt x="20414" y="430142"/>
                  <a:pt x="11275" y="439281"/>
                  <a:pt x="2" y="439281"/>
                </a:cubicBezTo>
                <a:lnTo>
                  <a:pt x="0" y="439280"/>
                </a:lnTo>
                <a:lnTo>
                  <a:pt x="0" y="398456"/>
                </a:lnTo>
                <a:close/>
                <a:moveTo>
                  <a:pt x="926765" y="344369"/>
                </a:moveTo>
                <a:cubicBezTo>
                  <a:pt x="932402" y="344369"/>
                  <a:pt x="937505" y="346654"/>
                  <a:pt x="941199" y="350348"/>
                </a:cubicBezTo>
                <a:lnTo>
                  <a:pt x="945200" y="360008"/>
                </a:lnTo>
                <a:lnTo>
                  <a:pt x="937178" y="381927"/>
                </a:lnTo>
                <a:lnTo>
                  <a:pt x="934711" y="383591"/>
                </a:lnTo>
                <a:cubicBezTo>
                  <a:pt x="932268" y="384624"/>
                  <a:pt x="929583" y="385195"/>
                  <a:pt x="926765" y="385195"/>
                </a:cubicBezTo>
                <a:cubicBezTo>
                  <a:pt x="915491" y="385195"/>
                  <a:pt x="906352" y="376056"/>
                  <a:pt x="906352" y="364782"/>
                </a:cubicBezTo>
                <a:cubicBezTo>
                  <a:pt x="906352" y="353508"/>
                  <a:pt x="915491" y="344369"/>
                  <a:pt x="926765" y="344369"/>
                </a:cubicBezTo>
                <a:close/>
                <a:moveTo>
                  <a:pt x="877988" y="344369"/>
                </a:moveTo>
                <a:cubicBezTo>
                  <a:pt x="889262" y="344369"/>
                  <a:pt x="898401" y="353508"/>
                  <a:pt x="898401" y="364782"/>
                </a:cubicBezTo>
                <a:cubicBezTo>
                  <a:pt x="898401" y="376056"/>
                  <a:pt x="889262" y="385195"/>
                  <a:pt x="877988" y="385195"/>
                </a:cubicBezTo>
                <a:cubicBezTo>
                  <a:pt x="866714" y="385195"/>
                  <a:pt x="857575" y="376056"/>
                  <a:pt x="857575" y="364782"/>
                </a:cubicBezTo>
                <a:cubicBezTo>
                  <a:pt x="857575" y="353508"/>
                  <a:pt x="866714" y="344369"/>
                  <a:pt x="877988" y="344369"/>
                </a:cubicBezTo>
                <a:close/>
                <a:moveTo>
                  <a:pt x="829211" y="344369"/>
                </a:moveTo>
                <a:cubicBezTo>
                  <a:pt x="840485" y="344369"/>
                  <a:pt x="849624" y="353508"/>
                  <a:pt x="849624" y="364782"/>
                </a:cubicBezTo>
                <a:cubicBezTo>
                  <a:pt x="849624" y="376056"/>
                  <a:pt x="840485" y="385195"/>
                  <a:pt x="829211" y="385195"/>
                </a:cubicBezTo>
                <a:cubicBezTo>
                  <a:pt x="817937" y="385195"/>
                  <a:pt x="808798" y="376056"/>
                  <a:pt x="808798" y="364782"/>
                </a:cubicBezTo>
                <a:cubicBezTo>
                  <a:pt x="808798" y="353508"/>
                  <a:pt x="817937" y="344369"/>
                  <a:pt x="829211" y="344369"/>
                </a:cubicBezTo>
                <a:close/>
                <a:moveTo>
                  <a:pt x="780434" y="344369"/>
                </a:moveTo>
                <a:cubicBezTo>
                  <a:pt x="791708" y="344369"/>
                  <a:pt x="800847" y="353508"/>
                  <a:pt x="800847" y="364782"/>
                </a:cubicBezTo>
                <a:cubicBezTo>
                  <a:pt x="800847" y="376056"/>
                  <a:pt x="791708" y="385195"/>
                  <a:pt x="780434" y="385195"/>
                </a:cubicBezTo>
                <a:cubicBezTo>
                  <a:pt x="769160" y="385195"/>
                  <a:pt x="760021" y="376056"/>
                  <a:pt x="760021" y="364782"/>
                </a:cubicBezTo>
                <a:cubicBezTo>
                  <a:pt x="760021" y="353508"/>
                  <a:pt x="769160" y="344369"/>
                  <a:pt x="780434" y="344369"/>
                </a:cubicBezTo>
                <a:close/>
                <a:moveTo>
                  <a:pt x="731657" y="344369"/>
                </a:moveTo>
                <a:cubicBezTo>
                  <a:pt x="742931" y="344369"/>
                  <a:pt x="752070" y="353508"/>
                  <a:pt x="752070" y="364782"/>
                </a:cubicBezTo>
                <a:cubicBezTo>
                  <a:pt x="752070" y="376056"/>
                  <a:pt x="742931" y="385195"/>
                  <a:pt x="731657" y="385195"/>
                </a:cubicBezTo>
                <a:cubicBezTo>
                  <a:pt x="720383" y="385195"/>
                  <a:pt x="711244" y="376056"/>
                  <a:pt x="711244" y="364782"/>
                </a:cubicBezTo>
                <a:cubicBezTo>
                  <a:pt x="711244" y="353508"/>
                  <a:pt x="720383" y="344369"/>
                  <a:pt x="731657" y="344369"/>
                </a:cubicBezTo>
                <a:close/>
                <a:moveTo>
                  <a:pt x="682880" y="344369"/>
                </a:moveTo>
                <a:cubicBezTo>
                  <a:pt x="694153" y="344369"/>
                  <a:pt x="703293" y="353508"/>
                  <a:pt x="703293" y="364782"/>
                </a:cubicBezTo>
                <a:cubicBezTo>
                  <a:pt x="703293" y="376056"/>
                  <a:pt x="694153" y="385195"/>
                  <a:pt x="682880" y="385195"/>
                </a:cubicBezTo>
                <a:cubicBezTo>
                  <a:pt x="671606" y="385195"/>
                  <a:pt x="662467" y="376056"/>
                  <a:pt x="662467" y="364782"/>
                </a:cubicBezTo>
                <a:cubicBezTo>
                  <a:pt x="662467" y="353508"/>
                  <a:pt x="671606" y="344369"/>
                  <a:pt x="682880" y="344369"/>
                </a:cubicBezTo>
                <a:close/>
                <a:moveTo>
                  <a:pt x="634103" y="344369"/>
                </a:moveTo>
                <a:cubicBezTo>
                  <a:pt x="645377" y="344369"/>
                  <a:pt x="654516" y="353508"/>
                  <a:pt x="654516" y="364782"/>
                </a:cubicBezTo>
                <a:cubicBezTo>
                  <a:pt x="654516" y="376056"/>
                  <a:pt x="645377" y="385195"/>
                  <a:pt x="634103" y="385195"/>
                </a:cubicBezTo>
                <a:cubicBezTo>
                  <a:pt x="622829" y="385195"/>
                  <a:pt x="613690" y="376056"/>
                  <a:pt x="613690" y="364782"/>
                </a:cubicBezTo>
                <a:cubicBezTo>
                  <a:pt x="613690" y="353508"/>
                  <a:pt x="622829" y="344369"/>
                  <a:pt x="634103" y="344369"/>
                </a:cubicBezTo>
                <a:close/>
                <a:moveTo>
                  <a:pt x="585326" y="344369"/>
                </a:moveTo>
                <a:cubicBezTo>
                  <a:pt x="596599" y="344369"/>
                  <a:pt x="605738" y="353508"/>
                  <a:pt x="605738" y="364782"/>
                </a:cubicBezTo>
                <a:cubicBezTo>
                  <a:pt x="605738" y="376056"/>
                  <a:pt x="596599" y="385195"/>
                  <a:pt x="585326" y="385195"/>
                </a:cubicBezTo>
                <a:cubicBezTo>
                  <a:pt x="574052" y="385195"/>
                  <a:pt x="564913" y="376056"/>
                  <a:pt x="564913" y="364782"/>
                </a:cubicBezTo>
                <a:cubicBezTo>
                  <a:pt x="564913" y="353508"/>
                  <a:pt x="574052" y="344369"/>
                  <a:pt x="585326" y="344369"/>
                </a:cubicBezTo>
                <a:close/>
                <a:moveTo>
                  <a:pt x="536549" y="344369"/>
                </a:moveTo>
                <a:cubicBezTo>
                  <a:pt x="547822" y="344369"/>
                  <a:pt x="556961" y="353508"/>
                  <a:pt x="556961" y="364782"/>
                </a:cubicBezTo>
                <a:cubicBezTo>
                  <a:pt x="556961" y="376056"/>
                  <a:pt x="547822" y="385195"/>
                  <a:pt x="536549" y="385195"/>
                </a:cubicBezTo>
                <a:cubicBezTo>
                  <a:pt x="525275" y="385195"/>
                  <a:pt x="516136" y="376056"/>
                  <a:pt x="516136" y="364782"/>
                </a:cubicBezTo>
                <a:cubicBezTo>
                  <a:pt x="516136" y="353508"/>
                  <a:pt x="525275" y="344369"/>
                  <a:pt x="536549" y="344369"/>
                </a:cubicBezTo>
                <a:close/>
                <a:moveTo>
                  <a:pt x="487772" y="344369"/>
                </a:moveTo>
                <a:cubicBezTo>
                  <a:pt x="499045" y="344369"/>
                  <a:pt x="508184" y="353508"/>
                  <a:pt x="508184" y="364782"/>
                </a:cubicBezTo>
                <a:cubicBezTo>
                  <a:pt x="508184" y="376056"/>
                  <a:pt x="499045" y="385195"/>
                  <a:pt x="487772" y="385195"/>
                </a:cubicBezTo>
                <a:cubicBezTo>
                  <a:pt x="476498" y="385195"/>
                  <a:pt x="467359" y="376056"/>
                  <a:pt x="467359" y="364782"/>
                </a:cubicBezTo>
                <a:cubicBezTo>
                  <a:pt x="467359" y="353508"/>
                  <a:pt x="476498" y="344369"/>
                  <a:pt x="487772" y="344369"/>
                </a:cubicBezTo>
                <a:close/>
                <a:moveTo>
                  <a:pt x="438994" y="344369"/>
                </a:moveTo>
                <a:cubicBezTo>
                  <a:pt x="450268" y="344369"/>
                  <a:pt x="459407" y="353508"/>
                  <a:pt x="459407" y="364782"/>
                </a:cubicBezTo>
                <a:cubicBezTo>
                  <a:pt x="459407" y="376056"/>
                  <a:pt x="450268" y="385195"/>
                  <a:pt x="438994" y="385195"/>
                </a:cubicBezTo>
                <a:cubicBezTo>
                  <a:pt x="427721" y="385195"/>
                  <a:pt x="418582" y="376056"/>
                  <a:pt x="418582" y="364782"/>
                </a:cubicBezTo>
                <a:cubicBezTo>
                  <a:pt x="418582" y="353508"/>
                  <a:pt x="427721" y="344369"/>
                  <a:pt x="438994" y="344369"/>
                </a:cubicBezTo>
                <a:close/>
                <a:moveTo>
                  <a:pt x="390217" y="344369"/>
                </a:moveTo>
                <a:cubicBezTo>
                  <a:pt x="401491" y="344369"/>
                  <a:pt x="410630" y="353508"/>
                  <a:pt x="410630" y="364782"/>
                </a:cubicBezTo>
                <a:cubicBezTo>
                  <a:pt x="410630" y="376056"/>
                  <a:pt x="401491" y="385195"/>
                  <a:pt x="390217" y="385195"/>
                </a:cubicBezTo>
                <a:cubicBezTo>
                  <a:pt x="378944" y="385195"/>
                  <a:pt x="369805" y="376056"/>
                  <a:pt x="369805" y="364782"/>
                </a:cubicBezTo>
                <a:cubicBezTo>
                  <a:pt x="369805" y="353508"/>
                  <a:pt x="378944" y="344369"/>
                  <a:pt x="390217" y="344369"/>
                </a:cubicBezTo>
                <a:close/>
                <a:moveTo>
                  <a:pt x="341440" y="344369"/>
                </a:moveTo>
                <a:cubicBezTo>
                  <a:pt x="352714" y="344369"/>
                  <a:pt x="361853" y="353508"/>
                  <a:pt x="361853" y="364782"/>
                </a:cubicBezTo>
                <a:cubicBezTo>
                  <a:pt x="361853" y="376056"/>
                  <a:pt x="352714" y="385195"/>
                  <a:pt x="341440" y="385195"/>
                </a:cubicBezTo>
                <a:cubicBezTo>
                  <a:pt x="330166" y="385195"/>
                  <a:pt x="321028" y="376056"/>
                  <a:pt x="321028" y="364782"/>
                </a:cubicBezTo>
                <a:cubicBezTo>
                  <a:pt x="321028" y="353508"/>
                  <a:pt x="330166" y="344369"/>
                  <a:pt x="341440" y="344369"/>
                </a:cubicBezTo>
                <a:close/>
                <a:moveTo>
                  <a:pt x="292663" y="344369"/>
                </a:moveTo>
                <a:cubicBezTo>
                  <a:pt x="303937" y="344369"/>
                  <a:pt x="313076" y="353508"/>
                  <a:pt x="313076" y="364782"/>
                </a:cubicBezTo>
                <a:cubicBezTo>
                  <a:pt x="313076" y="376056"/>
                  <a:pt x="303937" y="385195"/>
                  <a:pt x="292663" y="385195"/>
                </a:cubicBezTo>
                <a:cubicBezTo>
                  <a:pt x="281389" y="385195"/>
                  <a:pt x="272251" y="376056"/>
                  <a:pt x="272251" y="364782"/>
                </a:cubicBezTo>
                <a:cubicBezTo>
                  <a:pt x="272251" y="353508"/>
                  <a:pt x="281389" y="344369"/>
                  <a:pt x="292663" y="344369"/>
                </a:cubicBezTo>
                <a:close/>
                <a:moveTo>
                  <a:pt x="243886" y="344369"/>
                </a:moveTo>
                <a:cubicBezTo>
                  <a:pt x="255160" y="344369"/>
                  <a:pt x="264299" y="353508"/>
                  <a:pt x="264299" y="364782"/>
                </a:cubicBezTo>
                <a:cubicBezTo>
                  <a:pt x="264299" y="376056"/>
                  <a:pt x="255160" y="385195"/>
                  <a:pt x="243886" y="385195"/>
                </a:cubicBezTo>
                <a:cubicBezTo>
                  <a:pt x="232612" y="385195"/>
                  <a:pt x="223473" y="376056"/>
                  <a:pt x="223473" y="364782"/>
                </a:cubicBezTo>
                <a:cubicBezTo>
                  <a:pt x="223473" y="353508"/>
                  <a:pt x="232612" y="344369"/>
                  <a:pt x="243886" y="344369"/>
                </a:cubicBezTo>
                <a:close/>
                <a:moveTo>
                  <a:pt x="195109" y="344369"/>
                </a:moveTo>
                <a:cubicBezTo>
                  <a:pt x="206383" y="344369"/>
                  <a:pt x="215522" y="353508"/>
                  <a:pt x="215522" y="364782"/>
                </a:cubicBezTo>
                <a:cubicBezTo>
                  <a:pt x="215522" y="376056"/>
                  <a:pt x="206383" y="385195"/>
                  <a:pt x="195109" y="385195"/>
                </a:cubicBezTo>
                <a:cubicBezTo>
                  <a:pt x="183835" y="385195"/>
                  <a:pt x="174696" y="376056"/>
                  <a:pt x="174696" y="364782"/>
                </a:cubicBezTo>
                <a:cubicBezTo>
                  <a:pt x="174696" y="353508"/>
                  <a:pt x="183835" y="344369"/>
                  <a:pt x="195109" y="344369"/>
                </a:cubicBezTo>
                <a:close/>
                <a:moveTo>
                  <a:pt x="146332" y="344369"/>
                </a:moveTo>
                <a:cubicBezTo>
                  <a:pt x="157606" y="344369"/>
                  <a:pt x="166745" y="353508"/>
                  <a:pt x="166745" y="364782"/>
                </a:cubicBezTo>
                <a:cubicBezTo>
                  <a:pt x="166745" y="376056"/>
                  <a:pt x="157606" y="385195"/>
                  <a:pt x="146332" y="385195"/>
                </a:cubicBezTo>
                <a:cubicBezTo>
                  <a:pt x="135058" y="385195"/>
                  <a:pt x="125919" y="376056"/>
                  <a:pt x="125919" y="364782"/>
                </a:cubicBezTo>
                <a:cubicBezTo>
                  <a:pt x="125919" y="353508"/>
                  <a:pt x="135058" y="344369"/>
                  <a:pt x="146332" y="344369"/>
                </a:cubicBezTo>
                <a:close/>
                <a:moveTo>
                  <a:pt x="97555" y="344369"/>
                </a:moveTo>
                <a:cubicBezTo>
                  <a:pt x="108829" y="344369"/>
                  <a:pt x="117968" y="353508"/>
                  <a:pt x="117968" y="364782"/>
                </a:cubicBezTo>
                <a:cubicBezTo>
                  <a:pt x="117968" y="376056"/>
                  <a:pt x="108829" y="385195"/>
                  <a:pt x="97555" y="385195"/>
                </a:cubicBezTo>
                <a:cubicBezTo>
                  <a:pt x="86281" y="385195"/>
                  <a:pt x="77142" y="376056"/>
                  <a:pt x="77142" y="364782"/>
                </a:cubicBezTo>
                <a:cubicBezTo>
                  <a:pt x="77142" y="353508"/>
                  <a:pt x="86281" y="344369"/>
                  <a:pt x="97555" y="344369"/>
                </a:cubicBezTo>
                <a:close/>
                <a:moveTo>
                  <a:pt x="48778" y="344369"/>
                </a:moveTo>
                <a:cubicBezTo>
                  <a:pt x="60052" y="344369"/>
                  <a:pt x="69191" y="353508"/>
                  <a:pt x="69191" y="364782"/>
                </a:cubicBezTo>
                <a:cubicBezTo>
                  <a:pt x="69191" y="376056"/>
                  <a:pt x="60052" y="385195"/>
                  <a:pt x="48778" y="385195"/>
                </a:cubicBezTo>
                <a:cubicBezTo>
                  <a:pt x="37504" y="385195"/>
                  <a:pt x="28365" y="376056"/>
                  <a:pt x="28365" y="364782"/>
                </a:cubicBezTo>
                <a:cubicBezTo>
                  <a:pt x="28365" y="353508"/>
                  <a:pt x="37504" y="344369"/>
                  <a:pt x="48778" y="344369"/>
                </a:cubicBezTo>
                <a:close/>
                <a:moveTo>
                  <a:pt x="2" y="344369"/>
                </a:moveTo>
                <a:cubicBezTo>
                  <a:pt x="11275" y="344369"/>
                  <a:pt x="20414" y="353508"/>
                  <a:pt x="20414" y="364782"/>
                </a:cubicBezTo>
                <a:cubicBezTo>
                  <a:pt x="20414" y="376056"/>
                  <a:pt x="11275" y="385195"/>
                  <a:pt x="2" y="385195"/>
                </a:cubicBezTo>
                <a:lnTo>
                  <a:pt x="0" y="385194"/>
                </a:lnTo>
                <a:lnTo>
                  <a:pt x="0" y="344370"/>
                </a:lnTo>
                <a:close/>
                <a:moveTo>
                  <a:pt x="968876" y="291629"/>
                </a:moveTo>
                <a:lnTo>
                  <a:pt x="965684" y="304041"/>
                </a:lnTo>
                <a:lnTo>
                  <a:pt x="959440" y="321103"/>
                </a:lnTo>
                <a:lnTo>
                  <a:pt x="955129" y="310696"/>
                </a:lnTo>
                <a:cubicBezTo>
                  <a:pt x="955129" y="302240"/>
                  <a:pt x="960270" y="294986"/>
                  <a:pt x="967596" y="291887"/>
                </a:cubicBezTo>
                <a:close/>
                <a:moveTo>
                  <a:pt x="926765" y="290283"/>
                </a:moveTo>
                <a:cubicBezTo>
                  <a:pt x="938039" y="290283"/>
                  <a:pt x="947178" y="299422"/>
                  <a:pt x="947178" y="310696"/>
                </a:cubicBezTo>
                <a:cubicBezTo>
                  <a:pt x="947178" y="321970"/>
                  <a:pt x="938039" y="331108"/>
                  <a:pt x="926765" y="331108"/>
                </a:cubicBezTo>
                <a:cubicBezTo>
                  <a:pt x="915491" y="331108"/>
                  <a:pt x="906352" y="321970"/>
                  <a:pt x="906352" y="310696"/>
                </a:cubicBezTo>
                <a:cubicBezTo>
                  <a:pt x="906352" y="299422"/>
                  <a:pt x="915491" y="290283"/>
                  <a:pt x="926765" y="290283"/>
                </a:cubicBezTo>
                <a:close/>
                <a:moveTo>
                  <a:pt x="877988" y="290283"/>
                </a:moveTo>
                <a:cubicBezTo>
                  <a:pt x="889262" y="290283"/>
                  <a:pt x="898401" y="299422"/>
                  <a:pt x="898401" y="310696"/>
                </a:cubicBezTo>
                <a:cubicBezTo>
                  <a:pt x="898401" y="321970"/>
                  <a:pt x="889262" y="331108"/>
                  <a:pt x="877988" y="331108"/>
                </a:cubicBezTo>
                <a:cubicBezTo>
                  <a:pt x="866714" y="331108"/>
                  <a:pt x="857575" y="321970"/>
                  <a:pt x="857575" y="310696"/>
                </a:cubicBezTo>
                <a:cubicBezTo>
                  <a:pt x="857575" y="299422"/>
                  <a:pt x="866714" y="290283"/>
                  <a:pt x="877988" y="290283"/>
                </a:cubicBezTo>
                <a:close/>
                <a:moveTo>
                  <a:pt x="829211" y="290283"/>
                </a:moveTo>
                <a:cubicBezTo>
                  <a:pt x="840485" y="290283"/>
                  <a:pt x="849624" y="299422"/>
                  <a:pt x="849624" y="310696"/>
                </a:cubicBezTo>
                <a:cubicBezTo>
                  <a:pt x="849624" y="321970"/>
                  <a:pt x="840485" y="331108"/>
                  <a:pt x="829211" y="331108"/>
                </a:cubicBezTo>
                <a:cubicBezTo>
                  <a:pt x="817937" y="331108"/>
                  <a:pt x="808798" y="321970"/>
                  <a:pt x="808798" y="310696"/>
                </a:cubicBezTo>
                <a:cubicBezTo>
                  <a:pt x="808798" y="299422"/>
                  <a:pt x="817937" y="290283"/>
                  <a:pt x="829211" y="290283"/>
                </a:cubicBezTo>
                <a:close/>
                <a:moveTo>
                  <a:pt x="780434" y="290283"/>
                </a:moveTo>
                <a:cubicBezTo>
                  <a:pt x="791708" y="290283"/>
                  <a:pt x="800847" y="299422"/>
                  <a:pt x="800847" y="310696"/>
                </a:cubicBezTo>
                <a:cubicBezTo>
                  <a:pt x="800847" y="321970"/>
                  <a:pt x="791708" y="331108"/>
                  <a:pt x="780434" y="331108"/>
                </a:cubicBezTo>
                <a:cubicBezTo>
                  <a:pt x="769160" y="331108"/>
                  <a:pt x="760021" y="321970"/>
                  <a:pt x="760021" y="310696"/>
                </a:cubicBezTo>
                <a:cubicBezTo>
                  <a:pt x="760021" y="299422"/>
                  <a:pt x="769160" y="290283"/>
                  <a:pt x="780434" y="290283"/>
                </a:cubicBezTo>
                <a:close/>
                <a:moveTo>
                  <a:pt x="731657" y="290283"/>
                </a:moveTo>
                <a:cubicBezTo>
                  <a:pt x="742931" y="290283"/>
                  <a:pt x="752070" y="299422"/>
                  <a:pt x="752070" y="310696"/>
                </a:cubicBezTo>
                <a:cubicBezTo>
                  <a:pt x="752070" y="321970"/>
                  <a:pt x="742931" y="331108"/>
                  <a:pt x="731657" y="331108"/>
                </a:cubicBezTo>
                <a:cubicBezTo>
                  <a:pt x="720383" y="331108"/>
                  <a:pt x="711244" y="321970"/>
                  <a:pt x="711244" y="310696"/>
                </a:cubicBezTo>
                <a:cubicBezTo>
                  <a:pt x="711244" y="299422"/>
                  <a:pt x="720383" y="290283"/>
                  <a:pt x="731657" y="290283"/>
                </a:cubicBezTo>
                <a:close/>
                <a:moveTo>
                  <a:pt x="682880" y="290283"/>
                </a:moveTo>
                <a:cubicBezTo>
                  <a:pt x="694153" y="290283"/>
                  <a:pt x="703293" y="299422"/>
                  <a:pt x="703293" y="310696"/>
                </a:cubicBezTo>
                <a:cubicBezTo>
                  <a:pt x="703293" y="321970"/>
                  <a:pt x="694153" y="331108"/>
                  <a:pt x="682880" y="331108"/>
                </a:cubicBezTo>
                <a:cubicBezTo>
                  <a:pt x="671606" y="331108"/>
                  <a:pt x="662467" y="321970"/>
                  <a:pt x="662467" y="310696"/>
                </a:cubicBezTo>
                <a:cubicBezTo>
                  <a:pt x="662467" y="299422"/>
                  <a:pt x="671606" y="290283"/>
                  <a:pt x="682880" y="290283"/>
                </a:cubicBezTo>
                <a:close/>
                <a:moveTo>
                  <a:pt x="634103" y="290283"/>
                </a:moveTo>
                <a:cubicBezTo>
                  <a:pt x="645377" y="290283"/>
                  <a:pt x="654516" y="299422"/>
                  <a:pt x="654516" y="310696"/>
                </a:cubicBezTo>
                <a:cubicBezTo>
                  <a:pt x="654516" y="321970"/>
                  <a:pt x="645377" y="331108"/>
                  <a:pt x="634103" y="331108"/>
                </a:cubicBezTo>
                <a:cubicBezTo>
                  <a:pt x="622829" y="331108"/>
                  <a:pt x="613690" y="321970"/>
                  <a:pt x="613690" y="310696"/>
                </a:cubicBezTo>
                <a:cubicBezTo>
                  <a:pt x="613690" y="299422"/>
                  <a:pt x="622829" y="290283"/>
                  <a:pt x="634103" y="290283"/>
                </a:cubicBezTo>
                <a:close/>
                <a:moveTo>
                  <a:pt x="585326" y="290283"/>
                </a:moveTo>
                <a:cubicBezTo>
                  <a:pt x="596599" y="290283"/>
                  <a:pt x="605738" y="299422"/>
                  <a:pt x="605738" y="310696"/>
                </a:cubicBezTo>
                <a:cubicBezTo>
                  <a:pt x="605738" y="321970"/>
                  <a:pt x="596599" y="331108"/>
                  <a:pt x="585326" y="331108"/>
                </a:cubicBezTo>
                <a:cubicBezTo>
                  <a:pt x="574052" y="331108"/>
                  <a:pt x="564913" y="321970"/>
                  <a:pt x="564913" y="310696"/>
                </a:cubicBezTo>
                <a:cubicBezTo>
                  <a:pt x="564913" y="299422"/>
                  <a:pt x="574052" y="290283"/>
                  <a:pt x="585326" y="290283"/>
                </a:cubicBezTo>
                <a:close/>
                <a:moveTo>
                  <a:pt x="536549" y="290283"/>
                </a:moveTo>
                <a:cubicBezTo>
                  <a:pt x="547822" y="290283"/>
                  <a:pt x="556961" y="299422"/>
                  <a:pt x="556961" y="310696"/>
                </a:cubicBezTo>
                <a:cubicBezTo>
                  <a:pt x="556961" y="321970"/>
                  <a:pt x="547822" y="331108"/>
                  <a:pt x="536549" y="331108"/>
                </a:cubicBezTo>
                <a:cubicBezTo>
                  <a:pt x="525275" y="331108"/>
                  <a:pt x="516136" y="321970"/>
                  <a:pt x="516136" y="310696"/>
                </a:cubicBezTo>
                <a:cubicBezTo>
                  <a:pt x="516136" y="299422"/>
                  <a:pt x="525275" y="290283"/>
                  <a:pt x="536549" y="290283"/>
                </a:cubicBezTo>
                <a:close/>
                <a:moveTo>
                  <a:pt x="487772" y="290283"/>
                </a:moveTo>
                <a:cubicBezTo>
                  <a:pt x="499045" y="290283"/>
                  <a:pt x="508184" y="299422"/>
                  <a:pt x="508184" y="310696"/>
                </a:cubicBezTo>
                <a:cubicBezTo>
                  <a:pt x="508184" y="321970"/>
                  <a:pt x="499045" y="331108"/>
                  <a:pt x="487772" y="331108"/>
                </a:cubicBezTo>
                <a:cubicBezTo>
                  <a:pt x="476498" y="331108"/>
                  <a:pt x="467359" y="321970"/>
                  <a:pt x="467359" y="310696"/>
                </a:cubicBezTo>
                <a:cubicBezTo>
                  <a:pt x="467359" y="299422"/>
                  <a:pt x="476498" y="290283"/>
                  <a:pt x="487772" y="290283"/>
                </a:cubicBezTo>
                <a:close/>
                <a:moveTo>
                  <a:pt x="438994" y="290283"/>
                </a:moveTo>
                <a:cubicBezTo>
                  <a:pt x="450268" y="290283"/>
                  <a:pt x="459407" y="299422"/>
                  <a:pt x="459407" y="310696"/>
                </a:cubicBezTo>
                <a:cubicBezTo>
                  <a:pt x="459407" y="321970"/>
                  <a:pt x="450268" y="331108"/>
                  <a:pt x="438994" y="331108"/>
                </a:cubicBezTo>
                <a:cubicBezTo>
                  <a:pt x="427721" y="331108"/>
                  <a:pt x="418582" y="321970"/>
                  <a:pt x="418582" y="310696"/>
                </a:cubicBezTo>
                <a:cubicBezTo>
                  <a:pt x="418582" y="299422"/>
                  <a:pt x="427721" y="290283"/>
                  <a:pt x="438994" y="290283"/>
                </a:cubicBezTo>
                <a:close/>
                <a:moveTo>
                  <a:pt x="390217" y="290283"/>
                </a:moveTo>
                <a:cubicBezTo>
                  <a:pt x="401491" y="290283"/>
                  <a:pt x="410630" y="299422"/>
                  <a:pt x="410630" y="310696"/>
                </a:cubicBezTo>
                <a:cubicBezTo>
                  <a:pt x="410630" y="321970"/>
                  <a:pt x="401491" y="331108"/>
                  <a:pt x="390217" y="331108"/>
                </a:cubicBezTo>
                <a:cubicBezTo>
                  <a:pt x="378944" y="331108"/>
                  <a:pt x="369805" y="321970"/>
                  <a:pt x="369805" y="310696"/>
                </a:cubicBezTo>
                <a:cubicBezTo>
                  <a:pt x="369805" y="299422"/>
                  <a:pt x="378944" y="290283"/>
                  <a:pt x="390217" y="290283"/>
                </a:cubicBezTo>
                <a:close/>
                <a:moveTo>
                  <a:pt x="341440" y="290283"/>
                </a:moveTo>
                <a:cubicBezTo>
                  <a:pt x="352714" y="290283"/>
                  <a:pt x="361853" y="299422"/>
                  <a:pt x="361853" y="310696"/>
                </a:cubicBezTo>
                <a:cubicBezTo>
                  <a:pt x="361853" y="321970"/>
                  <a:pt x="352714" y="331108"/>
                  <a:pt x="341440" y="331108"/>
                </a:cubicBezTo>
                <a:cubicBezTo>
                  <a:pt x="330166" y="331108"/>
                  <a:pt x="321028" y="321970"/>
                  <a:pt x="321028" y="310696"/>
                </a:cubicBezTo>
                <a:cubicBezTo>
                  <a:pt x="321028" y="299422"/>
                  <a:pt x="330166" y="290283"/>
                  <a:pt x="341440" y="290283"/>
                </a:cubicBezTo>
                <a:close/>
                <a:moveTo>
                  <a:pt x="292663" y="290283"/>
                </a:moveTo>
                <a:cubicBezTo>
                  <a:pt x="303937" y="290283"/>
                  <a:pt x="313076" y="299422"/>
                  <a:pt x="313076" y="310696"/>
                </a:cubicBezTo>
                <a:cubicBezTo>
                  <a:pt x="313076" y="321970"/>
                  <a:pt x="303937" y="331108"/>
                  <a:pt x="292663" y="331108"/>
                </a:cubicBezTo>
                <a:cubicBezTo>
                  <a:pt x="281389" y="331108"/>
                  <a:pt x="272251" y="321970"/>
                  <a:pt x="272251" y="310696"/>
                </a:cubicBezTo>
                <a:cubicBezTo>
                  <a:pt x="272251" y="299422"/>
                  <a:pt x="281389" y="290283"/>
                  <a:pt x="292663" y="290283"/>
                </a:cubicBezTo>
                <a:close/>
                <a:moveTo>
                  <a:pt x="243886" y="290283"/>
                </a:moveTo>
                <a:cubicBezTo>
                  <a:pt x="255160" y="290283"/>
                  <a:pt x="264299" y="299422"/>
                  <a:pt x="264299" y="310696"/>
                </a:cubicBezTo>
                <a:cubicBezTo>
                  <a:pt x="264299" y="321970"/>
                  <a:pt x="255160" y="331108"/>
                  <a:pt x="243886" y="331108"/>
                </a:cubicBezTo>
                <a:cubicBezTo>
                  <a:pt x="232612" y="331108"/>
                  <a:pt x="223473" y="321970"/>
                  <a:pt x="223473" y="310696"/>
                </a:cubicBezTo>
                <a:cubicBezTo>
                  <a:pt x="223473" y="299422"/>
                  <a:pt x="232612" y="290283"/>
                  <a:pt x="243886" y="290283"/>
                </a:cubicBezTo>
                <a:close/>
                <a:moveTo>
                  <a:pt x="195109" y="290283"/>
                </a:moveTo>
                <a:cubicBezTo>
                  <a:pt x="206383" y="290283"/>
                  <a:pt x="215522" y="299422"/>
                  <a:pt x="215522" y="310696"/>
                </a:cubicBezTo>
                <a:cubicBezTo>
                  <a:pt x="215522" y="321970"/>
                  <a:pt x="206383" y="331108"/>
                  <a:pt x="195109" y="331108"/>
                </a:cubicBezTo>
                <a:cubicBezTo>
                  <a:pt x="183835" y="331108"/>
                  <a:pt x="174696" y="321970"/>
                  <a:pt x="174696" y="310696"/>
                </a:cubicBezTo>
                <a:cubicBezTo>
                  <a:pt x="174696" y="299422"/>
                  <a:pt x="183835" y="290283"/>
                  <a:pt x="195109" y="290283"/>
                </a:cubicBezTo>
                <a:close/>
                <a:moveTo>
                  <a:pt x="146332" y="290283"/>
                </a:moveTo>
                <a:cubicBezTo>
                  <a:pt x="157606" y="290283"/>
                  <a:pt x="166745" y="299422"/>
                  <a:pt x="166745" y="310696"/>
                </a:cubicBezTo>
                <a:cubicBezTo>
                  <a:pt x="166745" y="321970"/>
                  <a:pt x="157606" y="331108"/>
                  <a:pt x="146332" y="331108"/>
                </a:cubicBezTo>
                <a:cubicBezTo>
                  <a:pt x="135058" y="331108"/>
                  <a:pt x="125919" y="321970"/>
                  <a:pt x="125919" y="310696"/>
                </a:cubicBezTo>
                <a:cubicBezTo>
                  <a:pt x="125919" y="299422"/>
                  <a:pt x="135058" y="290283"/>
                  <a:pt x="146332" y="290283"/>
                </a:cubicBezTo>
                <a:close/>
                <a:moveTo>
                  <a:pt x="97555" y="290283"/>
                </a:moveTo>
                <a:cubicBezTo>
                  <a:pt x="108829" y="290283"/>
                  <a:pt x="117968" y="299422"/>
                  <a:pt x="117968" y="310696"/>
                </a:cubicBezTo>
                <a:cubicBezTo>
                  <a:pt x="117968" y="321970"/>
                  <a:pt x="108829" y="331108"/>
                  <a:pt x="97555" y="331108"/>
                </a:cubicBezTo>
                <a:cubicBezTo>
                  <a:pt x="86281" y="331108"/>
                  <a:pt x="77142" y="321970"/>
                  <a:pt x="77142" y="310696"/>
                </a:cubicBezTo>
                <a:cubicBezTo>
                  <a:pt x="77142" y="299422"/>
                  <a:pt x="86281" y="290283"/>
                  <a:pt x="97555" y="290283"/>
                </a:cubicBezTo>
                <a:close/>
                <a:moveTo>
                  <a:pt x="48778" y="290283"/>
                </a:moveTo>
                <a:cubicBezTo>
                  <a:pt x="60052" y="290283"/>
                  <a:pt x="69191" y="299422"/>
                  <a:pt x="69191" y="310696"/>
                </a:cubicBezTo>
                <a:cubicBezTo>
                  <a:pt x="69191" y="321970"/>
                  <a:pt x="60052" y="331108"/>
                  <a:pt x="48778" y="331108"/>
                </a:cubicBezTo>
                <a:cubicBezTo>
                  <a:pt x="37504" y="331108"/>
                  <a:pt x="28365" y="321970"/>
                  <a:pt x="28365" y="310696"/>
                </a:cubicBezTo>
                <a:cubicBezTo>
                  <a:pt x="28365" y="299422"/>
                  <a:pt x="37504" y="290283"/>
                  <a:pt x="48778" y="290283"/>
                </a:cubicBezTo>
                <a:close/>
                <a:moveTo>
                  <a:pt x="2" y="290283"/>
                </a:moveTo>
                <a:cubicBezTo>
                  <a:pt x="11275" y="290283"/>
                  <a:pt x="20414" y="299422"/>
                  <a:pt x="20414" y="310696"/>
                </a:cubicBezTo>
                <a:cubicBezTo>
                  <a:pt x="20414" y="321970"/>
                  <a:pt x="11275" y="331108"/>
                  <a:pt x="2" y="331108"/>
                </a:cubicBezTo>
                <a:lnTo>
                  <a:pt x="0" y="331107"/>
                </a:lnTo>
                <a:lnTo>
                  <a:pt x="0" y="290284"/>
                </a:lnTo>
                <a:close/>
                <a:moveTo>
                  <a:pt x="975542" y="236197"/>
                </a:moveTo>
                <a:lnTo>
                  <a:pt x="982755" y="237653"/>
                </a:lnTo>
                <a:lnTo>
                  <a:pt x="972775" y="276464"/>
                </a:lnTo>
                <a:lnTo>
                  <a:pt x="967596" y="275418"/>
                </a:lnTo>
                <a:cubicBezTo>
                  <a:pt x="960270" y="272320"/>
                  <a:pt x="955129" y="265065"/>
                  <a:pt x="955129" y="256609"/>
                </a:cubicBezTo>
                <a:cubicBezTo>
                  <a:pt x="955129" y="245336"/>
                  <a:pt x="964268" y="236197"/>
                  <a:pt x="975542" y="236197"/>
                </a:cubicBezTo>
                <a:close/>
                <a:moveTo>
                  <a:pt x="926765" y="236197"/>
                </a:moveTo>
                <a:cubicBezTo>
                  <a:pt x="938039" y="236197"/>
                  <a:pt x="947178" y="245336"/>
                  <a:pt x="947178" y="256609"/>
                </a:cubicBezTo>
                <a:cubicBezTo>
                  <a:pt x="947178" y="267883"/>
                  <a:pt x="938039" y="277022"/>
                  <a:pt x="926765" y="277022"/>
                </a:cubicBezTo>
                <a:cubicBezTo>
                  <a:pt x="915491" y="277022"/>
                  <a:pt x="906352" y="267883"/>
                  <a:pt x="906352" y="256609"/>
                </a:cubicBezTo>
                <a:cubicBezTo>
                  <a:pt x="906352" y="245336"/>
                  <a:pt x="915491" y="236197"/>
                  <a:pt x="926765" y="236197"/>
                </a:cubicBezTo>
                <a:close/>
                <a:moveTo>
                  <a:pt x="877988" y="236197"/>
                </a:moveTo>
                <a:cubicBezTo>
                  <a:pt x="889262" y="236197"/>
                  <a:pt x="898401" y="245336"/>
                  <a:pt x="898401" y="256609"/>
                </a:cubicBezTo>
                <a:cubicBezTo>
                  <a:pt x="898401" y="267883"/>
                  <a:pt x="889262" y="277022"/>
                  <a:pt x="877988" y="277022"/>
                </a:cubicBezTo>
                <a:cubicBezTo>
                  <a:pt x="866714" y="277022"/>
                  <a:pt x="857575" y="267883"/>
                  <a:pt x="857575" y="256609"/>
                </a:cubicBezTo>
                <a:cubicBezTo>
                  <a:pt x="857575" y="245336"/>
                  <a:pt x="866714" y="236197"/>
                  <a:pt x="877988" y="236197"/>
                </a:cubicBezTo>
                <a:close/>
                <a:moveTo>
                  <a:pt x="829211" y="236197"/>
                </a:moveTo>
                <a:cubicBezTo>
                  <a:pt x="840485" y="236197"/>
                  <a:pt x="849624" y="245336"/>
                  <a:pt x="849624" y="256609"/>
                </a:cubicBezTo>
                <a:cubicBezTo>
                  <a:pt x="849624" y="267883"/>
                  <a:pt x="840485" y="277022"/>
                  <a:pt x="829211" y="277022"/>
                </a:cubicBezTo>
                <a:cubicBezTo>
                  <a:pt x="817937" y="277022"/>
                  <a:pt x="808798" y="267883"/>
                  <a:pt x="808798" y="256609"/>
                </a:cubicBezTo>
                <a:cubicBezTo>
                  <a:pt x="808798" y="245336"/>
                  <a:pt x="817937" y="236197"/>
                  <a:pt x="829211" y="236197"/>
                </a:cubicBezTo>
                <a:close/>
                <a:moveTo>
                  <a:pt x="780434" y="236197"/>
                </a:moveTo>
                <a:cubicBezTo>
                  <a:pt x="791708" y="236197"/>
                  <a:pt x="800847" y="245336"/>
                  <a:pt x="800847" y="256609"/>
                </a:cubicBezTo>
                <a:cubicBezTo>
                  <a:pt x="800847" y="267883"/>
                  <a:pt x="791708" y="277022"/>
                  <a:pt x="780434" y="277022"/>
                </a:cubicBezTo>
                <a:cubicBezTo>
                  <a:pt x="769160" y="277022"/>
                  <a:pt x="760021" y="267883"/>
                  <a:pt x="760021" y="256609"/>
                </a:cubicBezTo>
                <a:cubicBezTo>
                  <a:pt x="760021" y="245336"/>
                  <a:pt x="769160" y="236197"/>
                  <a:pt x="780434" y="236197"/>
                </a:cubicBezTo>
                <a:close/>
                <a:moveTo>
                  <a:pt x="731657" y="236197"/>
                </a:moveTo>
                <a:cubicBezTo>
                  <a:pt x="742931" y="236197"/>
                  <a:pt x="752070" y="245336"/>
                  <a:pt x="752070" y="256609"/>
                </a:cubicBezTo>
                <a:cubicBezTo>
                  <a:pt x="752070" y="267883"/>
                  <a:pt x="742931" y="277022"/>
                  <a:pt x="731657" y="277022"/>
                </a:cubicBezTo>
                <a:cubicBezTo>
                  <a:pt x="720383" y="277022"/>
                  <a:pt x="711244" y="267883"/>
                  <a:pt x="711244" y="256609"/>
                </a:cubicBezTo>
                <a:cubicBezTo>
                  <a:pt x="711244" y="245336"/>
                  <a:pt x="720383" y="236197"/>
                  <a:pt x="731657" y="236197"/>
                </a:cubicBezTo>
                <a:close/>
                <a:moveTo>
                  <a:pt x="682880" y="236197"/>
                </a:moveTo>
                <a:cubicBezTo>
                  <a:pt x="694153" y="236197"/>
                  <a:pt x="703293" y="245336"/>
                  <a:pt x="703293" y="256609"/>
                </a:cubicBezTo>
                <a:cubicBezTo>
                  <a:pt x="703293" y="267883"/>
                  <a:pt x="694153" y="277022"/>
                  <a:pt x="682880" y="277022"/>
                </a:cubicBezTo>
                <a:cubicBezTo>
                  <a:pt x="671606" y="277022"/>
                  <a:pt x="662467" y="267883"/>
                  <a:pt x="662467" y="256609"/>
                </a:cubicBezTo>
                <a:cubicBezTo>
                  <a:pt x="662467" y="245336"/>
                  <a:pt x="671606" y="236197"/>
                  <a:pt x="682880" y="236197"/>
                </a:cubicBezTo>
                <a:close/>
                <a:moveTo>
                  <a:pt x="634103" y="236197"/>
                </a:moveTo>
                <a:cubicBezTo>
                  <a:pt x="645377" y="236197"/>
                  <a:pt x="654516" y="245336"/>
                  <a:pt x="654516" y="256609"/>
                </a:cubicBezTo>
                <a:cubicBezTo>
                  <a:pt x="654516" y="267883"/>
                  <a:pt x="645377" y="277022"/>
                  <a:pt x="634103" y="277022"/>
                </a:cubicBezTo>
                <a:cubicBezTo>
                  <a:pt x="622829" y="277022"/>
                  <a:pt x="613690" y="267883"/>
                  <a:pt x="613690" y="256609"/>
                </a:cubicBezTo>
                <a:cubicBezTo>
                  <a:pt x="613690" y="245336"/>
                  <a:pt x="622829" y="236197"/>
                  <a:pt x="634103" y="236197"/>
                </a:cubicBezTo>
                <a:close/>
                <a:moveTo>
                  <a:pt x="585326" y="236197"/>
                </a:moveTo>
                <a:cubicBezTo>
                  <a:pt x="596599" y="236197"/>
                  <a:pt x="605738" y="245336"/>
                  <a:pt x="605738" y="256609"/>
                </a:cubicBezTo>
                <a:cubicBezTo>
                  <a:pt x="605738" y="267883"/>
                  <a:pt x="596599" y="277022"/>
                  <a:pt x="585326" y="277022"/>
                </a:cubicBezTo>
                <a:cubicBezTo>
                  <a:pt x="574052" y="277022"/>
                  <a:pt x="564913" y="267883"/>
                  <a:pt x="564913" y="256609"/>
                </a:cubicBezTo>
                <a:cubicBezTo>
                  <a:pt x="564913" y="245336"/>
                  <a:pt x="574052" y="236197"/>
                  <a:pt x="585326" y="236197"/>
                </a:cubicBezTo>
                <a:close/>
                <a:moveTo>
                  <a:pt x="536549" y="236197"/>
                </a:moveTo>
                <a:cubicBezTo>
                  <a:pt x="547822" y="236197"/>
                  <a:pt x="556961" y="245336"/>
                  <a:pt x="556961" y="256609"/>
                </a:cubicBezTo>
                <a:cubicBezTo>
                  <a:pt x="556961" y="267883"/>
                  <a:pt x="547822" y="277022"/>
                  <a:pt x="536549" y="277022"/>
                </a:cubicBezTo>
                <a:cubicBezTo>
                  <a:pt x="525275" y="277022"/>
                  <a:pt x="516136" y="267883"/>
                  <a:pt x="516136" y="256609"/>
                </a:cubicBezTo>
                <a:cubicBezTo>
                  <a:pt x="516136" y="245336"/>
                  <a:pt x="525275" y="236197"/>
                  <a:pt x="536549" y="236197"/>
                </a:cubicBezTo>
                <a:close/>
                <a:moveTo>
                  <a:pt x="487772" y="236197"/>
                </a:moveTo>
                <a:cubicBezTo>
                  <a:pt x="499045" y="236197"/>
                  <a:pt x="508184" y="245336"/>
                  <a:pt x="508184" y="256609"/>
                </a:cubicBezTo>
                <a:cubicBezTo>
                  <a:pt x="508184" y="267883"/>
                  <a:pt x="499045" y="277022"/>
                  <a:pt x="487772" y="277022"/>
                </a:cubicBezTo>
                <a:cubicBezTo>
                  <a:pt x="476498" y="277022"/>
                  <a:pt x="467359" y="267883"/>
                  <a:pt x="467359" y="256609"/>
                </a:cubicBezTo>
                <a:cubicBezTo>
                  <a:pt x="467359" y="245336"/>
                  <a:pt x="476498" y="236197"/>
                  <a:pt x="487772" y="236197"/>
                </a:cubicBezTo>
                <a:close/>
                <a:moveTo>
                  <a:pt x="438994" y="236197"/>
                </a:moveTo>
                <a:cubicBezTo>
                  <a:pt x="450268" y="236197"/>
                  <a:pt x="459407" y="245336"/>
                  <a:pt x="459407" y="256609"/>
                </a:cubicBezTo>
                <a:cubicBezTo>
                  <a:pt x="459407" y="267883"/>
                  <a:pt x="450268" y="277022"/>
                  <a:pt x="438994" y="277022"/>
                </a:cubicBezTo>
                <a:cubicBezTo>
                  <a:pt x="427721" y="277022"/>
                  <a:pt x="418582" y="267883"/>
                  <a:pt x="418582" y="256609"/>
                </a:cubicBezTo>
                <a:cubicBezTo>
                  <a:pt x="418582" y="245336"/>
                  <a:pt x="427721" y="236197"/>
                  <a:pt x="438994" y="236197"/>
                </a:cubicBezTo>
                <a:close/>
                <a:moveTo>
                  <a:pt x="390217" y="236197"/>
                </a:moveTo>
                <a:cubicBezTo>
                  <a:pt x="401491" y="236197"/>
                  <a:pt x="410630" y="245336"/>
                  <a:pt x="410630" y="256609"/>
                </a:cubicBezTo>
                <a:cubicBezTo>
                  <a:pt x="410630" y="267883"/>
                  <a:pt x="401491" y="277022"/>
                  <a:pt x="390217" y="277022"/>
                </a:cubicBezTo>
                <a:cubicBezTo>
                  <a:pt x="378944" y="277022"/>
                  <a:pt x="369805" y="267883"/>
                  <a:pt x="369805" y="256609"/>
                </a:cubicBezTo>
                <a:cubicBezTo>
                  <a:pt x="369805" y="245336"/>
                  <a:pt x="378944" y="236197"/>
                  <a:pt x="390217" y="236197"/>
                </a:cubicBezTo>
                <a:close/>
                <a:moveTo>
                  <a:pt x="341440" y="236197"/>
                </a:moveTo>
                <a:cubicBezTo>
                  <a:pt x="352714" y="236197"/>
                  <a:pt x="361853" y="245336"/>
                  <a:pt x="361853" y="256609"/>
                </a:cubicBezTo>
                <a:cubicBezTo>
                  <a:pt x="361853" y="267883"/>
                  <a:pt x="352714" y="277022"/>
                  <a:pt x="341440" y="277022"/>
                </a:cubicBezTo>
                <a:cubicBezTo>
                  <a:pt x="330166" y="277022"/>
                  <a:pt x="321028" y="267883"/>
                  <a:pt x="321028" y="256609"/>
                </a:cubicBezTo>
                <a:cubicBezTo>
                  <a:pt x="321028" y="245336"/>
                  <a:pt x="330166" y="236197"/>
                  <a:pt x="341440" y="236197"/>
                </a:cubicBezTo>
                <a:close/>
                <a:moveTo>
                  <a:pt x="292663" y="236197"/>
                </a:moveTo>
                <a:cubicBezTo>
                  <a:pt x="303937" y="236197"/>
                  <a:pt x="313076" y="245336"/>
                  <a:pt x="313076" y="256609"/>
                </a:cubicBezTo>
                <a:cubicBezTo>
                  <a:pt x="313076" y="267883"/>
                  <a:pt x="303937" y="277022"/>
                  <a:pt x="292663" y="277022"/>
                </a:cubicBezTo>
                <a:cubicBezTo>
                  <a:pt x="281389" y="277022"/>
                  <a:pt x="272251" y="267883"/>
                  <a:pt x="272251" y="256609"/>
                </a:cubicBezTo>
                <a:cubicBezTo>
                  <a:pt x="272251" y="245336"/>
                  <a:pt x="281389" y="236197"/>
                  <a:pt x="292663" y="236197"/>
                </a:cubicBezTo>
                <a:close/>
                <a:moveTo>
                  <a:pt x="243886" y="236197"/>
                </a:moveTo>
                <a:cubicBezTo>
                  <a:pt x="255160" y="236197"/>
                  <a:pt x="264299" y="245336"/>
                  <a:pt x="264299" y="256609"/>
                </a:cubicBezTo>
                <a:cubicBezTo>
                  <a:pt x="264299" y="267883"/>
                  <a:pt x="255160" y="277022"/>
                  <a:pt x="243886" y="277022"/>
                </a:cubicBezTo>
                <a:cubicBezTo>
                  <a:pt x="232612" y="277022"/>
                  <a:pt x="223473" y="267883"/>
                  <a:pt x="223473" y="256609"/>
                </a:cubicBezTo>
                <a:cubicBezTo>
                  <a:pt x="223473" y="245336"/>
                  <a:pt x="232612" y="236197"/>
                  <a:pt x="243886" y="236197"/>
                </a:cubicBezTo>
                <a:close/>
                <a:moveTo>
                  <a:pt x="195109" y="236197"/>
                </a:moveTo>
                <a:cubicBezTo>
                  <a:pt x="206383" y="236197"/>
                  <a:pt x="215522" y="245336"/>
                  <a:pt x="215522" y="256609"/>
                </a:cubicBezTo>
                <a:cubicBezTo>
                  <a:pt x="215522" y="267883"/>
                  <a:pt x="206383" y="277022"/>
                  <a:pt x="195109" y="277022"/>
                </a:cubicBezTo>
                <a:cubicBezTo>
                  <a:pt x="183835" y="277022"/>
                  <a:pt x="174696" y="267883"/>
                  <a:pt x="174696" y="256609"/>
                </a:cubicBezTo>
                <a:cubicBezTo>
                  <a:pt x="174696" y="245336"/>
                  <a:pt x="183835" y="236197"/>
                  <a:pt x="195109" y="236197"/>
                </a:cubicBezTo>
                <a:close/>
                <a:moveTo>
                  <a:pt x="146332" y="236197"/>
                </a:moveTo>
                <a:cubicBezTo>
                  <a:pt x="157606" y="236197"/>
                  <a:pt x="166745" y="245336"/>
                  <a:pt x="166745" y="256609"/>
                </a:cubicBezTo>
                <a:cubicBezTo>
                  <a:pt x="166745" y="267883"/>
                  <a:pt x="157606" y="277022"/>
                  <a:pt x="146332" y="277022"/>
                </a:cubicBezTo>
                <a:cubicBezTo>
                  <a:pt x="135058" y="277022"/>
                  <a:pt x="125919" y="267883"/>
                  <a:pt x="125919" y="256609"/>
                </a:cubicBezTo>
                <a:cubicBezTo>
                  <a:pt x="125919" y="245336"/>
                  <a:pt x="135058" y="236197"/>
                  <a:pt x="146332" y="236197"/>
                </a:cubicBezTo>
                <a:close/>
                <a:moveTo>
                  <a:pt x="97555" y="236197"/>
                </a:moveTo>
                <a:cubicBezTo>
                  <a:pt x="108829" y="236197"/>
                  <a:pt x="117968" y="245336"/>
                  <a:pt x="117968" y="256609"/>
                </a:cubicBezTo>
                <a:cubicBezTo>
                  <a:pt x="117968" y="267883"/>
                  <a:pt x="108829" y="277022"/>
                  <a:pt x="97555" y="277022"/>
                </a:cubicBezTo>
                <a:cubicBezTo>
                  <a:pt x="86281" y="277022"/>
                  <a:pt x="77142" y="267883"/>
                  <a:pt x="77142" y="256609"/>
                </a:cubicBezTo>
                <a:cubicBezTo>
                  <a:pt x="77142" y="245336"/>
                  <a:pt x="86281" y="236197"/>
                  <a:pt x="97555" y="236197"/>
                </a:cubicBezTo>
                <a:close/>
                <a:moveTo>
                  <a:pt x="48778" y="236197"/>
                </a:moveTo>
                <a:cubicBezTo>
                  <a:pt x="60052" y="236197"/>
                  <a:pt x="69191" y="245336"/>
                  <a:pt x="69191" y="256609"/>
                </a:cubicBezTo>
                <a:cubicBezTo>
                  <a:pt x="69191" y="267883"/>
                  <a:pt x="60052" y="277022"/>
                  <a:pt x="48778" y="277022"/>
                </a:cubicBezTo>
                <a:cubicBezTo>
                  <a:pt x="37504" y="277022"/>
                  <a:pt x="28365" y="267883"/>
                  <a:pt x="28365" y="256609"/>
                </a:cubicBezTo>
                <a:cubicBezTo>
                  <a:pt x="28365" y="245336"/>
                  <a:pt x="37504" y="236197"/>
                  <a:pt x="48778" y="236197"/>
                </a:cubicBezTo>
                <a:close/>
                <a:moveTo>
                  <a:pt x="2" y="236197"/>
                </a:moveTo>
                <a:cubicBezTo>
                  <a:pt x="11275" y="236197"/>
                  <a:pt x="20414" y="245336"/>
                  <a:pt x="20414" y="256609"/>
                </a:cubicBezTo>
                <a:cubicBezTo>
                  <a:pt x="20414" y="267883"/>
                  <a:pt x="11275" y="277022"/>
                  <a:pt x="2" y="277022"/>
                </a:cubicBezTo>
                <a:lnTo>
                  <a:pt x="0" y="277021"/>
                </a:lnTo>
                <a:lnTo>
                  <a:pt x="0" y="236198"/>
                </a:lnTo>
                <a:close/>
                <a:moveTo>
                  <a:pt x="975542" y="182110"/>
                </a:moveTo>
                <a:cubicBezTo>
                  <a:pt x="981179" y="182110"/>
                  <a:pt x="986282" y="184395"/>
                  <a:pt x="989976" y="188089"/>
                </a:cubicBezTo>
                <a:lnTo>
                  <a:pt x="992557" y="194320"/>
                </a:lnTo>
                <a:lnTo>
                  <a:pt x="990601" y="207139"/>
                </a:lnTo>
                <a:lnTo>
                  <a:pt x="987678" y="218507"/>
                </a:lnTo>
                <a:lnTo>
                  <a:pt x="983488" y="221332"/>
                </a:lnTo>
                <a:cubicBezTo>
                  <a:pt x="981046" y="222365"/>
                  <a:pt x="978360" y="222936"/>
                  <a:pt x="975542" y="222936"/>
                </a:cubicBezTo>
                <a:cubicBezTo>
                  <a:pt x="964268" y="222936"/>
                  <a:pt x="955129" y="213797"/>
                  <a:pt x="955129" y="202523"/>
                </a:cubicBezTo>
                <a:cubicBezTo>
                  <a:pt x="955129" y="191250"/>
                  <a:pt x="964268" y="182110"/>
                  <a:pt x="975542" y="182110"/>
                </a:cubicBezTo>
                <a:close/>
                <a:moveTo>
                  <a:pt x="926765" y="182110"/>
                </a:moveTo>
                <a:cubicBezTo>
                  <a:pt x="938039" y="182110"/>
                  <a:pt x="947178" y="191250"/>
                  <a:pt x="947178" y="202523"/>
                </a:cubicBezTo>
                <a:cubicBezTo>
                  <a:pt x="947178" y="213797"/>
                  <a:pt x="938039" y="222936"/>
                  <a:pt x="926765" y="222936"/>
                </a:cubicBezTo>
                <a:cubicBezTo>
                  <a:pt x="915491" y="222936"/>
                  <a:pt x="906352" y="213797"/>
                  <a:pt x="906352" y="202523"/>
                </a:cubicBezTo>
                <a:cubicBezTo>
                  <a:pt x="906352" y="191250"/>
                  <a:pt x="915491" y="182110"/>
                  <a:pt x="926765" y="182110"/>
                </a:cubicBezTo>
                <a:close/>
                <a:moveTo>
                  <a:pt x="877988" y="182110"/>
                </a:moveTo>
                <a:cubicBezTo>
                  <a:pt x="889262" y="182110"/>
                  <a:pt x="898401" y="191250"/>
                  <a:pt x="898401" y="202523"/>
                </a:cubicBezTo>
                <a:cubicBezTo>
                  <a:pt x="898401" y="213797"/>
                  <a:pt x="889262" y="222936"/>
                  <a:pt x="877988" y="222936"/>
                </a:cubicBezTo>
                <a:cubicBezTo>
                  <a:pt x="866714" y="222936"/>
                  <a:pt x="857575" y="213797"/>
                  <a:pt x="857575" y="202523"/>
                </a:cubicBezTo>
                <a:cubicBezTo>
                  <a:pt x="857575" y="191250"/>
                  <a:pt x="866714" y="182110"/>
                  <a:pt x="877988" y="182110"/>
                </a:cubicBezTo>
                <a:close/>
                <a:moveTo>
                  <a:pt x="829211" y="182110"/>
                </a:moveTo>
                <a:cubicBezTo>
                  <a:pt x="840485" y="182110"/>
                  <a:pt x="849624" y="191250"/>
                  <a:pt x="849624" y="202523"/>
                </a:cubicBezTo>
                <a:cubicBezTo>
                  <a:pt x="849624" y="213797"/>
                  <a:pt x="840485" y="222936"/>
                  <a:pt x="829211" y="222936"/>
                </a:cubicBezTo>
                <a:cubicBezTo>
                  <a:pt x="817937" y="222936"/>
                  <a:pt x="808798" y="213797"/>
                  <a:pt x="808798" y="202523"/>
                </a:cubicBezTo>
                <a:cubicBezTo>
                  <a:pt x="808798" y="191250"/>
                  <a:pt x="817937" y="182110"/>
                  <a:pt x="829211" y="182110"/>
                </a:cubicBezTo>
                <a:close/>
                <a:moveTo>
                  <a:pt x="780434" y="182110"/>
                </a:moveTo>
                <a:cubicBezTo>
                  <a:pt x="791708" y="182110"/>
                  <a:pt x="800847" y="191250"/>
                  <a:pt x="800847" y="202523"/>
                </a:cubicBezTo>
                <a:cubicBezTo>
                  <a:pt x="800847" y="213797"/>
                  <a:pt x="791708" y="222936"/>
                  <a:pt x="780434" y="222936"/>
                </a:cubicBezTo>
                <a:cubicBezTo>
                  <a:pt x="769160" y="222936"/>
                  <a:pt x="760021" y="213797"/>
                  <a:pt x="760021" y="202523"/>
                </a:cubicBezTo>
                <a:cubicBezTo>
                  <a:pt x="760021" y="191250"/>
                  <a:pt x="769160" y="182110"/>
                  <a:pt x="780434" y="182110"/>
                </a:cubicBezTo>
                <a:close/>
                <a:moveTo>
                  <a:pt x="731657" y="182110"/>
                </a:moveTo>
                <a:cubicBezTo>
                  <a:pt x="742931" y="182110"/>
                  <a:pt x="752070" y="191250"/>
                  <a:pt x="752070" y="202523"/>
                </a:cubicBezTo>
                <a:cubicBezTo>
                  <a:pt x="752070" y="213797"/>
                  <a:pt x="742931" y="222936"/>
                  <a:pt x="731657" y="222936"/>
                </a:cubicBezTo>
                <a:cubicBezTo>
                  <a:pt x="720383" y="222936"/>
                  <a:pt x="711244" y="213797"/>
                  <a:pt x="711244" y="202523"/>
                </a:cubicBezTo>
                <a:cubicBezTo>
                  <a:pt x="711244" y="191250"/>
                  <a:pt x="720383" y="182110"/>
                  <a:pt x="731657" y="182110"/>
                </a:cubicBezTo>
                <a:close/>
                <a:moveTo>
                  <a:pt x="682880" y="182110"/>
                </a:moveTo>
                <a:cubicBezTo>
                  <a:pt x="694153" y="182110"/>
                  <a:pt x="703293" y="191250"/>
                  <a:pt x="703293" y="202523"/>
                </a:cubicBezTo>
                <a:cubicBezTo>
                  <a:pt x="703293" y="213797"/>
                  <a:pt x="694153" y="222936"/>
                  <a:pt x="682880" y="222936"/>
                </a:cubicBezTo>
                <a:cubicBezTo>
                  <a:pt x="671606" y="222936"/>
                  <a:pt x="662467" y="213797"/>
                  <a:pt x="662467" y="202523"/>
                </a:cubicBezTo>
                <a:cubicBezTo>
                  <a:pt x="662467" y="191250"/>
                  <a:pt x="671606" y="182110"/>
                  <a:pt x="682880" y="182110"/>
                </a:cubicBezTo>
                <a:close/>
                <a:moveTo>
                  <a:pt x="634103" y="182110"/>
                </a:moveTo>
                <a:cubicBezTo>
                  <a:pt x="645377" y="182110"/>
                  <a:pt x="654516" y="191250"/>
                  <a:pt x="654516" y="202523"/>
                </a:cubicBezTo>
                <a:cubicBezTo>
                  <a:pt x="654516" y="213797"/>
                  <a:pt x="645377" y="222936"/>
                  <a:pt x="634103" y="222936"/>
                </a:cubicBezTo>
                <a:cubicBezTo>
                  <a:pt x="622829" y="222936"/>
                  <a:pt x="613690" y="213797"/>
                  <a:pt x="613690" y="202523"/>
                </a:cubicBezTo>
                <a:cubicBezTo>
                  <a:pt x="613690" y="191250"/>
                  <a:pt x="622829" y="182110"/>
                  <a:pt x="634103" y="182110"/>
                </a:cubicBezTo>
                <a:close/>
                <a:moveTo>
                  <a:pt x="585326" y="182110"/>
                </a:moveTo>
                <a:cubicBezTo>
                  <a:pt x="596599" y="182110"/>
                  <a:pt x="605738" y="191250"/>
                  <a:pt x="605738" y="202523"/>
                </a:cubicBezTo>
                <a:cubicBezTo>
                  <a:pt x="605738" y="213797"/>
                  <a:pt x="596599" y="222936"/>
                  <a:pt x="585326" y="222936"/>
                </a:cubicBezTo>
                <a:cubicBezTo>
                  <a:pt x="574052" y="222936"/>
                  <a:pt x="564913" y="213797"/>
                  <a:pt x="564913" y="202523"/>
                </a:cubicBezTo>
                <a:cubicBezTo>
                  <a:pt x="564913" y="191250"/>
                  <a:pt x="574052" y="182110"/>
                  <a:pt x="585326" y="182110"/>
                </a:cubicBezTo>
                <a:close/>
                <a:moveTo>
                  <a:pt x="536549" y="182110"/>
                </a:moveTo>
                <a:cubicBezTo>
                  <a:pt x="547822" y="182110"/>
                  <a:pt x="556961" y="191250"/>
                  <a:pt x="556961" y="202523"/>
                </a:cubicBezTo>
                <a:cubicBezTo>
                  <a:pt x="556961" y="213797"/>
                  <a:pt x="547822" y="222936"/>
                  <a:pt x="536549" y="222936"/>
                </a:cubicBezTo>
                <a:cubicBezTo>
                  <a:pt x="525275" y="222936"/>
                  <a:pt x="516136" y="213797"/>
                  <a:pt x="516136" y="202523"/>
                </a:cubicBezTo>
                <a:cubicBezTo>
                  <a:pt x="516136" y="191250"/>
                  <a:pt x="525275" y="182110"/>
                  <a:pt x="536549" y="182110"/>
                </a:cubicBezTo>
                <a:close/>
                <a:moveTo>
                  <a:pt x="487772" y="182110"/>
                </a:moveTo>
                <a:cubicBezTo>
                  <a:pt x="499045" y="182110"/>
                  <a:pt x="508184" y="191250"/>
                  <a:pt x="508184" y="202523"/>
                </a:cubicBezTo>
                <a:cubicBezTo>
                  <a:pt x="508184" y="213797"/>
                  <a:pt x="499045" y="222936"/>
                  <a:pt x="487772" y="222936"/>
                </a:cubicBezTo>
                <a:cubicBezTo>
                  <a:pt x="476498" y="222936"/>
                  <a:pt x="467359" y="213797"/>
                  <a:pt x="467359" y="202523"/>
                </a:cubicBezTo>
                <a:cubicBezTo>
                  <a:pt x="467359" y="191250"/>
                  <a:pt x="476498" y="182110"/>
                  <a:pt x="487772" y="182110"/>
                </a:cubicBezTo>
                <a:close/>
                <a:moveTo>
                  <a:pt x="438994" y="182110"/>
                </a:moveTo>
                <a:cubicBezTo>
                  <a:pt x="450268" y="182110"/>
                  <a:pt x="459407" y="191250"/>
                  <a:pt x="459407" y="202523"/>
                </a:cubicBezTo>
                <a:cubicBezTo>
                  <a:pt x="459407" y="213797"/>
                  <a:pt x="450268" y="222936"/>
                  <a:pt x="438994" y="222936"/>
                </a:cubicBezTo>
                <a:cubicBezTo>
                  <a:pt x="427721" y="222936"/>
                  <a:pt x="418582" y="213797"/>
                  <a:pt x="418582" y="202523"/>
                </a:cubicBezTo>
                <a:cubicBezTo>
                  <a:pt x="418582" y="191250"/>
                  <a:pt x="427721" y="182110"/>
                  <a:pt x="438994" y="182110"/>
                </a:cubicBezTo>
                <a:close/>
                <a:moveTo>
                  <a:pt x="390217" y="182110"/>
                </a:moveTo>
                <a:cubicBezTo>
                  <a:pt x="401491" y="182110"/>
                  <a:pt x="410630" y="191250"/>
                  <a:pt x="410630" y="202523"/>
                </a:cubicBezTo>
                <a:cubicBezTo>
                  <a:pt x="410630" y="213797"/>
                  <a:pt x="401491" y="222936"/>
                  <a:pt x="390217" y="222936"/>
                </a:cubicBezTo>
                <a:cubicBezTo>
                  <a:pt x="378944" y="222936"/>
                  <a:pt x="369805" y="213797"/>
                  <a:pt x="369805" y="202523"/>
                </a:cubicBezTo>
                <a:cubicBezTo>
                  <a:pt x="369805" y="191250"/>
                  <a:pt x="378944" y="182110"/>
                  <a:pt x="390217" y="182110"/>
                </a:cubicBezTo>
                <a:close/>
                <a:moveTo>
                  <a:pt x="341440" y="182110"/>
                </a:moveTo>
                <a:cubicBezTo>
                  <a:pt x="352714" y="182110"/>
                  <a:pt x="361853" y="191250"/>
                  <a:pt x="361853" y="202523"/>
                </a:cubicBezTo>
                <a:cubicBezTo>
                  <a:pt x="361853" y="213797"/>
                  <a:pt x="352714" y="222936"/>
                  <a:pt x="341440" y="222936"/>
                </a:cubicBezTo>
                <a:cubicBezTo>
                  <a:pt x="330166" y="222936"/>
                  <a:pt x="321028" y="213797"/>
                  <a:pt x="321028" y="202523"/>
                </a:cubicBezTo>
                <a:cubicBezTo>
                  <a:pt x="321028" y="191250"/>
                  <a:pt x="330166" y="182110"/>
                  <a:pt x="341440" y="182110"/>
                </a:cubicBezTo>
                <a:close/>
                <a:moveTo>
                  <a:pt x="292663" y="182110"/>
                </a:moveTo>
                <a:cubicBezTo>
                  <a:pt x="303937" y="182110"/>
                  <a:pt x="313076" y="191250"/>
                  <a:pt x="313076" y="202523"/>
                </a:cubicBezTo>
                <a:cubicBezTo>
                  <a:pt x="313076" y="213797"/>
                  <a:pt x="303937" y="222936"/>
                  <a:pt x="292663" y="222936"/>
                </a:cubicBezTo>
                <a:cubicBezTo>
                  <a:pt x="281389" y="222936"/>
                  <a:pt x="272251" y="213797"/>
                  <a:pt x="272251" y="202523"/>
                </a:cubicBezTo>
                <a:cubicBezTo>
                  <a:pt x="272251" y="191250"/>
                  <a:pt x="281389" y="182110"/>
                  <a:pt x="292663" y="182110"/>
                </a:cubicBezTo>
                <a:close/>
                <a:moveTo>
                  <a:pt x="243886" y="182110"/>
                </a:moveTo>
                <a:cubicBezTo>
                  <a:pt x="255160" y="182110"/>
                  <a:pt x="264299" y="191250"/>
                  <a:pt x="264299" y="202523"/>
                </a:cubicBezTo>
                <a:cubicBezTo>
                  <a:pt x="264299" y="213797"/>
                  <a:pt x="255160" y="222936"/>
                  <a:pt x="243886" y="222936"/>
                </a:cubicBezTo>
                <a:cubicBezTo>
                  <a:pt x="232612" y="222936"/>
                  <a:pt x="223473" y="213797"/>
                  <a:pt x="223473" y="202523"/>
                </a:cubicBezTo>
                <a:cubicBezTo>
                  <a:pt x="223473" y="191250"/>
                  <a:pt x="232612" y="182110"/>
                  <a:pt x="243886" y="182110"/>
                </a:cubicBezTo>
                <a:close/>
                <a:moveTo>
                  <a:pt x="195109" y="182110"/>
                </a:moveTo>
                <a:cubicBezTo>
                  <a:pt x="206383" y="182110"/>
                  <a:pt x="215522" y="191250"/>
                  <a:pt x="215522" y="202523"/>
                </a:cubicBezTo>
                <a:cubicBezTo>
                  <a:pt x="215522" y="213797"/>
                  <a:pt x="206383" y="222936"/>
                  <a:pt x="195109" y="222936"/>
                </a:cubicBezTo>
                <a:cubicBezTo>
                  <a:pt x="183835" y="222936"/>
                  <a:pt x="174696" y="213797"/>
                  <a:pt x="174696" y="202523"/>
                </a:cubicBezTo>
                <a:cubicBezTo>
                  <a:pt x="174696" y="191250"/>
                  <a:pt x="183835" y="182110"/>
                  <a:pt x="195109" y="182110"/>
                </a:cubicBezTo>
                <a:close/>
                <a:moveTo>
                  <a:pt x="146332" y="182110"/>
                </a:moveTo>
                <a:cubicBezTo>
                  <a:pt x="157606" y="182110"/>
                  <a:pt x="166745" y="191250"/>
                  <a:pt x="166745" y="202523"/>
                </a:cubicBezTo>
                <a:cubicBezTo>
                  <a:pt x="166745" y="213797"/>
                  <a:pt x="157606" y="222936"/>
                  <a:pt x="146332" y="222936"/>
                </a:cubicBezTo>
                <a:cubicBezTo>
                  <a:pt x="135058" y="222936"/>
                  <a:pt x="125919" y="213797"/>
                  <a:pt x="125919" y="202523"/>
                </a:cubicBezTo>
                <a:cubicBezTo>
                  <a:pt x="125919" y="191250"/>
                  <a:pt x="135058" y="182110"/>
                  <a:pt x="146332" y="182110"/>
                </a:cubicBezTo>
                <a:close/>
                <a:moveTo>
                  <a:pt x="97555" y="182110"/>
                </a:moveTo>
                <a:cubicBezTo>
                  <a:pt x="108829" y="182110"/>
                  <a:pt x="117968" y="191250"/>
                  <a:pt x="117968" y="202523"/>
                </a:cubicBezTo>
                <a:cubicBezTo>
                  <a:pt x="117968" y="213797"/>
                  <a:pt x="108829" y="222936"/>
                  <a:pt x="97555" y="222936"/>
                </a:cubicBezTo>
                <a:cubicBezTo>
                  <a:pt x="86281" y="222936"/>
                  <a:pt x="77142" y="213797"/>
                  <a:pt x="77142" y="202523"/>
                </a:cubicBezTo>
                <a:cubicBezTo>
                  <a:pt x="77142" y="191250"/>
                  <a:pt x="86281" y="182110"/>
                  <a:pt x="97555" y="182110"/>
                </a:cubicBezTo>
                <a:close/>
                <a:moveTo>
                  <a:pt x="48778" y="182110"/>
                </a:moveTo>
                <a:cubicBezTo>
                  <a:pt x="60052" y="182110"/>
                  <a:pt x="69191" y="191250"/>
                  <a:pt x="69191" y="202523"/>
                </a:cubicBezTo>
                <a:cubicBezTo>
                  <a:pt x="69191" y="213797"/>
                  <a:pt x="60052" y="222936"/>
                  <a:pt x="48778" y="222936"/>
                </a:cubicBezTo>
                <a:cubicBezTo>
                  <a:pt x="37504" y="222936"/>
                  <a:pt x="28365" y="213797"/>
                  <a:pt x="28365" y="202523"/>
                </a:cubicBezTo>
                <a:cubicBezTo>
                  <a:pt x="28365" y="191250"/>
                  <a:pt x="37504" y="182110"/>
                  <a:pt x="48778" y="182110"/>
                </a:cubicBezTo>
                <a:close/>
                <a:moveTo>
                  <a:pt x="2" y="182110"/>
                </a:moveTo>
                <a:cubicBezTo>
                  <a:pt x="11275" y="182110"/>
                  <a:pt x="20414" y="191250"/>
                  <a:pt x="20414" y="202523"/>
                </a:cubicBezTo>
                <a:cubicBezTo>
                  <a:pt x="20414" y="213797"/>
                  <a:pt x="11275" y="222936"/>
                  <a:pt x="2" y="222936"/>
                </a:cubicBezTo>
                <a:lnTo>
                  <a:pt x="0" y="222935"/>
                </a:lnTo>
                <a:lnTo>
                  <a:pt x="0" y="182111"/>
                </a:lnTo>
                <a:close/>
                <a:moveTo>
                  <a:pt x="975542" y="128024"/>
                </a:moveTo>
                <a:cubicBezTo>
                  <a:pt x="986816" y="128024"/>
                  <a:pt x="995955" y="137163"/>
                  <a:pt x="995955" y="148437"/>
                </a:cubicBezTo>
                <a:cubicBezTo>
                  <a:pt x="995955" y="159711"/>
                  <a:pt x="986816" y="168850"/>
                  <a:pt x="975542" y="168850"/>
                </a:cubicBezTo>
                <a:cubicBezTo>
                  <a:pt x="964268" y="168850"/>
                  <a:pt x="955129" y="159711"/>
                  <a:pt x="955129" y="148437"/>
                </a:cubicBezTo>
                <a:cubicBezTo>
                  <a:pt x="955129" y="137163"/>
                  <a:pt x="964268" y="128024"/>
                  <a:pt x="975542" y="128024"/>
                </a:cubicBezTo>
                <a:close/>
                <a:moveTo>
                  <a:pt x="926765" y="128024"/>
                </a:moveTo>
                <a:cubicBezTo>
                  <a:pt x="938039" y="128024"/>
                  <a:pt x="947178" y="137163"/>
                  <a:pt x="947178" y="148437"/>
                </a:cubicBezTo>
                <a:cubicBezTo>
                  <a:pt x="947178" y="159711"/>
                  <a:pt x="938039" y="168850"/>
                  <a:pt x="926765" y="168850"/>
                </a:cubicBezTo>
                <a:cubicBezTo>
                  <a:pt x="915491" y="168850"/>
                  <a:pt x="906352" y="159711"/>
                  <a:pt x="906352" y="148437"/>
                </a:cubicBezTo>
                <a:cubicBezTo>
                  <a:pt x="906352" y="137163"/>
                  <a:pt x="915491" y="128024"/>
                  <a:pt x="926765" y="128024"/>
                </a:cubicBezTo>
                <a:close/>
                <a:moveTo>
                  <a:pt x="877988" y="128024"/>
                </a:moveTo>
                <a:cubicBezTo>
                  <a:pt x="889262" y="128024"/>
                  <a:pt x="898401" y="137163"/>
                  <a:pt x="898401" y="148437"/>
                </a:cubicBezTo>
                <a:cubicBezTo>
                  <a:pt x="898401" y="159711"/>
                  <a:pt x="889262" y="168850"/>
                  <a:pt x="877988" y="168850"/>
                </a:cubicBezTo>
                <a:cubicBezTo>
                  <a:pt x="866714" y="168850"/>
                  <a:pt x="857575" y="159711"/>
                  <a:pt x="857575" y="148437"/>
                </a:cubicBezTo>
                <a:cubicBezTo>
                  <a:pt x="857575" y="137163"/>
                  <a:pt x="866714" y="128024"/>
                  <a:pt x="877988" y="128024"/>
                </a:cubicBezTo>
                <a:close/>
                <a:moveTo>
                  <a:pt x="829211" y="128024"/>
                </a:moveTo>
                <a:cubicBezTo>
                  <a:pt x="840485" y="128024"/>
                  <a:pt x="849624" y="137163"/>
                  <a:pt x="849624" y="148437"/>
                </a:cubicBezTo>
                <a:cubicBezTo>
                  <a:pt x="849624" y="159711"/>
                  <a:pt x="840485" y="168850"/>
                  <a:pt x="829211" y="168850"/>
                </a:cubicBezTo>
                <a:cubicBezTo>
                  <a:pt x="817937" y="168850"/>
                  <a:pt x="808798" y="159711"/>
                  <a:pt x="808798" y="148437"/>
                </a:cubicBezTo>
                <a:cubicBezTo>
                  <a:pt x="808798" y="137163"/>
                  <a:pt x="817937" y="128024"/>
                  <a:pt x="829211" y="128024"/>
                </a:cubicBezTo>
                <a:close/>
                <a:moveTo>
                  <a:pt x="780434" y="128024"/>
                </a:moveTo>
                <a:cubicBezTo>
                  <a:pt x="791708" y="128024"/>
                  <a:pt x="800847" y="137163"/>
                  <a:pt x="800847" y="148437"/>
                </a:cubicBezTo>
                <a:cubicBezTo>
                  <a:pt x="800847" y="159711"/>
                  <a:pt x="791708" y="168850"/>
                  <a:pt x="780434" y="168850"/>
                </a:cubicBezTo>
                <a:cubicBezTo>
                  <a:pt x="769160" y="168850"/>
                  <a:pt x="760021" y="159711"/>
                  <a:pt x="760021" y="148437"/>
                </a:cubicBezTo>
                <a:cubicBezTo>
                  <a:pt x="760021" y="137163"/>
                  <a:pt x="769160" y="128024"/>
                  <a:pt x="780434" y="128024"/>
                </a:cubicBezTo>
                <a:close/>
                <a:moveTo>
                  <a:pt x="731657" y="128024"/>
                </a:moveTo>
                <a:cubicBezTo>
                  <a:pt x="742931" y="128024"/>
                  <a:pt x="752070" y="137163"/>
                  <a:pt x="752070" y="148437"/>
                </a:cubicBezTo>
                <a:cubicBezTo>
                  <a:pt x="752070" y="159711"/>
                  <a:pt x="742931" y="168850"/>
                  <a:pt x="731657" y="168850"/>
                </a:cubicBezTo>
                <a:cubicBezTo>
                  <a:pt x="720383" y="168850"/>
                  <a:pt x="711244" y="159711"/>
                  <a:pt x="711244" y="148437"/>
                </a:cubicBezTo>
                <a:cubicBezTo>
                  <a:pt x="711244" y="137163"/>
                  <a:pt x="720383" y="128024"/>
                  <a:pt x="731657" y="128024"/>
                </a:cubicBezTo>
                <a:close/>
                <a:moveTo>
                  <a:pt x="682880" y="128024"/>
                </a:moveTo>
                <a:cubicBezTo>
                  <a:pt x="694153" y="128024"/>
                  <a:pt x="703293" y="137163"/>
                  <a:pt x="703293" y="148437"/>
                </a:cubicBezTo>
                <a:cubicBezTo>
                  <a:pt x="703293" y="159711"/>
                  <a:pt x="694153" y="168850"/>
                  <a:pt x="682880" y="168850"/>
                </a:cubicBezTo>
                <a:cubicBezTo>
                  <a:pt x="671606" y="168850"/>
                  <a:pt x="662467" y="159711"/>
                  <a:pt x="662467" y="148437"/>
                </a:cubicBezTo>
                <a:cubicBezTo>
                  <a:pt x="662467" y="137163"/>
                  <a:pt x="671606" y="128024"/>
                  <a:pt x="682880" y="128024"/>
                </a:cubicBezTo>
                <a:close/>
                <a:moveTo>
                  <a:pt x="634103" y="128024"/>
                </a:moveTo>
                <a:cubicBezTo>
                  <a:pt x="645377" y="128024"/>
                  <a:pt x="654516" y="137163"/>
                  <a:pt x="654516" y="148437"/>
                </a:cubicBezTo>
                <a:cubicBezTo>
                  <a:pt x="654516" y="159711"/>
                  <a:pt x="645377" y="168850"/>
                  <a:pt x="634103" y="168850"/>
                </a:cubicBezTo>
                <a:cubicBezTo>
                  <a:pt x="622829" y="168850"/>
                  <a:pt x="613690" y="159711"/>
                  <a:pt x="613690" y="148437"/>
                </a:cubicBezTo>
                <a:cubicBezTo>
                  <a:pt x="613690" y="137163"/>
                  <a:pt x="622829" y="128024"/>
                  <a:pt x="634103" y="128024"/>
                </a:cubicBezTo>
                <a:close/>
                <a:moveTo>
                  <a:pt x="585326" y="128024"/>
                </a:moveTo>
                <a:cubicBezTo>
                  <a:pt x="596599" y="128024"/>
                  <a:pt x="605738" y="137163"/>
                  <a:pt x="605738" y="148437"/>
                </a:cubicBezTo>
                <a:cubicBezTo>
                  <a:pt x="605738" y="159711"/>
                  <a:pt x="596599" y="168850"/>
                  <a:pt x="585326" y="168850"/>
                </a:cubicBezTo>
                <a:cubicBezTo>
                  <a:pt x="574052" y="168850"/>
                  <a:pt x="564913" y="159711"/>
                  <a:pt x="564913" y="148437"/>
                </a:cubicBezTo>
                <a:cubicBezTo>
                  <a:pt x="564913" y="137163"/>
                  <a:pt x="574052" y="128024"/>
                  <a:pt x="585326" y="128024"/>
                </a:cubicBezTo>
                <a:close/>
                <a:moveTo>
                  <a:pt x="536549" y="128024"/>
                </a:moveTo>
                <a:cubicBezTo>
                  <a:pt x="547822" y="128024"/>
                  <a:pt x="556961" y="137163"/>
                  <a:pt x="556961" y="148437"/>
                </a:cubicBezTo>
                <a:cubicBezTo>
                  <a:pt x="556961" y="159711"/>
                  <a:pt x="547822" y="168850"/>
                  <a:pt x="536549" y="168850"/>
                </a:cubicBezTo>
                <a:cubicBezTo>
                  <a:pt x="525275" y="168850"/>
                  <a:pt x="516136" y="159711"/>
                  <a:pt x="516136" y="148437"/>
                </a:cubicBezTo>
                <a:cubicBezTo>
                  <a:pt x="516136" y="137163"/>
                  <a:pt x="525275" y="128024"/>
                  <a:pt x="536549" y="128024"/>
                </a:cubicBezTo>
                <a:close/>
                <a:moveTo>
                  <a:pt x="487772" y="128024"/>
                </a:moveTo>
                <a:cubicBezTo>
                  <a:pt x="499045" y="128024"/>
                  <a:pt x="508184" y="137163"/>
                  <a:pt x="508184" y="148437"/>
                </a:cubicBezTo>
                <a:cubicBezTo>
                  <a:pt x="508184" y="159711"/>
                  <a:pt x="499045" y="168850"/>
                  <a:pt x="487772" y="168850"/>
                </a:cubicBezTo>
                <a:cubicBezTo>
                  <a:pt x="476498" y="168850"/>
                  <a:pt x="467359" y="159711"/>
                  <a:pt x="467359" y="148437"/>
                </a:cubicBezTo>
                <a:cubicBezTo>
                  <a:pt x="467359" y="137163"/>
                  <a:pt x="476498" y="128024"/>
                  <a:pt x="487772" y="128024"/>
                </a:cubicBezTo>
                <a:close/>
                <a:moveTo>
                  <a:pt x="438994" y="128024"/>
                </a:moveTo>
                <a:cubicBezTo>
                  <a:pt x="450268" y="128024"/>
                  <a:pt x="459407" y="137163"/>
                  <a:pt x="459407" y="148437"/>
                </a:cubicBezTo>
                <a:cubicBezTo>
                  <a:pt x="459407" y="159711"/>
                  <a:pt x="450268" y="168850"/>
                  <a:pt x="438994" y="168850"/>
                </a:cubicBezTo>
                <a:cubicBezTo>
                  <a:pt x="427721" y="168850"/>
                  <a:pt x="418582" y="159711"/>
                  <a:pt x="418582" y="148437"/>
                </a:cubicBezTo>
                <a:cubicBezTo>
                  <a:pt x="418582" y="137163"/>
                  <a:pt x="427721" y="128024"/>
                  <a:pt x="438994" y="128024"/>
                </a:cubicBezTo>
                <a:close/>
                <a:moveTo>
                  <a:pt x="390217" y="128024"/>
                </a:moveTo>
                <a:cubicBezTo>
                  <a:pt x="401491" y="128024"/>
                  <a:pt x="410630" y="137163"/>
                  <a:pt x="410630" y="148437"/>
                </a:cubicBezTo>
                <a:cubicBezTo>
                  <a:pt x="410630" y="159711"/>
                  <a:pt x="401491" y="168850"/>
                  <a:pt x="390217" y="168850"/>
                </a:cubicBezTo>
                <a:cubicBezTo>
                  <a:pt x="378944" y="168850"/>
                  <a:pt x="369805" y="159711"/>
                  <a:pt x="369805" y="148437"/>
                </a:cubicBezTo>
                <a:cubicBezTo>
                  <a:pt x="369805" y="137163"/>
                  <a:pt x="378944" y="128024"/>
                  <a:pt x="390217" y="128024"/>
                </a:cubicBezTo>
                <a:close/>
                <a:moveTo>
                  <a:pt x="341440" y="128024"/>
                </a:moveTo>
                <a:cubicBezTo>
                  <a:pt x="352714" y="128024"/>
                  <a:pt x="361853" y="137163"/>
                  <a:pt x="361853" y="148437"/>
                </a:cubicBezTo>
                <a:cubicBezTo>
                  <a:pt x="361853" y="159711"/>
                  <a:pt x="352714" y="168850"/>
                  <a:pt x="341440" y="168850"/>
                </a:cubicBezTo>
                <a:cubicBezTo>
                  <a:pt x="330166" y="168850"/>
                  <a:pt x="321028" y="159711"/>
                  <a:pt x="321028" y="148437"/>
                </a:cubicBezTo>
                <a:cubicBezTo>
                  <a:pt x="321028" y="137163"/>
                  <a:pt x="330166" y="128024"/>
                  <a:pt x="341440" y="128024"/>
                </a:cubicBezTo>
                <a:close/>
                <a:moveTo>
                  <a:pt x="292663" y="128024"/>
                </a:moveTo>
                <a:cubicBezTo>
                  <a:pt x="303937" y="128024"/>
                  <a:pt x="313076" y="137163"/>
                  <a:pt x="313076" y="148437"/>
                </a:cubicBezTo>
                <a:cubicBezTo>
                  <a:pt x="313076" y="159711"/>
                  <a:pt x="303937" y="168850"/>
                  <a:pt x="292663" y="168850"/>
                </a:cubicBezTo>
                <a:cubicBezTo>
                  <a:pt x="281389" y="168850"/>
                  <a:pt x="272251" y="159711"/>
                  <a:pt x="272251" y="148437"/>
                </a:cubicBezTo>
                <a:cubicBezTo>
                  <a:pt x="272251" y="137163"/>
                  <a:pt x="281389" y="128024"/>
                  <a:pt x="292663" y="128024"/>
                </a:cubicBezTo>
                <a:close/>
                <a:moveTo>
                  <a:pt x="243886" y="128024"/>
                </a:moveTo>
                <a:cubicBezTo>
                  <a:pt x="255160" y="128024"/>
                  <a:pt x="264299" y="137163"/>
                  <a:pt x="264299" y="148437"/>
                </a:cubicBezTo>
                <a:cubicBezTo>
                  <a:pt x="264299" y="159711"/>
                  <a:pt x="255160" y="168850"/>
                  <a:pt x="243886" y="168850"/>
                </a:cubicBezTo>
                <a:cubicBezTo>
                  <a:pt x="232612" y="168850"/>
                  <a:pt x="223473" y="159711"/>
                  <a:pt x="223473" y="148437"/>
                </a:cubicBezTo>
                <a:cubicBezTo>
                  <a:pt x="223473" y="137163"/>
                  <a:pt x="232612" y="128024"/>
                  <a:pt x="243886" y="128024"/>
                </a:cubicBezTo>
                <a:close/>
                <a:moveTo>
                  <a:pt x="195109" y="128024"/>
                </a:moveTo>
                <a:cubicBezTo>
                  <a:pt x="206383" y="128024"/>
                  <a:pt x="215522" y="137163"/>
                  <a:pt x="215522" y="148437"/>
                </a:cubicBezTo>
                <a:cubicBezTo>
                  <a:pt x="215522" y="159711"/>
                  <a:pt x="206383" y="168850"/>
                  <a:pt x="195109" y="168850"/>
                </a:cubicBezTo>
                <a:cubicBezTo>
                  <a:pt x="183835" y="168850"/>
                  <a:pt x="174696" y="159711"/>
                  <a:pt x="174696" y="148437"/>
                </a:cubicBezTo>
                <a:cubicBezTo>
                  <a:pt x="174696" y="137163"/>
                  <a:pt x="183835" y="128024"/>
                  <a:pt x="195109" y="128024"/>
                </a:cubicBezTo>
                <a:close/>
                <a:moveTo>
                  <a:pt x="146332" y="128024"/>
                </a:moveTo>
                <a:cubicBezTo>
                  <a:pt x="157606" y="128024"/>
                  <a:pt x="166745" y="137163"/>
                  <a:pt x="166745" y="148437"/>
                </a:cubicBezTo>
                <a:cubicBezTo>
                  <a:pt x="166745" y="159711"/>
                  <a:pt x="157606" y="168850"/>
                  <a:pt x="146332" y="168850"/>
                </a:cubicBezTo>
                <a:cubicBezTo>
                  <a:pt x="135058" y="168850"/>
                  <a:pt x="125919" y="159711"/>
                  <a:pt x="125919" y="148437"/>
                </a:cubicBezTo>
                <a:cubicBezTo>
                  <a:pt x="125919" y="137163"/>
                  <a:pt x="135058" y="128024"/>
                  <a:pt x="146332" y="128024"/>
                </a:cubicBezTo>
                <a:close/>
                <a:moveTo>
                  <a:pt x="97555" y="128024"/>
                </a:moveTo>
                <a:cubicBezTo>
                  <a:pt x="108829" y="128024"/>
                  <a:pt x="117968" y="137163"/>
                  <a:pt x="117968" y="148437"/>
                </a:cubicBezTo>
                <a:cubicBezTo>
                  <a:pt x="117968" y="159711"/>
                  <a:pt x="108829" y="168850"/>
                  <a:pt x="97555" y="168850"/>
                </a:cubicBezTo>
                <a:cubicBezTo>
                  <a:pt x="86281" y="168850"/>
                  <a:pt x="77142" y="159711"/>
                  <a:pt x="77142" y="148437"/>
                </a:cubicBezTo>
                <a:cubicBezTo>
                  <a:pt x="77142" y="137163"/>
                  <a:pt x="86281" y="128024"/>
                  <a:pt x="97555" y="128024"/>
                </a:cubicBezTo>
                <a:close/>
                <a:moveTo>
                  <a:pt x="48778" y="128024"/>
                </a:moveTo>
                <a:cubicBezTo>
                  <a:pt x="60052" y="128024"/>
                  <a:pt x="69191" y="137163"/>
                  <a:pt x="69191" y="148437"/>
                </a:cubicBezTo>
                <a:cubicBezTo>
                  <a:pt x="69191" y="159711"/>
                  <a:pt x="60052" y="168850"/>
                  <a:pt x="48778" y="168850"/>
                </a:cubicBezTo>
                <a:cubicBezTo>
                  <a:pt x="37504" y="168850"/>
                  <a:pt x="28365" y="159711"/>
                  <a:pt x="28365" y="148437"/>
                </a:cubicBezTo>
                <a:cubicBezTo>
                  <a:pt x="28365" y="137163"/>
                  <a:pt x="37504" y="128024"/>
                  <a:pt x="48778" y="128024"/>
                </a:cubicBezTo>
                <a:close/>
                <a:moveTo>
                  <a:pt x="2" y="128024"/>
                </a:moveTo>
                <a:cubicBezTo>
                  <a:pt x="11275" y="128024"/>
                  <a:pt x="20414" y="137163"/>
                  <a:pt x="20414" y="148437"/>
                </a:cubicBezTo>
                <a:cubicBezTo>
                  <a:pt x="20414" y="159711"/>
                  <a:pt x="11275" y="168850"/>
                  <a:pt x="2" y="168850"/>
                </a:cubicBezTo>
                <a:lnTo>
                  <a:pt x="0" y="168849"/>
                </a:lnTo>
                <a:lnTo>
                  <a:pt x="0" y="128025"/>
                </a:lnTo>
                <a:close/>
                <a:moveTo>
                  <a:pt x="1006915" y="87087"/>
                </a:moveTo>
                <a:lnTo>
                  <a:pt x="1006262" y="100037"/>
                </a:lnTo>
                <a:lnTo>
                  <a:pt x="1003906" y="94351"/>
                </a:lnTo>
                <a:close/>
                <a:moveTo>
                  <a:pt x="975542" y="73938"/>
                </a:moveTo>
                <a:cubicBezTo>
                  <a:pt x="986816" y="73938"/>
                  <a:pt x="995955" y="83077"/>
                  <a:pt x="995955" y="94351"/>
                </a:cubicBezTo>
                <a:cubicBezTo>
                  <a:pt x="995955" y="105625"/>
                  <a:pt x="986816" y="114764"/>
                  <a:pt x="975542" y="114764"/>
                </a:cubicBezTo>
                <a:cubicBezTo>
                  <a:pt x="964268" y="114764"/>
                  <a:pt x="955129" y="105625"/>
                  <a:pt x="955129" y="94351"/>
                </a:cubicBezTo>
                <a:cubicBezTo>
                  <a:pt x="955129" y="83077"/>
                  <a:pt x="964268" y="73938"/>
                  <a:pt x="975542" y="73938"/>
                </a:cubicBezTo>
                <a:close/>
                <a:moveTo>
                  <a:pt x="926765" y="73938"/>
                </a:moveTo>
                <a:cubicBezTo>
                  <a:pt x="938039" y="73938"/>
                  <a:pt x="947178" y="83077"/>
                  <a:pt x="947178" y="94351"/>
                </a:cubicBezTo>
                <a:cubicBezTo>
                  <a:pt x="947178" y="105625"/>
                  <a:pt x="938039" y="114764"/>
                  <a:pt x="926765" y="114764"/>
                </a:cubicBezTo>
                <a:cubicBezTo>
                  <a:pt x="915491" y="114764"/>
                  <a:pt x="906352" y="105625"/>
                  <a:pt x="906352" y="94351"/>
                </a:cubicBezTo>
                <a:cubicBezTo>
                  <a:pt x="906352" y="83077"/>
                  <a:pt x="915491" y="73938"/>
                  <a:pt x="926765" y="73938"/>
                </a:cubicBezTo>
                <a:close/>
                <a:moveTo>
                  <a:pt x="877988" y="73938"/>
                </a:moveTo>
                <a:cubicBezTo>
                  <a:pt x="889262" y="73938"/>
                  <a:pt x="898401" y="83077"/>
                  <a:pt x="898401" y="94351"/>
                </a:cubicBezTo>
                <a:cubicBezTo>
                  <a:pt x="898401" y="105625"/>
                  <a:pt x="889262" y="114764"/>
                  <a:pt x="877988" y="114764"/>
                </a:cubicBezTo>
                <a:cubicBezTo>
                  <a:pt x="866714" y="114764"/>
                  <a:pt x="857575" y="105625"/>
                  <a:pt x="857575" y="94351"/>
                </a:cubicBezTo>
                <a:cubicBezTo>
                  <a:pt x="857575" y="83077"/>
                  <a:pt x="866714" y="73938"/>
                  <a:pt x="877988" y="73938"/>
                </a:cubicBezTo>
                <a:close/>
                <a:moveTo>
                  <a:pt x="829211" y="73938"/>
                </a:moveTo>
                <a:cubicBezTo>
                  <a:pt x="840485" y="73938"/>
                  <a:pt x="849624" y="83077"/>
                  <a:pt x="849624" y="94351"/>
                </a:cubicBezTo>
                <a:cubicBezTo>
                  <a:pt x="849624" y="105625"/>
                  <a:pt x="840485" y="114764"/>
                  <a:pt x="829211" y="114764"/>
                </a:cubicBezTo>
                <a:cubicBezTo>
                  <a:pt x="817937" y="114764"/>
                  <a:pt x="808798" y="105625"/>
                  <a:pt x="808798" y="94351"/>
                </a:cubicBezTo>
                <a:cubicBezTo>
                  <a:pt x="808798" y="83077"/>
                  <a:pt x="817937" y="73938"/>
                  <a:pt x="829211" y="73938"/>
                </a:cubicBezTo>
                <a:close/>
                <a:moveTo>
                  <a:pt x="780434" y="73938"/>
                </a:moveTo>
                <a:cubicBezTo>
                  <a:pt x="791708" y="73938"/>
                  <a:pt x="800847" y="83077"/>
                  <a:pt x="800847" y="94351"/>
                </a:cubicBezTo>
                <a:cubicBezTo>
                  <a:pt x="800847" y="105625"/>
                  <a:pt x="791708" y="114764"/>
                  <a:pt x="780434" y="114764"/>
                </a:cubicBezTo>
                <a:cubicBezTo>
                  <a:pt x="769160" y="114764"/>
                  <a:pt x="760021" y="105625"/>
                  <a:pt x="760021" y="94351"/>
                </a:cubicBezTo>
                <a:cubicBezTo>
                  <a:pt x="760021" y="83077"/>
                  <a:pt x="769160" y="73938"/>
                  <a:pt x="780434" y="73938"/>
                </a:cubicBezTo>
                <a:close/>
                <a:moveTo>
                  <a:pt x="731657" y="73938"/>
                </a:moveTo>
                <a:cubicBezTo>
                  <a:pt x="742931" y="73938"/>
                  <a:pt x="752070" y="83077"/>
                  <a:pt x="752070" y="94351"/>
                </a:cubicBezTo>
                <a:cubicBezTo>
                  <a:pt x="752070" y="105625"/>
                  <a:pt x="742931" y="114764"/>
                  <a:pt x="731657" y="114764"/>
                </a:cubicBezTo>
                <a:cubicBezTo>
                  <a:pt x="720383" y="114764"/>
                  <a:pt x="711244" y="105625"/>
                  <a:pt x="711244" y="94351"/>
                </a:cubicBezTo>
                <a:cubicBezTo>
                  <a:pt x="711244" y="83077"/>
                  <a:pt x="720383" y="73938"/>
                  <a:pt x="731657" y="73938"/>
                </a:cubicBezTo>
                <a:close/>
                <a:moveTo>
                  <a:pt x="682880" y="73938"/>
                </a:moveTo>
                <a:cubicBezTo>
                  <a:pt x="694153" y="73938"/>
                  <a:pt x="703293" y="83077"/>
                  <a:pt x="703293" y="94351"/>
                </a:cubicBezTo>
                <a:cubicBezTo>
                  <a:pt x="703293" y="105625"/>
                  <a:pt x="694153" y="114764"/>
                  <a:pt x="682880" y="114764"/>
                </a:cubicBezTo>
                <a:cubicBezTo>
                  <a:pt x="671606" y="114764"/>
                  <a:pt x="662467" y="105625"/>
                  <a:pt x="662467" y="94351"/>
                </a:cubicBezTo>
                <a:cubicBezTo>
                  <a:pt x="662467" y="83077"/>
                  <a:pt x="671606" y="73938"/>
                  <a:pt x="682880" y="73938"/>
                </a:cubicBezTo>
                <a:close/>
                <a:moveTo>
                  <a:pt x="634103" y="73938"/>
                </a:moveTo>
                <a:cubicBezTo>
                  <a:pt x="645377" y="73938"/>
                  <a:pt x="654516" y="83077"/>
                  <a:pt x="654516" y="94351"/>
                </a:cubicBezTo>
                <a:cubicBezTo>
                  <a:pt x="654516" y="105625"/>
                  <a:pt x="645377" y="114764"/>
                  <a:pt x="634103" y="114764"/>
                </a:cubicBezTo>
                <a:cubicBezTo>
                  <a:pt x="622829" y="114764"/>
                  <a:pt x="613690" y="105625"/>
                  <a:pt x="613690" y="94351"/>
                </a:cubicBezTo>
                <a:cubicBezTo>
                  <a:pt x="613690" y="83077"/>
                  <a:pt x="622829" y="73938"/>
                  <a:pt x="634103" y="73938"/>
                </a:cubicBezTo>
                <a:close/>
                <a:moveTo>
                  <a:pt x="585326" y="73938"/>
                </a:moveTo>
                <a:cubicBezTo>
                  <a:pt x="596599" y="73938"/>
                  <a:pt x="605738" y="83077"/>
                  <a:pt x="605738" y="94351"/>
                </a:cubicBezTo>
                <a:cubicBezTo>
                  <a:pt x="605738" y="105625"/>
                  <a:pt x="596599" y="114764"/>
                  <a:pt x="585326" y="114764"/>
                </a:cubicBezTo>
                <a:cubicBezTo>
                  <a:pt x="574052" y="114764"/>
                  <a:pt x="564913" y="105625"/>
                  <a:pt x="564913" y="94351"/>
                </a:cubicBezTo>
                <a:cubicBezTo>
                  <a:pt x="564913" y="83077"/>
                  <a:pt x="574052" y="73938"/>
                  <a:pt x="585326" y="73938"/>
                </a:cubicBezTo>
                <a:close/>
                <a:moveTo>
                  <a:pt x="536549" y="73938"/>
                </a:moveTo>
                <a:cubicBezTo>
                  <a:pt x="547822" y="73938"/>
                  <a:pt x="556961" y="83077"/>
                  <a:pt x="556961" y="94351"/>
                </a:cubicBezTo>
                <a:cubicBezTo>
                  <a:pt x="556961" y="105625"/>
                  <a:pt x="547822" y="114764"/>
                  <a:pt x="536549" y="114764"/>
                </a:cubicBezTo>
                <a:cubicBezTo>
                  <a:pt x="525275" y="114764"/>
                  <a:pt x="516136" y="105625"/>
                  <a:pt x="516136" y="94351"/>
                </a:cubicBezTo>
                <a:cubicBezTo>
                  <a:pt x="516136" y="83077"/>
                  <a:pt x="525275" y="73938"/>
                  <a:pt x="536549" y="73938"/>
                </a:cubicBezTo>
                <a:close/>
                <a:moveTo>
                  <a:pt x="487772" y="73938"/>
                </a:moveTo>
                <a:cubicBezTo>
                  <a:pt x="499045" y="73938"/>
                  <a:pt x="508184" y="83077"/>
                  <a:pt x="508184" y="94351"/>
                </a:cubicBezTo>
                <a:cubicBezTo>
                  <a:pt x="508184" y="105625"/>
                  <a:pt x="499045" y="114764"/>
                  <a:pt x="487772" y="114764"/>
                </a:cubicBezTo>
                <a:cubicBezTo>
                  <a:pt x="476498" y="114764"/>
                  <a:pt x="467359" y="105625"/>
                  <a:pt x="467359" y="94351"/>
                </a:cubicBezTo>
                <a:cubicBezTo>
                  <a:pt x="467359" y="83077"/>
                  <a:pt x="476498" y="73938"/>
                  <a:pt x="487772" y="73938"/>
                </a:cubicBezTo>
                <a:close/>
                <a:moveTo>
                  <a:pt x="438994" y="73938"/>
                </a:moveTo>
                <a:cubicBezTo>
                  <a:pt x="450268" y="73938"/>
                  <a:pt x="459407" y="83077"/>
                  <a:pt x="459407" y="94351"/>
                </a:cubicBezTo>
                <a:cubicBezTo>
                  <a:pt x="459407" y="105625"/>
                  <a:pt x="450268" y="114764"/>
                  <a:pt x="438994" y="114764"/>
                </a:cubicBezTo>
                <a:cubicBezTo>
                  <a:pt x="427721" y="114764"/>
                  <a:pt x="418582" y="105625"/>
                  <a:pt x="418582" y="94351"/>
                </a:cubicBezTo>
                <a:cubicBezTo>
                  <a:pt x="418582" y="83077"/>
                  <a:pt x="427721" y="73938"/>
                  <a:pt x="438994" y="73938"/>
                </a:cubicBezTo>
                <a:close/>
                <a:moveTo>
                  <a:pt x="390217" y="73938"/>
                </a:moveTo>
                <a:cubicBezTo>
                  <a:pt x="401491" y="73938"/>
                  <a:pt x="410630" y="83077"/>
                  <a:pt x="410630" y="94351"/>
                </a:cubicBezTo>
                <a:cubicBezTo>
                  <a:pt x="410630" y="105625"/>
                  <a:pt x="401491" y="114764"/>
                  <a:pt x="390217" y="114764"/>
                </a:cubicBezTo>
                <a:cubicBezTo>
                  <a:pt x="378944" y="114764"/>
                  <a:pt x="369805" y="105625"/>
                  <a:pt x="369805" y="94351"/>
                </a:cubicBezTo>
                <a:cubicBezTo>
                  <a:pt x="369805" y="83077"/>
                  <a:pt x="378944" y="73938"/>
                  <a:pt x="390217" y="73938"/>
                </a:cubicBezTo>
                <a:close/>
                <a:moveTo>
                  <a:pt x="341440" y="73938"/>
                </a:moveTo>
                <a:cubicBezTo>
                  <a:pt x="352714" y="73938"/>
                  <a:pt x="361853" y="83077"/>
                  <a:pt x="361853" y="94351"/>
                </a:cubicBezTo>
                <a:cubicBezTo>
                  <a:pt x="361853" y="105625"/>
                  <a:pt x="352714" y="114764"/>
                  <a:pt x="341440" y="114764"/>
                </a:cubicBezTo>
                <a:cubicBezTo>
                  <a:pt x="330166" y="114764"/>
                  <a:pt x="321028" y="105625"/>
                  <a:pt x="321028" y="94351"/>
                </a:cubicBezTo>
                <a:cubicBezTo>
                  <a:pt x="321028" y="83077"/>
                  <a:pt x="330166" y="73938"/>
                  <a:pt x="341440" y="73938"/>
                </a:cubicBezTo>
                <a:close/>
                <a:moveTo>
                  <a:pt x="292663" y="73938"/>
                </a:moveTo>
                <a:cubicBezTo>
                  <a:pt x="303937" y="73938"/>
                  <a:pt x="313076" y="83077"/>
                  <a:pt x="313076" y="94351"/>
                </a:cubicBezTo>
                <a:cubicBezTo>
                  <a:pt x="313076" y="105625"/>
                  <a:pt x="303937" y="114764"/>
                  <a:pt x="292663" y="114764"/>
                </a:cubicBezTo>
                <a:cubicBezTo>
                  <a:pt x="281389" y="114764"/>
                  <a:pt x="272251" y="105625"/>
                  <a:pt x="272251" y="94351"/>
                </a:cubicBezTo>
                <a:cubicBezTo>
                  <a:pt x="272251" y="83077"/>
                  <a:pt x="281389" y="73938"/>
                  <a:pt x="292663" y="73938"/>
                </a:cubicBezTo>
                <a:close/>
                <a:moveTo>
                  <a:pt x="243886" y="73938"/>
                </a:moveTo>
                <a:cubicBezTo>
                  <a:pt x="255160" y="73938"/>
                  <a:pt x="264299" y="83077"/>
                  <a:pt x="264299" y="94351"/>
                </a:cubicBezTo>
                <a:cubicBezTo>
                  <a:pt x="264299" y="105625"/>
                  <a:pt x="255160" y="114764"/>
                  <a:pt x="243886" y="114764"/>
                </a:cubicBezTo>
                <a:cubicBezTo>
                  <a:pt x="232612" y="114764"/>
                  <a:pt x="223473" y="105625"/>
                  <a:pt x="223473" y="94351"/>
                </a:cubicBezTo>
                <a:cubicBezTo>
                  <a:pt x="223473" y="83077"/>
                  <a:pt x="232612" y="73938"/>
                  <a:pt x="243886" y="73938"/>
                </a:cubicBezTo>
                <a:close/>
                <a:moveTo>
                  <a:pt x="195109" y="73938"/>
                </a:moveTo>
                <a:cubicBezTo>
                  <a:pt x="206383" y="73938"/>
                  <a:pt x="215522" y="83077"/>
                  <a:pt x="215522" y="94351"/>
                </a:cubicBezTo>
                <a:cubicBezTo>
                  <a:pt x="215522" y="105625"/>
                  <a:pt x="206383" y="114764"/>
                  <a:pt x="195109" y="114764"/>
                </a:cubicBezTo>
                <a:cubicBezTo>
                  <a:pt x="183835" y="114764"/>
                  <a:pt x="174696" y="105625"/>
                  <a:pt x="174696" y="94351"/>
                </a:cubicBezTo>
                <a:cubicBezTo>
                  <a:pt x="174696" y="83077"/>
                  <a:pt x="183835" y="73938"/>
                  <a:pt x="195109" y="73938"/>
                </a:cubicBezTo>
                <a:close/>
                <a:moveTo>
                  <a:pt x="146332" y="73938"/>
                </a:moveTo>
                <a:cubicBezTo>
                  <a:pt x="157606" y="73938"/>
                  <a:pt x="166745" y="83077"/>
                  <a:pt x="166745" y="94351"/>
                </a:cubicBezTo>
                <a:cubicBezTo>
                  <a:pt x="166745" y="105625"/>
                  <a:pt x="157606" y="114764"/>
                  <a:pt x="146332" y="114764"/>
                </a:cubicBezTo>
                <a:cubicBezTo>
                  <a:pt x="135058" y="114764"/>
                  <a:pt x="125919" y="105625"/>
                  <a:pt x="125919" y="94351"/>
                </a:cubicBezTo>
                <a:cubicBezTo>
                  <a:pt x="125919" y="83077"/>
                  <a:pt x="135058" y="73938"/>
                  <a:pt x="146332" y="73938"/>
                </a:cubicBezTo>
                <a:close/>
                <a:moveTo>
                  <a:pt x="97555" y="73938"/>
                </a:moveTo>
                <a:cubicBezTo>
                  <a:pt x="108829" y="73938"/>
                  <a:pt x="117968" y="83077"/>
                  <a:pt x="117968" y="94351"/>
                </a:cubicBezTo>
                <a:cubicBezTo>
                  <a:pt x="117968" y="105625"/>
                  <a:pt x="108829" y="114764"/>
                  <a:pt x="97555" y="114764"/>
                </a:cubicBezTo>
                <a:cubicBezTo>
                  <a:pt x="86281" y="114764"/>
                  <a:pt x="77142" y="105625"/>
                  <a:pt x="77142" y="94351"/>
                </a:cubicBezTo>
                <a:cubicBezTo>
                  <a:pt x="77142" y="83077"/>
                  <a:pt x="86281" y="73938"/>
                  <a:pt x="97555" y="73938"/>
                </a:cubicBezTo>
                <a:close/>
                <a:moveTo>
                  <a:pt x="48778" y="73938"/>
                </a:moveTo>
                <a:cubicBezTo>
                  <a:pt x="60052" y="73938"/>
                  <a:pt x="69191" y="83077"/>
                  <a:pt x="69191" y="94351"/>
                </a:cubicBezTo>
                <a:cubicBezTo>
                  <a:pt x="69191" y="105625"/>
                  <a:pt x="60052" y="114764"/>
                  <a:pt x="48778" y="114764"/>
                </a:cubicBezTo>
                <a:cubicBezTo>
                  <a:pt x="37504" y="114764"/>
                  <a:pt x="28365" y="105625"/>
                  <a:pt x="28365" y="94351"/>
                </a:cubicBezTo>
                <a:cubicBezTo>
                  <a:pt x="28365" y="83077"/>
                  <a:pt x="37504" y="73938"/>
                  <a:pt x="48778" y="73938"/>
                </a:cubicBezTo>
                <a:close/>
                <a:moveTo>
                  <a:pt x="2" y="73938"/>
                </a:moveTo>
                <a:cubicBezTo>
                  <a:pt x="11275" y="73938"/>
                  <a:pt x="20414" y="83077"/>
                  <a:pt x="20414" y="94351"/>
                </a:cubicBezTo>
                <a:cubicBezTo>
                  <a:pt x="20414" y="105625"/>
                  <a:pt x="11275" y="114764"/>
                  <a:pt x="2" y="114764"/>
                </a:cubicBezTo>
                <a:lnTo>
                  <a:pt x="0" y="114763"/>
                </a:lnTo>
                <a:lnTo>
                  <a:pt x="0" y="73939"/>
                </a:lnTo>
                <a:close/>
                <a:moveTo>
                  <a:pt x="1010013" y="25745"/>
                </a:moveTo>
                <a:lnTo>
                  <a:pt x="1008696" y="51828"/>
                </a:lnTo>
                <a:lnTo>
                  <a:pt x="1003906" y="40265"/>
                </a:lnTo>
                <a:cubicBezTo>
                  <a:pt x="1003906" y="34628"/>
                  <a:pt x="1006192" y="29525"/>
                  <a:pt x="1009885" y="25831"/>
                </a:cubicBezTo>
                <a:close/>
                <a:moveTo>
                  <a:pt x="975542" y="19852"/>
                </a:moveTo>
                <a:cubicBezTo>
                  <a:pt x="986816" y="19852"/>
                  <a:pt x="995955" y="28991"/>
                  <a:pt x="995955" y="40265"/>
                </a:cubicBezTo>
                <a:cubicBezTo>
                  <a:pt x="995955" y="51539"/>
                  <a:pt x="986816" y="60678"/>
                  <a:pt x="975542" y="60678"/>
                </a:cubicBezTo>
                <a:cubicBezTo>
                  <a:pt x="964268" y="60678"/>
                  <a:pt x="955129" y="51539"/>
                  <a:pt x="955129" y="40265"/>
                </a:cubicBezTo>
                <a:cubicBezTo>
                  <a:pt x="955129" y="28991"/>
                  <a:pt x="964268" y="19852"/>
                  <a:pt x="975542" y="19852"/>
                </a:cubicBezTo>
                <a:close/>
                <a:moveTo>
                  <a:pt x="926765" y="19852"/>
                </a:moveTo>
                <a:cubicBezTo>
                  <a:pt x="938039" y="19852"/>
                  <a:pt x="947178" y="28991"/>
                  <a:pt x="947178" y="40265"/>
                </a:cubicBezTo>
                <a:cubicBezTo>
                  <a:pt x="947178" y="51539"/>
                  <a:pt x="938039" y="60678"/>
                  <a:pt x="926765" y="60678"/>
                </a:cubicBezTo>
                <a:cubicBezTo>
                  <a:pt x="915491" y="60678"/>
                  <a:pt x="906352" y="51539"/>
                  <a:pt x="906352" y="40265"/>
                </a:cubicBezTo>
                <a:cubicBezTo>
                  <a:pt x="906352" y="28991"/>
                  <a:pt x="915491" y="19852"/>
                  <a:pt x="926765" y="19852"/>
                </a:cubicBezTo>
                <a:close/>
                <a:moveTo>
                  <a:pt x="877988" y="19852"/>
                </a:moveTo>
                <a:cubicBezTo>
                  <a:pt x="889262" y="19852"/>
                  <a:pt x="898401" y="28991"/>
                  <a:pt x="898401" y="40265"/>
                </a:cubicBezTo>
                <a:cubicBezTo>
                  <a:pt x="898401" y="51539"/>
                  <a:pt x="889262" y="60678"/>
                  <a:pt x="877988" y="60678"/>
                </a:cubicBezTo>
                <a:cubicBezTo>
                  <a:pt x="866714" y="60678"/>
                  <a:pt x="857575" y="51539"/>
                  <a:pt x="857575" y="40265"/>
                </a:cubicBezTo>
                <a:cubicBezTo>
                  <a:pt x="857575" y="28991"/>
                  <a:pt x="866714" y="19852"/>
                  <a:pt x="877988" y="19852"/>
                </a:cubicBezTo>
                <a:close/>
                <a:moveTo>
                  <a:pt x="829211" y="19852"/>
                </a:moveTo>
                <a:cubicBezTo>
                  <a:pt x="840485" y="19852"/>
                  <a:pt x="849624" y="28991"/>
                  <a:pt x="849624" y="40265"/>
                </a:cubicBezTo>
                <a:cubicBezTo>
                  <a:pt x="849624" y="51539"/>
                  <a:pt x="840485" y="60678"/>
                  <a:pt x="829211" y="60678"/>
                </a:cubicBezTo>
                <a:cubicBezTo>
                  <a:pt x="817937" y="60678"/>
                  <a:pt x="808798" y="51539"/>
                  <a:pt x="808798" y="40265"/>
                </a:cubicBezTo>
                <a:cubicBezTo>
                  <a:pt x="808798" y="28991"/>
                  <a:pt x="817937" y="19852"/>
                  <a:pt x="829211" y="19852"/>
                </a:cubicBezTo>
                <a:close/>
                <a:moveTo>
                  <a:pt x="780434" y="19852"/>
                </a:moveTo>
                <a:cubicBezTo>
                  <a:pt x="791708" y="19852"/>
                  <a:pt x="800847" y="28991"/>
                  <a:pt x="800847" y="40265"/>
                </a:cubicBezTo>
                <a:cubicBezTo>
                  <a:pt x="800847" y="51539"/>
                  <a:pt x="791708" y="60678"/>
                  <a:pt x="780434" y="60678"/>
                </a:cubicBezTo>
                <a:cubicBezTo>
                  <a:pt x="769160" y="60678"/>
                  <a:pt x="760021" y="51539"/>
                  <a:pt x="760021" y="40265"/>
                </a:cubicBezTo>
                <a:cubicBezTo>
                  <a:pt x="760021" y="28991"/>
                  <a:pt x="769160" y="19852"/>
                  <a:pt x="780434" y="19852"/>
                </a:cubicBezTo>
                <a:close/>
                <a:moveTo>
                  <a:pt x="731657" y="19852"/>
                </a:moveTo>
                <a:cubicBezTo>
                  <a:pt x="742931" y="19852"/>
                  <a:pt x="752070" y="28991"/>
                  <a:pt x="752070" y="40265"/>
                </a:cubicBezTo>
                <a:cubicBezTo>
                  <a:pt x="752070" y="51539"/>
                  <a:pt x="742931" y="60678"/>
                  <a:pt x="731657" y="60678"/>
                </a:cubicBezTo>
                <a:cubicBezTo>
                  <a:pt x="720383" y="60678"/>
                  <a:pt x="711244" y="51539"/>
                  <a:pt x="711244" y="40265"/>
                </a:cubicBezTo>
                <a:cubicBezTo>
                  <a:pt x="711244" y="28991"/>
                  <a:pt x="720383" y="19852"/>
                  <a:pt x="731657" y="19852"/>
                </a:cubicBezTo>
                <a:close/>
                <a:moveTo>
                  <a:pt x="682880" y="19852"/>
                </a:moveTo>
                <a:cubicBezTo>
                  <a:pt x="694153" y="19852"/>
                  <a:pt x="703293" y="28991"/>
                  <a:pt x="703293" y="40265"/>
                </a:cubicBezTo>
                <a:cubicBezTo>
                  <a:pt x="703293" y="51539"/>
                  <a:pt x="694153" y="60678"/>
                  <a:pt x="682880" y="60678"/>
                </a:cubicBezTo>
                <a:cubicBezTo>
                  <a:pt x="671606" y="60678"/>
                  <a:pt x="662467" y="51539"/>
                  <a:pt x="662467" y="40265"/>
                </a:cubicBezTo>
                <a:cubicBezTo>
                  <a:pt x="662467" y="28991"/>
                  <a:pt x="671606" y="19852"/>
                  <a:pt x="682880" y="19852"/>
                </a:cubicBezTo>
                <a:close/>
                <a:moveTo>
                  <a:pt x="634103" y="19852"/>
                </a:moveTo>
                <a:cubicBezTo>
                  <a:pt x="645377" y="19852"/>
                  <a:pt x="654516" y="28991"/>
                  <a:pt x="654516" y="40265"/>
                </a:cubicBezTo>
                <a:cubicBezTo>
                  <a:pt x="654516" y="51539"/>
                  <a:pt x="645377" y="60678"/>
                  <a:pt x="634103" y="60678"/>
                </a:cubicBezTo>
                <a:cubicBezTo>
                  <a:pt x="622829" y="60678"/>
                  <a:pt x="613690" y="51539"/>
                  <a:pt x="613690" y="40265"/>
                </a:cubicBezTo>
                <a:cubicBezTo>
                  <a:pt x="613690" y="28991"/>
                  <a:pt x="622829" y="19852"/>
                  <a:pt x="634103" y="19852"/>
                </a:cubicBezTo>
                <a:close/>
                <a:moveTo>
                  <a:pt x="585326" y="19852"/>
                </a:moveTo>
                <a:cubicBezTo>
                  <a:pt x="596599" y="19852"/>
                  <a:pt x="605738" y="28991"/>
                  <a:pt x="605738" y="40265"/>
                </a:cubicBezTo>
                <a:cubicBezTo>
                  <a:pt x="605738" y="51539"/>
                  <a:pt x="596599" y="60678"/>
                  <a:pt x="585326" y="60678"/>
                </a:cubicBezTo>
                <a:cubicBezTo>
                  <a:pt x="574052" y="60678"/>
                  <a:pt x="564913" y="51539"/>
                  <a:pt x="564913" y="40265"/>
                </a:cubicBezTo>
                <a:cubicBezTo>
                  <a:pt x="564913" y="28991"/>
                  <a:pt x="574052" y="19852"/>
                  <a:pt x="585326" y="19852"/>
                </a:cubicBezTo>
                <a:close/>
                <a:moveTo>
                  <a:pt x="536549" y="19852"/>
                </a:moveTo>
                <a:cubicBezTo>
                  <a:pt x="547822" y="19852"/>
                  <a:pt x="556961" y="28991"/>
                  <a:pt x="556961" y="40265"/>
                </a:cubicBezTo>
                <a:cubicBezTo>
                  <a:pt x="556961" y="51539"/>
                  <a:pt x="547822" y="60678"/>
                  <a:pt x="536549" y="60678"/>
                </a:cubicBezTo>
                <a:cubicBezTo>
                  <a:pt x="525275" y="60678"/>
                  <a:pt x="516136" y="51539"/>
                  <a:pt x="516136" y="40265"/>
                </a:cubicBezTo>
                <a:cubicBezTo>
                  <a:pt x="516136" y="28991"/>
                  <a:pt x="525275" y="19852"/>
                  <a:pt x="536549" y="19852"/>
                </a:cubicBezTo>
                <a:close/>
                <a:moveTo>
                  <a:pt x="487772" y="19852"/>
                </a:moveTo>
                <a:cubicBezTo>
                  <a:pt x="499045" y="19852"/>
                  <a:pt x="508184" y="28991"/>
                  <a:pt x="508184" y="40265"/>
                </a:cubicBezTo>
                <a:cubicBezTo>
                  <a:pt x="508184" y="51539"/>
                  <a:pt x="499045" y="60678"/>
                  <a:pt x="487772" y="60678"/>
                </a:cubicBezTo>
                <a:cubicBezTo>
                  <a:pt x="476498" y="60678"/>
                  <a:pt x="467359" y="51539"/>
                  <a:pt x="467359" y="40265"/>
                </a:cubicBezTo>
                <a:cubicBezTo>
                  <a:pt x="467359" y="28991"/>
                  <a:pt x="476498" y="19852"/>
                  <a:pt x="487772" y="19852"/>
                </a:cubicBezTo>
                <a:close/>
                <a:moveTo>
                  <a:pt x="438994" y="19852"/>
                </a:moveTo>
                <a:cubicBezTo>
                  <a:pt x="450268" y="19852"/>
                  <a:pt x="459407" y="28991"/>
                  <a:pt x="459407" y="40265"/>
                </a:cubicBezTo>
                <a:cubicBezTo>
                  <a:pt x="459407" y="51539"/>
                  <a:pt x="450268" y="60678"/>
                  <a:pt x="438994" y="60678"/>
                </a:cubicBezTo>
                <a:cubicBezTo>
                  <a:pt x="427721" y="60678"/>
                  <a:pt x="418582" y="51539"/>
                  <a:pt x="418582" y="40265"/>
                </a:cubicBezTo>
                <a:cubicBezTo>
                  <a:pt x="418582" y="28991"/>
                  <a:pt x="427721" y="19852"/>
                  <a:pt x="438994" y="19852"/>
                </a:cubicBezTo>
                <a:close/>
                <a:moveTo>
                  <a:pt x="390217" y="19852"/>
                </a:moveTo>
                <a:cubicBezTo>
                  <a:pt x="401491" y="19852"/>
                  <a:pt x="410630" y="28991"/>
                  <a:pt x="410630" y="40265"/>
                </a:cubicBezTo>
                <a:cubicBezTo>
                  <a:pt x="410630" y="51539"/>
                  <a:pt x="401491" y="60678"/>
                  <a:pt x="390217" y="60678"/>
                </a:cubicBezTo>
                <a:cubicBezTo>
                  <a:pt x="378944" y="60678"/>
                  <a:pt x="369805" y="51539"/>
                  <a:pt x="369805" y="40265"/>
                </a:cubicBezTo>
                <a:cubicBezTo>
                  <a:pt x="369805" y="28991"/>
                  <a:pt x="378944" y="19852"/>
                  <a:pt x="390217" y="19852"/>
                </a:cubicBezTo>
                <a:close/>
                <a:moveTo>
                  <a:pt x="341440" y="19852"/>
                </a:moveTo>
                <a:cubicBezTo>
                  <a:pt x="352714" y="19852"/>
                  <a:pt x="361853" y="28991"/>
                  <a:pt x="361853" y="40265"/>
                </a:cubicBezTo>
                <a:cubicBezTo>
                  <a:pt x="361853" y="51539"/>
                  <a:pt x="352714" y="60678"/>
                  <a:pt x="341440" y="60678"/>
                </a:cubicBezTo>
                <a:cubicBezTo>
                  <a:pt x="330166" y="60678"/>
                  <a:pt x="321028" y="51539"/>
                  <a:pt x="321028" y="40265"/>
                </a:cubicBezTo>
                <a:cubicBezTo>
                  <a:pt x="321028" y="28991"/>
                  <a:pt x="330166" y="19852"/>
                  <a:pt x="341440" y="19852"/>
                </a:cubicBezTo>
                <a:close/>
                <a:moveTo>
                  <a:pt x="292663" y="19852"/>
                </a:moveTo>
                <a:cubicBezTo>
                  <a:pt x="303937" y="19852"/>
                  <a:pt x="313076" y="28991"/>
                  <a:pt x="313076" y="40265"/>
                </a:cubicBezTo>
                <a:cubicBezTo>
                  <a:pt x="313076" y="51539"/>
                  <a:pt x="303937" y="60678"/>
                  <a:pt x="292663" y="60678"/>
                </a:cubicBezTo>
                <a:cubicBezTo>
                  <a:pt x="281389" y="60678"/>
                  <a:pt x="272251" y="51539"/>
                  <a:pt x="272251" y="40265"/>
                </a:cubicBezTo>
                <a:cubicBezTo>
                  <a:pt x="272251" y="28991"/>
                  <a:pt x="281389" y="19852"/>
                  <a:pt x="292663" y="19852"/>
                </a:cubicBezTo>
                <a:close/>
                <a:moveTo>
                  <a:pt x="243886" y="19852"/>
                </a:moveTo>
                <a:cubicBezTo>
                  <a:pt x="255160" y="19852"/>
                  <a:pt x="264299" y="28991"/>
                  <a:pt x="264299" y="40265"/>
                </a:cubicBezTo>
                <a:cubicBezTo>
                  <a:pt x="264299" y="51539"/>
                  <a:pt x="255160" y="60678"/>
                  <a:pt x="243886" y="60678"/>
                </a:cubicBezTo>
                <a:cubicBezTo>
                  <a:pt x="232612" y="60678"/>
                  <a:pt x="223473" y="51539"/>
                  <a:pt x="223473" y="40265"/>
                </a:cubicBezTo>
                <a:cubicBezTo>
                  <a:pt x="223473" y="28991"/>
                  <a:pt x="232612" y="19852"/>
                  <a:pt x="243886" y="19852"/>
                </a:cubicBezTo>
                <a:close/>
                <a:moveTo>
                  <a:pt x="195109" y="19852"/>
                </a:moveTo>
                <a:cubicBezTo>
                  <a:pt x="206383" y="19852"/>
                  <a:pt x="215522" y="28991"/>
                  <a:pt x="215522" y="40265"/>
                </a:cubicBezTo>
                <a:cubicBezTo>
                  <a:pt x="215522" y="51539"/>
                  <a:pt x="206383" y="60678"/>
                  <a:pt x="195109" y="60678"/>
                </a:cubicBezTo>
                <a:cubicBezTo>
                  <a:pt x="183835" y="60678"/>
                  <a:pt x="174696" y="51539"/>
                  <a:pt x="174696" y="40265"/>
                </a:cubicBezTo>
                <a:cubicBezTo>
                  <a:pt x="174696" y="28991"/>
                  <a:pt x="183835" y="19852"/>
                  <a:pt x="195109" y="19852"/>
                </a:cubicBezTo>
                <a:close/>
                <a:moveTo>
                  <a:pt x="146332" y="19852"/>
                </a:moveTo>
                <a:cubicBezTo>
                  <a:pt x="157606" y="19852"/>
                  <a:pt x="166745" y="28991"/>
                  <a:pt x="166745" y="40265"/>
                </a:cubicBezTo>
                <a:cubicBezTo>
                  <a:pt x="166745" y="51539"/>
                  <a:pt x="157606" y="60678"/>
                  <a:pt x="146332" y="60678"/>
                </a:cubicBezTo>
                <a:cubicBezTo>
                  <a:pt x="135058" y="60678"/>
                  <a:pt x="125919" y="51539"/>
                  <a:pt x="125919" y="40265"/>
                </a:cubicBezTo>
                <a:cubicBezTo>
                  <a:pt x="125919" y="28991"/>
                  <a:pt x="135058" y="19852"/>
                  <a:pt x="146332" y="19852"/>
                </a:cubicBezTo>
                <a:close/>
                <a:moveTo>
                  <a:pt x="97555" y="19852"/>
                </a:moveTo>
                <a:cubicBezTo>
                  <a:pt x="108829" y="19852"/>
                  <a:pt x="117968" y="28991"/>
                  <a:pt x="117968" y="40265"/>
                </a:cubicBezTo>
                <a:cubicBezTo>
                  <a:pt x="117968" y="51539"/>
                  <a:pt x="108829" y="60678"/>
                  <a:pt x="97555" y="60678"/>
                </a:cubicBezTo>
                <a:cubicBezTo>
                  <a:pt x="86281" y="60678"/>
                  <a:pt x="77142" y="51539"/>
                  <a:pt x="77142" y="40265"/>
                </a:cubicBezTo>
                <a:cubicBezTo>
                  <a:pt x="77142" y="28991"/>
                  <a:pt x="86281" y="19852"/>
                  <a:pt x="97555" y="19852"/>
                </a:cubicBezTo>
                <a:close/>
                <a:moveTo>
                  <a:pt x="48778" y="19852"/>
                </a:moveTo>
                <a:cubicBezTo>
                  <a:pt x="60052" y="19852"/>
                  <a:pt x="69191" y="28991"/>
                  <a:pt x="69191" y="40265"/>
                </a:cubicBezTo>
                <a:cubicBezTo>
                  <a:pt x="69191" y="51539"/>
                  <a:pt x="60052" y="60678"/>
                  <a:pt x="48778" y="60678"/>
                </a:cubicBezTo>
                <a:cubicBezTo>
                  <a:pt x="37504" y="60678"/>
                  <a:pt x="28365" y="51539"/>
                  <a:pt x="28365" y="40265"/>
                </a:cubicBezTo>
                <a:cubicBezTo>
                  <a:pt x="28365" y="28991"/>
                  <a:pt x="37504" y="19852"/>
                  <a:pt x="48778" y="19852"/>
                </a:cubicBezTo>
                <a:close/>
                <a:moveTo>
                  <a:pt x="2" y="19852"/>
                </a:moveTo>
                <a:cubicBezTo>
                  <a:pt x="11275" y="19852"/>
                  <a:pt x="20414" y="28991"/>
                  <a:pt x="20414" y="40265"/>
                </a:cubicBezTo>
                <a:cubicBezTo>
                  <a:pt x="20414" y="51539"/>
                  <a:pt x="11275" y="60678"/>
                  <a:pt x="2" y="60678"/>
                </a:cubicBezTo>
                <a:lnTo>
                  <a:pt x="0" y="60677"/>
                </a:lnTo>
                <a:lnTo>
                  <a:pt x="0" y="19853"/>
                </a:lnTo>
                <a:close/>
                <a:moveTo>
                  <a:pt x="1009631" y="0"/>
                </a:moveTo>
                <a:lnTo>
                  <a:pt x="1010974" y="0"/>
                </a:lnTo>
                <a:lnTo>
                  <a:pt x="1011044" y="1394"/>
                </a:lnTo>
                <a:lnTo>
                  <a:pt x="1009885" y="613"/>
                </a:lnTo>
                <a:close/>
                <a:moveTo>
                  <a:pt x="960854" y="0"/>
                </a:moveTo>
                <a:lnTo>
                  <a:pt x="990230" y="0"/>
                </a:lnTo>
                <a:lnTo>
                  <a:pt x="989976" y="613"/>
                </a:lnTo>
                <a:cubicBezTo>
                  <a:pt x="986282" y="4307"/>
                  <a:pt x="981179" y="6592"/>
                  <a:pt x="975542" y="6592"/>
                </a:cubicBezTo>
                <a:cubicBezTo>
                  <a:pt x="969905" y="6592"/>
                  <a:pt x="964802" y="4307"/>
                  <a:pt x="961108" y="613"/>
                </a:cubicBezTo>
                <a:close/>
                <a:moveTo>
                  <a:pt x="912077" y="0"/>
                </a:moveTo>
                <a:lnTo>
                  <a:pt x="941453" y="0"/>
                </a:lnTo>
                <a:lnTo>
                  <a:pt x="941199" y="613"/>
                </a:lnTo>
                <a:cubicBezTo>
                  <a:pt x="937505" y="4307"/>
                  <a:pt x="932402" y="6592"/>
                  <a:pt x="926765" y="6592"/>
                </a:cubicBezTo>
                <a:cubicBezTo>
                  <a:pt x="921128" y="6592"/>
                  <a:pt x="916025" y="4307"/>
                  <a:pt x="912331" y="613"/>
                </a:cubicBezTo>
                <a:close/>
                <a:moveTo>
                  <a:pt x="863300" y="0"/>
                </a:moveTo>
                <a:lnTo>
                  <a:pt x="892676" y="0"/>
                </a:lnTo>
                <a:lnTo>
                  <a:pt x="892422" y="613"/>
                </a:lnTo>
                <a:cubicBezTo>
                  <a:pt x="888728" y="4307"/>
                  <a:pt x="883625" y="6592"/>
                  <a:pt x="877988" y="6592"/>
                </a:cubicBezTo>
                <a:cubicBezTo>
                  <a:pt x="872351" y="6592"/>
                  <a:pt x="867248" y="4307"/>
                  <a:pt x="863554" y="613"/>
                </a:cubicBezTo>
                <a:close/>
                <a:moveTo>
                  <a:pt x="814523" y="0"/>
                </a:moveTo>
                <a:lnTo>
                  <a:pt x="843899" y="0"/>
                </a:lnTo>
                <a:lnTo>
                  <a:pt x="843645" y="613"/>
                </a:lnTo>
                <a:cubicBezTo>
                  <a:pt x="839951" y="4307"/>
                  <a:pt x="834848" y="6592"/>
                  <a:pt x="829211" y="6592"/>
                </a:cubicBezTo>
                <a:cubicBezTo>
                  <a:pt x="823574" y="6592"/>
                  <a:pt x="818471" y="4307"/>
                  <a:pt x="814777" y="613"/>
                </a:cubicBezTo>
                <a:close/>
                <a:moveTo>
                  <a:pt x="765746" y="0"/>
                </a:moveTo>
                <a:lnTo>
                  <a:pt x="795122" y="0"/>
                </a:lnTo>
                <a:lnTo>
                  <a:pt x="794868" y="613"/>
                </a:lnTo>
                <a:cubicBezTo>
                  <a:pt x="791174" y="4307"/>
                  <a:pt x="786071" y="6592"/>
                  <a:pt x="780434" y="6592"/>
                </a:cubicBezTo>
                <a:cubicBezTo>
                  <a:pt x="774797" y="6592"/>
                  <a:pt x="769694" y="4307"/>
                  <a:pt x="766000" y="613"/>
                </a:cubicBezTo>
                <a:close/>
                <a:moveTo>
                  <a:pt x="716969" y="0"/>
                </a:moveTo>
                <a:lnTo>
                  <a:pt x="746345" y="0"/>
                </a:lnTo>
                <a:lnTo>
                  <a:pt x="746091" y="613"/>
                </a:lnTo>
                <a:cubicBezTo>
                  <a:pt x="742397" y="4307"/>
                  <a:pt x="737294" y="6592"/>
                  <a:pt x="731657" y="6592"/>
                </a:cubicBezTo>
                <a:cubicBezTo>
                  <a:pt x="726020" y="6592"/>
                  <a:pt x="720917" y="4307"/>
                  <a:pt x="717223" y="613"/>
                </a:cubicBezTo>
                <a:close/>
                <a:moveTo>
                  <a:pt x="668192" y="0"/>
                </a:moveTo>
                <a:lnTo>
                  <a:pt x="697568" y="0"/>
                </a:lnTo>
                <a:lnTo>
                  <a:pt x="697314" y="613"/>
                </a:lnTo>
                <a:cubicBezTo>
                  <a:pt x="693620" y="4307"/>
                  <a:pt x="688517" y="6592"/>
                  <a:pt x="682880" y="6592"/>
                </a:cubicBezTo>
                <a:cubicBezTo>
                  <a:pt x="677243" y="6592"/>
                  <a:pt x="672140" y="4307"/>
                  <a:pt x="668446" y="613"/>
                </a:cubicBezTo>
                <a:close/>
                <a:moveTo>
                  <a:pt x="619415" y="0"/>
                </a:moveTo>
                <a:lnTo>
                  <a:pt x="648791" y="0"/>
                </a:lnTo>
                <a:lnTo>
                  <a:pt x="648537" y="613"/>
                </a:lnTo>
                <a:cubicBezTo>
                  <a:pt x="644843" y="4307"/>
                  <a:pt x="639740" y="6592"/>
                  <a:pt x="634103" y="6592"/>
                </a:cubicBezTo>
                <a:cubicBezTo>
                  <a:pt x="628466" y="6592"/>
                  <a:pt x="623363" y="4307"/>
                  <a:pt x="619669" y="613"/>
                </a:cubicBezTo>
                <a:close/>
                <a:moveTo>
                  <a:pt x="570638" y="0"/>
                </a:moveTo>
                <a:lnTo>
                  <a:pt x="600013" y="0"/>
                </a:lnTo>
                <a:lnTo>
                  <a:pt x="599760" y="613"/>
                </a:lnTo>
                <a:cubicBezTo>
                  <a:pt x="596066" y="4307"/>
                  <a:pt x="590963" y="6592"/>
                  <a:pt x="585326" y="6592"/>
                </a:cubicBezTo>
                <a:cubicBezTo>
                  <a:pt x="579689" y="6592"/>
                  <a:pt x="574586" y="4307"/>
                  <a:pt x="570892" y="613"/>
                </a:cubicBezTo>
                <a:close/>
                <a:moveTo>
                  <a:pt x="521861" y="0"/>
                </a:moveTo>
                <a:lnTo>
                  <a:pt x="551237" y="0"/>
                </a:lnTo>
                <a:lnTo>
                  <a:pt x="550983" y="613"/>
                </a:lnTo>
                <a:cubicBezTo>
                  <a:pt x="547289" y="4307"/>
                  <a:pt x="542185" y="6592"/>
                  <a:pt x="536549" y="6592"/>
                </a:cubicBezTo>
                <a:cubicBezTo>
                  <a:pt x="530912" y="6592"/>
                  <a:pt x="525808" y="4307"/>
                  <a:pt x="522114" y="613"/>
                </a:cubicBezTo>
                <a:close/>
                <a:moveTo>
                  <a:pt x="473084" y="0"/>
                </a:moveTo>
                <a:lnTo>
                  <a:pt x="502459" y="0"/>
                </a:lnTo>
                <a:lnTo>
                  <a:pt x="502206" y="613"/>
                </a:lnTo>
                <a:cubicBezTo>
                  <a:pt x="498512" y="4307"/>
                  <a:pt x="493408" y="6592"/>
                  <a:pt x="487772" y="6592"/>
                </a:cubicBezTo>
                <a:cubicBezTo>
                  <a:pt x="482135" y="6592"/>
                  <a:pt x="477031" y="4307"/>
                  <a:pt x="473337" y="613"/>
                </a:cubicBezTo>
                <a:close/>
                <a:moveTo>
                  <a:pt x="424307" y="0"/>
                </a:moveTo>
                <a:lnTo>
                  <a:pt x="453682" y="0"/>
                </a:lnTo>
                <a:lnTo>
                  <a:pt x="453429" y="613"/>
                </a:lnTo>
                <a:cubicBezTo>
                  <a:pt x="449735" y="4307"/>
                  <a:pt x="444631" y="6592"/>
                  <a:pt x="438994" y="6592"/>
                </a:cubicBezTo>
                <a:cubicBezTo>
                  <a:pt x="433358" y="6592"/>
                  <a:pt x="428254" y="4307"/>
                  <a:pt x="424560" y="613"/>
                </a:cubicBezTo>
                <a:close/>
                <a:moveTo>
                  <a:pt x="375529" y="0"/>
                </a:moveTo>
                <a:lnTo>
                  <a:pt x="404905" y="0"/>
                </a:lnTo>
                <a:lnTo>
                  <a:pt x="404651" y="613"/>
                </a:lnTo>
                <a:cubicBezTo>
                  <a:pt x="400957" y="4307"/>
                  <a:pt x="395854" y="6592"/>
                  <a:pt x="390217" y="6592"/>
                </a:cubicBezTo>
                <a:cubicBezTo>
                  <a:pt x="384580" y="6592"/>
                  <a:pt x="379477" y="4307"/>
                  <a:pt x="375783" y="613"/>
                </a:cubicBezTo>
                <a:close/>
                <a:moveTo>
                  <a:pt x="326752" y="0"/>
                </a:moveTo>
                <a:lnTo>
                  <a:pt x="356128" y="0"/>
                </a:lnTo>
                <a:lnTo>
                  <a:pt x="355874" y="613"/>
                </a:lnTo>
                <a:cubicBezTo>
                  <a:pt x="352180" y="4307"/>
                  <a:pt x="347077" y="6592"/>
                  <a:pt x="341440" y="6592"/>
                </a:cubicBezTo>
                <a:cubicBezTo>
                  <a:pt x="335803" y="6592"/>
                  <a:pt x="330700" y="4307"/>
                  <a:pt x="327006" y="613"/>
                </a:cubicBezTo>
                <a:close/>
                <a:moveTo>
                  <a:pt x="277975" y="0"/>
                </a:moveTo>
                <a:lnTo>
                  <a:pt x="307351" y="0"/>
                </a:lnTo>
                <a:lnTo>
                  <a:pt x="307097" y="613"/>
                </a:lnTo>
                <a:cubicBezTo>
                  <a:pt x="303403" y="4307"/>
                  <a:pt x="298300" y="6592"/>
                  <a:pt x="292663" y="6592"/>
                </a:cubicBezTo>
                <a:cubicBezTo>
                  <a:pt x="287026" y="6592"/>
                  <a:pt x="281923" y="4307"/>
                  <a:pt x="278229" y="613"/>
                </a:cubicBezTo>
                <a:close/>
                <a:moveTo>
                  <a:pt x="229198" y="0"/>
                </a:moveTo>
                <a:lnTo>
                  <a:pt x="258574" y="0"/>
                </a:lnTo>
                <a:lnTo>
                  <a:pt x="258320" y="613"/>
                </a:lnTo>
                <a:cubicBezTo>
                  <a:pt x="254626" y="4307"/>
                  <a:pt x="249523" y="6592"/>
                  <a:pt x="243886" y="6592"/>
                </a:cubicBezTo>
                <a:cubicBezTo>
                  <a:pt x="238249" y="6592"/>
                  <a:pt x="233146" y="4307"/>
                  <a:pt x="229452" y="613"/>
                </a:cubicBezTo>
                <a:close/>
                <a:moveTo>
                  <a:pt x="180421" y="0"/>
                </a:moveTo>
                <a:lnTo>
                  <a:pt x="209797" y="0"/>
                </a:lnTo>
                <a:lnTo>
                  <a:pt x="209543" y="613"/>
                </a:lnTo>
                <a:cubicBezTo>
                  <a:pt x="205849" y="4307"/>
                  <a:pt x="200746" y="6592"/>
                  <a:pt x="195109" y="6592"/>
                </a:cubicBezTo>
                <a:cubicBezTo>
                  <a:pt x="189472" y="6592"/>
                  <a:pt x="184369" y="4307"/>
                  <a:pt x="180675" y="613"/>
                </a:cubicBezTo>
                <a:close/>
                <a:moveTo>
                  <a:pt x="131644" y="0"/>
                </a:moveTo>
                <a:lnTo>
                  <a:pt x="161020" y="0"/>
                </a:lnTo>
                <a:lnTo>
                  <a:pt x="160766" y="613"/>
                </a:lnTo>
                <a:cubicBezTo>
                  <a:pt x="157072" y="4307"/>
                  <a:pt x="151969" y="6592"/>
                  <a:pt x="146332" y="6592"/>
                </a:cubicBezTo>
                <a:cubicBezTo>
                  <a:pt x="140695" y="6592"/>
                  <a:pt x="135592" y="4307"/>
                  <a:pt x="131898" y="613"/>
                </a:cubicBezTo>
                <a:close/>
                <a:moveTo>
                  <a:pt x="82867" y="0"/>
                </a:moveTo>
                <a:lnTo>
                  <a:pt x="112243" y="0"/>
                </a:lnTo>
                <a:lnTo>
                  <a:pt x="111989" y="613"/>
                </a:lnTo>
                <a:cubicBezTo>
                  <a:pt x="108295" y="4307"/>
                  <a:pt x="103192" y="6592"/>
                  <a:pt x="97555" y="6592"/>
                </a:cubicBezTo>
                <a:cubicBezTo>
                  <a:pt x="91918" y="6592"/>
                  <a:pt x="86815" y="4307"/>
                  <a:pt x="83121" y="613"/>
                </a:cubicBezTo>
                <a:close/>
                <a:moveTo>
                  <a:pt x="34090" y="0"/>
                </a:moveTo>
                <a:lnTo>
                  <a:pt x="63466" y="0"/>
                </a:lnTo>
                <a:lnTo>
                  <a:pt x="63212" y="613"/>
                </a:lnTo>
                <a:cubicBezTo>
                  <a:pt x="59518" y="4307"/>
                  <a:pt x="54415" y="6592"/>
                  <a:pt x="48778" y="6592"/>
                </a:cubicBezTo>
                <a:cubicBezTo>
                  <a:pt x="43141" y="6592"/>
                  <a:pt x="38038" y="4307"/>
                  <a:pt x="34344" y="613"/>
                </a:cubicBezTo>
                <a:close/>
                <a:moveTo>
                  <a:pt x="0" y="0"/>
                </a:moveTo>
                <a:lnTo>
                  <a:pt x="14689" y="0"/>
                </a:lnTo>
                <a:lnTo>
                  <a:pt x="14435" y="613"/>
                </a:lnTo>
                <a:cubicBezTo>
                  <a:pt x="10741" y="4307"/>
                  <a:pt x="5638" y="6592"/>
                  <a:pt x="2" y="6592"/>
                </a:cubicBezTo>
                <a:lnTo>
                  <a:pt x="0" y="6591"/>
                </a:lnTo>
                <a:close/>
              </a:path>
            </a:pathLst>
          </a:custGeom>
          <a:solidFill>
            <a:schemeClr val="accent1"/>
          </a:soli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None/>
            </a:pPr>
            <a:endParaRPr sz="1867" b="0" i="0" u="none" strike="noStrike" cap="none" dirty="0">
              <a:solidFill>
                <a:schemeClr val="dk1"/>
              </a:solidFill>
              <a:latin typeface="Calibri"/>
              <a:ea typeface="Calibri"/>
              <a:cs typeface="Calibri"/>
              <a:sym typeface="Calibri"/>
            </a:endParaRPr>
          </a:p>
        </p:txBody>
      </p:sp>
      <p:sp>
        <p:nvSpPr>
          <p:cNvPr id="5" name="Google Shape;12;p2">
            <a:extLst>
              <a:ext uri="{FF2B5EF4-FFF2-40B4-BE49-F238E27FC236}">
                <a16:creationId xmlns:a16="http://schemas.microsoft.com/office/drawing/2014/main" id="{B52CF107-93E8-FC44-8DFE-BBEC422F2ABB}"/>
              </a:ext>
            </a:extLst>
          </p:cNvPr>
          <p:cNvSpPr/>
          <p:nvPr/>
        </p:nvSpPr>
        <p:spPr>
          <a:xfrm>
            <a:off x="2" y="2"/>
            <a:ext cx="403373" cy="496797"/>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6" name="Google Shape;17;p2">
            <a:extLst>
              <a:ext uri="{FF2B5EF4-FFF2-40B4-BE49-F238E27FC236}">
                <a16:creationId xmlns:a16="http://schemas.microsoft.com/office/drawing/2014/main" id="{201498F0-CB3F-FD44-BEBE-07F07F2932BC}"/>
              </a:ext>
            </a:extLst>
          </p:cNvPr>
          <p:cNvSpPr/>
          <p:nvPr/>
        </p:nvSpPr>
        <p:spPr>
          <a:xfrm>
            <a:off x="8340399" y="3006656"/>
            <a:ext cx="3851608" cy="3851345"/>
          </a:xfrm>
          <a:custGeom>
            <a:avLst/>
            <a:gdLst/>
            <a:ahLst/>
            <a:cxnLst/>
            <a:rect l="l" t="t" r="r" b="b"/>
            <a:pathLst>
              <a:path w="3826101" h="3851345" extrusionOk="0">
                <a:moveTo>
                  <a:pt x="3826101" y="0"/>
                </a:moveTo>
                <a:lnTo>
                  <a:pt x="3826101" y="584257"/>
                </a:lnTo>
                <a:lnTo>
                  <a:pt x="3672624" y="588138"/>
                </a:lnTo>
                <a:cubicBezTo>
                  <a:pt x="1952295" y="675341"/>
                  <a:pt x="584255" y="2097818"/>
                  <a:pt x="584255" y="3839818"/>
                </a:cubicBezTo>
                <a:lnTo>
                  <a:pt x="584819" y="3851345"/>
                </a:lnTo>
                <a:lnTo>
                  <a:pt x="564" y="3851345"/>
                </a:lnTo>
                <a:lnTo>
                  <a:pt x="0" y="3839817"/>
                </a:lnTo>
                <a:cubicBezTo>
                  <a:pt x="0" y="1785226"/>
                  <a:pt x="1613526" y="107493"/>
                  <a:pt x="3642558" y="4641"/>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11" name="Text Placeholder 4">
            <a:extLst>
              <a:ext uri="{FF2B5EF4-FFF2-40B4-BE49-F238E27FC236}">
                <a16:creationId xmlns:a16="http://schemas.microsoft.com/office/drawing/2014/main" id="{19CFAFDF-7853-BE4C-AC60-0ACF49585AA6}"/>
              </a:ext>
            </a:extLst>
          </p:cNvPr>
          <p:cNvSpPr>
            <a:spLocks noGrp="1"/>
          </p:cNvSpPr>
          <p:nvPr>
            <p:ph type="body" sz="quarter" idx="169"/>
          </p:nvPr>
        </p:nvSpPr>
        <p:spPr>
          <a:xfrm>
            <a:off x="527051" y="2076467"/>
            <a:ext cx="5544800" cy="1352800"/>
          </a:xfrm>
          <a:prstGeom prst="rect">
            <a:avLst/>
          </a:prstGeom>
        </p:spPr>
        <p:txBody>
          <a:bodyPr lIns="0" tIns="0" rIns="0" bIns="0" anchor="b"/>
          <a:lstStyle>
            <a:lvl1pPr marL="8466" marR="0" indent="0" algn="l" rtl="0">
              <a:lnSpc>
                <a:spcPct val="90000"/>
              </a:lnSpc>
              <a:spcBef>
                <a:spcPts val="0"/>
              </a:spcBef>
              <a:spcAft>
                <a:spcPts val="0"/>
              </a:spcAft>
              <a:buClr>
                <a:schemeClr val="accent1"/>
              </a:buClr>
              <a:buSzPts val="3000"/>
              <a:buFont typeface="Poppins Medium"/>
              <a:buNone/>
              <a:tabLst/>
              <a:defRPr lang="en-US" sz="4000" b="0" i="0" u="none" strike="noStrike" cap="none" dirty="0">
                <a:solidFill>
                  <a:schemeClr val="accent1"/>
                </a:solidFill>
                <a:latin typeface="Poppins Medium"/>
                <a:ea typeface="Poppins Medium"/>
                <a:cs typeface="Poppins Medium"/>
                <a:sym typeface="Poppins Medium"/>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12" name="Text Placeholder 4">
            <a:extLst>
              <a:ext uri="{FF2B5EF4-FFF2-40B4-BE49-F238E27FC236}">
                <a16:creationId xmlns:a16="http://schemas.microsoft.com/office/drawing/2014/main" id="{32805DD9-CB4A-F340-98FC-5972BF3CE2ED}"/>
              </a:ext>
            </a:extLst>
          </p:cNvPr>
          <p:cNvSpPr>
            <a:spLocks noGrp="1"/>
          </p:cNvSpPr>
          <p:nvPr>
            <p:ph type="body" sz="quarter" idx="170"/>
          </p:nvPr>
        </p:nvSpPr>
        <p:spPr>
          <a:xfrm>
            <a:off x="527051" y="4129146"/>
            <a:ext cx="2328800" cy="328241"/>
          </a:xfrm>
          <a:prstGeom prst="rect">
            <a:avLst/>
          </a:prstGeom>
          <a:solidFill>
            <a:srgbClr val="E9EAEA"/>
          </a:solidFill>
        </p:spPr>
        <p:txBody>
          <a:bodyPr lIns="90000" tIns="46800" rIns="90000" bIns="46800"/>
          <a:lstStyle>
            <a:lvl1pPr marL="8466" marR="0" indent="0" algn="l" rtl="0">
              <a:lnSpc>
                <a:spcPct val="100000"/>
              </a:lnSpc>
              <a:spcBef>
                <a:spcPts val="0"/>
              </a:spcBef>
              <a:spcAft>
                <a:spcPts val="0"/>
              </a:spcAft>
              <a:buClr>
                <a:srgbClr val="000000"/>
              </a:buClr>
              <a:buSzPts val="1000"/>
              <a:buFont typeface="Poppins"/>
              <a:buNone/>
              <a:tabLst/>
              <a:defRPr lang="en-US" sz="1333" b="0" i="0" u="none" strike="noStrike" cap="none" dirty="0">
                <a:solidFill>
                  <a:schemeClr val="bg1"/>
                </a:solidFill>
                <a:latin typeface="Poppins"/>
                <a:ea typeface="Poppins"/>
                <a:cs typeface="Poppins"/>
                <a:sym typeface="Poppins"/>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13" name="Text Placeholder 4">
            <a:extLst>
              <a:ext uri="{FF2B5EF4-FFF2-40B4-BE49-F238E27FC236}">
                <a16:creationId xmlns:a16="http://schemas.microsoft.com/office/drawing/2014/main" id="{6287AB12-BBF8-314A-A6E9-19F637AF1BB6}"/>
              </a:ext>
            </a:extLst>
          </p:cNvPr>
          <p:cNvSpPr>
            <a:spLocks noGrp="1"/>
          </p:cNvSpPr>
          <p:nvPr>
            <p:ph type="body" sz="quarter" idx="171"/>
          </p:nvPr>
        </p:nvSpPr>
        <p:spPr>
          <a:xfrm>
            <a:off x="527051" y="3593767"/>
            <a:ext cx="5544800" cy="386000"/>
          </a:xfrm>
          <a:prstGeom prst="rect">
            <a:avLst/>
          </a:prstGeom>
        </p:spPr>
        <p:txBody>
          <a:bodyPr lIns="0" tIns="0" rIns="0" bIns="0"/>
          <a:lstStyle>
            <a:lvl1pPr marL="8466" marR="0" indent="-8466" algn="l" rtl="0">
              <a:lnSpc>
                <a:spcPct val="100000"/>
              </a:lnSpc>
              <a:spcBef>
                <a:spcPts val="0"/>
              </a:spcBef>
              <a:spcAft>
                <a:spcPts val="0"/>
              </a:spcAft>
              <a:buClr>
                <a:srgbClr val="000000"/>
              </a:buClr>
              <a:buSzPts val="1400"/>
              <a:buFont typeface="Poppins"/>
              <a:buNone/>
              <a:tabLst/>
              <a:defRPr lang="en-US" sz="1867" b="0" i="0" u="none" strike="noStrike" cap="none" dirty="0">
                <a:solidFill>
                  <a:schemeClr val="bg1"/>
                </a:solidFill>
                <a:latin typeface="Poppins"/>
                <a:ea typeface="Poppins"/>
                <a:cs typeface="Poppins"/>
                <a:sym typeface="Poppins"/>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cxnSp>
        <p:nvCxnSpPr>
          <p:cNvPr id="14" name="Google Shape;44;p27">
            <a:extLst>
              <a:ext uri="{FF2B5EF4-FFF2-40B4-BE49-F238E27FC236}">
                <a16:creationId xmlns:a16="http://schemas.microsoft.com/office/drawing/2014/main" id="{25D583CD-A2A4-FB4A-8716-3E2139CD0A8B}"/>
              </a:ext>
            </a:extLst>
          </p:cNvPr>
          <p:cNvCxnSpPr>
            <a:cxnSpLocks/>
          </p:cNvCxnSpPr>
          <p:nvPr/>
        </p:nvCxnSpPr>
        <p:spPr>
          <a:xfrm>
            <a:off x="10073351" y="565052"/>
            <a:ext cx="0" cy="437600"/>
          </a:xfrm>
          <a:prstGeom prst="straightConnector1">
            <a:avLst/>
          </a:prstGeom>
          <a:noFill/>
          <a:ln w="9525" cap="flat" cmpd="sng">
            <a:solidFill>
              <a:srgbClr val="DEDEDE"/>
            </a:solidFill>
            <a:prstDash val="solid"/>
            <a:round/>
            <a:headEnd type="none" w="sm" len="sm"/>
            <a:tailEnd type="none" w="sm" len="sm"/>
          </a:ln>
        </p:spPr>
      </p:cxnSp>
      <p:sp>
        <p:nvSpPr>
          <p:cNvPr id="16" name="Google Shape;46;p27">
            <a:extLst>
              <a:ext uri="{FF2B5EF4-FFF2-40B4-BE49-F238E27FC236}">
                <a16:creationId xmlns:a16="http://schemas.microsoft.com/office/drawing/2014/main" id="{8D99592C-85D9-BB46-999B-DFA563765AD4}"/>
              </a:ext>
            </a:extLst>
          </p:cNvPr>
          <p:cNvSpPr>
            <a:spLocks noGrp="1"/>
          </p:cNvSpPr>
          <p:nvPr>
            <p:ph type="pic" idx="6"/>
          </p:nvPr>
        </p:nvSpPr>
        <p:spPr>
          <a:xfrm>
            <a:off x="7965681" y="496800"/>
            <a:ext cx="1835600" cy="597600"/>
          </a:xfrm>
          <a:prstGeom prst="rect">
            <a:avLst/>
          </a:prstGeom>
          <a:noFill/>
          <a:ln>
            <a:noFill/>
          </a:ln>
        </p:spPr>
        <p:txBody>
          <a:bodyPr anchor="ctr"/>
          <a:lstStyle>
            <a:lvl1pPr marL="6351" indent="0" algn="ctr">
              <a:buNone/>
              <a:tabLst/>
              <a:defRPr sz="1867">
                <a:solidFill>
                  <a:schemeClr val="bg1"/>
                </a:solidFill>
                <a:latin typeface="+mn-lt"/>
              </a:defRPr>
            </a:lvl1pPr>
          </a:lstStyle>
          <a:p>
            <a:r>
              <a:rPr lang="en-US" dirty="0"/>
              <a:t>Click icon to add picture</a:t>
            </a:r>
          </a:p>
        </p:txBody>
      </p:sp>
      <p:sp>
        <p:nvSpPr>
          <p:cNvPr id="17" name="Text Placeholder 4">
            <a:extLst>
              <a:ext uri="{FF2B5EF4-FFF2-40B4-BE49-F238E27FC236}">
                <a16:creationId xmlns:a16="http://schemas.microsoft.com/office/drawing/2014/main" id="{1CD6811D-0A46-FD42-9ECF-702AE152164A}"/>
              </a:ext>
            </a:extLst>
          </p:cNvPr>
          <p:cNvSpPr>
            <a:spLocks noGrp="1"/>
          </p:cNvSpPr>
          <p:nvPr>
            <p:ph type="body" sz="quarter" idx="10"/>
          </p:nvPr>
        </p:nvSpPr>
        <p:spPr>
          <a:xfrm>
            <a:off x="3078592" y="6499667"/>
            <a:ext cx="1376800" cy="123200"/>
          </a:xfrm>
          <a:prstGeom prst="rect">
            <a:avLst/>
          </a:prstGeom>
        </p:spPr>
        <p:txBody>
          <a:bodyPr lIns="0" tIns="0" rIns="0" bIns="0"/>
          <a:lstStyle>
            <a:lvl1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18" name="Text Placeholder 4">
            <a:extLst>
              <a:ext uri="{FF2B5EF4-FFF2-40B4-BE49-F238E27FC236}">
                <a16:creationId xmlns:a16="http://schemas.microsoft.com/office/drawing/2014/main" id="{A3B5EDFA-B376-F84D-A133-347076611161}"/>
              </a:ext>
            </a:extLst>
          </p:cNvPr>
          <p:cNvSpPr>
            <a:spLocks noGrp="1"/>
          </p:cNvSpPr>
          <p:nvPr>
            <p:ph type="body" sz="quarter" idx="13"/>
          </p:nvPr>
        </p:nvSpPr>
        <p:spPr>
          <a:xfrm>
            <a:off x="6983589" y="6499667"/>
            <a:ext cx="745200" cy="123200"/>
          </a:xfrm>
          <a:prstGeom prst="rect">
            <a:avLst/>
          </a:prstGeom>
        </p:spPr>
        <p:txBody>
          <a:bodyPr lIns="0" tIns="0" rIns="0" bIns="0"/>
          <a:lstStyle>
            <a:lvl1pPr marL="8466" marR="0" indent="0" algn="l"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19" name="Google Shape;9;p2">
            <a:extLst>
              <a:ext uri="{FF2B5EF4-FFF2-40B4-BE49-F238E27FC236}">
                <a16:creationId xmlns:a16="http://schemas.microsoft.com/office/drawing/2014/main" id="{FA5D25B5-D38A-CE4B-91C4-386609257B4F}"/>
              </a:ext>
            </a:extLst>
          </p:cNvPr>
          <p:cNvSpPr txBox="1"/>
          <p:nvPr/>
        </p:nvSpPr>
        <p:spPr>
          <a:xfrm>
            <a:off x="4978276" y="6499667"/>
            <a:ext cx="224420" cy="123111"/>
          </a:xfrm>
          <a:prstGeom prst="rect">
            <a:avLst/>
          </a:prstGeom>
          <a:noFill/>
          <a:ln>
            <a:noFill/>
          </a:ln>
        </p:spPr>
        <p:txBody>
          <a:bodyPr spcFirstLastPara="1" wrap="none" lIns="0" tIns="0" rIns="0" bIns="0" anchor="t" anchorCtr="0">
            <a:spAutoFit/>
          </a:bodyPr>
          <a:lstStyle/>
          <a:p>
            <a:pPr marL="0" lvl="0" indent="0" algn="r" rtl="0">
              <a:spcBef>
                <a:spcPts val="0"/>
              </a:spcBef>
              <a:spcAft>
                <a:spcPts val="0"/>
              </a:spcAft>
              <a:buNone/>
            </a:pPr>
            <a:r>
              <a:rPr lang="en" sz="800" dirty="0">
                <a:solidFill>
                  <a:schemeClr val="bg1"/>
                </a:solidFill>
                <a:latin typeface="+mn-lt"/>
                <a:ea typeface="Calibri"/>
                <a:cs typeface="Calibri"/>
                <a:sym typeface="Calibri"/>
              </a:rPr>
              <a:t>Date:</a:t>
            </a:r>
            <a:endParaRPr sz="800" dirty="0">
              <a:solidFill>
                <a:schemeClr val="bg1"/>
              </a:solidFill>
              <a:latin typeface="+mn-lt"/>
              <a:ea typeface="Calibri"/>
              <a:cs typeface="Calibri"/>
              <a:sym typeface="Calibri"/>
            </a:endParaRPr>
          </a:p>
        </p:txBody>
      </p:sp>
      <p:sp>
        <p:nvSpPr>
          <p:cNvPr id="20" name="Text Placeholder 4">
            <a:extLst>
              <a:ext uri="{FF2B5EF4-FFF2-40B4-BE49-F238E27FC236}">
                <a16:creationId xmlns:a16="http://schemas.microsoft.com/office/drawing/2014/main" id="{1B9501B3-56E7-5E45-8145-81E13F2BA795}"/>
              </a:ext>
            </a:extLst>
          </p:cNvPr>
          <p:cNvSpPr>
            <a:spLocks noGrp="1"/>
          </p:cNvSpPr>
          <p:nvPr>
            <p:ph type="body" sz="quarter" idx="14"/>
          </p:nvPr>
        </p:nvSpPr>
        <p:spPr>
          <a:xfrm>
            <a:off x="5236821" y="6499667"/>
            <a:ext cx="856000" cy="123200"/>
          </a:xfrm>
          <a:prstGeom prst="rect">
            <a:avLst/>
          </a:prstGeom>
        </p:spPr>
        <p:txBody>
          <a:bodyPr lIns="0" tIns="0" rIns="0" bIns="0"/>
          <a:lstStyle>
            <a:lvl1pPr marL="8466" marR="0" indent="0" algn="l"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21" name="TextBox 20">
            <a:extLst>
              <a:ext uri="{FF2B5EF4-FFF2-40B4-BE49-F238E27FC236}">
                <a16:creationId xmlns:a16="http://schemas.microsoft.com/office/drawing/2014/main" id="{A232B230-2945-EC4E-91A6-0E246F72F856}"/>
              </a:ext>
            </a:extLst>
          </p:cNvPr>
          <p:cNvSpPr txBox="1"/>
          <p:nvPr/>
        </p:nvSpPr>
        <p:spPr>
          <a:xfrm>
            <a:off x="527051" y="6499667"/>
            <a:ext cx="1981312" cy="123111"/>
          </a:xfrm>
          <a:prstGeom prst="rect">
            <a:avLst/>
          </a:prstGeom>
          <a:noFill/>
        </p:spPr>
        <p:txBody>
          <a:bodyPr wrap="none" lIns="0" tIns="0" rIns="0" bIns="0" rtlCol="0">
            <a:spAutoFit/>
          </a:bodyPr>
          <a:lstStyle/>
          <a:p>
            <a:pPr marL="0" marR="0" lvl="0" indent="0" algn="l" rtl="0">
              <a:lnSpc>
                <a:spcPct val="100000"/>
              </a:lnSpc>
              <a:spcBef>
                <a:spcPts val="0"/>
              </a:spcBef>
              <a:spcAft>
                <a:spcPts val="0"/>
              </a:spcAft>
              <a:buClr>
                <a:srgbClr val="000000"/>
              </a:buClr>
              <a:buFont typeface="Arial"/>
              <a:buNone/>
            </a:pPr>
            <a:r>
              <a:rPr lang="en-US" sz="800" b="0" i="0" u="none" strike="noStrike" cap="none" dirty="0">
                <a:solidFill>
                  <a:schemeClr val="bg1"/>
                </a:solidFill>
                <a:latin typeface="+mn-lt"/>
                <a:cs typeface="Calibri"/>
                <a:sym typeface="Arial"/>
              </a:rPr>
              <a:t>Tiger Analytics Inc. © 2022. All Rights Reserved.</a:t>
            </a:r>
          </a:p>
        </p:txBody>
      </p:sp>
      <p:sp>
        <p:nvSpPr>
          <p:cNvPr id="22" name="Google Shape;9;p2">
            <a:extLst>
              <a:ext uri="{FF2B5EF4-FFF2-40B4-BE49-F238E27FC236}">
                <a16:creationId xmlns:a16="http://schemas.microsoft.com/office/drawing/2014/main" id="{030AF6AE-B7BE-7245-919F-C93E9AC020FF}"/>
              </a:ext>
            </a:extLst>
          </p:cNvPr>
          <p:cNvSpPr txBox="1"/>
          <p:nvPr/>
        </p:nvSpPr>
        <p:spPr>
          <a:xfrm>
            <a:off x="6629042" y="6499667"/>
            <a:ext cx="318998" cy="123111"/>
          </a:xfrm>
          <a:prstGeom prst="rect">
            <a:avLst/>
          </a:prstGeom>
          <a:noFill/>
          <a:ln>
            <a:noFill/>
          </a:ln>
        </p:spPr>
        <p:txBody>
          <a:bodyPr spcFirstLastPara="1" wrap="none" lIns="0" tIns="0" rIns="0" bIns="0" anchor="t" anchorCtr="0">
            <a:spAutoFit/>
          </a:bodyPr>
          <a:lstStyle/>
          <a:p>
            <a:pPr marL="0" lvl="0" indent="0" algn="r" rtl="0">
              <a:spcBef>
                <a:spcPts val="0"/>
              </a:spcBef>
              <a:spcAft>
                <a:spcPts val="0"/>
              </a:spcAft>
              <a:buNone/>
            </a:pPr>
            <a:r>
              <a:rPr lang="en-IN" sz="800" dirty="0">
                <a:solidFill>
                  <a:schemeClr val="bg1"/>
                </a:solidFill>
                <a:latin typeface="+mn-lt"/>
                <a:ea typeface="Calibri"/>
                <a:cs typeface="Calibri"/>
                <a:sym typeface="Calibri"/>
              </a:rPr>
              <a:t>Author:</a:t>
            </a:r>
          </a:p>
        </p:txBody>
      </p:sp>
      <p:pic>
        <p:nvPicPr>
          <p:cNvPr id="23" name="Google Shape;10;p2">
            <a:extLst>
              <a:ext uri="{FF2B5EF4-FFF2-40B4-BE49-F238E27FC236}">
                <a16:creationId xmlns:a16="http://schemas.microsoft.com/office/drawing/2014/main" id="{51F1E860-EBAE-F144-98ED-065E8BE566F5}"/>
              </a:ext>
            </a:extLst>
          </p:cNvPr>
          <p:cNvPicPr preferRelativeResize="0"/>
          <p:nvPr/>
        </p:nvPicPr>
        <p:blipFill rotWithShape="1">
          <a:blip r:embed="rId2">
            <a:alphaModFix/>
          </a:blip>
          <a:srcRect/>
          <a:stretch/>
        </p:blipFill>
        <p:spPr>
          <a:xfrm>
            <a:off x="10288449" y="553203"/>
            <a:ext cx="1349352" cy="461300"/>
          </a:xfrm>
          <a:prstGeom prst="rect">
            <a:avLst/>
          </a:prstGeom>
          <a:noFill/>
          <a:ln>
            <a:noFill/>
          </a:ln>
        </p:spPr>
      </p:pic>
    </p:spTree>
    <p:extLst>
      <p:ext uri="{BB962C8B-B14F-4D97-AF65-F5344CB8AC3E}">
        <p14:creationId xmlns:p14="http://schemas.microsoft.com/office/powerpoint/2010/main" val="3074907077"/>
      </p:ext>
    </p:extLst>
  </p:cSld>
  <p:clrMapOvr>
    <a:masterClrMapping/>
  </p:clrMapOvr>
  <p:extLst>
    <p:ext uri="{DCECCB84-F9BA-43D5-87BE-67443E8EF086}">
      <p15:sldGuideLst xmlns:p15="http://schemas.microsoft.com/office/powerpoint/2012/main">
        <p15:guide id="1" orient="horz" pos="531">
          <p15:clr>
            <a:srgbClr val="FBAE40"/>
          </p15:clr>
        </p15:guide>
        <p15:guide id="2" pos="249">
          <p15:clr>
            <a:srgbClr val="FBAE40"/>
          </p15:clr>
        </p15:guide>
        <p15:guide id="3" pos="5511">
          <p15:clr>
            <a:srgbClr val="FBAE40"/>
          </p15:clr>
        </p15:guide>
        <p15:guide id="4" orient="horz" pos="3003">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itle/Cover - Imagery">
    <p:spTree>
      <p:nvGrpSpPr>
        <p:cNvPr id="1" name=""/>
        <p:cNvGrpSpPr/>
        <p:nvPr/>
      </p:nvGrpSpPr>
      <p:grpSpPr>
        <a:xfrm>
          <a:off x="0" y="0"/>
          <a:ext cx="0" cy="0"/>
          <a:chOff x="0" y="0"/>
          <a:chExt cx="0" cy="0"/>
        </a:xfrm>
      </p:grpSpPr>
      <p:pic>
        <p:nvPicPr>
          <p:cNvPr id="3" name="Google Shape;10;p2">
            <a:extLst>
              <a:ext uri="{FF2B5EF4-FFF2-40B4-BE49-F238E27FC236}">
                <a16:creationId xmlns:a16="http://schemas.microsoft.com/office/drawing/2014/main" id="{D9C4F324-23BA-AF4D-934C-4598EF850F4A}"/>
              </a:ext>
            </a:extLst>
          </p:cNvPr>
          <p:cNvPicPr preferRelativeResize="0"/>
          <p:nvPr/>
        </p:nvPicPr>
        <p:blipFill rotWithShape="1">
          <a:blip r:embed="rId2">
            <a:alphaModFix/>
          </a:blip>
          <a:srcRect/>
          <a:stretch/>
        </p:blipFill>
        <p:spPr>
          <a:xfrm>
            <a:off x="10288449" y="553203"/>
            <a:ext cx="1349352" cy="461300"/>
          </a:xfrm>
          <a:prstGeom prst="rect">
            <a:avLst/>
          </a:prstGeom>
          <a:noFill/>
          <a:ln>
            <a:noFill/>
          </a:ln>
        </p:spPr>
      </p:pic>
      <p:sp>
        <p:nvSpPr>
          <p:cNvPr id="4" name="Google Shape;11;p2">
            <a:extLst>
              <a:ext uri="{FF2B5EF4-FFF2-40B4-BE49-F238E27FC236}">
                <a16:creationId xmlns:a16="http://schemas.microsoft.com/office/drawing/2014/main" id="{8B400058-50C2-EA42-9BF6-A9504B065FFA}"/>
              </a:ext>
            </a:extLst>
          </p:cNvPr>
          <p:cNvSpPr/>
          <p:nvPr/>
        </p:nvSpPr>
        <p:spPr>
          <a:xfrm>
            <a:off x="2" y="2"/>
            <a:ext cx="1011044" cy="1014501"/>
          </a:xfrm>
          <a:custGeom>
            <a:avLst/>
            <a:gdLst/>
            <a:ahLst/>
            <a:cxnLst/>
            <a:rect l="l" t="t" r="r" b="b"/>
            <a:pathLst>
              <a:path w="1011044" h="1014501" extrusionOk="0">
                <a:moveTo>
                  <a:pt x="195109" y="993405"/>
                </a:moveTo>
                <a:lnTo>
                  <a:pt x="200634" y="994520"/>
                </a:lnTo>
                <a:lnTo>
                  <a:pt x="183296" y="997616"/>
                </a:lnTo>
                <a:lnTo>
                  <a:pt x="187163" y="995009"/>
                </a:lnTo>
                <a:cubicBezTo>
                  <a:pt x="189606" y="993976"/>
                  <a:pt x="192291" y="993405"/>
                  <a:pt x="195109" y="993405"/>
                </a:cubicBezTo>
                <a:close/>
                <a:moveTo>
                  <a:pt x="146332" y="993405"/>
                </a:moveTo>
                <a:cubicBezTo>
                  <a:pt x="151969" y="993405"/>
                  <a:pt x="157072" y="995690"/>
                  <a:pt x="160766" y="999383"/>
                </a:cubicBezTo>
                <a:lnTo>
                  <a:pt x="161636" y="1001484"/>
                </a:lnTo>
                <a:lnTo>
                  <a:pt x="153987" y="1002850"/>
                </a:lnTo>
                <a:lnTo>
                  <a:pt x="129155" y="1006006"/>
                </a:lnTo>
                <a:lnTo>
                  <a:pt x="131898" y="999383"/>
                </a:lnTo>
                <a:cubicBezTo>
                  <a:pt x="135592" y="995690"/>
                  <a:pt x="140695" y="993405"/>
                  <a:pt x="146332" y="993405"/>
                </a:cubicBezTo>
                <a:close/>
                <a:moveTo>
                  <a:pt x="97555" y="993405"/>
                </a:moveTo>
                <a:cubicBezTo>
                  <a:pt x="103192" y="993405"/>
                  <a:pt x="108295" y="995690"/>
                  <a:pt x="111989" y="999383"/>
                </a:cubicBezTo>
                <a:lnTo>
                  <a:pt x="115453" y="1007747"/>
                </a:lnTo>
                <a:lnTo>
                  <a:pt x="103384" y="1009281"/>
                </a:lnTo>
                <a:lnTo>
                  <a:pt x="78229" y="1011193"/>
                </a:lnTo>
                <a:lnTo>
                  <a:pt x="83121" y="999383"/>
                </a:lnTo>
                <a:cubicBezTo>
                  <a:pt x="86815" y="995690"/>
                  <a:pt x="91918" y="993405"/>
                  <a:pt x="97555" y="993405"/>
                </a:cubicBezTo>
                <a:close/>
                <a:moveTo>
                  <a:pt x="48778" y="993405"/>
                </a:moveTo>
                <a:cubicBezTo>
                  <a:pt x="54415" y="993405"/>
                  <a:pt x="59518" y="995690"/>
                  <a:pt x="63212" y="999383"/>
                </a:cubicBezTo>
                <a:lnTo>
                  <a:pt x="68413" y="1011940"/>
                </a:lnTo>
                <a:lnTo>
                  <a:pt x="52033" y="1013185"/>
                </a:lnTo>
                <a:lnTo>
                  <a:pt x="28379" y="1013783"/>
                </a:lnTo>
                <a:lnTo>
                  <a:pt x="34344" y="999383"/>
                </a:lnTo>
                <a:cubicBezTo>
                  <a:pt x="38038" y="995690"/>
                  <a:pt x="43141" y="993405"/>
                  <a:pt x="48778" y="993405"/>
                </a:cubicBezTo>
                <a:close/>
                <a:moveTo>
                  <a:pt x="2" y="993405"/>
                </a:moveTo>
                <a:cubicBezTo>
                  <a:pt x="11275" y="993405"/>
                  <a:pt x="20414" y="1002544"/>
                  <a:pt x="20414" y="1013818"/>
                </a:cubicBezTo>
                <a:lnTo>
                  <a:pt x="20344" y="1013987"/>
                </a:lnTo>
                <a:lnTo>
                  <a:pt x="0" y="1014501"/>
                </a:lnTo>
                <a:lnTo>
                  <a:pt x="0" y="993406"/>
                </a:lnTo>
                <a:close/>
                <a:moveTo>
                  <a:pt x="341440" y="939317"/>
                </a:moveTo>
                <a:cubicBezTo>
                  <a:pt x="347077" y="939317"/>
                  <a:pt x="352180" y="941602"/>
                  <a:pt x="355875" y="945296"/>
                </a:cubicBezTo>
                <a:lnTo>
                  <a:pt x="357150" y="948375"/>
                </a:lnTo>
                <a:lnTo>
                  <a:pt x="321699" y="961350"/>
                </a:lnTo>
                <a:lnTo>
                  <a:pt x="321028" y="959730"/>
                </a:lnTo>
                <a:cubicBezTo>
                  <a:pt x="321028" y="948456"/>
                  <a:pt x="330166" y="939317"/>
                  <a:pt x="341440" y="939317"/>
                </a:cubicBezTo>
                <a:close/>
                <a:moveTo>
                  <a:pt x="292663" y="939317"/>
                </a:moveTo>
                <a:cubicBezTo>
                  <a:pt x="303937" y="939317"/>
                  <a:pt x="313076" y="948456"/>
                  <a:pt x="313076" y="959730"/>
                </a:cubicBezTo>
                <a:lnTo>
                  <a:pt x="310744" y="965360"/>
                </a:lnTo>
                <a:lnTo>
                  <a:pt x="300683" y="969042"/>
                </a:lnTo>
                <a:lnTo>
                  <a:pt x="279538" y="975046"/>
                </a:lnTo>
                <a:lnTo>
                  <a:pt x="278229" y="974164"/>
                </a:lnTo>
                <a:cubicBezTo>
                  <a:pt x="274535" y="970470"/>
                  <a:pt x="272251" y="965367"/>
                  <a:pt x="272251" y="959730"/>
                </a:cubicBezTo>
                <a:cubicBezTo>
                  <a:pt x="272251" y="948456"/>
                  <a:pt x="281389" y="939317"/>
                  <a:pt x="292663" y="939317"/>
                </a:cubicBezTo>
                <a:close/>
                <a:moveTo>
                  <a:pt x="243886" y="939317"/>
                </a:moveTo>
                <a:cubicBezTo>
                  <a:pt x="255160" y="939317"/>
                  <a:pt x="264299" y="948456"/>
                  <a:pt x="264299" y="959730"/>
                </a:cubicBezTo>
                <a:cubicBezTo>
                  <a:pt x="264299" y="971004"/>
                  <a:pt x="255160" y="980143"/>
                  <a:pt x="243886" y="980143"/>
                </a:cubicBezTo>
                <a:cubicBezTo>
                  <a:pt x="232612" y="980143"/>
                  <a:pt x="223473" y="971004"/>
                  <a:pt x="223473" y="959730"/>
                </a:cubicBezTo>
                <a:cubicBezTo>
                  <a:pt x="223473" y="948456"/>
                  <a:pt x="232612" y="939317"/>
                  <a:pt x="243886" y="939317"/>
                </a:cubicBezTo>
                <a:close/>
                <a:moveTo>
                  <a:pt x="195109" y="939317"/>
                </a:moveTo>
                <a:cubicBezTo>
                  <a:pt x="206383" y="939317"/>
                  <a:pt x="215522" y="948456"/>
                  <a:pt x="215522" y="959730"/>
                </a:cubicBezTo>
                <a:cubicBezTo>
                  <a:pt x="215522" y="971004"/>
                  <a:pt x="206383" y="980143"/>
                  <a:pt x="195109" y="980143"/>
                </a:cubicBezTo>
                <a:cubicBezTo>
                  <a:pt x="183835" y="980143"/>
                  <a:pt x="174696" y="971004"/>
                  <a:pt x="174696" y="959730"/>
                </a:cubicBezTo>
                <a:cubicBezTo>
                  <a:pt x="174696" y="948456"/>
                  <a:pt x="183835" y="939317"/>
                  <a:pt x="195109" y="939317"/>
                </a:cubicBezTo>
                <a:close/>
                <a:moveTo>
                  <a:pt x="146332" y="939317"/>
                </a:moveTo>
                <a:cubicBezTo>
                  <a:pt x="157606" y="939317"/>
                  <a:pt x="166745" y="948456"/>
                  <a:pt x="166745" y="959730"/>
                </a:cubicBezTo>
                <a:cubicBezTo>
                  <a:pt x="166745" y="971004"/>
                  <a:pt x="157606" y="980143"/>
                  <a:pt x="146332" y="980143"/>
                </a:cubicBezTo>
                <a:cubicBezTo>
                  <a:pt x="135058" y="980143"/>
                  <a:pt x="125919" y="971004"/>
                  <a:pt x="125919" y="959730"/>
                </a:cubicBezTo>
                <a:cubicBezTo>
                  <a:pt x="125919" y="948456"/>
                  <a:pt x="135058" y="939317"/>
                  <a:pt x="146332" y="939317"/>
                </a:cubicBezTo>
                <a:close/>
                <a:moveTo>
                  <a:pt x="97555" y="939317"/>
                </a:moveTo>
                <a:cubicBezTo>
                  <a:pt x="108829" y="939317"/>
                  <a:pt x="117968" y="948456"/>
                  <a:pt x="117968" y="959730"/>
                </a:cubicBezTo>
                <a:cubicBezTo>
                  <a:pt x="117968" y="971004"/>
                  <a:pt x="108829" y="980143"/>
                  <a:pt x="97555" y="980143"/>
                </a:cubicBezTo>
                <a:cubicBezTo>
                  <a:pt x="86281" y="980143"/>
                  <a:pt x="77142" y="971004"/>
                  <a:pt x="77142" y="959730"/>
                </a:cubicBezTo>
                <a:cubicBezTo>
                  <a:pt x="77142" y="948456"/>
                  <a:pt x="86281" y="939317"/>
                  <a:pt x="97555" y="939317"/>
                </a:cubicBezTo>
                <a:close/>
                <a:moveTo>
                  <a:pt x="48778" y="939317"/>
                </a:moveTo>
                <a:cubicBezTo>
                  <a:pt x="60052" y="939317"/>
                  <a:pt x="69191" y="948456"/>
                  <a:pt x="69191" y="959730"/>
                </a:cubicBezTo>
                <a:cubicBezTo>
                  <a:pt x="69191" y="971004"/>
                  <a:pt x="60052" y="980143"/>
                  <a:pt x="48778" y="980143"/>
                </a:cubicBezTo>
                <a:cubicBezTo>
                  <a:pt x="37504" y="980143"/>
                  <a:pt x="28365" y="971004"/>
                  <a:pt x="28365" y="959730"/>
                </a:cubicBezTo>
                <a:cubicBezTo>
                  <a:pt x="28365" y="948456"/>
                  <a:pt x="37504" y="939317"/>
                  <a:pt x="48778" y="939317"/>
                </a:cubicBezTo>
                <a:close/>
                <a:moveTo>
                  <a:pt x="2" y="939317"/>
                </a:moveTo>
                <a:cubicBezTo>
                  <a:pt x="11275" y="939317"/>
                  <a:pt x="20414" y="948456"/>
                  <a:pt x="20414" y="959730"/>
                </a:cubicBezTo>
                <a:cubicBezTo>
                  <a:pt x="20414" y="971004"/>
                  <a:pt x="11275" y="980143"/>
                  <a:pt x="2" y="980143"/>
                </a:cubicBezTo>
                <a:lnTo>
                  <a:pt x="0" y="980142"/>
                </a:lnTo>
                <a:lnTo>
                  <a:pt x="0" y="939318"/>
                </a:lnTo>
                <a:close/>
                <a:moveTo>
                  <a:pt x="487772" y="885231"/>
                </a:moveTo>
                <a:lnTo>
                  <a:pt x="492351" y="886155"/>
                </a:lnTo>
                <a:lnTo>
                  <a:pt x="481971" y="892462"/>
                </a:lnTo>
                <a:lnTo>
                  <a:pt x="470537" y="897969"/>
                </a:lnTo>
                <a:lnTo>
                  <a:pt x="473337" y="891210"/>
                </a:lnTo>
                <a:cubicBezTo>
                  <a:pt x="477032" y="887516"/>
                  <a:pt x="482135" y="885231"/>
                  <a:pt x="487772" y="885231"/>
                </a:cubicBezTo>
                <a:close/>
                <a:moveTo>
                  <a:pt x="438994" y="885231"/>
                </a:moveTo>
                <a:cubicBezTo>
                  <a:pt x="444631" y="885231"/>
                  <a:pt x="449734" y="887516"/>
                  <a:pt x="453429" y="891210"/>
                </a:cubicBezTo>
                <a:lnTo>
                  <a:pt x="458609" y="903716"/>
                </a:lnTo>
                <a:lnTo>
                  <a:pt x="424595" y="920101"/>
                </a:lnTo>
                <a:lnTo>
                  <a:pt x="424560" y="920078"/>
                </a:lnTo>
                <a:cubicBezTo>
                  <a:pt x="420867" y="916384"/>
                  <a:pt x="418582" y="911281"/>
                  <a:pt x="418582" y="905644"/>
                </a:cubicBezTo>
                <a:cubicBezTo>
                  <a:pt x="418582" y="894370"/>
                  <a:pt x="427721" y="885231"/>
                  <a:pt x="438994" y="885231"/>
                </a:cubicBezTo>
                <a:close/>
                <a:moveTo>
                  <a:pt x="390217" y="885231"/>
                </a:moveTo>
                <a:cubicBezTo>
                  <a:pt x="401491" y="885231"/>
                  <a:pt x="410630" y="894370"/>
                  <a:pt x="410630" y="905644"/>
                </a:cubicBezTo>
                <a:cubicBezTo>
                  <a:pt x="410630" y="916917"/>
                  <a:pt x="401491" y="926056"/>
                  <a:pt x="390217" y="926056"/>
                </a:cubicBezTo>
                <a:cubicBezTo>
                  <a:pt x="378944" y="926056"/>
                  <a:pt x="369805" y="916917"/>
                  <a:pt x="369805" y="905644"/>
                </a:cubicBezTo>
                <a:cubicBezTo>
                  <a:pt x="369805" y="894370"/>
                  <a:pt x="378944" y="885231"/>
                  <a:pt x="390217" y="885231"/>
                </a:cubicBezTo>
                <a:close/>
                <a:moveTo>
                  <a:pt x="341440" y="885231"/>
                </a:moveTo>
                <a:cubicBezTo>
                  <a:pt x="352714" y="885231"/>
                  <a:pt x="361853" y="894370"/>
                  <a:pt x="361853" y="905644"/>
                </a:cubicBezTo>
                <a:cubicBezTo>
                  <a:pt x="361853" y="916917"/>
                  <a:pt x="352714" y="926056"/>
                  <a:pt x="341440" y="926056"/>
                </a:cubicBezTo>
                <a:cubicBezTo>
                  <a:pt x="330166" y="926056"/>
                  <a:pt x="321028" y="916917"/>
                  <a:pt x="321028" y="905644"/>
                </a:cubicBezTo>
                <a:cubicBezTo>
                  <a:pt x="321028" y="894370"/>
                  <a:pt x="330166" y="885231"/>
                  <a:pt x="341440" y="885231"/>
                </a:cubicBezTo>
                <a:close/>
                <a:moveTo>
                  <a:pt x="292663" y="885231"/>
                </a:moveTo>
                <a:cubicBezTo>
                  <a:pt x="303937" y="885231"/>
                  <a:pt x="313076" y="894370"/>
                  <a:pt x="313076" y="905644"/>
                </a:cubicBezTo>
                <a:cubicBezTo>
                  <a:pt x="313076" y="916917"/>
                  <a:pt x="303937" y="926056"/>
                  <a:pt x="292663" y="926056"/>
                </a:cubicBezTo>
                <a:cubicBezTo>
                  <a:pt x="281389" y="926056"/>
                  <a:pt x="272251" y="916917"/>
                  <a:pt x="272251" y="905644"/>
                </a:cubicBezTo>
                <a:cubicBezTo>
                  <a:pt x="272251" y="894370"/>
                  <a:pt x="281389" y="885231"/>
                  <a:pt x="292663" y="885231"/>
                </a:cubicBezTo>
                <a:close/>
                <a:moveTo>
                  <a:pt x="243886" y="885231"/>
                </a:moveTo>
                <a:cubicBezTo>
                  <a:pt x="255160" y="885231"/>
                  <a:pt x="264299" y="894370"/>
                  <a:pt x="264299" y="905644"/>
                </a:cubicBezTo>
                <a:cubicBezTo>
                  <a:pt x="264299" y="916917"/>
                  <a:pt x="255160" y="926056"/>
                  <a:pt x="243886" y="926056"/>
                </a:cubicBezTo>
                <a:cubicBezTo>
                  <a:pt x="232612" y="926056"/>
                  <a:pt x="223473" y="916917"/>
                  <a:pt x="223473" y="905644"/>
                </a:cubicBezTo>
                <a:cubicBezTo>
                  <a:pt x="223473" y="894370"/>
                  <a:pt x="232612" y="885231"/>
                  <a:pt x="243886" y="885231"/>
                </a:cubicBezTo>
                <a:close/>
                <a:moveTo>
                  <a:pt x="195109" y="885231"/>
                </a:moveTo>
                <a:cubicBezTo>
                  <a:pt x="206383" y="885231"/>
                  <a:pt x="215522" y="894370"/>
                  <a:pt x="215522" y="905644"/>
                </a:cubicBezTo>
                <a:cubicBezTo>
                  <a:pt x="215522" y="916917"/>
                  <a:pt x="206383" y="926056"/>
                  <a:pt x="195109" y="926056"/>
                </a:cubicBezTo>
                <a:cubicBezTo>
                  <a:pt x="183835" y="926056"/>
                  <a:pt x="174696" y="916917"/>
                  <a:pt x="174696" y="905644"/>
                </a:cubicBezTo>
                <a:cubicBezTo>
                  <a:pt x="174696" y="894370"/>
                  <a:pt x="183835" y="885231"/>
                  <a:pt x="195109" y="885231"/>
                </a:cubicBezTo>
                <a:close/>
                <a:moveTo>
                  <a:pt x="146332" y="885231"/>
                </a:moveTo>
                <a:cubicBezTo>
                  <a:pt x="157606" y="885231"/>
                  <a:pt x="166745" y="894370"/>
                  <a:pt x="166745" y="905644"/>
                </a:cubicBezTo>
                <a:cubicBezTo>
                  <a:pt x="166745" y="916917"/>
                  <a:pt x="157606" y="926056"/>
                  <a:pt x="146332" y="926056"/>
                </a:cubicBezTo>
                <a:cubicBezTo>
                  <a:pt x="135058" y="926056"/>
                  <a:pt x="125919" y="916917"/>
                  <a:pt x="125919" y="905644"/>
                </a:cubicBezTo>
                <a:cubicBezTo>
                  <a:pt x="125919" y="894370"/>
                  <a:pt x="135058" y="885231"/>
                  <a:pt x="146332" y="885231"/>
                </a:cubicBezTo>
                <a:close/>
                <a:moveTo>
                  <a:pt x="97555" y="885231"/>
                </a:moveTo>
                <a:cubicBezTo>
                  <a:pt x="108829" y="885231"/>
                  <a:pt x="117968" y="894370"/>
                  <a:pt x="117968" y="905644"/>
                </a:cubicBezTo>
                <a:cubicBezTo>
                  <a:pt x="117968" y="916917"/>
                  <a:pt x="108829" y="926056"/>
                  <a:pt x="97555" y="926056"/>
                </a:cubicBezTo>
                <a:cubicBezTo>
                  <a:pt x="86281" y="926056"/>
                  <a:pt x="77142" y="916917"/>
                  <a:pt x="77142" y="905644"/>
                </a:cubicBezTo>
                <a:cubicBezTo>
                  <a:pt x="77142" y="894370"/>
                  <a:pt x="86281" y="885231"/>
                  <a:pt x="97555" y="885231"/>
                </a:cubicBezTo>
                <a:close/>
                <a:moveTo>
                  <a:pt x="48778" y="885231"/>
                </a:moveTo>
                <a:cubicBezTo>
                  <a:pt x="60052" y="885231"/>
                  <a:pt x="69191" y="894370"/>
                  <a:pt x="69191" y="905644"/>
                </a:cubicBezTo>
                <a:cubicBezTo>
                  <a:pt x="69191" y="916917"/>
                  <a:pt x="60052" y="926056"/>
                  <a:pt x="48778" y="926056"/>
                </a:cubicBezTo>
                <a:cubicBezTo>
                  <a:pt x="37504" y="926056"/>
                  <a:pt x="28365" y="916917"/>
                  <a:pt x="28365" y="905644"/>
                </a:cubicBezTo>
                <a:cubicBezTo>
                  <a:pt x="28365" y="894370"/>
                  <a:pt x="37504" y="885231"/>
                  <a:pt x="48778" y="885231"/>
                </a:cubicBezTo>
                <a:close/>
                <a:moveTo>
                  <a:pt x="2" y="885231"/>
                </a:moveTo>
                <a:cubicBezTo>
                  <a:pt x="11275" y="885231"/>
                  <a:pt x="20414" y="894370"/>
                  <a:pt x="20414" y="905644"/>
                </a:cubicBezTo>
                <a:cubicBezTo>
                  <a:pt x="20414" y="916917"/>
                  <a:pt x="11275" y="926056"/>
                  <a:pt x="2" y="926056"/>
                </a:cubicBezTo>
                <a:lnTo>
                  <a:pt x="0" y="926055"/>
                </a:lnTo>
                <a:lnTo>
                  <a:pt x="0" y="885232"/>
                </a:lnTo>
                <a:close/>
                <a:moveTo>
                  <a:pt x="577493" y="832726"/>
                </a:moveTo>
                <a:lnTo>
                  <a:pt x="570568" y="837904"/>
                </a:lnTo>
                <a:lnTo>
                  <a:pt x="570892" y="837123"/>
                </a:lnTo>
                <a:cubicBezTo>
                  <a:pt x="572738" y="835276"/>
                  <a:pt x="574938" y="833782"/>
                  <a:pt x="577380" y="832749"/>
                </a:cubicBezTo>
                <a:close/>
                <a:moveTo>
                  <a:pt x="536549" y="831145"/>
                </a:moveTo>
                <a:cubicBezTo>
                  <a:pt x="542186" y="831145"/>
                  <a:pt x="547289" y="833430"/>
                  <a:pt x="550983" y="837123"/>
                </a:cubicBezTo>
                <a:lnTo>
                  <a:pt x="555421" y="847839"/>
                </a:lnTo>
                <a:lnTo>
                  <a:pt x="523739" y="867087"/>
                </a:lnTo>
                <a:lnTo>
                  <a:pt x="522114" y="865992"/>
                </a:lnTo>
                <a:cubicBezTo>
                  <a:pt x="518421" y="862298"/>
                  <a:pt x="516136" y="857194"/>
                  <a:pt x="516136" y="851558"/>
                </a:cubicBezTo>
                <a:cubicBezTo>
                  <a:pt x="516136" y="840284"/>
                  <a:pt x="525275" y="831145"/>
                  <a:pt x="536549" y="831145"/>
                </a:cubicBezTo>
                <a:close/>
                <a:moveTo>
                  <a:pt x="487772" y="831145"/>
                </a:moveTo>
                <a:cubicBezTo>
                  <a:pt x="499045" y="831145"/>
                  <a:pt x="508184" y="840284"/>
                  <a:pt x="508184" y="851558"/>
                </a:cubicBezTo>
                <a:cubicBezTo>
                  <a:pt x="508184" y="862831"/>
                  <a:pt x="499045" y="871970"/>
                  <a:pt x="487772" y="871970"/>
                </a:cubicBezTo>
                <a:cubicBezTo>
                  <a:pt x="476498" y="871970"/>
                  <a:pt x="467359" y="862831"/>
                  <a:pt x="467359" y="851558"/>
                </a:cubicBezTo>
                <a:cubicBezTo>
                  <a:pt x="467359" y="840284"/>
                  <a:pt x="476498" y="831145"/>
                  <a:pt x="487772" y="831145"/>
                </a:cubicBezTo>
                <a:close/>
                <a:moveTo>
                  <a:pt x="438994" y="831145"/>
                </a:moveTo>
                <a:cubicBezTo>
                  <a:pt x="450268" y="831145"/>
                  <a:pt x="459407" y="840284"/>
                  <a:pt x="459407" y="851558"/>
                </a:cubicBezTo>
                <a:cubicBezTo>
                  <a:pt x="459407" y="862831"/>
                  <a:pt x="450268" y="871970"/>
                  <a:pt x="438994" y="871970"/>
                </a:cubicBezTo>
                <a:cubicBezTo>
                  <a:pt x="427721" y="871970"/>
                  <a:pt x="418582" y="862831"/>
                  <a:pt x="418582" y="851558"/>
                </a:cubicBezTo>
                <a:cubicBezTo>
                  <a:pt x="418582" y="840284"/>
                  <a:pt x="427721" y="831145"/>
                  <a:pt x="438994" y="831145"/>
                </a:cubicBezTo>
                <a:close/>
                <a:moveTo>
                  <a:pt x="390217" y="831145"/>
                </a:moveTo>
                <a:cubicBezTo>
                  <a:pt x="401491" y="831145"/>
                  <a:pt x="410630" y="840284"/>
                  <a:pt x="410630" y="851558"/>
                </a:cubicBezTo>
                <a:cubicBezTo>
                  <a:pt x="410630" y="862831"/>
                  <a:pt x="401491" y="871970"/>
                  <a:pt x="390217" y="871970"/>
                </a:cubicBezTo>
                <a:cubicBezTo>
                  <a:pt x="378944" y="871970"/>
                  <a:pt x="369805" y="862831"/>
                  <a:pt x="369805" y="851558"/>
                </a:cubicBezTo>
                <a:cubicBezTo>
                  <a:pt x="369805" y="840284"/>
                  <a:pt x="378944" y="831145"/>
                  <a:pt x="390217" y="831145"/>
                </a:cubicBezTo>
                <a:close/>
                <a:moveTo>
                  <a:pt x="341440" y="831145"/>
                </a:moveTo>
                <a:cubicBezTo>
                  <a:pt x="352714" y="831145"/>
                  <a:pt x="361853" y="840284"/>
                  <a:pt x="361853" y="851558"/>
                </a:cubicBezTo>
                <a:cubicBezTo>
                  <a:pt x="361853" y="862831"/>
                  <a:pt x="352714" y="871970"/>
                  <a:pt x="341440" y="871970"/>
                </a:cubicBezTo>
                <a:cubicBezTo>
                  <a:pt x="330166" y="871970"/>
                  <a:pt x="321028" y="862831"/>
                  <a:pt x="321028" y="851558"/>
                </a:cubicBezTo>
                <a:cubicBezTo>
                  <a:pt x="321028" y="840284"/>
                  <a:pt x="330166" y="831145"/>
                  <a:pt x="341440" y="831145"/>
                </a:cubicBezTo>
                <a:close/>
                <a:moveTo>
                  <a:pt x="292663" y="831145"/>
                </a:moveTo>
                <a:cubicBezTo>
                  <a:pt x="303937" y="831145"/>
                  <a:pt x="313076" y="840284"/>
                  <a:pt x="313076" y="851558"/>
                </a:cubicBezTo>
                <a:cubicBezTo>
                  <a:pt x="313076" y="862831"/>
                  <a:pt x="303937" y="871970"/>
                  <a:pt x="292663" y="871970"/>
                </a:cubicBezTo>
                <a:cubicBezTo>
                  <a:pt x="281389" y="871970"/>
                  <a:pt x="272251" y="862831"/>
                  <a:pt x="272251" y="851558"/>
                </a:cubicBezTo>
                <a:cubicBezTo>
                  <a:pt x="272251" y="840284"/>
                  <a:pt x="281389" y="831145"/>
                  <a:pt x="292663" y="831145"/>
                </a:cubicBezTo>
                <a:close/>
                <a:moveTo>
                  <a:pt x="243886" y="831145"/>
                </a:moveTo>
                <a:cubicBezTo>
                  <a:pt x="255160" y="831145"/>
                  <a:pt x="264299" y="840284"/>
                  <a:pt x="264299" y="851558"/>
                </a:cubicBezTo>
                <a:cubicBezTo>
                  <a:pt x="264299" y="862831"/>
                  <a:pt x="255160" y="871970"/>
                  <a:pt x="243886" y="871970"/>
                </a:cubicBezTo>
                <a:cubicBezTo>
                  <a:pt x="232612" y="871970"/>
                  <a:pt x="223473" y="862831"/>
                  <a:pt x="223473" y="851558"/>
                </a:cubicBezTo>
                <a:cubicBezTo>
                  <a:pt x="223473" y="840284"/>
                  <a:pt x="232612" y="831145"/>
                  <a:pt x="243886" y="831145"/>
                </a:cubicBezTo>
                <a:close/>
                <a:moveTo>
                  <a:pt x="195109" y="831145"/>
                </a:moveTo>
                <a:cubicBezTo>
                  <a:pt x="206383" y="831145"/>
                  <a:pt x="215522" y="840284"/>
                  <a:pt x="215522" y="851558"/>
                </a:cubicBezTo>
                <a:cubicBezTo>
                  <a:pt x="215522" y="862831"/>
                  <a:pt x="206383" y="871970"/>
                  <a:pt x="195109" y="871970"/>
                </a:cubicBezTo>
                <a:cubicBezTo>
                  <a:pt x="183835" y="871970"/>
                  <a:pt x="174696" y="862831"/>
                  <a:pt x="174696" y="851558"/>
                </a:cubicBezTo>
                <a:cubicBezTo>
                  <a:pt x="174696" y="840284"/>
                  <a:pt x="183835" y="831145"/>
                  <a:pt x="195109" y="831145"/>
                </a:cubicBezTo>
                <a:close/>
                <a:moveTo>
                  <a:pt x="146332" y="831145"/>
                </a:moveTo>
                <a:cubicBezTo>
                  <a:pt x="157606" y="831145"/>
                  <a:pt x="166745" y="840284"/>
                  <a:pt x="166745" y="851558"/>
                </a:cubicBezTo>
                <a:cubicBezTo>
                  <a:pt x="166745" y="862831"/>
                  <a:pt x="157606" y="871970"/>
                  <a:pt x="146332" y="871970"/>
                </a:cubicBezTo>
                <a:cubicBezTo>
                  <a:pt x="135058" y="871970"/>
                  <a:pt x="125919" y="862831"/>
                  <a:pt x="125919" y="851558"/>
                </a:cubicBezTo>
                <a:cubicBezTo>
                  <a:pt x="125919" y="840284"/>
                  <a:pt x="135058" y="831145"/>
                  <a:pt x="146332" y="831145"/>
                </a:cubicBezTo>
                <a:close/>
                <a:moveTo>
                  <a:pt x="97555" y="831145"/>
                </a:moveTo>
                <a:cubicBezTo>
                  <a:pt x="108829" y="831145"/>
                  <a:pt x="117968" y="840284"/>
                  <a:pt x="117968" y="851558"/>
                </a:cubicBezTo>
                <a:cubicBezTo>
                  <a:pt x="117968" y="862831"/>
                  <a:pt x="108829" y="871970"/>
                  <a:pt x="97555" y="871970"/>
                </a:cubicBezTo>
                <a:cubicBezTo>
                  <a:pt x="86281" y="871970"/>
                  <a:pt x="77142" y="862831"/>
                  <a:pt x="77142" y="851558"/>
                </a:cubicBezTo>
                <a:cubicBezTo>
                  <a:pt x="77142" y="840284"/>
                  <a:pt x="86281" y="831145"/>
                  <a:pt x="97555" y="831145"/>
                </a:cubicBezTo>
                <a:close/>
                <a:moveTo>
                  <a:pt x="48778" y="831145"/>
                </a:moveTo>
                <a:cubicBezTo>
                  <a:pt x="60052" y="831145"/>
                  <a:pt x="69191" y="840284"/>
                  <a:pt x="69191" y="851558"/>
                </a:cubicBezTo>
                <a:cubicBezTo>
                  <a:pt x="69191" y="862831"/>
                  <a:pt x="60052" y="871970"/>
                  <a:pt x="48778" y="871970"/>
                </a:cubicBezTo>
                <a:cubicBezTo>
                  <a:pt x="37504" y="871970"/>
                  <a:pt x="28365" y="862831"/>
                  <a:pt x="28365" y="851558"/>
                </a:cubicBezTo>
                <a:cubicBezTo>
                  <a:pt x="28365" y="840284"/>
                  <a:pt x="37504" y="831145"/>
                  <a:pt x="48778" y="831145"/>
                </a:cubicBezTo>
                <a:close/>
                <a:moveTo>
                  <a:pt x="2" y="831145"/>
                </a:moveTo>
                <a:cubicBezTo>
                  <a:pt x="11275" y="831145"/>
                  <a:pt x="20414" y="840284"/>
                  <a:pt x="20414" y="851558"/>
                </a:cubicBezTo>
                <a:cubicBezTo>
                  <a:pt x="20414" y="862831"/>
                  <a:pt x="11275" y="871970"/>
                  <a:pt x="2" y="871970"/>
                </a:cubicBezTo>
                <a:lnTo>
                  <a:pt x="0" y="871969"/>
                </a:lnTo>
                <a:lnTo>
                  <a:pt x="0" y="831146"/>
                </a:lnTo>
                <a:close/>
                <a:moveTo>
                  <a:pt x="634103" y="777059"/>
                </a:moveTo>
                <a:cubicBezTo>
                  <a:pt x="636921" y="777059"/>
                  <a:pt x="639606" y="777630"/>
                  <a:pt x="642049" y="778663"/>
                </a:cubicBezTo>
                <a:lnTo>
                  <a:pt x="645821" y="781206"/>
                </a:lnTo>
                <a:lnTo>
                  <a:pt x="643181" y="783605"/>
                </a:lnTo>
                <a:lnTo>
                  <a:pt x="616279" y="803722"/>
                </a:lnTo>
                <a:lnTo>
                  <a:pt x="613690" y="797471"/>
                </a:lnTo>
                <a:cubicBezTo>
                  <a:pt x="613690" y="786198"/>
                  <a:pt x="622829" y="777059"/>
                  <a:pt x="634103" y="777059"/>
                </a:cubicBezTo>
                <a:close/>
                <a:moveTo>
                  <a:pt x="585326" y="777059"/>
                </a:moveTo>
                <a:cubicBezTo>
                  <a:pt x="596599" y="777059"/>
                  <a:pt x="605738" y="786198"/>
                  <a:pt x="605738" y="797471"/>
                </a:cubicBezTo>
                <a:cubicBezTo>
                  <a:pt x="605738" y="808745"/>
                  <a:pt x="596599" y="817884"/>
                  <a:pt x="585326" y="817884"/>
                </a:cubicBezTo>
                <a:cubicBezTo>
                  <a:pt x="574052" y="817884"/>
                  <a:pt x="564913" y="808745"/>
                  <a:pt x="564913" y="797471"/>
                </a:cubicBezTo>
                <a:cubicBezTo>
                  <a:pt x="564913" y="786198"/>
                  <a:pt x="574052" y="777059"/>
                  <a:pt x="585326" y="777059"/>
                </a:cubicBezTo>
                <a:close/>
                <a:moveTo>
                  <a:pt x="536549" y="777059"/>
                </a:moveTo>
                <a:cubicBezTo>
                  <a:pt x="547822" y="777059"/>
                  <a:pt x="556961" y="786198"/>
                  <a:pt x="556961" y="797471"/>
                </a:cubicBezTo>
                <a:cubicBezTo>
                  <a:pt x="556961" y="808745"/>
                  <a:pt x="547822" y="817884"/>
                  <a:pt x="536549" y="817884"/>
                </a:cubicBezTo>
                <a:cubicBezTo>
                  <a:pt x="525275" y="817884"/>
                  <a:pt x="516136" y="808745"/>
                  <a:pt x="516136" y="797471"/>
                </a:cubicBezTo>
                <a:cubicBezTo>
                  <a:pt x="516136" y="786198"/>
                  <a:pt x="525275" y="777059"/>
                  <a:pt x="536549" y="777059"/>
                </a:cubicBezTo>
                <a:close/>
                <a:moveTo>
                  <a:pt x="487772" y="777059"/>
                </a:moveTo>
                <a:cubicBezTo>
                  <a:pt x="499045" y="777059"/>
                  <a:pt x="508184" y="786198"/>
                  <a:pt x="508184" y="797471"/>
                </a:cubicBezTo>
                <a:cubicBezTo>
                  <a:pt x="508184" y="808745"/>
                  <a:pt x="499045" y="817884"/>
                  <a:pt x="487772" y="817884"/>
                </a:cubicBezTo>
                <a:cubicBezTo>
                  <a:pt x="476498" y="817884"/>
                  <a:pt x="467359" y="808745"/>
                  <a:pt x="467359" y="797471"/>
                </a:cubicBezTo>
                <a:cubicBezTo>
                  <a:pt x="467359" y="786198"/>
                  <a:pt x="476498" y="777059"/>
                  <a:pt x="487772" y="777059"/>
                </a:cubicBezTo>
                <a:close/>
                <a:moveTo>
                  <a:pt x="438994" y="777059"/>
                </a:moveTo>
                <a:cubicBezTo>
                  <a:pt x="450268" y="777059"/>
                  <a:pt x="459407" y="786198"/>
                  <a:pt x="459407" y="797471"/>
                </a:cubicBezTo>
                <a:cubicBezTo>
                  <a:pt x="459407" y="808745"/>
                  <a:pt x="450268" y="817884"/>
                  <a:pt x="438994" y="817884"/>
                </a:cubicBezTo>
                <a:cubicBezTo>
                  <a:pt x="427721" y="817884"/>
                  <a:pt x="418582" y="808745"/>
                  <a:pt x="418582" y="797471"/>
                </a:cubicBezTo>
                <a:cubicBezTo>
                  <a:pt x="418582" y="786198"/>
                  <a:pt x="427721" y="777059"/>
                  <a:pt x="438994" y="777059"/>
                </a:cubicBezTo>
                <a:close/>
                <a:moveTo>
                  <a:pt x="390217" y="777059"/>
                </a:moveTo>
                <a:cubicBezTo>
                  <a:pt x="401491" y="777059"/>
                  <a:pt x="410630" y="786198"/>
                  <a:pt x="410630" y="797471"/>
                </a:cubicBezTo>
                <a:cubicBezTo>
                  <a:pt x="410630" y="808745"/>
                  <a:pt x="401491" y="817884"/>
                  <a:pt x="390217" y="817884"/>
                </a:cubicBezTo>
                <a:cubicBezTo>
                  <a:pt x="378944" y="817884"/>
                  <a:pt x="369805" y="808745"/>
                  <a:pt x="369805" y="797471"/>
                </a:cubicBezTo>
                <a:cubicBezTo>
                  <a:pt x="369805" y="786198"/>
                  <a:pt x="378944" y="777059"/>
                  <a:pt x="390217" y="777059"/>
                </a:cubicBezTo>
                <a:close/>
                <a:moveTo>
                  <a:pt x="341440" y="777059"/>
                </a:moveTo>
                <a:cubicBezTo>
                  <a:pt x="352714" y="777059"/>
                  <a:pt x="361853" y="786198"/>
                  <a:pt x="361853" y="797471"/>
                </a:cubicBezTo>
                <a:cubicBezTo>
                  <a:pt x="361853" y="808745"/>
                  <a:pt x="352714" y="817884"/>
                  <a:pt x="341440" y="817884"/>
                </a:cubicBezTo>
                <a:cubicBezTo>
                  <a:pt x="330166" y="817884"/>
                  <a:pt x="321028" y="808745"/>
                  <a:pt x="321028" y="797471"/>
                </a:cubicBezTo>
                <a:cubicBezTo>
                  <a:pt x="321028" y="786198"/>
                  <a:pt x="330166" y="777059"/>
                  <a:pt x="341440" y="777059"/>
                </a:cubicBezTo>
                <a:close/>
                <a:moveTo>
                  <a:pt x="292663" y="777059"/>
                </a:moveTo>
                <a:cubicBezTo>
                  <a:pt x="303937" y="777059"/>
                  <a:pt x="313076" y="786198"/>
                  <a:pt x="313076" y="797471"/>
                </a:cubicBezTo>
                <a:cubicBezTo>
                  <a:pt x="313076" y="808745"/>
                  <a:pt x="303937" y="817884"/>
                  <a:pt x="292663" y="817884"/>
                </a:cubicBezTo>
                <a:cubicBezTo>
                  <a:pt x="281389" y="817884"/>
                  <a:pt x="272251" y="808745"/>
                  <a:pt x="272251" y="797471"/>
                </a:cubicBezTo>
                <a:cubicBezTo>
                  <a:pt x="272251" y="786198"/>
                  <a:pt x="281389" y="777059"/>
                  <a:pt x="292663" y="777059"/>
                </a:cubicBezTo>
                <a:close/>
                <a:moveTo>
                  <a:pt x="243886" y="777059"/>
                </a:moveTo>
                <a:cubicBezTo>
                  <a:pt x="255160" y="777059"/>
                  <a:pt x="264299" y="786198"/>
                  <a:pt x="264299" y="797471"/>
                </a:cubicBezTo>
                <a:cubicBezTo>
                  <a:pt x="264299" y="808745"/>
                  <a:pt x="255160" y="817884"/>
                  <a:pt x="243886" y="817884"/>
                </a:cubicBezTo>
                <a:cubicBezTo>
                  <a:pt x="232612" y="817884"/>
                  <a:pt x="223473" y="808745"/>
                  <a:pt x="223473" y="797471"/>
                </a:cubicBezTo>
                <a:cubicBezTo>
                  <a:pt x="223473" y="786198"/>
                  <a:pt x="232612" y="777059"/>
                  <a:pt x="243886" y="777059"/>
                </a:cubicBezTo>
                <a:close/>
                <a:moveTo>
                  <a:pt x="195109" y="777059"/>
                </a:moveTo>
                <a:cubicBezTo>
                  <a:pt x="206383" y="777059"/>
                  <a:pt x="215522" y="786198"/>
                  <a:pt x="215522" y="797471"/>
                </a:cubicBezTo>
                <a:cubicBezTo>
                  <a:pt x="215522" y="808745"/>
                  <a:pt x="206383" y="817884"/>
                  <a:pt x="195109" y="817884"/>
                </a:cubicBezTo>
                <a:cubicBezTo>
                  <a:pt x="183835" y="817884"/>
                  <a:pt x="174696" y="808745"/>
                  <a:pt x="174696" y="797471"/>
                </a:cubicBezTo>
                <a:cubicBezTo>
                  <a:pt x="174696" y="786198"/>
                  <a:pt x="183835" y="777059"/>
                  <a:pt x="195109" y="777059"/>
                </a:cubicBezTo>
                <a:close/>
                <a:moveTo>
                  <a:pt x="146332" y="777059"/>
                </a:moveTo>
                <a:cubicBezTo>
                  <a:pt x="157606" y="777059"/>
                  <a:pt x="166745" y="786198"/>
                  <a:pt x="166745" y="797471"/>
                </a:cubicBezTo>
                <a:cubicBezTo>
                  <a:pt x="166745" y="808745"/>
                  <a:pt x="157606" y="817884"/>
                  <a:pt x="146332" y="817884"/>
                </a:cubicBezTo>
                <a:cubicBezTo>
                  <a:pt x="135058" y="817884"/>
                  <a:pt x="125919" y="808745"/>
                  <a:pt x="125919" y="797471"/>
                </a:cubicBezTo>
                <a:cubicBezTo>
                  <a:pt x="125919" y="786198"/>
                  <a:pt x="135058" y="777059"/>
                  <a:pt x="146332" y="777059"/>
                </a:cubicBezTo>
                <a:close/>
                <a:moveTo>
                  <a:pt x="97555" y="777059"/>
                </a:moveTo>
                <a:cubicBezTo>
                  <a:pt x="108829" y="777059"/>
                  <a:pt x="117968" y="786198"/>
                  <a:pt x="117968" y="797471"/>
                </a:cubicBezTo>
                <a:cubicBezTo>
                  <a:pt x="117968" y="808745"/>
                  <a:pt x="108829" y="817884"/>
                  <a:pt x="97555" y="817884"/>
                </a:cubicBezTo>
                <a:cubicBezTo>
                  <a:pt x="86281" y="817884"/>
                  <a:pt x="77142" y="808745"/>
                  <a:pt x="77142" y="797471"/>
                </a:cubicBezTo>
                <a:cubicBezTo>
                  <a:pt x="77142" y="786198"/>
                  <a:pt x="86281" y="777059"/>
                  <a:pt x="97555" y="777059"/>
                </a:cubicBezTo>
                <a:close/>
                <a:moveTo>
                  <a:pt x="48778" y="777059"/>
                </a:moveTo>
                <a:cubicBezTo>
                  <a:pt x="60052" y="777059"/>
                  <a:pt x="69191" y="786198"/>
                  <a:pt x="69191" y="797471"/>
                </a:cubicBezTo>
                <a:cubicBezTo>
                  <a:pt x="69191" y="808745"/>
                  <a:pt x="60052" y="817884"/>
                  <a:pt x="48778" y="817884"/>
                </a:cubicBezTo>
                <a:cubicBezTo>
                  <a:pt x="37504" y="817884"/>
                  <a:pt x="28365" y="808745"/>
                  <a:pt x="28365" y="797471"/>
                </a:cubicBezTo>
                <a:cubicBezTo>
                  <a:pt x="28365" y="786198"/>
                  <a:pt x="37504" y="777059"/>
                  <a:pt x="48778" y="777059"/>
                </a:cubicBezTo>
                <a:close/>
                <a:moveTo>
                  <a:pt x="2" y="777059"/>
                </a:moveTo>
                <a:cubicBezTo>
                  <a:pt x="11275" y="777059"/>
                  <a:pt x="20414" y="786198"/>
                  <a:pt x="20414" y="797471"/>
                </a:cubicBezTo>
                <a:cubicBezTo>
                  <a:pt x="20414" y="808745"/>
                  <a:pt x="11275" y="817884"/>
                  <a:pt x="2" y="817884"/>
                </a:cubicBezTo>
                <a:lnTo>
                  <a:pt x="0" y="817883"/>
                </a:lnTo>
                <a:lnTo>
                  <a:pt x="0" y="777060"/>
                </a:lnTo>
                <a:close/>
                <a:moveTo>
                  <a:pt x="682880" y="722972"/>
                </a:moveTo>
                <a:cubicBezTo>
                  <a:pt x="688517" y="722972"/>
                  <a:pt x="693620" y="725257"/>
                  <a:pt x="697314" y="728951"/>
                </a:cubicBezTo>
                <a:lnTo>
                  <a:pt x="698955" y="732914"/>
                </a:lnTo>
                <a:lnTo>
                  <a:pt x="670229" y="759022"/>
                </a:lnTo>
                <a:lnTo>
                  <a:pt x="668446" y="757819"/>
                </a:lnTo>
                <a:cubicBezTo>
                  <a:pt x="664752" y="754125"/>
                  <a:pt x="662467" y="749022"/>
                  <a:pt x="662467" y="743385"/>
                </a:cubicBezTo>
                <a:cubicBezTo>
                  <a:pt x="662467" y="732111"/>
                  <a:pt x="671606" y="722972"/>
                  <a:pt x="682880" y="722972"/>
                </a:cubicBezTo>
                <a:close/>
                <a:moveTo>
                  <a:pt x="634103" y="722972"/>
                </a:moveTo>
                <a:cubicBezTo>
                  <a:pt x="645377" y="722972"/>
                  <a:pt x="654516" y="732111"/>
                  <a:pt x="654516" y="743385"/>
                </a:cubicBezTo>
                <a:cubicBezTo>
                  <a:pt x="654516" y="754659"/>
                  <a:pt x="645377" y="763798"/>
                  <a:pt x="634103" y="763798"/>
                </a:cubicBezTo>
                <a:cubicBezTo>
                  <a:pt x="622829" y="763798"/>
                  <a:pt x="613690" y="754659"/>
                  <a:pt x="613690" y="743385"/>
                </a:cubicBezTo>
                <a:cubicBezTo>
                  <a:pt x="613690" y="732111"/>
                  <a:pt x="622829" y="722972"/>
                  <a:pt x="634103" y="722972"/>
                </a:cubicBezTo>
                <a:close/>
                <a:moveTo>
                  <a:pt x="585326" y="722972"/>
                </a:moveTo>
                <a:cubicBezTo>
                  <a:pt x="596599" y="722972"/>
                  <a:pt x="605738" y="732111"/>
                  <a:pt x="605738" y="743385"/>
                </a:cubicBezTo>
                <a:cubicBezTo>
                  <a:pt x="605738" y="754659"/>
                  <a:pt x="596599" y="763798"/>
                  <a:pt x="585326" y="763798"/>
                </a:cubicBezTo>
                <a:cubicBezTo>
                  <a:pt x="574052" y="763798"/>
                  <a:pt x="564913" y="754659"/>
                  <a:pt x="564913" y="743385"/>
                </a:cubicBezTo>
                <a:cubicBezTo>
                  <a:pt x="564913" y="732111"/>
                  <a:pt x="574052" y="722972"/>
                  <a:pt x="585326" y="722972"/>
                </a:cubicBezTo>
                <a:close/>
                <a:moveTo>
                  <a:pt x="536549" y="722972"/>
                </a:moveTo>
                <a:cubicBezTo>
                  <a:pt x="547822" y="722972"/>
                  <a:pt x="556961" y="732111"/>
                  <a:pt x="556961" y="743385"/>
                </a:cubicBezTo>
                <a:cubicBezTo>
                  <a:pt x="556961" y="754659"/>
                  <a:pt x="547822" y="763798"/>
                  <a:pt x="536549" y="763798"/>
                </a:cubicBezTo>
                <a:cubicBezTo>
                  <a:pt x="525275" y="763798"/>
                  <a:pt x="516136" y="754659"/>
                  <a:pt x="516136" y="743385"/>
                </a:cubicBezTo>
                <a:cubicBezTo>
                  <a:pt x="516136" y="732111"/>
                  <a:pt x="525275" y="722972"/>
                  <a:pt x="536549" y="722972"/>
                </a:cubicBezTo>
                <a:close/>
                <a:moveTo>
                  <a:pt x="487772" y="722972"/>
                </a:moveTo>
                <a:cubicBezTo>
                  <a:pt x="499045" y="722972"/>
                  <a:pt x="508184" y="732111"/>
                  <a:pt x="508184" y="743385"/>
                </a:cubicBezTo>
                <a:cubicBezTo>
                  <a:pt x="508184" y="754659"/>
                  <a:pt x="499045" y="763798"/>
                  <a:pt x="487772" y="763798"/>
                </a:cubicBezTo>
                <a:cubicBezTo>
                  <a:pt x="476498" y="763798"/>
                  <a:pt x="467359" y="754659"/>
                  <a:pt x="467359" y="743385"/>
                </a:cubicBezTo>
                <a:cubicBezTo>
                  <a:pt x="467359" y="732111"/>
                  <a:pt x="476498" y="722972"/>
                  <a:pt x="487772" y="722972"/>
                </a:cubicBezTo>
                <a:close/>
                <a:moveTo>
                  <a:pt x="438994" y="722972"/>
                </a:moveTo>
                <a:cubicBezTo>
                  <a:pt x="450268" y="722972"/>
                  <a:pt x="459407" y="732111"/>
                  <a:pt x="459407" y="743385"/>
                </a:cubicBezTo>
                <a:cubicBezTo>
                  <a:pt x="459407" y="754659"/>
                  <a:pt x="450268" y="763798"/>
                  <a:pt x="438994" y="763798"/>
                </a:cubicBezTo>
                <a:cubicBezTo>
                  <a:pt x="427721" y="763798"/>
                  <a:pt x="418582" y="754659"/>
                  <a:pt x="418582" y="743385"/>
                </a:cubicBezTo>
                <a:cubicBezTo>
                  <a:pt x="418582" y="732111"/>
                  <a:pt x="427721" y="722972"/>
                  <a:pt x="438994" y="722972"/>
                </a:cubicBezTo>
                <a:close/>
                <a:moveTo>
                  <a:pt x="390217" y="722972"/>
                </a:moveTo>
                <a:cubicBezTo>
                  <a:pt x="401491" y="722972"/>
                  <a:pt x="410630" y="732111"/>
                  <a:pt x="410630" y="743385"/>
                </a:cubicBezTo>
                <a:cubicBezTo>
                  <a:pt x="410630" y="754659"/>
                  <a:pt x="401491" y="763798"/>
                  <a:pt x="390217" y="763798"/>
                </a:cubicBezTo>
                <a:cubicBezTo>
                  <a:pt x="378944" y="763798"/>
                  <a:pt x="369805" y="754659"/>
                  <a:pt x="369805" y="743385"/>
                </a:cubicBezTo>
                <a:cubicBezTo>
                  <a:pt x="369805" y="732111"/>
                  <a:pt x="378944" y="722972"/>
                  <a:pt x="390217" y="722972"/>
                </a:cubicBezTo>
                <a:close/>
                <a:moveTo>
                  <a:pt x="341440" y="722972"/>
                </a:moveTo>
                <a:cubicBezTo>
                  <a:pt x="352714" y="722972"/>
                  <a:pt x="361853" y="732111"/>
                  <a:pt x="361853" y="743385"/>
                </a:cubicBezTo>
                <a:cubicBezTo>
                  <a:pt x="361853" y="754659"/>
                  <a:pt x="352714" y="763798"/>
                  <a:pt x="341440" y="763798"/>
                </a:cubicBezTo>
                <a:cubicBezTo>
                  <a:pt x="330166" y="763798"/>
                  <a:pt x="321028" y="754659"/>
                  <a:pt x="321028" y="743385"/>
                </a:cubicBezTo>
                <a:cubicBezTo>
                  <a:pt x="321028" y="732111"/>
                  <a:pt x="330166" y="722972"/>
                  <a:pt x="341440" y="722972"/>
                </a:cubicBezTo>
                <a:close/>
                <a:moveTo>
                  <a:pt x="292663" y="722972"/>
                </a:moveTo>
                <a:cubicBezTo>
                  <a:pt x="303937" y="722972"/>
                  <a:pt x="313076" y="732111"/>
                  <a:pt x="313076" y="743385"/>
                </a:cubicBezTo>
                <a:cubicBezTo>
                  <a:pt x="313076" y="754659"/>
                  <a:pt x="303937" y="763798"/>
                  <a:pt x="292663" y="763798"/>
                </a:cubicBezTo>
                <a:cubicBezTo>
                  <a:pt x="281389" y="763798"/>
                  <a:pt x="272251" y="754659"/>
                  <a:pt x="272251" y="743385"/>
                </a:cubicBezTo>
                <a:cubicBezTo>
                  <a:pt x="272251" y="732111"/>
                  <a:pt x="281389" y="722972"/>
                  <a:pt x="292663" y="722972"/>
                </a:cubicBezTo>
                <a:close/>
                <a:moveTo>
                  <a:pt x="243886" y="722972"/>
                </a:moveTo>
                <a:cubicBezTo>
                  <a:pt x="255160" y="722972"/>
                  <a:pt x="264299" y="732111"/>
                  <a:pt x="264299" y="743385"/>
                </a:cubicBezTo>
                <a:cubicBezTo>
                  <a:pt x="264299" y="754659"/>
                  <a:pt x="255160" y="763798"/>
                  <a:pt x="243886" y="763798"/>
                </a:cubicBezTo>
                <a:cubicBezTo>
                  <a:pt x="232612" y="763798"/>
                  <a:pt x="223473" y="754659"/>
                  <a:pt x="223473" y="743385"/>
                </a:cubicBezTo>
                <a:cubicBezTo>
                  <a:pt x="223473" y="732111"/>
                  <a:pt x="232612" y="722972"/>
                  <a:pt x="243886" y="722972"/>
                </a:cubicBezTo>
                <a:close/>
                <a:moveTo>
                  <a:pt x="195109" y="722972"/>
                </a:moveTo>
                <a:cubicBezTo>
                  <a:pt x="206383" y="722972"/>
                  <a:pt x="215522" y="732111"/>
                  <a:pt x="215522" y="743385"/>
                </a:cubicBezTo>
                <a:cubicBezTo>
                  <a:pt x="215522" y="754659"/>
                  <a:pt x="206383" y="763798"/>
                  <a:pt x="195109" y="763798"/>
                </a:cubicBezTo>
                <a:cubicBezTo>
                  <a:pt x="183835" y="763798"/>
                  <a:pt x="174696" y="754659"/>
                  <a:pt x="174696" y="743385"/>
                </a:cubicBezTo>
                <a:cubicBezTo>
                  <a:pt x="174696" y="732111"/>
                  <a:pt x="183835" y="722972"/>
                  <a:pt x="195109" y="722972"/>
                </a:cubicBezTo>
                <a:close/>
                <a:moveTo>
                  <a:pt x="146332" y="722972"/>
                </a:moveTo>
                <a:cubicBezTo>
                  <a:pt x="157606" y="722972"/>
                  <a:pt x="166745" y="732111"/>
                  <a:pt x="166745" y="743385"/>
                </a:cubicBezTo>
                <a:cubicBezTo>
                  <a:pt x="166745" y="754659"/>
                  <a:pt x="157606" y="763798"/>
                  <a:pt x="146332" y="763798"/>
                </a:cubicBezTo>
                <a:cubicBezTo>
                  <a:pt x="135058" y="763798"/>
                  <a:pt x="125919" y="754659"/>
                  <a:pt x="125919" y="743385"/>
                </a:cubicBezTo>
                <a:cubicBezTo>
                  <a:pt x="125919" y="732111"/>
                  <a:pt x="135058" y="722972"/>
                  <a:pt x="146332" y="722972"/>
                </a:cubicBezTo>
                <a:close/>
                <a:moveTo>
                  <a:pt x="97555" y="722972"/>
                </a:moveTo>
                <a:cubicBezTo>
                  <a:pt x="108829" y="722972"/>
                  <a:pt x="117968" y="732111"/>
                  <a:pt x="117968" y="743385"/>
                </a:cubicBezTo>
                <a:cubicBezTo>
                  <a:pt x="117968" y="754659"/>
                  <a:pt x="108829" y="763798"/>
                  <a:pt x="97555" y="763798"/>
                </a:cubicBezTo>
                <a:cubicBezTo>
                  <a:pt x="86281" y="763798"/>
                  <a:pt x="77142" y="754659"/>
                  <a:pt x="77142" y="743385"/>
                </a:cubicBezTo>
                <a:cubicBezTo>
                  <a:pt x="77142" y="732111"/>
                  <a:pt x="86281" y="722972"/>
                  <a:pt x="97555" y="722972"/>
                </a:cubicBezTo>
                <a:close/>
                <a:moveTo>
                  <a:pt x="48778" y="722972"/>
                </a:moveTo>
                <a:cubicBezTo>
                  <a:pt x="60052" y="722972"/>
                  <a:pt x="69191" y="732111"/>
                  <a:pt x="69191" y="743385"/>
                </a:cubicBezTo>
                <a:cubicBezTo>
                  <a:pt x="69191" y="754659"/>
                  <a:pt x="60052" y="763798"/>
                  <a:pt x="48778" y="763798"/>
                </a:cubicBezTo>
                <a:cubicBezTo>
                  <a:pt x="37504" y="763798"/>
                  <a:pt x="28365" y="754659"/>
                  <a:pt x="28365" y="743385"/>
                </a:cubicBezTo>
                <a:cubicBezTo>
                  <a:pt x="28365" y="732111"/>
                  <a:pt x="37504" y="722972"/>
                  <a:pt x="48778" y="722972"/>
                </a:cubicBezTo>
                <a:close/>
                <a:moveTo>
                  <a:pt x="2" y="722972"/>
                </a:moveTo>
                <a:cubicBezTo>
                  <a:pt x="11275" y="722972"/>
                  <a:pt x="20414" y="732111"/>
                  <a:pt x="20414" y="743385"/>
                </a:cubicBezTo>
                <a:cubicBezTo>
                  <a:pt x="20414" y="754659"/>
                  <a:pt x="11275" y="763798"/>
                  <a:pt x="2" y="763798"/>
                </a:cubicBezTo>
                <a:lnTo>
                  <a:pt x="0" y="763797"/>
                </a:lnTo>
                <a:lnTo>
                  <a:pt x="0" y="722973"/>
                </a:lnTo>
                <a:close/>
                <a:moveTo>
                  <a:pt x="731657" y="668886"/>
                </a:moveTo>
                <a:cubicBezTo>
                  <a:pt x="737294" y="668886"/>
                  <a:pt x="742397" y="671171"/>
                  <a:pt x="746091" y="674865"/>
                </a:cubicBezTo>
                <a:lnTo>
                  <a:pt x="748725" y="681223"/>
                </a:lnTo>
                <a:lnTo>
                  <a:pt x="724200" y="708206"/>
                </a:lnTo>
                <a:lnTo>
                  <a:pt x="723711" y="708108"/>
                </a:lnTo>
                <a:cubicBezTo>
                  <a:pt x="716385" y="705009"/>
                  <a:pt x="711244" y="697754"/>
                  <a:pt x="711244" y="689299"/>
                </a:cubicBezTo>
                <a:cubicBezTo>
                  <a:pt x="711244" y="678025"/>
                  <a:pt x="720383" y="668886"/>
                  <a:pt x="731657" y="668886"/>
                </a:cubicBezTo>
                <a:close/>
                <a:moveTo>
                  <a:pt x="682880" y="668886"/>
                </a:moveTo>
                <a:cubicBezTo>
                  <a:pt x="694153" y="668886"/>
                  <a:pt x="703293" y="678025"/>
                  <a:pt x="703293" y="689299"/>
                </a:cubicBezTo>
                <a:cubicBezTo>
                  <a:pt x="703293" y="700573"/>
                  <a:pt x="694153" y="709712"/>
                  <a:pt x="682880" y="709712"/>
                </a:cubicBezTo>
                <a:cubicBezTo>
                  <a:pt x="671606" y="709712"/>
                  <a:pt x="662467" y="700573"/>
                  <a:pt x="662467" y="689299"/>
                </a:cubicBezTo>
                <a:cubicBezTo>
                  <a:pt x="662467" y="678025"/>
                  <a:pt x="671606" y="668886"/>
                  <a:pt x="682880" y="668886"/>
                </a:cubicBezTo>
                <a:close/>
                <a:moveTo>
                  <a:pt x="634103" y="668886"/>
                </a:moveTo>
                <a:cubicBezTo>
                  <a:pt x="645377" y="668886"/>
                  <a:pt x="654516" y="678025"/>
                  <a:pt x="654516" y="689299"/>
                </a:cubicBezTo>
                <a:cubicBezTo>
                  <a:pt x="654516" y="700573"/>
                  <a:pt x="645377" y="709712"/>
                  <a:pt x="634103" y="709712"/>
                </a:cubicBezTo>
                <a:cubicBezTo>
                  <a:pt x="622829" y="709712"/>
                  <a:pt x="613690" y="700573"/>
                  <a:pt x="613690" y="689299"/>
                </a:cubicBezTo>
                <a:cubicBezTo>
                  <a:pt x="613690" y="678025"/>
                  <a:pt x="622829" y="668886"/>
                  <a:pt x="634103" y="668886"/>
                </a:cubicBezTo>
                <a:close/>
                <a:moveTo>
                  <a:pt x="585326" y="668886"/>
                </a:moveTo>
                <a:cubicBezTo>
                  <a:pt x="596599" y="668886"/>
                  <a:pt x="605738" y="678025"/>
                  <a:pt x="605738" y="689299"/>
                </a:cubicBezTo>
                <a:cubicBezTo>
                  <a:pt x="605738" y="700573"/>
                  <a:pt x="596599" y="709712"/>
                  <a:pt x="585326" y="709712"/>
                </a:cubicBezTo>
                <a:cubicBezTo>
                  <a:pt x="574052" y="709712"/>
                  <a:pt x="564913" y="700573"/>
                  <a:pt x="564913" y="689299"/>
                </a:cubicBezTo>
                <a:cubicBezTo>
                  <a:pt x="564913" y="678025"/>
                  <a:pt x="574052" y="668886"/>
                  <a:pt x="585326" y="668886"/>
                </a:cubicBezTo>
                <a:close/>
                <a:moveTo>
                  <a:pt x="536549" y="668886"/>
                </a:moveTo>
                <a:cubicBezTo>
                  <a:pt x="547822" y="668886"/>
                  <a:pt x="556961" y="678025"/>
                  <a:pt x="556961" y="689299"/>
                </a:cubicBezTo>
                <a:cubicBezTo>
                  <a:pt x="556961" y="700573"/>
                  <a:pt x="547822" y="709712"/>
                  <a:pt x="536549" y="709712"/>
                </a:cubicBezTo>
                <a:cubicBezTo>
                  <a:pt x="525275" y="709712"/>
                  <a:pt x="516136" y="700573"/>
                  <a:pt x="516136" y="689299"/>
                </a:cubicBezTo>
                <a:cubicBezTo>
                  <a:pt x="516136" y="678025"/>
                  <a:pt x="525275" y="668886"/>
                  <a:pt x="536549" y="668886"/>
                </a:cubicBezTo>
                <a:close/>
                <a:moveTo>
                  <a:pt x="487772" y="668886"/>
                </a:moveTo>
                <a:cubicBezTo>
                  <a:pt x="499045" y="668886"/>
                  <a:pt x="508184" y="678025"/>
                  <a:pt x="508184" y="689299"/>
                </a:cubicBezTo>
                <a:cubicBezTo>
                  <a:pt x="508184" y="700573"/>
                  <a:pt x="499045" y="709712"/>
                  <a:pt x="487772" y="709712"/>
                </a:cubicBezTo>
                <a:cubicBezTo>
                  <a:pt x="476498" y="709712"/>
                  <a:pt x="467359" y="700573"/>
                  <a:pt x="467359" y="689299"/>
                </a:cubicBezTo>
                <a:cubicBezTo>
                  <a:pt x="467359" y="678025"/>
                  <a:pt x="476498" y="668886"/>
                  <a:pt x="487772" y="668886"/>
                </a:cubicBezTo>
                <a:close/>
                <a:moveTo>
                  <a:pt x="438994" y="668886"/>
                </a:moveTo>
                <a:cubicBezTo>
                  <a:pt x="450268" y="668886"/>
                  <a:pt x="459407" y="678025"/>
                  <a:pt x="459407" y="689299"/>
                </a:cubicBezTo>
                <a:cubicBezTo>
                  <a:pt x="459407" y="700573"/>
                  <a:pt x="450268" y="709712"/>
                  <a:pt x="438994" y="709712"/>
                </a:cubicBezTo>
                <a:cubicBezTo>
                  <a:pt x="427721" y="709712"/>
                  <a:pt x="418582" y="700573"/>
                  <a:pt x="418582" y="689299"/>
                </a:cubicBezTo>
                <a:cubicBezTo>
                  <a:pt x="418582" y="678025"/>
                  <a:pt x="427721" y="668886"/>
                  <a:pt x="438994" y="668886"/>
                </a:cubicBezTo>
                <a:close/>
                <a:moveTo>
                  <a:pt x="390217" y="668886"/>
                </a:moveTo>
                <a:cubicBezTo>
                  <a:pt x="401491" y="668886"/>
                  <a:pt x="410630" y="678025"/>
                  <a:pt x="410630" y="689299"/>
                </a:cubicBezTo>
                <a:cubicBezTo>
                  <a:pt x="410630" y="700573"/>
                  <a:pt x="401491" y="709712"/>
                  <a:pt x="390217" y="709712"/>
                </a:cubicBezTo>
                <a:cubicBezTo>
                  <a:pt x="378944" y="709712"/>
                  <a:pt x="369805" y="700573"/>
                  <a:pt x="369805" y="689299"/>
                </a:cubicBezTo>
                <a:cubicBezTo>
                  <a:pt x="369805" y="678025"/>
                  <a:pt x="378944" y="668886"/>
                  <a:pt x="390217" y="668886"/>
                </a:cubicBezTo>
                <a:close/>
                <a:moveTo>
                  <a:pt x="341440" y="668886"/>
                </a:moveTo>
                <a:cubicBezTo>
                  <a:pt x="352714" y="668886"/>
                  <a:pt x="361853" y="678025"/>
                  <a:pt x="361853" y="689299"/>
                </a:cubicBezTo>
                <a:cubicBezTo>
                  <a:pt x="361853" y="700573"/>
                  <a:pt x="352714" y="709712"/>
                  <a:pt x="341440" y="709712"/>
                </a:cubicBezTo>
                <a:cubicBezTo>
                  <a:pt x="330166" y="709712"/>
                  <a:pt x="321028" y="700573"/>
                  <a:pt x="321028" y="689299"/>
                </a:cubicBezTo>
                <a:cubicBezTo>
                  <a:pt x="321028" y="678025"/>
                  <a:pt x="330166" y="668886"/>
                  <a:pt x="341440" y="668886"/>
                </a:cubicBezTo>
                <a:close/>
                <a:moveTo>
                  <a:pt x="292663" y="668886"/>
                </a:moveTo>
                <a:cubicBezTo>
                  <a:pt x="303937" y="668886"/>
                  <a:pt x="313076" y="678025"/>
                  <a:pt x="313076" y="689299"/>
                </a:cubicBezTo>
                <a:cubicBezTo>
                  <a:pt x="313076" y="700573"/>
                  <a:pt x="303937" y="709712"/>
                  <a:pt x="292663" y="709712"/>
                </a:cubicBezTo>
                <a:cubicBezTo>
                  <a:pt x="281389" y="709712"/>
                  <a:pt x="272251" y="700573"/>
                  <a:pt x="272251" y="689299"/>
                </a:cubicBezTo>
                <a:cubicBezTo>
                  <a:pt x="272251" y="678025"/>
                  <a:pt x="281389" y="668886"/>
                  <a:pt x="292663" y="668886"/>
                </a:cubicBezTo>
                <a:close/>
                <a:moveTo>
                  <a:pt x="243886" y="668886"/>
                </a:moveTo>
                <a:cubicBezTo>
                  <a:pt x="255160" y="668886"/>
                  <a:pt x="264299" y="678025"/>
                  <a:pt x="264299" y="689299"/>
                </a:cubicBezTo>
                <a:cubicBezTo>
                  <a:pt x="264299" y="700573"/>
                  <a:pt x="255160" y="709712"/>
                  <a:pt x="243886" y="709712"/>
                </a:cubicBezTo>
                <a:cubicBezTo>
                  <a:pt x="232612" y="709712"/>
                  <a:pt x="223473" y="700573"/>
                  <a:pt x="223473" y="689299"/>
                </a:cubicBezTo>
                <a:cubicBezTo>
                  <a:pt x="223473" y="678025"/>
                  <a:pt x="232612" y="668886"/>
                  <a:pt x="243886" y="668886"/>
                </a:cubicBezTo>
                <a:close/>
                <a:moveTo>
                  <a:pt x="195109" y="668886"/>
                </a:moveTo>
                <a:cubicBezTo>
                  <a:pt x="206383" y="668886"/>
                  <a:pt x="215522" y="678025"/>
                  <a:pt x="215522" y="689299"/>
                </a:cubicBezTo>
                <a:cubicBezTo>
                  <a:pt x="215522" y="700573"/>
                  <a:pt x="206383" y="709712"/>
                  <a:pt x="195109" y="709712"/>
                </a:cubicBezTo>
                <a:cubicBezTo>
                  <a:pt x="183835" y="709712"/>
                  <a:pt x="174696" y="700573"/>
                  <a:pt x="174696" y="689299"/>
                </a:cubicBezTo>
                <a:cubicBezTo>
                  <a:pt x="174696" y="678025"/>
                  <a:pt x="183835" y="668886"/>
                  <a:pt x="195109" y="668886"/>
                </a:cubicBezTo>
                <a:close/>
                <a:moveTo>
                  <a:pt x="146332" y="668886"/>
                </a:moveTo>
                <a:cubicBezTo>
                  <a:pt x="157606" y="668886"/>
                  <a:pt x="166745" y="678025"/>
                  <a:pt x="166745" y="689299"/>
                </a:cubicBezTo>
                <a:cubicBezTo>
                  <a:pt x="166745" y="700573"/>
                  <a:pt x="157606" y="709712"/>
                  <a:pt x="146332" y="709712"/>
                </a:cubicBezTo>
                <a:cubicBezTo>
                  <a:pt x="135058" y="709712"/>
                  <a:pt x="125919" y="700573"/>
                  <a:pt x="125919" y="689299"/>
                </a:cubicBezTo>
                <a:cubicBezTo>
                  <a:pt x="125919" y="678025"/>
                  <a:pt x="135058" y="668886"/>
                  <a:pt x="146332" y="668886"/>
                </a:cubicBezTo>
                <a:close/>
                <a:moveTo>
                  <a:pt x="97555" y="668886"/>
                </a:moveTo>
                <a:cubicBezTo>
                  <a:pt x="108829" y="668886"/>
                  <a:pt x="117968" y="678025"/>
                  <a:pt x="117968" y="689299"/>
                </a:cubicBezTo>
                <a:cubicBezTo>
                  <a:pt x="117968" y="700573"/>
                  <a:pt x="108829" y="709712"/>
                  <a:pt x="97555" y="709712"/>
                </a:cubicBezTo>
                <a:cubicBezTo>
                  <a:pt x="86281" y="709712"/>
                  <a:pt x="77142" y="700573"/>
                  <a:pt x="77142" y="689299"/>
                </a:cubicBezTo>
                <a:cubicBezTo>
                  <a:pt x="77142" y="678025"/>
                  <a:pt x="86281" y="668886"/>
                  <a:pt x="97555" y="668886"/>
                </a:cubicBezTo>
                <a:close/>
                <a:moveTo>
                  <a:pt x="48778" y="668886"/>
                </a:moveTo>
                <a:cubicBezTo>
                  <a:pt x="60052" y="668886"/>
                  <a:pt x="69191" y="678025"/>
                  <a:pt x="69191" y="689299"/>
                </a:cubicBezTo>
                <a:cubicBezTo>
                  <a:pt x="69191" y="700573"/>
                  <a:pt x="60052" y="709712"/>
                  <a:pt x="48778" y="709712"/>
                </a:cubicBezTo>
                <a:cubicBezTo>
                  <a:pt x="37504" y="709712"/>
                  <a:pt x="28365" y="700573"/>
                  <a:pt x="28365" y="689299"/>
                </a:cubicBezTo>
                <a:cubicBezTo>
                  <a:pt x="28365" y="678025"/>
                  <a:pt x="37504" y="668886"/>
                  <a:pt x="48778" y="668886"/>
                </a:cubicBezTo>
                <a:close/>
                <a:moveTo>
                  <a:pt x="2" y="668886"/>
                </a:moveTo>
                <a:cubicBezTo>
                  <a:pt x="11275" y="668886"/>
                  <a:pt x="20414" y="678025"/>
                  <a:pt x="20414" y="689299"/>
                </a:cubicBezTo>
                <a:cubicBezTo>
                  <a:pt x="20414" y="700573"/>
                  <a:pt x="11275" y="709712"/>
                  <a:pt x="2" y="709712"/>
                </a:cubicBezTo>
                <a:lnTo>
                  <a:pt x="0" y="709711"/>
                </a:lnTo>
                <a:lnTo>
                  <a:pt x="0" y="668887"/>
                </a:lnTo>
                <a:close/>
                <a:moveTo>
                  <a:pt x="780434" y="614800"/>
                </a:moveTo>
                <a:cubicBezTo>
                  <a:pt x="786071" y="614800"/>
                  <a:pt x="791174" y="617085"/>
                  <a:pt x="794868" y="620779"/>
                </a:cubicBezTo>
                <a:lnTo>
                  <a:pt x="796523" y="624774"/>
                </a:lnTo>
                <a:lnTo>
                  <a:pt x="780248" y="646539"/>
                </a:lnTo>
                <a:lnTo>
                  <a:pt x="773298" y="654185"/>
                </a:lnTo>
                <a:lnTo>
                  <a:pt x="772488" y="654021"/>
                </a:lnTo>
                <a:cubicBezTo>
                  <a:pt x="765162" y="650923"/>
                  <a:pt x="760021" y="643668"/>
                  <a:pt x="760021" y="635213"/>
                </a:cubicBezTo>
                <a:cubicBezTo>
                  <a:pt x="760021" y="623939"/>
                  <a:pt x="769160" y="614800"/>
                  <a:pt x="780434" y="614800"/>
                </a:cubicBezTo>
                <a:close/>
                <a:moveTo>
                  <a:pt x="731657" y="614800"/>
                </a:moveTo>
                <a:cubicBezTo>
                  <a:pt x="742931" y="614800"/>
                  <a:pt x="752070" y="623939"/>
                  <a:pt x="752070" y="635213"/>
                </a:cubicBezTo>
                <a:cubicBezTo>
                  <a:pt x="752070" y="646487"/>
                  <a:pt x="742931" y="655626"/>
                  <a:pt x="731657" y="655626"/>
                </a:cubicBezTo>
                <a:cubicBezTo>
                  <a:pt x="720383" y="655626"/>
                  <a:pt x="711244" y="646487"/>
                  <a:pt x="711244" y="635213"/>
                </a:cubicBezTo>
                <a:cubicBezTo>
                  <a:pt x="711244" y="623939"/>
                  <a:pt x="720383" y="614800"/>
                  <a:pt x="731657" y="614800"/>
                </a:cubicBezTo>
                <a:close/>
                <a:moveTo>
                  <a:pt x="682880" y="614800"/>
                </a:moveTo>
                <a:cubicBezTo>
                  <a:pt x="694153" y="614800"/>
                  <a:pt x="703293" y="623939"/>
                  <a:pt x="703293" y="635213"/>
                </a:cubicBezTo>
                <a:cubicBezTo>
                  <a:pt x="703293" y="646487"/>
                  <a:pt x="694153" y="655626"/>
                  <a:pt x="682880" y="655626"/>
                </a:cubicBezTo>
                <a:cubicBezTo>
                  <a:pt x="671606" y="655626"/>
                  <a:pt x="662467" y="646487"/>
                  <a:pt x="662467" y="635213"/>
                </a:cubicBezTo>
                <a:cubicBezTo>
                  <a:pt x="662467" y="623939"/>
                  <a:pt x="671606" y="614800"/>
                  <a:pt x="682880" y="614800"/>
                </a:cubicBezTo>
                <a:close/>
                <a:moveTo>
                  <a:pt x="634103" y="614800"/>
                </a:moveTo>
                <a:cubicBezTo>
                  <a:pt x="645377" y="614800"/>
                  <a:pt x="654516" y="623939"/>
                  <a:pt x="654516" y="635213"/>
                </a:cubicBezTo>
                <a:cubicBezTo>
                  <a:pt x="654516" y="646487"/>
                  <a:pt x="645377" y="655626"/>
                  <a:pt x="634103" y="655626"/>
                </a:cubicBezTo>
                <a:cubicBezTo>
                  <a:pt x="622829" y="655626"/>
                  <a:pt x="613690" y="646487"/>
                  <a:pt x="613690" y="635213"/>
                </a:cubicBezTo>
                <a:cubicBezTo>
                  <a:pt x="613690" y="623939"/>
                  <a:pt x="622829" y="614800"/>
                  <a:pt x="634103" y="614800"/>
                </a:cubicBezTo>
                <a:close/>
                <a:moveTo>
                  <a:pt x="585326" y="614800"/>
                </a:moveTo>
                <a:cubicBezTo>
                  <a:pt x="596599" y="614800"/>
                  <a:pt x="605738" y="623939"/>
                  <a:pt x="605738" y="635213"/>
                </a:cubicBezTo>
                <a:cubicBezTo>
                  <a:pt x="605738" y="646487"/>
                  <a:pt x="596599" y="655626"/>
                  <a:pt x="585326" y="655626"/>
                </a:cubicBezTo>
                <a:cubicBezTo>
                  <a:pt x="574052" y="655626"/>
                  <a:pt x="564913" y="646487"/>
                  <a:pt x="564913" y="635213"/>
                </a:cubicBezTo>
                <a:cubicBezTo>
                  <a:pt x="564913" y="623939"/>
                  <a:pt x="574052" y="614800"/>
                  <a:pt x="585326" y="614800"/>
                </a:cubicBezTo>
                <a:close/>
                <a:moveTo>
                  <a:pt x="536549" y="614800"/>
                </a:moveTo>
                <a:cubicBezTo>
                  <a:pt x="547822" y="614800"/>
                  <a:pt x="556961" y="623939"/>
                  <a:pt x="556961" y="635213"/>
                </a:cubicBezTo>
                <a:cubicBezTo>
                  <a:pt x="556961" y="646487"/>
                  <a:pt x="547822" y="655626"/>
                  <a:pt x="536549" y="655626"/>
                </a:cubicBezTo>
                <a:cubicBezTo>
                  <a:pt x="525275" y="655626"/>
                  <a:pt x="516136" y="646487"/>
                  <a:pt x="516136" y="635213"/>
                </a:cubicBezTo>
                <a:cubicBezTo>
                  <a:pt x="516136" y="623939"/>
                  <a:pt x="525275" y="614800"/>
                  <a:pt x="536549" y="614800"/>
                </a:cubicBezTo>
                <a:close/>
                <a:moveTo>
                  <a:pt x="487772" y="614800"/>
                </a:moveTo>
                <a:cubicBezTo>
                  <a:pt x="499045" y="614800"/>
                  <a:pt x="508184" y="623939"/>
                  <a:pt x="508184" y="635213"/>
                </a:cubicBezTo>
                <a:cubicBezTo>
                  <a:pt x="508184" y="646487"/>
                  <a:pt x="499045" y="655626"/>
                  <a:pt x="487772" y="655626"/>
                </a:cubicBezTo>
                <a:cubicBezTo>
                  <a:pt x="476498" y="655626"/>
                  <a:pt x="467359" y="646487"/>
                  <a:pt x="467359" y="635213"/>
                </a:cubicBezTo>
                <a:cubicBezTo>
                  <a:pt x="467359" y="623939"/>
                  <a:pt x="476498" y="614800"/>
                  <a:pt x="487772" y="614800"/>
                </a:cubicBezTo>
                <a:close/>
                <a:moveTo>
                  <a:pt x="438994" y="614800"/>
                </a:moveTo>
                <a:cubicBezTo>
                  <a:pt x="450268" y="614800"/>
                  <a:pt x="459407" y="623939"/>
                  <a:pt x="459407" y="635213"/>
                </a:cubicBezTo>
                <a:cubicBezTo>
                  <a:pt x="459407" y="646487"/>
                  <a:pt x="450268" y="655626"/>
                  <a:pt x="438994" y="655626"/>
                </a:cubicBezTo>
                <a:cubicBezTo>
                  <a:pt x="427721" y="655626"/>
                  <a:pt x="418582" y="646487"/>
                  <a:pt x="418582" y="635213"/>
                </a:cubicBezTo>
                <a:cubicBezTo>
                  <a:pt x="418582" y="623939"/>
                  <a:pt x="427721" y="614800"/>
                  <a:pt x="438994" y="614800"/>
                </a:cubicBezTo>
                <a:close/>
                <a:moveTo>
                  <a:pt x="390217" y="614800"/>
                </a:moveTo>
                <a:cubicBezTo>
                  <a:pt x="401491" y="614800"/>
                  <a:pt x="410630" y="623939"/>
                  <a:pt x="410630" y="635213"/>
                </a:cubicBezTo>
                <a:cubicBezTo>
                  <a:pt x="410630" y="646487"/>
                  <a:pt x="401491" y="655626"/>
                  <a:pt x="390217" y="655626"/>
                </a:cubicBezTo>
                <a:cubicBezTo>
                  <a:pt x="378944" y="655626"/>
                  <a:pt x="369805" y="646487"/>
                  <a:pt x="369805" y="635213"/>
                </a:cubicBezTo>
                <a:cubicBezTo>
                  <a:pt x="369805" y="623939"/>
                  <a:pt x="378944" y="614800"/>
                  <a:pt x="390217" y="614800"/>
                </a:cubicBezTo>
                <a:close/>
                <a:moveTo>
                  <a:pt x="341440" y="614800"/>
                </a:moveTo>
                <a:cubicBezTo>
                  <a:pt x="352714" y="614800"/>
                  <a:pt x="361853" y="623939"/>
                  <a:pt x="361853" y="635213"/>
                </a:cubicBezTo>
                <a:cubicBezTo>
                  <a:pt x="361853" y="646487"/>
                  <a:pt x="352714" y="655626"/>
                  <a:pt x="341440" y="655626"/>
                </a:cubicBezTo>
                <a:cubicBezTo>
                  <a:pt x="330166" y="655626"/>
                  <a:pt x="321028" y="646487"/>
                  <a:pt x="321028" y="635213"/>
                </a:cubicBezTo>
                <a:cubicBezTo>
                  <a:pt x="321028" y="623939"/>
                  <a:pt x="330166" y="614800"/>
                  <a:pt x="341440" y="614800"/>
                </a:cubicBezTo>
                <a:close/>
                <a:moveTo>
                  <a:pt x="292663" y="614800"/>
                </a:moveTo>
                <a:cubicBezTo>
                  <a:pt x="303937" y="614800"/>
                  <a:pt x="313076" y="623939"/>
                  <a:pt x="313076" y="635213"/>
                </a:cubicBezTo>
                <a:cubicBezTo>
                  <a:pt x="313076" y="646487"/>
                  <a:pt x="303937" y="655626"/>
                  <a:pt x="292663" y="655626"/>
                </a:cubicBezTo>
                <a:cubicBezTo>
                  <a:pt x="281389" y="655626"/>
                  <a:pt x="272251" y="646487"/>
                  <a:pt x="272251" y="635213"/>
                </a:cubicBezTo>
                <a:cubicBezTo>
                  <a:pt x="272251" y="623939"/>
                  <a:pt x="281389" y="614800"/>
                  <a:pt x="292663" y="614800"/>
                </a:cubicBezTo>
                <a:close/>
                <a:moveTo>
                  <a:pt x="243886" y="614800"/>
                </a:moveTo>
                <a:cubicBezTo>
                  <a:pt x="255160" y="614800"/>
                  <a:pt x="264299" y="623939"/>
                  <a:pt x="264299" y="635213"/>
                </a:cubicBezTo>
                <a:cubicBezTo>
                  <a:pt x="264299" y="646487"/>
                  <a:pt x="255160" y="655626"/>
                  <a:pt x="243886" y="655626"/>
                </a:cubicBezTo>
                <a:cubicBezTo>
                  <a:pt x="232612" y="655626"/>
                  <a:pt x="223473" y="646487"/>
                  <a:pt x="223473" y="635213"/>
                </a:cubicBezTo>
                <a:cubicBezTo>
                  <a:pt x="223473" y="623939"/>
                  <a:pt x="232612" y="614800"/>
                  <a:pt x="243886" y="614800"/>
                </a:cubicBezTo>
                <a:close/>
                <a:moveTo>
                  <a:pt x="195109" y="614800"/>
                </a:moveTo>
                <a:cubicBezTo>
                  <a:pt x="206383" y="614800"/>
                  <a:pt x="215522" y="623939"/>
                  <a:pt x="215522" y="635213"/>
                </a:cubicBezTo>
                <a:cubicBezTo>
                  <a:pt x="215522" y="646487"/>
                  <a:pt x="206383" y="655626"/>
                  <a:pt x="195109" y="655626"/>
                </a:cubicBezTo>
                <a:cubicBezTo>
                  <a:pt x="183835" y="655626"/>
                  <a:pt x="174696" y="646487"/>
                  <a:pt x="174696" y="635213"/>
                </a:cubicBezTo>
                <a:cubicBezTo>
                  <a:pt x="174696" y="623939"/>
                  <a:pt x="183835" y="614800"/>
                  <a:pt x="195109" y="614800"/>
                </a:cubicBezTo>
                <a:close/>
                <a:moveTo>
                  <a:pt x="146332" y="614800"/>
                </a:moveTo>
                <a:cubicBezTo>
                  <a:pt x="157606" y="614800"/>
                  <a:pt x="166745" y="623939"/>
                  <a:pt x="166745" y="635213"/>
                </a:cubicBezTo>
                <a:cubicBezTo>
                  <a:pt x="166745" y="646487"/>
                  <a:pt x="157606" y="655626"/>
                  <a:pt x="146332" y="655626"/>
                </a:cubicBezTo>
                <a:cubicBezTo>
                  <a:pt x="135058" y="655626"/>
                  <a:pt x="125919" y="646487"/>
                  <a:pt x="125919" y="635213"/>
                </a:cubicBezTo>
                <a:cubicBezTo>
                  <a:pt x="125919" y="623939"/>
                  <a:pt x="135058" y="614800"/>
                  <a:pt x="146332" y="614800"/>
                </a:cubicBezTo>
                <a:close/>
                <a:moveTo>
                  <a:pt x="97555" y="614800"/>
                </a:moveTo>
                <a:cubicBezTo>
                  <a:pt x="108829" y="614800"/>
                  <a:pt x="117968" y="623939"/>
                  <a:pt x="117968" y="635213"/>
                </a:cubicBezTo>
                <a:cubicBezTo>
                  <a:pt x="117968" y="646487"/>
                  <a:pt x="108829" y="655626"/>
                  <a:pt x="97555" y="655626"/>
                </a:cubicBezTo>
                <a:cubicBezTo>
                  <a:pt x="86281" y="655626"/>
                  <a:pt x="77142" y="646487"/>
                  <a:pt x="77142" y="635213"/>
                </a:cubicBezTo>
                <a:cubicBezTo>
                  <a:pt x="77142" y="623939"/>
                  <a:pt x="86281" y="614800"/>
                  <a:pt x="97555" y="614800"/>
                </a:cubicBezTo>
                <a:close/>
                <a:moveTo>
                  <a:pt x="48778" y="614800"/>
                </a:moveTo>
                <a:cubicBezTo>
                  <a:pt x="60052" y="614800"/>
                  <a:pt x="69191" y="623939"/>
                  <a:pt x="69191" y="635213"/>
                </a:cubicBezTo>
                <a:cubicBezTo>
                  <a:pt x="69191" y="646487"/>
                  <a:pt x="60052" y="655626"/>
                  <a:pt x="48778" y="655626"/>
                </a:cubicBezTo>
                <a:cubicBezTo>
                  <a:pt x="37504" y="655626"/>
                  <a:pt x="28365" y="646487"/>
                  <a:pt x="28365" y="635213"/>
                </a:cubicBezTo>
                <a:cubicBezTo>
                  <a:pt x="28365" y="623939"/>
                  <a:pt x="37504" y="614800"/>
                  <a:pt x="48778" y="614800"/>
                </a:cubicBezTo>
                <a:close/>
                <a:moveTo>
                  <a:pt x="2" y="614800"/>
                </a:moveTo>
                <a:cubicBezTo>
                  <a:pt x="11275" y="614800"/>
                  <a:pt x="20414" y="623939"/>
                  <a:pt x="20414" y="635213"/>
                </a:cubicBezTo>
                <a:cubicBezTo>
                  <a:pt x="20414" y="646487"/>
                  <a:pt x="11275" y="655626"/>
                  <a:pt x="2" y="655626"/>
                </a:cubicBezTo>
                <a:lnTo>
                  <a:pt x="0" y="655625"/>
                </a:lnTo>
                <a:lnTo>
                  <a:pt x="0" y="614801"/>
                </a:lnTo>
                <a:close/>
                <a:moveTo>
                  <a:pt x="829211" y="560714"/>
                </a:moveTo>
                <a:cubicBezTo>
                  <a:pt x="832029" y="560714"/>
                  <a:pt x="834714" y="561285"/>
                  <a:pt x="837157" y="562318"/>
                </a:cubicBezTo>
                <a:lnTo>
                  <a:pt x="840828" y="564793"/>
                </a:lnTo>
                <a:lnTo>
                  <a:pt x="838456" y="568698"/>
                </a:lnTo>
                <a:lnTo>
                  <a:pt x="817164" y="597170"/>
                </a:lnTo>
                <a:lnTo>
                  <a:pt x="814777" y="595561"/>
                </a:lnTo>
                <a:cubicBezTo>
                  <a:pt x="811083" y="591867"/>
                  <a:pt x="808798" y="586764"/>
                  <a:pt x="808798" y="581127"/>
                </a:cubicBezTo>
                <a:cubicBezTo>
                  <a:pt x="808798" y="569853"/>
                  <a:pt x="817937" y="560714"/>
                  <a:pt x="829211" y="560714"/>
                </a:cubicBezTo>
                <a:close/>
                <a:moveTo>
                  <a:pt x="780434" y="560714"/>
                </a:moveTo>
                <a:cubicBezTo>
                  <a:pt x="791708" y="560714"/>
                  <a:pt x="800847" y="569853"/>
                  <a:pt x="800847" y="581127"/>
                </a:cubicBezTo>
                <a:cubicBezTo>
                  <a:pt x="800847" y="592400"/>
                  <a:pt x="791708" y="601539"/>
                  <a:pt x="780434" y="601539"/>
                </a:cubicBezTo>
                <a:cubicBezTo>
                  <a:pt x="769160" y="601539"/>
                  <a:pt x="760021" y="592400"/>
                  <a:pt x="760021" y="581127"/>
                </a:cubicBezTo>
                <a:cubicBezTo>
                  <a:pt x="760021" y="569853"/>
                  <a:pt x="769160" y="560714"/>
                  <a:pt x="780434" y="560714"/>
                </a:cubicBezTo>
                <a:close/>
                <a:moveTo>
                  <a:pt x="731657" y="560714"/>
                </a:moveTo>
                <a:cubicBezTo>
                  <a:pt x="742931" y="560714"/>
                  <a:pt x="752070" y="569853"/>
                  <a:pt x="752070" y="581127"/>
                </a:cubicBezTo>
                <a:cubicBezTo>
                  <a:pt x="752070" y="592400"/>
                  <a:pt x="742931" y="601539"/>
                  <a:pt x="731657" y="601539"/>
                </a:cubicBezTo>
                <a:cubicBezTo>
                  <a:pt x="720383" y="601539"/>
                  <a:pt x="711244" y="592400"/>
                  <a:pt x="711244" y="581127"/>
                </a:cubicBezTo>
                <a:cubicBezTo>
                  <a:pt x="711244" y="569853"/>
                  <a:pt x="720383" y="560714"/>
                  <a:pt x="731657" y="560714"/>
                </a:cubicBezTo>
                <a:close/>
                <a:moveTo>
                  <a:pt x="682880" y="560714"/>
                </a:moveTo>
                <a:cubicBezTo>
                  <a:pt x="694153" y="560714"/>
                  <a:pt x="703293" y="569853"/>
                  <a:pt x="703293" y="581127"/>
                </a:cubicBezTo>
                <a:cubicBezTo>
                  <a:pt x="703293" y="592400"/>
                  <a:pt x="694153" y="601539"/>
                  <a:pt x="682880" y="601539"/>
                </a:cubicBezTo>
                <a:cubicBezTo>
                  <a:pt x="671606" y="601539"/>
                  <a:pt x="662467" y="592400"/>
                  <a:pt x="662467" y="581127"/>
                </a:cubicBezTo>
                <a:cubicBezTo>
                  <a:pt x="662467" y="569853"/>
                  <a:pt x="671606" y="560714"/>
                  <a:pt x="682880" y="560714"/>
                </a:cubicBezTo>
                <a:close/>
                <a:moveTo>
                  <a:pt x="634103" y="560714"/>
                </a:moveTo>
                <a:cubicBezTo>
                  <a:pt x="645377" y="560714"/>
                  <a:pt x="654516" y="569853"/>
                  <a:pt x="654516" y="581127"/>
                </a:cubicBezTo>
                <a:cubicBezTo>
                  <a:pt x="654516" y="592400"/>
                  <a:pt x="645377" y="601539"/>
                  <a:pt x="634103" y="601539"/>
                </a:cubicBezTo>
                <a:cubicBezTo>
                  <a:pt x="622829" y="601539"/>
                  <a:pt x="613690" y="592400"/>
                  <a:pt x="613690" y="581127"/>
                </a:cubicBezTo>
                <a:cubicBezTo>
                  <a:pt x="613690" y="569853"/>
                  <a:pt x="622829" y="560714"/>
                  <a:pt x="634103" y="560714"/>
                </a:cubicBezTo>
                <a:close/>
                <a:moveTo>
                  <a:pt x="585326" y="560714"/>
                </a:moveTo>
                <a:cubicBezTo>
                  <a:pt x="596599" y="560714"/>
                  <a:pt x="605738" y="569853"/>
                  <a:pt x="605738" y="581127"/>
                </a:cubicBezTo>
                <a:cubicBezTo>
                  <a:pt x="605738" y="592400"/>
                  <a:pt x="596599" y="601539"/>
                  <a:pt x="585326" y="601539"/>
                </a:cubicBezTo>
                <a:cubicBezTo>
                  <a:pt x="574052" y="601539"/>
                  <a:pt x="564913" y="592400"/>
                  <a:pt x="564913" y="581127"/>
                </a:cubicBezTo>
                <a:cubicBezTo>
                  <a:pt x="564913" y="569853"/>
                  <a:pt x="574052" y="560714"/>
                  <a:pt x="585326" y="560714"/>
                </a:cubicBezTo>
                <a:close/>
                <a:moveTo>
                  <a:pt x="536549" y="560714"/>
                </a:moveTo>
                <a:cubicBezTo>
                  <a:pt x="547822" y="560714"/>
                  <a:pt x="556961" y="569853"/>
                  <a:pt x="556961" y="581127"/>
                </a:cubicBezTo>
                <a:cubicBezTo>
                  <a:pt x="556961" y="592400"/>
                  <a:pt x="547822" y="601539"/>
                  <a:pt x="536549" y="601539"/>
                </a:cubicBezTo>
                <a:cubicBezTo>
                  <a:pt x="525275" y="601539"/>
                  <a:pt x="516136" y="592400"/>
                  <a:pt x="516136" y="581127"/>
                </a:cubicBezTo>
                <a:cubicBezTo>
                  <a:pt x="516136" y="569853"/>
                  <a:pt x="525275" y="560714"/>
                  <a:pt x="536549" y="560714"/>
                </a:cubicBezTo>
                <a:close/>
                <a:moveTo>
                  <a:pt x="487772" y="560714"/>
                </a:moveTo>
                <a:cubicBezTo>
                  <a:pt x="499045" y="560714"/>
                  <a:pt x="508184" y="569853"/>
                  <a:pt x="508184" y="581127"/>
                </a:cubicBezTo>
                <a:cubicBezTo>
                  <a:pt x="508184" y="592400"/>
                  <a:pt x="499045" y="601539"/>
                  <a:pt x="487772" y="601539"/>
                </a:cubicBezTo>
                <a:cubicBezTo>
                  <a:pt x="476498" y="601539"/>
                  <a:pt x="467359" y="592400"/>
                  <a:pt x="467359" y="581127"/>
                </a:cubicBezTo>
                <a:cubicBezTo>
                  <a:pt x="467359" y="569853"/>
                  <a:pt x="476498" y="560714"/>
                  <a:pt x="487772" y="560714"/>
                </a:cubicBezTo>
                <a:close/>
                <a:moveTo>
                  <a:pt x="438994" y="560714"/>
                </a:moveTo>
                <a:cubicBezTo>
                  <a:pt x="450268" y="560714"/>
                  <a:pt x="459407" y="569853"/>
                  <a:pt x="459407" y="581127"/>
                </a:cubicBezTo>
                <a:cubicBezTo>
                  <a:pt x="459407" y="592400"/>
                  <a:pt x="450268" y="601539"/>
                  <a:pt x="438994" y="601539"/>
                </a:cubicBezTo>
                <a:cubicBezTo>
                  <a:pt x="427721" y="601539"/>
                  <a:pt x="418582" y="592400"/>
                  <a:pt x="418582" y="581127"/>
                </a:cubicBezTo>
                <a:cubicBezTo>
                  <a:pt x="418582" y="569853"/>
                  <a:pt x="427721" y="560714"/>
                  <a:pt x="438994" y="560714"/>
                </a:cubicBezTo>
                <a:close/>
                <a:moveTo>
                  <a:pt x="390217" y="560714"/>
                </a:moveTo>
                <a:cubicBezTo>
                  <a:pt x="401491" y="560714"/>
                  <a:pt x="410630" y="569853"/>
                  <a:pt x="410630" y="581127"/>
                </a:cubicBezTo>
                <a:cubicBezTo>
                  <a:pt x="410630" y="592400"/>
                  <a:pt x="401491" y="601539"/>
                  <a:pt x="390217" y="601539"/>
                </a:cubicBezTo>
                <a:cubicBezTo>
                  <a:pt x="378944" y="601539"/>
                  <a:pt x="369805" y="592400"/>
                  <a:pt x="369805" y="581127"/>
                </a:cubicBezTo>
                <a:cubicBezTo>
                  <a:pt x="369805" y="569853"/>
                  <a:pt x="378944" y="560714"/>
                  <a:pt x="390217" y="560714"/>
                </a:cubicBezTo>
                <a:close/>
                <a:moveTo>
                  <a:pt x="341440" y="560714"/>
                </a:moveTo>
                <a:cubicBezTo>
                  <a:pt x="352714" y="560714"/>
                  <a:pt x="361853" y="569853"/>
                  <a:pt x="361853" y="581127"/>
                </a:cubicBezTo>
                <a:cubicBezTo>
                  <a:pt x="361853" y="592400"/>
                  <a:pt x="352714" y="601539"/>
                  <a:pt x="341440" y="601539"/>
                </a:cubicBezTo>
                <a:cubicBezTo>
                  <a:pt x="330166" y="601539"/>
                  <a:pt x="321028" y="592400"/>
                  <a:pt x="321028" y="581127"/>
                </a:cubicBezTo>
                <a:cubicBezTo>
                  <a:pt x="321028" y="569853"/>
                  <a:pt x="330166" y="560714"/>
                  <a:pt x="341440" y="560714"/>
                </a:cubicBezTo>
                <a:close/>
                <a:moveTo>
                  <a:pt x="292663" y="560714"/>
                </a:moveTo>
                <a:cubicBezTo>
                  <a:pt x="303937" y="560714"/>
                  <a:pt x="313076" y="569853"/>
                  <a:pt x="313076" y="581127"/>
                </a:cubicBezTo>
                <a:cubicBezTo>
                  <a:pt x="313076" y="592400"/>
                  <a:pt x="303937" y="601539"/>
                  <a:pt x="292663" y="601539"/>
                </a:cubicBezTo>
                <a:cubicBezTo>
                  <a:pt x="281389" y="601539"/>
                  <a:pt x="272251" y="592400"/>
                  <a:pt x="272251" y="581127"/>
                </a:cubicBezTo>
                <a:cubicBezTo>
                  <a:pt x="272251" y="569853"/>
                  <a:pt x="281389" y="560714"/>
                  <a:pt x="292663" y="560714"/>
                </a:cubicBezTo>
                <a:close/>
                <a:moveTo>
                  <a:pt x="243886" y="560714"/>
                </a:moveTo>
                <a:cubicBezTo>
                  <a:pt x="255160" y="560714"/>
                  <a:pt x="264299" y="569853"/>
                  <a:pt x="264299" y="581127"/>
                </a:cubicBezTo>
                <a:cubicBezTo>
                  <a:pt x="264299" y="592400"/>
                  <a:pt x="255160" y="601539"/>
                  <a:pt x="243886" y="601539"/>
                </a:cubicBezTo>
                <a:cubicBezTo>
                  <a:pt x="232612" y="601539"/>
                  <a:pt x="223473" y="592400"/>
                  <a:pt x="223473" y="581127"/>
                </a:cubicBezTo>
                <a:cubicBezTo>
                  <a:pt x="223473" y="569853"/>
                  <a:pt x="232612" y="560714"/>
                  <a:pt x="243886" y="560714"/>
                </a:cubicBezTo>
                <a:close/>
                <a:moveTo>
                  <a:pt x="195109" y="560714"/>
                </a:moveTo>
                <a:cubicBezTo>
                  <a:pt x="206383" y="560714"/>
                  <a:pt x="215522" y="569853"/>
                  <a:pt x="215522" y="581127"/>
                </a:cubicBezTo>
                <a:cubicBezTo>
                  <a:pt x="215522" y="592400"/>
                  <a:pt x="206383" y="601539"/>
                  <a:pt x="195109" y="601539"/>
                </a:cubicBezTo>
                <a:cubicBezTo>
                  <a:pt x="183835" y="601539"/>
                  <a:pt x="174696" y="592400"/>
                  <a:pt x="174696" y="581127"/>
                </a:cubicBezTo>
                <a:cubicBezTo>
                  <a:pt x="174696" y="569853"/>
                  <a:pt x="183835" y="560714"/>
                  <a:pt x="195109" y="560714"/>
                </a:cubicBezTo>
                <a:close/>
                <a:moveTo>
                  <a:pt x="146332" y="560714"/>
                </a:moveTo>
                <a:cubicBezTo>
                  <a:pt x="157606" y="560714"/>
                  <a:pt x="166745" y="569853"/>
                  <a:pt x="166745" y="581127"/>
                </a:cubicBezTo>
                <a:cubicBezTo>
                  <a:pt x="166745" y="592400"/>
                  <a:pt x="157606" y="601539"/>
                  <a:pt x="146332" y="601539"/>
                </a:cubicBezTo>
                <a:cubicBezTo>
                  <a:pt x="135058" y="601539"/>
                  <a:pt x="125919" y="592400"/>
                  <a:pt x="125919" y="581127"/>
                </a:cubicBezTo>
                <a:cubicBezTo>
                  <a:pt x="125919" y="569853"/>
                  <a:pt x="135058" y="560714"/>
                  <a:pt x="146332" y="560714"/>
                </a:cubicBezTo>
                <a:close/>
                <a:moveTo>
                  <a:pt x="97555" y="560714"/>
                </a:moveTo>
                <a:cubicBezTo>
                  <a:pt x="108829" y="560714"/>
                  <a:pt x="117968" y="569853"/>
                  <a:pt x="117968" y="581127"/>
                </a:cubicBezTo>
                <a:cubicBezTo>
                  <a:pt x="117968" y="592400"/>
                  <a:pt x="108829" y="601539"/>
                  <a:pt x="97555" y="601539"/>
                </a:cubicBezTo>
                <a:cubicBezTo>
                  <a:pt x="86281" y="601539"/>
                  <a:pt x="77142" y="592400"/>
                  <a:pt x="77142" y="581127"/>
                </a:cubicBezTo>
                <a:cubicBezTo>
                  <a:pt x="77142" y="569853"/>
                  <a:pt x="86281" y="560714"/>
                  <a:pt x="97555" y="560714"/>
                </a:cubicBezTo>
                <a:close/>
                <a:moveTo>
                  <a:pt x="48778" y="560714"/>
                </a:moveTo>
                <a:cubicBezTo>
                  <a:pt x="60052" y="560714"/>
                  <a:pt x="69191" y="569853"/>
                  <a:pt x="69191" y="581127"/>
                </a:cubicBezTo>
                <a:cubicBezTo>
                  <a:pt x="69191" y="592400"/>
                  <a:pt x="60052" y="601539"/>
                  <a:pt x="48778" y="601539"/>
                </a:cubicBezTo>
                <a:cubicBezTo>
                  <a:pt x="37504" y="601539"/>
                  <a:pt x="28365" y="592400"/>
                  <a:pt x="28365" y="581127"/>
                </a:cubicBezTo>
                <a:cubicBezTo>
                  <a:pt x="28365" y="569853"/>
                  <a:pt x="37504" y="560714"/>
                  <a:pt x="48778" y="560714"/>
                </a:cubicBezTo>
                <a:close/>
                <a:moveTo>
                  <a:pt x="2" y="560714"/>
                </a:moveTo>
                <a:cubicBezTo>
                  <a:pt x="11275" y="560714"/>
                  <a:pt x="20414" y="569853"/>
                  <a:pt x="20414" y="581127"/>
                </a:cubicBezTo>
                <a:cubicBezTo>
                  <a:pt x="20414" y="592400"/>
                  <a:pt x="11275" y="601539"/>
                  <a:pt x="2" y="601539"/>
                </a:cubicBezTo>
                <a:lnTo>
                  <a:pt x="0" y="601538"/>
                </a:lnTo>
                <a:lnTo>
                  <a:pt x="0" y="560715"/>
                </a:lnTo>
                <a:close/>
                <a:moveTo>
                  <a:pt x="875909" y="507047"/>
                </a:moveTo>
                <a:lnTo>
                  <a:pt x="860084" y="533097"/>
                </a:lnTo>
                <a:lnTo>
                  <a:pt x="857575" y="527040"/>
                </a:lnTo>
                <a:cubicBezTo>
                  <a:pt x="857575" y="518585"/>
                  <a:pt x="862716" y="511331"/>
                  <a:pt x="870042" y="508232"/>
                </a:cubicBezTo>
                <a:close/>
                <a:moveTo>
                  <a:pt x="829211" y="506628"/>
                </a:moveTo>
                <a:cubicBezTo>
                  <a:pt x="840485" y="506628"/>
                  <a:pt x="849624" y="515767"/>
                  <a:pt x="849624" y="527040"/>
                </a:cubicBezTo>
                <a:cubicBezTo>
                  <a:pt x="849624" y="538314"/>
                  <a:pt x="840485" y="547453"/>
                  <a:pt x="829211" y="547453"/>
                </a:cubicBezTo>
                <a:cubicBezTo>
                  <a:pt x="817937" y="547453"/>
                  <a:pt x="808798" y="538314"/>
                  <a:pt x="808798" y="527040"/>
                </a:cubicBezTo>
                <a:cubicBezTo>
                  <a:pt x="808798" y="515767"/>
                  <a:pt x="817937" y="506628"/>
                  <a:pt x="829211" y="506628"/>
                </a:cubicBezTo>
                <a:close/>
                <a:moveTo>
                  <a:pt x="780434" y="506628"/>
                </a:moveTo>
                <a:cubicBezTo>
                  <a:pt x="791708" y="506628"/>
                  <a:pt x="800847" y="515767"/>
                  <a:pt x="800847" y="527040"/>
                </a:cubicBezTo>
                <a:cubicBezTo>
                  <a:pt x="800847" y="538314"/>
                  <a:pt x="791708" y="547453"/>
                  <a:pt x="780434" y="547453"/>
                </a:cubicBezTo>
                <a:cubicBezTo>
                  <a:pt x="769160" y="547453"/>
                  <a:pt x="760021" y="538314"/>
                  <a:pt x="760021" y="527040"/>
                </a:cubicBezTo>
                <a:cubicBezTo>
                  <a:pt x="760021" y="515767"/>
                  <a:pt x="769160" y="506628"/>
                  <a:pt x="780434" y="506628"/>
                </a:cubicBezTo>
                <a:close/>
                <a:moveTo>
                  <a:pt x="731657" y="506628"/>
                </a:moveTo>
                <a:cubicBezTo>
                  <a:pt x="742931" y="506628"/>
                  <a:pt x="752070" y="515767"/>
                  <a:pt x="752070" y="527040"/>
                </a:cubicBezTo>
                <a:cubicBezTo>
                  <a:pt x="752070" y="538314"/>
                  <a:pt x="742931" y="547453"/>
                  <a:pt x="731657" y="547453"/>
                </a:cubicBezTo>
                <a:cubicBezTo>
                  <a:pt x="720383" y="547453"/>
                  <a:pt x="711244" y="538314"/>
                  <a:pt x="711244" y="527040"/>
                </a:cubicBezTo>
                <a:cubicBezTo>
                  <a:pt x="711244" y="515767"/>
                  <a:pt x="720383" y="506628"/>
                  <a:pt x="731657" y="506628"/>
                </a:cubicBezTo>
                <a:close/>
                <a:moveTo>
                  <a:pt x="682880" y="506628"/>
                </a:moveTo>
                <a:cubicBezTo>
                  <a:pt x="694153" y="506628"/>
                  <a:pt x="703293" y="515767"/>
                  <a:pt x="703293" y="527040"/>
                </a:cubicBezTo>
                <a:cubicBezTo>
                  <a:pt x="703293" y="538314"/>
                  <a:pt x="694153" y="547453"/>
                  <a:pt x="682880" y="547453"/>
                </a:cubicBezTo>
                <a:cubicBezTo>
                  <a:pt x="671606" y="547453"/>
                  <a:pt x="662467" y="538314"/>
                  <a:pt x="662467" y="527040"/>
                </a:cubicBezTo>
                <a:cubicBezTo>
                  <a:pt x="662467" y="515767"/>
                  <a:pt x="671606" y="506628"/>
                  <a:pt x="682880" y="506628"/>
                </a:cubicBezTo>
                <a:close/>
                <a:moveTo>
                  <a:pt x="634103" y="506628"/>
                </a:moveTo>
                <a:cubicBezTo>
                  <a:pt x="645377" y="506628"/>
                  <a:pt x="654516" y="515767"/>
                  <a:pt x="654516" y="527040"/>
                </a:cubicBezTo>
                <a:cubicBezTo>
                  <a:pt x="654516" y="538314"/>
                  <a:pt x="645377" y="547453"/>
                  <a:pt x="634103" y="547453"/>
                </a:cubicBezTo>
                <a:cubicBezTo>
                  <a:pt x="622829" y="547453"/>
                  <a:pt x="613690" y="538314"/>
                  <a:pt x="613690" y="527040"/>
                </a:cubicBezTo>
                <a:cubicBezTo>
                  <a:pt x="613690" y="515767"/>
                  <a:pt x="622829" y="506628"/>
                  <a:pt x="634103" y="506628"/>
                </a:cubicBezTo>
                <a:close/>
                <a:moveTo>
                  <a:pt x="585326" y="506628"/>
                </a:moveTo>
                <a:cubicBezTo>
                  <a:pt x="596599" y="506628"/>
                  <a:pt x="605738" y="515767"/>
                  <a:pt x="605738" y="527040"/>
                </a:cubicBezTo>
                <a:cubicBezTo>
                  <a:pt x="605738" y="538314"/>
                  <a:pt x="596599" y="547453"/>
                  <a:pt x="585326" y="547453"/>
                </a:cubicBezTo>
                <a:cubicBezTo>
                  <a:pt x="574052" y="547453"/>
                  <a:pt x="564913" y="538314"/>
                  <a:pt x="564913" y="527040"/>
                </a:cubicBezTo>
                <a:cubicBezTo>
                  <a:pt x="564913" y="515767"/>
                  <a:pt x="574052" y="506628"/>
                  <a:pt x="585326" y="506628"/>
                </a:cubicBezTo>
                <a:close/>
                <a:moveTo>
                  <a:pt x="536549" y="506628"/>
                </a:moveTo>
                <a:cubicBezTo>
                  <a:pt x="547822" y="506628"/>
                  <a:pt x="556961" y="515767"/>
                  <a:pt x="556961" y="527040"/>
                </a:cubicBezTo>
                <a:cubicBezTo>
                  <a:pt x="556961" y="538314"/>
                  <a:pt x="547822" y="547453"/>
                  <a:pt x="536549" y="547453"/>
                </a:cubicBezTo>
                <a:cubicBezTo>
                  <a:pt x="525275" y="547453"/>
                  <a:pt x="516136" y="538314"/>
                  <a:pt x="516136" y="527040"/>
                </a:cubicBezTo>
                <a:cubicBezTo>
                  <a:pt x="516136" y="515767"/>
                  <a:pt x="525275" y="506628"/>
                  <a:pt x="536549" y="506628"/>
                </a:cubicBezTo>
                <a:close/>
                <a:moveTo>
                  <a:pt x="487772" y="506628"/>
                </a:moveTo>
                <a:cubicBezTo>
                  <a:pt x="499045" y="506628"/>
                  <a:pt x="508184" y="515767"/>
                  <a:pt x="508184" y="527040"/>
                </a:cubicBezTo>
                <a:cubicBezTo>
                  <a:pt x="508184" y="538314"/>
                  <a:pt x="499045" y="547453"/>
                  <a:pt x="487772" y="547453"/>
                </a:cubicBezTo>
                <a:cubicBezTo>
                  <a:pt x="476498" y="547453"/>
                  <a:pt x="467359" y="538314"/>
                  <a:pt x="467359" y="527040"/>
                </a:cubicBezTo>
                <a:cubicBezTo>
                  <a:pt x="467359" y="515767"/>
                  <a:pt x="476498" y="506628"/>
                  <a:pt x="487772" y="506628"/>
                </a:cubicBezTo>
                <a:close/>
                <a:moveTo>
                  <a:pt x="438994" y="506628"/>
                </a:moveTo>
                <a:cubicBezTo>
                  <a:pt x="450268" y="506628"/>
                  <a:pt x="459407" y="515767"/>
                  <a:pt x="459407" y="527040"/>
                </a:cubicBezTo>
                <a:cubicBezTo>
                  <a:pt x="459407" y="538314"/>
                  <a:pt x="450268" y="547453"/>
                  <a:pt x="438994" y="547453"/>
                </a:cubicBezTo>
                <a:cubicBezTo>
                  <a:pt x="427721" y="547453"/>
                  <a:pt x="418582" y="538314"/>
                  <a:pt x="418582" y="527040"/>
                </a:cubicBezTo>
                <a:cubicBezTo>
                  <a:pt x="418582" y="515767"/>
                  <a:pt x="427721" y="506628"/>
                  <a:pt x="438994" y="506628"/>
                </a:cubicBezTo>
                <a:close/>
                <a:moveTo>
                  <a:pt x="390217" y="506628"/>
                </a:moveTo>
                <a:cubicBezTo>
                  <a:pt x="401491" y="506628"/>
                  <a:pt x="410630" y="515767"/>
                  <a:pt x="410630" y="527040"/>
                </a:cubicBezTo>
                <a:cubicBezTo>
                  <a:pt x="410630" y="538314"/>
                  <a:pt x="401491" y="547453"/>
                  <a:pt x="390217" y="547453"/>
                </a:cubicBezTo>
                <a:cubicBezTo>
                  <a:pt x="378944" y="547453"/>
                  <a:pt x="369805" y="538314"/>
                  <a:pt x="369805" y="527040"/>
                </a:cubicBezTo>
                <a:cubicBezTo>
                  <a:pt x="369805" y="515767"/>
                  <a:pt x="378944" y="506628"/>
                  <a:pt x="390217" y="506628"/>
                </a:cubicBezTo>
                <a:close/>
                <a:moveTo>
                  <a:pt x="341440" y="506628"/>
                </a:moveTo>
                <a:cubicBezTo>
                  <a:pt x="352714" y="506628"/>
                  <a:pt x="361853" y="515767"/>
                  <a:pt x="361853" y="527040"/>
                </a:cubicBezTo>
                <a:cubicBezTo>
                  <a:pt x="361853" y="538314"/>
                  <a:pt x="352714" y="547453"/>
                  <a:pt x="341440" y="547453"/>
                </a:cubicBezTo>
                <a:cubicBezTo>
                  <a:pt x="330166" y="547453"/>
                  <a:pt x="321028" y="538314"/>
                  <a:pt x="321028" y="527040"/>
                </a:cubicBezTo>
                <a:cubicBezTo>
                  <a:pt x="321028" y="515767"/>
                  <a:pt x="330166" y="506628"/>
                  <a:pt x="341440" y="506628"/>
                </a:cubicBezTo>
                <a:close/>
                <a:moveTo>
                  <a:pt x="292663" y="506628"/>
                </a:moveTo>
                <a:cubicBezTo>
                  <a:pt x="303937" y="506628"/>
                  <a:pt x="313076" y="515767"/>
                  <a:pt x="313076" y="527040"/>
                </a:cubicBezTo>
                <a:cubicBezTo>
                  <a:pt x="313076" y="538314"/>
                  <a:pt x="303937" y="547453"/>
                  <a:pt x="292663" y="547453"/>
                </a:cubicBezTo>
                <a:cubicBezTo>
                  <a:pt x="281389" y="547453"/>
                  <a:pt x="272251" y="538314"/>
                  <a:pt x="272251" y="527040"/>
                </a:cubicBezTo>
                <a:cubicBezTo>
                  <a:pt x="272251" y="515767"/>
                  <a:pt x="281389" y="506628"/>
                  <a:pt x="292663" y="506628"/>
                </a:cubicBezTo>
                <a:close/>
                <a:moveTo>
                  <a:pt x="243886" y="506628"/>
                </a:moveTo>
                <a:cubicBezTo>
                  <a:pt x="255160" y="506628"/>
                  <a:pt x="264299" y="515767"/>
                  <a:pt x="264299" y="527040"/>
                </a:cubicBezTo>
                <a:cubicBezTo>
                  <a:pt x="264299" y="538314"/>
                  <a:pt x="255160" y="547453"/>
                  <a:pt x="243886" y="547453"/>
                </a:cubicBezTo>
                <a:cubicBezTo>
                  <a:pt x="232612" y="547453"/>
                  <a:pt x="223473" y="538314"/>
                  <a:pt x="223473" y="527040"/>
                </a:cubicBezTo>
                <a:cubicBezTo>
                  <a:pt x="223473" y="515767"/>
                  <a:pt x="232612" y="506628"/>
                  <a:pt x="243886" y="506628"/>
                </a:cubicBezTo>
                <a:close/>
                <a:moveTo>
                  <a:pt x="195109" y="506628"/>
                </a:moveTo>
                <a:cubicBezTo>
                  <a:pt x="206383" y="506628"/>
                  <a:pt x="215522" y="515767"/>
                  <a:pt x="215522" y="527040"/>
                </a:cubicBezTo>
                <a:cubicBezTo>
                  <a:pt x="215522" y="538314"/>
                  <a:pt x="206383" y="547453"/>
                  <a:pt x="195109" y="547453"/>
                </a:cubicBezTo>
                <a:cubicBezTo>
                  <a:pt x="183835" y="547453"/>
                  <a:pt x="174696" y="538314"/>
                  <a:pt x="174696" y="527040"/>
                </a:cubicBezTo>
                <a:cubicBezTo>
                  <a:pt x="174696" y="515767"/>
                  <a:pt x="183835" y="506628"/>
                  <a:pt x="195109" y="506628"/>
                </a:cubicBezTo>
                <a:close/>
                <a:moveTo>
                  <a:pt x="146332" y="506628"/>
                </a:moveTo>
                <a:cubicBezTo>
                  <a:pt x="157606" y="506628"/>
                  <a:pt x="166745" y="515767"/>
                  <a:pt x="166745" y="527040"/>
                </a:cubicBezTo>
                <a:cubicBezTo>
                  <a:pt x="166745" y="538314"/>
                  <a:pt x="157606" y="547453"/>
                  <a:pt x="146332" y="547453"/>
                </a:cubicBezTo>
                <a:cubicBezTo>
                  <a:pt x="135058" y="547453"/>
                  <a:pt x="125919" y="538314"/>
                  <a:pt x="125919" y="527040"/>
                </a:cubicBezTo>
                <a:cubicBezTo>
                  <a:pt x="125919" y="515767"/>
                  <a:pt x="135058" y="506628"/>
                  <a:pt x="146332" y="506628"/>
                </a:cubicBezTo>
                <a:close/>
                <a:moveTo>
                  <a:pt x="97555" y="506628"/>
                </a:moveTo>
                <a:cubicBezTo>
                  <a:pt x="108829" y="506628"/>
                  <a:pt x="117968" y="515767"/>
                  <a:pt x="117968" y="527040"/>
                </a:cubicBezTo>
                <a:cubicBezTo>
                  <a:pt x="117968" y="538314"/>
                  <a:pt x="108829" y="547453"/>
                  <a:pt x="97555" y="547453"/>
                </a:cubicBezTo>
                <a:cubicBezTo>
                  <a:pt x="86281" y="547453"/>
                  <a:pt x="77142" y="538314"/>
                  <a:pt x="77142" y="527040"/>
                </a:cubicBezTo>
                <a:cubicBezTo>
                  <a:pt x="77142" y="515767"/>
                  <a:pt x="86281" y="506628"/>
                  <a:pt x="97555" y="506628"/>
                </a:cubicBezTo>
                <a:close/>
                <a:moveTo>
                  <a:pt x="48778" y="506628"/>
                </a:moveTo>
                <a:cubicBezTo>
                  <a:pt x="60052" y="506628"/>
                  <a:pt x="69191" y="515767"/>
                  <a:pt x="69191" y="527040"/>
                </a:cubicBezTo>
                <a:cubicBezTo>
                  <a:pt x="69191" y="538314"/>
                  <a:pt x="60052" y="547453"/>
                  <a:pt x="48778" y="547453"/>
                </a:cubicBezTo>
                <a:cubicBezTo>
                  <a:pt x="37504" y="547453"/>
                  <a:pt x="28365" y="538314"/>
                  <a:pt x="28365" y="527040"/>
                </a:cubicBezTo>
                <a:cubicBezTo>
                  <a:pt x="28365" y="515767"/>
                  <a:pt x="37504" y="506628"/>
                  <a:pt x="48778" y="506628"/>
                </a:cubicBezTo>
                <a:close/>
                <a:moveTo>
                  <a:pt x="2" y="506628"/>
                </a:moveTo>
                <a:cubicBezTo>
                  <a:pt x="11275" y="506628"/>
                  <a:pt x="20414" y="515767"/>
                  <a:pt x="20414" y="527040"/>
                </a:cubicBezTo>
                <a:cubicBezTo>
                  <a:pt x="20414" y="538314"/>
                  <a:pt x="11275" y="547453"/>
                  <a:pt x="2" y="547453"/>
                </a:cubicBezTo>
                <a:lnTo>
                  <a:pt x="0" y="547452"/>
                </a:lnTo>
                <a:lnTo>
                  <a:pt x="0" y="506629"/>
                </a:lnTo>
                <a:close/>
                <a:moveTo>
                  <a:pt x="877988" y="452541"/>
                </a:moveTo>
                <a:cubicBezTo>
                  <a:pt x="883625" y="452541"/>
                  <a:pt x="888728" y="454826"/>
                  <a:pt x="892422" y="458520"/>
                </a:cubicBezTo>
                <a:lnTo>
                  <a:pt x="896859" y="469231"/>
                </a:lnTo>
                <a:lnTo>
                  <a:pt x="889104" y="485329"/>
                </a:lnTo>
                <a:lnTo>
                  <a:pt x="885092" y="491933"/>
                </a:lnTo>
                <a:lnTo>
                  <a:pt x="877988" y="493367"/>
                </a:lnTo>
                <a:cubicBezTo>
                  <a:pt x="866714" y="493367"/>
                  <a:pt x="857575" y="484228"/>
                  <a:pt x="857575" y="472954"/>
                </a:cubicBezTo>
                <a:cubicBezTo>
                  <a:pt x="857575" y="461680"/>
                  <a:pt x="866714" y="452541"/>
                  <a:pt x="877988" y="452541"/>
                </a:cubicBezTo>
                <a:close/>
                <a:moveTo>
                  <a:pt x="829211" y="452541"/>
                </a:moveTo>
                <a:cubicBezTo>
                  <a:pt x="840485" y="452541"/>
                  <a:pt x="849624" y="461680"/>
                  <a:pt x="849624" y="472954"/>
                </a:cubicBezTo>
                <a:cubicBezTo>
                  <a:pt x="849624" y="484228"/>
                  <a:pt x="840485" y="493367"/>
                  <a:pt x="829211" y="493367"/>
                </a:cubicBezTo>
                <a:cubicBezTo>
                  <a:pt x="817937" y="493367"/>
                  <a:pt x="808798" y="484228"/>
                  <a:pt x="808798" y="472954"/>
                </a:cubicBezTo>
                <a:cubicBezTo>
                  <a:pt x="808798" y="461680"/>
                  <a:pt x="817937" y="452541"/>
                  <a:pt x="829211" y="452541"/>
                </a:cubicBezTo>
                <a:close/>
                <a:moveTo>
                  <a:pt x="780434" y="452541"/>
                </a:moveTo>
                <a:cubicBezTo>
                  <a:pt x="791708" y="452541"/>
                  <a:pt x="800847" y="461680"/>
                  <a:pt x="800847" y="472954"/>
                </a:cubicBezTo>
                <a:cubicBezTo>
                  <a:pt x="800847" y="484228"/>
                  <a:pt x="791708" y="493367"/>
                  <a:pt x="780434" y="493367"/>
                </a:cubicBezTo>
                <a:cubicBezTo>
                  <a:pt x="769160" y="493367"/>
                  <a:pt x="760021" y="484228"/>
                  <a:pt x="760021" y="472954"/>
                </a:cubicBezTo>
                <a:cubicBezTo>
                  <a:pt x="760021" y="461680"/>
                  <a:pt x="769160" y="452541"/>
                  <a:pt x="780434" y="452541"/>
                </a:cubicBezTo>
                <a:close/>
                <a:moveTo>
                  <a:pt x="731657" y="452541"/>
                </a:moveTo>
                <a:cubicBezTo>
                  <a:pt x="742931" y="452541"/>
                  <a:pt x="752070" y="461680"/>
                  <a:pt x="752070" y="472954"/>
                </a:cubicBezTo>
                <a:cubicBezTo>
                  <a:pt x="752070" y="484228"/>
                  <a:pt x="742931" y="493367"/>
                  <a:pt x="731657" y="493367"/>
                </a:cubicBezTo>
                <a:cubicBezTo>
                  <a:pt x="720383" y="493367"/>
                  <a:pt x="711244" y="484228"/>
                  <a:pt x="711244" y="472954"/>
                </a:cubicBezTo>
                <a:cubicBezTo>
                  <a:pt x="711244" y="461680"/>
                  <a:pt x="720383" y="452541"/>
                  <a:pt x="731657" y="452541"/>
                </a:cubicBezTo>
                <a:close/>
                <a:moveTo>
                  <a:pt x="682880" y="452541"/>
                </a:moveTo>
                <a:cubicBezTo>
                  <a:pt x="694153" y="452541"/>
                  <a:pt x="703293" y="461680"/>
                  <a:pt x="703293" y="472954"/>
                </a:cubicBezTo>
                <a:cubicBezTo>
                  <a:pt x="703293" y="484228"/>
                  <a:pt x="694153" y="493367"/>
                  <a:pt x="682880" y="493367"/>
                </a:cubicBezTo>
                <a:cubicBezTo>
                  <a:pt x="671606" y="493367"/>
                  <a:pt x="662467" y="484228"/>
                  <a:pt x="662467" y="472954"/>
                </a:cubicBezTo>
                <a:cubicBezTo>
                  <a:pt x="662467" y="461680"/>
                  <a:pt x="671606" y="452541"/>
                  <a:pt x="682880" y="452541"/>
                </a:cubicBezTo>
                <a:close/>
                <a:moveTo>
                  <a:pt x="634103" y="452541"/>
                </a:moveTo>
                <a:cubicBezTo>
                  <a:pt x="645377" y="452541"/>
                  <a:pt x="654516" y="461680"/>
                  <a:pt x="654516" y="472954"/>
                </a:cubicBezTo>
                <a:cubicBezTo>
                  <a:pt x="654516" y="484228"/>
                  <a:pt x="645377" y="493367"/>
                  <a:pt x="634103" y="493367"/>
                </a:cubicBezTo>
                <a:cubicBezTo>
                  <a:pt x="622829" y="493367"/>
                  <a:pt x="613690" y="484228"/>
                  <a:pt x="613690" y="472954"/>
                </a:cubicBezTo>
                <a:cubicBezTo>
                  <a:pt x="613690" y="461680"/>
                  <a:pt x="622829" y="452541"/>
                  <a:pt x="634103" y="452541"/>
                </a:cubicBezTo>
                <a:close/>
                <a:moveTo>
                  <a:pt x="585326" y="452541"/>
                </a:moveTo>
                <a:cubicBezTo>
                  <a:pt x="596599" y="452541"/>
                  <a:pt x="605738" y="461680"/>
                  <a:pt x="605738" y="472954"/>
                </a:cubicBezTo>
                <a:cubicBezTo>
                  <a:pt x="605738" y="484228"/>
                  <a:pt x="596599" y="493367"/>
                  <a:pt x="585326" y="493367"/>
                </a:cubicBezTo>
                <a:cubicBezTo>
                  <a:pt x="574052" y="493367"/>
                  <a:pt x="564913" y="484228"/>
                  <a:pt x="564913" y="472954"/>
                </a:cubicBezTo>
                <a:cubicBezTo>
                  <a:pt x="564913" y="461680"/>
                  <a:pt x="574052" y="452541"/>
                  <a:pt x="585326" y="452541"/>
                </a:cubicBezTo>
                <a:close/>
                <a:moveTo>
                  <a:pt x="536549" y="452541"/>
                </a:moveTo>
                <a:cubicBezTo>
                  <a:pt x="547822" y="452541"/>
                  <a:pt x="556961" y="461680"/>
                  <a:pt x="556961" y="472954"/>
                </a:cubicBezTo>
                <a:cubicBezTo>
                  <a:pt x="556961" y="484228"/>
                  <a:pt x="547822" y="493367"/>
                  <a:pt x="536549" y="493367"/>
                </a:cubicBezTo>
                <a:cubicBezTo>
                  <a:pt x="525275" y="493367"/>
                  <a:pt x="516136" y="484228"/>
                  <a:pt x="516136" y="472954"/>
                </a:cubicBezTo>
                <a:cubicBezTo>
                  <a:pt x="516136" y="461680"/>
                  <a:pt x="525275" y="452541"/>
                  <a:pt x="536549" y="452541"/>
                </a:cubicBezTo>
                <a:close/>
                <a:moveTo>
                  <a:pt x="487772" y="452541"/>
                </a:moveTo>
                <a:cubicBezTo>
                  <a:pt x="499045" y="452541"/>
                  <a:pt x="508184" y="461680"/>
                  <a:pt x="508184" y="472954"/>
                </a:cubicBezTo>
                <a:cubicBezTo>
                  <a:pt x="508184" y="484228"/>
                  <a:pt x="499045" y="493367"/>
                  <a:pt x="487772" y="493367"/>
                </a:cubicBezTo>
                <a:cubicBezTo>
                  <a:pt x="476498" y="493367"/>
                  <a:pt x="467359" y="484228"/>
                  <a:pt x="467359" y="472954"/>
                </a:cubicBezTo>
                <a:cubicBezTo>
                  <a:pt x="467359" y="461680"/>
                  <a:pt x="476498" y="452541"/>
                  <a:pt x="487772" y="452541"/>
                </a:cubicBezTo>
                <a:close/>
                <a:moveTo>
                  <a:pt x="438994" y="452541"/>
                </a:moveTo>
                <a:cubicBezTo>
                  <a:pt x="450268" y="452541"/>
                  <a:pt x="459407" y="461680"/>
                  <a:pt x="459407" y="472954"/>
                </a:cubicBezTo>
                <a:cubicBezTo>
                  <a:pt x="459407" y="484228"/>
                  <a:pt x="450268" y="493367"/>
                  <a:pt x="438994" y="493367"/>
                </a:cubicBezTo>
                <a:cubicBezTo>
                  <a:pt x="427721" y="493367"/>
                  <a:pt x="418582" y="484228"/>
                  <a:pt x="418582" y="472954"/>
                </a:cubicBezTo>
                <a:cubicBezTo>
                  <a:pt x="418582" y="461680"/>
                  <a:pt x="427721" y="452541"/>
                  <a:pt x="438994" y="452541"/>
                </a:cubicBezTo>
                <a:close/>
                <a:moveTo>
                  <a:pt x="390217" y="452541"/>
                </a:moveTo>
                <a:cubicBezTo>
                  <a:pt x="401491" y="452541"/>
                  <a:pt x="410630" y="461680"/>
                  <a:pt x="410630" y="472954"/>
                </a:cubicBezTo>
                <a:cubicBezTo>
                  <a:pt x="410630" y="484228"/>
                  <a:pt x="401491" y="493367"/>
                  <a:pt x="390217" y="493367"/>
                </a:cubicBezTo>
                <a:cubicBezTo>
                  <a:pt x="378944" y="493367"/>
                  <a:pt x="369805" y="484228"/>
                  <a:pt x="369805" y="472954"/>
                </a:cubicBezTo>
                <a:cubicBezTo>
                  <a:pt x="369805" y="461680"/>
                  <a:pt x="378944" y="452541"/>
                  <a:pt x="390217" y="452541"/>
                </a:cubicBezTo>
                <a:close/>
                <a:moveTo>
                  <a:pt x="341440" y="452541"/>
                </a:moveTo>
                <a:cubicBezTo>
                  <a:pt x="352714" y="452541"/>
                  <a:pt x="361853" y="461680"/>
                  <a:pt x="361853" y="472954"/>
                </a:cubicBezTo>
                <a:cubicBezTo>
                  <a:pt x="361853" y="484228"/>
                  <a:pt x="352714" y="493367"/>
                  <a:pt x="341440" y="493367"/>
                </a:cubicBezTo>
                <a:cubicBezTo>
                  <a:pt x="330166" y="493367"/>
                  <a:pt x="321028" y="484228"/>
                  <a:pt x="321028" y="472954"/>
                </a:cubicBezTo>
                <a:cubicBezTo>
                  <a:pt x="321028" y="461680"/>
                  <a:pt x="330166" y="452541"/>
                  <a:pt x="341440" y="452541"/>
                </a:cubicBezTo>
                <a:close/>
                <a:moveTo>
                  <a:pt x="292663" y="452541"/>
                </a:moveTo>
                <a:cubicBezTo>
                  <a:pt x="303937" y="452541"/>
                  <a:pt x="313076" y="461680"/>
                  <a:pt x="313076" y="472954"/>
                </a:cubicBezTo>
                <a:cubicBezTo>
                  <a:pt x="313076" y="484228"/>
                  <a:pt x="303937" y="493367"/>
                  <a:pt x="292663" y="493367"/>
                </a:cubicBezTo>
                <a:cubicBezTo>
                  <a:pt x="281389" y="493367"/>
                  <a:pt x="272251" y="484228"/>
                  <a:pt x="272251" y="472954"/>
                </a:cubicBezTo>
                <a:cubicBezTo>
                  <a:pt x="272251" y="461680"/>
                  <a:pt x="281389" y="452541"/>
                  <a:pt x="292663" y="452541"/>
                </a:cubicBezTo>
                <a:close/>
                <a:moveTo>
                  <a:pt x="243886" y="452541"/>
                </a:moveTo>
                <a:cubicBezTo>
                  <a:pt x="255160" y="452541"/>
                  <a:pt x="264299" y="461680"/>
                  <a:pt x="264299" y="472954"/>
                </a:cubicBezTo>
                <a:cubicBezTo>
                  <a:pt x="264299" y="484228"/>
                  <a:pt x="255160" y="493367"/>
                  <a:pt x="243886" y="493367"/>
                </a:cubicBezTo>
                <a:cubicBezTo>
                  <a:pt x="232612" y="493367"/>
                  <a:pt x="223473" y="484228"/>
                  <a:pt x="223473" y="472954"/>
                </a:cubicBezTo>
                <a:cubicBezTo>
                  <a:pt x="223473" y="461680"/>
                  <a:pt x="232612" y="452541"/>
                  <a:pt x="243886" y="452541"/>
                </a:cubicBezTo>
                <a:close/>
                <a:moveTo>
                  <a:pt x="195109" y="452541"/>
                </a:moveTo>
                <a:cubicBezTo>
                  <a:pt x="206383" y="452541"/>
                  <a:pt x="215522" y="461680"/>
                  <a:pt x="215522" y="472954"/>
                </a:cubicBezTo>
                <a:cubicBezTo>
                  <a:pt x="215522" y="484228"/>
                  <a:pt x="206383" y="493367"/>
                  <a:pt x="195109" y="493367"/>
                </a:cubicBezTo>
                <a:cubicBezTo>
                  <a:pt x="183835" y="493367"/>
                  <a:pt x="174696" y="484228"/>
                  <a:pt x="174696" y="472954"/>
                </a:cubicBezTo>
                <a:cubicBezTo>
                  <a:pt x="174696" y="461680"/>
                  <a:pt x="183835" y="452541"/>
                  <a:pt x="195109" y="452541"/>
                </a:cubicBezTo>
                <a:close/>
                <a:moveTo>
                  <a:pt x="146332" y="452541"/>
                </a:moveTo>
                <a:cubicBezTo>
                  <a:pt x="157606" y="452541"/>
                  <a:pt x="166745" y="461680"/>
                  <a:pt x="166745" y="472954"/>
                </a:cubicBezTo>
                <a:cubicBezTo>
                  <a:pt x="166745" y="484228"/>
                  <a:pt x="157606" y="493367"/>
                  <a:pt x="146332" y="493367"/>
                </a:cubicBezTo>
                <a:cubicBezTo>
                  <a:pt x="135058" y="493367"/>
                  <a:pt x="125919" y="484228"/>
                  <a:pt x="125919" y="472954"/>
                </a:cubicBezTo>
                <a:cubicBezTo>
                  <a:pt x="125919" y="461680"/>
                  <a:pt x="135058" y="452541"/>
                  <a:pt x="146332" y="452541"/>
                </a:cubicBezTo>
                <a:close/>
                <a:moveTo>
                  <a:pt x="97555" y="452541"/>
                </a:moveTo>
                <a:cubicBezTo>
                  <a:pt x="108829" y="452541"/>
                  <a:pt x="117968" y="461680"/>
                  <a:pt x="117968" y="472954"/>
                </a:cubicBezTo>
                <a:cubicBezTo>
                  <a:pt x="117968" y="484228"/>
                  <a:pt x="108829" y="493367"/>
                  <a:pt x="97555" y="493367"/>
                </a:cubicBezTo>
                <a:cubicBezTo>
                  <a:pt x="86281" y="493367"/>
                  <a:pt x="77142" y="484228"/>
                  <a:pt x="77142" y="472954"/>
                </a:cubicBezTo>
                <a:cubicBezTo>
                  <a:pt x="77142" y="461680"/>
                  <a:pt x="86281" y="452541"/>
                  <a:pt x="97555" y="452541"/>
                </a:cubicBezTo>
                <a:close/>
                <a:moveTo>
                  <a:pt x="48778" y="452541"/>
                </a:moveTo>
                <a:cubicBezTo>
                  <a:pt x="60052" y="452541"/>
                  <a:pt x="69191" y="461680"/>
                  <a:pt x="69191" y="472954"/>
                </a:cubicBezTo>
                <a:cubicBezTo>
                  <a:pt x="69191" y="484228"/>
                  <a:pt x="60052" y="493367"/>
                  <a:pt x="48778" y="493367"/>
                </a:cubicBezTo>
                <a:cubicBezTo>
                  <a:pt x="37504" y="493367"/>
                  <a:pt x="28365" y="484228"/>
                  <a:pt x="28365" y="472954"/>
                </a:cubicBezTo>
                <a:cubicBezTo>
                  <a:pt x="28365" y="461680"/>
                  <a:pt x="37504" y="452541"/>
                  <a:pt x="48778" y="452541"/>
                </a:cubicBezTo>
                <a:close/>
                <a:moveTo>
                  <a:pt x="2" y="452541"/>
                </a:moveTo>
                <a:cubicBezTo>
                  <a:pt x="11275" y="452541"/>
                  <a:pt x="20414" y="461680"/>
                  <a:pt x="20414" y="472954"/>
                </a:cubicBezTo>
                <a:cubicBezTo>
                  <a:pt x="20414" y="484228"/>
                  <a:pt x="11275" y="493367"/>
                  <a:pt x="2" y="493367"/>
                </a:cubicBezTo>
                <a:lnTo>
                  <a:pt x="0" y="493366"/>
                </a:lnTo>
                <a:lnTo>
                  <a:pt x="0" y="452542"/>
                </a:lnTo>
                <a:close/>
                <a:moveTo>
                  <a:pt x="926765" y="398455"/>
                </a:moveTo>
                <a:lnTo>
                  <a:pt x="930582" y="399226"/>
                </a:lnTo>
                <a:lnTo>
                  <a:pt x="913716" y="434236"/>
                </a:lnTo>
                <a:lnTo>
                  <a:pt x="912331" y="433302"/>
                </a:lnTo>
                <a:cubicBezTo>
                  <a:pt x="908637" y="429608"/>
                  <a:pt x="906352" y="424505"/>
                  <a:pt x="906352" y="418868"/>
                </a:cubicBezTo>
                <a:cubicBezTo>
                  <a:pt x="906352" y="407594"/>
                  <a:pt x="915491" y="398455"/>
                  <a:pt x="926765" y="398455"/>
                </a:cubicBezTo>
                <a:close/>
                <a:moveTo>
                  <a:pt x="877988" y="398455"/>
                </a:moveTo>
                <a:cubicBezTo>
                  <a:pt x="889262" y="398455"/>
                  <a:pt x="898401" y="407594"/>
                  <a:pt x="898401" y="418868"/>
                </a:cubicBezTo>
                <a:cubicBezTo>
                  <a:pt x="898401" y="430142"/>
                  <a:pt x="889262" y="439281"/>
                  <a:pt x="877988" y="439281"/>
                </a:cubicBezTo>
                <a:cubicBezTo>
                  <a:pt x="866714" y="439281"/>
                  <a:pt x="857575" y="430142"/>
                  <a:pt x="857575" y="418868"/>
                </a:cubicBezTo>
                <a:cubicBezTo>
                  <a:pt x="857575" y="407594"/>
                  <a:pt x="866714" y="398455"/>
                  <a:pt x="877988" y="398455"/>
                </a:cubicBezTo>
                <a:close/>
                <a:moveTo>
                  <a:pt x="829211" y="398455"/>
                </a:moveTo>
                <a:cubicBezTo>
                  <a:pt x="840485" y="398455"/>
                  <a:pt x="849624" y="407594"/>
                  <a:pt x="849624" y="418868"/>
                </a:cubicBezTo>
                <a:cubicBezTo>
                  <a:pt x="849624" y="430142"/>
                  <a:pt x="840485" y="439281"/>
                  <a:pt x="829211" y="439281"/>
                </a:cubicBezTo>
                <a:cubicBezTo>
                  <a:pt x="817937" y="439281"/>
                  <a:pt x="808798" y="430142"/>
                  <a:pt x="808798" y="418868"/>
                </a:cubicBezTo>
                <a:cubicBezTo>
                  <a:pt x="808798" y="407594"/>
                  <a:pt x="817937" y="398455"/>
                  <a:pt x="829211" y="398455"/>
                </a:cubicBezTo>
                <a:close/>
                <a:moveTo>
                  <a:pt x="780434" y="398455"/>
                </a:moveTo>
                <a:cubicBezTo>
                  <a:pt x="791708" y="398455"/>
                  <a:pt x="800847" y="407594"/>
                  <a:pt x="800847" y="418868"/>
                </a:cubicBezTo>
                <a:cubicBezTo>
                  <a:pt x="800847" y="430142"/>
                  <a:pt x="791708" y="439281"/>
                  <a:pt x="780434" y="439281"/>
                </a:cubicBezTo>
                <a:cubicBezTo>
                  <a:pt x="769160" y="439281"/>
                  <a:pt x="760021" y="430142"/>
                  <a:pt x="760021" y="418868"/>
                </a:cubicBezTo>
                <a:cubicBezTo>
                  <a:pt x="760021" y="407594"/>
                  <a:pt x="769160" y="398455"/>
                  <a:pt x="780434" y="398455"/>
                </a:cubicBezTo>
                <a:close/>
                <a:moveTo>
                  <a:pt x="731657" y="398455"/>
                </a:moveTo>
                <a:cubicBezTo>
                  <a:pt x="742931" y="398455"/>
                  <a:pt x="752070" y="407594"/>
                  <a:pt x="752070" y="418868"/>
                </a:cubicBezTo>
                <a:cubicBezTo>
                  <a:pt x="752070" y="430142"/>
                  <a:pt x="742931" y="439281"/>
                  <a:pt x="731657" y="439281"/>
                </a:cubicBezTo>
                <a:cubicBezTo>
                  <a:pt x="720383" y="439281"/>
                  <a:pt x="711244" y="430142"/>
                  <a:pt x="711244" y="418868"/>
                </a:cubicBezTo>
                <a:cubicBezTo>
                  <a:pt x="711244" y="407594"/>
                  <a:pt x="720383" y="398455"/>
                  <a:pt x="731657" y="398455"/>
                </a:cubicBezTo>
                <a:close/>
                <a:moveTo>
                  <a:pt x="682880" y="398455"/>
                </a:moveTo>
                <a:cubicBezTo>
                  <a:pt x="694153" y="398455"/>
                  <a:pt x="703293" y="407594"/>
                  <a:pt x="703293" y="418868"/>
                </a:cubicBezTo>
                <a:cubicBezTo>
                  <a:pt x="703293" y="430142"/>
                  <a:pt x="694153" y="439281"/>
                  <a:pt x="682880" y="439281"/>
                </a:cubicBezTo>
                <a:cubicBezTo>
                  <a:pt x="671606" y="439281"/>
                  <a:pt x="662467" y="430142"/>
                  <a:pt x="662467" y="418868"/>
                </a:cubicBezTo>
                <a:cubicBezTo>
                  <a:pt x="662467" y="407594"/>
                  <a:pt x="671606" y="398455"/>
                  <a:pt x="682880" y="398455"/>
                </a:cubicBezTo>
                <a:close/>
                <a:moveTo>
                  <a:pt x="634103" y="398455"/>
                </a:moveTo>
                <a:cubicBezTo>
                  <a:pt x="645377" y="398455"/>
                  <a:pt x="654516" y="407594"/>
                  <a:pt x="654516" y="418868"/>
                </a:cubicBezTo>
                <a:cubicBezTo>
                  <a:pt x="654516" y="430142"/>
                  <a:pt x="645377" y="439281"/>
                  <a:pt x="634103" y="439281"/>
                </a:cubicBezTo>
                <a:cubicBezTo>
                  <a:pt x="622829" y="439281"/>
                  <a:pt x="613690" y="430142"/>
                  <a:pt x="613690" y="418868"/>
                </a:cubicBezTo>
                <a:cubicBezTo>
                  <a:pt x="613690" y="407594"/>
                  <a:pt x="622829" y="398455"/>
                  <a:pt x="634103" y="398455"/>
                </a:cubicBezTo>
                <a:close/>
                <a:moveTo>
                  <a:pt x="585326" y="398455"/>
                </a:moveTo>
                <a:cubicBezTo>
                  <a:pt x="596599" y="398455"/>
                  <a:pt x="605738" y="407594"/>
                  <a:pt x="605738" y="418868"/>
                </a:cubicBezTo>
                <a:cubicBezTo>
                  <a:pt x="605738" y="430142"/>
                  <a:pt x="596599" y="439281"/>
                  <a:pt x="585326" y="439281"/>
                </a:cubicBezTo>
                <a:cubicBezTo>
                  <a:pt x="574052" y="439281"/>
                  <a:pt x="564913" y="430142"/>
                  <a:pt x="564913" y="418868"/>
                </a:cubicBezTo>
                <a:cubicBezTo>
                  <a:pt x="564913" y="407594"/>
                  <a:pt x="574052" y="398455"/>
                  <a:pt x="585326" y="398455"/>
                </a:cubicBezTo>
                <a:close/>
                <a:moveTo>
                  <a:pt x="536549" y="398455"/>
                </a:moveTo>
                <a:cubicBezTo>
                  <a:pt x="547822" y="398455"/>
                  <a:pt x="556961" y="407594"/>
                  <a:pt x="556961" y="418868"/>
                </a:cubicBezTo>
                <a:cubicBezTo>
                  <a:pt x="556961" y="430142"/>
                  <a:pt x="547822" y="439281"/>
                  <a:pt x="536549" y="439281"/>
                </a:cubicBezTo>
                <a:cubicBezTo>
                  <a:pt x="525275" y="439281"/>
                  <a:pt x="516136" y="430142"/>
                  <a:pt x="516136" y="418868"/>
                </a:cubicBezTo>
                <a:cubicBezTo>
                  <a:pt x="516136" y="407594"/>
                  <a:pt x="525275" y="398455"/>
                  <a:pt x="536549" y="398455"/>
                </a:cubicBezTo>
                <a:close/>
                <a:moveTo>
                  <a:pt x="487772" y="398455"/>
                </a:moveTo>
                <a:cubicBezTo>
                  <a:pt x="499045" y="398455"/>
                  <a:pt x="508184" y="407594"/>
                  <a:pt x="508184" y="418868"/>
                </a:cubicBezTo>
                <a:cubicBezTo>
                  <a:pt x="508184" y="430142"/>
                  <a:pt x="499045" y="439281"/>
                  <a:pt x="487772" y="439281"/>
                </a:cubicBezTo>
                <a:cubicBezTo>
                  <a:pt x="476498" y="439281"/>
                  <a:pt x="467359" y="430142"/>
                  <a:pt x="467359" y="418868"/>
                </a:cubicBezTo>
                <a:cubicBezTo>
                  <a:pt x="467359" y="407594"/>
                  <a:pt x="476498" y="398455"/>
                  <a:pt x="487772" y="398455"/>
                </a:cubicBezTo>
                <a:close/>
                <a:moveTo>
                  <a:pt x="438994" y="398455"/>
                </a:moveTo>
                <a:cubicBezTo>
                  <a:pt x="450268" y="398455"/>
                  <a:pt x="459407" y="407594"/>
                  <a:pt x="459407" y="418868"/>
                </a:cubicBezTo>
                <a:cubicBezTo>
                  <a:pt x="459407" y="430142"/>
                  <a:pt x="450268" y="439281"/>
                  <a:pt x="438994" y="439281"/>
                </a:cubicBezTo>
                <a:cubicBezTo>
                  <a:pt x="427721" y="439281"/>
                  <a:pt x="418582" y="430142"/>
                  <a:pt x="418582" y="418868"/>
                </a:cubicBezTo>
                <a:cubicBezTo>
                  <a:pt x="418582" y="407594"/>
                  <a:pt x="427721" y="398455"/>
                  <a:pt x="438994" y="398455"/>
                </a:cubicBezTo>
                <a:close/>
                <a:moveTo>
                  <a:pt x="390217" y="398455"/>
                </a:moveTo>
                <a:cubicBezTo>
                  <a:pt x="401491" y="398455"/>
                  <a:pt x="410630" y="407594"/>
                  <a:pt x="410630" y="418868"/>
                </a:cubicBezTo>
                <a:cubicBezTo>
                  <a:pt x="410630" y="430142"/>
                  <a:pt x="401491" y="439281"/>
                  <a:pt x="390217" y="439281"/>
                </a:cubicBezTo>
                <a:cubicBezTo>
                  <a:pt x="378944" y="439281"/>
                  <a:pt x="369805" y="430142"/>
                  <a:pt x="369805" y="418868"/>
                </a:cubicBezTo>
                <a:cubicBezTo>
                  <a:pt x="369805" y="407594"/>
                  <a:pt x="378944" y="398455"/>
                  <a:pt x="390217" y="398455"/>
                </a:cubicBezTo>
                <a:close/>
                <a:moveTo>
                  <a:pt x="341440" y="398455"/>
                </a:moveTo>
                <a:cubicBezTo>
                  <a:pt x="352714" y="398455"/>
                  <a:pt x="361853" y="407594"/>
                  <a:pt x="361853" y="418868"/>
                </a:cubicBezTo>
                <a:cubicBezTo>
                  <a:pt x="361853" y="430142"/>
                  <a:pt x="352714" y="439281"/>
                  <a:pt x="341440" y="439281"/>
                </a:cubicBezTo>
                <a:cubicBezTo>
                  <a:pt x="330166" y="439281"/>
                  <a:pt x="321028" y="430142"/>
                  <a:pt x="321028" y="418868"/>
                </a:cubicBezTo>
                <a:cubicBezTo>
                  <a:pt x="321028" y="407594"/>
                  <a:pt x="330166" y="398455"/>
                  <a:pt x="341440" y="398455"/>
                </a:cubicBezTo>
                <a:close/>
                <a:moveTo>
                  <a:pt x="292663" y="398455"/>
                </a:moveTo>
                <a:cubicBezTo>
                  <a:pt x="303937" y="398455"/>
                  <a:pt x="313076" y="407594"/>
                  <a:pt x="313076" y="418868"/>
                </a:cubicBezTo>
                <a:cubicBezTo>
                  <a:pt x="313076" y="430142"/>
                  <a:pt x="303937" y="439281"/>
                  <a:pt x="292663" y="439281"/>
                </a:cubicBezTo>
                <a:cubicBezTo>
                  <a:pt x="281389" y="439281"/>
                  <a:pt x="272251" y="430142"/>
                  <a:pt x="272251" y="418868"/>
                </a:cubicBezTo>
                <a:cubicBezTo>
                  <a:pt x="272251" y="407594"/>
                  <a:pt x="281389" y="398455"/>
                  <a:pt x="292663" y="398455"/>
                </a:cubicBezTo>
                <a:close/>
                <a:moveTo>
                  <a:pt x="243886" y="398455"/>
                </a:moveTo>
                <a:cubicBezTo>
                  <a:pt x="255160" y="398455"/>
                  <a:pt x="264299" y="407594"/>
                  <a:pt x="264299" y="418868"/>
                </a:cubicBezTo>
                <a:cubicBezTo>
                  <a:pt x="264299" y="430142"/>
                  <a:pt x="255160" y="439281"/>
                  <a:pt x="243886" y="439281"/>
                </a:cubicBezTo>
                <a:cubicBezTo>
                  <a:pt x="232612" y="439281"/>
                  <a:pt x="223473" y="430142"/>
                  <a:pt x="223473" y="418868"/>
                </a:cubicBezTo>
                <a:cubicBezTo>
                  <a:pt x="223473" y="407594"/>
                  <a:pt x="232612" y="398455"/>
                  <a:pt x="243886" y="398455"/>
                </a:cubicBezTo>
                <a:close/>
                <a:moveTo>
                  <a:pt x="195109" y="398455"/>
                </a:moveTo>
                <a:cubicBezTo>
                  <a:pt x="206383" y="398455"/>
                  <a:pt x="215522" y="407594"/>
                  <a:pt x="215522" y="418868"/>
                </a:cubicBezTo>
                <a:cubicBezTo>
                  <a:pt x="215522" y="430142"/>
                  <a:pt x="206383" y="439281"/>
                  <a:pt x="195109" y="439281"/>
                </a:cubicBezTo>
                <a:cubicBezTo>
                  <a:pt x="183835" y="439281"/>
                  <a:pt x="174696" y="430142"/>
                  <a:pt x="174696" y="418868"/>
                </a:cubicBezTo>
                <a:cubicBezTo>
                  <a:pt x="174696" y="407594"/>
                  <a:pt x="183835" y="398455"/>
                  <a:pt x="195109" y="398455"/>
                </a:cubicBezTo>
                <a:close/>
                <a:moveTo>
                  <a:pt x="146332" y="398455"/>
                </a:moveTo>
                <a:cubicBezTo>
                  <a:pt x="157606" y="398455"/>
                  <a:pt x="166745" y="407594"/>
                  <a:pt x="166745" y="418868"/>
                </a:cubicBezTo>
                <a:cubicBezTo>
                  <a:pt x="166745" y="430142"/>
                  <a:pt x="157606" y="439281"/>
                  <a:pt x="146332" y="439281"/>
                </a:cubicBezTo>
                <a:cubicBezTo>
                  <a:pt x="135058" y="439281"/>
                  <a:pt x="125919" y="430142"/>
                  <a:pt x="125919" y="418868"/>
                </a:cubicBezTo>
                <a:cubicBezTo>
                  <a:pt x="125919" y="407594"/>
                  <a:pt x="135058" y="398455"/>
                  <a:pt x="146332" y="398455"/>
                </a:cubicBezTo>
                <a:close/>
                <a:moveTo>
                  <a:pt x="97555" y="398455"/>
                </a:moveTo>
                <a:cubicBezTo>
                  <a:pt x="108829" y="398455"/>
                  <a:pt x="117968" y="407594"/>
                  <a:pt x="117968" y="418868"/>
                </a:cubicBezTo>
                <a:cubicBezTo>
                  <a:pt x="117968" y="430142"/>
                  <a:pt x="108829" y="439281"/>
                  <a:pt x="97555" y="439281"/>
                </a:cubicBezTo>
                <a:cubicBezTo>
                  <a:pt x="86281" y="439281"/>
                  <a:pt x="77142" y="430142"/>
                  <a:pt x="77142" y="418868"/>
                </a:cubicBezTo>
                <a:cubicBezTo>
                  <a:pt x="77142" y="407594"/>
                  <a:pt x="86281" y="398455"/>
                  <a:pt x="97555" y="398455"/>
                </a:cubicBezTo>
                <a:close/>
                <a:moveTo>
                  <a:pt x="48778" y="398455"/>
                </a:moveTo>
                <a:cubicBezTo>
                  <a:pt x="60052" y="398455"/>
                  <a:pt x="69191" y="407594"/>
                  <a:pt x="69191" y="418868"/>
                </a:cubicBezTo>
                <a:cubicBezTo>
                  <a:pt x="69191" y="430142"/>
                  <a:pt x="60052" y="439281"/>
                  <a:pt x="48778" y="439281"/>
                </a:cubicBezTo>
                <a:cubicBezTo>
                  <a:pt x="37504" y="439281"/>
                  <a:pt x="28365" y="430142"/>
                  <a:pt x="28365" y="418868"/>
                </a:cubicBezTo>
                <a:cubicBezTo>
                  <a:pt x="28365" y="407594"/>
                  <a:pt x="37504" y="398455"/>
                  <a:pt x="48778" y="398455"/>
                </a:cubicBezTo>
                <a:close/>
                <a:moveTo>
                  <a:pt x="2" y="398455"/>
                </a:moveTo>
                <a:cubicBezTo>
                  <a:pt x="11275" y="398455"/>
                  <a:pt x="20414" y="407594"/>
                  <a:pt x="20414" y="418868"/>
                </a:cubicBezTo>
                <a:cubicBezTo>
                  <a:pt x="20414" y="430142"/>
                  <a:pt x="11275" y="439281"/>
                  <a:pt x="2" y="439281"/>
                </a:cubicBezTo>
                <a:lnTo>
                  <a:pt x="0" y="439280"/>
                </a:lnTo>
                <a:lnTo>
                  <a:pt x="0" y="398456"/>
                </a:lnTo>
                <a:close/>
                <a:moveTo>
                  <a:pt x="926765" y="344369"/>
                </a:moveTo>
                <a:cubicBezTo>
                  <a:pt x="932402" y="344369"/>
                  <a:pt x="937505" y="346654"/>
                  <a:pt x="941199" y="350348"/>
                </a:cubicBezTo>
                <a:lnTo>
                  <a:pt x="945200" y="360008"/>
                </a:lnTo>
                <a:lnTo>
                  <a:pt x="937178" y="381927"/>
                </a:lnTo>
                <a:lnTo>
                  <a:pt x="934711" y="383591"/>
                </a:lnTo>
                <a:cubicBezTo>
                  <a:pt x="932268" y="384624"/>
                  <a:pt x="929583" y="385195"/>
                  <a:pt x="926765" y="385195"/>
                </a:cubicBezTo>
                <a:cubicBezTo>
                  <a:pt x="915491" y="385195"/>
                  <a:pt x="906352" y="376056"/>
                  <a:pt x="906352" y="364782"/>
                </a:cubicBezTo>
                <a:cubicBezTo>
                  <a:pt x="906352" y="353508"/>
                  <a:pt x="915491" y="344369"/>
                  <a:pt x="926765" y="344369"/>
                </a:cubicBezTo>
                <a:close/>
                <a:moveTo>
                  <a:pt x="877988" y="344369"/>
                </a:moveTo>
                <a:cubicBezTo>
                  <a:pt x="889262" y="344369"/>
                  <a:pt x="898401" y="353508"/>
                  <a:pt x="898401" y="364782"/>
                </a:cubicBezTo>
                <a:cubicBezTo>
                  <a:pt x="898401" y="376056"/>
                  <a:pt x="889262" y="385195"/>
                  <a:pt x="877988" y="385195"/>
                </a:cubicBezTo>
                <a:cubicBezTo>
                  <a:pt x="866714" y="385195"/>
                  <a:pt x="857575" y="376056"/>
                  <a:pt x="857575" y="364782"/>
                </a:cubicBezTo>
                <a:cubicBezTo>
                  <a:pt x="857575" y="353508"/>
                  <a:pt x="866714" y="344369"/>
                  <a:pt x="877988" y="344369"/>
                </a:cubicBezTo>
                <a:close/>
                <a:moveTo>
                  <a:pt x="829211" y="344369"/>
                </a:moveTo>
                <a:cubicBezTo>
                  <a:pt x="840485" y="344369"/>
                  <a:pt x="849624" y="353508"/>
                  <a:pt x="849624" y="364782"/>
                </a:cubicBezTo>
                <a:cubicBezTo>
                  <a:pt x="849624" y="376056"/>
                  <a:pt x="840485" y="385195"/>
                  <a:pt x="829211" y="385195"/>
                </a:cubicBezTo>
                <a:cubicBezTo>
                  <a:pt x="817937" y="385195"/>
                  <a:pt x="808798" y="376056"/>
                  <a:pt x="808798" y="364782"/>
                </a:cubicBezTo>
                <a:cubicBezTo>
                  <a:pt x="808798" y="353508"/>
                  <a:pt x="817937" y="344369"/>
                  <a:pt x="829211" y="344369"/>
                </a:cubicBezTo>
                <a:close/>
                <a:moveTo>
                  <a:pt x="780434" y="344369"/>
                </a:moveTo>
                <a:cubicBezTo>
                  <a:pt x="791708" y="344369"/>
                  <a:pt x="800847" y="353508"/>
                  <a:pt x="800847" y="364782"/>
                </a:cubicBezTo>
                <a:cubicBezTo>
                  <a:pt x="800847" y="376056"/>
                  <a:pt x="791708" y="385195"/>
                  <a:pt x="780434" y="385195"/>
                </a:cubicBezTo>
                <a:cubicBezTo>
                  <a:pt x="769160" y="385195"/>
                  <a:pt x="760021" y="376056"/>
                  <a:pt x="760021" y="364782"/>
                </a:cubicBezTo>
                <a:cubicBezTo>
                  <a:pt x="760021" y="353508"/>
                  <a:pt x="769160" y="344369"/>
                  <a:pt x="780434" y="344369"/>
                </a:cubicBezTo>
                <a:close/>
                <a:moveTo>
                  <a:pt x="731657" y="344369"/>
                </a:moveTo>
                <a:cubicBezTo>
                  <a:pt x="742931" y="344369"/>
                  <a:pt x="752070" y="353508"/>
                  <a:pt x="752070" y="364782"/>
                </a:cubicBezTo>
                <a:cubicBezTo>
                  <a:pt x="752070" y="376056"/>
                  <a:pt x="742931" y="385195"/>
                  <a:pt x="731657" y="385195"/>
                </a:cubicBezTo>
                <a:cubicBezTo>
                  <a:pt x="720383" y="385195"/>
                  <a:pt x="711244" y="376056"/>
                  <a:pt x="711244" y="364782"/>
                </a:cubicBezTo>
                <a:cubicBezTo>
                  <a:pt x="711244" y="353508"/>
                  <a:pt x="720383" y="344369"/>
                  <a:pt x="731657" y="344369"/>
                </a:cubicBezTo>
                <a:close/>
                <a:moveTo>
                  <a:pt x="682880" y="344369"/>
                </a:moveTo>
                <a:cubicBezTo>
                  <a:pt x="694153" y="344369"/>
                  <a:pt x="703293" y="353508"/>
                  <a:pt x="703293" y="364782"/>
                </a:cubicBezTo>
                <a:cubicBezTo>
                  <a:pt x="703293" y="376056"/>
                  <a:pt x="694153" y="385195"/>
                  <a:pt x="682880" y="385195"/>
                </a:cubicBezTo>
                <a:cubicBezTo>
                  <a:pt x="671606" y="385195"/>
                  <a:pt x="662467" y="376056"/>
                  <a:pt x="662467" y="364782"/>
                </a:cubicBezTo>
                <a:cubicBezTo>
                  <a:pt x="662467" y="353508"/>
                  <a:pt x="671606" y="344369"/>
                  <a:pt x="682880" y="344369"/>
                </a:cubicBezTo>
                <a:close/>
                <a:moveTo>
                  <a:pt x="634103" y="344369"/>
                </a:moveTo>
                <a:cubicBezTo>
                  <a:pt x="645377" y="344369"/>
                  <a:pt x="654516" y="353508"/>
                  <a:pt x="654516" y="364782"/>
                </a:cubicBezTo>
                <a:cubicBezTo>
                  <a:pt x="654516" y="376056"/>
                  <a:pt x="645377" y="385195"/>
                  <a:pt x="634103" y="385195"/>
                </a:cubicBezTo>
                <a:cubicBezTo>
                  <a:pt x="622829" y="385195"/>
                  <a:pt x="613690" y="376056"/>
                  <a:pt x="613690" y="364782"/>
                </a:cubicBezTo>
                <a:cubicBezTo>
                  <a:pt x="613690" y="353508"/>
                  <a:pt x="622829" y="344369"/>
                  <a:pt x="634103" y="344369"/>
                </a:cubicBezTo>
                <a:close/>
                <a:moveTo>
                  <a:pt x="585326" y="344369"/>
                </a:moveTo>
                <a:cubicBezTo>
                  <a:pt x="596599" y="344369"/>
                  <a:pt x="605738" y="353508"/>
                  <a:pt x="605738" y="364782"/>
                </a:cubicBezTo>
                <a:cubicBezTo>
                  <a:pt x="605738" y="376056"/>
                  <a:pt x="596599" y="385195"/>
                  <a:pt x="585326" y="385195"/>
                </a:cubicBezTo>
                <a:cubicBezTo>
                  <a:pt x="574052" y="385195"/>
                  <a:pt x="564913" y="376056"/>
                  <a:pt x="564913" y="364782"/>
                </a:cubicBezTo>
                <a:cubicBezTo>
                  <a:pt x="564913" y="353508"/>
                  <a:pt x="574052" y="344369"/>
                  <a:pt x="585326" y="344369"/>
                </a:cubicBezTo>
                <a:close/>
                <a:moveTo>
                  <a:pt x="536549" y="344369"/>
                </a:moveTo>
                <a:cubicBezTo>
                  <a:pt x="547822" y="344369"/>
                  <a:pt x="556961" y="353508"/>
                  <a:pt x="556961" y="364782"/>
                </a:cubicBezTo>
                <a:cubicBezTo>
                  <a:pt x="556961" y="376056"/>
                  <a:pt x="547822" y="385195"/>
                  <a:pt x="536549" y="385195"/>
                </a:cubicBezTo>
                <a:cubicBezTo>
                  <a:pt x="525275" y="385195"/>
                  <a:pt x="516136" y="376056"/>
                  <a:pt x="516136" y="364782"/>
                </a:cubicBezTo>
                <a:cubicBezTo>
                  <a:pt x="516136" y="353508"/>
                  <a:pt x="525275" y="344369"/>
                  <a:pt x="536549" y="344369"/>
                </a:cubicBezTo>
                <a:close/>
                <a:moveTo>
                  <a:pt x="487772" y="344369"/>
                </a:moveTo>
                <a:cubicBezTo>
                  <a:pt x="499045" y="344369"/>
                  <a:pt x="508184" y="353508"/>
                  <a:pt x="508184" y="364782"/>
                </a:cubicBezTo>
                <a:cubicBezTo>
                  <a:pt x="508184" y="376056"/>
                  <a:pt x="499045" y="385195"/>
                  <a:pt x="487772" y="385195"/>
                </a:cubicBezTo>
                <a:cubicBezTo>
                  <a:pt x="476498" y="385195"/>
                  <a:pt x="467359" y="376056"/>
                  <a:pt x="467359" y="364782"/>
                </a:cubicBezTo>
                <a:cubicBezTo>
                  <a:pt x="467359" y="353508"/>
                  <a:pt x="476498" y="344369"/>
                  <a:pt x="487772" y="344369"/>
                </a:cubicBezTo>
                <a:close/>
                <a:moveTo>
                  <a:pt x="438994" y="344369"/>
                </a:moveTo>
                <a:cubicBezTo>
                  <a:pt x="450268" y="344369"/>
                  <a:pt x="459407" y="353508"/>
                  <a:pt x="459407" y="364782"/>
                </a:cubicBezTo>
                <a:cubicBezTo>
                  <a:pt x="459407" y="376056"/>
                  <a:pt x="450268" y="385195"/>
                  <a:pt x="438994" y="385195"/>
                </a:cubicBezTo>
                <a:cubicBezTo>
                  <a:pt x="427721" y="385195"/>
                  <a:pt x="418582" y="376056"/>
                  <a:pt x="418582" y="364782"/>
                </a:cubicBezTo>
                <a:cubicBezTo>
                  <a:pt x="418582" y="353508"/>
                  <a:pt x="427721" y="344369"/>
                  <a:pt x="438994" y="344369"/>
                </a:cubicBezTo>
                <a:close/>
                <a:moveTo>
                  <a:pt x="390217" y="344369"/>
                </a:moveTo>
                <a:cubicBezTo>
                  <a:pt x="401491" y="344369"/>
                  <a:pt x="410630" y="353508"/>
                  <a:pt x="410630" y="364782"/>
                </a:cubicBezTo>
                <a:cubicBezTo>
                  <a:pt x="410630" y="376056"/>
                  <a:pt x="401491" y="385195"/>
                  <a:pt x="390217" y="385195"/>
                </a:cubicBezTo>
                <a:cubicBezTo>
                  <a:pt x="378944" y="385195"/>
                  <a:pt x="369805" y="376056"/>
                  <a:pt x="369805" y="364782"/>
                </a:cubicBezTo>
                <a:cubicBezTo>
                  <a:pt x="369805" y="353508"/>
                  <a:pt x="378944" y="344369"/>
                  <a:pt x="390217" y="344369"/>
                </a:cubicBezTo>
                <a:close/>
                <a:moveTo>
                  <a:pt x="341440" y="344369"/>
                </a:moveTo>
                <a:cubicBezTo>
                  <a:pt x="352714" y="344369"/>
                  <a:pt x="361853" y="353508"/>
                  <a:pt x="361853" y="364782"/>
                </a:cubicBezTo>
                <a:cubicBezTo>
                  <a:pt x="361853" y="376056"/>
                  <a:pt x="352714" y="385195"/>
                  <a:pt x="341440" y="385195"/>
                </a:cubicBezTo>
                <a:cubicBezTo>
                  <a:pt x="330166" y="385195"/>
                  <a:pt x="321028" y="376056"/>
                  <a:pt x="321028" y="364782"/>
                </a:cubicBezTo>
                <a:cubicBezTo>
                  <a:pt x="321028" y="353508"/>
                  <a:pt x="330166" y="344369"/>
                  <a:pt x="341440" y="344369"/>
                </a:cubicBezTo>
                <a:close/>
                <a:moveTo>
                  <a:pt x="292663" y="344369"/>
                </a:moveTo>
                <a:cubicBezTo>
                  <a:pt x="303937" y="344369"/>
                  <a:pt x="313076" y="353508"/>
                  <a:pt x="313076" y="364782"/>
                </a:cubicBezTo>
                <a:cubicBezTo>
                  <a:pt x="313076" y="376056"/>
                  <a:pt x="303937" y="385195"/>
                  <a:pt x="292663" y="385195"/>
                </a:cubicBezTo>
                <a:cubicBezTo>
                  <a:pt x="281389" y="385195"/>
                  <a:pt x="272251" y="376056"/>
                  <a:pt x="272251" y="364782"/>
                </a:cubicBezTo>
                <a:cubicBezTo>
                  <a:pt x="272251" y="353508"/>
                  <a:pt x="281389" y="344369"/>
                  <a:pt x="292663" y="344369"/>
                </a:cubicBezTo>
                <a:close/>
                <a:moveTo>
                  <a:pt x="243886" y="344369"/>
                </a:moveTo>
                <a:cubicBezTo>
                  <a:pt x="255160" y="344369"/>
                  <a:pt x="264299" y="353508"/>
                  <a:pt x="264299" y="364782"/>
                </a:cubicBezTo>
                <a:cubicBezTo>
                  <a:pt x="264299" y="376056"/>
                  <a:pt x="255160" y="385195"/>
                  <a:pt x="243886" y="385195"/>
                </a:cubicBezTo>
                <a:cubicBezTo>
                  <a:pt x="232612" y="385195"/>
                  <a:pt x="223473" y="376056"/>
                  <a:pt x="223473" y="364782"/>
                </a:cubicBezTo>
                <a:cubicBezTo>
                  <a:pt x="223473" y="353508"/>
                  <a:pt x="232612" y="344369"/>
                  <a:pt x="243886" y="344369"/>
                </a:cubicBezTo>
                <a:close/>
                <a:moveTo>
                  <a:pt x="195109" y="344369"/>
                </a:moveTo>
                <a:cubicBezTo>
                  <a:pt x="206383" y="344369"/>
                  <a:pt x="215522" y="353508"/>
                  <a:pt x="215522" y="364782"/>
                </a:cubicBezTo>
                <a:cubicBezTo>
                  <a:pt x="215522" y="376056"/>
                  <a:pt x="206383" y="385195"/>
                  <a:pt x="195109" y="385195"/>
                </a:cubicBezTo>
                <a:cubicBezTo>
                  <a:pt x="183835" y="385195"/>
                  <a:pt x="174696" y="376056"/>
                  <a:pt x="174696" y="364782"/>
                </a:cubicBezTo>
                <a:cubicBezTo>
                  <a:pt x="174696" y="353508"/>
                  <a:pt x="183835" y="344369"/>
                  <a:pt x="195109" y="344369"/>
                </a:cubicBezTo>
                <a:close/>
                <a:moveTo>
                  <a:pt x="146332" y="344369"/>
                </a:moveTo>
                <a:cubicBezTo>
                  <a:pt x="157606" y="344369"/>
                  <a:pt x="166745" y="353508"/>
                  <a:pt x="166745" y="364782"/>
                </a:cubicBezTo>
                <a:cubicBezTo>
                  <a:pt x="166745" y="376056"/>
                  <a:pt x="157606" y="385195"/>
                  <a:pt x="146332" y="385195"/>
                </a:cubicBezTo>
                <a:cubicBezTo>
                  <a:pt x="135058" y="385195"/>
                  <a:pt x="125919" y="376056"/>
                  <a:pt x="125919" y="364782"/>
                </a:cubicBezTo>
                <a:cubicBezTo>
                  <a:pt x="125919" y="353508"/>
                  <a:pt x="135058" y="344369"/>
                  <a:pt x="146332" y="344369"/>
                </a:cubicBezTo>
                <a:close/>
                <a:moveTo>
                  <a:pt x="97555" y="344369"/>
                </a:moveTo>
                <a:cubicBezTo>
                  <a:pt x="108829" y="344369"/>
                  <a:pt x="117968" y="353508"/>
                  <a:pt x="117968" y="364782"/>
                </a:cubicBezTo>
                <a:cubicBezTo>
                  <a:pt x="117968" y="376056"/>
                  <a:pt x="108829" y="385195"/>
                  <a:pt x="97555" y="385195"/>
                </a:cubicBezTo>
                <a:cubicBezTo>
                  <a:pt x="86281" y="385195"/>
                  <a:pt x="77142" y="376056"/>
                  <a:pt x="77142" y="364782"/>
                </a:cubicBezTo>
                <a:cubicBezTo>
                  <a:pt x="77142" y="353508"/>
                  <a:pt x="86281" y="344369"/>
                  <a:pt x="97555" y="344369"/>
                </a:cubicBezTo>
                <a:close/>
                <a:moveTo>
                  <a:pt x="48778" y="344369"/>
                </a:moveTo>
                <a:cubicBezTo>
                  <a:pt x="60052" y="344369"/>
                  <a:pt x="69191" y="353508"/>
                  <a:pt x="69191" y="364782"/>
                </a:cubicBezTo>
                <a:cubicBezTo>
                  <a:pt x="69191" y="376056"/>
                  <a:pt x="60052" y="385195"/>
                  <a:pt x="48778" y="385195"/>
                </a:cubicBezTo>
                <a:cubicBezTo>
                  <a:pt x="37504" y="385195"/>
                  <a:pt x="28365" y="376056"/>
                  <a:pt x="28365" y="364782"/>
                </a:cubicBezTo>
                <a:cubicBezTo>
                  <a:pt x="28365" y="353508"/>
                  <a:pt x="37504" y="344369"/>
                  <a:pt x="48778" y="344369"/>
                </a:cubicBezTo>
                <a:close/>
                <a:moveTo>
                  <a:pt x="2" y="344369"/>
                </a:moveTo>
                <a:cubicBezTo>
                  <a:pt x="11275" y="344369"/>
                  <a:pt x="20414" y="353508"/>
                  <a:pt x="20414" y="364782"/>
                </a:cubicBezTo>
                <a:cubicBezTo>
                  <a:pt x="20414" y="376056"/>
                  <a:pt x="11275" y="385195"/>
                  <a:pt x="2" y="385195"/>
                </a:cubicBezTo>
                <a:lnTo>
                  <a:pt x="0" y="385194"/>
                </a:lnTo>
                <a:lnTo>
                  <a:pt x="0" y="344370"/>
                </a:lnTo>
                <a:close/>
                <a:moveTo>
                  <a:pt x="968876" y="291629"/>
                </a:moveTo>
                <a:lnTo>
                  <a:pt x="965684" y="304041"/>
                </a:lnTo>
                <a:lnTo>
                  <a:pt x="959440" y="321103"/>
                </a:lnTo>
                <a:lnTo>
                  <a:pt x="955129" y="310696"/>
                </a:lnTo>
                <a:cubicBezTo>
                  <a:pt x="955129" y="302240"/>
                  <a:pt x="960270" y="294986"/>
                  <a:pt x="967596" y="291887"/>
                </a:cubicBezTo>
                <a:close/>
                <a:moveTo>
                  <a:pt x="926765" y="290283"/>
                </a:moveTo>
                <a:cubicBezTo>
                  <a:pt x="938039" y="290283"/>
                  <a:pt x="947178" y="299422"/>
                  <a:pt x="947178" y="310696"/>
                </a:cubicBezTo>
                <a:cubicBezTo>
                  <a:pt x="947178" y="321970"/>
                  <a:pt x="938039" y="331108"/>
                  <a:pt x="926765" y="331108"/>
                </a:cubicBezTo>
                <a:cubicBezTo>
                  <a:pt x="915491" y="331108"/>
                  <a:pt x="906352" y="321970"/>
                  <a:pt x="906352" y="310696"/>
                </a:cubicBezTo>
                <a:cubicBezTo>
                  <a:pt x="906352" y="299422"/>
                  <a:pt x="915491" y="290283"/>
                  <a:pt x="926765" y="290283"/>
                </a:cubicBezTo>
                <a:close/>
                <a:moveTo>
                  <a:pt x="877988" y="290283"/>
                </a:moveTo>
                <a:cubicBezTo>
                  <a:pt x="889262" y="290283"/>
                  <a:pt x="898401" y="299422"/>
                  <a:pt x="898401" y="310696"/>
                </a:cubicBezTo>
                <a:cubicBezTo>
                  <a:pt x="898401" y="321970"/>
                  <a:pt x="889262" y="331108"/>
                  <a:pt x="877988" y="331108"/>
                </a:cubicBezTo>
                <a:cubicBezTo>
                  <a:pt x="866714" y="331108"/>
                  <a:pt x="857575" y="321970"/>
                  <a:pt x="857575" y="310696"/>
                </a:cubicBezTo>
                <a:cubicBezTo>
                  <a:pt x="857575" y="299422"/>
                  <a:pt x="866714" y="290283"/>
                  <a:pt x="877988" y="290283"/>
                </a:cubicBezTo>
                <a:close/>
                <a:moveTo>
                  <a:pt x="829211" y="290283"/>
                </a:moveTo>
                <a:cubicBezTo>
                  <a:pt x="840485" y="290283"/>
                  <a:pt x="849624" y="299422"/>
                  <a:pt x="849624" y="310696"/>
                </a:cubicBezTo>
                <a:cubicBezTo>
                  <a:pt x="849624" y="321970"/>
                  <a:pt x="840485" y="331108"/>
                  <a:pt x="829211" y="331108"/>
                </a:cubicBezTo>
                <a:cubicBezTo>
                  <a:pt x="817937" y="331108"/>
                  <a:pt x="808798" y="321970"/>
                  <a:pt x="808798" y="310696"/>
                </a:cubicBezTo>
                <a:cubicBezTo>
                  <a:pt x="808798" y="299422"/>
                  <a:pt x="817937" y="290283"/>
                  <a:pt x="829211" y="290283"/>
                </a:cubicBezTo>
                <a:close/>
                <a:moveTo>
                  <a:pt x="780434" y="290283"/>
                </a:moveTo>
                <a:cubicBezTo>
                  <a:pt x="791708" y="290283"/>
                  <a:pt x="800847" y="299422"/>
                  <a:pt x="800847" y="310696"/>
                </a:cubicBezTo>
                <a:cubicBezTo>
                  <a:pt x="800847" y="321970"/>
                  <a:pt x="791708" y="331108"/>
                  <a:pt x="780434" y="331108"/>
                </a:cubicBezTo>
                <a:cubicBezTo>
                  <a:pt x="769160" y="331108"/>
                  <a:pt x="760021" y="321970"/>
                  <a:pt x="760021" y="310696"/>
                </a:cubicBezTo>
                <a:cubicBezTo>
                  <a:pt x="760021" y="299422"/>
                  <a:pt x="769160" y="290283"/>
                  <a:pt x="780434" y="290283"/>
                </a:cubicBezTo>
                <a:close/>
                <a:moveTo>
                  <a:pt x="731657" y="290283"/>
                </a:moveTo>
                <a:cubicBezTo>
                  <a:pt x="742931" y="290283"/>
                  <a:pt x="752070" y="299422"/>
                  <a:pt x="752070" y="310696"/>
                </a:cubicBezTo>
                <a:cubicBezTo>
                  <a:pt x="752070" y="321970"/>
                  <a:pt x="742931" y="331108"/>
                  <a:pt x="731657" y="331108"/>
                </a:cubicBezTo>
                <a:cubicBezTo>
                  <a:pt x="720383" y="331108"/>
                  <a:pt x="711244" y="321970"/>
                  <a:pt x="711244" y="310696"/>
                </a:cubicBezTo>
                <a:cubicBezTo>
                  <a:pt x="711244" y="299422"/>
                  <a:pt x="720383" y="290283"/>
                  <a:pt x="731657" y="290283"/>
                </a:cubicBezTo>
                <a:close/>
                <a:moveTo>
                  <a:pt x="682880" y="290283"/>
                </a:moveTo>
                <a:cubicBezTo>
                  <a:pt x="694153" y="290283"/>
                  <a:pt x="703293" y="299422"/>
                  <a:pt x="703293" y="310696"/>
                </a:cubicBezTo>
                <a:cubicBezTo>
                  <a:pt x="703293" y="321970"/>
                  <a:pt x="694153" y="331108"/>
                  <a:pt x="682880" y="331108"/>
                </a:cubicBezTo>
                <a:cubicBezTo>
                  <a:pt x="671606" y="331108"/>
                  <a:pt x="662467" y="321970"/>
                  <a:pt x="662467" y="310696"/>
                </a:cubicBezTo>
                <a:cubicBezTo>
                  <a:pt x="662467" y="299422"/>
                  <a:pt x="671606" y="290283"/>
                  <a:pt x="682880" y="290283"/>
                </a:cubicBezTo>
                <a:close/>
                <a:moveTo>
                  <a:pt x="634103" y="290283"/>
                </a:moveTo>
                <a:cubicBezTo>
                  <a:pt x="645377" y="290283"/>
                  <a:pt x="654516" y="299422"/>
                  <a:pt x="654516" y="310696"/>
                </a:cubicBezTo>
                <a:cubicBezTo>
                  <a:pt x="654516" y="321970"/>
                  <a:pt x="645377" y="331108"/>
                  <a:pt x="634103" y="331108"/>
                </a:cubicBezTo>
                <a:cubicBezTo>
                  <a:pt x="622829" y="331108"/>
                  <a:pt x="613690" y="321970"/>
                  <a:pt x="613690" y="310696"/>
                </a:cubicBezTo>
                <a:cubicBezTo>
                  <a:pt x="613690" y="299422"/>
                  <a:pt x="622829" y="290283"/>
                  <a:pt x="634103" y="290283"/>
                </a:cubicBezTo>
                <a:close/>
                <a:moveTo>
                  <a:pt x="585326" y="290283"/>
                </a:moveTo>
                <a:cubicBezTo>
                  <a:pt x="596599" y="290283"/>
                  <a:pt x="605738" y="299422"/>
                  <a:pt x="605738" y="310696"/>
                </a:cubicBezTo>
                <a:cubicBezTo>
                  <a:pt x="605738" y="321970"/>
                  <a:pt x="596599" y="331108"/>
                  <a:pt x="585326" y="331108"/>
                </a:cubicBezTo>
                <a:cubicBezTo>
                  <a:pt x="574052" y="331108"/>
                  <a:pt x="564913" y="321970"/>
                  <a:pt x="564913" y="310696"/>
                </a:cubicBezTo>
                <a:cubicBezTo>
                  <a:pt x="564913" y="299422"/>
                  <a:pt x="574052" y="290283"/>
                  <a:pt x="585326" y="290283"/>
                </a:cubicBezTo>
                <a:close/>
                <a:moveTo>
                  <a:pt x="536549" y="290283"/>
                </a:moveTo>
                <a:cubicBezTo>
                  <a:pt x="547822" y="290283"/>
                  <a:pt x="556961" y="299422"/>
                  <a:pt x="556961" y="310696"/>
                </a:cubicBezTo>
                <a:cubicBezTo>
                  <a:pt x="556961" y="321970"/>
                  <a:pt x="547822" y="331108"/>
                  <a:pt x="536549" y="331108"/>
                </a:cubicBezTo>
                <a:cubicBezTo>
                  <a:pt x="525275" y="331108"/>
                  <a:pt x="516136" y="321970"/>
                  <a:pt x="516136" y="310696"/>
                </a:cubicBezTo>
                <a:cubicBezTo>
                  <a:pt x="516136" y="299422"/>
                  <a:pt x="525275" y="290283"/>
                  <a:pt x="536549" y="290283"/>
                </a:cubicBezTo>
                <a:close/>
                <a:moveTo>
                  <a:pt x="487772" y="290283"/>
                </a:moveTo>
                <a:cubicBezTo>
                  <a:pt x="499045" y="290283"/>
                  <a:pt x="508184" y="299422"/>
                  <a:pt x="508184" y="310696"/>
                </a:cubicBezTo>
                <a:cubicBezTo>
                  <a:pt x="508184" y="321970"/>
                  <a:pt x="499045" y="331108"/>
                  <a:pt x="487772" y="331108"/>
                </a:cubicBezTo>
                <a:cubicBezTo>
                  <a:pt x="476498" y="331108"/>
                  <a:pt x="467359" y="321970"/>
                  <a:pt x="467359" y="310696"/>
                </a:cubicBezTo>
                <a:cubicBezTo>
                  <a:pt x="467359" y="299422"/>
                  <a:pt x="476498" y="290283"/>
                  <a:pt x="487772" y="290283"/>
                </a:cubicBezTo>
                <a:close/>
                <a:moveTo>
                  <a:pt x="438994" y="290283"/>
                </a:moveTo>
                <a:cubicBezTo>
                  <a:pt x="450268" y="290283"/>
                  <a:pt x="459407" y="299422"/>
                  <a:pt x="459407" y="310696"/>
                </a:cubicBezTo>
                <a:cubicBezTo>
                  <a:pt x="459407" y="321970"/>
                  <a:pt x="450268" y="331108"/>
                  <a:pt x="438994" y="331108"/>
                </a:cubicBezTo>
                <a:cubicBezTo>
                  <a:pt x="427721" y="331108"/>
                  <a:pt x="418582" y="321970"/>
                  <a:pt x="418582" y="310696"/>
                </a:cubicBezTo>
                <a:cubicBezTo>
                  <a:pt x="418582" y="299422"/>
                  <a:pt x="427721" y="290283"/>
                  <a:pt x="438994" y="290283"/>
                </a:cubicBezTo>
                <a:close/>
                <a:moveTo>
                  <a:pt x="390217" y="290283"/>
                </a:moveTo>
                <a:cubicBezTo>
                  <a:pt x="401491" y="290283"/>
                  <a:pt x="410630" y="299422"/>
                  <a:pt x="410630" y="310696"/>
                </a:cubicBezTo>
                <a:cubicBezTo>
                  <a:pt x="410630" y="321970"/>
                  <a:pt x="401491" y="331108"/>
                  <a:pt x="390217" y="331108"/>
                </a:cubicBezTo>
                <a:cubicBezTo>
                  <a:pt x="378944" y="331108"/>
                  <a:pt x="369805" y="321970"/>
                  <a:pt x="369805" y="310696"/>
                </a:cubicBezTo>
                <a:cubicBezTo>
                  <a:pt x="369805" y="299422"/>
                  <a:pt x="378944" y="290283"/>
                  <a:pt x="390217" y="290283"/>
                </a:cubicBezTo>
                <a:close/>
                <a:moveTo>
                  <a:pt x="341440" y="290283"/>
                </a:moveTo>
                <a:cubicBezTo>
                  <a:pt x="352714" y="290283"/>
                  <a:pt x="361853" y="299422"/>
                  <a:pt x="361853" y="310696"/>
                </a:cubicBezTo>
                <a:cubicBezTo>
                  <a:pt x="361853" y="321970"/>
                  <a:pt x="352714" y="331108"/>
                  <a:pt x="341440" y="331108"/>
                </a:cubicBezTo>
                <a:cubicBezTo>
                  <a:pt x="330166" y="331108"/>
                  <a:pt x="321028" y="321970"/>
                  <a:pt x="321028" y="310696"/>
                </a:cubicBezTo>
                <a:cubicBezTo>
                  <a:pt x="321028" y="299422"/>
                  <a:pt x="330166" y="290283"/>
                  <a:pt x="341440" y="290283"/>
                </a:cubicBezTo>
                <a:close/>
                <a:moveTo>
                  <a:pt x="292663" y="290283"/>
                </a:moveTo>
                <a:cubicBezTo>
                  <a:pt x="303937" y="290283"/>
                  <a:pt x="313076" y="299422"/>
                  <a:pt x="313076" y="310696"/>
                </a:cubicBezTo>
                <a:cubicBezTo>
                  <a:pt x="313076" y="321970"/>
                  <a:pt x="303937" y="331108"/>
                  <a:pt x="292663" y="331108"/>
                </a:cubicBezTo>
                <a:cubicBezTo>
                  <a:pt x="281389" y="331108"/>
                  <a:pt x="272251" y="321970"/>
                  <a:pt x="272251" y="310696"/>
                </a:cubicBezTo>
                <a:cubicBezTo>
                  <a:pt x="272251" y="299422"/>
                  <a:pt x="281389" y="290283"/>
                  <a:pt x="292663" y="290283"/>
                </a:cubicBezTo>
                <a:close/>
                <a:moveTo>
                  <a:pt x="243886" y="290283"/>
                </a:moveTo>
                <a:cubicBezTo>
                  <a:pt x="255160" y="290283"/>
                  <a:pt x="264299" y="299422"/>
                  <a:pt x="264299" y="310696"/>
                </a:cubicBezTo>
                <a:cubicBezTo>
                  <a:pt x="264299" y="321970"/>
                  <a:pt x="255160" y="331108"/>
                  <a:pt x="243886" y="331108"/>
                </a:cubicBezTo>
                <a:cubicBezTo>
                  <a:pt x="232612" y="331108"/>
                  <a:pt x="223473" y="321970"/>
                  <a:pt x="223473" y="310696"/>
                </a:cubicBezTo>
                <a:cubicBezTo>
                  <a:pt x="223473" y="299422"/>
                  <a:pt x="232612" y="290283"/>
                  <a:pt x="243886" y="290283"/>
                </a:cubicBezTo>
                <a:close/>
                <a:moveTo>
                  <a:pt x="195109" y="290283"/>
                </a:moveTo>
                <a:cubicBezTo>
                  <a:pt x="206383" y="290283"/>
                  <a:pt x="215522" y="299422"/>
                  <a:pt x="215522" y="310696"/>
                </a:cubicBezTo>
                <a:cubicBezTo>
                  <a:pt x="215522" y="321970"/>
                  <a:pt x="206383" y="331108"/>
                  <a:pt x="195109" y="331108"/>
                </a:cubicBezTo>
                <a:cubicBezTo>
                  <a:pt x="183835" y="331108"/>
                  <a:pt x="174696" y="321970"/>
                  <a:pt x="174696" y="310696"/>
                </a:cubicBezTo>
                <a:cubicBezTo>
                  <a:pt x="174696" y="299422"/>
                  <a:pt x="183835" y="290283"/>
                  <a:pt x="195109" y="290283"/>
                </a:cubicBezTo>
                <a:close/>
                <a:moveTo>
                  <a:pt x="146332" y="290283"/>
                </a:moveTo>
                <a:cubicBezTo>
                  <a:pt x="157606" y="290283"/>
                  <a:pt x="166745" y="299422"/>
                  <a:pt x="166745" y="310696"/>
                </a:cubicBezTo>
                <a:cubicBezTo>
                  <a:pt x="166745" y="321970"/>
                  <a:pt x="157606" y="331108"/>
                  <a:pt x="146332" y="331108"/>
                </a:cubicBezTo>
                <a:cubicBezTo>
                  <a:pt x="135058" y="331108"/>
                  <a:pt x="125919" y="321970"/>
                  <a:pt x="125919" y="310696"/>
                </a:cubicBezTo>
                <a:cubicBezTo>
                  <a:pt x="125919" y="299422"/>
                  <a:pt x="135058" y="290283"/>
                  <a:pt x="146332" y="290283"/>
                </a:cubicBezTo>
                <a:close/>
                <a:moveTo>
                  <a:pt x="97555" y="290283"/>
                </a:moveTo>
                <a:cubicBezTo>
                  <a:pt x="108829" y="290283"/>
                  <a:pt x="117968" y="299422"/>
                  <a:pt x="117968" y="310696"/>
                </a:cubicBezTo>
                <a:cubicBezTo>
                  <a:pt x="117968" y="321970"/>
                  <a:pt x="108829" y="331108"/>
                  <a:pt x="97555" y="331108"/>
                </a:cubicBezTo>
                <a:cubicBezTo>
                  <a:pt x="86281" y="331108"/>
                  <a:pt x="77142" y="321970"/>
                  <a:pt x="77142" y="310696"/>
                </a:cubicBezTo>
                <a:cubicBezTo>
                  <a:pt x="77142" y="299422"/>
                  <a:pt x="86281" y="290283"/>
                  <a:pt x="97555" y="290283"/>
                </a:cubicBezTo>
                <a:close/>
                <a:moveTo>
                  <a:pt x="48778" y="290283"/>
                </a:moveTo>
                <a:cubicBezTo>
                  <a:pt x="60052" y="290283"/>
                  <a:pt x="69191" y="299422"/>
                  <a:pt x="69191" y="310696"/>
                </a:cubicBezTo>
                <a:cubicBezTo>
                  <a:pt x="69191" y="321970"/>
                  <a:pt x="60052" y="331108"/>
                  <a:pt x="48778" y="331108"/>
                </a:cubicBezTo>
                <a:cubicBezTo>
                  <a:pt x="37504" y="331108"/>
                  <a:pt x="28365" y="321970"/>
                  <a:pt x="28365" y="310696"/>
                </a:cubicBezTo>
                <a:cubicBezTo>
                  <a:pt x="28365" y="299422"/>
                  <a:pt x="37504" y="290283"/>
                  <a:pt x="48778" y="290283"/>
                </a:cubicBezTo>
                <a:close/>
                <a:moveTo>
                  <a:pt x="2" y="290283"/>
                </a:moveTo>
                <a:cubicBezTo>
                  <a:pt x="11275" y="290283"/>
                  <a:pt x="20414" y="299422"/>
                  <a:pt x="20414" y="310696"/>
                </a:cubicBezTo>
                <a:cubicBezTo>
                  <a:pt x="20414" y="321970"/>
                  <a:pt x="11275" y="331108"/>
                  <a:pt x="2" y="331108"/>
                </a:cubicBezTo>
                <a:lnTo>
                  <a:pt x="0" y="331107"/>
                </a:lnTo>
                <a:lnTo>
                  <a:pt x="0" y="290284"/>
                </a:lnTo>
                <a:close/>
                <a:moveTo>
                  <a:pt x="975542" y="236197"/>
                </a:moveTo>
                <a:lnTo>
                  <a:pt x="982755" y="237653"/>
                </a:lnTo>
                <a:lnTo>
                  <a:pt x="972775" y="276464"/>
                </a:lnTo>
                <a:lnTo>
                  <a:pt x="967596" y="275418"/>
                </a:lnTo>
                <a:cubicBezTo>
                  <a:pt x="960270" y="272320"/>
                  <a:pt x="955129" y="265065"/>
                  <a:pt x="955129" y="256609"/>
                </a:cubicBezTo>
                <a:cubicBezTo>
                  <a:pt x="955129" y="245336"/>
                  <a:pt x="964268" y="236197"/>
                  <a:pt x="975542" y="236197"/>
                </a:cubicBezTo>
                <a:close/>
                <a:moveTo>
                  <a:pt x="926765" y="236197"/>
                </a:moveTo>
                <a:cubicBezTo>
                  <a:pt x="938039" y="236197"/>
                  <a:pt x="947178" y="245336"/>
                  <a:pt x="947178" y="256609"/>
                </a:cubicBezTo>
                <a:cubicBezTo>
                  <a:pt x="947178" y="267883"/>
                  <a:pt x="938039" y="277022"/>
                  <a:pt x="926765" y="277022"/>
                </a:cubicBezTo>
                <a:cubicBezTo>
                  <a:pt x="915491" y="277022"/>
                  <a:pt x="906352" y="267883"/>
                  <a:pt x="906352" y="256609"/>
                </a:cubicBezTo>
                <a:cubicBezTo>
                  <a:pt x="906352" y="245336"/>
                  <a:pt x="915491" y="236197"/>
                  <a:pt x="926765" y="236197"/>
                </a:cubicBezTo>
                <a:close/>
                <a:moveTo>
                  <a:pt x="877988" y="236197"/>
                </a:moveTo>
                <a:cubicBezTo>
                  <a:pt x="889262" y="236197"/>
                  <a:pt x="898401" y="245336"/>
                  <a:pt x="898401" y="256609"/>
                </a:cubicBezTo>
                <a:cubicBezTo>
                  <a:pt x="898401" y="267883"/>
                  <a:pt x="889262" y="277022"/>
                  <a:pt x="877988" y="277022"/>
                </a:cubicBezTo>
                <a:cubicBezTo>
                  <a:pt x="866714" y="277022"/>
                  <a:pt x="857575" y="267883"/>
                  <a:pt x="857575" y="256609"/>
                </a:cubicBezTo>
                <a:cubicBezTo>
                  <a:pt x="857575" y="245336"/>
                  <a:pt x="866714" y="236197"/>
                  <a:pt x="877988" y="236197"/>
                </a:cubicBezTo>
                <a:close/>
                <a:moveTo>
                  <a:pt x="829211" y="236197"/>
                </a:moveTo>
                <a:cubicBezTo>
                  <a:pt x="840485" y="236197"/>
                  <a:pt x="849624" y="245336"/>
                  <a:pt x="849624" y="256609"/>
                </a:cubicBezTo>
                <a:cubicBezTo>
                  <a:pt x="849624" y="267883"/>
                  <a:pt x="840485" y="277022"/>
                  <a:pt x="829211" y="277022"/>
                </a:cubicBezTo>
                <a:cubicBezTo>
                  <a:pt x="817937" y="277022"/>
                  <a:pt x="808798" y="267883"/>
                  <a:pt x="808798" y="256609"/>
                </a:cubicBezTo>
                <a:cubicBezTo>
                  <a:pt x="808798" y="245336"/>
                  <a:pt x="817937" y="236197"/>
                  <a:pt x="829211" y="236197"/>
                </a:cubicBezTo>
                <a:close/>
                <a:moveTo>
                  <a:pt x="780434" y="236197"/>
                </a:moveTo>
                <a:cubicBezTo>
                  <a:pt x="791708" y="236197"/>
                  <a:pt x="800847" y="245336"/>
                  <a:pt x="800847" y="256609"/>
                </a:cubicBezTo>
                <a:cubicBezTo>
                  <a:pt x="800847" y="267883"/>
                  <a:pt x="791708" y="277022"/>
                  <a:pt x="780434" y="277022"/>
                </a:cubicBezTo>
                <a:cubicBezTo>
                  <a:pt x="769160" y="277022"/>
                  <a:pt x="760021" y="267883"/>
                  <a:pt x="760021" y="256609"/>
                </a:cubicBezTo>
                <a:cubicBezTo>
                  <a:pt x="760021" y="245336"/>
                  <a:pt x="769160" y="236197"/>
                  <a:pt x="780434" y="236197"/>
                </a:cubicBezTo>
                <a:close/>
                <a:moveTo>
                  <a:pt x="731657" y="236197"/>
                </a:moveTo>
                <a:cubicBezTo>
                  <a:pt x="742931" y="236197"/>
                  <a:pt x="752070" y="245336"/>
                  <a:pt x="752070" y="256609"/>
                </a:cubicBezTo>
                <a:cubicBezTo>
                  <a:pt x="752070" y="267883"/>
                  <a:pt x="742931" y="277022"/>
                  <a:pt x="731657" y="277022"/>
                </a:cubicBezTo>
                <a:cubicBezTo>
                  <a:pt x="720383" y="277022"/>
                  <a:pt x="711244" y="267883"/>
                  <a:pt x="711244" y="256609"/>
                </a:cubicBezTo>
                <a:cubicBezTo>
                  <a:pt x="711244" y="245336"/>
                  <a:pt x="720383" y="236197"/>
                  <a:pt x="731657" y="236197"/>
                </a:cubicBezTo>
                <a:close/>
                <a:moveTo>
                  <a:pt x="682880" y="236197"/>
                </a:moveTo>
                <a:cubicBezTo>
                  <a:pt x="694153" y="236197"/>
                  <a:pt x="703293" y="245336"/>
                  <a:pt x="703293" y="256609"/>
                </a:cubicBezTo>
                <a:cubicBezTo>
                  <a:pt x="703293" y="267883"/>
                  <a:pt x="694153" y="277022"/>
                  <a:pt x="682880" y="277022"/>
                </a:cubicBezTo>
                <a:cubicBezTo>
                  <a:pt x="671606" y="277022"/>
                  <a:pt x="662467" y="267883"/>
                  <a:pt x="662467" y="256609"/>
                </a:cubicBezTo>
                <a:cubicBezTo>
                  <a:pt x="662467" y="245336"/>
                  <a:pt x="671606" y="236197"/>
                  <a:pt x="682880" y="236197"/>
                </a:cubicBezTo>
                <a:close/>
                <a:moveTo>
                  <a:pt x="634103" y="236197"/>
                </a:moveTo>
                <a:cubicBezTo>
                  <a:pt x="645377" y="236197"/>
                  <a:pt x="654516" y="245336"/>
                  <a:pt x="654516" y="256609"/>
                </a:cubicBezTo>
                <a:cubicBezTo>
                  <a:pt x="654516" y="267883"/>
                  <a:pt x="645377" y="277022"/>
                  <a:pt x="634103" y="277022"/>
                </a:cubicBezTo>
                <a:cubicBezTo>
                  <a:pt x="622829" y="277022"/>
                  <a:pt x="613690" y="267883"/>
                  <a:pt x="613690" y="256609"/>
                </a:cubicBezTo>
                <a:cubicBezTo>
                  <a:pt x="613690" y="245336"/>
                  <a:pt x="622829" y="236197"/>
                  <a:pt x="634103" y="236197"/>
                </a:cubicBezTo>
                <a:close/>
                <a:moveTo>
                  <a:pt x="585326" y="236197"/>
                </a:moveTo>
                <a:cubicBezTo>
                  <a:pt x="596599" y="236197"/>
                  <a:pt x="605738" y="245336"/>
                  <a:pt x="605738" y="256609"/>
                </a:cubicBezTo>
                <a:cubicBezTo>
                  <a:pt x="605738" y="267883"/>
                  <a:pt x="596599" y="277022"/>
                  <a:pt x="585326" y="277022"/>
                </a:cubicBezTo>
                <a:cubicBezTo>
                  <a:pt x="574052" y="277022"/>
                  <a:pt x="564913" y="267883"/>
                  <a:pt x="564913" y="256609"/>
                </a:cubicBezTo>
                <a:cubicBezTo>
                  <a:pt x="564913" y="245336"/>
                  <a:pt x="574052" y="236197"/>
                  <a:pt x="585326" y="236197"/>
                </a:cubicBezTo>
                <a:close/>
                <a:moveTo>
                  <a:pt x="536549" y="236197"/>
                </a:moveTo>
                <a:cubicBezTo>
                  <a:pt x="547822" y="236197"/>
                  <a:pt x="556961" y="245336"/>
                  <a:pt x="556961" y="256609"/>
                </a:cubicBezTo>
                <a:cubicBezTo>
                  <a:pt x="556961" y="267883"/>
                  <a:pt x="547822" y="277022"/>
                  <a:pt x="536549" y="277022"/>
                </a:cubicBezTo>
                <a:cubicBezTo>
                  <a:pt x="525275" y="277022"/>
                  <a:pt x="516136" y="267883"/>
                  <a:pt x="516136" y="256609"/>
                </a:cubicBezTo>
                <a:cubicBezTo>
                  <a:pt x="516136" y="245336"/>
                  <a:pt x="525275" y="236197"/>
                  <a:pt x="536549" y="236197"/>
                </a:cubicBezTo>
                <a:close/>
                <a:moveTo>
                  <a:pt x="487772" y="236197"/>
                </a:moveTo>
                <a:cubicBezTo>
                  <a:pt x="499045" y="236197"/>
                  <a:pt x="508184" y="245336"/>
                  <a:pt x="508184" y="256609"/>
                </a:cubicBezTo>
                <a:cubicBezTo>
                  <a:pt x="508184" y="267883"/>
                  <a:pt x="499045" y="277022"/>
                  <a:pt x="487772" y="277022"/>
                </a:cubicBezTo>
                <a:cubicBezTo>
                  <a:pt x="476498" y="277022"/>
                  <a:pt x="467359" y="267883"/>
                  <a:pt x="467359" y="256609"/>
                </a:cubicBezTo>
                <a:cubicBezTo>
                  <a:pt x="467359" y="245336"/>
                  <a:pt x="476498" y="236197"/>
                  <a:pt x="487772" y="236197"/>
                </a:cubicBezTo>
                <a:close/>
                <a:moveTo>
                  <a:pt x="438994" y="236197"/>
                </a:moveTo>
                <a:cubicBezTo>
                  <a:pt x="450268" y="236197"/>
                  <a:pt x="459407" y="245336"/>
                  <a:pt x="459407" y="256609"/>
                </a:cubicBezTo>
                <a:cubicBezTo>
                  <a:pt x="459407" y="267883"/>
                  <a:pt x="450268" y="277022"/>
                  <a:pt x="438994" y="277022"/>
                </a:cubicBezTo>
                <a:cubicBezTo>
                  <a:pt x="427721" y="277022"/>
                  <a:pt x="418582" y="267883"/>
                  <a:pt x="418582" y="256609"/>
                </a:cubicBezTo>
                <a:cubicBezTo>
                  <a:pt x="418582" y="245336"/>
                  <a:pt x="427721" y="236197"/>
                  <a:pt x="438994" y="236197"/>
                </a:cubicBezTo>
                <a:close/>
                <a:moveTo>
                  <a:pt x="390217" y="236197"/>
                </a:moveTo>
                <a:cubicBezTo>
                  <a:pt x="401491" y="236197"/>
                  <a:pt x="410630" y="245336"/>
                  <a:pt x="410630" y="256609"/>
                </a:cubicBezTo>
                <a:cubicBezTo>
                  <a:pt x="410630" y="267883"/>
                  <a:pt x="401491" y="277022"/>
                  <a:pt x="390217" y="277022"/>
                </a:cubicBezTo>
                <a:cubicBezTo>
                  <a:pt x="378944" y="277022"/>
                  <a:pt x="369805" y="267883"/>
                  <a:pt x="369805" y="256609"/>
                </a:cubicBezTo>
                <a:cubicBezTo>
                  <a:pt x="369805" y="245336"/>
                  <a:pt x="378944" y="236197"/>
                  <a:pt x="390217" y="236197"/>
                </a:cubicBezTo>
                <a:close/>
                <a:moveTo>
                  <a:pt x="341440" y="236197"/>
                </a:moveTo>
                <a:cubicBezTo>
                  <a:pt x="352714" y="236197"/>
                  <a:pt x="361853" y="245336"/>
                  <a:pt x="361853" y="256609"/>
                </a:cubicBezTo>
                <a:cubicBezTo>
                  <a:pt x="361853" y="267883"/>
                  <a:pt x="352714" y="277022"/>
                  <a:pt x="341440" y="277022"/>
                </a:cubicBezTo>
                <a:cubicBezTo>
                  <a:pt x="330166" y="277022"/>
                  <a:pt x="321028" y="267883"/>
                  <a:pt x="321028" y="256609"/>
                </a:cubicBezTo>
                <a:cubicBezTo>
                  <a:pt x="321028" y="245336"/>
                  <a:pt x="330166" y="236197"/>
                  <a:pt x="341440" y="236197"/>
                </a:cubicBezTo>
                <a:close/>
                <a:moveTo>
                  <a:pt x="292663" y="236197"/>
                </a:moveTo>
                <a:cubicBezTo>
                  <a:pt x="303937" y="236197"/>
                  <a:pt x="313076" y="245336"/>
                  <a:pt x="313076" y="256609"/>
                </a:cubicBezTo>
                <a:cubicBezTo>
                  <a:pt x="313076" y="267883"/>
                  <a:pt x="303937" y="277022"/>
                  <a:pt x="292663" y="277022"/>
                </a:cubicBezTo>
                <a:cubicBezTo>
                  <a:pt x="281389" y="277022"/>
                  <a:pt x="272251" y="267883"/>
                  <a:pt x="272251" y="256609"/>
                </a:cubicBezTo>
                <a:cubicBezTo>
                  <a:pt x="272251" y="245336"/>
                  <a:pt x="281389" y="236197"/>
                  <a:pt x="292663" y="236197"/>
                </a:cubicBezTo>
                <a:close/>
                <a:moveTo>
                  <a:pt x="243886" y="236197"/>
                </a:moveTo>
                <a:cubicBezTo>
                  <a:pt x="255160" y="236197"/>
                  <a:pt x="264299" y="245336"/>
                  <a:pt x="264299" y="256609"/>
                </a:cubicBezTo>
                <a:cubicBezTo>
                  <a:pt x="264299" y="267883"/>
                  <a:pt x="255160" y="277022"/>
                  <a:pt x="243886" y="277022"/>
                </a:cubicBezTo>
                <a:cubicBezTo>
                  <a:pt x="232612" y="277022"/>
                  <a:pt x="223473" y="267883"/>
                  <a:pt x="223473" y="256609"/>
                </a:cubicBezTo>
                <a:cubicBezTo>
                  <a:pt x="223473" y="245336"/>
                  <a:pt x="232612" y="236197"/>
                  <a:pt x="243886" y="236197"/>
                </a:cubicBezTo>
                <a:close/>
                <a:moveTo>
                  <a:pt x="195109" y="236197"/>
                </a:moveTo>
                <a:cubicBezTo>
                  <a:pt x="206383" y="236197"/>
                  <a:pt x="215522" y="245336"/>
                  <a:pt x="215522" y="256609"/>
                </a:cubicBezTo>
                <a:cubicBezTo>
                  <a:pt x="215522" y="267883"/>
                  <a:pt x="206383" y="277022"/>
                  <a:pt x="195109" y="277022"/>
                </a:cubicBezTo>
                <a:cubicBezTo>
                  <a:pt x="183835" y="277022"/>
                  <a:pt x="174696" y="267883"/>
                  <a:pt x="174696" y="256609"/>
                </a:cubicBezTo>
                <a:cubicBezTo>
                  <a:pt x="174696" y="245336"/>
                  <a:pt x="183835" y="236197"/>
                  <a:pt x="195109" y="236197"/>
                </a:cubicBezTo>
                <a:close/>
                <a:moveTo>
                  <a:pt x="146332" y="236197"/>
                </a:moveTo>
                <a:cubicBezTo>
                  <a:pt x="157606" y="236197"/>
                  <a:pt x="166745" y="245336"/>
                  <a:pt x="166745" y="256609"/>
                </a:cubicBezTo>
                <a:cubicBezTo>
                  <a:pt x="166745" y="267883"/>
                  <a:pt x="157606" y="277022"/>
                  <a:pt x="146332" y="277022"/>
                </a:cubicBezTo>
                <a:cubicBezTo>
                  <a:pt x="135058" y="277022"/>
                  <a:pt x="125919" y="267883"/>
                  <a:pt x="125919" y="256609"/>
                </a:cubicBezTo>
                <a:cubicBezTo>
                  <a:pt x="125919" y="245336"/>
                  <a:pt x="135058" y="236197"/>
                  <a:pt x="146332" y="236197"/>
                </a:cubicBezTo>
                <a:close/>
                <a:moveTo>
                  <a:pt x="97555" y="236197"/>
                </a:moveTo>
                <a:cubicBezTo>
                  <a:pt x="108829" y="236197"/>
                  <a:pt x="117968" y="245336"/>
                  <a:pt x="117968" y="256609"/>
                </a:cubicBezTo>
                <a:cubicBezTo>
                  <a:pt x="117968" y="267883"/>
                  <a:pt x="108829" y="277022"/>
                  <a:pt x="97555" y="277022"/>
                </a:cubicBezTo>
                <a:cubicBezTo>
                  <a:pt x="86281" y="277022"/>
                  <a:pt x="77142" y="267883"/>
                  <a:pt x="77142" y="256609"/>
                </a:cubicBezTo>
                <a:cubicBezTo>
                  <a:pt x="77142" y="245336"/>
                  <a:pt x="86281" y="236197"/>
                  <a:pt x="97555" y="236197"/>
                </a:cubicBezTo>
                <a:close/>
                <a:moveTo>
                  <a:pt x="48778" y="236197"/>
                </a:moveTo>
                <a:cubicBezTo>
                  <a:pt x="60052" y="236197"/>
                  <a:pt x="69191" y="245336"/>
                  <a:pt x="69191" y="256609"/>
                </a:cubicBezTo>
                <a:cubicBezTo>
                  <a:pt x="69191" y="267883"/>
                  <a:pt x="60052" y="277022"/>
                  <a:pt x="48778" y="277022"/>
                </a:cubicBezTo>
                <a:cubicBezTo>
                  <a:pt x="37504" y="277022"/>
                  <a:pt x="28365" y="267883"/>
                  <a:pt x="28365" y="256609"/>
                </a:cubicBezTo>
                <a:cubicBezTo>
                  <a:pt x="28365" y="245336"/>
                  <a:pt x="37504" y="236197"/>
                  <a:pt x="48778" y="236197"/>
                </a:cubicBezTo>
                <a:close/>
                <a:moveTo>
                  <a:pt x="2" y="236197"/>
                </a:moveTo>
                <a:cubicBezTo>
                  <a:pt x="11275" y="236197"/>
                  <a:pt x="20414" y="245336"/>
                  <a:pt x="20414" y="256609"/>
                </a:cubicBezTo>
                <a:cubicBezTo>
                  <a:pt x="20414" y="267883"/>
                  <a:pt x="11275" y="277022"/>
                  <a:pt x="2" y="277022"/>
                </a:cubicBezTo>
                <a:lnTo>
                  <a:pt x="0" y="277021"/>
                </a:lnTo>
                <a:lnTo>
                  <a:pt x="0" y="236198"/>
                </a:lnTo>
                <a:close/>
                <a:moveTo>
                  <a:pt x="975542" y="182110"/>
                </a:moveTo>
                <a:cubicBezTo>
                  <a:pt x="981179" y="182110"/>
                  <a:pt x="986282" y="184395"/>
                  <a:pt x="989976" y="188089"/>
                </a:cubicBezTo>
                <a:lnTo>
                  <a:pt x="992557" y="194320"/>
                </a:lnTo>
                <a:lnTo>
                  <a:pt x="990601" y="207139"/>
                </a:lnTo>
                <a:lnTo>
                  <a:pt x="987678" y="218507"/>
                </a:lnTo>
                <a:lnTo>
                  <a:pt x="983488" y="221332"/>
                </a:lnTo>
                <a:cubicBezTo>
                  <a:pt x="981046" y="222365"/>
                  <a:pt x="978360" y="222936"/>
                  <a:pt x="975542" y="222936"/>
                </a:cubicBezTo>
                <a:cubicBezTo>
                  <a:pt x="964268" y="222936"/>
                  <a:pt x="955129" y="213797"/>
                  <a:pt x="955129" y="202523"/>
                </a:cubicBezTo>
                <a:cubicBezTo>
                  <a:pt x="955129" y="191250"/>
                  <a:pt x="964268" y="182110"/>
                  <a:pt x="975542" y="182110"/>
                </a:cubicBezTo>
                <a:close/>
                <a:moveTo>
                  <a:pt x="926765" y="182110"/>
                </a:moveTo>
                <a:cubicBezTo>
                  <a:pt x="938039" y="182110"/>
                  <a:pt x="947178" y="191250"/>
                  <a:pt x="947178" y="202523"/>
                </a:cubicBezTo>
                <a:cubicBezTo>
                  <a:pt x="947178" y="213797"/>
                  <a:pt x="938039" y="222936"/>
                  <a:pt x="926765" y="222936"/>
                </a:cubicBezTo>
                <a:cubicBezTo>
                  <a:pt x="915491" y="222936"/>
                  <a:pt x="906352" y="213797"/>
                  <a:pt x="906352" y="202523"/>
                </a:cubicBezTo>
                <a:cubicBezTo>
                  <a:pt x="906352" y="191250"/>
                  <a:pt x="915491" y="182110"/>
                  <a:pt x="926765" y="182110"/>
                </a:cubicBezTo>
                <a:close/>
                <a:moveTo>
                  <a:pt x="877988" y="182110"/>
                </a:moveTo>
                <a:cubicBezTo>
                  <a:pt x="889262" y="182110"/>
                  <a:pt x="898401" y="191250"/>
                  <a:pt x="898401" y="202523"/>
                </a:cubicBezTo>
                <a:cubicBezTo>
                  <a:pt x="898401" y="213797"/>
                  <a:pt x="889262" y="222936"/>
                  <a:pt x="877988" y="222936"/>
                </a:cubicBezTo>
                <a:cubicBezTo>
                  <a:pt x="866714" y="222936"/>
                  <a:pt x="857575" y="213797"/>
                  <a:pt x="857575" y="202523"/>
                </a:cubicBezTo>
                <a:cubicBezTo>
                  <a:pt x="857575" y="191250"/>
                  <a:pt x="866714" y="182110"/>
                  <a:pt x="877988" y="182110"/>
                </a:cubicBezTo>
                <a:close/>
                <a:moveTo>
                  <a:pt x="829211" y="182110"/>
                </a:moveTo>
                <a:cubicBezTo>
                  <a:pt x="840485" y="182110"/>
                  <a:pt x="849624" y="191250"/>
                  <a:pt x="849624" y="202523"/>
                </a:cubicBezTo>
                <a:cubicBezTo>
                  <a:pt x="849624" y="213797"/>
                  <a:pt x="840485" y="222936"/>
                  <a:pt x="829211" y="222936"/>
                </a:cubicBezTo>
                <a:cubicBezTo>
                  <a:pt x="817937" y="222936"/>
                  <a:pt x="808798" y="213797"/>
                  <a:pt x="808798" y="202523"/>
                </a:cubicBezTo>
                <a:cubicBezTo>
                  <a:pt x="808798" y="191250"/>
                  <a:pt x="817937" y="182110"/>
                  <a:pt x="829211" y="182110"/>
                </a:cubicBezTo>
                <a:close/>
                <a:moveTo>
                  <a:pt x="780434" y="182110"/>
                </a:moveTo>
                <a:cubicBezTo>
                  <a:pt x="791708" y="182110"/>
                  <a:pt x="800847" y="191250"/>
                  <a:pt x="800847" y="202523"/>
                </a:cubicBezTo>
                <a:cubicBezTo>
                  <a:pt x="800847" y="213797"/>
                  <a:pt x="791708" y="222936"/>
                  <a:pt x="780434" y="222936"/>
                </a:cubicBezTo>
                <a:cubicBezTo>
                  <a:pt x="769160" y="222936"/>
                  <a:pt x="760021" y="213797"/>
                  <a:pt x="760021" y="202523"/>
                </a:cubicBezTo>
                <a:cubicBezTo>
                  <a:pt x="760021" y="191250"/>
                  <a:pt x="769160" y="182110"/>
                  <a:pt x="780434" y="182110"/>
                </a:cubicBezTo>
                <a:close/>
                <a:moveTo>
                  <a:pt x="731657" y="182110"/>
                </a:moveTo>
                <a:cubicBezTo>
                  <a:pt x="742931" y="182110"/>
                  <a:pt x="752070" y="191250"/>
                  <a:pt x="752070" y="202523"/>
                </a:cubicBezTo>
                <a:cubicBezTo>
                  <a:pt x="752070" y="213797"/>
                  <a:pt x="742931" y="222936"/>
                  <a:pt x="731657" y="222936"/>
                </a:cubicBezTo>
                <a:cubicBezTo>
                  <a:pt x="720383" y="222936"/>
                  <a:pt x="711244" y="213797"/>
                  <a:pt x="711244" y="202523"/>
                </a:cubicBezTo>
                <a:cubicBezTo>
                  <a:pt x="711244" y="191250"/>
                  <a:pt x="720383" y="182110"/>
                  <a:pt x="731657" y="182110"/>
                </a:cubicBezTo>
                <a:close/>
                <a:moveTo>
                  <a:pt x="682880" y="182110"/>
                </a:moveTo>
                <a:cubicBezTo>
                  <a:pt x="694153" y="182110"/>
                  <a:pt x="703293" y="191250"/>
                  <a:pt x="703293" y="202523"/>
                </a:cubicBezTo>
                <a:cubicBezTo>
                  <a:pt x="703293" y="213797"/>
                  <a:pt x="694153" y="222936"/>
                  <a:pt x="682880" y="222936"/>
                </a:cubicBezTo>
                <a:cubicBezTo>
                  <a:pt x="671606" y="222936"/>
                  <a:pt x="662467" y="213797"/>
                  <a:pt x="662467" y="202523"/>
                </a:cubicBezTo>
                <a:cubicBezTo>
                  <a:pt x="662467" y="191250"/>
                  <a:pt x="671606" y="182110"/>
                  <a:pt x="682880" y="182110"/>
                </a:cubicBezTo>
                <a:close/>
                <a:moveTo>
                  <a:pt x="634103" y="182110"/>
                </a:moveTo>
                <a:cubicBezTo>
                  <a:pt x="645377" y="182110"/>
                  <a:pt x="654516" y="191250"/>
                  <a:pt x="654516" y="202523"/>
                </a:cubicBezTo>
                <a:cubicBezTo>
                  <a:pt x="654516" y="213797"/>
                  <a:pt x="645377" y="222936"/>
                  <a:pt x="634103" y="222936"/>
                </a:cubicBezTo>
                <a:cubicBezTo>
                  <a:pt x="622829" y="222936"/>
                  <a:pt x="613690" y="213797"/>
                  <a:pt x="613690" y="202523"/>
                </a:cubicBezTo>
                <a:cubicBezTo>
                  <a:pt x="613690" y="191250"/>
                  <a:pt x="622829" y="182110"/>
                  <a:pt x="634103" y="182110"/>
                </a:cubicBezTo>
                <a:close/>
                <a:moveTo>
                  <a:pt x="585326" y="182110"/>
                </a:moveTo>
                <a:cubicBezTo>
                  <a:pt x="596599" y="182110"/>
                  <a:pt x="605738" y="191250"/>
                  <a:pt x="605738" y="202523"/>
                </a:cubicBezTo>
                <a:cubicBezTo>
                  <a:pt x="605738" y="213797"/>
                  <a:pt x="596599" y="222936"/>
                  <a:pt x="585326" y="222936"/>
                </a:cubicBezTo>
                <a:cubicBezTo>
                  <a:pt x="574052" y="222936"/>
                  <a:pt x="564913" y="213797"/>
                  <a:pt x="564913" y="202523"/>
                </a:cubicBezTo>
                <a:cubicBezTo>
                  <a:pt x="564913" y="191250"/>
                  <a:pt x="574052" y="182110"/>
                  <a:pt x="585326" y="182110"/>
                </a:cubicBezTo>
                <a:close/>
                <a:moveTo>
                  <a:pt x="536549" y="182110"/>
                </a:moveTo>
                <a:cubicBezTo>
                  <a:pt x="547822" y="182110"/>
                  <a:pt x="556961" y="191250"/>
                  <a:pt x="556961" y="202523"/>
                </a:cubicBezTo>
                <a:cubicBezTo>
                  <a:pt x="556961" y="213797"/>
                  <a:pt x="547822" y="222936"/>
                  <a:pt x="536549" y="222936"/>
                </a:cubicBezTo>
                <a:cubicBezTo>
                  <a:pt x="525275" y="222936"/>
                  <a:pt x="516136" y="213797"/>
                  <a:pt x="516136" y="202523"/>
                </a:cubicBezTo>
                <a:cubicBezTo>
                  <a:pt x="516136" y="191250"/>
                  <a:pt x="525275" y="182110"/>
                  <a:pt x="536549" y="182110"/>
                </a:cubicBezTo>
                <a:close/>
                <a:moveTo>
                  <a:pt x="487772" y="182110"/>
                </a:moveTo>
                <a:cubicBezTo>
                  <a:pt x="499045" y="182110"/>
                  <a:pt x="508184" y="191250"/>
                  <a:pt x="508184" y="202523"/>
                </a:cubicBezTo>
                <a:cubicBezTo>
                  <a:pt x="508184" y="213797"/>
                  <a:pt x="499045" y="222936"/>
                  <a:pt x="487772" y="222936"/>
                </a:cubicBezTo>
                <a:cubicBezTo>
                  <a:pt x="476498" y="222936"/>
                  <a:pt x="467359" y="213797"/>
                  <a:pt x="467359" y="202523"/>
                </a:cubicBezTo>
                <a:cubicBezTo>
                  <a:pt x="467359" y="191250"/>
                  <a:pt x="476498" y="182110"/>
                  <a:pt x="487772" y="182110"/>
                </a:cubicBezTo>
                <a:close/>
                <a:moveTo>
                  <a:pt x="438994" y="182110"/>
                </a:moveTo>
                <a:cubicBezTo>
                  <a:pt x="450268" y="182110"/>
                  <a:pt x="459407" y="191250"/>
                  <a:pt x="459407" y="202523"/>
                </a:cubicBezTo>
                <a:cubicBezTo>
                  <a:pt x="459407" y="213797"/>
                  <a:pt x="450268" y="222936"/>
                  <a:pt x="438994" y="222936"/>
                </a:cubicBezTo>
                <a:cubicBezTo>
                  <a:pt x="427721" y="222936"/>
                  <a:pt x="418582" y="213797"/>
                  <a:pt x="418582" y="202523"/>
                </a:cubicBezTo>
                <a:cubicBezTo>
                  <a:pt x="418582" y="191250"/>
                  <a:pt x="427721" y="182110"/>
                  <a:pt x="438994" y="182110"/>
                </a:cubicBezTo>
                <a:close/>
                <a:moveTo>
                  <a:pt x="390217" y="182110"/>
                </a:moveTo>
                <a:cubicBezTo>
                  <a:pt x="401491" y="182110"/>
                  <a:pt x="410630" y="191250"/>
                  <a:pt x="410630" y="202523"/>
                </a:cubicBezTo>
                <a:cubicBezTo>
                  <a:pt x="410630" y="213797"/>
                  <a:pt x="401491" y="222936"/>
                  <a:pt x="390217" y="222936"/>
                </a:cubicBezTo>
                <a:cubicBezTo>
                  <a:pt x="378944" y="222936"/>
                  <a:pt x="369805" y="213797"/>
                  <a:pt x="369805" y="202523"/>
                </a:cubicBezTo>
                <a:cubicBezTo>
                  <a:pt x="369805" y="191250"/>
                  <a:pt x="378944" y="182110"/>
                  <a:pt x="390217" y="182110"/>
                </a:cubicBezTo>
                <a:close/>
                <a:moveTo>
                  <a:pt x="341440" y="182110"/>
                </a:moveTo>
                <a:cubicBezTo>
                  <a:pt x="352714" y="182110"/>
                  <a:pt x="361853" y="191250"/>
                  <a:pt x="361853" y="202523"/>
                </a:cubicBezTo>
                <a:cubicBezTo>
                  <a:pt x="361853" y="213797"/>
                  <a:pt x="352714" y="222936"/>
                  <a:pt x="341440" y="222936"/>
                </a:cubicBezTo>
                <a:cubicBezTo>
                  <a:pt x="330166" y="222936"/>
                  <a:pt x="321028" y="213797"/>
                  <a:pt x="321028" y="202523"/>
                </a:cubicBezTo>
                <a:cubicBezTo>
                  <a:pt x="321028" y="191250"/>
                  <a:pt x="330166" y="182110"/>
                  <a:pt x="341440" y="182110"/>
                </a:cubicBezTo>
                <a:close/>
                <a:moveTo>
                  <a:pt x="292663" y="182110"/>
                </a:moveTo>
                <a:cubicBezTo>
                  <a:pt x="303937" y="182110"/>
                  <a:pt x="313076" y="191250"/>
                  <a:pt x="313076" y="202523"/>
                </a:cubicBezTo>
                <a:cubicBezTo>
                  <a:pt x="313076" y="213797"/>
                  <a:pt x="303937" y="222936"/>
                  <a:pt x="292663" y="222936"/>
                </a:cubicBezTo>
                <a:cubicBezTo>
                  <a:pt x="281389" y="222936"/>
                  <a:pt x="272251" y="213797"/>
                  <a:pt x="272251" y="202523"/>
                </a:cubicBezTo>
                <a:cubicBezTo>
                  <a:pt x="272251" y="191250"/>
                  <a:pt x="281389" y="182110"/>
                  <a:pt x="292663" y="182110"/>
                </a:cubicBezTo>
                <a:close/>
                <a:moveTo>
                  <a:pt x="243886" y="182110"/>
                </a:moveTo>
                <a:cubicBezTo>
                  <a:pt x="255160" y="182110"/>
                  <a:pt x="264299" y="191250"/>
                  <a:pt x="264299" y="202523"/>
                </a:cubicBezTo>
                <a:cubicBezTo>
                  <a:pt x="264299" y="213797"/>
                  <a:pt x="255160" y="222936"/>
                  <a:pt x="243886" y="222936"/>
                </a:cubicBezTo>
                <a:cubicBezTo>
                  <a:pt x="232612" y="222936"/>
                  <a:pt x="223473" y="213797"/>
                  <a:pt x="223473" y="202523"/>
                </a:cubicBezTo>
                <a:cubicBezTo>
                  <a:pt x="223473" y="191250"/>
                  <a:pt x="232612" y="182110"/>
                  <a:pt x="243886" y="182110"/>
                </a:cubicBezTo>
                <a:close/>
                <a:moveTo>
                  <a:pt x="195109" y="182110"/>
                </a:moveTo>
                <a:cubicBezTo>
                  <a:pt x="206383" y="182110"/>
                  <a:pt x="215522" y="191250"/>
                  <a:pt x="215522" y="202523"/>
                </a:cubicBezTo>
                <a:cubicBezTo>
                  <a:pt x="215522" y="213797"/>
                  <a:pt x="206383" y="222936"/>
                  <a:pt x="195109" y="222936"/>
                </a:cubicBezTo>
                <a:cubicBezTo>
                  <a:pt x="183835" y="222936"/>
                  <a:pt x="174696" y="213797"/>
                  <a:pt x="174696" y="202523"/>
                </a:cubicBezTo>
                <a:cubicBezTo>
                  <a:pt x="174696" y="191250"/>
                  <a:pt x="183835" y="182110"/>
                  <a:pt x="195109" y="182110"/>
                </a:cubicBezTo>
                <a:close/>
                <a:moveTo>
                  <a:pt x="146332" y="182110"/>
                </a:moveTo>
                <a:cubicBezTo>
                  <a:pt x="157606" y="182110"/>
                  <a:pt x="166745" y="191250"/>
                  <a:pt x="166745" y="202523"/>
                </a:cubicBezTo>
                <a:cubicBezTo>
                  <a:pt x="166745" y="213797"/>
                  <a:pt x="157606" y="222936"/>
                  <a:pt x="146332" y="222936"/>
                </a:cubicBezTo>
                <a:cubicBezTo>
                  <a:pt x="135058" y="222936"/>
                  <a:pt x="125919" y="213797"/>
                  <a:pt x="125919" y="202523"/>
                </a:cubicBezTo>
                <a:cubicBezTo>
                  <a:pt x="125919" y="191250"/>
                  <a:pt x="135058" y="182110"/>
                  <a:pt x="146332" y="182110"/>
                </a:cubicBezTo>
                <a:close/>
                <a:moveTo>
                  <a:pt x="97555" y="182110"/>
                </a:moveTo>
                <a:cubicBezTo>
                  <a:pt x="108829" y="182110"/>
                  <a:pt x="117968" y="191250"/>
                  <a:pt x="117968" y="202523"/>
                </a:cubicBezTo>
                <a:cubicBezTo>
                  <a:pt x="117968" y="213797"/>
                  <a:pt x="108829" y="222936"/>
                  <a:pt x="97555" y="222936"/>
                </a:cubicBezTo>
                <a:cubicBezTo>
                  <a:pt x="86281" y="222936"/>
                  <a:pt x="77142" y="213797"/>
                  <a:pt x="77142" y="202523"/>
                </a:cubicBezTo>
                <a:cubicBezTo>
                  <a:pt x="77142" y="191250"/>
                  <a:pt x="86281" y="182110"/>
                  <a:pt x="97555" y="182110"/>
                </a:cubicBezTo>
                <a:close/>
                <a:moveTo>
                  <a:pt x="48778" y="182110"/>
                </a:moveTo>
                <a:cubicBezTo>
                  <a:pt x="60052" y="182110"/>
                  <a:pt x="69191" y="191250"/>
                  <a:pt x="69191" y="202523"/>
                </a:cubicBezTo>
                <a:cubicBezTo>
                  <a:pt x="69191" y="213797"/>
                  <a:pt x="60052" y="222936"/>
                  <a:pt x="48778" y="222936"/>
                </a:cubicBezTo>
                <a:cubicBezTo>
                  <a:pt x="37504" y="222936"/>
                  <a:pt x="28365" y="213797"/>
                  <a:pt x="28365" y="202523"/>
                </a:cubicBezTo>
                <a:cubicBezTo>
                  <a:pt x="28365" y="191250"/>
                  <a:pt x="37504" y="182110"/>
                  <a:pt x="48778" y="182110"/>
                </a:cubicBezTo>
                <a:close/>
                <a:moveTo>
                  <a:pt x="2" y="182110"/>
                </a:moveTo>
                <a:cubicBezTo>
                  <a:pt x="11275" y="182110"/>
                  <a:pt x="20414" y="191250"/>
                  <a:pt x="20414" y="202523"/>
                </a:cubicBezTo>
                <a:cubicBezTo>
                  <a:pt x="20414" y="213797"/>
                  <a:pt x="11275" y="222936"/>
                  <a:pt x="2" y="222936"/>
                </a:cubicBezTo>
                <a:lnTo>
                  <a:pt x="0" y="222935"/>
                </a:lnTo>
                <a:lnTo>
                  <a:pt x="0" y="182111"/>
                </a:lnTo>
                <a:close/>
                <a:moveTo>
                  <a:pt x="975542" y="128024"/>
                </a:moveTo>
                <a:cubicBezTo>
                  <a:pt x="986816" y="128024"/>
                  <a:pt x="995955" y="137163"/>
                  <a:pt x="995955" y="148437"/>
                </a:cubicBezTo>
                <a:cubicBezTo>
                  <a:pt x="995955" y="159711"/>
                  <a:pt x="986816" y="168850"/>
                  <a:pt x="975542" y="168850"/>
                </a:cubicBezTo>
                <a:cubicBezTo>
                  <a:pt x="964268" y="168850"/>
                  <a:pt x="955129" y="159711"/>
                  <a:pt x="955129" y="148437"/>
                </a:cubicBezTo>
                <a:cubicBezTo>
                  <a:pt x="955129" y="137163"/>
                  <a:pt x="964268" y="128024"/>
                  <a:pt x="975542" y="128024"/>
                </a:cubicBezTo>
                <a:close/>
                <a:moveTo>
                  <a:pt x="926765" y="128024"/>
                </a:moveTo>
                <a:cubicBezTo>
                  <a:pt x="938039" y="128024"/>
                  <a:pt x="947178" y="137163"/>
                  <a:pt x="947178" y="148437"/>
                </a:cubicBezTo>
                <a:cubicBezTo>
                  <a:pt x="947178" y="159711"/>
                  <a:pt x="938039" y="168850"/>
                  <a:pt x="926765" y="168850"/>
                </a:cubicBezTo>
                <a:cubicBezTo>
                  <a:pt x="915491" y="168850"/>
                  <a:pt x="906352" y="159711"/>
                  <a:pt x="906352" y="148437"/>
                </a:cubicBezTo>
                <a:cubicBezTo>
                  <a:pt x="906352" y="137163"/>
                  <a:pt x="915491" y="128024"/>
                  <a:pt x="926765" y="128024"/>
                </a:cubicBezTo>
                <a:close/>
                <a:moveTo>
                  <a:pt x="877988" y="128024"/>
                </a:moveTo>
                <a:cubicBezTo>
                  <a:pt x="889262" y="128024"/>
                  <a:pt x="898401" y="137163"/>
                  <a:pt x="898401" y="148437"/>
                </a:cubicBezTo>
                <a:cubicBezTo>
                  <a:pt x="898401" y="159711"/>
                  <a:pt x="889262" y="168850"/>
                  <a:pt x="877988" y="168850"/>
                </a:cubicBezTo>
                <a:cubicBezTo>
                  <a:pt x="866714" y="168850"/>
                  <a:pt x="857575" y="159711"/>
                  <a:pt x="857575" y="148437"/>
                </a:cubicBezTo>
                <a:cubicBezTo>
                  <a:pt x="857575" y="137163"/>
                  <a:pt x="866714" y="128024"/>
                  <a:pt x="877988" y="128024"/>
                </a:cubicBezTo>
                <a:close/>
                <a:moveTo>
                  <a:pt x="829211" y="128024"/>
                </a:moveTo>
                <a:cubicBezTo>
                  <a:pt x="840485" y="128024"/>
                  <a:pt x="849624" y="137163"/>
                  <a:pt x="849624" y="148437"/>
                </a:cubicBezTo>
                <a:cubicBezTo>
                  <a:pt x="849624" y="159711"/>
                  <a:pt x="840485" y="168850"/>
                  <a:pt x="829211" y="168850"/>
                </a:cubicBezTo>
                <a:cubicBezTo>
                  <a:pt x="817937" y="168850"/>
                  <a:pt x="808798" y="159711"/>
                  <a:pt x="808798" y="148437"/>
                </a:cubicBezTo>
                <a:cubicBezTo>
                  <a:pt x="808798" y="137163"/>
                  <a:pt x="817937" y="128024"/>
                  <a:pt x="829211" y="128024"/>
                </a:cubicBezTo>
                <a:close/>
                <a:moveTo>
                  <a:pt x="780434" y="128024"/>
                </a:moveTo>
                <a:cubicBezTo>
                  <a:pt x="791708" y="128024"/>
                  <a:pt x="800847" y="137163"/>
                  <a:pt x="800847" y="148437"/>
                </a:cubicBezTo>
                <a:cubicBezTo>
                  <a:pt x="800847" y="159711"/>
                  <a:pt x="791708" y="168850"/>
                  <a:pt x="780434" y="168850"/>
                </a:cubicBezTo>
                <a:cubicBezTo>
                  <a:pt x="769160" y="168850"/>
                  <a:pt x="760021" y="159711"/>
                  <a:pt x="760021" y="148437"/>
                </a:cubicBezTo>
                <a:cubicBezTo>
                  <a:pt x="760021" y="137163"/>
                  <a:pt x="769160" y="128024"/>
                  <a:pt x="780434" y="128024"/>
                </a:cubicBezTo>
                <a:close/>
                <a:moveTo>
                  <a:pt x="731657" y="128024"/>
                </a:moveTo>
                <a:cubicBezTo>
                  <a:pt x="742931" y="128024"/>
                  <a:pt x="752070" y="137163"/>
                  <a:pt x="752070" y="148437"/>
                </a:cubicBezTo>
                <a:cubicBezTo>
                  <a:pt x="752070" y="159711"/>
                  <a:pt x="742931" y="168850"/>
                  <a:pt x="731657" y="168850"/>
                </a:cubicBezTo>
                <a:cubicBezTo>
                  <a:pt x="720383" y="168850"/>
                  <a:pt x="711244" y="159711"/>
                  <a:pt x="711244" y="148437"/>
                </a:cubicBezTo>
                <a:cubicBezTo>
                  <a:pt x="711244" y="137163"/>
                  <a:pt x="720383" y="128024"/>
                  <a:pt x="731657" y="128024"/>
                </a:cubicBezTo>
                <a:close/>
                <a:moveTo>
                  <a:pt x="682880" y="128024"/>
                </a:moveTo>
                <a:cubicBezTo>
                  <a:pt x="694153" y="128024"/>
                  <a:pt x="703293" y="137163"/>
                  <a:pt x="703293" y="148437"/>
                </a:cubicBezTo>
                <a:cubicBezTo>
                  <a:pt x="703293" y="159711"/>
                  <a:pt x="694153" y="168850"/>
                  <a:pt x="682880" y="168850"/>
                </a:cubicBezTo>
                <a:cubicBezTo>
                  <a:pt x="671606" y="168850"/>
                  <a:pt x="662467" y="159711"/>
                  <a:pt x="662467" y="148437"/>
                </a:cubicBezTo>
                <a:cubicBezTo>
                  <a:pt x="662467" y="137163"/>
                  <a:pt x="671606" y="128024"/>
                  <a:pt x="682880" y="128024"/>
                </a:cubicBezTo>
                <a:close/>
                <a:moveTo>
                  <a:pt x="634103" y="128024"/>
                </a:moveTo>
                <a:cubicBezTo>
                  <a:pt x="645377" y="128024"/>
                  <a:pt x="654516" y="137163"/>
                  <a:pt x="654516" y="148437"/>
                </a:cubicBezTo>
                <a:cubicBezTo>
                  <a:pt x="654516" y="159711"/>
                  <a:pt x="645377" y="168850"/>
                  <a:pt x="634103" y="168850"/>
                </a:cubicBezTo>
                <a:cubicBezTo>
                  <a:pt x="622829" y="168850"/>
                  <a:pt x="613690" y="159711"/>
                  <a:pt x="613690" y="148437"/>
                </a:cubicBezTo>
                <a:cubicBezTo>
                  <a:pt x="613690" y="137163"/>
                  <a:pt x="622829" y="128024"/>
                  <a:pt x="634103" y="128024"/>
                </a:cubicBezTo>
                <a:close/>
                <a:moveTo>
                  <a:pt x="585326" y="128024"/>
                </a:moveTo>
                <a:cubicBezTo>
                  <a:pt x="596599" y="128024"/>
                  <a:pt x="605738" y="137163"/>
                  <a:pt x="605738" y="148437"/>
                </a:cubicBezTo>
                <a:cubicBezTo>
                  <a:pt x="605738" y="159711"/>
                  <a:pt x="596599" y="168850"/>
                  <a:pt x="585326" y="168850"/>
                </a:cubicBezTo>
                <a:cubicBezTo>
                  <a:pt x="574052" y="168850"/>
                  <a:pt x="564913" y="159711"/>
                  <a:pt x="564913" y="148437"/>
                </a:cubicBezTo>
                <a:cubicBezTo>
                  <a:pt x="564913" y="137163"/>
                  <a:pt x="574052" y="128024"/>
                  <a:pt x="585326" y="128024"/>
                </a:cubicBezTo>
                <a:close/>
                <a:moveTo>
                  <a:pt x="536549" y="128024"/>
                </a:moveTo>
                <a:cubicBezTo>
                  <a:pt x="547822" y="128024"/>
                  <a:pt x="556961" y="137163"/>
                  <a:pt x="556961" y="148437"/>
                </a:cubicBezTo>
                <a:cubicBezTo>
                  <a:pt x="556961" y="159711"/>
                  <a:pt x="547822" y="168850"/>
                  <a:pt x="536549" y="168850"/>
                </a:cubicBezTo>
                <a:cubicBezTo>
                  <a:pt x="525275" y="168850"/>
                  <a:pt x="516136" y="159711"/>
                  <a:pt x="516136" y="148437"/>
                </a:cubicBezTo>
                <a:cubicBezTo>
                  <a:pt x="516136" y="137163"/>
                  <a:pt x="525275" y="128024"/>
                  <a:pt x="536549" y="128024"/>
                </a:cubicBezTo>
                <a:close/>
                <a:moveTo>
                  <a:pt x="487772" y="128024"/>
                </a:moveTo>
                <a:cubicBezTo>
                  <a:pt x="499045" y="128024"/>
                  <a:pt x="508184" y="137163"/>
                  <a:pt x="508184" y="148437"/>
                </a:cubicBezTo>
                <a:cubicBezTo>
                  <a:pt x="508184" y="159711"/>
                  <a:pt x="499045" y="168850"/>
                  <a:pt x="487772" y="168850"/>
                </a:cubicBezTo>
                <a:cubicBezTo>
                  <a:pt x="476498" y="168850"/>
                  <a:pt x="467359" y="159711"/>
                  <a:pt x="467359" y="148437"/>
                </a:cubicBezTo>
                <a:cubicBezTo>
                  <a:pt x="467359" y="137163"/>
                  <a:pt x="476498" y="128024"/>
                  <a:pt x="487772" y="128024"/>
                </a:cubicBezTo>
                <a:close/>
                <a:moveTo>
                  <a:pt x="438994" y="128024"/>
                </a:moveTo>
                <a:cubicBezTo>
                  <a:pt x="450268" y="128024"/>
                  <a:pt x="459407" y="137163"/>
                  <a:pt x="459407" y="148437"/>
                </a:cubicBezTo>
                <a:cubicBezTo>
                  <a:pt x="459407" y="159711"/>
                  <a:pt x="450268" y="168850"/>
                  <a:pt x="438994" y="168850"/>
                </a:cubicBezTo>
                <a:cubicBezTo>
                  <a:pt x="427721" y="168850"/>
                  <a:pt x="418582" y="159711"/>
                  <a:pt x="418582" y="148437"/>
                </a:cubicBezTo>
                <a:cubicBezTo>
                  <a:pt x="418582" y="137163"/>
                  <a:pt x="427721" y="128024"/>
                  <a:pt x="438994" y="128024"/>
                </a:cubicBezTo>
                <a:close/>
                <a:moveTo>
                  <a:pt x="390217" y="128024"/>
                </a:moveTo>
                <a:cubicBezTo>
                  <a:pt x="401491" y="128024"/>
                  <a:pt x="410630" y="137163"/>
                  <a:pt x="410630" y="148437"/>
                </a:cubicBezTo>
                <a:cubicBezTo>
                  <a:pt x="410630" y="159711"/>
                  <a:pt x="401491" y="168850"/>
                  <a:pt x="390217" y="168850"/>
                </a:cubicBezTo>
                <a:cubicBezTo>
                  <a:pt x="378944" y="168850"/>
                  <a:pt x="369805" y="159711"/>
                  <a:pt x="369805" y="148437"/>
                </a:cubicBezTo>
                <a:cubicBezTo>
                  <a:pt x="369805" y="137163"/>
                  <a:pt x="378944" y="128024"/>
                  <a:pt x="390217" y="128024"/>
                </a:cubicBezTo>
                <a:close/>
                <a:moveTo>
                  <a:pt x="341440" y="128024"/>
                </a:moveTo>
                <a:cubicBezTo>
                  <a:pt x="352714" y="128024"/>
                  <a:pt x="361853" y="137163"/>
                  <a:pt x="361853" y="148437"/>
                </a:cubicBezTo>
                <a:cubicBezTo>
                  <a:pt x="361853" y="159711"/>
                  <a:pt x="352714" y="168850"/>
                  <a:pt x="341440" y="168850"/>
                </a:cubicBezTo>
                <a:cubicBezTo>
                  <a:pt x="330166" y="168850"/>
                  <a:pt x="321028" y="159711"/>
                  <a:pt x="321028" y="148437"/>
                </a:cubicBezTo>
                <a:cubicBezTo>
                  <a:pt x="321028" y="137163"/>
                  <a:pt x="330166" y="128024"/>
                  <a:pt x="341440" y="128024"/>
                </a:cubicBezTo>
                <a:close/>
                <a:moveTo>
                  <a:pt x="292663" y="128024"/>
                </a:moveTo>
                <a:cubicBezTo>
                  <a:pt x="303937" y="128024"/>
                  <a:pt x="313076" y="137163"/>
                  <a:pt x="313076" y="148437"/>
                </a:cubicBezTo>
                <a:cubicBezTo>
                  <a:pt x="313076" y="159711"/>
                  <a:pt x="303937" y="168850"/>
                  <a:pt x="292663" y="168850"/>
                </a:cubicBezTo>
                <a:cubicBezTo>
                  <a:pt x="281389" y="168850"/>
                  <a:pt x="272251" y="159711"/>
                  <a:pt x="272251" y="148437"/>
                </a:cubicBezTo>
                <a:cubicBezTo>
                  <a:pt x="272251" y="137163"/>
                  <a:pt x="281389" y="128024"/>
                  <a:pt x="292663" y="128024"/>
                </a:cubicBezTo>
                <a:close/>
                <a:moveTo>
                  <a:pt x="243886" y="128024"/>
                </a:moveTo>
                <a:cubicBezTo>
                  <a:pt x="255160" y="128024"/>
                  <a:pt x="264299" y="137163"/>
                  <a:pt x="264299" y="148437"/>
                </a:cubicBezTo>
                <a:cubicBezTo>
                  <a:pt x="264299" y="159711"/>
                  <a:pt x="255160" y="168850"/>
                  <a:pt x="243886" y="168850"/>
                </a:cubicBezTo>
                <a:cubicBezTo>
                  <a:pt x="232612" y="168850"/>
                  <a:pt x="223473" y="159711"/>
                  <a:pt x="223473" y="148437"/>
                </a:cubicBezTo>
                <a:cubicBezTo>
                  <a:pt x="223473" y="137163"/>
                  <a:pt x="232612" y="128024"/>
                  <a:pt x="243886" y="128024"/>
                </a:cubicBezTo>
                <a:close/>
                <a:moveTo>
                  <a:pt x="195109" y="128024"/>
                </a:moveTo>
                <a:cubicBezTo>
                  <a:pt x="206383" y="128024"/>
                  <a:pt x="215522" y="137163"/>
                  <a:pt x="215522" y="148437"/>
                </a:cubicBezTo>
                <a:cubicBezTo>
                  <a:pt x="215522" y="159711"/>
                  <a:pt x="206383" y="168850"/>
                  <a:pt x="195109" y="168850"/>
                </a:cubicBezTo>
                <a:cubicBezTo>
                  <a:pt x="183835" y="168850"/>
                  <a:pt x="174696" y="159711"/>
                  <a:pt x="174696" y="148437"/>
                </a:cubicBezTo>
                <a:cubicBezTo>
                  <a:pt x="174696" y="137163"/>
                  <a:pt x="183835" y="128024"/>
                  <a:pt x="195109" y="128024"/>
                </a:cubicBezTo>
                <a:close/>
                <a:moveTo>
                  <a:pt x="146332" y="128024"/>
                </a:moveTo>
                <a:cubicBezTo>
                  <a:pt x="157606" y="128024"/>
                  <a:pt x="166745" y="137163"/>
                  <a:pt x="166745" y="148437"/>
                </a:cubicBezTo>
                <a:cubicBezTo>
                  <a:pt x="166745" y="159711"/>
                  <a:pt x="157606" y="168850"/>
                  <a:pt x="146332" y="168850"/>
                </a:cubicBezTo>
                <a:cubicBezTo>
                  <a:pt x="135058" y="168850"/>
                  <a:pt x="125919" y="159711"/>
                  <a:pt x="125919" y="148437"/>
                </a:cubicBezTo>
                <a:cubicBezTo>
                  <a:pt x="125919" y="137163"/>
                  <a:pt x="135058" y="128024"/>
                  <a:pt x="146332" y="128024"/>
                </a:cubicBezTo>
                <a:close/>
                <a:moveTo>
                  <a:pt x="97555" y="128024"/>
                </a:moveTo>
                <a:cubicBezTo>
                  <a:pt x="108829" y="128024"/>
                  <a:pt x="117968" y="137163"/>
                  <a:pt x="117968" y="148437"/>
                </a:cubicBezTo>
                <a:cubicBezTo>
                  <a:pt x="117968" y="159711"/>
                  <a:pt x="108829" y="168850"/>
                  <a:pt x="97555" y="168850"/>
                </a:cubicBezTo>
                <a:cubicBezTo>
                  <a:pt x="86281" y="168850"/>
                  <a:pt x="77142" y="159711"/>
                  <a:pt x="77142" y="148437"/>
                </a:cubicBezTo>
                <a:cubicBezTo>
                  <a:pt x="77142" y="137163"/>
                  <a:pt x="86281" y="128024"/>
                  <a:pt x="97555" y="128024"/>
                </a:cubicBezTo>
                <a:close/>
                <a:moveTo>
                  <a:pt x="48778" y="128024"/>
                </a:moveTo>
                <a:cubicBezTo>
                  <a:pt x="60052" y="128024"/>
                  <a:pt x="69191" y="137163"/>
                  <a:pt x="69191" y="148437"/>
                </a:cubicBezTo>
                <a:cubicBezTo>
                  <a:pt x="69191" y="159711"/>
                  <a:pt x="60052" y="168850"/>
                  <a:pt x="48778" y="168850"/>
                </a:cubicBezTo>
                <a:cubicBezTo>
                  <a:pt x="37504" y="168850"/>
                  <a:pt x="28365" y="159711"/>
                  <a:pt x="28365" y="148437"/>
                </a:cubicBezTo>
                <a:cubicBezTo>
                  <a:pt x="28365" y="137163"/>
                  <a:pt x="37504" y="128024"/>
                  <a:pt x="48778" y="128024"/>
                </a:cubicBezTo>
                <a:close/>
                <a:moveTo>
                  <a:pt x="2" y="128024"/>
                </a:moveTo>
                <a:cubicBezTo>
                  <a:pt x="11275" y="128024"/>
                  <a:pt x="20414" y="137163"/>
                  <a:pt x="20414" y="148437"/>
                </a:cubicBezTo>
                <a:cubicBezTo>
                  <a:pt x="20414" y="159711"/>
                  <a:pt x="11275" y="168850"/>
                  <a:pt x="2" y="168850"/>
                </a:cubicBezTo>
                <a:lnTo>
                  <a:pt x="0" y="168849"/>
                </a:lnTo>
                <a:lnTo>
                  <a:pt x="0" y="128025"/>
                </a:lnTo>
                <a:close/>
                <a:moveTo>
                  <a:pt x="1006915" y="87087"/>
                </a:moveTo>
                <a:lnTo>
                  <a:pt x="1006262" y="100037"/>
                </a:lnTo>
                <a:lnTo>
                  <a:pt x="1003906" y="94351"/>
                </a:lnTo>
                <a:close/>
                <a:moveTo>
                  <a:pt x="975542" y="73938"/>
                </a:moveTo>
                <a:cubicBezTo>
                  <a:pt x="986816" y="73938"/>
                  <a:pt x="995955" y="83077"/>
                  <a:pt x="995955" y="94351"/>
                </a:cubicBezTo>
                <a:cubicBezTo>
                  <a:pt x="995955" y="105625"/>
                  <a:pt x="986816" y="114764"/>
                  <a:pt x="975542" y="114764"/>
                </a:cubicBezTo>
                <a:cubicBezTo>
                  <a:pt x="964268" y="114764"/>
                  <a:pt x="955129" y="105625"/>
                  <a:pt x="955129" y="94351"/>
                </a:cubicBezTo>
                <a:cubicBezTo>
                  <a:pt x="955129" y="83077"/>
                  <a:pt x="964268" y="73938"/>
                  <a:pt x="975542" y="73938"/>
                </a:cubicBezTo>
                <a:close/>
                <a:moveTo>
                  <a:pt x="926765" y="73938"/>
                </a:moveTo>
                <a:cubicBezTo>
                  <a:pt x="938039" y="73938"/>
                  <a:pt x="947178" y="83077"/>
                  <a:pt x="947178" y="94351"/>
                </a:cubicBezTo>
                <a:cubicBezTo>
                  <a:pt x="947178" y="105625"/>
                  <a:pt x="938039" y="114764"/>
                  <a:pt x="926765" y="114764"/>
                </a:cubicBezTo>
                <a:cubicBezTo>
                  <a:pt x="915491" y="114764"/>
                  <a:pt x="906352" y="105625"/>
                  <a:pt x="906352" y="94351"/>
                </a:cubicBezTo>
                <a:cubicBezTo>
                  <a:pt x="906352" y="83077"/>
                  <a:pt x="915491" y="73938"/>
                  <a:pt x="926765" y="73938"/>
                </a:cubicBezTo>
                <a:close/>
                <a:moveTo>
                  <a:pt x="877988" y="73938"/>
                </a:moveTo>
                <a:cubicBezTo>
                  <a:pt x="889262" y="73938"/>
                  <a:pt x="898401" y="83077"/>
                  <a:pt x="898401" y="94351"/>
                </a:cubicBezTo>
                <a:cubicBezTo>
                  <a:pt x="898401" y="105625"/>
                  <a:pt x="889262" y="114764"/>
                  <a:pt x="877988" y="114764"/>
                </a:cubicBezTo>
                <a:cubicBezTo>
                  <a:pt x="866714" y="114764"/>
                  <a:pt x="857575" y="105625"/>
                  <a:pt x="857575" y="94351"/>
                </a:cubicBezTo>
                <a:cubicBezTo>
                  <a:pt x="857575" y="83077"/>
                  <a:pt x="866714" y="73938"/>
                  <a:pt x="877988" y="73938"/>
                </a:cubicBezTo>
                <a:close/>
                <a:moveTo>
                  <a:pt x="829211" y="73938"/>
                </a:moveTo>
                <a:cubicBezTo>
                  <a:pt x="840485" y="73938"/>
                  <a:pt x="849624" y="83077"/>
                  <a:pt x="849624" y="94351"/>
                </a:cubicBezTo>
                <a:cubicBezTo>
                  <a:pt x="849624" y="105625"/>
                  <a:pt x="840485" y="114764"/>
                  <a:pt x="829211" y="114764"/>
                </a:cubicBezTo>
                <a:cubicBezTo>
                  <a:pt x="817937" y="114764"/>
                  <a:pt x="808798" y="105625"/>
                  <a:pt x="808798" y="94351"/>
                </a:cubicBezTo>
                <a:cubicBezTo>
                  <a:pt x="808798" y="83077"/>
                  <a:pt x="817937" y="73938"/>
                  <a:pt x="829211" y="73938"/>
                </a:cubicBezTo>
                <a:close/>
                <a:moveTo>
                  <a:pt x="780434" y="73938"/>
                </a:moveTo>
                <a:cubicBezTo>
                  <a:pt x="791708" y="73938"/>
                  <a:pt x="800847" y="83077"/>
                  <a:pt x="800847" y="94351"/>
                </a:cubicBezTo>
                <a:cubicBezTo>
                  <a:pt x="800847" y="105625"/>
                  <a:pt x="791708" y="114764"/>
                  <a:pt x="780434" y="114764"/>
                </a:cubicBezTo>
                <a:cubicBezTo>
                  <a:pt x="769160" y="114764"/>
                  <a:pt x="760021" y="105625"/>
                  <a:pt x="760021" y="94351"/>
                </a:cubicBezTo>
                <a:cubicBezTo>
                  <a:pt x="760021" y="83077"/>
                  <a:pt x="769160" y="73938"/>
                  <a:pt x="780434" y="73938"/>
                </a:cubicBezTo>
                <a:close/>
                <a:moveTo>
                  <a:pt x="731657" y="73938"/>
                </a:moveTo>
                <a:cubicBezTo>
                  <a:pt x="742931" y="73938"/>
                  <a:pt x="752070" y="83077"/>
                  <a:pt x="752070" y="94351"/>
                </a:cubicBezTo>
                <a:cubicBezTo>
                  <a:pt x="752070" y="105625"/>
                  <a:pt x="742931" y="114764"/>
                  <a:pt x="731657" y="114764"/>
                </a:cubicBezTo>
                <a:cubicBezTo>
                  <a:pt x="720383" y="114764"/>
                  <a:pt x="711244" y="105625"/>
                  <a:pt x="711244" y="94351"/>
                </a:cubicBezTo>
                <a:cubicBezTo>
                  <a:pt x="711244" y="83077"/>
                  <a:pt x="720383" y="73938"/>
                  <a:pt x="731657" y="73938"/>
                </a:cubicBezTo>
                <a:close/>
                <a:moveTo>
                  <a:pt x="682880" y="73938"/>
                </a:moveTo>
                <a:cubicBezTo>
                  <a:pt x="694153" y="73938"/>
                  <a:pt x="703293" y="83077"/>
                  <a:pt x="703293" y="94351"/>
                </a:cubicBezTo>
                <a:cubicBezTo>
                  <a:pt x="703293" y="105625"/>
                  <a:pt x="694153" y="114764"/>
                  <a:pt x="682880" y="114764"/>
                </a:cubicBezTo>
                <a:cubicBezTo>
                  <a:pt x="671606" y="114764"/>
                  <a:pt x="662467" y="105625"/>
                  <a:pt x="662467" y="94351"/>
                </a:cubicBezTo>
                <a:cubicBezTo>
                  <a:pt x="662467" y="83077"/>
                  <a:pt x="671606" y="73938"/>
                  <a:pt x="682880" y="73938"/>
                </a:cubicBezTo>
                <a:close/>
                <a:moveTo>
                  <a:pt x="634103" y="73938"/>
                </a:moveTo>
                <a:cubicBezTo>
                  <a:pt x="645377" y="73938"/>
                  <a:pt x="654516" y="83077"/>
                  <a:pt x="654516" y="94351"/>
                </a:cubicBezTo>
                <a:cubicBezTo>
                  <a:pt x="654516" y="105625"/>
                  <a:pt x="645377" y="114764"/>
                  <a:pt x="634103" y="114764"/>
                </a:cubicBezTo>
                <a:cubicBezTo>
                  <a:pt x="622829" y="114764"/>
                  <a:pt x="613690" y="105625"/>
                  <a:pt x="613690" y="94351"/>
                </a:cubicBezTo>
                <a:cubicBezTo>
                  <a:pt x="613690" y="83077"/>
                  <a:pt x="622829" y="73938"/>
                  <a:pt x="634103" y="73938"/>
                </a:cubicBezTo>
                <a:close/>
                <a:moveTo>
                  <a:pt x="585326" y="73938"/>
                </a:moveTo>
                <a:cubicBezTo>
                  <a:pt x="596599" y="73938"/>
                  <a:pt x="605738" y="83077"/>
                  <a:pt x="605738" y="94351"/>
                </a:cubicBezTo>
                <a:cubicBezTo>
                  <a:pt x="605738" y="105625"/>
                  <a:pt x="596599" y="114764"/>
                  <a:pt x="585326" y="114764"/>
                </a:cubicBezTo>
                <a:cubicBezTo>
                  <a:pt x="574052" y="114764"/>
                  <a:pt x="564913" y="105625"/>
                  <a:pt x="564913" y="94351"/>
                </a:cubicBezTo>
                <a:cubicBezTo>
                  <a:pt x="564913" y="83077"/>
                  <a:pt x="574052" y="73938"/>
                  <a:pt x="585326" y="73938"/>
                </a:cubicBezTo>
                <a:close/>
                <a:moveTo>
                  <a:pt x="536549" y="73938"/>
                </a:moveTo>
                <a:cubicBezTo>
                  <a:pt x="547822" y="73938"/>
                  <a:pt x="556961" y="83077"/>
                  <a:pt x="556961" y="94351"/>
                </a:cubicBezTo>
                <a:cubicBezTo>
                  <a:pt x="556961" y="105625"/>
                  <a:pt x="547822" y="114764"/>
                  <a:pt x="536549" y="114764"/>
                </a:cubicBezTo>
                <a:cubicBezTo>
                  <a:pt x="525275" y="114764"/>
                  <a:pt x="516136" y="105625"/>
                  <a:pt x="516136" y="94351"/>
                </a:cubicBezTo>
                <a:cubicBezTo>
                  <a:pt x="516136" y="83077"/>
                  <a:pt x="525275" y="73938"/>
                  <a:pt x="536549" y="73938"/>
                </a:cubicBezTo>
                <a:close/>
                <a:moveTo>
                  <a:pt x="487772" y="73938"/>
                </a:moveTo>
                <a:cubicBezTo>
                  <a:pt x="499045" y="73938"/>
                  <a:pt x="508184" y="83077"/>
                  <a:pt x="508184" y="94351"/>
                </a:cubicBezTo>
                <a:cubicBezTo>
                  <a:pt x="508184" y="105625"/>
                  <a:pt x="499045" y="114764"/>
                  <a:pt x="487772" y="114764"/>
                </a:cubicBezTo>
                <a:cubicBezTo>
                  <a:pt x="476498" y="114764"/>
                  <a:pt x="467359" y="105625"/>
                  <a:pt x="467359" y="94351"/>
                </a:cubicBezTo>
                <a:cubicBezTo>
                  <a:pt x="467359" y="83077"/>
                  <a:pt x="476498" y="73938"/>
                  <a:pt x="487772" y="73938"/>
                </a:cubicBezTo>
                <a:close/>
                <a:moveTo>
                  <a:pt x="438994" y="73938"/>
                </a:moveTo>
                <a:cubicBezTo>
                  <a:pt x="450268" y="73938"/>
                  <a:pt x="459407" y="83077"/>
                  <a:pt x="459407" y="94351"/>
                </a:cubicBezTo>
                <a:cubicBezTo>
                  <a:pt x="459407" y="105625"/>
                  <a:pt x="450268" y="114764"/>
                  <a:pt x="438994" y="114764"/>
                </a:cubicBezTo>
                <a:cubicBezTo>
                  <a:pt x="427721" y="114764"/>
                  <a:pt x="418582" y="105625"/>
                  <a:pt x="418582" y="94351"/>
                </a:cubicBezTo>
                <a:cubicBezTo>
                  <a:pt x="418582" y="83077"/>
                  <a:pt x="427721" y="73938"/>
                  <a:pt x="438994" y="73938"/>
                </a:cubicBezTo>
                <a:close/>
                <a:moveTo>
                  <a:pt x="390217" y="73938"/>
                </a:moveTo>
                <a:cubicBezTo>
                  <a:pt x="401491" y="73938"/>
                  <a:pt x="410630" y="83077"/>
                  <a:pt x="410630" y="94351"/>
                </a:cubicBezTo>
                <a:cubicBezTo>
                  <a:pt x="410630" y="105625"/>
                  <a:pt x="401491" y="114764"/>
                  <a:pt x="390217" y="114764"/>
                </a:cubicBezTo>
                <a:cubicBezTo>
                  <a:pt x="378944" y="114764"/>
                  <a:pt x="369805" y="105625"/>
                  <a:pt x="369805" y="94351"/>
                </a:cubicBezTo>
                <a:cubicBezTo>
                  <a:pt x="369805" y="83077"/>
                  <a:pt x="378944" y="73938"/>
                  <a:pt x="390217" y="73938"/>
                </a:cubicBezTo>
                <a:close/>
                <a:moveTo>
                  <a:pt x="341440" y="73938"/>
                </a:moveTo>
                <a:cubicBezTo>
                  <a:pt x="352714" y="73938"/>
                  <a:pt x="361853" y="83077"/>
                  <a:pt x="361853" y="94351"/>
                </a:cubicBezTo>
                <a:cubicBezTo>
                  <a:pt x="361853" y="105625"/>
                  <a:pt x="352714" y="114764"/>
                  <a:pt x="341440" y="114764"/>
                </a:cubicBezTo>
                <a:cubicBezTo>
                  <a:pt x="330166" y="114764"/>
                  <a:pt x="321028" y="105625"/>
                  <a:pt x="321028" y="94351"/>
                </a:cubicBezTo>
                <a:cubicBezTo>
                  <a:pt x="321028" y="83077"/>
                  <a:pt x="330166" y="73938"/>
                  <a:pt x="341440" y="73938"/>
                </a:cubicBezTo>
                <a:close/>
                <a:moveTo>
                  <a:pt x="292663" y="73938"/>
                </a:moveTo>
                <a:cubicBezTo>
                  <a:pt x="303937" y="73938"/>
                  <a:pt x="313076" y="83077"/>
                  <a:pt x="313076" y="94351"/>
                </a:cubicBezTo>
                <a:cubicBezTo>
                  <a:pt x="313076" y="105625"/>
                  <a:pt x="303937" y="114764"/>
                  <a:pt x="292663" y="114764"/>
                </a:cubicBezTo>
                <a:cubicBezTo>
                  <a:pt x="281389" y="114764"/>
                  <a:pt x="272251" y="105625"/>
                  <a:pt x="272251" y="94351"/>
                </a:cubicBezTo>
                <a:cubicBezTo>
                  <a:pt x="272251" y="83077"/>
                  <a:pt x="281389" y="73938"/>
                  <a:pt x="292663" y="73938"/>
                </a:cubicBezTo>
                <a:close/>
                <a:moveTo>
                  <a:pt x="243886" y="73938"/>
                </a:moveTo>
                <a:cubicBezTo>
                  <a:pt x="255160" y="73938"/>
                  <a:pt x="264299" y="83077"/>
                  <a:pt x="264299" y="94351"/>
                </a:cubicBezTo>
                <a:cubicBezTo>
                  <a:pt x="264299" y="105625"/>
                  <a:pt x="255160" y="114764"/>
                  <a:pt x="243886" y="114764"/>
                </a:cubicBezTo>
                <a:cubicBezTo>
                  <a:pt x="232612" y="114764"/>
                  <a:pt x="223473" y="105625"/>
                  <a:pt x="223473" y="94351"/>
                </a:cubicBezTo>
                <a:cubicBezTo>
                  <a:pt x="223473" y="83077"/>
                  <a:pt x="232612" y="73938"/>
                  <a:pt x="243886" y="73938"/>
                </a:cubicBezTo>
                <a:close/>
                <a:moveTo>
                  <a:pt x="195109" y="73938"/>
                </a:moveTo>
                <a:cubicBezTo>
                  <a:pt x="206383" y="73938"/>
                  <a:pt x="215522" y="83077"/>
                  <a:pt x="215522" y="94351"/>
                </a:cubicBezTo>
                <a:cubicBezTo>
                  <a:pt x="215522" y="105625"/>
                  <a:pt x="206383" y="114764"/>
                  <a:pt x="195109" y="114764"/>
                </a:cubicBezTo>
                <a:cubicBezTo>
                  <a:pt x="183835" y="114764"/>
                  <a:pt x="174696" y="105625"/>
                  <a:pt x="174696" y="94351"/>
                </a:cubicBezTo>
                <a:cubicBezTo>
                  <a:pt x="174696" y="83077"/>
                  <a:pt x="183835" y="73938"/>
                  <a:pt x="195109" y="73938"/>
                </a:cubicBezTo>
                <a:close/>
                <a:moveTo>
                  <a:pt x="146332" y="73938"/>
                </a:moveTo>
                <a:cubicBezTo>
                  <a:pt x="157606" y="73938"/>
                  <a:pt x="166745" y="83077"/>
                  <a:pt x="166745" y="94351"/>
                </a:cubicBezTo>
                <a:cubicBezTo>
                  <a:pt x="166745" y="105625"/>
                  <a:pt x="157606" y="114764"/>
                  <a:pt x="146332" y="114764"/>
                </a:cubicBezTo>
                <a:cubicBezTo>
                  <a:pt x="135058" y="114764"/>
                  <a:pt x="125919" y="105625"/>
                  <a:pt x="125919" y="94351"/>
                </a:cubicBezTo>
                <a:cubicBezTo>
                  <a:pt x="125919" y="83077"/>
                  <a:pt x="135058" y="73938"/>
                  <a:pt x="146332" y="73938"/>
                </a:cubicBezTo>
                <a:close/>
                <a:moveTo>
                  <a:pt x="97555" y="73938"/>
                </a:moveTo>
                <a:cubicBezTo>
                  <a:pt x="108829" y="73938"/>
                  <a:pt x="117968" y="83077"/>
                  <a:pt x="117968" y="94351"/>
                </a:cubicBezTo>
                <a:cubicBezTo>
                  <a:pt x="117968" y="105625"/>
                  <a:pt x="108829" y="114764"/>
                  <a:pt x="97555" y="114764"/>
                </a:cubicBezTo>
                <a:cubicBezTo>
                  <a:pt x="86281" y="114764"/>
                  <a:pt x="77142" y="105625"/>
                  <a:pt x="77142" y="94351"/>
                </a:cubicBezTo>
                <a:cubicBezTo>
                  <a:pt x="77142" y="83077"/>
                  <a:pt x="86281" y="73938"/>
                  <a:pt x="97555" y="73938"/>
                </a:cubicBezTo>
                <a:close/>
                <a:moveTo>
                  <a:pt x="48778" y="73938"/>
                </a:moveTo>
                <a:cubicBezTo>
                  <a:pt x="60052" y="73938"/>
                  <a:pt x="69191" y="83077"/>
                  <a:pt x="69191" y="94351"/>
                </a:cubicBezTo>
                <a:cubicBezTo>
                  <a:pt x="69191" y="105625"/>
                  <a:pt x="60052" y="114764"/>
                  <a:pt x="48778" y="114764"/>
                </a:cubicBezTo>
                <a:cubicBezTo>
                  <a:pt x="37504" y="114764"/>
                  <a:pt x="28365" y="105625"/>
                  <a:pt x="28365" y="94351"/>
                </a:cubicBezTo>
                <a:cubicBezTo>
                  <a:pt x="28365" y="83077"/>
                  <a:pt x="37504" y="73938"/>
                  <a:pt x="48778" y="73938"/>
                </a:cubicBezTo>
                <a:close/>
                <a:moveTo>
                  <a:pt x="2" y="73938"/>
                </a:moveTo>
                <a:cubicBezTo>
                  <a:pt x="11275" y="73938"/>
                  <a:pt x="20414" y="83077"/>
                  <a:pt x="20414" y="94351"/>
                </a:cubicBezTo>
                <a:cubicBezTo>
                  <a:pt x="20414" y="105625"/>
                  <a:pt x="11275" y="114764"/>
                  <a:pt x="2" y="114764"/>
                </a:cubicBezTo>
                <a:lnTo>
                  <a:pt x="0" y="114763"/>
                </a:lnTo>
                <a:lnTo>
                  <a:pt x="0" y="73939"/>
                </a:lnTo>
                <a:close/>
                <a:moveTo>
                  <a:pt x="1010013" y="25745"/>
                </a:moveTo>
                <a:lnTo>
                  <a:pt x="1008696" y="51828"/>
                </a:lnTo>
                <a:lnTo>
                  <a:pt x="1003906" y="40265"/>
                </a:lnTo>
                <a:cubicBezTo>
                  <a:pt x="1003906" y="34628"/>
                  <a:pt x="1006192" y="29525"/>
                  <a:pt x="1009885" y="25831"/>
                </a:cubicBezTo>
                <a:close/>
                <a:moveTo>
                  <a:pt x="975542" y="19852"/>
                </a:moveTo>
                <a:cubicBezTo>
                  <a:pt x="986816" y="19852"/>
                  <a:pt x="995955" y="28991"/>
                  <a:pt x="995955" y="40265"/>
                </a:cubicBezTo>
                <a:cubicBezTo>
                  <a:pt x="995955" y="51539"/>
                  <a:pt x="986816" y="60678"/>
                  <a:pt x="975542" y="60678"/>
                </a:cubicBezTo>
                <a:cubicBezTo>
                  <a:pt x="964268" y="60678"/>
                  <a:pt x="955129" y="51539"/>
                  <a:pt x="955129" y="40265"/>
                </a:cubicBezTo>
                <a:cubicBezTo>
                  <a:pt x="955129" y="28991"/>
                  <a:pt x="964268" y="19852"/>
                  <a:pt x="975542" y="19852"/>
                </a:cubicBezTo>
                <a:close/>
                <a:moveTo>
                  <a:pt x="926765" y="19852"/>
                </a:moveTo>
                <a:cubicBezTo>
                  <a:pt x="938039" y="19852"/>
                  <a:pt x="947178" y="28991"/>
                  <a:pt x="947178" y="40265"/>
                </a:cubicBezTo>
                <a:cubicBezTo>
                  <a:pt x="947178" y="51539"/>
                  <a:pt x="938039" y="60678"/>
                  <a:pt x="926765" y="60678"/>
                </a:cubicBezTo>
                <a:cubicBezTo>
                  <a:pt x="915491" y="60678"/>
                  <a:pt x="906352" y="51539"/>
                  <a:pt x="906352" y="40265"/>
                </a:cubicBezTo>
                <a:cubicBezTo>
                  <a:pt x="906352" y="28991"/>
                  <a:pt x="915491" y="19852"/>
                  <a:pt x="926765" y="19852"/>
                </a:cubicBezTo>
                <a:close/>
                <a:moveTo>
                  <a:pt x="877988" y="19852"/>
                </a:moveTo>
                <a:cubicBezTo>
                  <a:pt x="889262" y="19852"/>
                  <a:pt x="898401" y="28991"/>
                  <a:pt x="898401" y="40265"/>
                </a:cubicBezTo>
                <a:cubicBezTo>
                  <a:pt x="898401" y="51539"/>
                  <a:pt x="889262" y="60678"/>
                  <a:pt x="877988" y="60678"/>
                </a:cubicBezTo>
                <a:cubicBezTo>
                  <a:pt x="866714" y="60678"/>
                  <a:pt x="857575" y="51539"/>
                  <a:pt x="857575" y="40265"/>
                </a:cubicBezTo>
                <a:cubicBezTo>
                  <a:pt x="857575" y="28991"/>
                  <a:pt x="866714" y="19852"/>
                  <a:pt x="877988" y="19852"/>
                </a:cubicBezTo>
                <a:close/>
                <a:moveTo>
                  <a:pt x="829211" y="19852"/>
                </a:moveTo>
                <a:cubicBezTo>
                  <a:pt x="840485" y="19852"/>
                  <a:pt x="849624" y="28991"/>
                  <a:pt x="849624" y="40265"/>
                </a:cubicBezTo>
                <a:cubicBezTo>
                  <a:pt x="849624" y="51539"/>
                  <a:pt x="840485" y="60678"/>
                  <a:pt x="829211" y="60678"/>
                </a:cubicBezTo>
                <a:cubicBezTo>
                  <a:pt x="817937" y="60678"/>
                  <a:pt x="808798" y="51539"/>
                  <a:pt x="808798" y="40265"/>
                </a:cubicBezTo>
                <a:cubicBezTo>
                  <a:pt x="808798" y="28991"/>
                  <a:pt x="817937" y="19852"/>
                  <a:pt x="829211" y="19852"/>
                </a:cubicBezTo>
                <a:close/>
                <a:moveTo>
                  <a:pt x="780434" y="19852"/>
                </a:moveTo>
                <a:cubicBezTo>
                  <a:pt x="791708" y="19852"/>
                  <a:pt x="800847" y="28991"/>
                  <a:pt x="800847" y="40265"/>
                </a:cubicBezTo>
                <a:cubicBezTo>
                  <a:pt x="800847" y="51539"/>
                  <a:pt x="791708" y="60678"/>
                  <a:pt x="780434" y="60678"/>
                </a:cubicBezTo>
                <a:cubicBezTo>
                  <a:pt x="769160" y="60678"/>
                  <a:pt x="760021" y="51539"/>
                  <a:pt x="760021" y="40265"/>
                </a:cubicBezTo>
                <a:cubicBezTo>
                  <a:pt x="760021" y="28991"/>
                  <a:pt x="769160" y="19852"/>
                  <a:pt x="780434" y="19852"/>
                </a:cubicBezTo>
                <a:close/>
                <a:moveTo>
                  <a:pt x="731657" y="19852"/>
                </a:moveTo>
                <a:cubicBezTo>
                  <a:pt x="742931" y="19852"/>
                  <a:pt x="752070" y="28991"/>
                  <a:pt x="752070" y="40265"/>
                </a:cubicBezTo>
                <a:cubicBezTo>
                  <a:pt x="752070" y="51539"/>
                  <a:pt x="742931" y="60678"/>
                  <a:pt x="731657" y="60678"/>
                </a:cubicBezTo>
                <a:cubicBezTo>
                  <a:pt x="720383" y="60678"/>
                  <a:pt x="711244" y="51539"/>
                  <a:pt x="711244" y="40265"/>
                </a:cubicBezTo>
                <a:cubicBezTo>
                  <a:pt x="711244" y="28991"/>
                  <a:pt x="720383" y="19852"/>
                  <a:pt x="731657" y="19852"/>
                </a:cubicBezTo>
                <a:close/>
                <a:moveTo>
                  <a:pt x="682880" y="19852"/>
                </a:moveTo>
                <a:cubicBezTo>
                  <a:pt x="694153" y="19852"/>
                  <a:pt x="703293" y="28991"/>
                  <a:pt x="703293" y="40265"/>
                </a:cubicBezTo>
                <a:cubicBezTo>
                  <a:pt x="703293" y="51539"/>
                  <a:pt x="694153" y="60678"/>
                  <a:pt x="682880" y="60678"/>
                </a:cubicBezTo>
                <a:cubicBezTo>
                  <a:pt x="671606" y="60678"/>
                  <a:pt x="662467" y="51539"/>
                  <a:pt x="662467" y="40265"/>
                </a:cubicBezTo>
                <a:cubicBezTo>
                  <a:pt x="662467" y="28991"/>
                  <a:pt x="671606" y="19852"/>
                  <a:pt x="682880" y="19852"/>
                </a:cubicBezTo>
                <a:close/>
                <a:moveTo>
                  <a:pt x="634103" y="19852"/>
                </a:moveTo>
                <a:cubicBezTo>
                  <a:pt x="645377" y="19852"/>
                  <a:pt x="654516" y="28991"/>
                  <a:pt x="654516" y="40265"/>
                </a:cubicBezTo>
                <a:cubicBezTo>
                  <a:pt x="654516" y="51539"/>
                  <a:pt x="645377" y="60678"/>
                  <a:pt x="634103" y="60678"/>
                </a:cubicBezTo>
                <a:cubicBezTo>
                  <a:pt x="622829" y="60678"/>
                  <a:pt x="613690" y="51539"/>
                  <a:pt x="613690" y="40265"/>
                </a:cubicBezTo>
                <a:cubicBezTo>
                  <a:pt x="613690" y="28991"/>
                  <a:pt x="622829" y="19852"/>
                  <a:pt x="634103" y="19852"/>
                </a:cubicBezTo>
                <a:close/>
                <a:moveTo>
                  <a:pt x="585326" y="19852"/>
                </a:moveTo>
                <a:cubicBezTo>
                  <a:pt x="596599" y="19852"/>
                  <a:pt x="605738" y="28991"/>
                  <a:pt x="605738" y="40265"/>
                </a:cubicBezTo>
                <a:cubicBezTo>
                  <a:pt x="605738" y="51539"/>
                  <a:pt x="596599" y="60678"/>
                  <a:pt x="585326" y="60678"/>
                </a:cubicBezTo>
                <a:cubicBezTo>
                  <a:pt x="574052" y="60678"/>
                  <a:pt x="564913" y="51539"/>
                  <a:pt x="564913" y="40265"/>
                </a:cubicBezTo>
                <a:cubicBezTo>
                  <a:pt x="564913" y="28991"/>
                  <a:pt x="574052" y="19852"/>
                  <a:pt x="585326" y="19852"/>
                </a:cubicBezTo>
                <a:close/>
                <a:moveTo>
                  <a:pt x="536549" y="19852"/>
                </a:moveTo>
                <a:cubicBezTo>
                  <a:pt x="547822" y="19852"/>
                  <a:pt x="556961" y="28991"/>
                  <a:pt x="556961" y="40265"/>
                </a:cubicBezTo>
                <a:cubicBezTo>
                  <a:pt x="556961" y="51539"/>
                  <a:pt x="547822" y="60678"/>
                  <a:pt x="536549" y="60678"/>
                </a:cubicBezTo>
                <a:cubicBezTo>
                  <a:pt x="525275" y="60678"/>
                  <a:pt x="516136" y="51539"/>
                  <a:pt x="516136" y="40265"/>
                </a:cubicBezTo>
                <a:cubicBezTo>
                  <a:pt x="516136" y="28991"/>
                  <a:pt x="525275" y="19852"/>
                  <a:pt x="536549" y="19852"/>
                </a:cubicBezTo>
                <a:close/>
                <a:moveTo>
                  <a:pt x="487772" y="19852"/>
                </a:moveTo>
                <a:cubicBezTo>
                  <a:pt x="499045" y="19852"/>
                  <a:pt x="508184" y="28991"/>
                  <a:pt x="508184" y="40265"/>
                </a:cubicBezTo>
                <a:cubicBezTo>
                  <a:pt x="508184" y="51539"/>
                  <a:pt x="499045" y="60678"/>
                  <a:pt x="487772" y="60678"/>
                </a:cubicBezTo>
                <a:cubicBezTo>
                  <a:pt x="476498" y="60678"/>
                  <a:pt x="467359" y="51539"/>
                  <a:pt x="467359" y="40265"/>
                </a:cubicBezTo>
                <a:cubicBezTo>
                  <a:pt x="467359" y="28991"/>
                  <a:pt x="476498" y="19852"/>
                  <a:pt x="487772" y="19852"/>
                </a:cubicBezTo>
                <a:close/>
                <a:moveTo>
                  <a:pt x="438994" y="19852"/>
                </a:moveTo>
                <a:cubicBezTo>
                  <a:pt x="450268" y="19852"/>
                  <a:pt x="459407" y="28991"/>
                  <a:pt x="459407" y="40265"/>
                </a:cubicBezTo>
                <a:cubicBezTo>
                  <a:pt x="459407" y="51539"/>
                  <a:pt x="450268" y="60678"/>
                  <a:pt x="438994" y="60678"/>
                </a:cubicBezTo>
                <a:cubicBezTo>
                  <a:pt x="427721" y="60678"/>
                  <a:pt x="418582" y="51539"/>
                  <a:pt x="418582" y="40265"/>
                </a:cubicBezTo>
                <a:cubicBezTo>
                  <a:pt x="418582" y="28991"/>
                  <a:pt x="427721" y="19852"/>
                  <a:pt x="438994" y="19852"/>
                </a:cubicBezTo>
                <a:close/>
                <a:moveTo>
                  <a:pt x="390217" y="19852"/>
                </a:moveTo>
                <a:cubicBezTo>
                  <a:pt x="401491" y="19852"/>
                  <a:pt x="410630" y="28991"/>
                  <a:pt x="410630" y="40265"/>
                </a:cubicBezTo>
                <a:cubicBezTo>
                  <a:pt x="410630" y="51539"/>
                  <a:pt x="401491" y="60678"/>
                  <a:pt x="390217" y="60678"/>
                </a:cubicBezTo>
                <a:cubicBezTo>
                  <a:pt x="378944" y="60678"/>
                  <a:pt x="369805" y="51539"/>
                  <a:pt x="369805" y="40265"/>
                </a:cubicBezTo>
                <a:cubicBezTo>
                  <a:pt x="369805" y="28991"/>
                  <a:pt x="378944" y="19852"/>
                  <a:pt x="390217" y="19852"/>
                </a:cubicBezTo>
                <a:close/>
                <a:moveTo>
                  <a:pt x="341440" y="19852"/>
                </a:moveTo>
                <a:cubicBezTo>
                  <a:pt x="352714" y="19852"/>
                  <a:pt x="361853" y="28991"/>
                  <a:pt x="361853" y="40265"/>
                </a:cubicBezTo>
                <a:cubicBezTo>
                  <a:pt x="361853" y="51539"/>
                  <a:pt x="352714" y="60678"/>
                  <a:pt x="341440" y="60678"/>
                </a:cubicBezTo>
                <a:cubicBezTo>
                  <a:pt x="330166" y="60678"/>
                  <a:pt x="321028" y="51539"/>
                  <a:pt x="321028" y="40265"/>
                </a:cubicBezTo>
                <a:cubicBezTo>
                  <a:pt x="321028" y="28991"/>
                  <a:pt x="330166" y="19852"/>
                  <a:pt x="341440" y="19852"/>
                </a:cubicBezTo>
                <a:close/>
                <a:moveTo>
                  <a:pt x="292663" y="19852"/>
                </a:moveTo>
                <a:cubicBezTo>
                  <a:pt x="303937" y="19852"/>
                  <a:pt x="313076" y="28991"/>
                  <a:pt x="313076" y="40265"/>
                </a:cubicBezTo>
                <a:cubicBezTo>
                  <a:pt x="313076" y="51539"/>
                  <a:pt x="303937" y="60678"/>
                  <a:pt x="292663" y="60678"/>
                </a:cubicBezTo>
                <a:cubicBezTo>
                  <a:pt x="281389" y="60678"/>
                  <a:pt x="272251" y="51539"/>
                  <a:pt x="272251" y="40265"/>
                </a:cubicBezTo>
                <a:cubicBezTo>
                  <a:pt x="272251" y="28991"/>
                  <a:pt x="281389" y="19852"/>
                  <a:pt x="292663" y="19852"/>
                </a:cubicBezTo>
                <a:close/>
                <a:moveTo>
                  <a:pt x="243886" y="19852"/>
                </a:moveTo>
                <a:cubicBezTo>
                  <a:pt x="255160" y="19852"/>
                  <a:pt x="264299" y="28991"/>
                  <a:pt x="264299" y="40265"/>
                </a:cubicBezTo>
                <a:cubicBezTo>
                  <a:pt x="264299" y="51539"/>
                  <a:pt x="255160" y="60678"/>
                  <a:pt x="243886" y="60678"/>
                </a:cubicBezTo>
                <a:cubicBezTo>
                  <a:pt x="232612" y="60678"/>
                  <a:pt x="223473" y="51539"/>
                  <a:pt x="223473" y="40265"/>
                </a:cubicBezTo>
                <a:cubicBezTo>
                  <a:pt x="223473" y="28991"/>
                  <a:pt x="232612" y="19852"/>
                  <a:pt x="243886" y="19852"/>
                </a:cubicBezTo>
                <a:close/>
                <a:moveTo>
                  <a:pt x="195109" y="19852"/>
                </a:moveTo>
                <a:cubicBezTo>
                  <a:pt x="206383" y="19852"/>
                  <a:pt x="215522" y="28991"/>
                  <a:pt x="215522" y="40265"/>
                </a:cubicBezTo>
                <a:cubicBezTo>
                  <a:pt x="215522" y="51539"/>
                  <a:pt x="206383" y="60678"/>
                  <a:pt x="195109" y="60678"/>
                </a:cubicBezTo>
                <a:cubicBezTo>
                  <a:pt x="183835" y="60678"/>
                  <a:pt x="174696" y="51539"/>
                  <a:pt x="174696" y="40265"/>
                </a:cubicBezTo>
                <a:cubicBezTo>
                  <a:pt x="174696" y="28991"/>
                  <a:pt x="183835" y="19852"/>
                  <a:pt x="195109" y="19852"/>
                </a:cubicBezTo>
                <a:close/>
                <a:moveTo>
                  <a:pt x="146332" y="19852"/>
                </a:moveTo>
                <a:cubicBezTo>
                  <a:pt x="157606" y="19852"/>
                  <a:pt x="166745" y="28991"/>
                  <a:pt x="166745" y="40265"/>
                </a:cubicBezTo>
                <a:cubicBezTo>
                  <a:pt x="166745" y="51539"/>
                  <a:pt x="157606" y="60678"/>
                  <a:pt x="146332" y="60678"/>
                </a:cubicBezTo>
                <a:cubicBezTo>
                  <a:pt x="135058" y="60678"/>
                  <a:pt x="125919" y="51539"/>
                  <a:pt x="125919" y="40265"/>
                </a:cubicBezTo>
                <a:cubicBezTo>
                  <a:pt x="125919" y="28991"/>
                  <a:pt x="135058" y="19852"/>
                  <a:pt x="146332" y="19852"/>
                </a:cubicBezTo>
                <a:close/>
                <a:moveTo>
                  <a:pt x="97555" y="19852"/>
                </a:moveTo>
                <a:cubicBezTo>
                  <a:pt x="108829" y="19852"/>
                  <a:pt x="117968" y="28991"/>
                  <a:pt x="117968" y="40265"/>
                </a:cubicBezTo>
                <a:cubicBezTo>
                  <a:pt x="117968" y="51539"/>
                  <a:pt x="108829" y="60678"/>
                  <a:pt x="97555" y="60678"/>
                </a:cubicBezTo>
                <a:cubicBezTo>
                  <a:pt x="86281" y="60678"/>
                  <a:pt x="77142" y="51539"/>
                  <a:pt x="77142" y="40265"/>
                </a:cubicBezTo>
                <a:cubicBezTo>
                  <a:pt x="77142" y="28991"/>
                  <a:pt x="86281" y="19852"/>
                  <a:pt x="97555" y="19852"/>
                </a:cubicBezTo>
                <a:close/>
                <a:moveTo>
                  <a:pt x="48778" y="19852"/>
                </a:moveTo>
                <a:cubicBezTo>
                  <a:pt x="60052" y="19852"/>
                  <a:pt x="69191" y="28991"/>
                  <a:pt x="69191" y="40265"/>
                </a:cubicBezTo>
                <a:cubicBezTo>
                  <a:pt x="69191" y="51539"/>
                  <a:pt x="60052" y="60678"/>
                  <a:pt x="48778" y="60678"/>
                </a:cubicBezTo>
                <a:cubicBezTo>
                  <a:pt x="37504" y="60678"/>
                  <a:pt x="28365" y="51539"/>
                  <a:pt x="28365" y="40265"/>
                </a:cubicBezTo>
                <a:cubicBezTo>
                  <a:pt x="28365" y="28991"/>
                  <a:pt x="37504" y="19852"/>
                  <a:pt x="48778" y="19852"/>
                </a:cubicBezTo>
                <a:close/>
                <a:moveTo>
                  <a:pt x="2" y="19852"/>
                </a:moveTo>
                <a:cubicBezTo>
                  <a:pt x="11275" y="19852"/>
                  <a:pt x="20414" y="28991"/>
                  <a:pt x="20414" y="40265"/>
                </a:cubicBezTo>
                <a:cubicBezTo>
                  <a:pt x="20414" y="51539"/>
                  <a:pt x="11275" y="60678"/>
                  <a:pt x="2" y="60678"/>
                </a:cubicBezTo>
                <a:lnTo>
                  <a:pt x="0" y="60677"/>
                </a:lnTo>
                <a:lnTo>
                  <a:pt x="0" y="19853"/>
                </a:lnTo>
                <a:close/>
                <a:moveTo>
                  <a:pt x="1009631" y="0"/>
                </a:moveTo>
                <a:lnTo>
                  <a:pt x="1010974" y="0"/>
                </a:lnTo>
                <a:lnTo>
                  <a:pt x="1011044" y="1394"/>
                </a:lnTo>
                <a:lnTo>
                  <a:pt x="1009885" y="613"/>
                </a:lnTo>
                <a:close/>
                <a:moveTo>
                  <a:pt x="960854" y="0"/>
                </a:moveTo>
                <a:lnTo>
                  <a:pt x="990230" y="0"/>
                </a:lnTo>
                <a:lnTo>
                  <a:pt x="989976" y="613"/>
                </a:lnTo>
                <a:cubicBezTo>
                  <a:pt x="986282" y="4307"/>
                  <a:pt x="981179" y="6592"/>
                  <a:pt x="975542" y="6592"/>
                </a:cubicBezTo>
                <a:cubicBezTo>
                  <a:pt x="969905" y="6592"/>
                  <a:pt x="964802" y="4307"/>
                  <a:pt x="961108" y="613"/>
                </a:cubicBezTo>
                <a:close/>
                <a:moveTo>
                  <a:pt x="912077" y="0"/>
                </a:moveTo>
                <a:lnTo>
                  <a:pt x="941453" y="0"/>
                </a:lnTo>
                <a:lnTo>
                  <a:pt x="941199" y="613"/>
                </a:lnTo>
                <a:cubicBezTo>
                  <a:pt x="937505" y="4307"/>
                  <a:pt x="932402" y="6592"/>
                  <a:pt x="926765" y="6592"/>
                </a:cubicBezTo>
                <a:cubicBezTo>
                  <a:pt x="921128" y="6592"/>
                  <a:pt x="916025" y="4307"/>
                  <a:pt x="912331" y="613"/>
                </a:cubicBezTo>
                <a:close/>
                <a:moveTo>
                  <a:pt x="863300" y="0"/>
                </a:moveTo>
                <a:lnTo>
                  <a:pt x="892676" y="0"/>
                </a:lnTo>
                <a:lnTo>
                  <a:pt x="892422" y="613"/>
                </a:lnTo>
                <a:cubicBezTo>
                  <a:pt x="888728" y="4307"/>
                  <a:pt x="883625" y="6592"/>
                  <a:pt x="877988" y="6592"/>
                </a:cubicBezTo>
                <a:cubicBezTo>
                  <a:pt x="872351" y="6592"/>
                  <a:pt x="867248" y="4307"/>
                  <a:pt x="863554" y="613"/>
                </a:cubicBezTo>
                <a:close/>
                <a:moveTo>
                  <a:pt x="814523" y="0"/>
                </a:moveTo>
                <a:lnTo>
                  <a:pt x="843899" y="0"/>
                </a:lnTo>
                <a:lnTo>
                  <a:pt x="843645" y="613"/>
                </a:lnTo>
                <a:cubicBezTo>
                  <a:pt x="839951" y="4307"/>
                  <a:pt x="834848" y="6592"/>
                  <a:pt x="829211" y="6592"/>
                </a:cubicBezTo>
                <a:cubicBezTo>
                  <a:pt x="823574" y="6592"/>
                  <a:pt x="818471" y="4307"/>
                  <a:pt x="814777" y="613"/>
                </a:cubicBezTo>
                <a:close/>
                <a:moveTo>
                  <a:pt x="765746" y="0"/>
                </a:moveTo>
                <a:lnTo>
                  <a:pt x="795122" y="0"/>
                </a:lnTo>
                <a:lnTo>
                  <a:pt x="794868" y="613"/>
                </a:lnTo>
                <a:cubicBezTo>
                  <a:pt x="791174" y="4307"/>
                  <a:pt x="786071" y="6592"/>
                  <a:pt x="780434" y="6592"/>
                </a:cubicBezTo>
                <a:cubicBezTo>
                  <a:pt x="774797" y="6592"/>
                  <a:pt x="769694" y="4307"/>
                  <a:pt x="766000" y="613"/>
                </a:cubicBezTo>
                <a:close/>
                <a:moveTo>
                  <a:pt x="716969" y="0"/>
                </a:moveTo>
                <a:lnTo>
                  <a:pt x="746345" y="0"/>
                </a:lnTo>
                <a:lnTo>
                  <a:pt x="746091" y="613"/>
                </a:lnTo>
                <a:cubicBezTo>
                  <a:pt x="742397" y="4307"/>
                  <a:pt x="737294" y="6592"/>
                  <a:pt x="731657" y="6592"/>
                </a:cubicBezTo>
                <a:cubicBezTo>
                  <a:pt x="726020" y="6592"/>
                  <a:pt x="720917" y="4307"/>
                  <a:pt x="717223" y="613"/>
                </a:cubicBezTo>
                <a:close/>
                <a:moveTo>
                  <a:pt x="668192" y="0"/>
                </a:moveTo>
                <a:lnTo>
                  <a:pt x="697568" y="0"/>
                </a:lnTo>
                <a:lnTo>
                  <a:pt x="697314" y="613"/>
                </a:lnTo>
                <a:cubicBezTo>
                  <a:pt x="693620" y="4307"/>
                  <a:pt x="688517" y="6592"/>
                  <a:pt x="682880" y="6592"/>
                </a:cubicBezTo>
                <a:cubicBezTo>
                  <a:pt x="677243" y="6592"/>
                  <a:pt x="672140" y="4307"/>
                  <a:pt x="668446" y="613"/>
                </a:cubicBezTo>
                <a:close/>
                <a:moveTo>
                  <a:pt x="619415" y="0"/>
                </a:moveTo>
                <a:lnTo>
                  <a:pt x="648791" y="0"/>
                </a:lnTo>
                <a:lnTo>
                  <a:pt x="648537" y="613"/>
                </a:lnTo>
                <a:cubicBezTo>
                  <a:pt x="644843" y="4307"/>
                  <a:pt x="639740" y="6592"/>
                  <a:pt x="634103" y="6592"/>
                </a:cubicBezTo>
                <a:cubicBezTo>
                  <a:pt x="628466" y="6592"/>
                  <a:pt x="623363" y="4307"/>
                  <a:pt x="619669" y="613"/>
                </a:cubicBezTo>
                <a:close/>
                <a:moveTo>
                  <a:pt x="570638" y="0"/>
                </a:moveTo>
                <a:lnTo>
                  <a:pt x="600013" y="0"/>
                </a:lnTo>
                <a:lnTo>
                  <a:pt x="599760" y="613"/>
                </a:lnTo>
                <a:cubicBezTo>
                  <a:pt x="596066" y="4307"/>
                  <a:pt x="590963" y="6592"/>
                  <a:pt x="585326" y="6592"/>
                </a:cubicBezTo>
                <a:cubicBezTo>
                  <a:pt x="579689" y="6592"/>
                  <a:pt x="574586" y="4307"/>
                  <a:pt x="570892" y="613"/>
                </a:cubicBezTo>
                <a:close/>
                <a:moveTo>
                  <a:pt x="521861" y="0"/>
                </a:moveTo>
                <a:lnTo>
                  <a:pt x="551237" y="0"/>
                </a:lnTo>
                <a:lnTo>
                  <a:pt x="550983" y="613"/>
                </a:lnTo>
                <a:cubicBezTo>
                  <a:pt x="547289" y="4307"/>
                  <a:pt x="542185" y="6592"/>
                  <a:pt x="536549" y="6592"/>
                </a:cubicBezTo>
                <a:cubicBezTo>
                  <a:pt x="530912" y="6592"/>
                  <a:pt x="525808" y="4307"/>
                  <a:pt x="522114" y="613"/>
                </a:cubicBezTo>
                <a:close/>
                <a:moveTo>
                  <a:pt x="473084" y="0"/>
                </a:moveTo>
                <a:lnTo>
                  <a:pt x="502459" y="0"/>
                </a:lnTo>
                <a:lnTo>
                  <a:pt x="502206" y="613"/>
                </a:lnTo>
                <a:cubicBezTo>
                  <a:pt x="498512" y="4307"/>
                  <a:pt x="493408" y="6592"/>
                  <a:pt x="487772" y="6592"/>
                </a:cubicBezTo>
                <a:cubicBezTo>
                  <a:pt x="482135" y="6592"/>
                  <a:pt x="477031" y="4307"/>
                  <a:pt x="473337" y="613"/>
                </a:cubicBezTo>
                <a:close/>
                <a:moveTo>
                  <a:pt x="424307" y="0"/>
                </a:moveTo>
                <a:lnTo>
                  <a:pt x="453682" y="0"/>
                </a:lnTo>
                <a:lnTo>
                  <a:pt x="453429" y="613"/>
                </a:lnTo>
                <a:cubicBezTo>
                  <a:pt x="449735" y="4307"/>
                  <a:pt x="444631" y="6592"/>
                  <a:pt x="438994" y="6592"/>
                </a:cubicBezTo>
                <a:cubicBezTo>
                  <a:pt x="433358" y="6592"/>
                  <a:pt x="428254" y="4307"/>
                  <a:pt x="424560" y="613"/>
                </a:cubicBezTo>
                <a:close/>
                <a:moveTo>
                  <a:pt x="375529" y="0"/>
                </a:moveTo>
                <a:lnTo>
                  <a:pt x="404905" y="0"/>
                </a:lnTo>
                <a:lnTo>
                  <a:pt x="404651" y="613"/>
                </a:lnTo>
                <a:cubicBezTo>
                  <a:pt x="400957" y="4307"/>
                  <a:pt x="395854" y="6592"/>
                  <a:pt x="390217" y="6592"/>
                </a:cubicBezTo>
                <a:cubicBezTo>
                  <a:pt x="384580" y="6592"/>
                  <a:pt x="379477" y="4307"/>
                  <a:pt x="375783" y="613"/>
                </a:cubicBezTo>
                <a:close/>
                <a:moveTo>
                  <a:pt x="326752" y="0"/>
                </a:moveTo>
                <a:lnTo>
                  <a:pt x="356128" y="0"/>
                </a:lnTo>
                <a:lnTo>
                  <a:pt x="355874" y="613"/>
                </a:lnTo>
                <a:cubicBezTo>
                  <a:pt x="352180" y="4307"/>
                  <a:pt x="347077" y="6592"/>
                  <a:pt x="341440" y="6592"/>
                </a:cubicBezTo>
                <a:cubicBezTo>
                  <a:pt x="335803" y="6592"/>
                  <a:pt x="330700" y="4307"/>
                  <a:pt x="327006" y="613"/>
                </a:cubicBezTo>
                <a:close/>
                <a:moveTo>
                  <a:pt x="277975" y="0"/>
                </a:moveTo>
                <a:lnTo>
                  <a:pt x="307351" y="0"/>
                </a:lnTo>
                <a:lnTo>
                  <a:pt x="307097" y="613"/>
                </a:lnTo>
                <a:cubicBezTo>
                  <a:pt x="303403" y="4307"/>
                  <a:pt x="298300" y="6592"/>
                  <a:pt x="292663" y="6592"/>
                </a:cubicBezTo>
                <a:cubicBezTo>
                  <a:pt x="287026" y="6592"/>
                  <a:pt x="281923" y="4307"/>
                  <a:pt x="278229" y="613"/>
                </a:cubicBezTo>
                <a:close/>
                <a:moveTo>
                  <a:pt x="229198" y="0"/>
                </a:moveTo>
                <a:lnTo>
                  <a:pt x="258574" y="0"/>
                </a:lnTo>
                <a:lnTo>
                  <a:pt x="258320" y="613"/>
                </a:lnTo>
                <a:cubicBezTo>
                  <a:pt x="254626" y="4307"/>
                  <a:pt x="249523" y="6592"/>
                  <a:pt x="243886" y="6592"/>
                </a:cubicBezTo>
                <a:cubicBezTo>
                  <a:pt x="238249" y="6592"/>
                  <a:pt x="233146" y="4307"/>
                  <a:pt x="229452" y="613"/>
                </a:cubicBezTo>
                <a:close/>
                <a:moveTo>
                  <a:pt x="180421" y="0"/>
                </a:moveTo>
                <a:lnTo>
                  <a:pt x="209797" y="0"/>
                </a:lnTo>
                <a:lnTo>
                  <a:pt x="209543" y="613"/>
                </a:lnTo>
                <a:cubicBezTo>
                  <a:pt x="205849" y="4307"/>
                  <a:pt x="200746" y="6592"/>
                  <a:pt x="195109" y="6592"/>
                </a:cubicBezTo>
                <a:cubicBezTo>
                  <a:pt x="189472" y="6592"/>
                  <a:pt x="184369" y="4307"/>
                  <a:pt x="180675" y="613"/>
                </a:cubicBezTo>
                <a:close/>
                <a:moveTo>
                  <a:pt x="131644" y="0"/>
                </a:moveTo>
                <a:lnTo>
                  <a:pt x="161020" y="0"/>
                </a:lnTo>
                <a:lnTo>
                  <a:pt x="160766" y="613"/>
                </a:lnTo>
                <a:cubicBezTo>
                  <a:pt x="157072" y="4307"/>
                  <a:pt x="151969" y="6592"/>
                  <a:pt x="146332" y="6592"/>
                </a:cubicBezTo>
                <a:cubicBezTo>
                  <a:pt x="140695" y="6592"/>
                  <a:pt x="135592" y="4307"/>
                  <a:pt x="131898" y="613"/>
                </a:cubicBezTo>
                <a:close/>
                <a:moveTo>
                  <a:pt x="82867" y="0"/>
                </a:moveTo>
                <a:lnTo>
                  <a:pt x="112243" y="0"/>
                </a:lnTo>
                <a:lnTo>
                  <a:pt x="111989" y="613"/>
                </a:lnTo>
                <a:cubicBezTo>
                  <a:pt x="108295" y="4307"/>
                  <a:pt x="103192" y="6592"/>
                  <a:pt x="97555" y="6592"/>
                </a:cubicBezTo>
                <a:cubicBezTo>
                  <a:pt x="91918" y="6592"/>
                  <a:pt x="86815" y="4307"/>
                  <a:pt x="83121" y="613"/>
                </a:cubicBezTo>
                <a:close/>
                <a:moveTo>
                  <a:pt x="34090" y="0"/>
                </a:moveTo>
                <a:lnTo>
                  <a:pt x="63466" y="0"/>
                </a:lnTo>
                <a:lnTo>
                  <a:pt x="63212" y="613"/>
                </a:lnTo>
                <a:cubicBezTo>
                  <a:pt x="59518" y="4307"/>
                  <a:pt x="54415" y="6592"/>
                  <a:pt x="48778" y="6592"/>
                </a:cubicBezTo>
                <a:cubicBezTo>
                  <a:pt x="43141" y="6592"/>
                  <a:pt x="38038" y="4307"/>
                  <a:pt x="34344" y="613"/>
                </a:cubicBezTo>
                <a:close/>
                <a:moveTo>
                  <a:pt x="0" y="0"/>
                </a:moveTo>
                <a:lnTo>
                  <a:pt x="14689" y="0"/>
                </a:lnTo>
                <a:lnTo>
                  <a:pt x="14435" y="613"/>
                </a:lnTo>
                <a:cubicBezTo>
                  <a:pt x="10741" y="4307"/>
                  <a:pt x="5638" y="6592"/>
                  <a:pt x="2" y="6592"/>
                </a:cubicBezTo>
                <a:lnTo>
                  <a:pt x="0" y="6591"/>
                </a:lnTo>
                <a:close/>
              </a:path>
            </a:pathLst>
          </a:custGeom>
          <a:solidFill>
            <a:schemeClr val="accent1"/>
          </a:soli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None/>
            </a:pPr>
            <a:endParaRPr sz="1867" b="0" i="0" u="none" strike="noStrike" cap="none" dirty="0">
              <a:solidFill>
                <a:schemeClr val="dk1"/>
              </a:solidFill>
              <a:latin typeface="Calibri"/>
              <a:ea typeface="Calibri"/>
              <a:cs typeface="Calibri"/>
              <a:sym typeface="Calibri"/>
            </a:endParaRPr>
          </a:p>
        </p:txBody>
      </p:sp>
      <p:sp>
        <p:nvSpPr>
          <p:cNvPr id="5" name="Google Shape;12;p2">
            <a:extLst>
              <a:ext uri="{FF2B5EF4-FFF2-40B4-BE49-F238E27FC236}">
                <a16:creationId xmlns:a16="http://schemas.microsoft.com/office/drawing/2014/main" id="{B52CF107-93E8-FC44-8DFE-BBEC422F2ABB}"/>
              </a:ext>
            </a:extLst>
          </p:cNvPr>
          <p:cNvSpPr/>
          <p:nvPr/>
        </p:nvSpPr>
        <p:spPr>
          <a:xfrm>
            <a:off x="2" y="2"/>
            <a:ext cx="403373" cy="496797"/>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6" name="Google Shape;17;p2">
            <a:extLst>
              <a:ext uri="{FF2B5EF4-FFF2-40B4-BE49-F238E27FC236}">
                <a16:creationId xmlns:a16="http://schemas.microsoft.com/office/drawing/2014/main" id="{201498F0-CB3F-FD44-BEBE-07F07F2932BC}"/>
              </a:ext>
            </a:extLst>
          </p:cNvPr>
          <p:cNvSpPr/>
          <p:nvPr/>
        </p:nvSpPr>
        <p:spPr>
          <a:xfrm>
            <a:off x="8340399" y="3006656"/>
            <a:ext cx="3851608" cy="3851345"/>
          </a:xfrm>
          <a:custGeom>
            <a:avLst/>
            <a:gdLst/>
            <a:ahLst/>
            <a:cxnLst/>
            <a:rect l="l" t="t" r="r" b="b"/>
            <a:pathLst>
              <a:path w="3826101" h="3851345" extrusionOk="0">
                <a:moveTo>
                  <a:pt x="3826101" y="0"/>
                </a:moveTo>
                <a:lnTo>
                  <a:pt x="3826101" y="584257"/>
                </a:lnTo>
                <a:lnTo>
                  <a:pt x="3672624" y="588138"/>
                </a:lnTo>
                <a:cubicBezTo>
                  <a:pt x="1952295" y="675341"/>
                  <a:pt x="584255" y="2097818"/>
                  <a:pt x="584255" y="3839818"/>
                </a:cubicBezTo>
                <a:lnTo>
                  <a:pt x="584819" y="3851345"/>
                </a:lnTo>
                <a:lnTo>
                  <a:pt x="564" y="3851345"/>
                </a:lnTo>
                <a:lnTo>
                  <a:pt x="0" y="3839817"/>
                </a:lnTo>
                <a:cubicBezTo>
                  <a:pt x="0" y="1785226"/>
                  <a:pt x="1613526" y="107493"/>
                  <a:pt x="3642558" y="4641"/>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11" name="Text Placeholder 4">
            <a:extLst>
              <a:ext uri="{FF2B5EF4-FFF2-40B4-BE49-F238E27FC236}">
                <a16:creationId xmlns:a16="http://schemas.microsoft.com/office/drawing/2014/main" id="{19CFAFDF-7853-BE4C-AC60-0ACF49585AA6}"/>
              </a:ext>
            </a:extLst>
          </p:cNvPr>
          <p:cNvSpPr>
            <a:spLocks noGrp="1"/>
          </p:cNvSpPr>
          <p:nvPr>
            <p:ph type="body" sz="quarter" idx="169"/>
          </p:nvPr>
        </p:nvSpPr>
        <p:spPr>
          <a:xfrm>
            <a:off x="527051" y="2076467"/>
            <a:ext cx="5544800" cy="1352800"/>
          </a:xfrm>
          <a:prstGeom prst="rect">
            <a:avLst/>
          </a:prstGeom>
        </p:spPr>
        <p:txBody>
          <a:bodyPr lIns="0" tIns="0" rIns="0" bIns="0" anchor="b"/>
          <a:lstStyle>
            <a:lvl1pPr marL="8466" marR="0" indent="0" algn="l" rtl="0">
              <a:lnSpc>
                <a:spcPct val="90000"/>
              </a:lnSpc>
              <a:spcBef>
                <a:spcPts val="0"/>
              </a:spcBef>
              <a:spcAft>
                <a:spcPts val="0"/>
              </a:spcAft>
              <a:buClr>
                <a:schemeClr val="accent1"/>
              </a:buClr>
              <a:buSzPts val="3000"/>
              <a:buFont typeface="Poppins Medium"/>
              <a:buNone/>
              <a:tabLst/>
              <a:defRPr lang="en-US" sz="4000" b="0" i="0" u="none" strike="noStrike" cap="none" dirty="0">
                <a:solidFill>
                  <a:schemeClr val="accent1"/>
                </a:solidFill>
                <a:latin typeface="Poppins Medium"/>
                <a:ea typeface="Poppins Medium"/>
                <a:cs typeface="Poppins Medium"/>
                <a:sym typeface="Poppins Medium"/>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12" name="Text Placeholder 4">
            <a:extLst>
              <a:ext uri="{FF2B5EF4-FFF2-40B4-BE49-F238E27FC236}">
                <a16:creationId xmlns:a16="http://schemas.microsoft.com/office/drawing/2014/main" id="{32805DD9-CB4A-F340-98FC-5972BF3CE2ED}"/>
              </a:ext>
            </a:extLst>
          </p:cNvPr>
          <p:cNvSpPr>
            <a:spLocks noGrp="1"/>
          </p:cNvSpPr>
          <p:nvPr>
            <p:ph type="body" sz="quarter" idx="170"/>
          </p:nvPr>
        </p:nvSpPr>
        <p:spPr>
          <a:xfrm>
            <a:off x="527051" y="4129146"/>
            <a:ext cx="2328800" cy="328241"/>
          </a:xfrm>
          <a:prstGeom prst="rect">
            <a:avLst/>
          </a:prstGeom>
          <a:solidFill>
            <a:srgbClr val="E9EAEA"/>
          </a:solidFill>
        </p:spPr>
        <p:txBody>
          <a:bodyPr lIns="90000" tIns="46800" rIns="90000" bIns="46800"/>
          <a:lstStyle>
            <a:lvl1pPr marL="8466" marR="0" indent="0" algn="l" rtl="0">
              <a:lnSpc>
                <a:spcPct val="100000"/>
              </a:lnSpc>
              <a:spcBef>
                <a:spcPts val="0"/>
              </a:spcBef>
              <a:spcAft>
                <a:spcPts val="0"/>
              </a:spcAft>
              <a:buClr>
                <a:srgbClr val="000000"/>
              </a:buClr>
              <a:buSzPts val="1000"/>
              <a:buFont typeface="Poppins"/>
              <a:buNone/>
              <a:tabLst/>
              <a:defRPr lang="en-US" sz="1333" b="0" i="0" u="none" strike="noStrike" cap="none" dirty="0">
                <a:solidFill>
                  <a:schemeClr val="bg1"/>
                </a:solidFill>
                <a:latin typeface="Poppins"/>
                <a:ea typeface="Poppins"/>
                <a:cs typeface="Poppins"/>
                <a:sym typeface="Poppins"/>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13" name="Text Placeholder 4">
            <a:extLst>
              <a:ext uri="{FF2B5EF4-FFF2-40B4-BE49-F238E27FC236}">
                <a16:creationId xmlns:a16="http://schemas.microsoft.com/office/drawing/2014/main" id="{6287AB12-BBF8-314A-A6E9-19F637AF1BB6}"/>
              </a:ext>
            </a:extLst>
          </p:cNvPr>
          <p:cNvSpPr>
            <a:spLocks noGrp="1"/>
          </p:cNvSpPr>
          <p:nvPr>
            <p:ph type="body" sz="quarter" idx="171"/>
          </p:nvPr>
        </p:nvSpPr>
        <p:spPr>
          <a:xfrm>
            <a:off x="527051" y="3593767"/>
            <a:ext cx="5544800" cy="386000"/>
          </a:xfrm>
          <a:prstGeom prst="rect">
            <a:avLst/>
          </a:prstGeom>
        </p:spPr>
        <p:txBody>
          <a:bodyPr lIns="0" tIns="0" rIns="0" bIns="0"/>
          <a:lstStyle>
            <a:lvl1pPr marL="8466" marR="0" indent="-8466" algn="l" rtl="0">
              <a:lnSpc>
                <a:spcPct val="100000"/>
              </a:lnSpc>
              <a:spcBef>
                <a:spcPts val="0"/>
              </a:spcBef>
              <a:spcAft>
                <a:spcPts val="0"/>
              </a:spcAft>
              <a:buClr>
                <a:srgbClr val="000000"/>
              </a:buClr>
              <a:buSzPts val="1400"/>
              <a:buFont typeface="Poppins"/>
              <a:buNone/>
              <a:tabLst/>
              <a:defRPr lang="en-US" sz="1867" b="0" i="0" u="none" strike="noStrike" cap="none" dirty="0">
                <a:solidFill>
                  <a:schemeClr val="bg1"/>
                </a:solidFill>
                <a:latin typeface="Poppins"/>
                <a:ea typeface="Poppins"/>
                <a:cs typeface="Poppins"/>
                <a:sym typeface="Poppins"/>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14" name="Picture Placeholder 19">
            <a:extLst>
              <a:ext uri="{FF2B5EF4-FFF2-40B4-BE49-F238E27FC236}">
                <a16:creationId xmlns:a16="http://schemas.microsoft.com/office/drawing/2014/main" id="{7C4EE732-36C6-EA45-8C05-3006AB7561E3}"/>
              </a:ext>
            </a:extLst>
          </p:cNvPr>
          <p:cNvSpPr>
            <a:spLocks noGrp="1"/>
          </p:cNvSpPr>
          <p:nvPr>
            <p:ph type="pic" sz="quarter" idx="172"/>
          </p:nvPr>
        </p:nvSpPr>
        <p:spPr>
          <a:xfrm>
            <a:off x="8908709" y="3578467"/>
            <a:ext cx="3278657" cy="3279535"/>
          </a:xfrm>
          <a:custGeom>
            <a:avLst/>
            <a:gdLst>
              <a:gd name="connsiteX0" fmla="*/ 2458993 w 2458993"/>
              <a:gd name="connsiteY0" fmla="*/ 0 h 2459651"/>
              <a:gd name="connsiteX1" fmla="*/ 2458993 w 2458993"/>
              <a:gd name="connsiteY1" fmla="*/ 2459651 h 2459651"/>
              <a:gd name="connsiteX2" fmla="*/ 0 w 2458993"/>
              <a:gd name="connsiteY2" fmla="*/ 2459651 h 2459651"/>
              <a:gd name="connsiteX3" fmla="*/ 9530 w 2458993"/>
              <a:gd name="connsiteY3" fmla="*/ 2258378 h 2459651"/>
              <a:gd name="connsiteX4" fmla="*/ 2242766 w 2458993"/>
              <a:gd name="connsiteY4" fmla="*/ 10918 h 24596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58993" h="2459651">
                <a:moveTo>
                  <a:pt x="2458993" y="0"/>
                </a:moveTo>
                <a:lnTo>
                  <a:pt x="2458993" y="2459651"/>
                </a:lnTo>
                <a:lnTo>
                  <a:pt x="0" y="2459651"/>
                </a:lnTo>
                <a:lnTo>
                  <a:pt x="9530" y="2258378"/>
                </a:lnTo>
                <a:cubicBezTo>
                  <a:pt x="122235" y="1074268"/>
                  <a:pt x="1060809" y="130954"/>
                  <a:pt x="2242766" y="10918"/>
                </a:cubicBezTo>
                <a:close/>
              </a:path>
            </a:pathLst>
          </a:custGeom>
          <a:noFill/>
        </p:spPr>
        <p:txBody>
          <a:bodyPr wrap="square" anchor="ctr">
            <a:noAutofit/>
          </a:bodyPr>
          <a:lstStyle>
            <a:lvl1pPr marL="186262" indent="0" algn="ctr">
              <a:buNone/>
              <a:defRPr sz="1867">
                <a:solidFill>
                  <a:schemeClr val="bg1"/>
                </a:solidFill>
                <a:latin typeface="+mn-lt"/>
              </a:defRPr>
            </a:lvl1pPr>
          </a:lstStyle>
          <a:p>
            <a:r>
              <a:rPr lang="en-US" dirty="0"/>
              <a:t>Click icon to add picture</a:t>
            </a:r>
          </a:p>
        </p:txBody>
      </p:sp>
      <p:sp>
        <p:nvSpPr>
          <p:cNvPr id="15" name="Text Placeholder 4">
            <a:extLst>
              <a:ext uri="{FF2B5EF4-FFF2-40B4-BE49-F238E27FC236}">
                <a16:creationId xmlns:a16="http://schemas.microsoft.com/office/drawing/2014/main" id="{EC6E1969-9A8C-D942-A4B4-74A17F4E6FD3}"/>
              </a:ext>
            </a:extLst>
          </p:cNvPr>
          <p:cNvSpPr>
            <a:spLocks noGrp="1"/>
          </p:cNvSpPr>
          <p:nvPr>
            <p:ph type="body" sz="quarter" idx="10"/>
          </p:nvPr>
        </p:nvSpPr>
        <p:spPr>
          <a:xfrm>
            <a:off x="3078592" y="6499667"/>
            <a:ext cx="1376800" cy="123200"/>
          </a:xfrm>
          <a:prstGeom prst="rect">
            <a:avLst/>
          </a:prstGeom>
        </p:spPr>
        <p:txBody>
          <a:bodyPr lIns="0" tIns="0" rIns="0" bIns="0"/>
          <a:lstStyle>
            <a:lvl1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16" name="Text Placeholder 4">
            <a:extLst>
              <a:ext uri="{FF2B5EF4-FFF2-40B4-BE49-F238E27FC236}">
                <a16:creationId xmlns:a16="http://schemas.microsoft.com/office/drawing/2014/main" id="{189B5D68-8EAB-3740-8EC5-F99EBAC6518C}"/>
              </a:ext>
            </a:extLst>
          </p:cNvPr>
          <p:cNvSpPr>
            <a:spLocks noGrp="1"/>
          </p:cNvSpPr>
          <p:nvPr>
            <p:ph type="body" sz="quarter" idx="13"/>
          </p:nvPr>
        </p:nvSpPr>
        <p:spPr>
          <a:xfrm>
            <a:off x="6983589" y="6499667"/>
            <a:ext cx="745200" cy="123200"/>
          </a:xfrm>
          <a:prstGeom prst="rect">
            <a:avLst/>
          </a:prstGeom>
        </p:spPr>
        <p:txBody>
          <a:bodyPr lIns="0" tIns="0" rIns="0" bIns="0"/>
          <a:lstStyle>
            <a:lvl1pPr marL="8466" marR="0" indent="0" algn="l"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17" name="Google Shape;9;p2">
            <a:extLst>
              <a:ext uri="{FF2B5EF4-FFF2-40B4-BE49-F238E27FC236}">
                <a16:creationId xmlns:a16="http://schemas.microsoft.com/office/drawing/2014/main" id="{0D6EFC52-EB0E-0647-8BA0-2B8F4AD14E71}"/>
              </a:ext>
            </a:extLst>
          </p:cNvPr>
          <p:cNvSpPr txBox="1"/>
          <p:nvPr/>
        </p:nvSpPr>
        <p:spPr>
          <a:xfrm>
            <a:off x="4978276" y="6499667"/>
            <a:ext cx="224420" cy="123111"/>
          </a:xfrm>
          <a:prstGeom prst="rect">
            <a:avLst/>
          </a:prstGeom>
          <a:noFill/>
          <a:ln>
            <a:noFill/>
          </a:ln>
        </p:spPr>
        <p:txBody>
          <a:bodyPr spcFirstLastPara="1" wrap="none" lIns="0" tIns="0" rIns="0" bIns="0" anchor="t" anchorCtr="0">
            <a:spAutoFit/>
          </a:bodyPr>
          <a:lstStyle/>
          <a:p>
            <a:pPr marL="0" lvl="0" indent="0" algn="r" rtl="0">
              <a:spcBef>
                <a:spcPts val="0"/>
              </a:spcBef>
              <a:spcAft>
                <a:spcPts val="0"/>
              </a:spcAft>
              <a:buNone/>
            </a:pPr>
            <a:r>
              <a:rPr lang="en" sz="800" dirty="0">
                <a:solidFill>
                  <a:schemeClr val="bg1"/>
                </a:solidFill>
                <a:latin typeface="+mn-lt"/>
                <a:ea typeface="Calibri"/>
                <a:cs typeface="Calibri"/>
                <a:sym typeface="Calibri"/>
              </a:rPr>
              <a:t>Date:</a:t>
            </a:r>
            <a:endParaRPr sz="800" dirty="0">
              <a:solidFill>
                <a:schemeClr val="bg1"/>
              </a:solidFill>
              <a:latin typeface="+mn-lt"/>
              <a:ea typeface="Calibri"/>
              <a:cs typeface="Calibri"/>
              <a:sym typeface="Calibri"/>
            </a:endParaRPr>
          </a:p>
        </p:txBody>
      </p:sp>
      <p:sp>
        <p:nvSpPr>
          <p:cNvPr id="18" name="Text Placeholder 4">
            <a:extLst>
              <a:ext uri="{FF2B5EF4-FFF2-40B4-BE49-F238E27FC236}">
                <a16:creationId xmlns:a16="http://schemas.microsoft.com/office/drawing/2014/main" id="{DD4902EB-8CE5-6A42-A030-B43AA433018F}"/>
              </a:ext>
            </a:extLst>
          </p:cNvPr>
          <p:cNvSpPr>
            <a:spLocks noGrp="1"/>
          </p:cNvSpPr>
          <p:nvPr>
            <p:ph type="body" sz="quarter" idx="14"/>
          </p:nvPr>
        </p:nvSpPr>
        <p:spPr>
          <a:xfrm>
            <a:off x="5236821" y="6499667"/>
            <a:ext cx="856000" cy="123200"/>
          </a:xfrm>
          <a:prstGeom prst="rect">
            <a:avLst/>
          </a:prstGeom>
        </p:spPr>
        <p:txBody>
          <a:bodyPr lIns="0" tIns="0" rIns="0" bIns="0"/>
          <a:lstStyle>
            <a:lvl1pPr marL="8466" marR="0" indent="0" algn="l"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19" name="TextBox 18">
            <a:extLst>
              <a:ext uri="{FF2B5EF4-FFF2-40B4-BE49-F238E27FC236}">
                <a16:creationId xmlns:a16="http://schemas.microsoft.com/office/drawing/2014/main" id="{364B26BD-3FD8-CA4F-9230-FCB2E3E7B247}"/>
              </a:ext>
            </a:extLst>
          </p:cNvPr>
          <p:cNvSpPr txBox="1"/>
          <p:nvPr/>
        </p:nvSpPr>
        <p:spPr>
          <a:xfrm>
            <a:off x="527051" y="6499667"/>
            <a:ext cx="1981312" cy="123111"/>
          </a:xfrm>
          <a:prstGeom prst="rect">
            <a:avLst/>
          </a:prstGeom>
          <a:noFill/>
        </p:spPr>
        <p:txBody>
          <a:bodyPr wrap="none" lIns="0" tIns="0" rIns="0" bIns="0" rtlCol="0">
            <a:spAutoFit/>
          </a:bodyPr>
          <a:lstStyle/>
          <a:p>
            <a:pPr marL="0" marR="0" lvl="0" indent="0" algn="l" rtl="0">
              <a:lnSpc>
                <a:spcPct val="100000"/>
              </a:lnSpc>
              <a:spcBef>
                <a:spcPts val="0"/>
              </a:spcBef>
              <a:spcAft>
                <a:spcPts val="0"/>
              </a:spcAft>
              <a:buClr>
                <a:srgbClr val="000000"/>
              </a:buClr>
              <a:buFont typeface="Arial"/>
              <a:buNone/>
            </a:pPr>
            <a:r>
              <a:rPr lang="en-US" sz="800" b="0" i="0" u="none" strike="noStrike" cap="none" dirty="0">
                <a:solidFill>
                  <a:schemeClr val="bg1"/>
                </a:solidFill>
                <a:latin typeface="+mn-lt"/>
                <a:cs typeface="Calibri"/>
                <a:sym typeface="Arial"/>
              </a:rPr>
              <a:t>Tiger Analytics Inc. © 2022. All Rights Reserved.</a:t>
            </a:r>
          </a:p>
        </p:txBody>
      </p:sp>
      <p:sp>
        <p:nvSpPr>
          <p:cNvPr id="20" name="Google Shape;9;p2">
            <a:extLst>
              <a:ext uri="{FF2B5EF4-FFF2-40B4-BE49-F238E27FC236}">
                <a16:creationId xmlns:a16="http://schemas.microsoft.com/office/drawing/2014/main" id="{5A2BB515-7025-B64A-968C-EB58333613BF}"/>
              </a:ext>
            </a:extLst>
          </p:cNvPr>
          <p:cNvSpPr txBox="1"/>
          <p:nvPr/>
        </p:nvSpPr>
        <p:spPr>
          <a:xfrm>
            <a:off x="6629042" y="6499667"/>
            <a:ext cx="318998" cy="123111"/>
          </a:xfrm>
          <a:prstGeom prst="rect">
            <a:avLst/>
          </a:prstGeom>
          <a:noFill/>
          <a:ln>
            <a:noFill/>
          </a:ln>
        </p:spPr>
        <p:txBody>
          <a:bodyPr spcFirstLastPara="1" wrap="none" lIns="0" tIns="0" rIns="0" bIns="0" anchor="t" anchorCtr="0">
            <a:spAutoFit/>
          </a:bodyPr>
          <a:lstStyle/>
          <a:p>
            <a:pPr marL="0" lvl="0" indent="0" algn="r" rtl="0">
              <a:spcBef>
                <a:spcPts val="0"/>
              </a:spcBef>
              <a:spcAft>
                <a:spcPts val="0"/>
              </a:spcAft>
              <a:buNone/>
            </a:pPr>
            <a:r>
              <a:rPr lang="en-IN" sz="800" dirty="0">
                <a:solidFill>
                  <a:schemeClr val="bg1"/>
                </a:solidFill>
                <a:latin typeface="+mn-lt"/>
                <a:ea typeface="Calibri"/>
                <a:cs typeface="Calibri"/>
                <a:sym typeface="Calibri"/>
              </a:rPr>
              <a:t>Author:</a:t>
            </a:r>
          </a:p>
        </p:txBody>
      </p:sp>
    </p:spTree>
    <p:extLst>
      <p:ext uri="{BB962C8B-B14F-4D97-AF65-F5344CB8AC3E}">
        <p14:creationId xmlns:p14="http://schemas.microsoft.com/office/powerpoint/2010/main" val="3877818327"/>
      </p:ext>
    </p:extLst>
  </p:cSld>
  <p:clrMapOvr>
    <a:masterClrMapping/>
  </p:clrMapOvr>
  <p:extLst>
    <p:ext uri="{DCECCB84-F9BA-43D5-87BE-67443E8EF086}">
      <p15:sldGuideLst xmlns:p15="http://schemas.microsoft.com/office/powerpoint/2012/main">
        <p15:guide id="1" orient="horz" pos="531">
          <p15:clr>
            <a:srgbClr val="FBAE40"/>
          </p15:clr>
        </p15:guide>
        <p15:guide id="2" pos="249">
          <p15:clr>
            <a:srgbClr val="FBAE40"/>
          </p15:clr>
        </p15:guide>
        <p15:guide id="3" pos="5511">
          <p15:clr>
            <a:srgbClr val="FBAE40"/>
          </p15:clr>
        </p15:guide>
        <p15:guide id="4" orient="horz" pos="3003">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Topics/Agenda">
    <p:spTree>
      <p:nvGrpSpPr>
        <p:cNvPr id="1" name=""/>
        <p:cNvGrpSpPr/>
        <p:nvPr/>
      </p:nvGrpSpPr>
      <p:grpSpPr>
        <a:xfrm>
          <a:off x="0" y="0"/>
          <a:ext cx="0" cy="0"/>
          <a:chOff x="0" y="0"/>
          <a:chExt cx="0" cy="0"/>
        </a:xfrm>
      </p:grpSpPr>
      <p:sp>
        <p:nvSpPr>
          <p:cNvPr id="2" name="Google Shape;588;p22">
            <a:extLst>
              <a:ext uri="{FF2B5EF4-FFF2-40B4-BE49-F238E27FC236}">
                <a16:creationId xmlns:a16="http://schemas.microsoft.com/office/drawing/2014/main" id="{9B3F5E28-B18C-B14A-9B14-6A94C72F0C18}"/>
              </a:ext>
            </a:extLst>
          </p:cNvPr>
          <p:cNvSpPr/>
          <p:nvPr/>
        </p:nvSpPr>
        <p:spPr>
          <a:xfrm>
            <a:off x="3" y="1"/>
            <a:ext cx="301543" cy="347263"/>
          </a:xfrm>
          <a:custGeom>
            <a:avLst/>
            <a:gdLst/>
            <a:ahLst/>
            <a:cxnLst/>
            <a:rect l="l" t="t" r="r" b="b"/>
            <a:pathLst>
              <a:path w="1675237" h="1929234" extrusionOk="0">
                <a:moveTo>
                  <a:pt x="461556" y="1897854"/>
                </a:moveTo>
                <a:lnTo>
                  <a:pt x="469774" y="1899513"/>
                </a:lnTo>
                <a:lnTo>
                  <a:pt x="443985" y="1904118"/>
                </a:lnTo>
                <a:lnTo>
                  <a:pt x="449737" y="1900240"/>
                </a:lnTo>
                <a:cubicBezTo>
                  <a:pt x="453370" y="1898704"/>
                  <a:pt x="457364" y="1897854"/>
                  <a:pt x="461556" y="1897854"/>
                </a:cubicBezTo>
                <a:close/>
                <a:moveTo>
                  <a:pt x="389002" y="1897854"/>
                </a:moveTo>
                <a:cubicBezTo>
                  <a:pt x="397386" y="1897854"/>
                  <a:pt x="404977" y="1901253"/>
                  <a:pt x="410472" y="1906747"/>
                </a:cubicBezTo>
                <a:lnTo>
                  <a:pt x="411766" y="1909872"/>
                </a:lnTo>
                <a:lnTo>
                  <a:pt x="400388" y="1911904"/>
                </a:lnTo>
                <a:lnTo>
                  <a:pt x="363451" y="1916598"/>
                </a:lnTo>
                <a:lnTo>
                  <a:pt x="367531" y="1906747"/>
                </a:lnTo>
                <a:cubicBezTo>
                  <a:pt x="373026" y="1901253"/>
                  <a:pt x="380617" y="1897854"/>
                  <a:pt x="389002" y="1897854"/>
                </a:cubicBezTo>
                <a:close/>
                <a:moveTo>
                  <a:pt x="316447" y="1897854"/>
                </a:moveTo>
                <a:cubicBezTo>
                  <a:pt x="324832" y="1897854"/>
                  <a:pt x="332422" y="1901253"/>
                  <a:pt x="337917" y="1906747"/>
                </a:cubicBezTo>
                <a:lnTo>
                  <a:pt x="343070" y="1919187"/>
                </a:lnTo>
                <a:lnTo>
                  <a:pt x="325117" y="1921469"/>
                </a:lnTo>
                <a:lnTo>
                  <a:pt x="287700" y="1924314"/>
                </a:lnTo>
                <a:lnTo>
                  <a:pt x="294977" y="1906747"/>
                </a:lnTo>
                <a:cubicBezTo>
                  <a:pt x="300471" y="1901253"/>
                  <a:pt x="308062" y="1897854"/>
                  <a:pt x="316447" y="1897854"/>
                </a:cubicBezTo>
                <a:close/>
                <a:moveTo>
                  <a:pt x="243892" y="1897854"/>
                </a:moveTo>
                <a:cubicBezTo>
                  <a:pt x="252277" y="1897854"/>
                  <a:pt x="259868" y="1901253"/>
                  <a:pt x="265363" y="1906747"/>
                </a:cubicBezTo>
                <a:lnTo>
                  <a:pt x="273099" y="1925425"/>
                </a:lnTo>
                <a:lnTo>
                  <a:pt x="248735" y="1927277"/>
                </a:lnTo>
                <a:lnTo>
                  <a:pt x="213550" y="1928167"/>
                </a:lnTo>
                <a:lnTo>
                  <a:pt x="222422" y="1906747"/>
                </a:lnTo>
                <a:cubicBezTo>
                  <a:pt x="227917" y="1901253"/>
                  <a:pt x="235508" y="1897854"/>
                  <a:pt x="243892" y="1897854"/>
                </a:cubicBezTo>
                <a:close/>
                <a:moveTo>
                  <a:pt x="171339" y="1897854"/>
                </a:moveTo>
                <a:cubicBezTo>
                  <a:pt x="188107" y="1897854"/>
                  <a:pt x="201701" y="1911448"/>
                  <a:pt x="201701" y="1928218"/>
                </a:cubicBezTo>
                <a:lnTo>
                  <a:pt x="201597" y="1928469"/>
                </a:lnTo>
                <a:lnTo>
                  <a:pt x="171336" y="1929234"/>
                </a:lnTo>
                <a:lnTo>
                  <a:pt x="141087" y="1928469"/>
                </a:lnTo>
                <a:lnTo>
                  <a:pt x="140982" y="1928218"/>
                </a:lnTo>
                <a:cubicBezTo>
                  <a:pt x="140982" y="1911448"/>
                  <a:pt x="154577" y="1897854"/>
                  <a:pt x="171339" y="1897854"/>
                </a:cubicBezTo>
                <a:close/>
                <a:moveTo>
                  <a:pt x="98792" y="1897854"/>
                </a:moveTo>
                <a:cubicBezTo>
                  <a:pt x="107177" y="1897854"/>
                  <a:pt x="114768" y="1901253"/>
                  <a:pt x="120263" y="1906747"/>
                </a:cubicBezTo>
                <a:lnTo>
                  <a:pt x="129135" y="1928167"/>
                </a:lnTo>
                <a:lnTo>
                  <a:pt x="93938" y="1927277"/>
                </a:lnTo>
                <a:lnTo>
                  <a:pt x="69586" y="1925425"/>
                </a:lnTo>
                <a:lnTo>
                  <a:pt x="77322" y="1906747"/>
                </a:lnTo>
                <a:cubicBezTo>
                  <a:pt x="82817" y="1901253"/>
                  <a:pt x="90408" y="1897854"/>
                  <a:pt x="98792" y="1897854"/>
                </a:cubicBezTo>
                <a:close/>
                <a:moveTo>
                  <a:pt x="26239" y="1897854"/>
                </a:moveTo>
                <a:cubicBezTo>
                  <a:pt x="34623" y="1897854"/>
                  <a:pt x="42214" y="1901253"/>
                  <a:pt x="47709" y="1906747"/>
                </a:cubicBezTo>
                <a:lnTo>
                  <a:pt x="54985" y="1924315"/>
                </a:lnTo>
                <a:lnTo>
                  <a:pt x="17556" y="1921469"/>
                </a:lnTo>
                <a:lnTo>
                  <a:pt x="0" y="1919238"/>
                </a:lnTo>
                <a:lnTo>
                  <a:pt x="0" y="1918259"/>
                </a:lnTo>
                <a:lnTo>
                  <a:pt x="4768" y="1906747"/>
                </a:lnTo>
                <a:cubicBezTo>
                  <a:pt x="10263" y="1901253"/>
                  <a:pt x="17854" y="1897854"/>
                  <a:pt x="26239" y="1897854"/>
                </a:cubicBezTo>
                <a:close/>
                <a:moveTo>
                  <a:pt x="679220" y="1817400"/>
                </a:moveTo>
                <a:cubicBezTo>
                  <a:pt x="687604" y="1817400"/>
                  <a:pt x="695195" y="1820799"/>
                  <a:pt x="700690" y="1826293"/>
                </a:cubicBezTo>
                <a:lnTo>
                  <a:pt x="702587" y="1830873"/>
                </a:lnTo>
                <a:lnTo>
                  <a:pt x="649855" y="1850174"/>
                </a:lnTo>
                <a:lnTo>
                  <a:pt x="648856" y="1847763"/>
                </a:lnTo>
                <a:cubicBezTo>
                  <a:pt x="648856" y="1830994"/>
                  <a:pt x="662450" y="1817400"/>
                  <a:pt x="679220" y="1817400"/>
                </a:cubicBezTo>
                <a:close/>
                <a:moveTo>
                  <a:pt x="606665" y="1817400"/>
                </a:moveTo>
                <a:cubicBezTo>
                  <a:pt x="623435" y="1817400"/>
                  <a:pt x="637029" y="1830994"/>
                  <a:pt x="637029" y="1847763"/>
                </a:cubicBezTo>
                <a:lnTo>
                  <a:pt x="633560" y="1856138"/>
                </a:lnTo>
                <a:lnTo>
                  <a:pt x="618594" y="1861615"/>
                </a:lnTo>
                <a:lnTo>
                  <a:pt x="587142" y="1870547"/>
                </a:lnTo>
                <a:lnTo>
                  <a:pt x="585195" y="1869234"/>
                </a:lnTo>
                <a:cubicBezTo>
                  <a:pt x="579700" y="1863739"/>
                  <a:pt x="576302" y="1856148"/>
                  <a:pt x="576302" y="1847763"/>
                </a:cubicBezTo>
                <a:cubicBezTo>
                  <a:pt x="576302" y="1830994"/>
                  <a:pt x="589896" y="1817400"/>
                  <a:pt x="606665" y="1817400"/>
                </a:cubicBezTo>
                <a:close/>
                <a:moveTo>
                  <a:pt x="534111" y="1817400"/>
                </a:moveTo>
                <a:cubicBezTo>
                  <a:pt x="550880" y="1817400"/>
                  <a:pt x="564474" y="1830994"/>
                  <a:pt x="564474" y="1847763"/>
                </a:cubicBezTo>
                <a:cubicBezTo>
                  <a:pt x="564474" y="1864533"/>
                  <a:pt x="550880" y="1878127"/>
                  <a:pt x="534111" y="1878127"/>
                </a:cubicBezTo>
                <a:cubicBezTo>
                  <a:pt x="517341" y="1878127"/>
                  <a:pt x="503747" y="1864533"/>
                  <a:pt x="503747" y="1847763"/>
                </a:cubicBezTo>
                <a:cubicBezTo>
                  <a:pt x="503747" y="1830994"/>
                  <a:pt x="517341" y="1817400"/>
                  <a:pt x="534111" y="1817400"/>
                </a:cubicBezTo>
                <a:close/>
                <a:moveTo>
                  <a:pt x="461556" y="1817400"/>
                </a:moveTo>
                <a:cubicBezTo>
                  <a:pt x="478326" y="1817400"/>
                  <a:pt x="491920" y="1830994"/>
                  <a:pt x="491920" y="1847763"/>
                </a:cubicBezTo>
                <a:cubicBezTo>
                  <a:pt x="491920" y="1864533"/>
                  <a:pt x="478326" y="1878127"/>
                  <a:pt x="461556" y="1878127"/>
                </a:cubicBezTo>
                <a:cubicBezTo>
                  <a:pt x="444787" y="1878127"/>
                  <a:pt x="431192" y="1864533"/>
                  <a:pt x="431192" y="1847763"/>
                </a:cubicBezTo>
                <a:cubicBezTo>
                  <a:pt x="431192" y="1830994"/>
                  <a:pt x="444787" y="1817400"/>
                  <a:pt x="461556" y="1817400"/>
                </a:cubicBezTo>
                <a:close/>
                <a:moveTo>
                  <a:pt x="389002" y="1817400"/>
                </a:moveTo>
                <a:cubicBezTo>
                  <a:pt x="405771" y="1817400"/>
                  <a:pt x="419365" y="1830994"/>
                  <a:pt x="419365" y="1847763"/>
                </a:cubicBezTo>
                <a:cubicBezTo>
                  <a:pt x="419365" y="1864533"/>
                  <a:pt x="405771" y="1878127"/>
                  <a:pt x="389002" y="1878127"/>
                </a:cubicBezTo>
                <a:cubicBezTo>
                  <a:pt x="372232" y="1878127"/>
                  <a:pt x="358638" y="1864533"/>
                  <a:pt x="358638" y="1847763"/>
                </a:cubicBezTo>
                <a:cubicBezTo>
                  <a:pt x="358638" y="1830994"/>
                  <a:pt x="372232" y="1817400"/>
                  <a:pt x="389002" y="1817400"/>
                </a:cubicBezTo>
                <a:close/>
                <a:moveTo>
                  <a:pt x="316447" y="1817400"/>
                </a:moveTo>
                <a:cubicBezTo>
                  <a:pt x="333216" y="1817400"/>
                  <a:pt x="346810" y="1830994"/>
                  <a:pt x="346810" y="1847763"/>
                </a:cubicBezTo>
                <a:cubicBezTo>
                  <a:pt x="346810" y="1864533"/>
                  <a:pt x="333216" y="1878127"/>
                  <a:pt x="316447" y="1878127"/>
                </a:cubicBezTo>
                <a:cubicBezTo>
                  <a:pt x="299677" y="1878127"/>
                  <a:pt x="286084" y="1864533"/>
                  <a:pt x="286084" y="1847763"/>
                </a:cubicBezTo>
                <a:cubicBezTo>
                  <a:pt x="286084" y="1830994"/>
                  <a:pt x="299677" y="1817400"/>
                  <a:pt x="316447" y="1817400"/>
                </a:cubicBezTo>
                <a:close/>
                <a:moveTo>
                  <a:pt x="243892" y="1817400"/>
                </a:moveTo>
                <a:cubicBezTo>
                  <a:pt x="260662" y="1817400"/>
                  <a:pt x="274256" y="1830994"/>
                  <a:pt x="274256" y="1847763"/>
                </a:cubicBezTo>
                <a:cubicBezTo>
                  <a:pt x="274256" y="1864533"/>
                  <a:pt x="260662" y="1878127"/>
                  <a:pt x="243892" y="1878127"/>
                </a:cubicBezTo>
                <a:cubicBezTo>
                  <a:pt x="227123" y="1878127"/>
                  <a:pt x="213529" y="1864533"/>
                  <a:pt x="213529" y="1847763"/>
                </a:cubicBezTo>
                <a:cubicBezTo>
                  <a:pt x="213529" y="1830994"/>
                  <a:pt x="227123" y="1817400"/>
                  <a:pt x="243892" y="1817400"/>
                </a:cubicBezTo>
                <a:close/>
                <a:moveTo>
                  <a:pt x="171339" y="1817400"/>
                </a:moveTo>
                <a:cubicBezTo>
                  <a:pt x="188107" y="1817400"/>
                  <a:pt x="201701" y="1830994"/>
                  <a:pt x="201701" y="1847763"/>
                </a:cubicBezTo>
                <a:cubicBezTo>
                  <a:pt x="201701" y="1864533"/>
                  <a:pt x="188107" y="1878127"/>
                  <a:pt x="171339" y="1878127"/>
                </a:cubicBezTo>
                <a:cubicBezTo>
                  <a:pt x="154583" y="1878127"/>
                  <a:pt x="140989" y="1864533"/>
                  <a:pt x="140989" y="1847763"/>
                </a:cubicBezTo>
                <a:cubicBezTo>
                  <a:pt x="140989" y="1830994"/>
                  <a:pt x="154583" y="1817400"/>
                  <a:pt x="171339" y="1817400"/>
                </a:cubicBezTo>
                <a:close/>
                <a:moveTo>
                  <a:pt x="98799" y="1817400"/>
                </a:moveTo>
                <a:cubicBezTo>
                  <a:pt x="115568" y="1817400"/>
                  <a:pt x="129162" y="1830994"/>
                  <a:pt x="129162" y="1847763"/>
                </a:cubicBezTo>
                <a:cubicBezTo>
                  <a:pt x="129162" y="1864533"/>
                  <a:pt x="115568" y="1878127"/>
                  <a:pt x="98799" y="1878127"/>
                </a:cubicBezTo>
                <a:cubicBezTo>
                  <a:pt x="82029" y="1878127"/>
                  <a:pt x="68435" y="1864533"/>
                  <a:pt x="68435" y="1847763"/>
                </a:cubicBezTo>
                <a:cubicBezTo>
                  <a:pt x="68435" y="1830994"/>
                  <a:pt x="82029" y="1817400"/>
                  <a:pt x="98799" y="1817400"/>
                </a:cubicBezTo>
                <a:close/>
                <a:moveTo>
                  <a:pt x="26245" y="1817400"/>
                </a:moveTo>
                <a:cubicBezTo>
                  <a:pt x="43014" y="1817400"/>
                  <a:pt x="56608" y="1830994"/>
                  <a:pt x="56608" y="1847763"/>
                </a:cubicBezTo>
                <a:cubicBezTo>
                  <a:pt x="56608" y="1864533"/>
                  <a:pt x="43014" y="1878127"/>
                  <a:pt x="26245" y="1878127"/>
                </a:cubicBezTo>
                <a:cubicBezTo>
                  <a:pt x="17860" y="1878127"/>
                  <a:pt x="10269" y="1874729"/>
                  <a:pt x="4775" y="1869234"/>
                </a:cubicBezTo>
                <a:lnTo>
                  <a:pt x="0" y="1857707"/>
                </a:lnTo>
                <a:lnTo>
                  <a:pt x="0" y="1837819"/>
                </a:lnTo>
                <a:lnTo>
                  <a:pt x="4775" y="1826293"/>
                </a:lnTo>
                <a:cubicBezTo>
                  <a:pt x="10269" y="1820799"/>
                  <a:pt x="17860" y="1817400"/>
                  <a:pt x="26245" y="1817400"/>
                </a:cubicBezTo>
                <a:close/>
                <a:moveTo>
                  <a:pt x="896883" y="1736948"/>
                </a:moveTo>
                <a:lnTo>
                  <a:pt x="903696" y="1738324"/>
                </a:lnTo>
                <a:lnTo>
                  <a:pt x="888255" y="1747704"/>
                </a:lnTo>
                <a:lnTo>
                  <a:pt x="871248" y="1755896"/>
                </a:lnTo>
                <a:lnTo>
                  <a:pt x="875413" y="1745841"/>
                </a:lnTo>
                <a:cubicBezTo>
                  <a:pt x="880908" y="1740347"/>
                  <a:pt x="888499" y="1736948"/>
                  <a:pt x="896883" y="1736948"/>
                </a:cubicBezTo>
                <a:close/>
                <a:moveTo>
                  <a:pt x="824329" y="1736948"/>
                </a:moveTo>
                <a:cubicBezTo>
                  <a:pt x="832714" y="1736948"/>
                  <a:pt x="840304" y="1740347"/>
                  <a:pt x="845799" y="1745841"/>
                </a:cubicBezTo>
                <a:lnTo>
                  <a:pt x="853504" y="1764444"/>
                </a:lnTo>
                <a:lnTo>
                  <a:pt x="802910" y="1788817"/>
                </a:lnTo>
                <a:lnTo>
                  <a:pt x="802858" y="1788782"/>
                </a:lnTo>
                <a:cubicBezTo>
                  <a:pt x="797364" y="1783287"/>
                  <a:pt x="793965" y="1775696"/>
                  <a:pt x="793965" y="1767312"/>
                </a:cubicBezTo>
                <a:cubicBezTo>
                  <a:pt x="793965" y="1750542"/>
                  <a:pt x="807559" y="1736948"/>
                  <a:pt x="824329" y="1736948"/>
                </a:cubicBezTo>
                <a:close/>
                <a:moveTo>
                  <a:pt x="751774" y="1736948"/>
                </a:moveTo>
                <a:cubicBezTo>
                  <a:pt x="768544" y="1736948"/>
                  <a:pt x="782138" y="1750542"/>
                  <a:pt x="782138" y="1767312"/>
                </a:cubicBezTo>
                <a:cubicBezTo>
                  <a:pt x="782138" y="1784081"/>
                  <a:pt x="768544" y="1797675"/>
                  <a:pt x="751774" y="1797675"/>
                </a:cubicBezTo>
                <a:cubicBezTo>
                  <a:pt x="735005" y="1797675"/>
                  <a:pt x="721411" y="1784081"/>
                  <a:pt x="721411" y="1767312"/>
                </a:cubicBezTo>
                <a:cubicBezTo>
                  <a:pt x="721411" y="1750542"/>
                  <a:pt x="735005" y="1736948"/>
                  <a:pt x="751774" y="1736948"/>
                </a:cubicBezTo>
                <a:close/>
                <a:moveTo>
                  <a:pt x="679220" y="1736948"/>
                </a:moveTo>
                <a:cubicBezTo>
                  <a:pt x="695989" y="1736948"/>
                  <a:pt x="709583" y="1750542"/>
                  <a:pt x="709583" y="1767312"/>
                </a:cubicBezTo>
                <a:cubicBezTo>
                  <a:pt x="709583" y="1784081"/>
                  <a:pt x="695989" y="1797675"/>
                  <a:pt x="679220" y="1797675"/>
                </a:cubicBezTo>
                <a:cubicBezTo>
                  <a:pt x="662450" y="1797675"/>
                  <a:pt x="648856" y="1784081"/>
                  <a:pt x="648856" y="1767312"/>
                </a:cubicBezTo>
                <a:cubicBezTo>
                  <a:pt x="648856" y="1750542"/>
                  <a:pt x="662450" y="1736948"/>
                  <a:pt x="679220" y="1736948"/>
                </a:cubicBezTo>
                <a:close/>
                <a:moveTo>
                  <a:pt x="606665" y="1736948"/>
                </a:moveTo>
                <a:cubicBezTo>
                  <a:pt x="623435" y="1736948"/>
                  <a:pt x="637029" y="1750542"/>
                  <a:pt x="637029" y="1767312"/>
                </a:cubicBezTo>
                <a:cubicBezTo>
                  <a:pt x="637029" y="1784081"/>
                  <a:pt x="623435" y="1797675"/>
                  <a:pt x="606665" y="1797675"/>
                </a:cubicBezTo>
                <a:cubicBezTo>
                  <a:pt x="589896" y="1797675"/>
                  <a:pt x="576302" y="1784081"/>
                  <a:pt x="576302" y="1767312"/>
                </a:cubicBezTo>
                <a:cubicBezTo>
                  <a:pt x="576302" y="1750542"/>
                  <a:pt x="589896" y="1736948"/>
                  <a:pt x="606665" y="1736948"/>
                </a:cubicBezTo>
                <a:close/>
                <a:moveTo>
                  <a:pt x="534111" y="1736948"/>
                </a:moveTo>
                <a:cubicBezTo>
                  <a:pt x="550880" y="1736948"/>
                  <a:pt x="564474" y="1750542"/>
                  <a:pt x="564474" y="1767312"/>
                </a:cubicBezTo>
                <a:cubicBezTo>
                  <a:pt x="564474" y="1784081"/>
                  <a:pt x="550880" y="1797675"/>
                  <a:pt x="534111" y="1797675"/>
                </a:cubicBezTo>
                <a:cubicBezTo>
                  <a:pt x="517341" y="1797675"/>
                  <a:pt x="503747" y="1784081"/>
                  <a:pt x="503747" y="1767312"/>
                </a:cubicBezTo>
                <a:cubicBezTo>
                  <a:pt x="503747" y="1750542"/>
                  <a:pt x="517341" y="1736948"/>
                  <a:pt x="534111" y="1736948"/>
                </a:cubicBezTo>
                <a:close/>
                <a:moveTo>
                  <a:pt x="461556" y="1736948"/>
                </a:moveTo>
                <a:cubicBezTo>
                  <a:pt x="478326" y="1736948"/>
                  <a:pt x="491920" y="1750542"/>
                  <a:pt x="491920" y="1767312"/>
                </a:cubicBezTo>
                <a:cubicBezTo>
                  <a:pt x="491920" y="1784081"/>
                  <a:pt x="478326" y="1797675"/>
                  <a:pt x="461556" y="1797675"/>
                </a:cubicBezTo>
                <a:cubicBezTo>
                  <a:pt x="444787" y="1797675"/>
                  <a:pt x="431192" y="1784081"/>
                  <a:pt x="431192" y="1767312"/>
                </a:cubicBezTo>
                <a:cubicBezTo>
                  <a:pt x="431192" y="1750542"/>
                  <a:pt x="444787" y="1736948"/>
                  <a:pt x="461556" y="1736948"/>
                </a:cubicBezTo>
                <a:close/>
                <a:moveTo>
                  <a:pt x="389002" y="1736948"/>
                </a:moveTo>
                <a:cubicBezTo>
                  <a:pt x="405771" y="1736948"/>
                  <a:pt x="419365" y="1750542"/>
                  <a:pt x="419365" y="1767312"/>
                </a:cubicBezTo>
                <a:cubicBezTo>
                  <a:pt x="419365" y="1784081"/>
                  <a:pt x="405771" y="1797675"/>
                  <a:pt x="389002" y="1797675"/>
                </a:cubicBezTo>
                <a:cubicBezTo>
                  <a:pt x="372232" y="1797675"/>
                  <a:pt x="358638" y="1784081"/>
                  <a:pt x="358638" y="1767312"/>
                </a:cubicBezTo>
                <a:cubicBezTo>
                  <a:pt x="358638" y="1750542"/>
                  <a:pt x="372232" y="1736948"/>
                  <a:pt x="389002" y="1736948"/>
                </a:cubicBezTo>
                <a:close/>
                <a:moveTo>
                  <a:pt x="316447" y="1736948"/>
                </a:moveTo>
                <a:cubicBezTo>
                  <a:pt x="333216" y="1736948"/>
                  <a:pt x="346810" y="1750542"/>
                  <a:pt x="346810" y="1767312"/>
                </a:cubicBezTo>
                <a:cubicBezTo>
                  <a:pt x="346810" y="1784081"/>
                  <a:pt x="333216" y="1797675"/>
                  <a:pt x="316447" y="1797675"/>
                </a:cubicBezTo>
                <a:cubicBezTo>
                  <a:pt x="299677" y="1797675"/>
                  <a:pt x="286084" y="1784081"/>
                  <a:pt x="286084" y="1767312"/>
                </a:cubicBezTo>
                <a:cubicBezTo>
                  <a:pt x="286084" y="1750542"/>
                  <a:pt x="299677" y="1736948"/>
                  <a:pt x="316447" y="1736948"/>
                </a:cubicBezTo>
                <a:close/>
                <a:moveTo>
                  <a:pt x="243892" y="1736948"/>
                </a:moveTo>
                <a:cubicBezTo>
                  <a:pt x="260662" y="1736948"/>
                  <a:pt x="274256" y="1750542"/>
                  <a:pt x="274256" y="1767312"/>
                </a:cubicBezTo>
                <a:cubicBezTo>
                  <a:pt x="274256" y="1784081"/>
                  <a:pt x="260662" y="1797675"/>
                  <a:pt x="243892" y="1797675"/>
                </a:cubicBezTo>
                <a:cubicBezTo>
                  <a:pt x="227123" y="1797675"/>
                  <a:pt x="213529" y="1784081"/>
                  <a:pt x="213529" y="1767312"/>
                </a:cubicBezTo>
                <a:cubicBezTo>
                  <a:pt x="213529" y="1750542"/>
                  <a:pt x="227123" y="1736948"/>
                  <a:pt x="243892" y="1736948"/>
                </a:cubicBezTo>
                <a:close/>
                <a:moveTo>
                  <a:pt x="171339" y="1736948"/>
                </a:moveTo>
                <a:cubicBezTo>
                  <a:pt x="188107" y="1736948"/>
                  <a:pt x="201701" y="1750542"/>
                  <a:pt x="201701" y="1767312"/>
                </a:cubicBezTo>
                <a:cubicBezTo>
                  <a:pt x="201701" y="1784081"/>
                  <a:pt x="188107" y="1797675"/>
                  <a:pt x="171339" y="1797675"/>
                </a:cubicBezTo>
                <a:cubicBezTo>
                  <a:pt x="154588" y="1797675"/>
                  <a:pt x="140995" y="1784081"/>
                  <a:pt x="140995" y="1767312"/>
                </a:cubicBezTo>
                <a:cubicBezTo>
                  <a:pt x="140995" y="1750542"/>
                  <a:pt x="154588" y="1736948"/>
                  <a:pt x="171339" y="1736948"/>
                </a:cubicBezTo>
                <a:close/>
                <a:moveTo>
                  <a:pt x="98806" y="1736948"/>
                </a:moveTo>
                <a:cubicBezTo>
                  <a:pt x="115574" y="1736948"/>
                  <a:pt x="129168" y="1750542"/>
                  <a:pt x="129168" y="1767312"/>
                </a:cubicBezTo>
                <a:cubicBezTo>
                  <a:pt x="129168" y="1784081"/>
                  <a:pt x="115574" y="1797675"/>
                  <a:pt x="98806" y="1797675"/>
                </a:cubicBezTo>
                <a:cubicBezTo>
                  <a:pt x="82035" y="1797675"/>
                  <a:pt x="68442" y="1784081"/>
                  <a:pt x="68442" y="1767312"/>
                </a:cubicBezTo>
                <a:cubicBezTo>
                  <a:pt x="68442" y="1750542"/>
                  <a:pt x="82035" y="1736948"/>
                  <a:pt x="98806" y="1736948"/>
                </a:cubicBezTo>
                <a:close/>
                <a:moveTo>
                  <a:pt x="26251" y="1736948"/>
                </a:moveTo>
                <a:cubicBezTo>
                  <a:pt x="43020" y="1736948"/>
                  <a:pt x="56614" y="1750542"/>
                  <a:pt x="56614" y="1767312"/>
                </a:cubicBezTo>
                <a:cubicBezTo>
                  <a:pt x="56614" y="1784081"/>
                  <a:pt x="43020" y="1797675"/>
                  <a:pt x="26251" y="1797675"/>
                </a:cubicBezTo>
                <a:cubicBezTo>
                  <a:pt x="17866" y="1797675"/>
                  <a:pt x="10276" y="1794277"/>
                  <a:pt x="4781" y="1788782"/>
                </a:cubicBezTo>
                <a:lnTo>
                  <a:pt x="0" y="1777239"/>
                </a:lnTo>
                <a:lnTo>
                  <a:pt x="0" y="1757384"/>
                </a:lnTo>
                <a:lnTo>
                  <a:pt x="4781" y="1745841"/>
                </a:lnTo>
                <a:cubicBezTo>
                  <a:pt x="10276" y="1740347"/>
                  <a:pt x="17866" y="1736948"/>
                  <a:pt x="26251" y="1736948"/>
                </a:cubicBezTo>
                <a:close/>
                <a:moveTo>
                  <a:pt x="1030341" y="1658849"/>
                </a:moveTo>
                <a:lnTo>
                  <a:pt x="1020041" y="1666551"/>
                </a:lnTo>
                <a:lnTo>
                  <a:pt x="1020522" y="1665390"/>
                </a:lnTo>
                <a:cubicBezTo>
                  <a:pt x="1023269" y="1662642"/>
                  <a:pt x="1026541" y="1660419"/>
                  <a:pt x="1030173" y="1658883"/>
                </a:cubicBezTo>
                <a:close/>
                <a:moveTo>
                  <a:pt x="969438" y="1656497"/>
                </a:moveTo>
                <a:cubicBezTo>
                  <a:pt x="977823" y="1656497"/>
                  <a:pt x="985413" y="1659895"/>
                  <a:pt x="990908" y="1665390"/>
                </a:cubicBezTo>
                <a:lnTo>
                  <a:pt x="997511" y="1681329"/>
                </a:lnTo>
                <a:lnTo>
                  <a:pt x="950384" y="1709959"/>
                </a:lnTo>
                <a:lnTo>
                  <a:pt x="947968" y="1708330"/>
                </a:lnTo>
                <a:cubicBezTo>
                  <a:pt x="942473" y="1702836"/>
                  <a:pt x="939075" y="1695245"/>
                  <a:pt x="939075" y="1686860"/>
                </a:cubicBezTo>
                <a:cubicBezTo>
                  <a:pt x="939075" y="1670091"/>
                  <a:pt x="952669" y="1656497"/>
                  <a:pt x="969438" y="1656497"/>
                </a:cubicBezTo>
                <a:close/>
                <a:moveTo>
                  <a:pt x="896883" y="1656497"/>
                </a:moveTo>
                <a:cubicBezTo>
                  <a:pt x="913653" y="1656497"/>
                  <a:pt x="927247" y="1670091"/>
                  <a:pt x="927247" y="1686860"/>
                </a:cubicBezTo>
                <a:cubicBezTo>
                  <a:pt x="927247" y="1703630"/>
                  <a:pt x="913653" y="1717224"/>
                  <a:pt x="896883" y="1717224"/>
                </a:cubicBezTo>
                <a:cubicBezTo>
                  <a:pt x="880114" y="1717224"/>
                  <a:pt x="866520" y="1703630"/>
                  <a:pt x="866520" y="1686860"/>
                </a:cubicBezTo>
                <a:cubicBezTo>
                  <a:pt x="866520" y="1670091"/>
                  <a:pt x="880114" y="1656497"/>
                  <a:pt x="896883" y="1656497"/>
                </a:cubicBezTo>
                <a:close/>
                <a:moveTo>
                  <a:pt x="824329" y="1656497"/>
                </a:moveTo>
                <a:cubicBezTo>
                  <a:pt x="841098" y="1656497"/>
                  <a:pt x="854692" y="1670091"/>
                  <a:pt x="854692" y="1686860"/>
                </a:cubicBezTo>
                <a:cubicBezTo>
                  <a:pt x="854692" y="1703630"/>
                  <a:pt x="841098" y="1717224"/>
                  <a:pt x="824329" y="1717224"/>
                </a:cubicBezTo>
                <a:cubicBezTo>
                  <a:pt x="807559" y="1717224"/>
                  <a:pt x="793965" y="1703630"/>
                  <a:pt x="793965" y="1686860"/>
                </a:cubicBezTo>
                <a:cubicBezTo>
                  <a:pt x="793965" y="1670091"/>
                  <a:pt x="807559" y="1656497"/>
                  <a:pt x="824329" y="1656497"/>
                </a:cubicBezTo>
                <a:close/>
                <a:moveTo>
                  <a:pt x="751774" y="1656497"/>
                </a:moveTo>
                <a:cubicBezTo>
                  <a:pt x="768544" y="1656497"/>
                  <a:pt x="782138" y="1670091"/>
                  <a:pt x="782138" y="1686860"/>
                </a:cubicBezTo>
                <a:cubicBezTo>
                  <a:pt x="782138" y="1703630"/>
                  <a:pt x="768544" y="1717224"/>
                  <a:pt x="751774" y="1717224"/>
                </a:cubicBezTo>
                <a:cubicBezTo>
                  <a:pt x="735005" y="1717224"/>
                  <a:pt x="721411" y="1703630"/>
                  <a:pt x="721411" y="1686860"/>
                </a:cubicBezTo>
                <a:cubicBezTo>
                  <a:pt x="721411" y="1670091"/>
                  <a:pt x="735005" y="1656497"/>
                  <a:pt x="751774" y="1656497"/>
                </a:cubicBezTo>
                <a:close/>
                <a:moveTo>
                  <a:pt x="679220" y="1656497"/>
                </a:moveTo>
                <a:cubicBezTo>
                  <a:pt x="695989" y="1656497"/>
                  <a:pt x="709583" y="1670091"/>
                  <a:pt x="709583" y="1686860"/>
                </a:cubicBezTo>
                <a:cubicBezTo>
                  <a:pt x="709583" y="1703630"/>
                  <a:pt x="695989" y="1717224"/>
                  <a:pt x="679220" y="1717224"/>
                </a:cubicBezTo>
                <a:cubicBezTo>
                  <a:pt x="662450" y="1717224"/>
                  <a:pt x="648856" y="1703630"/>
                  <a:pt x="648856" y="1686860"/>
                </a:cubicBezTo>
                <a:cubicBezTo>
                  <a:pt x="648856" y="1670091"/>
                  <a:pt x="662450" y="1656497"/>
                  <a:pt x="679220" y="1656497"/>
                </a:cubicBezTo>
                <a:close/>
                <a:moveTo>
                  <a:pt x="606665" y="1656497"/>
                </a:moveTo>
                <a:cubicBezTo>
                  <a:pt x="623435" y="1656497"/>
                  <a:pt x="637029" y="1670091"/>
                  <a:pt x="637029" y="1686860"/>
                </a:cubicBezTo>
                <a:cubicBezTo>
                  <a:pt x="637029" y="1703630"/>
                  <a:pt x="623435" y="1717224"/>
                  <a:pt x="606665" y="1717224"/>
                </a:cubicBezTo>
                <a:cubicBezTo>
                  <a:pt x="589896" y="1717224"/>
                  <a:pt x="576302" y="1703630"/>
                  <a:pt x="576302" y="1686860"/>
                </a:cubicBezTo>
                <a:cubicBezTo>
                  <a:pt x="576302" y="1670091"/>
                  <a:pt x="589896" y="1656497"/>
                  <a:pt x="606665" y="1656497"/>
                </a:cubicBezTo>
                <a:close/>
                <a:moveTo>
                  <a:pt x="534111" y="1656497"/>
                </a:moveTo>
                <a:cubicBezTo>
                  <a:pt x="550880" y="1656497"/>
                  <a:pt x="564474" y="1670091"/>
                  <a:pt x="564474" y="1686860"/>
                </a:cubicBezTo>
                <a:cubicBezTo>
                  <a:pt x="564474" y="1703630"/>
                  <a:pt x="550880" y="1717224"/>
                  <a:pt x="534111" y="1717224"/>
                </a:cubicBezTo>
                <a:cubicBezTo>
                  <a:pt x="517341" y="1717224"/>
                  <a:pt x="503747" y="1703630"/>
                  <a:pt x="503747" y="1686860"/>
                </a:cubicBezTo>
                <a:cubicBezTo>
                  <a:pt x="503747" y="1670091"/>
                  <a:pt x="517341" y="1656497"/>
                  <a:pt x="534111" y="1656497"/>
                </a:cubicBezTo>
                <a:close/>
                <a:moveTo>
                  <a:pt x="461556" y="1656497"/>
                </a:moveTo>
                <a:cubicBezTo>
                  <a:pt x="478326" y="1656497"/>
                  <a:pt x="491920" y="1670091"/>
                  <a:pt x="491920" y="1686860"/>
                </a:cubicBezTo>
                <a:cubicBezTo>
                  <a:pt x="491920" y="1703630"/>
                  <a:pt x="478326" y="1717224"/>
                  <a:pt x="461556" y="1717224"/>
                </a:cubicBezTo>
                <a:cubicBezTo>
                  <a:pt x="444787" y="1717224"/>
                  <a:pt x="431192" y="1703630"/>
                  <a:pt x="431192" y="1686860"/>
                </a:cubicBezTo>
                <a:cubicBezTo>
                  <a:pt x="431192" y="1670091"/>
                  <a:pt x="444787" y="1656497"/>
                  <a:pt x="461556" y="1656497"/>
                </a:cubicBezTo>
                <a:close/>
                <a:moveTo>
                  <a:pt x="389002" y="1656497"/>
                </a:moveTo>
                <a:cubicBezTo>
                  <a:pt x="405771" y="1656497"/>
                  <a:pt x="419365" y="1670091"/>
                  <a:pt x="419365" y="1686860"/>
                </a:cubicBezTo>
                <a:cubicBezTo>
                  <a:pt x="419365" y="1703630"/>
                  <a:pt x="405771" y="1717224"/>
                  <a:pt x="389002" y="1717224"/>
                </a:cubicBezTo>
                <a:cubicBezTo>
                  <a:pt x="372232" y="1717224"/>
                  <a:pt x="358638" y="1703630"/>
                  <a:pt x="358638" y="1686860"/>
                </a:cubicBezTo>
                <a:cubicBezTo>
                  <a:pt x="358638" y="1670091"/>
                  <a:pt x="372232" y="1656497"/>
                  <a:pt x="389002" y="1656497"/>
                </a:cubicBezTo>
                <a:close/>
                <a:moveTo>
                  <a:pt x="316447" y="1656497"/>
                </a:moveTo>
                <a:cubicBezTo>
                  <a:pt x="333216" y="1656497"/>
                  <a:pt x="346810" y="1670091"/>
                  <a:pt x="346810" y="1686860"/>
                </a:cubicBezTo>
                <a:cubicBezTo>
                  <a:pt x="346810" y="1703630"/>
                  <a:pt x="333216" y="1717224"/>
                  <a:pt x="316447" y="1717224"/>
                </a:cubicBezTo>
                <a:cubicBezTo>
                  <a:pt x="299677" y="1717224"/>
                  <a:pt x="286084" y="1703630"/>
                  <a:pt x="286084" y="1686860"/>
                </a:cubicBezTo>
                <a:cubicBezTo>
                  <a:pt x="286084" y="1670091"/>
                  <a:pt x="299677" y="1656497"/>
                  <a:pt x="316447" y="1656497"/>
                </a:cubicBezTo>
                <a:close/>
                <a:moveTo>
                  <a:pt x="243892" y="1656497"/>
                </a:moveTo>
                <a:cubicBezTo>
                  <a:pt x="260662" y="1656497"/>
                  <a:pt x="274256" y="1670091"/>
                  <a:pt x="274256" y="1686860"/>
                </a:cubicBezTo>
                <a:cubicBezTo>
                  <a:pt x="274256" y="1703630"/>
                  <a:pt x="260662" y="1717224"/>
                  <a:pt x="243892" y="1717224"/>
                </a:cubicBezTo>
                <a:cubicBezTo>
                  <a:pt x="227123" y="1717224"/>
                  <a:pt x="213529" y="1703630"/>
                  <a:pt x="213529" y="1686860"/>
                </a:cubicBezTo>
                <a:cubicBezTo>
                  <a:pt x="213529" y="1670091"/>
                  <a:pt x="227123" y="1656497"/>
                  <a:pt x="243892" y="1656497"/>
                </a:cubicBezTo>
                <a:close/>
                <a:moveTo>
                  <a:pt x="171339" y="1656497"/>
                </a:moveTo>
                <a:cubicBezTo>
                  <a:pt x="188107" y="1656497"/>
                  <a:pt x="201701" y="1670091"/>
                  <a:pt x="201701" y="1686860"/>
                </a:cubicBezTo>
                <a:cubicBezTo>
                  <a:pt x="201701" y="1703630"/>
                  <a:pt x="188107" y="1717224"/>
                  <a:pt x="171339" y="1717224"/>
                </a:cubicBezTo>
                <a:cubicBezTo>
                  <a:pt x="154594" y="1717224"/>
                  <a:pt x="141001" y="1703630"/>
                  <a:pt x="141001" y="1686860"/>
                </a:cubicBezTo>
                <a:cubicBezTo>
                  <a:pt x="141001" y="1670091"/>
                  <a:pt x="154594" y="1656497"/>
                  <a:pt x="171339" y="1656497"/>
                </a:cubicBezTo>
                <a:close/>
                <a:moveTo>
                  <a:pt x="98812" y="1656497"/>
                </a:moveTo>
                <a:cubicBezTo>
                  <a:pt x="115580" y="1656497"/>
                  <a:pt x="129174" y="1670091"/>
                  <a:pt x="129174" y="1686860"/>
                </a:cubicBezTo>
                <a:cubicBezTo>
                  <a:pt x="129174" y="1703630"/>
                  <a:pt x="115580" y="1717224"/>
                  <a:pt x="98812" y="1717224"/>
                </a:cubicBezTo>
                <a:cubicBezTo>
                  <a:pt x="82042" y="1717224"/>
                  <a:pt x="68448" y="1703630"/>
                  <a:pt x="68448" y="1686860"/>
                </a:cubicBezTo>
                <a:cubicBezTo>
                  <a:pt x="68448" y="1670091"/>
                  <a:pt x="82042" y="1656497"/>
                  <a:pt x="98812" y="1656497"/>
                </a:cubicBezTo>
                <a:close/>
                <a:moveTo>
                  <a:pt x="26257" y="1656497"/>
                </a:moveTo>
                <a:cubicBezTo>
                  <a:pt x="43026" y="1656497"/>
                  <a:pt x="56620" y="1670091"/>
                  <a:pt x="56620" y="1686860"/>
                </a:cubicBezTo>
                <a:cubicBezTo>
                  <a:pt x="56620" y="1703630"/>
                  <a:pt x="43026" y="1717224"/>
                  <a:pt x="26257" y="1717224"/>
                </a:cubicBezTo>
                <a:cubicBezTo>
                  <a:pt x="17873" y="1717224"/>
                  <a:pt x="10282" y="1713826"/>
                  <a:pt x="4787" y="1708331"/>
                </a:cubicBezTo>
                <a:lnTo>
                  <a:pt x="0" y="1696773"/>
                </a:lnTo>
                <a:lnTo>
                  <a:pt x="0" y="1676947"/>
                </a:lnTo>
                <a:lnTo>
                  <a:pt x="4787" y="1665390"/>
                </a:lnTo>
                <a:cubicBezTo>
                  <a:pt x="10282" y="1659896"/>
                  <a:pt x="17873" y="1656497"/>
                  <a:pt x="26257" y="1656497"/>
                </a:cubicBezTo>
                <a:close/>
                <a:moveTo>
                  <a:pt x="1114547" y="1576045"/>
                </a:moveTo>
                <a:cubicBezTo>
                  <a:pt x="1118739" y="1576045"/>
                  <a:pt x="1122733" y="1576894"/>
                  <a:pt x="1126366" y="1578431"/>
                </a:cubicBezTo>
                <a:lnTo>
                  <a:pt x="1131977" y="1582214"/>
                </a:lnTo>
                <a:lnTo>
                  <a:pt x="1128051" y="1585783"/>
                </a:lnTo>
                <a:lnTo>
                  <a:pt x="1088035" y="1615706"/>
                </a:lnTo>
                <a:lnTo>
                  <a:pt x="1084184" y="1606408"/>
                </a:lnTo>
                <a:cubicBezTo>
                  <a:pt x="1084184" y="1589639"/>
                  <a:pt x="1097778" y="1576045"/>
                  <a:pt x="1114547" y="1576045"/>
                </a:cubicBezTo>
                <a:close/>
                <a:moveTo>
                  <a:pt x="1041993" y="1576045"/>
                </a:moveTo>
                <a:cubicBezTo>
                  <a:pt x="1058762" y="1576045"/>
                  <a:pt x="1072356" y="1589639"/>
                  <a:pt x="1072356" y="1606408"/>
                </a:cubicBezTo>
                <a:cubicBezTo>
                  <a:pt x="1072356" y="1623178"/>
                  <a:pt x="1058762" y="1636772"/>
                  <a:pt x="1041993" y="1636772"/>
                </a:cubicBezTo>
                <a:cubicBezTo>
                  <a:pt x="1025223" y="1636772"/>
                  <a:pt x="1011629" y="1623178"/>
                  <a:pt x="1011629" y="1606408"/>
                </a:cubicBezTo>
                <a:cubicBezTo>
                  <a:pt x="1011629" y="1589639"/>
                  <a:pt x="1025223" y="1576045"/>
                  <a:pt x="1041993" y="1576045"/>
                </a:cubicBezTo>
                <a:close/>
                <a:moveTo>
                  <a:pt x="969438" y="1576045"/>
                </a:moveTo>
                <a:cubicBezTo>
                  <a:pt x="986208" y="1576045"/>
                  <a:pt x="999801" y="1589639"/>
                  <a:pt x="999801" y="1606408"/>
                </a:cubicBezTo>
                <a:cubicBezTo>
                  <a:pt x="999801" y="1623178"/>
                  <a:pt x="986208" y="1636772"/>
                  <a:pt x="969438" y="1636772"/>
                </a:cubicBezTo>
                <a:cubicBezTo>
                  <a:pt x="952669" y="1636772"/>
                  <a:pt x="939075" y="1623178"/>
                  <a:pt x="939075" y="1606408"/>
                </a:cubicBezTo>
                <a:cubicBezTo>
                  <a:pt x="939075" y="1589639"/>
                  <a:pt x="952669" y="1576045"/>
                  <a:pt x="969438" y="1576045"/>
                </a:cubicBezTo>
                <a:close/>
                <a:moveTo>
                  <a:pt x="896883" y="1576045"/>
                </a:moveTo>
                <a:cubicBezTo>
                  <a:pt x="913653" y="1576045"/>
                  <a:pt x="927247" y="1589639"/>
                  <a:pt x="927247" y="1606408"/>
                </a:cubicBezTo>
                <a:cubicBezTo>
                  <a:pt x="927247" y="1623178"/>
                  <a:pt x="913653" y="1636772"/>
                  <a:pt x="896883" y="1636772"/>
                </a:cubicBezTo>
                <a:cubicBezTo>
                  <a:pt x="880114" y="1636772"/>
                  <a:pt x="866520" y="1623178"/>
                  <a:pt x="866520" y="1606408"/>
                </a:cubicBezTo>
                <a:cubicBezTo>
                  <a:pt x="866520" y="1589639"/>
                  <a:pt x="880114" y="1576045"/>
                  <a:pt x="896883" y="1576045"/>
                </a:cubicBezTo>
                <a:close/>
                <a:moveTo>
                  <a:pt x="824329" y="1576045"/>
                </a:moveTo>
                <a:cubicBezTo>
                  <a:pt x="841098" y="1576045"/>
                  <a:pt x="854692" y="1589639"/>
                  <a:pt x="854692" y="1606408"/>
                </a:cubicBezTo>
                <a:cubicBezTo>
                  <a:pt x="854692" y="1623178"/>
                  <a:pt x="841098" y="1636772"/>
                  <a:pt x="824329" y="1636772"/>
                </a:cubicBezTo>
                <a:cubicBezTo>
                  <a:pt x="807559" y="1636772"/>
                  <a:pt x="793965" y="1623178"/>
                  <a:pt x="793965" y="1606408"/>
                </a:cubicBezTo>
                <a:cubicBezTo>
                  <a:pt x="793965" y="1589639"/>
                  <a:pt x="807559" y="1576045"/>
                  <a:pt x="824329" y="1576045"/>
                </a:cubicBezTo>
                <a:close/>
                <a:moveTo>
                  <a:pt x="751774" y="1576045"/>
                </a:moveTo>
                <a:cubicBezTo>
                  <a:pt x="768544" y="1576045"/>
                  <a:pt x="782138" y="1589639"/>
                  <a:pt x="782138" y="1606408"/>
                </a:cubicBezTo>
                <a:cubicBezTo>
                  <a:pt x="782138" y="1623178"/>
                  <a:pt x="768544" y="1636772"/>
                  <a:pt x="751774" y="1636772"/>
                </a:cubicBezTo>
                <a:cubicBezTo>
                  <a:pt x="735005" y="1636772"/>
                  <a:pt x="721411" y="1623178"/>
                  <a:pt x="721411" y="1606408"/>
                </a:cubicBezTo>
                <a:cubicBezTo>
                  <a:pt x="721411" y="1589639"/>
                  <a:pt x="735005" y="1576045"/>
                  <a:pt x="751774" y="1576045"/>
                </a:cubicBezTo>
                <a:close/>
                <a:moveTo>
                  <a:pt x="679220" y="1576045"/>
                </a:moveTo>
                <a:cubicBezTo>
                  <a:pt x="695989" y="1576045"/>
                  <a:pt x="709583" y="1589639"/>
                  <a:pt x="709583" y="1606408"/>
                </a:cubicBezTo>
                <a:cubicBezTo>
                  <a:pt x="709583" y="1623178"/>
                  <a:pt x="695989" y="1636772"/>
                  <a:pt x="679220" y="1636772"/>
                </a:cubicBezTo>
                <a:cubicBezTo>
                  <a:pt x="662450" y="1636772"/>
                  <a:pt x="648856" y="1623178"/>
                  <a:pt x="648856" y="1606408"/>
                </a:cubicBezTo>
                <a:cubicBezTo>
                  <a:pt x="648856" y="1589639"/>
                  <a:pt x="662450" y="1576045"/>
                  <a:pt x="679220" y="1576045"/>
                </a:cubicBezTo>
                <a:close/>
                <a:moveTo>
                  <a:pt x="606665" y="1576045"/>
                </a:moveTo>
                <a:cubicBezTo>
                  <a:pt x="623435" y="1576045"/>
                  <a:pt x="637029" y="1589639"/>
                  <a:pt x="637029" y="1606408"/>
                </a:cubicBezTo>
                <a:cubicBezTo>
                  <a:pt x="637029" y="1623178"/>
                  <a:pt x="623435" y="1636772"/>
                  <a:pt x="606665" y="1636772"/>
                </a:cubicBezTo>
                <a:cubicBezTo>
                  <a:pt x="589896" y="1636772"/>
                  <a:pt x="576302" y="1623178"/>
                  <a:pt x="576302" y="1606408"/>
                </a:cubicBezTo>
                <a:cubicBezTo>
                  <a:pt x="576302" y="1589639"/>
                  <a:pt x="589896" y="1576045"/>
                  <a:pt x="606665" y="1576045"/>
                </a:cubicBezTo>
                <a:close/>
                <a:moveTo>
                  <a:pt x="534111" y="1576045"/>
                </a:moveTo>
                <a:cubicBezTo>
                  <a:pt x="550880" y="1576045"/>
                  <a:pt x="564474" y="1589639"/>
                  <a:pt x="564474" y="1606408"/>
                </a:cubicBezTo>
                <a:cubicBezTo>
                  <a:pt x="564474" y="1623178"/>
                  <a:pt x="550880" y="1636772"/>
                  <a:pt x="534111" y="1636772"/>
                </a:cubicBezTo>
                <a:cubicBezTo>
                  <a:pt x="517341" y="1636772"/>
                  <a:pt x="503747" y="1623178"/>
                  <a:pt x="503747" y="1606408"/>
                </a:cubicBezTo>
                <a:cubicBezTo>
                  <a:pt x="503747" y="1589639"/>
                  <a:pt x="517341" y="1576045"/>
                  <a:pt x="534111" y="1576045"/>
                </a:cubicBezTo>
                <a:close/>
                <a:moveTo>
                  <a:pt x="461556" y="1576045"/>
                </a:moveTo>
                <a:cubicBezTo>
                  <a:pt x="478326" y="1576045"/>
                  <a:pt x="491920" y="1589639"/>
                  <a:pt x="491920" y="1606408"/>
                </a:cubicBezTo>
                <a:cubicBezTo>
                  <a:pt x="491920" y="1623178"/>
                  <a:pt x="478326" y="1636772"/>
                  <a:pt x="461556" y="1636772"/>
                </a:cubicBezTo>
                <a:cubicBezTo>
                  <a:pt x="444787" y="1636772"/>
                  <a:pt x="431192" y="1623178"/>
                  <a:pt x="431192" y="1606408"/>
                </a:cubicBezTo>
                <a:cubicBezTo>
                  <a:pt x="431192" y="1589639"/>
                  <a:pt x="444787" y="1576045"/>
                  <a:pt x="461556" y="1576045"/>
                </a:cubicBezTo>
                <a:close/>
                <a:moveTo>
                  <a:pt x="389002" y="1576045"/>
                </a:moveTo>
                <a:cubicBezTo>
                  <a:pt x="405771" y="1576045"/>
                  <a:pt x="419365" y="1589639"/>
                  <a:pt x="419365" y="1606408"/>
                </a:cubicBezTo>
                <a:cubicBezTo>
                  <a:pt x="419365" y="1623178"/>
                  <a:pt x="405771" y="1636772"/>
                  <a:pt x="389002" y="1636772"/>
                </a:cubicBezTo>
                <a:cubicBezTo>
                  <a:pt x="372232" y="1636772"/>
                  <a:pt x="358638" y="1623178"/>
                  <a:pt x="358638" y="1606408"/>
                </a:cubicBezTo>
                <a:cubicBezTo>
                  <a:pt x="358638" y="1589639"/>
                  <a:pt x="372232" y="1576045"/>
                  <a:pt x="389002" y="1576045"/>
                </a:cubicBezTo>
                <a:close/>
                <a:moveTo>
                  <a:pt x="316447" y="1576045"/>
                </a:moveTo>
                <a:cubicBezTo>
                  <a:pt x="333216" y="1576045"/>
                  <a:pt x="346810" y="1589639"/>
                  <a:pt x="346810" y="1606408"/>
                </a:cubicBezTo>
                <a:cubicBezTo>
                  <a:pt x="346810" y="1623178"/>
                  <a:pt x="333216" y="1636772"/>
                  <a:pt x="316447" y="1636772"/>
                </a:cubicBezTo>
                <a:cubicBezTo>
                  <a:pt x="299677" y="1636772"/>
                  <a:pt x="286084" y="1623178"/>
                  <a:pt x="286084" y="1606408"/>
                </a:cubicBezTo>
                <a:cubicBezTo>
                  <a:pt x="286084" y="1589639"/>
                  <a:pt x="299677" y="1576045"/>
                  <a:pt x="316447" y="1576045"/>
                </a:cubicBezTo>
                <a:close/>
                <a:moveTo>
                  <a:pt x="243892" y="1576045"/>
                </a:moveTo>
                <a:cubicBezTo>
                  <a:pt x="260662" y="1576045"/>
                  <a:pt x="274256" y="1589639"/>
                  <a:pt x="274256" y="1606408"/>
                </a:cubicBezTo>
                <a:cubicBezTo>
                  <a:pt x="274256" y="1623178"/>
                  <a:pt x="260662" y="1636772"/>
                  <a:pt x="243892" y="1636772"/>
                </a:cubicBezTo>
                <a:cubicBezTo>
                  <a:pt x="227123" y="1636772"/>
                  <a:pt x="213529" y="1623178"/>
                  <a:pt x="213529" y="1606408"/>
                </a:cubicBezTo>
                <a:cubicBezTo>
                  <a:pt x="213529" y="1589639"/>
                  <a:pt x="227123" y="1576045"/>
                  <a:pt x="243892" y="1576045"/>
                </a:cubicBezTo>
                <a:close/>
                <a:moveTo>
                  <a:pt x="171339" y="1576045"/>
                </a:moveTo>
                <a:cubicBezTo>
                  <a:pt x="188107" y="1576045"/>
                  <a:pt x="201701" y="1589639"/>
                  <a:pt x="201701" y="1606408"/>
                </a:cubicBezTo>
                <a:cubicBezTo>
                  <a:pt x="201701" y="1623178"/>
                  <a:pt x="188107" y="1636772"/>
                  <a:pt x="171339" y="1636772"/>
                </a:cubicBezTo>
                <a:cubicBezTo>
                  <a:pt x="154599" y="1636772"/>
                  <a:pt x="141006" y="1623178"/>
                  <a:pt x="141006" y="1606408"/>
                </a:cubicBezTo>
                <a:cubicBezTo>
                  <a:pt x="141006" y="1589639"/>
                  <a:pt x="154599" y="1576045"/>
                  <a:pt x="171339" y="1576045"/>
                </a:cubicBezTo>
                <a:close/>
                <a:moveTo>
                  <a:pt x="98818" y="1576045"/>
                </a:moveTo>
                <a:cubicBezTo>
                  <a:pt x="115586" y="1576045"/>
                  <a:pt x="129180" y="1589639"/>
                  <a:pt x="129180" y="1606408"/>
                </a:cubicBezTo>
                <a:cubicBezTo>
                  <a:pt x="129180" y="1623178"/>
                  <a:pt x="115586" y="1636772"/>
                  <a:pt x="98818" y="1636772"/>
                </a:cubicBezTo>
                <a:cubicBezTo>
                  <a:pt x="82048" y="1636772"/>
                  <a:pt x="68454" y="1623178"/>
                  <a:pt x="68454" y="1606408"/>
                </a:cubicBezTo>
                <a:cubicBezTo>
                  <a:pt x="68454" y="1589639"/>
                  <a:pt x="82048" y="1576045"/>
                  <a:pt x="98818" y="1576045"/>
                </a:cubicBezTo>
                <a:close/>
                <a:moveTo>
                  <a:pt x="26264" y="1576045"/>
                </a:moveTo>
                <a:cubicBezTo>
                  <a:pt x="43032" y="1576045"/>
                  <a:pt x="56626" y="1589639"/>
                  <a:pt x="56626" y="1606408"/>
                </a:cubicBezTo>
                <a:cubicBezTo>
                  <a:pt x="56626" y="1623178"/>
                  <a:pt x="43032" y="1636772"/>
                  <a:pt x="26264" y="1636772"/>
                </a:cubicBezTo>
                <a:cubicBezTo>
                  <a:pt x="17880" y="1636772"/>
                  <a:pt x="10289" y="1633374"/>
                  <a:pt x="4794" y="1627879"/>
                </a:cubicBezTo>
                <a:lnTo>
                  <a:pt x="0" y="1616304"/>
                </a:lnTo>
                <a:lnTo>
                  <a:pt x="0" y="1596512"/>
                </a:lnTo>
                <a:lnTo>
                  <a:pt x="4794" y="1584938"/>
                </a:lnTo>
                <a:cubicBezTo>
                  <a:pt x="10289" y="1579444"/>
                  <a:pt x="17880" y="1576045"/>
                  <a:pt x="26264" y="1576045"/>
                </a:cubicBezTo>
                <a:close/>
                <a:moveTo>
                  <a:pt x="1187102" y="1495593"/>
                </a:moveTo>
                <a:cubicBezTo>
                  <a:pt x="1195486" y="1495593"/>
                  <a:pt x="1203077" y="1498992"/>
                  <a:pt x="1208572" y="1504486"/>
                </a:cubicBezTo>
                <a:lnTo>
                  <a:pt x="1211014" y="1510381"/>
                </a:lnTo>
                <a:lnTo>
                  <a:pt x="1168285" y="1549216"/>
                </a:lnTo>
                <a:lnTo>
                  <a:pt x="1165631" y="1547427"/>
                </a:lnTo>
                <a:cubicBezTo>
                  <a:pt x="1160137" y="1541932"/>
                  <a:pt x="1156738" y="1534341"/>
                  <a:pt x="1156738" y="1525957"/>
                </a:cubicBezTo>
                <a:cubicBezTo>
                  <a:pt x="1156738" y="1509187"/>
                  <a:pt x="1170332" y="1495593"/>
                  <a:pt x="1187102" y="1495593"/>
                </a:cubicBezTo>
                <a:close/>
                <a:moveTo>
                  <a:pt x="1114547" y="1495593"/>
                </a:moveTo>
                <a:cubicBezTo>
                  <a:pt x="1131317" y="1495593"/>
                  <a:pt x="1144911" y="1509187"/>
                  <a:pt x="1144911" y="1525957"/>
                </a:cubicBezTo>
                <a:cubicBezTo>
                  <a:pt x="1144911" y="1542726"/>
                  <a:pt x="1131317" y="1556320"/>
                  <a:pt x="1114547" y="1556320"/>
                </a:cubicBezTo>
                <a:cubicBezTo>
                  <a:pt x="1097778" y="1556320"/>
                  <a:pt x="1084184" y="1542726"/>
                  <a:pt x="1084184" y="1525957"/>
                </a:cubicBezTo>
                <a:cubicBezTo>
                  <a:pt x="1084184" y="1509187"/>
                  <a:pt x="1097778" y="1495593"/>
                  <a:pt x="1114547" y="1495593"/>
                </a:cubicBezTo>
                <a:close/>
                <a:moveTo>
                  <a:pt x="1041993" y="1495593"/>
                </a:moveTo>
                <a:cubicBezTo>
                  <a:pt x="1058762" y="1495593"/>
                  <a:pt x="1072356" y="1509187"/>
                  <a:pt x="1072356" y="1525957"/>
                </a:cubicBezTo>
                <a:cubicBezTo>
                  <a:pt x="1072356" y="1542726"/>
                  <a:pt x="1058762" y="1556320"/>
                  <a:pt x="1041993" y="1556320"/>
                </a:cubicBezTo>
                <a:cubicBezTo>
                  <a:pt x="1025223" y="1556320"/>
                  <a:pt x="1011629" y="1542726"/>
                  <a:pt x="1011629" y="1525957"/>
                </a:cubicBezTo>
                <a:cubicBezTo>
                  <a:pt x="1011629" y="1509187"/>
                  <a:pt x="1025223" y="1495593"/>
                  <a:pt x="1041993" y="1495593"/>
                </a:cubicBezTo>
                <a:close/>
                <a:moveTo>
                  <a:pt x="969438" y="1495593"/>
                </a:moveTo>
                <a:cubicBezTo>
                  <a:pt x="986208" y="1495593"/>
                  <a:pt x="999801" y="1509187"/>
                  <a:pt x="999801" y="1525957"/>
                </a:cubicBezTo>
                <a:cubicBezTo>
                  <a:pt x="999801" y="1542726"/>
                  <a:pt x="986208" y="1556320"/>
                  <a:pt x="969438" y="1556320"/>
                </a:cubicBezTo>
                <a:cubicBezTo>
                  <a:pt x="952669" y="1556320"/>
                  <a:pt x="939075" y="1542726"/>
                  <a:pt x="939075" y="1525957"/>
                </a:cubicBezTo>
                <a:cubicBezTo>
                  <a:pt x="939075" y="1509187"/>
                  <a:pt x="952669" y="1495593"/>
                  <a:pt x="969438" y="1495593"/>
                </a:cubicBezTo>
                <a:close/>
                <a:moveTo>
                  <a:pt x="896883" y="1495593"/>
                </a:moveTo>
                <a:cubicBezTo>
                  <a:pt x="913653" y="1495593"/>
                  <a:pt x="927247" y="1509187"/>
                  <a:pt x="927247" y="1525957"/>
                </a:cubicBezTo>
                <a:cubicBezTo>
                  <a:pt x="927247" y="1542726"/>
                  <a:pt x="913653" y="1556320"/>
                  <a:pt x="896883" y="1556320"/>
                </a:cubicBezTo>
                <a:cubicBezTo>
                  <a:pt x="880114" y="1556320"/>
                  <a:pt x="866520" y="1542726"/>
                  <a:pt x="866520" y="1525957"/>
                </a:cubicBezTo>
                <a:cubicBezTo>
                  <a:pt x="866520" y="1509187"/>
                  <a:pt x="880114" y="1495593"/>
                  <a:pt x="896883" y="1495593"/>
                </a:cubicBezTo>
                <a:close/>
                <a:moveTo>
                  <a:pt x="824329" y="1495593"/>
                </a:moveTo>
                <a:cubicBezTo>
                  <a:pt x="841098" y="1495593"/>
                  <a:pt x="854692" y="1509187"/>
                  <a:pt x="854692" y="1525957"/>
                </a:cubicBezTo>
                <a:cubicBezTo>
                  <a:pt x="854692" y="1542726"/>
                  <a:pt x="841098" y="1556320"/>
                  <a:pt x="824329" y="1556320"/>
                </a:cubicBezTo>
                <a:cubicBezTo>
                  <a:pt x="807559" y="1556320"/>
                  <a:pt x="793965" y="1542726"/>
                  <a:pt x="793965" y="1525957"/>
                </a:cubicBezTo>
                <a:cubicBezTo>
                  <a:pt x="793965" y="1509187"/>
                  <a:pt x="807559" y="1495593"/>
                  <a:pt x="824329" y="1495593"/>
                </a:cubicBezTo>
                <a:close/>
                <a:moveTo>
                  <a:pt x="751774" y="1495593"/>
                </a:moveTo>
                <a:cubicBezTo>
                  <a:pt x="768544" y="1495593"/>
                  <a:pt x="782138" y="1509187"/>
                  <a:pt x="782138" y="1525957"/>
                </a:cubicBezTo>
                <a:cubicBezTo>
                  <a:pt x="782138" y="1542726"/>
                  <a:pt x="768544" y="1556320"/>
                  <a:pt x="751774" y="1556320"/>
                </a:cubicBezTo>
                <a:cubicBezTo>
                  <a:pt x="735005" y="1556320"/>
                  <a:pt x="721411" y="1542726"/>
                  <a:pt x="721411" y="1525957"/>
                </a:cubicBezTo>
                <a:cubicBezTo>
                  <a:pt x="721411" y="1509187"/>
                  <a:pt x="735005" y="1495593"/>
                  <a:pt x="751774" y="1495593"/>
                </a:cubicBezTo>
                <a:close/>
                <a:moveTo>
                  <a:pt x="679220" y="1495593"/>
                </a:moveTo>
                <a:cubicBezTo>
                  <a:pt x="695989" y="1495593"/>
                  <a:pt x="709583" y="1509187"/>
                  <a:pt x="709583" y="1525957"/>
                </a:cubicBezTo>
                <a:cubicBezTo>
                  <a:pt x="709583" y="1542726"/>
                  <a:pt x="695989" y="1556320"/>
                  <a:pt x="679220" y="1556320"/>
                </a:cubicBezTo>
                <a:cubicBezTo>
                  <a:pt x="662450" y="1556320"/>
                  <a:pt x="648856" y="1542726"/>
                  <a:pt x="648856" y="1525957"/>
                </a:cubicBezTo>
                <a:cubicBezTo>
                  <a:pt x="648856" y="1509187"/>
                  <a:pt x="662450" y="1495593"/>
                  <a:pt x="679220" y="1495593"/>
                </a:cubicBezTo>
                <a:close/>
                <a:moveTo>
                  <a:pt x="606665" y="1495593"/>
                </a:moveTo>
                <a:cubicBezTo>
                  <a:pt x="623435" y="1495593"/>
                  <a:pt x="637029" y="1509187"/>
                  <a:pt x="637029" y="1525957"/>
                </a:cubicBezTo>
                <a:cubicBezTo>
                  <a:pt x="637029" y="1542726"/>
                  <a:pt x="623435" y="1556320"/>
                  <a:pt x="606665" y="1556320"/>
                </a:cubicBezTo>
                <a:cubicBezTo>
                  <a:pt x="589896" y="1556320"/>
                  <a:pt x="576302" y="1542726"/>
                  <a:pt x="576302" y="1525957"/>
                </a:cubicBezTo>
                <a:cubicBezTo>
                  <a:pt x="576302" y="1509187"/>
                  <a:pt x="589896" y="1495593"/>
                  <a:pt x="606665" y="1495593"/>
                </a:cubicBezTo>
                <a:close/>
                <a:moveTo>
                  <a:pt x="534111" y="1495593"/>
                </a:moveTo>
                <a:cubicBezTo>
                  <a:pt x="550880" y="1495593"/>
                  <a:pt x="564474" y="1509187"/>
                  <a:pt x="564474" y="1525957"/>
                </a:cubicBezTo>
                <a:cubicBezTo>
                  <a:pt x="564474" y="1542726"/>
                  <a:pt x="550880" y="1556320"/>
                  <a:pt x="534111" y="1556320"/>
                </a:cubicBezTo>
                <a:cubicBezTo>
                  <a:pt x="517341" y="1556320"/>
                  <a:pt x="503747" y="1542726"/>
                  <a:pt x="503747" y="1525957"/>
                </a:cubicBezTo>
                <a:cubicBezTo>
                  <a:pt x="503747" y="1509187"/>
                  <a:pt x="517341" y="1495593"/>
                  <a:pt x="534111" y="1495593"/>
                </a:cubicBezTo>
                <a:close/>
                <a:moveTo>
                  <a:pt x="461556" y="1495593"/>
                </a:moveTo>
                <a:cubicBezTo>
                  <a:pt x="478326" y="1495593"/>
                  <a:pt x="491920" y="1509187"/>
                  <a:pt x="491920" y="1525957"/>
                </a:cubicBezTo>
                <a:cubicBezTo>
                  <a:pt x="491920" y="1542726"/>
                  <a:pt x="478326" y="1556320"/>
                  <a:pt x="461556" y="1556320"/>
                </a:cubicBezTo>
                <a:cubicBezTo>
                  <a:pt x="444787" y="1556320"/>
                  <a:pt x="431192" y="1542726"/>
                  <a:pt x="431192" y="1525957"/>
                </a:cubicBezTo>
                <a:cubicBezTo>
                  <a:pt x="431192" y="1509187"/>
                  <a:pt x="444787" y="1495593"/>
                  <a:pt x="461556" y="1495593"/>
                </a:cubicBezTo>
                <a:close/>
                <a:moveTo>
                  <a:pt x="389002" y="1495593"/>
                </a:moveTo>
                <a:cubicBezTo>
                  <a:pt x="405771" y="1495593"/>
                  <a:pt x="419365" y="1509187"/>
                  <a:pt x="419365" y="1525957"/>
                </a:cubicBezTo>
                <a:cubicBezTo>
                  <a:pt x="419365" y="1542726"/>
                  <a:pt x="405771" y="1556320"/>
                  <a:pt x="389002" y="1556320"/>
                </a:cubicBezTo>
                <a:cubicBezTo>
                  <a:pt x="372232" y="1556320"/>
                  <a:pt x="358638" y="1542726"/>
                  <a:pt x="358638" y="1525957"/>
                </a:cubicBezTo>
                <a:cubicBezTo>
                  <a:pt x="358638" y="1509187"/>
                  <a:pt x="372232" y="1495593"/>
                  <a:pt x="389002" y="1495593"/>
                </a:cubicBezTo>
                <a:close/>
                <a:moveTo>
                  <a:pt x="316447" y="1495593"/>
                </a:moveTo>
                <a:cubicBezTo>
                  <a:pt x="333216" y="1495593"/>
                  <a:pt x="346810" y="1509187"/>
                  <a:pt x="346810" y="1525957"/>
                </a:cubicBezTo>
                <a:cubicBezTo>
                  <a:pt x="346810" y="1542726"/>
                  <a:pt x="333216" y="1556320"/>
                  <a:pt x="316447" y="1556320"/>
                </a:cubicBezTo>
                <a:cubicBezTo>
                  <a:pt x="299677" y="1556320"/>
                  <a:pt x="286084" y="1542726"/>
                  <a:pt x="286084" y="1525957"/>
                </a:cubicBezTo>
                <a:cubicBezTo>
                  <a:pt x="286084" y="1509187"/>
                  <a:pt x="299677" y="1495593"/>
                  <a:pt x="316447" y="1495593"/>
                </a:cubicBezTo>
                <a:close/>
                <a:moveTo>
                  <a:pt x="243892" y="1495593"/>
                </a:moveTo>
                <a:cubicBezTo>
                  <a:pt x="260662" y="1495593"/>
                  <a:pt x="274256" y="1509187"/>
                  <a:pt x="274256" y="1525957"/>
                </a:cubicBezTo>
                <a:cubicBezTo>
                  <a:pt x="274256" y="1542726"/>
                  <a:pt x="260662" y="1556320"/>
                  <a:pt x="243892" y="1556320"/>
                </a:cubicBezTo>
                <a:cubicBezTo>
                  <a:pt x="227123" y="1556320"/>
                  <a:pt x="213529" y="1542726"/>
                  <a:pt x="213529" y="1525957"/>
                </a:cubicBezTo>
                <a:cubicBezTo>
                  <a:pt x="213529" y="1509187"/>
                  <a:pt x="227123" y="1495593"/>
                  <a:pt x="243892" y="1495593"/>
                </a:cubicBezTo>
                <a:close/>
                <a:moveTo>
                  <a:pt x="171339" y="1495593"/>
                </a:moveTo>
                <a:cubicBezTo>
                  <a:pt x="188107" y="1495593"/>
                  <a:pt x="201701" y="1509187"/>
                  <a:pt x="201701" y="1525957"/>
                </a:cubicBezTo>
                <a:cubicBezTo>
                  <a:pt x="201701" y="1542726"/>
                  <a:pt x="188107" y="1556320"/>
                  <a:pt x="171339" y="1556320"/>
                </a:cubicBezTo>
                <a:cubicBezTo>
                  <a:pt x="154606" y="1556320"/>
                  <a:pt x="141012" y="1542726"/>
                  <a:pt x="141012" y="1525957"/>
                </a:cubicBezTo>
                <a:cubicBezTo>
                  <a:pt x="141012" y="1509187"/>
                  <a:pt x="154606" y="1495593"/>
                  <a:pt x="171339" y="1495593"/>
                </a:cubicBezTo>
                <a:close/>
                <a:moveTo>
                  <a:pt x="98825" y="1495593"/>
                </a:moveTo>
                <a:cubicBezTo>
                  <a:pt x="115592" y="1495593"/>
                  <a:pt x="129186" y="1509187"/>
                  <a:pt x="129186" y="1525957"/>
                </a:cubicBezTo>
                <a:cubicBezTo>
                  <a:pt x="129186" y="1542726"/>
                  <a:pt x="115592" y="1556320"/>
                  <a:pt x="98825" y="1556320"/>
                </a:cubicBezTo>
                <a:cubicBezTo>
                  <a:pt x="82054" y="1556320"/>
                  <a:pt x="68461" y="1542726"/>
                  <a:pt x="68461" y="1525957"/>
                </a:cubicBezTo>
                <a:cubicBezTo>
                  <a:pt x="68461" y="1509187"/>
                  <a:pt x="82054" y="1495593"/>
                  <a:pt x="98825" y="1495593"/>
                </a:cubicBezTo>
                <a:close/>
                <a:moveTo>
                  <a:pt x="26270" y="1495593"/>
                </a:moveTo>
                <a:cubicBezTo>
                  <a:pt x="43038" y="1495593"/>
                  <a:pt x="56632" y="1509187"/>
                  <a:pt x="56632" y="1525957"/>
                </a:cubicBezTo>
                <a:cubicBezTo>
                  <a:pt x="56632" y="1542726"/>
                  <a:pt x="43038" y="1556320"/>
                  <a:pt x="26270" y="1556320"/>
                </a:cubicBezTo>
                <a:cubicBezTo>
                  <a:pt x="17886" y="1556320"/>
                  <a:pt x="10295" y="1552922"/>
                  <a:pt x="4801" y="1547427"/>
                </a:cubicBezTo>
                <a:lnTo>
                  <a:pt x="0" y="1535836"/>
                </a:lnTo>
                <a:lnTo>
                  <a:pt x="0" y="1516078"/>
                </a:lnTo>
                <a:lnTo>
                  <a:pt x="4801" y="1504486"/>
                </a:lnTo>
                <a:cubicBezTo>
                  <a:pt x="10295" y="1498992"/>
                  <a:pt x="17886" y="1495593"/>
                  <a:pt x="26270" y="1495593"/>
                </a:cubicBezTo>
                <a:close/>
                <a:moveTo>
                  <a:pt x="1259656" y="1415141"/>
                </a:moveTo>
                <a:cubicBezTo>
                  <a:pt x="1268041" y="1415141"/>
                  <a:pt x="1275632" y="1418540"/>
                  <a:pt x="1281127" y="1424035"/>
                </a:cubicBezTo>
                <a:lnTo>
                  <a:pt x="1285044" y="1433492"/>
                </a:lnTo>
                <a:lnTo>
                  <a:pt x="1248565" y="1473629"/>
                </a:lnTo>
                <a:lnTo>
                  <a:pt x="1247837" y="1473482"/>
                </a:lnTo>
                <a:cubicBezTo>
                  <a:pt x="1236940" y="1468873"/>
                  <a:pt x="1229293" y="1458082"/>
                  <a:pt x="1229293" y="1445505"/>
                </a:cubicBezTo>
                <a:cubicBezTo>
                  <a:pt x="1229293" y="1428735"/>
                  <a:pt x="1242887" y="1415141"/>
                  <a:pt x="1259656" y="1415141"/>
                </a:cubicBezTo>
                <a:close/>
                <a:moveTo>
                  <a:pt x="1187102" y="1415141"/>
                </a:moveTo>
                <a:cubicBezTo>
                  <a:pt x="1203871" y="1415141"/>
                  <a:pt x="1217465" y="1428735"/>
                  <a:pt x="1217465" y="1445505"/>
                </a:cubicBezTo>
                <a:cubicBezTo>
                  <a:pt x="1217465" y="1462274"/>
                  <a:pt x="1203871" y="1475868"/>
                  <a:pt x="1187102" y="1475868"/>
                </a:cubicBezTo>
                <a:cubicBezTo>
                  <a:pt x="1170332" y="1475868"/>
                  <a:pt x="1156738" y="1462274"/>
                  <a:pt x="1156738" y="1445505"/>
                </a:cubicBezTo>
                <a:cubicBezTo>
                  <a:pt x="1156738" y="1428735"/>
                  <a:pt x="1170332" y="1415141"/>
                  <a:pt x="1187102" y="1415141"/>
                </a:cubicBezTo>
                <a:close/>
                <a:moveTo>
                  <a:pt x="1114547" y="1415141"/>
                </a:moveTo>
                <a:cubicBezTo>
                  <a:pt x="1131317" y="1415141"/>
                  <a:pt x="1144911" y="1428735"/>
                  <a:pt x="1144911" y="1445505"/>
                </a:cubicBezTo>
                <a:cubicBezTo>
                  <a:pt x="1144911" y="1462274"/>
                  <a:pt x="1131317" y="1475868"/>
                  <a:pt x="1114547" y="1475868"/>
                </a:cubicBezTo>
                <a:cubicBezTo>
                  <a:pt x="1097778" y="1475868"/>
                  <a:pt x="1084184" y="1462274"/>
                  <a:pt x="1084184" y="1445505"/>
                </a:cubicBezTo>
                <a:cubicBezTo>
                  <a:pt x="1084184" y="1428735"/>
                  <a:pt x="1097778" y="1415141"/>
                  <a:pt x="1114547" y="1415141"/>
                </a:cubicBezTo>
                <a:close/>
                <a:moveTo>
                  <a:pt x="1041993" y="1415141"/>
                </a:moveTo>
                <a:cubicBezTo>
                  <a:pt x="1058762" y="1415141"/>
                  <a:pt x="1072356" y="1428735"/>
                  <a:pt x="1072356" y="1445505"/>
                </a:cubicBezTo>
                <a:cubicBezTo>
                  <a:pt x="1072356" y="1462274"/>
                  <a:pt x="1058762" y="1475868"/>
                  <a:pt x="1041993" y="1475868"/>
                </a:cubicBezTo>
                <a:cubicBezTo>
                  <a:pt x="1025223" y="1475868"/>
                  <a:pt x="1011629" y="1462274"/>
                  <a:pt x="1011629" y="1445505"/>
                </a:cubicBezTo>
                <a:cubicBezTo>
                  <a:pt x="1011629" y="1428735"/>
                  <a:pt x="1025223" y="1415141"/>
                  <a:pt x="1041993" y="1415141"/>
                </a:cubicBezTo>
                <a:close/>
                <a:moveTo>
                  <a:pt x="969438" y="1415141"/>
                </a:moveTo>
                <a:cubicBezTo>
                  <a:pt x="986208" y="1415141"/>
                  <a:pt x="999801" y="1428735"/>
                  <a:pt x="999801" y="1445505"/>
                </a:cubicBezTo>
                <a:cubicBezTo>
                  <a:pt x="999801" y="1462274"/>
                  <a:pt x="986208" y="1475868"/>
                  <a:pt x="969438" y="1475868"/>
                </a:cubicBezTo>
                <a:cubicBezTo>
                  <a:pt x="952669" y="1475868"/>
                  <a:pt x="939075" y="1462274"/>
                  <a:pt x="939075" y="1445505"/>
                </a:cubicBezTo>
                <a:cubicBezTo>
                  <a:pt x="939075" y="1428735"/>
                  <a:pt x="952669" y="1415141"/>
                  <a:pt x="969438" y="1415141"/>
                </a:cubicBezTo>
                <a:close/>
                <a:moveTo>
                  <a:pt x="896883" y="1415141"/>
                </a:moveTo>
                <a:cubicBezTo>
                  <a:pt x="913653" y="1415141"/>
                  <a:pt x="927247" y="1428735"/>
                  <a:pt x="927247" y="1445505"/>
                </a:cubicBezTo>
                <a:cubicBezTo>
                  <a:pt x="927247" y="1462274"/>
                  <a:pt x="913653" y="1475868"/>
                  <a:pt x="896883" y="1475868"/>
                </a:cubicBezTo>
                <a:cubicBezTo>
                  <a:pt x="880114" y="1475868"/>
                  <a:pt x="866520" y="1462274"/>
                  <a:pt x="866520" y="1445505"/>
                </a:cubicBezTo>
                <a:cubicBezTo>
                  <a:pt x="866520" y="1428735"/>
                  <a:pt x="880114" y="1415141"/>
                  <a:pt x="896883" y="1415141"/>
                </a:cubicBezTo>
                <a:close/>
                <a:moveTo>
                  <a:pt x="824329" y="1415141"/>
                </a:moveTo>
                <a:cubicBezTo>
                  <a:pt x="841098" y="1415141"/>
                  <a:pt x="854692" y="1428735"/>
                  <a:pt x="854692" y="1445505"/>
                </a:cubicBezTo>
                <a:cubicBezTo>
                  <a:pt x="854692" y="1462274"/>
                  <a:pt x="841098" y="1475868"/>
                  <a:pt x="824329" y="1475868"/>
                </a:cubicBezTo>
                <a:cubicBezTo>
                  <a:pt x="807559" y="1475868"/>
                  <a:pt x="793965" y="1462274"/>
                  <a:pt x="793965" y="1445505"/>
                </a:cubicBezTo>
                <a:cubicBezTo>
                  <a:pt x="793965" y="1428735"/>
                  <a:pt x="807559" y="1415141"/>
                  <a:pt x="824329" y="1415141"/>
                </a:cubicBezTo>
                <a:close/>
                <a:moveTo>
                  <a:pt x="751774" y="1415141"/>
                </a:moveTo>
                <a:cubicBezTo>
                  <a:pt x="768544" y="1415141"/>
                  <a:pt x="782138" y="1428735"/>
                  <a:pt x="782138" y="1445505"/>
                </a:cubicBezTo>
                <a:cubicBezTo>
                  <a:pt x="782138" y="1462274"/>
                  <a:pt x="768544" y="1475868"/>
                  <a:pt x="751774" y="1475868"/>
                </a:cubicBezTo>
                <a:cubicBezTo>
                  <a:pt x="735005" y="1475868"/>
                  <a:pt x="721411" y="1462274"/>
                  <a:pt x="721411" y="1445505"/>
                </a:cubicBezTo>
                <a:cubicBezTo>
                  <a:pt x="721411" y="1428735"/>
                  <a:pt x="735005" y="1415141"/>
                  <a:pt x="751774" y="1415141"/>
                </a:cubicBezTo>
                <a:close/>
                <a:moveTo>
                  <a:pt x="679220" y="1415141"/>
                </a:moveTo>
                <a:cubicBezTo>
                  <a:pt x="695989" y="1415141"/>
                  <a:pt x="709583" y="1428735"/>
                  <a:pt x="709583" y="1445505"/>
                </a:cubicBezTo>
                <a:cubicBezTo>
                  <a:pt x="709583" y="1462274"/>
                  <a:pt x="695989" y="1475868"/>
                  <a:pt x="679220" y="1475868"/>
                </a:cubicBezTo>
                <a:cubicBezTo>
                  <a:pt x="662450" y="1475868"/>
                  <a:pt x="648856" y="1462274"/>
                  <a:pt x="648856" y="1445505"/>
                </a:cubicBezTo>
                <a:cubicBezTo>
                  <a:pt x="648856" y="1428735"/>
                  <a:pt x="662450" y="1415141"/>
                  <a:pt x="679220" y="1415141"/>
                </a:cubicBezTo>
                <a:close/>
                <a:moveTo>
                  <a:pt x="606665" y="1415141"/>
                </a:moveTo>
                <a:cubicBezTo>
                  <a:pt x="623435" y="1415141"/>
                  <a:pt x="637029" y="1428735"/>
                  <a:pt x="637029" y="1445505"/>
                </a:cubicBezTo>
                <a:cubicBezTo>
                  <a:pt x="637029" y="1462274"/>
                  <a:pt x="623435" y="1475868"/>
                  <a:pt x="606665" y="1475868"/>
                </a:cubicBezTo>
                <a:cubicBezTo>
                  <a:pt x="589896" y="1475868"/>
                  <a:pt x="576302" y="1462274"/>
                  <a:pt x="576302" y="1445505"/>
                </a:cubicBezTo>
                <a:cubicBezTo>
                  <a:pt x="576302" y="1428735"/>
                  <a:pt x="589896" y="1415141"/>
                  <a:pt x="606665" y="1415141"/>
                </a:cubicBezTo>
                <a:close/>
                <a:moveTo>
                  <a:pt x="534111" y="1415141"/>
                </a:moveTo>
                <a:cubicBezTo>
                  <a:pt x="550880" y="1415141"/>
                  <a:pt x="564474" y="1428735"/>
                  <a:pt x="564474" y="1445505"/>
                </a:cubicBezTo>
                <a:cubicBezTo>
                  <a:pt x="564474" y="1462274"/>
                  <a:pt x="550880" y="1475868"/>
                  <a:pt x="534111" y="1475868"/>
                </a:cubicBezTo>
                <a:cubicBezTo>
                  <a:pt x="517341" y="1475868"/>
                  <a:pt x="503747" y="1462274"/>
                  <a:pt x="503747" y="1445505"/>
                </a:cubicBezTo>
                <a:cubicBezTo>
                  <a:pt x="503747" y="1428735"/>
                  <a:pt x="517341" y="1415141"/>
                  <a:pt x="534111" y="1415141"/>
                </a:cubicBezTo>
                <a:close/>
                <a:moveTo>
                  <a:pt x="461556" y="1415141"/>
                </a:moveTo>
                <a:cubicBezTo>
                  <a:pt x="478326" y="1415141"/>
                  <a:pt x="491920" y="1428735"/>
                  <a:pt x="491920" y="1445505"/>
                </a:cubicBezTo>
                <a:cubicBezTo>
                  <a:pt x="491920" y="1462274"/>
                  <a:pt x="478326" y="1475868"/>
                  <a:pt x="461556" y="1475868"/>
                </a:cubicBezTo>
                <a:cubicBezTo>
                  <a:pt x="444787" y="1475868"/>
                  <a:pt x="431192" y="1462274"/>
                  <a:pt x="431192" y="1445505"/>
                </a:cubicBezTo>
                <a:cubicBezTo>
                  <a:pt x="431192" y="1428735"/>
                  <a:pt x="444787" y="1415141"/>
                  <a:pt x="461556" y="1415141"/>
                </a:cubicBezTo>
                <a:close/>
                <a:moveTo>
                  <a:pt x="389002" y="1415141"/>
                </a:moveTo>
                <a:cubicBezTo>
                  <a:pt x="405771" y="1415141"/>
                  <a:pt x="419365" y="1428735"/>
                  <a:pt x="419365" y="1445505"/>
                </a:cubicBezTo>
                <a:cubicBezTo>
                  <a:pt x="419365" y="1462274"/>
                  <a:pt x="405771" y="1475868"/>
                  <a:pt x="389002" y="1475868"/>
                </a:cubicBezTo>
                <a:cubicBezTo>
                  <a:pt x="372232" y="1475868"/>
                  <a:pt x="358638" y="1462274"/>
                  <a:pt x="358638" y="1445505"/>
                </a:cubicBezTo>
                <a:cubicBezTo>
                  <a:pt x="358638" y="1428735"/>
                  <a:pt x="372232" y="1415141"/>
                  <a:pt x="389002" y="1415141"/>
                </a:cubicBezTo>
                <a:close/>
                <a:moveTo>
                  <a:pt x="316447" y="1415141"/>
                </a:moveTo>
                <a:cubicBezTo>
                  <a:pt x="333216" y="1415141"/>
                  <a:pt x="346810" y="1428735"/>
                  <a:pt x="346810" y="1445505"/>
                </a:cubicBezTo>
                <a:cubicBezTo>
                  <a:pt x="346810" y="1462274"/>
                  <a:pt x="333216" y="1475868"/>
                  <a:pt x="316447" y="1475868"/>
                </a:cubicBezTo>
                <a:cubicBezTo>
                  <a:pt x="299677" y="1475868"/>
                  <a:pt x="286084" y="1462274"/>
                  <a:pt x="286084" y="1445505"/>
                </a:cubicBezTo>
                <a:cubicBezTo>
                  <a:pt x="286084" y="1428735"/>
                  <a:pt x="299677" y="1415141"/>
                  <a:pt x="316447" y="1415141"/>
                </a:cubicBezTo>
                <a:close/>
                <a:moveTo>
                  <a:pt x="243892" y="1415141"/>
                </a:moveTo>
                <a:cubicBezTo>
                  <a:pt x="260662" y="1415141"/>
                  <a:pt x="274256" y="1428735"/>
                  <a:pt x="274256" y="1445505"/>
                </a:cubicBezTo>
                <a:cubicBezTo>
                  <a:pt x="274256" y="1462274"/>
                  <a:pt x="260662" y="1475868"/>
                  <a:pt x="243892" y="1475868"/>
                </a:cubicBezTo>
                <a:cubicBezTo>
                  <a:pt x="227123" y="1475868"/>
                  <a:pt x="213529" y="1462274"/>
                  <a:pt x="213529" y="1445505"/>
                </a:cubicBezTo>
                <a:cubicBezTo>
                  <a:pt x="213529" y="1428735"/>
                  <a:pt x="227123" y="1415141"/>
                  <a:pt x="243892" y="1415141"/>
                </a:cubicBezTo>
                <a:close/>
                <a:moveTo>
                  <a:pt x="171339" y="1415141"/>
                </a:moveTo>
                <a:cubicBezTo>
                  <a:pt x="188107" y="1415141"/>
                  <a:pt x="201701" y="1428735"/>
                  <a:pt x="201701" y="1445505"/>
                </a:cubicBezTo>
                <a:cubicBezTo>
                  <a:pt x="201701" y="1462274"/>
                  <a:pt x="188107" y="1475868"/>
                  <a:pt x="171339" y="1475868"/>
                </a:cubicBezTo>
                <a:cubicBezTo>
                  <a:pt x="154611" y="1475868"/>
                  <a:pt x="141018" y="1462274"/>
                  <a:pt x="141018" y="1445505"/>
                </a:cubicBezTo>
                <a:cubicBezTo>
                  <a:pt x="141018" y="1428735"/>
                  <a:pt x="154611" y="1415141"/>
                  <a:pt x="171339" y="1415141"/>
                </a:cubicBezTo>
                <a:close/>
                <a:moveTo>
                  <a:pt x="98831" y="1415141"/>
                </a:moveTo>
                <a:cubicBezTo>
                  <a:pt x="115598" y="1415141"/>
                  <a:pt x="129192" y="1428735"/>
                  <a:pt x="129192" y="1445505"/>
                </a:cubicBezTo>
                <a:cubicBezTo>
                  <a:pt x="129192" y="1462274"/>
                  <a:pt x="115598" y="1475868"/>
                  <a:pt x="98831" y="1475868"/>
                </a:cubicBezTo>
                <a:cubicBezTo>
                  <a:pt x="82060" y="1475868"/>
                  <a:pt x="68467" y="1462274"/>
                  <a:pt x="68467" y="1445505"/>
                </a:cubicBezTo>
                <a:cubicBezTo>
                  <a:pt x="68467" y="1428735"/>
                  <a:pt x="82060" y="1415141"/>
                  <a:pt x="98831" y="1415141"/>
                </a:cubicBezTo>
                <a:close/>
                <a:moveTo>
                  <a:pt x="26277" y="1415141"/>
                </a:moveTo>
                <a:cubicBezTo>
                  <a:pt x="43044" y="1415141"/>
                  <a:pt x="56638" y="1428735"/>
                  <a:pt x="56638" y="1445505"/>
                </a:cubicBezTo>
                <a:cubicBezTo>
                  <a:pt x="56638" y="1462274"/>
                  <a:pt x="43044" y="1475868"/>
                  <a:pt x="26277" y="1475868"/>
                </a:cubicBezTo>
                <a:cubicBezTo>
                  <a:pt x="17892" y="1475868"/>
                  <a:pt x="10301" y="1472470"/>
                  <a:pt x="4807" y="1466975"/>
                </a:cubicBezTo>
                <a:lnTo>
                  <a:pt x="0" y="1455370"/>
                </a:lnTo>
                <a:lnTo>
                  <a:pt x="0" y="1435640"/>
                </a:lnTo>
                <a:lnTo>
                  <a:pt x="4807" y="1424034"/>
                </a:lnTo>
                <a:cubicBezTo>
                  <a:pt x="10301" y="1418540"/>
                  <a:pt x="17892" y="1415141"/>
                  <a:pt x="26277" y="1415141"/>
                </a:cubicBezTo>
                <a:close/>
                <a:moveTo>
                  <a:pt x="1332211" y="1334690"/>
                </a:moveTo>
                <a:cubicBezTo>
                  <a:pt x="1340596" y="1334690"/>
                  <a:pt x="1348186" y="1338088"/>
                  <a:pt x="1353681" y="1343583"/>
                </a:cubicBezTo>
                <a:lnTo>
                  <a:pt x="1356143" y="1349526"/>
                </a:lnTo>
                <a:lnTo>
                  <a:pt x="1331934" y="1381900"/>
                </a:lnTo>
                <a:lnTo>
                  <a:pt x="1321597" y="1393274"/>
                </a:lnTo>
                <a:lnTo>
                  <a:pt x="1320392" y="1393030"/>
                </a:lnTo>
                <a:cubicBezTo>
                  <a:pt x="1309494" y="1388421"/>
                  <a:pt x="1301847" y="1377631"/>
                  <a:pt x="1301847" y="1365053"/>
                </a:cubicBezTo>
                <a:cubicBezTo>
                  <a:pt x="1301847" y="1348284"/>
                  <a:pt x="1315441" y="1334690"/>
                  <a:pt x="1332211" y="1334690"/>
                </a:cubicBezTo>
                <a:close/>
                <a:moveTo>
                  <a:pt x="1259656" y="1334690"/>
                </a:moveTo>
                <a:cubicBezTo>
                  <a:pt x="1276426" y="1334690"/>
                  <a:pt x="1290020" y="1348284"/>
                  <a:pt x="1290020" y="1365053"/>
                </a:cubicBezTo>
                <a:cubicBezTo>
                  <a:pt x="1290020" y="1381823"/>
                  <a:pt x="1276426" y="1395417"/>
                  <a:pt x="1259656" y="1395417"/>
                </a:cubicBezTo>
                <a:cubicBezTo>
                  <a:pt x="1242887" y="1395417"/>
                  <a:pt x="1229293" y="1381823"/>
                  <a:pt x="1229293" y="1365053"/>
                </a:cubicBezTo>
                <a:cubicBezTo>
                  <a:pt x="1229293" y="1348284"/>
                  <a:pt x="1242887" y="1334690"/>
                  <a:pt x="1259656" y="1334690"/>
                </a:cubicBezTo>
                <a:close/>
                <a:moveTo>
                  <a:pt x="1187102" y="1334690"/>
                </a:moveTo>
                <a:cubicBezTo>
                  <a:pt x="1203871" y="1334690"/>
                  <a:pt x="1217465" y="1348284"/>
                  <a:pt x="1217465" y="1365053"/>
                </a:cubicBezTo>
                <a:cubicBezTo>
                  <a:pt x="1217465" y="1381823"/>
                  <a:pt x="1203871" y="1395417"/>
                  <a:pt x="1187102" y="1395417"/>
                </a:cubicBezTo>
                <a:cubicBezTo>
                  <a:pt x="1170332" y="1395417"/>
                  <a:pt x="1156738" y="1381823"/>
                  <a:pt x="1156738" y="1365053"/>
                </a:cubicBezTo>
                <a:cubicBezTo>
                  <a:pt x="1156738" y="1348284"/>
                  <a:pt x="1170332" y="1334690"/>
                  <a:pt x="1187102" y="1334690"/>
                </a:cubicBezTo>
                <a:close/>
                <a:moveTo>
                  <a:pt x="1114547" y="1334690"/>
                </a:moveTo>
                <a:cubicBezTo>
                  <a:pt x="1131317" y="1334690"/>
                  <a:pt x="1144911" y="1348284"/>
                  <a:pt x="1144911" y="1365053"/>
                </a:cubicBezTo>
                <a:cubicBezTo>
                  <a:pt x="1144911" y="1381823"/>
                  <a:pt x="1131317" y="1395417"/>
                  <a:pt x="1114547" y="1395417"/>
                </a:cubicBezTo>
                <a:cubicBezTo>
                  <a:pt x="1097778" y="1395417"/>
                  <a:pt x="1084184" y="1381823"/>
                  <a:pt x="1084184" y="1365053"/>
                </a:cubicBezTo>
                <a:cubicBezTo>
                  <a:pt x="1084184" y="1348284"/>
                  <a:pt x="1097778" y="1334690"/>
                  <a:pt x="1114547" y="1334690"/>
                </a:cubicBezTo>
                <a:close/>
                <a:moveTo>
                  <a:pt x="1041993" y="1334690"/>
                </a:moveTo>
                <a:cubicBezTo>
                  <a:pt x="1058762" y="1334690"/>
                  <a:pt x="1072356" y="1348284"/>
                  <a:pt x="1072356" y="1365053"/>
                </a:cubicBezTo>
                <a:cubicBezTo>
                  <a:pt x="1072356" y="1381823"/>
                  <a:pt x="1058762" y="1395417"/>
                  <a:pt x="1041993" y="1395417"/>
                </a:cubicBezTo>
                <a:cubicBezTo>
                  <a:pt x="1025223" y="1395417"/>
                  <a:pt x="1011629" y="1381823"/>
                  <a:pt x="1011629" y="1365053"/>
                </a:cubicBezTo>
                <a:cubicBezTo>
                  <a:pt x="1011629" y="1348284"/>
                  <a:pt x="1025223" y="1334690"/>
                  <a:pt x="1041993" y="1334690"/>
                </a:cubicBezTo>
                <a:close/>
                <a:moveTo>
                  <a:pt x="969438" y="1334690"/>
                </a:moveTo>
                <a:cubicBezTo>
                  <a:pt x="986208" y="1334690"/>
                  <a:pt x="999801" y="1348284"/>
                  <a:pt x="999801" y="1365053"/>
                </a:cubicBezTo>
                <a:cubicBezTo>
                  <a:pt x="999801" y="1381823"/>
                  <a:pt x="986208" y="1395417"/>
                  <a:pt x="969438" y="1395417"/>
                </a:cubicBezTo>
                <a:cubicBezTo>
                  <a:pt x="952669" y="1395417"/>
                  <a:pt x="939075" y="1381823"/>
                  <a:pt x="939075" y="1365053"/>
                </a:cubicBezTo>
                <a:cubicBezTo>
                  <a:pt x="939075" y="1348284"/>
                  <a:pt x="952669" y="1334690"/>
                  <a:pt x="969438" y="1334690"/>
                </a:cubicBezTo>
                <a:close/>
                <a:moveTo>
                  <a:pt x="896883" y="1334690"/>
                </a:moveTo>
                <a:cubicBezTo>
                  <a:pt x="913653" y="1334690"/>
                  <a:pt x="927247" y="1348284"/>
                  <a:pt x="927247" y="1365053"/>
                </a:cubicBezTo>
                <a:cubicBezTo>
                  <a:pt x="927247" y="1381823"/>
                  <a:pt x="913653" y="1395417"/>
                  <a:pt x="896883" y="1395417"/>
                </a:cubicBezTo>
                <a:cubicBezTo>
                  <a:pt x="880114" y="1395417"/>
                  <a:pt x="866520" y="1381823"/>
                  <a:pt x="866520" y="1365053"/>
                </a:cubicBezTo>
                <a:cubicBezTo>
                  <a:pt x="866520" y="1348284"/>
                  <a:pt x="880114" y="1334690"/>
                  <a:pt x="896883" y="1334690"/>
                </a:cubicBezTo>
                <a:close/>
                <a:moveTo>
                  <a:pt x="824329" y="1334690"/>
                </a:moveTo>
                <a:cubicBezTo>
                  <a:pt x="841098" y="1334690"/>
                  <a:pt x="854692" y="1348284"/>
                  <a:pt x="854692" y="1365053"/>
                </a:cubicBezTo>
                <a:cubicBezTo>
                  <a:pt x="854692" y="1381823"/>
                  <a:pt x="841098" y="1395417"/>
                  <a:pt x="824329" y="1395417"/>
                </a:cubicBezTo>
                <a:cubicBezTo>
                  <a:pt x="807559" y="1395417"/>
                  <a:pt x="793965" y="1381823"/>
                  <a:pt x="793965" y="1365053"/>
                </a:cubicBezTo>
                <a:cubicBezTo>
                  <a:pt x="793965" y="1348284"/>
                  <a:pt x="807559" y="1334690"/>
                  <a:pt x="824329" y="1334690"/>
                </a:cubicBezTo>
                <a:close/>
                <a:moveTo>
                  <a:pt x="751774" y="1334690"/>
                </a:moveTo>
                <a:cubicBezTo>
                  <a:pt x="768544" y="1334690"/>
                  <a:pt x="782138" y="1348284"/>
                  <a:pt x="782138" y="1365053"/>
                </a:cubicBezTo>
                <a:cubicBezTo>
                  <a:pt x="782138" y="1381823"/>
                  <a:pt x="768544" y="1395417"/>
                  <a:pt x="751774" y="1395417"/>
                </a:cubicBezTo>
                <a:cubicBezTo>
                  <a:pt x="735005" y="1395417"/>
                  <a:pt x="721411" y="1381823"/>
                  <a:pt x="721411" y="1365053"/>
                </a:cubicBezTo>
                <a:cubicBezTo>
                  <a:pt x="721411" y="1348284"/>
                  <a:pt x="735005" y="1334690"/>
                  <a:pt x="751774" y="1334690"/>
                </a:cubicBezTo>
                <a:close/>
                <a:moveTo>
                  <a:pt x="679220" y="1334690"/>
                </a:moveTo>
                <a:cubicBezTo>
                  <a:pt x="695989" y="1334690"/>
                  <a:pt x="709583" y="1348284"/>
                  <a:pt x="709583" y="1365053"/>
                </a:cubicBezTo>
                <a:cubicBezTo>
                  <a:pt x="709583" y="1381823"/>
                  <a:pt x="695989" y="1395417"/>
                  <a:pt x="679220" y="1395417"/>
                </a:cubicBezTo>
                <a:cubicBezTo>
                  <a:pt x="662450" y="1395417"/>
                  <a:pt x="648856" y="1381823"/>
                  <a:pt x="648856" y="1365053"/>
                </a:cubicBezTo>
                <a:cubicBezTo>
                  <a:pt x="648856" y="1348284"/>
                  <a:pt x="662450" y="1334690"/>
                  <a:pt x="679220" y="1334690"/>
                </a:cubicBezTo>
                <a:close/>
                <a:moveTo>
                  <a:pt x="606665" y="1334690"/>
                </a:moveTo>
                <a:cubicBezTo>
                  <a:pt x="623435" y="1334690"/>
                  <a:pt x="637029" y="1348284"/>
                  <a:pt x="637029" y="1365053"/>
                </a:cubicBezTo>
                <a:cubicBezTo>
                  <a:pt x="637029" y="1381823"/>
                  <a:pt x="623435" y="1395417"/>
                  <a:pt x="606665" y="1395417"/>
                </a:cubicBezTo>
                <a:cubicBezTo>
                  <a:pt x="589896" y="1395417"/>
                  <a:pt x="576302" y="1381823"/>
                  <a:pt x="576302" y="1365053"/>
                </a:cubicBezTo>
                <a:cubicBezTo>
                  <a:pt x="576302" y="1348284"/>
                  <a:pt x="589896" y="1334690"/>
                  <a:pt x="606665" y="1334690"/>
                </a:cubicBezTo>
                <a:close/>
                <a:moveTo>
                  <a:pt x="534111" y="1334690"/>
                </a:moveTo>
                <a:cubicBezTo>
                  <a:pt x="550880" y="1334690"/>
                  <a:pt x="564474" y="1348284"/>
                  <a:pt x="564474" y="1365053"/>
                </a:cubicBezTo>
                <a:cubicBezTo>
                  <a:pt x="564474" y="1381823"/>
                  <a:pt x="550880" y="1395417"/>
                  <a:pt x="534111" y="1395417"/>
                </a:cubicBezTo>
                <a:cubicBezTo>
                  <a:pt x="517341" y="1395417"/>
                  <a:pt x="503747" y="1381823"/>
                  <a:pt x="503747" y="1365053"/>
                </a:cubicBezTo>
                <a:cubicBezTo>
                  <a:pt x="503747" y="1348284"/>
                  <a:pt x="517341" y="1334690"/>
                  <a:pt x="534111" y="1334690"/>
                </a:cubicBezTo>
                <a:close/>
                <a:moveTo>
                  <a:pt x="461556" y="1334690"/>
                </a:moveTo>
                <a:cubicBezTo>
                  <a:pt x="478326" y="1334690"/>
                  <a:pt x="491920" y="1348284"/>
                  <a:pt x="491920" y="1365053"/>
                </a:cubicBezTo>
                <a:cubicBezTo>
                  <a:pt x="491920" y="1381823"/>
                  <a:pt x="478326" y="1395417"/>
                  <a:pt x="461556" y="1395417"/>
                </a:cubicBezTo>
                <a:cubicBezTo>
                  <a:pt x="444787" y="1395417"/>
                  <a:pt x="431192" y="1381823"/>
                  <a:pt x="431192" y="1365053"/>
                </a:cubicBezTo>
                <a:cubicBezTo>
                  <a:pt x="431192" y="1348284"/>
                  <a:pt x="444787" y="1334690"/>
                  <a:pt x="461556" y="1334690"/>
                </a:cubicBezTo>
                <a:close/>
                <a:moveTo>
                  <a:pt x="389002" y="1334690"/>
                </a:moveTo>
                <a:cubicBezTo>
                  <a:pt x="405771" y="1334690"/>
                  <a:pt x="419365" y="1348284"/>
                  <a:pt x="419365" y="1365053"/>
                </a:cubicBezTo>
                <a:cubicBezTo>
                  <a:pt x="419365" y="1381823"/>
                  <a:pt x="405771" y="1395417"/>
                  <a:pt x="389002" y="1395417"/>
                </a:cubicBezTo>
                <a:cubicBezTo>
                  <a:pt x="372232" y="1395417"/>
                  <a:pt x="358638" y="1381823"/>
                  <a:pt x="358638" y="1365053"/>
                </a:cubicBezTo>
                <a:cubicBezTo>
                  <a:pt x="358638" y="1348284"/>
                  <a:pt x="372232" y="1334690"/>
                  <a:pt x="389002" y="1334690"/>
                </a:cubicBezTo>
                <a:close/>
                <a:moveTo>
                  <a:pt x="316447" y="1334690"/>
                </a:moveTo>
                <a:cubicBezTo>
                  <a:pt x="333216" y="1334690"/>
                  <a:pt x="346810" y="1348284"/>
                  <a:pt x="346810" y="1365053"/>
                </a:cubicBezTo>
                <a:cubicBezTo>
                  <a:pt x="346810" y="1381823"/>
                  <a:pt x="333216" y="1395417"/>
                  <a:pt x="316447" y="1395417"/>
                </a:cubicBezTo>
                <a:cubicBezTo>
                  <a:pt x="299677" y="1395417"/>
                  <a:pt x="286084" y="1381823"/>
                  <a:pt x="286084" y="1365053"/>
                </a:cubicBezTo>
                <a:cubicBezTo>
                  <a:pt x="286084" y="1348284"/>
                  <a:pt x="299677" y="1334690"/>
                  <a:pt x="316447" y="1334690"/>
                </a:cubicBezTo>
                <a:close/>
                <a:moveTo>
                  <a:pt x="243892" y="1334690"/>
                </a:moveTo>
                <a:cubicBezTo>
                  <a:pt x="260662" y="1334690"/>
                  <a:pt x="274256" y="1348284"/>
                  <a:pt x="274256" y="1365053"/>
                </a:cubicBezTo>
                <a:cubicBezTo>
                  <a:pt x="274256" y="1381823"/>
                  <a:pt x="260662" y="1395417"/>
                  <a:pt x="243892" y="1395417"/>
                </a:cubicBezTo>
                <a:cubicBezTo>
                  <a:pt x="227123" y="1395417"/>
                  <a:pt x="213529" y="1381823"/>
                  <a:pt x="213529" y="1365053"/>
                </a:cubicBezTo>
                <a:cubicBezTo>
                  <a:pt x="213529" y="1348284"/>
                  <a:pt x="227123" y="1334690"/>
                  <a:pt x="243892" y="1334690"/>
                </a:cubicBezTo>
                <a:close/>
                <a:moveTo>
                  <a:pt x="171339" y="1334690"/>
                </a:moveTo>
                <a:cubicBezTo>
                  <a:pt x="188107" y="1334690"/>
                  <a:pt x="201701" y="1348284"/>
                  <a:pt x="201701" y="1365053"/>
                </a:cubicBezTo>
                <a:cubicBezTo>
                  <a:pt x="201701" y="1381823"/>
                  <a:pt x="188107" y="1395417"/>
                  <a:pt x="171339" y="1395417"/>
                </a:cubicBezTo>
                <a:cubicBezTo>
                  <a:pt x="154616" y="1395417"/>
                  <a:pt x="141023" y="1381823"/>
                  <a:pt x="141023" y="1365053"/>
                </a:cubicBezTo>
                <a:cubicBezTo>
                  <a:pt x="141023" y="1348284"/>
                  <a:pt x="154616" y="1334690"/>
                  <a:pt x="171339" y="1334690"/>
                </a:cubicBezTo>
                <a:close/>
                <a:moveTo>
                  <a:pt x="98838" y="1334690"/>
                </a:moveTo>
                <a:cubicBezTo>
                  <a:pt x="115605" y="1334690"/>
                  <a:pt x="129198" y="1348284"/>
                  <a:pt x="129198" y="1365053"/>
                </a:cubicBezTo>
                <a:cubicBezTo>
                  <a:pt x="129198" y="1381823"/>
                  <a:pt x="115605" y="1395417"/>
                  <a:pt x="98838" y="1395417"/>
                </a:cubicBezTo>
                <a:cubicBezTo>
                  <a:pt x="82067" y="1395417"/>
                  <a:pt x="68474" y="1381823"/>
                  <a:pt x="68474" y="1365053"/>
                </a:cubicBezTo>
                <a:cubicBezTo>
                  <a:pt x="68474" y="1348284"/>
                  <a:pt x="82067" y="1334690"/>
                  <a:pt x="98838" y="1334690"/>
                </a:cubicBezTo>
                <a:close/>
                <a:moveTo>
                  <a:pt x="26283" y="1334690"/>
                </a:moveTo>
                <a:cubicBezTo>
                  <a:pt x="43051" y="1334690"/>
                  <a:pt x="56645" y="1348284"/>
                  <a:pt x="56645" y="1365053"/>
                </a:cubicBezTo>
                <a:cubicBezTo>
                  <a:pt x="56645" y="1381823"/>
                  <a:pt x="43051" y="1395417"/>
                  <a:pt x="26283" y="1395417"/>
                </a:cubicBezTo>
                <a:cubicBezTo>
                  <a:pt x="17898" y="1395417"/>
                  <a:pt x="10308" y="1392019"/>
                  <a:pt x="4813" y="1386524"/>
                </a:cubicBezTo>
                <a:lnTo>
                  <a:pt x="0" y="1374903"/>
                </a:lnTo>
                <a:lnTo>
                  <a:pt x="0" y="1355203"/>
                </a:lnTo>
                <a:lnTo>
                  <a:pt x="4813" y="1343583"/>
                </a:lnTo>
                <a:cubicBezTo>
                  <a:pt x="10308" y="1338089"/>
                  <a:pt x="17898" y="1334690"/>
                  <a:pt x="26283" y="1334690"/>
                </a:cubicBezTo>
                <a:close/>
                <a:moveTo>
                  <a:pt x="1404765" y="1254238"/>
                </a:moveTo>
                <a:cubicBezTo>
                  <a:pt x="1408957" y="1254238"/>
                  <a:pt x="1412951" y="1255088"/>
                  <a:pt x="1416584" y="1256624"/>
                </a:cubicBezTo>
                <a:lnTo>
                  <a:pt x="1422045" y="1260306"/>
                </a:lnTo>
                <a:lnTo>
                  <a:pt x="1418517" y="1266114"/>
                </a:lnTo>
                <a:lnTo>
                  <a:pt x="1386846" y="1308466"/>
                </a:lnTo>
                <a:lnTo>
                  <a:pt x="1383295" y="1306072"/>
                </a:lnTo>
                <a:cubicBezTo>
                  <a:pt x="1377800" y="1300577"/>
                  <a:pt x="1374402" y="1292986"/>
                  <a:pt x="1374402" y="1284602"/>
                </a:cubicBezTo>
                <a:cubicBezTo>
                  <a:pt x="1374402" y="1267832"/>
                  <a:pt x="1387996" y="1254238"/>
                  <a:pt x="1404765" y="1254238"/>
                </a:cubicBezTo>
                <a:close/>
                <a:moveTo>
                  <a:pt x="1332211" y="1254238"/>
                </a:moveTo>
                <a:cubicBezTo>
                  <a:pt x="1348980" y="1254238"/>
                  <a:pt x="1362574" y="1267832"/>
                  <a:pt x="1362574" y="1284602"/>
                </a:cubicBezTo>
                <a:cubicBezTo>
                  <a:pt x="1362574" y="1301371"/>
                  <a:pt x="1348980" y="1314965"/>
                  <a:pt x="1332211" y="1314965"/>
                </a:cubicBezTo>
                <a:cubicBezTo>
                  <a:pt x="1315441" y="1314965"/>
                  <a:pt x="1301847" y="1301371"/>
                  <a:pt x="1301847" y="1284602"/>
                </a:cubicBezTo>
                <a:cubicBezTo>
                  <a:pt x="1301847" y="1267832"/>
                  <a:pt x="1315441" y="1254238"/>
                  <a:pt x="1332211" y="1254238"/>
                </a:cubicBezTo>
                <a:close/>
                <a:moveTo>
                  <a:pt x="1259656" y="1254238"/>
                </a:moveTo>
                <a:cubicBezTo>
                  <a:pt x="1276426" y="1254238"/>
                  <a:pt x="1290020" y="1267832"/>
                  <a:pt x="1290020" y="1284602"/>
                </a:cubicBezTo>
                <a:cubicBezTo>
                  <a:pt x="1290020" y="1301371"/>
                  <a:pt x="1276426" y="1314965"/>
                  <a:pt x="1259656" y="1314965"/>
                </a:cubicBezTo>
                <a:cubicBezTo>
                  <a:pt x="1242887" y="1314965"/>
                  <a:pt x="1229293" y="1301371"/>
                  <a:pt x="1229293" y="1284602"/>
                </a:cubicBezTo>
                <a:cubicBezTo>
                  <a:pt x="1229293" y="1267832"/>
                  <a:pt x="1242887" y="1254238"/>
                  <a:pt x="1259656" y="1254238"/>
                </a:cubicBezTo>
                <a:close/>
                <a:moveTo>
                  <a:pt x="1187102" y="1254238"/>
                </a:moveTo>
                <a:cubicBezTo>
                  <a:pt x="1203871" y="1254238"/>
                  <a:pt x="1217465" y="1267832"/>
                  <a:pt x="1217465" y="1284602"/>
                </a:cubicBezTo>
                <a:cubicBezTo>
                  <a:pt x="1217465" y="1301371"/>
                  <a:pt x="1203871" y="1314965"/>
                  <a:pt x="1187102" y="1314965"/>
                </a:cubicBezTo>
                <a:cubicBezTo>
                  <a:pt x="1170332" y="1314965"/>
                  <a:pt x="1156738" y="1301371"/>
                  <a:pt x="1156738" y="1284602"/>
                </a:cubicBezTo>
                <a:cubicBezTo>
                  <a:pt x="1156738" y="1267832"/>
                  <a:pt x="1170332" y="1254238"/>
                  <a:pt x="1187102" y="1254238"/>
                </a:cubicBezTo>
                <a:close/>
                <a:moveTo>
                  <a:pt x="1114547" y="1254238"/>
                </a:moveTo>
                <a:cubicBezTo>
                  <a:pt x="1131317" y="1254238"/>
                  <a:pt x="1144911" y="1267832"/>
                  <a:pt x="1144911" y="1284602"/>
                </a:cubicBezTo>
                <a:cubicBezTo>
                  <a:pt x="1144911" y="1301371"/>
                  <a:pt x="1131317" y="1314965"/>
                  <a:pt x="1114547" y="1314965"/>
                </a:cubicBezTo>
                <a:cubicBezTo>
                  <a:pt x="1097778" y="1314965"/>
                  <a:pt x="1084184" y="1301371"/>
                  <a:pt x="1084184" y="1284602"/>
                </a:cubicBezTo>
                <a:cubicBezTo>
                  <a:pt x="1084184" y="1267832"/>
                  <a:pt x="1097778" y="1254238"/>
                  <a:pt x="1114547" y="1254238"/>
                </a:cubicBezTo>
                <a:close/>
                <a:moveTo>
                  <a:pt x="1041993" y="1254238"/>
                </a:moveTo>
                <a:cubicBezTo>
                  <a:pt x="1058762" y="1254238"/>
                  <a:pt x="1072356" y="1267832"/>
                  <a:pt x="1072356" y="1284602"/>
                </a:cubicBezTo>
                <a:cubicBezTo>
                  <a:pt x="1072356" y="1301371"/>
                  <a:pt x="1058762" y="1314965"/>
                  <a:pt x="1041993" y="1314965"/>
                </a:cubicBezTo>
                <a:cubicBezTo>
                  <a:pt x="1025223" y="1314965"/>
                  <a:pt x="1011629" y="1301371"/>
                  <a:pt x="1011629" y="1284602"/>
                </a:cubicBezTo>
                <a:cubicBezTo>
                  <a:pt x="1011629" y="1267832"/>
                  <a:pt x="1025223" y="1254238"/>
                  <a:pt x="1041993" y="1254238"/>
                </a:cubicBezTo>
                <a:close/>
                <a:moveTo>
                  <a:pt x="969438" y="1254238"/>
                </a:moveTo>
                <a:cubicBezTo>
                  <a:pt x="986208" y="1254238"/>
                  <a:pt x="999801" y="1267832"/>
                  <a:pt x="999801" y="1284602"/>
                </a:cubicBezTo>
                <a:cubicBezTo>
                  <a:pt x="999801" y="1301371"/>
                  <a:pt x="986208" y="1314965"/>
                  <a:pt x="969438" y="1314965"/>
                </a:cubicBezTo>
                <a:cubicBezTo>
                  <a:pt x="952669" y="1314965"/>
                  <a:pt x="939075" y="1301371"/>
                  <a:pt x="939075" y="1284602"/>
                </a:cubicBezTo>
                <a:cubicBezTo>
                  <a:pt x="939075" y="1267832"/>
                  <a:pt x="952669" y="1254238"/>
                  <a:pt x="969438" y="1254238"/>
                </a:cubicBezTo>
                <a:close/>
                <a:moveTo>
                  <a:pt x="896883" y="1254238"/>
                </a:moveTo>
                <a:cubicBezTo>
                  <a:pt x="913653" y="1254238"/>
                  <a:pt x="927247" y="1267832"/>
                  <a:pt x="927247" y="1284602"/>
                </a:cubicBezTo>
                <a:cubicBezTo>
                  <a:pt x="927247" y="1301371"/>
                  <a:pt x="913653" y="1314965"/>
                  <a:pt x="896883" y="1314965"/>
                </a:cubicBezTo>
                <a:cubicBezTo>
                  <a:pt x="880114" y="1314965"/>
                  <a:pt x="866520" y="1301371"/>
                  <a:pt x="866520" y="1284602"/>
                </a:cubicBezTo>
                <a:cubicBezTo>
                  <a:pt x="866520" y="1267832"/>
                  <a:pt x="880114" y="1254238"/>
                  <a:pt x="896883" y="1254238"/>
                </a:cubicBezTo>
                <a:close/>
                <a:moveTo>
                  <a:pt x="824329" y="1254238"/>
                </a:moveTo>
                <a:cubicBezTo>
                  <a:pt x="841098" y="1254238"/>
                  <a:pt x="854692" y="1267832"/>
                  <a:pt x="854692" y="1284602"/>
                </a:cubicBezTo>
                <a:cubicBezTo>
                  <a:pt x="854692" y="1301371"/>
                  <a:pt x="841098" y="1314965"/>
                  <a:pt x="824329" y="1314965"/>
                </a:cubicBezTo>
                <a:cubicBezTo>
                  <a:pt x="807559" y="1314965"/>
                  <a:pt x="793965" y="1301371"/>
                  <a:pt x="793965" y="1284602"/>
                </a:cubicBezTo>
                <a:cubicBezTo>
                  <a:pt x="793965" y="1267832"/>
                  <a:pt x="807559" y="1254238"/>
                  <a:pt x="824329" y="1254238"/>
                </a:cubicBezTo>
                <a:close/>
                <a:moveTo>
                  <a:pt x="751774" y="1254238"/>
                </a:moveTo>
                <a:cubicBezTo>
                  <a:pt x="768544" y="1254238"/>
                  <a:pt x="782138" y="1267832"/>
                  <a:pt x="782138" y="1284602"/>
                </a:cubicBezTo>
                <a:cubicBezTo>
                  <a:pt x="782138" y="1301371"/>
                  <a:pt x="768544" y="1314965"/>
                  <a:pt x="751774" y="1314965"/>
                </a:cubicBezTo>
                <a:cubicBezTo>
                  <a:pt x="735005" y="1314965"/>
                  <a:pt x="721411" y="1301371"/>
                  <a:pt x="721411" y="1284602"/>
                </a:cubicBezTo>
                <a:cubicBezTo>
                  <a:pt x="721411" y="1267832"/>
                  <a:pt x="735005" y="1254238"/>
                  <a:pt x="751774" y="1254238"/>
                </a:cubicBezTo>
                <a:close/>
                <a:moveTo>
                  <a:pt x="679220" y="1254238"/>
                </a:moveTo>
                <a:cubicBezTo>
                  <a:pt x="695989" y="1254238"/>
                  <a:pt x="709583" y="1267832"/>
                  <a:pt x="709583" y="1284602"/>
                </a:cubicBezTo>
                <a:cubicBezTo>
                  <a:pt x="709583" y="1301371"/>
                  <a:pt x="695989" y="1314965"/>
                  <a:pt x="679220" y="1314965"/>
                </a:cubicBezTo>
                <a:cubicBezTo>
                  <a:pt x="662450" y="1314965"/>
                  <a:pt x="648856" y="1301371"/>
                  <a:pt x="648856" y="1284602"/>
                </a:cubicBezTo>
                <a:cubicBezTo>
                  <a:pt x="648856" y="1267832"/>
                  <a:pt x="662450" y="1254238"/>
                  <a:pt x="679220" y="1254238"/>
                </a:cubicBezTo>
                <a:close/>
                <a:moveTo>
                  <a:pt x="606665" y="1254238"/>
                </a:moveTo>
                <a:cubicBezTo>
                  <a:pt x="623435" y="1254238"/>
                  <a:pt x="637029" y="1267832"/>
                  <a:pt x="637029" y="1284602"/>
                </a:cubicBezTo>
                <a:cubicBezTo>
                  <a:pt x="637029" y="1301371"/>
                  <a:pt x="623435" y="1314965"/>
                  <a:pt x="606665" y="1314965"/>
                </a:cubicBezTo>
                <a:cubicBezTo>
                  <a:pt x="589896" y="1314965"/>
                  <a:pt x="576302" y="1301371"/>
                  <a:pt x="576302" y="1284602"/>
                </a:cubicBezTo>
                <a:cubicBezTo>
                  <a:pt x="576302" y="1267832"/>
                  <a:pt x="589896" y="1254238"/>
                  <a:pt x="606665" y="1254238"/>
                </a:cubicBezTo>
                <a:close/>
                <a:moveTo>
                  <a:pt x="534111" y="1254238"/>
                </a:moveTo>
                <a:cubicBezTo>
                  <a:pt x="550880" y="1254238"/>
                  <a:pt x="564474" y="1267832"/>
                  <a:pt x="564474" y="1284602"/>
                </a:cubicBezTo>
                <a:cubicBezTo>
                  <a:pt x="564474" y="1301371"/>
                  <a:pt x="550880" y="1314965"/>
                  <a:pt x="534111" y="1314965"/>
                </a:cubicBezTo>
                <a:cubicBezTo>
                  <a:pt x="517341" y="1314965"/>
                  <a:pt x="503747" y="1301371"/>
                  <a:pt x="503747" y="1284602"/>
                </a:cubicBezTo>
                <a:cubicBezTo>
                  <a:pt x="503747" y="1267832"/>
                  <a:pt x="517341" y="1254238"/>
                  <a:pt x="534111" y="1254238"/>
                </a:cubicBezTo>
                <a:close/>
                <a:moveTo>
                  <a:pt x="461556" y="1254238"/>
                </a:moveTo>
                <a:cubicBezTo>
                  <a:pt x="478326" y="1254238"/>
                  <a:pt x="491920" y="1267832"/>
                  <a:pt x="491920" y="1284602"/>
                </a:cubicBezTo>
                <a:cubicBezTo>
                  <a:pt x="491920" y="1301371"/>
                  <a:pt x="478326" y="1314965"/>
                  <a:pt x="461556" y="1314965"/>
                </a:cubicBezTo>
                <a:cubicBezTo>
                  <a:pt x="444787" y="1314965"/>
                  <a:pt x="431192" y="1301371"/>
                  <a:pt x="431192" y="1284602"/>
                </a:cubicBezTo>
                <a:cubicBezTo>
                  <a:pt x="431192" y="1267832"/>
                  <a:pt x="444787" y="1254238"/>
                  <a:pt x="461556" y="1254238"/>
                </a:cubicBezTo>
                <a:close/>
                <a:moveTo>
                  <a:pt x="389002" y="1254238"/>
                </a:moveTo>
                <a:cubicBezTo>
                  <a:pt x="405771" y="1254238"/>
                  <a:pt x="419365" y="1267832"/>
                  <a:pt x="419365" y="1284602"/>
                </a:cubicBezTo>
                <a:cubicBezTo>
                  <a:pt x="419365" y="1301371"/>
                  <a:pt x="405771" y="1314965"/>
                  <a:pt x="389002" y="1314965"/>
                </a:cubicBezTo>
                <a:cubicBezTo>
                  <a:pt x="372232" y="1314965"/>
                  <a:pt x="358638" y="1301371"/>
                  <a:pt x="358638" y="1284602"/>
                </a:cubicBezTo>
                <a:cubicBezTo>
                  <a:pt x="358638" y="1267832"/>
                  <a:pt x="372232" y="1254238"/>
                  <a:pt x="389002" y="1254238"/>
                </a:cubicBezTo>
                <a:close/>
                <a:moveTo>
                  <a:pt x="316447" y="1254238"/>
                </a:moveTo>
                <a:cubicBezTo>
                  <a:pt x="333216" y="1254238"/>
                  <a:pt x="346810" y="1267832"/>
                  <a:pt x="346810" y="1284602"/>
                </a:cubicBezTo>
                <a:cubicBezTo>
                  <a:pt x="346810" y="1301371"/>
                  <a:pt x="333216" y="1314965"/>
                  <a:pt x="316447" y="1314965"/>
                </a:cubicBezTo>
                <a:cubicBezTo>
                  <a:pt x="299677" y="1314965"/>
                  <a:pt x="286084" y="1301371"/>
                  <a:pt x="286084" y="1284602"/>
                </a:cubicBezTo>
                <a:cubicBezTo>
                  <a:pt x="286084" y="1267832"/>
                  <a:pt x="299677" y="1254238"/>
                  <a:pt x="316447" y="1254238"/>
                </a:cubicBezTo>
                <a:close/>
                <a:moveTo>
                  <a:pt x="243892" y="1254238"/>
                </a:moveTo>
                <a:cubicBezTo>
                  <a:pt x="260662" y="1254238"/>
                  <a:pt x="274256" y="1267832"/>
                  <a:pt x="274256" y="1284602"/>
                </a:cubicBezTo>
                <a:cubicBezTo>
                  <a:pt x="274256" y="1301371"/>
                  <a:pt x="260662" y="1314965"/>
                  <a:pt x="243892" y="1314965"/>
                </a:cubicBezTo>
                <a:cubicBezTo>
                  <a:pt x="227123" y="1314965"/>
                  <a:pt x="213529" y="1301371"/>
                  <a:pt x="213529" y="1284602"/>
                </a:cubicBezTo>
                <a:cubicBezTo>
                  <a:pt x="213529" y="1267832"/>
                  <a:pt x="227123" y="1254238"/>
                  <a:pt x="243892" y="1254238"/>
                </a:cubicBezTo>
                <a:close/>
                <a:moveTo>
                  <a:pt x="171339" y="1254238"/>
                </a:moveTo>
                <a:cubicBezTo>
                  <a:pt x="188107" y="1254238"/>
                  <a:pt x="201701" y="1267832"/>
                  <a:pt x="201701" y="1284602"/>
                </a:cubicBezTo>
                <a:cubicBezTo>
                  <a:pt x="201701" y="1301371"/>
                  <a:pt x="188107" y="1314965"/>
                  <a:pt x="171339" y="1314965"/>
                </a:cubicBezTo>
                <a:cubicBezTo>
                  <a:pt x="154622" y="1314965"/>
                  <a:pt x="141029" y="1301371"/>
                  <a:pt x="141029" y="1284602"/>
                </a:cubicBezTo>
                <a:cubicBezTo>
                  <a:pt x="141029" y="1267832"/>
                  <a:pt x="154622" y="1254238"/>
                  <a:pt x="171339" y="1254238"/>
                </a:cubicBezTo>
                <a:close/>
                <a:moveTo>
                  <a:pt x="98845" y="1254238"/>
                </a:moveTo>
                <a:cubicBezTo>
                  <a:pt x="115610" y="1254238"/>
                  <a:pt x="129204" y="1267832"/>
                  <a:pt x="129204" y="1284602"/>
                </a:cubicBezTo>
                <a:cubicBezTo>
                  <a:pt x="129204" y="1301371"/>
                  <a:pt x="115610" y="1314965"/>
                  <a:pt x="98845" y="1314965"/>
                </a:cubicBezTo>
                <a:cubicBezTo>
                  <a:pt x="82074" y="1314965"/>
                  <a:pt x="68480" y="1301371"/>
                  <a:pt x="68480" y="1284602"/>
                </a:cubicBezTo>
                <a:cubicBezTo>
                  <a:pt x="68480" y="1267832"/>
                  <a:pt x="82074" y="1254238"/>
                  <a:pt x="98845" y="1254238"/>
                </a:cubicBezTo>
                <a:close/>
                <a:moveTo>
                  <a:pt x="26290" y="1254238"/>
                </a:moveTo>
                <a:cubicBezTo>
                  <a:pt x="43057" y="1254238"/>
                  <a:pt x="56651" y="1267832"/>
                  <a:pt x="56651" y="1284602"/>
                </a:cubicBezTo>
                <a:cubicBezTo>
                  <a:pt x="56651" y="1301371"/>
                  <a:pt x="43057" y="1314965"/>
                  <a:pt x="26290" y="1314965"/>
                </a:cubicBezTo>
                <a:cubicBezTo>
                  <a:pt x="17905" y="1314965"/>
                  <a:pt x="10314" y="1311567"/>
                  <a:pt x="4819" y="1306072"/>
                </a:cubicBezTo>
                <a:lnTo>
                  <a:pt x="0" y="1294437"/>
                </a:lnTo>
                <a:lnTo>
                  <a:pt x="0" y="1274766"/>
                </a:lnTo>
                <a:lnTo>
                  <a:pt x="4819" y="1263131"/>
                </a:lnTo>
                <a:cubicBezTo>
                  <a:pt x="10314" y="1257637"/>
                  <a:pt x="17905" y="1254238"/>
                  <a:pt x="26290" y="1254238"/>
                </a:cubicBezTo>
                <a:close/>
                <a:moveTo>
                  <a:pt x="1474228" y="1174410"/>
                </a:moveTo>
                <a:lnTo>
                  <a:pt x="1450688" y="1213159"/>
                </a:lnTo>
                <a:lnTo>
                  <a:pt x="1446956" y="1204150"/>
                </a:lnTo>
                <a:cubicBezTo>
                  <a:pt x="1446956" y="1191573"/>
                  <a:pt x="1454603" y="1180782"/>
                  <a:pt x="1465501" y="1176173"/>
                </a:cubicBezTo>
                <a:close/>
                <a:moveTo>
                  <a:pt x="1404765" y="1173786"/>
                </a:moveTo>
                <a:cubicBezTo>
                  <a:pt x="1421535" y="1173786"/>
                  <a:pt x="1435129" y="1187380"/>
                  <a:pt x="1435129" y="1204150"/>
                </a:cubicBezTo>
                <a:cubicBezTo>
                  <a:pt x="1435129" y="1220919"/>
                  <a:pt x="1421535" y="1234513"/>
                  <a:pt x="1404765" y="1234513"/>
                </a:cubicBezTo>
                <a:cubicBezTo>
                  <a:pt x="1387996" y="1234513"/>
                  <a:pt x="1374402" y="1220919"/>
                  <a:pt x="1374402" y="1204150"/>
                </a:cubicBezTo>
                <a:cubicBezTo>
                  <a:pt x="1374402" y="1187380"/>
                  <a:pt x="1387996" y="1173786"/>
                  <a:pt x="1404765" y="1173786"/>
                </a:cubicBezTo>
                <a:close/>
                <a:moveTo>
                  <a:pt x="1332211" y="1173786"/>
                </a:moveTo>
                <a:cubicBezTo>
                  <a:pt x="1348980" y="1173786"/>
                  <a:pt x="1362574" y="1187380"/>
                  <a:pt x="1362574" y="1204150"/>
                </a:cubicBezTo>
                <a:cubicBezTo>
                  <a:pt x="1362574" y="1220919"/>
                  <a:pt x="1348980" y="1234513"/>
                  <a:pt x="1332211" y="1234513"/>
                </a:cubicBezTo>
                <a:cubicBezTo>
                  <a:pt x="1315441" y="1234513"/>
                  <a:pt x="1301847" y="1220919"/>
                  <a:pt x="1301847" y="1204150"/>
                </a:cubicBezTo>
                <a:cubicBezTo>
                  <a:pt x="1301847" y="1187380"/>
                  <a:pt x="1315441" y="1173786"/>
                  <a:pt x="1332211" y="1173786"/>
                </a:cubicBezTo>
                <a:close/>
                <a:moveTo>
                  <a:pt x="1259656" y="1173786"/>
                </a:moveTo>
                <a:cubicBezTo>
                  <a:pt x="1276426" y="1173786"/>
                  <a:pt x="1290020" y="1187380"/>
                  <a:pt x="1290020" y="1204150"/>
                </a:cubicBezTo>
                <a:cubicBezTo>
                  <a:pt x="1290020" y="1220919"/>
                  <a:pt x="1276426" y="1234513"/>
                  <a:pt x="1259656" y="1234513"/>
                </a:cubicBezTo>
                <a:cubicBezTo>
                  <a:pt x="1242887" y="1234513"/>
                  <a:pt x="1229293" y="1220919"/>
                  <a:pt x="1229293" y="1204150"/>
                </a:cubicBezTo>
                <a:cubicBezTo>
                  <a:pt x="1229293" y="1187380"/>
                  <a:pt x="1242887" y="1173786"/>
                  <a:pt x="1259656" y="1173786"/>
                </a:cubicBezTo>
                <a:close/>
                <a:moveTo>
                  <a:pt x="1187102" y="1173786"/>
                </a:moveTo>
                <a:cubicBezTo>
                  <a:pt x="1203871" y="1173786"/>
                  <a:pt x="1217465" y="1187380"/>
                  <a:pt x="1217465" y="1204150"/>
                </a:cubicBezTo>
                <a:cubicBezTo>
                  <a:pt x="1217465" y="1220919"/>
                  <a:pt x="1203871" y="1234513"/>
                  <a:pt x="1187102" y="1234513"/>
                </a:cubicBezTo>
                <a:cubicBezTo>
                  <a:pt x="1170332" y="1234513"/>
                  <a:pt x="1156738" y="1220919"/>
                  <a:pt x="1156738" y="1204150"/>
                </a:cubicBezTo>
                <a:cubicBezTo>
                  <a:pt x="1156738" y="1187380"/>
                  <a:pt x="1170332" y="1173786"/>
                  <a:pt x="1187102" y="1173786"/>
                </a:cubicBezTo>
                <a:close/>
                <a:moveTo>
                  <a:pt x="1114547" y="1173786"/>
                </a:moveTo>
                <a:cubicBezTo>
                  <a:pt x="1131317" y="1173786"/>
                  <a:pt x="1144911" y="1187380"/>
                  <a:pt x="1144911" y="1204150"/>
                </a:cubicBezTo>
                <a:cubicBezTo>
                  <a:pt x="1144911" y="1220919"/>
                  <a:pt x="1131317" y="1234513"/>
                  <a:pt x="1114547" y="1234513"/>
                </a:cubicBezTo>
                <a:cubicBezTo>
                  <a:pt x="1097778" y="1234513"/>
                  <a:pt x="1084184" y="1220919"/>
                  <a:pt x="1084184" y="1204150"/>
                </a:cubicBezTo>
                <a:cubicBezTo>
                  <a:pt x="1084184" y="1187380"/>
                  <a:pt x="1097778" y="1173786"/>
                  <a:pt x="1114547" y="1173786"/>
                </a:cubicBezTo>
                <a:close/>
                <a:moveTo>
                  <a:pt x="1041993" y="1173786"/>
                </a:moveTo>
                <a:cubicBezTo>
                  <a:pt x="1058762" y="1173786"/>
                  <a:pt x="1072356" y="1187380"/>
                  <a:pt x="1072356" y="1204150"/>
                </a:cubicBezTo>
                <a:cubicBezTo>
                  <a:pt x="1072356" y="1220919"/>
                  <a:pt x="1058762" y="1234513"/>
                  <a:pt x="1041993" y="1234513"/>
                </a:cubicBezTo>
                <a:cubicBezTo>
                  <a:pt x="1025223" y="1234513"/>
                  <a:pt x="1011629" y="1220919"/>
                  <a:pt x="1011629" y="1204150"/>
                </a:cubicBezTo>
                <a:cubicBezTo>
                  <a:pt x="1011629" y="1187380"/>
                  <a:pt x="1025223" y="1173786"/>
                  <a:pt x="1041993" y="1173786"/>
                </a:cubicBezTo>
                <a:close/>
                <a:moveTo>
                  <a:pt x="969438" y="1173786"/>
                </a:moveTo>
                <a:cubicBezTo>
                  <a:pt x="986208" y="1173786"/>
                  <a:pt x="999801" y="1187380"/>
                  <a:pt x="999801" y="1204150"/>
                </a:cubicBezTo>
                <a:cubicBezTo>
                  <a:pt x="999801" y="1220919"/>
                  <a:pt x="986208" y="1234513"/>
                  <a:pt x="969438" y="1234513"/>
                </a:cubicBezTo>
                <a:cubicBezTo>
                  <a:pt x="952669" y="1234513"/>
                  <a:pt x="939075" y="1220919"/>
                  <a:pt x="939075" y="1204150"/>
                </a:cubicBezTo>
                <a:cubicBezTo>
                  <a:pt x="939075" y="1187380"/>
                  <a:pt x="952669" y="1173786"/>
                  <a:pt x="969438" y="1173786"/>
                </a:cubicBezTo>
                <a:close/>
                <a:moveTo>
                  <a:pt x="896883" y="1173786"/>
                </a:moveTo>
                <a:cubicBezTo>
                  <a:pt x="913653" y="1173786"/>
                  <a:pt x="927247" y="1187380"/>
                  <a:pt x="927247" y="1204150"/>
                </a:cubicBezTo>
                <a:cubicBezTo>
                  <a:pt x="927247" y="1220919"/>
                  <a:pt x="913653" y="1234513"/>
                  <a:pt x="896883" y="1234513"/>
                </a:cubicBezTo>
                <a:cubicBezTo>
                  <a:pt x="880114" y="1234513"/>
                  <a:pt x="866520" y="1220919"/>
                  <a:pt x="866520" y="1204150"/>
                </a:cubicBezTo>
                <a:cubicBezTo>
                  <a:pt x="866520" y="1187380"/>
                  <a:pt x="880114" y="1173786"/>
                  <a:pt x="896883" y="1173786"/>
                </a:cubicBezTo>
                <a:close/>
                <a:moveTo>
                  <a:pt x="824329" y="1173786"/>
                </a:moveTo>
                <a:cubicBezTo>
                  <a:pt x="841098" y="1173786"/>
                  <a:pt x="854692" y="1187380"/>
                  <a:pt x="854692" y="1204150"/>
                </a:cubicBezTo>
                <a:cubicBezTo>
                  <a:pt x="854692" y="1220919"/>
                  <a:pt x="841098" y="1234513"/>
                  <a:pt x="824329" y="1234513"/>
                </a:cubicBezTo>
                <a:cubicBezTo>
                  <a:pt x="807559" y="1234513"/>
                  <a:pt x="793965" y="1220919"/>
                  <a:pt x="793965" y="1204150"/>
                </a:cubicBezTo>
                <a:cubicBezTo>
                  <a:pt x="793965" y="1187380"/>
                  <a:pt x="807559" y="1173786"/>
                  <a:pt x="824329" y="1173786"/>
                </a:cubicBezTo>
                <a:close/>
                <a:moveTo>
                  <a:pt x="751774" y="1173786"/>
                </a:moveTo>
                <a:cubicBezTo>
                  <a:pt x="768544" y="1173786"/>
                  <a:pt x="782138" y="1187380"/>
                  <a:pt x="782138" y="1204150"/>
                </a:cubicBezTo>
                <a:cubicBezTo>
                  <a:pt x="782138" y="1220919"/>
                  <a:pt x="768544" y="1234513"/>
                  <a:pt x="751774" y="1234513"/>
                </a:cubicBezTo>
                <a:cubicBezTo>
                  <a:pt x="735005" y="1234513"/>
                  <a:pt x="721411" y="1220919"/>
                  <a:pt x="721411" y="1204150"/>
                </a:cubicBezTo>
                <a:cubicBezTo>
                  <a:pt x="721411" y="1187380"/>
                  <a:pt x="735005" y="1173786"/>
                  <a:pt x="751774" y="1173786"/>
                </a:cubicBezTo>
                <a:close/>
                <a:moveTo>
                  <a:pt x="679220" y="1173786"/>
                </a:moveTo>
                <a:cubicBezTo>
                  <a:pt x="695989" y="1173786"/>
                  <a:pt x="709583" y="1187380"/>
                  <a:pt x="709583" y="1204150"/>
                </a:cubicBezTo>
                <a:cubicBezTo>
                  <a:pt x="709583" y="1220919"/>
                  <a:pt x="695989" y="1234513"/>
                  <a:pt x="679220" y="1234513"/>
                </a:cubicBezTo>
                <a:cubicBezTo>
                  <a:pt x="662450" y="1234513"/>
                  <a:pt x="648856" y="1220919"/>
                  <a:pt x="648856" y="1204150"/>
                </a:cubicBezTo>
                <a:cubicBezTo>
                  <a:pt x="648856" y="1187380"/>
                  <a:pt x="662450" y="1173786"/>
                  <a:pt x="679220" y="1173786"/>
                </a:cubicBezTo>
                <a:close/>
                <a:moveTo>
                  <a:pt x="606665" y="1173786"/>
                </a:moveTo>
                <a:cubicBezTo>
                  <a:pt x="623435" y="1173786"/>
                  <a:pt x="637029" y="1187380"/>
                  <a:pt x="637029" y="1204150"/>
                </a:cubicBezTo>
                <a:cubicBezTo>
                  <a:pt x="637029" y="1220919"/>
                  <a:pt x="623435" y="1234513"/>
                  <a:pt x="606665" y="1234513"/>
                </a:cubicBezTo>
                <a:cubicBezTo>
                  <a:pt x="589896" y="1234513"/>
                  <a:pt x="576302" y="1220919"/>
                  <a:pt x="576302" y="1204150"/>
                </a:cubicBezTo>
                <a:cubicBezTo>
                  <a:pt x="576302" y="1187380"/>
                  <a:pt x="589896" y="1173786"/>
                  <a:pt x="606665" y="1173786"/>
                </a:cubicBezTo>
                <a:close/>
                <a:moveTo>
                  <a:pt x="534111" y="1173786"/>
                </a:moveTo>
                <a:cubicBezTo>
                  <a:pt x="550880" y="1173786"/>
                  <a:pt x="564474" y="1187380"/>
                  <a:pt x="564474" y="1204150"/>
                </a:cubicBezTo>
                <a:cubicBezTo>
                  <a:pt x="564474" y="1220919"/>
                  <a:pt x="550880" y="1234513"/>
                  <a:pt x="534111" y="1234513"/>
                </a:cubicBezTo>
                <a:cubicBezTo>
                  <a:pt x="517341" y="1234513"/>
                  <a:pt x="503747" y="1220919"/>
                  <a:pt x="503747" y="1204150"/>
                </a:cubicBezTo>
                <a:cubicBezTo>
                  <a:pt x="503747" y="1187380"/>
                  <a:pt x="517341" y="1173786"/>
                  <a:pt x="534111" y="1173786"/>
                </a:cubicBezTo>
                <a:close/>
                <a:moveTo>
                  <a:pt x="461556" y="1173786"/>
                </a:moveTo>
                <a:cubicBezTo>
                  <a:pt x="478326" y="1173786"/>
                  <a:pt x="491920" y="1187380"/>
                  <a:pt x="491920" y="1204150"/>
                </a:cubicBezTo>
                <a:cubicBezTo>
                  <a:pt x="491920" y="1220919"/>
                  <a:pt x="478326" y="1234513"/>
                  <a:pt x="461556" y="1234513"/>
                </a:cubicBezTo>
                <a:cubicBezTo>
                  <a:pt x="444787" y="1234513"/>
                  <a:pt x="431192" y="1220919"/>
                  <a:pt x="431192" y="1204150"/>
                </a:cubicBezTo>
                <a:cubicBezTo>
                  <a:pt x="431192" y="1187380"/>
                  <a:pt x="444787" y="1173786"/>
                  <a:pt x="461556" y="1173786"/>
                </a:cubicBezTo>
                <a:close/>
                <a:moveTo>
                  <a:pt x="389002" y="1173786"/>
                </a:moveTo>
                <a:cubicBezTo>
                  <a:pt x="405771" y="1173786"/>
                  <a:pt x="419365" y="1187380"/>
                  <a:pt x="419365" y="1204150"/>
                </a:cubicBezTo>
                <a:cubicBezTo>
                  <a:pt x="419365" y="1220919"/>
                  <a:pt x="405771" y="1234513"/>
                  <a:pt x="389002" y="1234513"/>
                </a:cubicBezTo>
                <a:cubicBezTo>
                  <a:pt x="372232" y="1234513"/>
                  <a:pt x="358638" y="1220919"/>
                  <a:pt x="358638" y="1204150"/>
                </a:cubicBezTo>
                <a:cubicBezTo>
                  <a:pt x="358638" y="1187380"/>
                  <a:pt x="372232" y="1173786"/>
                  <a:pt x="389002" y="1173786"/>
                </a:cubicBezTo>
                <a:close/>
                <a:moveTo>
                  <a:pt x="316447" y="1173786"/>
                </a:moveTo>
                <a:cubicBezTo>
                  <a:pt x="333216" y="1173786"/>
                  <a:pt x="346810" y="1187380"/>
                  <a:pt x="346810" y="1204150"/>
                </a:cubicBezTo>
                <a:cubicBezTo>
                  <a:pt x="346810" y="1220919"/>
                  <a:pt x="333216" y="1234513"/>
                  <a:pt x="316447" y="1234513"/>
                </a:cubicBezTo>
                <a:cubicBezTo>
                  <a:pt x="299677" y="1234513"/>
                  <a:pt x="286084" y="1220919"/>
                  <a:pt x="286084" y="1204150"/>
                </a:cubicBezTo>
                <a:cubicBezTo>
                  <a:pt x="286084" y="1187380"/>
                  <a:pt x="299677" y="1173786"/>
                  <a:pt x="316447" y="1173786"/>
                </a:cubicBezTo>
                <a:close/>
                <a:moveTo>
                  <a:pt x="243892" y="1173786"/>
                </a:moveTo>
                <a:cubicBezTo>
                  <a:pt x="260662" y="1173786"/>
                  <a:pt x="274256" y="1187380"/>
                  <a:pt x="274256" y="1204150"/>
                </a:cubicBezTo>
                <a:cubicBezTo>
                  <a:pt x="274256" y="1220919"/>
                  <a:pt x="260662" y="1234513"/>
                  <a:pt x="243892" y="1234513"/>
                </a:cubicBezTo>
                <a:cubicBezTo>
                  <a:pt x="227123" y="1234513"/>
                  <a:pt x="213529" y="1220919"/>
                  <a:pt x="213529" y="1204150"/>
                </a:cubicBezTo>
                <a:cubicBezTo>
                  <a:pt x="213529" y="1187380"/>
                  <a:pt x="227123" y="1173786"/>
                  <a:pt x="243892" y="1173786"/>
                </a:cubicBezTo>
                <a:close/>
                <a:moveTo>
                  <a:pt x="171339" y="1173786"/>
                </a:moveTo>
                <a:cubicBezTo>
                  <a:pt x="188107" y="1173786"/>
                  <a:pt x="201701" y="1187380"/>
                  <a:pt x="201701" y="1204150"/>
                </a:cubicBezTo>
                <a:cubicBezTo>
                  <a:pt x="201701" y="1220919"/>
                  <a:pt x="188107" y="1234513"/>
                  <a:pt x="171339" y="1234513"/>
                </a:cubicBezTo>
                <a:cubicBezTo>
                  <a:pt x="154627" y="1234513"/>
                  <a:pt x="141034" y="1220919"/>
                  <a:pt x="141034" y="1204150"/>
                </a:cubicBezTo>
                <a:cubicBezTo>
                  <a:pt x="141034" y="1187380"/>
                  <a:pt x="154627" y="1173786"/>
                  <a:pt x="171339" y="1173786"/>
                </a:cubicBezTo>
                <a:close/>
                <a:moveTo>
                  <a:pt x="98852" y="1173786"/>
                </a:moveTo>
                <a:cubicBezTo>
                  <a:pt x="115616" y="1173786"/>
                  <a:pt x="129210" y="1187380"/>
                  <a:pt x="129210" y="1204150"/>
                </a:cubicBezTo>
                <a:cubicBezTo>
                  <a:pt x="129210" y="1220919"/>
                  <a:pt x="115616" y="1234513"/>
                  <a:pt x="98852" y="1234513"/>
                </a:cubicBezTo>
                <a:cubicBezTo>
                  <a:pt x="82080" y="1234513"/>
                  <a:pt x="68486" y="1220919"/>
                  <a:pt x="68486" y="1204150"/>
                </a:cubicBezTo>
                <a:cubicBezTo>
                  <a:pt x="68486" y="1187380"/>
                  <a:pt x="82080" y="1173786"/>
                  <a:pt x="98852" y="1173786"/>
                </a:cubicBezTo>
                <a:close/>
                <a:moveTo>
                  <a:pt x="26297" y="1173786"/>
                </a:moveTo>
                <a:cubicBezTo>
                  <a:pt x="43063" y="1173786"/>
                  <a:pt x="56658" y="1187380"/>
                  <a:pt x="56658" y="1204150"/>
                </a:cubicBezTo>
                <a:cubicBezTo>
                  <a:pt x="56658" y="1220919"/>
                  <a:pt x="43063" y="1234513"/>
                  <a:pt x="26297" y="1234513"/>
                </a:cubicBezTo>
                <a:cubicBezTo>
                  <a:pt x="17912" y="1234513"/>
                  <a:pt x="10321" y="1231115"/>
                  <a:pt x="4826" y="1225620"/>
                </a:cubicBezTo>
                <a:lnTo>
                  <a:pt x="0" y="1213970"/>
                </a:lnTo>
                <a:lnTo>
                  <a:pt x="0" y="1194329"/>
                </a:lnTo>
                <a:lnTo>
                  <a:pt x="4826" y="1182679"/>
                </a:lnTo>
                <a:cubicBezTo>
                  <a:pt x="10321" y="1177185"/>
                  <a:pt x="17912" y="1173786"/>
                  <a:pt x="26297" y="1173786"/>
                </a:cubicBezTo>
                <a:close/>
                <a:moveTo>
                  <a:pt x="1477320" y="1093335"/>
                </a:moveTo>
                <a:cubicBezTo>
                  <a:pt x="1485705" y="1093335"/>
                  <a:pt x="1493295" y="1096733"/>
                  <a:pt x="1498790" y="1102228"/>
                </a:cubicBezTo>
                <a:lnTo>
                  <a:pt x="1505389" y="1118160"/>
                </a:lnTo>
                <a:lnTo>
                  <a:pt x="1493855" y="1142105"/>
                </a:lnTo>
                <a:lnTo>
                  <a:pt x="1487887" y="1151929"/>
                </a:lnTo>
                <a:lnTo>
                  <a:pt x="1477320" y="1154062"/>
                </a:lnTo>
                <a:cubicBezTo>
                  <a:pt x="1460550" y="1154062"/>
                  <a:pt x="1446956" y="1140468"/>
                  <a:pt x="1446956" y="1123698"/>
                </a:cubicBezTo>
                <a:cubicBezTo>
                  <a:pt x="1446956" y="1106929"/>
                  <a:pt x="1460550" y="1093335"/>
                  <a:pt x="1477320" y="1093335"/>
                </a:cubicBezTo>
                <a:close/>
                <a:moveTo>
                  <a:pt x="1404765" y="1093335"/>
                </a:moveTo>
                <a:cubicBezTo>
                  <a:pt x="1421535" y="1093335"/>
                  <a:pt x="1435129" y="1106929"/>
                  <a:pt x="1435129" y="1123698"/>
                </a:cubicBezTo>
                <a:cubicBezTo>
                  <a:pt x="1435129" y="1140468"/>
                  <a:pt x="1421535" y="1154062"/>
                  <a:pt x="1404765" y="1154062"/>
                </a:cubicBezTo>
                <a:cubicBezTo>
                  <a:pt x="1387996" y="1154062"/>
                  <a:pt x="1374402" y="1140468"/>
                  <a:pt x="1374402" y="1123698"/>
                </a:cubicBezTo>
                <a:cubicBezTo>
                  <a:pt x="1374402" y="1106929"/>
                  <a:pt x="1387996" y="1093335"/>
                  <a:pt x="1404765" y="1093335"/>
                </a:cubicBezTo>
                <a:close/>
                <a:moveTo>
                  <a:pt x="1332211" y="1093335"/>
                </a:moveTo>
                <a:cubicBezTo>
                  <a:pt x="1348980" y="1093335"/>
                  <a:pt x="1362574" y="1106929"/>
                  <a:pt x="1362574" y="1123698"/>
                </a:cubicBezTo>
                <a:cubicBezTo>
                  <a:pt x="1362574" y="1140468"/>
                  <a:pt x="1348980" y="1154062"/>
                  <a:pt x="1332211" y="1154062"/>
                </a:cubicBezTo>
                <a:cubicBezTo>
                  <a:pt x="1315441" y="1154062"/>
                  <a:pt x="1301847" y="1140468"/>
                  <a:pt x="1301847" y="1123698"/>
                </a:cubicBezTo>
                <a:cubicBezTo>
                  <a:pt x="1301847" y="1106929"/>
                  <a:pt x="1315441" y="1093335"/>
                  <a:pt x="1332211" y="1093335"/>
                </a:cubicBezTo>
                <a:close/>
                <a:moveTo>
                  <a:pt x="1259656" y="1093335"/>
                </a:moveTo>
                <a:cubicBezTo>
                  <a:pt x="1276426" y="1093335"/>
                  <a:pt x="1290020" y="1106929"/>
                  <a:pt x="1290020" y="1123698"/>
                </a:cubicBezTo>
                <a:cubicBezTo>
                  <a:pt x="1290020" y="1140468"/>
                  <a:pt x="1276426" y="1154062"/>
                  <a:pt x="1259656" y="1154062"/>
                </a:cubicBezTo>
                <a:cubicBezTo>
                  <a:pt x="1242887" y="1154062"/>
                  <a:pt x="1229293" y="1140468"/>
                  <a:pt x="1229293" y="1123698"/>
                </a:cubicBezTo>
                <a:cubicBezTo>
                  <a:pt x="1229293" y="1106929"/>
                  <a:pt x="1242887" y="1093335"/>
                  <a:pt x="1259656" y="1093335"/>
                </a:cubicBezTo>
                <a:close/>
                <a:moveTo>
                  <a:pt x="1187102" y="1093335"/>
                </a:moveTo>
                <a:cubicBezTo>
                  <a:pt x="1203871" y="1093335"/>
                  <a:pt x="1217465" y="1106929"/>
                  <a:pt x="1217465" y="1123698"/>
                </a:cubicBezTo>
                <a:cubicBezTo>
                  <a:pt x="1217465" y="1140468"/>
                  <a:pt x="1203871" y="1154062"/>
                  <a:pt x="1187102" y="1154062"/>
                </a:cubicBezTo>
                <a:cubicBezTo>
                  <a:pt x="1170332" y="1154062"/>
                  <a:pt x="1156738" y="1140468"/>
                  <a:pt x="1156738" y="1123698"/>
                </a:cubicBezTo>
                <a:cubicBezTo>
                  <a:pt x="1156738" y="1106929"/>
                  <a:pt x="1170332" y="1093335"/>
                  <a:pt x="1187102" y="1093335"/>
                </a:cubicBezTo>
                <a:close/>
                <a:moveTo>
                  <a:pt x="1114547" y="1093335"/>
                </a:moveTo>
                <a:cubicBezTo>
                  <a:pt x="1131317" y="1093335"/>
                  <a:pt x="1144911" y="1106929"/>
                  <a:pt x="1144911" y="1123698"/>
                </a:cubicBezTo>
                <a:cubicBezTo>
                  <a:pt x="1144911" y="1140468"/>
                  <a:pt x="1131317" y="1154062"/>
                  <a:pt x="1114547" y="1154062"/>
                </a:cubicBezTo>
                <a:cubicBezTo>
                  <a:pt x="1097778" y="1154062"/>
                  <a:pt x="1084184" y="1140468"/>
                  <a:pt x="1084184" y="1123698"/>
                </a:cubicBezTo>
                <a:cubicBezTo>
                  <a:pt x="1084184" y="1106929"/>
                  <a:pt x="1097778" y="1093335"/>
                  <a:pt x="1114547" y="1093335"/>
                </a:cubicBezTo>
                <a:close/>
                <a:moveTo>
                  <a:pt x="1041993" y="1093335"/>
                </a:moveTo>
                <a:cubicBezTo>
                  <a:pt x="1058762" y="1093335"/>
                  <a:pt x="1072356" y="1106929"/>
                  <a:pt x="1072356" y="1123698"/>
                </a:cubicBezTo>
                <a:cubicBezTo>
                  <a:pt x="1072356" y="1140468"/>
                  <a:pt x="1058762" y="1154062"/>
                  <a:pt x="1041993" y="1154062"/>
                </a:cubicBezTo>
                <a:cubicBezTo>
                  <a:pt x="1025223" y="1154062"/>
                  <a:pt x="1011629" y="1140468"/>
                  <a:pt x="1011629" y="1123698"/>
                </a:cubicBezTo>
                <a:cubicBezTo>
                  <a:pt x="1011629" y="1106929"/>
                  <a:pt x="1025223" y="1093335"/>
                  <a:pt x="1041993" y="1093335"/>
                </a:cubicBezTo>
                <a:close/>
                <a:moveTo>
                  <a:pt x="969438" y="1093335"/>
                </a:moveTo>
                <a:cubicBezTo>
                  <a:pt x="986208" y="1093335"/>
                  <a:pt x="999801" y="1106929"/>
                  <a:pt x="999801" y="1123698"/>
                </a:cubicBezTo>
                <a:cubicBezTo>
                  <a:pt x="999801" y="1140468"/>
                  <a:pt x="986208" y="1154062"/>
                  <a:pt x="969438" y="1154062"/>
                </a:cubicBezTo>
                <a:cubicBezTo>
                  <a:pt x="952669" y="1154062"/>
                  <a:pt x="939075" y="1140468"/>
                  <a:pt x="939075" y="1123698"/>
                </a:cubicBezTo>
                <a:cubicBezTo>
                  <a:pt x="939075" y="1106929"/>
                  <a:pt x="952669" y="1093335"/>
                  <a:pt x="969438" y="1093335"/>
                </a:cubicBezTo>
                <a:close/>
                <a:moveTo>
                  <a:pt x="896883" y="1093335"/>
                </a:moveTo>
                <a:cubicBezTo>
                  <a:pt x="913653" y="1093335"/>
                  <a:pt x="927247" y="1106929"/>
                  <a:pt x="927247" y="1123698"/>
                </a:cubicBezTo>
                <a:cubicBezTo>
                  <a:pt x="927247" y="1140468"/>
                  <a:pt x="913653" y="1154062"/>
                  <a:pt x="896883" y="1154062"/>
                </a:cubicBezTo>
                <a:cubicBezTo>
                  <a:pt x="880114" y="1154062"/>
                  <a:pt x="866520" y="1140468"/>
                  <a:pt x="866520" y="1123698"/>
                </a:cubicBezTo>
                <a:cubicBezTo>
                  <a:pt x="866520" y="1106929"/>
                  <a:pt x="880114" y="1093335"/>
                  <a:pt x="896883" y="1093335"/>
                </a:cubicBezTo>
                <a:close/>
                <a:moveTo>
                  <a:pt x="824329" y="1093335"/>
                </a:moveTo>
                <a:cubicBezTo>
                  <a:pt x="841098" y="1093335"/>
                  <a:pt x="854692" y="1106929"/>
                  <a:pt x="854692" y="1123698"/>
                </a:cubicBezTo>
                <a:cubicBezTo>
                  <a:pt x="854692" y="1140468"/>
                  <a:pt x="841098" y="1154062"/>
                  <a:pt x="824329" y="1154062"/>
                </a:cubicBezTo>
                <a:cubicBezTo>
                  <a:pt x="807559" y="1154062"/>
                  <a:pt x="793965" y="1140468"/>
                  <a:pt x="793965" y="1123698"/>
                </a:cubicBezTo>
                <a:cubicBezTo>
                  <a:pt x="793965" y="1106929"/>
                  <a:pt x="807559" y="1093335"/>
                  <a:pt x="824329" y="1093335"/>
                </a:cubicBezTo>
                <a:close/>
                <a:moveTo>
                  <a:pt x="751774" y="1093335"/>
                </a:moveTo>
                <a:cubicBezTo>
                  <a:pt x="768544" y="1093335"/>
                  <a:pt x="782138" y="1106929"/>
                  <a:pt x="782138" y="1123698"/>
                </a:cubicBezTo>
                <a:cubicBezTo>
                  <a:pt x="782138" y="1140468"/>
                  <a:pt x="768544" y="1154062"/>
                  <a:pt x="751774" y="1154062"/>
                </a:cubicBezTo>
                <a:cubicBezTo>
                  <a:pt x="735005" y="1154062"/>
                  <a:pt x="721411" y="1140468"/>
                  <a:pt x="721411" y="1123698"/>
                </a:cubicBezTo>
                <a:cubicBezTo>
                  <a:pt x="721411" y="1106929"/>
                  <a:pt x="735005" y="1093335"/>
                  <a:pt x="751774" y="1093335"/>
                </a:cubicBezTo>
                <a:close/>
                <a:moveTo>
                  <a:pt x="679220" y="1093335"/>
                </a:moveTo>
                <a:cubicBezTo>
                  <a:pt x="695989" y="1093335"/>
                  <a:pt x="709583" y="1106929"/>
                  <a:pt x="709583" y="1123698"/>
                </a:cubicBezTo>
                <a:cubicBezTo>
                  <a:pt x="709583" y="1140468"/>
                  <a:pt x="695989" y="1154062"/>
                  <a:pt x="679220" y="1154062"/>
                </a:cubicBezTo>
                <a:cubicBezTo>
                  <a:pt x="662450" y="1154062"/>
                  <a:pt x="648856" y="1140468"/>
                  <a:pt x="648856" y="1123698"/>
                </a:cubicBezTo>
                <a:cubicBezTo>
                  <a:pt x="648856" y="1106929"/>
                  <a:pt x="662450" y="1093335"/>
                  <a:pt x="679220" y="1093335"/>
                </a:cubicBezTo>
                <a:close/>
                <a:moveTo>
                  <a:pt x="606665" y="1093335"/>
                </a:moveTo>
                <a:cubicBezTo>
                  <a:pt x="623435" y="1093335"/>
                  <a:pt x="637029" y="1106929"/>
                  <a:pt x="637029" y="1123698"/>
                </a:cubicBezTo>
                <a:cubicBezTo>
                  <a:pt x="637029" y="1140468"/>
                  <a:pt x="623435" y="1154062"/>
                  <a:pt x="606665" y="1154062"/>
                </a:cubicBezTo>
                <a:cubicBezTo>
                  <a:pt x="589896" y="1154062"/>
                  <a:pt x="576302" y="1140468"/>
                  <a:pt x="576302" y="1123698"/>
                </a:cubicBezTo>
                <a:cubicBezTo>
                  <a:pt x="576302" y="1106929"/>
                  <a:pt x="589896" y="1093335"/>
                  <a:pt x="606665" y="1093335"/>
                </a:cubicBezTo>
                <a:close/>
                <a:moveTo>
                  <a:pt x="534111" y="1093335"/>
                </a:moveTo>
                <a:cubicBezTo>
                  <a:pt x="550880" y="1093335"/>
                  <a:pt x="564474" y="1106929"/>
                  <a:pt x="564474" y="1123698"/>
                </a:cubicBezTo>
                <a:cubicBezTo>
                  <a:pt x="564474" y="1140468"/>
                  <a:pt x="550880" y="1154062"/>
                  <a:pt x="534111" y="1154062"/>
                </a:cubicBezTo>
                <a:cubicBezTo>
                  <a:pt x="517341" y="1154062"/>
                  <a:pt x="503747" y="1140468"/>
                  <a:pt x="503747" y="1123698"/>
                </a:cubicBezTo>
                <a:cubicBezTo>
                  <a:pt x="503747" y="1106929"/>
                  <a:pt x="517341" y="1093335"/>
                  <a:pt x="534111" y="1093335"/>
                </a:cubicBezTo>
                <a:close/>
                <a:moveTo>
                  <a:pt x="461556" y="1093335"/>
                </a:moveTo>
                <a:cubicBezTo>
                  <a:pt x="478326" y="1093335"/>
                  <a:pt x="491920" y="1106929"/>
                  <a:pt x="491920" y="1123698"/>
                </a:cubicBezTo>
                <a:cubicBezTo>
                  <a:pt x="491920" y="1140468"/>
                  <a:pt x="478326" y="1154062"/>
                  <a:pt x="461556" y="1154062"/>
                </a:cubicBezTo>
                <a:cubicBezTo>
                  <a:pt x="444787" y="1154062"/>
                  <a:pt x="431192" y="1140468"/>
                  <a:pt x="431192" y="1123698"/>
                </a:cubicBezTo>
                <a:cubicBezTo>
                  <a:pt x="431192" y="1106929"/>
                  <a:pt x="444787" y="1093335"/>
                  <a:pt x="461556" y="1093335"/>
                </a:cubicBezTo>
                <a:close/>
                <a:moveTo>
                  <a:pt x="389002" y="1093335"/>
                </a:moveTo>
                <a:cubicBezTo>
                  <a:pt x="405771" y="1093335"/>
                  <a:pt x="419365" y="1106929"/>
                  <a:pt x="419365" y="1123698"/>
                </a:cubicBezTo>
                <a:cubicBezTo>
                  <a:pt x="419365" y="1140468"/>
                  <a:pt x="405771" y="1154062"/>
                  <a:pt x="389002" y="1154062"/>
                </a:cubicBezTo>
                <a:cubicBezTo>
                  <a:pt x="372232" y="1154062"/>
                  <a:pt x="358638" y="1140468"/>
                  <a:pt x="358638" y="1123698"/>
                </a:cubicBezTo>
                <a:cubicBezTo>
                  <a:pt x="358638" y="1106929"/>
                  <a:pt x="372232" y="1093335"/>
                  <a:pt x="389002" y="1093335"/>
                </a:cubicBezTo>
                <a:close/>
                <a:moveTo>
                  <a:pt x="316447" y="1093335"/>
                </a:moveTo>
                <a:cubicBezTo>
                  <a:pt x="333216" y="1093335"/>
                  <a:pt x="346810" y="1106929"/>
                  <a:pt x="346810" y="1123698"/>
                </a:cubicBezTo>
                <a:cubicBezTo>
                  <a:pt x="346810" y="1140468"/>
                  <a:pt x="333216" y="1154062"/>
                  <a:pt x="316447" y="1154062"/>
                </a:cubicBezTo>
                <a:cubicBezTo>
                  <a:pt x="299677" y="1154062"/>
                  <a:pt x="286084" y="1140468"/>
                  <a:pt x="286084" y="1123698"/>
                </a:cubicBezTo>
                <a:cubicBezTo>
                  <a:pt x="286084" y="1106929"/>
                  <a:pt x="299677" y="1093335"/>
                  <a:pt x="316447" y="1093335"/>
                </a:cubicBezTo>
                <a:close/>
                <a:moveTo>
                  <a:pt x="243892" y="1093335"/>
                </a:moveTo>
                <a:cubicBezTo>
                  <a:pt x="260662" y="1093335"/>
                  <a:pt x="274256" y="1106929"/>
                  <a:pt x="274256" y="1123698"/>
                </a:cubicBezTo>
                <a:cubicBezTo>
                  <a:pt x="274256" y="1140468"/>
                  <a:pt x="260662" y="1154062"/>
                  <a:pt x="243892" y="1154062"/>
                </a:cubicBezTo>
                <a:cubicBezTo>
                  <a:pt x="227123" y="1154062"/>
                  <a:pt x="213529" y="1140468"/>
                  <a:pt x="213529" y="1123698"/>
                </a:cubicBezTo>
                <a:cubicBezTo>
                  <a:pt x="213529" y="1106929"/>
                  <a:pt x="227123" y="1093335"/>
                  <a:pt x="243892" y="1093335"/>
                </a:cubicBezTo>
                <a:close/>
                <a:moveTo>
                  <a:pt x="171339" y="1093335"/>
                </a:moveTo>
                <a:cubicBezTo>
                  <a:pt x="188107" y="1093335"/>
                  <a:pt x="201701" y="1106929"/>
                  <a:pt x="201701" y="1123698"/>
                </a:cubicBezTo>
                <a:cubicBezTo>
                  <a:pt x="201701" y="1140468"/>
                  <a:pt x="188107" y="1154062"/>
                  <a:pt x="171339" y="1154062"/>
                </a:cubicBezTo>
                <a:cubicBezTo>
                  <a:pt x="154633" y="1154062"/>
                  <a:pt x="141040" y="1140468"/>
                  <a:pt x="141040" y="1123698"/>
                </a:cubicBezTo>
                <a:cubicBezTo>
                  <a:pt x="141040" y="1106929"/>
                  <a:pt x="154633" y="1093335"/>
                  <a:pt x="171339" y="1093335"/>
                </a:cubicBezTo>
                <a:close/>
                <a:moveTo>
                  <a:pt x="98858" y="1093335"/>
                </a:moveTo>
                <a:cubicBezTo>
                  <a:pt x="115622" y="1093335"/>
                  <a:pt x="129216" y="1106929"/>
                  <a:pt x="129216" y="1123698"/>
                </a:cubicBezTo>
                <a:cubicBezTo>
                  <a:pt x="129216" y="1140468"/>
                  <a:pt x="115622" y="1154062"/>
                  <a:pt x="98858" y="1154062"/>
                </a:cubicBezTo>
                <a:cubicBezTo>
                  <a:pt x="82086" y="1154062"/>
                  <a:pt x="68492" y="1140468"/>
                  <a:pt x="68492" y="1123698"/>
                </a:cubicBezTo>
                <a:cubicBezTo>
                  <a:pt x="68492" y="1106929"/>
                  <a:pt x="82086" y="1093335"/>
                  <a:pt x="98858" y="1093335"/>
                </a:cubicBezTo>
                <a:close/>
                <a:moveTo>
                  <a:pt x="26303" y="1093335"/>
                </a:moveTo>
                <a:cubicBezTo>
                  <a:pt x="43069" y="1093335"/>
                  <a:pt x="56664" y="1106929"/>
                  <a:pt x="56664" y="1123698"/>
                </a:cubicBezTo>
                <a:cubicBezTo>
                  <a:pt x="56664" y="1140468"/>
                  <a:pt x="43069" y="1154062"/>
                  <a:pt x="26303" y="1154062"/>
                </a:cubicBezTo>
                <a:cubicBezTo>
                  <a:pt x="17918" y="1154062"/>
                  <a:pt x="10327" y="1150664"/>
                  <a:pt x="4832" y="1145169"/>
                </a:cubicBezTo>
                <a:lnTo>
                  <a:pt x="0" y="1133503"/>
                </a:lnTo>
                <a:lnTo>
                  <a:pt x="0" y="1113894"/>
                </a:lnTo>
                <a:lnTo>
                  <a:pt x="4832" y="1102228"/>
                </a:lnTo>
                <a:cubicBezTo>
                  <a:pt x="10327" y="1096734"/>
                  <a:pt x="17918" y="1093335"/>
                  <a:pt x="26303" y="1093335"/>
                </a:cubicBezTo>
                <a:close/>
                <a:moveTo>
                  <a:pt x="1549874" y="1012883"/>
                </a:moveTo>
                <a:lnTo>
                  <a:pt x="1555552" y="1014029"/>
                </a:lnTo>
                <a:lnTo>
                  <a:pt x="1530465" y="1066106"/>
                </a:lnTo>
                <a:lnTo>
                  <a:pt x="1528404" y="1064717"/>
                </a:lnTo>
                <a:cubicBezTo>
                  <a:pt x="1522910" y="1059222"/>
                  <a:pt x="1519511" y="1051631"/>
                  <a:pt x="1519511" y="1043246"/>
                </a:cubicBezTo>
                <a:cubicBezTo>
                  <a:pt x="1519511" y="1026477"/>
                  <a:pt x="1533105" y="1012883"/>
                  <a:pt x="1549874" y="1012883"/>
                </a:cubicBezTo>
                <a:close/>
                <a:moveTo>
                  <a:pt x="1477320" y="1012883"/>
                </a:moveTo>
                <a:cubicBezTo>
                  <a:pt x="1494089" y="1012883"/>
                  <a:pt x="1507683" y="1026477"/>
                  <a:pt x="1507683" y="1043246"/>
                </a:cubicBezTo>
                <a:cubicBezTo>
                  <a:pt x="1507683" y="1060016"/>
                  <a:pt x="1494089" y="1073610"/>
                  <a:pt x="1477320" y="1073610"/>
                </a:cubicBezTo>
                <a:cubicBezTo>
                  <a:pt x="1460550" y="1073610"/>
                  <a:pt x="1446956" y="1060016"/>
                  <a:pt x="1446956" y="1043246"/>
                </a:cubicBezTo>
                <a:cubicBezTo>
                  <a:pt x="1446956" y="1026477"/>
                  <a:pt x="1460550" y="1012883"/>
                  <a:pt x="1477320" y="1012883"/>
                </a:cubicBezTo>
                <a:close/>
                <a:moveTo>
                  <a:pt x="1404765" y="1012883"/>
                </a:moveTo>
                <a:cubicBezTo>
                  <a:pt x="1421535" y="1012883"/>
                  <a:pt x="1435129" y="1026477"/>
                  <a:pt x="1435129" y="1043246"/>
                </a:cubicBezTo>
                <a:cubicBezTo>
                  <a:pt x="1435129" y="1060016"/>
                  <a:pt x="1421535" y="1073610"/>
                  <a:pt x="1404765" y="1073610"/>
                </a:cubicBezTo>
                <a:cubicBezTo>
                  <a:pt x="1387996" y="1073610"/>
                  <a:pt x="1374402" y="1060016"/>
                  <a:pt x="1374402" y="1043246"/>
                </a:cubicBezTo>
                <a:cubicBezTo>
                  <a:pt x="1374402" y="1026477"/>
                  <a:pt x="1387996" y="1012883"/>
                  <a:pt x="1404765" y="1012883"/>
                </a:cubicBezTo>
                <a:close/>
                <a:moveTo>
                  <a:pt x="1332211" y="1012883"/>
                </a:moveTo>
                <a:cubicBezTo>
                  <a:pt x="1348980" y="1012883"/>
                  <a:pt x="1362574" y="1026477"/>
                  <a:pt x="1362574" y="1043246"/>
                </a:cubicBezTo>
                <a:cubicBezTo>
                  <a:pt x="1362574" y="1060016"/>
                  <a:pt x="1348980" y="1073610"/>
                  <a:pt x="1332211" y="1073610"/>
                </a:cubicBezTo>
                <a:cubicBezTo>
                  <a:pt x="1315441" y="1073610"/>
                  <a:pt x="1301847" y="1060016"/>
                  <a:pt x="1301847" y="1043246"/>
                </a:cubicBezTo>
                <a:cubicBezTo>
                  <a:pt x="1301847" y="1026477"/>
                  <a:pt x="1315441" y="1012883"/>
                  <a:pt x="1332211" y="1012883"/>
                </a:cubicBezTo>
                <a:close/>
                <a:moveTo>
                  <a:pt x="1259656" y="1012883"/>
                </a:moveTo>
                <a:cubicBezTo>
                  <a:pt x="1276426" y="1012883"/>
                  <a:pt x="1290020" y="1026477"/>
                  <a:pt x="1290020" y="1043246"/>
                </a:cubicBezTo>
                <a:cubicBezTo>
                  <a:pt x="1290020" y="1060016"/>
                  <a:pt x="1276426" y="1073610"/>
                  <a:pt x="1259656" y="1073610"/>
                </a:cubicBezTo>
                <a:cubicBezTo>
                  <a:pt x="1242887" y="1073610"/>
                  <a:pt x="1229293" y="1060016"/>
                  <a:pt x="1229293" y="1043246"/>
                </a:cubicBezTo>
                <a:cubicBezTo>
                  <a:pt x="1229293" y="1026477"/>
                  <a:pt x="1242887" y="1012883"/>
                  <a:pt x="1259656" y="1012883"/>
                </a:cubicBezTo>
                <a:close/>
                <a:moveTo>
                  <a:pt x="1187102" y="1012883"/>
                </a:moveTo>
                <a:cubicBezTo>
                  <a:pt x="1203871" y="1012883"/>
                  <a:pt x="1217465" y="1026477"/>
                  <a:pt x="1217465" y="1043246"/>
                </a:cubicBezTo>
                <a:cubicBezTo>
                  <a:pt x="1217465" y="1060016"/>
                  <a:pt x="1203871" y="1073610"/>
                  <a:pt x="1187102" y="1073610"/>
                </a:cubicBezTo>
                <a:cubicBezTo>
                  <a:pt x="1170332" y="1073610"/>
                  <a:pt x="1156738" y="1060016"/>
                  <a:pt x="1156738" y="1043246"/>
                </a:cubicBezTo>
                <a:cubicBezTo>
                  <a:pt x="1156738" y="1026477"/>
                  <a:pt x="1170332" y="1012883"/>
                  <a:pt x="1187102" y="1012883"/>
                </a:cubicBezTo>
                <a:close/>
                <a:moveTo>
                  <a:pt x="1114547" y="1012883"/>
                </a:moveTo>
                <a:cubicBezTo>
                  <a:pt x="1131317" y="1012883"/>
                  <a:pt x="1144911" y="1026477"/>
                  <a:pt x="1144911" y="1043246"/>
                </a:cubicBezTo>
                <a:cubicBezTo>
                  <a:pt x="1144911" y="1060016"/>
                  <a:pt x="1131317" y="1073610"/>
                  <a:pt x="1114547" y="1073610"/>
                </a:cubicBezTo>
                <a:cubicBezTo>
                  <a:pt x="1097778" y="1073610"/>
                  <a:pt x="1084184" y="1060016"/>
                  <a:pt x="1084184" y="1043246"/>
                </a:cubicBezTo>
                <a:cubicBezTo>
                  <a:pt x="1084184" y="1026477"/>
                  <a:pt x="1097778" y="1012883"/>
                  <a:pt x="1114547" y="1012883"/>
                </a:cubicBezTo>
                <a:close/>
                <a:moveTo>
                  <a:pt x="1041993" y="1012883"/>
                </a:moveTo>
                <a:cubicBezTo>
                  <a:pt x="1058762" y="1012883"/>
                  <a:pt x="1072356" y="1026477"/>
                  <a:pt x="1072356" y="1043246"/>
                </a:cubicBezTo>
                <a:cubicBezTo>
                  <a:pt x="1072356" y="1060016"/>
                  <a:pt x="1058762" y="1073610"/>
                  <a:pt x="1041993" y="1073610"/>
                </a:cubicBezTo>
                <a:cubicBezTo>
                  <a:pt x="1025223" y="1073610"/>
                  <a:pt x="1011629" y="1060016"/>
                  <a:pt x="1011629" y="1043246"/>
                </a:cubicBezTo>
                <a:cubicBezTo>
                  <a:pt x="1011629" y="1026477"/>
                  <a:pt x="1025223" y="1012883"/>
                  <a:pt x="1041993" y="1012883"/>
                </a:cubicBezTo>
                <a:close/>
                <a:moveTo>
                  <a:pt x="969438" y="1012883"/>
                </a:moveTo>
                <a:cubicBezTo>
                  <a:pt x="986208" y="1012883"/>
                  <a:pt x="999801" y="1026477"/>
                  <a:pt x="999801" y="1043246"/>
                </a:cubicBezTo>
                <a:cubicBezTo>
                  <a:pt x="999801" y="1060016"/>
                  <a:pt x="986208" y="1073610"/>
                  <a:pt x="969438" y="1073610"/>
                </a:cubicBezTo>
                <a:cubicBezTo>
                  <a:pt x="952669" y="1073610"/>
                  <a:pt x="939075" y="1060016"/>
                  <a:pt x="939075" y="1043246"/>
                </a:cubicBezTo>
                <a:cubicBezTo>
                  <a:pt x="939075" y="1026477"/>
                  <a:pt x="952669" y="1012883"/>
                  <a:pt x="969438" y="1012883"/>
                </a:cubicBezTo>
                <a:close/>
                <a:moveTo>
                  <a:pt x="896883" y="1012883"/>
                </a:moveTo>
                <a:cubicBezTo>
                  <a:pt x="913653" y="1012883"/>
                  <a:pt x="927247" y="1026477"/>
                  <a:pt x="927247" y="1043246"/>
                </a:cubicBezTo>
                <a:cubicBezTo>
                  <a:pt x="927247" y="1060016"/>
                  <a:pt x="913653" y="1073610"/>
                  <a:pt x="896883" y="1073610"/>
                </a:cubicBezTo>
                <a:cubicBezTo>
                  <a:pt x="880114" y="1073610"/>
                  <a:pt x="866520" y="1060016"/>
                  <a:pt x="866520" y="1043246"/>
                </a:cubicBezTo>
                <a:cubicBezTo>
                  <a:pt x="866520" y="1026477"/>
                  <a:pt x="880114" y="1012883"/>
                  <a:pt x="896883" y="1012883"/>
                </a:cubicBezTo>
                <a:close/>
                <a:moveTo>
                  <a:pt x="824329" y="1012883"/>
                </a:moveTo>
                <a:cubicBezTo>
                  <a:pt x="841098" y="1012883"/>
                  <a:pt x="854692" y="1026477"/>
                  <a:pt x="854692" y="1043246"/>
                </a:cubicBezTo>
                <a:cubicBezTo>
                  <a:pt x="854692" y="1060016"/>
                  <a:pt x="841098" y="1073610"/>
                  <a:pt x="824329" y="1073610"/>
                </a:cubicBezTo>
                <a:cubicBezTo>
                  <a:pt x="807559" y="1073610"/>
                  <a:pt x="793965" y="1060016"/>
                  <a:pt x="793965" y="1043246"/>
                </a:cubicBezTo>
                <a:cubicBezTo>
                  <a:pt x="793965" y="1026477"/>
                  <a:pt x="807559" y="1012883"/>
                  <a:pt x="824329" y="1012883"/>
                </a:cubicBezTo>
                <a:close/>
                <a:moveTo>
                  <a:pt x="751774" y="1012883"/>
                </a:moveTo>
                <a:cubicBezTo>
                  <a:pt x="768544" y="1012883"/>
                  <a:pt x="782138" y="1026477"/>
                  <a:pt x="782138" y="1043246"/>
                </a:cubicBezTo>
                <a:cubicBezTo>
                  <a:pt x="782138" y="1060016"/>
                  <a:pt x="768544" y="1073610"/>
                  <a:pt x="751774" y="1073610"/>
                </a:cubicBezTo>
                <a:cubicBezTo>
                  <a:pt x="735005" y="1073610"/>
                  <a:pt x="721411" y="1060016"/>
                  <a:pt x="721411" y="1043246"/>
                </a:cubicBezTo>
                <a:cubicBezTo>
                  <a:pt x="721411" y="1026477"/>
                  <a:pt x="735005" y="1012883"/>
                  <a:pt x="751774" y="1012883"/>
                </a:cubicBezTo>
                <a:close/>
                <a:moveTo>
                  <a:pt x="679220" y="1012883"/>
                </a:moveTo>
                <a:cubicBezTo>
                  <a:pt x="695989" y="1012883"/>
                  <a:pt x="709583" y="1026477"/>
                  <a:pt x="709583" y="1043246"/>
                </a:cubicBezTo>
                <a:cubicBezTo>
                  <a:pt x="709583" y="1060016"/>
                  <a:pt x="695989" y="1073610"/>
                  <a:pt x="679220" y="1073610"/>
                </a:cubicBezTo>
                <a:cubicBezTo>
                  <a:pt x="662450" y="1073610"/>
                  <a:pt x="648856" y="1060016"/>
                  <a:pt x="648856" y="1043246"/>
                </a:cubicBezTo>
                <a:cubicBezTo>
                  <a:pt x="648856" y="1026477"/>
                  <a:pt x="662450" y="1012883"/>
                  <a:pt x="679220" y="1012883"/>
                </a:cubicBezTo>
                <a:close/>
                <a:moveTo>
                  <a:pt x="606665" y="1012883"/>
                </a:moveTo>
                <a:cubicBezTo>
                  <a:pt x="623435" y="1012883"/>
                  <a:pt x="637029" y="1026477"/>
                  <a:pt x="637029" y="1043246"/>
                </a:cubicBezTo>
                <a:cubicBezTo>
                  <a:pt x="637029" y="1060016"/>
                  <a:pt x="623435" y="1073610"/>
                  <a:pt x="606665" y="1073610"/>
                </a:cubicBezTo>
                <a:cubicBezTo>
                  <a:pt x="589896" y="1073610"/>
                  <a:pt x="576302" y="1060016"/>
                  <a:pt x="576302" y="1043246"/>
                </a:cubicBezTo>
                <a:cubicBezTo>
                  <a:pt x="576302" y="1026477"/>
                  <a:pt x="589896" y="1012883"/>
                  <a:pt x="606665" y="1012883"/>
                </a:cubicBezTo>
                <a:close/>
                <a:moveTo>
                  <a:pt x="534111" y="1012883"/>
                </a:moveTo>
                <a:cubicBezTo>
                  <a:pt x="550880" y="1012883"/>
                  <a:pt x="564474" y="1026477"/>
                  <a:pt x="564474" y="1043246"/>
                </a:cubicBezTo>
                <a:cubicBezTo>
                  <a:pt x="564474" y="1060016"/>
                  <a:pt x="550880" y="1073610"/>
                  <a:pt x="534111" y="1073610"/>
                </a:cubicBezTo>
                <a:cubicBezTo>
                  <a:pt x="517341" y="1073610"/>
                  <a:pt x="503747" y="1060016"/>
                  <a:pt x="503747" y="1043246"/>
                </a:cubicBezTo>
                <a:cubicBezTo>
                  <a:pt x="503747" y="1026477"/>
                  <a:pt x="517341" y="1012883"/>
                  <a:pt x="534111" y="1012883"/>
                </a:cubicBezTo>
                <a:close/>
                <a:moveTo>
                  <a:pt x="461556" y="1012883"/>
                </a:moveTo>
                <a:cubicBezTo>
                  <a:pt x="478326" y="1012883"/>
                  <a:pt x="491920" y="1026477"/>
                  <a:pt x="491920" y="1043246"/>
                </a:cubicBezTo>
                <a:cubicBezTo>
                  <a:pt x="491920" y="1060016"/>
                  <a:pt x="478326" y="1073610"/>
                  <a:pt x="461556" y="1073610"/>
                </a:cubicBezTo>
                <a:cubicBezTo>
                  <a:pt x="444787" y="1073610"/>
                  <a:pt x="431192" y="1060016"/>
                  <a:pt x="431192" y="1043246"/>
                </a:cubicBezTo>
                <a:cubicBezTo>
                  <a:pt x="431192" y="1026477"/>
                  <a:pt x="444787" y="1012883"/>
                  <a:pt x="461556" y="1012883"/>
                </a:cubicBezTo>
                <a:close/>
                <a:moveTo>
                  <a:pt x="389002" y="1012883"/>
                </a:moveTo>
                <a:cubicBezTo>
                  <a:pt x="405771" y="1012883"/>
                  <a:pt x="419365" y="1026477"/>
                  <a:pt x="419365" y="1043246"/>
                </a:cubicBezTo>
                <a:cubicBezTo>
                  <a:pt x="419365" y="1060016"/>
                  <a:pt x="405771" y="1073610"/>
                  <a:pt x="389002" y="1073610"/>
                </a:cubicBezTo>
                <a:cubicBezTo>
                  <a:pt x="372232" y="1073610"/>
                  <a:pt x="358638" y="1060016"/>
                  <a:pt x="358638" y="1043246"/>
                </a:cubicBezTo>
                <a:cubicBezTo>
                  <a:pt x="358638" y="1026477"/>
                  <a:pt x="372232" y="1012883"/>
                  <a:pt x="389002" y="1012883"/>
                </a:cubicBezTo>
                <a:close/>
                <a:moveTo>
                  <a:pt x="316447" y="1012883"/>
                </a:moveTo>
                <a:cubicBezTo>
                  <a:pt x="333216" y="1012883"/>
                  <a:pt x="346810" y="1026477"/>
                  <a:pt x="346810" y="1043246"/>
                </a:cubicBezTo>
                <a:cubicBezTo>
                  <a:pt x="346810" y="1060016"/>
                  <a:pt x="333216" y="1073610"/>
                  <a:pt x="316447" y="1073610"/>
                </a:cubicBezTo>
                <a:cubicBezTo>
                  <a:pt x="299677" y="1073610"/>
                  <a:pt x="286084" y="1060016"/>
                  <a:pt x="286084" y="1043246"/>
                </a:cubicBezTo>
                <a:cubicBezTo>
                  <a:pt x="286084" y="1026477"/>
                  <a:pt x="299677" y="1012883"/>
                  <a:pt x="316447" y="1012883"/>
                </a:cubicBezTo>
                <a:close/>
                <a:moveTo>
                  <a:pt x="243892" y="1012883"/>
                </a:moveTo>
                <a:cubicBezTo>
                  <a:pt x="260662" y="1012883"/>
                  <a:pt x="274256" y="1026477"/>
                  <a:pt x="274256" y="1043246"/>
                </a:cubicBezTo>
                <a:cubicBezTo>
                  <a:pt x="274256" y="1060016"/>
                  <a:pt x="260662" y="1073610"/>
                  <a:pt x="243892" y="1073610"/>
                </a:cubicBezTo>
                <a:cubicBezTo>
                  <a:pt x="227123" y="1073610"/>
                  <a:pt x="213529" y="1060016"/>
                  <a:pt x="213529" y="1043246"/>
                </a:cubicBezTo>
                <a:cubicBezTo>
                  <a:pt x="213529" y="1026477"/>
                  <a:pt x="227123" y="1012883"/>
                  <a:pt x="243892" y="1012883"/>
                </a:cubicBezTo>
                <a:close/>
                <a:moveTo>
                  <a:pt x="171339" y="1012883"/>
                </a:moveTo>
                <a:cubicBezTo>
                  <a:pt x="188107" y="1012883"/>
                  <a:pt x="201701" y="1026477"/>
                  <a:pt x="201701" y="1043246"/>
                </a:cubicBezTo>
                <a:cubicBezTo>
                  <a:pt x="201701" y="1060016"/>
                  <a:pt x="188107" y="1073610"/>
                  <a:pt x="171339" y="1073610"/>
                </a:cubicBezTo>
                <a:cubicBezTo>
                  <a:pt x="154639" y="1073610"/>
                  <a:pt x="141045" y="1060016"/>
                  <a:pt x="141045" y="1043246"/>
                </a:cubicBezTo>
                <a:cubicBezTo>
                  <a:pt x="141045" y="1026477"/>
                  <a:pt x="154639" y="1012883"/>
                  <a:pt x="171339" y="1012883"/>
                </a:cubicBezTo>
                <a:close/>
                <a:moveTo>
                  <a:pt x="98865" y="1012883"/>
                </a:moveTo>
                <a:cubicBezTo>
                  <a:pt x="115628" y="1012883"/>
                  <a:pt x="129222" y="1026477"/>
                  <a:pt x="129222" y="1043246"/>
                </a:cubicBezTo>
                <a:cubicBezTo>
                  <a:pt x="129222" y="1060016"/>
                  <a:pt x="115628" y="1073610"/>
                  <a:pt x="98865" y="1073610"/>
                </a:cubicBezTo>
                <a:cubicBezTo>
                  <a:pt x="82093" y="1073610"/>
                  <a:pt x="68498" y="1060016"/>
                  <a:pt x="68498" y="1043246"/>
                </a:cubicBezTo>
                <a:cubicBezTo>
                  <a:pt x="68498" y="1026477"/>
                  <a:pt x="82093" y="1012883"/>
                  <a:pt x="98865" y="1012883"/>
                </a:cubicBezTo>
                <a:close/>
                <a:moveTo>
                  <a:pt x="26309" y="1012883"/>
                </a:moveTo>
                <a:cubicBezTo>
                  <a:pt x="43075" y="1012883"/>
                  <a:pt x="56670" y="1026477"/>
                  <a:pt x="56670" y="1043246"/>
                </a:cubicBezTo>
                <a:cubicBezTo>
                  <a:pt x="56670" y="1060016"/>
                  <a:pt x="43075" y="1073610"/>
                  <a:pt x="26309" y="1073610"/>
                </a:cubicBezTo>
                <a:cubicBezTo>
                  <a:pt x="17924" y="1073610"/>
                  <a:pt x="10333" y="1070212"/>
                  <a:pt x="4838" y="1064717"/>
                </a:cubicBezTo>
                <a:lnTo>
                  <a:pt x="0" y="1053036"/>
                </a:lnTo>
                <a:lnTo>
                  <a:pt x="0" y="1033457"/>
                </a:lnTo>
                <a:lnTo>
                  <a:pt x="4838" y="1021776"/>
                </a:lnTo>
                <a:cubicBezTo>
                  <a:pt x="10333" y="1016282"/>
                  <a:pt x="17924" y="1012883"/>
                  <a:pt x="26309" y="1012883"/>
                </a:cubicBezTo>
                <a:close/>
                <a:moveTo>
                  <a:pt x="1549874" y="932431"/>
                </a:moveTo>
                <a:cubicBezTo>
                  <a:pt x="1558259" y="932431"/>
                  <a:pt x="1565850" y="935830"/>
                  <a:pt x="1571345" y="941324"/>
                </a:cubicBezTo>
                <a:lnTo>
                  <a:pt x="1577296" y="955693"/>
                </a:lnTo>
                <a:lnTo>
                  <a:pt x="1565363" y="988298"/>
                </a:lnTo>
                <a:lnTo>
                  <a:pt x="1561694" y="990772"/>
                </a:lnTo>
                <a:cubicBezTo>
                  <a:pt x="1558061" y="992309"/>
                  <a:pt x="1554067" y="993158"/>
                  <a:pt x="1549874" y="993158"/>
                </a:cubicBezTo>
                <a:cubicBezTo>
                  <a:pt x="1533105" y="993158"/>
                  <a:pt x="1519511" y="979564"/>
                  <a:pt x="1519511" y="962795"/>
                </a:cubicBezTo>
                <a:cubicBezTo>
                  <a:pt x="1519511" y="946025"/>
                  <a:pt x="1533105" y="932431"/>
                  <a:pt x="1549874" y="932431"/>
                </a:cubicBezTo>
                <a:close/>
                <a:moveTo>
                  <a:pt x="1477320" y="932431"/>
                </a:moveTo>
                <a:cubicBezTo>
                  <a:pt x="1494089" y="932431"/>
                  <a:pt x="1507683" y="946025"/>
                  <a:pt x="1507683" y="962795"/>
                </a:cubicBezTo>
                <a:cubicBezTo>
                  <a:pt x="1507683" y="979564"/>
                  <a:pt x="1494089" y="993158"/>
                  <a:pt x="1477320" y="993158"/>
                </a:cubicBezTo>
                <a:cubicBezTo>
                  <a:pt x="1460550" y="993158"/>
                  <a:pt x="1446956" y="979564"/>
                  <a:pt x="1446956" y="962795"/>
                </a:cubicBezTo>
                <a:cubicBezTo>
                  <a:pt x="1446956" y="946025"/>
                  <a:pt x="1460550" y="932431"/>
                  <a:pt x="1477320" y="932431"/>
                </a:cubicBezTo>
                <a:close/>
                <a:moveTo>
                  <a:pt x="1404765" y="932431"/>
                </a:moveTo>
                <a:cubicBezTo>
                  <a:pt x="1421535" y="932431"/>
                  <a:pt x="1435129" y="946025"/>
                  <a:pt x="1435129" y="962795"/>
                </a:cubicBezTo>
                <a:cubicBezTo>
                  <a:pt x="1435129" y="979564"/>
                  <a:pt x="1421535" y="993158"/>
                  <a:pt x="1404765" y="993158"/>
                </a:cubicBezTo>
                <a:cubicBezTo>
                  <a:pt x="1387996" y="993158"/>
                  <a:pt x="1374402" y="979564"/>
                  <a:pt x="1374402" y="962795"/>
                </a:cubicBezTo>
                <a:cubicBezTo>
                  <a:pt x="1374402" y="946025"/>
                  <a:pt x="1387996" y="932431"/>
                  <a:pt x="1404765" y="932431"/>
                </a:cubicBezTo>
                <a:close/>
                <a:moveTo>
                  <a:pt x="1332211" y="932431"/>
                </a:moveTo>
                <a:cubicBezTo>
                  <a:pt x="1348980" y="932431"/>
                  <a:pt x="1362574" y="946025"/>
                  <a:pt x="1362574" y="962795"/>
                </a:cubicBezTo>
                <a:cubicBezTo>
                  <a:pt x="1362574" y="979564"/>
                  <a:pt x="1348980" y="993158"/>
                  <a:pt x="1332211" y="993158"/>
                </a:cubicBezTo>
                <a:cubicBezTo>
                  <a:pt x="1315441" y="993158"/>
                  <a:pt x="1301847" y="979564"/>
                  <a:pt x="1301847" y="962795"/>
                </a:cubicBezTo>
                <a:cubicBezTo>
                  <a:pt x="1301847" y="946025"/>
                  <a:pt x="1315441" y="932431"/>
                  <a:pt x="1332211" y="932431"/>
                </a:cubicBezTo>
                <a:close/>
                <a:moveTo>
                  <a:pt x="1259656" y="932431"/>
                </a:moveTo>
                <a:cubicBezTo>
                  <a:pt x="1276426" y="932431"/>
                  <a:pt x="1290020" y="946025"/>
                  <a:pt x="1290020" y="962795"/>
                </a:cubicBezTo>
                <a:cubicBezTo>
                  <a:pt x="1290020" y="979564"/>
                  <a:pt x="1276426" y="993158"/>
                  <a:pt x="1259656" y="993158"/>
                </a:cubicBezTo>
                <a:cubicBezTo>
                  <a:pt x="1242887" y="993158"/>
                  <a:pt x="1229293" y="979564"/>
                  <a:pt x="1229293" y="962795"/>
                </a:cubicBezTo>
                <a:cubicBezTo>
                  <a:pt x="1229293" y="946025"/>
                  <a:pt x="1242887" y="932431"/>
                  <a:pt x="1259656" y="932431"/>
                </a:cubicBezTo>
                <a:close/>
                <a:moveTo>
                  <a:pt x="1187102" y="932431"/>
                </a:moveTo>
                <a:cubicBezTo>
                  <a:pt x="1203871" y="932431"/>
                  <a:pt x="1217465" y="946025"/>
                  <a:pt x="1217465" y="962795"/>
                </a:cubicBezTo>
                <a:cubicBezTo>
                  <a:pt x="1217465" y="979564"/>
                  <a:pt x="1203871" y="993158"/>
                  <a:pt x="1187102" y="993158"/>
                </a:cubicBezTo>
                <a:cubicBezTo>
                  <a:pt x="1170332" y="993158"/>
                  <a:pt x="1156738" y="979564"/>
                  <a:pt x="1156738" y="962795"/>
                </a:cubicBezTo>
                <a:cubicBezTo>
                  <a:pt x="1156738" y="946025"/>
                  <a:pt x="1170332" y="932431"/>
                  <a:pt x="1187102" y="932431"/>
                </a:cubicBezTo>
                <a:close/>
                <a:moveTo>
                  <a:pt x="1114547" y="932431"/>
                </a:moveTo>
                <a:cubicBezTo>
                  <a:pt x="1131317" y="932431"/>
                  <a:pt x="1144911" y="946025"/>
                  <a:pt x="1144911" y="962795"/>
                </a:cubicBezTo>
                <a:cubicBezTo>
                  <a:pt x="1144911" y="979564"/>
                  <a:pt x="1131317" y="993158"/>
                  <a:pt x="1114547" y="993158"/>
                </a:cubicBezTo>
                <a:cubicBezTo>
                  <a:pt x="1097778" y="993158"/>
                  <a:pt x="1084184" y="979564"/>
                  <a:pt x="1084184" y="962795"/>
                </a:cubicBezTo>
                <a:cubicBezTo>
                  <a:pt x="1084184" y="946025"/>
                  <a:pt x="1097778" y="932431"/>
                  <a:pt x="1114547" y="932431"/>
                </a:cubicBezTo>
                <a:close/>
                <a:moveTo>
                  <a:pt x="1041993" y="932431"/>
                </a:moveTo>
                <a:cubicBezTo>
                  <a:pt x="1058762" y="932431"/>
                  <a:pt x="1072356" y="946025"/>
                  <a:pt x="1072356" y="962795"/>
                </a:cubicBezTo>
                <a:cubicBezTo>
                  <a:pt x="1072356" y="979564"/>
                  <a:pt x="1058762" y="993158"/>
                  <a:pt x="1041993" y="993158"/>
                </a:cubicBezTo>
                <a:cubicBezTo>
                  <a:pt x="1025223" y="993158"/>
                  <a:pt x="1011629" y="979564"/>
                  <a:pt x="1011629" y="962795"/>
                </a:cubicBezTo>
                <a:cubicBezTo>
                  <a:pt x="1011629" y="946025"/>
                  <a:pt x="1025223" y="932431"/>
                  <a:pt x="1041993" y="932431"/>
                </a:cubicBezTo>
                <a:close/>
                <a:moveTo>
                  <a:pt x="969438" y="932431"/>
                </a:moveTo>
                <a:cubicBezTo>
                  <a:pt x="986208" y="932431"/>
                  <a:pt x="999801" y="946025"/>
                  <a:pt x="999801" y="962795"/>
                </a:cubicBezTo>
                <a:cubicBezTo>
                  <a:pt x="999801" y="979564"/>
                  <a:pt x="986208" y="993158"/>
                  <a:pt x="969438" y="993158"/>
                </a:cubicBezTo>
                <a:cubicBezTo>
                  <a:pt x="952669" y="993158"/>
                  <a:pt x="939075" y="979564"/>
                  <a:pt x="939075" y="962795"/>
                </a:cubicBezTo>
                <a:cubicBezTo>
                  <a:pt x="939075" y="946025"/>
                  <a:pt x="952669" y="932431"/>
                  <a:pt x="969438" y="932431"/>
                </a:cubicBezTo>
                <a:close/>
                <a:moveTo>
                  <a:pt x="896883" y="932431"/>
                </a:moveTo>
                <a:cubicBezTo>
                  <a:pt x="913653" y="932431"/>
                  <a:pt x="927247" y="946025"/>
                  <a:pt x="927247" y="962795"/>
                </a:cubicBezTo>
                <a:cubicBezTo>
                  <a:pt x="927247" y="979564"/>
                  <a:pt x="913653" y="993158"/>
                  <a:pt x="896883" y="993158"/>
                </a:cubicBezTo>
                <a:cubicBezTo>
                  <a:pt x="880114" y="993158"/>
                  <a:pt x="866520" y="979564"/>
                  <a:pt x="866520" y="962795"/>
                </a:cubicBezTo>
                <a:cubicBezTo>
                  <a:pt x="866520" y="946025"/>
                  <a:pt x="880114" y="932431"/>
                  <a:pt x="896883" y="932431"/>
                </a:cubicBezTo>
                <a:close/>
                <a:moveTo>
                  <a:pt x="824329" y="932431"/>
                </a:moveTo>
                <a:cubicBezTo>
                  <a:pt x="841098" y="932431"/>
                  <a:pt x="854692" y="946025"/>
                  <a:pt x="854692" y="962795"/>
                </a:cubicBezTo>
                <a:cubicBezTo>
                  <a:pt x="854692" y="979564"/>
                  <a:pt x="841098" y="993158"/>
                  <a:pt x="824329" y="993158"/>
                </a:cubicBezTo>
                <a:cubicBezTo>
                  <a:pt x="807559" y="993158"/>
                  <a:pt x="793965" y="979564"/>
                  <a:pt x="793965" y="962795"/>
                </a:cubicBezTo>
                <a:cubicBezTo>
                  <a:pt x="793965" y="946025"/>
                  <a:pt x="807559" y="932431"/>
                  <a:pt x="824329" y="932431"/>
                </a:cubicBezTo>
                <a:close/>
                <a:moveTo>
                  <a:pt x="751774" y="932431"/>
                </a:moveTo>
                <a:cubicBezTo>
                  <a:pt x="768544" y="932431"/>
                  <a:pt x="782138" y="946025"/>
                  <a:pt x="782138" y="962795"/>
                </a:cubicBezTo>
                <a:cubicBezTo>
                  <a:pt x="782138" y="979564"/>
                  <a:pt x="768544" y="993158"/>
                  <a:pt x="751774" y="993158"/>
                </a:cubicBezTo>
                <a:cubicBezTo>
                  <a:pt x="735005" y="993158"/>
                  <a:pt x="721411" y="979564"/>
                  <a:pt x="721411" y="962795"/>
                </a:cubicBezTo>
                <a:cubicBezTo>
                  <a:pt x="721411" y="946025"/>
                  <a:pt x="735005" y="932431"/>
                  <a:pt x="751774" y="932431"/>
                </a:cubicBezTo>
                <a:close/>
                <a:moveTo>
                  <a:pt x="679220" y="932431"/>
                </a:moveTo>
                <a:cubicBezTo>
                  <a:pt x="695989" y="932431"/>
                  <a:pt x="709583" y="946025"/>
                  <a:pt x="709583" y="962795"/>
                </a:cubicBezTo>
                <a:cubicBezTo>
                  <a:pt x="709583" y="979564"/>
                  <a:pt x="695989" y="993158"/>
                  <a:pt x="679220" y="993158"/>
                </a:cubicBezTo>
                <a:cubicBezTo>
                  <a:pt x="662450" y="993158"/>
                  <a:pt x="648856" y="979564"/>
                  <a:pt x="648856" y="962795"/>
                </a:cubicBezTo>
                <a:cubicBezTo>
                  <a:pt x="648856" y="946025"/>
                  <a:pt x="662450" y="932431"/>
                  <a:pt x="679220" y="932431"/>
                </a:cubicBezTo>
                <a:close/>
                <a:moveTo>
                  <a:pt x="606665" y="932431"/>
                </a:moveTo>
                <a:cubicBezTo>
                  <a:pt x="623435" y="932431"/>
                  <a:pt x="637029" y="946025"/>
                  <a:pt x="637029" y="962795"/>
                </a:cubicBezTo>
                <a:cubicBezTo>
                  <a:pt x="637029" y="979564"/>
                  <a:pt x="623435" y="993158"/>
                  <a:pt x="606665" y="993158"/>
                </a:cubicBezTo>
                <a:cubicBezTo>
                  <a:pt x="589896" y="993158"/>
                  <a:pt x="576302" y="979564"/>
                  <a:pt x="576302" y="962795"/>
                </a:cubicBezTo>
                <a:cubicBezTo>
                  <a:pt x="576302" y="946025"/>
                  <a:pt x="589896" y="932431"/>
                  <a:pt x="606665" y="932431"/>
                </a:cubicBezTo>
                <a:close/>
                <a:moveTo>
                  <a:pt x="534111" y="932431"/>
                </a:moveTo>
                <a:cubicBezTo>
                  <a:pt x="550880" y="932431"/>
                  <a:pt x="564474" y="946025"/>
                  <a:pt x="564474" y="962795"/>
                </a:cubicBezTo>
                <a:cubicBezTo>
                  <a:pt x="564474" y="979564"/>
                  <a:pt x="550880" y="993158"/>
                  <a:pt x="534111" y="993158"/>
                </a:cubicBezTo>
                <a:cubicBezTo>
                  <a:pt x="517341" y="993158"/>
                  <a:pt x="503747" y="979564"/>
                  <a:pt x="503747" y="962795"/>
                </a:cubicBezTo>
                <a:cubicBezTo>
                  <a:pt x="503747" y="946025"/>
                  <a:pt x="517341" y="932431"/>
                  <a:pt x="534111" y="932431"/>
                </a:cubicBezTo>
                <a:close/>
                <a:moveTo>
                  <a:pt x="461556" y="932431"/>
                </a:moveTo>
                <a:cubicBezTo>
                  <a:pt x="478326" y="932431"/>
                  <a:pt x="491920" y="946025"/>
                  <a:pt x="491920" y="962795"/>
                </a:cubicBezTo>
                <a:cubicBezTo>
                  <a:pt x="491920" y="979564"/>
                  <a:pt x="478326" y="993158"/>
                  <a:pt x="461556" y="993158"/>
                </a:cubicBezTo>
                <a:cubicBezTo>
                  <a:pt x="444787" y="993158"/>
                  <a:pt x="431192" y="979564"/>
                  <a:pt x="431192" y="962795"/>
                </a:cubicBezTo>
                <a:cubicBezTo>
                  <a:pt x="431192" y="946025"/>
                  <a:pt x="444787" y="932431"/>
                  <a:pt x="461556" y="932431"/>
                </a:cubicBezTo>
                <a:close/>
                <a:moveTo>
                  <a:pt x="389002" y="932431"/>
                </a:moveTo>
                <a:cubicBezTo>
                  <a:pt x="405771" y="932431"/>
                  <a:pt x="419365" y="946025"/>
                  <a:pt x="419365" y="962795"/>
                </a:cubicBezTo>
                <a:cubicBezTo>
                  <a:pt x="419365" y="979564"/>
                  <a:pt x="405771" y="993158"/>
                  <a:pt x="389002" y="993158"/>
                </a:cubicBezTo>
                <a:cubicBezTo>
                  <a:pt x="372232" y="993158"/>
                  <a:pt x="358638" y="979564"/>
                  <a:pt x="358638" y="962795"/>
                </a:cubicBezTo>
                <a:cubicBezTo>
                  <a:pt x="358638" y="946025"/>
                  <a:pt x="372232" y="932431"/>
                  <a:pt x="389002" y="932431"/>
                </a:cubicBezTo>
                <a:close/>
                <a:moveTo>
                  <a:pt x="316447" y="932431"/>
                </a:moveTo>
                <a:cubicBezTo>
                  <a:pt x="333216" y="932431"/>
                  <a:pt x="346810" y="946025"/>
                  <a:pt x="346810" y="962795"/>
                </a:cubicBezTo>
                <a:cubicBezTo>
                  <a:pt x="346810" y="979564"/>
                  <a:pt x="333216" y="993158"/>
                  <a:pt x="316447" y="993158"/>
                </a:cubicBezTo>
                <a:cubicBezTo>
                  <a:pt x="299677" y="993158"/>
                  <a:pt x="286084" y="979564"/>
                  <a:pt x="286084" y="962795"/>
                </a:cubicBezTo>
                <a:cubicBezTo>
                  <a:pt x="286084" y="946025"/>
                  <a:pt x="299677" y="932431"/>
                  <a:pt x="316447" y="932431"/>
                </a:cubicBezTo>
                <a:close/>
                <a:moveTo>
                  <a:pt x="243892" y="932431"/>
                </a:moveTo>
                <a:cubicBezTo>
                  <a:pt x="260662" y="932431"/>
                  <a:pt x="274256" y="946025"/>
                  <a:pt x="274256" y="962795"/>
                </a:cubicBezTo>
                <a:cubicBezTo>
                  <a:pt x="274256" y="979564"/>
                  <a:pt x="260662" y="993158"/>
                  <a:pt x="243892" y="993158"/>
                </a:cubicBezTo>
                <a:cubicBezTo>
                  <a:pt x="227123" y="993158"/>
                  <a:pt x="213529" y="979564"/>
                  <a:pt x="213529" y="962795"/>
                </a:cubicBezTo>
                <a:cubicBezTo>
                  <a:pt x="213529" y="946025"/>
                  <a:pt x="227123" y="932431"/>
                  <a:pt x="243892" y="932431"/>
                </a:cubicBezTo>
                <a:close/>
                <a:moveTo>
                  <a:pt x="171339" y="932431"/>
                </a:moveTo>
                <a:cubicBezTo>
                  <a:pt x="188107" y="932431"/>
                  <a:pt x="201701" y="946025"/>
                  <a:pt x="201701" y="962795"/>
                </a:cubicBezTo>
                <a:cubicBezTo>
                  <a:pt x="201701" y="979564"/>
                  <a:pt x="188107" y="993158"/>
                  <a:pt x="171339" y="993158"/>
                </a:cubicBezTo>
                <a:cubicBezTo>
                  <a:pt x="154645" y="993158"/>
                  <a:pt x="141051" y="979564"/>
                  <a:pt x="141051" y="962795"/>
                </a:cubicBezTo>
                <a:cubicBezTo>
                  <a:pt x="141051" y="946025"/>
                  <a:pt x="154645" y="932431"/>
                  <a:pt x="171339" y="932431"/>
                </a:cubicBezTo>
                <a:close/>
                <a:moveTo>
                  <a:pt x="98870" y="932431"/>
                </a:moveTo>
                <a:cubicBezTo>
                  <a:pt x="115634" y="932431"/>
                  <a:pt x="129228" y="946025"/>
                  <a:pt x="129228" y="962795"/>
                </a:cubicBezTo>
                <a:cubicBezTo>
                  <a:pt x="129228" y="979564"/>
                  <a:pt x="115634" y="993158"/>
                  <a:pt x="98870" y="993158"/>
                </a:cubicBezTo>
                <a:cubicBezTo>
                  <a:pt x="82099" y="993158"/>
                  <a:pt x="68505" y="979564"/>
                  <a:pt x="68505" y="962795"/>
                </a:cubicBezTo>
                <a:cubicBezTo>
                  <a:pt x="68505" y="946025"/>
                  <a:pt x="82099" y="932431"/>
                  <a:pt x="98870" y="932431"/>
                </a:cubicBezTo>
                <a:close/>
                <a:moveTo>
                  <a:pt x="26316" y="932431"/>
                </a:moveTo>
                <a:cubicBezTo>
                  <a:pt x="43081" y="932431"/>
                  <a:pt x="56676" y="946025"/>
                  <a:pt x="56676" y="962795"/>
                </a:cubicBezTo>
                <a:cubicBezTo>
                  <a:pt x="56676" y="979564"/>
                  <a:pt x="43081" y="993158"/>
                  <a:pt x="26316" y="993158"/>
                </a:cubicBezTo>
                <a:cubicBezTo>
                  <a:pt x="17931" y="993158"/>
                  <a:pt x="10340" y="989760"/>
                  <a:pt x="4845" y="984265"/>
                </a:cubicBezTo>
                <a:lnTo>
                  <a:pt x="0" y="972570"/>
                </a:lnTo>
                <a:lnTo>
                  <a:pt x="0" y="953020"/>
                </a:lnTo>
                <a:lnTo>
                  <a:pt x="4845" y="941324"/>
                </a:lnTo>
                <a:cubicBezTo>
                  <a:pt x="10340" y="935830"/>
                  <a:pt x="17931" y="932431"/>
                  <a:pt x="26316" y="932431"/>
                </a:cubicBezTo>
                <a:close/>
                <a:moveTo>
                  <a:pt x="1612513" y="853981"/>
                </a:moveTo>
                <a:lnTo>
                  <a:pt x="1607766" y="872445"/>
                </a:lnTo>
                <a:lnTo>
                  <a:pt x="1598477" y="897823"/>
                </a:lnTo>
                <a:lnTo>
                  <a:pt x="1592066" y="882343"/>
                </a:lnTo>
                <a:cubicBezTo>
                  <a:pt x="1592066" y="869766"/>
                  <a:pt x="1599712" y="858975"/>
                  <a:pt x="1610610" y="854366"/>
                </a:cubicBezTo>
                <a:close/>
                <a:moveTo>
                  <a:pt x="1549874" y="851979"/>
                </a:moveTo>
                <a:cubicBezTo>
                  <a:pt x="1566644" y="851979"/>
                  <a:pt x="1580238" y="865573"/>
                  <a:pt x="1580238" y="882343"/>
                </a:cubicBezTo>
                <a:cubicBezTo>
                  <a:pt x="1580238" y="899112"/>
                  <a:pt x="1566644" y="912706"/>
                  <a:pt x="1549874" y="912706"/>
                </a:cubicBezTo>
                <a:cubicBezTo>
                  <a:pt x="1533105" y="912706"/>
                  <a:pt x="1519511" y="899112"/>
                  <a:pt x="1519511" y="882343"/>
                </a:cubicBezTo>
                <a:cubicBezTo>
                  <a:pt x="1519511" y="865573"/>
                  <a:pt x="1533105" y="851979"/>
                  <a:pt x="1549874" y="851979"/>
                </a:cubicBezTo>
                <a:close/>
                <a:moveTo>
                  <a:pt x="1477320" y="851979"/>
                </a:moveTo>
                <a:cubicBezTo>
                  <a:pt x="1494089" y="851979"/>
                  <a:pt x="1507683" y="865573"/>
                  <a:pt x="1507683" y="882343"/>
                </a:cubicBezTo>
                <a:cubicBezTo>
                  <a:pt x="1507683" y="899112"/>
                  <a:pt x="1494089" y="912706"/>
                  <a:pt x="1477320" y="912706"/>
                </a:cubicBezTo>
                <a:cubicBezTo>
                  <a:pt x="1460550" y="912706"/>
                  <a:pt x="1446956" y="899112"/>
                  <a:pt x="1446956" y="882343"/>
                </a:cubicBezTo>
                <a:cubicBezTo>
                  <a:pt x="1446956" y="865573"/>
                  <a:pt x="1460550" y="851979"/>
                  <a:pt x="1477320" y="851979"/>
                </a:cubicBezTo>
                <a:close/>
                <a:moveTo>
                  <a:pt x="1404765" y="851979"/>
                </a:moveTo>
                <a:cubicBezTo>
                  <a:pt x="1421535" y="851979"/>
                  <a:pt x="1435129" y="865573"/>
                  <a:pt x="1435129" y="882343"/>
                </a:cubicBezTo>
                <a:cubicBezTo>
                  <a:pt x="1435129" y="899112"/>
                  <a:pt x="1421535" y="912706"/>
                  <a:pt x="1404765" y="912706"/>
                </a:cubicBezTo>
                <a:cubicBezTo>
                  <a:pt x="1387996" y="912706"/>
                  <a:pt x="1374402" y="899112"/>
                  <a:pt x="1374402" y="882343"/>
                </a:cubicBezTo>
                <a:cubicBezTo>
                  <a:pt x="1374402" y="865573"/>
                  <a:pt x="1387996" y="851979"/>
                  <a:pt x="1404765" y="851979"/>
                </a:cubicBezTo>
                <a:close/>
                <a:moveTo>
                  <a:pt x="1332211" y="851979"/>
                </a:moveTo>
                <a:cubicBezTo>
                  <a:pt x="1348980" y="851979"/>
                  <a:pt x="1362574" y="865573"/>
                  <a:pt x="1362574" y="882343"/>
                </a:cubicBezTo>
                <a:cubicBezTo>
                  <a:pt x="1362574" y="899112"/>
                  <a:pt x="1348980" y="912706"/>
                  <a:pt x="1332211" y="912706"/>
                </a:cubicBezTo>
                <a:cubicBezTo>
                  <a:pt x="1315441" y="912706"/>
                  <a:pt x="1301847" y="899112"/>
                  <a:pt x="1301847" y="882343"/>
                </a:cubicBezTo>
                <a:cubicBezTo>
                  <a:pt x="1301847" y="865573"/>
                  <a:pt x="1315441" y="851979"/>
                  <a:pt x="1332211" y="851979"/>
                </a:cubicBezTo>
                <a:close/>
                <a:moveTo>
                  <a:pt x="1259656" y="851979"/>
                </a:moveTo>
                <a:cubicBezTo>
                  <a:pt x="1276426" y="851979"/>
                  <a:pt x="1290020" y="865573"/>
                  <a:pt x="1290020" y="882343"/>
                </a:cubicBezTo>
                <a:cubicBezTo>
                  <a:pt x="1290020" y="899112"/>
                  <a:pt x="1276426" y="912706"/>
                  <a:pt x="1259656" y="912706"/>
                </a:cubicBezTo>
                <a:cubicBezTo>
                  <a:pt x="1242887" y="912706"/>
                  <a:pt x="1229293" y="899112"/>
                  <a:pt x="1229293" y="882343"/>
                </a:cubicBezTo>
                <a:cubicBezTo>
                  <a:pt x="1229293" y="865573"/>
                  <a:pt x="1242887" y="851979"/>
                  <a:pt x="1259656" y="851979"/>
                </a:cubicBezTo>
                <a:close/>
                <a:moveTo>
                  <a:pt x="1187102" y="851979"/>
                </a:moveTo>
                <a:cubicBezTo>
                  <a:pt x="1203871" y="851979"/>
                  <a:pt x="1217465" y="865573"/>
                  <a:pt x="1217465" y="882343"/>
                </a:cubicBezTo>
                <a:cubicBezTo>
                  <a:pt x="1217465" y="899112"/>
                  <a:pt x="1203871" y="912706"/>
                  <a:pt x="1187102" y="912706"/>
                </a:cubicBezTo>
                <a:cubicBezTo>
                  <a:pt x="1170332" y="912706"/>
                  <a:pt x="1156738" y="899112"/>
                  <a:pt x="1156738" y="882343"/>
                </a:cubicBezTo>
                <a:cubicBezTo>
                  <a:pt x="1156738" y="865573"/>
                  <a:pt x="1170332" y="851979"/>
                  <a:pt x="1187102" y="851979"/>
                </a:cubicBezTo>
                <a:close/>
                <a:moveTo>
                  <a:pt x="1114547" y="851979"/>
                </a:moveTo>
                <a:cubicBezTo>
                  <a:pt x="1131317" y="851979"/>
                  <a:pt x="1144911" y="865573"/>
                  <a:pt x="1144911" y="882343"/>
                </a:cubicBezTo>
                <a:cubicBezTo>
                  <a:pt x="1144911" y="899112"/>
                  <a:pt x="1131317" y="912706"/>
                  <a:pt x="1114547" y="912706"/>
                </a:cubicBezTo>
                <a:cubicBezTo>
                  <a:pt x="1097778" y="912706"/>
                  <a:pt x="1084184" y="899112"/>
                  <a:pt x="1084184" y="882343"/>
                </a:cubicBezTo>
                <a:cubicBezTo>
                  <a:pt x="1084184" y="865573"/>
                  <a:pt x="1097778" y="851979"/>
                  <a:pt x="1114547" y="851979"/>
                </a:cubicBezTo>
                <a:close/>
                <a:moveTo>
                  <a:pt x="1041993" y="851979"/>
                </a:moveTo>
                <a:cubicBezTo>
                  <a:pt x="1058762" y="851979"/>
                  <a:pt x="1072356" y="865573"/>
                  <a:pt x="1072356" y="882343"/>
                </a:cubicBezTo>
                <a:cubicBezTo>
                  <a:pt x="1072356" y="899112"/>
                  <a:pt x="1058762" y="912706"/>
                  <a:pt x="1041993" y="912706"/>
                </a:cubicBezTo>
                <a:cubicBezTo>
                  <a:pt x="1025223" y="912706"/>
                  <a:pt x="1011629" y="899112"/>
                  <a:pt x="1011629" y="882343"/>
                </a:cubicBezTo>
                <a:cubicBezTo>
                  <a:pt x="1011629" y="865573"/>
                  <a:pt x="1025223" y="851979"/>
                  <a:pt x="1041993" y="851979"/>
                </a:cubicBezTo>
                <a:close/>
                <a:moveTo>
                  <a:pt x="969438" y="851979"/>
                </a:moveTo>
                <a:cubicBezTo>
                  <a:pt x="986208" y="851979"/>
                  <a:pt x="999801" y="865573"/>
                  <a:pt x="999801" y="882343"/>
                </a:cubicBezTo>
                <a:cubicBezTo>
                  <a:pt x="999801" y="899112"/>
                  <a:pt x="986208" y="912706"/>
                  <a:pt x="969438" y="912706"/>
                </a:cubicBezTo>
                <a:cubicBezTo>
                  <a:pt x="952669" y="912706"/>
                  <a:pt x="939075" y="899112"/>
                  <a:pt x="939075" y="882343"/>
                </a:cubicBezTo>
                <a:cubicBezTo>
                  <a:pt x="939075" y="865573"/>
                  <a:pt x="952669" y="851979"/>
                  <a:pt x="969438" y="851979"/>
                </a:cubicBezTo>
                <a:close/>
                <a:moveTo>
                  <a:pt x="896883" y="851979"/>
                </a:moveTo>
                <a:cubicBezTo>
                  <a:pt x="913653" y="851979"/>
                  <a:pt x="927247" y="865573"/>
                  <a:pt x="927247" y="882343"/>
                </a:cubicBezTo>
                <a:cubicBezTo>
                  <a:pt x="927247" y="899112"/>
                  <a:pt x="913653" y="912706"/>
                  <a:pt x="896883" y="912706"/>
                </a:cubicBezTo>
                <a:cubicBezTo>
                  <a:pt x="880114" y="912706"/>
                  <a:pt x="866520" y="899112"/>
                  <a:pt x="866520" y="882343"/>
                </a:cubicBezTo>
                <a:cubicBezTo>
                  <a:pt x="866520" y="865573"/>
                  <a:pt x="880114" y="851979"/>
                  <a:pt x="896883" y="851979"/>
                </a:cubicBezTo>
                <a:close/>
                <a:moveTo>
                  <a:pt x="824329" y="851979"/>
                </a:moveTo>
                <a:cubicBezTo>
                  <a:pt x="841098" y="851979"/>
                  <a:pt x="854692" y="865573"/>
                  <a:pt x="854692" y="882343"/>
                </a:cubicBezTo>
                <a:cubicBezTo>
                  <a:pt x="854692" y="899112"/>
                  <a:pt x="841098" y="912706"/>
                  <a:pt x="824329" y="912706"/>
                </a:cubicBezTo>
                <a:cubicBezTo>
                  <a:pt x="807559" y="912706"/>
                  <a:pt x="793965" y="899112"/>
                  <a:pt x="793965" y="882343"/>
                </a:cubicBezTo>
                <a:cubicBezTo>
                  <a:pt x="793965" y="865573"/>
                  <a:pt x="807559" y="851979"/>
                  <a:pt x="824329" y="851979"/>
                </a:cubicBezTo>
                <a:close/>
                <a:moveTo>
                  <a:pt x="751774" y="851979"/>
                </a:moveTo>
                <a:cubicBezTo>
                  <a:pt x="768544" y="851979"/>
                  <a:pt x="782138" y="865573"/>
                  <a:pt x="782138" y="882343"/>
                </a:cubicBezTo>
                <a:cubicBezTo>
                  <a:pt x="782138" y="899112"/>
                  <a:pt x="768544" y="912706"/>
                  <a:pt x="751774" y="912706"/>
                </a:cubicBezTo>
                <a:cubicBezTo>
                  <a:pt x="735005" y="912706"/>
                  <a:pt x="721411" y="899112"/>
                  <a:pt x="721411" y="882343"/>
                </a:cubicBezTo>
                <a:cubicBezTo>
                  <a:pt x="721411" y="865573"/>
                  <a:pt x="735005" y="851979"/>
                  <a:pt x="751774" y="851979"/>
                </a:cubicBezTo>
                <a:close/>
                <a:moveTo>
                  <a:pt x="679220" y="851979"/>
                </a:moveTo>
                <a:cubicBezTo>
                  <a:pt x="695989" y="851979"/>
                  <a:pt x="709583" y="865573"/>
                  <a:pt x="709583" y="882343"/>
                </a:cubicBezTo>
                <a:cubicBezTo>
                  <a:pt x="709583" y="899112"/>
                  <a:pt x="695989" y="912706"/>
                  <a:pt x="679220" y="912706"/>
                </a:cubicBezTo>
                <a:cubicBezTo>
                  <a:pt x="662450" y="912706"/>
                  <a:pt x="648856" y="899112"/>
                  <a:pt x="648856" y="882343"/>
                </a:cubicBezTo>
                <a:cubicBezTo>
                  <a:pt x="648856" y="865573"/>
                  <a:pt x="662450" y="851979"/>
                  <a:pt x="679220" y="851979"/>
                </a:cubicBezTo>
                <a:close/>
                <a:moveTo>
                  <a:pt x="606665" y="851979"/>
                </a:moveTo>
                <a:cubicBezTo>
                  <a:pt x="623435" y="851979"/>
                  <a:pt x="637029" y="865573"/>
                  <a:pt x="637029" y="882343"/>
                </a:cubicBezTo>
                <a:cubicBezTo>
                  <a:pt x="637029" y="899112"/>
                  <a:pt x="623435" y="912706"/>
                  <a:pt x="606665" y="912706"/>
                </a:cubicBezTo>
                <a:cubicBezTo>
                  <a:pt x="589896" y="912706"/>
                  <a:pt x="576302" y="899112"/>
                  <a:pt x="576302" y="882343"/>
                </a:cubicBezTo>
                <a:cubicBezTo>
                  <a:pt x="576302" y="865573"/>
                  <a:pt x="589896" y="851979"/>
                  <a:pt x="606665" y="851979"/>
                </a:cubicBezTo>
                <a:close/>
                <a:moveTo>
                  <a:pt x="534111" y="851979"/>
                </a:moveTo>
                <a:cubicBezTo>
                  <a:pt x="550880" y="851979"/>
                  <a:pt x="564474" y="865573"/>
                  <a:pt x="564474" y="882343"/>
                </a:cubicBezTo>
                <a:cubicBezTo>
                  <a:pt x="564474" y="899112"/>
                  <a:pt x="550880" y="912706"/>
                  <a:pt x="534111" y="912706"/>
                </a:cubicBezTo>
                <a:cubicBezTo>
                  <a:pt x="517341" y="912706"/>
                  <a:pt x="503747" y="899112"/>
                  <a:pt x="503747" y="882343"/>
                </a:cubicBezTo>
                <a:cubicBezTo>
                  <a:pt x="503747" y="865573"/>
                  <a:pt x="517341" y="851979"/>
                  <a:pt x="534111" y="851979"/>
                </a:cubicBezTo>
                <a:close/>
                <a:moveTo>
                  <a:pt x="461556" y="851979"/>
                </a:moveTo>
                <a:cubicBezTo>
                  <a:pt x="478326" y="851979"/>
                  <a:pt x="491920" y="865573"/>
                  <a:pt x="491920" y="882343"/>
                </a:cubicBezTo>
                <a:cubicBezTo>
                  <a:pt x="491920" y="899112"/>
                  <a:pt x="478326" y="912706"/>
                  <a:pt x="461556" y="912706"/>
                </a:cubicBezTo>
                <a:cubicBezTo>
                  <a:pt x="444787" y="912706"/>
                  <a:pt x="431192" y="899112"/>
                  <a:pt x="431192" y="882343"/>
                </a:cubicBezTo>
                <a:cubicBezTo>
                  <a:pt x="431192" y="865573"/>
                  <a:pt x="444787" y="851979"/>
                  <a:pt x="461556" y="851979"/>
                </a:cubicBezTo>
                <a:close/>
                <a:moveTo>
                  <a:pt x="389002" y="851979"/>
                </a:moveTo>
                <a:cubicBezTo>
                  <a:pt x="405771" y="851979"/>
                  <a:pt x="419365" y="865573"/>
                  <a:pt x="419365" y="882343"/>
                </a:cubicBezTo>
                <a:cubicBezTo>
                  <a:pt x="419365" y="899112"/>
                  <a:pt x="405771" y="912706"/>
                  <a:pt x="389002" y="912706"/>
                </a:cubicBezTo>
                <a:cubicBezTo>
                  <a:pt x="372232" y="912706"/>
                  <a:pt x="358638" y="899112"/>
                  <a:pt x="358638" y="882343"/>
                </a:cubicBezTo>
                <a:cubicBezTo>
                  <a:pt x="358638" y="865573"/>
                  <a:pt x="372232" y="851979"/>
                  <a:pt x="389002" y="851979"/>
                </a:cubicBezTo>
                <a:close/>
                <a:moveTo>
                  <a:pt x="316447" y="851979"/>
                </a:moveTo>
                <a:cubicBezTo>
                  <a:pt x="333216" y="851979"/>
                  <a:pt x="346810" y="865573"/>
                  <a:pt x="346810" y="882343"/>
                </a:cubicBezTo>
                <a:cubicBezTo>
                  <a:pt x="346810" y="899112"/>
                  <a:pt x="333216" y="912706"/>
                  <a:pt x="316447" y="912706"/>
                </a:cubicBezTo>
                <a:cubicBezTo>
                  <a:pt x="299677" y="912706"/>
                  <a:pt x="286084" y="899112"/>
                  <a:pt x="286084" y="882343"/>
                </a:cubicBezTo>
                <a:cubicBezTo>
                  <a:pt x="286084" y="865573"/>
                  <a:pt x="299677" y="851979"/>
                  <a:pt x="316447" y="851979"/>
                </a:cubicBezTo>
                <a:close/>
                <a:moveTo>
                  <a:pt x="243892" y="851979"/>
                </a:moveTo>
                <a:cubicBezTo>
                  <a:pt x="260662" y="851979"/>
                  <a:pt x="274256" y="865573"/>
                  <a:pt x="274256" y="882343"/>
                </a:cubicBezTo>
                <a:cubicBezTo>
                  <a:pt x="274256" y="899112"/>
                  <a:pt x="260662" y="912706"/>
                  <a:pt x="243892" y="912706"/>
                </a:cubicBezTo>
                <a:cubicBezTo>
                  <a:pt x="227123" y="912706"/>
                  <a:pt x="213529" y="899112"/>
                  <a:pt x="213529" y="882343"/>
                </a:cubicBezTo>
                <a:cubicBezTo>
                  <a:pt x="213529" y="865573"/>
                  <a:pt x="227123" y="851979"/>
                  <a:pt x="243892" y="851979"/>
                </a:cubicBezTo>
                <a:close/>
                <a:moveTo>
                  <a:pt x="171339" y="851979"/>
                </a:moveTo>
                <a:cubicBezTo>
                  <a:pt x="188107" y="851979"/>
                  <a:pt x="201701" y="865573"/>
                  <a:pt x="201701" y="882343"/>
                </a:cubicBezTo>
                <a:cubicBezTo>
                  <a:pt x="201701" y="899112"/>
                  <a:pt x="188107" y="912706"/>
                  <a:pt x="171339" y="912706"/>
                </a:cubicBezTo>
                <a:cubicBezTo>
                  <a:pt x="154651" y="912706"/>
                  <a:pt x="141056" y="899112"/>
                  <a:pt x="141056" y="882343"/>
                </a:cubicBezTo>
                <a:cubicBezTo>
                  <a:pt x="141056" y="865573"/>
                  <a:pt x="154651" y="851979"/>
                  <a:pt x="171339" y="851979"/>
                </a:cubicBezTo>
                <a:close/>
                <a:moveTo>
                  <a:pt x="98877" y="851979"/>
                </a:moveTo>
                <a:cubicBezTo>
                  <a:pt x="115640" y="851979"/>
                  <a:pt x="129234" y="865573"/>
                  <a:pt x="129234" y="882343"/>
                </a:cubicBezTo>
                <a:cubicBezTo>
                  <a:pt x="129234" y="899112"/>
                  <a:pt x="115640" y="912706"/>
                  <a:pt x="98877" y="912706"/>
                </a:cubicBezTo>
                <a:cubicBezTo>
                  <a:pt x="82106" y="912706"/>
                  <a:pt x="68511" y="899112"/>
                  <a:pt x="68511" y="882343"/>
                </a:cubicBezTo>
                <a:cubicBezTo>
                  <a:pt x="68511" y="865573"/>
                  <a:pt x="82106" y="851979"/>
                  <a:pt x="98877" y="851979"/>
                </a:cubicBezTo>
                <a:close/>
                <a:moveTo>
                  <a:pt x="26322" y="851979"/>
                </a:moveTo>
                <a:cubicBezTo>
                  <a:pt x="43087" y="851979"/>
                  <a:pt x="56682" y="865573"/>
                  <a:pt x="56682" y="882343"/>
                </a:cubicBezTo>
                <a:cubicBezTo>
                  <a:pt x="56682" y="899112"/>
                  <a:pt x="43087" y="912706"/>
                  <a:pt x="26322" y="912706"/>
                </a:cubicBezTo>
                <a:cubicBezTo>
                  <a:pt x="17937" y="912706"/>
                  <a:pt x="10346" y="909308"/>
                  <a:pt x="4851" y="903813"/>
                </a:cubicBezTo>
                <a:lnTo>
                  <a:pt x="0" y="892101"/>
                </a:lnTo>
                <a:lnTo>
                  <a:pt x="0" y="872585"/>
                </a:lnTo>
                <a:lnTo>
                  <a:pt x="4851" y="860872"/>
                </a:lnTo>
                <a:cubicBezTo>
                  <a:pt x="10346" y="855378"/>
                  <a:pt x="17937" y="851979"/>
                  <a:pt x="26322" y="851979"/>
                </a:cubicBezTo>
                <a:close/>
                <a:moveTo>
                  <a:pt x="1622429" y="771528"/>
                </a:moveTo>
                <a:lnTo>
                  <a:pt x="1633158" y="773694"/>
                </a:lnTo>
                <a:lnTo>
                  <a:pt x="1618313" y="831424"/>
                </a:lnTo>
                <a:lnTo>
                  <a:pt x="1610610" y="829868"/>
                </a:lnTo>
                <a:cubicBezTo>
                  <a:pt x="1599712" y="825259"/>
                  <a:pt x="1592066" y="814469"/>
                  <a:pt x="1592066" y="801891"/>
                </a:cubicBezTo>
                <a:cubicBezTo>
                  <a:pt x="1592066" y="785122"/>
                  <a:pt x="1605659" y="771528"/>
                  <a:pt x="1622429" y="771528"/>
                </a:cubicBezTo>
                <a:close/>
                <a:moveTo>
                  <a:pt x="1549874" y="771528"/>
                </a:moveTo>
                <a:cubicBezTo>
                  <a:pt x="1566644" y="771528"/>
                  <a:pt x="1580238" y="785122"/>
                  <a:pt x="1580238" y="801891"/>
                </a:cubicBezTo>
                <a:cubicBezTo>
                  <a:pt x="1580238" y="818661"/>
                  <a:pt x="1566644" y="832255"/>
                  <a:pt x="1549874" y="832255"/>
                </a:cubicBezTo>
                <a:cubicBezTo>
                  <a:pt x="1533105" y="832255"/>
                  <a:pt x="1519511" y="818661"/>
                  <a:pt x="1519511" y="801891"/>
                </a:cubicBezTo>
                <a:cubicBezTo>
                  <a:pt x="1519511" y="785122"/>
                  <a:pt x="1533105" y="771528"/>
                  <a:pt x="1549874" y="771528"/>
                </a:cubicBezTo>
                <a:close/>
                <a:moveTo>
                  <a:pt x="1477320" y="771528"/>
                </a:moveTo>
                <a:cubicBezTo>
                  <a:pt x="1494089" y="771528"/>
                  <a:pt x="1507683" y="785122"/>
                  <a:pt x="1507683" y="801891"/>
                </a:cubicBezTo>
                <a:cubicBezTo>
                  <a:pt x="1507683" y="818661"/>
                  <a:pt x="1494089" y="832255"/>
                  <a:pt x="1477320" y="832255"/>
                </a:cubicBezTo>
                <a:cubicBezTo>
                  <a:pt x="1460550" y="832255"/>
                  <a:pt x="1446956" y="818661"/>
                  <a:pt x="1446956" y="801891"/>
                </a:cubicBezTo>
                <a:cubicBezTo>
                  <a:pt x="1446956" y="785122"/>
                  <a:pt x="1460550" y="771528"/>
                  <a:pt x="1477320" y="771528"/>
                </a:cubicBezTo>
                <a:close/>
                <a:moveTo>
                  <a:pt x="1404765" y="771528"/>
                </a:moveTo>
                <a:cubicBezTo>
                  <a:pt x="1421535" y="771528"/>
                  <a:pt x="1435129" y="785122"/>
                  <a:pt x="1435129" y="801891"/>
                </a:cubicBezTo>
                <a:cubicBezTo>
                  <a:pt x="1435129" y="818661"/>
                  <a:pt x="1421535" y="832255"/>
                  <a:pt x="1404765" y="832255"/>
                </a:cubicBezTo>
                <a:cubicBezTo>
                  <a:pt x="1387996" y="832255"/>
                  <a:pt x="1374402" y="818661"/>
                  <a:pt x="1374402" y="801891"/>
                </a:cubicBezTo>
                <a:cubicBezTo>
                  <a:pt x="1374402" y="785122"/>
                  <a:pt x="1387996" y="771528"/>
                  <a:pt x="1404765" y="771528"/>
                </a:cubicBezTo>
                <a:close/>
                <a:moveTo>
                  <a:pt x="1332211" y="771528"/>
                </a:moveTo>
                <a:cubicBezTo>
                  <a:pt x="1348980" y="771528"/>
                  <a:pt x="1362574" y="785122"/>
                  <a:pt x="1362574" y="801891"/>
                </a:cubicBezTo>
                <a:cubicBezTo>
                  <a:pt x="1362574" y="818661"/>
                  <a:pt x="1348980" y="832255"/>
                  <a:pt x="1332211" y="832255"/>
                </a:cubicBezTo>
                <a:cubicBezTo>
                  <a:pt x="1315441" y="832255"/>
                  <a:pt x="1301847" y="818661"/>
                  <a:pt x="1301847" y="801891"/>
                </a:cubicBezTo>
                <a:cubicBezTo>
                  <a:pt x="1301847" y="785122"/>
                  <a:pt x="1315441" y="771528"/>
                  <a:pt x="1332211" y="771528"/>
                </a:cubicBezTo>
                <a:close/>
                <a:moveTo>
                  <a:pt x="1259656" y="771528"/>
                </a:moveTo>
                <a:cubicBezTo>
                  <a:pt x="1276426" y="771528"/>
                  <a:pt x="1290020" y="785122"/>
                  <a:pt x="1290020" y="801891"/>
                </a:cubicBezTo>
                <a:cubicBezTo>
                  <a:pt x="1290020" y="818661"/>
                  <a:pt x="1276426" y="832255"/>
                  <a:pt x="1259656" y="832255"/>
                </a:cubicBezTo>
                <a:cubicBezTo>
                  <a:pt x="1242887" y="832255"/>
                  <a:pt x="1229293" y="818661"/>
                  <a:pt x="1229293" y="801891"/>
                </a:cubicBezTo>
                <a:cubicBezTo>
                  <a:pt x="1229293" y="785122"/>
                  <a:pt x="1242887" y="771528"/>
                  <a:pt x="1259656" y="771528"/>
                </a:cubicBezTo>
                <a:close/>
                <a:moveTo>
                  <a:pt x="1187102" y="771528"/>
                </a:moveTo>
                <a:cubicBezTo>
                  <a:pt x="1203871" y="771528"/>
                  <a:pt x="1217465" y="785122"/>
                  <a:pt x="1217465" y="801891"/>
                </a:cubicBezTo>
                <a:cubicBezTo>
                  <a:pt x="1217465" y="818661"/>
                  <a:pt x="1203871" y="832255"/>
                  <a:pt x="1187102" y="832255"/>
                </a:cubicBezTo>
                <a:cubicBezTo>
                  <a:pt x="1170332" y="832255"/>
                  <a:pt x="1156738" y="818661"/>
                  <a:pt x="1156738" y="801891"/>
                </a:cubicBezTo>
                <a:cubicBezTo>
                  <a:pt x="1156738" y="785122"/>
                  <a:pt x="1170332" y="771528"/>
                  <a:pt x="1187102" y="771528"/>
                </a:cubicBezTo>
                <a:close/>
                <a:moveTo>
                  <a:pt x="1114547" y="771528"/>
                </a:moveTo>
                <a:cubicBezTo>
                  <a:pt x="1131317" y="771528"/>
                  <a:pt x="1144911" y="785122"/>
                  <a:pt x="1144911" y="801891"/>
                </a:cubicBezTo>
                <a:cubicBezTo>
                  <a:pt x="1144911" y="818661"/>
                  <a:pt x="1131317" y="832255"/>
                  <a:pt x="1114547" y="832255"/>
                </a:cubicBezTo>
                <a:cubicBezTo>
                  <a:pt x="1097778" y="832255"/>
                  <a:pt x="1084184" y="818661"/>
                  <a:pt x="1084184" y="801891"/>
                </a:cubicBezTo>
                <a:cubicBezTo>
                  <a:pt x="1084184" y="785122"/>
                  <a:pt x="1097778" y="771528"/>
                  <a:pt x="1114547" y="771528"/>
                </a:cubicBezTo>
                <a:close/>
                <a:moveTo>
                  <a:pt x="1041993" y="771528"/>
                </a:moveTo>
                <a:cubicBezTo>
                  <a:pt x="1058762" y="771528"/>
                  <a:pt x="1072356" y="785122"/>
                  <a:pt x="1072356" y="801891"/>
                </a:cubicBezTo>
                <a:cubicBezTo>
                  <a:pt x="1072356" y="818661"/>
                  <a:pt x="1058762" y="832255"/>
                  <a:pt x="1041993" y="832255"/>
                </a:cubicBezTo>
                <a:cubicBezTo>
                  <a:pt x="1025223" y="832255"/>
                  <a:pt x="1011629" y="818661"/>
                  <a:pt x="1011629" y="801891"/>
                </a:cubicBezTo>
                <a:cubicBezTo>
                  <a:pt x="1011629" y="785122"/>
                  <a:pt x="1025223" y="771528"/>
                  <a:pt x="1041993" y="771528"/>
                </a:cubicBezTo>
                <a:close/>
                <a:moveTo>
                  <a:pt x="969438" y="771528"/>
                </a:moveTo>
                <a:cubicBezTo>
                  <a:pt x="986208" y="771528"/>
                  <a:pt x="999801" y="785122"/>
                  <a:pt x="999801" y="801891"/>
                </a:cubicBezTo>
                <a:cubicBezTo>
                  <a:pt x="999801" y="818661"/>
                  <a:pt x="986208" y="832255"/>
                  <a:pt x="969438" y="832255"/>
                </a:cubicBezTo>
                <a:cubicBezTo>
                  <a:pt x="952669" y="832255"/>
                  <a:pt x="939075" y="818661"/>
                  <a:pt x="939075" y="801891"/>
                </a:cubicBezTo>
                <a:cubicBezTo>
                  <a:pt x="939075" y="785122"/>
                  <a:pt x="952669" y="771528"/>
                  <a:pt x="969438" y="771528"/>
                </a:cubicBezTo>
                <a:close/>
                <a:moveTo>
                  <a:pt x="896883" y="771528"/>
                </a:moveTo>
                <a:cubicBezTo>
                  <a:pt x="913653" y="771528"/>
                  <a:pt x="927247" y="785122"/>
                  <a:pt x="927247" y="801891"/>
                </a:cubicBezTo>
                <a:cubicBezTo>
                  <a:pt x="927247" y="818661"/>
                  <a:pt x="913653" y="832255"/>
                  <a:pt x="896883" y="832255"/>
                </a:cubicBezTo>
                <a:cubicBezTo>
                  <a:pt x="880114" y="832255"/>
                  <a:pt x="866520" y="818661"/>
                  <a:pt x="866520" y="801891"/>
                </a:cubicBezTo>
                <a:cubicBezTo>
                  <a:pt x="866520" y="785122"/>
                  <a:pt x="880114" y="771528"/>
                  <a:pt x="896883" y="771528"/>
                </a:cubicBezTo>
                <a:close/>
                <a:moveTo>
                  <a:pt x="824329" y="771528"/>
                </a:moveTo>
                <a:cubicBezTo>
                  <a:pt x="841098" y="771528"/>
                  <a:pt x="854692" y="785122"/>
                  <a:pt x="854692" y="801891"/>
                </a:cubicBezTo>
                <a:cubicBezTo>
                  <a:pt x="854692" y="818661"/>
                  <a:pt x="841098" y="832255"/>
                  <a:pt x="824329" y="832255"/>
                </a:cubicBezTo>
                <a:cubicBezTo>
                  <a:pt x="807559" y="832255"/>
                  <a:pt x="793965" y="818661"/>
                  <a:pt x="793965" y="801891"/>
                </a:cubicBezTo>
                <a:cubicBezTo>
                  <a:pt x="793965" y="785122"/>
                  <a:pt x="807559" y="771528"/>
                  <a:pt x="824329" y="771528"/>
                </a:cubicBezTo>
                <a:close/>
                <a:moveTo>
                  <a:pt x="751774" y="771528"/>
                </a:moveTo>
                <a:cubicBezTo>
                  <a:pt x="768544" y="771528"/>
                  <a:pt x="782138" y="785122"/>
                  <a:pt x="782138" y="801891"/>
                </a:cubicBezTo>
                <a:cubicBezTo>
                  <a:pt x="782138" y="818661"/>
                  <a:pt x="768544" y="832255"/>
                  <a:pt x="751774" y="832255"/>
                </a:cubicBezTo>
                <a:cubicBezTo>
                  <a:pt x="735005" y="832255"/>
                  <a:pt x="721411" y="818661"/>
                  <a:pt x="721411" y="801891"/>
                </a:cubicBezTo>
                <a:cubicBezTo>
                  <a:pt x="721411" y="785122"/>
                  <a:pt x="735005" y="771528"/>
                  <a:pt x="751774" y="771528"/>
                </a:cubicBezTo>
                <a:close/>
                <a:moveTo>
                  <a:pt x="679220" y="771528"/>
                </a:moveTo>
                <a:cubicBezTo>
                  <a:pt x="695989" y="771528"/>
                  <a:pt x="709583" y="785122"/>
                  <a:pt x="709583" y="801891"/>
                </a:cubicBezTo>
                <a:cubicBezTo>
                  <a:pt x="709583" y="818661"/>
                  <a:pt x="695989" y="832255"/>
                  <a:pt x="679220" y="832255"/>
                </a:cubicBezTo>
                <a:cubicBezTo>
                  <a:pt x="662450" y="832255"/>
                  <a:pt x="648856" y="818661"/>
                  <a:pt x="648856" y="801891"/>
                </a:cubicBezTo>
                <a:cubicBezTo>
                  <a:pt x="648856" y="785122"/>
                  <a:pt x="662450" y="771528"/>
                  <a:pt x="679220" y="771528"/>
                </a:cubicBezTo>
                <a:close/>
                <a:moveTo>
                  <a:pt x="606665" y="771528"/>
                </a:moveTo>
                <a:cubicBezTo>
                  <a:pt x="623435" y="771528"/>
                  <a:pt x="637029" y="785122"/>
                  <a:pt x="637029" y="801891"/>
                </a:cubicBezTo>
                <a:cubicBezTo>
                  <a:pt x="637029" y="818661"/>
                  <a:pt x="623435" y="832255"/>
                  <a:pt x="606665" y="832255"/>
                </a:cubicBezTo>
                <a:cubicBezTo>
                  <a:pt x="589896" y="832255"/>
                  <a:pt x="576302" y="818661"/>
                  <a:pt x="576302" y="801891"/>
                </a:cubicBezTo>
                <a:cubicBezTo>
                  <a:pt x="576302" y="785122"/>
                  <a:pt x="589896" y="771528"/>
                  <a:pt x="606665" y="771528"/>
                </a:cubicBezTo>
                <a:close/>
                <a:moveTo>
                  <a:pt x="534111" y="771528"/>
                </a:moveTo>
                <a:cubicBezTo>
                  <a:pt x="550880" y="771528"/>
                  <a:pt x="564474" y="785122"/>
                  <a:pt x="564474" y="801891"/>
                </a:cubicBezTo>
                <a:cubicBezTo>
                  <a:pt x="564474" y="818661"/>
                  <a:pt x="550880" y="832255"/>
                  <a:pt x="534111" y="832255"/>
                </a:cubicBezTo>
                <a:cubicBezTo>
                  <a:pt x="517341" y="832255"/>
                  <a:pt x="503747" y="818661"/>
                  <a:pt x="503747" y="801891"/>
                </a:cubicBezTo>
                <a:cubicBezTo>
                  <a:pt x="503747" y="785122"/>
                  <a:pt x="517341" y="771528"/>
                  <a:pt x="534111" y="771528"/>
                </a:cubicBezTo>
                <a:close/>
                <a:moveTo>
                  <a:pt x="461556" y="771528"/>
                </a:moveTo>
                <a:cubicBezTo>
                  <a:pt x="478326" y="771528"/>
                  <a:pt x="491920" y="785122"/>
                  <a:pt x="491920" y="801891"/>
                </a:cubicBezTo>
                <a:cubicBezTo>
                  <a:pt x="491920" y="818661"/>
                  <a:pt x="478326" y="832255"/>
                  <a:pt x="461556" y="832255"/>
                </a:cubicBezTo>
                <a:cubicBezTo>
                  <a:pt x="444787" y="832255"/>
                  <a:pt x="431192" y="818661"/>
                  <a:pt x="431192" y="801891"/>
                </a:cubicBezTo>
                <a:cubicBezTo>
                  <a:pt x="431192" y="785122"/>
                  <a:pt x="444787" y="771528"/>
                  <a:pt x="461556" y="771528"/>
                </a:cubicBezTo>
                <a:close/>
                <a:moveTo>
                  <a:pt x="389002" y="771528"/>
                </a:moveTo>
                <a:cubicBezTo>
                  <a:pt x="405771" y="771528"/>
                  <a:pt x="419365" y="785122"/>
                  <a:pt x="419365" y="801891"/>
                </a:cubicBezTo>
                <a:cubicBezTo>
                  <a:pt x="419365" y="818661"/>
                  <a:pt x="405771" y="832255"/>
                  <a:pt x="389002" y="832255"/>
                </a:cubicBezTo>
                <a:cubicBezTo>
                  <a:pt x="372232" y="832255"/>
                  <a:pt x="358638" y="818661"/>
                  <a:pt x="358638" y="801891"/>
                </a:cubicBezTo>
                <a:cubicBezTo>
                  <a:pt x="358638" y="785122"/>
                  <a:pt x="372232" y="771528"/>
                  <a:pt x="389002" y="771528"/>
                </a:cubicBezTo>
                <a:close/>
                <a:moveTo>
                  <a:pt x="316447" y="771528"/>
                </a:moveTo>
                <a:cubicBezTo>
                  <a:pt x="333216" y="771528"/>
                  <a:pt x="346810" y="785122"/>
                  <a:pt x="346810" y="801891"/>
                </a:cubicBezTo>
                <a:cubicBezTo>
                  <a:pt x="346810" y="818661"/>
                  <a:pt x="333216" y="832255"/>
                  <a:pt x="316447" y="832255"/>
                </a:cubicBezTo>
                <a:cubicBezTo>
                  <a:pt x="299677" y="832255"/>
                  <a:pt x="286084" y="818661"/>
                  <a:pt x="286084" y="801891"/>
                </a:cubicBezTo>
                <a:cubicBezTo>
                  <a:pt x="286084" y="785122"/>
                  <a:pt x="299677" y="771528"/>
                  <a:pt x="316447" y="771528"/>
                </a:cubicBezTo>
                <a:close/>
                <a:moveTo>
                  <a:pt x="243892" y="771528"/>
                </a:moveTo>
                <a:cubicBezTo>
                  <a:pt x="260662" y="771528"/>
                  <a:pt x="274256" y="785122"/>
                  <a:pt x="274256" y="801891"/>
                </a:cubicBezTo>
                <a:cubicBezTo>
                  <a:pt x="274256" y="818661"/>
                  <a:pt x="260662" y="832255"/>
                  <a:pt x="243892" y="832255"/>
                </a:cubicBezTo>
                <a:cubicBezTo>
                  <a:pt x="227123" y="832255"/>
                  <a:pt x="213529" y="818661"/>
                  <a:pt x="213529" y="801891"/>
                </a:cubicBezTo>
                <a:cubicBezTo>
                  <a:pt x="213529" y="785122"/>
                  <a:pt x="227123" y="771528"/>
                  <a:pt x="243892" y="771528"/>
                </a:cubicBezTo>
                <a:close/>
                <a:moveTo>
                  <a:pt x="171339" y="771528"/>
                </a:moveTo>
                <a:cubicBezTo>
                  <a:pt x="188107" y="771528"/>
                  <a:pt x="201701" y="785122"/>
                  <a:pt x="201701" y="801891"/>
                </a:cubicBezTo>
                <a:cubicBezTo>
                  <a:pt x="201701" y="818661"/>
                  <a:pt x="188107" y="832255"/>
                  <a:pt x="171339" y="832255"/>
                </a:cubicBezTo>
                <a:cubicBezTo>
                  <a:pt x="154656" y="832255"/>
                  <a:pt x="141062" y="818661"/>
                  <a:pt x="141062" y="801891"/>
                </a:cubicBezTo>
                <a:cubicBezTo>
                  <a:pt x="141062" y="785122"/>
                  <a:pt x="154656" y="771528"/>
                  <a:pt x="171339" y="771528"/>
                </a:cubicBezTo>
                <a:close/>
                <a:moveTo>
                  <a:pt x="98884" y="771528"/>
                </a:moveTo>
                <a:cubicBezTo>
                  <a:pt x="115646" y="771528"/>
                  <a:pt x="129240" y="785122"/>
                  <a:pt x="129240" y="801891"/>
                </a:cubicBezTo>
                <a:cubicBezTo>
                  <a:pt x="129240" y="818661"/>
                  <a:pt x="115646" y="832255"/>
                  <a:pt x="98884" y="832255"/>
                </a:cubicBezTo>
                <a:cubicBezTo>
                  <a:pt x="82112" y="832255"/>
                  <a:pt x="68517" y="818661"/>
                  <a:pt x="68517" y="801891"/>
                </a:cubicBezTo>
                <a:cubicBezTo>
                  <a:pt x="68517" y="785122"/>
                  <a:pt x="82112" y="771528"/>
                  <a:pt x="98884" y="771528"/>
                </a:cubicBezTo>
                <a:close/>
                <a:moveTo>
                  <a:pt x="26329" y="771528"/>
                </a:moveTo>
                <a:cubicBezTo>
                  <a:pt x="43093" y="771528"/>
                  <a:pt x="56688" y="785122"/>
                  <a:pt x="56688" y="801891"/>
                </a:cubicBezTo>
                <a:cubicBezTo>
                  <a:pt x="56688" y="818661"/>
                  <a:pt x="43093" y="832255"/>
                  <a:pt x="26329" y="832255"/>
                </a:cubicBezTo>
                <a:cubicBezTo>
                  <a:pt x="17944" y="832255"/>
                  <a:pt x="10353" y="828857"/>
                  <a:pt x="4858" y="823362"/>
                </a:cubicBezTo>
                <a:lnTo>
                  <a:pt x="0" y="811633"/>
                </a:lnTo>
                <a:lnTo>
                  <a:pt x="0" y="792150"/>
                </a:lnTo>
                <a:lnTo>
                  <a:pt x="4858" y="780421"/>
                </a:lnTo>
                <a:cubicBezTo>
                  <a:pt x="10353" y="774927"/>
                  <a:pt x="17944" y="771528"/>
                  <a:pt x="26329" y="771528"/>
                </a:cubicBezTo>
                <a:close/>
                <a:moveTo>
                  <a:pt x="1622429" y="691076"/>
                </a:moveTo>
                <a:cubicBezTo>
                  <a:pt x="1630814" y="691076"/>
                  <a:pt x="1638404" y="694475"/>
                  <a:pt x="1643899" y="699969"/>
                </a:cubicBezTo>
                <a:lnTo>
                  <a:pt x="1647739" y="709237"/>
                </a:lnTo>
                <a:lnTo>
                  <a:pt x="1644828" y="728305"/>
                </a:lnTo>
                <a:lnTo>
                  <a:pt x="1640480" y="745215"/>
                </a:lnTo>
                <a:lnTo>
                  <a:pt x="1634248" y="749417"/>
                </a:lnTo>
                <a:cubicBezTo>
                  <a:pt x="1630615" y="750953"/>
                  <a:pt x="1626621" y="751803"/>
                  <a:pt x="1622429" y="751803"/>
                </a:cubicBezTo>
                <a:cubicBezTo>
                  <a:pt x="1605659" y="751803"/>
                  <a:pt x="1592066" y="738209"/>
                  <a:pt x="1592066" y="721440"/>
                </a:cubicBezTo>
                <a:cubicBezTo>
                  <a:pt x="1592066" y="704670"/>
                  <a:pt x="1605659" y="691076"/>
                  <a:pt x="1622429" y="691076"/>
                </a:cubicBezTo>
                <a:close/>
                <a:moveTo>
                  <a:pt x="1549874" y="691076"/>
                </a:moveTo>
                <a:cubicBezTo>
                  <a:pt x="1566644" y="691076"/>
                  <a:pt x="1580238" y="704670"/>
                  <a:pt x="1580238" y="721440"/>
                </a:cubicBezTo>
                <a:cubicBezTo>
                  <a:pt x="1580238" y="738209"/>
                  <a:pt x="1566644" y="751803"/>
                  <a:pt x="1549874" y="751803"/>
                </a:cubicBezTo>
                <a:cubicBezTo>
                  <a:pt x="1533105" y="751803"/>
                  <a:pt x="1519511" y="738209"/>
                  <a:pt x="1519511" y="721440"/>
                </a:cubicBezTo>
                <a:cubicBezTo>
                  <a:pt x="1519511" y="704670"/>
                  <a:pt x="1533105" y="691076"/>
                  <a:pt x="1549874" y="691076"/>
                </a:cubicBezTo>
                <a:close/>
                <a:moveTo>
                  <a:pt x="1477320" y="691076"/>
                </a:moveTo>
                <a:cubicBezTo>
                  <a:pt x="1494089" y="691076"/>
                  <a:pt x="1507683" y="704670"/>
                  <a:pt x="1507683" y="721440"/>
                </a:cubicBezTo>
                <a:cubicBezTo>
                  <a:pt x="1507683" y="738209"/>
                  <a:pt x="1494089" y="751803"/>
                  <a:pt x="1477320" y="751803"/>
                </a:cubicBezTo>
                <a:cubicBezTo>
                  <a:pt x="1460550" y="751803"/>
                  <a:pt x="1446956" y="738209"/>
                  <a:pt x="1446956" y="721440"/>
                </a:cubicBezTo>
                <a:cubicBezTo>
                  <a:pt x="1446956" y="704670"/>
                  <a:pt x="1460550" y="691076"/>
                  <a:pt x="1477320" y="691076"/>
                </a:cubicBezTo>
                <a:close/>
                <a:moveTo>
                  <a:pt x="1404765" y="691076"/>
                </a:moveTo>
                <a:cubicBezTo>
                  <a:pt x="1421535" y="691076"/>
                  <a:pt x="1435129" y="704670"/>
                  <a:pt x="1435129" y="721440"/>
                </a:cubicBezTo>
                <a:cubicBezTo>
                  <a:pt x="1435129" y="738209"/>
                  <a:pt x="1421535" y="751803"/>
                  <a:pt x="1404765" y="751803"/>
                </a:cubicBezTo>
                <a:cubicBezTo>
                  <a:pt x="1387996" y="751803"/>
                  <a:pt x="1374402" y="738209"/>
                  <a:pt x="1374402" y="721440"/>
                </a:cubicBezTo>
                <a:cubicBezTo>
                  <a:pt x="1374402" y="704670"/>
                  <a:pt x="1387996" y="691076"/>
                  <a:pt x="1404765" y="691076"/>
                </a:cubicBezTo>
                <a:close/>
                <a:moveTo>
                  <a:pt x="1332211" y="691076"/>
                </a:moveTo>
                <a:cubicBezTo>
                  <a:pt x="1348980" y="691076"/>
                  <a:pt x="1362574" y="704670"/>
                  <a:pt x="1362574" y="721440"/>
                </a:cubicBezTo>
                <a:cubicBezTo>
                  <a:pt x="1362574" y="738209"/>
                  <a:pt x="1348980" y="751803"/>
                  <a:pt x="1332211" y="751803"/>
                </a:cubicBezTo>
                <a:cubicBezTo>
                  <a:pt x="1315441" y="751803"/>
                  <a:pt x="1301847" y="738209"/>
                  <a:pt x="1301847" y="721440"/>
                </a:cubicBezTo>
                <a:cubicBezTo>
                  <a:pt x="1301847" y="704670"/>
                  <a:pt x="1315441" y="691076"/>
                  <a:pt x="1332211" y="691076"/>
                </a:cubicBezTo>
                <a:close/>
                <a:moveTo>
                  <a:pt x="1259656" y="691076"/>
                </a:moveTo>
                <a:cubicBezTo>
                  <a:pt x="1276426" y="691076"/>
                  <a:pt x="1290020" y="704670"/>
                  <a:pt x="1290020" y="721440"/>
                </a:cubicBezTo>
                <a:cubicBezTo>
                  <a:pt x="1290020" y="738209"/>
                  <a:pt x="1276426" y="751803"/>
                  <a:pt x="1259656" y="751803"/>
                </a:cubicBezTo>
                <a:cubicBezTo>
                  <a:pt x="1242887" y="751803"/>
                  <a:pt x="1229293" y="738209"/>
                  <a:pt x="1229293" y="721440"/>
                </a:cubicBezTo>
                <a:cubicBezTo>
                  <a:pt x="1229293" y="704670"/>
                  <a:pt x="1242887" y="691076"/>
                  <a:pt x="1259656" y="691076"/>
                </a:cubicBezTo>
                <a:close/>
                <a:moveTo>
                  <a:pt x="1187102" y="691076"/>
                </a:moveTo>
                <a:cubicBezTo>
                  <a:pt x="1203871" y="691076"/>
                  <a:pt x="1217465" y="704670"/>
                  <a:pt x="1217465" y="721440"/>
                </a:cubicBezTo>
                <a:cubicBezTo>
                  <a:pt x="1217465" y="738209"/>
                  <a:pt x="1203871" y="751803"/>
                  <a:pt x="1187102" y="751803"/>
                </a:cubicBezTo>
                <a:cubicBezTo>
                  <a:pt x="1170332" y="751803"/>
                  <a:pt x="1156738" y="738209"/>
                  <a:pt x="1156738" y="721440"/>
                </a:cubicBezTo>
                <a:cubicBezTo>
                  <a:pt x="1156738" y="704670"/>
                  <a:pt x="1170332" y="691076"/>
                  <a:pt x="1187102" y="691076"/>
                </a:cubicBezTo>
                <a:close/>
                <a:moveTo>
                  <a:pt x="1114547" y="691076"/>
                </a:moveTo>
                <a:cubicBezTo>
                  <a:pt x="1131317" y="691076"/>
                  <a:pt x="1144911" y="704670"/>
                  <a:pt x="1144911" y="721440"/>
                </a:cubicBezTo>
                <a:cubicBezTo>
                  <a:pt x="1144911" y="738209"/>
                  <a:pt x="1131317" y="751803"/>
                  <a:pt x="1114547" y="751803"/>
                </a:cubicBezTo>
                <a:cubicBezTo>
                  <a:pt x="1097778" y="751803"/>
                  <a:pt x="1084184" y="738209"/>
                  <a:pt x="1084184" y="721440"/>
                </a:cubicBezTo>
                <a:cubicBezTo>
                  <a:pt x="1084184" y="704670"/>
                  <a:pt x="1097778" y="691076"/>
                  <a:pt x="1114547" y="691076"/>
                </a:cubicBezTo>
                <a:close/>
                <a:moveTo>
                  <a:pt x="1041993" y="691076"/>
                </a:moveTo>
                <a:cubicBezTo>
                  <a:pt x="1058762" y="691076"/>
                  <a:pt x="1072356" y="704670"/>
                  <a:pt x="1072356" y="721440"/>
                </a:cubicBezTo>
                <a:cubicBezTo>
                  <a:pt x="1072356" y="738209"/>
                  <a:pt x="1058762" y="751803"/>
                  <a:pt x="1041993" y="751803"/>
                </a:cubicBezTo>
                <a:cubicBezTo>
                  <a:pt x="1025223" y="751803"/>
                  <a:pt x="1011629" y="738209"/>
                  <a:pt x="1011629" y="721440"/>
                </a:cubicBezTo>
                <a:cubicBezTo>
                  <a:pt x="1011629" y="704670"/>
                  <a:pt x="1025223" y="691076"/>
                  <a:pt x="1041993" y="691076"/>
                </a:cubicBezTo>
                <a:close/>
                <a:moveTo>
                  <a:pt x="969438" y="691076"/>
                </a:moveTo>
                <a:cubicBezTo>
                  <a:pt x="986208" y="691076"/>
                  <a:pt x="999801" y="704670"/>
                  <a:pt x="999801" y="721440"/>
                </a:cubicBezTo>
                <a:cubicBezTo>
                  <a:pt x="999801" y="738209"/>
                  <a:pt x="986208" y="751803"/>
                  <a:pt x="969438" y="751803"/>
                </a:cubicBezTo>
                <a:cubicBezTo>
                  <a:pt x="952669" y="751803"/>
                  <a:pt x="939075" y="738209"/>
                  <a:pt x="939075" y="721440"/>
                </a:cubicBezTo>
                <a:cubicBezTo>
                  <a:pt x="939075" y="704670"/>
                  <a:pt x="952669" y="691076"/>
                  <a:pt x="969438" y="691076"/>
                </a:cubicBezTo>
                <a:close/>
                <a:moveTo>
                  <a:pt x="896883" y="691076"/>
                </a:moveTo>
                <a:cubicBezTo>
                  <a:pt x="913653" y="691076"/>
                  <a:pt x="927247" y="704670"/>
                  <a:pt x="927247" y="721440"/>
                </a:cubicBezTo>
                <a:cubicBezTo>
                  <a:pt x="927247" y="738209"/>
                  <a:pt x="913653" y="751803"/>
                  <a:pt x="896883" y="751803"/>
                </a:cubicBezTo>
                <a:cubicBezTo>
                  <a:pt x="880114" y="751803"/>
                  <a:pt x="866520" y="738209"/>
                  <a:pt x="866520" y="721440"/>
                </a:cubicBezTo>
                <a:cubicBezTo>
                  <a:pt x="866520" y="704670"/>
                  <a:pt x="880114" y="691076"/>
                  <a:pt x="896883" y="691076"/>
                </a:cubicBezTo>
                <a:close/>
                <a:moveTo>
                  <a:pt x="824329" y="691076"/>
                </a:moveTo>
                <a:cubicBezTo>
                  <a:pt x="841098" y="691076"/>
                  <a:pt x="854692" y="704670"/>
                  <a:pt x="854692" y="721440"/>
                </a:cubicBezTo>
                <a:cubicBezTo>
                  <a:pt x="854692" y="738209"/>
                  <a:pt x="841098" y="751803"/>
                  <a:pt x="824329" y="751803"/>
                </a:cubicBezTo>
                <a:cubicBezTo>
                  <a:pt x="807559" y="751803"/>
                  <a:pt x="793965" y="738209"/>
                  <a:pt x="793965" y="721440"/>
                </a:cubicBezTo>
                <a:cubicBezTo>
                  <a:pt x="793965" y="704670"/>
                  <a:pt x="807559" y="691076"/>
                  <a:pt x="824329" y="691076"/>
                </a:cubicBezTo>
                <a:close/>
                <a:moveTo>
                  <a:pt x="751774" y="691076"/>
                </a:moveTo>
                <a:cubicBezTo>
                  <a:pt x="768544" y="691076"/>
                  <a:pt x="782138" y="704670"/>
                  <a:pt x="782138" y="721440"/>
                </a:cubicBezTo>
                <a:cubicBezTo>
                  <a:pt x="782138" y="738209"/>
                  <a:pt x="768544" y="751803"/>
                  <a:pt x="751774" y="751803"/>
                </a:cubicBezTo>
                <a:cubicBezTo>
                  <a:pt x="735005" y="751803"/>
                  <a:pt x="721411" y="738209"/>
                  <a:pt x="721411" y="721440"/>
                </a:cubicBezTo>
                <a:cubicBezTo>
                  <a:pt x="721411" y="704670"/>
                  <a:pt x="735005" y="691076"/>
                  <a:pt x="751774" y="691076"/>
                </a:cubicBezTo>
                <a:close/>
                <a:moveTo>
                  <a:pt x="679220" y="691076"/>
                </a:moveTo>
                <a:cubicBezTo>
                  <a:pt x="695989" y="691076"/>
                  <a:pt x="709583" y="704670"/>
                  <a:pt x="709583" y="721440"/>
                </a:cubicBezTo>
                <a:cubicBezTo>
                  <a:pt x="709583" y="738209"/>
                  <a:pt x="695989" y="751803"/>
                  <a:pt x="679220" y="751803"/>
                </a:cubicBezTo>
                <a:cubicBezTo>
                  <a:pt x="662450" y="751803"/>
                  <a:pt x="648856" y="738209"/>
                  <a:pt x="648856" y="721440"/>
                </a:cubicBezTo>
                <a:cubicBezTo>
                  <a:pt x="648856" y="704670"/>
                  <a:pt x="662450" y="691076"/>
                  <a:pt x="679220" y="691076"/>
                </a:cubicBezTo>
                <a:close/>
                <a:moveTo>
                  <a:pt x="606665" y="691076"/>
                </a:moveTo>
                <a:cubicBezTo>
                  <a:pt x="623435" y="691076"/>
                  <a:pt x="637029" y="704670"/>
                  <a:pt x="637029" y="721440"/>
                </a:cubicBezTo>
                <a:cubicBezTo>
                  <a:pt x="637029" y="738209"/>
                  <a:pt x="623435" y="751803"/>
                  <a:pt x="606665" y="751803"/>
                </a:cubicBezTo>
                <a:cubicBezTo>
                  <a:pt x="589896" y="751803"/>
                  <a:pt x="576302" y="738209"/>
                  <a:pt x="576302" y="721440"/>
                </a:cubicBezTo>
                <a:cubicBezTo>
                  <a:pt x="576302" y="704670"/>
                  <a:pt x="589896" y="691076"/>
                  <a:pt x="606665" y="691076"/>
                </a:cubicBezTo>
                <a:close/>
                <a:moveTo>
                  <a:pt x="534111" y="691076"/>
                </a:moveTo>
                <a:cubicBezTo>
                  <a:pt x="550880" y="691076"/>
                  <a:pt x="564474" y="704670"/>
                  <a:pt x="564474" y="721440"/>
                </a:cubicBezTo>
                <a:cubicBezTo>
                  <a:pt x="564474" y="738209"/>
                  <a:pt x="550880" y="751803"/>
                  <a:pt x="534111" y="751803"/>
                </a:cubicBezTo>
                <a:cubicBezTo>
                  <a:pt x="517341" y="751803"/>
                  <a:pt x="503747" y="738209"/>
                  <a:pt x="503747" y="721440"/>
                </a:cubicBezTo>
                <a:cubicBezTo>
                  <a:pt x="503747" y="704670"/>
                  <a:pt x="517341" y="691076"/>
                  <a:pt x="534111" y="691076"/>
                </a:cubicBezTo>
                <a:close/>
                <a:moveTo>
                  <a:pt x="461556" y="691076"/>
                </a:moveTo>
                <a:cubicBezTo>
                  <a:pt x="478326" y="691076"/>
                  <a:pt x="491920" y="704670"/>
                  <a:pt x="491920" y="721440"/>
                </a:cubicBezTo>
                <a:cubicBezTo>
                  <a:pt x="491920" y="738209"/>
                  <a:pt x="478326" y="751803"/>
                  <a:pt x="461556" y="751803"/>
                </a:cubicBezTo>
                <a:cubicBezTo>
                  <a:pt x="444787" y="751803"/>
                  <a:pt x="431192" y="738209"/>
                  <a:pt x="431192" y="721440"/>
                </a:cubicBezTo>
                <a:cubicBezTo>
                  <a:pt x="431192" y="704670"/>
                  <a:pt x="444787" y="691076"/>
                  <a:pt x="461556" y="691076"/>
                </a:cubicBezTo>
                <a:close/>
                <a:moveTo>
                  <a:pt x="389002" y="691076"/>
                </a:moveTo>
                <a:cubicBezTo>
                  <a:pt x="405771" y="691076"/>
                  <a:pt x="419365" y="704670"/>
                  <a:pt x="419365" y="721440"/>
                </a:cubicBezTo>
                <a:cubicBezTo>
                  <a:pt x="419365" y="738209"/>
                  <a:pt x="405771" y="751803"/>
                  <a:pt x="389002" y="751803"/>
                </a:cubicBezTo>
                <a:cubicBezTo>
                  <a:pt x="372232" y="751803"/>
                  <a:pt x="358638" y="738209"/>
                  <a:pt x="358638" y="721440"/>
                </a:cubicBezTo>
                <a:cubicBezTo>
                  <a:pt x="358638" y="704670"/>
                  <a:pt x="372232" y="691076"/>
                  <a:pt x="389002" y="691076"/>
                </a:cubicBezTo>
                <a:close/>
                <a:moveTo>
                  <a:pt x="316447" y="691076"/>
                </a:moveTo>
                <a:cubicBezTo>
                  <a:pt x="333216" y="691076"/>
                  <a:pt x="346810" y="704670"/>
                  <a:pt x="346810" y="721440"/>
                </a:cubicBezTo>
                <a:cubicBezTo>
                  <a:pt x="346810" y="738209"/>
                  <a:pt x="333216" y="751803"/>
                  <a:pt x="316447" y="751803"/>
                </a:cubicBezTo>
                <a:cubicBezTo>
                  <a:pt x="299677" y="751803"/>
                  <a:pt x="286084" y="738209"/>
                  <a:pt x="286084" y="721440"/>
                </a:cubicBezTo>
                <a:cubicBezTo>
                  <a:pt x="286084" y="704670"/>
                  <a:pt x="299677" y="691076"/>
                  <a:pt x="316447" y="691076"/>
                </a:cubicBezTo>
                <a:close/>
                <a:moveTo>
                  <a:pt x="243892" y="691076"/>
                </a:moveTo>
                <a:cubicBezTo>
                  <a:pt x="260662" y="691076"/>
                  <a:pt x="274256" y="704670"/>
                  <a:pt x="274256" y="721440"/>
                </a:cubicBezTo>
                <a:cubicBezTo>
                  <a:pt x="274256" y="738209"/>
                  <a:pt x="260662" y="751803"/>
                  <a:pt x="243892" y="751803"/>
                </a:cubicBezTo>
                <a:cubicBezTo>
                  <a:pt x="227123" y="751803"/>
                  <a:pt x="213529" y="738209"/>
                  <a:pt x="213529" y="721440"/>
                </a:cubicBezTo>
                <a:cubicBezTo>
                  <a:pt x="213529" y="704670"/>
                  <a:pt x="227123" y="691076"/>
                  <a:pt x="243892" y="691076"/>
                </a:cubicBezTo>
                <a:close/>
                <a:moveTo>
                  <a:pt x="171339" y="691076"/>
                </a:moveTo>
                <a:cubicBezTo>
                  <a:pt x="188107" y="691076"/>
                  <a:pt x="201701" y="704670"/>
                  <a:pt x="201701" y="721440"/>
                </a:cubicBezTo>
                <a:cubicBezTo>
                  <a:pt x="201701" y="738209"/>
                  <a:pt x="188107" y="751803"/>
                  <a:pt x="171339" y="751803"/>
                </a:cubicBezTo>
                <a:cubicBezTo>
                  <a:pt x="154662" y="751803"/>
                  <a:pt x="141067" y="738209"/>
                  <a:pt x="141067" y="721440"/>
                </a:cubicBezTo>
                <a:cubicBezTo>
                  <a:pt x="141067" y="704670"/>
                  <a:pt x="154662" y="691076"/>
                  <a:pt x="171339" y="691076"/>
                </a:cubicBezTo>
                <a:close/>
                <a:moveTo>
                  <a:pt x="98890" y="691076"/>
                </a:moveTo>
                <a:cubicBezTo>
                  <a:pt x="115653" y="691076"/>
                  <a:pt x="129246" y="704670"/>
                  <a:pt x="129246" y="721440"/>
                </a:cubicBezTo>
                <a:cubicBezTo>
                  <a:pt x="129246" y="738209"/>
                  <a:pt x="115653" y="751803"/>
                  <a:pt x="98890" y="751803"/>
                </a:cubicBezTo>
                <a:cubicBezTo>
                  <a:pt x="82117" y="751803"/>
                  <a:pt x="68523" y="738209"/>
                  <a:pt x="68523" y="721440"/>
                </a:cubicBezTo>
                <a:cubicBezTo>
                  <a:pt x="68523" y="704670"/>
                  <a:pt x="82117" y="691076"/>
                  <a:pt x="98890" y="691076"/>
                </a:cubicBezTo>
                <a:close/>
                <a:moveTo>
                  <a:pt x="26336" y="691076"/>
                </a:moveTo>
                <a:cubicBezTo>
                  <a:pt x="43099" y="691076"/>
                  <a:pt x="56694" y="704670"/>
                  <a:pt x="56694" y="721440"/>
                </a:cubicBezTo>
                <a:cubicBezTo>
                  <a:pt x="56694" y="738209"/>
                  <a:pt x="43099" y="751803"/>
                  <a:pt x="26336" y="751803"/>
                </a:cubicBezTo>
                <a:cubicBezTo>
                  <a:pt x="17950" y="751803"/>
                  <a:pt x="10359" y="748405"/>
                  <a:pt x="4864" y="742910"/>
                </a:cubicBezTo>
                <a:lnTo>
                  <a:pt x="0" y="731167"/>
                </a:lnTo>
                <a:lnTo>
                  <a:pt x="0" y="711713"/>
                </a:lnTo>
                <a:lnTo>
                  <a:pt x="4864" y="699969"/>
                </a:lnTo>
                <a:cubicBezTo>
                  <a:pt x="10359" y="694475"/>
                  <a:pt x="17950" y="691076"/>
                  <a:pt x="26336" y="691076"/>
                </a:cubicBezTo>
                <a:close/>
                <a:moveTo>
                  <a:pt x="1622429" y="610624"/>
                </a:moveTo>
                <a:cubicBezTo>
                  <a:pt x="1639199" y="610624"/>
                  <a:pt x="1652792" y="624218"/>
                  <a:pt x="1652792" y="640988"/>
                </a:cubicBezTo>
                <a:cubicBezTo>
                  <a:pt x="1652792" y="657757"/>
                  <a:pt x="1639199" y="671351"/>
                  <a:pt x="1622429" y="671351"/>
                </a:cubicBezTo>
                <a:cubicBezTo>
                  <a:pt x="1605659" y="671351"/>
                  <a:pt x="1592066" y="657757"/>
                  <a:pt x="1592066" y="640988"/>
                </a:cubicBezTo>
                <a:cubicBezTo>
                  <a:pt x="1592066" y="624218"/>
                  <a:pt x="1605659" y="610624"/>
                  <a:pt x="1622429" y="610624"/>
                </a:cubicBezTo>
                <a:close/>
                <a:moveTo>
                  <a:pt x="1549874" y="610624"/>
                </a:moveTo>
                <a:cubicBezTo>
                  <a:pt x="1566644" y="610624"/>
                  <a:pt x="1580238" y="624218"/>
                  <a:pt x="1580238" y="640988"/>
                </a:cubicBezTo>
                <a:cubicBezTo>
                  <a:pt x="1580238" y="657757"/>
                  <a:pt x="1566644" y="671351"/>
                  <a:pt x="1549874" y="671351"/>
                </a:cubicBezTo>
                <a:cubicBezTo>
                  <a:pt x="1533105" y="671351"/>
                  <a:pt x="1519511" y="657757"/>
                  <a:pt x="1519511" y="640988"/>
                </a:cubicBezTo>
                <a:cubicBezTo>
                  <a:pt x="1519511" y="624218"/>
                  <a:pt x="1533105" y="610624"/>
                  <a:pt x="1549874" y="610624"/>
                </a:cubicBezTo>
                <a:close/>
                <a:moveTo>
                  <a:pt x="1477320" y="610624"/>
                </a:moveTo>
                <a:cubicBezTo>
                  <a:pt x="1494089" y="610624"/>
                  <a:pt x="1507683" y="624218"/>
                  <a:pt x="1507683" y="640988"/>
                </a:cubicBezTo>
                <a:cubicBezTo>
                  <a:pt x="1507683" y="657757"/>
                  <a:pt x="1494089" y="671351"/>
                  <a:pt x="1477320" y="671351"/>
                </a:cubicBezTo>
                <a:cubicBezTo>
                  <a:pt x="1460550" y="671351"/>
                  <a:pt x="1446956" y="657757"/>
                  <a:pt x="1446956" y="640988"/>
                </a:cubicBezTo>
                <a:cubicBezTo>
                  <a:pt x="1446956" y="624218"/>
                  <a:pt x="1460550" y="610624"/>
                  <a:pt x="1477320" y="610624"/>
                </a:cubicBezTo>
                <a:close/>
                <a:moveTo>
                  <a:pt x="1404765" y="610624"/>
                </a:moveTo>
                <a:cubicBezTo>
                  <a:pt x="1421535" y="610624"/>
                  <a:pt x="1435129" y="624218"/>
                  <a:pt x="1435129" y="640988"/>
                </a:cubicBezTo>
                <a:cubicBezTo>
                  <a:pt x="1435129" y="657757"/>
                  <a:pt x="1421535" y="671351"/>
                  <a:pt x="1404765" y="671351"/>
                </a:cubicBezTo>
                <a:cubicBezTo>
                  <a:pt x="1387996" y="671351"/>
                  <a:pt x="1374402" y="657757"/>
                  <a:pt x="1374402" y="640988"/>
                </a:cubicBezTo>
                <a:cubicBezTo>
                  <a:pt x="1374402" y="624218"/>
                  <a:pt x="1387996" y="610624"/>
                  <a:pt x="1404765" y="610624"/>
                </a:cubicBezTo>
                <a:close/>
                <a:moveTo>
                  <a:pt x="1332211" y="610624"/>
                </a:moveTo>
                <a:cubicBezTo>
                  <a:pt x="1348980" y="610624"/>
                  <a:pt x="1362574" y="624218"/>
                  <a:pt x="1362574" y="640988"/>
                </a:cubicBezTo>
                <a:cubicBezTo>
                  <a:pt x="1362574" y="657757"/>
                  <a:pt x="1348980" y="671351"/>
                  <a:pt x="1332211" y="671351"/>
                </a:cubicBezTo>
                <a:cubicBezTo>
                  <a:pt x="1315441" y="671351"/>
                  <a:pt x="1301847" y="657757"/>
                  <a:pt x="1301847" y="640988"/>
                </a:cubicBezTo>
                <a:cubicBezTo>
                  <a:pt x="1301847" y="624218"/>
                  <a:pt x="1315441" y="610624"/>
                  <a:pt x="1332211" y="610624"/>
                </a:cubicBezTo>
                <a:close/>
                <a:moveTo>
                  <a:pt x="1259656" y="610624"/>
                </a:moveTo>
                <a:cubicBezTo>
                  <a:pt x="1276426" y="610624"/>
                  <a:pt x="1290020" y="624218"/>
                  <a:pt x="1290020" y="640988"/>
                </a:cubicBezTo>
                <a:cubicBezTo>
                  <a:pt x="1290020" y="657757"/>
                  <a:pt x="1276426" y="671351"/>
                  <a:pt x="1259656" y="671351"/>
                </a:cubicBezTo>
                <a:cubicBezTo>
                  <a:pt x="1242887" y="671351"/>
                  <a:pt x="1229293" y="657757"/>
                  <a:pt x="1229293" y="640988"/>
                </a:cubicBezTo>
                <a:cubicBezTo>
                  <a:pt x="1229293" y="624218"/>
                  <a:pt x="1242887" y="610624"/>
                  <a:pt x="1259656" y="610624"/>
                </a:cubicBezTo>
                <a:close/>
                <a:moveTo>
                  <a:pt x="1187102" y="610624"/>
                </a:moveTo>
                <a:cubicBezTo>
                  <a:pt x="1203871" y="610624"/>
                  <a:pt x="1217465" y="624218"/>
                  <a:pt x="1217465" y="640988"/>
                </a:cubicBezTo>
                <a:cubicBezTo>
                  <a:pt x="1217465" y="657757"/>
                  <a:pt x="1203871" y="671351"/>
                  <a:pt x="1187102" y="671351"/>
                </a:cubicBezTo>
                <a:cubicBezTo>
                  <a:pt x="1170332" y="671351"/>
                  <a:pt x="1156738" y="657757"/>
                  <a:pt x="1156738" y="640988"/>
                </a:cubicBezTo>
                <a:cubicBezTo>
                  <a:pt x="1156738" y="624218"/>
                  <a:pt x="1170332" y="610624"/>
                  <a:pt x="1187102" y="610624"/>
                </a:cubicBezTo>
                <a:close/>
                <a:moveTo>
                  <a:pt x="1114547" y="610624"/>
                </a:moveTo>
                <a:cubicBezTo>
                  <a:pt x="1131317" y="610624"/>
                  <a:pt x="1144911" y="624218"/>
                  <a:pt x="1144911" y="640988"/>
                </a:cubicBezTo>
                <a:cubicBezTo>
                  <a:pt x="1144911" y="657757"/>
                  <a:pt x="1131317" y="671351"/>
                  <a:pt x="1114547" y="671351"/>
                </a:cubicBezTo>
                <a:cubicBezTo>
                  <a:pt x="1097778" y="671351"/>
                  <a:pt x="1084184" y="657757"/>
                  <a:pt x="1084184" y="640988"/>
                </a:cubicBezTo>
                <a:cubicBezTo>
                  <a:pt x="1084184" y="624218"/>
                  <a:pt x="1097778" y="610624"/>
                  <a:pt x="1114547" y="610624"/>
                </a:cubicBezTo>
                <a:close/>
                <a:moveTo>
                  <a:pt x="1041993" y="610624"/>
                </a:moveTo>
                <a:cubicBezTo>
                  <a:pt x="1058762" y="610624"/>
                  <a:pt x="1072356" y="624218"/>
                  <a:pt x="1072356" y="640988"/>
                </a:cubicBezTo>
                <a:cubicBezTo>
                  <a:pt x="1072356" y="657757"/>
                  <a:pt x="1058762" y="671351"/>
                  <a:pt x="1041993" y="671351"/>
                </a:cubicBezTo>
                <a:cubicBezTo>
                  <a:pt x="1025223" y="671351"/>
                  <a:pt x="1011629" y="657757"/>
                  <a:pt x="1011629" y="640988"/>
                </a:cubicBezTo>
                <a:cubicBezTo>
                  <a:pt x="1011629" y="624218"/>
                  <a:pt x="1025223" y="610624"/>
                  <a:pt x="1041993" y="610624"/>
                </a:cubicBezTo>
                <a:close/>
                <a:moveTo>
                  <a:pt x="969438" y="610624"/>
                </a:moveTo>
                <a:cubicBezTo>
                  <a:pt x="986208" y="610624"/>
                  <a:pt x="999801" y="624218"/>
                  <a:pt x="999801" y="640988"/>
                </a:cubicBezTo>
                <a:cubicBezTo>
                  <a:pt x="999801" y="657757"/>
                  <a:pt x="986208" y="671351"/>
                  <a:pt x="969438" y="671351"/>
                </a:cubicBezTo>
                <a:cubicBezTo>
                  <a:pt x="952669" y="671351"/>
                  <a:pt x="939075" y="657757"/>
                  <a:pt x="939075" y="640988"/>
                </a:cubicBezTo>
                <a:cubicBezTo>
                  <a:pt x="939075" y="624218"/>
                  <a:pt x="952669" y="610624"/>
                  <a:pt x="969438" y="610624"/>
                </a:cubicBezTo>
                <a:close/>
                <a:moveTo>
                  <a:pt x="896883" y="610624"/>
                </a:moveTo>
                <a:cubicBezTo>
                  <a:pt x="913653" y="610624"/>
                  <a:pt x="927247" y="624218"/>
                  <a:pt x="927247" y="640988"/>
                </a:cubicBezTo>
                <a:cubicBezTo>
                  <a:pt x="927247" y="657757"/>
                  <a:pt x="913653" y="671351"/>
                  <a:pt x="896883" y="671351"/>
                </a:cubicBezTo>
                <a:cubicBezTo>
                  <a:pt x="880114" y="671351"/>
                  <a:pt x="866520" y="657757"/>
                  <a:pt x="866520" y="640988"/>
                </a:cubicBezTo>
                <a:cubicBezTo>
                  <a:pt x="866520" y="624218"/>
                  <a:pt x="880114" y="610624"/>
                  <a:pt x="896883" y="610624"/>
                </a:cubicBezTo>
                <a:close/>
                <a:moveTo>
                  <a:pt x="824329" y="610624"/>
                </a:moveTo>
                <a:cubicBezTo>
                  <a:pt x="841098" y="610624"/>
                  <a:pt x="854692" y="624218"/>
                  <a:pt x="854692" y="640988"/>
                </a:cubicBezTo>
                <a:cubicBezTo>
                  <a:pt x="854692" y="657757"/>
                  <a:pt x="841098" y="671351"/>
                  <a:pt x="824329" y="671351"/>
                </a:cubicBezTo>
                <a:cubicBezTo>
                  <a:pt x="807559" y="671351"/>
                  <a:pt x="793965" y="657757"/>
                  <a:pt x="793965" y="640988"/>
                </a:cubicBezTo>
                <a:cubicBezTo>
                  <a:pt x="793965" y="624218"/>
                  <a:pt x="807559" y="610624"/>
                  <a:pt x="824329" y="610624"/>
                </a:cubicBezTo>
                <a:close/>
                <a:moveTo>
                  <a:pt x="751774" y="610624"/>
                </a:moveTo>
                <a:cubicBezTo>
                  <a:pt x="768544" y="610624"/>
                  <a:pt x="782138" y="624218"/>
                  <a:pt x="782138" y="640988"/>
                </a:cubicBezTo>
                <a:cubicBezTo>
                  <a:pt x="782138" y="657757"/>
                  <a:pt x="768544" y="671351"/>
                  <a:pt x="751774" y="671351"/>
                </a:cubicBezTo>
                <a:cubicBezTo>
                  <a:pt x="735005" y="671351"/>
                  <a:pt x="721411" y="657757"/>
                  <a:pt x="721411" y="640988"/>
                </a:cubicBezTo>
                <a:cubicBezTo>
                  <a:pt x="721411" y="624218"/>
                  <a:pt x="735005" y="610624"/>
                  <a:pt x="751774" y="610624"/>
                </a:cubicBezTo>
                <a:close/>
                <a:moveTo>
                  <a:pt x="679220" y="610624"/>
                </a:moveTo>
                <a:cubicBezTo>
                  <a:pt x="695989" y="610624"/>
                  <a:pt x="709583" y="624218"/>
                  <a:pt x="709583" y="640988"/>
                </a:cubicBezTo>
                <a:cubicBezTo>
                  <a:pt x="709583" y="657757"/>
                  <a:pt x="695989" y="671351"/>
                  <a:pt x="679220" y="671351"/>
                </a:cubicBezTo>
                <a:cubicBezTo>
                  <a:pt x="662450" y="671351"/>
                  <a:pt x="648856" y="657757"/>
                  <a:pt x="648856" y="640988"/>
                </a:cubicBezTo>
                <a:cubicBezTo>
                  <a:pt x="648856" y="624218"/>
                  <a:pt x="662450" y="610624"/>
                  <a:pt x="679220" y="610624"/>
                </a:cubicBezTo>
                <a:close/>
                <a:moveTo>
                  <a:pt x="606665" y="610624"/>
                </a:moveTo>
                <a:cubicBezTo>
                  <a:pt x="623435" y="610624"/>
                  <a:pt x="637029" y="624218"/>
                  <a:pt x="637029" y="640988"/>
                </a:cubicBezTo>
                <a:cubicBezTo>
                  <a:pt x="637029" y="657757"/>
                  <a:pt x="623435" y="671351"/>
                  <a:pt x="606665" y="671351"/>
                </a:cubicBezTo>
                <a:cubicBezTo>
                  <a:pt x="589896" y="671351"/>
                  <a:pt x="576302" y="657757"/>
                  <a:pt x="576302" y="640988"/>
                </a:cubicBezTo>
                <a:cubicBezTo>
                  <a:pt x="576302" y="624218"/>
                  <a:pt x="589896" y="610624"/>
                  <a:pt x="606665" y="610624"/>
                </a:cubicBezTo>
                <a:close/>
                <a:moveTo>
                  <a:pt x="534111" y="610624"/>
                </a:moveTo>
                <a:cubicBezTo>
                  <a:pt x="550880" y="610624"/>
                  <a:pt x="564474" y="624218"/>
                  <a:pt x="564474" y="640988"/>
                </a:cubicBezTo>
                <a:cubicBezTo>
                  <a:pt x="564474" y="657757"/>
                  <a:pt x="550880" y="671351"/>
                  <a:pt x="534111" y="671351"/>
                </a:cubicBezTo>
                <a:cubicBezTo>
                  <a:pt x="517341" y="671351"/>
                  <a:pt x="503747" y="657757"/>
                  <a:pt x="503747" y="640988"/>
                </a:cubicBezTo>
                <a:cubicBezTo>
                  <a:pt x="503747" y="624218"/>
                  <a:pt x="517341" y="610624"/>
                  <a:pt x="534111" y="610624"/>
                </a:cubicBezTo>
                <a:close/>
                <a:moveTo>
                  <a:pt x="461556" y="610624"/>
                </a:moveTo>
                <a:cubicBezTo>
                  <a:pt x="478326" y="610624"/>
                  <a:pt x="491920" y="624218"/>
                  <a:pt x="491920" y="640988"/>
                </a:cubicBezTo>
                <a:cubicBezTo>
                  <a:pt x="491920" y="657757"/>
                  <a:pt x="478326" y="671351"/>
                  <a:pt x="461556" y="671351"/>
                </a:cubicBezTo>
                <a:cubicBezTo>
                  <a:pt x="444787" y="671351"/>
                  <a:pt x="431192" y="657757"/>
                  <a:pt x="431192" y="640988"/>
                </a:cubicBezTo>
                <a:cubicBezTo>
                  <a:pt x="431192" y="624218"/>
                  <a:pt x="444787" y="610624"/>
                  <a:pt x="461556" y="610624"/>
                </a:cubicBezTo>
                <a:close/>
                <a:moveTo>
                  <a:pt x="389002" y="610624"/>
                </a:moveTo>
                <a:cubicBezTo>
                  <a:pt x="405771" y="610624"/>
                  <a:pt x="419365" y="624218"/>
                  <a:pt x="419365" y="640988"/>
                </a:cubicBezTo>
                <a:cubicBezTo>
                  <a:pt x="419365" y="657757"/>
                  <a:pt x="405771" y="671351"/>
                  <a:pt x="389002" y="671351"/>
                </a:cubicBezTo>
                <a:cubicBezTo>
                  <a:pt x="372232" y="671351"/>
                  <a:pt x="358638" y="657757"/>
                  <a:pt x="358638" y="640988"/>
                </a:cubicBezTo>
                <a:cubicBezTo>
                  <a:pt x="358638" y="624218"/>
                  <a:pt x="372232" y="610624"/>
                  <a:pt x="389002" y="610624"/>
                </a:cubicBezTo>
                <a:close/>
                <a:moveTo>
                  <a:pt x="316447" y="610624"/>
                </a:moveTo>
                <a:cubicBezTo>
                  <a:pt x="333216" y="610624"/>
                  <a:pt x="346810" y="624218"/>
                  <a:pt x="346810" y="640988"/>
                </a:cubicBezTo>
                <a:cubicBezTo>
                  <a:pt x="346810" y="657757"/>
                  <a:pt x="333216" y="671351"/>
                  <a:pt x="316447" y="671351"/>
                </a:cubicBezTo>
                <a:cubicBezTo>
                  <a:pt x="299677" y="671351"/>
                  <a:pt x="286084" y="657757"/>
                  <a:pt x="286084" y="640988"/>
                </a:cubicBezTo>
                <a:cubicBezTo>
                  <a:pt x="286084" y="624218"/>
                  <a:pt x="299677" y="610624"/>
                  <a:pt x="316447" y="610624"/>
                </a:cubicBezTo>
                <a:close/>
                <a:moveTo>
                  <a:pt x="243892" y="610624"/>
                </a:moveTo>
                <a:cubicBezTo>
                  <a:pt x="260662" y="610624"/>
                  <a:pt x="274256" y="624218"/>
                  <a:pt x="274256" y="640988"/>
                </a:cubicBezTo>
                <a:cubicBezTo>
                  <a:pt x="274256" y="657757"/>
                  <a:pt x="260662" y="671351"/>
                  <a:pt x="243892" y="671351"/>
                </a:cubicBezTo>
                <a:cubicBezTo>
                  <a:pt x="227123" y="671351"/>
                  <a:pt x="213529" y="657757"/>
                  <a:pt x="213529" y="640988"/>
                </a:cubicBezTo>
                <a:cubicBezTo>
                  <a:pt x="213529" y="624218"/>
                  <a:pt x="227123" y="610624"/>
                  <a:pt x="243892" y="610624"/>
                </a:cubicBezTo>
                <a:close/>
                <a:moveTo>
                  <a:pt x="171339" y="610624"/>
                </a:moveTo>
                <a:cubicBezTo>
                  <a:pt x="188107" y="610624"/>
                  <a:pt x="201701" y="624218"/>
                  <a:pt x="201701" y="640988"/>
                </a:cubicBezTo>
                <a:cubicBezTo>
                  <a:pt x="201701" y="657757"/>
                  <a:pt x="188107" y="671351"/>
                  <a:pt x="171339" y="671351"/>
                </a:cubicBezTo>
                <a:cubicBezTo>
                  <a:pt x="154667" y="671351"/>
                  <a:pt x="141073" y="657757"/>
                  <a:pt x="141073" y="640988"/>
                </a:cubicBezTo>
                <a:cubicBezTo>
                  <a:pt x="141073" y="624218"/>
                  <a:pt x="154667" y="610624"/>
                  <a:pt x="171339" y="610624"/>
                </a:cubicBezTo>
                <a:close/>
                <a:moveTo>
                  <a:pt x="98897" y="610624"/>
                </a:moveTo>
                <a:cubicBezTo>
                  <a:pt x="115658" y="610624"/>
                  <a:pt x="129252" y="624218"/>
                  <a:pt x="129252" y="640988"/>
                </a:cubicBezTo>
                <a:cubicBezTo>
                  <a:pt x="129252" y="657757"/>
                  <a:pt x="115658" y="671351"/>
                  <a:pt x="98897" y="671351"/>
                </a:cubicBezTo>
                <a:cubicBezTo>
                  <a:pt x="82124" y="671351"/>
                  <a:pt x="68530" y="657757"/>
                  <a:pt x="68530" y="640988"/>
                </a:cubicBezTo>
                <a:cubicBezTo>
                  <a:pt x="68530" y="624218"/>
                  <a:pt x="82124" y="610624"/>
                  <a:pt x="98897" y="610624"/>
                </a:cubicBezTo>
                <a:close/>
                <a:moveTo>
                  <a:pt x="26342" y="610624"/>
                </a:moveTo>
                <a:cubicBezTo>
                  <a:pt x="43106" y="610624"/>
                  <a:pt x="56701" y="624218"/>
                  <a:pt x="56701" y="640988"/>
                </a:cubicBezTo>
                <a:cubicBezTo>
                  <a:pt x="56701" y="657757"/>
                  <a:pt x="43106" y="671351"/>
                  <a:pt x="26342" y="671351"/>
                </a:cubicBezTo>
                <a:cubicBezTo>
                  <a:pt x="17956" y="671351"/>
                  <a:pt x="10365" y="667953"/>
                  <a:pt x="4871" y="662458"/>
                </a:cubicBezTo>
                <a:lnTo>
                  <a:pt x="0" y="650698"/>
                </a:lnTo>
                <a:lnTo>
                  <a:pt x="0" y="631277"/>
                </a:lnTo>
                <a:lnTo>
                  <a:pt x="4871" y="619517"/>
                </a:lnTo>
                <a:cubicBezTo>
                  <a:pt x="10365" y="614023"/>
                  <a:pt x="17956" y="610624"/>
                  <a:pt x="26342" y="610624"/>
                </a:cubicBezTo>
                <a:close/>
                <a:moveTo>
                  <a:pt x="1669096" y="549730"/>
                </a:moveTo>
                <a:lnTo>
                  <a:pt x="1668124" y="568994"/>
                </a:lnTo>
                <a:lnTo>
                  <a:pt x="1664620" y="560536"/>
                </a:lnTo>
                <a:close/>
                <a:moveTo>
                  <a:pt x="1622429" y="530173"/>
                </a:moveTo>
                <a:cubicBezTo>
                  <a:pt x="1639199" y="530173"/>
                  <a:pt x="1652792" y="543767"/>
                  <a:pt x="1652792" y="560536"/>
                </a:cubicBezTo>
                <a:cubicBezTo>
                  <a:pt x="1652792" y="577306"/>
                  <a:pt x="1639199" y="590900"/>
                  <a:pt x="1622429" y="590900"/>
                </a:cubicBezTo>
                <a:cubicBezTo>
                  <a:pt x="1605659" y="590900"/>
                  <a:pt x="1592066" y="577306"/>
                  <a:pt x="1592066" y="560536"/>
                </a:cubicBezTo>
                <a:cubicBezTo>
                  <a:pt x="1592066" y="543767"/>
                  <a:pt x="1605659" y="530173"/>
                  <a:pt x="1622429" y="530173"/>
                </a:cubicBezTo>
                <a:close/>
                <a:moveTo>
                  <a:pt x="1549874" y="530173"/>
                </a:moveTo>
                <a:cubicBezTo>
                  <a:pt x="1566644" y="530173"/>
                  <a:pt x="1580238" y="543767"/>
                  <a:pt x="1580238" y="560536"/>
                </a:cubicBezTo>
                <a:cubicBezTo>
                  <a:pt x="1580238" y="577306"/>
                  <a:pt x="1566644" y="590900"/>
                  <a:pt x="1549874" y="590900"/>
                </a:cubicBezTo>
                <a:cubicBezTo>
                  <a:pt x="1533105" y="590900"/>
                  <a:pt x="1519511" y="577306"/>
                  <a:pt x="1519511" y="560536"/>
                </a:cubicBezTo>
                <a:cubicBezTo>
                  <a:pt x="1519511" y="543767"/>
                  <a:pt x="1533105" y="530173"/>
                  <a:pt x="1549874" y="530173"/>
                </a:cubicBezTo>
                <a:close/>
                <a:moveTo>
                  <a:pt x="1477320" y="530173"/>
                </a:moveTo>
                <a:cubicBezTo>
                  <a:pt x="1494089" y="530173"/>
                  <a:pt x="1507683" y="543767"/>
                  <a:pt x="1507683" y="560536"/>
                </a:cubicBezTo>
                <a:cubicBezTo>
                  <a:pt x="1507683" y="577306"/>
                  <a:pt x="1494089" y="590900"/>
                  <a:pt x="1477320" y="590900"/>
                </a:cubicBezTo>
                <a:cubicBezTo>
                  <a:pt x="1460550" y="590900"/>
                  <a:pt x="1446956" y="577306"/>
                  <a:pt x="1446956" y="560536"/>
                </a:cubicBezTo>
                <a:cubicBezTo>
                  <a:pt x="1446956" y="543767"/>
                  <a:pt x="1460550" y="530173"/>
                  <a:pt x="1477320" y="530173"/>
                </a:cubicBezTo>
                <a:close/>
                <a:moveTo>
                  <a:pt x="1404765" y="530173"/>
                </a:moveTo>
                <a:cubicBezTo>
                  <a:pt x="1421535" y="530173"/>
                  <a:pt x="1435129" y="543767"/>
                  <a:pt x="1435129" y="560536"/>
                </a:cubicBezTo>
                <a:cubicBezTo>
                  <a:pt x="1435129" y="577306"/>
                  <a:pt x="1421535" y="590900"/>
                  <a:pt x="1404765" y="590900"/>
                </a:cubicBezTo>
                <a:cubicBezTo>
                  <a:pt x="1387996" y="590900"/>
                  <a:pt x="1374402" y="577306"/>
                  <a:pt x="1374402" y="560536"/>
                </a:cubicBezTo>
                <a:cubicBezTo>
                  <a:pt x="1374402" y="543767"/>
                  <a:pt x="1387996" y="530173"/>
                  <a:pt x="1404765" y="530173"/>
                </a:cubicBezTo>
                <a:close/>
                <a:moveTo>
                  <a:pt x="1332211" y="530173"/>
                </a:moveTo>
                <a:cubicBezTo>
                  <a:pt x="1348980" y="530173"/>
                  <a:pt x="1362574" y="543767"/>
                  <a:pt x="1362574" y="560536"/>
                </a:cubicBezTo>
                <a:cubicBezTo>
                  <a:pt x="1362574" y="577306"/>
                  <a:pt x="1348980" y="590900"/>
                  <a:pt x="1332211" y="590900"/>
                </a:cubicBezTo>
                <a:cubicBezTo>
                  <a:pt x="1315441" y="590900"/>
                  <a:pt x="1301847" y="577306"/>
                  <a:pt x="1301847" y="560536"/>
                </a:cubicBezTo>
                <a:cubicBezTo>
                  <a:pt x="1301847" y="543767"/>
                  <a:pt x="1315441" y="530173"/>
                  <a:pt x="1332211" y="530173"/>
                </a:cubicBezTo>
                <a:close/>
                <a:moveTo>
                  <a:pt x="1259656" y="530173"/>
                </a:moveTo>
                <a:cubicBezTo>
                  <a:pt x="1276426" y="530173"/>
                  <a:pt x="1290020" y="543767"/>
                  <a:pt x="1290020" y="560536"/>
                </a:cubicBezTo>
                <a:cubicBezTo>
                  <a:pt x="1290020" y="577306"/>
                  <a:pt x="1276426" y="590900"/>
                  <a:pt x="1259656" y="590900"/>
                </a:cubicBezTo>
                <a:cubicBezTo>
                  <a:pt x="1242887" y="590900"/>
                  <a:pt x="1229293" y="577306"/>
                  <a:pt x="1229293" y="560536"/>
                </a:cubicBezTo>
                <a:cubicBezTo>
                  <a:pt x="1229293" y="543767"/>
                  <a:pt x="1242887" y="530173"/>
                  <a:pt x="1259656" y="530173"/>
                </a:cubicBezTo>
                <a:close/>
                <a:moveTo>
                  <a:pt x="1187102" y="530173"/>
                </a:moveTo>
                <a:cubicBezTo>
                  <a:pt x="1203871" y="530173"/>
                  <a:pt x="1217465" y="543767"/>
                  <a:pt x="1217465" y="560536"/>
                </a:cubicBezTo>
                <a:cubicBezTo>
                  <a:pt x="1217465" y="577306"/>
                  <a:pt x="1203871" y="590900"/>
                  <a:pt x="1187102" y="590900"/>
                </a:cubicBezTo>
                <a:cubicBezTo>
                  <a:pt x="1170332" y="590900"/>
                  <a:pt x="1156738" y="577306"/>
                  <a:pt x="1156738" y="560536"/>
                </a:cubicBezTo>
                <a:cubicBezTo>
                  <a:pt x="1156738" y="543767"/>
                  <a:pt x="1170332" y="530173"/>
                  <a:pt x="1187102" y="530173"/>
                </a:cubicBezTo>
                <a:close/>
                <a:moveTo>
                  <a:pt x="1114547" y="530173"/>
                </a:moveTo>
                <a:cubicBezTo>
                  <a:pt x="1131317" y="530173"/>
                  <a:pt x="1144911" y="543767"/>
                  <a:pt x="1144911" y="560536"/>
                </a:cubicBezTo>
                <a:cubicBezTo>
                  <a:pt x="1144911" y="577306"/>
                  <a:pt x="1131317" y="590900"/>
                  <a:pt x="1114547" y="590900"/>
                </a:cubicBezTo>
                <a:cubicBezTo>
                  <a:pt x="1097778" y="590900"/>
                  <a:pt x="1084184" y="577306"/>
                  <a:pt x="1084184" y="560536"/>
                </a:cubicBezTo>
                <a:cubicBezTo>
                  <a:pt x="1084184" y="543767"/>
                  <a:pt x="1097778" y="530173"/>
                  <a:pt x="1114547" y="530173"/>
                </a:cubicBezTo>
                <a:close/>
                <a:moveTo>
                  <a:pt x="1041993" y="530173"/>
                </a:moveTo>
                <a:cubicBezTo>
                  <a:pt x="1058762" y="530173"/>
                  <a:pt x="1072356" y="543767"/>
                  <a:pt x="1072356" y="560536"/>
                </a:cubicBezTo>
                <a:cubicBezTo>
                  <a:pt x="1072356" y="577306"/>
                  <a:pt x="1058762" y="590900"/>
                  <a:pt x="1041993" y="590900"/>
                </a:cubicBezTo>
                <a:cubicBezTo>
                  <a:pt x="1025223" y="590900"/>
                  <a:pt x="1011629" y="577306"/>
                  <a:pt x="1011629" y="560536"/>
                </a:cubicBezTo>
                <a:cubicBezTo>
                  <a:pt x="1011629" y="543767"/>
                  <a:pt x="1025223" y="530173"/>
                  <a:pt x="1041993" y="530173"/>
                </a:cubicBezTo>
                <a:close/>
                <a:moveTo>
                  <a:pt x="969438" y="530173"/>
                </a:moveTo>
                <a:cubicBezTo>
                  <a:pt x="986208" y="530173"/>
                  <a:pt x="999801" y="543767"/>
                  <a:pt x="999801" y="560536"/>
                </a:cubicBezTo>
                <a:cubicBezTo>
                  <a:pt x="999801" y="577306"/>
                  <a:pt x="986208" y="590900"/>
                  <a:pt x="969438" y="590900"/>
                </a:cubicBezTo>
                <a:cubicBezTo>
                  <a:pt x="952669" y="590900"/>
                  <a:pt x="939075" y="577306"/>
                  <a:pt x="939075" y="560536"/>
                </a:cubicBezTo>
                <a:cubicBezTo>
                  <a:pt x="939075" y="543767"/>
                  <a:pt x="952669" y="530173"/>
                  <a:pt x="969438" y="530173"/>
                </a:cubicBezTo>
                <a:close/>
                <a:moveTo>
                  <a:pt x="896883" y="530173"/>
                </a:moveTo>
                <a:cubicBezTo>
                  <a:pt x="913653" y="530173"/>
                  <a:pt x="927247" y="543767"/>
                  <a:pt x="927247" y="560536"/>
                </a:cubicBezTo>
                <a:cubicBezTo>
                  <a:pt x="927247" y="577306"/>
                  <a:pt x="913653" y="590900"/>
                  <a:pt x="896883" y="590900"/>
                </a:cubicBezTo>
                <a:cubicBezTo>
                  <a:pt x="880114" y="590900"/>
                  <a:pt x="866520" y="577306"/>
                  <a:pt x="866520" y="560536"/>
                </a:cubicBezTo>
                <a:cubicBezTo>
                  <a:pt x="866520" y="543767"/>
                  <a:pt x="880114" y="530173"/>
                  <a:pt x="896883" y="530173"/>
                </a:cubicBezTo>
                <a:close/>
                <a:moveTo>
                  <a:pt x="824329" y="530173"/>
                </a:moveTo>
                <a:cubicBezTo>
                  <a:pt x="841098" y="530173"/>
                  <a:pt x="854692" y="543767"/>
                  <a:pt x="854692" y="560536"/>
                </a:cubicBezTo>
                <a:cubicBezTo>
                  <a:pt x="854692" y="577306"/>
                  <a:pt x="841098" y="590900"/>
                  <a:pt x="824329" y="590900"/>
                </a:cubicBezTo>
                <a:cubicBezTo>
                  <a:pt x="807559" y="590900"/>
                  <a:pt x="793965" y="577306"/>
                  <a:pt x="793965" y="560536"/>
                </a:cubicBezTo>
                <a:cubicBezTo>
                  <a:pt x="793965" y="543767"/>
                  <a:pt x="807559" y="530173"/>
                  <a:pt x="824329" y="530173"/>
                </a:cubicBezTo>
                <a:close/>
                <a:moveTo>
                  <a:pt x="751774" y="530173"/>
                </a:moveTo>
                <a:cubicBezTo>
                  <a:pt x="768544" y="530173"/>
                  <a:pt x="782138" y="543767"/>
                  <a:pt x="782138" y="560536"/>
                </a:cubicBezTo>
                <a:cubicBezTo>
                  <a:pt x="782138" y="577306"/>
                  <a:pt x="768544" y="590900"/>
                  <a:pt x="751774" y="590900"/>
                </a:cubicBezTo>
                <a:cubicBezTo>
                  <a:pt x="735005" y="590900"/>
                  <a:pt x="721411" y="577306"/>
                  <a:pt x="721411" y="560536"/>
                </a:cubicBezTo>
                <a:cubicBezTo>
                  <a:pt x="721411" y="543767"/>
                  <a:pt x="735005" y="530173"/>
                  <a:pt x="751774" y="530173"/>
                </a:cubicBezTo>
                <a:close/>
                <a:moveTo>
                  <a:pt x="679220" y="530173"/>
                </a:moveTo>
                <a:cubicBezTo>
                  <a:pt x="695989" y="530173"/>
                  <a:pt x="709583" y="543767"/>
                  <a:pt x="709583" y="560536"/>
                </a:cubicBezTo>
                <a:cubicBezTo>
                  <a:pt x="709583" y="577306"/>
                  <a:pt x="695989" y="590900"/>
                  <a:pt x="679220" y="590900"/>
                </a:cubicBezTo>
                <a:cubicBezTo>
                  <a:pt x="662450" y="590900"/>
                  <a:pt x="648856" y="577306"/>
                  <a:pt x="648856" y="560536"/>
                </a:cubicBezTo>
                <a:cubicBezTo>
                  <a:pt x="648856" y="543767"/>
                  <a:pt x="662450" y="530173"/>
                  <a:pt x="679220" y="530173"/>
                </a:cubicBezTo>
                <a:close/>
                <a:moveTo>
                  <a:pt x="606665" y="530173"/>
                </a:moveTo>
                <a:cubicBezTo>
                  <a:pt x="623435" y="530173"/>
                  <a:pt x="637029" y="543767"/>
                  <a:pt x="637029" y="560536"/>
                </a:cubicBezTo>
                <a:cubicBezTo>
                  <a:pt x="637029" y="577306"/>
                  <a:pt x="623435" y="590900"/>
                  <a:pt x="606665" y="590900"/>
                </a:cubicBezTo>
                <a:cubicBezTo>
                  <a:pt x="589896" y="590900"/>
                  <a:pt x="576302" y="577306"/>
                  <a:pt x="576302" y="560536"/>
                </a:cubicBezTo>
                <a:cubicBezTo>
                  <a:pt x="576302" y="543767"/>
                  <a:pt x="589896" y="530173"/>
                  <a:pt x="606665" y="530173"/>
                </a:cubicBezTo>
                <a:close/>
                <a:moveTo>
                  <a:pt x="534111" y="530173"/>
                </a:moveTo>
                <a:cubicBezTo>
                  <a:pt x="550880" y="530173"/>
                  <a:pt x="564474" y="543767"/>
                  <a:pt x="564474" y="560536"/>
                </a:cubicBezTo>
                <a:cubicBezTo>
                  <a:pt x="564474" y="577306"/>
                  <a:pt x="550880" y="590900"/>
                  <a:pt x="534111" y="590900"/>
                </a:cubicBezTo>
                <a:cubicBezTo>
                  <a:pt x="517341" y="590900"/>
                  <a:pt x="503747" y="577306"/>
                  <a:pt x="503747" y="560536"/>
                </a:cubicBezTo>
                <a:cubicBezTo>
                  <a:pt x="503747" y="543767"/>
                  <a:pt x="517341" y="530173"/>
                  <a:pt x="534111" y="530173"/>
                </a:cubicBezTo>
                <a:close/>
                <a:moveTo>
                  <a:pt x="461556" y="530173"/>
                </a:moveTo>
                <a:cubicBezTo>
                  <a:pt x="478326" y="530173"/>
                  <a:pt x="491920" y="543767"/>
                  <a:pt x="491920" y="560536"/>
                </a:cubicBezTo>
                <a:cubicBezTo>
                  <a:pt x="491920" y="577306"/>
                  <a:pt x="478326" y="590900"/>
                  <a:pt x="461556" y="590900"/>
                </a:cubicBezTo>
                <a:cubicBezTo>
                  <a:pt x="444787" y="590900"/>
                  <a:pt x="431192" y="577306"/>
                  <a:pt x="431192" y="560536"/>
                </a:cubicBezTo>
                <a:cubicBezTo>
                  <a:pt x="431192" y="543767"/>
                  <a:pt x="444787" y="530173"/>
                  <a:pt x="461556" y="530173"/>
                </a:cubicBezTo>
                <a:close/>
                <a:moveTo>
                  <a:pt x="389002" y="530173"/>
                </a:moveTo>
                <a:cubicBezTo>
                  <a:pt x="405771" y="530173"/>
                  <a:pt x="419365" y="543767"/>
                  <a:pt x="419365" y="560536"/>
                </a:cubicBezTo>
                <a:cubicBezTo>
                  <a:pt x="419365" y="577306"/>
                  <a:pt x="405771" y="590900"/>
                  <a:pt x="389002" y="590900"/>
                </a:cubicBezTo>
                <a:cubicBezTo>
                  <a:pt x="372232" y="590900"/>
                  <a:pt x="358638" y="577306"/>
                  <a:pt x="358638" y="560536"/>
                </a:cubicBezTo>
                <a:cubicBezTo>
                  <a:pt x="358638" y="543767"/>
                  <a:pt x="372232" y="530173"/>
                  <a:pt x="389002" y="530173"/>
                </a:cubicBezTo>
                <a:close/>
                <a:moveTo>
                  <a:pt x="316447" y="530173"/>
                </a:moveTo>
                <a:cubicBezTo>
                  <a:pt x="333216" y="530173"/>
                  <a:pt x="346810" y="543767"/>
                  <a:pt x="346810" y="560536"/>
                </a:cubicBezTo>
                <a:cubicBezTo>
                  <a:pt x="346810" y="577306"/>
                  <a:pt x="333216" y="590900"/>
                  <a:pt x="316447" y="590900"/>
                </a:cubicBezTo>
                <a:cubicBezTo>
                  <a:pt x="299677" y="590900"/>
                  <a:pt x="286084" y="577306"/>
                  <a:pt x="286084" y="560536"/>
                </a:cubicBezTo>
                <a:cubicBezTo>
                  <a:pt x="286084" y="543767"/>
                  <a:pt x="299677" y="530173"/>
                  <a:pt x="316447" y="530173"/>
                </a:cubicBezTo>
                <a:close/>
                <a:moveTo>
                  <a:pt x="243892" y="530173"/>
                </a:moveTo>
                <a:cubicBezTo>
                  <a:pt x="260662" y="530173"/>
                  <a:pt x="274256" y="543767"/>
                  <a:pt x="274256" y="560536"/>
                </a:cubicBezTo>
                <a:cubicBezTo>
                  <a:pt x="274256" y="577306"/>
                  <a:pt x="260662" y="590900"/>
                  <a:pt x="243892" y="590900"/>
                </a:cubicBezTo>
                <a:cubicBezTo>
                  <a:pt x="227123" y="590900"/>
                  <a:pt x="213529" y="577306"/>
                  <a:pt x="213529" y="560536"/>
                </a:cubicBezTo>
                <a:cubicBezTo>
                  <a:pt x="213529" y="543767"/>
                  <a:pt x="227123" y="530173"/>
                  <a:pt x="243892" y="530173"/>
                </a:cubicBezTo>
                <a:close/>
                <a:moveTo>
                  <a:pt x="171339" y="530173"/>
                </a:moveTo>
                <a:cubicBezTo>
                  <a:pt x="188107" y="530173"/>
                  <a:pt x="201701" y="543767"/>
                  <a:pt x="201701" y="560536"/>
                </a:cubicBezTo>
                <a:cubicBezTo>
                  <a:pt x="201701" y="577306"/>
                  <a:pt x="188107" y="590900"/>
                  <a:pt x="171339" y="590900"/>
                </a:cubicBezTo>
                <a:cubicBezTo>
                  <a:pt x="154673" y="590900"/>
                  <a:pt x="141079" y="577306"/>
                  <a:pt x="141079" y="560536"/>
                </a:cubicBezTo>
                <a:cubicBezTo>
                  <a:pt x="141079" y="543767"/>
                  <a:pt x="154673" y="530173"/>
                  <a:pt x="171339" y="530173"/>
                </a:cubicBezTo>
                <a:close/>
                <a:moveTo>
                  <a:pt x="98904" y="530173"/>
                </a:moveTo>
                <a:cubicBezTo>
                  <a:pt x="115664" y="530173"/>
                  <a:pt x="129258" y="543767"/>
                  <a:pt x="129258" y="560536"/>
                </a:cubicBezTo>
                <a:cubicBezTo>
                  <a:pt x="129258" y="577306"/>
                  <a:pt x="115664" y="590900"/>
                  <a:pt x="98904" y="590900"/>
                </a:cubicBezTo>
                <a:cubicBezTo>
                  <a:pt x="82130" y="590900"/>
                  <a:pt x="68536" y="577306"/>
                  <a:pt x="68536" y="560536"/>
                </a:cubicBezTo>
                <a:cubicBezTo>
                  <a:pt x="68536" y="543767"/>
                  <a:pt x="82130" y="530173"/>
                  <a:pt x="98904" y="530173"/>
                </a:cubicBezTo>
                <a:close/>
                <a:moveTo>
                  <a:pt x="26349" y="530173"/>
                </a:moveTo>
                <a:cubicBezTo>
                  <a:pt x="43112" y="530173"/>
                  <a:pt x="56707" y="543767"/>
                  <a:pt x="56707" y="560536"/>
                </a:cubicBezTo>
                <a:cubicBezTo>
                  <a:pt x="56707" y="577306"/>
                  <a:pt x="43112" y="590900"/>
                  <a:pt x="26349" y="590900"/>
                </a:cubicBezTo>
                <a:cubicBezTo>
                  <a:pt x="17963" y="590900"/>
                  <a:pt x="10372" y="587502"/>
                  <a:pt x="4877" y="582007"/>
                </a:cubicBezTo>
                <a:lnTo>
                  <a:pt x="0" y="570232"/>
                </a:lnTo>
                <a:lnTo>
                  <a:pt x="0" y="550840"/>
                </a:lnTo>
                <a:lnTo>
                  <a:pt x="4877" y="539066"/>
                </a:lnTo>
                <a:cubicBezTo>
                  <a:pt x="10372" y="533572"/>
                  <a:pt x="17963" y="530173"/>
                  <a:pt x="26349" y="530173"/>
                </a:cubicBezTo>
                <a:close/>
                <a:moveTo>
                  <a:pt x="1673704" y="458486"/>
                </a:moveTo>
                <a:lnTo>
                  <a:pt x="1671744" y="497284"/>
                </a:lnTo>
                <a:lnTo>
                  <a:pt x="1664620" y="480084"/>
                </a:lnTo>
                <a:cubicBezTo>
                  <a:pt x="1664620" y="471700"/>
                  <a:pt x="1668019" y="464109"/>
                  <a:pt x="1673514" y="458614"/>
                </a:cubicBezTo>
                <a:close/>
                <a:moveTo>
                  <a:pt x="1622429" y="449721"/>
                </a:moveTo>
                <a:cubicBezTo>
                  <a:pt x="1639199" y="449721"/>
                  <a:pt x="1652792" y="463315"/>
                  <a:pt x="1652792" y="480084"/>
                </a:cubicBezTo>
                <a:cubicBezTo>
                  <a:pt x="1652792" y="496854"/>
                  <a:pt x="1639199" y="510448"/>
                  <a:pt x="1622429" y="510448"/>
                </a:cubicBezTo>
                <a:cubicBezTo>
                  <a:pt x="1605659" y="510448"/>
                  <a:pt x="1592066" y="496854"/>
                  <a:pt x="1592066" y="480084"/>
                </a:cubicBezTo>
                <a:cubicBezTo>
                  <a:pt x="1592066" y="463315"/>
                  <a:pt x="1605659" y="449721"/>
                  <a:pt x="1622429" y="449721"/>
                </a:cubicBezTo>
                <a:close/>
                <a:moveTo>
                  <a:pt x="1549874" y="449721"/>
                </a:moveTo>
                <a:cubicBezTo>
                  <a:pt x="1566644" y="449721"/>
                  <a:pt x="1580238" y="463315"/>
                  <a:pt x="1580238" y="480084"/>
                </a:cubicBezTo>
                <a:cubicBezTo>
                  <a:pt x="1580238" y="496854"/>
                  <a:pt x="1566644" y="510448"/>
                  <a:pt x="1549874" y="510448"/>
                </a:cubicBezTo>
                <a:cubicBezTo>
                  <a:pt x="1533105" y="510448"/>
                  <a:pt x="1519511" y="496854"/>
                  <a:pt x="1519511" y="480084"/>
                </a:cubicBezTo>
                <a:cubicBezTo>
                  <a:pt x="1519511" y="463315"/>
                  <a:pt x="1533105" y="449721"/>
                  <a:pt x="1549874" y="449721"/>
                </a:cubicBezTo>
                <a:close/>
                <a:moveTo>
                  <a:pt x="1477320" y="449721"/>
                </a:moveTo>
                <a:cubicBezTo>
                  <a:pt x="1494089" y="449721"/>
                  <a:pt x="1507683" y="463315"/>
                  <a:pt x="1507683" y="480084"/>
                </a:cubicBezTo>
                <a:cubicBezTo>
                  <a:pt x="1507683" y="496854"/>
                  <a:pt x="1494089" y="510448"/>
                  <a:pt x="1477320" y="510448"/>
                </a:cubicBezTo>
                <a:cubicBezTo>
                  <a:pt x="1460550" y="510448"/>
                  <a:pt x="1446956" y="496854"/>
                  <a:pt x="1446956" y="480084"/>
                </a:cubicBezTo>
                <a:cubicBezTo>
                  <a:pt x="1446956" y="463315"/>
                  <a:pt x="1460550" y="449721"/>
                  <a:pt x="1477320" y="449721"/>
                </a:cubicBezTo>
                <a:close/>
                <a:moveTo>
                  <a:pt x="1404765" y="449721"/>
                </a:moveTo>
                <a:cubicBezTo>
                  <a:pt x="1421535" y="449721"/>
                  <a:pt x="1435129" y="463315"/>
                  <a:pt x="1435129" y="480084"/>
                </a:cubicBezTo>
                <a:cubicBezTo>
                  <a:pt x="1435129" y="496854"/>
                  <a:pt x="1421535" y="510448"/>
                  <a:pt x="1404765" y="510448"/>
                </a:cubicBezTo>
                <a:cubicBezTo>
                  <a:pt x="1387996" y="510448"/>
                  <a:pt x="1374402" y="496854"/>
                  <a:pt x="1374402" y="480084"/>
                </a:cubicBezTo>
                <a:cubicBezTo>
                  <a:pt x="1374402" y="463315"/>
                  <a:pt x="1387996" y="449721"/>
                  <a:pt x="1404765" y="449721"/>
                </a:cubicBezTo>
                <a:close/>
                <a:moveTo>
                  <a:pt x="1332211" y="449721"/>
                </a:moveTo>
                <a:cubicBezTo>
                  <a:pt x="1348980" y="449721"/>
                  <a:pt x="1362574" y="463315"/>
                  <a:pt x="1362574" y="480084"/>
                </a:cubicBezTo>
                <a:cubicBezTo>
                  <a:pt x="1362574" y="496854"/>
                  <a:pt x="1348980" y="510448"/>
                  <a:pt x="1332211" y="510448"/>
                </a:cubicBezTo>
                <a:cubicBezTo>
                  <a:pt x="1315441" y="510448"/>
                  <a:pt x="1301847" y="496854"/>
                  <a:pt x="1301847" y="480084"/>
                </a:cubicBezTo>
                <a:cubicBezTo>
                  <a:pt x="1301847" y="463315"/>
                  <a:pt x="1315441" y="449721"/>
                  <a:pt x="1332211" y="449721"/>
                </a:cubicBezTo>
                <a:close/>
                <a:moveTo>
                  <a:pt x="1259656" y="449721"/>
                </a:moveTo>
                <a:cubicBezTo>
                  <a:pt x="1276426" y="449721"/>
                  <a:pt x="1290020" y="463315"/>
                  <a:pt x="1290020" y="480084"/>
                </a:cubicBezTo>
                <a:cubicBezTo>
                  <a:pt x="1290020" y="496854"/>
                  <a:pt x="1276426" y="510448"/>
                  <a:pt x="1259656" y="510448"/>
                </a:cubicBezTo>
                <a:cubicBezTo>
                  <a:pt x="1242887" y="510448"/>
                  <a:pt x="1229293" y="496854"/>
                  <a:pt x="1229293" y="480084"/>
                </a:cubicBezTo>
                <a:cubicBezTo>
                  <a:pt x="1229293" y="463315"/>
                  <a:pt x="1242887" y="449721"/>
                  <a:pt x="1259656" y="449721"/>
                </a:cubicBezTo>
                <a:close/>
                <a:moveTo>
                  <a:pt x="1187102" y="449721"/>
                </a:moveTo>
                <a:cubicBezTo>
                  <a:pt x="1203871" y="449721"/>
                  <a:pt x="1217465" y="463315"/>
                  <a:pt x="1217465" y="480084"/>
                </a:cubicBezTo>
                <a:cubicBezTo>
                  <a:pt x="1217465" y="496854"/>
                  <a:pt x="1203871" y="510448"/>
                  <a:pt x="1187102" y="510448"/>
                </a:cubicBezTo>
                <a:cubicBezTo>
                  <a:pt x="1170332" y="510448"/>
                  <a:pt x="1156738" y="496854"/>
                  <a:pt x="1156738" y="480084"/>
                </a:cubicBezTo>
                <a:cubicBezTo>
                  <a:pt x="1156738" y="463315"/>
                  <a:pt x="1170332" y="449721"/>
                  <a:pt x="1187102" y="449721"/>
                </a:cubicBezTo>
                <a:close/>
                <a:moveTo>
                  <a:pt x="1114547" y="449721"/>
                </a:moveTo>
                <a:cubicBezTo>
                  <a:pt x="1131317" y="449721"/>
                  <a:pt x="1144911" y="463315"/>
                  <a:pt x="1144911" y="480084"/>
                </a:cubicBezTo>
                <a:cubicBezTo>
                  <a:pt x="1144911" y="496854"/>
                  <a:pt x="1131317" y="510448"/>
                  <a:pt x="1114547" y="510448"/>
                </a:cubicBezTo>
                <a:cubicBezTo>
                  <a:pt x="1097778" y="510448"/>
                  <a:pt x="1084184" y="496854"/>
                  <a:pt x="1084184" y="480084"/>
                </a:cubicBezTo>
                <a:cubicBezTo>
                  <a:pt x="1084184" y="463315"/>
                  <a:pt x="1097778" y="449721"/>
                  <a:pt x="1114547" y="449721"/>
                </a:cubicBezTo>
                <a:close/>
                <a:moveTo>
                  <a:pt x="1041993" y="449721"/>
                </a:moveTo>
                <a:cubicBezTo>
                  <a:pt x="1058762" y="449721"/>
                  <a:pt x="1072356" y="463315"/>
                  <a:pt x="1072356" y="480084"/>
                </a:cubicBezTo>
                <a:cubicBezTo>
                  <a:pt x="1072356" y="496854"/>
                  <a:pt x="1058762" y="510448"/>
                  <a:pt x="1041993" y="510448"/>
                </a:cubicBezTo>
                <a:cubicBezTo>
                  <a:pt x="1025223" y="510448"/>
                  <a:pt x="1011629" y="496854"/>
                  <a:pt x="1011629" y="480084"/>
                </a:cubicBezTo>
                <a:cubicBezTo>
                  <a:pt x="1011629" y="463315"/>
                  <a:pt x="1025223" y="449721"/>
                  <a:pt x="1041993" y="449721"/>
                </a:cubicBezTo>
                <a:close/>
                <a:moveTo>
                  <a:pt x="969438" y="449721"/>
                </a:moveTo>
                <a:cubicBezTo>
                  <a:pt x="986208" y="449721"/>
                  <a:pt x="999801" y="463315"/>
                  <a:pt x="999801" y="480084"/>
                </a:cubicBezTo>
                <a:cubicBezTo>
                  <a:pt x="999801" y="496854"/>
                  <a:pt x="986208" y="510448"/>
                  <a:pt x="969438" y="510448"/>
                </a:cubicBezTo>
                <a:cubicBezTo>
                  <a:pt x="952669" y="510448"/>
                  <a:pt x="939075" y="496854"/>
                  <a:pt x="939075" y="480084"/>
                </a:cubicBezTo>
                <a:cubicBezTo>
                  <a:pt x="939075" y="463315"/>
                  <a:pt x="952669" y="449721"/>
                  <a:pt x="969438" y="449721"/>
                </a:cubicBezTo>
                <a:close/>
                <a:moveTo>
                  <a:pt x="896883" y="449721"/>
                </a:moveTo>
                <a:cubicBezTo>
                  <a:pt x="913653" y="449721"/>
                  <a:pt x="927247" y="463315"/>
                  <a:pt x="927247" y="480084"/>
                </a:cubicBezTo>
                <a:cubicBezTo>
                  <a:pt x="927247" y="496854"/>
                  <a:pt x="913653" y="510448"/>
                  <a:pt x="896883" y="510448"/>
                </a:cubicBezTo>
                <a:cubicBezTo>
                  <a:pt x="880114" y="510448"/>
                  <a:pt x="866520" y="496854"/>
                  <a:pt x="866520" y="480084"/>
                </a:cubicBezTo>
                <a:cubicBezTo>
                  <a:pt x="866520" y="463315"/>
                  <a:pt x="880114" y="449721"/>
                  <a:pt x="896883" y="449721"/>
                </a:cubicBezTo>
                <a:close/>
                <a:moveTo>
                  <a:pt x="824329" y="449721"/>
                </a:moveTo>
                <a:cubicBezTo>
                  <a:pt x="841098" y="449721"/>
                  <a:pt x="854692" y="463315"/>
                  <a:pt x="854692" y="480084"/>
                </a:cubicBezTo>
                <a:cubicBezTo>
                  <a:pt x="854692" y="496854"/>
                  <a:pt x="841098" y="510448"/>
                  <a:pt x="824329" y="510448"/>
                </a:cubicBezTo>
                <a:cubicBezTo>
                  <a:pt x="807559" y="510448"/>
                  <a:pt x="793965" y="496854"/>
                  <a:pt x="793965" y="480084"/>
                </a:cubicBezTo>
                <a:cubicBezTo>
                  <a:pt x="793965" y="463315"/>
                  <a:pt x="807559" y="449721"/>
                  <a:pt x="824329" y="449721"/>
                </a:cubicBezTo>
                <a:close/>
                <a:moveTo>
                  <a:pt x="751774" y="449721"/>
                </a:moveTo>
                <a:cubicBezTo>
                  <a:pt x="768544" y="449721"/>
                  <a:pt x="782138" y="463315"/>
                  <a:pt x="782138" y="480084"/>
                </a:cubicBezTo>
                <a:cubicBezTo>
                  <a:pt x="782138" y="496854"/>
                  <a:pt x="768544" y="510448"/>
                  <a:pt x="751774" y="510448"/>
                </a:cubicBezTo>
                <a:cubicBezTo>
                  <a:pt x="735005" y="510448"/>
                  <a:pt x="721411" y="496854"/>
                  <a:pt x="721411" y="480084"/>
                </a:cubicBezTo>
                <a:cubicBezTo>
                  <a:pt x="721411" y="463315"/>
                  <a:pt x="735005" y="449721"/>
                  <a:pt x="751774" y="449721"/>
                </a:cubicBezTo>
                <a:close/>
                <a:moveTo>
                  <a:pt x="679220" y="449721"/>
                </a:moveTo>
                <a:cubicBezTo>
                  <a:pt x="695989" y="449721"/>
                  <a:pt x="709583" y="463315"/>
                  <a:pt x="709583" y="480084"/>
                </a:cubicBezTo>
                <a:cubicBezTo>
                  <a:pt x="709583" y="496854"/>
                  <a:pt x="695989" y="510448"/>
                  <a:pt x="679220" y="510448"/>
                </a:cubicBezTo>
                <a:cubicBezTo>
                  <a:pt x="662450" y="510448"/>
                  <a:pt x="648856" y="496854"/>
                  <a:pt x="648856" y="480084"/>
                </a:cubicBezTo>
                <a:cubicBezTo>
                  <a:pt x="648856" y="463315"/>
                  <a:pt x="662450" y="449721"/>
                  <a:pt x="679220" y="449721"/>
                </a:cubicBezTo>
                <a:close/>
                <a:moveTo>
                  <a:pt x="606665" y="449721"/>
                </a:moveTo>
                <a:cubicBezTo>
                  <a:pt x="623435" y="449721"/>
                  <a:pt x="637029" y="463315"/>
                  <a:pt x="637029" y="480084"/>
                </a:cubicBezTo>
                <a:cubicBezTo>
                  <a:pt x="637029" y="496854"/>
                  <a:pt x="623435" y="510448"/>
                  <a:pt x="606665" y="510448"/>
                </a:cubicBezTo>
                <a:cubicBezTo>
                  <a:pt x="589896" y="510448"/>
                  <a:pt x="576302" y="496854"/>
                  <a:pt x="576302" y="480084"/>
                </a:cubicBezTo>
                <a:cubicBezTo>
                  <a:pt x="576302" y="463315"/>
                  <a:pt x="589896" y="449721"/>
                  <a:pt x="606665" y="449721"/>
                </a:cubicBezTo>
                <a:close/>
                <a:moveTo>
                  <a:pt x="534111" y="449721"/>
                </a:moveTo>
                <a:cubicBezTo>
                  <a:pt x="550880" y="449721"/>
                  <a:pt x="564474" y="463315"/>
                  <a:pt x="564474" y="480084"/>
                </a:cubicBezTo>
                <a:cubicBezTo>
                  <a:pt x="564474" y="496854"/>
                  <a:pt x="550880" y="510448"/>
                  <a:pt x="534111" y="510448"/>
                </a:cubicBezTo>
                <a:cubicBezTo>
                  <a:pt x="517341" y="510448"/>
                  <a:pt x="503747" y="496854"/>
                  <a:pt x="503747" y="480084"/>
                </a:cubicBezTo>
                <a:cubicBezTo>
                  <a:pt x="503747" y="463315"/>
                  <a:pt x="517341" y="449721"/>
                  <a:pt x="534111" y="449721"/>
                </a:cubicBezTo>
                <a:close/>
                <a:moveTo>
                  <a:pt x="461556" y="449721"/>
                </a:moveTo>
                <a:cubicBezTo>
                  <a:pt x="478326" y="449721"/>
                  <a:pt x="491920" y="463315"/>
                  <a:pt x="491920" y="480084"/>
                </a:cubicBezTo>
                <a:cubicBezTo>
                  <a:pt x="491920" y="496854"/>
                  <a:pt x="478326" y="510448"/>
                  <a:pt x="461556" y="510448"/>
                </a:cubicBezTo>
                <a:cubicBezTo>
                  <a:pt x="444787" y="510448"/>
                  <a:pt x="431192" y="496854"/>
                  <a:pt x="431192" y="480084"/>
                </a:cubicBezTo>
                <a:cubicBezTo>
                  <a:pt x="431192" y="463315"/>
                  <a:pt x="444787" y="449721"/>
                  <a:pt x="461556" y="449721"/>
                </a:cubicBezTo>
                <a:close/>
                <a:moveTo>
                  <a:pt x="389002" y="449721"/>
                </a:moveTo>
                <a:cubicBezTo>
                  <a:pt x="405771" y="449721"/>
                  <a:pt x="419365" y="463315"/>
                  <a:pt x="419365" y="480084"/>
                </a:cubicBezTo>
                <a:cubicBezTo>
                  <a:pt x="419365" y="496854"/>
                  <a:pt x="405771" y="510448"/>
                  <a:pt x="389002" y="510448"/>
                </a:cubicBezTo>
                <a:cubicBezTo>
                  <a:pt x="372232" y="510448"/>
                  <a:pt x="358638" y="496854"/>
                  <a:pt x="358638" y="480084"/>
                </a:cubicBezTo>
                <a:cubicBezTo>
                  <a:pt x="358638" y="463315"/>
                  <a:pt x="372232" y="449721"/>
                  <a:pt x="389002" y="449721"/>
                </a:cubicBezTo>
                <a:close/>
                <a:moveTo>
                  <a:pt x="316447" y="449721"/>
                </a:moveTo>
                <a:cubicBezTo>
                  <a:pt x="333216" y="449721"/>
                  <a:pt x="346810" y="463315"/>
                  <a:pt x="346810" y="480084"/>
                </a:cubicBezTo>
                <a:cubicBezTo>
                  <a:pt x="346810" y="496854"/>
                  <a:pt x="333216" y="510448"/>
                  <a:pt x="316447" y="510448"/>
                </a:cubicBezTo>
                <a:cubicBezTo>
                  <a:pt x="299677" y="510448"/>
                  <a:pt x="286084" y="496854"/>
                  <a:pt x="286084" y="480084"/>
                </a:cubicBezTo>
                <a:cubicBezTo>
                  <a:pt x="286084" y="463315"/>
                  <a:pt x="299677" y="449721"/>
                  <a:pt x="316447" y="449721"/>
                </a:cubicBezTo>
                <a:close/>
                <a:moveTo>
                  <a:pt x="243892" y="449721"/>
                </a:moveTo>
                <a:cubicBezTo>
                  <a:pt x="260662" y="449721"/>
                  <a:pt x="274256" y="463315"/>
                  <a:pt x="274256" y="480084"/>
                </a:cubicBezTo>
                <a:cubicBezTo>
                  <a:pt x="274256" y="496854"/>
                  <a:pt x="260662" y="510448"/>
                  <a:pt x="243892" y="510448"/>
                </a:cubicBezTo>
                <a:cubicBezTo>
                  <a:pt x="227123" y="510448"/>
                  <a:pt x="213529" y="496854"/>
                  <a:pt x="213529" y="480084"/>
                </a:cubicBezTo>
                <a:cubicBezTo>
                  <a:pt x="213529" y="463315"/>
                  <a:pt x="227123" y="449721"/>
                  <a:pt x="243892" y="449721"/>
                </a:cubicBezTo>
                <a:close/>
                <a:moveTo>
                  <a:pt x="171339" y="449721"/>
                </a:moveTo>
                <a:cubicBezTo>
                  <a:pt x="188107" y="449721"/>
                  <a:pt x="201701" y="463315"/>
                  <a:pt x="201701" y="480084"/>
                </a:cubicBezTo>
                <a:cubicBezTo>
                  <a:pt x="201701" y="496854"/>
                  <a:pt x="188107" y="510448"/>
                  <a:pt x="171339" y="510448"/>
                </a:cubicBezTo>
                <a:cubicBezTo>
                  <a:pt x="154679" y="510448"/>
                  <a:pt x="141085" y="496854"/>
                  <a:pt x="141085" y="480084"/>
                </a:cubicBezTo>
                <a:cubicBezTo>
                  <a:pt x="141085" y="463315"/>
                  <a:pt x="154679" y="449721"/>
                  <a:pt x="171339" y="449721"/>
                </a:cubicBezTo>
                <a:close/>
                <a:moveTo>
                  <a:pt x="98910" y="449721"/>
                </a:moveTo>
                <a:cubicBezTo>
                  <a:pt x="115670" y="449721"/>
                  <a:pt x="129264" y="463315"/>
                  <a:pt x="129264" y="480084"/>
                </a:cubicBezTo>
                <a:cubicBezTo>
                  <a:pt x="129264" y="496854"/>
                  <a:pt x="115670" y="510448"/>
                  <a:pt x="98910" y="510448"/>
                </a:cubicBezTo>
                <a:cubicBezTo>
                  <a:pt x="82136" y="510448"/>
                  <a:pt x="68542" y="496854"/>
                  <a:pt x="68542" y="480084"/>
                </a:cubicBezTo>
                <a:cubicBezTo>
                  <a:pt x="68542" y="463315"/>
                  <a:pt x="82136" y="449721"/>
                  <a:pt x="98910" y="449721"/>
                </a:cubicBezTo>
                <a:close/>
                <a:moveTo>
                  <a:pt x="26355" y="449721"/>
                </a:moveTo>
                <a:cubicBezTo>
                  <a:pt x="43118" y="449721"/>
                  <a:pt x="56713" y="463315"/>
                  <a:pt x="56713" y="480084"/>
                </a:cubicBezTo>
                <a:cubicBezTo>
                  <a:pt x="56713" y="496854"/>
                  <a:pt x="43118" y="510448"/>
                  <a:pt x="26355" y="510448"/>
                </a:cubicBezTo>
                <a:cubicBezTo>
                  <a:pt x="17970" y="510448"/>
                  <a:pt x="10379" y="507050"/>
                  <a:pt x="4884" y="501555"/>
                </a:cubicBezTo>
                <a:lnTo>
                  <a:pt x="0" y="489763"/>
                </a:lnTo>
                <a:lnTo>
                  <a:pt x="0" y="470405"/>
                </a:lnTo>
                <a:lnTo>
                  <a:pt x="4884" y="458614"/>
                </a:lnTo>
                <a:cubicBezTo>
                  <a:pt x="10379" y="453120"/>
                  <a:pt x="17970" y="449721"/>
                  <a:pt x="26355" y="449721"/>
                </a:cubicBezTo>
                <a:close/>
                <a:moveTo>
                  <a:pt x="1673066" y="379245"/>
                </a:moveTo>
                <a:lnTo>
                  <a:pt x="1675237" y="422266"/>
                </a:lnTo>
                <a:lnTo>
                  <a:pt x="1673514" y="421103"/>
                </a:lnTo>
                <a:cubicBezTo>
                  <a:pt x="1668019" y="415609"/>
                  <a:pt x="1664620" y="408017"/>
                  <a:pt x="1664620" y="399633"/>
                </a:cubicBezTo>
                <a:close/>
                <a:moveTo>
                  <a:pt x="1622429" y="369269"/>
                </a:moveTo>
                <a:cubicBezTo>
                  <a:pt x="1639199" y="369269"/>
                  <a:pt x="1652792" y="382864"/>
                  <a:pt x="1652792" y="399633"/>
                </a:cubicBezTo>
                <a:cubicBezTo>
                  <a:pt x="1652792" y="416402"/>
                  <a:pt x="1639199" y="429997"/>
                  <a:pt x="1622429" y="429997"/>
                </a:cubicBezTo>
                <a:cubicBezTo>
                  <a:pt x="1605659" y="429997"/>
                  <a:pt x="1592066" y="416402"/>
                  <a:pt x="1592066" y="399633"/>
                </a:cubicBezTo>
                <a:cubicBezTo>
                  <a:pt x="1592066" y="382864"/>
                  <a:pt x="1605659" y="369269"/>
                  <a:pt x="1622429" y="369269"/>
                </a:cubicBezTo>
                <a:close/>
                <a:moveTo>
                  <a:pt x="1549874" y="369269"/>
                </a:moveTo>
                <a:cubicBezTo>
                  <a:pt x="1566644" y="369269"/>
                  <a:pt x="1580238" y="382864"/>
                  <a:pt x="1580238" y="399633"/>
                </a:cubicBezTo>
                <a:cubicBezTo>
                  <a:pt x="1580238" y="416402"/>
                  <a:pt x="1566644" y="429997"/>
                  <a:pt x="1549874" y="429997"/>
                </a:cubicBezTo>
                <a:cubicBezTo>
                  <a:pt x="1533105" y="429997"/>
                  <a:pt x="1519511" y="416402"/>
                  <a:pt x="1519511" y="399633"/>
                </a:cubicBezTo>
                <a:cubicBezTo>
                  <a:pt x="1519511" y="382864"/>
                  <a:pt x="1533105" y="369269"/>
                  <a:pt x="1549874" y="369269"/>
                </a:cubicBezTo>
                <a:close/>
                <a:moveTo>
                  <a:pt x="1477320" y="369269"/>
                </a:moveTo>
                <a:cubicBezTo>
                  <a:pt x="1494089" y="369269"/>
                  <a:pt x="1507683" y="382864"/>
                  <a:pt x="1507683" y="399633"/>
                </a:cubicBezTo>
                <a:cubicBezTo>
                  <a:pt x="1507683" y="416402"/>
                  <a:pt x="1494089" y="429997"/>
                  <a:pt x="1477320" y="429997"/>
                </a:cubicBezTo>
                <a:cubicBezTo>
                  <a:pt x="1460550" y="429997"/>
                  <a:pt x="1446956" y="416402"/>
                  <a:pt x="1446956" y="399633"/>
                </a:cubicBezTo>
                <a:cubicBezTo>
                  <a:pt x="1446956" y="382864"/>
                  <a:pt x="1460550" y="369269"/>
                  <a:pt x="1477320" y="369269"/>
                </a:cubicBezTo>
                <a:close/>
                <a:moveTo>
                  <a:pt x="1404765" y="369269"/>
                </a:moveTo>
                <a:cubicBezTo>
                  <a:pt x="1421535" y="369269"/>
                  <a:pt x="1435129" y="382864"/>
                  <a:pt x="1435129" y="399633"/>
                </a:cubicBezTo>
                <a:cubicBezTo>
                  <a:pt x="1435129" y="416402"/>
                  <a:pt x="1421535" y="429997"/>
                  <a:pt x="1404765" y="429997"/>
                </a:cubicBezTo>
                <a:cubicBezTo>
                  <a:pt x="1387996" y="429997"/>
                  <a:pt x="1374402" y="416402"/>
                  <a:pt x="1374402" y="399633"/>
                </a:cubicBezTo>
                <a:cubicBezTo>
                  <a:pt x="1374402" y="382864"/>
                  <a:pt x="1387996" y="369269"/>
                  <a:pt x="1404765" y="369269"/>
                </a:cubicBezTo>
                <a:close/>
                <a:moveTo>
                  <a:pt x="1332211" y="369269"/>
                </a:moveTo>
                <a:cubicBezTo>
                  <a:pt x="1348980" y="369269"/>
                  <a:pt x="1362574" y="382864"/>
                  <a:pt x="1362574" y="399633"/>
                </a:cubicBezTo>
                <a:cubicBezTo>
                  <a:pt x="1362574" y="416402"/>
                  <a:pt x="1348980" y="429997"/>
                  <a:pt x="1332211" y="429997"/>
                </a:cubicBezTo>
                <a:cubicBezTo>
                  <a:pt x="1315441" y="429997"/>
                  <a:pt x="1301847" y="416402"/>
                  <a:pt x="1301847" y="399633"/>
                </a:cubicBezTo>
                <a:cubicBezTo>
                  <a:pt x="1301847" y="382864"/>
                  <a:pt x="1315441" y="369269"/>
                  <a:pt x="1332211" y="369269"/>
                </a:cubicBezTo>
                <a:close/>
                <a:moveTo>
                  <a:pt x="1259656" y="369269"/>
                </a:moveTo>
                <a:cubicBezTo>
                  <a:pt x="1276426" y="369269"/>
                  <a:pt x="1290020" y="382864"/>
                  <a:pt x="1290020" y="399633"/>
                </a:cubicBezTo>
                <a:cubicBezTo>
                  <a:pt x="1290020" y="416402"/>
                  <a:pt x="1276426" y="429997"/>
                  <a:pt x="1259656" y="429997"/>
                </a:cubicBezTo>
                <a:cubicBezTo>
                  <a:pt x="1242887" y="429997"/>
                  <a:pt x="1229293" y="416402"/>
                  <a:pt x="1229293" y="399633"/>
                </a:cubicBezTo>
                <a:cubicBezTo>
                  <a:pt x="1229293" y="382864"/>
                  <a:pt x="1242887" y="369269"/>
                  <a:pt x="1259656" y="369269"/>
                </a:cubicBezTo>
                <a:close/>
                <a:moveTo>
                  <a:pt x="1187102" y="369269"/>
                </a:moveTo>
                <a:cubicBezTo>
                  <a:pt x="1203871" y="369269"/>
                  <a:pt x="1217465" y="382864"/>
                  <a:pt x="1217465" y="399633"/>
                </a:cubicBezTo>
                <a:cubicBezTo>
                  <a:pt x="1217465" y="416402"/>
                  <a:pt x="1203871" y="429997"/>
                  <a:pt x="1187102" y="429997"/>
                </a:cubicBezTo>
                <a:cubicBezTo>
                  <a:pt x="1170332" y="429997"/>
                  <a:pt x="1156738" y="416402"/>
                  <a:pt x="1156738" y="399633"/>
                </a:cubicBezTo>
                <a:cubicBezTo>
                  <a:pt x="1156738" y="382864"/>
                  <a:pt x="1170332" y="369269"/>
                  <a:pt x="1187102" y="369269"/>
                </a:cubicBezTo>
                <a:close/>
                <a:moveTo>
                  <a:pt x="1114547" y="369269"/>
                </a:moveTo>
                <a:cubicBezTo>
                  <a:pt x="1131317" y="369269"/>
                  <a:pt x="1144911" y="382864"/>
                  <a:pt x="1144911" y="399633"/>
                </a:cubicBezTo>
                <a:cubicBezTo>
                  <a:pt x="1144911" y="416402"/>
                  <a:pt x="1131317" y="429997"/>
                  <a:pt x="1114547" y="429997"/>
                </a:cubicBezTo>
                <a:cubicBezTo>
                  <a:pt x="1097778" y="429997"/>
                  <a:pt x="1084184" y="416402"/>
                  <a:pt x="1084184" y="399633"/>
                </a:cubicBezTo>
                <a:cubicBezTo>
                  <a:pt x="1084184" y="382864"/>
                  <a:pt x="1097778" y="369269"/>
                  <a:pt x="1114547" y="369269"/>
                </a:cubicBezTo>
                <a:close/>
                <a:moveTo>
                  <a:pt x="1041993" y="369269"/>
                </a:moveTo>
                <a:cubicBezTo>
                  <a:pt x="1058762" y="369269"/>
                  <a:pt x="1072356" y="382864"/>
                  <a:pt x="1072356" y="399633"/>
                </a:cubicBezTo>
                <a:cubicBezTo>
                  <a:pt x="1072356" y="416402"/>
                  <a:pt x="1058762" y="429997"/>
                  <a:pt x="1041993" y="429997"/>
                </a:cubicBezTo>
                <a:cubicBezTo>
                  <a:pt x="1025223" y="429997"/>
                  <a:pt x="1011629" y="416402"/>
                  <a:pt x="1011629" y="399633"/>
                </a:cubicBezTo>
                <a:cubicBezTo>
                  <a:pt x="1011629" y="382864"/>
                  <a:pt x="1025223" y="369269"/>
                  <a:pt x="1041993" y="369269"/>
                </a:cubicBezTo>
                <a:close/>
                <a:moveTo>
                  <a:pt x="969438" y="369269"/>
                </a:moveTo>
                <a:cubicBezTo>
                  <a:pt x="986208" y="369269"/>
                  <a:pt x="999801" y="382864"/>
                  <a:pt x="999801" y="399633"/>
                </a:cubicBezTo>
                <a:cubicBezTo>
                  <a:pt x="999801" y="416402"/>
                  <a:pt x="986208" y="429997"/>
                  <a:pt x="969438" y="429997"/>
                </a:cubicBezTo>
                <a:cubicBezTo>
                  <a:pt x="952669" y="429997"/>
                  <a:pt x="939075" y="416402"/>
                  <a:pt x="939075" y="399633"/>
                </a:cubicBezTo>
                <a:cubicBezTo>
                  <a:pt x="939075" y="382864"/>
                  <a:pt x="952669" y="369269"/>
                  <a:pt x="969438" y="369269"/>
                </a:cubicBezTo>
                <a:close/>
                <a:moveTo>
                  <a:pt x="896883" y="369269"/>
                </a:moveTo>
                <a:cubicBezTo>
                  <a:pt x="913653" y="369269"/>
                  <a:pt x="927247" y="382864"/>
                  <a:pt x="927247" y="399633"/>
                </a:cubicBezTo>
                <a:cubicBezTo>
                  <a:pt x="927247" y="416402"/>
                  <a:pt x="913653" y="429997"/>
                  <a:pt x="896883" y="429997"/>
                </a:cubicBezTo>
                <a:cubicBezTo>
                  <a:pt x="880114" y="429997"/>
                  <a:pt x="866520" y="416402"/>
                  <a:pt x="866520" y="399633"/>
                </a:cubicBezTo>
                <a:cubicBezTo>
                  <a:pt x="866520" y="382864"/>
                  <a:pt x="880114" y="369269"/>
                  <a:pt x="896883" y="369269"/>
                </a:cubicBezTo>
                <a:close/>
                <a:moveTo>
                  <a:pt x="824329" y="369269"/>
                </a:moveTo>
                <a:cubicBezTo>
                  <a:pt x="841098" y="369269"/>
                  <a:pt x="854692" y="382864"/>
                  <a:pt x="854692" y="399633"/>
                </a:cubicBezTo>
                <a:cubicBezTo>
                  <a:pt x="854692" y="416402"/>
                  <a:pt x="841098" y="429997"/>
                  <a:pt x="824329" y="429997"/>
                </a:cubicBezTo>
                <a:cubicBezTo>
                  <a:pt x="807559" y="429997"/>
                  <a:pt x="793965" y="416402"/>
                  <a:pt x="793965" y="399633"/>
                </a:cubicBezTo>
                <a:cubicBezTo>
                  <a:pt x="793965" y="382864"/>
                  <a:pt x="807559" y="369269"/>
                  <a:pt x="824329" y="369269"/>
                </a:cubicBezTo>
                <a:close/>
                <a:moveTo>
                  <a:pt x="751774" y="369269"/>
                </a:moveTo>
                <a:cubicBezTo>
                  <a:pt x="768544" y="369269"/>
                  <a:pt x="782138" y="382864"/>
                  <a:pt x="782138" y="399633"/>
                </a:cubicBezTo>
                <a:cubicBezTo>
                  <a:pt x="782138" y="416402"/>
                  <a:pt x="768544" y="429997"/>
                  <a:pt x="751774" y="429997"/>
                </a:cubicBezTo>
                <a:cubicBezTo>
                  <a:pt x="735005" y="429997"/>
                  <a:pt x="721411" y="416402"/>
                  <a:pt x="721411" y="399633"/>
                </a:cubicBezTo>
                <a:cubicBezTo>
                  <a:pt x="721411" y="382864"/>
                  <a:pt x="735005" y="369269"/>
                  <a:pt x="751774" y="369269"/>
                </a:cubicBezTo>
                <a:close/>
                <a:moveTo>
                  <a:pt x="679220" y="369269"/>
                </a:moveTo>
                <a:cubicBezTo>
                  <a:pt x="695989" y="369269"/>
                  <a:pt x="709583" y="382864"/>
                  <a:pt x="709583" y="399633"/>
                </a:cubicBezTo>
                <a:cubicBezTo>
                  <a:pt x="709583" y="416402"/>
                  <a:pt x="695989" y="429997"/>
                  <a:pt x="679220" y="429997"/>
                </a:cubicBezTo>
                <a:cubicBezTo>
                  <a:pt x="662450" y="429997"/>
                  <a:pt x="648856" y="416402"/>
                  <a:pt x="648856" y="399633"/>
                </a:cubicBezTo>
                <a:cubicBezTo>
                  <a:pt x="648856" y="382864"/>
                  <a:pt x="662450" y="369269"/>
                  <a:pt x="679220" y="369269"/>
                </a:cubicBezTo>
                <a:close/>
                <a:moveTo>
                  <a:pt x="606665" y="369269"/>
                </a:moveTo>
                <a:cubicBezTo>
                  <a:pt x="623435" y="369269"/>
                  <a:pt x="637029" y="382864"/>
                  <a:pt x="637029" y="399633"/>
                </a:cubicBezTo>
                <a:cubicBezTo>
                  <a:pt x="637029" y="416402"/>
                  <a:pt x="623435" y="429997"/>
                  <a:pt x="606665" y="429997"/>
                </a:cubicBezTo>
                <a:cubicBezTo>
                  <a:pt x="589896" y="429997"/>
                  <a:pt x="576302" y="416402"/>
                  <a:pt x="576302" y="399633"/>
                </a:cubicBezTo>
                <a:cubicBezTo>
                  <a:pt x="576302" y="382864"/>
                  <a:pt x="589896" y="369269"/>
                  <a:pt x="606665" y="369269"/>
                </a:cubicBezTo>
                <a:close/>
                <a:moveTo>
                  <a:pt x="534111" y="369269"/>
                </a:moveTo>
                <a:cubicBezTo>
                  <a:pt x="550880" y="369269"/>
                  <a:pt x="564474" y="382864"/>
                  <a:pt x="564474" y="399633"/>
                </a:cubicBezTo>
                <a:cubicBezTo>
                  <a:pt x="564474" y="416402"/>
                  <a:pt x="550880" y="429997"/>
                  <a:pt x="534111" y="429997"/>
                </a:cubicBezTo>
                <a:cubicBezTo>
                  <a:pt x="517341" y="429997"/>
                  <a:pt x="503747" y="416402"/>
                  <a:pt x="503747" y="399633"/>
                </a:cubicBezTo>
                <a:cubicBezTo>
                  <a:pt x="503747" y="382864"/>
                  <a:pt x="517341" y="369269"/>
                  <a:pt x="534111" y="369269"/>
                </a:cubicBezTo>
                <a:close/>
                <a:moveTo>
                  <a:pt x="461556" y="369269"/>
                </a:moveTo>
                <a:cubicBezTo>
                  <a:pt x="478326" y="369269"/>
                  <a:pt x="491920" y="382864"/>
                  <a:pt x="491920" y="399633"/>
                </a:cubicBezTo>
                <a:cubicBezTo>
                  <a:pt x="491920" y="416402"/>
                  <a:pt x="478326" y="429997"/>
                  <a:pt x="461556" y="429997"/>
                </a:cubicBezTo>
                <a:cubicBezTo>
                  <a:pt x="444787" y="429997"/>
                  <a:pt x="431192" y="416402"/>
                  <a:pt x="431192" y="399633"/>
                </a:cubicBezTo>
                <a:cubicBezTo>
                  <a:pt x="431192" y="382864"/>
                  <a:pt x="444787" y="369269"/>
                  <a:pt x="461556" y="369269"/>
                </a:cubicBezTo>
                <a:close/>
                <a:moveTo>
                  <a:pt x="389002" y="369269"/>
                </a:moveTo>
                <a:cubicBezTo>
                  <a:pt x="405771" y="369269"/>
                  <a:pt x="419365" y="382864"/>
                  <a:pt x="419365" y="399633"/>
                </a:cubicBezTo>
                <a:cubicBezTo>
                  <a:pt x="419365" y="416402"/>
                  <a:pt x="405771" y="429997"/>
                  <a:pt x="389002" y="429997"/>
                </a:cubicBezTo>
                <a:cubicBezTo>
                  <a:pt x="372232" y="429997"/>
                  <a:pt x="358638" y="416402"/>
                  <a:pt x="358638" y="399633"/>
                </a:cubicBezTo>
                <a:cubicBezTo>
                  <a:pt x="358638" y="382864"/>
                  <a:pt x="372232" y="369269"/>
                  <a:pt x="389002" y="369269"/>
                </a:cubicBezTo>
                <a:close/>
                <a:moveTo>
                  <a:pt x="316447" y="369269"/>
                </a:moveTo>
                <a:cubicBezTo>
                  <a:pt x="333216" y="369269"/>
                  <a:pt x="346810" y="382864"/>
                  <a:pt x="346810" y="399633"/>
                </a:cubicBezTo>
                <a:cubicBezTo>
                  <a:pt x="346810" y="416402"/>
                  <a:pt x="333216" y="429997"/>
                  <a:pt x="316447" y="429997"/>
                </a:cubicBezTo>
                <a:cubicBezTo>
                  <a:pt x="299677" y="429997"/>
                  <a:pt x="286084" y="416402"/>
                  <a:pt x="286084" y="399633"/>
                </a:cubicBezTo>
                <a:cubicBezTo>
                  <a:pt x="286084" y="382864"/>
                  <a:pt x="299677" y="369269"/>
                  <a:pt x="316447" y="369269"/>
                </a:cubicBezTo>
                <a:close/>
                <a:moveTo>
                  <a:pt x="243892" y="369269"/>
                </a:moveTo>
                <a:cubicBezTo>
                  <a:pt x="260662" y="369269"/>
                  <a:pt x="274256" y="382864"/>
                  <a:pt x="274256" y="399633"/>
                </a:cubicBezTo>
                <a:cubicBezTo>
                  <a:pt x="274256" y="416402"/>
                  <a:pt x="260662" y="429997"/>
                  <a:pt x="243892" y="429997"/>
                </a:cubicBezTo>
                <a:cubicBezTo>
                  <a:pt x="227123" y="429997"/>
                  <a:pt x="213529" y="416402"/>
                  <a:pt x="213529" y="399633"/>
                </a:cubicBezTo>
                <a:cubicBezTo>
                  <a:pt x="213529" y="382864"/>
                  <a:pt x="227123" y="369269"/>
                  <a:pt x="243892" y="369269"/>
                </a:cubicBezTo>
                <a:close/>
                <a:moveTo>
                  <a:pt x="171339" y="369269"/>
                </a:moveTo>
                <a:cubicBezTo>
                  <a:pt x="188107" y="369269"/>
                  <a:pt x="201701" y="382864"/>
                  <a:pt x="201701" y="399633"/>
                </a:cubicBezTo>
                <a:cubicBezTo>
                  <a:pt x="201701" y="416402"/>
                  <a:pt x="188107" y="429997"/>
                  <a:pt x="171339" y="429997"/>
                </a:cubicBezTo>
                <a:cubicBezTo>
                  <a:pt x="154685" y="429997"/>
                  <a:pt x="141090" y="416402"/>
                  <a:pt x="141090" y="399633"/>
                </a:cubicBezTo>
                <a:cubicBezTo>
                  <a:pt x="141090" y="382864"/>
                  <a:pt x="154685" y="369269"/>
                  <a:pt x="171339" y="369269"/>
                </a:cubicBezTo>
                <a:close/>
                <a:moveTo>
                  <a:pt x="98917" y="369269"/>
                </a:moveTo>
                <a:cubicBezTo>
                  <a:pt x="115677" y="369269"/>
                  <a:pt x="129270" y="382864"/>
                  <a:pt x="129270" y="399633"/>
                </a:cubicBezTo>
                <a:cubicBezTo>
                  <a:pt x="129270" y="416402"/>
                  <a:pt x="115677" y="429997"/>
                  <a:pt x="98917" y="429997"/>
                </a:cubicBezTo>
                <a:cubicBezTo>
                  <a:pt x="82143" y="429997"/>
                  <a:pt x="68549" y="416402"/>
                  <a:pt x="68549" y="399633"/>
                </a:cubicBezTo>
                <a:cubicBezTo>
                  <a:pt x="68549" y="382864"/>
                  <a:pt x="82143" y="369269"/>
                  <a:pt x="98917" y="369269"/>
                </a:cubicBezTo>
                <a:close/>
                <a:moveTo>
                  <a:pt x="26362" y="369269"/>
                </a:moveTo>
                <a:cubicBezTo>
                  <a:pt x="43124" y="369269"/>
                  <a:pt x="56719" y="382864"/>
                  <a:pt x="56719" y="399633"/>
                </a:cubicBezTo>
                <a:cubicBezTo>
                  <a:pt x="56719" y="416402"/>
                  <a:pt x="43124" y="429997"/>
                  <a:pt x="26362" y="429997"/>
                </a:cubicBezTo>
                <a:cubicBezTo>
                  <a:pt x="17976" y="429997"/>
                  <a:pt x="10385" y="426598"/>
                  <a:pt x="4890" y="421103"/>
                </a:cubicBezTo>
                <a:lnTo>
                  <a:pt x="0" y="409299"/>
                </a:lnTo>
                <a:lnTo>
                  <a:pt x="0" y="389967"/>
                </a:lnTo>
                <a:lnTo>
                  <a:pt x="4890" y="378163"/>
                </a:lnTo>
                <a:cubicBezTo>
                  <a:pt x="10385" y="372668"/>
                  <a:pt x="17976" y="369269"/>
                  <a:pt x="26362" y="369269"/>
                </a:cubicBezTo>
                <a:close/>
                <a:moveTo>
                  <a:pt x="1669444" y="307535"/>
                </a:moveTo>
                <a:lnTo>
                  <a:pt x="1670784" y="334061"/>
                </a:lnTo>
                <a:lnTo>
                  <a:pt x="1664620" y="319181"/>
                </a:lnTo>
                <a:close/>
                <a:moveTo>
                  <a:pt x="1622429" y="288818"/>
                </a:moveTo>
                <a:cubicBezTo>
                  <a:pt x="1639199" y="288818"/>
                  <a:pt x="1652792" y="302412"/>
                  <a:pt x="1652792" y="319181"/>
                </a:cubicBezTo>
                <a:cubicBezTo>
                  <a:pt x="1652792" y="335950"/>
                  <a:pt x="1639199" y="349545"/>
                  <a:pt x="1622429" y="349545"/>
                </a:cubicBezTo>
                <a:cubicBezTo>
                  <a:pt x="1605659" y="349545"/>
                  <a:pt x="1592066" y="335950"/>
                  <a:pt x="1592066" y="319181"/>
                </a:cubicBezTo>
                <a:cubicBezTo>
                  <a:pt x="1592066" y="302412"/>
                  <a:pt x="1605659" y="288818"/>
                  <a:pt x="1622429" y="288818"/>
                </a:cubicBezTo>
                <a:close/>
                <a:moveTo>
                  <a:pt x="1549874" y="288818"/>
                </a:moveTo>
                <a:cubicBezTo>
                  <a:pt x="1566644" y="288818"/>
                  <a:pt x="1580238" y="302412"/>
                  <a:pt x="1580238" y="319181"/>
                </a:cubicBezTo>
                <a:cubicBezTo>
                  <a:pt x="1580238" y="335950"/>
                  <a:pt x="1566644" y="349545"/>
                  <a:pt x="1549874" y="349545"/>
                </a:cubicBezTo>
                <a:cubicBezTo>
                  <a:pt x="1533105" y="349545"/>
                  <a:pt x="1519511" y="335950"/>
                  <a:pt x="1519511" y="319181"/>
                </a:cubicBezTo>
                <a:cubicBezTo>
                  <a:pt x="1519511" y="302412"/>
                  <a:pt x="1533105" y="288818"/>
                  <a:pt x="1549874" y="288818"/>
                </a:cubicBezTo>
                <a:close/>
                <a:moveTo>
                  <a:pt x="1477320" y="288818"/>
                </a:moveTo>
                <a:cubicBezTo>
                  <a:pt x="1494089" y="288818"/>
                  <a:pt x="1507683" y="302412"/>
                  <a:pt x="1507683" y="319181"/>
                </a:cubicBezTo>
                <a:cubicBezTo>
                  <a:pt x="1507683" y="335950"/>
                  <a:pt x="1494089" y="349545"/>
                  <a:pt x="1477320" y="349545"/>
                </a:cubicBezTo>
                <a:cubicBezTo>
                  <a:pt x="1460550" y="349545"/>
                  <a:pt x="1446956" y="335950"/>
                  <a:pt x="1446956" y="319181"/>
                </a:cubicBezTo>
                <a:cubicBezTo>
                  <a:pt x="1446956" y="302412"/>
                  <a:pt x="1460550" y="288818"/>
                  <a:pt x="1477320" y="288818"/>
                </a:cubicBezTo>
                <a:close/>
                <a:moveTo>
                  <a:pt x="1404765" y="288818"/>
                </a:moveTo>
                <a:cubicBezTo>
                  <a:pt x="1421535" y="288818"/>
                  <a:pt x="1435129" y="302412"/>
                  <a:pt x="1435129" y="319181"/>
                </a:cubicBezTo>
                <a:cubicBezTo>
                  <a:pt x="1435129" y="335950"/>
                  <a:pt x="1421535" y="349545"/>
                  <a:pt x="1404765" y="349545"/>
                </a:cubicBezTo>
                <a:cubicBezTo>
                  <a:pt x="1387996" y="349545"/>
                  <a:pt x="1374402" y="335950"/>
                  <a:pt x="1374402" y="319181"/>
                </a:cubicBezTo>
                <a:cubicBezTo>
                  <a:pt x="1374402" y="302412"/>
                  <a:pt x="1387996" y="288818"/>
                  <a:pt x="1404765" y="288818"/>
                </a:cubicBezTo>
                <a:close/>
                <a:moveTo>
                  <a:pt x="1332211" y="288818"/>
                </a:moveTo>
                <a:cubicBezTo>
                  <a:pt x="1348980" y="288818"/>
                  <a:pt x="1362574" y="302412"/>
                  <a:pt x="1362574" y="319181"/>
                </a:cubicBezTo>
                <a:cubicBezTo>
                  <a:pt x="1362574" y="335950"/>
                  <a:pt x="1348980" y="349545"/>
                  <a:pt x="1332211" y="349545"/>
                </a:cubicBezTo>
                <a:cubicBezTo>
                  <a:pt x="1315441" y="349545"/>
                  <a:pt x="1301847" y="335950"/>
                  <a:pt x="1301847" y="319181"/>
                </a:cubicBezTo>
                <a:cubicBezTo>
                  <a:pt x="1301847" y="302412"/>
                  <a:pt x="1315441" y="288818"/>
                  <a:pt x="1332211" y="288818"/>
                </a:cubicBezTo>
                <a:close/>
                <a:moveTo>
                  <a:pt x="1259656" y="288818"/>
                </a:moveTo>
                <a:cubicBezTo>
                  <a:pt x="1276426" y="288818"/>
                  <a:pt x="1290020" y="302412"/>
                  <a:pt x="1290020" y="319181"/>
                </a:cubicBezTo>
                <a:cubicBezTo>
                  <a:pt x="1290020" y="335950"/>
                  <a:pt x="1276426" y="349545"/>
                  <a:pt x="1259656" y="349545"/>
                </a:cubicBezTo>
                <a:cubicBezTo>
                  <a:pt x="1242887" y="349545"/>
                  <a:pt x="1229293" y="335950"/>
                  <a:pt x="1229293" y="319181"/>
                </a:cubicBezTo>
                <a:cubicBezTo>
                  <a:pt x="1229293" y="302412"/>
                  <a:pt x="1242887" y="288818"/>
                  <a:pt x="1259656" y="288818"/>
                </a:cubicBezTo>
                <a:close/>
                <a:moveTo>
                  <a:pt x="1187102" y="288818"/>
                </a:moveTo>
                <a:cubicBezTo>
                  <a:pt x="1203871" y="288818"/>
                  <a:pt x="1217465" y="302412"/>
                  <a:pt x="1217465" y="319181"/>
                </a:cubicBezTo>
                <a:cubicBezTo>
                  <a:pt x="1217465" y="335950"/>
                  <a:pt x="1203871" y="349545"/>
                  <a:pt x="1187102" y="349545"/>
                </a:cubicBezTo>
                <a:cubicBezTo>
                  <a:pt x="1170332" y="349545"/>
                  <a:pt x="1156738" y="335950"/>
                  <a:pt x="1156738" y="319181"/>
                </a:cubicBezTo>
                <a:cubicBezTo>
                  <a:pt x="1156738" y="302412"/>
                  <a:pt x="1170332" y="288818"/>
                  <a:pt x="1187102" y="288818"/>
                </a:cubicBezTo>
                <a:close/>
                <a:moveTo>
                  <a:pt x="1114547" y="288818"/>
                </a:moveTo>
                <a:cubicBezTo>
                  <a:pt x="1131317" y="288818"/>
                  <a:pt x="1144911" y="302412"/>
                  <a:pt x="1144911" y="319181"/>
                </a:cubicBezTo>
                <a:cubicBezTo>
                  <a:pt x="1144911" y="335950"/>
                  <a:pt x="1131317" y="349545"/>
                  <a:pt x="1114547" y="349545"/>
                </a:cubicBezTo>
                <a:cubicBezTo>
                  <a:pt x="1097778" y="349545"/>
                  <a:pt x="1084184" y="335950"/>
                  <a:pt x="1084184" y="319181"/>
                </a:cubicBezTo>
                <a:cubicBezTo>
                  <a:pt x="1084184" y="302412"/>
                  <a:pt x="1097778" y="288818"/>
                  <a:pt x="1114547" y="288818"/>
                </a:cubicBezTo>
                <a:close/>
                <a:moveTo>
                  <a:pt x="1041993" y="288818"/>
                </a:moveTo>
                <a:cubicBezTo>
                  <a:pt x="1058762" y="288818"/>
                  <a:pt x="1072356" y="302412"/>
                  <a:pt x="1072356" y="319181"/>
                </a:cubicBezTo>
                <a:cubicBezTo>
                  <a:pt x="1072356" y="335950"/>
                  <a:pt x="1058762" y="349545"/>
                  <a:pt x="1041993" y="349545"/>
                </a:cubicBezTo>
                <a:cubicBezTo>
                  <a:pt x="1025223" y="349545"/>
                  <a:pt x="1011629" y="335950"/>
                  <a:pt x="1011629" y="319181"/>
                </a:cubicBezTo>
                <a:cubicBezTo>
                  <a:pt x="1011629" y="302412"/>
                  <a:pt x="1025223" y="288818"/>
                  <a:pt x="1041993" y="288818"/>
                </a:cubicBezTo>
                <a:close/>
                <a:moveTo>
                  <a:pt x="969438" y="288818"/>
                </a:moveTo>
                <a:cubicBezTo>
                  <a:pt x="986208" y="288818"/>
                  <a:pt x="999801" y="302412"/>
                  <a:pt x="999801" y="319181"/>
                </a:cubicBezTo>
                <a:cubicBezTo>
                  <a:pt x="999801" y="335950"/>
                  <a:pt x="986208" y="349545"/>
                  <a:pt x="969438" y="349545"/>
                </a:cubicBezTo>
                <a:cubicBezTo>
                  <a:pt x="952669" y="349545"/>
                  <a:pt x="939075" y="335950"/>
                  <a:pt x="939075" y="319181"/>
                </a:cubicBezTo>
                <a:cubicBezTo>
                  <a:pt x="939075" y="302412"/>
                  <a:pt x="952669" y="288818"/>
                  <a:pt x="969438" y="288818"/>
                </a:cubicBezTo>
                <a:close/>
                <a:moveTo>
                  <a:pt x="896883" y="288818"/>
                </a:moveTo>
                <a:cubicBezTo>
                  <a:pt x="913653" y="288818"/>
                  <a:pt x="927247" y="302412"/>
                  <a:pt x="927247" y="319181"/>
                </a:cubicBezTo>
                <a:cubicBezTo>
                  <a:pt x="927247" y="335950"/>
                  <a:pt x="913653" y="349545"/>
                  <a:pt x="896883" y="349545"/>
                </a:cubicBezTo>
                <a:cubicBezTo>
                  <a:pt x="880114" y="349545"/>
                  <a:pt x="866520" y="335950"/>
                  <a:pt x="866520" y="319181"/>
                </a:cubicBezTo>
                <a:cubicBezTo>
                  <a:pt x="866520" y="302412"/>
                  <a:pt x="880114" y="288818"/>
                  <a:pt x="896883" y="288818"/>
                </a:cubicBezTo>
                <a:close/>
                <a:moveTo>
                  <a:pt x="824329" y="288818"/>
                </a:moveTo>
                <a:cubicBezTo>
                  <a:pt x="841098" y="288818"/>
                  <a:pt x="854692" y="302412"/>
                  <a:pt x="854692" y="319181"/>
                </a:cubicBezTo>
                <a:cubicBezTo>
                  <a:pt x="854692" y="335950"/>
                  <a:pt x="841098" y="349545"/>
                  <a:pt x="824329" y="349545"/>
                </a:cubicBezTo>
                <a:cubicBezTo>
                  <a:pt x="807559" y="349545"/>
                  <a:pt x="793965" y="335950"/>
                  <a:pt x="793965" y="319181"/>
                </a:cubicBezTo>
                <a:cubicBezTo>
                  <a:pt x="793965" y="302412"/>
                  <a:pt x="807559" y="288818"/>
                  <a:pt x="824329" y="288818"/>
                </a:cubicBezTo>
                <a:close/>
                <a:moveTo>
                  <a:pt x="751774" y="288818"/>
                </a:moveTo>
                <a:cubicBezTo>
                  <a:pt x="768544" y="288818"/>
                  <a:pt x="782138" y="302412"/>
                  <a:pt x="782138" y="319181"/>
                </a:cubicBezTo>
                <a:cubicBezTo>
                  <a:pt x="782138" y="335950"/>
                  <a:pt x="768544" y="349545"/>
                  <a:pt x="751774" y="349545"/>
                </a:cubicBezTo>
                <a:cubicBezTo>
                  <a:pt x="735005" y="349545"/>
                  <a:pt x="721411" y="335950"/>
                  <a:pt x="721411" y="319181"/>
                </a:cubicBezTo>
                <a:cubicBezTo>
                  <a:pt x="721411" y="302412"/>
                  <a:pt x="735005" y="288818"/>
                  <a:pt x="751774" y="288818"/>
                </a:cubicBezTo>
                <a:close/>
                <a:moveTo>
                  <a:pt x="679220" y="288818"/>
                </a:moveTo>
                <a:cubicBezTo>
                  <a:pt x="695989" y="288818"/>
                  <a:pt x="709583" y="302412"/>
                  <a:pt x="709583" y="319181"/>
                </a:cubicBezTo>
                <a:cubicBezTo>
                  <a:pt x="709583" y="335950"/>
                  <a:pt x="695989" y="349545"/>
                  <a:pt x="679220" y="349545"/>
                </a:cubicBezTo>
                <a:cubicBezTo>
                  <a:pt x="662450" y="349545"/>
                  <a:pt x="648856" y="335950"/>
                  <a:pt x="648856" y="319181"/>
                </a:cubicBezTo>
                <a:cubicBezTo>
                  <a:pt x="648856" y="302412"/>
                  <a:pt x="662450" y="288818"/>
                  <a:pt x="679220" y="288818"/>
                </a:cubicBezTo>
                <a:close/>
                <a:moveTo>
                  <a:pt x="606665" y="288818"/>
                </a:moveTo>
                <a:cubicBezTo>
                  <a:pt x="623435" y="288818"/>
                  <a:pt x="637029" y="302412"/>
                  <a:pt x="637029" y="319181"/>
                </a:cubicBezTo>
                <a:cubicBezTo>
                  <a:pt x="637029" y="335950"/>
                  <a:pt x="623435" y="349545"/>
                  <a:pt x="606665" y="349545"/>
                </a:cubicBezTo>
                <a:cubicBezTo>
                  <a:pt x="589896" y="349545"/>
                  <a:pt x="576302" y="335950"/>
                  <a:pt x="576302" y="319181"/>
                </a:cubicBezTo>
                <a:cubicBezTo>
                  <a:pt x="576302" y="302412"/>
                  <a:pt x="589896" y="288818"/>
                  <a:pt x="606665" y="288818"/>
                </a:cubicBezTo>
                <a:close/>
                <a:moveTo>
                  <a:pt x="534111" y="288818"/>
                </a:moveTo>
                <a:cubicBezTo>
                  <a:pt x="550880" y="288818"/>
                  <a:pt x="564474" y="302412"/>
                  <a:pt x="564474" y="319181"/>
                </a:cubicBezTo>
                <a:cubicBezTo>
                  <a:pt x="564474" y="335950"/>
                  <a:pt x="550880" y="349545"/>
                  <a:pt x="534111" y="349545"/>
                </a:cubicBezTo>
                <a:cubicBezTo>
                  <a:pt x="517341" y="349545"/>
                  <a:pt x="503747" y="335950"/>
                  <a:pt x="503747" y="319181"/>
                </a:cubicBezTo>
                <a:cubicBezTo>
                  <a:pt x="503747" y="302412"/>
                  <a:pt x="517341" y="288818"/>
                  <a:pt x="534111" y="288818"/>
                </a:cubicBezTo>
                <a:close/>
                <a:moveTo>
                  <a:pt x="461556" y="288818"/>
                </a:moveTo>
                <a:cubicBezTo>
                  <a:pt x="478326" y="288818"/>
                  <a:pt x="491920" y="302412"/>
                  <a:pt x="491920" y="319181"/>
                </a:cubicBezTo>
                <a:cubicBezTo>
                  <a:pt x="491920" y="335950"/>
                  <a:pt x="478326" y="349545"/>
                  <a:pt x="461556" y="349545"/>
                </a:cubicBezTo>
                <a:cubicBezTo>
                  <a:pt x="444787" y="349545"/>
                  <a:pt x="431192" y="335950"/>
                  <a:pt x="431192" y="319181"/>
                </a:cubicBezTo>
                <a:cubicBezTo>
                  <a:pt x="431192" y="302412"/>
                  <a:pt x="444787" y="288818"/>
                  <a:pt x="461556" y="288818"/>
                </a:cubicBezTo>
                <a:close/>
                <a:moveTo>
                  <a:pt x="389002" y="288818"/>
                </a:moveTo>
                <a:cubicBezTo>
                  <a:pt x="405771" y="288818"/>
                  <a:pt x="419365" y="302412"/>
                  <a:pt x="419365" y="319181"/>
                </a:cubicBezTo>
                <a:cubicBezTo>
                  <a:pt x="419365" y="335950"/>
                  <a:pt x="405771" y="349545"/>
                  <a:pt x="389002" y="349545"/>
                </a:cubicBezTo>
                <a:cubicBezTo>
                  <a:pt x="372232" y="349545"/>
                  <a:pt x="358638" y="335950"/>
                  <a:pt x="358638" y="319181"/>
                </a:cubicBezTo>
                <a:cubicBezTo>
                  <a:pt x="358638" y="302412"/>
                  <a:pt x="372232" y="288818"/>
                  <a:pt x="389002" y="288818"/>
                </a:cubicBezTo>
                <a:close/>
                <a:moveTo>
                  <a:pt x="316447" y="288818"/>
                </a:moveTo>
                <a:cubicBezTo>
                  <a:pt x="333216" y="288818"/>
                  <a:pt x="346810" y="302412"/>
                  <a:pt x="346810" y="319181"/>
                </a:cubicBezTo>
                <a:cubicBezTo>
                  <a:pt x="346810" y="335950"/>
                  <a:pt x="333216" y="349545"/>
                  <a:pt x="316447" y="349545"/>
                </a:cubicBezTo>
                <a:cubicBezTo>
                  <a:pt x="299677" y="349545"/>
                  <a:pt x="286084" y="335950"/>
                  <a:pt x="286084" y="319181"/>
                </a:cubicBezTo>
                <a:cubicBezTo>
                  <a:pt x="286084" y="302412"/>
                  <a:pt x="299677" y="288818"/>
                  <a:pt x="316447" y="288818"/>
                </a:cubicBezTo>
                <a:close/>
                <a:moveTo>
                  <a:pt x="243892" y="288818"/>
                </a:moveTo>
                <a:cubicBezTo>
                  <a:pt x="260662" y="288818"/>
                  <a:pt x="274256" y="302412"/>
                  <a:pt x="274256" y="319181"/>
                </a:cubicBezTo>
                <a:cubicBezTo>
                  <a:pt x="274256" y="335950"/>
                  <a:pt x="260662" y="349545"/>
                  <a:pt x="243892" y="349545"/>
                </a:cubicBezTo>
                <a:cubicBezTo>
                  <a:pt x="227123" y="349545"/>
                  <a:pt x="213529" y="335950"/>
                  <a:pt x="213529" y="319181"/>
                </a:cubicBezTo>
                <a:cubicBezTo>
                  <a:pt x="213529" y="302412"/>
                  <a:pt x="227123" y="288818"/>
                  <a:pt x="243892" y="288818"/>
                </a:cubicBezTo>
                <a:close/>
                <a:moveTo>
                  <a:pt x="171339" y="288818"/>
                </a:moveTo>
                <a:cubicBezTo>
                  <a:pt x="188107" y="288818"/>
                  <a:pt x="201701" y="302412"/>
                  <a:pt x="201701" y="319181"/>
                </a:cubicBezTo>
                <a:cubicBezTo>
                  <a:pt x="201701" y="335950"/>
                  <a:pt x="188107" y="349545"/>
                  <a:pt x="171339" y="349545"/>
                </a:cubicBezTo>
                <a:cubicBezTo>
                  <a:pt x="154691" y="349545"/>
                  <a:pt x="141096" y="335950"/>
                  <a:pt x="141096" y="319181"/>
                </a:cubicBezTo>
                <a:cubicBezTo>
                  <a:pt x="141096" y="302412"/>
                  <a:pt x="154691" y="288818"/>
                  <a:pt x="171339" y="288818"/>
                </a:cubicBezTo>
                <a:close/>
                <a:moveTo>
                  <a:pt x="98923" y="288818"/>
                </a:moveTo>
                <a:cubicBezTo>
                  <a:pt x="115682" y="288818"/>
                  <a:pt x="129276" y="302412"/>
                  <a:pt x="129276" y="319181"/>
                </a:cubicBezTo>
                <a:cubicBezTo>
                  <a:pt x="129276" y="335950"/>
                  <a:pt x="115682" y="349545"/>
                  <a:pt x="98923" y="349545"/>
                </a:cubicBezTo>
                <a:cubicBezTo>
                  <a:pt x="82149" y="349545"/>
                  <a:pt x="68554" y="335950"/>
                  <a:pt x="68554" y="319181"/>
                </a:cubicBezTo>
                <a:cubicBezTo>
                  <a:pt x="68554" y="302412"/>
                  <a:pt x="82149" y="288818"/>
                  <a:pt x="98923" y="288818"/>
                </a:cubicBezTo>
                <a:close/>
                <a:moveTo>
                  <a:pt x="26368" y="288818"/>
                </a:moveTo>
                <a:cubicBezTo>
                  <a:pt x="43131" y="288818"/>
                  <a:pt x="56725" y="302412"/>
                  <a:pt x="56725" y="319181"/>
                </a:cubicBezTo>
                <a:cubicBezTo>
                  <a:pt x="56725" y="335950"/>
                  <a:pt x="43131" y="349545"/>
                  <a:pt x="26368" y="349545"/>
                </a:cubicBezTo>
                <a:cubicBezTo>
                  <a:pt x="17983" y="349545"/>
                  <a:pt x="10391" y="346146"/>
                  <a:pt x="4896" y="340651"/>
                </a:cubicBezTo>
                <a:lnTo>
                  <a:pt x="0" y="328831"/>
                </a:lnTo>
                <a:lnTo>
                  <a:pt x="0" y="309532"/>
                </a:lnTo>
                <a:lnTo>
                  <a:pt x="4896" y="297711"/>
                </a:lnTo>
                <a:cubicBezTo>
                  <a:pt x="10391" y="292217"/>
                  <a:pt x="17983" y="288818"/>
                  <a:pt x="26368" y="288818"/>
                </a:cubicBezTo>
                <a:close/>
                <a:moveTo>
                  <a:pt x="1622429" y="208366"/>
                </a:moveTo>
                <a:cubicBezTo>
                  <a:pt x="1639199" y="208366"/>
                  <a:pt x="1652792" y="221960"/>
                  <a:pt x="1652792" y="238729"/>
                </a:cubicBezTo>
                <a:cubicBezTo>
                  <a:pt x="1652792" y="255499"/>
                  <a:pt x="1639199" y="269093"/>
                  <a:pt x="1622429" y="269093"/>
                </a:cubicBezTo>
                <a:cubicBezTo>
                  <a:pt x="1605659" y="269093"/>
                  <a:pt x="1592066" y="255499"/>
                  <a:pt x="1592066" y="238729"/>
                </a:cubicBezTo>
                <a:cubicBezTo>
                  <a:pt x="1592066" y="221960"/>
                  <a:pt x="1605659" y="208366"/>
                  <a:pt x="1622429" y="208366"/>
                </a:cubicBezTo>
                <a:close/>
                <a:moveTo>
                  <a:pt x="1549874" y="208366"/>
                </a:moveTo>
                <a:cubicBezTo>
                  <a:pt x="1566644" y="208366"/>
                  <a:pt x="1580238" y="221960"/>
                  <a:pt x="1580238" y="238729"/>
                </a:cubicBezTo>
                <a:cubicBezTo>
                  <a:pt x="1580238" y="255499"/>
                  <a:pt x="1566644" y="269093"/>
                  <a:pt x="1549874" y="269093"/>
                </a:cubicBezTo>
                <a:cubicBezTo>
                  <a:pt x="1533105" y="269093"/>
                  <a:pt x="1519511" y="255499"/>
                  <a:pt x="1519511" y="238729"/>
                </a:cubicBezTo>
                <a:cubicBezTo>
                  <a:pt x="1519511" y="221960"/>
                  <a:pt x="1533105" y="208366"/>
                  <a:pt x="1549874" y="208366"/>
                </a:cubicBezTo>
                <a:close/>
                <a:moveTo>
                  <a:pt x="1477320" y="208366"/>
                </a:moveTo>
                <a:cubicBezTo>
                  <a:pt x="1494089" y="208366"/>
                  <a:pt x="1507683" y="221960"/>
                  <a:pt x="1507683" y="238729"/>
                </a:cubicBezTo>
                <a:cubicBezTo>
                  <a:pt x="1507683" y="255499"/>
                  <a:pt x="1494089" y="269093"/>
                  <a:pt x="1477320" y="269093"/>
                </a:cubicBezTo>
                <a:cubicBezTo>
                  <a:pt x="1460550" y="269093"/>
                  <a:pt x="1446956" y="255499"/>
                  <a:pt x="1446956" y="238729"/>
                </a:cubicBezTo>
                <a:cubicBezTo>
                  <a:pt x="1446956" y="221960"/>
                  <a:pt x="1460550" y="208366"/>
                  <a:pt x="1477320" y="208366"/>
                </a:cubicBezTo>
                <a:close/>
                <a:moveTo>
                  <a:pt x="1404765" y="208366"/>
                </a:moveTo>
                <a:cubicBezTo>
                  <a:pt x="1421535" y="208366"/>
                  <a:pt x="1435129" y="221960"/>
                  <a:pt x="1435129" y="238729"/>
                </a:cubicBezTo>
                <a:cubicBezTo>
                  <a:pt x="1435129" y="255499"/>
                  <a:pt x="1421535" y="269093"/>
                  <a:pt x="1404765" y="269093"/>
                </a:cubicBezTo>
                <a:cubicBezTo>
                  <a:pt x="1387996" y="269093"/>
                  <a:pt x="1374402" y="255499"/>
                  <a:pt x="1374402" y="238729"/>
                </a:cubicBezTo>
                <a:cubicBezTo>
                  <a:pt x="1374402" y="221960"/>
                  <a:pt x="1387996" y="208366"/>
                  <a:pt x="1404765" y="208366"/>
                </a:cubicBezTo>
                <a:close/>
                <a:moveTo>
                  <a:pt x="1332211" y="208366"/>
                </a:moveTo>
                <a:cubicBezTo>
                  <a:pt x="1348980" y="208366"/>
                  <a:pt x="1362574" y="221960"/>
                  <a:pt x="1362574" y="238729"/>
                </a:cubicBezTo>
                <a:cubicBezTo>
                  <a:pt x="1362574" y="255499"/>
                  <a:pt x="1348980" y="269093"/>
                  <a:pt x="1332211" y="269093"/>
                </a:cubicBezTo>
                <a:cubicBezTo>
                  <a:pt x="1315441" y="269093"/>
                  <a:pt x="1301847" y="255499"/>
                  <a:pt x="1301847" y="238729"/>
                </a:cubicBezTo>
                <a:cubicBezTo>
                  <a:pt x="1301847" y="221960"/>
                  <a:pt x="1315441" y="208366"/>
                  <a:pt x="1332211" y="208366"/>
                </a:cubicBezTo>
                <a:close/>
                <a:moveTo>
                  <a:pt x="1259656" y="208366"/>
                </a:moveTo>
                <a:cubicBezTo>
                  <a:pt x="1276426" y="208366"/>
                  <a:pt x="1290020" y="221960"/>
                  <a:pt x="1290020" y="238729"/>
                </a:cubicBezTo>
                <a:cubicBezTo>
                  <a:pt x="1290020" y="255499"/>
                  <a:pt x="1276426" y="269093"/>
                  <a:pt x="1259656" y="269093"/>
                </a:cubicBezTo>
                <a:cubicBezTo>
                  <a:pt x="1242887" y="269093"/>
                  <a:pt x="1229293" y="255499"/>
                  <a:pt x="1229293" y="238729"/>
                </a:cubicBezTo>
                <a:cubicBezTo>
                  <a:pt x="1229293" y="221960"/>
                  <a:pt x="1242887" y="208366"/>
                  <a:pt x="1259656" y="208366"/>
                </a:cubicBezTo>
                <a:close/>
                <a:moveTo>
                  <a:pt x="1187102" y="208366"/>
                </a:moveTo>
                <a:cubicBezTo>
                  <a:pt x="1203871" y="208366"/>
                  <a:pt x="1217465" y="221960"/>
                  <a:pt x="1217465" y="238729"/>
                </a:cubicBezTo>
                <a:cubicBezTo>
                  <a:pt x="1217465" y="255499"/>
                  <a:pt x="1203871" y="269093"/>
                  <a:pt x="1187102" y="269093"/>
                </a:cubicBezTo>
                <a:cubicBezTo>
                  <a:pt x="1170332" y="269093"/>
                  <a:pt x="1156738" y="255499"/>
                  <a:pt x="1156738" y="238729"/>
                </a:cubicBezTo>
                <a:cubicBezTo>
                  <a:pt x="1156738" y="221960"/>
                  <a:pt x="1170332" y="208366"/>
                  <a:pt x="1187102" y="208366"/>
                </a:cubicBezTo>
                <a:close/>
                <a:moveTo>
                  <a:pt x="1114547" y="208366"/>
                </a:moveTo>
                <a:cubicBezTo>
                  <a:pt x="1131317" y="208366"/>
                  <a:pt x="1144911" y="221960"/>
                  <a:pt x="1144911" y="238729"/>
                </a:cubicBezTo>
                <a:cubicBezTo>
                  <a:pt x="1144911" y="255499"/>
                  <a:pt x="1131317" y="269093"/>
                  <a:pt x="1114547" y="269093"/>
                </a:cubicBezTo>
                <a:cubicBezTo>
                  <a:pt x="1097778" y="269093"/>
                  <a:pt x="1084184" y="255499"/>
                  <a:pt x="1084184" y="238729"/>
                </a:cubicBezTo>
                <a:cubicBezTo>
                  <a:pt x="1084184" y="221960"/>
                  <a:pt x="1097778" y="208366"/>
                  <a:pt x="1114547" y="208366"/>
                </a:cubicBezTo>
                <a:close/>
                <a:moveTo>
                  <a:pt x="1041993" y="208366"/>
                </a:moveTo>
                <a:cubicBezTo>
                  <a:pt x="1058762" y="208366"/>
                  <a:pt x="1072356" y="221960"/>
                  <a:pt x="1072356" y="238729"/>
                </a:cubicBezTo>
                <a:cubicBezTo>
                  <a:pt x="1072356" y="255499"/>
                  <a:pt x="1058762" y="269093"/>
                  <a:pt x="1041993" y="269093"/>
                </a:cubicBezTo>
                <a:cubicBezTo>
                  <a:pt x="1025223" y="269093"/>
                  <a:pt x="1011629" y="255499"/>
                  <a:pt x="1011629" y="238729"/>
                </a:cubicBezTo>
                <a:cubicBezTo>
                  <a:pt x="1011629" y="221960"/>
                  <a:pt x="1025223" y="208366"/>
                  <a:pt x="1041993" y="208366"/>
                </a:cubicBezTo>
                <a:close/>
                <a:moveTo>
                  <a:pt x="969438" y="208366"/>
                </a:moveTo>
                <a:cubicBezTo>
                  <a:pt x="986208" y="208366"/>
                  <a:pt x="999801" y="221960"/>
                  <a:pt x="999801" y="238729"/>
                </a:cubicBezTo>
                <a:cubicBezTo>
                  <a:pt x="999801" y="255499"/>
                  <a:pt x="986208" y="269093"/>
                  <a:pt x="969438" y="269093"/>
                </a:cubicBezTo>
                <a:cubicBezTo>
                  <a:pt x="952669" y="269093"/>
                  <a:pt x="939075" y="255499"/>
                  <a:pt x="939075" y="238729"/>
                </a:cubicBezTo>
                <a:cubicBezTo>
                  <a:pt x="939075" y="221960"/>
                  <a:pt x="952669" y="208366"/>
                  <a:pt x="969438" y="208366"/>
                </a:cubicBezTo>
                <a:close/>
                <a:moveTo>
                  <a:pt x="896883" y="208366"/>
                </a:moveTo>
                <a:cubicBezTo>
                  <a:pt x="913653" y="208366"/>
                  <a:pt x="927247" y="221960"/>
                  <a:pt x="927247" y="238729"/>
                </a:cubicBezTo>
                <a:cubicBezTo>
                  <a:pt x="927247" y="255499"/>
                  <a:pt x="913653" y="269093"/>
                  <a:pt x="896883" y="269093"/>
                </a:cubicBezTo>
                <a:cubicBezTo>
                  <a:pt x="880114" y="269093"/>
                  <a:pt x="866520" y="255499"/>
                  <a:pt x="866520" y="238729"/>
                </a:cubicBezTo>
                <a:cubicBezTo>
                  <a:pt x="866520" y="221960"/>
                  <a:pt x="880114" y="208366"/>
                  <a:pt x="896883" y="208366"/>
                </a:cubicBezTo>
                <a:close/>
                <a:moveTo>
                  <a:pt x="824329" y="208366"/>
                </a:moveTo>
                <a:cubicBezTo>
                  <a:pt x="841098" y="208366"/>
                  <a:pt x="854692" y="221960"/>
                  <a:pt x="854692" y="238729"/>
                </a:cubicBezTo>
                <a:cubicBezTo>
                  <a:pt x="854692" y="255499"/>
                  <a:pt x="841098" y="269093"/>
                  <a:pt x="824329" y="269093"/>
                </a:cubicBezTo>
                <a:cubicBezTo>
                  <a:pt x="807559" y="269093"/>
                  <a:pt x="793965" y="255499"/>
                  <a:pt x="793965" y="238729"/>
                </a:cubicBezTo>
                <a:cubicBezTo>
                  <a:pt x="793965" y="221960"/>
                  <a:pt x="807559" y="208366"/>
                  <a:pt x="824329" y="208366"/>
                </a:cubicBezTo>
                <a:close/>
                <a:moveTo>
                  <a:pt x="751774" y="208366"/>
                </a:moveTo>
                <a:cubicBezTo>
                  <a:pt x="768544" y="208366"/>
                  <a:pt x="782138" y="221960"/>
                  <a:pt x="782138" y="238729"/>
                </a:cubicBezTo>
                <a:cubicBezTo>
                  <a:pt x="782138" y="255499"/>
                  <a:pt x="768544" y="269093"/>
                  <a:pt x="751774" y="269093"/>
                </a:cubicBezTo>
                <a:cubicBezTo>
                  <a:pt x="735005" y="269093"/>
                  <a:pt x="721411" y="255499"/>
                  <a:pt x="721411" y="238729"/>
                </a:cubicBezTo>
                <a:cubicBezTo>
                  <a:pt x="721411" y="221960"/>
                  <a:pt x="735005" y="208366"/>
                  <a:pt x="751774" y="208366"/>
                </a:cubicBezTo>
                <a:close/>
                <a:moveTo>
                  <a:pt x="679220" y="208366"/>
                </a:moveTo>
                <a:cubicBezTo>
                  <a:pt x="695989" y="208366"/>
                  <a:pt x="709583" y="221960"/>
                  <a:pt x="709583" y="238729"/>
                </a:cubicBezTo>
                <a:cubicBezTo>
                  <a:pt x="709583" y="255499"/>
                  <a:pt x="695989" y="269093"/>
                  <a:pt x="679220" y="269093"/>
                </a:cubicBezTo>
                <a:cubicBezTo>
                  <a:pt x="662450" y="269093"/>
                  <a:pt x="648856" y="255499"/>
                  <a:pt x="648856" y="238729"/>
                </a:cubicBezTo>
                <a:cubicBezTo>
                  <a:pt x="648856" y="221960"/>
                  <a:pt x="662450" y="208366"/>
                  <a:pt x="679220" y="208366"/>
                </a:cubicBezTo>
                <a:close/>
                <a:moveTo>
                  <a:pt x="606665" y="208366"/>
                </a:moveTo>
                <a:cubicBezTo>
                  <a:pt x="623435" y="208366"/>
                  <a:pt x="637029" y="221960"/>
                  <a:pt x="637029" y="238729"/>
                </a:cubicBezTo>
                <a:cubicBezTo>
                  <a:pt x="637029" y="255499"/>
                  <a:pt x="623435" y="269093"/>
                  <a:pt x="606665" y="269093"/>
                </a:cubicBezTo>
                <a:cubicBezTo>
                  <a:pt x="589896" y="269093"/>
                  <a:pt x="576302" y="255499"/>
                  <a:pt x="576302" y="238729"/>
                </a:cubicBezTo>
                <a:cubicBezTo>
                  <a:pt x="576302" y="221960"/>
                  <a:pt x="589896" y="208366"/>
                  <a:pt x="606665" y="208366"/>
                </a:cubicBezTo>
                <a:close/>
                <a:moveTo>
                  <a:pt x="534111" y="208366"/>
                </a:moveTo>
                <a:cubicBezTo>
                  <a:pt x="550880" y="208366"/>
                  <a:pt x="564474" y="221960"/>
                  <a:pt x="564474" y="238729"/>
                </a:cubicBezTo>
                <a:cubicBezTo>
                  <a:pt x="564474" y="255499"/>
                  <a:pt x="550880" y="269093"/>
                  <a:pt x="534111" y="269093"/>
                </a:cubicBezTo>
                <a:cubicBezTo>
                  <a:pt x="517341" y="269093"/>
                  <a:pt x="503747" y="255499"/>
                  <a:pt x="503747" y="238729"/>
                </a:cubicBezTo>
                <a:cubicBezTo>
                  <a:pt x="503747" y="221960"/>
                  <a:pt x="517341" y="208366"/>
                  <a:pt x="534111" y="208366"/>
                </a:cubicBezTo>
                <a:close/>
                <a:moveTo>
                  <a:pt x="461556" y="208366"/>
                </a:moveTo>
                <a:cubicBezTo>
                  <a:pt x="478326" y="208366"/>
                  <a:pt x="491920" y="221960"/>
                  <a:pt x="491920" y="238729"/>
                </a:cubicBezTo>
                <a:cubicBezTo>
                  <a:pt x="491920" y="255499"/>
                  <a:pt x="478326" y="269093"/>
                  <a:pt x="461556" y="269093"/>
                </a:cubicBezTo>
                <a:cubicBezTo>
                  <a:pt x="444787" y="269093"/>
                  <a:pt x="431192" y="255499"/>
                  <a:pt x="431192" y="238729"/>
                </a:cubicBezTo>
                <a:cubicBezTo>
                  <a:pt x="431192" y="221960"/>
                  <a:pt x="444787" y="208366"/>
                  <a:pt x="461556" y="208366"/>
                </a:cubicBezTo>
                <a:close/>
                <a:moveTo>
                  <a:pt x="389002" y="208366"/>
                </a:moveTo>
                <a:cubicBezTo>
                  <a:pt x="405771" y="208366"/>
                  <a:pt x="419365" y="221960"/>
                  <a:pt x="419365" y="238729"/>
                </a:cubicBezTo>
                <a:cubicBezTo>
                  <a:pt x="419365" y="255499"/>
                  <a:pt x="405771" y="269093"/>
                  <a:pt x="389002" y="269093"/>
                </a:cubicBezTo>
                <a:cubicBezTo>
                  <a:pt x="372232" y="269093"/>
                  <a:pt x="358638" y="255499"/>
                  <a:pt x="358638" y="238729"/>
                </a:cubicBezTo>
                <a:cubicBezTo>
                  <a:pt x="358638" y="221960"/>
                  <a:pt x="372232" y="208366"/>
                  <a:pt x="389002" y="208366"/>
                </a:cubicBezTo>
                <a:close/>
                <a:moveTo>
                  <a:pt x="316447" y="208366"/>
                </a:moveTo>
                <a:cubicBezTo>
                  <a:pt x="333216" y="208366"/>
                  <a:pt x="346810" y="221960"/>
                  <a:pt x="346810" y="238729"/>
                </a:cubicBezTo>
                <a:cubicBezTo>
                  <a:pt x="346810" y="255499"/>
                  <a:pt x="333216" y="269093"/>
                  <a:pt x="316447" y="269093"/>
                </a:cubicBezTo>
                <a:cubicBezTo>
                  <a:pt x="299677" y="269093"/>
                  <a:pt x="286084" y="255499"/>
                  <a:pt x="286084" y="238729"/>
                </a:cubicBezTo>
                <a:cubicBezTo>
                  <a:pt x="286084" y="221960"/>
                  <a:pt x="299677" y="208366"/>
                  <a:pt x="316447" y="208366"/>
                </a:cubicBezTo>
                <a:close/>
                <a:moveTo>
                  <a:pt x="243892" y="208366"/>
                </a:moveTo>
                <a:cubicBezTo>
                  <a:pt x="260662" y="208366"/>
                  <a:pt x="274256" y="221960"/>
                  <a:pt x="274256" y="238729"/>
                </a:cubicBezTo>
                <a:cubicBezTo>
                  <a:pt x="274256" y="255499"/>
                  <a:pt x="260662" y="269093"/>
                  <a:pt x="243892" y="269093"/>
                </a:cubicBezTo>
                <a:cubicBezTo>
                  <a:pt x="227123" y="269093"/>
                  <a:pt x="213529" y="255499"/>
                  <a:pt x="213529" y="238729"/>
                </a:cubicBezTo>
                <a:cubicBezTo>
                  <a:pt x="213529" y="221960"/>
                  <a:pt x="227123" y="208366"/>
                  <a:pt x="243892" y="208366"/>
                </a:cubicBezTo>
                <a:close/>
                <a:moveTo>
                  <a:pt x="171339" y="208366"/>
                </a:moveTo>
                <a:cubicBezTo>
                  <a:pt x="188107" y="208366"/>
                  <a:pt x="201701" y="221960"/>
                  <a:pt x="201701" y="238729"/>
                </a:cubicBezTo>
                <a:cubicBezTo>
                  <a:pt x="201701" y="255499"/>
                  <a:pt x="188107" y="269093"/>
                  <a:pt x="171339" y="269093"/>
                </a:cubicBezTo>
                <a:cubicBezTo>
                  <a:pt x="154697" y="269093"/>
                  <a:pt x="141102" y="255499"/>
                  <a:pt x="141102" y="238729"/>
                </a:cubicBezTo>
                <a:cubicBezTo>
                  <a:pt x="141102" y="221960"/>
                  <a:pt x="154697" y="208366"/>
                  <a:pt x="171339" y="208366"/>
                </a:cubicBezTo>
                <a:close/>
                <a:moveTo>
                  <a:pt x="98929" y="208366"/>
                </a:moveTo>
                <a:cubicBezTo>
                  <a:pt x="115688" y="208366"/>
                  <a:pt x="129282" y="221960"/>
                  <a:pt x="129282" y="238729"/>
                </a:cubicBezTo>
                <a:cubicBezTo>
                  <a:pt x="129282" y="255499"/>
                  <a:pt x="115688" y="269093"/>
                  <a:pt x="98929" y="269093"/>
                </a:cubicBezTo>
                <a:cubicBezTo>
                  <a:pt x="82155" y="269093"/>
                  <a:pt x="68561" y="255499"/>
                  <a:pt x="68561" y="238729"/>
                </a:cubicBezTo>
                <a:cubicBezTo>
                  <a:pt x="68561" y="221960"/>
                  <a:pt x="82155" y="208366"/>
                  <a:pt x="98929" y="208366"/>
                </a:cubicBezTo>
                <a:close/>
                <a:moveTo>
                  <a:pt x="26375" y="208366"/>
                </a:moveTo>
                <a:cubicBezTo>
                  <a:pt x="43137" y="208366"/>
                  <a:pt x="56732" y="221960"/>
                  <a:pt x="56732" y="238729"/>
                </a:cubicBezTo>
                <a:cubicBezTo>
                  <a:pt x="56732" y="255499"/>
                  <a:pt x="43137" y="269093"/>
                  <a:pt x="26375" y="269093"/>
                </a:cubicBezTo>
                <a:cubicBezTo>
                  <a:pt x="17989" y="269093"/>
                  <a:pt x="10398" y="265695"/>
                  <a:pt x="4903" y="260200"/>
                </a:cubicBezTo>
                <a:lnTo>
                  <a:pt x="0" y="248364"/>
                </a:lnTo>
                <a:lnTo>
                  <a:pt x="0" y="229094"/>
                </a:lnTo>
                <a:lnTo>
                  <a:pt x="4903" y="217259"/>
                </a:lnTo>
                <a:cubicBezTo>
                  <a:pt x="10398" y="211765"/>
                  <a:pt x="17989" y="208366"/>
                  <a:pt x="26375" y="208366"/>
                </a:cubicBezTo>
                <a:close/>
                <a:moveTo>
                  <a:pt x="1622429" y="127914"/>
                </a:moveTo>
                <a:cubicBezTo>
                  <a:pt x="1630814" y="127914"/>
                  <a:pt x="1638404" y="131313"/>
                  <a:pt x="1643899" y="136808"/>
                </a:cubicBezTo>
                <a:lnTo>
                  <a:pt x="1648931" y="148957"/>
                </a:lnTo>
                <a:lnTo>
                  <a:pt x="1651011" y="162579"/>
                </a:lnTo>
                <a:lnTo>
                  <a:pt x="1643899" y="179748"/>
                </a:lnTo>
                <a:cubicBezTo>
                  <a:pt x="1638404" y="185243"/>
                  <a:pt x="1630814" y="188641"/>
                  <a:pt x="1622429" y="188641"/>
                </a:cubicBezTo>
                <a:cubicBezTo>
                  <a:pt x="1605659" y="188641"/>
                  <a:pt x="1592066" y="175047"/>
                  <a:pt x="1592066" y="158278"/>
                </a:cubicBezTo>
                <a:cubicBezTo>
                  <a:pt x="1592066" y="141508"/>
                  <a:pt x="1605659" y="127914"/>
                  <a:pt x="1622429" y="127914"/>
                </a:cubicBezTo>
                <a:close/>
                <a:moveTo>
                  <a:pt x="1549874" y="127914"/>
                </a:moveTo>
                <a:cubicBezTo>
                  <a:pt x="1566644" y="127914"/>
                  <a:pt x="1580238" y="141508"/>
                  <a:pt x="1580238" y="158278"/>
                </a:cubicBezTo>
                <a:cubicBezTo>
                  <a:pt x="1580238" y="175047"/>
                  <a:pt x="1566644" y="188641"/>
                  <a:pt x="1549874" y="188641"/>
                </a:cubicBezTo>
                <a:cubicBezTo>
                  <a:pt x="1533105" y="188641"/>
                  <a:pt x="1519511" y="175047"/>
                  <a:pt x="1519511" y="158278"/>
                </a:cubicBezTo>
                <a:cubicBezTo>
                  <a:pt x="1519511" y="141508"/>
                  <a:pt x="1533105" y="127914"/>
                  <a:pt x="1549874" y="127914"/>
                </a:cubicBezTo>
                <a:close/>
                <a:moveTo>
                  <a:pt x="1477320" y="127914"/>
                </a:moveTo>
                <a:cubicBezTo>
                  <a:pt x="1494089" y="127914"/>
                  <a:pt x="1507683" y="141508"/>
                  <a:pt x="1507683" y="158278"/>
                </a:cubicBezTo>
                <a:cubicBezTo>
                  <a:pt x="1507683" y="175047"/>
                  <a:pt x="1494089" y="188641"/>
                  <a:pt x="1477320" y="188641"/>
                </a:cubicBezTo>
                <a:cubicBezTo>
                  <a:pt x="1460550" y="188641"/>
                  <a:pt x="1446956" y="175047"/>
                  <a:pt x="1446956" y="158278"/>
                </a:cubicBezTo>
                <a:cubicBezTo>
                  <a:pt x="1446956" y="141508"/>
                  <a:pt x="1460550" y="127914"/>
                  <a:pt x="1477320" y="127914"/>
                </a:cubicBezTo>
                <a:close/>
                <a:moveTo>
                  <a:pt x="1404765" y="127914"/>
                </a:moveTo>
                <a:cubicBezTo>
                  <a:pt x="1421535" y="127914"/>
                  <a:pt x="1435129" y="141508"/>
                  <a:pt x="1435129" y="158278"/>
                </a:cubicBezTo>
                <a:cubicBezTo>
                  <a:pt x="1435129" y="175047"/>
                  <a:pt x="1421535" y="188641"/>
                  <a:pt x="1404765" y="188641"/>
                </a:cubicBezTo>
                <a:cubicBezTo>
                  <a:pt x="1387996" y="188641"/>
                  <a:pt x="1374402" y="175047"/>
                  <a:pt x="1374402" y="158278"/>
                </a:cubicBezTo>
                <a:cubicBezTo>
                  <a:pt x="1374402" y="141508"/>
                  <a:pt x="1387996" y="127914"/>
                  <a:pt x="1404765" y="127914"/>
                </a:cubicBezTo>
                <a:close/>
                <a:moveTo>
                  <a:pt x="1332211" y="127914"/>
                </a:moveTo>
                <a:cubicBezTo>
                  <a:pt x="1348980" y="127914"/>
                  <a:pt x="1362574" y="141508"/>
                  <a:pt x="1362574" y="158278"/>
                </a:cubicBezTo>
                <a:cubicBezTo>
                  <a:pt x="1362574" y="175047"/>
                  <a:pt x="1348980" y="188641"/>
                  <a:pt x="1332211" y="188641"/>
                </a:cubicBezTo>
                <a:cubicBezTo>
                  <a:pt x="1315441" y="188641"/>
                  <a:pt x="1301847" y="175047"/>
                  <a:pt x="1301847" y="158278"/>
                </a:cubicBezTo>
                <a:cubicBezTo>
                  <a:pt x="1301847" y="141508"/>
                  <a:pt x="1315441" y="127914"/>
                  <a:pt x="1332211" y="127914"/>
                </a:cubicBezTo>
                <a:close/>
                <a:moveTo>
                  <a:pt x="1259656" y="127914"/>
                </a:moveTo>
                <a:cubicBezTo>
                  <a:pt x="1276426" y="127914"/>
                  <a:pt x="1290020" y="141508"/>
                  <a:pt x="1290020" y="158278"/>
                </a:cubicBezTo>
                <a:cubicBezTo>
                  <a:pt x="1290020" y="175047"/>
                  <a:pt x="1276426" y="188641"/>
                  <a:pt x="1259656" y="188641"/>
                </a:cubicBezTo>
                <a:cubicBezTo>
                  <a:pt x="1242887" y="188641"/>
                  <a:pt x="1229293" y="175047"/>
                  <a:pt x="1229293" y="158278"/>
                </a:cubicBezTo>
                <a:cubicBezTo>
                  <a:pt x="1229293" y="141508"/>
                  <a:pt x="1242887" y="127914"/>
                  <a:pt x="1259656" y="127914"/>
                </a:cubicBezTo>
                <a:close/>
                <a:moveTo>
                  <a:pt x="1187102" y="127914"/>
                </a:moveTo>
                <a:cubicBezTo>
                  <a:pt x="1203871" y="127914"/>
                  <a:pt x="1217465" y="141508"/>
                  <a:pt x="1217465" y="158278"/>
                </a:cubicBezTo>
                <a:cubicBezTo>
                  <a:pt x="1217465" y="175047"/>
                  <a:pt x="1203871" y="188641"/>
                  <a:pt x="1187102" y="188641"/>
                </a:cubicBezTo>
                <a:cubicBezTo>
                  <a:pt x="1170332" y="188641"/>
                  <a:pt x="1156738" y="175047"/>
                  <a:pt x="1156738" y="158278"/>
                </a:cubicBezTo>
                <a:cubicBezTo>
                  <a:pt x="1156738" y="141508"/>
                  <a:pt x="1170332" y="127914"/>
                  <a:pt x="1187102" y="127914"/>
                </a:cubicBezTo>
                <a:close/>
                <a:moveTo>
                  <a:pt x="1114547" y="127914"/>
                </a:moveTo>
                <a:cubicBezTo>
                  <a:pt x="1131317" y="127914"/>
                  <a:pt x="1144911" y="141508"/>
                  <a:pt x="1144911" y="158278"/>
                </a:cubicBezTo>
                <a:cubicBezTo>
                  <a:pt x="1144911" y="175047"/>
                  <a:pt x="1131317" y="188641"/>
                  <a:pt x="1114547" y="188641"/>
                </a:cubicBezTo>
                <a:cubicBezTo>
                  <a:pt x="1097778" y="188641"/>
                  <a:pt x="1084184" y="175047"/>
                  <a:pt x="1084184" y="158278"/>
                </a:cubicBezTo>
                <a:cubicBezTo>
                  <a:pt x="1084184" y="141508"/>
                  <a:pt x="1097778" y="127914"/>
                  <a:pt x="1114547" y="127914"/>
                </a:cubicBezTo>
                <a:close/>
                <a:moveTo>
                  <a:pt x="1041993" y="127914"/>
                </a:moveTo>
                <a:cubicBezTo>
                  <a:pt x="1058762" y="127914"/>
                  <a:pt x="1072356" y="141508"/>
                  <a:pt x="1072356" y="158278"/>
                </a:cubicBezTo>
                <a:cubicBezTo>
                  <a:pt x="1072356" y="175047"/>
                  <a:pt x="1058762" y="188641"/>
                  <a:pt x="1041993" y="188641"/>
                </a:cubicBezTo>
                <a:cubicBezTo>
                  <a:pt x="1025223" y="188641"/>
                  <a:pt x="1011629" y="175047"/>
                  <a:pt x="1011629" y="158278"/>
                </a:cubicBezTo>
                <a:cubicBezTo>
                  <a:pt x="1011629" y="141508"/>
                  <a:pt x="1025223" y="127914"/>
                  <a:pt x="1041993" y="127914"/>
                </a:cubicBezTo>
                <a:close/>
                <a:moveTo>
                  <a:pt x="969438" y="127914"/>
                </a:moveTo>
                <a:cubicBezTo>
                  <a:pt x="986208" y="127914"/>
                  <a:pt x="999801" y="141508"/>
                  <a:pt x="999801" y="158278"/>
                </a:cubicBezTo>
                <a:cubicBezTo>
                  <a:pt x="999801" y="175047"/>
                  <a:pt x="986208" y="188641"/>
                  <a:pt x="969438" y="188641"/>
                </a:cubicBezTo>
                <a:cubicBezTo>
                  <a:pt x="952669" y="188641"/>
                  <a:pt x="939075" y="175047"/>
                  <a:pt x="939075" y="158278"/>
                </a:cubicBezTo>
                <a:cubicBezTo>
                  <a:pt x="939075" y="141508"/>
                  <a:pt x="952669" y="127914"/>
                  <a:pt x="969438" y="127914"/>
                </a:cubicBezTo>
                <a:close/>
                <a:moveTo>
                  <a:pt x="896883" y="127914"/>
                </a:moveTo>
                <a:cubicBezTo>
                  <a:pt x="913653" y="127914"/>
                  <a:pt x="927247" y="141508"/>
                  <a:pt x="927247" y="158278"/>
                </a:cubicBezTo>
                <a:cubicBezTo>
                  <a:pt x="927247" y="175047"/>
                  <a:pt x="913653" y="188641"/>
                  <a:pt x="896883" y="188641"/>
                </a:cubicBezTo>
                <a:cubicBezTo>
                  <a:pt x="880114" y="188641"/>
                  <a:pt x="866520" y="175047"/>
                  <a:pt x="866520" y="158278"/>
                </a:cubicBezTo>
                <a:cubicBezTo>
                  <a:pt x="866520" y="141508"/>
                  <a:pt x="880114" y="127914"/>
                  <a:pt x="896883" y="127914"/>
                </a:cubicBezTo>
                <a:close/>
                <a:moveTo>
                  <a:pt x="824329" y="127914"/>
                </a:moveTo>
                <a:cubicBezTo>
                  <a:pt x="841098" y="127914"/>
                  <a:pt x="854692" y="141508"/>
                  <a:pt x="854692" y="158278"/>
                </a:cubicBezTo>
                <a:cubicBezTo>
                  <a:pt x="854692" y="175047"/>
                  <a:pt x="841098" y="188641"/>
                  <a:pt x="824329" y="188641"/>
                </a:cubicBezTo>
                <a:cubicBezTo>
                  <a:pt x="807559" y="188641"/>
                  <a:pt x="793965" y="175047"/>
                  <a:pt x="793965" y="158278"/>
                </a:cubicBezTo>
                <a:cubicBezTo>
                  <a:pt x="793965" y="141508"/>
                  <a:pt x="807559" y="127914"/>
                  <a:pt x="824329" y="127914"/>
                </a:cubicBezTo>
                <a:close/>
                <a:moveTo>
                  <a:pt x="751774" y="127914"/>
                </a:moveTo>
                <a:cubicBezTo>
                  <a:pt x="768544" y="127914"/>
                  <a:pt x="782138" y="141508"/>
                  <a:pt x="782138" y="158278"/>
                </a:cubicBezTo>
                <a:cubicBezTo>
                  <a:pt x="782138" y="175047"/>
                  <a:pt x="768544" y="188641"/>
                  <a:pt x="751774" y="188641"/>
                </a:cubicBezTo>
                <a:cubicBezTo>
                  <a:pt x="735005" y="188641"/>
                  <a:pt x="721411" y="175047"/>
                  <a:pt x="721411" y="158278"/>
                </a:cubicBezTo>
                <a:cubicBezTo>
                  <a:pt x="721411" y="141508"/>
                  <a:pt x="735005" y="127914"/>
                  <a:pt x="751774" y="127914"/>
                </a:cubicBezTo>
                <a:close/>
                <a:moveTo>
                  <a:pt x="679220" y="127914"/>
                </a:moveTo>
                <a:cubicBezTo>
                  <a:pt x="695989" y="127914"/>
                  <a:pt x="709583" y="141508"/>
                  <a:pt x="709583" y="158278"/>
                </a:cubicBezTo>
                <a:cubicBezTo>
                  <a:pt x="709583" y="175047"/>
                  <a:pt x="695989" y="188641"/>
                  <a:pt x="679220" y="188641"/>
                </a:cubicBezTo>
                <a:cubicBezTo>
                  <a:pt x="662450" y="188641"/>
                  <a:pt x="648856" y="175047"/>
                  <a:pt x="648856" y="158278"/>
                </a:cubicBezTo>
                <a:cubicBezTo>
                  <a:pt x="648856" y="141508"/>
                  <a:pt x="662450" y="127914"/>
                  <a:pt x="679220" y="127914"/>
                </a:cubicBezTo>
                <a:close/>
                <a:moveTo>
                  <a:pt x="606665" y="127914"/>
                </a:moveTo>
                <a:cubicBezTo>
                  <a:pt x="623435" y="127914"/>
                  <a:pt x="637029" y="141508"/>
                  <a:pt x="637029" y="158278"/>
                </a:cubicBezTo>
                <a:cubicBezTo>
                  <a:pt x="637029" y="175047"/>
                  <a:pt x="623435" y="188641"/>
                  <a:pt x="606665" y="188641"/>
                </a:cubicBezTo>
                <a:cubicBezTo>
                  <a:pt x="589896" y="188641"/>
                  <a:pt x="576302" y="175047"/>
                  <a:pt x="576302" y="158278"/>
                </a:cubicBezTo>
                <a:cubicBezTo>
                  <a:pt x="576302" y="141508"/>
                  <a:pt x="589896" y="127914"/>
                  <a:pt x="606665" y="127914"/>
                </a:cubicBezTo>
                <a:close/>
                <a:moveTo>
                  <a:pt x="534111" y="127914"/>
                </a:moveTo>
                <a:cubicBezTo>
                  <a:pt x="550880" y="127914"/>
                  <a:pt x="564474" y="141508"/>
                  <a:pt x="564474" y="158278"/>
                </a:cubicBezTo>
                <a:cubicBezTo>
                  <a:pt x="564474" y="175047"/>
                  <a:pt x="550880" y="188641"/>
                  <a:pt x="534111" y="188641"/>
                </a:cubicBezTo>
                <a:cubicBezTo>
                  <a:pt x="517341" y="188641"/>
                  <a:pt x="503747" y="175047"/>
                  <a:pt x="503747" y="158278"/>
                </a:cubicBezTo>
                <a:cubicBezTo>
                  <a:pt x="503747" y="141508"/>
                  <a:pt x="517341" y="127914"/>
                  <a:pt x="534111" y="127914"/>
                </a:cubicBezTo>
                <a:close/>
                <a:moveTo>
                  <a:pt x="461556" y="127914"/>
                </a:moveTo>
                <a:cubicBezTo>
                  <a:pt x="478326" y="127914"/>
                  <a:pt x="491920" y="141508"/>
                  <a:pt x="491920" y="158278"/>
                </a:cubicBezTo>
                <a:cubicBezTo>
                  <a:pt x="491920" y="175047"/>
                  <a:pt x="478326" y="188641"/>
                  <a:pt x="461556" y="188641"/>
                </a:cubicBezTo>
                <a:cubicBezTo>
                  <a:pt x="444787" y="188641"/>
                  <a:pt x="431192" y="175047"/>
                  <a:pt x="431192" y="158278"/>
                </a:cubicBezTo>
                <a:cubicBezTo>
                  <a:pt x="431192" y="141508"/>
                  <a:pt x="444787" y="127914"/>
                  <a:pt x="461556" y="127914"/>
                </a:cubicBezTo>
                <a:close/>
                <a:moveTo>
                  <a:pt x="389002" y="127914"/>
                </a:moveTo>
                <a:cubicBezTo>
                  <a:pt x="405771" y="127914"/>
                  <a:pt x="419365" y="141508"/>
                  <a:pt x="419365" y="158278"/>
                </a:cubicBezTo>
                <a:cubicBezTo>
                  <a:pt x="419365" y="175047"/>
                  <a:pt x="405771" y="188641"/>
                  <a:pt x="389002" y="188641"/>
                </a:cubicBezTo>
                <a:cubicBezTo>
                  <a:pt x="372232" y="188641"/>
                  <a:pt x="358638" y="175047"/>
                  <a:pt x="358638" y="158278"/>
                </a:cubicBezTo>
                <a:cubicBezTo>
                  <a:pt x="358638" y="141508"/>
                  <a:pt x="372232" y="127914"/>
                  <a:pt x="389002" y="127914"/>
                </a:cubicBezTo>
                <a:close/>
                <a:moveTo>
                  <a:pt x="316447" y="127914"/>
                </a:moveTo>
                <a:cubicBezTo>
                  <a:pt x="333216" y="127914"/>
                  <a:pt x="346810" y="141508"/>
                  <a:pt x="346810" y="158278"/>
                </a:cubicBezTo>
                <a:cubicBezTo>
                  <a:pt x="346810" y="175047"/>
                  <a:pt x="333216" y="188641"/>
                  <a:pt x="316447" y="188641"/>
                </a:cubicBezTo>
                <a:cubicBezTo>
                  <a:pt x="299677" y="188641"/>
                  <a:pt x="286084" y="175047"/>
                  <a:pt x="286084" y="158278"/>
                </a:cubicBezTo>
                <a:cubicBezTo>
                  <a:pt x="286084" y="141508"/>
                  <a:pt x="299677" y="127914"/>
                  <a:pt x="316447" y="127914"/>
                </a:cubicBezTo>
                <a:close/>
                <a:moveTo>
                  <a:pt x="243892" y="127914"/>
                </a:moveTo>
                <a:cubicBezTo>
                  <a:pt x="260662" y="127914"/>
                  <a:pt x="274256" y="141508"/>
                  <a:pt x="274256" y="158278"/>
                </a:cubicBezTo>
                <a:cubicBezTo>
                  <a:pt x="274256" y="175047"/>
                  <a:pt x="260662" y="188641"/>
                  <a:pt x="243892" y="188641"/>
                </a:cubicBezTo>
                <a:cubicBezTo>
                  <a:pt x="227123" y="188641"/>
                  <a:pt x="213529" y="175047"/>
                  <a:pt x="213529" y="158278"/>
                </a:cubicBezTo>
                <a:cubicBezTo>
                  <a:pt x="213529" y="141508"/>
                  <a:pt x="227123" y="127914"/>
                  <a:pt x="243892" y="127914"/>
                </a:cubicBezTo>
                <a:close/>
                <a:moveTo>
                  <a:pt x="171339" y="127914"/>
                </a:moveTo>
                <a:cubicBezTo>
                  <a:pt x="188107" y="127914"/>
                  <a:pt x="201701" y="141508"/>
                  <a:pt x="201701" y="158278"/>
                </a:cubicBezTo>
                <a:cubicBezTo>
                  <a:pt x="201701" y="175047"/>
                  <a:pt x="188107" y="188641"/>
                  <a:pt x="171339" y="188641"/>
                </a:cubicBezTo>
                <a:cubicBezTo>
                  <a:pt x="154702" y="188641"/>
                  <a:pt x="141108" y="175047"/>
                  <a:pt x="141108" y="158278"/>
                </a:cubicBezTo>
                <a:cubicBezTo>
                  <a:pt x="141108" y="141508"/>
                  <a:pt x="154702" y="127914"/>
                  <a:pt x="171339" y="127914"/>
                </a:cubicBezTo>
                <a:close/>
                <a:moveTo>
                  <a:pt x="98936" y="127914"/>
                </a:moveTo>
                <a:cubicBezTo>
                  <a:pt x="115695" y="127914"/>
                  <a:pt x="129288" y="141508"/>
                  <a:pt x="129288" y="158278"/>
                </a:cubicBezTo>
                <a:cubicBezTo>
                  <a:pt x="129288" y="175047"/>
                  <a:pt x="115695" y="188641"/>
                  <a:pt x="98936" y="188641"/>
                </a:cubicBezTo>
                <a:cubicBezTo>
                  <a:pt x="82162" y="188641"/>
                  <a:pt x="68567" y="175047"/>
                  <a:pt x="68567" y="158278"/>
                </a:cubicBezTo>
                <a:cubicBezTo>
                  <a:pt x="68567" y="141508"/>
                  <a:pt x="82162" y="127914"/>
                  <a:pt x="98936" y="127914"/>
                </a:cubicBezTo>
                <a:close/>
                <a:moveTo>
                  <a:pt x="26381" y="127914"/>
                </a:moveTo>
                <a:cubicBezTo>
                  <a:pt x="43143" y="127914"/>
                  <a:pt x="56738" y="141508"/>
                  <a:pt x="56738" y="158278"/>
                </a:cubicBezTo>
                <a:cubicBezTo>
                  <a:pt x="56738" y="175047"/>
                  <a:pt x="43143" y="188641"/>
                  <a:pt x="26381" y="188641"/>
                </a:cubicBezTo>
                <a:cubicBezTo>
                  <a:pt x="17995" y="188641"/>
                  <a:pt x="10404" y="185243"/>
                  <a:pt x="4909" y="179748"/>
                </a:cubicBezTo>
                <a:lnTo>
                  <a:pt x="0" y="167898"/>
                </a:lnTo>
                <a:lnTo>
                  <a:pt x="0" y="148658"/>
                </a:lnTo>
                <a:lnTo>
                  <a:pt x="4909" y="136807"/>
                </a:lnTo>
                <a:cubicBezTo>
                  <a:pt x="10404" y="131313"/>
                  <a:pt x="17995" y="127914"/>
                  <a:pt x="26381" y="127914"/>
                </a:cubicBezTo>
                <a:close/>
                <a:moveTo>
                  <a:pt x="1622429" y="47462"/>
                </a:moveTo>
                <a:lnTo>
                  <a:pt x="1625821" y="48147"/>
                </a:lnTo>
                <a:lnTo>
                  <a:pt x="1639701" y="102127"/>
                </a:lnTo>
                <a:lnTo>
                  <a:pt x="1634248" y="105804"/>
                </a:lnTo>
                <a:cubicBezTo>
                  <a:pt x="1630615" y="107340"/>
                  <a:pt x="1626621" y="108189"/>
                  <a:pt x="1622429" y="108189"/>
                </a:cubicBezTo>
                <a:cubicBezTo>
                  <a:pt x="1605659" y="108189"/>
                  <a:pt x="1592066" y="94595"/>
                  <a:pt x="1592066" y="77826"/>
                </a:cubicBezTo>
                <a:cubicBezTo>
                  <a:pt x="1592066" y="61056"/>
                  <a:pt x="1605659" y="47462"/>
                  <a:pt x="1622429" y="47462"/>
                </a:cubicBezTo>
                <a:close/>
                <a:moveTo>
                  <a:pt x="1549874" y="47462"/>
                </a:moveTo>
                <a:cubicBezTo>
                  <a:pt x="1566644" y="47462"/>
                  <a:pt x="1580238" y="61056"/>
                  <a:pt x="1580238" y="77826"/>
                </a:cubicBezTo>
                <a:cubicBezTo>
                  <a:pt x="1580238" y="94595"/>
                  <a:pt x="1566644" y="108189"/>
                  <a:pt x="1549874" y="108189"/>
                </a:cubicBezTo>
                <a:cubicBezTo>
                  <a:pt x="1533105" y="108189"/>
                  <a:pt x="1519511" y="94595"/>
                  <a:pt x="1519511" y="77826"/>
                </a:cubicBezTo>
                <a:cubicBezTo>
                  <a:pt x="1519511" y="61056"/>
                  <a:pt x="1533105" y="47462"/>
                  <a:pt x="1549874" y="47462"/>
                </a:cubicBezTo>
                <a:close/>
                <a:moveTo>
                  <a:pt x="1477320" y="47462"/>
                </a:moveTo>
                <a:cubicBezTo>
                  <a:pt x="1494089" y="47462"/>
                  <a:pt x="1507683" y="61056"/>
                  <a:pt x="1507683" y="77826"/>
                </a:cubicBezTo>
                <a:cubicBezTo>
                  <a:pt x="1507683" y="94595"/>
                  <a:pt x="1494089" y="108189"/>
                  <a:pt x="1477320" y="108189"/>
                </a:cubicBezTo>
                <a:cubicBezTo>
                  <a:pt x="1460550" y="108189"/>
                  <a:pt x="1446956" y="94595"/>
                  <a:pt x="1446956" y="77826"/>
                </a:cubicBezTo>
                <a:cubicBezTo>
                  <a:pt x="1446956" y="61056"/>
                  <a:pt x="1460550" y="47462"/>
                  <a:pt x="1477320" y="47462"/>
                </a:cubicBezTo>
                <a:close/>
                <a:moveTo>
                  <a:pt x="1404765" y="47462"/>
                </a:moveTo>
                <a:cubicBezTo>
                  <a:pt x="1421535" y="47462"/>
                  <a:pt x="1435129" y="61056"/>
                  <a:pt x="1435129" y="77826"/>
                </a:cubicBezTo>
                <a:cubicBezTo>
                  <a:pt x="1435129" y="94595"/>
                  <a:pt x="1421535" y="108189"/>
                  <a:pt x="1404765" y="108189"/>
                </a:cubicBezTo>
                <a:cubicBezTo>
                  <a:pt x="1387996" y="108189"/>
                  <a:pt x="1374402" y="94595"/>
                  <a:pt x="1374402" y="77826"/>
                </a:cubicBezTo>
                <a:cubicBezTo>
                  <a:pt x="1374402" y="61056"/>
                  <a:pt x="1387996" y="47462"/>
                  <a:pt x="1404765" y="47462"/>
                </a:cubicBezTo>
                <a:close/>
                <a:moveTo>
                  <a:pt x="1332211" y="47462"/>
                </a:moveTo>
                <a:cubicBezTo>
                  <a:pt x="1348980" y="47462"/>
                  <a:pt x="1362574" y="61056"/>
                  <a:pt x="1362574" y="77826"/>
                </a:cubicBezTo>
                <a:cubicBezTo>
                  <a:pt x="1362574" y="94595"/>
                  <a:pt x="1348980" y="108189"/>
                  <a:pt x="1332211" y="108189"/>
                </a:cubicBezTo>
                <a:cubicBezTo>
                  <a:pt x="1315441" y="108189"/>
                  <a:pt x="1301847" y="94595"/>
                  <a:pt x="1301847" y="77826"/>
                </a:cubicBezTo>
                <a:cubicBezTo>
                  <a:pt x="1301847" y="61056"/>
                  <a:pt x="1315441" y="47462"/>
                  <a:pt x="1332211" y="47462"/>
                </a:cubicBezTo>
                <a:close/>
                <a:moveTo>
                  <a:pt x="1259656" y="47462"/>
                </a:moveTo>
                <a:cubicBezTo>
                  <a:pt x="1276426" y="47462"/>
                  <a:pt x="1290020" y="61056"/>
                  <a:pt x="1290020" y="77826"/>
                </a:cubicBezTo>
                <a:cubicBezTo>
                  <a:pt x="1290020" y="94595"/>
                  <a:pt x="1276426" y="108189"/>
                  <a:pt x="1259656" y="108189"/>
                </a:cubicBezTo>
                <a:cubicBezTo>
                  <a:pt x="1242887" y="108189"/>
                  <a:pt x="1229293" y="94595"/>
                  <a:pt x="1229293" y="77826"/>
                </a:cubicBezTo>
                <a:cubicBezTo>
                  <a:pt x="1229293" y="61056"/>
                  <a:pt x="1242887" y="47462"/>
                  <a:pt x="1259656" y="47462"/>
                </a:cubicBezTo>
                <a:close/>
                <a:moveTo>
                  <a:pt x="1187102" y="47462"/>
                </a:moveTo>
                <a:cubicBezTo>
                  <a:pt x="1203871" y="47462"/>
                  <a:pt x="1217465" y="61056"/>
                  <a:pt x="1217465" y="77826"/>
                </a:cubicBezTo>
                <a:cubicBezTo>
                  <a:pt x="1217465" y="94595"/>
                  <a:pt x="1203871" y="108189"/>
                  <a:pt x="1187102" y="108189"/>
                </a:cubicBezTo>
                <a:cubicBezTo>
                  <a:pt x="1170332" y="108189"/>
                  <a:pt x="1156738" y="94595"/>
                  <a:pt x="1156738" y="77826"/>
                </a:cubicBezTo>
                <a:cubicBezTo>
                  <a:pt x="1156738" y="61056"/>
                  <a:pt x="1170332" y="47462"/>
                  <a:pt x="1187102" y="47462"/>
                </a:cubicBezTo>
                <a:close/>
                <a:moveTo>
                  <a:pt x="1114547" y="47462"/>
                </a:moveTo>
                <a:cubicBezTo>
                  <a:pt x="1131317" y="47462"/>
                  <a:pt x="1144911" y="61056"/>
                  <a:pt x="1144911" y="77826"/>
                </a:cubicBezTo>
                <a:cubicBezTo>
                  <a:pt x="1144911" y="94595"/>
                  <a:pt x="1131317" y="108189"/>
                  <a:pt x="1114547" y="108189"/>
                </a:cubicBezTo>
                <a:cubicBezTo>
                  <a:pt x="1097778" y="108189"/>
                  <a:pt x="1084184" y="94595"/>
                  <a:pt x="1084184" y="77826"/>
                </a:cubicBezTo>
                <a:cubicBezTo>
                  <a:pt x="1084184" y="61056"/>
                  <a:pt x="1097778" y="47462"/>
                  <a:pt x="1114547" y="47462"/>
                </a:cubicBezTo>
                <a:close/>
                <a:moveTo>
                  <a:pt x="1041993" y="47462"/>
                </a:moveTo>
                <a:cubicBezTo>
                  <a:pt x="1058762" y="47462"/>
                  <a:pt x="1072356" y="61056"/>
                  <a:pt x="1072356" y="77826"/>
                </a:cubicBezTo>
                <a:cubicBezTo>
                  <a:pt x="1072356" y="94595"/>
                  <a:pt x="1058762" y="108189"/>
                  <a:pt x="1041993" y="108189"/>
                </a:cubicBezTo>
                <a:cubicBezTo>
                  <a:pt x="1025223" y="108189"/>
                  <a:pt x="1011629" y="94595"/>
                  <a:pt x="1011629" y="77826"/>
                </a:cubicBezTo>
                <a:cubicBezTo>
                  <a:pt x="1011629" y="61056"/>
                  <a:pt x="1025223" y="47462"/>
                  <a:pt x="1041993" y="47462"/>
                </a:cubicBezTo>
                <a:close/>
                <a:moveTo>
                  <a:pt x="969438" y="47462"/>
                </a:moveTo>
                <a:cubicBezTo>
                  <a:pt x="986208" y="47462"/>
                  <a:pt x="999801" y="61056"/>
                  <a:pt x="999801" y="77826"/>
                </a:cubicBezTo>
                <a:cubicBezTo>
                  <a:pt x="999801" y="94595"/>
                  <a:pt x="986208" y="108189"/>
                  <a:pt x="969438" y="108189"/>
                </a:cubicBezTo>
                <a:cubicBezTo>
                  <a:pt x="952669" y="108189"/>
                  <a:pt x="939075" y="94595"/>
                  <a:pt x="939075" y="77826"/>
                </a:cubicBezTo>
                <a:cubicBezTo>
                  <a:pt x="939075" y="61056"/>
                  <a:pt x="952669" y="47462"/>
                  <a:pt x="969438" y="47462"/>
                </a:cubicBezTo>
                <a:close/>
                <a:moveTo>
                  <a:pt x="896883" y="47462"/>
                </a:moveTo>
                <a:cubicBezTo>
                  <a:pt x="913653" y="47462"/>
                  <a:pt x="927247" y="61056"/>
                  <a:pt x="927247" y="77826"/>
                </a:cubicBezTo>
                <a:cubicBezTo>
                  <a:pt x="927247" y="94595"/>
                  <a:pt x="913653" y="108189"/>
                  <a:pt x="896883" y="108189"/>
                </a:cubicBezTo>
                <a:cubicBezTo>
                  <a:pt x="880114" y="108189"/>
                  <a:pt x="866520" y="94595"/>
                  <a:pt x="866520" y="77826"/>
                </a:cubicBezTo>
                <a:cubicBezTo>
                  <a:pt x="866520" y="61056"/>
                  <a:pt x="880114" y="47462"/>
                  <a:pt x="896883" y="47462"/>
                </a:cubicBezTo>
                <a:close/>
                <a:moveTo>
                  <a:pt x="824329" y="47462"/>
                </a:moveTo>
                <a:cubicBezTo>
                  <a:pt x="841098" y="47462"/>
                  <a:pt x="854692" y="61056"/>
                  <a:pt x="854692" y="77826"/>
                </a:cubicBezTo>
                <a:cubicBezTo>
                  <a:pt x="854692" y="94595"/>
                  <a:pt x="841098" y="108189"/>
                  <a:pt x="824329" y="108189"/>
                </a:cubicBezTo>
                <a:cubicBezTo>
                  <a:pt x="807559" y="108189"/>
                  <a:pt x="793965" y="94595"/>
                  <a:pt x="793965" y="77826"/>
                </a:cubicBezTo>
                <a:cubicBezTo>
                  <a:pt x="793965" y="61056"/>
                  <a:pt x="807559" y="47462"/>
                  <a:pt x="824329" y="47462"/>
                </a:cubicBezTo>
                <a:close/>
                <a:moveTo>
                  <a:pt x="751774" y="47462"/>
                </a:moveTo>
                <a:cubicBezTo>
                  <a:pt x="768544" y="47462"/>
                  <a:pt x="782138" y="61056"/>
                  <a:pt x="782138" y="77826"/>
                </a:cubicBezTo>
                <a:cubicBezTo>
                  <a:pt x="782138" y="94595"/>
                  <a:pt x="768544" y="108189"/>
                  <a:pt x="751774" y="108189"/>
                </a:cubicBezTo>
                <a:cubicBezTo>
                  <a:pt x="735005" y="108189"/>
                  <a:pt x="721411" y="94595"/>
                  <a:pt x="721411" y="77826"/>
                </a:cubicBezTo>
                <a:cubicBezTo>
                  <a:pt x="721411" y="61056"/>
                  <a:pt x="735005" y="47462"/>
                  <a:pt x="751774" y="47462"/>
                </a:cubicBezTo>
                <a:close/>
                <a:moveTo>
                  <a:pt x="679220" y="47462"/>
                </a:moveTo>
                <a:cubicBezTo>
                  <a:pt x="695989" y="47462"/>
                  <a:pt x="709583" y="61056"/>
                  <a:pt x="709583" y="77826"/>
                </a:cubicBezTo>
                <a:cubicBezTo>
                  <a:pt x="709583" y="94595"/>
                  <a:pt x="695989" y="108189"/>
                  <a:pt x="679220" y="108189"/>
                </a:cubicBezTo>
                <a:cubicBezTo>
                  <a:pt x="662450" y="108189"/>
                  <a:pt x="648856" y="94595"/>
                  <a:pt x="648856" y="77826"/>
                </a:cubicBezTo>
                <a:cubicBezTo>
                  <a:pt x="648856" y="61056"/>
                  <a:pt x="662450" y="47462"/>
                  <a:pt x="679220" y="47462"/>
                </a:cubicBezTo>
                <a:close/>
                <a:moveTo>
                  <a:pt x="606665" y="47462"/>
                </a:moveTo>
                <a:cubicBezTo>
                  <a:pt x="623435" y="47462"/>
                  <a:pt x="637029" y="61056"/>
                  <a:pt x="637029" y="77826"/>
                </a:cubicBezTo>
                <a:cubicBezTo>
                  <a:pt x="637029" y="94595"/>
                  <a:pt x="623435" y="108189"/>
                  <a:pt x="606665" y="108189"/>
                </a:cubicBezTo>
                <a:cubicBezTo>
                  <a:pt x="589896" y="108189"/>
                  <a:pt x="576302" y="94595"/>
                  <a:pt x="576302" y="77826"/>
                </a:cubicBezTo>
                <a:cubicBezTo>
                  <a:pt x="576302" y="61056"/>
                  <a:pt x="589896" y="47462"/>
                  <a:pt x="606665" y="47462"/>
                </a:cubicBezTo>
                <a:close/>
                <a:moveTo>
                  <a:pt x="534111" y="47462"/>
                </a:moveTo>
                <a:cubicBezTo>
                  <a:pt x="550880" y="47462"/>
                  <a:pt x="564474" y="61056"/>
                  <a:pt x="564474" y="77826"/>
                </a:cubicBezTo>
                <a:cubicBezTo>
                  <a:pt x="564474" y="94595"/>
                  <a:pt x="550880" y="108189"/>
                  <a:pt x="534111" y="108189"/>
                </a:cubicBezTo>
                <a:cubicBezTo>
                  <a:pt x="517341" y="108189"/>
                  <a:pt x="503747" y="94595"/>
                  <a:pt x="503747" y="77826"/>
                </a:cubicBezTo>
                <a:cubicBezTo>
                  <a:pt x="503747" y="61056"/>
                  <a:pt x="517341" y="47462"/>
                  <a:pt x="534111" y="47462"/>
                </a:cubicBezTo>
                <a:close/>
                <a:moveTo>
                  <a:pt x="461556" y="47462"/>
                </a:moveTo>
                <a:cubicBezTo>
                  <a:pt x="478326" y="47462"/>
                  <a:pt x="491920" y="61056"/>
                  <a:pt x="491920" y="77826"/>
                </a:cubicBezTo>
                <a:cubicBezTo>
                  <a:pt x="491920" y="94595"/>
                  <a:pt x="478326" y="108189"/>
                  <a:pt x="461556" y="108189"/>
                </a:cubicBezTo>
                <a:cubicBezTo>
                  <a:pt x="444787" y="108189"/>
                  <a:pt x="431192" y="94595"/>
                  <a:pt x="431192" y="77826"/>
                </a:cubicBezTo>
                <a:cubicBezTo>
                  <a:pt x="431192" y="61056"/>
                  <a:pt x="444787" y="47462"/>
                  <a:pt x="461556" y="47462"/>
                </a:cubicBezTo>
                <a:close/>
                <a:moveTo>
                  <a:pt x="389002" y="47462"/>
                </a:moveTo>
                <a:cubicBezTo>
                  <a:pt x="405771" y="47462"/>
                  <a:pt x="419365" y="61056"/>
                  <a:pt x="419365" y="77826"/>
                </a:cubicBezTo>
                <a:cubicBezTo>
                  <a:pt x="419365" y="94595"/>
                  <a:pt x="405771" y="108189"/>
                  <a:pt x="389002" y="108189"/>
                </a:cubicBezTo>
                <a:cubicBezTo>
                  <a:pt x="372232" y="108189"/>
                  <a:pt x="358638" y="94595"/>
                  <a:pt x="358638" y="77826"/>
                </a:cubicBezTo>
                <a:cubicBezTo>
                  <a:pt x="358638" y="61056"/>
                  <a:pt x="372232" y="47462"/>
                  <a:pt x="389002" y="47462"/>
                </a:cubicBezTo>
                <a:close/>
                <a:moveTo>
                  <a:pt x="316447" y="47462"/>
                </a:moveTo>
                <a:cubicBezTo>
                  <a:pt x="333216" y="47462"/>
                  <a:pt x="346810" y="61056"/>
                  <a:pt x="346810" y="77826"/>
                </a:cubicBezTo>
                <a:cubicBezTo>
                  <a:pt x="346810" y="94595"/>
                  <a:pt x="333216" y="108189"/>
                  <a:pt x="316447" y="108189"/>
                </a:cubicBezTo>
                <a:cubicBezTo>
                  <a:pt x="299677" y="108189"/>
                  <a:pt x="286084" y="94595"/>
                  <a:pt x="286084" y="77826"/>
                </a:cubicBezTo>
                <a:cubicBezTo>
                  <a:pt x="286084" y="61056"/>
                  <a:pt x="299677" y="47462"/>
                  <a:pt x="316447" y="47462"/>
                </a:cubicBezTo>
                <a:close/>
                <a:moveTo>
                  <a:pt x="243892" y="47462"/>
                </a:moveTo>
                <a:cubicBezTo>
                  <a:pt x="260662" y="47462"/>
                  <a:pt x="274256" y="61056"/>
                  <a:pt x="274256" y="77826"/>
                </a:cubicBezTo>
                <a:cubicBezTo>
                  <a:pt x="274256" y="94595"/>
                  <a:pt x="260662" y="108189"/>
                  <a:pt x="243892" y="108189"/>
                </a:cubicBezTo>
                <a:cubicBezTo>
                  <a:pt x="227123" y="108189"/>
                  <a:pt x="213529" y="94595"/>
                  <a:pt x="213529" y="77826"/>
                </a:cubicBezTo>
                <a:cubicBezTo>
                  <a:pt x="213529" y="61056"/>
                  <a:pt x="227123" y="47462"/>
                  <a:pt x="243892" y="47462"/>
                </a:cubicBezTo>
                <a:close/>
                <a:moveTo>
                  <a:pt x="171339" y="47462"/>
                </a:moveTo>
                <a:cubicBezTo>
                  <a:pt x="188107" y="47462"/>
                  <a:pt x="201701" y="61056"/>
                  <a:pt x="201701" y="77826"/>
                </a:cubicBezTo>
                <a:cubicBezTo>
                  <a:pt x="201701" y="94595"/>
                  <a:pt x="188107" y="108189"/>
                  <a:pt x="171339" y="108189"/>
                </a:cubicBezTo>
                <a:cubicBezTo>
                  <a:pt x="154708" y="108189"/>
                  <a:pt x="141113" y="94595"/>
                  <a:pt x="141113" y="77826"/>
                </a:cubicBezTo>
                <a:cubicBezTo>
                  <a:pt x="141113" y="61056"/>
                  <a:pt x="154708" y="47462"/>
                  <a:pt x="171339" y="47462"/>
                </a:cubicBezTo>
                <a:close/>
                <a:moveTo>
                  <a:pt x="98942" y="47462"/>
                </a:moveTo>
                <a:cubicBezTo>
                  <a:pt x="115700" y="47462"/>
                  <a:pt x="129294" y="61056"/>
                  <a:pt x="129294" y="77826"/>
                </a:cubicBezTo>
                <a:cubicBezTo>
                  <a:pt x="129294" y="94595"/>
                  <a:pt x="115700" y="108189"/>
                  <a:pt x="98942" y="108189"/>
                </a:cubicBezTo>
                <a:cubicBezTo>
                  <a:pt x="82168" y="108189"/>
                  <a:pt x="68573" y="94595"/>
                  <a:pt x="68573" y="77826"/>
                </a:cubicBezTo>
                <a:cubicBezTo>
                  <a:pt x="68573" y="61056"/>
                  <a:pt x="82168" y="47462"/>
                  <a:pt x="98942" y="47462"/>
                </a:cubicBezTo>
                <a:close/>
                <a:moveTo>
                  <a:pt x="26388" y="47462"/>
                </a:moveTo>
                <a:cubicBezTo>
                  <a:pt x="43149" y="47462"/>
                  <a:pt x="56744" y="61056"/>
                  <a:pt x="56744" y="77826"/>
                </a:cubicBezTo>
                <a:cubicBezTo>
                  <a:pt x="56744" y="94595"/>
                  <a:pt x="43149" y="108189"/>
                  <a:pt x="26388" y="108189"/>
                </a:cubicBezTo>
                <a:cubicBezTo>
                  <a:pt x="18002" y="108189"/>
                  <a:pt x="10410" y="104791"/>
                  <a:pt x="4916" y="99296"/>
                </a:cubicBezTo>
                <a:lnTo>
                  <a:pt x="0" y="87429"/>
                </a:lnTo>
                <a:lnTo>
                  <a:pt x="0" y="68222"/>
                </a:lnTo>
                <a:lnTo>
                  <a:pt x="4916" y="56355"/>
                </a:lnTo>
                <a:cubicBezTo>
                  <a:pt x="10410" y="50861"/>
                  <a:pt x="18002" y="47462"/>
                  <a:pt x="26388" y="47462"/>
                </a:cubicBezTo>
                <a:close/>
                <a:moveTo>
                  <a:pt x="1592868" y="0"/>
                </a:moveTo>
                <a:lnTo>
                  <a:pt x="1613441" y="0"/>
                </a:lnTo>
                <a:lnTo>
                  <a:pt x="1620472" y="27343"/>
                </a:lnTo>
                <a:lnTo>
                  <a:pt x="1610610" y="25352"/>
                </a:lnTo>
                <a:cubicBezTo>
                  <a:pt x="1605161" y="23047"/>
                  <a:pt x="1600525" y="19197"/>
                  <a:pt x="1597251" y="14351"/>
                </a:cubicBezTo>
                <a:close/>
                <a:moveTo>
                  <a:pt x="1520598" y="0"/>
                </a:moveTo>
                <a:lnTo>
                  <a:pt x="1579150" y="0"/>
                </a:lnTo>
                <a:lnTo>
                  <a:pt x="1571345" y="18844"/>
                </a:lnTo>
                <a:cubicBezTo>
                  <a:pt x="1565850" y="24339"/>
                  <a:pt x="1558259" y="27738"/>
                  <a:pt x="1549874" y="27738"/>
                </a:cubicBezTo>
                <a:cubicBezTo>
                  <a:pt x="1541490" y="27738"/>
                  <a:pt x="1533899" y="24339"/>
                  <a:pt x="1528404" y="18844"/>
                </a:cubicBezTo>
                <a:close/>
                <a:moveTo>
                  <a:pt x="1448044" y="0"/>
                </a:moveTo>
                <a:lnTo>
                  <a:pt x="1506596" y="0"/>
                </a:lnTo>
                <a:lnTo>
                  <a:pt x="1498790" y="18844"/>
                </a:lnTo>
                <a:cubicBezTo>
                  <a:pt x="1493295" y="24339"/>
                  <a:pt x="1485705" y="27738"/>
                  <a:pt x="1477320" y="27738"/>
                </a:cubicBezTo>
                <a:cubicBezTo>
                  <a:pt x="1468935" y="27738"/>
                  <a:pt x="1461344" y="24339"/>
                  <a:pt x="1455850" y="18844"/>
                </a:cubicBezTo>
                <a:close/>
                <a:moveTo>
                  <a:pt x="1375489" y="0"/>
                </a:moveTo>
                <a:lnTo>
                  <a:pt x="1434041" y="0"/>
                </a:lnTo>
                <a:lnTo>
                  <a:pt x="1426236" y="18844"/>
                </a:lnTo>
                <a:cubicBezTo>
                  <a:pt x="1420741" y="24339"/>
                  <a:pt x="1413150" y="27738"/>
                  <a:pt x="1404765" y="27738"/>
                </a:cubicBezTo>
                <a:cubicBezTo>
                  <a:pt x="1396381" y="27738"/>
                  <a:pt x="1388790" y="24339"/>
                  <a:pt x="1383295" y="18844"/>
                </a:cubicBezTo>
                <a:close/>
                <a:moveTo>
                  <a:pt x="1302935" y="0"/>
                </a:moveTo>
                <a:lnTo>
                  <a:pt x="1361486" y="0"/>
                </a:lnTo>
                <a:lnTo>
                  <a:pt x="1353681" y="18844"/>
                </a:lnTo>
                <a:cubicBezTo>
                  <a:pt x="1348186" y="24339"/>
                  <a:pt x="1340596" y="27738"/>
                  <a:pt x="1332211" y="27738"/>
                </a:cubicBezTo>
                <a:cubicBezTo>
                  <a:pt x="1323826" y="27738"/>
                  <a:pt x="1316235" y="24339"/>
                  <a:pt x="1310740" y="18844"/>
                </a:cubicBezTo>
                <a:close/>
                <a:moveTo>
                  <a:pt x="1230380" y="0"/>
                </a:moveTo>
                <a:lnTo>
                  <a:pt x="1288932" y="0"/>
                </a:lnTo>
                <a:lnTo>
                  <a:pt x="1281126" y="18844"/>
                </a:lnTo>
                <a:cubicBezTo>
                  <a:pt x="1275632" y="24339"/>
                  <a:pt x="1268041" y="27738"/>
                  <a:pt x="1259656" y="27738"/>
                </a:cubicBezTo>
                <a:cubicBezTo>
                  <a:pt x="1251271" y="27738"/>
                  <a:pt x="1243680" y="24339"/>
                  <a:pt x="1238186" y="18844"/>
                </a:cubicBezTo>
                <a:close/>
                <a:moveTo>
                  <a:pt x="1157826" y="0"/>
                </a:moveTo>
                <a:lnTo>
                  <a:pt x="1216377" y="0"/>
                </a:lnTo>
                <a:lnTo>
                  <a:pt x="1208572" y="18844"/>
                </a:lnTo>
                <a:cubicBezTo>
                  <a:pt x="1203077" y="24339"/>
                  <a:pt x="1195486" y="27738"/>
                  <a:pt x="1187102" y="27738"/>
                </a:cubicBezTo>
                <a:cubicBezTo>
                  <a:pt x="1178717" y="27738"/>
                  <a:pt x="1171126" y="24339"/>
                  <a:pt x="1165631" y="18844"/>
                </a:cubicBezTo>
                <a:close/>
                <a:moveTo>
                  <a:pt x="1085271" y="0"/>
                </a:moveTo>
                <a:lnTo>
                  <a:pt x="1143823" y="0"/>
                </a:lnTo>
                <a:lnTo>
                  <a:pt x="1136017" y="18844"/>
                </a:lnTo>
                <a:cubicBezTo>
                  <a:pt x="1130523" y="24339"/>
                  <a:pt x="1122932" y="27738"/>
                  <a:pt x="1114547" y="27738"/>
                </a:cubicBezTo>
                <a:cubicBezTo>
                  <a:pt x="1106162" y="27738"/>
                  <a:pt x="1098571" y="24339"/>
                  <a:pt x="1093077" y="18844"/>
                </a:cubicBezTo>
                <a:close/>
                <a:moveTo>
                  <a:pt x="1012717" y="0"/>
                </a:moveTo>
                <a:lnTo>
                  <a:pt x="1071268" y="0"/>
                </a:lnTo>
                <a:lnTo>
                  <a:pt x="1063463" y="18844"/>
                </a:lnTo>
                <a:cubicBezTo>
                  <a:pt x="1057968" y="24339"/>
                  <a:pt x="1050377" y="27738"/>
                  <a:pt x="1041993" y="27738"/>
                </a:cubicBezTo>
                <a:cubicBezTo>
                  <a:pt x="1033608" y="27738"/>
                  <a:pt x="1026017" y="24339"/>
                  <a:pt x="1020522" y="18844"/>
                </a:cubicBezTo>
                <a:close/>
                <a:moveTo>
                  <a:pt x="940162" y="0"/>
                </a:moveTo>
                <a:lnTo>
                  <a:pt x="998714" y="0"/>
                </a:lnTo>
                <a:lnTo>
                  <a:pt x="990908" y="18844"/>
                </a:lnTo>
                <a:cubicBezTo>
                  <a:pt x="985414" y="24339"/>
                  <a:pt x="977823" y="27738"/>
                  <a:pt x="969438" y="27738"/>
                </a:cubicBezTo>
                <a:cubicBezTo>
                  <a:pt x="961053" y="27738"/>
                  <a:pt x="953462" y="24339"/>
                  <a:pt x="947968" y="18844"/>
                </a:cubicBezTo>
                <a:close/>
                <a:moveTo>
                  <a:pt x="867607" y="0"/>
                </a:moveTo>
                <a:lnTo>
                  <a:pt x="926159" y="0"/>
                </a:lnTo>
                <a:lnTo>
                  <a:pt x="918354" y="18844"/>
                </a:lnTo>
                <a:cubicBezTo>
                  <a:pt x="912859" y="24339"/>
                  <a:pt x="905268" y="27738"/>
                  <a:pt x="896883" y="27738"/>
                </a:cubicBezTo>
                <a:cubicBezTo>
                  <a:pt x="888499" y="27738"/>
                  <a:pt x="880908" y="24339"/>
                  <a:pt x="875413" y="18844"/>
                </a:cubicBezTo>
                <a:close/>
                <a:moveTo>
                  <a:pt x="795053" y="0"/>
                </a:moveTo>
                <a:lnTo>
                  <a:pt x="853605" y="0"/>
                </a:lnTo>
                <a:lnTo>
                  <a:pt x="845799" y="18844"/>
                </a:lnTo>
                <a:cubicBezTo>
                  <a:pt x="840304" y="24339"/>
                  <a:pt x="832714" y="27738"/>
                  <a:pt x="824329" y="27738"/>
                </a:cubicBezTo>
                <a:cubicBezTo>
                  <a:pt x="815944" y="27738"/>
                  <a:pt x="808353" y="24339"/>
                  <a:pt x="802858" y="18844"/>
                </a:cubicBezTo>
                <a:close/>
                <a:moveTo>
                  <a:pt x="722498" y="0"/>
                </a:moveTo>
                <a:lnTo>
                  <a:pt x="781050" y="0"/>
                </a:lnTo>
                <a:lnTo>
                  <a:pt x="773245" y="18844"/>
                </a:lnTo>
                <a:cubicBezTo>
                  <a:pt x="767750" y="24339"/>
                  <a:pt x="760159" y="27738"/>
                  <a:pt x="751774" y="27738"/>
                </a:cubicBezTo>
                <a:cubicBezTo>
                  <a:pt x="743390" y="27738"/>
                  <a:pt x="735799" y="24339"/>
                  <a:pt x="730304" y="18844"/>
                </a:cubicBezTo>
                <a:close/>
                <a:moveTo>
                  <a:pt x="649944" y="0"/>
                </a:moveTo>
                <a:lnTo>
                  <a:pt x="708496" y="0"/>
                </a:lnTo>
                <a:lnTo>
                  <a:pt x="700690" y="18844"/>
                </a:lnTo>
                <a:cubicBezTo>
                  <a:pt x="695195" y="24339"/>
                  <a:pt x="687604" y="27738"/>
                  <a:pt x="679220" y="27738"/>
                </a:cubicBezTo>
                <a:cubicBezTo>
                  <a:pt x="670835" y="27738"/>
                  <a:pt x="663244" y="24339"/>
                  <a:pt x="657749" y="18844"/>
                </a:cubicBezTo>
                <a:close/>
                <a:moveTo>
                  <a:pt x="577389" y="0"/>
                </a:moveTo>
                <a:lnTo>
                  <a:pt x="635941" y="0"/>
                </a:lnTo>
                <a:lnTo>
                  <a:pt x="628135" y="18844"/>
                </a:lnTo>
                <a:cubicBezTo>
                  <a:pt x="622641" y="24339"/>
                  <a:pt x="615050" y="27738"/>
                  <a:pt x="606665" y="27738"/>
                </a:cubicBezTo>
                <a:cubicBezTo>
                  <a:pt x="598280" y="27738"/>
                  <a:pt x="590690" y="24339"/>
                  <a:pt x="585195" y="18844"/>
                </a:cubicBezTo>
                <a:close/>
                <a:moveTo>
                  <a:pt x="504835" y="0"/>
                </a:moveTo>
                <a:lnTo>
                  <a:pt x="563386" y="0"/>
                </a:lnTo>
                <a:lnTo>
                  <a:pt x="555581" y="18844"/>
                </a:lnTo>
                <a:cubicBezTo>
                  <a:pt x="550086" y="24339"/>
                  <a:pt x="542495" y="27738"/>
                  <a:pt x="534111" y="27738"/>
                </a:cubicBezTo>
                <a:cubicBezTo>
                  <a:pt x="525726" y="27738"/>
                  <a:pt x="518135" y="24339"/>
                  <a:pt x="512640" y="18844"/>
                </a:cubicBezTo>
                <a:close/>
                <a:moveTo>
                  <a:pt x="432280" y="0"/>
                </a:moveTo>
                <a:lnTo>
                  <a:pt x="490832" y="0"/>
                </a:lnTo>
                <a:lnTo>
                  <a:pt x="483026" y="18844"/>
                </a:lnTo>
                <a:cubicBezTo>
                  <a:pt x="477532" y="24339"/>
                  <a:pt x="469941" y="27738"/>
                  <a:pt x="461556" y="27738"/>
                </a:cubicBezTo>
                <a:cubicBezTo>
                  <a:pt x="453171" y="27738"/>
                  <a:pt x="445580" y="24339"/>
                  <a:pt x="440086" y="18844"/>
                </a:cubicBezTo>
                <a:close/>
                <a:moveTo>
                  <a:pt x="359726" y="0"/>
                </a:moveTo>
                <a:lnTo>
                  <a:pt x="418277" y="0"/>
                </a:lnTo>
                <a:lnTo>
                  <a:pt x="410472" y="18844"/>
                </a:lnTo>
                <a:cubicBezTo>
                  <a:pt x="404977" y="24339"/>
                  <a:pt x="397386" y="27738"/>
                  <a:pt x="389002" y="27738"/>
                </a:cubicBezTo>
                <a:cubicBezTo>
                  <a:pt x="380617" y="27738"/>
                  <a:pt x="373026" y="24339"/>
                  <a:pt x="367531" y="18844"/>
                </a:cubicBezTo>
                <a:close/>
                <a:moveTo>
                  <a:pt x="287171" y="0"/>
                </a:moveTo>
                <a:lnTo>
                  <a:pt x="345723" y="0"/>
                </a:lnTo>
                <a:lnTo>
                  <a:pt x="337917" y="18844"/>
                </a:lnTo>
                <a:cubicBezTo>
                  <a:pt x="332423" y="24339"/>
                  <a:pt x="324832" y="27738"/>
                  <a:pt x="316447" y="27738"/>
                </a:cubicBezTo>
                <a:cubicBezTo>
                  <a:pt x="308062" y="27738"/>
                  <a:pt x="300471" y="24339"/>
                  <a:pt x="294977" y="18844"/>
                </a:cubicBezTo>
                <a:close/>
                <a:moveTo>
                  <a:pt x="214617" y="0"/>
                </a:moveTo>
                <a:lnTo>
                  <a:pt x="273168" y="0"/>
                </a:lnTo>
                <a:lnTo>
                  <a:pt x="265363" y="18844"/>
                </a:lnTo>
                <a:cubicBezTo>
                  <a:pt x="259868" y="24339"/>
                  <a:pt x="252277" y="27738"/>
                  <a:pt x="243892" y="27738"/>
                </a:cubicBezTo>
                <a:cubicBezTo>
                  <a:pt x="235508" y="27738"/>
                  <a:pt x="227917" y="24339"/>
                  <a:pt x="222422" y="18844"/>
                </a:cubicBezTo>
                <a:close/>
                <a:moveTo>
                  <a:pt x="142204" y="0"/>
                </a:moveTo>
                <a:lnTo>
                  <a:pt x="200614" y="0"/>
                </a:lnTo>
                <a:lnTo>
                  <a:pt x="192808" y="18844"/>
                </a:lnTo>
                <a:cubicBezTo>
                  <a:pt x="187314" y="24339"/>
                  <a:pt x="179723" y="27738"/>
                  <a:pt x="171339" y="27738"/>
                </a:cubicBezTo>
                <a:cubicBezTo>
                  <a:pt x="163026" y="27738"/>
                  <a:pt x="155471" y="24339"/>
                  <a:pt x="149994" y="18844"/>
                </a:cubicBezTo>
                <a:close/>
                <a:moveTo>
                  <a:pt x="69668" y="0"/>
                </a:moveTo>
                <a:lnTo>
                  <a:pt x="128212" y="0"/>
                </a:lnTo>
                <a:lnTo>
                  <a:pt x="120408" y="18844"/>
                </a:lnTo>
                <a:cubicBezTo>
                  <a:pt x="114915" y="24339"/>
                  <a:pt x="107328" y="27738"/>
                  <a:pt x="98949" y="27738"/>
                </a:cubicBezTo>
                <a:cubicBezTo>
                  <a:pt x="90562" y="27738"/>
                  <a:pt x="82969" y="24339"/>
                  <a:pt x="77474" y="18844"/>
                </a:cubicBezTo>
                <a:close/>
                <a:moveTo>
                  <a:pt x="0" y="0"/>
                </a:moveTo>
                <a:lnTo>
                  <a:pt x="55662" y="0"/>
                </a:lnTo>
                <a:lnTo>
                  <a:pt x="47858" y="18844"/>
                </a:lnTo>
                <a:cubicBezTo>
                  <a:pt x="42364" y="24339"/>
                  <a:pt x="34775" y="27738"/>
                  <a:pt x="26394" y="27738"/>
                </a:cubicBezTo>
                <a:cubicBezTo>
                  <a:pt x="18009" y="27738"/>
                  <a:pt x="10417" y="24339"/>
                  <a:pt x="4922" y="18844"/>
                </a:cubicBezTo>
                <a:lnTo>
                  <a:pt x="0" y="6962"/>
                </a:lnTo>
                <a:close/>
              </a:path>
            </a:pathLst>
          </a:custGeom>
          <a:solidFill>
            <a:schemeClr val="accent1">
              <a:alpha val="60000"/>
            </a:schemeClr>
          </a:soli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None/>
            </a:pPr>
            <a:endParaRPr sz="1867" b="0" i="0" u="none" strike="noStrike" cap="none" dirty="0">
              <a:solidFill>
                <a:schemeClr val="dk1"/>
              </a:solidFill>
              <a:latin typeface="Calibri"/>
              <a:ea typeface="Calibri"/>
              <a:cs typeface="Calibri"/>
              <a:sym typeface="Calibri"/>
            </a:endParaRPr>
          </a:p>
        </p:txBody>
      </p:sp>
      <p:sp>
        <p:nvSpPr>
          <p:cNvPr id="3" name="Google Shape;589;p22">
            <a:extLst>
              <a:ext uri="{FF2B5EF4-FFF2-40B4-BE49-F238E27FC236}">
                <a16:creationId xmlns:a16="http://schemas.microsoft.com/office/drawing/2014/main" id="{8D91A877-E848-724D-8821-0F7861411C96}"/>
              </a:ext>
            </a:extLst>
          </p:cNvPr>
          <p:cNvSpPr/>
          <p:nvPr/>
        </p:nvSpPr>
        <p:spPr>
          <a:xfrm>
            <a:off x="2" y="2"/>
            <a:ext cx="403373" cy="496797"/>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None/>
            </a:pPr>
            <a:endParaRPr sz="1867" b="0" i="0" u="none" strike="noStrike" cap="none" dirty="0">
              <a:solidFill>
                <a:schemeClr val="dk1"/>
              </a:solidFill>
              <a:latin typeface="Calibri"/>
              <a:ea typeface="Calibri"/>
              <a:cs typeface="Calibri"/>
              <a:sym typeface="Calibri"/>
            </a:endParaRPr>
          </a:p>
        </p:txBody>
      </p:sp>
      <p:sp>
        <p:nvSpPr>
          <p:cNvPr id="4" name="Google Shape;590;p22">
            <a:extLst>
              <a:ext uri="{FF2B5EF4-FFF2-40B4-BE49-F238E27FC236}">
                <a16:creationId xmlns:a16="http://schemas.microsoft.com/office/drawing/2014/main" id="{14613A79-62D5-2A47-AC4A-370199A7D7B5}"/>
              </a:ext>
            </a:extLst>
          </p:cNvPr>
          <p:cNvSpPr/>
          <p:nvPr/>
        </p:nvSpPr>
        <p:spPr>
          <a:xfrm>
            <a:off x="11792595" y="6494883"/>
            <a:ext cx="304800" cy="306000"/>
          </a:xfrm>
          <a:prstGeom prst="ellipse">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fld id="{00000000-1234-1234-1234-123412341234}" type="slidenum">
              <a:rPr lang="en" sz="933">
                <a:solidFill>
                  <a:schemeClr val="dk1"/>
                </a:solidFill>
                <a:latin typeface="Calibri"/>
                <a:ea typeface="Calibri"/>
                <a:cs typeface="Calibri"/>
                <a:sym typeface="Calibri"/>
              </a:rPr>
              <a:pPr marL="0" marR="0" lvl="0" indent="0" algn="r" rtl="0">
                <a:spcBef>
                  <a:spcPts val="0"/>
                </a:spcBef>
                <a:spcAft>
                  <a:spcPts val="0"/>
                </a:spcAft>
                <a:buNone/>
              </a:pPr>
              <a:t>‹#›</a:t>
            </a:fld>
            <a:endParaRPr sz="933" dirty="0">
              <a:solidFill>
                <a:schemeClr val="dk1"/>
              </a:solidFill>
              <a:latin typeface="Calibri"/>
              <a:ea typeface="Calibri"/>
              <a:cs typeface="Calibri"/>
              <a:sym typeface="Calibri"/>
            </a:endParaRPr>
          </a:p>
        </p:txBody>
      </p:sp>
      <p:sp>
        <p:nvSpPr>
          <p:cNvPr id="5" name="Google Shape;597;p22">
            <a:extLst>
              <a:ext uri="{FF2B5EF4-FFF2-40B4-BE49-F238E27FC236}">
                <a16:creationId xmlns:a16="http://schemas.microsoft.com/office/drawing/2014/main" id="{8373D432-D2C8-FD49-B0DD-E02710B8906E}"/>
              </a:ext>
            </a:extLst>
          </p:cNvPr>
          <p:cNvSpPr/>
          <p:nvPr/>
        </p:nvSpPr>
        <p:spPr>
          <a:xfrm rot="5400000" flipH="1">
            <a:off x="10993876" y="-84435"/>
            <a:ext cx="1124328" cy="1271917"/>
          </a:xfrm>
          <a:custGeom>
            <a:avLst/>
            <a:gdLst/>
            <a:ahLst/>
            <a:cxnLst/>
            <a:rect l="l" t="t" r="r" b="b"/>
            <a:pathLst>
              <a:path w="843246" h="953938" extrusionOk="0">
                <a:moveTo>
                  <a:pt x="843246" y="953827"/>
                </a:moveTo>
                <a:lnTo>
                  <a:pt x="843246" y="756569"/>
                </a:lnTo>
                <a:lnTo>
                  <a:pt x="842143" y="756680"/>
                </a:lnTo>
                <a:cubicBezTo>
                  <a:pt x="485983" y="756680"/>
                  <a:pt x="197258" y="467955"/>
                  <a:pt x="197258" y="111795"/>
                </a:cubicBezTo>
                <a:lnTo>
                  <a:pt x="214160" y="0"/>
                </a:lnTo>
                <a:lnTo>
                  <a:pt x="11270" y="0"/>
                </a:lnTo>
                <a:lnTo>
                  <a:pt x="0" y="111795"/>
                </a:lnTo>
                <a:cubicBezTo>
                  <a:pt x="0" y="576898"/>
                  <a:pt x="377040" y="953938"/>
                  <a:pt x="842143" y="953938"/>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rgbClr val="000000"/>
              </a:solidFill>
              <a:latin typeface="Calibri"/>
              <a:ea typeface="Calibri"/>
              <a:cs typeface="Calibri"/>
              <a:sym typeface="Calibri"/>
            </a:endParaRPr>
          </a:p>
        </p:txBody>
      </p:sp>
      <p:cxnSp>
        <p:nvCxnSpPr>
          <p:cNvPr id="6" name="Google Shape;628;p22">
            <a:extLst>
              <a:ext uri="{FF2B5EF4-FFF2-40B4-BE49-F238E27FC236}">
                <a16:creationId xmlns:a16="http://schemas.microsoft.com/office/drawing/2014/main" id="{F0266E6D-FE5C-9847-9E8E-6D541330FDA5}"/>
              </a:ext>
            </a:extLst>
          </p:cNvPr>
          <p:cNvCxnSpPr/>
          <p:nvPr/>
        </p:nvCxnSpPr>
        <p:spPr>
          <a:xfrm>
            <a:off x="6087725" y="1686767"/>
            <a:ext cx="0" cy="4180000"/>
          </a:xfrm>
          <a:prstGeom prst="straightConnector1">
            <a:avLst/>
          </a:prstGeom>
          <a:noFill/>
          <a:ln w="9525" cap="flat" cmpd="sng">
            <a:solidFill>
              <a:schemeClr val="tx2"/>
            </a:solidFill>
            <a:prstDash val="dot"/>
            <a:round/>
            <a:headEnd type="none" w="med" len="med"/>
            <a:tailEnd type="none" w="med" len="med"/>
          </a:ln>
        </p:spPr>
      </p:cxnSp>
      <p:grpSp>
        <p:nvGrpSpPr>
          <p:cNvPr id="7" name="Group 6">
            <a:extLst>
              <a:ext uri="{FF2B5EF4-FFF2-40B4-BE49-F238E27FC236}">
                <a16:creationId xmlns:a16="http://schemas.microsoft.com/office/drawing/2014/main" id="{E20C9778-8C40-9249-A9A4-99F676AA3ABC}"/>
              </a:ext>
            </a:extLst>
          </p:cNvPr>
          <p:cNvGrpSpPr/>
          <p:nvPr/>
        </p:nvGrpSpPr>
        <p:grpSpPr>
          <a:xfrm>
            <a:off x="1" y="6814800"/>
            <a:ext cx="12179567" cy="43200"/>
            <a:chOff x="0" y="5111100"/>
            <a:chExt cx="9134675" cy="32400"/>
          </a:xfrm>
        </p:grpSpPr>
        <p:sp>
          <p:nvSpPr>
            <p:cNvPr id="8" name="Google Shape;455;p14">
              <a:extLst>
                <a:ext uri="{FF2B5EF4-FFF2-40B4-BE49-F238E27FC236}">
                  <a16:creationId xmlns:a16="http://schemas.microsoft.com/office/drawing/2014/main" id="{B75994F3-E2A2-E347-AFD1-442D1E33295B}"/>
                </a:ext>
              </a:extLst>
            </p:cNvPr>
            <p:cNvSpPr/>
            <p:nvPr/>
          </p:nvSpPr>
          <p:spPr>
            <a:xfrm>
              <a:off x="8939030"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9" name="Google Shape;456;p14">
              <a:extLst>
                <a:ext uri="{FF2B5EF4-FFF2-40B4-BE49-F238E27FC236}">
                  <a16:creationId xmlns:a16="http://schemas.microsoft.com/office/drawing/2014/main" id="{0773C8D4-0D89-3742-9F05-AC59BC1A2B08}"/>
                </a:ext>
              </a:extLst>
            </p:cNvPr>
            <p:cNvSpPr/>
            <p:nvPr/>
          </p:nvSpPr>
          <p:spPr>
            <a:xfrm>
              <a:off x="899344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10" name="Google Shape;457;p14">
              <a:extLst>
                <a:ext uri="{FF2B5EF4-FFF2-40B4-BE49-F238E27FC236}">
                  <a16:creationId xmlns:a16="http://schemas.microsoft.com/office/drawing/2014/main" id="{EB8F3588-00C1-E04E-99A9-46E0C5A46DAD}"/>
                </a:ext>
              </a:extLst>
            </p:cNvPr>
            <p:cNvSpPr/>
            <p:nvPr/>
          </p:nvSpPr>
          <p:spPr>
            <a:xfrm>
              <a:off x="910227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11" name="Google Shape;458;p14">
              <a:extLst>
                <a:ext uri="{FF2B5EF4-FFF2-40B4-BE49-F238E27FC236}">
                  <a16:creationId xmlns:a16="http://schemas.microsoft.com/office/drawing/2014/main" id="{EA383E46-E0EF-9E40-8191-265C78CD7F90}"/>
                </a:ext>
              </a:extLst>
            </p:cNvPr>
            <p:cNvSpPr/>
            <p:nvPr/>
          </p:nvSpPr>
          <p:spPr>
            <a:xfrm>
              <a:off x="888461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12" name="Google Shape;459;p14">
              <a:extLst>
                <a:ext uri="{FF2B5EF4-FFF2-40B4-BE49-F238E27FC236}">
                  <a16:creationId xmlns:a16="http://schemas.microsoft.com/office/drawing/2014/main" id="{FEE1FC13-A2F5-8D41-9EF1-21C2BE0D92F1}"/>
                </a:ext>
              </a:extLst>
            </p:cNvPr>
            <p:cNvSpPr/>
            <p:nvPr/>
          </p:nvSpPr>
          <p:spPr>
            <a:xfrm>
              <a:off x="0" y="5112281"/>
              <a:ext cx="8862600" cy="31200"/>
            </a:xfrm>
            <a:prstGeom prst="roundRect">
              <a:avLst>
                <a:gd name="adj" fmla="val 16667"/>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13" name="Google Shape;457;p14">
              <a:extLst>
                <a:ext uri="{FF2B5EF4-FFF2-40B4-BE49-F238E27FC236}">
                  <a16:creationId xmlns:a16="http://schemas.microsoft.com/office/drawing/2014/main" id="{7586E76E-8CB8-0E44-B127-46DF1306E769}"/>
                </a:ext>
              </a:extLst>
            </p:cNvPr>
            <p:cNvSpPr/>
            <p:nvPr/>
          </p:nvSpPr>
          <p:spPr>
            <a:xfrm>
              <a:off x="9047860"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grpSp>
      <p:sp>
        <p:nvSpPr>
          <p:cNvPr id="14" name="Text Placeholder 4">
            <a:extLst>
              <a:ext uri="{FF2B5EF4-FFF2-40B4-BE49-F238E27FC236}">
                <a16:creationId xmlns:a16="http://schemas.microsoft.com/office/drawing/2014/main" id="{92CD1756-6B3F-584F-9CA7-A7C6E002D1D2}"/>
              </a:ext>
            </a:extLst>
          </p:cNvPr>
          <p:cNvSpPr>
            <a:spLocks noGrp="1"/>
          </p:cNvSpPr>
          <p:nvPr>
            <p:ph type="body" sz="quarter" idx="169"/>
          </p:nvPr>
        </p:nvSpPr>
        <p:spPr>
          <a:xfrm>
            <a:off x="527051" y="1686767"/>
            <a:ext cx="487600" cy="426800"/>
          </a:xfrm>
          <a:prstGeom prst="rect">
            <a:avLst/>
          </a:prstGeom>
        </p:spPr>
        <p:txBody>
          <a:bodyPr lIns="0" tIns="0" rIns="0" bIns="0" anchor="ctr"/>
          <a:lstStyle>
            <a:lvl1pPr marL="8466" marR="0" indent="0" algn="ctr" rtl="0">
              <a:lnSpc>
                <a:spcPct val="100000"/>
              </a:lnSpc>
              <a:spcBef>
                <a:spcPts val="0"/>
              </a:spcBef>
              <a:spcAft>
                <a:spcPts val="0"/>
              </a:spcAft>
              <a:buClr>
                <a:schemeClr val="accent1"/>
              </a:buClr>
              <a:buSzPts val="1000"/>
              <a:buFont typeface="Arial"/>
              <a:buNone/>
              <a:tabLst/>
              <a:defRPr lang="en-US" sz="1333"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15" name="Text Placeholder 4">
            <a:extLst>
              <a:ext uri="{FF2B5EF4-FFF2-40B4-BE49-F238E27FC236}">
                <a16:creationId xmlns:a16="http://schemas.microsoft.com/office/drawing/2014/main" id="{65D76BCB-6897-0840-89B6-CF883BFC012C}"/>
              </a:ext>
            </a:extLst>
          </p:cNvPr>
          <p:cNvSpPr>
            <a:spLocks noGrp="1"/>
          </p:cNvSpPr>
          <p:nvPr>
            <p:ph type="body" sz="quarter" idx="170"/>
          </p:nvPr>
        </p:nvSpPr>
        <p:spPr>
          <a:xfrm>
            <a:off x="1013237" y="1686767"/>
            <a:ext cx="135600" cy="426800"/>
          </a:xfrm>
          <a:prstGeom prst="rect">
            <a:avLst/>
          </a:prstGeom>
        </p:spPr>
        <p:txBody>
          <a:bodyPr lIns="0" tIns="0" rIns="0" bIns="0" anchor="ctr"/>
          <a:lstStyle>
            <a:lvl1pPr marL="8466" marR="0" indent="0" algn="ctr" rtl="0">
              <a:lnSpc>
                <a:spcPct val="100000"/>
              </a:lnSpc>
              <a:spcBef>
                <a:spcPts val="0"/>
              </a:spcBef>
              <a:spcAft>
                <a:spcPts val="0"/>
              </a:spcAft>
              <a:buClr>
                <a:schemeClr val="lt1"/>
              </a:buClr>
              <a:buSzPts val="1000"/>
              <a:buFont typeface="Arial"/>
              <a:buNone/>
              <a:tabLst/>
              <a:defRPr lang="en-US" sz="1333" b="0" i="0" u="none" strike="noStrike" cap="none" dirty="0">
                <a:solidFill>
                  <a:schemeClr val="tx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16" name="Text Placeholder 4">
            <a:extLst>
              <a:ext uri="{FF2B5EF4-FFF2-40B4-BE49-F238E27FC236}">
                <a16:creationId xmlns:a16="http://schemas.microsoft.com/office/drawing/2014/main" id="{7A8C0E96-CF5B-0141-A8E1-7FF5754EEDE0}"/>
              </a:ext>
            </a:extLst>
          </p:cNvPr>
          <p:cNvSpPr>
            <a:spLocks noGrp="1"/>
          </p:cNvSpPr>
          <p:nvPr>
            <p:ph type="body" sz="quarter" idx="171"/>
          </p:nvPr>
        </p:nvSpPr>
        <p:spPr>
          <a:xfrm>
            <a:off x="1334385" y="1686767"/>
            <a:ext cx="4389200" cy="426800"/>
          </a:xfrm>
          <a:prstGeom prst="rect">
            <a:avLst/>
          </a:prstGeom>
        </p:spPr>
        <p:txBody>
          <a:bodyPr lIns="0" tIns="0" rIns="0" bIns="0" anchor="ctr"/>
          <a:lstStyle>
            <a:lvl1pPr marL="8466" marR="0" indent="0" algn="l" rtl="0">
              <a:lnSpc>
                <a:spcPct val="100000"/>
              </a:lnSpc>
              <a:spcBef>
                <a:spcPts val="0"/>
              </a:spcBef>
              <a:spcAft>
                <a:spcPts val="0"/>
              </a:spcAft>
              <a:buClr>
                <a:schemeClr val="dk1"/>
              </a:buClr>
              <a:buSzPts val="1000"/>
              <a:buFont typeface="Arial"/>
              <a:buNone/>
              <a:tabLst/>
              <a:defRPr lang="en-US" sz="1333"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17" name="Text Placeholder 4">
            <a:extLst>
              <a:ext uri="{FF2B5EF4-FFF2-40B4-BE49-F238E27FC236}">
                <a16:creationId xmlns:a16="http://schemas.microsoft.com/office/drawing/2014/main" id="{12A4ED79-F0CF-0147-A8E1-191B90DD86CD}"/>
              </a:ext>
            </a:extLst>
          </p:cNvPr>
          <p:cNvSpPr>
            <a:spLocks noGrp="1"/>
          </p:cNvSpPr>
          <p:nvPr>
            <p:ph type="body" sz="quarter" idx="172"/>
          </p:nvPr>
        </p:nvSpPr>
        <p:spPr>
          <a:xfrm>
            <a:off x="527051" y="2625067"/>
            <a:ext cx="487600" cy="426800"/>
          </a:xfrm>
          <a:prstGeom prst="rect">
            <a:avLst/>
          </a:prstGeom>
        </p:spPr>
        <p:txBody>
          <a:bodyPr lIns="0" tIns="0" rIns="0" bIns="0" anchor="ctr"/>
          <a:lstStyle>
            <a:lvl1pPr marL="8466" marR="0" indent="0" algn="ctr" rtl="0">
              <a:lnSpc>
                <a:spcPct val="100000"/>
              </a:lnSpc>
              <a:spcBef>
                <a:spcPts val="0"/>
              </a:spcBef>
              <a:spcAft>
                <a:spcPts val="0"/>
              </a:spcAft>
              <a:buClr>
                <a:schemeClr val="accent1"/>
              </a:buClr>
              <a:buSzPts val="1000"/>
              <a:buFont typeface="Arial"/>
              <a:buNone/>
              <a:tabLst/>
              <a:defRPr lang="en-US" sz="1333"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18" name="Text Placeholder 4">
            <a:extLst>
              <a:ext uri="{FF2B5EF4-FFF2-40B4-BE49-F238E27FC236}">
                <a16:creationId xmlns:a16="http://schemas.microsoft.com/office/drawing/2014/main" id="{42816E64-26D1-444F-B6FF-80FD830F00AB}"/>
              </a:ext>
            </a:extLst>
          </p:cNvPr>
          <p:cNvSpPr>
            <a:spLocks noGrp="1"/>
          </p:cNvSpPr>
          <p:nvPr>
            <p:ph type="body" sz="quarter" idx="173"/>
          </p:nvPr>
        </p:nvSpPr>
        <p:spPr>
          <a:xfrm>
            <a:off x="1013237" y="2625067"/>
            <a:ext cx="135600" cy="426800"/>
          </a:xfrm>
          <a:prstGeom prst="rect">
            <a:avLst/>
          </a:prstGeom>
        </p:spPr>
        <p:txBody>
          <a:bodyPr lIns="0" tIns="0" rIns="0" bIns="0" anchor="ctr"/>
          <a:lstStyle>
            <a:lvl1pPr marL="8466" marR="0" indent="0" algn="ctr" rtl="0">
              <a:lnSpc>
                <a:spcPct val="100000"/>
              </a:lnSpc>
              <a:spcBef>
                <a:spcPts val="0"/>
              </a:spcBef>
              <a:spcAft>
                <a:spcPts val="0"/>
              </a:spcAft>
              <a:buClr>
                <a:schemeClr val="lt1"/>
              </a:buClr>
              <a:buSzPts val="1000"/>
              <a:buFont typeface="Arial"/>
              <a:buNone/>
              <a:tabLst/>
              <a:defRPr lang="en-US" sz="1333" b="0" i="0" u="none" strike="noStrike" cap="none" dirty="0">
                <a:solidFill>
                  <a:schemeClr val="tx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19" name="Text Placeholder 4">
            <a:extLst>
              <a:ext uri="{FF2B5EF4-FFF2-40B4-BE49-F238E27FC236}">
                <a16:creationId xmlns:a16="http://schemas.microsoft.com/office/drawing/2014/main" id="{8D3CD546-3029-634B-933E-0AD744333DDC}"/>
              </a:ext>
            </a:extLst>
          </p:cNvPr>
          <p:cNvSpPr>
            <a:spLocks noGrp="1"/>
          </p:cNvSpPr>
          <p:nvPr>
            <p:ph type="body" sz="quarter" idx="174"/>
          </p:nvPr>
        </p:nvSpPr>
        <p:spPr>
          <a:xfrm>
            <a:off x="1334385" y="2625067"/>
            <a:ext cx="4389200" cy="426800"/>
          </a:xfrm>
          <a:prstGeom prst="rect">
            <a:avLst/>
          </a:prstGeom>
        </p:spPr>
        <p:txBody>
          <a:bodyPr lIns="0" tIns="0" rIns="0" bIns="0" anchor="ctr"/>
          <a:lstStyle>
            <a:lvl1pPr marL="8466" marR="0" indent="0" algn="l" rtl="0">
              <a:lnSpc>
                <a:spcPct val="100000"/>
              </a:lnSpc>
              <a:spcBef>
                <a:spcPts val="0"/>
              </a:spcBef>
              <a:spcAft>
                <a:spcPts val="0"/>
              </a:spcAft>
              <a:buClr>
                <a:schemeClr val="dk1"/>
              </a:buClr>
              <a:buSzPts val="1000"/>
              <a:buFont typeface="Arial"/>
              <a:buNone/>
              <a:tabLst/>
              <a:defRPr lang="en-US" sz="1333"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20" name="Text Placeholder 4">
            <a:extLst>
              <a:ext uri="{FF2B5EF4-FFF2-40B4-BE49-F238E27FC236}">
                <a16:creationId xmlns:a16="http://schemas.microsoft.com/office/drawing/2014/main" id="{F4B381DA-E161-C544-B07E-23E9B47C538B}"/>
              </a:ext>
            </a:extLst>
          </p:cNvPr>
          <p:cNvSpPr>
            <a:spLocks noGrp="1"/>
          </p:cNvSpPr>
          <p:nvPr>
            <p:ph type="body" sz="quarter" idx="175"/>
          </p:nvPr>
        </p:nvSpPr>
        <p:spPr>
          <a:xfrm>
            <a:off x="527051" y="3563367"/>
            <a:ext cx="487600" cy="426800"/>
          </a:xfrm>
          <a:prstGeom prst="rect">
            <a:avLst/>
          </a:prstGeom>
        </p:spPr>
        <p:txBody>
          <a:bodyPr lIns="0" tIns="0" rIns="0" bIns="0" anchor="ctr"/>
          <a:lstStyle>
            <a:lvl1pPr marL="8466" marR="0" indent="0" algn="ctr" rtl="0">
              <a:lnSpc>
                <a:spcPct val="100000"/>
              </a:lnSpc>
              <a:spcBef>
                <a:spcPts val="0"/>
              </a:spcBef>
              <a:spcAft>
                <a:spcPts val="0"/>
              </a:spcAft>
              <a:buClr>
                <a:schemeClr val="accent1"/>
              </a:buClr>
              <a:buSzPts val="1000"/>
              <a:buFont typeface="Arial"/>
              <a:buNone/>
              <a:tabLst/>
              <a:defRPr lang="en-US" sz="1333"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21" name="Text Placeholder 4">
            <a:extLst>
              <a:ext uri="{FF2B5EF4-FFF2-40B4-BE49-F238E27FC236}">
                <a16:creationId xmlns:a16="http://schemas.microsoft.com/office/drawing/2014/main" id="{2A2B1312-6D28-1C4B-B997-2DBDAF120742}"/>
              </a:ext>
            </a:extLst>
          </p:cNvPr>
          <p:cNvSpPr>
            <a:spLocks noGrp="1"/>
          </p:cNvSpPr>
          <p:nvPr>
            <p:ph type="body" sz="quarter" idx="176"/>
          </p:nvPr>
        </p:nvSpPr>
        <p:spPr>
          <a:xfrm>
            <a:off x="1013237" y="3563367"/>
            <a:ext cx="135600" cy="426800"/>
          </a:xfrm>
          <a:prstGeom prst="rect">
            <a:avLst/>
          </a:prstGeom>
        </p:spPr>
        <p:txBody>
          <a:bodyPr lIns="0" tIns="0" rIns="0" bIns="0" anchor="ctr"/>
          <a:lstStyle>
            <a:lvl1pPr marL="8466" marR="0" indent="0" algn="ctr" rtl="0">
              <a:lnSpc>
                <a:spcPct val="100000"/>
              </a:lnSpc>
              <a:spcBef>
                <a:spcPts val="0"/>
              </a:spcBef>
              <a:spcAft>
                <a:spcPts val="0"/>
              </a:spcAft>
              <a:buClr>
                <a:schemeClr val="lt1"/>
              </a:buClr>
              <a:buSzPts val="1000"/>
              <a:buFont typeface="Arial"/>
              <a:buNone/>
              <a:tabLst/>
              <a:defRPr lang="en-US" sz="1333" b="0" i="0" u="none" strike="noStrike" cap="none" dirty="0">
                <a:solidFill>
                  <a:schemeClr val="tx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22" name="Text Placeholder 4">
            <a:extLst>
              <a:ext uri="{FF2B5EF4-FFF2-40B4-BE49-F238E27FC236}">
                <a16:creationId xmlns:a16="http://schemas.microsoft.com/office/drawing/2014/main" id="{94525019-FC8E-9D46-B1C9-EC3453A43705}"/>
              </a:ext>
            </a:extLst>
          </p:cNvPr>
          <p:cNvSpPr>
            <a:spLocks noGrp="1"/>
          </p:cNvSpPr>
          <p:nvPr>
            <p:ph type="body" sz="quarter" idx="177"/>
          </p:nvPr>
        </p:nvSpPr>
        <p:spPr>
          <a:xfrm>
            <a:off x="1334385" y="3563367"/>
            <a:ext cx="4389200" cy="426800"/>
          </a:xfrm>
          <a:prstGeom prst="rect">
            <a:avLst/>
          </a:prstGeom>
        </p:spPr>
        <p:txBody>
          <a:bodyPr lIns="0" tIns="0" rIns="0" bIns="0" anchor="ctr"/>
          <a:lstStyle>
            <a:lvl1pPr marL="8466" marR="0" indent="0" algn="l" rtl="0">
              <a:lnSpc>
                <a:spcPct val="100000"/>
              </a:lnSpc>
              <a:spcBef>
                <a:spcPts val="0"/>
              </a:spcBef>
              <a:spcAft>
                <a:spcPts val="0"/>
              </a:spcAft>
              <a:buClr>
                <a:schemeClr val="dk1"/>
              </a:buClr>
              <a:buSzPts val="1000"/>
              <a:buFont typeface="Arial"/>
              <a:buNone/>
              <a:tabLst/>
              <a:defRPr lang="en-US" sz="1333"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23" name="Text Placeholder 4">
            <a:extLst>
              <a:ext uri="{FF2B5EF4-FFF2-40B4-BE49-F238E27FC236}">
                <a16:creationId xmlns:a16="http://schemas.microsoft.com/office/drawing/2014/main" id="{7BED04EA-E309-0F45-BC0A-667A9A9498F2}"/>
              </a:ext>
            </a:extLst>
          </p:cNvPr>
          <p:cNvSpPr>
            <a:spLocks noGrp="1"/>
          </p:cNvSpPr>
          <p:nvPr>
            <p:ph type="body" sz="quarter" idx="178"/>
          </p:nvPr>
        </p:nvSpPr>
        <p:spPr>
          <a:xfrm>
            <a:off x="527051" y="4501667"/>
            <a:ext cx="487600" cy="426800"/>
          </a:xfrm>
          <a:prstGeom prst="rect">
            <a:avLst/>
          </a:prstGeom>
        </p:spPr>
        <p:txBody>
          <a:bodyPr lIns="0" tIns="0" rIns="0" bIns="0" anchor="ctr"/>
          <a:lstStyle>
            <a:lvl1pPr marL="8466" marR="0" indent="0" algn="ctr" rtl="0">
              <a:lnSpc>
                <a:spcPct val="100000"/>
              </a:lnSpc>
              <a:spcBef>
                <a:spcPts val="0"/>
              </a:spcBef>
              <a:spcAft>
                <a:spcPts val="0"/>
              </a:spcAft>
              <a:buClr>
                <a:schemeClr val="accent1"/>
              </a:buClr>
              <a:buSzPts val="1000"/>
              <a:buFont typeface="Arial"/>
              <a:buNone/>
              <a:tabLst/>
              <a:defRPr lang="en-US" sz="1333"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24" name="Text Placeholder 4">
            <a:extLst>
              <a:ext uri="{FF2B5EF4-FFF2-40B4-BE49-F238E27FC236}">
                <a16:creationId xmlns:a16="http://schemas.microsoft.com/office/drawing/2014/main" id="{C1B3DD8B-6DC4-3C4E-B5BD-D8AFA35E679E}"/>
              </a:ext>
            </a:extLst>
          </p:cNvPr>
          <p:cNvSpPr>
            <a:spLocks noGrp="1"/>
          </p:cNvSpPr>
          <p:nvPr>
            <p:ph type="body" sz="quarter" idx="179"/>
          </p:nvPr>
        </p:nvSpPr>
        <p:spPr>
          <a:xfrm>
            <a:off x="1013237" y="4501667"/>
            <a:ext cx="135600" cy="426800"/>
          </a:xfrm>
          <a:prstGeom prst="rect">
            <a:avLst/>
          </a:prstGeom>
        </p:spPr>
        <p:txBody>
          <a:bodyPr lIns="0" tIns="0" rIns="0" bIns="0" anchor="ctr"/>
          <a:lstStyle>
            <a:lvl1pPr marL="8466" marR="0" indent="0" algn="ctr" rtl="0">
              <a:lnSpc>
                <a:spcPct val="100000"/>
              </a:lnSpc>
              <a:spcBef>
                <a:spcPts val="0"/>
              </a:spcBef>
              <a:spcAft>
                <a:spcPts val="0"/>
              </a:spcAft>
              <a:buClr>
                <a:schemeClr val="lt1"/>
              </a:buClr>
              <a:buSzPts val="1000"/>
              <a:buFont typeface="Arial"/>
              <a:buNone/>
              <a:tabLst/>
              <a:defRPr lang="en-US" sz="1333" b="0" i="0" u="none" strike="noStrike" cap="none" dirty="0">
                <a:solidFill>
                  <a:schemeClr val="tx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25" name="Text Placeholder 4">
            <a:extLst>
              <a:ext uri="{FF2B5EF4-FFF2-40B4-BE49-F238E27FC236}">
                <a16:creationId xmlns:a16="http://schemas.microsoft.com/office/drawing/2014/main" id="{CBB0D593-94DD-7442-84BA-F8F4EDB447C4}"/>
              </a:ext>
            </a:extLst>
          </p:cNvPr>
          <p:cNvSpPr>
            <a:spLocks noGrp="1"/>
          </p:cNvSpPr>
          <p:nvPr>
            <p:ph type="body" sz="quarter" idx="180"/>
          </p:nvPr>
        </p:nvSpPr>
        <p:spPr>
          <a:xfrm>
            <a:off x="1334385" y="4501667"/>
            <a:ext cx="4389200" cy="426800"/>
          </a:xfrm>
          <a:prstGeom prst="rect">
            <a:avLst/>
          </a:prstGeom>
        </p:spPr>
        <p:txBody>
          <a:bodyPr lIns="0" tIns="0" rIns="0" bIns="0" anchor="ctr"/>
          <a:lstStyle>
            <a:lvl1pPr marL="8466" marR="0" indent="0" algn="l" rtl="0">
              <a:lnSpc>
                <a:spcPct val="100000"/>
              </a:lnSpc>
              <a:spcBef>
                <a:spcPts val="0"/>
              </a:spcBef>
              <a:spcAft>
                <a:spcPts val="0"/>
              </a:spcAft>
              <a:buClr>
                <a:schemeClr val="dk1"/>
              </a:buClr>
              <a:buSzPts val="1000"/>
              <a:buFont typeface="Arial"/>
              <a:buNone/>
              <a:tabLst/>
              <a:defRPr lang="en-US" sz="1333"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26" name="Text Placeholder 4">
            <a:extLst>
              <a:ext uri="{FF2B5EF4-FFF2-40B4-BE49-F238E27FC236}">
                <a16:creationId xmlns:a16="http://schemas.microsoft.com/office/drawing/2014/main" id="{D119979C-73CD-6744-B525-35AD5F066561}"/>
              </a:ext>
            </a:extLst>
          </p:cNvPr>
          <p:cNvSpPr>
            <a:spLocks noGrp="1"/>
          </p:cNvSpPr>
          <p:nvPr>
            <p:ph type="body" sz="quarter" idx="181"/>
          </p:nvPr>
        </p:nvSpPr>
        <p:spPr>
          <a:xfrm>
            <a:off x="527051" y="5439967"/>
            <a:ext cx="487600" cy="426800"/>
          </a:xfrm>
          <a:prstGeom prst="rect">
            <a:avLst/>
          </a:prstGeom>
        </p:spPr>
        <p:txBody>
          <a:bodyPr lIns="0" tIns="0" rIns="0" bIns="0" anchor="ctr"/>
          <a:lstStyle>
            <a:lvl1pPr marL="8466" marR="0" indent="0" algn="ctr" rtl="0">
              <a:lnSpc>
                <a:spcPct val="100000"/>
              </a:lnSpc>
              <a:spcBef>
                <a:spcPts val="0"/>
              </a:spcBef>
              <a:spcAft>
                <a:spcPts val="0"/>
              </a:spcAft>
              <a:buClr>
                <a:schemeClr val="accent1"/>
              </a:buClr>
              <a:buSzPts val="1000"/>
              <a:buFont typeface="Arial"/>
              <a:buNone/>
              <a:tabLst/>
              <a:defRPr lang="en-US" sz="1333"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27" name="Text Placeholder 4">
            <a:extLst>
              <a:ext uri="{FF2B5EF4-FFF2-40B4-BE49-F238E27FC236}">
                <a16:creationId xmlns:a16="http://schemas.microsoft.com/office/drawing/2014/main" id="{350BF056-D013-2C42-AE56-9D8BEDEE2B02}"/>
              </a:ext>
            </a:extLst>
          </p:cNvPr>
          <p:cNvSpPr>
            <a:spLocks noGrp="1"/>
          </p:cNvSpPr>
          <p:nvPr>
            <p:ph type="body" sz="quarter" idx="182"/>
          </p:nvPr>
        </p:nvSpPr>
        <p:spPr>
          <a:xfrm>
            <a:off x="1013237" y="5439967"/>
            <a:ext cx="135600" cy="426800"/>
          </a:xfrm>
          <a:prstGeom prst="rect">
            <a:avLst/>
          </a:prstGeom>
        </p:spPr>
        <p:txBody>
          <a:bodyPr lIns="0" tIns="0" rIns="0" bIns="0" anchor="ctr"/>
          <a:lstStyle>
            <a:lvl1pPr marL="8466" marR="0" indent="0" algn="ctr" rtl="0">
              <a:lnSpc>
                <a:spcPct val="100000"/>
              </a:lnSpc>
              <a:spcBef>
                <a:spcPts val="0"/>
              </a:spcBef>
              <a:spcAft>
                <a:spcPts val="0"/>
              </a:spcAft>
              <a:buClr>
                <a:schemeClr val="lt1"/>
              </a:buClr>
              <a:buSzPts val="1000"/>
              <a:buFont typeface="Arial"/>
              <a:buNone/>
              <a:tabLst/>
              <a:defRPr lang="en-US" sz="1333" b="0" i="0" u="none" strike="noStrike" cap="none" dirty="0">
                <a:solidFill>
                  <a:schemeClr val="tx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28" name="Text Placeholder 4">
            <a:extLst>
              <a:ext uri="{FF2B5EF4-FFF2-40B4-BE49-F238E27FC236}">
                <a16:creationId xmlns:a16="http://schemas.microsoft.com/office/drawing/2014/main" id="{5419936B-DD09-D046-A658-6A8718FF6EEE}"/>
              </a:ext>
            </a:extLst>
          </p:cNvPr>
          <p:cNvSpPr>
            <a:spLocks noGrp="1"/>
          </p:cNvSpPr>
          <p:nvPr>
            <p:ph type="body" sz="quarter" idx="183"/>
          </p:nvPr>
        </p:nvSpPr>
        <p:spPr>
          <a:xfrm>
            <a:off x="1334385" y="5439967"/>
            <a:ext cx="4389200" cy="426800"/>
          </a:xfrm>
          <a:prstGeom prst="rect">
            <a:avLst/>
          </a:prstGeom>
        </p:spPr>
        <p:txBody>
          <a:bodyPr lIns="0" tIns="0" rIns="0" bIns="0" anchor="ctr"/>
          <a:lstStyle>
            <a:lvl1pPr marL="8466" marR="0" indent="0" algn="l" rtl="0">
              <a:lnSpc>
                <a:spcPct val="100000"/>
              </a:lnSpc>
              <a:spcBef>
                <a:spcPts val="0"/>
              </a:spcBef>
              <a:spcAft>
                <a:spcPts val="0"/>
              </a:spcAft>
              <a:buClr>
                <a:schemeClr val="dk1"/>
              </a:buClr>
              <a:buSzPts val="1000"/>
              <a:buFont typeface="Arial"/>
              <a:buNone/>
              <a:tabLst/>
              <a:defRPr lang="en-US" sz="1333"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29" name="Text Placeholder 4">
            <a:extLst>
              <a:ext uri="{FF2B5EF4-FFF2-40B4-BE49-F238E27FC236}">
                <a16:creationId xmlns:a16="http://schemas.microsoft.com/office/drawing/2014/main" id="{F31E3E5C-5EB3-B042-AEBF-568EFD1B66FA}"/>
              </a:ext>
            </a:extLst>
          </p:cNvPr>
          <p:cNvSpPr>
            <a:spLocks noGrp="1"/>
          </p:cNvSpPr>
          <p:nvPr>
            <p:ph type="body" sz="quarter" idx="184"/>
          </p:nvPr>
        </p:nvSpPr>
        <p:spPr>
          <a:xfrm>
            <a:off x="6451867" y="1686767"/>
            <a:ext cx="487600" cy="426800"/>
          </a:xfrm>
          <a:prstGeom prst="rect">
            <a:avLst/>
          </a:prstGeom>
        </p:spPr>
        <p:txBody>
          <a:bodyPr lIns="0" tIns="0" rIns="0" bIns="0" anchor="ctr"/>
          <a:lstStyle>
            <a:lvl1pPr marL="8466" marR="0" indent="0" algn="ctr" rtl="0">
              <a:lnSpc>
                <a:spcPct val="100000"/>
              </a:lnSpc>
              <a:spcBef>
                <a:spcPts val="0"/>
              </a:spcBef>
              <a:spcAft>
                <a:spcPts val="0"/>
              </a:spcAft>
              <a:buClr>
                <a:schemeClr val="accent1"/>
              </a:buClr>
              <a:buSzPts val="1000"/>
              <a:buFont typeface="Arial"/>
              <a:buNone/>
              <a:tabLst/>
              <a:defRPr lang="en-US" sz="1333"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30" name="Text Placeholder 4">
            <a:extLst>
              <a:ext uri="{FF2B5EF4-FFF2-40B4-BE49-F238E27FC236}">
                <a16:creationId xmlns:a16="http://schemas.microsoft.com/office/drawing/2014/main" id="{CB39F026-9D22-1245-B371-5D14F7FFAE59}"/>
              </a:ext>
            </a:extLst>
          </p:cNvPr>
          <p:cNvSpPr>
            <a:spLocks noGrp="1"/>
          </p:cNvSpPr>
          <p:nvPr>
            <p:ph type="body" sz="quarter" idx="185"/>
          </p:nvPr>
        </p:nvSpPr>
        <p:spPr>
          <a:xfrm>
            <a:off x="6938053" y="1686767"/>
            <a:ext cx="135600" cy="426800"/>
          </a:xfrm>
          <a:prstGeom prst="rect">
            <a:avLst/>
          </a:prstGeom>
        </p:spPr>
        <p:txBody>
          <a:bodyPr lIns="0" tIns="0" rIns="0" bIns="0" anchor="ctr"/>
          <a:lstStyle>
            <a:lvl1pPr marL="8466" marR="0" indent="0" algn="ctr" rtl="0">
              <a:lnSpc>
                <a:spcPct val="100000"/>
              </a:lnSpc>
              <a:spcBef>
                <a:spcPts val="0"/>
              </a:spcBef>
              <a:spcAft>
                <a:spcPts val="0"/>
              </a:spcAft>
              <a:buClr>
                <a:schemeClr val="lt1"/>
              </a:buClr>
              <a:buSzPts val="1000"/>
              <a:buFont typeface="Arial"/>
              <a:buNone/>
              <a:tabLst/>
              <a:defRPr lang="en-US" sz="1333" b="0" i="0" u="none" strike="noStrike" cap="none" dirty="0">
                <a:solidFill>
                  <a:schemeClr val="tx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31" name="Text Placeholder 4">
            <a:extLst>
              <a:ext uri="{FF2B5EF4-FFF2-40B4-BE49-F238E27FC236}">
                <a16:creationId xmlns:a16="http://schemas.microsoft.com/office/drawing/2014/main" id="{C4DDB14F-5556-2946-8DA0-65A321F06190}"/>
              </a:ext>
            </a:extLst>
          </p:cNvPr>
          <p:cNvSpPr>
            <a:spLocks noGrp="1"/>
          </p:cNvSpPr>
          <p:nvPr>
            <p:ph type="body" sz="quarter" idx="186"/>
          </p:nvPr>
        </p:nvSpPr>
        <p:spPr>
          <a:xfrm>
            <a:off x="7259201" y="1686767"/>
            <a:ext cx="4389200" cy="426800"/>
          </a:xfrm>
          <a:prstGeom prst="rect">
            <a:avLst/>
          </a:prstGeom>
        </p:spPr>
        <p:txBody>
          <a:bodyPr lIns="0" tIns="0" rIns="0" bIns="0" anchor="ctr"/>
          <a:lstStyle>
            <a:lvl1pPr marL="8466" marR="0" indent="0" algn="l" rtl="0">
              <a:lnSpc>
                <a:spcPct val="100000"/>
              </a:lnSpc>
              <a:spcBef>
                <a:spcPts val="0"/>
              </a:spcBef>
              <a:spcAft>
                <a:spcPts val="0"/>
              </a:spcAft>
              <a:buClr>
                <a:schemeClr val="dk1"/>
              </a:buClr>
              <a:buSzPts val="1000"/>
              <a:buFont typeface="Arial"/>
              <a:buNone/>
              <a:tabLst/>
              <a:defRPr lang="en-US" sz="1333"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32" name="Text Placeholder 4">
            <a:extLst>
              <a:ext uri="{FF2B5EF4-FFF2-40B4-BE49-F238E27FC236}">
                <a16:creationId xmlns:a16="http://schemas.microsoft.com/office/drawing/2014/main" id="{E66C02C7-BEF6-E346-BAA3-D97E796390B8}"/>
              </a:ext>
            </a:extLst>
          </p:cNvPr>
          <p:cNvSpPr>
            <a:spLocks noGrp="1"/>
          </p:cNvSpPr>
          <p:nvPr>
            <p:ph type="body" sz="quarter" idx="187"/>
          </p:nvPr>
        </p:nvSpPr>
        <p:spPr>
          <a:xfrm>
            <a:off x="6451867" y="2625067"/>
            <a:ext cx="487600" cy="426800"/>
          </a:xfrm>
          <a:prstGeom prst="rect">
            <a:avLst/>
          </a:prstGeom>
        </p:spPr>
        <p:txBody>
          <a:bodyPr lIns="0" tIns="0" rIns="0" bIns="0" anchor="ctr"/>
          <a:lstStyle>
            <a:lvl1pPr marL="8466" marR="0" indent="0" algn="ctr" rtl="0">
              <a:lnSpc>
                <a:spcPct val="100000"/>
              </a:lnSpc>
              <a:spcBef>
                <a:spcPts val="0"/>
              </a:spcBef>
              <a:spcAft>
                <a:spcPts val="0"/>
              </a:spcAft>
              <a:buClr>
                <a:schemeClr val="accent1"/>
              </a:buClr>
              <a:buSzPts val="1000"/>
              <a:buFont typeface="Arial"/>
              <a:buNone/>
              <a:tabLst/>
              <a:defRPr lang="en-US" sz="1333"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33" name="Text Placeholder 4">
            <a:extLst>
              <a:ext uri="{FF2B5EF4-FFF2-40B4-BE49-F238E27FC236}">
                <a16:creationId xmlns:a16="http://schemas.microsoft.com/office/drawing/2014/main" id="{2E7D56B6-9579-5248-9835-247B49E1B6BF}"/>
              </a:ext>
            </a:extLst>
          </p:cNvPr>
          <p:cNvSpPr>
            <a:spLocks noGrp="1"/>
          </p:cNvSpPr>
          <p:nvPr>
            <p:ph type="body" sz="quarter" idx="188"/>
          </p:nvPr>
        </p:nvSpPr>
        <p:spPr>
          <a:xfrm>
            <a:off x="6938053" y="2625067"/>
            <a:ext cx="135600" cy="426800"/>
          </a:xfrm>
          <a:prstGeom prst="rect">
            <a:avLst/>
          </a:prstGeom>
        </p:spPr>
        <p:txBody>
          <a:bodyPr lIns="0" tIns="0" rIns="0" bIns="0" anchor="ctr"/>
          <a:lstStyle>
            <a:lvl1pPr marL="8466" marR="0" indent="0" algn="ctr" rtl="0">
              <a:lnSpc>
                <a:spcPct val="100000"/>
              </a:lnSpc>
              <a:spcBef>
                <a:spcPts val="0"/>
              </a:spcBef>
              <a:spcAft>
                <a:spcPts val="0"/>
              </a:spcAft>
              <a:buClr>
                <a:schemeClr val="lt1"/>
              </a:buClr>
              <a:buSzPts val="1000"/>
              <a:buFont typeface="Arial"/>
              <a:buNone/>
              <a:tabLst/>
              <a:defRPr lang="en-US" sz="1333" b="0" i="0" u="none" strike="noStrike" cap="none" dirty="0">
                <a:solidFill>
                  <a:schemeClr val="tx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34" name="Text Placeholder 4">
            <a:extLst>
              <a:ext uri="{FF2B5EF4-FFF2-40B4-BE49-F238E27FC236}">
                <a16:creationId xmlns:a16="http://schemas.microsoft.com/office/drawing/2014/main" id="{52F976AD-0460-D048-8137-BA0ADCD75717}"/>
              </a:ext>
            </a:extLst>
          </p:cNvPr>
          <p:cNvSpPr>
            <a:spLocks noGrp="1"/>
          </p:cNvSpPr>
          <p:nvPr>
            <p:ph type="body" sz="quarter" idx="189"/>
          </p:nvPr>
        </p:nvSpPr>
        <p:spPr>
          <a:xfrm>
            <a:off x="7259201" y="2625067"/>
            <a:ext cx="4389200" cy="426800"/>
          </a:xfrm>
          <a:prstGeom prst="rect">
            <a:avLst/>
          </a:prstGeom>
        </p:spPr>
        <p:txBody>
          <a:bodyPr lIns="0" tIns="0" rIns="0" bIns="0" anchor="ctr"/>
          <a:lstStyle>
            <a:lvl1pPr marL="8466" marR="0" indent="0" algn="l" rtl="0">
              <a:lnSpc>
                <a:spcPct val="100000"/>
              </a:lnSpc>
              <a:spcBef>
                <a:spcPts val="0"/>
              </a:spcBef>
              <a:spcAft>
                <a:spcPts val="0"/>
              </a:spcAft>
              <a:buClr>
                <a:schemeClr val="dk1"/>
              </a:buClr>
              <a:buSzPts val="1000"/>
              <a:buFont typeface="Arial"/>
              <a:buNone/>
              <a:tabLst/>
              <a:defRPr lang="en-US" sz="1333"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35" name="Text Placeholder 4">
            <a:extLst>
              <a:ext uri="{FF2B5EF4-FFF2-40B4-BE49-F238E27FC236}">
                <a16:creationId xmlns:a16="http://schemas.microsoft.com/office/drawing/2014/main" id="{20A5B947-023A-AE46-B756-AD8234FAD0EA}"/>
              </a:ext>
            </a:extLst>
          </p:cNvPr>
          <p:cNvSpPr>
            <a:spLocks noGrp="1"/>
          </p:cNvSpPr>
          <p:nvPr>
            <p:ph type="body" sz="quarter" idx="190"/>
          </p:nvPr>
        </p:nvSpPr>
        <p:spPr>
          <a:xfrm>
            <a:off x="6451867" y="3563367"/>
            <a:ext cx="487600" cy="426800"/>
          </a:xfrm>
          <a:prstGeom prst="rect">
            <a:avLst/>
          </a:prstGeom>
        </p:spPr>
        <p:txBody>
          <a:bodyPr lIns="0" tIns="0" rIns="0" bIns="0" anchor="ctr"/>
          <a:lstStyle>
            <a:lvl1pPr marL="8466" marR="0" indent="0" algn="ctr" rtl="0">
              <a:lnSpc>
                <a:spcPct val="100000"/>
              </a:lnSpc>
              <a:spcBef>
                <a:spcPts val="0"/>
              </a:spcBef>
              <a:spcAft>
                <a:spcPts val="0"/>
              </a:spcAft>
              <a:buClr>
                <a:schemeClr val="accent1"/>
              </a:buClr>
              <a:buSzPts val="1000"/>
              <a:buFont typeface="Arial"/>
              <a:buNone/>
              <a:tabLst/>
              <a:defRPr lang="en-US" sz="1333"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36" name="Text Placeholder 4">
            <a:extLst>
              <a:ext uri="{FF2B5EF4-FFF2-40B4-BE49-F238E27FC236}">
                <a16:creationId xmlns:a16="http://schemas.microsoft.com/office/drawing/2014/main" id="{D3D7B472-446F-D547-AAE3-DE6BADB7DB1F}"/>
              </a:ext>
            </a:extLst>
          </p:cNvPr>
          <p:cNvSpPr>
            <a:spLocks noGrp="1"/>
          </p:cNvSpPr>
          <p:nvPr>
            <p:ph type="body" sz="quarter" idx="191"/>
          </p:nvPr>
        </p:nvSpPr>
        <p:spPr>
          <a:xfrm>
            <a:off x="6938053" y="3563367"/>
            <a:ext cx="135600" cy="426800"/>
          </a:xfrm>
          <a:prstGeom prst="rect">
            <a:avLst/>
          </a:prstGeom>
        </p:spPr>
        <p:txBody>
          <a:bodyPr lIns="0" tIns="0" rIns="0" bIns="0" anchor="ctr"/>
          <a:lstStyle>
            <a:lvl1pPr marL="8466" marR="0" indent="0" algn="ctr" rtl="0">
              <a:lnSpc>
                <a:spcPct val="100000"/>
              </a:lnSpc>
              <a:spcBef>
                <a:spcPts val="0"/>
              </a:spcBef>
              <a:spcAft>
                <a:spcPts val="0"/>
              </a:spcAft>
              <a:buClr>
                <a:schemeClr val="lt1"/>
              </a:buClr>
              <a:buSzPts val="1000"/>
              <a:buFont typeface="Arial"/>
              <a:buNone/>
              <a:tabLst/>
              <a:defRPr lang="en-US" sz="1333" b="0" i="0" u="none" strike="noStrike" cap="none" dirty="0">
                <a:solidFill>
                  <a:schemeClr val="tx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37" name="Text Placeholder 4">
            <a:extLst>
              <a:ext uri="{FF2B5EF4-FFF2-40B4-BE49-F238E27FC236}">
                <a16:creationId xmlns:a16="http://schemas.microsoft.com/office/drawing/2014/main" id="{21867FB1-2EA9-5F48-8A94-8DE6F638FC6B}"/>
              </a:ext>
            </a:extLst>
          </p:cNvPr>
          <p:cNvSpPr>
            <a:spLocks noGrp="1"/>
          </p:cNvSpPr>
          <p:nvPr>
            <p:ph type="body" sz="quarter" idx="192"/>
          </p:nvPr>
        </p:nvSpPr>
        <p:spPr>
          <a:xfrm>
            <a:off x="7259201" y="3563367"/>
            <a:ext cx="4389200" cy="426800"/>
          </a:xfrm>
          <a:prstGeom prst="rect">
            <a:avLst/>
          </a:prstGeom>
        </p:spPr>
        <p:txBody>
          <a:bodyPr lIns="0" tIns="0" rIns="0" bIns="0" anchor="ctr"/>
          <a:lstStyle>
            <a:lvl1pPr marL="8466" marR="0" indent="0" algn="l" rtl="0">
              <a:lnSpc>
                <a:spcPct val="100000"/>
              </a:lnSpc>
              <a:spcBef>
                <a:spcPts val="0"/>
              </a:spcBef>
              <a:spcAft>
                <a:spcPts val="0"/>
              </a:spcAft>
              <a:buClr>
                <a:schemeClr val="dk1"/>
              </a:buClr>
              <a:buSzPts val="1000"/>
              <a:buFont typeface="Arial"/>
              <a:buNone/>
              <a:tabLst/>
              <a:defRPr lang="en-US" sz="1333"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38" name="Text Placeholder 4">
            <a:extLst>
              <a:ext uri="{FF2B5EF4-FFF2-40B4-BE49-F238E27FC236}">
                <a16:creationId xmlns:a16="http://schemas.microsoft.com/office/drawing/2014/main" id="{0E836C4A-2BBA-734D-B8CA-ED83F006A96A}"/>
              </a:ext>
            </a:extLst>
          </p:cNvPr>
          <p:cNvSpPr>
            <a:spLocks noGrp="1"/>
          </p:cNvSpPr>
          <p:nvPr>
            <p:ph type="body" sz="quarter" idx="193"/>
          </p:nvPr>
        </p:nvSpPr>
        <p:spPr>
          <a:xfrm>
            <a:off x="6451867" y="4501667"/>
            <a:ext cx="487600" cy="426800"/>
          </a:xfrm>
          <a:prstGeom prst="rect">
            <a:avLst/>
          </a:prstGeom>
        </p:spPr>
        <p:txBody>
          <a:bodyPr lIns="0" tIns="0" rIns="0" bIns="0" anchor="ctr"/>
          <a:lstStyle>
            <a:lvl1pPr marL="8466" marR="0" indent="0" algn="ctr" rtl="0">
              <a:lnSpc>
                <a:spcPct val="100000"/>
              </a:lnSpc>
              <a:spcBef>
                <a:spcPts val="0"/>
              </a:spcBef>
              <a:spcAft>
                <a:spcPts val="0"/>
              </a:spcAft>
              <a:buClr>
                <a:schemeClr val="accent1"/>
              </a:buClr>
              <a:buSzPts val="1000"/>
              <a:buFont typeface="Arial"/>
              <a:buNone/>
              <a:tabLst/>
              <a:defRPr lang="en-US" sz="1333"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39" name="Text Placeholder 4">
            <a:extLst>
              <a:ext uri="{FF2B5EF4-FFF2-40B4-BE49-F238E27FC236}">
                <a16:creationId xmlns:a16="http://schemas.microsoft.com/office/drawing/2014/main" id="{1B4C93A6-9A55-5940-9481-DA740BBA33C2}"/>
              </a:ext>
            </a:extLst>
          </p:cNvPr>
          <p:cNvSpPr>
            <a:spLocks noGrp="1"/>
          </p:cNvSpPr>
          <p:nvPr>
            <p:ph type="body" sz="quarter" idx="194"/>
          </p:nvPr>
        </p:nvSpPr>
        <p:spPr>
          <a:xfrm>
            <a:off x="6938053" y="4501667"/>
            <a:ext cx="135600" cy="426800"/>
          </a:xfrm>
          <a:prstGeom prst="rect">
            <a:avLst/>
          </a:prstGeom>
        </p:spPr>
        <p:txBody>
          <a:bodyPr lIns="0" tIns="0" rIns="0" bIns="0" anchor="ctr"/>
          <a:lstStyle>
            <a:lvl1pPr marL="8466" marR="0" indent="0" algn="ctr" rtl="0">
              <a:lnSpc>
                <a:spcPct val="100000"/>
              </a:lnSpc>
              <a:spcBef>
                <a:spcPts val="0"/>
              </a:spcBef>
              <a:spcAft>
                <a:spcPts val="0"/>
              </a:spcAft>
              <a:buClr>
                <a:schemeClr val="lt1"/>
              </a:buClr>
              <a:buSzPts val="1000"/>
              <a:buFont typeface="Arial"/>
              <a:buNone/>
              <a:tabLst/>
              <a:defRPr lang="en-US" sz="1333" b="0" i="0" u="none" strike="noStrike" cap="none" dirty="0">
                <a:solidFill>
                  <a:schemeClr val="tx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40" name="Text Placeholder 4">
            <a:extLst>
              <a:ext uri="{FF2B5EF4-FFF2-40B4-BE49-F238E27FC236}">
                <a16:creationId xmlns:a16="http://schemas.microsoft.com/office/drawing/2014/main" id="{A366D6AA-DB3E-5845-83B1-F8749C32EEAA}"/>
              </a:ext>
            </a:extLst>
          </p:cNvPr>
          <p:cNvSpPr>
            <a:spLocks noGrp="1"/>
          </p:cNvSpPr>
          <p:nvPr>
            <p:ph type="body" sz="quarter" idx="195"/>
          </p:nvPr>
        </p:nvSpPr>
        <p:spPr>
          <a:xfrm>
            <a:off x="7259201" y="4501667"/>
            <a:ext cx="4389200" cy="426800"/>
          </a:xfrm>
          <a:prstGeom prst="rect">
            <a:avLst/>
          </a:prstGeom>
        </p:spPr>
        <p:txBody>
          <a:bodyPr lIns="0" tIns="0" rIns="0" bIns="0" anchor="ctr"/>
          <a:lstStyle>
            <a:lvl1pPr marL="8466" marR="0" indent="0" algn="l" rtl="0">
              <a:lnSpc>
                <a:spcPct val="100000"/>
              </a:lnSpc>
              <a:spcBef>
                <a:spcPts val="0"/>
              </a:spcBef>
              <a:spcAft>
                <a:spcPts val="0"/>
              </a:spcAft>
              <a:buClr>
                <a:schemeClr val="dk1"/>
              </a:buClr>
              <a:buSzPts val="1000"/>
              <a:buFont typeface="Arial"/>
              <a:buNone/>
              <a:tabLst/>
              <a:defRPr lang="en-US" sz="1333"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41" name="Text Placeholder 4">
            <a:extLst>
              <a:ext uri="{FF2B5EF4-FFF2-40B4-BE49-F238E27FC236}">
                <a16:creationId xmlns:a16="http://schemas.microsoft.com/office/drawing/2014/main" id="{82D06B5A-AADD-2C4D-8F18-4BA3A2FCEE18}"/>
              </a:ext>
            </a:extLst>
          </p:cNvPr>
          <p:cNvSpPr>
            <a:spLocks noGrp="1"/>
          </p:cNvSpPr>
          <p:nvPr>
            <p:ph type="body" sz="quarter" idx="196"/>
          </p:nvPr>
        </p:nvSpPr>
        <p:spPr>
          <a:xfrm>
            <a:off x="6451867" y="5439967"/>
            <a:ext cx="487600" cy="426800"/>
          </a:xfrm>
          <a:prstGeom prst="rect">
            <a:avLst/>
          </a:prstGeom>
        </p:spPr>
        <p:txBody>
          <a:bodyPr lIns="0" tIns="0" rIns="0" bIns="0" anchor="ctr"/>
          <a:lstStyle>
            <a:lvl1pPr marL="8466" marR="0" indent="0" algn="ctr" rtl="0">
              <a:lnSpc>
                <a:spcPct val="100000"/>
              </a:lnSpc>
              <a:spcBef>
                <a:spcPts val="0"/>
              </a:spcBef>
              <a:spcAft>
                <a:spcPts val="0"/>
              </a:spcAft>
              <a:buClr>
                <a:schemeClr val="accent1"/>
              </a:buClr>
              <a:buSzPts val="1000"/>
              <a:buFont typeface="Arial"/>
              <a:buNone/>
              <a:tabLst/>
              <a:defRPr lang="en-US" sz="1333"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42" name="Text Placeholder 4">
            <a:extLst>
              <a:ext uri="{FF2B5EF4-FFF2-40B4-BE49-F238E27FC236}">
                <a16:creationId xmlns:a16="http://schemas.microsoft.com/office/drawing/2014/main" id="{AEB4A4CE-13B9-3546-B63C-3D87EF55AC53}"/>
              </a:ext>
            </a:extLst>
          </p:cNvPr>
          <p:cNvSpPr>
            <a:spLocks noGrp="1"/>
          </p:cNvSpPr>
          <p:nvPr>
            <p:ph type="body" sz="quarter" idx="197"/>
          </p:nvPr>
        </p:nvSpPr>
        <p:spPr>
          <a:xfrm>
            <a:off x="6938053" y="5439967"/>
            <a:ext cx="135600" cy="426800"/>
          </a:xfrm>
          <a:prstGeom prst="rect">
            <a:avLst/>
          </a:prstGeom>
        </p:spPr>
        <p:txBody>
          <a:bodyPr lIns="0" tIns="0" rIns="0" bIns="0" anchor="ctr"/>
          <a:lstStyle>
            <a:lvl1pPr marL="8466" marR="0" indent="0" algn="ctr" rtl="0">
              <a:lnSpc>
                <a:spcPct val="100000"/>
              </a:lnSpc>
              <a:spcBef>
                <a:spcPts val="0"/>
              </a:spcBef>
              <a:spcAft>
                <a:spcPts val="0"/>
              </a:spcAft>
              <a:buClr>
                <a:schemeClr val="lt1"/>
              </a:buClr>
              <a:buSzPts val="1000"/>
              <a:buFont typeface="Arial"/>
              <a:buNone/>
              <a:tabLst/>
              <a:defRPr lang="en-US" sz="1333" b="0" i="0" u="none" strike="noStrike" cap="none" dirty="0">
                <a:solidFill>
                  <a:schemeClr val="tx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43" name="Text Placeholder 4">
            <a:extLst>
              <a:ext uri="{FF2B5EF4-FFF2-40B4-BE49-F238E27FC236}">
                <a16:creationId xmlns:a16="http://schemas.microsoft.com/office/drawing/2014/main" id="{BF2A6314-E436-D94C-9CCC-F7998DEA21DB}"/>
              </a:ext>
            </a:extLst>
          </p:cNvPr>
          <p:cNvSpPr>
            <a:spLocks noGrp="1"/>
          </p:cNvSpPr>
          <p:nvPr>
            <p:ph type="body" sz="quarter" idx="198"/>
          </p:nvPr>
        </p:nvSpPr>
        <p:spPr>
          <a:xfrm>
            <a:off x="7259201" y="5439967"/>
            <a:ext cx="4389200" cy="426800"/>
          </a:xfrm>
          <a:prstGeom prst="rect">
            <a:avLst/>
          </a:prstGeom>
        </p:spPr>
        <p:txBody>
          <a:bodyPr lIns="0" tIns="0" rIns="0" bIns="0" anchor="ctr"/>
          <a:lstStyle>
            <a:lvl1pPr marL="8466" marR="0" indent="0" algn="l" rtl="0">
              <a:lnSpc>
                <a:spcPct val="100000"/>
              </a:lnSpc>
              <a:spcBef>
                <a:spcPts val="0"/>
              </a:spcBef>
              <a:spcAft>
                <a:spcPts val="0"/>
              </a:spcAft>
              <a:buClr>
                <a:schemeClr val="dk1"/>
              </a:buClr>
              <a:buSzPts val="1000"/>
              <a:buFont typeface="Arial"/>
              <a:buNone/>
              <a:tabLst/>
              <a:defRPr lang="en-US" sz="1333"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46" name="Text Placeholder 4">
            <a:extLst>
              <a:ext uri="{FF2B5EF4-FFF2-40B4-BE49-F238E27FC236}">
                <a16:creationId xmlns:a16="http://schemas.microsoft.com/office/drawing/2014/main" id="{13AD1C61-71A3-024F-AC9F-F706F7D786AD}"/>
              </a:ext>
            </a:extLst>
          </p:cNvPr>
          <p:cNvSpPr>
            <a:spLocks noGrp="1"/>
          </p:cNvSpPr>
          <p:nvPr>
            <p:ph type="body" sz="quarter" idx="199"/>
          </p:nvPr>
        </p:nvSpPr>
        <p:spPr>
          <a:xfrm>
            <a:off x="527052" y="496800"/>
            <a:ext cx="10258805" cy="611600"/>
          </a:xfrm>
          <a:prstGeom prst="rect">
            <a:avLst/>
          </a:prstGeom>
        </p:spPr>
        <p:txBody>
          <a:bodyPr lIns="0" tIns="0" rIns="0" bIns="0" anchor="t"/>
          <a:lstStyle>
            <a:lvl1pPr marL="8466" marR="0" indent="0" algn="l" rtl="0">
              <a:lnSpc>
                <a:spcPct val="90000"/>
              </a:lnSpc>
              <a:spcBef>
                <a:spcPts val="0"/>
              </a:spcBef>
              <a:spcAft>
                <a:spcPts val="0"/>
              </a:spcAft>
              <a:buClr>
                <a:schemeClr val="dk1"/>
              </a:buClr>
              <a:buSzPts val="2000"/>
              <a:buFont typeface="Poppins Medium"/>
              <a:buNone/>
              <a:tabLst/>
              <a:defRPr lang="en-GB" sz="2400" b="0" i="0" u="none" strike="noStrike" cap="none" dirty="0" smtClean="0">
                <a:solidFill>
                  <a:schemeClr val="bg1"/>
                </a:solidFill>
                <a:latin typeface="Poppins Medium"/>
                <a:ea typeface="Poppins Medium"/>
                <a:cs typeface="Poppins Medium"/>
                <a:sym typeface="Poppins Medium"/>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Tree>
    <p:extLst>
      <p:ext uri="{BB962C8B-B14F-4D97-AF65-F5344CB8AC3E}">
        <p14:creationId xmlns:p14="http://schemas.microsoft.com/office/powerpoint/2010/main" val="3638014296"/>
      </p:ext>
    </p:extLst>
  </p:cSld>
  <p:clrMapOvr>
    <a:masterClrMapping/>
  </p:clrMapOvr>
  <p:extLst>
    <p:ext uri="{DCECCB84-F9BA-43D5-87BE-67443E8EF086}">
      <p15:sldGuideLst xmlns:p15="http://schemas.microsoft.com/office/powerpoint/2012/main">
        <p15:guide id="1" orient="horz" pos="531">
          <p15:clr>
            <a:srgbClr val="FBAE40"/>
          </p15:clr>
        </p15:guide>
        <p15:guide id="2" pos="249">
          <p15:clr>
            <a:srgbClr val="FBAE40"/>
          </p15:clr>
        </p15:guide>
        <p15:guide id="3" pos="5511">
          <p15:clr>
            <a:srgbClr val="FBAE40"/>
          </p15:clr>
        </p15:guide>
        <p15:guide id="4" orient="horz" pos="3072">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Topics/Agenda - One Column">
    <p:spTree>
      <p:nvGrpSpPr>
        <p:cNvPr id="1" name=""/>
        <p:cNvGrpSpPr/>
        <p:nvPr/>
      </p:nvGrpSpPr>
      <p:grpSpPr>
        <a:xfrm>
          <a:off x="0" y="0"/>
          <a:ext cx="0" cy="0"/>
          <a:chOff x="0" y="0"/>
          <a:chExt cx="0" cy="0"/>
        </a:xfrm>
      </p:grpSpPr>
      <p:sp>
        <p:nvSpPr>
          <p:cNvPr id="2" name="Google Shape;547;p21">
            <a:extLst>
              <a:ext uri="{FF2B5EF4-FFF2-40B4-BE49-F238E27FC236}">
                <a16:creationId xmlns:a16="http://schemas.microsoft.com/office/drawing/2014/main" id="{85171889-4CE1-8E45-A58A-5A6A8E40B73B}"/>
              </a:ext>
            </a:extLst>
          </p:cNvPr>
          <p:cNvSpPr/>
          <p:nvPr/>
        </p:nvSpPr>
        <p:spPr>
          <a:xfrm>
            <a:off x="3" y="1"/>
            <a:ext cx="301543" cy="347263"/>
          </a:xfrm>
          <a:custGeom>
            <a:avLst/>
            <a:gdLst/>
            <a:ahLst/>
            <a:cxnLst/>
            <a:rect l="l" t="t" r="r" b="b"/>
            <a:pathLst>
              <a:path w="1675237" h="1929234" extrusionOk="0">
                <a:moveTo>
                  <a:pt x="461556" y="1897854"/>
                </a:moveTo>
                <a:lnTo>
                  <a:pt x="469774" y="1899513"/>
                </a:lnTo>
                <a:lnTo>
                  <a:pt x="443985" y="1904118"/>
                </a:lnTo>
                <a:lnTo>
                  <a:pt x="449737" y="1900240"/>
                </a:lnTo>
                <a:cubicBezTo>
                  <a:pt x="453370" y="1898704"/>
                  <a:pt x="457364" y="1897854"/>
                  <a:pt x="461556" y="1897854"/>
                </a:cubicBezTo>
                <a:close/>
                <a:moveTo>
                  <a:pt x="389002" y="1897854"/>
                </a:moveTo>
                <a:cubicBezTo>
                  <a:pt x="397386" y="1897854"/>
                  <a:pt x="404977" y="1901253"/>
                  <a:pt x="410472" y="1906747"/>
                </a:cubicBezTo>
                <a:lnTo>
                  <a:pt x="411766" y="1909872"/>
                </a:lnTo>
                <a:lnTo>
                  <a:pt x="400388" y="1911904"/>
                </a:lnTo>
                <a:lnTo>
                  <a:pt x="363451" y="1916598"/>
                </a:lnTo>
                <a:lnTo>
                  <a:pt x="367531" y="1906747"/>
                </a:lnTo>
                <a:cubicBezTo>
                  <a:pt x="373026" y="1901253"/>
                  <a:pt x="380617" y="1897854"/>
                  <a:pt x="389002" y="1897854"/>
                </a:cubicBezTo>
                <a:close/>
                <a:moveTo>
                  <a:pt x="316447" y="1897854"/>
                </a:moveTo>
                <a:cubicBezTo>
                  <a:pt x="324832" y="1897854"/>
                  <a:pt x="332422" y="1901253"/>
                  <a:pt x="337917" y="1906747"/>
                </a:cubicBezTo>
                <a:lnTo>
                  <a:pt x="343070" y="1919187"/>
                </a:lnTo>
                <a:lnTo>
                  <a:pt x="325117" y="1921469"/>
                </a:lnTo>
                <a:lnTo>
                  <a:pt x="287700" y="1924314"/>
                </a:lnTo>
                <a:lnTo>
                  <a:pt x="294977" y="1906747"/>
                </a:lnTo>
                <a:cubicBezTo>
                  <a:pt x="300471" y="1901253"/>
                  <a:pt x="308062" y="1897854"/>
                  <a:pt x="316447" y="1897854"/>
                </a:cubicBezTo>
                <a:close/>
                <a:moveTo>
                  <a:pt x="243892" y="1897854"/>
                </a:moveTo>
                <a:cubicBezTo>
                  <a:pt x="252277" y="1897854"/>
                  <a:pt x="259868" y="1901253"/>
                  <a:pt x="265363" y="1906747"/>
                </a:cubicBezTo>
                <a:lnTo>
                  <a:pt x="273099" y="1925425"/>
                </a:lnTo>
                <a:lnTo>
                  <a:pt x="248735" y="1927277"/>
                </a:lnTo>
                <a:lnTo>
                  <a:pt x="213550" y="1928167"/>
                </a:lnTo>
                <a:lnTo>
                  <a:pt x="222422" y="1906747"/>
                </a:lnTo>
                <a:cubicBezTo>
                  <a:pt x="227917" y="1901253"/>
                  <a:pt x="235508" y="1897854"/>
                  <a:pt x="243892" y="1897854"/>
                </a:cubicBezTo>
                <a:close/>
                <a:moveTo>
                  <a:pt x="171339" y="1897854"/>
                </a:moveTo>
                <a:cubicBezTo>
                  <a:pt x="188107" y="1897854"/>
                  <a:pt x="201701" y="1911448"/>
                  <a:pt x="201701" y="1928218"/>
                </a:cubicBezTo>
                <a:lnTo>
                  <a:pt x="201597" y="1928469"/>
                </a:lnTo>
                <a:lnTo>
                  <a:pt x="171336" y="1929234"/>
                </a:lnTo>
                <a:lnTo>
                  <a:pt x="141087" y="1928469"/>
                </a:lnTo>
                <a:lnTo>
                  <a:pt x="140982" y="1928218"/>
                </a:lnTo>
                <a:cubicBezTo>
                  <a:pt x="140982" y="1911448"/>
                  <a:pt x="154577" y="1897854"/>
                  <a:pt x="171339" y="1897854"/>
                </a:cubicBezTo>
                <a:close/>
                <a:moveTo>
                  <a:pt x="98792" y="1897854"/>
                </a:moveTo>
                <a:cubicBezTo>
                  <a:pt x="107177" y="1897854"/>
                  <a:pt x="114768" y="1901253"/>
                  <a:pt x="120263" y="1906747"/>
                </a:cubicBezTo>
                <a:lnTo>
                  <a:pt x="129135" y="1928167"/>
                </a:lnTo>
                <a:lnTo>
                  <a:pt x="93938" y="1927277"/>
                </a:lnTo>
                <a:lnTo>
                  <a:pt x="69586" y="1925425"/>
                </a:lnTo>
                <a:lnTo>
                  <a:pt x="77322" y="1906747"/>
                </a:lnTo>
                <a:cubicBezTo>
                  <a:pt x="82817" y="1901253"/>
                  <a:pt x="90408" y="1897854"/>
                  <a:pt x="98792" y="1897854"/>
                </a:cubicBezTo>
                <a:close/>
                <a:moveTo>
                  <a:pt x="26239" y="1897854"/>
                </a:moveTo>
                <a:cubicBezTo>
                  <a:pt x="34623" y="1897854"/>
                  <a:pt x="42214" y="1901253"/>
                  <a:pt x="47709" y="1906747"/>
                </a:cubicBezTo>
                <a:lnTo>
                  <a:pt x="54985" y="1924315"/>
                </a:lnTo>
                <a:lnTo>
                  <a:pt x="17556" y="1921469"/>
                </a:lnTo>
                <a:lnTo>
                  <a:pt x="0" y="1919238"/>
                </a:lnTo>
                <a:lnTo>
                  <a:pt x="0" y="1918259"/>
                </a:lnTo>
                <a:lnTo>
                  <a:pt x="4768" y="1906747"/>
                </a:lnTo>
                <a:cubicBezTo>
                  <a:pt x="10263" y="1901253"/>
                  <a:pt x="17854" y="1897854"/>
                  <a:pt x="26239" y="1897854"/>
                </a:cubicBezTo>
                <a:close/>
                <a:moveTo>
                  <a:pt x="679220" y="1817400"/>
                </a:moveTo>
                <a:cubicBezTo>
                  <a:pt x="687604" y="1817400"/>
                  <a:pt x="695195" y="1820799"/>
                  <a:pt x="700690" y="1826293"/>
                </a:cubicBezTo>
                <a:lnTo>
                  <a:pt x="702587" y="1830873"/>
                </a:lnTo>
                <a:lnTo>
                  <a:pt x="649855" y="1850174"/>
                </a:lnTo>
                <a:lnTo>
                  <a:pt x="648856" y="1847763"/>
                </a:lnTo>
                <a:cubicBezTo>
                  <a:pt x="648856" y="1830994"/>
                  <a:pt x="662450" y="1817400"/>
                  <a:pt x="679220" y="1817400"/>
                </a:cubicBezTo>
                <a:close/>
                <a:moveTo>
                  <a:pt x="606665" y="1817400"/>
                </a:moveTo>
                <a:cubicBezTo>
                  <a:pt x="623435" y="1817400"/>
                  <a:pt x="637029" y="1830994"/>
                  <a:pt x="637029" y="1847763"/>
                </a:cubicBezTo>
                <a:lnTo>
                  <a:pt x="633560" y="1856138"/>
                </a:lnTo>
                <a:lnTo>
                  <a:pt x="618594" y="1861615"/>
                </a:lnTo>
                <a:lnTo>
                  <a:pt x="587142" y="1870547"/>
                </a:lnTo>
                <a:lnTo>
                  <a:pt x="585195" y="1869234"/>
                </a:lnTo>
                <a:cubicBezTo>
                  <a:pt x="579700" y="1863739"/>
                  <a:pt x="576302" y="1856148"/>
                  <a:pt x="576302" y="1847763"/>
                </a:cubicBezTo>
                <a:cubicBezTo>
                  <a:pt x="576302" y="1830994"/>
                  <a:pt x="589896" y="1817400"/>
                  <a:pt x="606665" y="1817400"/>
                </a:cubicBezTo>
                <a:close/>
                <a:moveTo>
                  <a:pt x="534111" y="1817400"/>
                </a:moveTo>
                <a:cubicBezTo>
                  <a:pt x="550880" y="1817400"/>
                  <a:pt x="564474" y="1830994"/>
                  <a:pt x="564474" y="1847763"/>
                </a:cubicBezTo>
                <a:cubicBezTo>
                  <a:pt x="564474" y="1864533"/>
                  <a:pt x="550880" y="1878127"/>
                  <a:pt x="534111" y="1878127"/>
                </a:cubicBezTo>
                <a:cubicBezTo>
                  <a:pt x="517341" y="1878127"/>
                  <a:pt x="503747" y="1864533"/>
                  <a:pt x="503747" y="1847763"/>
                </a:cubicBezTo>
                <a:cubicBezTo>
                  <a:pt x="503747" y="1830994"/>
                  <a:pt x="517341" y="1817400"/>
                  <a:pt x="534111" y="1817400"/>
                </a:cubicBezTo>
                <a:close/>
                <a:moveTo>
                  <a:pt x="461556" y="1817400"/>
                </a:moveTo>
                <a:cubicBezTo>
                  <a:pt x="478326" y="1817400"/>
                  <a:pt x="491920" y="1830994"/>
                  <a:pt x="491920" y="1847763"/>
                </a:cubicBezTo>
                <a:cubicBezTo>
                  <a:pt x="491920" y="1864533"/>
                  <a:pt x="478326" y="1878127"/>
                  <a:pt x="461556" y="1878127"/>
                </a:cubicBezTo>
                <a:cubicBezTo>
                  <a:pt x="444787" y="1878127"/>
                  <a:pt x="431192" y="1864533"/>
                  <a:pt x="431192" y="1847763"/>
                </a:cubicBezTo>
                <a:cubicBezTo>
                  <a:pt x="431192" y="1830994"/>
                  <a:pt x="444787" y="1817400"/>
                  <a:pt x="461556" y="1817400"/>
                </a:cubicBezTo>
                <a:close/>
                <a:moveTo>
                  <a:pt x="389002" y="1817400"/>
                </a:moveTo>
                <a:cubicBezTo>
                  <a:pt x="405771" y="1817400"/>
                  <a:pt x="419365" y="1830994"/>
                  <a:pt x="419365" y="1847763"/>
                </a:cubicBezTo>
                <a:cubicBezTo>
                  <a:pt x="419365" y="1864533"/>
                  <a:pt x="405771" y="1878127"/>
                  <a:pt x="389002" y="1878127"/>
                </a:cubicBezTo>
                <a:cubicBezTo>
                  <a:pt x="372232" y="1878127"/>
                  <a:pt x="358638" y="1864533"/>
                  <a:pt x="358638" y="1847763"/>
                </a:cubicBezTo>
                <a:cubicBezTo>
                  <a:pt x="358638" y="1830994"/>
                  <a:pt x="372232" y="1817400"/>
                  <a:pt x="389002" y="1817400"/>
                </a:cubicBezTo>
                <a:close/>
                <a:moveTo>
                  <a:pt x="316447" y="1817400"/>
                </a:moveTo>
                <a:cubicBezTo>
                  <a:pt x="333216" y="1817400"/>
                  <a:pt x="346810" y="1830994"/>
                  <a:pt x="346810" y="1847763"/>
                </a:cubicBezTo>
                <a:cubicBezTo>
                  <a:pt x="346810" y="1864533"/>
                  <a:pt x="333216" y="1878127"/>
                  <a:pt x="316447" y="1878127"/>
                </a:cubicBezTo>
                <a:cubicBezTo>
                  <a:pt x="299677" y="1878127"/>
                  <a:pt x="286084" y="1864533"/>
                  <a:pt x="286084" y="1847763"/>
                </a:cubicBezTo>
                <a:cubicBezTo>
                  <a:pt x="286084" y="1830994"/>
                  <a:pt x="299677" y="1817400"/>
                  <a:pt x="316447" y="1817400"/>
                </a:cubicBezTo>
                <a:close/>
                <a:moveTo>
                  <a:pt x="243892" y="1817400"/>
                </a:moveTo>
                <a:cubicBezTo>
                  <a:pt x="260662" y="1817400"/>
                  <a:pt x="274256" y="1830994"/>
                  <a:pt x="274256" y="1847763"/>
                </a:cubicBezTo>
                <a:cubicBezTo>
                  <a:pt x="274256" y="1864533"/>
                  <a:pt x="260662" y="1878127"/>
                  <a:pt x="243892" y="1878127"/>
                </a:cubicBezTo>
                <a:cubicBezTo>
                  <a:pt x="227123" y="1878127"/>
                  <a:pt x="213529" y="1864533"/>
                  <a:pt x="213529" y="1847763"/>
                </a:cubicBezTo>
                <a:cubicBezTo>
                  <a:pt x="213529" y="1830994"/>
                  <a:pt x="227123" y="1817400"/>
                  <a:pt x="243892" y="1817400"/>
                </a:cubicBezTo>
                <a:close/>
                <a:moveTo>
                  <a:pt x="171339" y="1817400"/>
                </a:moveTo>
                <a:cubicBezTo>
                  <a:pt x="188107" y="1817400"/>
                  <a:pt x="201701" y="1830994"/>
                  <a:pt x="201701" y="1847763"/>
                </a:cubicBezTo>
                <a:cubicBezTo>
                  <a:pt x="201701" y="1864533"/>
                  <a:pt x="188107" y="1878127"/>
                  <a:pt x="171339" y="1878127"/>
                </a:cubicBezTo>
                <a:cubicBezTo>
                  <a:pt x="154583" y="1878127"/>
                  <a:pt x="140989" y="1864533"/>
                  <a:pt x="140989" y="1847763"/>
                </a:cubicBezTo>
                <a:cubicBezTo>
                  <a:pt x="140989" y="1830994"/>
                  <a:pt x="154583" y="1817400"/>
                  <a:pt x="171339" y="1817400"/>
                </a:cubicBezTo>
                <a:close/>
                <a:moveTo>
                  <a:pt x="98799" y="1817400"/>
                </a:moveTo>
                <a:cubicBezTo>
                  <a:pt x="115568" y="1817400"/>
                  <a:pt x="129162" y="1830994"/>
                  <a:pt x="129162" y="1847763"/>
                </a:cubicBezTo>
                <a:cubicBezTo>
                  <a:pt x="129162" y="1864533"/>
                  <a:pt x="115568" y="1878127"/>
                  <a:pt x="98799" y="1878127"/>
                </a:cubicBezTo>
                <a:cubicBezTo>
                  <a:pt x="82029" y="1878127"/>
                  <a:pt x="68435" y="1864533"/>
                  <a:pt x="68435" y="1847763"/>
                </a:cubicBezTo>
                <a:cubicBezTo>
                  <a:pt x="68435" y="1830994"/>
                  <a:pt x="82029" y="1817400"/>
                  <a:pt x="98799" y="1817400"/>
                </a:cubicBezTo>
                <a:close/>
                <a:moveTo>
                  <a:pt x="26245" y="1817400"/>
                </a:moveTo>
                <a:cubicBezTo>
                  <a:pt x="43014" y="1817400"/>
                  <a:pt x="56608" y="1830994"/>
                  <a:pt x="56608" y="1847763"/>
                </a:cubicBezTo>
                <a:cubicBezTo>
                  <a:pt x="56608" y="1864533"/>
                  <a:pt x="43014" y="1878127"/>
                  <a:pt x="26245" y="1878127"/>
                </a:cubicBezTo>
                <a:cubicBezTo>
                  <a:pt x="17860" y="1878127"/>
                  <a:pt x="10269" y="1874729"/>
                  <a:pt x="4775" y="1869234"/>
                </a:cubicBezTo>
                <a:lnTo>
                  <a:pt x="0" y="1857707"/>
                </a:lnTo>
                <a:lnTo>
                  <a:pt x="0" y="1837819"/>
                </a:lnTo>
                <a:lnTo>
                  <a:pt x="4775" y="1826293"/>
                </a:lnTo>
                <a:cubicBezTo>
                  <a:pt x="10269" y="1820799"/>
                  <a:pt x="17860" y="1817400"/>
                  <a:pt x="26245" y="1817400"/>
                </a:cubicBezTo>
                <a:close/>
                <a:moveTo>
                  <a:pt x="896883" y="1736948"/>
                </a:moveTo>
                <a:lnTo>
                  <a:pt x="903696" y="1738324"/>
                </a:lnTo>
                <a:lnTo>
                  <a:pt x="888255" y="1747704"/>
                </a:lnTo>
                <a:lnTo>
                  <a:pt x="871248" y="1755896"/>
                </a:lnTo>
                <a:lnTo>
                  <a:pt x="875413" y="1745841"/>
                </a:lnTo>
                <a:cubicBezTo>
                  <a:pt x="880908" y="1740347"/>
                  <a:pt x="888499" y="1736948"/>
                  <a:pt x="896883" y="1736948"/>
                </a:cubicBezTo>
                <a:close/>
                <a:moveTo>
                  <a:pt x="824329" y="1736948"/>
                </a:moveTo>
                <a:cubicBezTo>
                  <a:pt x="832714" y="1736948"/>
                  <a:pt x="840304" y="1740347"/>
                  <a:pt x="845799" y="1745841"/>
                </a:cubicBezTo>
                <a:lnTo>
                  <a:pt x="853504" y="1764444"/>
                </a:lnTo>
                <a:lnTo>
                  <a:pt x="802910" y="1788817"/>
                </a:lnTo>
                <a:lnTo>
                  <a:pt x="802858" y="1788782"/>
                </a:lnTo>
                <a:cubicBezTo>
                  <a:pt x="797364" y="1783287"/>
                  <a:pt x="793965" y="1775696"/>
                  <a:pt x="793965" y="1767312"/>
                </a:cubicBezTo>
                <a:cubicBezTo>
                  <a:pt x="793965" y="1750542"/>
                  <a:pt x="807559" y="1736948"/>
                  <a:pt x="824329" y="1736948"/>
                </a:cubicBezTo>
                <a:close/>
                <a:moveTo>
                  <a:pt x="751774" y="1736948"/>
                </a:moveTo>
                <a:cubicBezTo>
                  <a:pt x="768544" y="1736948"/>
                  <a:pt x="782138" y="1750542"/>
                  <a:pt x="782138" y="1767312"/>
                </a:cubicBezTo>
                <a:cubicBezTo>
                  <a:pt x="782138" y="1784081"/>
                  <a:pt x="768544" y="1797675"/>
                  <a:pt x="751774" y="1797675"/>
                </a:cubicBezTo>
                <a:cubicBezTo>
                  <a:pt x="735005" y="1797675"/>
                  <a:pt x="721411" y="1784081"/>
                  <a:pt x="721411" y="1767312"/>
                </a:cubicBezTo>
                <a:cubicBezTo>
                  <a:pt x="721411" y="1750542"/>
                  <a:pt x="735005" y="1736948"/>
                  <a:pt x="751774" y="1736948"/>
                </a:cubicBezTo>
                <a:close/>
                <a:moveTo>
                  <a:pt x="679220" y="1736948"/>
                </a:moveTo>
                <a:cubicBezTo>
                  <a:pt x="695989" y="1736948"/>
                  <a:pt x="709583" y="1750542"/>
                  <a:pt x="709583" y="1767312"/>
                </a:cubicBezTo>
                <a:cubicBezTo>
                  <a:pt x="709583" y="1784081"/>
                  <a:pt x="695989" y="1797675"/>
                  <a:pt x="679220" y="1797675"/>
                </a:cubicBezTo>
                <a:cubicBezTo>
                  <a:pt x="662450" y="1797675"/>
                  <a:pt x="648856" y="1784081"/>
                  <a:pt x="648856" y="1767312"/>
                </a:cubicBezTo>
                <a:cubicBezTo>
                  <a:pt x="648856" y="1750542"/>
                  <a:pt x="662450" y="1736948"/>
                  <a:pt x="679220" y="1736948"/>
                </a:cubicBezTo>
                <a:close/>
                <a:moveTo>
                  <a:pt x="606665" y="1736948"/>
                </a:moveTo>
                <a:cubicBezTo>
                  <a:pt x="623435" y="1736948"/>
                  <a:pt x="637029" y="1750542"/>
                  <a:pt x="637029" y="1767312"/>
                </a:cubicBezTo>
                <a:cubicBezTo>
                  <a:pt x="637029" y="1784081"/>
                  <a:pt x="623435" y="1797675"/>
                  <a:pt x="606665" y="1797675"/>
                </a:cubicBezTo>
                <a:cubicBezTo>
                  <a:pt x="589896" y="1797675"/>
                  <a:pt x="576302" y="1784081"/>
                  <a:pt x="576302" y="1767312"/>
                </a:cubicBezTo>
                <a:cubicBezTo>
                  <a:pt x="576302" y="1750542"/>
                  <a:pt x="589896" y="1736948"/>
                  <a:pt x="606665" y="1736948"/>
                </a:cubicBezTo>
                <a:close/>
                <a:moveTo>
                  <a:pt x="534111" y="1736948"/>
                </a:moveTo>
                <a:cubicBezTo>
                  <a:pt x="550880" y="1736948"/>
                  <a:pt x="564474" y="1750542"/>
                  <a:pt x="564474" y="1767312"/>
                </a:cubicBezTo>
                <a:cubicBezTo>
                  <a:pt x="564474" y="1784081"/>
                  <a:pt x="550880" y="1797675"/>
                  <a:pt x="534111" y="1797675"/>
                </a:cubicBezTo>
                <a:cubicBezTo>
                  <a:pt x="517341" y="1797675"/>
                  <a:pt x="503747" y="1784081"/>
                  <a:pt x="503747" y="1767312"/>
                </a:cubicBezTo>
                <a:cubicBezTo>
                  <a:pt x="503747" y="1750542"/>
                  <a:pt x="517341" y="1736948"/>
                  <a:pt x="534111" y="1736948"/>
                </a:cubicBezTo>
                <a:close/>
                <a:moveTo>
                  <a:pt x="461556" y="1736948"/>
                </a:moveTo>
                <a:cubicBezTo>
                  <a:pt x="478326" y="1736948"/>
                  <a:pt x="491920" y="1750542"/>
                  <a:pt x="491920" y="1767312"/>
                </a:cubicBezTo>
                <a:cubicBezTo>
                  <a:pt x="491920" y="1784081"/>
                  <a:pt x="478326" y="1797675"/>
                  <a:pt x="461556" y="1797675"/>
                </a:cubicBezTo>
                <a:cubicBezTo>
                  <a:pt x="444787" y="1797675"/>
                  <a:pt x="431192" y="1784081"/>
                  <a:pt x="431192" y="1767312"/>
                </a:cubicBezTo>
                <a:cubicBezTo>
                  <a:pt x="431192" y="1750542"/>
                  <a:pt x="444787" y="1736948"/>
                  <a:pt x="461556" y="1736948"/>
                </a:cubicBezTo>
                <a:close/>
                <a:moveTo>
                  <a:pt x="389002" y="1736948"/>
                </a:moveTo>
                <a:cubicBezTo>
                  <a:pt x="405771" y="1736948"/>
                  <a:pt x="419365" y="1750542"/>
                  <a:pt x="419365" y="1767312"/>
                </a:cubicBezTo>
                <a:cubicBezTo>
                  <a:pt x="419365" y="1784081"/>
                  <a:pt x="405771" y="1797675"/>
                  <a:pt x="389002" y="1797675"/>
                </a:cubicBezTo>
                <a:cubicBezTo>
                  <a:pt x="372232" y="1797675"/>
                  <a:pt x="358638" y="1784081"/>
                  <a:pt x="358638" y="1767312"/>
                </a:cubicBezTo>
                <a:cubicBezTo>
                  <a:pt x="358638" y="1750542"/>
                  <a:pt x="372232" y="1736948"/>
                  <a:pt x="389002" y="1736948"/>
                </a:cubicBezTo>
                <a:close/>
                <a:moveTo>
                  <a:pt x="316447" y="1736948"/>
                </a:moveTo>
                <a:cubicBezTo>
                  <a:pt x="333216" y="1736948"/>
                  <a:pt x="346810" y="1750542"/>
                  <a:pt x="346810" y="1767312"/>
                </a:cubicBezTo>
                <a:cubicBezTo>
                  <a:pt x="346810" y="1784081"/>
                  <a:pt x="333216" y="1797675"/>
                  <a:pt x="316447" y="1797675"/>
                </a:cubicBezTo>
                <a:cubicBezTo>
                  <a:pt x="299677" y="1797675"/>
                  <a:pt x="286084" y="1784081"/>
                  <a:pt x="286084" y="1767312"/>
                </a:cubicBezTo>
                <a:cubicBezTo>
                  <a:pt x="286084" y="1750542"/>
                  <a:pt x="299677" y="1736948"/>
                  <a:pt x="316447" y="1736948"/>
                </a:cubicBezTo>
                <a:close/>
                <a:moveTo>
                  <a:pt x="243892" y="1736948"/>
                </a:moveTo>
                <a:cubicBezTo>
                  <a:pt x="260662" y="1736948"/>
                  <a:pt x="274256" y="1750542"/>
                  <a:pt x="274256" y="1767312"/>
                </a:cubicBezTo>
                <a:cubicBezTo>
                  <a:pt x="274256" y="1784081"/>
                  <a:pt x="260662" y="1797675"/>
                  <a:pt x="243892" y="1797675"/>
                </a:cubicBezTo>
                <a:cubicBezTo>
                  <a:pt x="227123" y="1797675"/>
                  <a:pt x="213529" y="1784081"/>
                  <a:pt x="213529" y="1767312"/>
                </a:cubicBezTo>
                <a:cubicBezTo>
                  <a:pt x="213529" y="1750542"/>
                  <a:pt x="227123" y="1736948"/>
                  <a:pt x="243892" y="1736948"/>
                </a:cubicBezTo>
                <a:close/>
                <a:moveTo>
                  <a:pt x="171339" y="1736948"/>
                </a:moveTo>
                <a:cubicBezTo>
                  <a:pt x="188107" y="1736948"/>
                  <a:pt x="201701" y="1750542"/>
                  <a:pt x="201701" y="1767312"/>
                </a:cubicBezTo>
                <a:cubicBezTo>
                  <a:pt x="201701" y="1784081"/>
                  <a:pt x="188107" y="1797675"/>
                  <a:pt x="171339" y="1797675"/>
                </a:cubicBezTo>
                <a:cubicBezTo>
                  <a:pt x="154588" y="1797675"/>
                  <a:pt x="140995" y="1784081"/>
                  <a:pt x="140995" y="1767312"/>
                </a:cubicBezTo>
                <a:cubicBezTo>
                  <a:pt x="140995" y="1750542"/>
                  <a:pt x="154588" y="1736948"/>
                  <a:pt x="171339" y="1736948"/>
                </a:cubicBezTo>
                <a:close/>
                <a:moveTo>
                  <a:pt x="98806" y="1736948"/>
                </a:moveTo>
                <a:cubicBezTo>
                  <a:pt x="115574" y="1736948"/>
                  <a:pt x="129168" y="1750542"/>
                  <a:pt x="129168" y="1767312"/>
                </a:cubicBezTo>
                <a:cubicBezTo>
                  <a:pt x="129168" y="1784081"/>
                  <a:pt x="115574" y="1797675"/>
                  <a:pt x="98806" y="1797675"/>
                </a:cubicBezTo>
                <a:cubicBezTo>
                  <a:pt x="82035" y="1797675"/>
                  <a:pt x="68442" y="1784081"/>
                  <a:pt x="68442" y="1767312"/>
                </a:cubicBezTo>
                <a:cubicBezTo>
                  <a:pt x="68442" y="1750542"/>
                  <a:pt x="82035" y="1736948"/>
                  <a:pt x="98806" y="1736948"/>
                </a:cubicBezTo>
                <a:close/>
                <a:moveTo>
                  <a:pt x="26251" y="1736948"/>
                </a:moveTo>
                <a:cubicBezTo>
                  <a:pt x="43020" y="1736948"/>
                  <a:pt x="56614" y="1750542"/>
                  <a:pt x="56614" y="1767312"/>
                </a:cubicBezTo>
                <a:cubicBezTo>
                  <a:pt x="56614" y="1784081"/>
                  <a:pt x="43020" y="1797675"/>
                  <a:pt x="26251" y="1797675"/>
                </a:cubicBezTo>
                <a:cubicBezTo>
                  <a:pt x="17866" y="1797675"/>
                  <a:pt x="10276" y="1794277"/>
                  <a:pt x="4781" y="1788782"/>
                </a:cubicBezTo>
                <a:lnTo>
                  <a:pt x="0" y="1777239"/>
                </a:lnTo>
                <a:lnTo>
                  <a:pt x="0" y="1757384"/>
                </a:lnTo>
                <a:lnTo>
                  <a:pt x="4781" y="1745841"/>
                </a:lnTo>
                <a:cubicBezTo>
                  <a:pt x="10276" y="1740347"/>
                  <a:pt x="17866" y="1736948"/>
                  <a:pt x="26251" y="1736948"/>
                </a:cubicBezTo>
                <a:close/>
                <a:moveTo>
                  <a:pt x="1030341" y="1658849"/>
                </a:moveTo>
                <a:lnTo>
                  <a:pt x="1020041" y="1666551"/>
                </a:lnTo>
                <a:lnTo>
                  <a:pt x="1020522" y="1665390"/>
                </a:lnTo>
                <a:cubicBezTo>
                  <a:pt x="1023269" y="1662642"/>
                  <a:pt x="1026541" y="1660419"/>
                  <a:pt x="1030173" y="1658883"/>
                </a:cubicBezTo>
                <a:close/>
                <a:moveTo>
                  <a:pt x="969438" y="1656497"/>
                </a:moveTo>
                <a:cubicBezTo>
                  <a:pt x="977823" y="1656497"/>
                  <a:pt x="985413" y="1659895"/>
                  <a:pt x="990908" y="1665390"/>
                </a:cubicBezTo>
                <a:lnTo>
                  <a:pt x="997511" y="1681329"/>
                </a:lnTo>
                <a:lnTo>
                  <a:pt x="950384" y="1709959"/>
                </a:lnTo>
                <a:lnTo>
                  <a:pt x="947968" y="1708330"/>
                </a:lnTo>
                <a:cubicBezTo>
                  <a:pt x="942473" y="1702836"/>
                  <a:pt x="939075" y="1695245"/>
                  <a:pt x="939075" y="1686860"/>
                </a:cubicBezTo>
                <a:cubicBezTo>
                  <a:pt x="939075" y="1670091"/>
                  <a:pt x="952669" y="1656497"/>
                  <a:pt x="969438" y="1656497"/>
                </a:cubicBezTo>
                <a:close/>
                <a:moveTo>
                  <a:pt x="896883" y="1656497"/>
                </a:moveTo>
                <a:cubicBezTo>
                  <a:pt x="913653" y="1656497"/>
                  <a:pt x="927247" y="1670091"/>
                  <a:pt x="927247" y="1686860"/>
                </a:cubicBezTo>
                <a:cubicBezTo>
                  <a:pt x="927247" y="1703630"/>
                  <a:pt x="913653" y="1717224"/>
                  <a:pt x="896883" y="1717224"/>
                </a:cubicBezTo>
                <a:cubicBezTo>
                  <a:pt x="880114" y="1717224"/>
                  <a:pt x="866520" y="1703630"/>
                  <a:pt x="866520" y="1686860"/>
                </a:cubicBezTo>
                <a:cubicBezTo>
                  <a:pt x="866520" y="1670091"/>
                  <a:pt x="880114" y="1656497"/>
                  <a:pt x="896883" y="1656497"/>
                </a:cubicBezTo>
                <a:close/>
                <a:moveTo>
                  <a:pt x="824329" y="1656497"/>
                </a:moveTo>
                <a:cubicBezTo>
                  <a:pt x="841098" y="1656497"/>
                  <a:pt x="854692" y="1670091"/>
                  <a:pt x="854692" y="1686860"/>
                </a:cubicBezTo>
                <a:cubicBezTo>
                  <a:pt x="854692" y="1703630"/>
                  <a:pt x="841098" y="1717224"/>
                  <a:pt x="824329" y="1717224"/>
                </a:cubicBezTo>
                <a:cubicBezTo>
                  <a:pt x="807559" y="1717224"/>
                  <a:pt x="793965" y="1703630"/>
                  <a:pt x="793965" y="1686860"/>
                </a:cubicBezTo>
                <a:cubicBezTo>
                  <a:pt x="793965" y="1670091"/>
                  <a:pt x="807559" y="1656497"/>
                  <a:pt x="824329" y="1656497"/>
                </a:cubicBezTo>
                <a:close/>
                <a:moveTo>
                  <a:pt x="751774" y="1656497"/>
                </a:moveTo>
                <a:cubicBezTo>
                  <a:pt x="768544" y="1656497"/>
                  <a:pt x="782138" y="1670091"/>
                  <a:pt x="782138" y="1686860"/>
                </a:cubicBezTo>
                <a:cubicBezTo>
                  <a:pt x="782138" y="1703630"/>
                  <a:pt x="768544" y="1717224"/>
                  <a:pt x="751774" y="1717224"/>
                </a:cubicBezTo>
                <a:cubicBezTo>
                  <a:pt x="735005" y="1717224"/>
                  <a:pt x="721411" y="1703630"/>
                  <a:pt x="721411" y="1686860"/>
                </a:cubicBezTo>
                <a:cubicBezTo>
                  <a:pt x="721411" y="1670091"/>
                  <a:pt x="735005" y="1656497"/>
                  <a:pt x="751774" y="1656497"/>
                </a:cubicBezTo>
                <a:close/>
                <a:moveTo>
                  <a:pt x="679220" y="1656497"/>
                </a:moveTo>
                <a:cubicBezTo>
                  <a:pt x="695989" y="1656497"/>
                  <a:pt x="709583" y="1670091"/>
                  <a:pt x="709583" y="1686860"/>
                </a:cubicBezTo>
                <a:cubicBezTo>
                  <a:pt x="709583" y="1703630"/>
                  <a:pt x="695989" y="1717224"/>
                  <a:pt x="679220" y="1717224"/>
                </a:cubicBezTo>
                <a:cubicBezTo>
                  <a:pt x="662450" y="1717224"/>
                  <a:pt x="648856" y="1703630"/>
                  <a:pt x="648856" y="1686860"/>
                </a:cubicBezTo>
                <a:cubicBezTo>
                  <a:pt x="648856" y="1670091"/>
                  <a:pt x="662450" y="1656497"/>
                  <a:pt x="679220" y="1656497"/>
                </a:cubicBezTo>
                <a:close/>
                <a:moveTo>
                  <a:pt x="606665" y="1656497"/>
                </a:moveTo>
                <a:cubicBezTo>
                  <a:pt x="623435" y="1656497"/>
                  <a:pt x="637029" y="1670091"/>
                  <a:pt x="637029" y="1686860"/>
                </a:cubicBezTo>
                <a:cubicBezTo>
                  <a:pt x="637029" y="1703630"/>
                  <a:pt x="623435" y="1717224"/>
                  <a:pt x="606665" y="1717224"/>
                </a:cubicBezTo>
                <a:cubicBezTo>
                  <a:pt x="589896" y="1717224"/>
                  <a:pt x="576302" y="1703630"/>
                  <a:pt x="576302" y="1686860"/>
                </a:cubicBezTo>
                <a:cubicBezTo>
                  <a:pt x="576302" y="1670091"/>
                  <a:pt x="589896" y="1656497"/>
                  <a:pt x="606665" y="1656497"/>
                </a:cubicBezTo>
                <a:close/>
                <a:moveTo>
                  <a:pt x="534111" y="1656497"/>
                </a:moveTo>
                <a:cubicBezTo>
                  <a:pt x="550880" y="1656497"/>
                  <a:pt x="564474" y="1670091"/>
                  <a:pt x="564474" y="1686860"/>
                </a:cubicBezTo>
                <a:cubicBezTo>
                  <a:pt x="564474" y="1703630"/>
                  <a:pt x="550880" y="1717224"/>
                  <a:pt x="534111" y="1717224"/>
                </a:cubicBezTo>
                <a:cubicBezTo>
                  <a:pt x="517341" y="1717224"/>
                  <a:pt x="503747" y="1703630"/>
                  <a:pt x="503747" y="1686860"/>
                </a:cubicBezTo>
                <a:cubicBezTo>
                  <a:pt x="503747" y="1670091"/>
                  <a:pt x="517341" y="1656497"/>
                  <a:pt x="534111" y="1656497"/>
                </a:cubicBezTo>
                <a:close/>
                <a:moveTo>
                  <a:pt x="461556" y="1656497"/>
                </a:moveTo>
                <a:cubicBezTo>
                  <a:pt x="478326" y="1656497"/>
                  <a:pt x="491920" y="1670091"/>
                  <a:pt x="491920" y="1686860"/>
                </a:cubicBezTo>
                <a:cubicBezTo>
                  <a:pt x="491920" y="1703630"/>
                  <a:pt x="478326" y="1717224"/>
                  <a:pt x="461556" y="1717224"/>
                </a:cubicBezTo>
                <a:cubicBezTo>
                  <a:pt x="444787" y="1717224"/>
                  <a:pt x="431192" y="1703630"/>
                  <a:pt x="431192" y="1686860"/>
                </a:cubicBezTo>
                <a:cubicBezTo>
                  <a:pt x="431192" y="1670091"/>
                  <a:pt x="444787" y="1656497"/>
                  <a:pt x="461556" y="1656497"/>
                </a:cubicBezTo>
                <a:close/>
                <a:moveTo>
                  <a:pt x="389002" y="1656497"/>
                </a:moveTo>
                <a:cubicBezTo>
                  <a:pt x="405771" y="1656497"/>
                  <a:pt x="419365" y="1670091"/>
                  <a:pt x="419365" y="1686860"/>
                </a:cubicBezTo>
                <a:cubicBezTo>
                  <a:pt x="419365" y="1703630"/>
                  <a:pt x="405771" y="1717224"/>
                  <a:pt x="389002" y="1717224"/>
                </a:cubicBezTo>
                <a:cubicBezTo>
                  <a:pt x="372232" y="1717224"/>
                  <a:pt x="358638" y="1703630"/>
                  <a:pt x="358638" y="1686860"/>
                </a:cubicBezTo>
                <a:cubicBezTo>
                  <a:pt x="358638" y="1670091"/>
                  <a:pt x="372232" y="1656497"/>
                  <a:pt x="389002" y="1656497"/>
                </a:cubicBezTo>
                <a:close/>
                <a:moveTo>
                  <a:pt x="316447" y="1656497"/>
                </a:moveTo>
                <a:cubicBezTo>
                  <a:pt x="333216" y="1656497"/>
                  <a:pt x="346810" y="1670091"/>
                  <a:pt x="346810" y="1686860"/>
                </a:cubicBezTo>
                <a:cubicBezTo>
                  <a:pt x="346810" y="1703630"/>
                  <a:pt x="333216" y="1717224"/>
                  <a:pt x="316447" y="1717224"/>
                </a:cubicBezTo>
                <a:cubicBezTo>
                  <a:pt x="299677" y="1717224"/>
                  <a:pt x="286084" y="1703630"/>
                  <a:pt x="286084" y="1686860"/>
                </a:cubicBezTo>
                <a:cubicBezTo>
                  <a:pt x="286084" y="1670091"/>
                  <a:pt x="299677" y="1656497"/>
                  <a:pt x="316447" y="1656497"/>
                </a:cubicBezTo>
                <a:close/>
                <a:moveTo>
                  <a:pt x="243892" y="1656497"/>
                </a:moveTo>
                <a:cubicBezTo>
                  <a:pt x="260662" y="1656497"/>
                  <a:pt x="274256" y="1670091"/>
                  <a:pt x="274256" y="1686860"/>
                </a:cubicBezTo>
                <a:cubicBezTo>
                  <a:pt x="274256" y="1703630"/>
                  <a:pt x="260662" y="1717224"/>
                  <a:pt x="243892" y="1717224"/>
                </a:cubicBezTo>
                <a:cubicBezTo>
                  <a:pt x="227123" y="1717224"/>
                  <a:pt x="213529" y="1703630"/>
                  <a:pt x="213529" y="1686860"/>
                </a:cubicBezTo>
                <a:cubicBezTo>
                  <a:pt x="213529" y="1670091"/>
                  <a:pt x="227123" y="1656497"/>
                  <a:pt x="243892" y="1656497"/>
                </a:cubicBezTo>
                <a:close/>
                <a:moveTo>
                  <a:pt x="171339" y="1656497"/>
                </a:moveTo>
                <a:cubicBezTo>
                  <a:pt x="188107" y="1656497"/>
                  <a:pt x="201701" y="1670091"/>
                  <a:pt x="201701" y="1686860"/>
                </a:cubicBezTo>
                <a:cubicBezTo>
                  <a:pt x="201701" y="1703630"/>
                  <a:pt x="188107" y="1717224"/>
                  <a:pt x="171339" y="1717224"/>
                </a:cubicBezTo>
                <a:cubicBezTo>
                  <a:pt x="154594" y="1717224"/>
                  <a:pt x="141001" y="1703630"/>
                  <a:pt x="141001" y="1686860"/>
                </a:cubicBezTo>
                <a:cubicBezTo>
                  <a:pt x="141001" y="1670091"/>
                  <a:pt x="154594" y="1656497"/>
                  <a:pt x="171339" y="1656497"/>
                </a:cubicBezTo>
                <a:close/>
                <a:moveTo>
                  <a:pt x="98812" y="1656497"/>
                </a:moveTo>
                <a:cubicBezTo>
                  <a:pt x="115580" y="1656497"/>
                  <a:pt x="129174" y="1670091"/>
                  <a:pt x="129174" y="1686860"/>
                </a:cubicBezTo>
                <a:cubicBezTo>
                  <a:pt x="129174" y="1703630"/>
                  <a:pt x="115580" y="1717224"/>
                  <a:pt x="98812" y="1717224"/>
                </a:cubicBezTo>
                <a:cubicBezTo>
                  <a:pt x="82042" y="1717224"/>
                  <a:pt x="68448" y="1703630"/>
                  <a:pt x="68448" y="1686860"/>
                </a:cubicBezTo>
                <a:cubicBezTo>
                  <a:pt x="68448" y="1670091"/>
                  <a:pt x="82042" y="1656497"/>
                  <a:pt x="98812" y="1656497"/>
                </a:cubicBezTo>
                <a:close/>
                <a:moveTo>
                  <a:pt x="26257" y="1656497"/>
                </a:moveTo>
                <a:cubicBezTo>
                  <a:pt x="43026" y="1656497"/>
                  <a:pt x="56620" y="1670091"/>
                  <a:pt x="56620" y="1686860"/>
                </a:cubicBezTo>
                <a:cubicBezTo>
                  <a:pt x="56620" y="1703630"/>
                  <a:pt x="43026" y="1717224"/>
                  <a:pt x="26257" y="1717224"/>
                </a:cubicBezTo>
                <a:cubicBezTo>
                  <a:pt x="17873" y="1717224"/>
                  <a:pt x="10282" y="1713826"/>
                  <a:pt x="4787" y="1708331"/>
                </a:cubicBezTo>
                <a:lnTo>
                  <a:pt x="0" y="1696773"/>
                </a:lnTo>
                <a:lnTo>
                  <a:pt x="0" y="1676947"/>
                </a:lnTo>
                <a:lnTo>
                  <a:pt x="4787" y="1665390"/>
                </a:lnTo>
                <a:cubicBezTo>
                  <a:pt x="10282" y="1659896"/>
                  <a:pt x="17873" y="1656497"/>
                  <a:pt x="26257" y="1656497"/>
                </a:cubicBezTo>
                <a:close/>
                <a:moveTo>
                  <a:pt x="1114547" y="1576045"/>
                </a:moveTo>
                <a:cubicBezTo>
                  <a:pt x="1118739" y="1576045"/>
                  <a:pt x="1122733" y="1576894"/>
                  <a:pt x="1126366" y="1578431"/>
                </a:cubicBezTo>
                <a:lnTo>
                  <a:pt x="1131977" y="1582214"/>
                </a:lnTo>
                <a:lnTo>
                  <a:pt x="1128051" y="1585783"/>
                </a:lnTo>
                <a:lnTo>
                  <a:pt x="1088035" y="1615706"/>
                </a:lnTo>
                <a:lnTo>
                  <a:pt x="1084184" y="1606408"/>
                </a:lnTo>
                <a:cubicBezTo>
                  <a:pt x="1084184" y="1589639"/>
                  <a:pt x="1097778" y="1576045"/>
                  <a:pt x="1114547" y="1576045"/>
                </a:cubicBezTo>
                <a:close/>
                <a:moveTo>
                  <a:pt x="1041993" y="1576045"/>
                </a:moveTo>
                <a:cubicBezTo>
                  <a:pt x="1058762" y="1576045"/>
                  <a:pt x="1072356" y="1589639"/>
                  <a:pt x="1072356" y="1606408"/>
                </a:cubicBezTo>
                <a:cubicBezTo>
                  <a:pt x="1072356" y="1623178"/>
                  <a:pt x="1058762" y="1636772"/>
                  <a:pt x="1041993" y="1636772"/>
                </a:cubicBezTo>
                <a:cubicBezTo>
                  <a:pt x="1025223" y="1636772"/>
                  <a:pt x="1011629" y="1623178"/>
                  <a:pt x="1011629" y="1606408"/>
                </a:cubicBezTo>
                <a:cubicBezTo>
                  <a:pt x="1011629" y="1589639"/>
                  <a:pt x="1025223" y="1576045"/>
                  <a:pt x="1041993" y="1576045"/>
                </a:cubicBezTo>
                <a:close/>
                <a:moveTo>
                  <a:pt x="969438" y="1576045"/>
                </a:moveTo>
                <a:cubicBezTo>
                  <a:pt x="986208" y="1576045"/>
                  <a:pt x="999801" y="1589639"/>
                  <a:pt x="999801" y="1606408"/>
                </a:cubicBezTo>
                <a:cubicBezTo>
                  <a:pt x="999801" y="1623178"/>
                  <a:pt x="986208" y="1636772"/>
                  <a:pt x="969438" y="1636772"/>
                </a:cubicBezTo>
                <a:cubicBezTo>
                  <a:pt x="952669" y="1636772"/>
                  <a:pt x="939075" y="1623178"/>
                  <a:pt x="939075" y="1606408"/>
                </a:cubicBezTo>
                <a:cubicBezTo>
                  <a:pt x="939075" y="1589639"/>
                  <a:pt x="952669" y="1576045"/>
                  <a:pt x="969438" y="1576045"/>
                </a:cubicBezTo>
                <a:close/>
                <a:moveTo>
                  <a:pt x="896883" y="1576045"/>
                </a:moveTo>
                <a:cubicBezTo>
                  <a:pt x="913653" y="1576045"/>
                  <a:pt x="927247" y="1589639"/>
                  <a:pt x="927247" y="1606408"/>
                </a:cubicBezTo>
                <a:cubicBezTo>
                  <a:pt x="927247" y="1623178"/>
                  <a:pt x="913653" y="1636772"/>
                  <a:pt x="896883" y="1636772"/>
                </a:cubicBezTo>
                <a:cubicBezTo>
                  <a:pt x="880114" y="1636772"/>
                  <a:pt x="866520" y="1623178"/>
                  <a:pt x="866520" y="1606408"/>
                </a:cubicBezTo>
                <a:cubicBezTo>
                  <a:pt x="866520" y="1589639"/>
                  <a:pt x="880114" y="1576045"/>
                  <a:pt x="896883" y="1576045"/>
                </a:cubicBezTo>
                <a:close/>
                <a:moveTo>
                  <a:pt x="824329" y="1576045"/>
                </a:moveTo>
                <a:cubicBezTo>
                  <a:pt x="841098" y="1576045"/>
                  <a:pt x="854692" y="1589639"/>
                  <a:pt x="854692" y="1606408"/>
                </a:cubicBezTo>
                <a:cubicBezTo>
                  <a:pt x="854692" y="1623178"/>
                  <a:pt x="841098" y="1636772"/>
                  <a:pt x="824329" y="1636772"/>
                </a:cubicBezTo>
                <a:cubicBezTo>
                  <a:pt x="807559" y="1636772"/>
                  <a:pt x="793965" y="1623178"/>
                  <a:pt x="793965" y="1606408"/>
                </a:cubicBezTo>
                <a:cubicBezTo>
                  <a:pt x="793965" y="1589639"/>
                  <a:pt x="807559" y="1576045"/>
                  <a:pt x="824329" y="1576045"/>
                </a:cubicBezTo>
                <a:close/>
                <a:moveTo>
                  <a:pt x="751774" y="1576045"/>
                </a:moveTo>
                <a:cubicBezTo>
                  <a:pt x="768544" y="1576045"/>
                  <a:pt x="782138" y="1589639"/>
                  <a:pt x="782138" y="1606408"/>
                </a:cubicBezTo>
                <a:cubicBezTo>
                  <a:pt x="782138" y="1623178"/>
                  <a:pt x="768544" y="1636772"/>
                  <a:pt x="751774" y="1636772"/>
                </a:cubicBezTo>
                <a:cubicBezTo>
                  <a:pt x="735005" y="1636772"/>
                  <a:pt x="721411" y="1623178"/>
                  <a:pt x="721411" y="1606408"/>
                </a:cubicBezTo>
                <a:cubicBezTo>
                  <a:pt x="721411" y="1589639"/>
                  <a:pt x="735005" y="1576045"/>
                  <a:pt x="751774" y="1576045"/>
                </a:cubicBezTo>
                <a:close/>
                <a:moveTo>
                  <a:pt x="679220" y="1576045"/>
                </a:moveTo>
                <a:cubicBezTo>
                  <a:pt x="695989" y="1576045"/>
                  <a:pt x="709583" y="1589639"/>
                  <a:pt x="709583" y="1606408"/>
                </a:cubicBezTo>
                <a:cubicBezTo>
                  <a:pt x="709583" y="1623178"/>
                  <a:pt x="695989" y="1636772"/>
                  <a:pt x="679220" y="1636772"/>
                </a:cubicBezTo>
                <a:cubicBezTo>
                  <a:pt x="662450" y="1636772"/>
                  <a:pt x="648856" y="1623178"/>
                  <a:pt x="648856" y="1606408"/>
                </a:cubicBezTo>
                <a:cubicBezTo>
                  <a:pt x="648856" y="1589639"/>
                  <a:pt x="662450" y="1576045"/>
                  <a:pt x="679220" y="1576045"/>
                </a:cubicBezTo>
                <a:close/>
                <a:moveTo>
                  <a:pt x="606665" y="1576045"/>
                </a:moveTo>
                <a:cubicBezTo>
                  <a:pt x="623435" y="1576045"/>
                  <a:pt x="637029" y="1589639"/>
                  <a:pt x="637029" y="1606408"/>
                </a:cubicBezTo>
                <a:cubicBezTo>
                  <a:pt x="637029" y="1623178"/>
                  <a:pt x="623435" y="1636772"/>
                  <a:pt x="606665" y="1636772"/>
                </a:cubicBezTo>
                <a:cubicBezTo>
                  <a:pt x="589896" y="1636772"/>
                  <a:pt x="576302" y="1623178"/>
                  <a:pt x="576302" y="1606408"/>
                </a:cubicBezTo>
                <a:cubicBezTo>
                  <a:pt x="576302" y="1589639"/>
                  <a:pt x="589896" y="1576045"/>
                  <a:pt x="606665" y="1576045"/>
                </a:cubicBezTo>
                <a:close/>
                <a:moveTo>
                  <a:pt x="534111" y="1576045"/>
                </a:moveTo>
                <a:cubicBezTo>
                  <a:pt x="550880" y="1576045"/>
                  <a:pt x="564474" y="1589639"/>
                  <a:pt x="564474" y="1606408"/>
                </a:cubicBezTo>
                <a:cubicBezTo>
                  <a:pt x="564474" y="1623178"/>
                  <a:pt x="550880" y="1636772"/>
                  <a:pt x="534111" y="1636772"/>
                </a:cubicBezTo>
                <a:cubicBezTo>
                  <a:pt x="517341" y="1636772"/>
                  <a:pt x="503747" y="1623178"/>
                  <a:pt x="503747" y="1606408"/>
                </a:cubicBezTo>
                <a:cubicBezTo>
                  <a:pt x="503747" y="1589639"/>
                  <a:pt x="517341" y="1576045"/>
                  <a:pt x="534111" y="1576045"/>
                </a:cubicBezTo>
                <a:close/>
                <a:moveTo>
                  <a:pt x="461556" y="1576045"/>
                </a:moveTo>
                <a:cubicBezTo>
                  <a:pt x="478326" y="1576045"/>
                  <a:pt x="491920" y="1589639"/>
                  <a:pt x="491920" y="1606408"/>
                </a:cubicBezTo>
                <a:cubicBezTo>
                  <a:pt x="491920" y="1623178"/>
                  <a:pt x="478326" y="1636772"/>
                  <a:pt x="461556" y="1636772"/>
                </a:cubicBezTo>
                <a:cubicBezTo>
                  <a:pt x="444787" y="1636772"/>
                  <a:pt x="431192" y="1623178"/>
                  <a:pt x="431192" y="1606408"/>
                </a:cubicBezTo>
                <a:cubicBezTo>
                  <a:pt x="431192" y="1589639"/>
                  <a:pt x="444787" y="1576045"/>
                  <a:pt x="461556" y="1576045"/>
                </a:cubicBezTo>
                <a:close/>
                <a:moveTo>
                  <a:pt x="389002" y="1576045"/>
                </a:moveTo>
                <a:cubicBezTo>
                  <a:pt x="405771" y="1576045"/>
                  <a:pt x="419365" y="1589639"/>
                  <a:pt x="419365" y="1606408"/>
                </a:cubicBezTo>
                <a:cubicBezTo>
                  <a:pt x="419365" y="1623178"/>
                  <a:pt x="405771" y="1636772"/>
                  <a:pt x="389002" y="1636772"/>
                </a:cubicBezTo>
                <a:cubicBezTo>
                  <a:pt x="372232" y="1636772"/>
                  <a:pt x="358638" y="1623178"/>
                  <a:pt x="358638" y="1606408"/>
                </a:cubicBezTo>
                <a:cubicBezTo>
                  <a:pt x="358638" y="1589639"/>
                  <a:pt x="372232" y="1576045"/>
                  <a:pt x="389002" y="1576045"/>
                </a:cubicBezTo>
                <a:close/>
                <a:moveTo>
                  <a:pt x="316447" y="1576045"/>
                </a:moveTo>
                <a:cubicBezTo>
                  <a:pt x="333216" y="1576045"/>
                  <a:pt x="346810" y="1589639"/>
                  <a:pt x="346810" y="1606408"/>
                </a:cubicBezTo>
                <a:cubicBezTo>
                  <a:pt x="346810" y="1623178"/>
                  <a:pt x="333216" y="1636772"/>
                  <a:pt x="316447" y="1636772"/>
                </a:cubicBezTo>
                <a:cubicBezTo>
                  <a:pt x="299677" y="1636772"/>
                  <a:pt x="286084" y="1623178"/>
                  <a:pt x="286084" y="1606408"/>
                </a:cubicBezTo>
                <a:cubicBezTo>
                  <a:pt x="286084" y="1589639"/>
                  <a:pt x="299677" y="1576045"/>
                  <a:pt x="316447" y="1576045"/>
                </a:cubicBezTo>
                <a:close/>
                <a:moveTo>
                  <a:pt x="243892" y="1576045"/>
                </a:moveTo>
                <a:cubicBezTo>
                  <a:pt x="260662" y="1576045"/>
                  <a:pt x="274256" y="1589639"/>
                  <a:pt x="274256" y="1606408"/>
                </a:cubicBezTo>
                <a:cubicBezTo>
                  <a:pt x="274256" y="1623178"/>
                  <a:pt x="260662" y="1636772"/>
                  <a:pt x="243892" y="1636772"/>
                </a:cubicBezTo>
                <a:cubicBezTo>
                  <a:pt x="227123" y="1636772"/>
                  <a:pt x="213529" y="1623178"/>
                  <a:pt x="213529" y="1606408"/>
                </a:cubicBezTo>
                <a:cubicBezTo>
                  <a:pt x="213529" y="1589639"/>
                  <a:pt x="227123" y="1576045"/>
                  <a:pt x="243892" y="1576045"/>
                </a:cubicBezTo>
                <a:close/>
                <a:moveTo>
                  <a:pt x="171339" y="1576045"/>
                </a:moveTo>
                <a:cubicBezTo>
                  <a:pt x="188107" y="1576045"/>
                  <a:pt x="201701" y="1589639"/>
                  <a:pt x="201701" y="1606408"/>
                </a:cubicBezTo>
                <a:cubicBezTo>
                  <a:pt x="201701" y="1623178"/>
                  <a:pt x="188107" y="1636772"/>
                  <a:pt x="171339" y="1636772"/>
                </a:cubicBezTo>
                <a:cubicBezTo>
                  <a:pt x="154599" y="1636772"/>
                  <a:pt x="141006" y="1623178"/>
                  <a:pt x="141006" y="1606408"/>
                </a:cubicBezTo>
                <a:cubicBezTo>
                  <a:pt x="141006" y="1589639"/>
                  <a:pt x="154599" y="1576045"/>
                  <a:pt x="171339" y="1576045"/>
                </a:cubicBezTo>
                <a:close/>
                <a:moveTo>
                  <a:pt x="98818" y="1576045"/>
                </a:moveTo>
                <a:cubicBezTo>
                  <a:pt x="115586" y="1576045"/>
                  <a:pt x="129180" y="1589639"/>
                  <a:pt x="129180" y="1606408"/>
                </a:cubicBezTo>
                <a:cubicBezTo>
                  <a:pt x="129180" y="1623178"/>
                  <a:pt x="115586" y="1636772"/>
                  <a:pt x="98818" y="1636772"/>
                </a:cubicBezTo>
                <a:cubicBezTo>
                  <a:pt x="82048" y="1636772"/>
                  <a:pt x="68454" y="1623178"/>
                  <a:pt x="68454" y="1606408"/>
                </a:cubicBezTo>
                <a:cubicBezTo>
                  <a:pt x="68454" y="1589639"/>
                  <a:pt x="82048" y="1576045"/>
                  <a:pt x="98818" y="1576045"/>
                </a:cubicBezTo>
                <a:close/>
                <a:moveTo>
                  <a:pt x="26264" y="1576045"/>
                </a:moveTo>
                <a:cubicBezTo>
                  <a:pt x="43032" y="1576045"/>
                  <a:pt x="56626" y="1589639"/>
                  <a:pt x="56626" y="1606408"/>
                </a:cubicBezTo>
                <a:cubicBezTo>
                  <a:pt x="56626" y="1623178"/>
                  <a:pt x="43032" y="1636772"/>
                  <a:pt x="26264" y="1636772"/>
                </a:cubicBezTo>
                <a:cubicBezTo>
                  <a:pt x="17880" y="1636772"/>
                  <a:pt x="10289" y="1633374"/>
                  <a:pt x="4794" y="1627879"/>
                </a:cubicBezTo>
                <a:lnTo>
                  <a:pt x="0" y="1616304"/>
                </a:lnTo>
                <a:lnTo>
                  <a:pt x="0" y="1596512"/>
                </a:lnTo>
                <a:lnTo>
                  <a:pt x="4794" y="1584938"/>
                </a:lnTo>
                <a:cubicBezTo>
                  <a:pt x="10289" y="1579444"/>
                  <a:pt x="17880" y="1576045"/>
                  <a:pt x="26264" y="1576045"/>
                </a:cubicBezTo>
                <a:close/>
                <a:moveTo>
                  <a:pt x="1187102" y="1495593"/>
                </a:moveTo>
                <a:cubicBezTo>
                  <a:pt x="1195486" y="1495593"/>
                  <a:pt x="1203077" y="1498992"/>
                  <a:pt x="1208572" y="1504486"/>
                </a:cubicBezTo>
                <a:lnTo>
                  <a:pt x="1211014" y="1510381"/>
                </a:lnTo>
                <a:lnTo>
                  <a:pt x="1168285" y="1549216"/>
                </a:lnTo>
                <a:lnTo>
                  <a:pt x="1165631" y="1547427"/>
                </a:lnTo>
                <a:cubicBezTo>
                  <a:pt x="1160137" y="1541932"/>
                  <a:pt x="1156738" y="1534341"/>
                  <a:pt x="1156738" y="1525957"/>
                </a:cubicBezTo>
                <a:cubicBezTo>
                  <a:pt x="1156738" y="1509187"/>
                  <a:pt x="1170332" y="1495593"/>
                  <a:pt x="1187102" y="1495593"/>
                </a:cubicBezTo>
                <a:close/>
                <a:moveTo>
                  <a:pt x="1114547" y="1495593"/>
                </a:moveTo>
                <a:cubicBezTo>
                  <a:pt x="1131317" y="1495593"/>
                  <a:pt x="1144911" y="1509187"/>
                  <a:pt x="1144911" y="1525957"/>
                </a:cubicBezTo>
                <a:cubicBezTo>
                  <a:pt x="1144911" y="1542726"/>
                  <a:pt x="1131317" y="1556320"/>
                  <a:pt x="1114547" y="1556320"/>
                </a:cubicBezTo>
                <a:cubicBezTo>
                  <a:pt x="1097778" y="1556320"/>
                  <a:pt x="1084184" y="1542726"/>
                  <a:pt x="1084184" y="1525957"/>
                </a:cubicBezTo>
                <a:cubicBezTo>
                  <a:pt x="1084184" y="1509187"/>
                  <a:pt x="1097778" y="1495593"/>
                  <a:pt x="1114547" y="1495593"/>
                </a:cubicBezTo>
                <a:close/>
                <a:moveTo>
                  <a:pt x="1041993" y="1495593"/>
                </a:moveTo>
                <a:cubicBezTo>
                  <a:pt x="1058762" y="1495593"/>
                  <a:pt x="1072356" y="1509187"/>
                  <a:pt x="1072356" y="1525957"/>
                </a:cubicBezTo>
                <a:cubicBezTo>
                  <a:pt x="1072356" y="1542726"/>
                  <a:pt x="1058762" y="1556320"/>
                  <a:pt x="1041993" y="1556320"/>
                </a:cubicBezTo>
                <a:cubicBezTo>
                  <a:pt x="1025223" y="1556320"/>
                  <a:pt x="1011629" y="1542726"/>
                  <a:pt x="1011629" y="1525957"/>
                </a:cubicBezTo>
                <a:cubicBezTo>
                  <a:pt x="1011629" y="1509187"/>
                  <a:pt x="1025223" y="1495593"/>
                  <a:pt x="1041993" y="1495593"/>
                </a:cubicBezTo>
                <a:close/>
                <a:moveTo>
                  <a:pt x="969438" y="1495593"/>
                </a:moveTo>
                <a:cubicBezTo>
                  <a:pt x="986208" y="1495593"/>
                  <a:pt x="999801" y="1509187"/>
                  <a:pt x="999801" y="1525957"/>
                </a:cubicBezTo>
                <a:cubicBezTo>
                  <a:pt x="999801" y="1542726"/>
                  <a:pt x="986208" y="1556320"/>
                  <a:pt x="969438" y="1556320"/>
                </a:cubicBezTo>
                <a:cubicBezTo>
                  <a:pt x="952669" y="1556320"/>
                  <a:pt x="939075" y="1542726"/>
                  <a:pt x="939075" y="1525957"/>
                </a:cubicBezTo>
                <a:cubicBezTo>
                  <a:pt x="939075" y="1509187"/>
                  <a:pt x="952669" y="1495593"/>
                  <a:pt x="969438" y="1495593"/>
                </a:cubicBezTo>
                <a:close/>
                <a:moveTo>
                  <a:pt x="896883" y="1495593"/>
                </a:moveTo>
                <a:cubicBezTo>
                  <a:pt x="913653" y="1495593"/>
                  <a:pt x="927247" y="1509187"/>
                  <a:pt x="927247" y="1525957"/>
                </a:cubicBezTo>
                <a:cubicBezTo>
                  <a:pt x="927247" y="1542726"/>
                  <a:pt x="913653" y="1556320"/>
                  <a:pt x="896883" y="1556320"/>
                </a:cubicBezTo>
                <a:cubicBezTo>
                  <a:pt x="880114" y="1556320"/>
                  <a:pt x="866520" y="1542726"/>
                  <a:pt x="866520" y="1525957"/>
                </a:cubicBezTo>
                <a:cubicBezTo>
                  <a:pt x="866520" y="1509187"/>
                  <a:pt x="880114" y="1495593"/>
                  <a:pt x="896883" y="1495593"/>
                </a:cubicBezTo>
                <a:close/>
                <a:moveTo>
                  <a:pt x="824329" y="1495593"/>
                </a:moveTo>
                <a:cubicBezTo>
                  <a:pt x="841098" y="1495593"/>
                  <a:pt x="854692" y="1509187"/>
                  <a:pt x="854692" y="1525957"/>
                </a:cubicBezTo>
                <a:cubicBezTo>
                  <a:pt x="854692" y="1542726"/>
                  <a:pt x="841098" y="1556320"/>
                  <a:pt x="824329" y="1556320"/>
                </a:cubicBezTo>
                <a:cubicBezTo>
                  <a:pt x="807559" y="1556320"/>
                  <a:pt x="793965" y="1542726"/>
                  <a:pt x="793965" y="1525957"/>
                </a:cubicBezTo>
                <a:cubicBezTo>
                  <a:pt x="793965" y="1509187"/>
                  <a:pt x="807559" y="1495593"/>
                  <a:pt x="824329" y="1495593"/>
                </a:cubicBezTo>
                <a:close/>
                <a:moveTo>
                  <a:pt x="751774" y="1495593"/>
                </a:moveTo>
                <a:cubicBezTo>
                  <a:pt x="768544" y="1495593"/>
                  <a:pt x="782138" y="1509187"/>
                  <a:pt x="782138" y="1525957"/>
                </a:cubicBezTo>
                <a:cubicBezTo>
                  <a:pt x="782138" y="1542726"/>
                  <a:pt x="768544" y="1556320"/>
                  <a:pt x="751774" y="1556320"/>
                </a:cubicBezTo>
                <a:cubicBezTo>
                  <a:pt x="735005" y="1556320"/>
                  <a:pt x="721411" y="1542726"/>
                  <a:pt x="721411" y="1525957"/>
                </a:cubicBezTo>
                <a:cubicBezTo>
                  <a:pt x="721411" y="1509187"/>
                  <a:pt x="735005" y="1495593"/>
                  <a:pt x="751774" y="1495593"/>
                </a:cubicBezTo>
                <a:close/>
                <a:moveTo>
                  <a:pt x="679220" y="1495593"/>
                </a:moveTo>
                <a:cubicBezTo>
                  <a:pt x="695989" y="1495593"/>
                  <a:pt x="709583" y="1509187"/>
                  <a:pt x="709583" y="1525957"/>
                </a:cubicBezTo>
                <a:cubicBezTo>
                  <a:pt x="709583" y="1542726"/>
                  <a:pt x="695989" y="1556320"/>
                  <a:pt x="679220" y="1556320"/>
                </a:cubicBezTo>
                <a:cubicBezTo>
                  <a:pt x="662450" y="1556320"/>
                  <a:pt x="648856" y="1542726"/>
                  <a:pt x="648856" y="1525957"/>
                </a:cubicBezTo>
                <a:cubicBezTo>
                  <a:pt x="648856" y="1509187"/>
                  <a:pt x="662450" y="1495593"/>
                  <a:pt x="679220" y="1495593"/>
                </a:cubicBezTo>
                <a:close/>
                <a:moveTo>
                  <a:pt x="606665" y="1495593"/>
                </a:moveTo>
                <a:cubicBezTo>
                  <a:pt x="623435" y="1495593"/>
                  <a:pt x="637029" y="1509187"/>
                  <a:pt x="637029" y="1525957"/>
                </a:cubicBezTo>
                <a:cubicBezTo>
                  <a:pt x="637029" y="1542726"/>
                  <a:pt x="623435" y="1556320"/>
                  <a:pt x="606665" y="1556320"/>
                </a:cubicBezTo>
                <a:cubicBezTo>
                  <a:pt x="589896" y="1556320"/>
                  <a:pt x="576302" y="1542726"/>
                  <a:pt x="576302" y="1525957"/>
                </a:cubicBezTo>
                <a:cubicBezTo>
                  <a:pt x="576302" y="1509187"/>
                  <a:pt x="589896" y="1495593"/>
                  <a:pt x="606665" y="1495593"/>
                </a:cubicBezTo>
                <a:close/>
                <a:moveTo>
                  <a:pt x="534111" y="1495593"/>
                </a:moveTo>
                <a:cubicBezTo>
                  <a:pt x="550880" y="1495593"/>
                  <a:pt x="564474" y="1509187"/>
                  <a:pt x="564474" y="1525957"/>
                </a:cubicBezTo>
                <a:cubicBezTo>
                  <a:pt x="564474" y="1542726"/>
                  <a:pt x="550880" y="1556320"/>
                  <a:pt x="534111" y="1556320"/>
                </a:cubicBezTo>
                <a:cubicBezTo>
                  <a:pt x="517341" y="1556320"/>
                  <a:pt x="503747" y="1542726"/>
                  <a:pt x="503747" y="1525957"/>
                </a:cubicBezTo>
                <a:cubicBezTo>
                  <a:pt x="503747" y="1509187"/>
                  <a:pt x="517341" y="1495593"/>
                  <a:pt x="534111" y="1495593"/>
                </a:cubicBezTo>
                <a:close/>
                <a:moveTo>
                  <a:pt x="461556" y="1495593"/>
                </a:moveTo>
                <a:cubicBezTo>
                  <a:pt x="478326" y="1495593"/>
                  <a:pt x="491920" y="1509187"/>
                  <a:pt x="491920" y="1525957"/>
                </a:cubicBezTo>
                <a:cubicBezTo>
                  <a:pt x="491920" y="1542726"/>
                  <a:pt x="478326" y="1556320"/>
                  <a:pt x="461556" y="1556320"/>
                </a:cubicBezTo>
                <a:cubicBezTo>
                  <a:pt x="444787" y="1556320"/>
                  <a:pt x="431192" y="1542726"/>
                  <a:pt x="431192" y="1525957"/>
                </a:cubicBezTo>
                <a:cubicBezTo>
                  <a:pt x="431192" y="1509187"/>
                  <a:pt x="444787" y="1495593"/>
                  <a:pt x="461556" y="1495593"/>
                </a:cubicBezTo>
                <a:close/>
                <a:moveTo>
                  <a:pt x="389002" y="1495593"/>
                </a:moveTo>
                <a:cubicBezTo>
                  <a:pt x="405771" y="1495593"/>
                  <a:pt x="419365" y="1509187"/>
                  <a:pt x="419365" y="1525957"/>
                </a:cubicBezTo>
                <a:cubicBezTo>
                  <a:pt x="419365" y="1542726"/>
                  <a:pt x="405771" y="1556320"/>
                  <a:pt x="389002" y="1556320"/>
                </a:cubicBezTo>
                <a:cubicBezTo>
                  <a:pt x="372232" y="1556320"/>
                  <a:pt x="358638" y="1542726"/>
                  <a:pt x="358638" y="1525957"/>
                </a:cubicBezTo>
                <a:cubicBezTo>
                  <a:pt x="358638" y="1509187"/>
                  <a:pt x="372232" y="1495593"/>
                  <a:pt x="389002" y="1495593"/>
                </a:cubicBezTo>
                <a:close/>
                <a:moveTo>
                  <a:pt x="316447" y="1495593"/>
                </a:moveTo>
                <a:cubicBezTo>
                  <a:pt x="333216" y="1495593"/>
                  <a:pt x="346810" y="1509187"/>
                  <a:pt x="346810" y="1525957"/>
                </a:cubicBezTo>
                <a:cubicBezTo>
                  <a:pt x="346810" y="1542726"/>
                  <a:pt x="333216" y="1556320"/>
                  <a:pt x="316447" y="1556320"/>
                </a:cubicBezTo>
                <a:cubicBezTo>
                  <a:pt x="299677" y="1556320"/>
                  <a:pt x="286084" y="1542726"/>
                  <a:pt x="286084" y="1525957"/>
                </a:cubicBezTo>
                <a:cubicBezTo>
                  <a:pt x="286084" y="1509187"/>
                  <a:pt x="299677" y="1495593"/>
                  <a:pt x="316447" y="1495593"/>
                </a:cubicBezTo>
                <a:close/>
                <a:moveTo>
                  <a:pt x="243892" y="1495593"/>
                </a:moveTo>
                <a:cubicBezTo>
                  <a:pt x="260662" y="1495593"/>
                  <a:pt x="274256" y="1509187"/>
                  <a:pt x="274256" y="1525957"/>
                </a:cubicBezTo>
                <a:cubicBezTo>
                  <a:pt x="274256" y="1542726"/>
                  <a:pt x="260662" y="1556320"/>
                  <a:pt x="243892" y="1556320"/>
                </a:cubicBezTo>
                <a:cubicBezTo>
                  <a:pt x="227123" y="1556320"/>
                  <a:pt x="213529" y="1542726"/>
                  <a:pt x="213529" y="1525957"/>
                </a:cubicBezTo>
                <a:cubicBezTo>
                  <a:pt x="213529" y="1509187"/>
                  <a:pt x="227123" y="1495593"/>
                  <a:pt x="243892" y="1495593"/>
                </a:cubicBezTo>
                <a:close/>
                <a:moveTo>
                  <a:pt x="171339" y="1495593"/>
                </a:moveTo>
                <a:cubicBezTo>
                  <a:pt x="188107" y="1495593"/>
                  <a:pt x="201701" y="1509187"/>
                  <a:pt x="201701" y="1525957"/>
                </a:cubicBezTo>
                <a:cubicBezTo>
                  <a:pt x="201701" y="1542726"/>
                  <a:pt x="188107" y="1556320"/>
                  <a:pt x="171339" y="1556320"/>
                </a:cubicBezTo>
                <a:cubicBezTo>
                  <a:pt x="154606" y="1556320"/>
                  <a:pt x="141012" y="1542726"/>
                  <a:pt x="141012" y="1525957"/>
                </a:cubicBezTo>
                <a:cubicBezTo>
                  <a:pt x="141012" y="1509187"/>
                  <a:pt x="154606" y="1495593"/>
                  <a:pt x="171339" y="1495593"/>
                </a:cubicBezTo>
                <a:close/>
                <a:moveTo>
                  <a:pt x="98825" y="1495593"/>
                </a:moveTo>
                <a:cubicBezTo>
                  <a:pt x="115592" y="1495593"/>
                  <a:pt x="129186" y="1509187"/>
                  <a:pt x="129186" y="1525957"/>
                </a:cubicBezTo>
                <a:cubicBezTo>
                  <a:pt x="129186" y="1542726"/>
                  <a:pt x="115592" y="1556320"/>
                  <a:pt x="98825" y="1556320"/>
                </a:cubicBezTo>
                <a:cubicBezTo>
                  <a:pt x="82054" y="1556320"/>
                  <a:pt x="68461" y="1542726"/>
                  <a:pt x="68461" y="1525957"/>
                </a:cubicBezTo>
                <a:cubicBezTo>
                  <a:pt x="68461" y="1509187"/>
                  <a:pt x="82054" y="1495593"/>
                  <a:pt x="98825" y="1495593"/>
                </a:cubicBezTo>
                <a:close/>
                <a:moveTo>
                  <a:pt x="26270" y="1495593"/>
                </a:moveTo>
                <a:cubicBezTo>
                  <a:pt x="43038" y="1495593"/>
                  <a:pt x="56632" y="1509187"/>
                  <a:pt x="56632" y="1525957"/>
                </a:cubicBezTo>
                <a:cubicBezTo>
                  <a:pt x="56632" y="1542726"/>
                  <a:pt x="43038" y="1556320"/>
                  <a:pt x="26270" y="1556320"/>
                </a:cubicBezTo>
                <a:cubicBezTo>
                  <a:pt x="17886" y="1556320"/>
                  <a:pt x="10295" y="1552922"/>
                  <a:pt x="4801" y="1547427"/>
                </a:cubicBezTo>
                <a:lnTo>
                  <a:pt x="0" y="1535836"/>
                </a:lnTo>
                <a:lnTo>
                  <a:pt x="0" y="1516078"/>
                </a:lnTo>
                <a:lnTo>
                  <a:pt x="4801" y="1504486"/>
                </a:lnTo>
                <a:cubicBezTo>
                  <a:pt x="10295" y="1498992"/>
                  <a:pt x="17886" y="1495593"/>
                  <a:pt x="26270" y="1495593"/>
                </a:cubicBezTo>
                <a:close/>
                <a:moveTo>
                  <a:pt x="1259656" y="1415141"/>
                </a:moveTo>
                <a:cubicBezTo>
                  <a:pt x="1268041" y="1415141"/>
                  <a:pt x="1275632" y="1418540"/>
                  <a:pt x="1281127" y="1424035"/>
                </a:cubicBezTo>
                <a:lnTo>
                  <a:pt x="1285044" y="1433492"/>
                </a:lnTo>
                <a:lnTo>
                  <a:pt x="1248565" y="1473629"/>
                </a:lnTo>
                <a:lnTo>
                  <a:pt x="1247837" y="1473482"/>
                </a:lnTo>
                <a:cubicBezTo>
                  <a:pt x="1236940" y="1468873"/>
                  <a:pt x="1229293" y="1458082"/>
                  <a:pt x="1229293" y="1445505"/>
                </a:cubicBezTo>
                <a:cubicBezTo>
                  <a:pt x="1229293" y="1428735"/>
                  <a:pt x="1242887" y="1415141"/>
                  <a:pt x="1259656" y="1415141"/>
                </a:cubicBezTo>
                <a:close/>
                <a:moveTo>
                  <a:pt x="1187102" y="1415141"/>
                </a:moveTo>
                <a:cubicBezTo>
                  <a:pt x="1203871" y="1415141"/>
                  <a:pt x="1217465" y="1428735"/>
                  <a:pt x="1217465" y="1445505"/>
                </a:cubicBezTo>
                <a:cubicBezTo>
                  <a:pt x="1217465" y="1462274"/>
                  <a:pt x="1203871" y="1475868"/>
                  <a:pt x="1187102" y="1475868"/>
                </a:cubicBezTo>
                <a:cubicBezTo>
                  <a:pt x="1170332" y="1475868"/>
                  <a:pt x="1156738" y="1462274"/>
                  <a:pt x="1156738" y="1445505"/>
                </a:cubicBezTo>
                <a:cubicBezTo>
                  <a:pt x="1156738" y="1428735"/>
                  <a:pt x="1170332" y="1415141"/>
                  <a:pt x="1187102" y="1415141"/>
                </a:cubicBezTo>
                <a:close/>
                <a:moveTo>
                  <a:pt x="1114547" y="1415141"/>
                </a:moveTo>
                <a:cubicBezTo>
                  <a:pt x="1131317" y="1415141"/>
                  <a:pt x="1144911" y="1428735"/>
                  <a:pt x="1144911" y="1445505"/>
                </a:cubicBezTo>
                <a:cubicBezTo>
                  <a:pt x="1144911" y="1462274"/>
                  <a:pt x="1131317" y="1475868"/>
                  <a:pt x="1114547" y="1475868"/>
                </a:cubicBezTo>
                <a:cubicBezTo>
                  <a:pt x="1097778" y="1475868"/>
                  <a:pt x="1084184" y="1462274"/>
                  <a:pt x="1084184" y="1445505"/>
                </a:cubicBezTo>
                <a:cubicBezTo>
                  <a:pt x="1084184" y="1428735"/>
                  <a:pt x="1097778" y="1415141"/>
                  <a:pt x="1114547" y="1415141"/>
                </a:cubicBezTo>
                <a:close/>
                <a:moveTo>
                  <a:pt x="1041993" y="1415141"/>
                </a:moveTo>
                <a:cubicBezTo>
                  <a:pt x="1058762" y="1415141"/>
                  <a:pt x="1072356" y="1428735"/>
                  <a:pt x="1072356" y="1445505"/>
                </a:cubicBezTo>
                <a:cubicBezTo>
                  <a:pt x="1072356" y="1462274"/>
                  <a:pt x="1058762" y="1475868"/>
                  <a:pt x="1041993" y="1475868"/>
                </a:cubicBezTo>
                <a:cubicBezTo>
                  <a:pt x="1025223" y="1475868"/>
                  <a:pt x="1011629" y="1462274"/>
                  <a:pt x="1011629" y="1445505"/>
                </a:cubicBezTo>
                <a:cubicBezTo>
                  <a:pt x="1011629" y="1428735"/>
                  <a:pt x="1025223" y="1415141"/>
                  <a:pt x="1041993" y="1415141"/>
                </a:cubicBezTo>
                <a:close/>
                <a:moveTo>
                  <a:pt x="969438" y="1415141"/>
                </a:moveTo>
                <a:cubicBezTo>
                  <a:pt x="986208" y="1415141"/>
                  <a:pt x="999801" y="1428735"/>
                  <a:pt x="999801" y="1445505"/>
                </a:cubicBezTo>
                <a:cubicBezTo>
                  <a:pt x="999801" y="1462274"/>
                  <a:pt x="986208" y="1475868"/>
                  <a:pt x="969438" y="1475868"/>
                </a:cubicBezTo>
                <a:cubicBezTo>
                  <a:pt x="952669" y="1475868"/>
                  <a:pt x="939075" y="1462274"/>
                  <a:pt x="939075" y="1445505"/>
                </a:cubicBezTo>
                <a:cubicBezTo>
                  <a:pt x="939075" y="1428735"/>
                  <a:pt x="952669" y="1415141"/>
                  <a:pt x="969438" y="1415141"/>
                </a:cubicBezTo>
                <a:close/>
                <a:moveTo>
                  <a:pt x="896883" y="1415141"/>
                </a:moveTo>
                <a:cubicBezTo>
                  <a:pt x="913653" y="1415141"/>
                  <a:pt x="927247" y="1428735"/>
                  <a:pt x="927247" y="1445505"/>
                </a:cubicBezTo>
                <a:cubicBezTo>
                  <a:pt x="927247" y="1462274"/>
                  <a:pt x="913653" y="1475868"/>
                  <a:pt x="896883" y="1475868"/>
                </a:cubicBezTo>
                <a:cubicBezTo>
                  <a:pt x="880114" y="1475868"/>
                  <a:pt x="866520" y="1462274"/>
                  <a:pt x="866520" y="1445505"/>
                </a:cubicBezTo>
                <a:cubicBezTo>
                  <a:pt x="866520" y="1428735"/>
                  <a:pt x="880114" y="1415141"/>
                  <a:pt x="896883" y="1415141"/>
                </a:cubicBezTo>
                <a:close/>
                <a:moveTo>
                  <a:pt x="824329" y="1415141"/>
                </a:moveTo>
                <a:cubicBezTo>
                  <a:pt x="841098" y="1415141"/>
                  <a:pt x="854692" y="1428735"/>
                  <a:pt x="854692" y="1445505"/>
                </a:cubicBezTo>
                <a:cubicBezTo>
                  <a:pt x="854692" y="1462274"/>
                  <a:pt x="841098" y="1475868"/>
                  <a:pt x="824329" y="1475868"/>
                </a:cubicBezTo>
                <a:cubicBezTo>
                  <a:pt x="807559" y="1475868"/>
                  <a:pt x="793965" y="1462274"/>
                  <a:pt x="793965" y="1445505"/>
                </a:cubicBezTo>
                <a:cubicBezTo>
                  <a:pt x="793965" y="1428735"/>
                  <a:pt x="807559" y="1415141"/>
                  <a:pt x="824329" y="1415141"/>
                </a:cubicBezTo>
                <a:close/>
                <a:moveTo>
                  <a:pt x="751774" y="1415141"/>
                </a:moveTo>
                <a:cubicBezTo>
                  <a:pt x="768544" y="1415141"/>
                  <a:pt x="782138" y="1428735"/>
                  <a:pt x="782138" y="1445505"/>
                </a:cubicBezTo>
                <a:cubicBezTo>
                  <a:pt x="782138" y="1462274"/>
                  <a:pt x="768544" y="1475868"/>
                  <a:pt x="751774" y="1475868"/>
                </a:cubicBezTo>
                <a:cubicBezTo>
                  <a:pt x="735005" y="1475868"/>
                  <a:pt x="721411" y="1462274"/>
                  <a:pt x="721411" y="1445505"/>
                </a:cubicBezTo>
                <a:cubicBezTo>
                  <a:pt x="721411" y="1428735"/>
                  <a:pt x="735005" y="1415141"/>
                  <a:pt x="751774" y="1415141"/>
                </a:cubicBezTo>
                <a:close/>
                <a:moveTo>
                  <a:pt x="679220" y="1415141"/>
                </a:moveTo>
                <a:cubicBezTo>
                  <a:pt x="695989" y="1415141"/>
                  <a:pt x="709583" y="1428735"/>
                  <a:pt x="709583" y="1445505"/>
                </a:cubicBezTo>
                <a:cubicBezTo>
                  <a:pt x="709583" y="1462274"/>
                  <a:pt x="695989" y="1475868"/>
                  <a:pt x="679220" y="1475868"/>
                </a:cubicBezTo>
                <a:cubicBezTo>
                  <a:pt x="662450" y="1475868"/>
                  <a:pt x="648856" y="1462274"/>
                  <a:pt x="648856" y="1445505"/>
                </a:cubicBezTo>
                <a:cubicBezTo>
                  <a:pt x="648856" y="1428735"/>
                  <a:pt x="662450" y="1415141"/>
                  <a:pt x="679220" y="1415141"/>
                </a:cubicBezTo>
                <a:close/>
                <a:moveTo>
                  <a:pt x="606665" y="1415141"/>
                </a:moveTo>
                <a:cubicBezTo>
                  <a:pt x="623435" y="1415141"/>
                  <a:pt x="637029" y="1428735"/>
                  <a:pt x="637029" y="1445505"/>
                </a:cubicBezTo>
                <a:cubicBezTo>
                  <a:pt x="637029" y="1462274"/>
                  <a:pt x="623435" y="1475868"/>
                  <a:pt x="606665" y="1475868"/>
                </a:cubicBezTo>
                <a:cubicBezTo>
                  <a:pt x="589896" y="1475868"/>
                  <a:pt x="576302" y="1462274"/>
                  <a:pt x="576302" y="1445505"/>
                </a:cubicBezTo>
                <a:cubicBezTo>
                  <a:pt x="576302" y="1428735"/>
                  <a:pt x="589896" y="1415141"/>
                  <a:pt x="606665" y="1415141"/>
                </a:cubicBezTo>
                <a:close/>
                <a:moveTo>
                  <a:pt x="534111" y="1415141"/>
                </a:moveTo>
                <a:cubicBezTo>
                  <a:pt x="550880" y="1415141"/>
                  <a:pt x="564474" y="1428735"/>
                  <a:pt x="564474" y="1445505"/>
                </a:cubicBezTo>
                <a:cubicBezTo>
                  <a:pt x="564474" y="1462274"/>
                  <a:pt x="550880" y="1475868"/>
                  <a:pt x="534111" y="1475868"/>
                </a:cubicBezTo>
                <a:cubicBezTo>
                  <a:pt x="517341" y="1475868"/>
                  <a:pt x="503747" y="1462274"/>
                  <a:pt x="503747" y="1445505"/>
                </a:cubicBezTo>
                <a:cubicBezTo>
                  <a:pt x="503747" y="1428735"/>
                  <a:pt x="517341" y="1415141"/>
                  <a:pt x="534111" y="1415141"/>
                </a:cubicBezTo>
                <a:close/>
                <a:moveTo>
                  <a:pt x="461556" y="1415141"/>
                </a:moveTo>
                <a:cubicBezTo>
                  <a:pt x="478326" y="1415141"/>
                  <a:pt x="491920" y="1428735"/>
                  <a:pt x="491920" y="1445505"/>
                </a:cubicBezTo>
                <a:cubicBezTo>
                  <a:pt x="491920" y="1462274"/>
                  <a:pt x="478326" y="1475868"/>
                  <a:pt x="461556" y="1475868"/>
                </a:cubicBezTo>
                <a:cubicBezTo>
                  <a:pt x="444787" y="1475868"/>
                  <a:pt x="431192" y="1462274"/>
                  <a:pt x="431192" y="1445505"/>
                </a:cubicBezTo>
                <a:cubicBezTo>
                  <a:pt x="431192" y="1428735"/>
                  <a:pt x="444787" y="1415141"/>
                  <a:pt x="461556" y="1415141"/>
                </a:cubicBezTo>
                <a:close/>
                <a:moveTo>
                  <a:pt x="389002" y="1415141"/>
                </a:moveTo>
                <a:cubicBezTo>
                  <a:pt x="405771" y="1415141"/>
                  <a:pt x="419365" y="1428735"/>
                  <a:pt x="419365" y="1445505"/>
                </a:cubicBezTo>
                <a:cubicBezTo>
                  <a:pt x="419365" y="1462274"/>
                  <a:pt x="405771" y="1475868"/>
                  <a:pt x="389002" y="1475868"/>
                </a:cubicBezTo>
                <a:cubicBezTo>
                  <a:pt x="372232" y="1475868"/>
                  <a:pt x="358638" y="1462274"/>
                  <a:pt x="358638" y="1445505"/>
                </a:cubicBezTo>
                <a:cubicBezTo>
                  <a:pt x="358638" y="1428735"/>
                  <a:pt x="372232" y="1415141"/>
                  <a:pt x="389002" y="1415141"/>
                </a:cubicBezTo>
                <a:close/>
                <a:moveTo>
                  <a:pt x="316447" y="1415141"/>
                </a:moveTo>
                <a:cubicBezTo>
                  <a:pt x="333216" y="1415141"/>
                  <a:pt x="346810" y="1428735"/>
                  <a:pt x="346810" y="1445505"/>
                </a:cubicBezTo>
                <a:cubicBezTo>
                  <a:pt x="346810" y="1462274"/>
                  <a:pt x="333216" y="1475868"/>
                  <a:pt x="316447" y="1475868"/>
                </a:cubicBezTo>
                <a:cubicBezTo>
                  <a:pt x="299677" y="1475868"/>
                  <a:pt x="286084" y="1462274"/>
                  <a:pt x="286084" y="1445505"/>
                </a:cubicBezTo>
                <a:cubicBezTo>
                  <a:pt x="286084" y="1428735"/>
                  <a:pt x="299677" y="1415141"/>
                  <a:pt x="316447" y="1415141"/>
                </a:cubicBezTo>
                <a:close/>
                <a:moveTo>
                  <a:pt x="243892" y="1415141"/>
                </a:moveTo>
                <a:cubicBezTo>
                  <a:pt x="260662" y="1415141"/>
                  <a:pt x="274256" y="1428735"/>
                  <a:pt x="274256" y="1445505"/>
                </a:cubicBezTo>
                <a:cubicBezTo>
                  <a:pt x="274256" y="1462274"/>
                  <a:pt x="260662" y="1475868"/>
                  <a:pt x="243892" y="1475868"/>
                </a:cubicBezTo>
                <a:cubicBezTo>
                  <a:pt x="227123" y="1475868"/>
                  <a:pt x="213529" y="1462274"/>
                  <a:pt x="213529" y="1445505"/>
                </a:cubicBezTo>
                <a:cubicBezTo>
                  <a:pt x="213529" y="1428735"/>
                  <a:pt x="227123" y="1415141"/>
                  <a:pt x="243892" y="1415141"/>
                </a:cubicBezTo>
                <a:close/>
                <a:moveTo>
                  <a:pt x="171339" y="1415141"/>
                </a:moveTo>
                <a:cubicBezTo>
                  <a:pt x="188107" y="1415141"/>
                  <a:pt x="201701" y="1428735"/>
                  <a:pt x="201701" y="1445505"/>
                </a:cubicBezTo>
                <a:cubicBezTo>
                  <a:pt x="201701" y="1462274"/>
                  <a:pt x="188107" y="1475868"/>
                  <a:pt x="171339" y="1475868"/>
                </a:cubicBezTo>
                <a:cubicBezTo>
                  <a:pt x="154611" y="1475868"/>
                  <a:pt x="141018" y="1462274"/>
                  <a:pt x="141018" y="1445505"/>
                </a:cubicBezTo>
                <a:cubicBezTo>
                  <a:pt x="141018" y="1428735"/>
                  <a:pt x="154611" y="1415141"/>
                  <a:pt x="171339" y="1415141"/>
                </a:cubicBezTo>
                <a:close/>
                <a:moveTo>
                  <a:pt x="98831" y="1415141"/>
                </a:moveTo>
                <a:cubicBezTo>
                  <a:pt x="115598" y="1415141"/>
                  <a:pt x="129192" y="1428735"/>
                  <a:pt x="129192" y="1445505"/>
                </a:cubicBezTo>
                <a:cubicBezTo>
                  <a:pt x="129192" y="1462274"/>
                  <a:pt x="115598" y="1475868"/>
                  <a:pt x="98831" y="1475868"/>
                </a:cubicBezTo>
                <a:cubicBezTo>
                  <a:pt x="82060" y="1475868"/>
                  <a:pt x="68467" y="1462274"/>
                  <a:pt x="68467" y="1445505"/>
                </a:cubicBezTo>
                <a:cubicBezTo>
                  <a:pt x="68467" y="1428735"/>
                  <a:pt x="82060" y="1415141"/>
                  <a:pt x="98831" y="1415141"/>
                </a:cubicBezTo>
                <a:close/>
                <a:moveTo>
                  <a:pt x="26277" y="1415141"/>
                </a:moveTo>
                <a:cubicBezTo>
                  <a:pt x="43044" y="1415141"/>
                  <a:pt x="56638" y="1428735"/>
                  <a:pt x="56638" y="1445505"/>
                </a:cubicBezTo>
                <a:cubicBezTo>
                  <a:pt x="56638" y="1462274"/>
                  <a:pt x="43044" y="1475868"/>
                  <a:pt x="26277" y="1475868"/>
                </a:cubicBezTo>
                <a:cubicBezTo>
                  <a:pt x="17892" y="1475868"/>
                  <a:pt x="10301" y="1472470"/>
                  <a:pt x="4807" y="1466975"/>
                </a:cubicBezTo>
                <a:lnTo>
                  <a:pt x="0" y="1455370"/>
                </a:lnTo>
                <a:lnTo>
                  <a:pt x="0" y="1435640"/>
                </a:lnTo>
                <a:lnTo>
                  <a:pt x="4807" y="1424034"/>
                </a:lnTo>
                <a:cubicBezTo>
                  <a:pt x="10301" y="1418540"/>
                  <a:pt x="17892" y="1415141"/>
                  <a:pt x="26277" y="1415141"/>
                </a:cubicBezTo>
                <a:close/>
                <a:moveTo>
                  <a:pt x="1332211" y="1334690"/>
                </a:moveTo>
                <a:cubicBezTo>
                  <a:pt x="1340596" y="1334690"/>
                  <a:pt x="1348186" y="1338088"/>
                  <a:pt x="1353681" y="1343583"/>
                </a:cubicBezTo>
                <a:lnTo>
                  <a:pt x="1356143" y="1349526"/>
                </a:lnTo>
                <a:lnTo>
                  <a:pt x="1331934" y="1381900"/>
                </a:lnTo>
                <a:lnTo>
                  <a:pt x="1321597" y="1393274"/>
                </a:lnTo>
                <a:lnTo>
                  <a:pt x="1320392" y="1393030"/>
                </a:lnTo>
                <a:cubicBezTo>
                  <a:pt x="1309494" y="1388421"/>
                  <a:pt x="1301847" y="1377631"/>
                  <a:pt x="1301847" y="1365053"/>
                </a:cubicBezTo>
                <a:cubicBezTo>
                  <a:pt x="1301847" y="1348284"/>
                  <a:pt x="1315441" y="1334690"/>
                  <a:pt x="1332211" y="1334690"/>
                </a:cubicBezTo>
                <a:close/>
                <a:moveTo>
                  <a:pt x="1259656" y="1334690"/>
                </a:moveTo>
                <a:cubicBezTo>
                  <a:pt x="1276426" y="1334690"/>
                  <a:pt x="1290020" y="1348284"/>
                  <a:pt x="1290020" y="1365053"/>
                </a:cubicBezTo>
                <a:cubicBezTo>
                  <a:pt x="1290020" y="1381823"/>
                  <a:pt x="1276426" y="1395417"/>
                  <a:pt x="1259656" y="1395417"/>
                </a:cubicBezTo>
                <a:cubicBezTo>
                  <a:pt x="1242887" y="1395417"/>
                  <a:pt x="1229293" y="1381823"/>
                  <a:pt x="1229293" y="1365053"/>
                </a:cubicBezTo>
                <a:cubicBezTo>
                  <a:pt x="1229293" y="1348284"/>
                  <a:pt x="1242887" y="1334690"/>
                  <a:pt x="1259656" y="1334690"/>
                </a:cubicBezTo>
                <a:close/>
                <a:moveTo>
                  <a:pt x="1187102" y="1334690"/>
                </a:moveTo>
                <a:cubicBezTo>
                  <a:pt x="1203871" y="1334690"/>
                  <a:pt x="1217465" y="1348284"/>
                  <a:pt x="1217465" y="1365053"/>
                </a:cubicBezTo>
                <a:cubicBezTo>
                  <a:pt x="1217465" y="1381823"/>
                  <a:pt x="1203871" y="1395417"/>
                  <a:pt x="1187102" y="1395417"/>
                </a:cubicBezTo>
                <a:cubicBezTo>
                  <a:pt x="1170332" y="1395417"/>
                  <a:pt x="1156738" y="1381823"/>
                  <a:pt x="1156738" y="1365053"/>
                </a:cubicBezTo>
                <a:cubicBezTo>
                  <a:pt x="1156738" y="1348284"/>
                  <a:pt x="1170332" y="1334690"/>
                  <a:pt x="1187102" y="1334690"/>
                </a:cubicBezTo>
                <a:close/>
                <a:moveTo>
                  <a:pt x="1114547" y="1334690"/>
                </a:moveTo>
                <a:cubicBezTo>
                  <a:pt x="1131317" y="1334690"/>
                  <a:pt x="1144911" y="1348284"/>
                  <a:pt x="1144911" y="1365053"/>
                </a:cubicBezTo>
                <a:cubicBezTo>
                  <a:pt x="1144911" y="1381823"/>
                  <a:pt x="1131317" y="1395417"/>
                  <a:pt x="1114547" y="1395417"/>
                </a:cubicBezTo>
                <a:cubicBezTo>
                  <a:pt x="1097778" y="1395417"/>
                  <a:pt x="1084184" y="1381823"/>
                  <a:pt x="1084184" y="1365053"/>
                </a:cubicBezTo>
                <a:cubicBezTo>
                  <a:pt x="1084184" y="1348284"/>
                  <a:pt x="1097778" y="1334690"/>
                  <a:pt x="1114547" y="1334690"/>
                </a:cubicBezTo>
                <a:close/>
                <a:moveTo>
                  <a:pt x="1041993" y="1334690"/>
                </a:moveTo>
                <a:cubicBezTo>
                  <a:pt x="1058762" y="1334690"/>
                  <a:pt x="1072356" y="1348284"/>
                  <a:pt x="1072356" y="1365053"/>
                </a:cubicBezTo>
                <a:cubicBezTo>
                  <a:pt x="1072356" y="1381823"/>
                  <a:pt x="1058762" y="1395417"/>
                  <a:pt x="1041993" y="1395417"/>
                </a:cubicBezTo>
                <a:cubicBezTo>
                  <a:pt x="1025223" y="1395417"/>
                  <a:pt x="1011629" y="1381823"/>
                  <a:pt x="1011629" y="1365053"/>
                </a:cubicBezTo>
                <a:cubicBezTo>
                  <a:pt x="1011629" y="1348284"/>
                  <a:pt x="1025223" y="1334690"/>
                  <a:pt x="1041993" y="1334690"/>
                </a:cubicBezTo>
                <a:close/>
                <a:moveTo>
                  <a:pt x="969438" y="1334690"/>
                </a:moveTo>
                <a:cubicBezTo>
                  <a:pt x="986208" y="1334690"/>
                  <a:pt x="999801" y="1348284"/>
                  <a:pt x="999801" y="1365053"/>
                </a:cubicBezTo>
                <a:cubicBezTo>
                  <a:pt x="999801" y="1381823"/>
                  <a:pt x="986208" y="1395417"/>
                  <a:pt x="969438" y="1395417"/>
                </a:cubicBezTo>
                <a:cubicBezTo>
                  <a:pt x="952669" y="1395417"/>
                  <a:pt x="939075" y="1381823"/>
                  <a:pt x="939075" y="1365053"/>
                </a:cubicBezTo>
                <a:cubicBezTo>
                  <a:pt x="939075" y="1348284"/>
                  <a:pt x="952669" y="1334690"/>
                  <a:pt x="969438" y="1334690"/>
                </a:cubicBezTo>
                <a:close/>
                <a:moveTo>
                  <a:pt x="896883" y="1334690"/>
                </a:moveTo>
                <a:cubicBezTo>
                  <a:pt x="913653" y="1334690"/>
                  <a:pt x="927247" y="1348284"/>
                  <a:pt x="927247" y="1365053"/>
                </a:cubicBezTo>
                <a:cubicBezTo>
                  <a:pt x="927247" y="1381823"/>
                  <a:pt x="913653" y="1395417"/>
                  <a:pt x="896883" y="1395417"/>
                </a:cubicBezTo>
                <a:cubicBezTo>
                  <a:pt x="880114" y="1395417"/>
                  <a:pt x="866520" y="1381823"/>
                  <a:pt x="866520" y="1365053"/>
                </a:cubicBezTo>
                <a:cubicBezTo>
                  <a:pt x="866520" y="1348284"/>
                  <a:pt x="880114" y="1334690"/>
                  <a:pt x="896883" y="1334690"/>
                </a:cubicBezTo>
                <a:close/>
                <a:moveTo>
                  <a:pt x="824329" y="1334690"/>
                </a:moveTo>
                <a:cubicBezTo>
                  <a:pt x="841098" y="1334690"/>
                  <a:pt x="854692" y="1348284"/>
                  <a:pt x="854692" y="1365053"/>
                </a:cubicBezTo>
                <a:cubicBezTo>
                  <a:pt x="854692" y="1381823"/>
                  <a:pt x="841098" y="1395417"/>
                  <a:pt x="824329" y="1395417"/>
                </a:cubicBezTo>
                <a:cubicBezTo>
                  <a:pt x="807559" y="1395417"/>
                  <a:pt x="793965" y="1381823"/>
                  <a:pt x="793965" y="1365053"/>
                </a:cubicBezTo>
                <a:cubicBezTo>
                  <a:pt x="793965" y="1348284"/>
                  <a:pt x="807559" y="1334690"/>
                  <a:pt x="824329" y="1334690"/>
                </a:cubicBezTo>
                <a:close/>
                <a:moveTo>
                  <a:pt x="751774" y="1334690"/>
                </a:moveTo>
                <a:cubicBezTo>
                  <a:pt x="768544" y="1334690"/>
                  <a:pt x="782138" y="1348284"/>
                  <a:pt x="782138" y="1365053"/>
                </a:cubicBezTo>
                <a:cubicBezTo>
                  <a:pt x="782138" y="1381823"/>
                  <a:pt x="768544" y="1395417"/>
                  <a:pt x="751774" y="1395417"/>
                </a:cubicBezTo>
                <a:cubicBezTo>
                  <a:pt x="735005" y="1395417"/>
                  <a:pt x="721411" y="1381823"/>
                  <a:pt x="721411" y="1365053"/>
                </a:cubicBezTo>
                <a:cubicBezTo>
                  <a:pt x="721411" y="1348284"/>
                  <a:pt x="735005" y="1334690"/>
                  <a:pt x="751774" y="1334690"/>
                </a:cubicBezTo>
                <a:close/>
                <a:moveTo>
                  <a:pt x="679220" y="1334690"/>
                </a:moveTo>
                <a:cubicBezTo>
                  <a:pt x="695989" y="1334690"/>
                  <a:pt x="709583" y="1348284"/>
                  <a:pt x="709583" y="1365053"/>
                </a:cubicBezTo>
                <a:cubicBezTo>
                  <a:pt x="709583" y="1381823"/>
                  <a:pt x="695989" y="1395417"/>
                  <a:pt x="679220" y="1395417"/>
                </a:cubicBezTo>
                <a:cubicBezTo>
                  <a:pt x="662450" y="1395417"/>
                  <a:pt x="648856" y="1381823"/>
                  <a:pt x="648856" y="1365053"/>
                </a:cubicBezTo>
                <a:cubicBezTo>
                  <a:pt x="648856" y="1348284"/>
                  <a:pt x="662450" y="1334690"/>
                  <a:pt x="679220" y="1334690"/>
                </a:cubicBezTo>
                <a:close/>
                <a:moveTo>
                  <a:pt x="606665" y="1334690"/>
                </a:moveTo>
                <a:cubicBezTo>
                  <a:pt x="623435" y="1334690"/>
                  <a:pt x="637029" y="1348284"/>
                  <a:pt x="637029" y="1365053"/>
                </a:cubicBezTo>
                <a:cubicBezTo>
                  <a:pt x="637029" y="1381823"/>
                  <a:pt x="623435" y="1395417"/>
                  <a:pt x="606665" y="1395417"/>
                </a:cubicBezTo>
                <a:cubicBezTo>
                  <a:pt x="589896" y="1395417"/>
                  <a:pt x="576302" y="1381823"/>
                  <a:pt x="576302" y="1365053"/>
                </a:cubicBezTo>
                <a:cubicBezTo>
                  <a:pt x="576302" y="1348284"/>
                  <a:pt x="589896" y="1334690"/>
                  <a:pt x="606665" y="1334690"/>
                </a:cubicBezTo>
                <a:close/>
                <a:moveTo>
                  <a:pt x="534111" y="1334690"/>
                </a:moveTo>
                <a:cubicBezTo>
                  <a:pt x="550880" y="1334690"/>
                  <a:pt x="564474" y="1348284"/>
                  <a:pt x="564474" y="1365053"/>
                </a:cubicBezTo>
                <a:cubicBezTo>
                  <a:pt x="564474" y="1381823"/>
                  <a:pt x="550880" y="1395417"/>
                  <a:pt x="534111" y="1395417"/>
                </a:cubicBezTo>
                <a:cubicBezTo>
                  <a:pt x="517341" y="1395417"/>
                  <a:pt x="503747" y="1381823"/>
                  <a:pt x="503747" y="1365053"/>
                </a:cubicBezTo>
                <a:cubicBezTo>
                  <a:pt x="503747" y="1348284"/>
                  <a:pt x="517341" y="1334690"/>
                  <a:pt x="534111" y="1334690"/>
                </a:cubicBezTo>
                <a:close/>
                <a:moveTo>
                  <a:pt x="461556" y="1334690"/>
                </a:moveTo>
                <a:cubicBezTo>
                  <a:pt x="478326" y="1334690"/>
                  <a:pt x="491920" y="1348284"/>
                  <a:pt x="491920" y="1365053"/>
                </a:cubicBezTo>
                <a:cubicBezTo>
                  <a:pt x="491920" y="1381823"/>
                  <a:pt x="478326" y="1395417"/>
                  <a:pt x="461556" y="1395417"/>
                </a:cubicBezTo>
                <a:cubicBezTo>
                  <a:pt x="444787" y="1395417"/>
                  <a:pt x="431192" y="1381823"/>
                  <a:pt x="431192" y="1365053"/>
                </a:cubicBezTo>
                <a:cubicBezTo>
                  <a:pt x="431192" y="1348284"/>
                  <a:pt x="444787" y="1334690"/>
                  <a:pt x="461556" y="1334690"/>
                </a:cubicBezTo>
                <a:close/>
                <a:moveTo>
                  <a:pt x="389002" y="1334690"/>
                </a:moveTo>
                <a:cubicBezTo>
                  <a:pt x="405771" y="1334690"/>
                  <a:pt x="419365" y="1348284"/>
                  <a:pt x="419365" y="1365053"/>
                </a:cubicBezTo>
                <a:cubicBezTo>
                  <a:pt x="419365" y="1381823"/>
                  <a:pt x="405771" y="1395417"/>
                  <a:pt x="389002" y="1395417"/>
                </a:cubicBezTo>
                <a:cubicBezTo>
                  <a:pt x="372232" y="1395417"/>
                  <a:pt x="358638" y="1381823"/>
                  <a:pt x="358638" y="1365053"/>
                </a:cubicBezTo>
                <a:cubicBezTo>
                  <a:pt x="358638" y="1348284"/>
                  <a:pt x="372232" y="1334690"/>
                  <a:pt x="389002" y="1334690"/>
                </a:cubicBezTo>
                <a:close/>
                <a:moveTo>
                  <a:pt x="316447" y="1334690"/>
                </a:moveTo>
                <a:cubicBezTo>
                  <a:pt x="333216" y="1334690"/>
                  <a:pt x="346810" y="1348284"/>
                  <a:pt x="346810" y="1365053"/>
                </a:cubicBezTo>
                <a:cubicBezTo>
                  <a:pt x="346810" y="1381823"/>
                  <a:pt x="333216" y="1395417"/>
                  <a:pt x="316447" y="1395417"/>
                </a:cubicBezTo>
                <a:cubicBezTo>
                  <a:pt x="299677" y="1395417"/>
                  <a:pt x="286084" y="1381823"/>
                  <a:pt x="286084" y="1365053"/>
                </a:cubicBezTo>
                <a:cubicBezTo>
                  <a:pt x="286084" y="1348284"/>
                  <a:pt x="299677" y="1334690"/>
                  <a:pt x="316447" y="1334690"/>
                </a:cubicBezTo>
                <a:close/>
                <a:moveTo>
                  <a:pt x="243892" y="1334690"/>
                </a:moveTo>
                <a:cubicBezTo>
                  <a:pt x="260662" y="1334690"/>
                  <a:pt x="274256" y="1348284"/>
                  <a:pt x="274256" y="1365053"/>
                </a:cubicBezTo>
                <a:cubicBezTo>
                  <a:pt x="274256" y="1381823"/>
                  <a:pt x="260662" y="1395417"/>
                  <a:pt x="243892" y="1395417"/>
                </a:cubicBezTo>
                <a:cubicBezTo>
                  <a:pt x="227123" y="1395417"/>
                  <a:pt x="213529" y="1381823"/>
                  <a:pt x="213529" y="1365053"/>
                </a:cubicBezTo>
                <a:cubicBezTo>
                  <a:pt x="213529" y="1348284"/>
                  <a:pt x="227123" y="1334690"/>
                  <a:pt x="243892" y="1334690"/>
                </a:cubicBezTo>
                <a:close/>
                <a:moveTo>
                  <a:pt x="171339" y="1334690"/>
                </a:moveTo>
                <a:cubicBezTo>
                  <a:pt x="188107" y="1334690"/>
                  <a:pt x="201701" y="1348284"/>
                  <a:pt x="201701" y="1365053"/>
                </a:cubicBezTo>
                <a:cubicBezTo>
                  <a:pt x="201701" y="1381823"/>
                  <a:pt x="188107" y="1395417"/>
                  <a:pt x="171339" y="1395417"/>
                </a:cubicBezTo>
                <a:cubicBezTo>
                  <a:pt x="154616" y="1395417"/>
                  <a:pt x="141023" y="1381823"/>
                  <a:pt x="141023" y="1365053"/>
                </a:cubicBezTo>
                <a:cubicBezTo>
                  <a:pt x="141023" y="1348284"/>
                  <a:pt x="154616" y="1334690"/>
                  <a:pt x="171339" y="1334690"/>
                </a:cubicBezTo>
                <a:close/>
                <a:moveTo>
                  <a:pt x="98838" y="1334690"/>
                </a:moveTo>
                <a:cubicBezTo>
                  <a:pt x="115605" y="1334690"/>
                  <a:pt x="129198" y="1348284"/>
                  <a:pt x="129198" y="1365053"/>
                </a:cubicBezTo>
                <a:cubicBezTo>
                  <a:pt x="129198" y="1381823"/>
                  <a:pt x="115605" y="1395417"/>
                  <a:pt x="98838" y="1395417"/>
                </a:cubicBezTo>
                <a:cubicBezTo>
                  <a:pt x="82067" y="1395417"/>
                  <a:pt x="68474" y="1381823"/>
                  <a:pt x="68474" y="1365053"/>
                </a:cubicBezTo>
                <a:cubicBezTo>
                  <a:pt x="68474" y="1348284"/>
                  <a:pt x="82067" y="1334690"/>
                  <a:pt x="98838" y="1334690"/>
                </a:cubicBezTo>
                <a:close/>
                <a:moveTo>
                  <a:pt x="26283" y="1334690"/>
                </a:moveTo>
                <a:cubicBezTo>
                  <a:pt x="43051" y="1334690"/>
                  <a:pt x="56645" y="1348284"/>
                  <a:pt x="56645" y="1365053"/>
                </a:cubicBezTo>
                <a:cubicBezTo>
                  <a:pt x="56645" y="1381823"/>
                  <a:pt x="43051" y="1395417"/>
                  <a:pt x="26283" y="1395417"/>
                </a:cubicBezTo>
                <a:cubicBezTo>
                  <a:pt x="17898" y="1395417"/>
                  <a:pt x="10308" y="1392019"/>
                  <a:pt x="4813" y="1386524"/>
                </a:cubicBezTo>
                <a:lnTo>
                  <a:pt x="0" y="1374903"/>
                </a:lnTo>
                <a:lnTo>
                  <a:pt x="0" y="1355203"/>
                </a:lnTo>
                <a:lnTo>
                  <a:pt x="4813" y="1343583"/>
                </a:lnTo>
                <a:cubicBezTo>
                  <a:pt x="10308" y="1338089"/>
                  <a:pt x="17898" y="1334690"/>
                  <a:pt x="26283" y="1334690"/>
                </a:cubicBezTo>
                <a:close/>
                <a:moveTo>
                  <a:pt x="1404765" y="1254238"/>
                </a:moveTo>
                <a:cubicBezTo>
                  <a:pt x="1408957" y="1254238"/>
                  <a:pt x="1412951" y="1255088"/>
                  <a:pt x="1416584" y="1256624"/>
                </a:cubicBezTo>
                <a:lnTo>
                  <a:pt x="1422045" y="1260306"/>
                </a:lnTo>
                <a:lnTo>
                  <a:pt x="1418517" y="1266114"/>
                </a:lnTo>
                <a:lnTo>
                  <a:pt x="1386846" y="1308466"/>
                </a:lnTo>
                <a:lnTo>
                  <a:pt x="1383295" y="1306072"/>
                </a:lnTo>
                <a:cubicBezTo>
                  <a:pt x="1377800" y="1300577"/>
                  <a:pt x="1374402" y="1292986"/>
                  <a:pt x="1374402" y="1284602"/>
                </a:cubicBezTo>
                <a:cubicBezTo>
                  <a:pt x="1374402" y="1267832"/>
                  <a:pt x="1387996" y="1254238"/>
                  <a:pt x="1404765" y="1254238"/>
                </a:cubicBezTo>
                <a:close/>
                <a:moveTo>
                  <a:pt x="1332211" y="1254238"/>
                </a:moveTo>
                <a:cubicBezTo>
                  <a:pt x="1348980" y="1254238"/>
                  <a:pt x="1362574" y="1267832"/>
                  <a:pt x="1362574" y="1284602"/>
                </a:cubicBezTo>
                <a:cubicBezTo>
                  <a:pt x="1362574" y="1301371"/>
                  <a:pt x="1348980" y="1314965"/>
                  <a:pt x="1332211" y="1314965"/>
                </a:cubicBezTo>
                <a:cubicBezTo>
                  <a:pt x="1315441" y="1314965"/>
                  <a:pt x="1301847" y="1301371"/>
                  <a:pt x="1301847" y="1284602"/>
                </a:cubicBezTo>
                <a:cubicBezTo>
                  <a:pt x="1301847" y="1267832"/>
                  <a:pt x="1315441" y="1254238"/>
                  <a:pt x="1332211" y="1254238"/>
                </a:cubicBezTo>
                <a:close/>
                <a:moveTo>
                  <a:pt x="1259656" y="1254238"/>
                </a:moveTo>
                <a:cubicBezTo>
                  <a:pt x="1276426" y="1254238"/>
                  <a:pt x="1290020" y="1267832"/>
                  <a:pt x="1290020" y="1284602"/>
                </a:cubicBezTo>
                <a:cubicBezTo>
                  <a:pt x="1290020" y="1301371"/>
                  <a:pt x="1276426" y="1314965"/>
                  <a:pt x="1259656" y="1314965"/>
                </a:cubicBezTo>
                <a:cubicBezTo>
                  <a:pt x="1242887" y="1314965"/>
                  <a:pt x="1229293" y="1301371"/>
                  <a:pt x="1229293" y="1284602"/>
                </a:cubicBezTo>
                <a:cubicBezTo>
                  <a:pt x="1229293" y="1267832"/>
                  <a:pt x="1242887" y="1254238"/>
                  <a:pt x="1259656" y="1254238"/>
                </a:cubicBezTo>
                <a:close/>
                <a:moveTo>
                  <a:pt x="1187102" y="1254238"/>
                </a:moveTo>
                <a:cubicBezTo>
                  <a:pt x="1203871" y="1254238"/>
                  <a:pt x="1217465" y="1267832"/>
                  <a:pt x="1217465" y="1284602"/>
                </a:cubicBezTo>
                <a:cubicBezTo>
                  <a:pt x="1217465" y="1301371"/>
                  <a:pt x="1203871" y="1314965"/>
                  <a:pt x="1187102" y="1314965"/>
                </a:cubicBezTo>
                <a:cubicBezTo>
                  <a:pt x="1170332" y="1314965"/>
                  <a:pt x="1156738" y="1301371"/>
                  <a:pt x="1156738" y="1284602"/>
                </a:cubicBezTo>
                <a:cubicBezTo>
                  <a:pt x="1156738" y="1267832"/>
                  <a:pt x="1170332" y="1254238"/>
                  <a:pt x="1187102" y="1254238"/>
                </a:cubicBezTo>
                <a:close/>
                <a:moveTo>
                  <a:pt x="1114547" y="1254238"/>
                </a:moveTo>
                <a:cubicBezTo>
                  <a:pt x="1131317" y="1254238"/>
                  <a:pt x="1144911" y="1267832"/>
                  <a:pt x="1144911" y="1284602"/>
                </a:cubicBezTo>
                <a:cubicBezTo>
                  <a:pt x="1144911" y="1301371"/>
                  <a:pt x="1131317" y="1314965"/>
                  <a:pt x="1114547" y="1314965"/>
                </a:cubicBezTo>
                <a:cubicBezTo>
                  <a:pt x="1097778" y="1314965"/>
                  <a:pt x="1084184" y="1301371"/>
                  <a:pt x="1084184" y="1284602"/>
                </a:cubicBezTo>
                <a:cubicBezTo>
                  <a:pt x="1084184" y="1267832"/>
                  <a:pt x="1097778" y="1254238"/>
                  <a:pt x="1114547" y="1254238"/>
                </a:cubicBezTo>
                <a:close/>
                <a:moveTo>
                  <a:pt x="1041993" y="1254238"/>
                </a:moveTo>
                <a:cubicBezTo>
                  <a:pt x="1058762" y="1254238"/>
                  <a:pt x="1072356" y="1267832"/>
                  <a:pt x="1072356" y="1284602"/>
                </a:cubicBezTo>
                <a:cubicBezTo>
                  <a:pt x="1072356" y="1301371"/>
                  <a:pt x="1058762" y="1314965"/>
                  <a:pt x="1041993" y="1314965"/>
                </a:cubicBezTo>
                <a:cubicBezTo>
                  <a:pt x="1025223" y="1314965"/>
                  <a:pt x="1011629" y="1301371"/>
                  <a:pt x="1011629" y="1284602"/>
                </a:cubicBezTo>
                <a:cubicBezTo>
                  <a:pt x="1011629" y="1267832"/>
                  <a:pt x="1025223" y="1254238"/>
                  <a:pt x="1041993" y="1254238"/>
                </a:cubicBezTo>
                <a:close/>
                <a:moveTo>
                  <a:pt x="969438" y="1254238"/>
                </a:moveTo>
                <a:cubicBezTo>
                  <a:pt x="986208" y="1254238"/>
                  <a:pt x="999801" y="1267832"/>
                  <a:pt x="999801" y="1284602"/>
                </a:cubicBezTo>
                <a:cubicBezTo>
                  <a:pt x="999801" y="1301371"/>
                  <a:pt x="986208" y="1314965"/>
                  <a:pt x="969438" y="1314965"/>
                </a:cubicBezTo>
                <a:cubicBezTo>
                  <a:pt x="952669" y="1314965"/>
                  <a:pt x="939075" y="1301371"/>
                  <a:pt x="939075" y="1284602"/>
                </a:cubicBezTo>
                <a:cubicBezTo>
                  <a:pt x="939075" y="1267832"/>
                  <a:pt x="952669" y="1254238"/>
                  <a:pt x="969438" y="1254238"/>
                </a:cubicBezTo>
                <a:close/>
                <a:moveTo>
                  <a:pt x="896883" y="1254238"/>
                </a:moveTo>
                <a:cubicBezTo>
                  <a:pt x="913653" y="1254238"/>
                  <a:pt x="927247" y="1267832"/>
                  <a:pt x="927247" y="1284602"/>
                </a:cubicBezTo>
                <a:cubicBezTo>
                  <a:pt x="927247" y="1301371"/>
                  <a:pt x="913653" y="1314965"/>
                  <a:pt x="896883" y="1314965"/>
                </a:cubicBezTo>
                <a:cubicBezTo>
                  <a:pt x="880114" y="1314965"/>
                  <a:pt x="866520" y="1301371"/>
                  <a:pt x="866520" y="1284602"/>
                </a:cubicBezTo>
                <a:cubicBezTo>
                  <a:pt x="866520" y="1267832"/>
                  <a:pt x="880114" y="1254238"/>
                  <a:pt x="896883" y="1254238"/>
                </a:cubicBezTo>
                <a:close/>
                <a:moveTo>
                  <a:pt x="824329" y="1254238"/>
                </a:moveTo>
                <a:cubicBezTo>
                  <a:pt x="841098" y="1254238"/>
                  <a:pt x="854692" y="1267832"/>
                  <a:pt x="854692" y="1284602"/>
                </a:cubicBezTo>
                <a:cubicBezTo>
                  <a:pt x="854692" y="1301371"/>
                  <a:pt x="841098" y="1314965"/>
                  <a:pt x="824329" y="1314965"/>
                </a:cubicBezTo>
                <a:cubicBezTo>
                  <a:pt x="807559" y="1314965"/>
                  <a:pt x="793965" y="1301371"/>
                  <a:pt x="793965" y="1284602"/>
                </a:cubicBezTo>
                <a:cubicBezTo>
                  <a:pt x="793965" y="1267832"/>
                  <a:pt x="807559" y="1254238"/>
                  <a:pt x="824329" y="1254238"/>
                </a:cubicBezTo>
                <a:close/>
                <a:moveTo>
                  <a:pt x="751774" y="1254238"/>
                </a:moveTo>
                <a:cubicBezTo>
                  <a:pt x="768544" y="1254238"/>
                  <a:pt x="782138" y="1267832"/>
                  <a:pt x="782138" y="1284602"/>
                </a:cubicBezTo>
                <a:cubicBezTo>
                  <a:pt x="782138" y="1301371"/>
                  <a:pt x="768544" y="1314965"/>
                  <a:pt x="751774" y="1314965"/>
                </a:cubicBezTo>
                <a:cubicBezTo>
                  <a:pt x="735005" y="1314965"/>
                  <a:pt x="721411" y="1301371"/>
                  <a:pt x="721411" y="1284602"/>
                </a:cubicBezTo>
                <a:cubicBezTo>
                  <a:pt x="721411" y="1267832"/>
                  <a:pt x="735005" y="1254238"/>
                  <a:pt x="751774" y="1254238"/>
                </a:cubicBezTo>
                <a:close/>
                <a:moveTo>
                  <a:pt x="679220" y="1254238"/>
                </a:moveTo>
                <a:cubicBezTo>
                  <a:pt x="695989" y="1254238"/>
                  <a:pt x="709583" y="1267832"/>
                  <a:pt x="709583" y="1284602"/>
                </a:cubicBezTo>
                <a:cubicBezTo>
                  <a:pt x="709583" y="1301371"/>
                  <a:pt x="695989" y="1314965"/>
                  <a:pt x="679220" y="1314965"/>
                </a:cubicBezTo>
                <a:cubicBezTo>
                  <a:pt x="662450" y="1314965"/>
                  <a:pt x="648856" y="1301371"/>
                  <a:pt x="648856" y="1284602"/>
                </a:cubicBezTo>
                <a:cubicBezTo>
                  <a:pt x="648856" y="1267832"/>
                  <a:pt x="662450" y="1254238"/>
                  <a:pt x="679220" y="1254238"/>
                </a:cubicBezTo>
                <a:close/>
                <a:moveTo>
                  <a:pt x="606665" y="1254238"/>
                </a:moveTo>
                <a:cubicBezTo>
                  <a:pt x="623435" y="1254238"/>
                  <a:pt x="637029" y="1267832"/>
                  <a:pt x="637029" y="1284602"/>
                </a:cubicBezTo>
                <a:cubicBezTo>
                  <a:pt x="637029" y="1301371"/>
                  <a:pt x="623435" y="1314965"/>
                  <a:pt x="606665" y="1314965"/>
                </a:cubicBezTo>
                <a:cubicBezTo>
                  <a:pt x="589896" y="1314965"/>
                  <a:pt x="576302" y="1301371"/>
                  <a:pt x="576302" y="1284602"/>
                </a:cubicBezTo>
                <a:cubicBezTo>
                  <a:pt x="576302" y="1267832"/>
                  <a:pt x="589896" y="1254238"/>
                  <a:pt x="606665" y="1254238"/>
                </a:cubicBezTo>
                <a:close/>
                <a:moveTo>
                  <a:pt x="534111" y="1254238"/>
                </a:moveTo>
                <a:cubicBezTo>
                  <a:pt x="550880" y="1254238"/>
                  <a:pt x="564474" y="1267832"/>
                  <a:pt x="564474" y="1284602"/>
                </a:cubicBezTo>
                <a:cubicBezTo>
                  <a:pt x="564474" y="1301371"/>
                  <a:pt x="550880" y="1314965"/>
                  <a:pt x="534111" y="1314965"/>
                </a:cubicBezTo>
                <a:cubicBezTo>
                  <a:pt x="517341" y="1314965"/>
                  <a:pt x="503747" y="1301371"/>
                  <a:pt x="503747" y="1284602"/>
                </a:cubicBezTo>
                <a:cubicBezTo>
                  <a:pt x="503747" y="1267832"/>
                  <a:pt x="517341" y="1254238"/>
                  <a:pt x="534111" y="1254238"/>
                </a:cubicBezTo>
                <a:close/>
                <a:moveTo>
                  <a:pt x="461556" y="1254238"/>
                </a:moveTo>
                <a:cubicBezTo>
                  <a:pt x="478326" y="1254238"/>
                  <a:pt x="491920" y="1267832"/>
                  <a:pt x="491920" y="1284602"/>
                </a:cubicBezTo>
                <a:cubicBezTo>
                  <a:pt x="491920" y="1301371"/>
                  <a:pt x="478326" y="1314965"/>
                  <a:pt x="461556" y="1314965"/>
                </a:cubicBezTo>
                <a:cubicBezTo>
                  <a:pt x="444787" y="1314965"/>
                  <a:pt x="431192" y="1301371"/>
                  <a:pt x="431192" y="1284602"/>
                </a:cubicBezTo>
                <a:cubicBezTo>
                  <a:pt x="431192" y="1267832"/>
                  <a:pt x="444787" y="1254238"/>
                  <a:pt x="461556" y="1254238"/>
                </a:cubicBezTo>
                <a:close/>
                <a:moveTo>
                  <a:pt x="389002" y="1254238"/>
                </a:moveTo>
                <a:cubicBezTo>
                  <a:pt x="405771" y="1254238"/>
                  <a:pt x="419365" y="1267832"/>
                  <a:pt x="419365" y="1284602"/>
                </a:cubicBezTo>
                <a:cubicBezTo>
                  <a:pt x="419365" y="1301371"/>
                  <a:pt x="405771" y="1314965"/>
                  <a:pt x="389002" y="1314965"/>
                </a:cubicBezTo>
                <a:cubicBezTo>
                  <a:pt x="372232" y="1314965"/>
                  <a:pt x="358638" y="1301371"/>
                  <a:pt x="358638" y="1284602"/>
                </a:cubicBezTo>
                <a:cubicBezTo>
                  <a:pt x="358638" y="1267832"/>
                  <a:pt x="372232" y="1254238"/>
                  <a:pt x="389002" y="1254238"/>
                </a:cubicBezTo>
                <a:close/>
                <a:moveTo>
                  <a:pt x="316447" y="1254238"/>
                </a:moveTo>
                <a:cubicBezTo>
                  <a:pt x="333216" y="1254238"/>
                  <a:pt x="346810" y="1267832"/>
                  <a:pt x="346810" y="1284602"/>
                </a:cubicBezTo>
                <a:cubicBezTo>
                  <a:pt x="346810" y="1301371"/>
                  <a:pt x="333216" y="1314965"/>
                  <a:pt x="316447" y="1314965"/>
                </a:cubicBezTo>
                <a:cubicBezTo>
                  <a:pt x="299677" y="1314965"/>
                  <a:pt x="286084" y="1301371"/>
                  <a:pt x="286084" y="1284602"/>
                </a:cubicBezTo>
                <a:cubicBezTo>
                  <a:pt x="286084" y="1267832"/>
                  <a:pt x="299677" y="1254238"/>
                  <a:pt x="316447" y="1254238"/>
                </a:cubicBezTo>
                <a:close/>
                <a:moveTo>
                  <a:pt x="243892" y="1254238"/>
                </a:moveTo>
                <a:cubicBezTo>
                  <a:pt x="260662" y="1254238"/>
                  <a:pt x="274256" y="1267832"/>
                  <a:pt x="274256" y="1284602"/>
                </a:cubicBezTo>
                <a:cubicBezTo>
                  <a:pt x="274256" y="1301371"/>
                  <a:pt x="260662" y="1314965"/>
                  <a:pt x="243892" y="1314965"/>
                </a:cubicBezTo>
                <a:cubicBezTo>
                  <a:pt x="227123" y="1314965"/>
                  <a:pt x="213529" y="1301371"/>
                  <a:pt x="213529" y="1284602"/>
                </a:cubicBezTo>
                <a:cubicBezTo>
                  <a:pt x="213529" y="1267832"/>
                  <a:pt x="227123" y="1254238"/>
                  <a:pt x="243892" y="1254238"/>
                </a:cubicBezTo>
                <a:close/>
                <a:moveTo>
                  <a:pt x="171339" y="1254238"/>
                </a:moveTo>
                <a:cubicBezTo>
                  <a:pt x="188107" y="1254238"/>
                  <a:pt x="201701" y="1267832"/>
                  <a:pt x="201701" y="1284602"/>
                </a:cubicBezTo>
                <a:cubicBezTo>
                  <a:pt x="201701" y="1301371"/>
                  <a:pt x="188107" y="1314965"/>
                  <a:pt x="171339" y="1314965"/>
                </a:cubicBezTo>
                <a:cubicBezTo>
                  <a:pt x="154622" y="1314965"/>
                  <a:pt x="141029" y="1301371"/>
                  <a:pt x="141029" y="1284602"/>
                </a:cubicBezTo>
                <a:cubicBezTo>
                  <a:pt x="141029" y="1267832"/>
                  <a:pt x="154622" y="1254238"/>
                  <a:pt x="171339" y="1254238"/>
                </a:cubicBezTo>
                <a:close/>
                <a:moveTo>
                  <a:pt x="98845" y="1254238"/>
                </a:moveTo>
                <a:cubicBezTo>
                  <a:pt x="115610" y="1254238"/>
                  <a:pt x="129204" y="1267832"/>
                  <a:pt x="129204" y="1284602"/>
                </a:cubicBezTo>
                <a:cubicBezTo>
                  <a:pt x="129204" y="1301371"/>
                  <a:pt x="115610" y="1314965"/>
                  <a:pt x="98845" y="1314965"/>
                </a:cubicBezTo>
                <a:cubicBezTo>
                  <a:pt x="82074" y="1314965"/>
                  <a:pt x="68480" y="1301371"/>
                  <a:pt x="68480" y="1284602"/>
                </a:cubicBezTo>
                <a:cubicBezTo>
                  <a:pt x="68480" y="1267832"/>
                  <a:pt x="82074" y="1254238"/>
                  <a:pt x="98845" y="1254238"/>
                </a:cubicBezTo>
                <a:close/>
                <a:moveTo>
                  <a:pt x="26290" y="1254238"/>
                </a:moveTo>
                <a:cubicBezTo>
                  <a:pt x="43057" y="1254238"/>
                  <a:pt x="56651" y="1267832"/>
                  <a:pt x="56651" y="1284602"/>
                </a:cubicBezTo>
                <a:cubicBezTo>
                  <a:pt x="56651" y="1301371"/>
                  <a:pt x="43057" y="1314965"/>
                  <a:pt x="26290" y="1314965"/>
                </a:cubicBezTo>
                <a:cubicBezTo>
                  <a:pt x="17905" y="1314965"/>
                  <a:pt x="10314" y="1311567"/>
                  <a:pt x="4819" y="1306072"/>
                </a:cubicBezTo>
                <a:lnTo>
                  <a:pt x="0" y="1294437"/>
                </a:lnTo>
                <a:lnTo>
                  <a:pt x="0" y="1274766"/>
                </a:lnTo>
                <a:lnTo>
                  <a:pt x="4819" y="1263131"/>
                </a:lnTo>
                <a:cubicBezTo>
                  <a:pt x="10314" y="1257637"/>
                  <a:pt x="17905" y="1254238"/>
                  <a:pt x="26290" y="1254238"/>
                </a:cubicBezTo>
                <a:close/>
                <a:moveTo>
                  <a:pt x="1474228" y="1174410"/>
                </a:moveTo>
                <a:lnTo>
                  <a:pt x="1450688" y="1213159"/>
                </a:lnTo>
                <a:lnTo>
                  <a:pt x="1446956" y="1204150"/>
                </a:lnTo>
                <a:cubicBezTo>
                  <a:pt x="1446956" y="1191573"/>
                  <a:pt x="1454603" y="1180782"/>
                  <a:pt x="1465501" y="1176173"/>
                </a:cubicBezTo>
                <a:close/>
                <a:moveTo>
                  <a:pt x="1404765" y="1173786"/>
                </a:moveTo>
                <a:cubicBezTo>
                  <a:pt x="1421535" y="1173786"/>
                  <a:pt x="1435129" y="1187380"/>
                  <a:pt x="1435129" y="1204150"/>
                </a:cubicBezTo>
                <a:cubicBezTo>
                  <a:pt x="1435129" y="1220919"/>
                  <a:pt x="1421535" y="1234513"/>
                  <a:pt x="1404765" y="1234513"/>
                </a:cubicBezTo>
                <a:cubicBezTo>
                  <a:pt x="1387996" y="1234513"/>
                  <a:pt x="1374402" y="1220919"/>
                  <a:pt x="1374402" y="1204150"/>
                </a:cubicBezTo>
                <a:cubicBezTo>
                  <a:pt x="1374402" y="1187380"/>
                  <a:pt x="1387996" y="1173786"/>
                  <a:pt x="1404765" y="1173786"/>
                </a:cubicBezTo>
                <a:close/>
                <a:moveTo>
                  <a:pt x="1332211" y="1173786"/>
                </a:moveTo>
                <a:cubicBezTo>
                  <a:pt x="1348980" y="1173786"/>
                  <a:pt x="1362574" y="1187380"/>
                  <a:pt x="1362574" y="1204150"/>
                </a:cubicBezTo>
                <a:cubicBezTo>
                  <a:pt x="1362574" y="1220919"/>
                  <a:pt x="1348980" y="1234513"/>
                  <a:pt x="1332211" y="1234513"/>
                </a:cubicBezTo>
                <a:cubicBezTo>
                  <a:pt x="1315441" y="1234513"/>
                  <a:pt x="1301847" y="1220919"/>
                  <a:pt x="1301847" y="1204150"/>
                </a:cubicBezTo>
                <a:cubicBezTo>
                  <a:pt x="1301847" y="1187380"/>
                  <a:pt x="1315441" y="1173786"/>
                  <a:pt x="1332211" y="1173786"/>
                </a:cubicBezTo>
                <a:close/>
                <a:moveTo>
                  <a:pt x="1259656" y="1173786"/>
                </a:moveTo>
                <a:cubicBezTo>
                  <a:pt x="1276426" y="1173786"/>
                  <a:pt x="1290020" y="1187380"/>
                  <a:pt x="1290020" y="1204150"/>
                </a:cubicBezTo>
                <a:cubicBezTo>
                  <a:pt x="1290020" y="1220919"/>
                  <a:pt x="1276426" y="1234513"/>
                  <a:pt x="1259656" y="1234513"/>
                </a:cubicBezTo>
                <a:cubicBezTo>
                  <a:pt x="1242887" y="1234513"/>
                  <a:pt x="1229293" y="1220919"/>
                  <a:pt x="1229293" y="1204150"/>
                </a:cubicBezTo>
                <a:cubicBezTo>
                  <a:pt x="1229293" y="1187380"/>
                  <a:pt x="1242887" y="1173786"/>
                  <a:pt x="1259656" y="1173786"/>
                </a:cubicBezTo>
                <a:close/>
                <a:moveTo>
                  <a:pt x="1187102" y="1173786"/>
                </a:moveTo>
                <a:cubicBezTo>
                  <a:pt x="1203871" y="1173786"/>
                  <a:pt x="1217465" y="1187380"/>
                  <a:pt x="1217465" y="1204150"/>
                </a:cubicBezTo>
                <a:cubicBezTo>
                  <a:pt x="1217465" y="1220919"/>
                  <a:pt x="1203871" y="1234513"/>
                  <a:pt x="1187102" y="1234513"/>
                </a:cubicBezTo>
                <a:cubicBezTo>
                  <a:pt x="1170332" y="1234513"/>
                  <a:pt x="1156738" y="1220919"/>
                  <a:pt x="1156738" y="1204150"/>
                </a:cubicBezTo>
                <a:cubicBezTo>
                  <a:pt x="1156738" y="1187380"/>
                  <a:pt x="1170332" y="1173786"/>
                  <a:pt x="1187102" y="1173786"/>
                </a:cubicBezTo>
                <a:close/>
                <a:moveTo>
                  <a:pt x="1114547" y="1173786"/>
                </a:moveTo>
                <a:cubicBezTo>
                  <a:pt x="1131317" y="1173786"/>
                  <a:pt x="1144911" y="1187380"/>
                  <a:pt x="1144911" y="1204150"/>
                </a:cubicBezTo>
                <a:cubicBezTo>
                  <a:pt x="1144911" y="1220919"/>
                  <a:pt x="1131317" y="1234513"/>
                  <a:pt x="1114547" y="1234513"/>
                </a:cubicBezTo>
                <a:cubicBezTo>
                  <a:pt x="1097778" y="1234513"/>
                  <a:pt x="1084184" y="1220919"/>
                  <a:pt x="1084184" y="1204150"/>
                </a:cubicBezTo>
                <a:cubicBezTo>
                  <a:pt x="1084184" y="1187380"/>
                  <a:pt x="1097778" y="1173786"/>
                  <a:pt x="1114547" y="1173786"/>
                </a:cubicBezTo>
                <a:close/>
                <a:moveTo>
                  <a:pt x="1041993" y="1173786"/>
                </a:moveTo>
                <a:cubicBezTo>
                  <a:pt x="1058762" y="1173786"/>
                  <a:pt x="1072356" y="1187380"/>
                  <a:pt x="1072356" y="1204150"/>
                </a:cubicBezTo>
                <a:cubicBezTo>
                  <a:pt x="1072356" y="1220919"/>
                  <a:pt x="1058762" y="1234513"/>
                  <a:pt x="1041993" y="1234513"/>
                </a:cubicBezTo>
                <a:cubicBezTo>
                  <a:pt x="1025223" y="1234513"/>
                  <a:pt x="1011629" y="1220919"/>
                  <a:pt x="1011629" y="1204150"/>
                </a:cubicBezTo>
                <a:cubicBezTo>
                  <a:pt x="1011629" y="1187380"/>
                  <a:pt x="1025223" y="1173786"/>
                  <a:pt x="1041993" y="1173786"/>
                </a:cubicBezTo>
                <a:close/>
                <a:moveTo>
                  <a:pt x="969438" y="1173786"/>
                </a:moveTo>
                <a:cubicBezTo>
                  <a:pt x="986208" y="1173786"/>
                  <a:pt x="999801" y="1187380"/>
                  <a:pt x="999801" y="1204150"/>
                </a:cubicBezTo>
                <a:cubicBezTo>
                  <a:pt x="999801" y="1220919"/>
                  <a:pt x="986208" y="1234513"/>
                  <a:pt x="969438" y="1234513"/>
                </a:cubicBezTo>
                <a:cubicBezTo>
                  <a:pt x="952669" y="1234513"/>
                  <a:pt x="939075" y="1220919"/>
                  <a:pt x="939075" y="1204150"/>
                </a:cubicBezTo>
                <a:cubicBezTo>
                  <a:pt x="939075" y="1187380"/>
                  <a:pt x="952669" y="1173786"/>
                  <a:pt x="969438" y="1173786"/>
                </a:cubicBezTo>
                <a:close/>
                <a:moveTo>
                  <a:pt x="896883" y="1173786"/>
                </a:moveTo>
                <a:cubicBezTo>
                  <a:pt x="913653" y="1173786"/>
                  <a:pt x="927247" y="1187380"/>
                  <a:pt x="927247" y="1204150"/>
                </a:cubicBezTo>
                <a:cubicBezTo>
                  <a:pt x="927247" y="1220919"/>
                  <a:pt x="913653" y="1234513"/>
                  <a:pt x="896883" y="1234513"/>
                </a:cubicBezTo>
                <a:cubicBezTo>
                  <a:pt x="880114" y="1234513"/>
                  <a:pt x="866520" y="1220919"/>
                  <a:pt x="866520" y="1204150"/>
                </a:cubicBezTo>
                <a:cubicBezTo>
                  <a:pt x="866520" y="1187380"/>
                  <a:pt x="880114" y="1173786"/>
                  <a:pt x="896883" y="1173786"/>
                </a:cubicBezTo>
                <a:close/>
                <a:moveTo>
                  <a:pt x="824329" y="1173786"/>
                </a:moveTo>
                <a:cubicBezTo>
                  <a:pt x="841098" y="1173786"/>
                  <a:pt x="854692" y="1187380"/>
                  <a:pt x="854692" y="1204150"/>
                </a:cubicBezTo>
                <a:cubicBezTo>
                  <a:pt x="854692" y="1220919"/>
                  <a:pt x="841098" y="1234513"/>
                  <a:pt x="824329" y="1234513"/>
                </a:cubicBezTo>
                <a:cubicBezTo>
                  <a:pt x="807559" y="1234513"/>
                  <a:pt x="793965" y="1220919"/>
                  <a:pt x="793965" y="1204150"/>
                </a:cubicBezTo>
                <a:cubicBezTo>
                  <a:pt x="793965" y="1187380"/>
                  <a:pt x="807559" y="1173786"/>
                  <a:pt x="824329" y="1173786"/>
                </a:cubicBezTo>
                <a:close/>
                <a:moveTo>
                  <a:pt x="751774" y="1173786"/>
                </a:moveTo>
                <a:cubicBezTo>
                  <a:pt x="768544" y="1173786"/>
                  <a:pt x="782138" y="1187380"/>
                  <a:pt x="782138" y="1204150"/>
                </a:cubicBezTo>
                <a:cubicBezTo>
                  <a:pt x="782138" y="1220919"/>
                  <a:pt x="768544" y="1234513"/>
                  <a:pt x="751774" y="1234513"/>
                </a:cubicBezTo>
                <a:cubicBezTo>
                  <a:pt x="735005" y="1234513"/>
                  <a:pt x="721411" y="1220919"/>
                  <a:pt x="721411" y="1204150"/>
                </a:cubicBezTo>
                <a:cubicBezTo>
                  <a:pt x="721411" y="1187380"/>
                  <a:pt x="735005" y="1173786"/>
                  <a:pt x="751774" y="1173786"/>
                </a:cubicBezTo>
                <a:close/>
                <a:moveTo>
                  <a:pt x="679220" y="1173786"/>
                </a:moveTo>
                <a:cubicBezTo>
                  <a:pt x="695989" y="1173786"/>
                  <a:pt x="709583" y="1187380"/>
                  <a:pt x="709583" y="1204150"/>
                </a:cubicBezTo>
                <a:cubicBezTo>
                  <a:pt x="709583" y="1220919"/>
                  <a:pt x="695989" y="1234513"/>
                  <a:pt x="679220" y="1234513"/>
                </a:cubicBezTo>
                <a:cubicBezTo>
                  <a:pt x="662450" y="1234513"/>
                  <a:pt x="648856" y="1220919"/>
                  <a:pt x="648856" y="1204150"/>
                </a:cubicBezTo>
                <a:cubicBezTo>
                  <a:pt x="648856" y="1187380"/>
                  <a:pt x="662450" y="1173786"/>
                  <a:pt x="679220" y="1173786"/>
                </a:cubicBezTo>
                <a:close/>
                <a:moveTo>
                  <a:pt x="606665" y="1173786"/>
                </a:moveTo>
                <a:cubicBezTo>
                  <a:pt x="623435" y="1173786"/>
                  <a:pt x="637029" y="1187380"/>
                  <a:pt x="637029" y="1204150"/>
                </a:cubicBezTo>
                <a:cubicBezTo>
                  <a:pt x="637029" y="1220919"/>
                  <a:pt x="623435" y="1234513"/>
                  <a:pt x="606665" y="1234513"/>
                </a:cubicBezTo>
                <a:cubicBezTo>
                  <a:pt x="589896" y="1234513"/>
                  <a:pt x="576302" y="1220919"/>
                  <a:pt x="576302" y="1204150"/>
                </a:cubicBezTo>
                <a:cubicBezTo>
                  <a:pt x="576302" y="1187380"/>
                  <a:pt x="589896" y="1173786"/>
                  <a:pt x="606665" y="1173786"/>
                </a:cubicBezTo>
                <a:close/>
                <a:moveTo>
                  <a:pt x="534111" y="1173786"/>
                </a:moveTo>
                <a:cubicBezTo>
                  <a:pt x="550880" y="1173786"/>
                  <a:pt x="564474" y="1187380"/>
                  <a:pt x="564474" y="1204150"/>
                </a:cubicBezTo>
                <a:cubicBezTo>
                  <a:pt x="564474" y="1220919"/>
                  <a:pt x="550880" y="1234513"/>
                  <a:pt x="534111" y="1234513"/>
                </a:cubicBezTo>
                <a:cubicBezTo>
                  <a:pt x="517341" y="1234513"/>
                  <a:pt x="503747" y="1220919"/>
                  <a:pt x="503747" y="1204150"/>
                </a:cubicBezTo>
                <a:cubicBezTo>
                  <a:pt x="503747" y="1187380"/>
                  <a:pt x="517341" y="1173786"/>
                  <a:pt x="534111" y="1173786"/>
                </a:cubicBezTo>
                <a:close/>
                <a:moveTo>
                  <a:pt x="461556" y="1173786"/>
                </a:moveTo>
                <a:cubicBezTo>
                  <a:pt x="478326" y="1173786"/>
                  <a:pt x="491920" y="1187380"/>
                  <a:pt x="491920" y="1204150"/>
                </a:cubicBezTo>
                <a:cubicBezTo>
                  <a:pt x="491920" y="1220919"/>
                  <a:pt x="478326" y="1234513"/>
                  <a:pt x="461556" y="1234513"/>
                </a:cubicBezTo>
                <a:cubicBezTo>
                  <a:pt x="444787" y="1234513"/>
                  <a:pt x="431192" y="1220919"/>
                  <a:pt x="431192" y="1204150"/>
                </a:cubicBezTo>
                <a:cubicBezTo>
                  <a:pt x="431192" y="1187380"/>
                  <a:pt x="444787" y="1173786"/>
                  <a:pt x="461556" y="1173786"/>
                </a:cubicBezTo>
                <a:close/>
                <a:moveTo>
                  <a:pt x="389002" y="1173786"/>
                </a:moveTo>
                <a:cubicBezTo>
                  <a:pt x="405771" y="1173786"/>
                  <a:pt x="419365" y="1187380"/>
                  <a:pt x="419365" y="1204150"/>
                </a:cubicBezTo>
                <a:cubicBezTo>
                  <a:pt x="419365" y="1220919"/>
                  <a:pt x="405771" y="1234513"/>
                  <a:pt x="389002" y="1234513"/>
                </a:cubicBezTo>
                <a:cubicBezTo>
                  <a:pt x="372232" y="1234513"/>
                  <a:pt x="358638" y="1220919"/>
                  <a:pt x="358638" y="1204150"/>
                </a:cubicBezTo>
                <a:cubicBezTo>
                  <a:pt x="358638" y="1187380"/>
                  <a:pt x="372232" y="1173786"/>
                  <a:pt x="389002" y="1173786"/>
                </a:cubicBezTo>
                <a:close/>
                <a:moveTo>
                  <a:pt x="316447" y="1173786"/>
                </a:moveTo>
                <a:cubicBezTo>
                  <a:pt x="333216" y="1173786"/>
                  <a:pt x="346810" y="1187380"/>
                  <a:pt x="346810" y="1204150"/>
                </a:cubicBezTo>
                <a:cubicBezTo>
                  <a:pt x="346810" y="1220919"/>
                  <a:pt x="333216" y="1234513"/>
                  <a:pt x="316447" y="1234513"/>
                </a:cubicBezTo>
                <a:cubicBezTo>
                  <a:pt x="299677" y="1234513"/>
                  <a:pt x="286084" y="1220919"/>
                  <a:pt x="286084" y="1204150"/>
                </a:cubicBezTo>
                <a:cubicBezTo>
                  <a:pt x="286084" y="1187380"/>
                  <a:pt x="299677" y="1173786"/>
                  <a:pt x="316447" y="1173786"/>
                </a:cubicBezTo>
                <a:close/>
                <a:moveTo>
                  <a:pt x="243892" y="1173786"/>
                </a:moveTo>
                <a:cubicBezTo>
                  <a:pt x="260662" y="1173786"/>
                  <a:pt x="274256" y="1187380"/>
                  <a:pt x="274256" y="1204150"/>
                </a:cubicBezTo>
                <a:cubicBezTo>
                  <a:pt x="274256" y="1220919"/>
                  <a:pt x="260662" y="1234513"/>
                  <a:pt x="243892" y="1234513"/>
                </a:cubicBezTo>
                <a:cubicBezTo>
                  <a:pt x="227123" y="1234513"/>
                  <a:pt x="213529" y="1220919"/>
                  <a:pt x="213529" y="1204150"/>
                </a:cubicBezTo>
                <a:cubicBezTo>
                  <a:pt x="213529" y="1187380"/>
                  <a:pt x="227123" y="1173786"/>
                  <a:pt x="243892" y="1173786"/>
                </a:cubicBezTo>
                <a:close/>
                <a:moveTo>
                  <a:pt x="171339" y="1173786"/>
                </a:moveTo>
                <a:cubicBezTo>
                  <a:pt x="188107" y="1173786"/>
                  <a:pt x="201701" y="1187380"/>
                  <a:pt x="201701" y="1204150"/>
                </a:cubicBezTo>
                <a:cubicBezTo>
                  <a:pt x="201701" y="1220919"/>
                  <a:pt x="188107" y="1234513"/>
                  <a:pt x="171339" y="1234513"/>
                </a:cubicBezTo>
                <a:cubicBezTo>
                  <a:pt x="154627" y="1234513"/>
                  <a:pt x="141034" y="1220919"/>
                  <a:pt x="141034" y="1204150"/>
                </a:cubicBezTo>
                <a:cubicBezTo>
                  <a:pt x="141034" y="1187380"/>
                  <a:pt x="154627" y="1173786"/>
                  <a:pt x="171339" y="1173786"/>
                </a:cubicBezTo>
                <a:close/>
                <a:moveTo>
                  <a:pt x="98852" y="1173786"/>
                </a:moveTo>
                <a:cubicBezTo>
                  <a:pt x="115616" y="1173786"/>
                  <a:pt x="129210" y="1187380"/>
                  <a:pt x="129210" y="1204150"/>
                </a:cubicBezTo>
                <a:cubicBezTo>
                  <a:pt x="129210" y="1220919"/>
                  <a:pt x="115616" y="1234513"/>
                  <a:pt x="98852" y="1234513"/>
                </a:cubicBezTo>
                <a:cubicBezTo>
                  <a:pt x="82080" y="1234513"/>
                  <a:pt x="68486" y="1220919"/>
                  <a:pt x="68486" y="1204150"/>
                </a:cubicBezTo>
                <a:cubicBezTo>
                  <a:pt x="68486" y="1187380"/>
                  <a:pt x="82080" y="1173786"/>
                  <a:pt x="98852" y="1173786"/>
                </a:cubicBezTo>
                <a:close/>
                <a:moveTo>
                  <a:pt x="26297" y="1173786"/>
                </a:moveTo>
                <a:cubicBezTo>
                  <a:pt x="43063" y="1173786"/>
                  <a:pt x="56658" y="1187380"/>
                  <a:pt x="56658" y="1204150"/>
                </a:cubicBezTo>
                <a:cubicBezTo>
                  <a:pt x="56658" y="1220919"/>
                  <a:pt x="43063" y="1234513"/>
                  <a:pt x="26297" y="1234513"/>
                </a:cubicBezTo>
                <a:cubicBezTo>
                  <a:pt x="17912" y="1234513"/>
                  <a:pt x="10321" y="1231115"/>
                  <a:pt x="4826" y="1225620"/>
                </a:cubicBezTo>
                <a:lnTo>
                  <a:pt x="0" y="1213970"/>
                </a:lnTo>
                <a:lnTo>
                  <a:pt x="0" y="1194329"/>
                </a:lnTo>
                <a:lnTo>
                  <a:pt x="4826" y="1182679"/>
                </a:lnTo>
                <a:cubicBezTo>
                  <a:pt x="10321" y="1177185"/>
                  <a:pt x="17912" y="1173786"/>
                  <a:pt x="26297" y="1173786"/>
                </a:cubicBezTo>
                <a:close/>
                <a:moveTo>
                  <a:pt x="1477320" y="1093335"/>
                </a:moveTo>
                <a:cubicBezTo>
                  <a:pt x="1485705" y="1093335"/>
                  <a:pt x="1493295" y="1096733"/>
                  <a:pt x="1498790" y="1102228"/>
                </a:cubicBezTo>
                <a:lnTo>
                  <a:pt x="1505389" y="1118160"/>
                </a:lnTo>
                <a:lnTo>
                  <a:pt x="1493855" y="1142105"/>
                </a:lnTo>
                <a:lnTo>
                  <a:pt x="1487887" y="1151929"/>
                </a:lnTo>
                <a:lnTo>
                  <a:pt x="1477320" y="1154062"/>
                </a:lnTo>
                <a:cubicBezTo>
                  <a:pt x="1460550" y="1154062"/>
                  <a:pt x="1446956" y="1140468"/>
                  <a:pt x="1446956" y="1123698"/>
                </a:cubicBezTo>
                <a:cubicBezTo>
                  <a:pt x="1446956" y="1106929"/>
                  <a:pt x="1460550" y="1093335"/>
                  <a:pt x="1477320" y="1093335"/>
                </a:cubicBezTo>
                <a:close/>
                <a:moveTo>
                  <a:pt x="1404765" y="1093335"/>
                </a:moveTo>
                <a:cubicBezTo>
                  <a:pt x="1421535" y="1093335"/>
                  <a:pt x="1435129" y="1106929"/>
                  <a:pt x="1435129" y="1123698"/>
                </a:cubicBezTo>
                <a:cubicBezTo>
                  <a:pt x="1435129" y="1140468"/>
                  <a:pt x="1421535" y="1154062"/>
                  <a:pt x="1404765" y="1154062"/>
                </a:cubicBezTo>
                <a:cubicBezTo>
                  <a:pt x="1387996" y="1154062"/>
                  <a:pt x="1374402" y="1140468"/>
                  <a:pt x="1374402" y="1123698"/>
                </a:cubicBezTo>
                <a:cubicBezTo>
                  <a:pt x="1374402" y="1106929"/>
                  <a:pt x="1387996" y="1093335"/>
                  <a:pt x="1404765" y="1093335"/>
                </a:cubicBezTo>
                <a:close/>
                <a:moveTo>
                  <a:pt x="1332211" y="1093335"/>
                </a:moveTo>
                <a:cubicBezTo>
                  <a:pt x="1348980" y="1093335"/>
                  <a:pt x="1362574" y="1106929"/>
                  <a:pt x="1362574" y="1123698"/>
                </a:cubicBezTo>
                <a:cubicBezTo>
                  <a:pt x="1362574" y="1140468"/>
                  <a:pt x="1348980" y="1154062"/>
                  <a:pt x="1332211" y="1154062"/>
                </a:cubicBezTo>
                <a:cubicBezTo>
                  <a:pt x="1315441" y="1154062"/>
                  <a:pt x="1301847" y="1140468"/>
                  <a:pt x="1301847" y="1123698"/>
                </a:cubicBezTo>
                <a:cubicBezTo>
                  <a:pt x="1301847" y="1106929"/>
                  <a:pt x="1315441" y="1093335"/>
                  <a:pt x="1332211" y="1093335"/>
                </a:cubicBezTo>
                <a:close/>
                <a:moveTo>
                  <a:pt x="1259656" y="1093335"/>
                </a:moveTo>
                <a:cubicBezTo>
                  <a:pt x="1276426" y="1093335"/>
                  <a:pt x="1290020" y="1106929"/>
                  <a:pt x="1290020" y="1123698"/>
                </a:cubicBezTo>
                <a:cubicBezTo>
                  <a:pt x="1290020" y="1140468"/>
                  <a:pt x="1276426" y="1154062"/>
                  <a:pt x="1259656" y="1154062"/>
                </a:cubicBezTo>
                <a:cubicBezTo>
                  <a:pt x="1242887" y="1154062"/>
                  <a:pt x="1229293" y="1140468"/>
                  <a:pt x="1229293" y="1123698"/>
                </a:cubicBezTo>
                <a:cubicBezTo>
                  <a:pt x="1229293" y="1106929"/>
                  <a:pt x="1242887" y="1093335"/>
                  <a:pt x="1259656" y="1093335"/>
                </a:cubicBezTo>
                <a:close/>
                <a:moveTo>
                  <a:pt x="1187102" y="1093335"/>
                </a:moveTo>
                <a:cubicBezTo>
                  <a:pt x="1203871" y="1093335"/>
                  <a:pt x="1217465" y="1106929"/>
                  <a:pt x="1217465" y="1123698"/>
                </a:cubicBezTo>
                <a:cubicBezTo>
                  <a:pt x="1217465" y="1140468"/>
                  <a:pt x="1203871" y="1154062"/>
                  <a:pt x="1187102" y="1154062"/>
                </a:cubicBezTo>
                <a:cubicBezTo>
                  <a:pt x="1170332" y="1154062"/>
                  <a:pt x="1156738" y="1140468"/>
                  <a:pt x="1156738" y="1123698"/>
                </a:cubicBezTo>
                <a:cubicBezTo>
                  <a:pt x="1156738" y="1106929"/>
                  <a:pt x="1170332" y="1093335"/>
                  <a:pt x="1187102" y="1093335"/>
                </a:cubicBezTo>
                <a:close/>
                <a:moveTo>
                  <a:pt x="1114547" y="1093335"/>
                </a:moveTo>
                <a:cubicBezTo>
                  <a:pt x="1131317" y="1093335"/>
                  <a:pt x="1144911" y="1106929"/>
                  <a:pt x="1144911" y="1123698"/>
                </a:cubicBezTo>
                <a:cubicBezTo>
                  <a:pt x="1144911" y="1140468"/>
                  <a:pt x="1131317" y="1154062"/>
                  <a:pt x="1114547" y="1154062"/>
                </a:cubicBezTo>
                <a:cubicBezTo>
                  <a:pt x="1097778" y="1154062"/>
                  <a:pt x="1084184" y="1140468"/>
                  <a:pt x="1084184" y="1123698"/>
                </a:cubicBezTo>
                <a:cubicBezTo>
                  <a:pt x="1084184" y="1106929"/>
                  <a:pt x="1097778" y="1093335"/>
                  <a:pt x="1114547" y="1093335"/>
                </a:cubicBezTo>
                <a:close/>
                <a:moveTo>
                  <a:pt x="1041993" y="1093335"/>
                </a:moveTo>
                <a:cubicBezTo>
                  <a:pt x="1058762" y="1093335"/>
                  <a:pt x="1072356" y="1106929"/>
                  <a:pt x="1072356" y="1123698"/>
                </a:cubicBezTo>
                <a:cubicBezTo>
                  <a:pt x="1072356" y="1140468"/>
                  <a:pt x="1058762" y="1154062"/>
                  <a:pt x="1041993" y="1154062"/>
                </a:cubicBezTo>
                <a:cubicBezTo>
                  <a:pt x="1025223" y="1154062"/>
                  <a:pt x="1011629" y="1140468"/>
                  <a:pt x="1011629" y="1123698"/>
                </a:cubicBezTo>
                <a:cubicBezTo>
                  <a:pt x="1011629" y="1106929"/>
                  <a:pt x="1025223" y="1093335"/>
                  <a:pt x="1041993" y="1093335"/>
                </a:cubicBezTo>
                <a:close/>
                <a:moveTo>
                  <a:pt x="969438" y="1093335"/>
                </a:moveTo>
                <a:cubicBezTo>
                  <a:pt x="986208" y="1093335"/>
                  <a:pt x="999801" y="1106929"/>
                  <a:pt x="999801" y="1123698"/>
                </a:cubicBezTo>
                <a:cubicBezTo>
                  <a:pt x="999801" y="1140468"/>
                  <a:pt x="986208" y="1154062"/>
                  <a:pt x="969438" y="1154062"/>
                </a:cubicBezTo>
                <a:cubicBezTo>
                  <a:pt x="952669" y="1154062"/>
                  <a:pt x="939075" y="1140468"/>
                  <a:pt x="939075" y="1123698"/>
                </a:cubicBezTo>
                <a:cubicBezTo>
                  <a:pt x="939075" y="1106929"/>
                  <a:pt x="952669" y="1093335"/>
                  <a:pt x="969438" y="1093335"/>
                </a:cubicBezTo>
                <a:close/>
                <a:moveTo>
                  <a:pt x="896883" y="1093335"/>
                </a:moveTo>
                <a:cubicBezTo>
                  <a:pt x="913653" y="1093335"/>
                  <a:pt x="927247" y="1106929"/>
                  <a:pt x="927247" y="1123698"/>
                </a:cubicBezTo>
                <a:cubicBezTo>
                  <a:pt x="927247" y="1140468"/>
                  <a:pt x="913653" y="1154062"/>
                  <a:pt x="896883" y="1154062"/>
                </a:cubicBezTo>
                <a:cubicBezTo>
                  <a:pt x="880114" y="1154062"/>
                  <a:pt x="866520" y="1140468"/>
                  <a:pt x="866520" y="1123698"/>
                </a:cubicBezTo>
                <a:cubicBezTo>
                  <a:pt x="866520" y="1106929"/>
                  <a:pt x="880114" y="1093335"/>
                  <a:pt x="896883" y="1093335"/>
                </a:cubicBezTo>
                <a:close/>
                <a:moveTo>
                  <a:pt x="824329" y="1093335"/>
                </a:moveTo>
                <a:cubicBezTo>
                  <a:pt x="841098" y="1093335"/>
                  <a:pt x="854692" y="1106929"/>
                  <a:pt x="854692" y="1123698"/>
                </a:cubicBezTo>
                <a:cubicBezTo>
                  <a:pt x="854692" y="1140468"/>
                  <a:pt x="841098" y="1154062"/>
                  <a:pt x="824329" y="1154062"/>
                </a:cubicBezTo>
                <a:cubicBezTo>
                  <a:pt x="807559" y="1154062"/>
                  <a:pt x="793965" y="1140468"/>
                  <a:pt x="793965" y="1123698"/>
                </a:cubicBezTo>
                <a:cubicBezTo>
                  <a:pt x="793965" y="1106929"/>
                  <a:pt x="807559" y="1093335"/>
                  <a:pt x="824329" y="1093335"/>
                </a:cubicBezTo>
                <a:close/>
                <a:moveTo>
                  <a:pt x="751774" y="1093335"/>
                </a:moveTo>
                <a:cubicBezTo>
                  <a:pt x="768544" y="1093335"/>
                  <a:pt x="782138" y="1106929"/>
                  <a:pt x="782138" y="1123698"/>
                </a:cubicBezTo>
                <a:cubicBezTo>
                  <a:pt x="782138" y="1140468"/>
                  <a:pt x="768544" y="1154062"/>
                  <a:pt x="751774" y="1154062"/>
                </a:cubicBezTo>
                <a:cubicBezTo>
                  <a:pt x="735005" y="1154062"/>
                  <a:pt x="721411" y="1140468"/>
                  <a:pt x="721411" y="1123698"/>
                </a:cubicBezTo>
                <a:cubicBezTo>
                  <a:pt x="721411" y="1106929"/>
                  <a:pt x="735005" y="1093335"/>
                  <a:pt x="751774" y="1093335"/>
                </a:cubicBezTo>
                <a:close/>
                <a:moveTo>
                  <a:pt x="679220" y="1093335"/>
                </a:moveTo>
                <a:cubicBezTo>
                  <a:pt x="695989" y="1093335"/>
                  <a:pt x="709583" y="1106929"/>
                  <a:pt x="709583" y="1123698"/>
                </a:cubicBezTo>
                <a:cubicBezTo>
                  <a:pt x="709583" y="1140468"/>
                  <a:pt x="695989" y="1154062"/>
                  <a:pt x="679220" y="1154062"/>
                </a:cubicBezTo>
                <a:cubicBezTo>
                  <a:pt x="662450" y="1154062"/>
                  <a:pt x="648856" y="1140468"/>
                  <a:pt x="648856" y="1123698"/>
                </a:cubicBezTo>
                <a:cubicBezTo>
                  <a:pt x="648856" y="1106929"/>
                  <a:pt x="662450" y="1093335"/>
                  <a:pt x="679220" y="1093335"/>
                </a:cubicBezTo>
                <a:close/>
                <a:moveTo>
                  <a:pt x="606665" y="1093335"/>
                </a:moveTo>
                <a:cubicBezTo>
                  <a:pt x="623435" y="1093335"/>
                  <a:pt x="637029" y="1106929"/>
                  <a:pt x="637029" y="1123698"/>
                </a:cubicBezTo>
                <a:cubicBezTo>
                  <a:pt x="637029" y="1140468"/>
                  <a:pt x="623435" y="1154062"/>
                  <a:pt x="606665" y="1154062"/>
                </a:cubicBezTo>
                <a:cubicBezTo>
                  <a:pt x="589896" y="1154062"/>
                  <a:pt x="576302" y="1140468"/>
                  <a:pt x="576302" y="1123698"/>
                </a:cubicBezTo>
                <a:cubicBezTo>
                  <a:pt x="576302" y="1106929"/>
                  <a:pt x="589896" y="1093335"/>
                  <a:pt x="606665" y="1093335"/>
                </a:cubicBezTo>
                <a:close/>
                <a:moveTo>
                  <a:pt x="534111" y="1093335"/>
                </a:moveTo>
                <a:cubicBezTo>
                  <a:pt x="550880" y="1093335"/>
                  <a:pt x="564474" y="1106929"/>
                  <a:pt x="564474" y="1123698"/>
                </a:cubicBezTo>
                <a:cubicBezTo>
                  <a:pt x="564474" y="1140468"/>
                  <a:pt x="550880" y="1154062"/>
                  <a:pt x="534111" y="1154062"/>
                </a:cubicBezTo>
                <a:cubicBezTo>
                  <a:pt x="517341" y="1154062"/>
                  <a:pt x="503747" y="1140468"/>
                  <a:pt x="503747" y="1123698"/>
                </a:cubicBezTo>
                <a:cubicBezTo>
                  <a:pt x="503747" y="1106929"/>
                  <a:pt x="517341" y="1093335"/>
                  <a:pt x="534111" y="1093335"/>
                </a:cubicBezTo>
                <a:close/>
                <a:moveTo>
                  <a:pt x="461556" y="1093335"/>
                </a:moveTo>
                <a:cubicBezTo>
                  <a:pt x="478326" y="1093335"/>
                  <a:pt x="491920" y="1106929"/>
                  <a:pt x="491920" y="1123698"/>
                </a:cubicBezTo>
                <a:cubicBezTo>
                  <a:pt x="491920" y="1140468"/>
                  <a:pt x="478326" y="1154062"/>
                  <a:pt x="461556" y="1154062"/>
                </a:cubicBezTo>
                <a:cubicBezTo>
                  <a:pt x="444787" y="1154062"/>
                  <a:pt x="431192" y="1140468"/>
                  <a:pt x="431192" y="1123698"/>
                </a:cubicBezTo>
                <a:cubicBezTo>
                  <a:pt x="431192" y="1106929"/>
                  <a:pt x="444787" y="1093335"/>
                  <a:pt x="461556" y="1093335"/>
                </a:cubicBezTo>
                <a:close/>
                <a:moveTo>
                  <a:pt x="389002" y="1093335"/>
                </a:moveTo>
                <a:cubicBezTo>
                  <a:pt x="405771" y="1093335"/>
                  <a:pt x="419365" y="1106929"/>
                  <a:pt x="419365" y="1123698"/>
                </a:cubicBezTo>
                <a:cubicBezTo>
                  <a:pt x="419365" y="1140468"/>
                  <a:pt x="405771" y="1154062"/>
                  <a:pt x="389002" y="1154062"/>
                </a:cubicBezTo>
                <a:cubicBezTo>
                  <a:pt x="372232" y="1154062"/>
                  <a:pt x="358638" y="1140468"/>
                  <a:pt x="358638" y="1123698"/>
                </a:cubicBezTo>
                <a:cubicBezTo>
                  <a:pt x="358638" y="1106929"/>
                  <a:pt x="372232" y="1093335"/>
                  <a:pt x="389002" y="1093335"/>
                </a:cubicBezTo>
                <a:close/>
                <a:moveTo>
                  <a:pt x="316447" y="1093335"/>
                </a:moveTo>
                <a:cubicBezTo>
                  <a:pt x="333216" y="1093335"/>
                  <a:pt x="346810" y="1106929"/>
                  <a:pt x="346810" y="1123698"/>
                </a:cubicBezTo>
                <a:cubicBezTo>
                  <a:pt x="346810" y="1140468"/>
                  <a:pt x="333216" y="1154062"/>
                  <a:pt x="316447" y="1154062"/>
                </a:cubicBezTo>
                <a:cubicBezTo>
                  <a:pt x="299677" y="1154062"/>
                  <a:pt x="286084" y="1140468"/>
                  <a:pt x="286084" y="1123698"/>
                </a:cubicBezTo>
                <a:cubicBezTo>
                  <a:pt x="286084" y="1106929"/>
                  <a:pt x="299677" y="1093335"/>
                  <a:pt x="316447" y="1093335"/>
                </a:cubicBezTo>
                <a:close/>
                <a:moveTo>
                  <a:pt x="243892" y="1093335"/>
                </a:moveTo>
                <a:cubicBezTo>
                  <a:pt x="260662" y="1093335"/>
                  <a:pt x="274256" y="1106929"/>
                  <a:pt x="274256" y="1123698"/>
                </a:cubicBezTo>
                <a:cubicBezTo>
                  <a:pt x="274256" y="1140468"/>
                  <a:pt x="260662" y="1154062"/>
                  <a:pt x="243892" y="1154062"/>
                </a:cubicBezTo>
                <a:cubicBezTo>
                  <a:pt x="227123" y="1154062"/>
                  <a:pt x="213529" y="1140468"/>
                  <a:pt x="213529" y="1123698"/>
                </a:cubicBezTo>
                <a:cubicBezTo>
                  <a:pt x="213529" y="1106929"/>
                  <a:pt x="227123" y="1093335"/>
                  <a:pt x="243892" y="1093335"/>
                </a:cubicBezTo>
                <a:close/>
                <a:moveTo>
                  <a:pt x="171339" y="1093335"/>
                </a:moveTo>
                <a:cubicBezTo>
                  <a:pt x="188107" y="1093335"/>
                  <a:pt x="201701" y="1106929"/>
                  <a:pt x="201701" y="1123698"/>
                </a:cubicBezTo>
                <a:cubicBezTo>
                  <a:pt x="201701" y="1140468"/>
                  <a:pt x="188107" y="1154062"/>
                  <a:pt x="171339" y="1154062"/>
                </a:cubicBezTo>
                <a:cubicBezTo>
                  <a:pt x="154633" y="1154062"/>
                  <a:pt x="141040" y="1140468"/>
                  <a:pt x="141040" y="1123698"/>
                </a:cubicBezTo>
                <a:cubicBezTo>
                  <a:pt x="141040" y="1106929"/>
                  <a:pt x="154633" y="1093335"/>
                  <a:pt x="171339" y="1093335"/>
                </a:cubicBezTo>
                <a:close/>
                <a:moveTo>
                  <a:pt x="98858" y="1093335"/>
                </a:moveTo>
                <a:cubicBezTo>
                  <a:pt x="115622" y="1093335"/>
                  <a:pt x="129216" y="1106929"/>
                  <a:pt x="129216" y="1123698"/>
                </a:cubicBezTo>
                <a:cubicBezTo>
                  <a:pt x="129216" y="1140468"/>
                  <a:pt x="115622" y="1154062"/>
                  <a:pt x="98858" y="1154062"/>
                </a:cubicBezTo>
                <a:cubicBezTo>
                  <a:pt x="82086" y="1154062"/>
                  <a:pt x="68492" y="1140468"/>
                  <a:pt x="68492" y="1123698"/>
                </a:cubicBezTo>
                <a:cubicBezTo>
                  <a:pt x="68492" y="1106929"/>
                  <a:pt x="82086" y="1093335"/>
                  <a:pt x="98858" y="1093335"/>
                </a:cubicBezTo>
                <a:close/>
                <a:moveTo>
                  <a:pt x="26303" y="1093335"/>
                </a:moveTo>
                <a:cubicBezTo>
                  <a:pt x="43069" y="1093335"/>
                  <a:pt x="56664" y="1106929"/>
                  <a:pt x="56664" y="1123698"/>
                </a:cubicBezTo>
                <a:cubicBezTo>
                  <a:pt x="56664" y="1140468"/>
                  <a:pt x="43069" y="1154062"/>
                  <a:pt x="26303" y="1154062"/>
                </a:cubicBezTo>
                <a:cubicBezTo>
                  <a:pt x="17918" y="1154062"/>
                  <a:pt x="10327" y="1150664"/>
                  <a:pt x="4832" y="1145169"/>
                </a:cubicBezTo>
                <a:lnTo>
                  <a:pt x="0" y="1133503"/>
                </a:lnTo>
                <a:lnTo>
                  <a:pt x="0" y="1113894"/>
                </a:lnTo>
                <a:lnTo>
                  <a:pt x="4832" y="1102228"/>
                </a:lnTo>
                <a:cubicBezTo>
                  <a:pt x="10327" y="1096734"/>
                  <a:pt x="17918" y="1093335"/>
                  <a:pt x="26303" y="1093335"/>
                </a:cubicBezTo>
                <a:close/>
                <a:moveTo>
                  <a:pt x="1549874" y="1012883"/>
                </a:moveTo>
                <a:lnTo>
                  <a:pt x="1555552" y="1014029"/>
                </a:lnTo>
                <a:lnTo>
                  <a:pt x="1530465" y="1066106"/>
                </a:lnTo>
                <a:lnTo>
                  <a:pt x="1528404" y="1064717"/>
                </a:lnTo>
                <a:cubicBezTo>
                  <a:pt x="1522910" y="1059222"/>
                  <a:pt x="1519511" y="1051631"/>
                  <a:pt x="1519511" y="1043246"/>
                </a:cubicBezTo>
                <a:cubicBezTo>
                  <a:pt x="1519511" y="1026477"/>
                  <a:pt x="1533105" y="1012883"/>
                  <a:pt x="1549874" y="1012883"/>
                </a:cubicBezTo>
                <a:close/>
                <a:moveTo>
                  <a:pt x="1477320" y="1012883"/>
                </a:moveTo>
                <a:cubicBezTo>
                  <a:pt x="1494089" y="1012883"/>
                  <a:pt x="1507683" y="1026477"/>
                  <a:pt x="1507683" y="1043246"/>
                </a:cubicBezTo>
                <a:cubicBezTo>
                  <a:pt x="1507683" y="1060016"/>
                  <a:pt x="1494089" y="1073610"/>
                  <a:pt x="1477320" y="1073610"/>
                </a:cubicBezTo>
                <a:cubicBezTo>
                  <a:pt x="1460550" y="1073610"/>
                  <a:pt x="1446956" y="1060016"/>
                  <a:pt x="1446956" y="1043246"/>
                </a:cubicBezTo>
                <a:cubicBezTo>
                  <a:pt x="1446956" y="1026477"/>
                  <a:pt x="1460550" y="1012883"/>
                  <a:pt x="1477320" y="1012883"/>
                </a:cubicBezTo>
                <a:close/>
                <a:moveTo>
                  <a:pt x="1404765" y="1012883"/>
                </a:moveTo>
                <a:cubicBezTo>
                  <a:pt x="1421535" y="1012883"/>
                  <a:pt x="1435129" y="1026477"/>
                  <a:pt x="1435129" y="1043246"/>
                </a:cubicBezTo>
                <a:cubicBezTo>
                  <a:pt x="1435129" y="1060016"/>
                  <a:pt x="1421535" y="1073610"/>
                  <a:pt x="1404765" y="1073610"/>
                </a:cubicBezTo>
                <a:cubicBezTo>
                  <a:pt x="1387996" y="1073610"/>
                  <a:pt x="1374402" y="1060016"/>
                  <a:pt x="1374402" y="1043246"/>
                </a:cubicBezTo>
                <a:cubicBezTo>
                  <a:pt x="1374402" y="1026477"/>
                  <a:pt x="1387996" y="1012883"/>
                  <a:pt x="1404765" y="1012883"/>
                </a:cubicBezTo>
                <a:close/>
                <a:moveTo>
                  <a:pt x="1332211" y="1012883"/>
                </a:moveTo>
                <a:cubicBezTo>
                  <a:pt x="1348980" y="1012883"/>
                  <a:pt x="1362574" y="1026477"/>
                  <a:pt x="1362574" y="1043246"/>
                </a:cubicBezTo>
                <a:cubicBezTo>
                  <a:pt x="1362574" y="1060016"/>
                  <a:pt x="1348980" y="1073610"/>
                  <a:pt x="1332211" y="1073610"/>
                </a:cubicBezTo>
                <a:cubicBezTo>
                  <a:pt x="1315441" y="1073610"/>
                  <a:pt x="1301847" y="1060016"/>
                  <a:pt x="1301847" y="1043246"/>
                </a:cubicBezTo>
                <a:cubicBezTo>
                  <a:pt x="1301847" y="1026477"/>
                  <a:pt x="1315441" y="1012883"/>
                  <a:pt x="1332211" y="1012883"/>
                </a:cubicBezTo>
                <a:close/>
                <a:moveTo>
                  <a:pt x="1259656" y="1012883"/>
                </a:moveTo>
                <a:cubicBezTo>
                  <a:pt x="1276426" y="1012883"/>
                  <a:pt x="1290020" y="1026477"/>
                  <a:pt x="1290020" y="1043246"/>
                </a:cubicBezTo>
                <a:cubicBezTo>
                  <a:pt x="1290020" y="1060016"/>
                  <a:pt x="1276426" y="1073610"/>
                  <a:pt x="1259656" y="1073610"/>
                </a:cubicBezTo>
                <a:cubicBezTo>
                  <a:pt x="1242887" y="1073610"/>
                  <a:pt x="1229293" y="1060016"/>
                  <a:pt x="1229293" y="1043246"/>
                </a:cubicBezTo>
                <a:cubicBezTo>
                  <a:pt x="1229293" y="1026477"/>
                  <a:pt x="1242887" y="1012883"/>
                  <a:pt x="1259656" y="1012883"/>
                </a:cubicBezTo>
                <a:close/>
                <a:moveTo>
                  <a:pt x="1187102" y="1012883"/>
                </a:moveTo>
                <a:cubicBezTo>
                  <a:pt x="1203871" y="1012883"/>
                  <a:pt x="1217465" y="1026477"/>
                  <a:pt x="1217465" y="1043246"/>
                </a:cubicBezTo>
                <a:cubicBezTo>
                  <a:pt x="1217465" y="1060016"/>
                  <a:pt x="1203871" y="1073610"/>
                  <a:pt x="1187102" y="1073610"/>
                </a:cubicBezTo>
                <a:cubicBezTo>
                  <a:pt x="1170332" y="1073610"/>
                  <a:pt x="1156738" y="1060016"/>
                  <a:pt x="1156738" y="1043246"/>
                </a:cubicBezTo>
                <a:cubicBezTo>
                  <a:pt x="1156738" y="1026477"/>
                  <a:pt x="1170332" y="1012883"/>
                  <a:pt x="1187102" y="1012883"/>
                </a:cubicBezTo>
                <a:close/>
                <a:moveTo>
                  <a:pt x="1114547" y="1012883"/>
                </a:moveTo>
                <a:cubicBezTo>
                  <a:pt x="1131317" y="1012883"/>
                  <a:pt x="1144911" y="1026477"/>
                  <a:pt x="1144911" y="1043246"/>
                </a:cubicBezTo>
                <a:cubicBezTo>
                  <a:pt x="1144911" y="1060016"/>
                  <a:pt x="1131317" y="1073610"/>
                  <a:pt x="1114547" y="1073610"/>
                </a:cubicBezTo>
                <a:cubicBezTo>
                  <a:pt x="1097778" y="1073610"/>
                  <a:pt x="1084184" y="1060016"/>
                  <a:pt x="1084184" y="1043246"/>
                </a:cubicBezTo>
                <a:cubicBezTo>
                  <a:pt x="1084184" y="1026477"/>
                  <a:pt x="1097778" y="1012883"/>
                  <a:pt x="1114547" y="1012883"/>
                </a:cubicBezTo>
                <a:close/>
                <a:moveTo>
                  <a:pt x="1041993" y="1012883"/>
                </a:moveTo>
                <a:cubicBezTo>
                  <a:pt x="1058762" y="1012883"/>
                  <a:pt x="1072356" y="1026477"/>
                  <a:pt x="1072356" y="1043246"/>
                </a:cubicBezTo>
                <a:cubicBezTo>
                  <a:pt x="1072356" y="1060016"/>
                  <a:pt x="1058762" y="1073610"/>
                  <a:pt x="1041993" y="1073610"/>
                </a:cubicBezTo>
                <a:cubicBezTo>
                  <a:pt x="1025223" y="1073610"/>
                  <a:pt x="1011629" y="1060016"/>
                  <a:pt x="1011629" y="1043246"/>
                </a:cubicBezTo>
                <a:cubicBezTo>
                  <a:pt x="1011629" y="1026477"/>
                  <a:pt x="1025223" y="1012883"/>
                  <a:pt x="1041993" y="1012883"/>
                </a:cubicBezTo>
                <a:close/>
                <a:moveTo>
                  <a:pt x="969438" y="1012883"/>
                </a:moveTo>
                <a:cubicBezTo>
                  <a:pt x="986208" y="1012883"/>
                  <a:pt x="999801" y="1026477"/>
                  <a:pt x="999801" y="1043246"/>
                </a:cubicBezTo>
                <a:cubicBezTo>
                  <a:pt x="999801" y="1060016"/>
                  <a:pt x="986208" y="1073610"/>
                  <a:pt x="969438" y="1073610"/>
                </a:cubicBezTo>
                <a:cubicBezTo>
                  <a:pt x="952669" y="1073610"/>
                  <a:pt x="939075" y="1060016"/>
                  <a:pt x="939075" y="1043246"/>
                </a:cubicBezTo>
                <a:cubicBezTo>
                  <a:pt x="939075" y="1026477"/>
                  <a:pt x="952669" y="1012883"/>
                  <a:pt x="969438" y="1012883"/>
                </a:cubicBezTo>
                <a:close/>
                <a:moveTo>
                  <a:pt x="896883" y="1012883"/>
                </a:moveTo>
                <a:cubicBezTo>
                  <a:pt x="913653" y="1012883"/>
                  <a:pt x="927247" y="1026477"/>
                  <a:pt x="927247" y="1043246"/>
                </a:cubicBezTo>
                <a:cubicBezTo>
                  <a:pt x="927247" y="1060016"/>
                  <a:pt x="913653" y="1073610"/>
                  <a:pt x="896883" y="1073610"/>
                </a:cubicBezTo>
                <a:cubicBezTo>
                  <a:pt x="880114" y="1073610"/>
                  <a:pt x="866520" y="1060016"/>
                  <a:pt x="866520" y="1043246"/>
                </a:cubicBezTo>
                <a:cubicBezTo>
                  <a:pt x="866520" y="1026477"/>
                  <a:pt x="880114" y="1012883"/>
                  <a:pt x="896883" y="1012883"/>
                </a:cubicBezTo>
                <a:close/>
                <a:moveTo>
                  <a:pt x="824329" y="1012883"/>
                </a:moveTo>
                <a:cubicBezTo>
                  <a:pt x="841098" y="1012883"/>
                  <a:pt x="854692" y="1026477"/>
                  <a:pt x="854692" y="1043246"/>
                </a:cubicBezTo>
                <a:cubicBezTo>
                  <a:pt x="854692" y="1060016"/>
                  <a:pt x="841098" y="1073610"/>
                  <a:pt x="824329" y="1073610"/>
                </a:cubicBezTo>
                <a:cubicBezTo>
                  <a:pt x="807559" y="1073610"/>
                  <a:pt x="793965" y="1060016"/>
                  <a:pt x="793965" y="1043246"/>
                </a:cubicBezTo>
                <a:cubicBezTo>
                  <a:pt x="793965" y="1026477"/>
                  <a:pt x="807559" y="1012883"/>
                  <a:pt x="824329" y="1012883"/>
                </a:cubicBezTo>
                <a:close/>
                <a:moveTo>
                  <a:pt x="751774" y="1012883"/>
                </a:moveTo>
                <a:cubicBezTo>
                  <a:pt x="768544" y="1012883"/>
                  <a:pt x="782138" y="1026477"/>
                  <a:pt x="782138" y="1043246"/>
                </a:cubicBezTo>
                <a:cubicBezTo>
                  <a:pt x="782138" y="1060016"/>
                  <a:pt x="768544" y="1073610"/>
                  <a:pt x="751774" y="1073610"/>
                </a:cubicBezTo>
                <a:cubicBezTo>
                  <a:pt x="735005" y="1073610"/>
                  <a:pt x="721411" y="1060016"/>
                  <a:pt x="721411" y="1043246"/>
                </a:cubicBezTo>
                <a:cubicBezTo>
                  <a:pt x="721411" y="1026477"/>
                  <a:pt x="735005" y="1012883"/>
                  <a:pt x="751774" y="1012883"/>
                </a:cubicBezTo>
                <a:close/>
                <a:moveTo>
                  <a:pt x="679220" y="1012883"/>
                </a:moveTo>
                <a:cubicBezTo>
                  <a:pt x="695989" y="1012883"/>
                  <a:pt x="709583" y="1026477"/>
                  <a:pt x="709583" y="1043246"/>
                </a:cubicBezTo>
                <a:cubicBezTo>
                  <a:pt x="709583" y="1060016"/>
                  <a:pt x="695989" y="1073610"/>
                  <a:pt x="679220" y="1073610"/>
                </a:cubicBezTo>
                <a:cubicBezTo>
                  <a:pt x="662450" y="1073610"/>
                  <a:pt x="648856" y="1060016"/>
                  <a:pt x="648856" y="1043246"/>
                </a:cubicBezTo>
                <a:cubicBezTo>
                  <a:pt x="648856" y="1026477"/>
                  <a:pt x="662450" y="1012883"/>
                  <a:pt x="679220" y="1012883"/>
                </a:cubicBezTo>
                <a:close/>
                <a:moveTo>
                  <a:pt x="606665" y="1012883"/>
                </a:moveTo>
                <a:cubicBezTo>
                  <a:pt x="623435" y="1012883"/>
                  <a:pt x="637029" y="1026477"/>
                  <a:pt x="637029" y="1043246"/>
                </a:cubicBezTo>
                <a:cubicBezTo>
                  <a:pt x="637029" y="1060016"/>
                  <a:pt x="623435" y="1073610"/>
                  <a:pt x="606665" y="1073610"/>
                </a:cubicBezTo>
                <a:cubicBezTo>
                  <a:pt x="589896" y="1073610"/>
                  <a:pt x="576302" y="1060016"/>
                  <a:pt x="576302" y="1043246"/>
                </a:cubicBezTo>
                <a:cubicBezTo>
                  <a:pt x="576302" y="1026477"/>
                  <a:pt x="589896" y="1012883"/>
                  <a:pt x="606665" y="1012883"/>
                </a:cubicBezTo>
                <a:close/>
                <a:moveTo>
                  <a:pt x="534111" y="1012883"/>
                </a:moveTo>
                <a:cubicBezTo>
                  <a:pt x="550880" y="1012883"/>
                  <a:pt x="564474" y="1026477"/>
                  <a:pt x="564474" y="1043246"/>
                </a:cubicBezTo>
                <a:cubicBezTo>
                  <a:pt x="564474" y="1060016"/>
                  <a:pt x="550880" y="1073610"/>
                  <a:pt x="534111" y="1073610"/>
                </a:cubicBezTo>
                <a:cubicBezTo>
                  <a:pt x="517341" y="1073610"/>
                  <a:pt x="503747" y="1060016"/>
                  <a:pt x="503747" y="1043246"/>
                </a:cubicBezTo>
                <a:cubicBezTo>
                  <a:pt x="503747" y="1026477"/>
                  <a:pt x="517341" y="1012883"/>
                  <a:pt x="534111" y="1012883"/>
                </a:cubicBezTo>
                <a:close/>
                <a:moveTo>
                  <a:pt x="461556" y="1012883"/>
                </a:moveTo>
                <a:cubicBezTo>
                  <a:pt x="478326" y="1012883"/>
                  <a:pt x="491920" y="1026477"/>
                  <a:pt x="491920" y="1043246"/>
                </a:cubicBezTo>
                <a:cubicBezTo>
                  <a:pt x="491920" y="1060016"/>
                  <a:pt x="478326" y="1073610"/>
                  <a:pt x="461556" y="1073610"/>
                </a:cubicBezTo>
                <a:cubicBezTo>
                  <a:pt x="444787" y="1073610"/>
                  <a:pt x="431192" y="1060016"/>
                  <a:pt x="431192" y="1043246"/>
                </a:cubicBezTo>
                <a:cubicBezTo>
                  <a:pt x="431192" y="1026477"/>
                  <a:pt x="444787" y="1012883"/>
                  <a:pt x="461556" y="1012883"/>
                </a:cubicBezTo>
                <a:close/>
                <a:moveTo>
                  <a:pt x="389002" y="1012883"/>
                </a:moveTo>
                <a:cubicBezTo>
                  <a:pt x="405771" y="1012883"/>
                  <a:pt x="419365" y="1026477"/>
                  <a:pt x="419365" y="1043246"/>
                </a:cubicBezTo>
                <a:cubicBezTo>
                  <a:pt x="419365" y="1060016"/>
                  <a:pt x="405771" y="1073610"/>
                  <a:pt x="389002" y="1073610"/>
                </a:cubicBezTo>
                <a:cubicBezTo>
                  <a:pt x="372232" y="1073610"/>
                  <a:pt x="358638" y="1060016"/>
                  <a:pt x="358638" y="1043246"/>
                </a:cubicBezTo>
                <a:cubicBezTo>
                  <a:pt x="358638" y="1026477"/>
                  <a:pt x="372232" y="1012883"/>
                  <a:pt x="389002" y="1012883"/>
                </a:cubicBezTo>
                <a:close/>
                <a:moveTo>
                  <a:pt x="316447" y="1012883"/>
                </a:moveTo>
                <a:cubicBezTo>
                  <a:pt x="333216" y="1012883"/>
                  <a:pt x="346810" y="1026477"/>
                  <a:pt x="346810" y="1043246"/>
                </a:cubicBezTo>
                <a:cubicBezTo>
                  <a:pt x="346810" y="1060016"/>
                  <a:pt x="333216" y="1073610"/>
                  <a:pt x="316447" y="1073610"/>
                </a:cubicBezTo>
                <a:cubicBezTo>
                  <a:pt x="299677" y="1073610"/>
                  <a:pt x="286084" y="1060016"/>
                  <a:pt x="286084" y="1043246"/>
                </a:cubicBezTo>
                <a:cubicBezTo>
                  <a:pt x="286084" y="1026477"/>
                  <a:pt x="299677" y="1012883"/>
                  <a:pt x="316447" y="1012883"/>
                </a:cubicBezTo>
                <a:close/>
                <a:moveTo>
                  <a:pt x="243892" y="1012883"/>
                </a:moveTo>
                <a:cubicBezTo>
                  <a:pt x="260662" y="1012883"/>
                  <a:pt x="274256" y="1026477"/>
                  <a:pt x="274256" y="1043246"/>
                </a:cubicBezTo>
                <a:cubicBezTo>
                  <a:pt x="274256" y="1060016"/>
                  <a:pt x="260662" y="1073610"/>
                  <a:pt x="243892" y="1073610"/>
                </a:cubicBezTo>
                <a:cubicBezTo>
                  <a:pt x="227123" y="1073610"/>
                  <a:pt x="213529" y="1060016"/>
                  <a:pt x="213529" y="1043246"/>
                </a:cubicBezTo>
                <a:cubicBezTo>
                  <a:pt x="213529" y="1026477"/>
                  <a:pt x="227123" y="1012883"/>
                  <a:pt x="243892" y="1012883"/>
                </a:cubicBezTo>
                <a:close/>
                <a:moveTo>
                  <a:pt x="171339" y="1012883"/>
                </a:moveTo>
                <a:cubicBezTo>
                  <a:pt x="188107" y="1012883"/>
                  <a:pt x="201701" y="1026477"/>
                  <a:pt x="201701" y="1043246"/>
                </a:cubicBezTo>
                <a:cubicBezTo>
                  <a:pt x="201701" y="1060016"/>
                  <a:pt x="188107" y="1073610"/>
                  <a:pt x="171339" y="1073610"/>
                </a:cubicBezTo>
                <a:cubicBezTo>
                  <a:pt x="154639" y="1073610"/>
                  <a:pt x="141045" y="1060016"/>
                  <a:pt x="141045" y="1043246"/>
                </a:cubicBezTo>
                <a:cubicBezTo>
                  <a:pt x="141045" y="1026477"/>
                  <a:pt x="154639" y="1012883"/>
                  <a:pt x="171339" y="1012883"/>
                </a:cubicBezTo>
                <a:close/>
                <a:moveTo>
                  <a:pt x="98865" y="1012883"/>
                </a:moveTo>
                <a:cubicBezTo>
                  <a:pt x="115628" y="1012883"/>
                  <a:pt x="129222" y="1026477"/>
                  <a:pt x="129222" y="1043246"/>
                </a:cubicBezTo>
                <a:cubicBezTo>
                  <a:pt x="129222" y="1060016"/>
                  <a:pt x="115628" y="1073610"/>
                  <a:pt x="98865" y="1073610"/>
                </a:cubicBezTo>
                <a:cubicBezTo>
                  <a:pt x="82093" y="1073610"/>
                  <a:pt x="68498" y="1060016"/>
                  <a:pt x="68498" y="1043246"/>
                </a:cubicBezTo>
                <a:cubicBezTo>
                  <a:pt x="68498" y="1026477"/>
                  <a:pt x="82093" y="1012883"/>
                  <a:pt x="98865" y="1012883"/>
                </a:cubicBezTo>
                <a:close/>
                <a:moveTo>
                  <a:pt x="26309" y="1012883"/>
                </a:moveTo>
                <a:cubicBezTo>
                  <a:pt x="43075" y="1012883"/>
                  <a:pt x="56670" y="1026477"/>
                  <a:pt x="56670" y="1043246"/>
                </a:cubicBezTo>
                <a:cubicBezTo>
                  <a:pt x="56670" y="1060016"/>
                  <a:pt x="43075" y="1073610"/>
                  <a:pt x="26309" y="1073610"/>
                </a:cubicBezTo>
                <a:cubicBezTo>
                  <a:pt x="17924" y="1073610"/>
                  <a:pt x="10333" y="1070212"/>
                  <a:pt x="4838" y="1064717"/>
                </a:cubicBezTo>
                <a:lnTo>
                  <a:pt x="0" y="1053036"/>
                </a:lnTo>
                <a:lnTo>
                  <a:pt x="0" y="1033457"/>
                </a:lnTo>
                <a:lnTo>
                  <a:pt x="4838" y="1021776"/>
                </a:lnTo>
                <a:cubicBezTo>
                  <a:pt x="10333" y="1016282"/>
                  <a:pt x="17924" y="1012883"/>
                  <a:pt x="26309" y="1012883"/>
                </a:cubicBezTo>
                <a:close/>
                <a:moveTo>
                  <a:pt x="1549874" y="932431"/>
                </a:moveTo>
                <a:cubicBezTo>
                  <a:pt x="1558259" y="932431"/>
                  <a:pt x="1565850" y="935830"/>
                  <a:pt x="1571345" y="941324"/>
                </a:cubicBezTo>
                <a:lnTo>
                  <a:pt x="1577296" y="955693"/>
                </a:lnTo>
                <a:lnTo>
                  <a:pt x="1565363" y="988298"/>
                </a:lnTo>
                <a:lnTo>
                  <a:pt x="1561694" y="990772"/>
                </a:lnTo>
                <a:cubicBezTo>
                  <a:pt x="1558061" y="992309"/>
                  <a:pt x="1554067" y="993158"/>
                  <a:pt x="1549874" y="993158"/>
                </a:cubicBezTo>
                <a:cubicBezTo>
                  <a:pt x="1533105" y="993158"/>
                  <a:pt x="1519511" y="979564"/>
                  <a:pt x="1519511" y="962795"/>
                </a:cubicBezTo>
                <a:cubicBezTo>
                  <a:pt x="1519511" y="946025"/>
                  <a:pt x="1533105" y="932431"/>
                  <a:pt x="1549874" y="932431"/>
                </a:cubicBezTo>
                <a:close/>
                <a:moveTo>
                  <a:pt x="1477320" y="932431"/>
                </a:moveTo>
                <a:cubicBezTo>
                  <a:pt x="1494089" y="932431"/>
                  <a:pt x="1507683" y="946025"/>
                  <a:pt x="1507683" y="962795"/>
                </a:cubicBezTo>
                <a:cubicBezTo>
                  <a:pt x="1507683" y="979564"/>
                  <a:pt x="1494089" y="993158"/>
                  <a:pt x="1477320" y="993158"/>
                </a:cubicBezTo>
                <a:cubicBezTo>
                  <a:pt x="1460550" y="993158"/>
                  <a:pt x="1446956" y="979564"/>
                  <a:pt x="1446956" y="962795"/>
                </a:cubicBezTo>
                <a:cubicBezTo>
                  <a:pt x="1446956" y="946025"/>
                  <a:pt x="1460550" y="932431"/>
                  <a:pt x="1477320" y="932431"/>
                </a:cubicBezTo>
                <a:close/>
                <a:moveTo>
                  <a:pt x="1404765" y="932431"/>
                </a:moveTo>
                <a:cubicBezTo>
                  <a:pt x="1421535" y="932431"/>
                  <a:pt x="1435129" y="946025"/>
                  <a:pt x="1435129" y="962795"/>
                </a:cubicBezTo>
                <a:cubicBezTo>
                  <a:pt x="1435129" y="979564"/>
                  <a:pt x="1421535" y="993158"/>
                  <a:pt x="1404765" y="993158"/>
                </a:cubicBezTo>
                <a:cubicBezTo>
                  <a:pt x="1387996" y="993158"/>
                  <a:pt x="1374402" y="979564"/>
                  <a:pt x="1374402" y="962795"/>
                </a:cubicBezTo>
                <a:cubicBezTo>
                  <a:pt x="1374402" y="946025"/>
                  <a:pt x="1387996" y="932431"/>
                  <a:pt x="1404765" y="932431"/>
                </a:cubicBezTo>
                <a:close/>
                <a:moveTo>
                  <a:pt x="1332211" y="932431"/>
                </a:moveTo>
                <a:cubicBezTo>
                  <a:pt x="1348980" y="932431"/>
                  <a:pt x="1362574" y="946025"/>
                  <a:pt x="1362574" y="962795"/>
                </a:cubicBezTo>
                <a:cubicBezTo>
                  <a:pt x="1362574" y="979564"/>
                  <a:pt x="1348980" y="993158"/>
                  <a:pt x="1332211" y="993158"/>
                </a:cubicBezTo>
                <a:cubicBezTo>
                  <a:pt x="1315441" y="993158"/>
                  <a:pt x="1301847" y="979564"/>
                  <a:pt x="1301847" y="962795"/>
                </a:cubicBezTo>
                <a:cubicBezTo>
                  <a:pt x="1301847" y="946025"/>
                  <a:pt x="1315441" y="932431"/>
                  <a:pt x="1332211" y="932431"/>
                </a:cubicBezTo>
                <a:close/>
                <a:moveTo>
                  <a:pt x="1259656" y="932431"/>
                </a:moveTo>
                <a:cubicBezTo>
                  <a:pt x="1276426" y="932431"/>
                  <a:pt x="1290020" y="946025"/>
                  <a:pt x="1290020" y="962795"/>
                </a:cubicBezTo>
                <a:cubicBezTo>
                  <a:pt x="1290020" y="979564"/>
                  <a:pt x="1276426" y="993158"/>
                  <a:pt x="1259656" y="993158"/>
                </a:cubicBezTo>
                <a:cubicBezTo>
                  <a:pt x="1242887" y="993158"/>
                  <a:pt x="1229293" y="979564"/>
                  <a:pt x="1229293" y="962795"/>
                </a:cubicBezTo>
                <a:cubicBezTo>
                  <a:pt x="1229293" y="946025"/>
                  <a:pt x="1242887" y="932431"/>
                  <a:pt x="1259656" y="932431"/>
                </a:cubicBezTo>
                <a:close/>
                <a:moveTo>
                  <a:pt x="1187102" y="932431"/>
                </a:moveTo>
                <a:cubicBezTo>
                  <a:pt x="1203871" y="932431"/>
                  <a:pt x="1217465" y="946025"/>
                  <a:pt x="1217465" y="962795"/>
                </a:cubicBezTo>
                <a:cubicBezTo>
                  <a:pt x="1217465" y="979564"/>
                  <a:pt x="1203871" y="993158"/>
                  <a:pt x="1187102" y="993158"/>
                </a:cubicBezTo>
                <a:cubicBezTo>
                  <a:pt x="1170332" y="993158"/>
                  <a:pt x="1156738" y="979564"/>
                  <a:pt x="1156738" y="962795"/>
                </a:cubicBezTo>
                <a:cubicBezTo>
                  <a:pt x="1156738" y="946025"/>
                  <a:pt x="1170332" y="932431"/>
                  <a:pt x="1187102" y="932431"/>
                </a:cubicBezTo>
                <a:close/>
                <a:moveTo>
                  <a:pt x="1114547" y="932431"/>
                </a:moveTo>
                <a:cubicBezTo>
                  <a:pt x="1131317" y="932431"/>
                  <a:pt x="1144911" y="946025"/>
                  <a:pt x="1144911" y="962795"/>
                </a:cubicBezTo>
                <a:cubicBezTo>
                  <a:pt x="1144911" y="979564"/>
                  <a:pt x="1131317" y="993158"/>
                  <a:pt x="1114547" y="993158"/>
                </a:cubicBezTo>
                <a:cubicBezTo>
                  <a:pt x="1097778" y="993158"/>
                  <a:pt x="1084184" y="979564"/>
                  <a:pt x="1084184" y="962795"/>
                </a:cubicBezTo>
                <a:cubicBezTo>
                  <a:pt x="1084184" y="946025"/>
                  <a:pt x="1097778" y="932431"/>
                  <a:pt x="1114547" y="932431"/>
                </a:cubicBezTo>
                <a:close/>
                <a:moveTo>
                  <a:pt x="1041993" y="932431"/>
                </a:moveTo>
                <a:cubicBezTo>
                  <a:pt x="1058762" y="932431"/>
                  <a:pt x="1072356" y="946025"/>
                  <a:pt x="1072356" y="962795"/>
                </a:cubicBezTo>
                <a:cubicBezTo>
                  <a:pt x="1072356" y="979564"/>
                  <a:pt x="1058762" y="993158"/>
                  <a:pt x="1041993" y="993158"/>
                </a:cubicBezTo>
                <a:cubicBezTo>
                  <a:pt x="1025223" y="993158"/>
                  <a:pt x="1011629" y="979564"/>
                  <a:pt x="1011629" y="962795"/>
                </a:cubicBezTo>
                <a:cubicBezTo>
                  <a:pt x="1011629" y="946025"/>
                  <a:pt x="1025223" y="932431"/>
                  <a:pt x="1041993" y="932431"/>
                </a:cubicBezTo>
                <a:close/>
                <a:moveTo>
                  <a:pt x="969438" y="932431"/>
                </a:moveTo>
                <a:cubicBezTo>
                  <a:pt x="986208" y="932431"/>
                  <a:pt x="999801" y="946025"/>
                  <a:pt x="999801" y="962795"/>
                </a:cubicBezTo>
                <a:cubicBezTo>
                  <a:pt x="999801" y="979564"/>
                  <a:pt x="986208" y="993158"/>
                  <a:pt x="969438" y="993158"/>
                </a:cubicBezTo>
                <a:cubicBezTo>
                  <a:pt x="952669" y="993158"/>
                  <a:pt x="939075" y="979564"/>
                  <a:pt x="939075" y="962795"/>
                </a:cubicBezTo>
                <a:cubicBezTo>
                  <a:pt x="939075" y="946025"/>
                  <a:pt x="952669" y="932431"/>
                  <a:pt x="969438" y="932431"/>
                </a:cubicBezTo>
                <a:close/>
                <a:moveTo>
                  <a:pt x="896883" y="932431"/>
                </a:moveTo>
                <a:cubicBezTo>
                  <a:pt x="913653" y="932431"/>
                  <a:pt x="927247" y="946025"/>
                  <a:pt x="927247" y="962795"/>
                </a:cubicBezTo>
                <a:cubicBezTo>
                  <a:pt x="927247" y="979564"/>
                  <a:pt x="913653" y="993158"/>
                  <a:pt x="896883" y="993158"/>
                </a:cubicBezTo>
                <a:cubicBezTo>
                  <a:pt x="880114" y="993158"/>
                  <a:pt x="866520" y="979564"/>
                  <a:pt x="866520" y="962795"/>
                </a:cubicBezTo>
                <a:cubicBezTo>
                  <a:pt x="866520" y="946025"/>
                  <a:pt x="880114" y="932431"/>
                  <a:pt x="896883" y="932431"/>
                </a:cubicBezTo>
                <a:close/>
                <a:moveTo>
                  <a:pt x="824329" y="932431"/>
                </a:moveTo>
                <a:cubicBezTo>
                  <a:pt x="841098" y="932431"/>
                  <a:pt x="854692" y="946025"/>
                  <a:pt x="854692" y="962795"/>
                </a:cubicBezTo>
                <a:cubicBezTo>
                  <a:pt x="854692" y="979564"/>
                  <a:pt x="841098" y="993158"/>
                  <a:pt x="824329" y="993158"/>
                </a:cubicBezTo>
                <a:cubicBezTo>
                  <a:pt x="807559" y="993158"/>
                  <a:pt x="793965" y="979564"/>
                  <a:pt x="793965" y="962795"/>
                </a:cubicBezTo>
                <a:cubicBezTo>
                  <a:pt x="793965" y="946025"/>
                  <a:pt x="807559" y="932431"/>
                  <a:pt x="824329" y="932431"/>
                </a:cubicBezTo>
                <a:close/>
                <a:moveTo>
                  <a:pt x="751774" y="932431"/>
                </a:moveTo>
                <a:cubicBezTo>
                  <a:pt x="768544" y="932431"/>
                  <a:pt x="782138" y="946025"/>
                  <a:pt x="782138" y="962795"/>
                </a:cubicBezTo>
                <a:cubicBezTo>
                  <a:pt x="782138" y="979564"/>
                  <a:pt x="768544" y="993158"/>
                  <a:pt x="751774" y="993158"/>
                </a:cubicBezTo>
                <a:cubicBezTo>
                  <a:pt x="735005" y="993158"/>
                  <a:pt x="721411" y="979564"/>
                  <a:pt x="721411" y="962795"/>
                </a:cubicBezTo>
                <a:cubicBezTo>
                  <a:pt x="721411" y="946025"/>
                  <a:pt x="735005" y="932431"/>
                  <a:pt x="751774" y="932431"/>
                </a:cubicBezTo>
                <a:close/>
                <a:moveTo>
                  <a:pt x="679220" y="932431"/>
                </a:moveTo>
                <a:cubicBezTo>
                  <a:pt x="695989" y="932431"/>
                  <a:pt x="709583" y="946025"/>
                  <a:pt x="709583" y="962795"/>
                </a:cubicBezTo>
                <a:cubicBezTo>
                  <a:pt x="709583" y="979564"/>
                  <a:pt x="695989" y="993158"/>
                  <a:pt x="679220" y="993158"/>
                </a:cubicBezTo>
                <a:cubicBezTo>
                  <a:pt x="662450" y="993158"/>
                  <a:pt x="648856" y="979564"/>
                  <a:pt x="648856" y="962795"/>
                </a:cubicBezTo>
                <a:cubicBezTo>
                  <a:pt x="648856" y="946025"/>
                  <a:pt x="662450" y="932431"/>
                  <a:pt x="679220" y="932431"/>
                </a:cubicBezTo>
                <a:close/>
                <a:moveTo>
                  <a:pt x="606665" y="932431"/>
                </a:moveTo>
                <a:cubicBezTo>
                  <a:pt x="623435" y="932431"/>
                  <a:pt x="637029" y="946025"/>
                  <a:pt x="637029" y="962795"/>
                </a:cubicBezTo>
                <a:cubicBezTo>
                  <a:pt x="637029" y="979564"/>
                  <a:pt x="623435" y="993158"/>
                  <a:pt x="606665" y="993158"/>
                </a:cubicBezTo>
                <a:cubicBezTo>
                  <a:pt x="589896" y="993158"/>
                  <a:pt x="576302" y="979564"/>
                  <a:pt x="576302" y="962795"/>
                </a:cubicBezTo>
                <a:cubicBezTo>
                  <a:pt x="576302" y="946025"/>
                  <a:pt x="589896" y="932431"/>
                  <a:pt x="606665" y="932431"/>
                </a:cubicBezTo>
                <a:close/>
                <a:moveTo>
                  <a:pt x="534111" y="932431"/>
                </a:moveTo>
                <a:cubicBezTo>
                  <a:pt x="550880" y="932431"/>
                  <a:pt x="564474" y="946025"/>
                  <a:pt x="564474" y="962795"/>
                </a:cubicBezTo>
                <a:cubicBezTo>
                  <a:pt x="564474" y="979564"/>
                  <a:pt x="550880" y="993158"/>
                  <a:pt x="534111" y="993158"/>
                </a:cubicBezTo>
                <a:cubicBezTo>
                  <a:pt x="517341" y="993158"/>
                  <a:pt x="503747" y="979564"/>
                  <a:pt x="503747" y="962795"/>
                </a:cubicBezTo>
                <a:cubicBezTo>
                  <a:pt x="503747" y="946025"/>
                  <a:pt x="517341" y="932431"/>
                  <a:pt x="534111" y="932431"/>
                </a:cubicBezTo>
                <a:close/>
                <a:moveTo>
                  <a:pt x="461556" y="932431"/>
                </a:moveTo>
                <a:cubicBezTo>
                  <a:pt x="478326" y="932431"/>
                  <a:pt x="491920" y="946025"/>
                  <a:pt x="491920" y="962795"/>
                </a:cubicBezTo>
                <a:cubicBezTo>
                  <a:pt x="491920" y="979564"/>
                  <a:pt x="478326" y="993158"/>
                  <a:pt x="461556" y="993158"/>
                </a:cubicBezTo>
                <a:cubicBezTo>
                  <a:pt x="444787" y="993158"/>
                  <a:pt x="431192" y="979564"/>
                  <a:pt x="431192" y="962795"/>
                </a:cubicBezTo>
                <a:cubicBezTo>
                  <a:pt x="431192" y="946025"/>
                  <a:pt x="444787" y="932431"/>
                  <a:pt x="461556" y="932431"/>
                </a:cubicBezTo>
                <a:close/>
                <a:moveTo>
                  <a:pt x="389002" y="932431"/>
                </a:moveTo>
                <a:cubicBezTo>
                  <a:pt x="405771" y="932431"/>
                  <a:pt x="419365" y="946025"/>
                  <a:pt x="419365" y="962795"/>
                </a:cubicBezTo>
                <a:cubicBezTo>
                  <a:pt x="419365" y="979564"/>
                  <a:pt x="405771" y="993158"/>
                  <a:pt x="389002" y="993158"/>
                </a:cubicBezTo>
                <a:cubicBezTo>
                  <a:pt x="372232" y="993158"/>
                  <a:pt x="358638" y="979564"/>
                  <a:pt x="358638" y="962795"/>
                </a:cubicBezTo>
                <a:cubicBezTo>
                  <a:pt x="358638" y="946025"/>
                  <a:pt x="372232" y="932431"/>
                  <a:pt x="389002" y="932431"/>
                </a:cubicBezTo>
                <a:close/>
                <a:moveTo>
                  <a:pt x="316447" y="932431"/>
                </a:moveTo>
                <a:cubicBezTo>
                  <a:pt x="333216" y="932431"/>
                  <a:pt x="346810" y="946025"/>
                  <a:pt x="346810" y="962795"/>
                </a:cubicBezTo>
                <a:cubicBezTo>
                  <a:pt x="346810" y="979564"/>
                  <a:pt x="333216" y="993158"/>
                  <a:pt x="316447" y="993158"/>
                </a:cubicBezTo>
                <a:cubicBezTo>
                  <a:pt x="299677" y="993158"/>
                  <a:pt x="286084" y="979564"/>
                  <a:pt x="286084" y="962795"/>
                </a:cubicBezTo>
                <a:cubicBezTo>
                  <a:pt x="286084" y="946025"/>
                  <a:pt x="299677" y="932431"/>
                  <a:pt x="316447" y="932431"/>
                </a:cubicBezTo>
                <a:close/>
                <a:moveTo>
                  <a:pt x="243892" y="932431"/>
                </a:moveTo>
                <a:cubicBezTo>
                  <a:pt x="260662" y="932431"/>
                  <a:pt x="274256" y="946025"/>
                  <a:pt x="274256" y="962795"/>
                </a:cubicBezTo>
                <a:cubicBezTo>
                  <a:pt x="274256" y="979564"/>
                  <a:pt x="260662" y="993158"/>
                  <a:pt x="243892" y="993158"/>
                </a:cubicBezTo>
                <a:cubicBezTo>
                  <a:pt x="227123" y="993158"/>
                  <a:pt x="213529" y="979564"/>
                  <a:pt x="213529" y="962795"/>
                </a:cubicBezTo>
                <a:cubicBezTo>
                  <a:pt x="213529" y="946025"/>
                  <a:pt x="227123" y="932431"/>
                  <a:pt x="243892" y="932431"/>
                </a:cubicBezTo>
                <a:close/>
                <a:moveTo>
                  <a:pt x="171339" y="932431"/>
                </a:moveTo>
                <a:cubicBezTo>
                  <a:pt x="188107" y="932431"/>
                  <a:pt x="201701" y="946025"/>
                  <a:pt x="201701" y="962795"/>
                </a:cubicBezTo>
                <a:cubicBezTo>
                  <a:pt x="201701" y="979564"/>
                  <a:pt x="188107" y="993158"/>
                  <a:pt x="171339" y="993158"/>
                </a:cubicBezTo>
                <a:cubicBezTo>
                  <a:pt x="154645" y="993158"/>
                  <a:pt x="141051" y="979564"/>
                  <a:pt x="141051" y="962795"/>
                </a:cubicBezTo>
                <a:cubicBezTo>
                  <a:pt x="141051" y="946025"/>
                  <a:pt x="154645" y="932431"/>
                  <a:pt x="171339" y="932431"/>
                </a:cubicBezTo>
                <a:close/>
                <a:moveTo>
                  <a:pt x="98870" y="932431"/>
                </a:moveTo>
                <a:cubicBezTo>
                  <a:pt x="115634" y="932431"/>
                  <a:pt x="129228" y="946025"/>
                  <a:pt x="129228" y="962795"/>
                </a:cubicBezTo>
                <a:cubicBezTo>
                  <a:pt x="129228" y="979564"/>
                  <a:pt x="115634" y="993158"/>
                  <a:pt x="98870" y="993158"/>
                </a:cubicBezTo>
                <a:cubicBezTo>
                  <a:pt x="82099" y="993158"/>
                  <a:pt x="68505" y="979564"/>
                  <a:pt x="68505" y="962795"/>
                </a:cubicBezTo>
                <a:cubicBezTo>
                  <a:pt x="68505" y="946025"/>
                  <a:pt x="82099" y="932431"/>
                  <a:pt x="98870" y="932431"/>
                </a:cubicBezTo>
                <a:close/>
                <a:moveTo>
                  <a:pt x="26316" y="932431"/>
                </a:moveTo>
                <a:cubicBezTo>
                  <a:pt x="43081" y="932431"/>
                  <a:pt x="56676" y="946025"/>
                  <a:pt x="56676" y="962795"/>
                </a:cubicBezTo>
                <a:cubicBezTo>
                  <a:pt x="56676" y="979564"/>
                  <a:pt x="43081" y="993158"/>
                  <a:pt x="26316" y="993158"/>
                </a:cubicBezTo>
                <a:cubicBezTo>
                  <a:pt x="17931" y="993158"/>
                  <a:pt x="10340" y="989760"/>
                  <a:pt x="4845" y="984265"/>
                </a:cubicBezTo>
                <a:lnTo>
                  <a:pt x="0" y="972570"/>
                </a:lnTo>
                <a:lnTo>
                  <a:pt x="0" y="953020"/>
                </a:lnTo>
                <a:lnTo>
                  <a:pt x="4845" y="941324"/>
                </a:lnTo>
                <a:cubicBezTo>
                  <a:pt x="10340" y="935830"/>
                  <a:pt x="17931" y="932431"/>
                  <a:pt x="26316" y="932431"/>
                </a:cubicBezTo>
                <a:close/>
                <a:moveTo>
                  <a:pt x="1612513" y="853981"/>
                </a:moveTo>
                <a:lnTo>
                  <a:pt x="1607766" y="872445"/>
                </a:lnTo>
                <a:lnTo>
                  <a:pt x="1598477" y="897823"/>
                </a:lnTo>
                <a:lnTo>
                  <a:pt x="1592066" y="882343"/>
                </a:lnTo>
                <a:cubicBezTo>
                  <a:pt x="1592066" y="869766"/>
                  <a:pt x="1599712" y="858975"/>
                  <a:pt x="1610610" y="854366"/>
                </a:cubicBezTo>
                <a:close/>
                <a:moveTo>
                  <a:pt x="1549874" y="851979"/>
                </a:moveTo>
                <a:cubicBezTo>
                  <a:pt x="1566644" y="851979"/>
                  <a:pt x="1580238" y="865573"/>
                  <a:pt x="1580238" y="882343"/>
                </a:cubicBezTo>
                <a:cubicBezTo>
                  <a:pt x="1580238" y="899112"/>
                  <a:pt x="1566644" y="912706"/>
                  <a:pt x="1549874" y="912706"/>
                </a:cubicBezTo>
                <a:cubicBezTo>
                  <a:pt x="1533105" y="912706"/>
                  <a:pt x="1519511" y="899112"/>
                  <a:pt x="1519511" y="882343"/>
                </a:cubicBezTo>
                <a:cubicBezTo>
                  <a:pt x="1519511" y="865573"/>
                  <a:pt x="1533105" y="851979"/>
                  <a:pt x="1549874" y="851979"/>
                </a:cubicBezTo>
                <a:close/>
                <a:moveTo>
                  <a:pt x="1477320" y="851979"/>
                </a:moveTo>
                <a:cubicBezTo>
                  <a:pt x="1494089" y="851979"/>
                  <a:pt x="1507683" y="865573"/>
                  <a:pt x="1507683" y="882343"/>
                </a:cubicBezTo>
                <a:cubicBezTo>
                  <a:pt x="1507683" y="899112"/>
                  <a:pt x="1494089" y="912706"/>
                  <a:pt x="1477320" y="912706"/>
                </a:cubicBezTo>
                <a:cubicBezTo>
                  <a:pt x="1460550" y="912706"/>
                  <a:pt x="1446956" y="899112"/>
                  <a:pt x="1446956" y="882343"/>
                </a:cubicBezTo>
                <a:cubicBezTo>
                  <a:pt x="1446956" y="865573"/>
                  <a:pt x="1460550" y="851979"/>
                  <a:pt x="1477320" y="851979"/>
                </a:cubicBezTo>
                <a:close/>
                <a:moveTo>
                  <a:pt x="1404765" y="851979"/>
                </a:moveTo>
                <a:cubicBezTo>
                  <a:pt x="1421535" y="851979"/>
                  <a:pt x="1435129" y="865573"/>
                  <a:pt x="1435129" y="882343"/>
                </a:cubicBezTo>
                <a:cubicBezTo>
                  <a:pt x="1435129" y="899112"/>
                  <a:pt x="1421535" y="912706"/>
                  <a:pt x="1404765" y="912706"/>
                </a:cubicBezTo>
                <a:cubicBezTo>
                  <a:pt x="1387996" y="912706"/>
                  <a:pt x="1374402" y="899112"/>
                  <a:pt x="1374402" y="882343"/>
                </a:cubicBezTo>
                <a:cubicBezTo>
                  <a:pt x="1374402" y="865573"/>
                  <a:pt x="1387996" y="851979"/>
                  <a:pt x="1404765" y="851979"/>
                </a:cubicBezTo>
                <a:close/>
                <a:moveTo>
                  <a:pt x="1332211" y="851979"/>
                </a:moveTo>
                <a:cubicBezTo>
                  <a:pt x="1348980" y="851979"/>
                  <a:pt x="1362574" y="865573"/>
                  <a:pt x="1362574" y="882343"/>
                </a:cubicBezTo>
                <a:cubicBezTo>
                  <a:pt x="1362574" y="899112"/>
                  <a:pt x="1348980" y="912706"/>
                  <a:pt x="1332211" y="912706"/>
                </a:cubicBezTo>
                <a:cubicBezTo>
                  <a:pt x="1315441" y="912706"/>
                  <a:pt x="1301847" y="899112"/>
                  <a:pt x="1301847" y="882343"/>
                </a:cubicBezTo>
                <a:cubicBezTo>
                  <a:pt x="1301847" y="865573"/>
                  <a:pt x="1315441" y="851979"/>
                  <a:pt x="1332211" y="851979"/>
                </a:cubicBezTo>
                <a:close/>
                <a:moveTo>
                  <a:pt x="1259656" y="851979"/>
                </a:moveTo>
                <a:cubicBezTo>
                  <a:pt x="1276426" y="851979"/>
                  <a:pt x="1290020" y="865573"/>
                  <a:pt x="1290020" y="882343"/>
                </a:cubicBezTo>
                <a:cubicBezTo>
                  <a:pt x="1290020" y="899112"/>
                  <a:pt x="1276426" y="912706"/>
                  <a:pt x="1259656" y="912706"/>
                </a:cubicBezTo>
                <a:cubicBezTo>
                  <a:pt x="1242887" y="912706"/>
                  <a:pt x="1229293" y="899112"/>
                  <a:pt x="1229293" y="882343"/>
                </a:cubicBezTo>
                <a:cubicBezTo>
                  <a:pt x="1229293" y="865573"/>
                  <a:pt x="1242887" y="851979"/>
                  <a:pt x="1259656" y="851979"/>
                </a:cubicBezTo>
                <a:close/>
                <a:moveTo>
                  <a:pt x="1187102" y="851979"/>
                </a:moveTo>
                <a:cubicBezTo>
                  <a:pt x="1203871" y="851979"/>
                  <a:pt x="1217465" y="865573"/>
                  <a:pt x="1217465" y="882343"/>
                </a:cubicBezTo>
                <a:cubicBezTo>
                  <a:pt x="1217465" y="899112"/>
                  <a:pt x="1203871" y="912706"/>
                  <a:pt x="1187102" y="912706"/>
                </a:cubicBezTo>
                <a:cubicBezTo>
                  <a:pt x="1170332" y="912706"/>
                  <a:pt x="1156738" y="899112"/>
                  <a:pt x="1156738" y="882343"/>
                </a:cubicBezTo>
                <a:cubicBezTo>
                  <a:pt x="1156738" y="865573"/>
                  <a:pt x="1170332" y="851979"/>
                  <a:pt x="1187102" y="851979"/>
                </a:cubicBezTo>
                <a:close/>
                <a:moveTo>
                  <a:pt x="1114547" y="851979"/>
                </a:moveTo>
                <a:cubicBezTo>
                  <a:pt x="1131317" y="851979"/>
                  <a:pt x="1144911" y="865573"/>
                  <a:pt x="1144911" y="882343"/>
                </a:cubicBezTo>
                <a:cubicBezTo>
                  <a:pt x="1144911" y="899112"/>
                  <a:pt x="1131317" y="912706"/>
                  <a:pt x="1114547" y="912706"/>
                </a:cubicBezTo>
                <a:cubicBezTo>
                  <a:pt x="1097778" y="912706"/>
                  <a:pt x="1084184" y="899112"/>
                  <a:pt x="1084184" y="882343"/>
                </a:cubicBezTo>
                <a:cubicBezTo>
                  <a:pt x="1084184" y="865573"/>
                  <a:pt x="1097778" y="851979"/>
                  <a:pt x="1114547" y="851979"/>
                </a:cubicBezTo>
                <a:close/>
                <a:moveTo>
                  <a:pt x="1041993" y="851979"/>
                </a:moveTo>
                <a:cubicBezTo>
                  <a:pt x="1058762" y="851979"/>
                  <a:pt x="1072356" y="865573"/>
                  <a:pt x="1072356" y="882343"/>
                </a:cubicBezTo>
                <a:cubicBezTo>
                  <a:pt x="1072356" y="899112"/>
                  <a:pt x="1058762" y="912706"/>
                  <a:pt x="1041993" y="912706"/>
                </a:cubicBezTo>
                <a:cubicBezTo>
                  <a:pt x="1025223" y="912706"/>
                  <a:pt x="1011629" y="899112"/>
                  <a:pt x="1011629" y="882343"/>
                </a:cubicBezTo>
                <a:cubicBezTo>
                  <a:pt x="1011629" y="865573"/>
                  <a:pt x="1025223" y="851979"/>
                  <a:pt x="1041993" y="851979"/>
                </a:cubicBezTo>
                <a:close/>
                <a:moveTo>
                  <a:pt x="969438" y="851979"/>
                </a:moveTo>
                <a:cubicBezTo>
                  <a:pt x="986208" y="851979"/>
                  <a:pt x="999801" y="865573"/>
                  <a:pt x="999801" y="882343"/>
                </a:cubicBezTo>
                <a:cubicBezTo>
                  <a:pt x="999801" y="899112"/>
                  <a:pt x="986208" y="912706"/>
                  <a:pt x="969438" y="912706"/>
                </a:cubicBezTo>
                <a:cubicBezTo>
                  <a:pt x="952669" y="912706"/>
                  <a:pt x="939075" y="899112"/>
                  <a:pt x="939075" y="882343"/>
                </a:cubicBezTo>
                <a:cubicBezTo>
                  <a:pt x="939075" y="865573"/>
                  <a:pt x="952669" y="851979"/>
                  <a:pt x="969438" y="851979"/>
                </a:cubicBezTo>
                <a:close/>
                <a:moveTo>
                  <a:pt x="896883" y="851979"/>
                </a:moveTo>
                <a:cubicBezTo>
                  <a:pt x="913653" y="851979"/>
                  <a:pt x="927247" y="865573"/>
                  <a:pt x="927247" y="882343"/>
                </a:cubicBezTo>
                <a:cubicBezTo>
                  <a:pt x="927247" y="899112"/>
                  <a:pt x="913653" y="912706"/>
                  <a:pt x="896883" y="912706"/>
                </a:cubicBezTo>
                <a:cubicBezTo>
                  <a:pt x="880114" y="912706"/>
                  <a:pt x="866520" y="899112"/>
                  <a:pt x="866520" y="882343"/>
                </a:cubicBezTo>
                <a:cubicBezTo>
                  <a:pt x="866520" y="865573"/>
                  <a:pt x="880114" y="851979"/>
                  <a:pt x="896883" y="851979"/>
                </a:cubicBezTo>
                <a:close/>
                <a:moveTo>
                  <a:pt x="824329" y="851979"/>
                </a:moveTo>
                <a:cubicBezTo>
                  <a:pt x="841098" y="851979"/>
                  <a:pt x="854692" y="865573"/>
                  <a:pt x="854692" y="882343"/>
                </a:cubicBezTo>
                <a:cubicBezTo>
                  <a:pt x="854692" y="899112"/>
                  <a:pt x="841098" y="912706"/>
                  <a:pt x="824329" y="912706"/>
                </a:cubicBezTo>
                <a:cubicBezTo>
                  <a:pt x="807559" y="912706"/>
                  <a:pt x="793965" y="899112"/>
                  <a:pt x="793965" y="882343"/>
                </a:cubicBezTo>
                <a:cubicBezTo>
                  <a:pt x="793965" y="865573"/>
                  <a:pt x="807559" y="851979"/>
                  <a:pt x="824329" y="851979"/>
                </a:cubicBezTo>
                <a:close/>
                <a:moveTo>
                  <a:pt x="751774" y="851979"/>
                </a:moveTo>
                <a:cubicBezTo>
                  <a:pt x="768544" y="851979"/>
                  <a:pt x="782138" y="865573"/>
                  <a:pt x="782138" y="882343"/>
                </a:cubicBezTo>
                <a:cubicBezTo>
                  <a:pt x="782138" y="899112"/>
                  <a:pt x="768544" y="912706"/>
                  <a:pt x="751774" y="912706"/>
                </a:cubicBezTo>
                <a:cubicBezTo>
                  <a:pt x="735005" y="912706"/>
                  <a:pt x="721411" y="899112"/>
                  <a:pt x="721411" y="882343"/>
                </a:cubicBezTo>
                <a:cubicBezTo>
                  <a:pt x="721411" y="865573"/>
                  <a:pt x="735005" y="851979"/>
                  <a:pt x="751774" y="851979"/>
                </a:cubicBezTo>
                <a:close/>
                <a:moveTo>
                  <a:pt x="679220" y="851979"/>
                </a:moveTo>
                <a:cubicBezTo>
                  <a:pt x="695989" y="851979"/>
                  <a:pt x="709583" y="865573"/>
                  <a:pt x="709583" y="882343"/>
                </a:cubicBezTo>
                <a:cubicBezTo>
                  <a:pt x="709583" y="899112"/>
                  <a:pt x="695989" y="912706"/>
                  <a:pt x="679220" y="912706"/>
                </a:cubicBezTo>
                <a:cubicBezTo>
                  <a:pt x="662450" y="912706"/>
                  <a:pt x="648856" y="899112"/>
                  <a:pt x="648856" y="882343"/>
                </a:cubicBezTo>
                <a:cubicBezTo>
                  <a:pt x="648856" y="865573"/>
                  <a:pt x="662450" y="851979"/>
                  <a:pt x="679220" y="851979"/>
                </a:cubicBezTo>
                <a:close/>
                <a:moveTo>
                  <a:pt x="606665" y="851979"/>
                </a:moveTo>
                <a:cubicBezTo>
                  <a:pt x="623435" y="851979"/>
                  <a:pt x="637029" y="865573"/>
                  <a:pt x="637029" y="882343"/>
                </a:cubicBezTo>
                <a:cubicBezTo>
                  <a:pt x="637029" y="899112"/>
                  <a:pt x="623435" y="912706"/>
                  <a:pt x="606665" y="912706"/>
                </a:cubicBezTo>
                <a:cubicBezTo>
                  <a:pt x="589896" y="912706"/>
                  <a:pt x="576302" y="899112"/>
                  <a:pt x="576302" y="882343"/>
                </a:cubicBezTo>
                <a:cubicBezTo>
                  <a:pt x="576302" y="865573"/>
                  <a:pt x="589896" y="851979"/>
                  <a:pt x="606665" y="851979"/>
                </a:cubicBezTo>
                <a:close/>
                <a:moveTo>
                  <a:pt x="534111" y="851979"/>
                </a:moveTo>
                <a:cubicBezTo>
                  <a:pt x="550880" y="851979"/>
                  <a:pt x="564474" y="865573"/>
                  <a:pt x="564474" y="882343"/>
                </a:cubicBezTo>
                <a:cubicBezTo>
                  <a:pt x="564474" y="899112"/>
                  <a:pt x="550880" y="912706"/>
                  <a:pt x="534111" y="912706"/>
                </a:cubicBezTo>
                <a:cubicBezTo>
                  <a:pt x="517341" y="912706"/>
                  <a:pt x="503747" y="899112"/>
                  <a:pt x="503747" y="882343"/>
                </a:cubicBezTo>
                <a:cubicBezTo>
                  <a:pt x="503747" y="865573"/>
                  <a:pt x="517341" y="851979"/>
                  <a:pt x="534111" y="851979"/>
                </a:cubicBezTo>
                <a:close/>
                <a:moveTo>
                  <a:pt x="461556" y="851979"/>
                </a:moveTo>
                <a:cubicBezTo>
                  <a:pt x="478326" y="851979"/>
                  <a:pt x="491920" y="865573"/>
                  <a:pt x="491920" y="882343"/>
                </a:cubicBezTo>
                <a:cubicBezTo>
                  <a:pt x="491920" y="899112"/>
                  <a:pt x="478326" y="912706"/>
                  <a:pt x="461556" y="912706"/>
                </a:cubicBezTo>
                <a:cubicBezTo>
                  <a:pt x="444787" y="912706"/>
                  <a:pt x="431192" y="899112"/>
                  <a:pt x="431192" y="882343"/>
                </a:cubicBezTo>
                <a:cubicBezTo>
                  <a:pt x="431192" y="865573"/>
                  <a:pt x="444787" y="851979"/>
                  <a:pt x="461556" y="851979"/>
                </a:cubicBezTo>
                <a:close/>
                <a:moveTo>
                  <a:pt x="389002" y="851979"/>
                </a:moveTo>
                <a:cubicBezTo>
                  <a:pt x="405771" y="851979"/>
                  <a:pt x="419365" y="865573"/>
                  <a:pt x="419365" y="882343"/>
                </a:cubicBezTo>
                <a:cubicBezTo>
                  <a:pt x="419365" y="899112"/>
                  <a:pt x="405771" y="912706"/>
                  <a:pt x="389002" y="912706"/>
                </a:cubicBezTo>
                <a:cubicBezTo>
                  <a:pt x="372232" y="912706"/>
                  <a:pt x="358638" y="899112"/>
                  <a:pt x="358638" y="882343"/>
                </a:cubicBezTo>
                <a:cubicBezTo>
                  <a:pt x="358638" y="865573"/>
                  <a:pt x="372232" y="851979"/>
                  <a:pt x="389002" y="851979"/>
                </a:cubicBezTo>
                <a:close/>
                <a:moveTo>
                  <a:pt x="316447" y="851979"/>
                </a:moveTo>
                <a:cubicBezTo>
                  <a:pt x="333216" y="851979"/>
                  <a:pt x="346810" y="865573"/>
                  <a:pt x="346810" y="882343"/>
                </a:cubicBezTo>
                <a:cubicBezTo>
                  <a:pt x="346810" y="899112"/>
                  <a:pt x="333216" y="912706"/>
                  <a:pt x="316447" y="912706"/>
                </a:cubicBezTo>
                <a:cubicBezTo>
                  <a:pt x="299677" y="912706"/>
                  <a:pt x="286084" y="899112"/>
                  <a:pt x="286084" y="882343"/>
                </a:cubicBezTo>
                <a:cubicBezTo>
                  <a:pt x="286084" y="865573"/>
                  <a:pt x="299677" y="851979"/>
                  <a:pt x="316447" y="851979"/>
                </a:cubicBezTo>
                <a:close/>
                <a:moveTo>
                  <a:pt x="243892" y="851979"/>
                </a:moveTo>
                <a:cubicBezTo>
                  <a:pt x="260662" y="851979"/>
                  <a:pt x="274256" y="865573"/>
                  <a:pt x="274256" y="882343"/>
                </a:cubicBezTo>
                <a:cubicBezTo>
                  <a:pt x="274256" y="899112"/>
                  <a:pt x="260662" y="912706"/>
                  <a:pt x="243892" y="912706"/>
                </a:cubicBezTo>
                <a:cubicBezTo>
                  <a:pt x="227123" y="912706"/>
                  <a:pt x="213529" y="899112"/>
                  <a:pt x="213529" y="882343"/>
                </a:cubicBezTo>
                <a:cubicBezTo>
                  <a:pt x="213529" y="865573"/>
                  <a:pt x="227123" y="851979"/>
                  <a:pt x="243892" y="851979"/>
                </a:cubicBezTo>
                <a:close/>
                <a:moveTo>
                  <a:pt x="171339" y="851979"/>
                </a:moveTo>
                <a:cubicBezTo>
                  <a:pt x="188107" y="851979"/>
                  <a:pt x="201701" y="865573"/>
                  <a:pt x="201701" y="882343"/>
                </a:cubicBezTo>
                <a:cubicBezTo>
                  <a:pt x="201701" y="899112"/>
                  <a:pt x="188107" y="912706"/>
                  <a:pt x="171339" y="912706"/>
                </a:cubicBezTo>
                <a:cubicBezTo>
                  <a:pt x="154651" y="912706"/>
                  <a:pt x="141056" y="899112"/>
                  <a:pt x="141056" y="882343"/>
                </a:cubicBezTo>
                <a:cubicBezTo>
                  <a:pt x="141056" y="865573"/>
                  <a:pt x="154651" y="851979"/>
                  <a:pt x="171339" y="851979"/>
                </a:cubicBezTo>
                <a:close/>
                <a:moveTo>
                  <a:pt x="98877" y="851979"/>
                </a:moveTo>
                <a:cubicBezTo>
                  <a:pt x="115640" y="851979"/>
                  <a:pt x="129234" y="865573"/>
                  <a:pt x="129234" y="882343"/>
                </a:cubicBezTo>
                <a:cubicBezTo>
                  <a:pt x="129234" y="899112"/>
                  <a:pt x="115640" y="912706"/>
                  <a:pt x="98877" y="912706"/>
                </a:cubicBezTo>
                <a:cubicBezTo>
                  <a:pt x="82106" y="912706"/>
                  <a:pt x="68511" y="899112"/>
                  <a:pt x="68511" y="882343"/>
                </a:cubicBezTo>
                <a:cubicBezTo>
                  <a:pt x="68511" y="865573"/>
                  <a:pt x="82106" y="851979"/>
                  <a:pt x="98877" y="851979"/>
                </a:cubicBezTo>
                <a:close/>
                <a:moveTo>
                  <a:pt x="26322" y="851979"/>
                </a:moveTo>
                <a:cubicBezTo>
                  <a:pt x="43087" y="851979"/>
                  <a:pt x="56682" y="865573"/>
                  <a:pt x="56682" y="882343"/>
                </a:cubicBezTo>
                <a:cubicBezTo>
                  <a:pt x="56682" y="899112"/>
                  <a:pt x="43087" y="912706"/>
                  <a:pt x="26322" y="912706"/>
                </a:cubicBezTo>
                <a:cubicBezTo>
                  <a:pt x="17937" y="912706"/>
                  <a:pt x="10346" y="909308"/>
                  <a:pt x="4851" y="903813"/>
                </a:cubicBezTo>
                <a:lnTo>
                  <a:pt x="0" y="892101"/>
                </a:lnTo>
                <a:lnTo>
                  <a:pt x="0" y="872585"/>
                </a:lnTo>
                <a:lnTo>
                  <a:pt x="4851" y="860872"/>
                </a:lnTo>
                <a:cubicBezTo>
                  <a:pt x="10346" y="855378"/>
                  <a:pt x="17937" y="851979"/>
                  <a:pt x="26322" y="851979"/>
                </a:cubicBezTo>
                <a:close/>
                <a:moveTo>
                  <a:pt x="1622429" y="771528"/>
                </a:moveTo>
                <a:lnTo>
                  <a:pt x="1633158" y="773694"/>
                </a:lnTo>
                <a:lnTo>
                  <a:pt x="1618313" y="831424"/>
                </a:lnTo>
                <a:lnTo>
                  <a:pt x="1610610" y="829868"/>
                </a:lnTo>
                <a:cubicBezTo>
                  <a:pt x="1599712" y="825259"/>
                  <a:pt x="1592066" y="814469"/>
                  <a:pt x="1592066" y="801891"/>
                </a:cubicBezTo>
                <a:cubicBezTo>
                  <a:pt x="1592066" y="785122"/>
                  <a:pt x="1605659" y="771528"/>
                  <a:pt x="1622429" y="771528"/>
                </a:cubicBezTo>
                <a:close/>
                <a:moveTo>
                  <a:pt x="1549874" y="771528"/>
                </a:moveTo>
                <a:cubicBezTo>
                  <a:pt x="1566644" y="771528"/>
                  <a:pt x="1580238" y="785122"/>
                  <a:pt x="1580238" y="801891"/>
                </a:cubicBezTo>
                <a:cubicBezTo>
                  <a:pt x="1580238" y="818661"/>
                  <a:pt x="1566644" y="832255"/>
                  <a:pt x="1549874" y="832255"/>
                </a:cubicBezTo>
                <a:cubicBezTo>
                  <a:pt x="1533105" y="832255"/>
                  <a:pt x="1519511" y="818661"/>
                  <a:pt x="1519511" y="801891"/>
                </a:cubicBezTo>
                <a:cubicBezTo>
                  <a:pt x="1519511" y="785122"/>
                  <a:pt x="1533105" y="771528"/>
                  <a:pt x="1549874" y="771528"/>
                </a:cubicBezTo>
                <a:close/>
                <a:moveTo>
                  <a:pt x="1477320" y="771528"/>
                </a:moveTo>
                <a:cubicBezTo>
                  <a:pt x="1494089" y="771528"/>
                  <a:pt x="1507683" y="785122"/>
                  <a:pt x="1507683" y="801891"/>
                </a:cubicBezTo>
                <a:cubicBezTo>
                  <a:pt x="1507683" y="818661"/>
                  <a:pt x="1494089" y="832255"/>
                  <a:pt x="1477320" y="832255"/>
                </a:cubicBezTo>
                <a:cubicBezTo>
                  <a:pt x="1460550" y="832255"/>
                  <a:pt x="1446956" y="818661"/>
                  <a:pt x="1446956" y="801891"/>
                </a:cubicBezTo>
                <a:cubicBezTo>
                  <a:pt x="1446956" y="785122"/>
                  <a:pt x="1460550" y="771528"/>
                  <a:pt x="1477320" y="771528"/>
                </a:cubicBezTo>
                <a:close/>
                <a:moveTo>
                  <a:pt x="1404765" y="771528"/>
                </a:moveTo>
                <a:cubicBezTo>
                  <a:pt x="1421535" y="771528"/>
                  <a:pt x="1435129" y="785122"/>
                  <a:pt x="1435129" y="801891"/>
                </a:cubicBezTo>
                <a:cubicBezTo>
                  <a:pt x="1435129" y="818661"/>
                  <a:pt x="1421535" y="832255"/>
                  <a:pt x="1404765" y="832255"/>
                </a:cubicBezTo>
                <a:cubicBezTo>
                  <a:pt x="1387996" y="832255"/>
                  <a:pt x="1374402" y="818661"/>
                  <a:pt x="1374402" y="801891"/>
                </a:cubicBezTo>
                <a:cubicBezTo>
                  <a:pt x="1374402" y="785122"/>
                  <a:pt x="1387996" y="771528"/>
                  <a:pt x="1404765" y="771528"/>
                </a:cubicBezTo>
                <a:close/>
                <a:moveTo>
                  <a:pt x="1332211" y="771528"/>
                </a:moveTo>
                <a:cubicBezTo>
                  <a:pt x="1348980" y="771528"/>
                  <a:pt x="1362574" y="785122"/>
                  <a:pt x="1362574" y="801891"/>
                </a:cubicBezTo>
                <a:cubicBezTo>
                  <a:pt x="1362574" y="818661"/>
                  <a:pt x="1348980" y="832255"/>
                  <a:pt x="1332211" y="832255"/>
                </a:cubicBezTo>
                <a:cubicBezTo>
                  <a:pt x="1315441" y="832255"/>
                  <a:pt x="1301847" y="818661"/>
                  <a:pt x="1301847" y="801891"/>
                </a:cubicBezTo>
                <a:cubicBezTo>
                  <a:pt x="1301847" y="785122"/>
                  <a:pt x="1315441" y="771528"/>
                  <a:pt x="1332211" y="771528"/>
                </a:cubicBezTo>
                <a:close/>
                <a:moveTo>
                  <a:pt x="1259656" y="771528"/>
                </a:moveTo>
                <a:cubicBezTo>
                  <a:pt x="1276426" y="771528"/>
                  <a:pt x="1290020" y="785122"/>
                  <a:pt x="1290020" y="801891"/>
                </a:cubicBezTo>
                <a:cubicBezTo>
                  <a:pt x="1290020" y="818661"/>
                  <a:pt x="1276426" y="832255"/>
                  <a:pt x="1259656" y="832255"/>
                </a:cubicBezTo>
                <a:cubicBezTo>
                  <a:pt x="1242887" y="832255"/>
                  <a:pt x="1229293" y="818661"/>
                  <a:pt x="1229293" y="801891"/>
                </a:cubicBezTo>
                <a:cubicBezTo>
                  <a:pt x="1229293" y="785122"/>
                  <a:pt x="1242887" y="771528"/>
                  <a:pt x="1259656" y="771528"/>
                </a:cubicBezTo>
                <a:close/>
                <a:moveTo>
                  <a:pt x="1187102" y="771528"/>
                </a:moveTo>
                <a:cubicBezTo>
                  <a:pt x="1203871" y="771528"/>
                  <a:pt x="1217465" y="785122"/>
                  <a:pt x="1217465" y="801891"/>
                </a:cubicBezTo>
                <a:cubicBezTo>
                  <a:pt x="1217465" y="818661"/>
                  <a:pt x="1203871" y="832255"/>
                  <a:pt x="1187102" y="832255"/>
                </a:cubicBezTo>
                <a:cubicBezTo>
                  <a:pt x="1170332" y="832255"/>
                  <a:pt x="1156738" y="818661"/>
                  <a:pt x="1156738" y="801891"/>
                </a:cubicBezTo>
                <a:cubicBezTo>
                  <a:pt x="1156738" y="785122"/>
                  <a:pt x="1170332" y="771528"/>
                  <a:pt x="1187102" y="771528"/>
                </a:cubicBezTo>
                <a:close/>
                <a:moveTo>
                  <a:pt x="1114547" y="771528"/>
                </a:moveTo>
                <a:cubicBezTo>
                  <a:pt x="1131317" y="771528"/>
                  <a:pt x="1144911" y="785122"/>
                  <a:pt x="1144911" y="801891"/>
                </a:cubicBezTo>
                <a:cubicBezTo>
                  <a:pt x="1144911" y="818661"/>
                  <a:pt x="1131317" y="832255"/>
                  <a:pt x="1114547" y="832255"/>
                </a:cubicBezTo>
                <a:cubicBezTo>
                  <a:pt x="1097778" y="832255"/>
                  <a:pt x="1084184" y="818661"/>
                  <a:pt x="1084184" y="801891"/>
                </a:cubicBezTo>
                <a:cubicBezTo>
                  <a:pt x="1084184" y="785122"/>
                  <a:pt x="1097778" y="771528"/>
                  <a:pt x="1114547" y="771528"/>
                </a:cubicBezTo>
                <a:close/>
                <a:moveTo>
                  <a:pt x="1041993" y="771528"/>
                </a:moveTo>
                <a:cubicBezTo>
                  <a:pt x="1058762" y="771528"/>
                  <a:pt x="1072356" y="785122"/>
                  <a:pt x="1072356" y="801891"/>
                </a:cubicBezTo>
                <a:cubicBezTo>
                  <a:pt x="1072356" y="818661"/>
                  <a:pt x="1058762" y="832255"/>
                  <a:pt x="1041993" y="832255"/>
                </a:cubicBezTo>
                <a:cubicBezTo>
                  <a:pt x="1025223" y="832255"/>
                  <a:pt x="1011629" y="818661"/>
                  <a:pt x="1011629" y="801891"/>
                </a:cubicBezTo>
                <a:cubicBezTo>
                  <a:pt x="1011629" y="785122"/>
                  <a:pt x="1025223" y="771528"/>
                  <a:pt x="1041993" y="771528"/>
                </a:cubicBezTo>
                <a:close/>
                <a:moveTo>
                  <a:pt x="969438" y="771528"/>
                </a:moveTo>
                <a:cubicBezTo>
                  <a:pt x="986208" y="771528"/>
                  <a:pt x="999801" y="785122"/>
                  <a:pt x="999801" y="801891"/>
                </a:cubicBezTo>
                <a:cubicBezTo>
                  <a:pt x="999801" y="818661"/>
                  <a:pt x="986208" y="832255"/>
                  <a:pt x="969438" y="832255"/>
                </a:cubicBezTo>
                <a:cubicBezTo>
                  <a:pt x="952669" y="832255"/>
                  <a:pt x="939075" y="818661"/>
                  <a:pt x="939075" y="801891"/>
                </a:cubicBezTo>
                <a:cubicBezTo>
                  <a:pt x="939075" y="785122"/>
                  <a:pt x="952669" y="771528"/>
                  <a:pt x="969438" y="771528"/>
                </a:cubicBezTo>
                <a:close/>
                <a:moveTo>
                  <a:pt x="896883" y="771528"/>
                </a:moveTo>
                <a:cubicBezTo>
                  <a:pt x="913653" y="771528"/>
                  <a:pt x="927247" y="785122"/>
                  <a:pt x="927247" y="801891"/>
                </a:cubicBezTo>
                <a:cubicBezTo>
                  <a:pt x="927247" y="818661"/>
                  <a:pt x="913653" y="832255"/>
                  <a:pt x="896883" y="832255"/>
                </a:cubicBezTo>
                <a:cubicBezTo>
                  <a:pt x="880114" y="832255"/>
                  <a:pt x="866520" y="818661"/>
                  <a:pt x="866520" y="801891"/>
                </a:cubicBezTo>
                <a:cubicBezTo>
                  <a:pt x="866520" y="785122"/>
                  <a:pt x="880114" y="771528"/>
                  <a:pt x="896883" y="771528"/>
                </a:cubicBezTo>
                <a:close/>
                <a:moveTo>
                  <a:pt x="824329" y="771528"/>
                </a:moveTo>
                <a:cubicBezTo>
                  <a:pt x="841098" y="771528"/>
                  <a:pt x="854692" y="785122"/>
                  <a:pt x="854692" y="801891"/>
                </a:cubicBezTo>
                <a:cubicBezTo>
                  <a:pt x="854692" y="818661"/>
                  <a:pt x="841098" y="832255"/>
                  <a:pt x="824329" y="832255"/>
                </a:cubicBezTo>
                <a:cubicBezTo>
                  <a:pt x="807559" y="832255"/>
                  <a:pt x="793965" y="818661"/>
                  <a:pt x="793965" y="801891"/>
                </a:cubicBezTo>
                <a:cubicBezTo>
                  <a:pt x="793965" y="785122"/>
                  <a:pt x="807559" y="771528"/>
                  <a:pt x="824329" y="771528"/>
                </a:cubicBezTo>
                <a:close/>
                <a:moveTo>
                  <a:pt x="751774" y="771528"/>
                </a:moveTo>
                <a:cubicBezTo>
                  <a:pt x="768544" y="771528"/>
                  <a:pt x="782138" y="785122"/>
                  <a:pt x="782138" y="801891"/>
                </a:cubicBezTo>
                <a:cubicBezTo>
                  <a:pt x="782138" y="818661"/>
                  <a:pt x="768544" y="832255"/>
                  <a:pt x="751774" y="832255"/>
                </a:cubicBezTo>
                <a:cubicBezTo>
                  <a:pt x="735005" y="832255"/>
                  <a:pt x="721411" y="818661"/>
                  <a:pt x="721411" y="801891"/>
                </a:cubicBezTo>
                <a:cubicBezTo>
                  <a:pt x="721411" y="785122"/>
                  <a:pt x="735005" y="771528"/>
                  <a:pt x="751774" y="771528"/>
                </a:cubicBezTo>
                <a:close/>
                <a:moveTo>
                  <a:pt x="679220" y="771528"/>
                </a:moveTo>
                <a:cubicBezTo>
                  <a:pt x="695989" y="771528"/>
                  <a:pt x="709583" y="785122"/>
                  <a:pt x="709583" y="801891"/>
                </a:cubicBezTo>
                <a:cubicBezTo>
                  <a:pt x="709583" y="818661"/>
                  <a:pt x="695989" y="832255"/>
                  <a:pt x="679220" y="832255"/>
                </a:cubicBezTo>
                <a:cubicBezTo>
                  <a:pt x="662450" y="832255"/>
                  <a:pt x="648856" y="818661"/>
                  <a:pt x="648856" y="801891"/>
                </a:cubicBezTo>
                <a:cubicBezTo>
                  <a:pt x="648856" y="785122"/>
                  <a:pt x="662450" y="771528"/>
                  <a:pt x="679220" y="771528"/>
                </a:cubicBezTo>
                <a:close/>
                <a:moveTo>
                  <a:pt x="606665" y="771528"/>
                </a:moveTo>
                <a:cubicBezTo>
                  <a:pt x="623435" y="771528"/>
                  <a:pt x="637029" y="785122"/>
                  <a:pt x="637029" y="801891"/>
                </a:cubicBezTo>
                <a:cubicBezTo>
                  <a:pt x="637029" y="818661"/>
                  <a:pt x="623435" y="832255"/>
                  <a:pt x="606665" y="832255"/>
                </a:cubicBezTo>
                <a:cubicBezTo>
                  <a:pt x="589896" y="832255"/>
                  <a:pt x="576302" y="818661"/>
                  <a:pt x="576302" y="801891"/>
                </a:cubicBezTo>
                <a:cubicBezTo>
                  <a:pt x="576302" y="785122"/>
                  <a:pt x="589896" y="771528"/>
                  <a:pt x="606665" y="771528"/>
                </a:cubicBezTo>
                <a:close/>
                <a:moveTo>
                  <a:pt x="534111" y="771528"/>
                </a:moveTo>
                <a:cubicBezTo>
                  <a:pt x="550880" y="771528"/>
                  <a:pt x="564474" y="785122"/>
                  <a:pt x="564474" y="801891"/>
                </a:cubicBezTo>
                <a:cubicBezTo>
                  <a:pt x="564474" y="818661"/>
                  <a:pt x="550880" y="832255"/>
                  <a:pt x="534111" y="832255"/>
                </a:cubicBezTo>
                <a:cubicBezTo>
                  <a:pt x="517341" y="832255"/>
                  <a:pt x="503747" y="818661"/>
                  <a:pt x="503747" y="801891"/>
                </a:cubicBezTo>
                <a:cubicBezTo>
                  <a:pt x="503747" y="785122"/>
                  <a:pt x="517341" y="771528"/>
                  <a:pt x="534111" y="771528"/>
                </a:cubicBezTo>
                <a:close/>
                <a:moveTo>
                  <a:pt x="461556" y="771528"/>
                </a:moveTo>
                <a:cubicBezTo>
                  <a:pt x="478326" y="771528"/>
                  <a:pt x="491920" y="785122"/>
                  <a:pt x="491920" y="801891"/>
                </a:cubicBezTo>
                <a:cubicBezTo>
                  <a:pt x="491920" y="818661"/>
                  <a:pt x="478326" y="832255"/>
                  <a:pt x="461556" y="832255"/>
                </a:cubicBezTo>
                <a:cubicBezTo>
                  <a:pt x="444787" y="832255"/>
                  <a:pt x="431192" y="818661"/>
                  <a:pt x="431192" y="801891"/>
                </a:cubicBezTo>
                <a:cubicBezTo>
                  <a:pt x="431192" y="785122"/>
                  <a:pt x="444787" y="771528"/>
                  <a:pt x="461556" y="771528"/>
                </a:cubicBezTo>
                <a:close/>
                <a:moveTo>
                  <a:pt x="389002" y="771528"/>
                </a:moveTo>
                <a:cubicBezTo>
                  <a:pt x="405771" y="771528"/>
                  <a:pt x="419365" y="785122"/>
                  <a:pt x="419365" y="801891"/>
                </a:cubicBezTo>
                <a:cubicBezTo>
                  <a:pt x="419365" y="818661"/>
                  <a:pt x="405771" y="832255"/>
                  <a:pt x="389002" y="832255"/>
                </a:cubicBezTo>
                <a:cubicBezTo>
                  <a:pt x="372232" y="832255"/>
                  <a:pt x="358638" y="818661"/>
                  <a:pt x="358638" y="801891"/>
                </a:cubicBezTo>
                <a:cubicBezTo>
                  <a:pt x="358638" y="785122"/>
                  <a:pt x="372232" y="771528"/>
                  <a:pt x="389002" y="771528"/>
                </a:cubicBezTo>
                <a:close/>
                <a:moveTo>
                  <a:pt x="316447" y="771528"/>
                </a:moveTo>
                <a:cubicBezTo>
                  <a:pt x="333216" y="771528"/>
                  <a:pt x="346810" y="785122"/>
                  <a:pt x="346810" y="801891"/>
                </a:cubicBezTo>
                <a:cubicBezTo>
                  <a:pt x="346810" y="818661"/>
                  <a:pt x="333216" y="832255"/>
                  <a:pt x="316447" y="832255"/>
                </a:cubicBezTo>
                <a:cubicBezTo>
                  <a:pt x="299677" y="832255"/>
                  <a:pt x="286084" y="818661"/>
                  <a:pt x="286084" y="801891"/>
                </a:cubicBezTo>
                <a:cubicBezTo>
                  <a:pt x="286084" y="785122"/>
                  <a:pt x="299677" y="771528"/>
                  <a:pt x="316447" y="771528"/>
                </a:cubicBezTo>
                <a:close/>
                <a:moveTo>
                  <a:pt x="243892" y="771528"/>
                </a:moveTo>
                <a:cubicBezTo>
                  <a:pt x="260662" y="771528"/>
                  <a:pt x="274256" y="785122"/>
                  <a:pt x="274256" y="801891"/>
                </a:cubicBezTo>
                <a:cubicBezTo>
                  <a:pt x="274256" y="818661"/>
                  <a:pt x="260662" y="832255"/>
                  <a:pt x="243892" y="832255"/>
                </a:cubicBezTo>
                <a:cubicBezTo>
                  <a:pt x="227123" y="832255"/>
                  <a:pt x="213529" y="818661"/>
                  <a:pt x="213529" y="801891"/>
                </a:cubicBezTo>
                <a:cubicBezTo>
                  <a:pt x="213529" y="785122"/>
                  <a:pt x="227123" y="771528"/>
                  <a:pt x="243892" y="771528"/>
                </a:cubicBezTo>
                <a:close/>
                <a:moveTo>
                  <a:pt x="171339" y="771528"/>
                </a:moveTo>
                <a:cubicBezTo>
                  <a:pt x="188107" y="771528"/>
                  <a:pt x="201701" y="785122"/>
                  <a:pt x="201701" y="801891"/>
                </a:cubicBezTo>
                <a:cubicBezTo>
                  <a:pt x="201701" y="818661"/>
                  <a:pt x="188107" y="832255"/>
                  <a:pt x="171339" y="832255"/>
                </a:cubicBezTo>
                <a:cubicBezTo>
                  <a:pt x="154656" y="832255"/>
                  <a:pt x="141062" y="818661"/>
                  <a:pt x="141062" y="801891"/>
                </a:cubicBezTo>
                <a:cubicBezTo>
                  <a:pt x="141062" y="785122"/>
                  <a:pt x="154656" y="771528"/>
                  <a:pt x="171339" y="771528"/>
                </a:cubicBezTo>
                <a:close/>
                <a:moveTo>
                  <a:pt x="98884" y="771528"/>
                </a:moveTo>
                <a:cubicBezTo>
                  <a:pt x="115646" y="771528"/>
                  <a:pt x="129240" y="785122"/>
                  <a:pt x="129240" y="801891"/>
                </a:cubicBezTo>
                <a:cubicBezTo>
                  <a:pt x="129240" y="818661"/>
                  <a:pt x="115646" y="832255"/>
                  <a:pt x="98884" y="832255"/>
                </a:cubicBezTo>
                <a:cubicBezTo>
                  <a:pt x="82112" y="832255"/>
                  <a:pt x="68517" y="818661"/>
                  <a:pt x="68517" y="801891"/>
                </a:cubicBezTo>
                <a:cubicBezTo>
                  <a:pt x="68517" y="785122"/>
                  <a:pt x="82112" y="771528"/>
                  <a:pt x="98884" y="771528"/>
                </a:cubicBezTo>
                <a:close/>
                <a:moveTo>
                  <a:pt x="26329" y="771528"/>
                </a:moveTo>
                <a:cubicBezTo>
                  <a:pt x="43093" y="771528"/>
                  <a:pt x="56688" y="785122"/>
                  <a:pt x="56688" y="801891"/>
                </a:cubicBezTo>
                <a:cubicBezTo>
                  <a:pt x="56688" y="818661"/>
                  <a:pt x="43093" y="832255"/>
                  <a:pt x="26329" y="832255"/>
                </a:cubicBezTo>
                <a:cubicBezTo>
                  <a:pt x="17944" y="832255"/>
                  <a:pt x="10353" y="828857"/>
                  <a:pt x="4858" y="823362"/>
                </a:cubicBezTo>
                <a:lnTo>
                  <a:pt x="0" y="811633"/>
                </a:lnTo>
                <a:lnTo>
                  <a:pt x="0" y="792150"/>
                </a:lnTo>
                <a:lnTo>
                  <a:pt x="4858" y="780421"/>
                </a:lnTo>
                <a:cubicBezTo>
                  <a:pt x="10353" y="774927"/>
                  <a:pt x="17944" y="771528"/>
                  <a:pt x="26329" y="771528"/>
                </a:cubicBezTo>
                <a:close/>
                <a:moveTo>
                  <a:pt x="1622429" y="691076"/>
                </a:moveTo>
                <a:cubicBezTo>
                  <a:pt x="1630814" y="691076"/>
                  <a:pt x="1638404" y="694475"/>
                  <a:pt x="1643899" y="699969"/>
                </a:cubicBezTo>
                <a:lnTo>
                  <a:pt x="1647739" y="709237"/>
                </a:lnTo>
                <a:lnTo>
                  <a:pt x="1644828" y="728305"/>
                </a:lnTo>
                <a:lnTo>
                  <a:pt x="1640480" y="745215"/>
                </a:lnTo>
                <a:lnTo>
                  <a:pt x="1634248" y="749417"/>
                </a:lnTo>
                <a:cubicBezTo>
                  <a:pt x="1630615" y="750953"/>
                  <a:pt x="1626621" y="751803"/>
                  <a:pt x="1622429" y="751803"/>
                </a:cubicBezTo>
                <a:cubicBezTo>
                  <a:pt x="1605659" y="751803"/>
                  <a:pt x="1592066" y="738209"/>
                  <a:pt x="1592066" y="721440"/>
                </a:cubicBezTo>
                <a:cubicBezTo>
                  <a:pt x="1592066" y="704670"/>
                  <a:pt x="1605659" y="691076"/>
                  <a:pt x="1622429" y="691076"/>
                </a:cubicBezTo>
                <a:close/>
                <a:moveTo>
                  <a:pt x="1549874" y="691076"/>
                </a:moveTo>
                <a:cubicBezTo>
                  <a:pt x="1566644" y="691076"/>
                  <a:pt x="1580238" y="704670"/>
                  <a:pt x="1580238" y="721440"/>
                </a:cubicBezTo>
                <a:cubicBezTo>
                  <a:pt x="1580238" y="738209"/>
                  <a:pt x="1566644" y="751803"/>
                  <a:pt x="1549874" y="751803"/>
                </a:cubicBezTo>
                <a:cubicBezTo>
                  <a:pt x="1533105" y="751803"/>
                  <a:pt x="1519511" y="738209"/>
                  <a:pt x="1519511" y="721440"/>
                </a:cubicBezTo>
                <a:cubicBezTo>
                  <a:pt x="1519511" y="704670"/>
                  <a:pt x="1533105" y="691076"/>
                  <a:pt x="1549874" y="691076"/>
                </a:cubicBezTo>
                <a:close/>
                <a:moveTo>
                  <a:pt x="1477320" y="691076"/>
                </a:moveTo>
                <a:cubicBezTo>
                  <a:pt x="1494089" y="691076"/>
                  <a:pt x="1507683" y="704670"/>
                  <a:pt x="1507683" y="721440"/>
                </a:cubicBezTo>
                <a:cubicBezTo>
                  <a:pt x="1507683" y="738209"/>
                  <a:pt x="1494089" y="751803"/>
                  <a:pt x="1477320" y="751803"/>
                </a:cubicBezTo>
                <a:cubicBezTo>
                  <a:pt x="1460550" y="751803"/>
                  <a:pt x="1446956" y="738209"/>
                  <a:pt x="1446956" y="721440"/>
                </a:cubicBezTo>
                <a:cubicBezTo>
                  <a:pt x="1446956" y="704670"/>
                  <a:pt x="1460550" y="691076"/>
                  <a:pt x="1477320" y="691076"/>
                </a:cubicBezTo>
                <a:close/>
                <a:moveTo>
                  <a:pt x="1404765" y="691076"/>
                </a:moveTo>
                <a:cubicBezTo>
                  <a:pt x="1421535" y="691076"/>
                  <a:pt x="1435129" y="704670"/>
                  <a:pt x="1435129" y="721440"/>
                </a:cubicBezTo>
                <a:cubicBezTo>
                  <a:pt x="1435129" y="738209"/>
                  <a:pt x="1421535" y="751803"/>
                  <a:pt x="1404765" y="751803"/>
                </a:cubicBezTo>
                <a:cubicBezTo>
                  <a:pt x="1387996" y="751803"/>
                  <a:pt x="1374402" y="738209"/>
                  <a:pt x="1374402" y="721440"/>
                </a:cubicBezTo>
                <a:cubicBezTo>
                  <a:pt x="1374402" y="704670"/>
                  <a:pt x="1387996" y="691076"/>
                  <a:pt x="1404765" y="691076"/>
                </a:cubicBezTo>
                <a:close/>
                <a:moveTo>
                  <a:pt x="1332211" y="691076"/>
                </a:moveTo>
                <a:cubicBezTo>
                  <a:pt x="1348980" y="691076"/>
                  <a:pt x="1362574" y="704670"/>
                  <a:pt x="1362574" y="721440"/>
                </a:cubicBezTo>
                <a:cubicBezTo>
                  <a:pt x="1362574" y="738209"/>
                  <a:pt x="1348980" y="751803"/>
                  <a:pt x="1332211" y="751803"/>
                </a:cubicBezTo>
                <a:cubicBezTo>
                  <a:pt x="1315441" y="751803"/>
                  <a:pt x="1301847" y="738209"/>
                  <a:pt x="1301847" y="721440"/>
                </a:cubicBezTo>
                <a:cubicBezTo>
                  <a:pt x="1301847" y="704670"/>
                  <a:pt x="1315441" y="691076"/>
                  <a:pt x="1332211" y="691076"/>
                </a:cubicBezTo>
                <a:close/>
                <a:moveTo>
                  <a:pt x="1259656" y="691076"/>
                </a:moveTo>
                <a:cubicBezTo>
                  <a:pt x="1276426" y="691076"/>
                  <a:pt x="1290020" y="704670"/>
                  <a:pt x="1290020" y="721440"/>
                </a:cubicBezTo>
                <a:cubicBezTo>
                  <a:pt x="1290020" y="738209"/>
                  <a:pt x="1276426" y="751803"/>
                  <a:pt x="1259656" y="751803"/>
                </a:cubicBezTo>
                <a:cubicBezTo>
                  <a:pt x="1242887" y="751803"/>
                  <a:pt x="1229293" y="738209"/>
                  <a:pt x="1229293" y="721440"/>
                </a:cubicBezTo>
                <a:cubicBezTo>
                  <a:pt x="1229293" y="704670"/>
                  <a:pt x="1242887" y="691076"/>
                  <a:pt x="1259656" y="691076"/>
                </a:cubicBezTo>
                <a:close/>
                <a:moveTo>
                  <a:pt x="1187102" y="691076"/>
                </a:moveTo>
                <a:cubicBezTo>
                  <a:pt x="1203871" y="691076"/>
                  <a:pt x="1217465" y="704670"/>
                  <a:pt x="1217465" y="721440"/>
                </a:cubicBezTo>
                <a:cubicBezTo>
                  <a:pt x="1217465" y="738209"/>
                  <a:pt x="1203871" y="751803"/>
                  <a:pt x="1187102" y="751803"/>
                </a:cubicBezTo>
                <a:cubicBezTo>
                  <a:pt x="1170332" y="751803"/>
                  <a:pt x="1156738" y="738209"/>
                  <a:pt x="1156738" y="721440"/>
                </a:cubicBezTo>
                <a:cubicBezTo>
                  <a:pt x="1156738" y="704670"/>
                  <a:pt x="1170332" y="691076"/>
                  <a:pt x="1187102" y="691076"/>
                </a:cubicBezTo>
                <a:close/>
                <a:moveTo>
                  <a:pt x="1114547" y="691076"/>
                </a:moveTo>
                <a:cubicBezTo>
                  <a:pt x="1131317" y="691076"/>
                  <a:pt x="1144911" y="704670"/>
                  <a:pt x="1144911" y="721440"/>
                </a:cubicBezTo>
                <a:cubicBezTo>
                  <a:pt x="1144911" y="738209"/>
                  <a:pt x="1131317" y="751803"/>
                  <a:pt x="1114547" y="751803"/>
                </a:cubicBezTo>
                <a:cubicBezTo>
                  <a:pt x="1097778" y="751803"/>
                  <a:pt x="1084184" y="738209"/>
                  <a:pt x="1084184" y="721440"/>
                </a:cubicBezTo>
                <a:cubicBezTo>
                  <a:pt x="1084184" y="704670"/>
                  <a:pt x="1097778" y="691076"/>
                  <a:pt x="1114547" y="691076"/>
                </a:cubicBezTo>
                <a:close/>
                <a:moveTo>
                  <a:pt x="1041993" y="691076"/>
                </a:moveTo>
                <a:cubicBezTo>
                  <a:pt x="1058762" y="691076"/>
                  <a:pt x="1072356" y="704670"/>
                  <a:pt x="1072356" y="721440"/>
                </a:cubicBezTo>
                <a:cubicBezTo>
                  <a:pt x="1072356" y="738209"/>
                  <a:pt x="1058762" y="751803"/>
                  <a:pt x="1041993" y="751803"/>
                </a:cubicBezTo>
                <a:cubicBezTo>
                  <a:pt x="1025223" y="751803"/>
                  <a:pt x="1011629" y="738209"/>
                  <a:pt x="1011629" y="721440"/>
                </a:cubicBezTo>
                <a:cubicBezTo>
                  <a:pt x="1011629" y="704670"/>
                  <a:pt x="1025223" y="691076"/>
                  <a:pt x="1041993" y="691076"/>
                </a:cubicBezTo>
                <a:close/>
                <a:moveTo>
                  <a:pt x="969438" y="691076"/>
                </a:moveTo>
                <a:cubicBezTo>
                  <a:pt x="986208" y="691076"/>
                  <a:pt x="999801" y="704670"/>
                  <a:pt x="999801" y="721440"/>
                </a:cubicBezTo>
                <a:cubicBezTo>
                  <a:pt x="999801" y="738209"/>
                  <a:pt x="986208" y="751803"/>
                  <a:pt x="969438" y="751803"/>
                </a:cubicBezTo>
                <a:cubicBezTo>
                  <a:pt x="952669" y="751803"/>
                  <a:pt x="939075" y="738209"/>
                  <a:pt x="939075" y="721440"/>
                </a:cubicBezTo>
                <a:cubicBezTo>
                  <a:pt x="939075" y="704670"/>
                  <a:pt x="952669" y="691076"/>
                  <a:pt x="969438" y="691076"/>
                </a:cubicBezTo>
                <a:close/>
                <a:moveTo>
                  <a:pt x="896883" y="691076"/>
                </a:moveTo>
                <a:cubicBezTo>
                  <a:pt x="913653" y="691076"/>
                  <a:pt x="927247" y="704670"/>
                  <a:pt x="927247" y="721440"/>
                </a:cubicBezTo>
                <a:cubicBezTo>
                  <a:pt x="927247" y="738209"/>
                  <a:pt x="913653" y="751803"/>
                  <a:pt x="896883" y="751803"/>
                </a:cubicBezTo>
                <a:cubicBezTo>
                  <a:pt x="880114" y="751803"/>
                  <a:pt x="866520" y="738209"/>
                  <a:pt x="866520" y="721440"/>
                </a:cubicBezTo>
                <a:cubicBezTo>
                  <a:pt x="866520" y="704670"/>
                  <a:pt x="880114" y="691076"/>
                  <a:pt x="896883" y="691076"/>
                </a:cubicBezTo>
                <a:close/>
                <a:moveTo>
                  <a:pt x="824329" y="691076"/>
                </a:moveTo>
                <a:cubicBezTo>
                  <a:pt x="841098" y="691076"/>
                  <a:pt x="854692" y="704670"/>
                  <a:pt x="854692" y="721440"/>
                </a:cubicBezTo>
                <a:cubicBezTo>
                  <a:pt x="854692" y="738209"/>
                  <a:pt x="841098" y="751803"/>
                  <a:pt x="824329" y="751803"/>
                </a:cubicBezTo>
                <a:cubicBezTo>
                  <a:pt x="807559" y="751803"/>
                  <a:pt x="793965" y="738209"/>
                  <a:pt x="793965" y="721440"/>
                </a:cubicBezTo>
                <a:cubicBezTo>
                  <a:pt x="793965" y="704670"/>
                  <a:pt x="807559" y="691076"/>
                  <a:pt x="824329" y="691076"/>
                </a:cubicBezTo>
                <a:close/>
                <a:moveTo>
                  <a:pt x="751774" y="691076"/>
                </a:moveTo>
                <a:cubicBezTo>
                  <a:pt x="768544" y="691076"/>
                  <a:pt x="782138" y="704670"/>
                  <a:pt x="782138" y="721440"/>
                </a:cubicBezTo>
                <a:cubicBezTo>
                  <a:pt x="782138" y="738209"/>
                  <a:pt x="768544" y="751803"/>
                  <a:pt x="751774" y="751803"/>
                </a:cubicBezTo>
                <a:cubicBezTo>
                  <a:pt x="735005" y="751803"/>
                  <a:pt x="721411" y="738209"/>
                  <a:pt x="721411" y="721440"/>
                </a:cubicBezTo>
                <a:cubicBezTo>
                  <a:pt x="721411" y="704670"/>
                  <a:pt x="735005" y="691076"/>
                  <a:pt x="751774" y="691076"/>
                </a:cubicBezTo>
                <a:close/>
                <a:moveTo>
                  <a:pt x="679220" y="691076"/>
                </a:moveTo>
                <a:cubicBezTo>
                  <a:pt x="695989" y="691076"/>
                  <a:pt x="709583" y="704670"/>
                  <a:pt x="709583" y="721440"/>
                </a:cubicBezTo>
                <a:cubicBezTo>
                  <a:pt x="709583" y="738209"/>
                  <a:pt x="695989" y="751803"/>
                  <a:pt x="679220" y="751803"/>
                </a:cubicBezTo>
                <a:cubicBezTo>
                  <a:pt x="662450" y="751803"/>
                  <a:pt x="648856" y="738209"/>
                  <a:pt x="648856" y="721440"/>
                </a:cubicBezTo>
                <a:cubicBezTo>
                  <a:pt x="648856" y="704670"/>
                  <a:pt x="662450" y="691076"/>
                  <a:pt x="679220" y="691076"/>
                </a:cubicBezTo>
                <a:close/>
                <a:moveTo>
                  <a:pt x="606665" y="691076"/>
                </a:moveTo>
                <a:cubicBezTo>
                  <a:pt x="623435" y="691076"/>
                  <a:pt x="637029" y="704670"/>
                  <a:pt x="637029" y="721440"/>
                </a:cubicBezTo>
                <a:cubicBezTo>
                  <a:pt x="637029" y="738209"/>
                  <a:pt x="623435" y="751803"/>
                  <a:pt x="606665" y="751803"/>
                </a:cubicBezTo>
                <a:cubicBezTo>
                  <a:pt x="589896" y="751803"/>
                  <a:pt x="576302" y="738209"/>
                  <a:pt x="576302" y="721440"/>
                </a:cubicBezTo>
                <a:cubicBezTo>
                  <a:pt x="576302" y="704670"/>
                  <a:pt x="589896" y="691076"/>
                  <a:pt x="606665" y="691076"/>
                </a:cubicBezTo>
                <a:close/>
                <a:moveTo>
                  <a:pt x="534111" y="691076"/>
                </a:moveTo>
                <a:cubicBezTo>
                  <a:pt x="550880" y="691076"/>
                  <a:pt x="564474" y="704670"/>
                  <a:pt x="564474" y="721440"/>
                </a:cubicBezTo>
                <a:cubicBezTo>
                  <a:pt x="564474" y="738209"/>
                  <a:pt x="550880" y="751803"/>
                  <a:pt x="534111" y="751803"/>
                </a:cubicBezTo>
                <a:cubicBezTo>
                  <a:pt x="517341" y="751803"/>
                  <a:pt x="503747" y="738209"/>
                  <a:pt x="503747" y="721440"/>
                </a:cubicBezTo>
                <a:cubicBezTo>
                  <a:pt x="503747" y="704670"/>
                  <a:pt x="517341" y="691076"/>
                  <a:pt x="534111" y="691076"/>
                </a:cubicBezTo>
                <a:close/>
                <a:moveTo>
                  <a:pt x="461556" y="691076"/>
                </a:moveTo>
                <a:cubicBezTo>
                  <a:pt x="478326" y="691076"/>
                  <a:pt x="491920" y="704670"/>
                  <a:pt x="491920" y="721440"/>
                </a:cubicBezTo>
                <a:cubicBezTo>
                  <a:pt x="491920" y="738209"/>
                  <a:pt x="478326" y="751803"/>
                  <a:pt x="461556" y="751803"/>
                </a:cubicBezTo>
                <a:cubicBezTo>
                  <a:pt x="444787" y="751803"/>
                  <a:pt x="431192" y="738209"/>
                  <a:pt x="431192" y="721440"/>
                </a:cubicBezTo>
                <a:cubicBezTo>
                  <a:pt x="431192" y="704670"/>
                  <a:pt x="444787" y="691076"/>
                  <a:pt x="461556" y="691076"/>
                </a:cubicBezTo>
                <a:close/>
                <a:moveTo>
                  <a:pt x="389002" y="691076"/>
                </a:moveTo>
                <a:cubicBezTo>
                  <a:pt x="405771" y="691076"/>
                  <a:pt x="419365" y="704670"/>
                  <a:pt x="419365" y="721440"/>
                </a:cubicBezTo>
                <a:cubicBezTo>
                  <a:pt x="419365" y="738209"/>
                  <a:pt x="405771" y="751803"/>
                  <a:pt x="389002" y="751803"/>
                </a:cubicBezTo>
                <a:cubicBezTo>
                  <a:pt x="372232" y="751803"/>
                  <a:pt x="358638" y="738209"/>
                  <a:pt x="358638" y="721440"/>
                </a:cubicBezTo>
                <a:cubicBezTo>
                  <a:pt x="358638" y="704670"/>
                  <a:pt x="372232" y="691076"/>
                  <a:pt x="389002" y="691076"/>
                </a:cubicBezTo>
                <a:close/>
                <a:moveTo>
                  <a:pt x="316447" y="691076"/>
                </a:moveTo>
                <a:cubicBezTo>
                  <a:pt x="333216" y="691076"/>
                  <a:pt x="346810" y="704670"/>
                  <a:pt x="346810" y="721440"/>
                </a:cubicBezTo>
                <a:cubicBezTo>
                  <a:pt x="346810" y="738209"/>
                  <a:pt x="333216" y="751803"/>
                  <a:pt x="316447" y="751803"/>
                </a:cubicBezTo>
                <a:cubicBezTo>
                  <a:pt x="299677" y="751803"/>
                  <a:pt x="286084" y="738209"/>
                  <a:pt x="286084" y="721440"/>
                </a:cubicBezTo>
                <a:cubicBezTo>
                  <a:pt x="286084" y="704670"/>
                  <a:pt x="299677" y="691076"/>
                  <a:pt x="316447" y="691076"/>
                </a:cubicBezTo>
                <a:close/>
                <a:moveTo>
                  <a:pt x="243892" y="691076"/>
                </a:moveTo>
                <a:cubicBezTo>
                  <a:pt x="260662" y="691076"/>
                  <a:pt x="274256" y="704670"/>
                  <a:pt x="274256" y="721440"/>
                </a:cubicBezTo>
                <a:cubicBezTo>
                  <a:pt x="274256" y="738209"/>
                  <a:pt x="260662" y="751803"/>
                  <a:pt x="243892" y="751803"/>
                </a:cubicBezTo>
                <a:cubicBezTo>
                  <a:pt x="227123" y="751803"/>
                  <a:pt x="213529" y="738209"/>
                  <a:pt x="213529" y="721440"/>
                </a:cubicBezTo>
                <a:cubicBezTo>
                  <a:pt x="213529" y="704670"/>
                  <a:pt x="227123" y="691076"/>
                  <a:pt x="243892" y="691076"/>
                </a:cubicBezTo>
                <a:close/>
                <a:moveTo>
                  <a:pt x="171339" y="691076"/>
                </a:moveTo>
                <a:cubicBezTo>
                  <a:pt x="188107" y="691076"/>
                  <a:pt x="201701" y="704670"/>
                  <a:pt x="201701" y="721440"/>
                </a:cubicBezTo>
                <a:cubicBezTo>
                  <a:pt x="201701" y="738209"/>
                  <a:pt x="188107" y="751803"/>
                  <a:pt x="171339" y="751803"/>
                </a:cubicBezTo>
                <a:cubicBezTo>
                  <a:pt x="154662" y="751803"/>
                  <a:pt x="141067" y="738209"/>
                  <a:pt x="141067" y="721440"/>
                </a:cubicBezTo>
                <a:cubicBezTo>
                  <a:pt x="141067" y="704670"/>
                  <a:pt x="154662" y="691076"/>
                  <a:pt x="171339" y="691076"/>
                </a:cubicBezTo>
                <a:close/>
                <a:moveTo>
                  <a:pt x="98890" y="691076"/>
                </a:moveTo>
                <a:cubicBezTo>
                  <a:pt x="115653" y="691076"/>
                  <a:pt x="129246" y="704670"/>
                  <a:pt x="129246" y="721440"/>
                </a:cubicBezTo>
                <a:cubicBezTo>
                  <a:pt x="129246" y="738209"/>
                  <a:pt x="115653" y="751803"/>
                  <a:pt x="98890" y="751803"/>
                </a:cubicBezTo>
                <a:cubicBezTo>
                  <a:pt x="82117" y="751803"/>
                  <a:pt x="68523" y="738209"/>
                  <a:pt x="68523" y="721440"/>
                </a:cubicBezTo>
                <a:cubicBezTo>
                  <a:pt x="68523" y="704670"/>
                  <a:pt x="82117" y="691076"/>
                  <a:pt x="98890" y="691076"/>
                </a:cubicBezTo>
                <a:close/>
                <a:moveTo>
                  <a:pt x="26336" y="691076"/>
                </a:moveTo>
                <a:cubicBezTo>
                  <a:pt x="43099" y="691076"/>
                  <a:pt x="56694" y="704670"/>
                  <a:pt x="56694" y="721440"/>
                </a:cubicBezTo>
                <a:cubicBezTo>
                  <a:pt x="56694" y="738209"/>
                  <a:pt x="43099" y="751803"/>
                  <a:pt x="26336" y="751803"/>
                </a:cubicBezTo>
                <a:cubicBezTo>
                  <a:pt x="17950" y="751803"/>
                  <a:pt x="10359" y="748405"/>
                  <a:pt x="4864" y="742910"/>
                </a:cubicBezTo>
                <a:lnTo>
                  <a:pt x="0" y="731167"/>
                </a:lnTo>
                <a:lnTo>
                  <a:pt x="0" y="711713"/>
                </a:lnTo>
                <a:lnTo>
                  <a:pt x="4864" y="699969"/>
                </a:lnTo>
                <a:cubicBezTo>
                  <a:pt x="10359" y="694475"/>
                  <a:pt x="17950" y="691076"/>
                  <a:pt x="26336" y="691076"/>
                </a:cubicBezTo>
                <a:close/>
                <a:moveTo>
                  <a:pt x="1622429" y="610624"/>
                </a:moveTo>
                <a:cubicBezTo>
                  <a:pt x="1639199" y="610624"/>
                  <a:pt x="1652792" y="624218"/>
                  <a:pt x="1652792" y="640988"/>
                </a:cubicBezTo>
                <a:cubicBezTo>
                  <a:pt x="1652792" y="657757"/>
                  <a:pt x="1639199" y="671351"/>
                  <a:pt x="1622429" y="671351"/>
                </a:cubicBezTo>
                <a:cubicBezTo>
                  <a:pt x="1605659" y="671351"/>
                  <a:pt x="1592066" y="657757"/>
                  <a:pt x="1592066" y="640988"/>
                </a:cubicBezTo>
                <a:cubicBezTo>
                  <a:pt x="1592066" y="624218"/>
                  <a:pt x="1605659" y="610624"/>
                  <a:pt x="1622429" y="610624"/>
                </a:cubicBezTo>
                <a:close/>
                <a:moveTo>
                  <a:pt x="1549874" y="610624"/>
                </a:moveTo>
                <a:cubicBezTo>
                  <a:pt x="1566644" y="610624"/>
                  <a:pt x="1580238" y="624218"/>
                  <a:pt x="1580238" y="640988"/>
                </a:cubicBezTo>
                <a:cubicBezTo>
                  <a:pt x="1580238" y="657757"/>
                  <a:pt x="1566644" y="671351"/>
                  <a:pt x="1549874" y="671351"/>
                </a:cubicBezTo>
                <a:cubicBezTo>
                  <a:pt x="1533105" y="671351"/>
                  <a:pt x="1519511" y="657757"/>
                  <a:pt x="1519511" y="640988"/>
                </a:cubicBezTo>
                <a:cubicBezTo>
                  <a:pt x="1519511" y="624218"/>
                  <a:pt x="1533105" y="610624"/>
                  <a:pt x="1549874" y="610624"/>
                </a:cubicBezTo>
                <a:close/>
                <a:moveTo>
                  <a:pt x="1477320" y="610624"/>
                </a:moveTo>
                <a:cubicBezTo>
                  <a:pt x="1494089" y="610624"/>
                  <a:pt x="1507683" y="624218"/>
                  <a:pt x="1507683" y="640988"/>
                </a:cubicBezTo>
                <a:cubicBezTo>
                  <a:pt x="1507683" y="657757"/>
                  <a:pt x="1494089" y="671351"/>
                  <a:pt x="1477320" y="671351"/>
                </a:cubicBezTo>
                <a:cubicBezTo>
                  <a:pt x="1460550" y="671351"/>
                  <a:pt x="1446956" y="657757"/>
                  <a:pt x="1446956" y="640988"/>
                </a:cubicBezTo>
                <a:cubicBezTo>
                  <a:pt x="1446956" y="624218"/>
                  <a:pt x="1460550" y="610624"/>
                  <a:pt x="1477320" y="610624"/>
                </a:cubicBezTo>
                <a:close/>
                <a:moveTo>
                  <a:pt x="1404765" y="610624"/>
                </a:moveTo>
                <a:cubicBezTo>
                  <a:pt x="1421535" y="610624"/>
                  <a:pt x="1435129" y="624218"/>
                  <a:pt x="1435129" y="640988"/>
                </a:cubicBezTo>
                <a:cubicBezTo>
                  <a:pt x="1435129" y="657757"/>
                  <a:pt x="1421535" y="671351"/>
                  <a:pt x="1404765" y="671351"/>
                </a:cubicBezTo>
                <a:cubicBezTo>
                  <a:pt x="1387996" y="671351"/>
                  <a:pt x="1374402" y="657757"/>
                  <a:pt x="1374402" y="640988"/>
                </a:cubicBezTo>
                <a:cubicBezTo>
                  <a:pt x="1374402" y="624218"/>
                  <a:pt x="1387996" y="610624"/>
                  <a:pt x="1404765" y="610624"/>
                </a:cubicBezTo>
                <a:close/>
                <a:moveTo>
                  <a:pt x="1332211" y="610624"/>
                </a:moveTo>
                <a:cubicBezTo>
                  <a:pt x="1348980" y="610624"/>
                  <a:pt x="1362574" y="624218"/>
                  <a:pt x="1362574" y="640988"/>
                </a:cubicBezTo>
                <a:cubicBezTo>
                  <a:pt x="1362574" y="657757"/>
                  <a:pt x="1348980" y="671351"/>
                  <a:pt x="1332211" y="671351"/>
                </a:cubicBezTo>
                <a:cubicBezTo>
                  <a:pt x="1315441" y="671351"/>
                  <a:pt x="1301847" y="657757"/>
                  <a:pt x="1301847" y="640988"/>
                </a:cubicBezTo>
                <a:cubicBezTo>
                  <a:pt x="1301847" y="624218"/>
                  <a:pt x="1315441" y="610624"/>
                  <a:pt x="1332211" y="610624"/>
                </a:cubicBezTo>
                <a:close/>
                <a:moveTo>
                  <a:pt x="1259656" y="610624"/>
                </a:moveTo>
                <a:cubicBezTo>
                  <a:pt x="1276426" y="610624"/>
                  <a:pt x="1290020" y="624218"/>
                  <a:pt x="1290020" y="640988"/>
                </a:cubicBezTo>
                <a:cubicBezTo>
                  <a:pt x="1290020" y="657757"/>
                  <a:pt x="1276426" y="671351"/>
                  <a:pt x="1259656" y="671351"/>
                </a:cubicBezTo>
                <a:cubicBezTo>
                  <a:pt x="1242887" y="671351"/>
                  <a:pt x="1229293" y="657757"/>
                  <a:pt x="1229293" y="640988"/>
                </a:cubicBezTo>
                <a:cubicBezTo>
                  <a:pt x="1229293" y="624218"/>
                  <a:pt x="1242887" y="610624"/>
                  <a:pt x="1259656" y="610624"/>
                </a:cubicBezTo>
                <a:close/>
                <a:moveTo>
                  <a:pt x="1187102" y="610624"/>
                </a:moveTo>
                <a:cubicBezTo>
                  <a:pt x="1203871" y="610624"/>
                  <a:pt x="1217465" y="624218"/>
                  <a:pt x="1217465" y="640988"/>
                </a:cubicBezTo>
                <a:cubicBezTo>
                  <a:pt x="1217465" y="657757"/>
                  <a:pt x="1203871" y="671351"/>
                  <a:pt x="1187102" y="671351"/>
                </a:cubicBezTo>
                <a:cubicBezTo>
                  <a:pt x="1170332" y="671351"/>
                  <a:pt x="1156738" y="657757"/>
                  <a:pt x="1156738" y="640988"/>
                </a:cubicBezTo>
                <a:cubicBezTo>
                  <a:pt x="1156738" y="624218"/>
                  <a:pt x="1170332" y="610624"/>
                  <a:pt x="1187102" y="610624"/>
                </a:cubicBezTo>
                <a:close/>
                <a:moveTo>
                  <a:pt x="1114547" y="610624"/>
                </a:moveTo>
                <a:cubicBezTo>
                  <a:pt x="1131317" y="610624"/>
                  <a:pt x="1144911" y="624218"/>
                  <a:pt x="1144911" y="640988"/>
                </a:cubicBezTo>
                <a:cubicBezTo>
                  <a:pt x="1144911" y="657757"/>
                  <a:pt x="1131317" y="671351"/>
                  <a:pt x="1114547" y="671351"/>
                </a:cubicBezTo>
                <a:cubicBezTo>
                  <a:pt x="1097778" y="671351"/>
                  <a:pt x="1084184" y="657757"/>
                  <a:pt x="1084184" y="640988"/>
                </a:cubicBezTo>
                <a:cubicBezTo>
                  <a:pt x="1084184" y="624218"/>
                  <a:pt x="1097778" y="610624"/>
                  <a:pt x="1114547" y="610624"/>
                </a:cubicBezTo>
                <a:close/>
                <a:moveTo>
                  <a:pt x="1041993" y="610624"/>
                </a:moveTo>
                <a:cubicBezTo>
                  <a:pt x="1058762" y="610624"/>
                  <a:pt x="1072356" y="624218"/>
                  <a:pt x="1072356" y="640988"/>
                </a:cubicBezTo>
                <a:cubicBezTo>
                  <a:pt x="1072356" y="657757"/>
                  <a:pt x="1058762" y="671351"/>
                  <a:pt x="1041993" y="671351"/>
                </a:cubicBezTo>
                <a:cubicBezTo>
                  <a:pt x="1025223" y="671351"/>
                  <a:pt x="1011629" y="657757"/>
                  <a:pt x="1011629" y="640988"/>
                </a:cubicBezTo>
                <a:cubicBezTo>
                  <a:pt x="1011629" y="624218"/>
                  <a:pt x="1025223" y="610624"/>
                  <a:pt x="1041993" y="610624"/>
                </a:cubicBezTo>
                <a:close/>
                <a:moveTo>
                  <a:pt x="969438" y="610624"/>
                </a:moveTo>
                <a:cubicBezTo>
                  <a:pt x="986208" y="610624"/>
                  <a:pt x="999801" y="624218"/>
                  <a:pt x="999801" y="640988"/>
                </a:cubicBezTo>
                <a:cubicBezTo>
                  <a:pt x="999801" y="657757"/>
                  <a:pt x="986208" y="671351"/>
                  <a:pt x="969438" y="671351"/>
                </a:cubicBezTo>
                <a:cubicBezTo>
                  <a:pt x="952669" y="671351"/>
                  <a:pt x="939075" y="657757"/>
                  <a:pt x="939075" y="640988"/>
                </a:cubicBezTo>
                <a:cubicBezTo>
                  <a:pt x="939075" y="624218"/>
                  <a:pt x="952669" y="610624"/>
                  <a:pt x="969438" y="610624"/>
                </a:cubicBezTo>
                <a:close/>
                <a:moveTo>
                  <a:pt x="896883" y="610624"/>
                </a:moveTo>
                <a:cubicBezTo>
                  <a:pt x="913653" y="610624"/>
                  <a:pt x="927247" y="624218"/>
                  <a:pt x="927247" y="640988"/>
                </a:cubicBezTo>
                <a:cubicBezTo>
                  <a:pt x="927247" y="657757"/>
                  <a:pt x="913653" y="671351"/>
                  <a:pt x="896883" y="671351"/>
                </a:cubicBezTo>
                <a:cubicBezTo>
                  <a:pt x="880114" y="671351"/>
                  <a:pt x="866520" y="657757"/>
                  <a:pt x="866520" y="640988"/>
                </a:cubicBezTo>
                <a:cubicBezTo>
                  <a:pt x="866520" y="624218"/>
                  <a:pt x="880114" y="610624"/>
                  <a:pt x="896883" y="610624"/>
                </a:cubicBezTo>
                <a:close/>
                <a:moveTo>
                  <a:pt x="824329" y="610624"/>
                </a:moveTo>
                <a:cubicBezTo>
                  <a:pt x="841098" y="610624"/>
                  <a:pt x="854692" y="624218"/>
                  <a:pt x="854692" y="640988"/>
                </a:cubicBezTo>
                <a:cubicBezTo>
                  <a:pt x="854692" y="657757"/>
                  <a:pt x="841098" y="671351"/>
                  <a:pt x="824329" y="671351"/>
                </a:cubicBezTo>
                <a:cubicBezTo>
                  <a:pt x="807559" y="671351"/>
                  <a:pt x="793965" y="657757"/>
                  <a:pt x="793965" y="640988"/>
                </a:cubicBezTo>
                <a:cubicBezTo>
                  <a:pt x="793965" y="624218"/>
                  <a:pt x="807559" y="610624"/>
                  <a:pt x="824329" y="610624"/>
                </a:cubicBezTo>
                <a:close/>
                <a:moveTo>
                  <a:pt x="751774" y="610624"/>
                </a:moveTo>
                <a:cubicBezTo>
                  <a:pt x="768544" y="610624"/>
                  <a:pt x="782138" y="624218"/>
                  <a:pt x="782138" y="640988"/>
                </a:cubicBezTo>
                <a:cubicBezTo>
                  <a:pt x="782138" y="657757"/>
                  <a:pt x="768544" y="671351"/>
                  <a:pt x="751774" y="671351"/>
                </a:cubicBezTo>
                <a:cubicBezTo>
                  <a:pt x="735005" y="671351"/>
                  <a:pt x="721411" y="657757"/>
                  <a:pt x="721411" y="640988"/>
                </a:cubicBezTo>
                <a:cubicBezTo>
                  <a:pt x="721411" y="624218"/>
                  <a:pt x="735005" y="610624"/>
                  <a:pt x="751774" y="610624"/>
                </a:cubicBezTo>
                <a:close/>
                <a:moveTo>
                  <a:pt x="679220" y="610624"/>
                </a:moveTo>
                <a:cubicBezTo>
                  <a:pt x="695989" y="610624"/>
                  <a:pt x="709583" y="624218"/>
                  <a:pt x="709583" y="640988"/>
                </a:cubicBezTo>
                <a:cubicBezTo>
                  <a:pt x="709583" y="657757"/>
                  <a:pt x="695989" y="671351"/>
                  <a:pt x="679220" y="671351"/>
                </a:cubicBezTo>
                <a:cubicBezTo>
                  <a:pt x="662450" y="671351"/>
                  <a:pt x="648856" y="657757"/>
                  <a:pt x="648856" y="640988"/>
                </a:cubicBezTo>
                <a:cubicBezTo>
                  <a:pt x="648856" y="624218"/>
                  <a:pt x="662450" y="610624"/>
                  <a:pt x="679220" y="610624"/>
                </a:cubicBezTo>
                <a:close/>
                <a:moveTo>
                  <a:pt x="606665" y="610624"/>
                </a:moveTo>
                <a:cubicBezTo>
                  <a:pt x="623435" y="610624"/>
                  <a:pt x="637029" y="624218"/>
                  <a:pt x="637029" y="640988"/>
                </a:cubicBezTo>
                <a:cubicBezTo>
                  <a:pt x="637029" y="657757"/>
                  <a:pt x="623435" y="671351"/>
                  <a:pt x="606665" y="671351"/>
                </a:cubicBezTo>
                <a:cubicBezTo>
                  <a:pt x="589896" y="671351"/>
                  <a:pt x="576302" y="657757"/>
                  <a:pt x="576302" y="640988"/>
                </a:cubicBezTo>
                <a:cubicBezTo>
                  <a:pt x="576302" y="624218"/>
                  <a:pt x="589896" y="610624"/>
                  <a:pt x="606665" y="610624"/>
                </a:cubicBezTo>
                <a:close/>
                <a:moveTo>
                  <a:pt x="534111" y="610624"/>
                </a:moveTo>
                <a:cubicBezTo>
                  <a:pt x="550880" y="610624"/>
                  <a:pt x="564474" y="624218"/>
                  <a:pt x="564474" y="640988"/>
                </a:cubicBezTo>
                <a:cubicBezTo>
                  <a:pt x="564474" y="657757"/>
                  <a:pt x="550880" y="671351"/>
                  <a:pt x="534111" y="671351"/>
                </a:cubicBezTo>
                <a:cubicBezTo>
                  <a:pt x="517341" y="671351"/>
                  <a:pt x="503747" y="657757"/>
                  <a:pt x="503747" y="640988"/>
                </a:cubicBezTo>
                <a:cubicBezTo>
                  <a:pt x="503747" y="624218"/>
                  <a:pt x="517341" y="610624"/>
                  <a:pt x="534111" y="610624"/>
                </a:cubicBezTo>
                <a:close/>
                <a:moveTo>
                  <a:pt x="461556" y="610624"/>
                </a:moveTo>
                <a:cubicBezTo>
                  <a:pt x="478326" y="610624"/>
                  <a:pt x="491920" y="624218"/>
                  <a:pt x="491920" y="640988"/>
                </a:cubicBezTo>
                <a:cubicBezTo>
                  <a:pt x="491920" y="657757"/>
                  <a:pt x="478326" y="671351"/>
                  <a:pt x="461556" y="671351"/>
                </a:cubicBezTo>
                <a:cubicBezTo>
                  <a:pt x="444787" y="671351"/>
                  <a:pt x="431192" y="657757"/>
                  <a:pt x="431192" y="640988"/>
                </a:cubicBezTo>
                <a:cubicBezTo>
                  <a:pt x="431192" y="624218"/>
                  <a:pt x="444787" y="610624"/>
                  <a:pt x="461556" y="610624"/>
                </a:cubicBezTo>
                <a:close/>
                <a:moveTo>
                  <a:pt x="389002" y="610624"/>
                </a:moveTo>
                <a:cubicBezTo>
                  <a:pt x="405771" y="610624"/>
                  <a:pt x="419365" y="624218"/>
                  <a:pt x="419365" y="640988"/>
                </a:cubicBezTo>
                <a:cubicBezTo>
                  <a:pt x="419365" y="657757"/>
                  <a:pt x="405771" y="671351"/>
                  <a:pt x="389002" y="671351"/>
                </a:cubicBezTo>
                <a:cubicBezTo>
                  <a:pt x="372232" y="671351"/>
                  <a:pt x="358638" y="657757"/>
                  <a:pt x="358638" y="640988"/>
                </a:cubicBezTo>
                <a:cubicBezTo>
                  <a:pt x="358638" y="624218"/>
                  <a:pt x="372232" y="610624"/>
                  <a:pt x="389002" y="610624"/>
                </a:cubicBezTo>
                <a:close/>
                <a:moveTo>
                  <a:pt x="316447" y="610624"/>
                </a:moveTo>
                <a:cubicBezTo>
                  <a:pt x="333216" y="610624"/>
                  <a:pt x="346810" y="624218"/>
                  <a:pt x="346810" y="640988"/>
                </a:cubicBezTo>
                <a:cubicBezTo>
                  <a:pt x="346810" y="657757"/>
                  <a:pt x="333216" y="671351"/>
                  <a:pt x="316447" y="671351"/>
                </a:cubicBezTo>
                <a:cubicBezTo>
                  <a:pt x="299677" y="671351"/>
                  <a:pt x="286084" y="657757"/>
                  <a:pt x="286084" y="640988"/>
                </a:cubicBezTo>
                <a:cubicBezTo>
                  <a:pt x="286084" y="624218"/>
                  <a:pt x="299677" y="610624"/>
                  <a:pt x="316447" y="610624"/>
                </a:cubicBezTo>
                <a:close/>
                <a:moveTo>
                  <a:pt x="243892" y="610624"/>
                </a:moveTo>
                <a:cubicBezTo>
                  <a:pt x="260662" y="610624"/>
                  <a:pt x="274256" y="624218"/>
                  <a:pt x="274256" y="640988"/>
                </a:cubicBezTo>
                <a:cubicBezTo>
                  <a:pt x="274256" y="657757"/>
                  <a:pt x="260662" y="671351"/>
                  <a:pt x="243892" y="671351"/>
                </a:cubicBezTo>
                <a:cubicBezTo>
                  <a:pt x="227123" y="671351"/>
                  <a:pt x="213529" y="657757"/>
                  <a:pt x="213529" y="640988"/>
                </a:cubicBezTo>
                <a:cubicBezTo>
                  <a:pt x="213529" y="624218"/>
                  <a:pt x="227123" y="610624"/>
                  <a:pt x="243892" y="610624"/>
                </a:cubicBezTo>
                <a:close/>
                <a:moveTo>
                  <a:pt x="171339" y="610624"/>
                </a:moveTo>
                <a:cubicBezTo>
                  <a:pt x="188107" y="610624"/>
                  <a:pt x="201701" y="624218"/>
                  <a:pt x="201701" y="640988"/>
                </a:cubicBezTo>
                <a:cubicBezTo>
                  <a:pt x="201701" y="657757"/>
                  <a:pt x="188107" y="671351"/>
                  <a:pt x="171339" y="671351"/>
                </a:cubicBezTo>
                <a:cubicBezTo>
                  <a:pt x="154667" y="671351"/>
                  <a:pt x="141073" y="657757"/>
                  <a:pt x="141073" y="640988"/>
                </a:cubicBezTo>
                <a:cubicBezTo>
                  <a:pt x="141073" y="624218"/>
                  <a:pt x="154667" y="610624"/>
                  <a:pt x="171339" y="610624"/>
                </a:cubicBezTo>
                <a:close/>
                <a:moveTo>
                  <a:pt x="98897" y="610624"/>
                </a:moveTo>
                <a:cubicBezTo>
                  <a:pt x="115658" y="610624"/>
                  <a:pt x="129252" y="624218"/>
                  <a:pt x="129252" y="640988"/>
                </a:cubicBezTo>
                <a:cubicBezTo>
                  <a:pt x="129252" y="657757"/>
                  <a:pt x="115658" y="671351"/>
                  <a:pt x="98897" y="671351"/>
                </a:cubicBezTo>
                <a:cubicBezTo>
                  <a:pt x="82124" y="671351"/>
                  <a:pt x="68530" y="657757"/>
                  <a:pt x="68530" y="640988"/>
                </a:cubicBezTo>
                <a:cubicBezTo>
                  <a:pt x="68530" y="624218"/>
                  <a:pt x="82124" y="610624"/>
                  <a:pt x="98897" y="610624"/>
                </a:cubicBezTo>
                <a:close/>
                <a:moveTo>
                  <a:pt x="26342" y="610624"/>
                </a:moveTo>
                <a:cubicBezTo>
                  <a:pt x="43106" y="610624"/>
                  <a:pt x="56701" y="624218"/>
                  <a:pt x="56701" y="640988"/>
                </a:cubicBezTo>
                <a:cubicBezTo>
                  <a:pt x="56701" y="657757"/>
                  <a:pt x="43106" y="671351"/>
                  <a:pt x="26342" y="671351"/>
                </a:cubicBezTo>
                <a:cubicBezTo>
                  <a:pt x="17956" y="671351"/>
                  <a:pt x="10365" y="667953"/>
                  <a:pt x="4871" y="662458"/>
                </a:cubicBezTo>
                <a:lnTo>
                  <a:pt x="0" y="650698"/>
                </a:lnTo>
                <a:lnTo>
                  <a:pt x="0" y="631277"/>
                </a:lnTo>
                <a:lnTo>
                  <a:pt x="4871" y="619517"/>
                </a:lnTo>
                <a:cubicBezTo>
                  <a:pt x="10365" y="614023"/>
                  <a:pt x="17956" y="610624"/>
                  <a:pt x="26342" y="610624"/>
                </a:cubicBezTo>
                <a:close/>
                <a:moveTo>
                  <a:pt x="1669096" y="549730"/>
                </a:moveTo>
                <a:lnTo>
                  <a:pt x="1668124" y="568994"/>
                </a:lnTo>
                <a:lnTo>
                  <a:pt x="1664620" y="560536"/>
                </a:lnTo>
                <a:close/>
                <a:moveTo>
                  <a:pt x="1622429" y="530173"/>
                </a:moveTo>
                <a:cubicBezTo>
                  <a:pt x="1639199" y="530173"/>
                  <a:pt x="1652792" y="543767"/>
                  <a:pt x="1652792" y="560536"/>
                </a:cubicBezTo>
                <a:cubicBezTo>
                  <a:pt x="1652792" y="577306"/>
                  <a:pt x="1639199" y="590900"/>
                  <a:pt x="1622429" y="590900"/>
                </a:cubicBezTo>
                <a:cubicBezTo>
                  <a:pt x="1605659" y="590900"/>
                  <a:pt x="1592066" y="577306"/>
                  <a:pt x="1592066" y="560536"/>
                </a:cubicBezTo>
                <a:cubicBezTo>
                  <a:pt x="1592066" y="543767"/>
                  <a:pt x="1605659" y="530173"/>
                  <a:pt x="1622429" y="530173"/>
                </a:cubicBezTo>
                <a:close/>
                <a:moveTo>
                  <a:pt x="1549874" y="530173"/>
                </a:moveTo>
                <a:cubicBezTo>
                  <a:pt x="1566644" y="530173"/>
                  <a:pt x="1580238" y="543767"/>
                  <a:pt x="1580238" y="560536"/>
                </a:cubicBezTo>
                <a:cubicBezTo>
                  <a:pt x="1580238" y="577306"/>
                  <a:pt x="1566644" y="590900"/>
                  <a:pt x="1549874" y="590900"/>
                </a:cubicBezTo>
                <a:cubicBezTo>
                  <a:pt x="1533105" y="590900"/>
                  <a:pt x="1519511" y="577306"/>
                  <a:pt x="1519511" y="560536"/>
                </a:cubicBezTo>
                <a:cubicBezTo>
                  <a:pt x="1519511" y="543767"/>
                  <a:pt x="1533105" y="530173"/>
                  <a:pt x="1549874" y="530173"/>
                </a:cubicBezTo>
                <a:close/>
                <a:moveTo>
                  <a:pt x="1477320" y="530173"/>
                </a:moveTo>
                <a:cubicBezTo>
                  <a:pt x="1494089" y="530173"/>
                  <a:pt x="1507683" y="543767"/>
                  <a:pt x="1507683" y="560536"/>
                </a:cubicBezTo>
                <a:cubicBezTo>
                  <a:pt x="1507683" y="577306"/>
                  <a:pt x="1494089" y="590900"/>
                  <a:pt x="1477320" y="590900"/>
                </a:cubicBezTo>
                <a:cubicBezTo>
                  <a:pt x="1460550" y="590900"/>
                  <a:pt x="1446956" y="577306"/>
                  <a:pt x="1446956" y="560536"/>
                </a:cubicBezTo>
                <a:cubicBezTo>
                  <a:pt x="1446956" y="543767"/>
                  <a:pt x="1460550" y="530173"/>
                  <a:pt x="1477320" y="530173"/>
                </a:cubicBezTo>
                <a:close/>
                <a:moveTo>
                  <a:pt x="1404765" y="530173"/>
                </a:moveTo>
                <a:cubicBezTo>
                  <a:pt x="1421535" y="530173"/>
                  <a:pt x="1435129" y="543767"/>
                  <a:pt x="1435129" y="560536"/>
                </a:cubicBezTo>
                <a:cubicBezTo>
                  <a:pt x="1435129" y="577306"/>
                  <a:pt x="1421535" y="590900"/>
                  <a:pt x="1404765" y="590900"/>
                </a:cubicBezTo>
                <a:cubicBezTo>
                  <a:pt x="1387996" y="590900"/>
                  <a:pt x="1374402" y="577306"/>
                  <a:pt x="1374402" y="560536"/>
                </a:cubicBezTo>
                <a:cubicBezTo>
                  <a:pt x="1374402" y="543767"/>
                  <a:pt x="1387996" y="530173"/>
                  <a:pt x="1404765" y="530173"/>
                </a:cubicBezTo>
                <a:close/>
                <a:moveTo>
                  <a:pt x="1332211" y="530173"/>
                </a:moveTo>
                <a:cubicBezTo>
                  <a:pt x="1348980" y="530173"/>
                  <a:pt x="1362574" y="543767"/>
                  <a:pt x="1362574" y="560536"/>
                </a:cubicBezTo>
                <a:cubicBezTo>
                  <a:pt x="1362574" y="577306"/>
                  <a:pt x="1348980" y="590900"/>
                  <a:pt x="1332211" y="590900"/>
                </a:cubicBezTo>
                <a:cubicBezTo>
                  <a:pt x="1315441" y="590900"/>
                  <a:pt x="1301847" y="577306"/>
                  <a:pt x="1301847" y="560536"/>
                </a:cubicBezTo>
                <a:cubicBezTo>
                  <a:pt x="1301847" y="543767"/>
                  <a:pt x="1315441" y="530173"/>
                  <a:pt x="1332211" y="530173"/>
                </a:cubicBezTo>
                <a:close/>
                <a:moveTo>
                  <a:pt x="1259656" y="530173"/>
                </a:moveTo>
                <a:cubicBezTo>
                  <a:pt x="1276426" y="530173"/>
                  <a:pt x="1290020" y="543767"/>
                  <a:pt x="1290020" y="560536"/>
                </a:cubicBezTo>
                <a:cubicBezTo>
                  <a:pt x="1290020" y="577306"/>
                  <a:pt x="1276426" y="590900"/>
                  <a:pt x="1259656" y="590900"/>
                </a:cubicBezTo>
                <a:cubicBezTo>
                  <a:pt x="1242887" y="590900"/>
                  <a:pt x="1229293" y="577306"/>
                  <a:pt x="1229293" y="560536"/>
                </a:cubicBezTo>
                <a:cubicBezTo>
                  <a:pt x="1229293" y="543767"/>
                  <a:pt x="1242887" y="530173"/>
                  <a:pt x="1259656" y="530173"/>
                </a:cubicBezTo>
                <a:close/>
                <a:moveTo>
                  <a:pt x="1187102" y="530173"/>
                </a:moveTo>
                <a:cubicBezTo>
                  <a:pt x="1203871" y="530173"/>
                  <a:pt x="1217465" y="543767"/>
                  <a:pt x="1217465" y="560536"/>
                </a:cubicBezTo>
                <a:cubicBezTo>
                  <a:pt x="1217465" y="577306"/>
                  <a:pt x="1203871" y="590900"/>
                  <a:pt x="1187102" y="590900"/>
                </a:cubicBezTo>
                <a:cubicBezTo>
                  <a:pt x="1170332" y="590900"/>
                  <a:pt x="1156738" y="577306"/>
                  <a:pt x="1156738" y="560536"/>
                </a:cubicBezTo>
                <a:cubicBezTo>
                  <a:pt x="1156738" y="543767"/>
                  <a:pt x="1170332" y="530173"/>
                  <a:pt x="1187102" y="530173"/>
                </a:cubicBezTo>
                <a:close/>
                <a:moveTo>
                  <a:pt x="1114547" y="530173"/>
                </a:moveTo>
                <a:cubicBezTo>
                  <a:pt x="1131317" y="530173"/>
                  <a:pt x="1144911" y="543767"/>
                  <a:pt x="1144911" y="560536"/>
                </a:cubicBezTo>
                <a:cubicBezTo>
                  <a:pt x="1144911" y="577306"/>
                  <a:pt x="1131317" y="590900"/>
                  <a:pt x="1114547" y="590900"/>
                </a:cubicBezTo>
                <a:cubicBezTo>
                  <a:pt x="1097778" y="590900"/>
                  <a:pt x="1084184" y="577306"/>
                  <a:pt x="1084184" y="560536"/>
                </a:cubicBezTo>
                <a:cubicBezTo>
                  <a:pt x="1084184" y="543767"/>
                  <a:pt x="1097778" y="530173"/>
                  <a:pt x="1114547" y="530173"/>
                </a:cubicBezTo>
                <a:close/>
                <a:moveTo>
                  <a:pt x="1041993" y="530173"/>
                </a:moveTo>
                <a:cubicBezTo>
                  <a:pt x="1058762" y="530173"/>
                  <a:pt x="1072356" y="543767"/>
                  <a:pt x="1072356" y="560536"/>
                </a:cubicBezTo>
                <a:cubicBezTo>
                  <a:pt x="1072356" y="577306"/>
                  <a:pt x="1058762" y="590900"/>
                  <a:pt x="1041993" y="590900"/>
                </a:cubicBezTo>
                <a:cubicBezTo>
                  <a:pt x="1025223" y="590900"/>
                  <a:pt x="1011629" y="577306"/>
                  <a:pt x="1011629" y="560536"/>
                </a:cubicBezTo>
                <a:cubicBezTo>
                  <a:pt x="1011629" y="543767"/>
                  <a:pt x="1025223" y="530173"/>
                  <a:pt x="1041993" y="530173"/>
                </a:cubicBezTo>
                <a:close/>
                <a:moveTo>
                  <a:pt x="969438" y="530173"/>
                </a:moveTo>
                <a:cubicBezTo>
                  <a:pt x="986208" y="530173"/>
                  <a:pt x="999801" y="543767"/>
                  <a:pt x="999801" y="560536"/>
                </a:cubicBezTo>
                <a:cubicBezTo>
                  <a:pt x="999801" y="577306"/>
                  <a:pt x="986208" y="590900"/>
                  <a:pt x="969438" y="590900"/>
                </a:cubicBezTo>
                <a:cubicBezTo>
                  <a:pt x="952669" y="590900"/>
                  <a:pt x="939075" y="577306"/>
                  <a:pt x="939075" y="560536"/>
                </a:cubicBezTo>
                <a:cubicBezTo>
                  <a:pt x="939075" y="543767"/>
                  <a:pt x="952669" y="530173"/>
                  <a:pt x="969438" y="530173"/>
                </a:cubicBezTo>
                <a:close/>
                <a:moveTo>
                  <a:pt x="896883" y="530173"/>
                </a:moveTo>
                <a:cubicBezTo>
                  <a:pt x="913653" y="530173"/>
                  <a:pt x="927247" y="543767"/>
                  <a:pt x="927247" y="560536"/>
                </a:cubicBezTo>
                <a:cubicBezTo>
                  <a:pt x="927247" y="577306"/>
                  <a:pt x="913653" y="590900"/>
                  <a:pt x="896883" y="590900"/>
                </a:cubicBezTo>
                <a:cubicBezTo>
                  <a:pt x="880114" y="590900"/>
                  <a:pt x="866520" y="577306"/>
                  <a:pt x="866520" y="560536"/>
                </a:cubicBezTo>
                <a:cubicBezTo>
                  <a:pt x="866520" y="543767"/>
                  <a:pt x="880114" y="530173"/>
                  <a:pt x="896883" y="530173"/>
                </a:cubicBezTo>
                <a:close/>
                <a:moveTo>
                  <a:pt x="824329" y="530173"/>
                </a:moveTo>
                <a:cubicBezTo>
                  <a:pt x="841098" y="530173"/>
                  <a:pt x="854692" y="543767"/>
                  <a:pt x="854692" y="560536"/>
                </a:cubicBezTo>
                <a:cubicBezTo>
                  <a:pt x="854692" y="577306"/>
                  <a:pt x="841098" y="590900"/>
                  <a:pt x="824329" y="590900"/>
                </a:cubicBezTo>
                <a:cubicBezTo>
                  <a:pt x="807559" y="590900"/>
                  <a:pt x="793965" y="577306"/>
                  <a:pt x="793965" y="560536"/>
                </a:cubicBezTo>
                <a:cubicBezTo>
                  <a:pt x="793965" y="543767"/>
                  <a:pt x="807559" y="530173"/>
                  <a:pt x="824329" y="530173"/>
                </a:cubicBezTo>
                <a:close/>
                <a:moveTo>
                  <a:pt x="751774" y="530173"/>
                </a:moveTo>
                <a:cubicBezTo>
                  <a:pt x="768544" y="530173"/>
                  <a:pt x="782138" y="543767"/>
                  <a:pt x="782138" y="560536"/>
                </a:cubicBezTo>
                <a:cubicBezTo>
                  <a:pt x="782138" y="577306"/>
                  <a:pt x="768544" y="590900"/>
                  <a:pt x="751774" y="590900"/>
                </a:cubicBezTo>
                <a:cubicBezTo>
                  <a:pt x="735005" y="590900"/>
                  <a:pt x="721411" y="577306"/>
                  <a:pt x="721411" y="560536"/>
                </a:cubicBezTo>
                <a:cubicBezTo>
                  <a:pt x="721411" y="543767"/>
                  <a:pt x="735005" y="530173"/>
                  <a:pt x="751774" y="530173"/>
                </a:cubicBezTo>
                <a:close/>
                <a:moveTo>
                  <a:pt x="679220" y="530173"/>
                </a:moveTo>
                <a:cubicBezTo>
                  <a:pt x="695989" y="530173"/>
                  <a:pt x="709583" y="543767"/>
                  <a:pt x="709583" y="560536"/>
                </a:cubicBezTo>
                <a:cubicBezTo>
                  <a:pt x="709583" y="577306"/>
                  <a:pt x="695989" y="590900"/>
                  <a:pt x="679220" y="590900"/>
                </a:cubicBezTo>
                <a:cubicBezTo>
                  <a:pt x="662450" y="590900"/>
                  <a:pt x="648856" y="577306"/>
                  <a:pt x="648856" y="560536"/>
                </a:cubicBezTo>
                <a:cubicBezTo>
                  <a:pt x="648856" y="543767"/>
                  <a:pt x="662450" y="530173"/>
                  <a:pt x="679220" y="530173"/>
                </a:cubicBezTo>
                <a:close/>
                <a:moveTo>
                  <a:pt x="606665" y="530173"/>
                </a:moveTo>
                <a:cubicBezTo>
                  <a:pt x="623435" y="530173"/>
                  <a:pt x="637029" y="543767"/>
                  <a:pt x="637029" y="560536"/>
                </a:cubicBezTo>
                <a:cubicBezTo>
                  <a:pt x="637029" y="577306"/>
                  <a:pt x="623435" y="590900"/>
                  <a:pt x="606665" y="590900"/>
                </a:cubicBezTo>
                <a:cubicBezTo>
                  <a:pt x="589896" y="590900"/>
                  <a:pt x="576302" y="577306"/>
                  <a:pt x="576302" y="560536"/>
                </a:cubicBezTo>
                <a:cubicBezTo>
                  <a:pt x="576302" y="543767"/>
                  <a:pt x="589896" y="530173"/>
                  <a:pt x="606665" y="530173"/>
                </a:cubicBezTo>
                <a:close/>
                <a:moveTo>
                  <a:pt x="534111" y="530173"/>
                </a:moveTo>
                <a:cubicBezTo>
                  <a:pt x="550880" y="530173"/>
                  <a:pt x="564474" y="543767"/>
                  <a:pt x="564474" y="560536"/>
                </a:cubicBezTo>
                <a:cubicBezTo>
                  <a:pt x="564474" y="577306"/>
                  <a:pt x="550880" y="590900"/>
                  <a:pt x="534111" y="590900"/>
                </a:cubicBezTo>
                <a:cubicBezTo>
                  <a:pt x="517341" y="590900"/>
                  <a:pt x="503747" y="577306"/>
                  <a:pt x="503747" y="560536"/>
                </a:cubicBezTo>
                <a:cubicBezTo>
                  <a:pt x="503747" y="543767"/>
                  <a:pt x="517341" y="530173"/>
                  <a:pt x="534111" y="530173"/>
                </a:cubicBezTo>
                <a:close/>
                <a:moveTo>
                  <a:pt x="461556" y="530173"/>
                </a:moveTo>
                <a:cubicBezTo>
                  <a:pt x="478326" y="530173"/>
                  <a:pt x="491920" y="543767"/>
                  <a:pt x="491920" y="560536"/>
                </a:cubicBezTo>
                <a:cubicBezTo>
                  <a:pt x="491920" y="577306"/>
                  <a:pt x="478326" y="590900"/>
                  <a:pt x="461556" y="590900"/>
                </a:cubicBezTo>
                <a:cubicBezTo>
                  <a:pt x="444787" y="590900"/>
                  <a:pt x="431192" y="577306"/>
                  <a:pt x="431192" y="560536"/>
                </a:cubicBezTo>
                <a:cubicBezTo>
                  <a:pt x="431192" y="543767"/>
                  <a:pt x="444787" y="530173"/>
                  <a:pt x="461556" y="530173"/>
                </a:cubicBezTo>
                <a:close/>
                <a:moveTo>
                  <a:pt x="389002" y="530173"/>
                </a:moveTo>
                <a:cubicBezTo>
                  <a:pt x="405771" y="530173"/>
                  <a:pt x="419365" y="543767"/>
                  <a:pt x="419365" y="560536"/>
                </a:cubicBezTo>
                <a:cubicBezTo>
                  <a:pt x="419365" y="577306"/>
                  <a:pt x="405771" y="590900"/>
                  <a:pt x="389002" y="590900"/>
                </a:cubicBezTo>
                <a:cubicBezTo>
                  <a:pt x="372232" y="590900"/>
                  <a:pt x="358638" y="577306"/>
                  <a:pt x="358638" y="560536"/>
                </a:cubicBezTo>
                <a:cubicBezTo>
                  <a:pt x="358638" y="543767"/>
                  <a:pt x="372232" y="530173"/>
                  <a:pt x="389002" y="530173"/>
                </a:cubicBezTo>
                <a:close/>
                <a:moveTo>
                  <a:pt x="316447" y="530173"/>
                </a:moveTo>
                <a:cubicBezTo>
                  <a:pt x="333216" y="530173"/>
                  <a:pt x="346810" y="543767"/>
                  <a:pt x="346810" y="560536"/>
                </a:cubicBezTo>
                <a:cubicBezTo>
                  <a:pt x="346810" y="577306"/>
                  <a:pt x="333216" y="590900"/>
                  <a:pt x="316447" y="590900"/>
                </a:cubicBezTo>
                <a:cubicBezTo>
                  <a:pt x="299677" y="590900"/>
                  <a:pt x="286084" y="577306"/>
                  <a:pt x="286084" y="560536"/>
                </a:cubicBezTo>
                <a:cubicBezTo>
                  <a:pt x="286084" y="543767"/>
                  <a:pt x="299677" y="530173"/>
                  <a:pt x="316447" y="530173"/>
                </a:cubicBezTo>
                <a:close/>
                <a:moveTo>
                  <a:pt x="243892" y="530173"/>
                </a:moveTo>
                <a:cubicBezTo>
                  <a:pt x="260662" y="530173"/>
                  <a:pt x="274256" y="543767"/>
                  <a:pt x="274256" y="560536"/>
                </a:cubicBezTo>
                <a:cubicBezTo>
                  <a:pt x="274256" y="577306"/>
                  <a:pt x="260662" y="590900"/>
                  <a:pt x="243892" y="590900"/>
                </a:cubicBezTo>
                <a:cubicBezTo>
                  <a:pt x="227123" y="590900"/>
                  <a:pt x="213529" y="577306"/>
                  <a:pt x="213529" y="560536"/>
                </a:cubicBezTo>
                <a:cubicBezTo>
                  <a:pt x="213529" y="543767"/>
                  <a:pt x="227123" y="530173"/>
                  <a:pt x="243892" y="530173"/>
                </a:cubicBezTo>
                <a:close/>
                <a:moveTo>
                  <a:pt x="171339" y="530173"/>
                </a:moveTo>
                <a:cubicBezTo>
                  <a:pt x="188107" y="530173"/>
                  <a:pt x="201701" y="543767"/>
                  <a:pt x="201701" y="560536"/>
                </a:cubicBezTo>
                <a:cubicBezTo>
                  <a:pt x="201701" y="577306"/>
                  <a:pt x="188107" y="590900"/>
                  <a:pt x="171339" y="590900"/>
                </a:cubicBezTo>
                <a:cubicBezTo>
                  <a:pt x="154673" y="590900"/>
                  <a:pt x="141079" y="577306"/>
                  <a:pt x="141079" y="560536"/>
                </a:cubicBezTo>
                <a:cubicBezTo>
                  <a:pt x="141079" y="543767"/>
                  <a:pt x="154673" y="530173"/>
                  <a:pt x="171339" y="530173"/>
                </a:cubicBezTo>
                <a:close/>
                <a:moveTo>
                  <a:pt x="98904" y="530173"/>
                </a:moveTo>
                <a:cubicBezTo>
                  <a:pt x="115664" y="530173"/>
                  <a:pt x="129258" y="543767"/>
                  <a:pt x="129258" y="560536"/>
                </a:cubicBezTo>
                <a:cubicBezTo>
                  <a:pt x="129258" y="577306"/>
                  <a:pt x="115664" y="590900"/>
                  <a:pt x="98904" y="590900"/>
                </a:cubicBezTo>
                <a:cubicBezTo>
                  <a:pt x="82130" y="590900"/>
                  <a:pt x="68536" y="577306"/>
                  <a:pt x="68536" y="560536"/>
                </a:cubicBezTo>
                <a:cubicBezTo>
                  <a:pt x="68536" y="543767"/>
                  <a:pt x="82130" y="530173"/>
                  <a:pt x="98904" y="530173"/>
                </a:cubicBezTo>
                <a:close/>
                <a:moveTo>
                  <a:pt x="26349" y="530173"/>
                </a:moveTo>
                <a:cubicBezTo>
                  <a:pt x="43112" y="530173"/>
                  <a:pt x="56707" y="543767"/>
                  <a:pt x="56707" y="560536"/>
                </a:cubicBezTo>
                <a:cubicBezTo>
                  <a:pt x="56707" y="577306"/>
                  <a:pt x="43112" y="590900"/>
                  <a:pt x="26349" y="590900"/>
                </a:cubicBezTo>
                <a:cubicBezTo>
                  <a:pt x="17963" y="590900"/>
                  <a:pt x="10372" y="587502"/>
                  <a:pt x="4877" y="582007"/>
                </a:cubicBezTo>
                <a:lnTo>
                  <a:pt x="0" y="570232"/>
                </a:lnTo>
                <a:lnTo>
                  <a:pt x="0" y="550840"/>
                </a:lnTo>
                <a:lnTo>
                  <a:pt x="4877" y="539066"/>
                </a:lnTo>
                <a:cubicBezTo>
                  <a:pt x="10372" y="533572"/>
                  <a:pt x="17963" y="530173"/>
                  <a:pt x="26349" y="530173"/>
                </a:cubicBezTo>
                <a:close/>
                <a:moveTo>
                  <a:pt x="1673704" y="458486"/>
                </a:moveTo>
                <a:lnTo>
                  <a:pt x="1671744" y="497284"/>
                </a:lnTo>
                <a:lnTo>
                  <a:pt x="1664620" y="480084"/>
                </a:lnTo>
                <a:cubicBezTo>
                  <a:pt x="1664620" y="471700"/>
                  <a:pt x="1668019" y="464109"/>
                  <a:pt x="1673514" y="458614"/>
                </a:cubicBezTo>
                <a:close/>
                <a:moveTo>
                  <a:pt x="1622429" y="449721"/>
                </a:moveTo>
                <a:cubicBezTo>
                  <a:pt x="1639199" y="449721"/>
                  <a:pt x="1652792" y="463315"/>
                  <a:pt x="1652792" y="480084"/>
                </a:cubicBezTo>
                <a:cubicBezTo>
                  <a:pt x="1652792" y="496854"/>
                  <a:pt x="1639199" y="510448"/>
                  <a:pt x="1622429" y="510448"/>
                </a:cubicBezTo>
                <a:cubicBezTo>
                  <a:pt x="1605659" y="510448"/>
                  <a:pt x="1592066" y="496854"/>
                  <a:pt x="1592066" y="480084"/>
                </a:cubicBezTo>
                <a:cubicBezTo>
                  <a:pt x="1592066" y="463315"/>
                  <a:pt x="1605659" y="449721"/>
                  <a:pt x="1622429" y="449721"/>
                </a:cubicBezTo>
                <a:close/>
                <a:moveTo>
                  <a:pt x="1549874" y="449721"/>
                </a:moveTo>
                <a:cubicBezTo>
                  <a:pt x="1566644" y="449721"/>
                  <a:pt x="1580238" y="463315"/>
                  <a:pt x="1580238" y="480084"/>
                </a:cubicBezTo>
                <a:cubicBezTo>
                  <a:pt x="1580238" y="496854"/>
                  <a:pt x="1566644" y="510448"/>
                  <a:pt x="1549874" y="510448"/>
                </a:cubicBezTo>
                <a:cubicBezTo>
                  <a:pt x="1533105" y="510448"/>
                  <a:pt x="1519511" y="496854"/>
                  <a:pt x="1519511" y="480084"/>
                </a:cubicBezTo>
                <a:cubicBezTo>
                  <a:pt x="1519511" y="463315"/>
                  <a:pt x="1533105" y="449721"/>
                  <a:pt x="1549874" y="449721"/>
                </a:cubicBezTo>
                <a:close/>
                <a:moveTo>
                  <a:pt x="1477320" y="449721"/>
                </a:moveTo>
                <a:cubicBezTo>
                  <a:pt x="1494089" y="449721"/>
                  <a:pt x="1507683" y="463315"/>
                  <a:pt x="1507683" y="480084"/>
                </a:cubicBezTo>
                <a:cubicBezTo>
                  <a:pt x="1507683" y="496854"/>
                  <a:pt x="1494089" y="510448"/>
                  <a:pt x="1477320" y="510448"/>
                </a:cubicBezTo>
                <a:cubicBezTo>
                  <a:pt x="1460550" y="510448"/>
                  <a:pt x="1446956" y="496854"/>
                  <a:pt x="1446956" y="480084"/>
                </a:cubicBezTo>
                <a:cubicBezTo>
                  <a:pt x="1446956" y="463315"/>
                  <a:pt x="1460550" y="449721"/>
                  <a:pt x="1477320" y="449721"/>
                </a:cubicBezTo>
                <a:close/>
                <a:moveTo>
                  <a:pt x="1404765" y="449721"/>
                </a:moveTo>
                <a:cubicBezTo>
                  <a:pt x="1421535" y="449721"/>
                  <a:pt x="1435129" y="463315"/>
                  <a:pt x="1435129" y="480084"/>
                </a:cubicBezTo>
                <a:cubicBezTo>
                  <a:pt x="1435129" y="496854"/>
                  <a:pt x="1421535" y="510448"/>
                  <a:pt x="1404765" y="510448"/>
                </a:cubicBezTo>
                <a:cubicBezTo>
                  <a:pt x="1387996" y="510448"/>
                  <a:pt x="1374402" y="496854"/>
                  <a:pt x="1374402" y="480084"/>
                </a:cubicBezTo>
                <a:cubicBezTo>
                  <a:pt x="1374402" y="463315"/>
                  <a:pt x="1387996" y="449721"/>
                  <a:pt x="1404765" y="449721"/>
                </a:cubicBezTo>
                <a:close/>
                <a:moveTo>
                  <a:pt x="1332211" y="449721"/>
                </a:moveTo>
                <a:cubicBezTo>
                  <a:pt x="1348980" y="449721"/>
                  <a:pt x="1362574" y="463315"/>
                  <a:pt x="1362574" y="480084"/>
                </a:cubicBezTo>
                <a:cubicBezTo>
                  <a:pt x="1362574" y="496854"/>
                  <a:pt x="1348980" y="510448"/>
                  <a:pt x="1332211" y="510448"/>
                </a:cubicBezTo>
                <a:cubicBezTo>
                  <a:pt x="1315441" y="510448"/>
                  <a:pt x="1301847" y="496854"/>
                  <a:pt x="1301847" y="480084"/>
                </a:cubicBezTo>
                <a:cubicBezTo>
                  <a:pt x="1301847" y="463315"/>
                  <a:pt x="1315441" y="449721"/>
                  <a:pt x="1332211" y="449721"/>
                </a:cubicBezTo>
                <a:close/>
                <a:moveTo>
                  <a:pt x="1259656" y="449721"/>
                </a:moveTo>
                <a:cubicBezTo>
                  <a:pt x="1276426" y="449721"/>
                  <a:pt x="1290020" y="463315"/>
                  <a:pt x="1290020" y="480084"/>
                </a:cubicBezTo>
                <a:cubicBezTo>
                  <a:pt x="1290020" y="496854"/>
                  <a:pt x="1276426" y="510448"/>
                  <a:pt x="1259656" y="510448"/>
                </a:cubicBezTo>
                <a:cubicBezTo>
                  <a:pt x="1242887" y="510448"/>
                  <a:pt x="1229293" y="496854"/>
                  <a:pt x="1229293" y="480084"/>
                </a:cubicBezTo>
                <a:cubicBezTo>
                  <a:pt x="1229293" y="463315"/>
                  <a:pt x="1242887" y="449721"/>
                  <a:pt x="1259656" y="449721"/>
                </a:cubicBezTo>
                <a:close/>
                <a:moveTo>
                  <a:pt x="1187102" y="449721"/>
                </a:moveTo>
                <a:cubicBezTo>
                  <a:pt x="1203871" y="449721"/>
                  <a:pt x="1217465" y="463315"/>
                  <a:pt x="1217465" y="480084"/>
                </a:cubicBezTo>
                <a:cubicBezTo>
                  <a:pt x="1217465" y="496854"/>
                  <a:pt x="1203871" y="510448"/>
                  <a:pt x="1187102" y="510448"/>
                </a:cubicBezTo>
                <a:cubicBezTo>
                  <a:pt x="1170332" y="510448"/>
                  <a:pt x="1156738" y="496854"/>
                  <a:pt x="1156738" y="480084"/>
                </a:cubicBezTo>
                <a:cubicBezTo>
                  <a:pt x="1156738" y="463315"/>
                  <a:pt x="1170332" y="449721"/>
                  <a:pt x="1187102" y="449721"/>
                </a:cubicBezTo>
                <a:close/>
                <a:moveTo>
                  <a:pt x="1114547" y="449721"/>
                </a:moveTo>
                <a:cubicBezTo>
                  <a:pt x="1131317" y="449721"/>
                  <a:pt x="1144911" y="463315"/>
                  <a:pt x="1144911" y="480084"/>
                </a:cubicBezTo>
                <a:cubicBezTo>
                  <a:pt x="1144911" y="496854"/>
                  <a:pt x="1131317" y="510448"/>
                  <a:pt x="1114547" y="510448"/>
                </a:cubicBezTo>
                <a:cubicBezTo>
                  <a:pt x="1097778" y="510448"/>
                  <a:pt x="1084184" y="496854"/>
                  <a:pt x="1084184" y="480084"/>
                </a:cubicBezTo>
                <a:cubicBezTo>
                  <a:pt x="1084184" y="463315"/>
                  <a:pt x="1097778" y="449721"/>
                  <a:pt x="1114547" y="449721"/>
                </a:cubicBezTo>
                <a:close/>
                <a:moveTo>
                  <a:pt x="1041993" y="449721"/>
                </a:moveTo>
                <a:cubicBezTo>
                  <a:pt x="1058762" y="449721"/>
                  <a:pt x="1072356" y="463315"/>
                  <a:pt x="1072356" y="480084"/>
                </a:cubicBezTo>
                <a:cubicBezTo>
                  <a:pt x="1072356" y="496854"/>
                  <a:pt x="1058762" y="510448"/>
                  <a:pt x="1041993" y="510448"/>
                </a:cubicBezTo>
                <a:cubicBezTo>
                  <a:pt x="1025223" y="510448"/>
                  <a:pt x="1011629" y="496854"/>
                  <a:pt x="1011629" y="480084"/>
                </a:cubicBezTo>
                <a:cubicBezTo>
                  <a:pt x="1011629" y="463315"/>
                  <a:pt x="1025223" y="449721"/>
                  <a:pt x="1041993" y="449721"/>
                </a:cubicBezTo>
                <a:close/>
                <a:moveTo>
                  <a:pt x="969438" y="449721"/>
                </a:moveTo>
                <a:cubicBezTo>
                  <a:pt x="986208" y="449721"/>
                  <a:pt x="999801" y="463315"/>
                  <a:pt x="999801" y="480084"/>
                </a:cubicBezTo>
                <a:cubicBezTo>
                  <a:pt x="999801" y="496854"/>
                  <a:pt x="986208" y="510448"/>
                  <a:pt x="969438" y="510448"/>
                </a:cubicBezTo>
                <a:cubicBezTo>
                  <a:pt x="952669" y="510448"/>
                  <a:pt x="939075" y="496854"/>
                  <a:pt x="939075" y="480084"/>
                </a:cubicBezTo>
                <a:cubicBezTo>
                  <a:pt x="939075" y="463315"/>
                  <a:pt x="952669" y="449721"/>
                  <a:pt x="969438" y="449721"/>
                </a:cubicBezTo>
                <a:close/>
                <a:moveTo>
                  <a:pt x="896883" y="449721"/>
                </a:moveTo>
                <a:cubicBezTo>
                  <a:pt x="913653" y="449721"/>
                  <a:pt x="927247" y="463315"/>
                  <a:pt x="927247" y="480084"/>
                </a:cubicBezTo>
                <a:cubicBezTo>
                  <a:pt x="927247" y="496854"/>
                  <a:pt x="913653" y="510448"/>
                  <a:pt x="896883" y="510448"/>
                </a:cubicBezTo>
                <a:cubicBezTo>
                  <a:pt x="880114" y="510448"/>
                  <a:pt x="866520" y="496854"/>
                  <a:pt x="866520" y="480084"/>
                </a:cubicBezTo>
                <a:cubicBezTo>
                  <a:pt x="866520" y="463315"/>
                  <a:pt x="880114" y="449721"/>
                  <a:pt x="896883" y="449721"/>
                </a:cubicBezTo>
                <a:close/>
                <a:moveTo>
                  <a:pt x="824329" y="449721"/>
                </a:moveTo>
                <a:cubicBezTo>
                  <a:pt x="841098" y="449721"/>
                  <a:pt x="854692" y="463315"/>
                  <a:pt x="854692" y="480084"/>
                </a:cubicBezTo>
                <a:cubicBezTo>
                  <a:pt x="854692" y="496854"/>
                  <a:pt x="841098" y="510448"/>
                  <a:pt x="824329" y="510448"/>
                </a:cubicBezTo>
                <a:cubicBezTo>
                  <a:pt x="807559" y="510448"/>
                  <a:pt x="793965" y="496854"/>
                  <a:pt x="793965" y="480084"/>
                </a:cubicBezTo>
                <a:cubicBezTo>
                  <a:pt x="793965" y="463315"/>
                  <a:pt x="807559" y="449721"/>
                  <a:pt x="824329" y="449721"/>
                </a:cubicBezTo>
                <a:close/>
                <a:moveTo>
                  <a:pt x="751774" y="449721"/>
                </a:moveTo>
                <a:cubicBezTo>
                  <a:pt x="768544" y="449721"/>
                  <a:pt x="782138" y="463315"/>
                  <a:pt x="782138" y="480084"/>
                </a:cubicBezTo>
                <a:cubicBezTo>
                  <a:pt x="782138" y="496854"/>
                  <a:pt x="768544" y="510448"/>
                  <a:pt x="751774" y="510448"/>
                </a:cubicBezTo>
                <a:cubicBezTo>
                  <a:pt x="735005" y="510448"/>
                  <a:pt x="721411" y="496854"/>
                  <a:pt x="721411" y="480084"/>
                </a:cubicBezTo>
                <a:cubicBezTo>
                  <a:pt x="721411" y="463315"/>
                  <a:pt x="735005" y="449721"/>
                  <a:pt x="751774" y="449721"/>
                </a:cubicBezTo>
                <a:close/>
                <a:moveTo>
                  <a:pt x="679220" y="449721"/>
                </a:moveTo>
                <a:cubicBezTo>
                  <a:pt x="695989" y="449721"/>
                  <a:pt x="709583" y="463315"/>
                  <a:pt x="709583" y="480084"/>
                </a:cubicBezTo>
                <a:cubicBezTo>
                  <a:pt x="709583" y="496854"/>
                  <a:pt x="695989" y="510448"/>
                  <a:pt x="679220" y="510448"/>
                </a:cubicBezTo>
                <a:cubicBezTo>
                  <a:pt x="662450" y="510448"/>
                  <a:pt x="648856" y="496854"/>
                  <a:pt x="648856" y="480084"/>
                </a:cubicBezTo>
                <a:cubicBezTo>
                  <a:pt x="648856" y="463315"/>
                  <a:pt x="662450" y="449721"/>
                  <a:pt x="679220" y="449721"/>
                </a:cubicBezTo>
                <a:close/>
                <a:moveTo>
                  <a:pt x="606665" y="449721"/>
                </a:moveTo>
                <a:cubicBezTo>
                  <a:pt x="623435" y="449721"/>
                  <a:pt x="637029" y="463315"/>
                  <a:pt x="637029" y="480084"/>
                </a:cubicBezTo>
                <a:cubicBezTo>
                  <a:pt x="637029" y="496854"/>
                  <a:pt x="623435" y="510448"/>
                  <a:pt x="606665" y="510448"/>
                </a:cubicBezTo>
                <a:cubicBezTo>
                  <a:pt x="589896" y="510448"/>
                  <a:pt x="576302" y="496854"/>
                  <a:pt x="576302" y="480084"/>
                </a:cubicBezTo>
                <a:cubicBezTo>
                  <a:pt x="576302" y="463315"/>
                  <a:pt x="589896" y="449721"/>
                  <a:pt x="606665" y="449721"/>
                </a:cubicBezTo>
                <a:close/>
                <a:moveTo>
                  <a:pt x="534111" y="449721"/>
                </a:moveTo>
                <a:cubicBezTo>
                  <a:pt x="550880" y="449721"/>
                  <a:pt x="564474" y="463315"/>
                  <a:pt x="564474" y="480084"/>
                </a:cubicBezTo>
                <a:cubicBezTo>
                  <a:pt x="564474" y="496854"/>
                  <a:pt x="550880" y="510448"/>
                  <a:pt x="534111" y="510448"/>
                </a:cubicBezTo>
                <a:cubicBezTo>
                  <a:pt x="517341" y="510448"/>
                  <a:pt x="503747" y="496854"/>
                  <a:pt x="503747" y="480084"/>
                </a:cubicBezTo>
                <a:cubicBezTo>
                  <a:pt x="503747" y="463315"/>
                  <a:pt x="517341" y="449721"/>
                  <a:pt x="534111" y="449721"/>
                </a:cubicBezTo>
                <a:close/>
                <a:moveTo>
                  <a:pt x="461556" y="449721"/>
                </a:moveTo>
                <a:cubicBezTo>
                  <a:pt x="478326" y="449721"/>
                  <a:pt x="491920" y="463315"/>
                  <a:pt x="491920" y="480084"/>
                </a:cubicBezTo>
                <a:cubicBezTo>
                  <a:pt x="491920" y="496854"/>
                  <a:pt x="478326" y="510448"/>
                  <a:pt x="461556" y="510448"/>
                </a:cubicBezTo>
                <a:cubicBezTo>
                  <a:pt x="444787" y="510448"/>
                  <a:pt x="431192" y="496854"/>
                  <a:pt x="431192" y="480084"/>
                </a:cubicBezTo>
                <a:cubicBezTo>
                  <a:pt x="431192" y="463315"/>
                  <a:pt x="444787" y="449721"/>
                  <a:pt x="461556" y="449721"/>
                </a:cubicBezTo>
                <a:close/>
                <a:moveTo>
                  <a:pt x="389002" y="449721"/>
                </a:moveTo>
                <a:cubicBezTo>
                  <a:pt x="405771" y="449721"/>
                  <a:pt x="419365" y="463315"/>
                  <a:pt x="419365" y="480084"/>
                </a:cubicBezTo>
                <a:cubicBezTo>
                  <a:pt x="419365" y="496854"/>
                  <a:pt x="405771" y="510448"/>
                  <a:pt x="389002" y="510448"/>
                </a:cubicBezTo>
                <a:cubicBezTo>
                  <a:pt x="372232" y="510448"/>
                  <a:pt x="358638" y="496854"/>
                  <a:pt x="358638" y="480084"/>
                </a:cubicBezTo>
                <a:cubicBezTo>
                  <a:pt x="358638" y="463315"/>
                  <a:pt x="372232" y="449721"/>
                  <a:pt x="389002" y="449721"/>
                </a:cubicBezTo>
                <a:close/>
                <a:moveTo>
                  <a:pt x="316447" y="449721"/>
                </a:moveTo>
                <a:cubicBezTo>
                  <a:pt x="333216" y="449721"/>
                  <a:pt x="346810" y="463315"/>
                  <a:pt x="346810" y="480084"/>
                </a:cubicBezTo>
                <a:cubicBezTo>
                  <a:pt x="346810" y="496854"/>
                  <a:pt x="333216" y="510448"/>
                  <a:pt x="316447" y="510448"/>
                </a:cubicBezTo>
                <a:cubicBezTo>
                  <a:pt x="299677" y="510448"/>
                  <a:pt x="286084" y="496854"/>
                  <a:pt x="286084" y="480084"/>
                </a:cubicBezTo>
                <a:cubicBezTo>
                  <a:pt x="286084" y="463315"/>
                  <a:pt x="299677" y="449721"/>
                  <a:pt x="316447" y="449721"/>
                </a:cubicBezTo>
                <a:close/>
                <a:moveTo>
                  <a:pt x="243892" y="449721"/>
                </a:moveTo>
                <a:cubicBezTo>
                  <a:pt x="260662" y="449721"/>
                  <a:pt x="274256" y="463315"/>
                  <a:pt x="274256" y="480084"/>
                </a:cubicBezTo>
                <a:cubicBezTo>
                  <a:pt x="274256" y="496854"/>
                  <a:pt x="260662" y="510448"/>
                  <a:pt x="243892" y="510448"/>
                </a:cubicBezTo>
                <a:cubicBezTo>
                  <a:pt x="227123" y="510448"/>
                  <a:pt x="213529" y="496854"/>
                  <a:pt x="213529" y="480084"/>
                </a:cubicBezTo>
                <a:cubicBezTo>
                  <a:pt x="213529" y="463315"/>
                  <a:pt x="227123" y="449721"/>
                  <a:pt x="243892" y="449721"/>
                </a:cubicBezTo>
                <a:close/>
                <a:moveTo>
                  <a:pt x="171339" y="449721"/>
                </a:moveTo>
                <a:cubicBezTo>
                  <a:pt x="188107" y="449721"/>
                  <a:pt x="201701" y="463315"/>
                  <a:pt x="201701" y="480084"/>
                </a:cubicBezTo>
                <a:cubicBezTo>
                  <a:pt x="201701" y="496854"/>
                  <a:pt x="188107" y="510448"/>
                  <a:pt x="171339" y="510448"/>
                </a:cubicBezTo>
                <a:cubicBezTo>
                  <a:pt x="154679" y="510448"/>
                  <a:pt x="141085" y="496854"/>
                  <a:pt x="141085" y="480084"/>
                </a:cubicBezTo>
                <a:cubicBezTo>
                  <a:pt x="141085" y="463315"/>
                  <a:pt x="154679" y="449721"/>
                  <a:pt x="171339" y="449721"/>
                </a:cubicBezTo>
                <a:close/>
                <a:moveTo>
                  <a:pt x="98910" y="449721"/>
                </a:moveTo>
                <a:cubicBezTo>
                  <a:pt x="115670" y="449721"/>
                  <a:pt x="129264" y="463315"/>
                  <a:pt x="129264" y="480084"/>
                </a:cubicBezTo>
                <a:cubicBezTo>
                  <a:pt x="129264" y="496854"/>
                  <a:pt x="115670" y="510448"/>
                  <a:pt x="98910" y="510448"/>
                </a:cubicBezTo>
                <a:cubicBezTo>
                  <a:pt x="82136" y="510448"/>
                  <a:pt x="68542" y="496854"/>
                  <a:pt x="68542" y="480084"/>
                </a:cubicBezTo>
                <a:cubicBezTo>
                  <a:pt x="68542" y="463315"/>
                  <a:pt x="82136" y="449721"/>
                  <a:pt x="98910" y="449721"/>
                </a:cubicBezTo>
                <a:close/>
                <a:moveTo>
                  <a:pt x="26355" y="449721"/>
                </a:moveTo>
                <a:cubicBezTo>
                  <a:pt x="43118" y="449721"/>
                  <a:pt x="56713" y="463315"/>
                  <a:pt x="56713" y="480084"/>
                </a:cubicBezTo>
                <a:cubicBezTo>
                  <a:pt x="56713" y="496854"/>
                  <a:pt x="43118" y="510448"/>
                  <a:pt x="26355" y="510448"/>
                </a:cubicBezTo>
                <a:cubicBezTo>
                  <a:pt x="17970" y="510448"/>
                  <a:pt x="10379" y="507050"/>
                  <a:pt x="4884" y="501555"/>
                </a:cubicBezTo>
                <a:lnTo>
                  <a:pt x="0" y="489763"/>
                </a:lnTo>
                <a:lnTo>
                  <a:pt x="0" y="470405"/>
                </a:lnTo>
                <a:lnTo>
                  <a:pt x="4884" y="458614"/>
                </a:lnTo>
                <a:cubicBezTo>
                  <a:pt x="10379" y="453120"/>
                  <a:pt x="17970" y="449721"/>
                  <a:pt x="26355" y="449721"/>
                </a:cubicBezTo>
                <a:close/>
                <a:moveTo>
                  <a:pt x="1673066" y="379245"/>
                </a:moveTo>
                <a:lnTo>
                  <a:pt x="1675237" y="422266"/>
                </a:lnTo>
                <a:lnTo>
                  <a:pt x="1673514" y="421103"/>
                </a:lnTo>
                <a:cubicBezTo>
                  <a:pt x="1668019" y="415609"/>
                  <a:pt x="1664620" y="408017"/>
                  <a:pt x="1664620" y="399633"/>
                </a:cubicBezTo>
                <a:close/>
                <a:moveTo>
                  <a:pt x="1622429" y="369269"/>
                </a:moveTo>
                <a:cubicBezTo>
                  <a:pt x="1639199" y="369269"/>
                  <a:pt x="1652792" y="382864"/>
                  <a:pt x="1652792" y="399633"/>
                </a:cubicBezTo>
                <a:cubicBezTo>
                  <a:pt x="1652792" y="416402"/>
                  <a:pt x="1639199" y="429997"/>
                  <a:pt x="1622429" y="429997"/>
                </a:cubicBezTo>
                <a:cubicBezTo>
                  <a:pt x="1605659" y="429997"/>
                  <a:pt x="1592066" y="416402"/>
                  <a:pt x="1592066" y="399633"/>
                </a:cubicBezTo>
                <a:cubicBezTo>
                  <a:pt x="1592066" y="382864"/>
                  <a:pt x="1605659" y="369269"/>
                  <a:pt x="1622429" y="369269"/>
                </a:cubicBezTo>
                <a:close/>
                <a:moveTo>
                  <a:pt x="1549874" y="369269"/>
                </a:moveTo>
                <a:cubicBezTo>
                  <a:pt x="1566644" y="369269"/>
                  <a:pt x="1580238" y="382864"/>
                  <a:pt x="1580238" y="399633"/>
                </a:cubicBezTo>
                <a:cubicBezTo>
                  <a:pt x="1580238" y="416402"/>
                  <a:pt x="1566644" y="429997"/>
                  <a:pt x="1549874" y="429997"/>
                </a:cubicBezTo>
                <a:cubicBezTo>
                  <a:pt x="1533105" y="429997"/>
                  <a:pt x="1519511" y="416402"/>
                  <a:pt x="1519511" y="399633"/>
                </a:cubicBezTo>
                <a:cubicBezTo>
                  <a:pt x="1519511" y="382864"/>
                  <a:pt x="1533105" y="369269"/>
                  <a:pt x="1549874" y="369269"/>
                </a:cubicBezTo>
                <a:close/>
                <a:moveTo>
                  <a:pt x="1477320" y="369269"/>
                </a:moveTo>
                <a:cubicBezTo>
                  <a:pt x="1494089" y="369269"/>
                  <a:pt x="1507683" y="382864"/>
                  <a:pt x="1507683" y="399633"/>
                </a:cubicBezTo>
                <a:cubicBezTo>
                  <a:pt x="1507683" y="416402"/>
                  <a:pt x="1494089" y="429997"/>
                  <a:pt x="1477320" y="429997"/>
                </a:cubicBezTo>
                <a:cubicBezTo>
                  <a:pt x="1460550" y="429997"/>
                  <a:pt x="1446956" y="416402"/>
                  <a:pt x="1446956" y="399633"/>
                </a:cubicBezTo>
                <a:cubicBezTo>
                  <a:pt x="1446956" y="382864"/>
                  <a:pt x="1460550" y="369269"/>
                  <a:pt x="1477320" y="369269"/>
                </a:cubicBezTo>
                <a:close/>
                <a:moveTo>
                  <a:pt x="1404765" y="369269"/>
                </a:moveTo>
                <a:cubicBezTo>
                  <a:pt x="1421535" y="369269"/>
                  <a:pt x="1435129" y="382864"/>
                  <a:pt x="1435129" y="399633"/>
                </a:cubicBezTo>
                <a:cubicBezTo>
                  <a:pt x="1435129" y="416402"/>
                  <a:pt x="1421535" y="429997"/>
                  <a:pt x="1404765" y="429997"/>
                </a:cubicBezTo>
                <a:cubicBezTo>
                  <a:pt x="1387996" y="429997"/>
                  <a:pt x="1374402" y="416402"/>
                  <a:pt x="1374402" y="399633"/>
                </a:cubicBezTo>
                <a:cubicBezTo>
                  <a:pt x="1374402" y="382864"/>
                  <a:pt x="1387996" y="369269"/>
                  <a:pt x="1404765" y="369269"/>
                </a:cubicBezTo>
                <a:close/>
                <a:moveTo>
                  <a:pt x="1332211" y="369269"/>
                </a:moveTo>
                <a:cubicBezTo>
                  <a:pt x="1348980" y="369269"/>
                  <a:pt x="1362574" y="382864"/>
                  <a:pt x="1362574" y="399633"/>
                </a:cubicBezTo>
                <a:cubicBezTo>
                  <a:pt x="1362574" y="416402"/>
                  <a:pt x="1348980" y="429997"/>
                  <a:pt x="1332211" y="429997"/>
                </a:cubicBezTo>
                <a:cubicBezTo>
                  <a:pt x="1315441" y="429997"/>
                  <a:pt x="1301847" y="416402"/>
                  <a:pt x="1301847" y="399633"/>
                </a:cubicBezTo>
                <a:cubicBezTo>
                  <a:pt x="1301847" y="382864"/>
                  <a:pt x="1315441" y="369269"/>
                  <a:pt x="1332211" y="369269"/>
                </a:cubicBezTo>
                <a:close/>
                <a:moveTo>
                  <a:pt x="1259656" y="369269"/>
                </a:moveTo>
                <a:cubicBezTo>
                  <a:pt x="1276426" y="369269"/>
                  <a:pt x="1290020" y="382864"/>
                  <a:pt x="1290020" y="399633"/>
                </a:cubicBezTo>
                <a:cubicBezTo>
                  <a:pt x="1290020" y="416402"/>
                  <a:pt x="1276426" y="429997"/>
                  <a:pt x="1259656" y="429997"/>
                </a:cubicBezTo>
                <a:cubicBezTo>
                  <a:pt x="1242887" y="429997"/>
                  <a:pt x="1229293" y="416402"/>
                  <a:pt x="1229293" y="399633"/>
                </a:cubicBezTo>
                <a:cubicBezTo>
                  <a:pt x="1229293" y="382864"/>
                  <a:pt x="1242887" y="369269"/>
                  <a:pt x="1259656" y="369269"/>
                </a:cubicBezTo>
                <a:close/>
                <a:moveTo>
                  <a:pt x="1187102" y="369269"/>
                </a:moveTo>
                <a:cubicBezTo>
                  <a:pt x="1203871" y="369269"/>
                  <a:pt x="1217465" y="382864"/>
                  <a:pt x="1217465" y="399633"/>
                </a:cubicBezTo>
                <a:cubicBezTo>
                  <a:pt x="1217465" y="416402"/>
                  <a:pt x="1203871" y="429997"/>
                  <a:pt x="1187102" y="429997"/>
                </a:cubicBezTo>
                <a:cubicBezTo>
                  <a:pt x="1170332" y="429997"/>
                  <a:pt x="1156738" y="416402"/>
                  <a:pt x="1156738" y="399633"/>
                </a:cubicBezTo>
                <a:cubicBezTo>
                  <a:pt x="1156738" y="382864"/>
                  <a:pt x="1170332" y="369269"/>
                  <a:pt x="1187102" y="369269"/>
                </a:cubicBezTo>
                <a:close/>
                <a:moveTo>
                  <a:pt x="1114547" y="369269"/>
                </a:moveTo>
                <a:cubicBezTo>
                  <a:pt x="1131317" y="369269"/>
                  <a:pt x="1144911" y="382864"/>
                  <a:pt x="1144911" y="399633"/>
                </a:cubicBezTo>
                <a:cubicBezTo>
                  <a:pt x="1144911" y="416402"/>
                  <a:pt x="1131317" y="429997"/>
                  <a:pt x="1114547" y="429997"/>
                </a:cubicBezTo>
                <a:cubicBezTo>
                  <a:pt x="1097778" y="429997"/>
                  <a:pt x="1084184" y="416402"/>
                  <a:pt x="1084184" y="399633"/>
                </a:cubicBezTo>
                <a:cubicBezTo>
                  <a:pt x="1084184" y="382864"/>
                  <a:pt x="1097778" y="369269"/>
                  <a:pt x="1114547" y="369269"/>
                </a:cubicBezTo>
                <a:close/>
                <a:moveTo>
                  <a:pt x="1041993" y="369269"/>
                </a:moveTo>
                <a:cubicBezTo>
                  <a:pt x="1058762" y="369269"/>
                  <a:pt x="1072356" y="382864"/>
                  <a:pt x="1072356" y="399633"/>
                </a:cubicBezTo>
                <a:cubicBezTo>
                  <a:pt x="1072356" y="416402"/>
                  <a:pt x="1058762" y="429997"/>
                  <a:pt x="1041993" y="429997"/>
                </a:cubicBezTo>
                <a:cubicBezTo>
                  <a:pt x="1025223" y="429997"/>
                  <a:pt x="1011629" y="416402"/>
                  <a:pt x="1011629" y="399633"/>
                </a:cubicBezTo>
                <a:cubicBezTo>
                  <a:pt x="1011629" y="382864"/>
                  <a:pt x="1025223" y="369269"/>
                  <a:pt x="1041993" y="369269"/>
                </a:cubicBezTo>
                <a:close/>
                <a:moveTo>
                  <a:pt x="969438" y="369269"/>
                </a:moveTo>
                <a:cubicBezTo>
                  <a:pt x="986208" y="369269"/>
                  <a:pt x="999801" y="382864"/>
                  <a:pt x="999801" y="399633"/>
                </a:cubicBezTo>
                <a:cubicBezTo>
                  <a:pt x="999801" y="416402"/>
                  <a:pt x="986208" y="429997"/>
                  <a:pt x="969438" y="429997"/>
                </a:cubicBezTo>
                <a:cubicBezTo>
                  <a:pt x="952669" y="429997"/>
                  <a:pt x="939075" y="416402"/>
                  <a:pt x="939075" y="399633"/>
                </a:cubicBezTo>
                <a:cubicBezTo>
                  <a:pt x="939075" y="382864"/>
                  <a:pt x="952669" y="369269"/>
                  <a:pt x="969438" y="369269"/>
                </a:cubicBezTo>
                <a:close/>
                <a:moveTo>
                  <a:pt x="896883" y="369269"/>
                </a:moveTo>
                <a:cubicBezTo>
                  <a:pt x="913653" y="369269"/>
                  <a:pt x="927247" y="382864"/>
                  <a:pt x="927247" y="399633"/>
                </a:cubicBezTo>
                <a:cubicBezTo>
                  <a:pt x="927247" y="416402"/>
                  <a:pt x="913653" y="429997"/>
                  <a:pt x="896883" y="429997"/>
                </a:cubicBezTo>
                <a:cubicBezTo>
                  <a:pt x="880114" y="429997"/>
                  <a:pt x="866520" y="416402"/>
                  <a:pt x="866520" y="399633"/>
                </a:cubicBezTo>
                <a:cubicBezTo>
                  <a:pt x="866520" y="382864"/>
                  <a:pt x="880114" y="369269"/>
                  <a:pt x="896883" y="369269"/>
                </a:cubicBezTo>
                <a:close/>
                <a:moveTo>
                  <a:pt x="824329" y="369269"/>
                </a:moveTo>
                <a:cubicBezTo>
                  <a:pt x="841098" y="369269"/>
                  <a:pt x="854692" y="382864"/>
                  <a:pt x="854692" y="399633"/>
                </a:cubicBezTo>
                <a:cubicBezTo>
                  <a:pt x="854692" y="416402"/>
                  <a:pt x="841098" y="429997"/>
                  <a:pt x="824329" y="429997"/>
                </a:cubicBezTo>
                <a:cubicBezTo>
                  <a:pt x="807559" y="429997"/>
                  <a:pt x="793965" y="416402"/>
                  <a:pt x="793965" y="399633"/>
                </a:cubicBezTo>
                <a:cubicBezTo>
                  <a:pt x="793965" y="382864"/>
                  <a:pt x="807559" y="369269"/>
                  <a:pt x="824329" y="369269"/>
                </a:cubicBezTo>
                <a:close/>
                <a:moveTo>
                  <a:pt x="751774" y="369269"/>
                </a:moveTo>
                <a:cubicBezTo>
                  <a:pt x="768544" y="369269"/>
                  <a:pt x="782138" y="382864"/>
                  <a:pt x="782138" y="399633"/>
                </a:cubicBezTo>
                <a:cubicBezTo>
                  <a:pt x="782138" y="416402"/>
                  <a:pt x="768544" y="429997"/>
                  <a:pt x="751774" y="429997"/>
                </a:cubicBezTo>
                <a:cubicBezTo>
                  <a:pt x="735005" y="429997"/>
                  <a:pt x="721411" y="416402"/>
                  <a:pt x="721411" y="399633"/>
                </a:cubicBezTo>
                <a:cubicBezTo>
                  <a:pt x="721411" y="382864"/>
                  <a:pt x="735005" y="369269"/>
                  <a:pt x="751774" y="369269"/>
                </a:cubicBezTo>
                <a:close/>
                <a:moveTo>
                  <a:pt x="679220" y="369269"/>
                </a:moveTo>
                <a:cubicBezTo>
                  <a:pt x="695989" y="369269"/>
                  <a:pt x="709583" y="382864"/>
                  <a:pt x="709583" y="399633"/>
                </a:cubicBezTo>
                <a:cubicBezTo>
                  <a:pt x="709583" y="416402"/>
                  <a:pt x="695989" y="429997"/>
                  <a:pt x="679220" y="429997"/>
                </a:cubicBezTo>
                <a:cubicBezTo>
                  <a:pt x="662450" y="429997"/>
                  <a:pt x="648856" y="416402"/>
                  <a:pt x="648856" y="399633"/>
                </a:cubicBezTo>
                <a:cubicBezTo>
                  <a:pt x="648856" y="382864"/>
                  <a:pt x="662450" y="369269"/>
                  <a:pt x="679220" y="369269"/>
                </a:cubicBezTo>
                <a:close/>
                <a:moveTo>
                  <a:pt x="606665" y="369269"/>
                </a:moveTo>
                <a:cubicBezTo>
                  <a:pt x="623435" y="369269"/>
                  <a:pt x="637029" y="382864"/>
                  <a:pt x="637029" y="399633"/>
                </a:cubicBezTo>
                <a:cubicBezTo>
                  <a:pt x="637029" y="416402"/>
                  <a:pt x="623435" y="429997"/>
                  <a:pt x="606665" y="429997"/>
                </a:cubicBezTo>
                <a:cubicBezTo>
                  <a:pt x="589896" y="429997"/>
                  <a:pt x="576302" y="416402"/>
                  <a:pt x="576302" y="399633"/>
                </a:cubicBezTo>
                <a:cubicBezTo>
                  <a:pt x="576302" y="382864"/>
                  <a:pt x="589896" y="369269"/>
                  <a:pt x="606665" y="369269"/>
                </a:cubicBezTo>
                <a:close/>
                <a:moveTo>
                  <a:pt x="534111" y="369269"/>
                </a:moveTo>
                <a:cubicBezTo>
                  <a:pt x="550880" y="369269"/>
                  <a:pt x="564474" y="382864"/>
                  <a:pt x="564474" y="399633"/>
                </a:cubicBezTo>
                <a:cubicBezTo>
                  <a:pt x="564474" y="416402"/>
                  <a:pt x="550880" y="429997"/>
                  <a:pt x="534111" y="429997"/>
                </a:cubicBezTo>
                <a:cubicBezTo>
                  <a:pt x="517341" y="429997"/>
                  <a:pt x="503747" y="416402"/>
                  <a:pt x="503747" y="399633"/>
                </a:cubicBezTo>
                <a:cubicBezTo>
                  <a:pt x="503747" y="382864"/>
                  <a:pt x="517341" y="369269"/>
                  <a:pt x="534111" y="369269"/>
                </a:cubicBezTo>
                <a:close/>
                <a:moveTo>
                  <a:pt x="461556" y="369269"/>
                </a:moveTo>
                <a:cubicBezTo>
                  <a:pt x="478326" y="369269"/>
                  <a:pt x="491920" y="382864"/>
                  <a:pt x="491920" y="399633"/>
                </a:cubicBezTo>
                <a:cubicBezTo>
                  <a:pt x="491920" y="416402"/>
                  <a:pt x="478326" y="429997"/>
                  <a:pt x="461556" y="429997"/>
                </a:cubicBezTo>
                <a:cubicBezTo>
                  <a:pt x="444787" y="429997"/>
                  <a:pt x="431192" y="416402"/>
                  <a:pt x="431192" y="399633"/>
                </a:cubicBezTo>
                <a:cubicBezTo>
                  <a:pt x="431192" y="382864"/>
                  <a:pt x="444787" y="369269"/>
                  <a:pt x="461556" y="369269"/>
                </a:cubicBezTo>
                <a:close/>
                <a:moveTo>
                  <a:pt x="389002" y="369269"/>
                </a:moveTo>
                <a:cubicBezTo>
                  <a:pt x="405771" y="369269"/>
                  <a:pt x="419365" y="382864"/>
                  <a:pt x="419365" y="399633"/>
                </a:cubicBezTo>
                <a:cubicBezTo>
                  <a:pt x="419365" y="416402"/>
                  <a:pt x="405771" y="429997"/>
                  <a:pt x="389002" y="429997"/>
                </a:cubicBezTo>
                <a:cubicBezTo>
                  <a:pt x="372232" y="429997"/>
                  <a:pt x="358638" y="416402"/>
                  <a:pt x="358638" y="399633"/>
                </a:cubicBezTo>
                <a:cubicBezTo>
                  <a:pt x="358638" y="382864"/>
                  <a:pt x="372232" y="369269"/>
                  <a:pt x="389002" y="369269"/>
                </a:cubicBezTo>
                <a:close/>
                <a:moveTo>
                  <a:pt x="316447" y="369269"/>
                </a:moveTo>
                <a:cubicBezTo>
                  <a:pt x="333216" y="369269"/>
                  <a:pt x="346810" y="382864"/>
                  <a:pt x="346810" y="399633"/>
                </a:cubicBezTo>
                <a:cubicBezTo>
                  <a:pt x="346810" y="416402"/>
                  <a:pt x="333216" y="429997"/>
                  <a:pt x="316447" y="429997"/>
                </a:cubicBezTo>
                <a:cubicBezTo>
                  <a:pt x="299677" y="429997"/>
                  <a:pt x="286084" y="416402"/>
                  <a:pt x="286084" y="399633"/>
                </a:cubicBezTo>
                <a:cubicBezTo>
                  <a:pt x="286084" y="382864"/>
                  <a:pt x="299677" y="369269"/>
                  <a:pt x="316447" y="369269"/>
                </a:cubicBezTo>
                <a:close/>
                <a:moveTo>
                  <a:pt x="243892" y="369269"/>
                </a:moveTo>
                <a:cubicBezTo>
                  <a:pt x="260662" y="369269"/>
                  <a:pt x="274256" y="382864"/>
                  <a:pt x="274256" y="399633"/>
                </a:cubicBezTo>
                <a:cubicBezTo>
                  <a:pt x="274256" y="416402"/>
                  <a:pt x="260662" y="429997"/>
                  <a:pt x="243892" y="429997"/>
                </a:cubicBezTo>
                <a:cubicBezTo>
                  <a:pt x="227123" y="429997"/>
                  <a:pt x="213529" y="416402"/>
                  <a:pt x="213529" y="399633"/>
                </a:cubicBezTo>
                <a:cubicBezTo>
                  <a:pt x="213529" y="382864"/>
                  <a:pt x="227123" y="369269"/>
                  <a:pt x="243892" y="369269"/>
                </a:cubicBezTo>
                <a:close/>
                <a:moveTo>
                  <a:pt x="171339" y="369269"/>
                </a:moveTo>
                <a:cubicBezTo>
                  <a:pt x="188107" y="369269"/>
                  <a:pt x="201701" y="382864"/>
                  <a:pt x="201701" y="399633"/>
                </a:cubicBezTo>
                <a:cubicBezTo>
                  <a:pt x="201701" y="416402"/>
                  <a:pt x="188107" y="429997"/>
                  <a:pt x="171339" y="429997"/>
                </a:cubicBezTo>
                <a:cubicBezTo>
                  <a:pt x="154685" y="429997"/>
                  <a:pt x="141090" y="416402"/>
                  <a:pt x="141090" y="399633"/>
                </a:cubicBezTo>
                <a:cubicBezTo>
                  <a:pt x="141090" y="382864"/>
                  <a:pt x="154685" y="369269"/>
                  <a:pt x="171339" y="369269"/>
                </a:cubicBezTo>
                <a:close/>
                <a:moveTo>
                  <a:pt x="98917" y="369269"/>
                </a:moveTo>
                <a:cubicBezTo>
                  <a:pt x="115677" y="369269"/>
                  <a:pt x="129270" y="382864"/>
                  <a:pt x="129270" y="399633"/>
                </a:cubicBezTo>
                <a:cubicBezTo>
                  <a:pt x="129270" y="416402"/>
                  <a:pt x="115677" y="429997"/>
                  <a:pt x="98917" y="429997"/>
                </a:cubicBezTo>
                <a:cubicBezTo>
                  <a:pt x="82143" y="429997"/>
                  <a:pt x="68549" y="416402"/>
                  <a:pt x="68549" y="399633"/>
                </a:cubicBezTo>
                <a:cubicBezTo>
                  <a:pt x="68549" y="382864"/>
                  <a:pt x="82143" y="369269"/>
                  <a:pt x="98917" y="369269"/>
                </a:cubicBezTo>
                <a:close/>
                <a:moveTo>
                  <a:pt x="26362" y="369269"/>
                </a:moveTo>
                <a:cubicBezTo>
                  <a:pt x="43124" y="369269"/>
                  <a:pt x="56719" y="382864"/>
                  <a:pt x="56719" y="399633"/>
                </a:cubicBezTo>
                <a:cubicBezTo>
                  <a:pt x="56719" y="416402"/>
                  <a:pt x="43124" y="429997"/>
                  <a:pt x="26362" y="429997"/>
                </a:cubicBezTo>
                <a:cubicBezTo>
                  <a:pt x="17976" y="429997"/>
                  <a:pt x="10385" y="426598"/>
                  <a:pt x="4890" y="421103"/>
                </a:cubicBezTo>
                <a:lnTo>
                  <a:pt x="0" y="409299"/>
                </a:lnTo>
                <a:lnTo>
                  <a:pt x="0" y="389967"/>
                </a:lnTo>
                <a:lnTo>
                  <a:pt x="4890" y="378163"/>
                </a:lnTo>
                <a:cubicBezTo>
                  <a:pt x="10385" y="372668"/>
                  <a:pt x="17976" y="369269"/>
                  <a:pt x="26362" y="369269"/>
                </a:cubicBezTo>
                <a:close/>
                <a:moveTo>
                  <a:pt x="1669444" y="307535"/>
                </a:moveTo>
                <a:lnTo>
                  <a:pt x="1670784" y="334061"/>
                </a:lnTo>
                <a:lnTo>
                  <a:pt x="1664620" y="319181"/>
                </a:lnTo>
                <a:close/>
                <a:moveTo>
                  <a:pt x="1622429" y="288818"/>
                </a:moveTo>
                <a:cubicBezTo>
                  <a:pt x="1639199" y="288818"/>
                  <a:pt x="1652792" y="302412"/>
                  <a:pt x="1652792" y="319181"/>
                </a:cubicBezTo>
                <a:cubicBezTo>
                  <a:pt x="1652792" y="335950"/>
                  <a:pt x="1639199" y="349545"/>
                  <a:pt x="1622429" y="349545"/>
                </a:cubicBezTo>
                <a:cubicBezTo>
                  <a:pt x="1605659" y="349545"/>
                  <a:pt x="1592066" y="335950"/>
                  <a:pt x="1592066" y="319181"/>
                </a:cubicBezTo>
                <a:cubicBezTo>
                  <a:pt x="1592066" y="302412"/>
                  <a:pt x="1605659" y="288818"/>
                  <a:pt x="1622429" y="288818"/>
                </a:cubicBezTo>
                <a:close/>
                <a:moveTo>
                  <a:pt x="1549874" y="288818"/>
                </a:moveTo>
                <a:cubicBezTo>
                  <a:pt x="1566644" y="288818"/>
                  <a:pt x="1580238" y="302412"/>
                  <a:pt x="1580238" y="319181"/>
                </a:cubicBezTo>
                <a:cubicBezTo>
                  <a:pt x="1580238" y="335950"/>
                  <a:pt x="1566644" y="349545"/>
                  <a:pt x="1549874" y="349545"/>
                </a:cubicBezTo>
                <a:cubicBezTo>
                  <a:pt x="1533105" y="349545"/>
                  <a:pt x="1519511" y="335950"/>
                  <a:pt x="1519511" y="319181"/>
                </a:cubicBezTo>
                <a:cubicBezTo>
                  <a:pt x="1519511" y="302412"/>
                  <a:pt x="1533105" y="288818"/>
                  <a:pt x="1549874" y="288818"/>
                </a:cubicBezTo>
                <a:close/>
                <a:moveTo>
                  <a:pt x="1477320" y="288818"/>
                </a:moveTo>
                <a:cubicBezTo>
                  <a:pt x="1494089" y="288818"/>
                  <a:pt x="1507683" y="302412"/>
                  <a:pt x="1507683" y="319181"/>
                </a:cubicBezTo>
                <a:cubicBezTo>
                  <a:pt x="1507683" y="335950"/>
                  <a:pt x="1494089" y="349545"/>
                  <a:pt x="1477320" y="349545"/>
                </a:cubicBezTo>
                <a:cubicBezTo>
                  <a:pt x="1460550" y="349545"/>
                  <a:pt x="1446956" y="335950"/>
                  <a:pt x="1446956" y="319181"/>
                </a:cubicBezTo>
                <a:cubicBezTo>
                  <a:pt x="1446956" y="302412"/>
                  <a:pt x="1460550" y="288818"/>
                  <a:pt x="1477320" y="288818"/>
                </a:cubicBezTo>
                <a:close/>
                <a:moveTo>
                  <a:pt x="1404765" y="288818"/>
                </a:moveTo>
                <a:cubicBezTo>
                  <a:pt x="1421535" y="288818"/>
                  <a:pt x="1435129" y="302412"/>
                  <a:pt x="1435129" y="319181"/>
                </a:cubicBezTo>
                <a:cubicBezTo>
                  <a:pt x="1435129" y="335950"/>
                  <a:pt x="1421535" y="349545"/>
                  <a:pt x="1404765" y="349545"/>
                </a:cubicBezTo>
                <a:cubicBezTo>
                  <a:pt x="1387996" y="349545"/>
                  <a:pt x="1374402" y="335950"/>
                  <a:pt x="1374402" y="319181"/>
                </a:cubicBezTo>
                <a:cubicBezTo>
                  <a:pt x="1374402" y="302412"/>
                  <a:pt x="1387996" y="288818"/>
                  <a:pt x="1404765" y="288818"/>
                </a:cubicBezTo>
                <a:close/>
                <a:moveTo>
                  <a:pt x="1332211" y="288818"/>
                </a:moveTo>
                <a:cubicBezTo>
                  <a:pt x="1348980" y="288818"/>
                  <a:pt x="1362574" y="302412"/>
                  <a:pt x="1362574" y="319181"/>
                </a:cubicBezTo>
                <a:cubicBezTo>
                  <a:pt x="1362574" y="335950"/>
                  <a:pt x="1348980" y="349545"/>
                  <a:pt x="1332211" y="349545"/>
                </a:cubicBezTo>
                <a:cubicBezTo>
                  <a:pt x="1315441" y="349545"/>
                  <a:pt x="1301847" y="335950"/>
                  <a:pt x="1301847" y="319181"/>
                </a:cubicBezTo>
                <a:cubicBezTo>
                  <a:pt x="1301847" y="302412"/>
                  <a:pt x="1315441" y="288818"/>
                  <a:pt x="1332211" y="288818"/>
                </a:cubicBezTo>
                <a:close/>
                <a:moveTo>
                  <a:pt x="1259656" y="288818"/>
                </a:moveTo>
                <a:cubicBezTo>
                  <a:pt x="1276426" y="288818"/>
                  <a:pt x="1290020" y="302412"/>
                  <a:pt x="1290020" y="319181"/>
                </a:cubicBezTo>
                <a:cubicBezTo>
                  <a:pt x="1290020" y="335950"/>
                  <a:pt x="1276426" y="349545"/>
                  <a:pt x="1259656" y="349545"/>
                </a:cubicBezTo>
                <a:cubicBezTo>
                  <a:pt x="1242887" y="349545"/>
                  <a:pt x="1229293" y="335950"/>
                  <a:pt x="1229293" y="319181"/>
                </a:cubicBezTo>
                <a:cubicBezTo>
                  <a:pt x="1229293" y="302412"/>
                  <a:pt x="1242887" y="288818"/>
                  <a:pt x="1259656" y="288818"/>
                </a:cubicBezTo>
                <a:close/>
                <a:moveTo>
                  <a:pt x="1187102" y="288818"/>
                </a:moveTo>
                <a:cubicBezTo>
                  <a:pt x="1203871" y="288818"/>
                  <a:pt x="1217465" y="302412"/>
                  <a:pt x="1217465" y="319181"/>
                </a:cubicBezTo>
                <a:cubicBezTo>
                  <a:pt x="1217465" y="335950"/>
                  <a:pt x="1203871" y="349545"/>
                  <a:pt x="1187102" y="349545"/>
                </a:cubicBezTo>
                <a:cubicBezTo>
                  <a:pt x="1170332" y="349545"/>
                  <a:pt x="1156738" y="335950"/>
                  <a:pt x="1156738" y="319181"/>
                </a:cubicBezTo>
                <a:cubicBezTo>
                  <a:pt x="1156738" y="302412"/>
                  <a:pt x="1170332" y="288818"/>
                  <a:pt x="1187102" y="288818"/>
                </a:cubicBezTo>
                <a:close/>
                <a:moveTo>
                  <a:pt x="1114547" y="288818"/>
                </a:moveTo>
                <a:cubicBezTo>
                  <a:pt x="1131317" y="288818"/>
                  <a:pt x="1144911" y="302412"/>
                  <a:pt x="1144911" y="319181"/>
                </a:cubicBezTo>
                <a:cubicBezTo>
                  <a:pt x="1144911" y="335950"/>
                  <a:pt x="1131317" y="349545"/>
                  <a:pt x="1114547" y="349545"/>
                </a:cubicBezTo>
                <a:cubicBezTo>
                  <a:pt x="1097778" y="349545"/>
                  <a:pt x="1084184" y="335950"/>
                  <a:pt x="1084184" y="319181"/>
                </a:cubicBezTo>
                <a:cubicBezTo>
                  <a:pt x="1084184" y="302412"/>
                  <a:pt x="1097778" y="288818"/>
                  <a:pt x="1114547" y="288818"/>
                </a:cubicBezTo>
                <a:close/>
                <a:moveTo>
                  <a:pt x="1041993" y="288818"/>
                </a:moveTo>
                <a:cubicBezTo>
                  <a:pt x="1058762" y="288818"/>
                  <a:pt x="1072356" y="302412"/>
                  <a:pt x="1072356" y="319181"/>
                </a:cubicBezTo>
                <a:cubicBezTo>
                  <a:pt x="1072356" y="335950"/>
                  <a:pt x="1058762" y="349545"/>
                  <a:pt x="1041993" y="349545"/>
                </a:cubicBezTo>
                <a:cubicBezTo>
                  <a:pt x="1025223" y="349545"/>
                  <a:pt x="1011629" y="335950"/>
                  <a:pt x="1011629" y="319181"/>
                </a:cubicBezTo>
                <a:cubicBezTo>
                  <a:pt x="1011629" y="302412"/>
                  <a:pt x="1025223" y="288818"/>
                  <a:pt x="1041993" y="288818"/>
                </a:cubicBezTo>
                <a:close/>
                <a:moveTo>
                  <a:pt x="969438" y="288818"/>
                </a:moveTo>
                <a:cubicBezTo>
                  <a:pt x="986208" y="288818"/>
                  <a:pt x="999801" y="302412"/>
                  <a:pt x="999801" y="319181"/>
                </a:cubicBezTo>
                <a:cubicBezTo>
                  <a:pt x="999801" y="335950"/>
                  <a:pt x="986208" y="349545"/>
                  <a:pt x="969438" y="349545"/>
                </a:cubicBezTo>
                <a:cubicBezTo>
                  <a:pt x="952669" y="349545"/>
                  <a:pt x="939075" y="335950"/>
                  <a:pt x="939075" y="319181"/>
                </a:cubicBezTo>
                <a:cubicBezTo>
                  <a:pt x="939075" y="302412"/>
                  <a:pt x="952669" y="288818"/>
                  <a:pt x="969438" y="288818"/>
                </a:cubicBezTo>
                <a:close/>
                <a:moveTo>
                  <a:pt x="896883" y="288818"/>
                </a:moveTo>
                <a:cubicBezTo>
                  <a:pt x="913653" y="288818"/>
                  <a:pt x="927247" y="302412"/>
                  <a:pt x="927247" y="319181"/>
                </a:cubicBezTo>
                <a:cubicBezTo>
                  <a:pt x="927247" y="335950"/>
                  <a:pt x="913653" y="349545"/>
                  <a:pt x="896883" y="349545"/>
                </a:cubicBezTo>
                <a:cubicBezTo>
                  <a:pt x="880114" y="349545"/>
                  <a:pt x="866520" y="335950"/>
                  <a:pt x="866520" y="319181"/>
                </a:cubicBezTo>
                <a:cubicBezTo>
                  <a:pt x="866520" y="302412"/>
                  <a:pt x="880114" y="288818"/>
                  <a:pt x="896883" y="288818"/>
                </a:cubicBezTo>
                <a:close/>
                <a:moveTo>
                  <a:pt x="824329" y="288818"/>
                </a:moveTo>
                <a:cubicBezTo>
                  <a:pt x="841098" y="288818"/>
                  <a:pt x="854692" y="302412"/>
                  <a:pt x="854692" y="319181"/>
                </a:cubicBezTo>
                <a:cubicBezTo>
                  <a:pt x="854692" y="335950"/>
                  <a:pt x="841098" y="349545"/>
                  <a:pt x="824329" y="349545"/>
                </a:cubicBezTo>
                <a:cubicBezTo>
                  <a:pt x="807559" y="349545"/>
                  <a:pt x="793965" y="335950"/>
                  <a:pt x="793965" y="319181"/>
                </a:cubicBezTo>
                <a:cubicBezTo>
                  <a:pt x="793965" y="302412"/>
                  <a:pt x="807559" y="288818"/>
                  <a:pt x="824329" y="288818"/>
                </a:cubicBezTo>
                <a:close/>
                <a:moveTo>
                  <a:pt x="751774" y="288818"/>
                </a:moveTo>
                <a:cubicBezTo>
                  <a:pt x="768544" y="288818"/>
                  <a:pt x="782138" y="302412"/>
                  <a:pt x="782138" y="319181"/>
                </a:cubicBezTo>
                <a:cubicBezTo>
                  <a:pt x="782138" y="335950"/>
                  <a:pt x="768544" y="349545"/>
                  <a:pt x="751774" y="349545"/>
                </a:cubicBezTo>
                <a:cubicBezTo>
                  <a:pt x="735005" y="349545"/>
                  <a:pt x="721411" y="335950"/>
                  <a:pt x="721411" y="319181"/>
                </a:cubicBezTo>
                <a:cubicBezTo>
                  <a:pt x="721411" y="302412"/>
                  <a:pt x="735005" y="288818"/>
                  <a:pt x="751774" y="288818"/>
                </a:cubicBezTo>
                <a:close/>
                <a:moveTo>
                  <a:pt x="679220" y="288818"/>
                </a:moveTo>
                <a:cubicBezTo>
                  <a:pt x="695989" y="288818"/>
                  <a:pt x="709583" y="302412"/>
                  <a:pt x="709583" y="319181"/>
                </a:cubicBezTo>
                <a:cubicBezTo>
                  <a:pt x="709583" y="335950"/>
                  <a:pt x="695989" y="349545"/>
                  <a:pt x="679220" y="349545"/>
                </a:cubicBezTo>
                <a:cubicBezTo>
                  <a:pt x="662450" y="349545"/>
                  <a:pt x="648856" y="335950"/>
                  <a:pt x="648856" y="319181"/>
                </a:cubicBezTo>
                <a:cubicBezTo>
                  <a:pt x="648856" y="302412"/>
                  <a:pt x="662450" y="288818"/>
                  <a:pt x="679220" y="288818"/>
                </a:cubicBezTo>
                <a:close/>
                <a:moveTo>
                  <a:pt x="606665" y="288818"/>
                </a:moveTo>
                <a:cubicBezTo>
                  <a:pt x="623435" y="288818"/>
                  <a:pt x="637029" y="302412"/>
                  <a:pt x="637029" y="319181"/>
                </a:cubicBezTo>
                <a:cubicBezTo>
                  <a:pt x="637029" y="335950"/>
                  <a:pt x="623435" y="349545"/>
                  <a:pt x="606665" y="349545"/>
                </a:cubicBezTo>
                <a:cubicBezTo>
                  <a:pt x="589896" y="349545"/>
                  <a:pt x="576302" y="335950"/>
                  <a:pt x="576302" y="319181"/>
                </a:cubicBezTo>
                <a:cubicBezTo>
                  <a:pt x="576302" y="302412"/>
                  <a:pt x="589896" y="288818"/>
                  <a:pt x="606665" y="288818"/>
                </a:cubicBezTo>
                <a:close/>
                <a:moveTo>
                  <a:pt x="534111" y="288818"/>
                </a:moveTo>
                <a:cubicBezTo>
                  <a:pt x="550880" y="288818"/>
                  <a:pt x="564474" y="302412"/>
                  <a:pt x="564474" y="319181"/>
                </a:cubicBezTo>
                <a:cubicBezTo>
                  <a:pt x="564474" y="335950"/>
                  <a:pt x="550880" y="349545"/>
                  <a:pt x="534111" y="349545"/>
                </a:cubicBezTo>
                <a:cubicBezTo>
                  <a:pt x="517341" y="349545"/>
                  <a:pt x="503747" y="335950"/>
                  <a:pt x="503747" y="319181"/>
                </a:cubicBezTo>
                <a:cubicBezTo>
                  <a:pt x="503747" y="302412"/>
                  <a:pt x="517341" y="288818"/>
                  <a:pt x="534111" y="288818"/>
                </a:cubicBezTo>
                <a:close/>
                <a:moveTo>
                  <a:pt x="461556" y="288818"/>
                </a:moveTo>
                <a:cubicBezTo>
                  <a:pt x="478326" y="288818"/>
                  <a:pt x="491920" y="302412"/>
                  <a:pt x="491920" y="319181"/>
                </a:cubicBezTo>
                <a:cubicBezTo>
                  <a:pt x="491920" y="335950"/>
                  <a:pt x="478326" y="349545"/>
                  <a:pt x="461556" y="349545"/>
                </a:cubicBezTo>
                <a:cubicBezTo>
                  <a:pt x="444787" y="349545"/>
                  <a:pt x="431192" y="335950"/>
                  <a:pt x="431192" y="319181"/>
                </a:cubicBezTo>
                <a:cubicBezTo>
                  <a:pt x="431192" y="302412"/>
                  <a:pt x="444787" y="288818"/>
                  <a:pt x="461556" y="288818"/>
                </a:cubicBezTo>
                <a:close/>
                <a:moveTo>
                  <a:pt x="389002" y="288818"/>
                </a:moveTo>
                <a:cubicBezTo>
                  <a:pt x="405771" y="288818"/>
                  <a:pt x="419365" y="302412"/>
                  <a:pt x="419365" y="319181"/>
                </a:cubicBezTo>
                <a:cubicBezTo>
                  <a:pt x="419365" y="335950"/>
                  <a:pt x="405771" y="349545"/>
                  <a:pt x="389002" y="349545"/>
                </a:cubicBezTo>
                <a:cubicBezTo>
                  <a:pt x="372232" y="349545"/>
                  <a:pt x="358638" y="335950"/>
                  <a:pt x="358638" y="319181"/>
                </a:cubicBezTo>
                <a:cubicBezTo>
                  <a:pt x="358638" y="302412"/>
                  <a:pt x="372232" y="288818"/>
                  <a:pt x="389002" y="288818"/>
                </a:cubicBezTo>
                <a:close/>
                <a:moveTo>
                  <a:pt x="316447" y="288818"/>
                </a:moveTo>
                <a:cubicBezTo>
                  <a:pt x="333216" y="288818"/>
                  <a:pt x="346810" y="302412"/>
                  <a:pt x="346810" y="319181"/>
                </a:cubicBezTo>
                <a:cubicBezTo>
                  <a:pt x="346810" y="335950"/>
                  <a:pt x="333216" y="349545"/>
                  <a:pt x="316447" y="349545"/>
                </a:cubicBezTo>
                <a:cubicBezTo>
                  <a:pt x="299677" y="349545"/>
                  <a:pt x="286084" y="335950"/>
                  <a:pt x="286084" y="319181"/>
                </a:cubicBezTo>
                <a:cubicBezTo>
                  <a:pt x="286084" y="302412"/>
                  <a:pt x="299677" y="288818"/>
                  <a:pt x="316447" y="288818"/>
                </a:cubicBezTo>
                <a:close/>
                <a:moveTo>
                  <a:pt x="243892" y="288818"/>
                </a:moveTo>
                <a:cubicBezTo>
                  <a:pt x="260662" y="288818"/>
                  <a:pt x="274256" y="302412"/>
                  <a:pt x="274256" y="319181"/>
                </a:cubicBezTo>
                <a:cubicBezTo>
                  <a:pt x="274256" y="335950"/>
                  <a:pt x="260662" y="349545"/>
                  <a:pt x="243892" y="349545"/>
                </a:cubicBezTo>
                <a:cubicBezTo>
                  <a:pt x="227123" y="349545"/>
                  <a:pt x="213529" y="335950"/>
                  <a:pt x="213529" y="319181"/>
                </a:cubicBezTo>
                <a:cubicBezTo>
                  <a:pt x="213529" y="302412"/>
                  <a:pt x="227123" y="288818"/>
                  <a:pt x="243892" y="288818"/>
                </a:cubicBezTo>
                <a:close/>
                <a:moveTo>
                  <a:pt x="171339" y="288818"/>
                </a:moveTo>
                <a:cubicBezTo>
                  <a:pt x="188107" y="288818"/>
                  <a:pt x="201701" y="302412"/>
                  <a:pt x="201701" y="319181"/>
                </a:cubicBezTo>
                <a:cubicBezTo>
                  <a:pt x="201701" y="335950"/>
                  <a:pt x="188107" y="349545"/>
                  <a:pt x="171339" y="349545"/>
                </a:cubicBezTo>
                <a:cubicBezTo>
                  <a:pt x="154691" y="349545"/>
                  <a:pt x="141096" y="335950"/>
                  <a:pt x="141096" y="319181"/>
                </a:cubicBezTo>
                <a:cubicBezTo>
                  <a:pt x="141096" y="302412"/>
                  <a:pt x="154691" y="288818"/>
                  <a:pt x="171339" y="288818"/>
                </a:cubicBezTo>
                <a:close/>
                <a:moveTo>
                  <a:pt x="98923" y="288818"/>
                </a:moveTo>
                <a:cubicBezTo>
                  <a:pt x="115682" y="288818"/>
                  <a:pt x="129276" y="302412"/>
                  <a:pt x="129276" y="319181"/>
                </a:cubicBezTo>
                <a:cubicBezTo>
                  <a:pt x="129276" y="335950"/>
                  <a:pt x="115682" y="349545"/>
                  <a:pt x="98923" y="349545"/>
                </a:cubicBezTo>
                <a:cubicBezTo>
                  <a:pt x="82149" y="349545"/>
                  <a:pt x="68554" y="335950"/>
                  <a:pt x="68554" y="319181"/>
                </a:cubicBezTo>
                <a:cubicBezTo>
                  <a:pt x="68554" y="302412"/>
                  <a:pt x="82149" y="288818"/>
                  <a:pt x="98923" y="288818"/>
                </a:cubicBezTo>
                <a:close/>
                <a:moveTo>
                  <a:pt x="26368" y="288818"/>
                </a:moveTo>
                <a:cubicBezTo>
                  <a:pt x="43131" y="288818"/>
                  <a:pt x="56725" y="302412"/>
                  <a:pt x="56725" y="319181"/>
                </a:cubicBezTo>
                <a:cubicBezTo>
                  <a:pt x="56725" y="335950"/>
                  <a:pt x="43131" y="349545"/>
                  <a:pt x="26368" y="349545"/>
                </a:cubicBezTo>
                <a:cubicBezTo>
                  <a:pt x="17983" y="349545"/>
                  <a:pt x="10391" y="346146"/>
                  <a:pt x="4896" y="340651"/>
                </a:cubicBezTo>
                <a:lnTo>
                  <a:pt x="0" y="328831"/>
                </a:lnTo>
                <a:lnTo>
                  <a:pt x="0" y="309532"/>
                </a:lnTo>
                <a:lnTo>
                  <a:pt x="4896" y="297711"/>
                </a:lnTo>
                <a:cubicBezTo>
                  <a:pt x="10391" y="292217"/>
                  <a:pt x="17983" y="288818"/>
                  <a:pt x="26368" y="288818"/>
                </a:cubicBezTo>
                <a:close/>
                <a:moveTo>
                  <a:pt x="1622429" y="208366"/>
                </a:moveTo>
                <a:cubicBezTo>
                  <a:pt x="1639199" y="208366"/>
                  <a:pt x="1652792" y="221960"/>
                  <a:pt x="1652792" y="238729"/>
                </a:cubicBezTo>
                <a:cubicBezTo>
                  <a:pt x="1652792" y="255499"/>
                  <a:pt x="1639199" y="269093"/>
                  <a:pt x="1622429" y="269093"/>
                </a:cubicBezTo>
                <a:cubicBezTo>
                  <a:pt x="1605659" y="269093"/>
                  <a:pt x="1592066" y="255499"/>
                  <a:pt x="1592066" y="238729"/>
                </a:cubicBezTo>
                <a:cubicBezTo>
                  <a:pt x="1592066" y="221960"/>
                  <a:pt x="1605659" y="208366"/>
                  <a:pt x="1622429" y="208366"/>
                </a:cubicBezTo>
                <a:close/>
                <a:moveTo>
                  <a:pt x="1549874" y="208366"/>
                </a:moveTo>
                <a:cubicBezTo>
                  <a:pt x="1566644" y="208366"/>
                  <a:pt x="1580238" y="221960"/>
                  <a:pt x="1580238" y="238729"/>
                </a:cubicBezTo>
                <a:cubicBezTo>
                  <a:pt x="1580238" y="255499"/>
                  <a:pt x="1566644" y="269093"/>
                  <a:pt x="1549874" y="269093"/>
                </a:cubicBezTo>
                <a:cubicBezTo>
                  <a:pt x="1533105" y="269093"/>
                  <a:pt x="1519511" y="255499"/>
                  <a:pt x="1519511" y="238729"/>
                </a:cubicBezTo>
                <a:cubicBezTo>
                  <a:pt x="1519511" y="221960"/>
                  <a:pt x="1533105" y="208366"/>
                  <a:pt x="1549874" y="208366"/>
                </a:cubicBezTo>
                <a:close/>
                <a:moveTo>
                  <a:pt x="1477320" y="208366"/>
                </a:moveTo>
                <a:cubicBezTo>
                  <a:pt x="1494089" y="208366"/>
                  <a:pt x="1507683" y="221960"/>
                  <a:pt x="1507683" y="238729"/>
                </a:cubicBezTo>
                <a:cubicBezTo>
                  <a:pt x="1507683" y="255499"/>
                  <a:pt x="1494089" y="269093"/>
                  <a:pt x="1477320" y="269093"/>
                </a:cubicBezTo>
                <a:cubicBezTo>
                  <a:pt x="1460550" y="269093"/>
                  <a:pt x="1446956" y="255499"/>
                  <a:pt x="1446956" y="238729"/>
                </a:cubicBezTo>
                <a:cubicBezTo>
                  <a:pt x="1446956" y="221960"/>
                  <a:pt x="1460550" y="208366"/>
                  <a:pt x="1477320" y="208366"/>
                </a:cubicBezTo>
                <a:close/>
                <a:moveTo>
                  <a:pt x="1404765" y="208366"/>
                </a:moveTo>
                <a:cubicBezTo>
                  <a:pt x="1421535" y="208366"/>
                  <a:pt x="1435129" y="221960"/>
                  <a:pt x="1435129" y="238729"/>
                </a:cubicBezTo>
                <a:cubicBezTo>
                  <a:pt x="1435129" y="255499"/>
                  <a:pt x="1421535" y="269093"/>
                  <a:pt x="1404765" y="269093"/>
                </a:cubicBezTo>
                <a:cubicBezTo>
                  <a:pt x="1387996" y="269093"/>
                  <a:pt x="1374402" y="255499"/>
                  <a:pt x="1374402" y="238729"/>
                </a:cubicBezTo>
                <a:cubicBezTo>
                  <a:pt x="1374402" y="221960"/>
                  <a:pt x="1387996" y="208366"/>
                  <a:pt x="1404765" y="208366"/>
                </a:cubicBezTo>
                <a:close/>
                <a:moveTo>
                  <a:pt x="1332211" y="208366"/>
                </a:moveTo>
                <a:cubicBezTo>
                  <a:pt x="1348980" y="208366"/>
                  <a:pt x="1362574" y="221960"/>
                  <a:pt x="1362574" y="238729"/>
                </a:cubicBezTo>
                <a:cubicBezTo>
                  <a:pt x="1362574" y="255499"/>
                  <a:pt x="1348980" y="269093"/>
                  <a:pt x="1332211" y="269093"/>
                </a:cubicBezTo>
                <a:cubicBezTo>
                  <a:pt x="1315441" y="269093"/>
                  <a:pt x="1301847" y="255499"/>
                  <a:pt x="1301847" y="238729"/>
                </a:cubicBezTo>
                <a:cubicBezTo>
                  <a:pt x="1301847" y="221960"/>
                  <a:pt x="1315441" y="208366"/>
                  <a:pt x="1332211" y="208366"/>
                </a:cubicBezTo>
                <a:close/>
                <a:moveTo>
                  <a:pt x="1259656" y="208366"/>
                </a:moveTo>
                <a:cubicBezTo>
                  <a:pt x="1276426" y="208366"/>
                  <a:pt x="1290020" y="221960"/>
                  <a:pt x="1290020" y="238729"/>
                </a:cubicBezTo>
                <a:cubicBezTo>
                  <a:pt x="1290020" y="255499"/>
                  <a:pt x="1276426" y="269093"/>
                  <a:pt x="1259656" y="269093"/>
                </a:cubicBezTo>
                <a:cubicBezTo>
                  <a:pt x="1242887" y="269093"/>
                  <a:pt x="1229293" y="255499"/>
                  <a:pt x="1229293" y="238729"/>
                </a:cubicBezTo>
                <a:cubicBezTo>
                  <a:pt x="1229293" y="221960"/>
                  <a:pt x="1242887" y="208366"/>
                  <a:pt x="1259656" y="208366"/>
                </a:cubicBezTo>
                <a:close/>
                <a:moveTo>
                  <a:pt x="1187102" y="208366"/>
                </a:moveTo>
                <a:cubicBezTo>
                  <a:pt x="1203871" y="208366"/>
                  <a:pt x="1217465" y="221960"/>
                  <a:pt x="1217465" y="238729"/>
                </a:cubicBezTo>
                <a:cubicBezTo>
                  <a:pt x="1217465" y="255499"/>
                  <a:pt x="1203871" y="269093"/>
                  <a:pt x="1187102" y="269093"/>
                </a:cubicBezTo>
                <a:cubicBezTo>
                  <a:pt x="1170332" y="269093"/>
                  <a:pt x="1156738" y="255499"/>
                  <a:pt x="1156738" y="238729"/>
                </a:cubicBezTo>
                <a:cubicBezTo>
                  <a:pt x="1156738" y="221960"/>
                  <a:pt x="1170332" y="208366"/>
                  <a:pt x="1187102" y="208366"/>
                </a:cubicBezTo>
                <a:close/>
                <a:moveTo>
                  <a:pt x="1114547" y="208366"/>
                </a:moveTo>
                <a:cubicBezTo>
                  <a:pt x="1131317" y="208366"/>
                  <a:pt x="1144911" y="221960"/>
                  <a:pt x="1144911" y="238729"/>
                </a:cubicBezTo>
                <a:cubicBezTo>
                  <a:pt x="1144911" y="255499"/>
                  <a:pt x="1131317" y="269093"/>
                  <a:pt x="1114547" y="269093"/>
                </a:cubicBezTo>
                <a:cubicBezTo>
                  <a:pt x="1097778" y="269093"/>
                  <a:pt x="1084184" y="255499"/>
                  <a:pt x="1084184" y="238729"/>
                </a:cubicBezTo>
                <a:cubicBezTo>
                  <a:pt x="1084184" y="221960"/>
                  <a:pt x="1097778" y="208366"/>
                  <a:pt x="1114547" y="208366"/>
                </a:cubicBezTo>
                <a:close/>
                <a:moveTo>
                  <a:pt x="1041993" y="208366"/>
                </a:moveTo>
                <a:cubicBezTo>
                  <a:pt x="1058762" y="208366"/>
                  <a:pt x="1072356" y="221960"/>
                  <a:pt x="1072356" y="238729"/>
                </a:cubicBezTo>
                <a:cubicBezTo>
                  <a:pt x="1072356" y="255499"/>
                  <a:pt x="1058762" y="269093"/>
                  <a:pt x="1041993" y="269093"/>
                </a:cubicBezTo>
                <a:cubicBezTo>
                  <a:pt x="1025223" y="269093"/>
                  <a:pt x="1011629" y="255499"/>
                  <a:pt x="1011629" y="238729"/>
                </a:cubicBezTo>
                <a:cubicBezTo>
                  <a:pt x="1011629" y="221960"/>
                  <a:pt x="1025223" y="208366"/>
                  <a:pt x="1041993" y="208366"/>
                </a:cubicBezTo>
                <a:close/>
                <a:moveTo>
                  <a:pt x="969438" y="208366"/>
                </a:moveTo>
                <a:cubicBezTo>
                  <a:pt x="986208" y="208366"/>
                  <a:pt x="999801" y="221960"/>
                  <a:pt x="999801" y="238729"/>
                </a:cubicBezTo>
                <a:cubicBezTo>
                  <a:pt x="999801" y="255499"/>
                  <a:pt x="986208" y="269093"/>
                  <a:pt x="969438" y="269093"/>
                </a:cubicBezTo>
                <a:cubicBezTo>
                  <a:pt x="952669" y="269093"/>
                  <a:pt x="939075" y="255499"/>
                  <a:pt x="939075" y="238729"/>
                </a:cubicBezTo>
                <a:cubicBezTo>
                  <a:pt x="939075" y="221960"/>
                  <a:pt x="952669" y="208366"/>
                  <a:pt x="969438" y="208366"/>
                </a:cubicBezTo>
                <a:close/>
                <a:moveTo>
                  <a:pt x="896883" y="208366"/>
                </a:moveTo>
                <a:cubicBezTo>
                  <a:pt x="913653" y="208366"/>
                  <a:pt x="927247" y="221960"/>
                  <a:pt x="927247" y="238729"/>
                </a:cubicBezTo>
                <a:cubicBezTo>
                  <a:pt x="927247" y="255499"/>
                  <a:pt x="913653" y="269093"/>
                  <a:pt x="896883" y="269093"/>
                </a:cubicBezTo>
                <a:cubicBezTo>
                  <a:pt x="880114" y="269093"/>
                  <a:pt x="866520" y="255499"/>
                  <a:pt x="866520" y="238729"/>
                </a:cubicBezTo>
                <a:cubicBezTo>
                  <a:pt x="866520" y="221960"/>
                  <a:pt x="880114" y="208366"/>
                  <a:pt x="896883" y="208366"/>
                </a:cubicBezTo>
                <a:close/>
                <a:moveTo>
                  <a:pt x="824329" y="208366"/>
                </a:moveTo>
                <a:cubicBezTo>
                  <a:pt x="841098" y="208366"/>
                  <a:pt x="854692" y="221960"/>
                  <a:pt x="854692" y="238729"/>
                </a:cubicBezTo>
                <a:cubicBezTo>
                  <a:pt x="854692" y="255499"/>
                  <a:pt x="841098" y="269093"/>
                  <a:pt x="824329" y="269093"/>
                </a:cubicBezTo>
                <a:cubicBezTo>
                  <a:pt x="807559" y="269093"/>
                  <a:pt x="793965" y="255499"/>
                  <a:pt x="793965" y="238729"/>
                </a:cubicBezTo>
                <a:cubicBezTo>
                  <a:pt x="793965" y="221960"/>
                  <a:pt x="807559" y="208366"/>
                  <a:pt x="824329" y="208366"/>
                </a:cubicBezTo>
                <a:close/>
                <a:moveTo>
                  <a:pt x="751774" y="208366"/>
                </a:moveTo>
                <a:cubicBezTo>
                  <a:pt x="768544" y="208366"/>
                  <a:pt x="782138" y="221960"/>
                  <a:pt x="782138" y="238729"/>
                </a:cubicBezTo>
                <a:cubicBezTo>
                  <a:pt x="782138" y="255499"/>
                  <a:pt x="768544" y="269093"/>
                  <a:pt x="751774" y="269093"/>
                </a:cubicBezTo>
                <a:cubicBezTo>
                  <a:pt x="735005" y="269093"/>
                  <a:pt x="721411" y="255499"/>
                  <a:pt x="721411" y="238729"/>
                </a:cubicBezTo>
                <a:cubicBezTo>
                  <a:pt x="721411" y="221960"/>
                  <a:pt x="735005" y="208366"/>
                  <a:pt x="751774" y="208366"/>
                </a:cubicBezTo>
                <a:close/>
                <a:moveTo>
                  <a:pt x="679220" y="208366"/>
                </a:moveTo>
                <a:cubicBezTo>
                  <a:pt x="695989" y="208366"/>
                  <a:pt x="709583" y="221960"/>
                  <a:pt x="709583" y="238729"/>
                </a:cubicBezTo>
                <a:cubicBezTo>
                  <a:pt x="709583" y="255499"/>
                  <a:pt x="695989" y="269093"/>
                  <a:pt x="679220" y="269093"/>
                </a:cubicBezTo>
                <a:cubicBezTo>
                  <a:pt x="662450" y="269093"/>
                  <a:pt x="648856" y="255499"/>
                  <a:pt x="648856" y="238729"/>
                </a:cubicBezTo>
                <a:cubicBezTo>
                  <a:pt x="648856" y="221960"/>
                  <a:pt x="662450" y="208366"/>
                  <a:pt x="679220" y="208366"/>
                </a:cubicBezTo>
                <a:close/>
                <a:moveTo>
                  <a:pt x="606665" y="208366"/>
                </a:moveTo>
                <a:cubicBezTo>
                  <a:pt x="623435" y="208366"/>
                  <a:pt x="637029" y="221960"/>
                  <a:pt x="637029" y="238729"/>
                </a:cubicBezTo>
                <a:cubicBezTo>
                  <a:pt x="637029" y="255499"/>
                  <a:pt x="623435" y="269093"/>
                  <a:pt x="606665" y="269093"/>
                </a:cubicBezTo>
                <a:cubicBezTo>
                  <a:pt x="589896" y="269093"/>
                  <a:pt x="576302" y="255499"/>
                  <a:pt x="576302" y="238729"/>
                </a:cubicBezTo>
                <a:cubicBezTo>
                  <a:pt x="576302" y="221960"/>
                  <a:pt x="589896" y="208366"/>
                  <a:pt x="606665" y="208366"/>
                </a:cubicBezTo>
                <a:close/>
                <a:moveTo>
                  <a:pt x="534111" y="208366"/>
                </a:moveTo>
                <a:cubicBezTo>
                  <a:pt x="550880" y="208366"/>
                  <a:pt x="564474" y="221960"/>
                  <a:pt x="564474" y="238729"/>
                </a:cubicBezTo>
                <a:cubicBezTo>
                  <a:pt x="564474" y="255499"/>
                  <a:pt x="550880" y="269093"/>
                  <a:pt x="534111" y="269093"/>
                </a:cubicBezTo>
                <a:cubicBezTo>
                  <a:pt x="517341" y="269093"/>
                  <a:pt x="503747" y="255499"/>
                  <a:pt x="503747" y="238729"/>
                </a:cubicBezTo>
                <a:cubicBezTo>
                  <a:pt x="503747" y="221960"/>
                  <a:pt x="517341" y="208366"/>
                  <a:pt x="534111" y="208366"/>
                </a:cubicBezTo>
                <a:close/>
                <a:moveTo>
                  <a:pt x="461556" y="208366"/>
                </a:moveTo>
                <a:cubicBezTo>
                  <a:pt x="478326" y="208366"/>
                  <a:pt x="491920" y="221960"/>
                  <a:pt x="491920" y="238729"/>
                </a:cubicBezTo>
                <a:cubicBezTo>
                  <a:pt x="491920" y="255499"/>
                  <a:pt x="478326" y="269093"/>
                  <a:pt x="461556" y="269093"/>
                </a:cubicBezTo>
                <a:cubicBezTo>
                  <a:pt x="444787" y="269093"/>
                  <a:pt x="431192" y="255499"/>
                  <a:pt x="431192" y="238729"/>
                </a:cubicBezTo>
                <a:cubicBezTo>
                  <a:pt x="431192" y="221960"/>
                  <a:pt x="444787" y="208366"/>
                  <a:pt x="461556" y="208366"/>
                </a:cubicBezTo>
                <a:close/>
                <a:moveTo>
                  <a:pt x="389002" y="208366"/>
                </a:moveTo>
                <a:cubicBezTo>
                  <a:pt x="405771" y="208366"/>
                  <a:pt x="419365" y="221960"/>
                  <a:pt x="419365" y="238729"/>
                </a:cubicBezTo>
                <a:cubicBezTo>
                  <a:pt x="419365" y="255499"/>
                  <a:pt x="405771" y="269093"/>
                  <a:pt x="389002" y="269093"/>
                </a:cubicBezTo>
                <a:cubicBezTo>
                  <a:pt x="372232" y="269093"/>
                  <a:pt x="358638" y="255499"/>
                  <a:pt x="358638" y="238729"/>
                </a:cubicBezTo>
                <a:cubicBezTo>
                  <a:pt x="358638" y="221960"/>
                  <a:pt x="372232" y="208366"/>
                  <a:pt x="389002" y="208366"/>
                </a:cubicBezTo>
                <a:close/>
                <a:moveTo>
                  <a:pt x="316447" y="208366"/>
                </a:moveTo>
                <a:cubicBezTo>
                  <a:pt x="333216" y="208366"/>
                  <a:pt x="346810" y="221960"/>
                  <a:pt x="346810" y="238729"/>
                </a:cubicBezTo>
                <a:cubicBezTo>
                  <a:pt x="346810" y="255499"/>
                  <a:pt x="333216" y="269093"/>
                  <a:pt x="316447" y="269093"/>
                </a:cubicBezTo>
                <a:cubicBezTo>
                  <a:pt x="299677" y="269093"/>
                  <a:pt x="286084" y="255499"/>
                  <a:pt x="286084" y="238729"/>
                </a:cubicBezTo>
                <a:cubicBezTo>
                  <a:pt x="286084" y="221960"/>
                  <a:pt x="299677" y="208366"/>
                  <a:pt x="316447" y="208366"/>
                </a:cubicBezTo>
                <a:close/>
                <a:moveTo>
                  <a:pt x="243892" y="208366"/>
                </a:moveTo>
                <a:cubicBezTo>
                  <a:pt x="260662" y="208366"/>
                  <a:pt x="274256" y="221960"/>
                  <a:pt x="274256" y="238729"/>
                </a:cubicBezTo>
                <a:cubicBezTo>
                  <a:pt x="274256" y="255499"/>
                  <a:pt x="260662" y="269093"/>
                  <a:pt x="243892" y="269093"/>
                </a:cubicBezTo>
                <a:cubicBezTo>
                  <a:pt x="227123" y="269093"/>
                  <a:pt x="213529" y="255499"/>
                  <a:pt x="213529" y="238729"/>
                </a:cubicBezTo>
                <a:cubicBezTo>
                  <a:pt x="213529" y="221960"/>
                  <a:pt x="227123" y="208366"/>
                  <a:pt x="243892" y="208366"/>
                </a:cubicBezTo>
                <a:close/>
                <a:moveTo>
                  <a:pt x="171339" y="208366"/>
                </a:moveTo>
                <a:cubicBezTo>
                  <a:pt x="188107" y="208366"/>
                  <a:pt x="201701" y="221960"/>
                  <a:pt x="201701" y="238729"/>
                </a:cubicBezTo>
                <a:cubicBezTo>
                  <a:pt x="201701" y="255499"/>
                  <a:pt x="188107" y="269093"/>
                  <a:pt x="171339" y="269093"/>
                </a:cubicBezTo>
                <a:cubicBezTo>
                  <a:pt x="154697" y="269093"/>
                  <a:pt x="141102" y="255499"/>
                  <a:pt x="141102" y="238729"/>
                </a:cubicBezTo>
                <a:cubicBezTo>
                  <a:pt x="141102" y="221960"/>
                  <a:pt x="154697" y="208366"/>
                  <a:pt x="171339" y="208366"/>
                </a:cubicBezTo>
                <a:close/>
                <a:moveTo>
                  <a:pt x="98929" y="208366"/>
                </a:moveTo>
                <a:cubicBezTo>
                  <a:pt x="115688" y="208366"/>
                  <a:pt x="129282" y="221960"/>
                  <a:pt x="129282" y="238729"/>
                </a:cubicBezTo>
                <a:cubicBezTo>
                  <a:pt x="129282" y="255499"/>
                  <a:pt x="115688" y="269093"/>
                  <a:pt x="98929" y="269093"/>
                </a:cubicBezTo>
                <a:cubicBezTo>
                  <a:pt x="82155" y="269093"/>
                  <a:pt x="68561" y="255499"/>
                  <a:pt x="68561" y="238729"/>
                </a:cubicBezTo>
                <a:cubicBezTo>
                  <a:pt x="68561" y="221960"/>
                  <a:pt x="82155" y="208366"/>
                  <a:pt x="98929" y="208366"/>
                </a:cubicBezTo>
                <a:close/>
                <a:moveTo>
                  <a:pt x="26375" y="208366"/>
                </a:moveTo>
                <a:cubicBezTo>
                  <a:pt x="43137" y="208366"/>
                  <a:pt x="56732" y="221960"/>
                  <a:pt x="56732" y="238729"/>
                </a:cubicBezTo>
                <a:cubicBezTo>
                  <a:pt x="56732" y="255499"/>
                  <a:pt x="43137" y="269093"/>
                  <a:pt x="26375" y="269093"/>
                </a:cubicBezTo>
                <a:cubicBezTo>
                  <a:pt x="17989" y="269093"/>
                  <a:pt x="10398" y="265695"/>
                  <a:pt x="4903" y="260200"/>
                </a:cubicBezTo>
                <a:lnTo>
                  <a:pt x="0" y="248364"/>
                </a:lnTo>
                <a:lnTo>
                  <a:pt x="0" y="229094"/>
                </a:lnTo>
                <a:lnTo>
                  <a:pt x="4903" y="217259"/>
                </a:lnTo>
                <a:cubicBezTo>
                  <a:pt x="10398" y="211765"/>
                  <a:pt x="17989" y="208366"/>
                  <a:pt x="26375" y="208366"/>
                </a:cubicBezTo>
                <a:close/>
                <a:moveTo>
                  <a:pt x="1622429" y="127914"/>
                </a:moveTo>
                <a:cubicBezTo>
                  <a:pt x="1630814" y="127914"/>
                  <a:pt x="1638404" y="131313"/>
                  <a:pt x="1643899" y="136808"/>
                </a:cubicBezTo>
                <a:lnTo>
                  <a:pt x="1648931" y="148957"/>
                </a:lnTo>
                <a:lnTo>
                  <a:pt x="1651011" y="162579"/>
                </a:lnTo>
                <a:lnTo>
                  <a:pt x="1643899" y="179748"/>
                </a:lnTo>
                <a:cubicBezTo>
                  <a:pt x="1638404" y="185243"/>
                  <a:pt x="1630814" y="188641"/>
                  <a:pt x="1622429" y="188641"/>
                </a:cubicBezTo>
                <a:cubicBezTo>
                  <a:pt x="1605659" y="188641"/>
                  <a:pt x="1592066" y="175047"/>
                  <a:pt x="1592066" y="158278"/>
                </a:cubicBezTo>
                <a:cubicBezTo>
                  <a:pt x="1592066" y="141508"/>
                  <a:pt x="1605659" y="127914"/>
                  <a:pt x="1622429" y="127914"/>
                </a:cubicBezTo>
                <a:close/>
                <a:moveTo>
                  <a:pt x="1549874" y="127914"/>
                </a:moveTo>
                <a:cubicBezTo>
                  <a:pt x="1566644" y="127914"/>
                  <a:pt x="1580238" y="141508"/>
                  <a:pt x="1580238" y="158278"/>
                </a:cubicBezTo>
                <a:cubicBezTo>
                  <a:pt x="1580238" y="175047"/>
                  <a:pt x="1566644" y="188641"/>
                  <a:pt x="1549874" y="188641"/>
                </a:cubicBezTo>
                <a:cubicBezTo>
                  <a:pt x="1533105" y="188641"/>
                  <a:pt x="1519511" y="175047"/>
                  <a:pt x="1519511" y="158278"/>
                </a:cubicBezTo>
                <a:cubicBezTo>
                  <a:pt x="1519511" y="141508"/>
                  <a:pt x="1533105" y="127914"/>
                  <a:pt x="1549874" y="127914"/>
                </a:cubicBezTo>
                <a:close/>
                <a:moveTo>
                  <a:pt x="1477320" y="127914"/>
                </a:moveTo>
                <a:cubicBezTo>
                  <a:pt x="1494089" y="127914"/>
                  <a:pt x="1507683" y="141508"/>
                  <a:pt x="1507683" y="158278"/>
                </a:cubicBezTo>
                <a:cubicBezTo>
                  <a:pt x="1507683" y="175047"/>
                  <a:pt x="1494089" y="188641"/>
                  <a:pt x="1477320" y="188641"/>
                </a:cubicBezTo>
                <a:cubicBezTo>
                  <a:pt x="1460550" y="188641"/>
                  <a:pt x="1446956" y="175047"/>
                  <a:pt x="1446956" y="158278"/>
                </a:cubicBezTo>
                <a:cubicBezTo>
                  <a:pt x="1446956" y="141508"/>
                  <a:pt x="1460550" y="127914"/>
                  <a:pt x="1477320" y="127914"/>
                </a:cubicBezTo>
                <a:close/>
                <a:moveTo>
                  <a:pt x="1404765" y="127914"/>
                </a:moveTo>
                <a:cubicBezTo>
                  <a:pt x="1421535" y="127914"/>
                  <a:pt x="1435129" y="141508"/>
                  <a:pt x="1435129" y="158278"/>
                </a:cubicBezTo>
                <a:cubicBezTo>
                  <a:pt x="1435129" y="175047"/>
                  <a:pt x="1421535" y="188641"/>
                  <a:pt x="1404765" y="188641"/>
                </a:cubicBezTo>
                <a:cubicBezTo>
                  <a:pt x="1387996" y="188641"/>
                  <a:pt x="1374402" y="175047"/>
                  <a:pt x="1374402" y="158278"/>
                </a:cubicBezTo>
                <a:cubicBezTo>
                  <a:pt x="1374402" y="141508"/>
                  <a:pt x="1387996" y="127914"/>
                  <a:pt x="1404765" y="127914"/>
                </a:cubicBezTo>
                <a:close/>
                <a:moveTo>
                  <a:pt x="1332211" y="127914"/>
                </a:moveTo>
                <a:cubicBezTo>
                  <a:pt x="1348980" y="127914"/>
                  <a:pt x="1362574" y="141508"/>
                  <a:pt x="1362574" y="158278"/>
                </a:cubicBezTo>
                <a:cubicBezTo>
                  <a:pt x="1362574" y="175047"/>
                  <a:pt x="1348980" y="188641"/>
                  <a:pt x="1332211" y="188641"/>
                </a:cubicBezTo>
                <a:cubicBezTo>
                  <a:pt x="1315441" y="188641"/>
                  <a:pt x="1301847" y="175047"/>
                  <a:pt x="1301847" y="158278"/>
                </a:cubicBezTo>
                <a:cubicBezTo>
                  <a:pt x="1301847" y="141508"/>
                  <a:pt x="1315441" y="127914"/>
                  <a:pt x="1332211" y="127914"/>
                </a:cubicBezTo>
                <a:close/>
                <a:moveTo>
                  <a:pt x="1259656" y="127914"/>
                </a:moveTo>
                <a:cubicBezTo>
                  <a:pt x="1276426" y="127914"/>
                  <a:pt x="1290020" y="141508"/>
                  <a:pt x="1290020" y="158278"/>
                </a:cubicBezTo>
                <a:cubicBezTo>
                  <a:pt x="1290020" y="175047"/>
                  <a:pt x="1276426" y="188641"/>
                  <a:pt x="1259656" y="188641"/>
                </a:cubicBezTo>
                <a:cubicBezTo>
                  <a:pt x="1242887" y="188641"/>
                  <a:pt x="1229293" y="175047"/>
                  <a:pt x="1229293" y="158278"/>
                </a:cubicBezTo>
                <a:cubicBezTo>
                  <a:pt x="1229293" y="141508"/>
                  <a:pt x="1242887" y="127914"/>
                  <a:pt x="1259656" y="127914"/>
                </a:cubicBezTo>
                <a:close/>
                <a:moveTo>
                  <a:pt x="1187102" y="127914"/>
                </a:moveTo>
                <a:cubicBezTo>
                  <a:pt x="1203871" y="127914"/>
                  <a:pt x="1217465" y="141508"/>
                  <a:pt x="1217465" y="158278"/>
                </a:cubicBezTo>
                <a:cubicBezTo>
                  <a:pt x="1217465" y="175047"/>
                  <a:pt x="1203871" y="188641"/>
                  <a:pt x="1187102" y="188641"/>
                </a:cubicBezTo>
                <a:cubicBezTo>
                  <a:pt x="1170332" y="188641"/>
                  <a:pt x="1156738" y="175047"/>
                  <a:pt x="1156738" y="158278"/>
                </a:cubicBezTo>
                <a:cubicBezTo>
                  <a:pt x="1156738" y="141508"/>
                  <a:pt x="1170332" y="127914"/>
                  <a:pt x="1187102" y="127914"/>
                </a:cubicBezTo>
                <a:close/>
                <a:moveTo>
                  <a:pt x="1114547" y="127914"/>
                </a:moveTo>
                <a:cubicBezTo>
                  <a:pt x="1131317" y="127914"/>
                  <a:pt x="1144911" y="141508"/>
                  <a:pt x="1144911" y="158278"/>
                </a:cubicBezTo>
                <a:cubicBezTo>
                  <a:pt x="1144911" y="175047"/>
                  <a:pt x="1131317" y="188641"/>
                  <a:pt x="1114547" y="188641"/>
                </a:cubicBezTo>
                <a:cubicBezTo>
                  <a:pt x="1097778" y="188641"/>
                  <a:pt x="1084184" y="175047"/>
                  <a:pt x="1084184" y="158278"/>
                </a:cubicBezTo>
                <a:cubicBezTo>
                  <a:pt x="1084184" y="141508"/>
                  <a:pt x="1097778" y="127914"/>
                  <a:pt x="1114547" y="127914"/>
                </a:cubicBezTo>
                <a:close/>
                <a:moveTo>
                  <a:pt x="1041993" y="127914"/>
                </a:moveTo>
                <a:cubicBezTo>
                  <a:pt x="1058762" y="127914"/>
                  <a:pt x="1072356" y="141508"/>
                  <a:pt x="1072356" y="158278"/>
                </a:cubicBezTo>
                <a:cubicBezTo>
                  <a:pt x="1072356" y="175047"/>
                  <a:pt x="1058762" y="188641"/>
                  <a:pt x="1041993" y="188641"/>
                </a:cubicBezTo>
                <a:cubicBezTo>
                  <a:pt x="1025223" y="188641"/>
                  <a:pt x="1011629" y="175047"/>
                  <a:pt x="1011629" y="158278"/>
                </a:cubicBezTo>
                <a:cubicBezTo>
                  <a:pt x="1011629" y="141508"/>
                  <a:pt x="1025223" y="127914"/>
                  <a:pt x="1041993" y="127914"/>
                </a:cubicBezTo>
                <a:close/>
                <a:moveTo>
                  <a:pt x="969438" y="127914"/>
                </a:moveTo>
                <a:cubicBezTo>
                  <a:pt x="986208" y="127914"/>
                  <a:pt x="999801" y="141508"/>
                  <a:pt x="999801" y="158278"/>
                </a:cubicBezTo>
                <a:cubicBezTo>
                  <a:pt x="999801" y="175047"/>
                  <a:pt x="986208" y="188641"/>
                  <a:pt x="969438" y="188641"/>
                </a:cubicBezTo>
                <a:cubicBezTo>
                  <a:pt x="952669" y="188641"/>
                  <a:pt x="939075" y="175047"/>
                  <a:pt x="939075" y="158278"/>
                </a:cubicBezTo>
                <a:cubicBezTo>
                  <a:pt x="939075" y="141508"/>
                  <a:pt x="952669" y="127914"/>
                  <a:pt x="969438" y="127914"/>
                </a:cubicBezTo>
                <a:close/>
                <a:moveTo>
                  <a:pt x="896883" y="127914"/>
                </a:moveTo>
                <a:cubicBezTo>
                  <a:pt x="913653" y="127914"/>
                  <a:pt x="927247" y="141508"/>
                  <a:pt x="927247" y="158278"/>
                </a:cubicBezTo>
                <a:cubicBezTo>
                  <a:pt x="927247" y="175047"/>
                  <a:pt x="913653" y="188641"/>
                  <a:pt x="896883" y="188641"/>
                </a:cubicBezTo>
                <a:cubicBezTo>
                  <a:pt x="880114" y="188641"/>
                  <a:pt x="866520" y="175047"/>
                  <a:pt x="866520" y="158278"/>
                </a:cubicBezTo>
                <a:cubicBezTo>
                  <a:pt x="866520" y="141508"/>
                  <a:pt x="880114" y="127914"/>
                  <a:pt x="896883" y="127914"/>
                </a:cubicBezTo>
                <a:close/>
                <a:moveTo>
                  <a:pt x="824329" y="127914"/>
                </a:moveTo>
                <a:cubicBezTo>
                  <a:pt x="841098" y="127914"/>
                  <a:pt x="854692" y="141508"/>
                  <a:pt x="854692" y="158278"/>
                </a:cubicBezTo>
                <a:cubicBezTo>
                  <a:pt x="854692" y="175047"/>
                  <a:pt x="841098" y="188641"/>
                  <a:pt x="824329" y="188641"/>
                </a:cubicBezTo>
                <a:cubicBezTo>
                  <a:pt x="807559" y="188641"/>
                  <a:pt x="793965" y="175047"/>
                  <a:pt x="793965" y="158278"/>
                </a:cubicBezTo>
                <a:cubicBezTo>
                  <a:pt x="793965" y="141508"/>
                  <a:pt x="807559" y="127914"/>
                  <a:pt x="824329" y="127914"/>
                </a:cubicBezTo>
                <a:close/>
                <a:moveTo>
                  <a:pt x="751774" y="127914"/>
                </a:moveTo>
                <a:cubicBezTo>
                  <a:pt x="768544" y="127914"/>
                  <a:pt x="782138" y="141508"/>
                  <a:pt x="782138" y="158278"/>
                </a:cubicBezTo>
                <a:cubicBezTo>
                  <a:pt x="782138" y="175047"/>
                  <a:pt x="768544" y="188641"/>
                  <a:pt x="751774" y="188641"/>
                </a:cubicBezTo>
                <a:cubicBezTo>
                  <a:pt x="735005" y="188641"/>
                  <a:pt x="721411" y="175047"/>
                  <a:pt x="721411" y="158278"/>
                </a:cubicBezTo>
                <a:cubicBezTo>
                  <a:pt x="721411" y="141508"/>
                  <a:pt x="735005" y="127914"/>
                  <a:pt x="751774" y="127914"/>
                </a:cubicBezTo>
                <a:close/>
                <a:moveTo>
                  <a:pt x="679220" y="127914"/>
                </a:moveTo>
                <a:cubicBezTo>
                  <a:pt x="695989" y="127914"/>
                  <a:pt x="709583" y="141508"/>
                  <a:pt x="709583" y="158278"/>
                </a:cubicBezTo>
                <a:cubicBezTo>
                  <a:pt x="709583" y="175047"/>
                  <a:pt x="695989" y="188641"/>
                  <a:pt x="679220" y="188641"/>
                </a:cubicBezTo>
                <a:cubicBezTo>
                  <a:pt x="662450" y="188641"/>
                  <a:pt x="648856" y="175047"/>
                  <a:pt x="648856" y="158278"/>
                </a:cubicBezTo>
                <a:cubicBezTo>
                  <a:pt x="648856" y="141508"/>
                  <a:pt x="662450" y="127914"/>
                  <a:pt x="679220" y="127914"/>
                </a:cubicBezTo>
                <a:close/>
                <a:moveTo>
                  <a:pt x="606665" y="127914"/>
                </a:moveTo>
                <a:cubicBezTo>
                  <a:pt x="623435" y="127914"/>
                  <a:pt x="637029" y="141508"/>
                  <a:pt x="637029" y="158278"/>
                </a:cubicBezTo>
                <a:cubicBezTo>
                  <a:pt x="637029" y="175047"/>
                  <a:pt x="623435" y="188641"/>
                  <a:pt x="606665" y="188641"/>
                </a:cubicBezTo>
                <a:cubicBezTo>
                  <a:pt x="589896" y="188641"/>
                  <a:pt x="576302" y="175047"/>
                  <a:pt x="576302" y="158278"/>
                </a:cubicBezTo>
                <a:cubicBezTo>
                  <a:pt x="576302" y="141508"/>
                  <a:pt x="589896" y="127914"/>
                  <a:pt x="606665" y="127914"/>
                </a:cubicBezTo>
                <a:close/>
                <a:moveTo>
                  <a:pt x="534111" y="127914"/>
                </a:moveTo>
                <a:cubicBezTo>
                  <a:pt x="550880" y="127914"/>
                  <a:pt x="564474" y="141508"/>
                  <a:pt x="564474" y="158278"/>
                </a:cubicBezTo>
                <a:cubicBezTo>
                  <a:pt x="564474" y="175047"/>
                  <a:pt x="550880" y="188641"/>
                  <a:pt x="534111" y="188641"/>
                </a:cubicBezTo>
                <a:cubicBezTo>
                  <a:pt x="517341" y="188641"/>
                  <a:pt x="503747" y="175047"/>
                  <a:pt x="503747" y="158278"/>
                </a:cubicBezTo>
                <a:cubicBezTo>
                  <a:pt x="503747" y="141508"/>
                  <a:pt x="517341" y="127914"/>
                  <a:pt x="534111" y="127914"/>
                </a:cubicBezTo>
                <a:close/>
                <a:moveTo>
                  <a:pt x="461556" y="127914"/>
                </a:moveTo>
                <a:cubicBezTo>
                  <a:pt x="478326" y="127914"/>
                  <a:pt x="491920" y="141508"/>
                  <a:pt x="491920" y="158278"/>
                </a:cubicBezTo>
                <a:cubicBezTo>
                  <a:pt x="491920" y="175047"/>
                  <a:pt x="478326" y="188641"/>
                  <a:pt x="461556" y="188641"/>
                </a:cubicBezTo>
                <a:cubicBezTo>
                  <a:pt x="444787" y="188641"/>
                  <a:pt x="431192" y="175047"/>
                  <a:pt x="431192" y="158278"/>
                </a:cubicBezTo>
                <a:cubicBezTo>
                  <a:pt x="431192" y="141508"/>
                  <a:pt x="444787" y="127914"/>
                  <a:pt x="461556" y="127914"/>
                </a:cubicBezTo>
                <a:close/>
                <a:moveTo>
                  <a:pt x="389002" y="127914"/>
                </a:moveTo>
                <a:cubicBezTo>
                  <a:pt x="405771" y="127914"/>
                  <a:pt x="419365" y="141508"/>
                  <a:pt x="419365" y="158278"/>
                </a:cubicBezTo>
                <a:cubicBezTo>
                  <a:pt x="419365" y="175047"/>
                  <a:pt x="405771" y="188641"/>
                  <a:pt x="389002" y="188641"/>
                </a:cubicBezTo>
                <a:cubicBezTo>
                  <a:pt x="372232" y="188641"/>
                  <a:pt x="358638" y="175047"/>
                  <a:pt x="358638" y="158278"/>
                </a:cubicBezTo>
                <a:cubicBezTo>
                  <a:pt x="358638" y="141508"/>
                  <a:pt x="372232" y="127914"/>
                  <a:pt x="389002" y="127914"/>
                </a:cubicBezTo>
                <a:close/>
                <a:moveTo>
                  <a:pt x="316447" y="127914"/>
                </a:moveTo>
                <a:cubicBezTo>
                  <a:pt x="333216" y="127914"/>
                  <a:pt x="346810" y="141508"/>
                  <a:pt x="346810" y="158278"/>
                </a:cubicBezTo>
                <a:cubicBezTo>
                  <a:pt x="346810" y="175047"/>
                  <a:pt x="333216" y="188641"/>
                  <a:pt x="316447" y="188641"/>
                </a:cubicBezTo>
                <a:cubicBezTo>
                  <a:pt x="299677" y="188641"/>
                  <a:pt x="286084" y="175047"/>
                  <a:pt x="286084" y="158278"/>
                </a:cubicBezTo>
                <a:cubicBezTo>
                  <a:pt x="286084" y="141508"/>
                  <a:pt x="299677" y="127914"/>
                  <a:pt x="316447" y="127914"/>
                </a:cubicBezTo>
                <a:close/>
                <a:moveTo>
                  <a:pt x="243892" y="127914"/>
                </a:moveTo>
                <a:cubicBezTo>
                  <a:pt x="260662" y="127914"/>
                  <a:pt x="274256" y="141508"/>
                  <a:pt x="274256" y="158278"/>
                </a:cubicBezTo>
                <a:cubicBezTo>
                  <a:pt x="274256" y="175047"/>
                  <a:pt x="260662" y="188641"/>
                  <a:pt x="243892" y="188641"/>
                </a:cubicBezTo>
                <a:cubicBezTo>
                  <a:pt x="227123" y="188641"/>
                  <a:pt x="213529" y="175047"/>
                  <a:pt x="213529" y="158278"/>
                </a:cubicBezTo>
                <a:cubicBezTo>
                  <a:pt x="213529" y="141508"/>
                  <a:pt x="227123" y="127914"/>
                  <a:pt x="243892" y="127914"/>
                </a:cubicBezTo>
                <a:close/>
                <a:moveTo>
                  <a:pt x="171339" y="127914"/>
                </a:moveTo>
                <a:cubicBezTo>
                  <a:pt x="188107" y="127914"/>
                  <a:pt x="201701" y="141508"/>
                  <a:pt x="201701" y="158278"/>
                </a:cubicBezTo>
                <a:cubicBezTo>
                  <a:pt x="201701" y="175047"/>
                  <a:pt x="188107" y="188641"/>
                  <a:pt x="171339" y="188641"/>
                </a:cubicBezTo>
                <a:cubicBezTo>
                  <a:pt x="154702" y="188641"/>
                  <a:pt x="141108" y="175047"/>
                  <a:pt x="141108" y="158278"/>
                </a:cubicBezTo>
                <a:cubicBezTo>
                  <a:pt x="141108" y="141508"/>
                  <a:pt x="154702" y="127914"/>
                  <a:pt x="171339" y="127914"/>
                </a:cubicBezTo>
                <a:close/>
                <a:moveTo>
                  <a:pt x="98936" y="127914"/>
                </a:moveTo>
                <a:cubicBezTo>
                  <a:pt x="115695" y="127914"/>
                  <a:pt x="129288" y="141508"/>
                  <a:pt x="129288" y="158278"/>
                </a:cubicBezTo>
                <a:cubicBezTo>
                  <a:pt x="129288" y="175047"/>
                  <a:pt x="115695" y="188641"/>
                  <a:pt x="98936" y="188641"/>
                </a:cubicBezTo>
                <a:cubicBezTo>
                  <a:pt x="82162" y="188641"/>
                  <a:pt x="68567" y="175047"/>
                  <a:pt x="68567" y="158278"/>
                </a:cubicBezTo>
                <a:cubicBezTo>
                  <a:pt x="68567" y="141508"/>
                  <a:pt x="82162" y="127914"/>
                  <a:pt x="98936" y="127914"/>
                </a:cubicBezTo>
                <a:close/>
                <a:moveTo>
                  <a:pt x="26381" y="127914"/>
                </a:moveTo>
                <a:cubicBezTo>
                  <a:pt x="43143" y="127914"/>
                  <a:pt x="56738" y="141508"/>
                  <a:pt x="56738" y="158278"/>
                </a:cubicBezTo>
                <a:cubicBezTo>
                  <a:pt x="56738" y="175047"/>
                  <a:pt x="43143" y="188641"/>
                  <a:pt x="26381" y="188641"/>
                </a:cubicBezTo>
                <a:cubicBezTo>
                  <a:pt x="17995" y="188641"/>
                  <a:pt x="10404" y="185243"/>
                  <a:pt x="4909" y="179748"/>
                </a:cubicBezTo>
                <a:lnTo>
                  <a:pt x="0" y="167898"/>
                </a:lnTo>
                <a:lnTo>
                  <a:pt x="0" y="148658"/>
                </a:lnTo>
                <a:lnTo>
                  <a:pt x="4909" y="136807"/>
                </a:lnTo>
                <a:cubicBezTo>
                  <a:pt x="10404" y="131313"/>
                  <a:pt x="17995" y="127914"/>
                  <a:pt x="26381" y="127914"/>
                </a:cubicBezTo>
                <a:close/>
                <a:moveTo>
                  <a:pt x="1622429" y="47462"/>
                </a:moveTo>
                <a:lnTo>
                  <a:pt x="1625821" y="48147"/>
                </a:lnTo>
                <a:lnTo>
                  <a:pt x="1639701" y="102127"/>
                </a:lnTo>
                <a:lnTo>
                  <a:pt x="1634248" y="105804"/>
                </a:lnTo>
                <a:cubicBezTo>
                  <a:pt x="1630615" y="107340"/>
                  <a:pt x="1626621" y="108189"/>
                  <a:pt x="1622429" y="108189"/>
                </a:cubicBezTo>
                <a:cubicBezTo>
                  <a:pt x="1605659" y="108189"/>
                  <a:pt x="1592066" y="94595"/>
                  <a:pt x="1592066" y="77826"/>
                </a:cubicBezTo>
                <a:cubicBezTo>
                  <a:pt x="1592066" y="61056"/>
                  <a:pt x="1605659" y="47462"/>
                  <a:pt x="1622429" y="47462"/>
                </a:cubicBezTo>
                <a:close/>
                <a:moveTo>
                  <a:pt x="1549874" y="47462"/>
                </a:moveTo>
                <a:cubicBezTo>
                  <a:pt x="1566644" y="47462"/>
                  <a:pt x="1580238" y="61056"/>
                  <a:pt x="1580238" y="77826"/>
                </a:cubicBezTo>
                <a:cubicBezTo>
                  <a:pt x="1580238" y="94595"/>
                  <a:pt x="1566644" y="108189"/>
                  <a:pt x="1549874" y="108189"/>
                </a:cubicBezTo>
                <a:cubicBezTo>
                  <a:pt x="1533105" y="108189"/>
                  <a:pt x="1519511" y="94595"/>
                  <a:pt x="1519511" y="77826"/>
                </a:cubicBezTo>
                <a:cubicBezTo>
                  <a:pt x="1519511" y="61056"/>
                  <a:pt x="1533105" y="47462"/>
                  <a:pt x="1549874" y="47462"/>
                </a:cubicBezTo>
                <a:close/>
                <a:moveTo>
                  <a:pt x="1477320" y="47462"/>
                </a:moveTo>
                <a:cubicBezTo>
                  <a:pt x="1494089" y="47462"/>
                  <a:pt x="1507683" y="61056"/>
                  <a:pt x="1507683" y="77826"/>
                </a:cubicBezTo>
                <a:cubicBezTo>
                  <a:pt x="1507683" y="94595"/>
                  <a:pt x="1494089" y="108189"/>
                  <a:pt x="1477320" y="108189"/>
                </a:cubicBezTo>
                <a:cubicBezTo>
                  <a:pt x="1460550" y="108189"/>
                  <a:pt x="1446956" y="94595"/>
                  <a:pt x="1446956" y="77826"/>
                </a:cubicBezTo>
                <a:cubicBezTo>
                  <a:pt x="1446956" y="61056"/>
                  <a:pt x="1460550" y="47462"/>
                  <a:pt x="1477320" y="47462"/>
                </a:cubicBezTo>
                <a:close/>
                <a:moveTo>
                  <a:pt x="1404765" y="47462"/>
                </a:moveTo>
                <a:cubicBezTo>
                  <a:pt x="1421535" y="47462"/>
                  <a:pt x="1435129" y="61056"/>
                  <a:pt x="1435129" y="77826"/>
                </a:cubicBezTo>
                <a:cubicBezTo>
                  <a:pt x="1435129" y="94595"/>
                  <a:pt x="1421535" y="108189"/>
                  <a:pt x="1404765" y="108189"/>
                </a:cubicBezTo>
                <a:cubicBezTo>
                  <a:pt x="1387996" y="108189"/>
                  <a:pt x="1374402" y="94595"/>
                  <a:pt x="1374402" y="77826"/>
                </a:cubicBezTo>
                <a:cubicBezTo>
                  <a:pt x="1374402" y="61056"/>
                  <a:pt x="1387996" y="47462"/>
                  <a:pt x="1404765" y="47462"/>
                </a:cubicBezTo>
                <a:close/>
                <a:moveTo>
                  <a:pt x="1332211" y="47462"/>
                </a:moveTo>
                <a:cubicBezTo>
                  <a:pt x="1348980" y="47462"/>
                  <a:pt x="1362574" y="61056"/>
                  <a:pt x="1362574" y="77826"/>
                </a:cubicBezTo>
                <a:cubicBezTo>
                  <a:pt x="1362574" y="94595"/>
                  <a:pt x="1348980" y="108189"/>
                  <a:pt x="1332211" y="108189"/>
                </a:cubicBezTo>
                <a:cubicBezTo>
                  <a:pt x="1315441" y="108189"/>
                  <a:pt x="1301847" y="94595"/>
                  <a:pt x="1301847" y="77826"/>
                </a:cubicBezTo>
                <a:cubicBezTo>
                  <a:pt x="1301847" y="61056"/>
                  <a:pt x="1315441" y="47462"/>
                  <a:pt x="1332211" y="47462"/>
                </a:cubicBezTo>
                <a:close/>
                <a:moveTo>
                  <a:pt x="1259656" y="47462"/>
                </a:moveTo>
                <a:cubicBezTo>
                  <a:pt x="1276426" y="47462"/>
                  <a:pt x="1290020" y="61056"/>
                  <a:pt x="1290020" y="77826"/>
                </a:cubicBezTo>
                <a:cubicBezTo>
                  <a:pt x="1290020" y="94595"/>
                  <a:pt x="1276426" y="108189"/>
                  <a:pt x="1259656" y="108189"/>
                </a:cubicBezTo>
                <a:cubicBezTo>
                  <a:pt x="1242887" y="108189"/>
                  <a:pt x="1229293" y="94595"/>
                  <a:pt x="1229293" y="77826"/>
                </a:cubicBezTo>
                <a:cubicBezTo>
                  <a:pt x="1229293" y="61056"/>
                  <a:pt x="1242887" y="47462"/>
                  <a:pt x="1259656" y="47462"/>
                </a:cubicBezTo>
                <a:close/>
                <a:moveTo>
                  <a:pt x="1187102" y="47462"/>
                </a:moveTo>
                <a:cubicBezTo>
                  <a:pt x="1203871" y="47462"/>
                  <a:pt x="1217465" y="61056"/>
                  <a:pt x="1217465" y="77826"/>
                </a:cubicBezTo>
                <a:cubicBezTo>
                  <a:pt x="1217465" y="94595"/>
                  <a:pt x="1203871" y="108189"/>
                  <a:pt x="1187102" y="108189"/>
                </a:cubicBezTo>
                <a:cubicBezTo>
                  <a:pt x="1170332" y="108189"/>
                  <a:pt x="1156738" y="94595"/>
                  <a:pt x="1156738" y="77826"/>
                </a:cubicBezTo>
                <a:cubicBezTo>
                  <a:pt x="1156738" y="61056"/>
                  <a:pt x="1170332" y="47462"/>
                  <a:pt x="1187102" y="47462"/>
                </a:cubicBezTo>
                <a:close/>
                <a:moveTo>
                  <a:pt x="1114547" y="47462"/>
                </a:moveTo>
                <a:cubicBezTo>
                  <a:pt x="1131317" y="47462"/>
                  <a:pt x="1144911" y="61056"/>
                  <a:pt x="1144911" y="77826"/>
                </a:cubicBezTo>
                <a:cubicBezTo>
                  <a:pt x="1144911" y="94595"/>
                  <a:pt x="1131317" y="108189"/>
                  <a:pt x="1114547" y="108189"/>
                </a:cubicBezTo>
                <a:cubicBezTo>
                  <a:pt x="1097778" y="108189"/>
                  <a:pt x="1084184" y="94595"/>
                  <a:pt x="1084184" y="77826"/>
                </a:cubicBezTo>
                <a:cubicBezTo>
                  <a:pt x="1084184" y="61056"/>
                  <a:pt x="1097778" y="47462"/>
                  <a:pt x="1114547" y="47462"/>
                </a:cubicBezTo>
                <a:close/>
                <a:moveTo>
                  <a:pt x="1041993" y="47462"/>
                </a:moveTo>
                <a:cubicBezTo>
                  <a:pt x="1058762" y="47462"/>
                  <a:pt x="1072356" y="61056"/>
                  <a:pt x="1072356" y="77826"/>
                </a:cubicBezTo>
                <a:cubicBezTo>
                  <a:pt x="1072356" y="94595"/>
                  <a:pt x="1058762" y="108189"/>
                  <a:pt x="1041993" y="108189"/>
                </a:cubicBezTo>
                <a:cubicBezTo>
                  <a:pt x="1025223" y="108189"/>
                  <a:pt x="1011629" y="94595"/>
                  <a:pt x="1011629" y="77826"/>
                </a:cubicBezTo>
                <a:cubicBezTo>
                  <a:pt x="1011629" y="61056"/>
                  <a:pt x="1025223" y="47462"/>
                  <a:pt x="1041993" y="47462"/>
                </a:cubicBezTo>
                <a:close/>
                <a:moveTo>
                  <a:pt x="969438" y="47462"/>
                </a:moveTo>
                <a:cubicBezTo>
                  <a:pt x="986208" y="47462"/>
                  <a:pt x="999801" y="61056"/>
                  <a:pt x="999801" y="77826"/>
                </a:cubicBezTo>
                <a:cubicBezTo>
                  <a:pt x="999801" y="94595"/>
                  <a:pt x="986208" y="108189"/>
                  <a:pt x="969438" y="108189"/>
                </a:cubicBezTo>
                <a:cubicBezTo>
                  <a:pt x="952669" y="108189"/>
                  <a:pt x="939075" y="94595"/>
                  <a:pt x="939075" y="77826"/>
                </a:cubicBezTo>
                <a:cubicBezTo>
                  <a:pt x="939075" y="61056"/>
                  <a:pt x="952669" y="47462"/>
                  <a:pt x="969438" y="47462"/>
                </a:cubicBezTo>
                <a:close/>
                <a:moveTo>
                  <a:pt x="896883" y="47462"/>
                </a:moveTo>
                <a:cubicBezTo>
                  <a:pt x="913653" y="47462"/>
                  <a:pt x="927247" y="61056"/>
                  <a:pt x="927247" y="77826"/>
                </a:cubicBezTo>
                <a:cubicBezTo>
                  <a:pt x="927247" y="94595"/>
                  <a:pt x="913653" y="108189"/>
                  <a:pt x="896883" y="108189"/>
                </a:cubicBezTo>
                <a:cubicBezTo>
                  <a:pt x="880114" y="108189"/>
                  <a:pt x="866520" y="94595"/>
                  <a:pt x="866520" y="77826"/>
                </a:cubicBezTo>
                <a:cubicBezTo>
                  <a:pt x="866520" y="61056"/>
                  <a:pt x="880114" y="47462"/>
                  <a:pt x="896883" y="47462"/>
                </a:cubicBezTo>
                <a:close/>
                <a:moveTo>
                  <a:pt x="824329" y="47462"/>
                </a:moveTo>
                <a:cubicBezTo>
                  <a:pt x="841098" y="47462"/>
                  <a:pt x="854692" y="61056"/>
                  <a:pt x="854692" y="77826"/>
                </a:cubicBezTo>
                <a:cubicBezTo>
                  <a:pt x="854692" y="94595"/>
                  <a:pt x="841098" y="108189"/>
                  <a:pt x="824329" y="108189"/>
                </a:cubicBezTo>
                <a:cubicBezTo>
                  <a:pt x="807559" y="108189"/>
                  <a:pt x="793965" y="94595"/>
                  <a:pt x="793965" y="77826"/>
                </a:cubicBezTo>
                <a:cubicBezTo>
                  <a:pt x="793965" y="61056"/>
                  <a:pt x="807559" y="47462"/>
                  <a:pt x="824329" y="47462"/>
                </a:cubicBezTo>
                <a:close/>
                <a:moveTo>
                  <a:pt x="751774" y="47462"/>
                </a:moveTo>
                <a:cubicBezTo>
                  <a:pt x="768544" y="47462"/>
                  <a:pt x="782138" y="61056"/>
                  <a:pt x="782138" y="77826"/>
                </a:cubicBezTo>
                <a:cubicBezTo>
                  <a:pt x="782138" y="94595"/>
                  <a:pt x="768544" y="108189"/>
                  <a:pt x="751774" y="108189"/>
                </a:cubicBezTo>
                <a:cubicBezTo>
                  <a:pt x="735005" y="108189"/>
                  <a:pt x="721411" y="94595"/>
                  <a:pt x="721411" y="77826"/>
                </a:cubicBezTo>
                <a:cubicBezTo>
                  <a:pt x="721411" y="61056"/>
                  <a:pt x="735005" y="47462"/>
                  <a:pt x="751774" y="47462"/>
                </a:cubicBezTo>
                <a:close/>
                <a:moveTo>
                  <a:pt x="679220" y="47462"/>
                </a:moveTo>
                <a:cubicBezTo>
                  <a:pt x="695989" y="47462"/>
                  <a:pt x="709583" y="61056"/>
                  <a:pt x="709583" y="77826"/>
                </a:cubicBezTo>
                <a:cubicBezTo>
                  <a:pt x="709583" y="94595"/>
                  <a:pt x="695989" y="108189"/>
                  <a:pt x="679220" y="108189"/>
                </a:cubicBezTo>
                <a:cubicBezTo>
                  <a:pt x="662450" y="108189"/>
                  <a:pt x="648856" y="94595"/>
                  <a:pt x="648856" y="77826"/>
                </a:cubicBezTo>
                <a:cubicBezTo>
                  <a:pt x="648856" y="61056"/>
                  <a:pt x="662450" y="47462"/>
                  <a:pt x="679220" y="47462"/>
                </a:cubicBezTo>
                <a:close/>
                <a:moveTo>
                  <a:pt x="606665" y="47462"/>
                </a:moveTo>
                <a:cubicBezTo>
                  <a:pt x="623435" y="47462"/>
                  <a:pt x="637029" y="61056"/>
                  <a:pt x="637029" y="77826"/>
                </a:cubicBezTo>
                <a:cubicBezTo>
                  <a:pt x="637029" y="94595"/>
                  <a:pt x="623435" y="108189"/>
                  <a:pt x="606665" y="108189"/>
                </a:cubicBezTo>
                <a:cubicBezTo>
                  <a:pt x="589896" y="108189"/>
                  <a:pt x="576302" y="94595"/>
                  <a:pt x="576302" y="77826"/>
                </a:cubicBezTo>
                <a:cubicBezTo>
                  <a:pt x="576302" y="61056"/>
                  <a:pt x="589896" y="47462"/>
                  <a:pt x="606665" y="47462"/>
                </a:cubicBezTo>
                <a:close/>
                <a:moveTo>
                  <a:pt x="534111" y="47462"/>
                </a:moveTo>
                <a:cubicBezTo>
                  <a:pt x="550880" y="47462"/>
                  <a:pt x="564474" y="61056"/>
                  <a:pt x="564474" y="77826"/>
                </a:cubicBezTo>
                <a:cubicBezTo>
                  <a:pt x="564474" y="94595"/>
                  <a:pt x="550880" y="108189"/>
                  <a:pt x="534111" y="108189"/>
                </a:cubicBezTo>
                <a:cubicBezTo>
                  <a:pt x="517341" y="108189"/>
                  <a:pt x="503747" y="94595"/>
                  <a:pt x="503747" y="77826"/>
                </a:cubicBezTo>
                <a:cubicBezTo>
                  <a:pt x="503747" y="61056"/>
                  <a:pt x="517341" y="47462"/>
                  <a:pt x="534111" y="47462"/>
                </a:cubicBezTo>
                <a:close/>
                <a:moveTo>
                  <a:pt x="461556" y="47462"/>
                </a:moveTo>
                <a:cubicBezTo>
                  <a:pt x="478326" y="47462"/>
                  <a:pt x="491920" y="61056"/>
                  <a:pt x="491920" y="77826"/>
                </a:cubicBezTo>
                <a:cubicBezTo>
                  <a:pt x="491920" y="94595"/>
                  <a:pt x="478326" y="108189"/>
                  <a:pt x="461556" y="108189"/>
                </a:cubicBezTo>
                <a:cubicBezTo>
                  <a:pt x="444787" y="108189"/>
                  <a:pt x="431192" y="94595"/>
                  <a:pt x="431192" y="77826"/>
                </a:cubicBezTo>
                <a:cubicBezTo>
                  <a:pt x="431192" y="61056"/>
                  <a:pt x="444787" y="47462"/>
                  <a:pt x="461556" y="47462"/>
                </a:cubicBezTo>
                <a:close/>
                <a:moveTo>
                  <a:pt x="389002" y="47462"/>
                </a:moveTo>
                <a:cubicBezTo>
                  <a:pt x="405771" y="47462"/>
                  <a:pt x="419365" y="61056"/>
                  <a:pt x="419365" y="77826"/>
                </a:cubicBezTo>
                <a:cubicBezTo>
                  <a:pt x="419365" y="94595"/>
                  <a:pt x="405771" y="108189"/>
                  <a:pt x="389002" y="108189"/>
                </a:cubicBezTo>
                <a:cubicBezTo>
                  <a:pt x="372232" y="108189"/>
                  <a:pt x="358638" y="94595"/>
                  <a:pt x="358638" y="77826"/>
                </a:cubicBezTo>
                <a:cubicBezTo>
                  <a:pt x="358638" y="61056"/>
                  <a:pt x="372232" y="47462"/>
                  <a:pt x="389002" y="47462"/>
                </a:cubicBezTo>
                <a:close/>
                <a:moveTo>
                  <a:pt x="316447" y="47462"/>
                </a:moveTo>
                <a:cubicBezTo>
                  <a:pt x="333216" y="47462"/>
                  <a:pt x="346810" y="61056"/>
                  <a:pt x="346810" y="77826"/>
                </a:cubicBezTo>
                <a:cubicBezTo>
                  <a:pt x="346810" y="94595"/>
                  <a:pt x="333216" y="108189"/>
                  <a:pt x="316447" y="108189"/>
                </a:cubicBezTo>
                <a:cubicBezTo>
                  <a:pt x="299677" y="108189"/>
                  <a:pt x="286084" y="94595"/>
                  <a:pt x="286084" y="77826"/>
                </a:cubicBezTo>
                <a:cubicBezTo>
                  <a:pt x="286084" y="61056"/>
                  <a:pt x="299677" y="47462"/>
                  <a:pt x="316447" y="47462"/>
                </a:cubicBezTo>
                <a:close/>
                <a:moveTo>
                  <a:pt x="243892" y="47462"/>
                </a:moveTo>
                <a:cubicBezTo>
                  <a:pt x="260662" y="47462"/>
                  <a:pt x="274256" y="61056"/>
                  <a:pt x="274256" y="77826"/>
                </a:cubicBezTo>
                <a:cubicBezTo>
                  <a:pt x="274256" y="94595"/>
                  <a:pt x="260662" y="108189"/>
                  <a:pt x="243892" y="108189"/>
                </a:cubicBezTo>
                <a:cubicBezTo>
                  <a:pt x="227123" y="108189"/>
                  <a:pt x="213529" y="94595"/>
                  <a:pt x="213529" y="77826"/>
                </a:cubicBezTo>
                <a:cubicBezTo>
                  <a:pt x="213529" y="61056"/>
                  <a:pt x="227123" y="47462"/>
                  <a:pt x="243892" y="47462"/>
                </a:cubicBezTo>
                <a:close/>
                <a:moveTo>
                  <a:pt x="171339" y="47462"/>
                </a:moveTo>
                <a:cubicBezTo>
                  <a:pt x="188107" y="47462"/>
                  <a:pt x="201701" y="61056"/>
                  <a:pt x="201701" y="77826"/>
                </a:cubicBezTo>
                <a:cubicBezTo>
                  <a:pt x="201701" y="94595"/>
                  <a:pt x="188107" y="108189"/>
                  <a:pt x="171339" y="108189"/>
                </a:cubicBezTo>
                <a:cubicBezTo>
                  <a:pt x="154708" y="108189"/>
                  <a:pt x="141113" y="94595"/>
                  <a:pt x="141113" y="77826"/>
                </a:cubicBezTo>
                <a:cubicBezTo>
                  <a:pt x="141113" y="61056"/>
                  <a:pt x="154708" y="47462"/>
                  <a:pt x="171339" y="47462"/>
                </a:cubicBezTo>
                <a:close/>
                <a:moveTo>
                  <a:pt x="98942" y="47462"/>
                </a:moveTo>
                <a:cubicBezTo>
                  <a:pt x="115700" y="47462"/>
                  <a:pt x="129294" y="61056"/>
                  <a:pt x="129294" y="77826"/>
                </a:cubicBezTo>
                <a:cubicBezTo>
                  <a:pt x="129294" y="94595"/>
                  <a:pt x="115700" y="108189"/>
                  <a:pt x="98942" y="108189"/>
                </a:cubicBezTo>
                <a:cubicBezTo>
                  <a:pt x="82168" y="108189"/>
                  <a:pt x="68573" y="94595"/>
                  <a:pt x="68573" y="77826"/>
                </a:cubicBezTo>
                <a:cubicBezTo>
                  <a:pt x="68573" y="61056"/>
                  <a:pt x="82168" y="47462"/>
                  <a:pt x="98942" y="47462"/>
                </a:cubicBezTo>
                <a:close/>
                <a:moveTo>
                  <a:pt x="26388" y="47462"/>
                </a:moveTo>
                <a:cubicBezTo>
                  <a:pt x="43149" y="47462"/>
                  <a:pt x="56744" y="61056"/>
                  <a:pt x="56744" y="77826"/>
                </a:cubicBezTo>
                <a:cubicBezTo>
                  <a:pt x="56744" y="94595"/>
                  <a:pt x="43149" y="108189"/>
                  <a:pt x="26388" y="108189"/>
                </a:cubicBezTo>
                <a:cubicBezTo>
                  <a:pt x="18002" y="108189"/>
                  <a:pt x="10410" y="104791"/>
                  <a:pt x="4916" y="99296"/>
                </a:cubicBezTo>
                <a:lnTo>
                  <a:pt x="0" y="87429"/>
                </a:lnTo>
                <a:lnTo>
                  <a:pt x="0" y="68222"/>
                </a:lnTo>
                <a:lnTo>
                  <a:pt x="4916" y="56355"/>
                </a:lnTo>
                <a:cubicBezTo>
                  <a:pt x="10410" y="50861"/>
                  <a:pt x="18002" y="47462"/>
                  <a:pt x="26388" y="47462"/>
                </a:cubicBezTo>
                <a:close/>
                <a:moveTo>
                  <a:pt x="1592868" y="0"/>
                </a:moveTo>
                <a:lnTo>
                  <a:pt x="1613441" y="0"/>
                </a:lnTo>
                <a:lnTo>
                  <a:pt x="1620472" y="27343"/>
                </a:lnTo>
                <a:lnTo>
                  <a:pt x="1610610" y="25352"/>
                </a:lnTo>
                <a:cubicBezTo>
                  <a:pt x="1605161" y="23047"/>
                  <a:pt x="1600525" y="19197"/>
                  <a:pt x="1597251" y="14351"/>
                </a:cubicBezTo>
                <a:close/>
                <a:moveTo>
                  <a:pt x="1520598" y="0"/>
                </a:moveTo>
                <a:lnTo>
                  <a:pt x="1579150" y="0"/>
                </a:lnTo>
                <a:lnTo>
                  <a:pt x="1571345" y="18844"/>
                </a:lnTo>
                <a:cubicBezTo>
                  <a:pt x="1565850" y="24339"/>
                  <a:pt x="1558259" y="27738"/>
                  <a:pt x="1549874" y="27738"/>
                </a:cubicBezTo>
                <a:cubicBezTo>
                  <a:pt x="1541490" y="27738"/>
                  <a:pt x="1533899" y="24339"/>
                  <a:pt x="1528404" y="18844"/>
                </a:cubicBezTo>
                <a:close/>
                <a:moveTo>
                  <a:pt x="1448044" y="0"/>
                </a:moveTo>
                <a:lnTo>
                  <a:pt x="1506596" y="0"/>
                </a:lnTo>
                <a:lnTo>
                  <a:pt x="1498790" y="18844"/>
                </a:lnTo>
                <a:cubicBezTo>
                  <a:pt x="1493295" y="24339"/>
                  <a:pt x="1485705" y="27738"/>
                  <a:pt x="1477320" y="27738"/>
                </a:cubicBezTo>
                <a:cubicBezTo>
                  <a:pt x="1468935" y="27738"/>
                  <a:pt x="1461344" y="24339"/>
                  <a:pt x="1455850" y="18844"/>
                </a:cubicBezTo>
                <a:close/>
                <a:moveTo>
                  <a:pt x="1375489" y="0"/>
                </a:moveTo>
                <a:lnTo>
                  <a:pt x="1434041" y="0"/>
                </a:lnTo>
                <a:lnTo>
                  <a:pt x="1426236" y="18844"/>
                </a:lnTo>
                <a:cubicBezTo>
                  <a:pt x="1420741" y="24339"/>
                  <a:pt x="1413150" y="27738"/>
                  <a:pt x="1404765" y="27738"/>
                </a:cubicBezTo>
                <a:cubicBezTo>
                  <a:pt x="1396381" y="27738"/>
                  <a:pt x="1388790" y="24339"/>
                  <a:pt x="1383295" y="18844"/>
                </a:cubicBezTo>
                <a:close/>
                <a:moveTo>
                  <a:pt x="1302935" y="0"/>
                </a:moveTo>
                <a:lnTo>
                  <a:pt x="1361486" y="0"/>
                </a:lnTo>
                <a:lnTo>
                  <a:pt x="1353681" y="18844"/>
                </a:lnTo>
                <a:cubicBezTo>
                  <a:pt x="1348186" y="24339"/>
                  <a:pt x="1340596" y="27738"/>
                  <a:pt x="1332211" y="27738"/>
                </a:cubicBezTo>
                <a:cubicBezTo>
                  <a:pt x="1323826" y="27738"/>
                  <a:pt x="1316235" y="24339"/>
                  <a:pt x="1310740" y="18844"/>
                </a:cubicBezTo>
                <a:close/>
                <a:moveTo>
                  <a:pt x="1230380" y="0"/>
                </a:moveTo>
                <a:lnTo>
                  <a:pt x="1288932" y="0"/>
                </a:lnTo>
                <a:lnTo>
                  <a:pt x="1281126" y="18844"/>
                </a:lnTo>
                <a:cubicBezTo>
                  <a:pt x="1275632" y="24339"/>
                  <a:pt x="1268041" y="27738"/>
                  <a:pt x="1259656" y="27738"/>
                </a:cubicBezTo>
                <a:cubicBezTo>
                  <a:pt x="1251271" y="27738"/>
                  <a:pt x="1243680" y="24339"/>
                  <a:pt x="1238186" y="18844"/>
                </a:cubicBezTo>
                <a:close/>
                <a:moveTo>
                  <a:pt x="1157826" y="0"/>
                </a:moveTo>
                <a:lnTo>
                  <a:pt x="1216377" y="0"/>
                </a:lnTo>
                <a:lnTo>
                  <a:pt x="1208572" y="18844"/>
                </a:lnTo>
                <a:cubicBezTo>
                  <a:pt x="1203077" y="24339"/>
                  <a:pt x="1195486" y="27738"/>
                  <a:pt x="1187102" y="27738"/>
                </a:cubicBezTo>
                <a:cubicBezTo>
                  <a:pt x="1178717" y="27738"/>
                  <a:pt x="1171126" y="24339"/>
                  <a:pt x="1165631" y="18844"/>
                </a:cubicBezTo>
                <a:close/>
                <a:moveTo>
                  <a:pt x="1085271" y="0"/>
                </a:moveTo>
                <a:lnTo>
                  <a:pt x="1143823" y="0"/>
                </a:lnTo>
                <a:lnTo>
                  <a:pt x="1136017" y="18844"/>
                </a:lnTo>
                <a:cubicBezTo>
                  <a:pt x="1130523" y="24339"/>
                  <a:pt x="1122932" y="27738"/>
                  <a:pt x="1114547" y="27738"/>
                </a:cubicBezTo>
                <a:cubicBezTo>
                  <a:pt x="1106162" y="27738"/>
                  <a:pt x="1098571" y="24339"/>
                  <a:pt x="1093077" y="18844"/>
                </a:cubicBezTo>
                <a:close/>
                <a:moveTo>
                  <a:pt x="1012717" y="0"/>
                </a:moveTo>
                <a:lnTo>
                  <a:pt x="1071268" y="0"/>
                </a:lnTo>
                <a:lnTo>
                  <a:pt x="1063463" y="18844"/>
                </a:lnTo>
                <a:cubicBezTo>
                  <a:pt x="1057968" y="24339"/>
                  <a:pt x="1050377" y="27738"/>
                  <a:pt x="1041993" y="27738"/>
                </a:cubicBezTo>
                <a:cubicBezTo>
                  <a:pt x="1033608" y="27738"/>
                  <a:pt x="1026017" y="24339"/>
                  <a:pt x="1020522" y="18844"/>
                </a:cubicBezTo>
                <a:close/>
                <a:moveTo>
                  <a:pt x="940162" y="0"/>
                </a:moveTo>
                <a:lnTo>
                  <a:pt x="998714" y="0"/>
                </a:lnTo>
                <a:lnTo>
                  <a:pt x="990908" y="18844"/>
                </a:lnTo>
                <a:cubicBezTo>
                  <a:pt x="985414" y="24339"/>
                  <a:pt x="977823" y="27738"/>
                  <a:pt x="969438" y="27738"/>
                </a:cubicBezTo>
                <a:cubicBezTo>
                  <a:pt x="961053" y="27738"/>
                  <a:pt x="953462" y="24339"/>
                  <a:pt x="947968" y="18844"/>
                </a:cubicBezTo>
                <a:close/>
                <a:moveTo>
                  <a:pt x="867607" y="0"/>
                </a:moveTo>
                <a:lnTo>
                  <a:pt x="926159" y="0"/>
                </a:lnTo>
                <a:lnTo>
                  <a:pt x="918354" y="18844"/>
                </a:lnTo>
                <a:cubicBezTo>
                  <a:pt x="912859" y="24339"/>
                  <a:pt x="905268" y="27738"/>
                  <a:pt x="896883" y="27738"/>
                </a:cubicBezTo>
                <a:cubicBezTo>
                  <a:pt x="888499" y="27738"/>
                  <a:pt x="880908" y="24339"/>
                  <a:pt x="875413" y="18844"/>
                </a:cubicBezTo>
                <a:close/>
                <a:moveTo>
                  <a:pt x="795053" y="0"/>
                </a:moveTo>
                <a:lnTo>
                  <a:pt x="853605" y="0"/>
                </a:lnTo>
                <a:lnTo>
                  <a:pt x="845799" y="18844"/>
                </a:lnTo>
                <a:cubicBezTo>
                  <a:pt x="840304" y="24339"/>
                  <a:pt x="832714" y="27738"/>
                  <a:pt x="824329" y="27738"/>
                </a:cubicBezTo>
                <a:cubicBezTo>
                  <a:pt x="815944" y="27738"/>
                  <a:pt x="808353" y="24339"/>
                  <a:pt x="802858" y="18844"/>
                </a:cubicBezTo>
                <a:close/>
                <a:moveTo>
                  <a:pt x="722498" y="0"/>
                </a:moveTo>
                <a:lnTo>
                  <a:pt x="781050" y="0"/>
                </a:lnTo>
                <a:lnTo>
                  <a:pt x="773245" y="18844"/>
                </a:lnTo>
                <a:cubicBezTo>
                  <a:pt x="767750" y="24339"/>
                  <a:pt x="760159" y="27738"/>
                  <a:pt x="751774" y="27738"/>
                </a:cubicBezTo>
                <a:cubicBezTo>
                  <a:pt x="743390" y="27738"/>
                  <a:pt x="735799" y="24339"/>
                  <a:pt x="730304" y="18844"/>
                </a:cubicBezTo>
                <a:close/>
                <a:moveTo>
                  <a:pt x="649944" y="0"/>
                </a:moveTo>
                <a:lnTo>
                  <a:pt x="708496" y="0"/>
                </a:lnTo>
                <a:lnTo>
                  <a:pt x="700690" y="18844"/>
                </a:lnTo>
                <a:cubicBezTo>
                  <a:pt x="695195" y="24339"/>
                  <a:pt x="687604" y="27738"/>
                  <a:pt x="679220" y="27738"/>
                </a:cubicBezTo>
                <a:cubicBezTo>
                  <a:pt x="670835" y="27738"/>
                  <a:pt x="663244" y="24339"/>
                  <a:pt x="657749" y="18844"/>
                </a:cubicBezTo>
                <a:close/>
                <a:moveTo>
                  <a:pt x="577389" y="0"/>
                </a:moveTo>
                <a:lnTo>
                  <a:pt x="635941" y="0"/>
                </a:lnTo>
                <a:lnTo>
                  <a:pt x="628135" y="18844"/>
                </a:lnTo>
                <a:cubicBezTo>
                  <a:pt x="622641" y="24339"/>
                  <a:pt x="615050" y="27738"/>
                  <a:pt x="606665" y="27738"/>
                </a:cubicBezTo>
                <a:cubicBezTo>
                  <a:pt x="598280" y="27738"/>
                  <a:pt x="590690" y="24339"/>
                  <a:pt x="585195" y="18844"/>
                </a:cubicBezTo>
                <a:close/>
                <a:moveTo>
                  <a:pt x="504835" y="0"/>
                </a:moveTo>
                <a:lnTo>
                  <a:pt x="563386" y="0"/>
                </a:lnTo>
                <a:lnTo>
                  <a:pt x="555581" y="18844"/>
                </a:lnTo>
                <a:cubicBezTo>
                  <a:pt x="550086" y="24339"/>
                  <a:pt x="542495" y="27738"/>
                  <a:pt x="534111" y="27738"/>
                </a:cubicBezTo>
                <a:cubicBezTo>
                  <a:pt x="525726" y="27738"/>
                  <a:pt x="518135" y="24339"/>
                  <a:pt x="512640" y="18844"/>
                </a:cubicBezTo>
                <a:close/>
                <a:moveTo>
                  <a:pt x="432280" y="0"/>
                </a:moveTo>
                <a:lnTo>
                  <a:pt x="490832" y="0"/>
                </a:lnTo>
                <a:lnTo>
                  <a:pt x="483026" y="18844"/>
                </a:lnTo>
                <a:cubicBezTo>
                  <a:pt x="477532" y="24339"/>
                  <a:pt x="469941" y="27738"/>
                  <a:pt x="461556" y="27738"/>
                </a:cubicBezTo>
                <a:cubicBezTo>
                  <a:pt x="453171" y="27738"/>
                  <a:pt x="445580" y="24339"/>
                  <a:pt x="440086" y="18844"/>
                </a:cubicBezTo>
                <a:close/>
                <a:moveTo>
                  <a:pt x="359726" y="0"/>
                </a:moveTo>
                <a:lnTo>
                  <a:pt x="418277" y="0"/>
                </a:lnTo>
                <a:lnTo>
                  <a:pt x="410472" y="18844"/>
                </a:lnTo>
                <a:cubicBezTo>
                  <a:pt x="404977" y="24339"/>
                  <a:pt x="397386" y="27738"/>
                  <a:pt x="389002" y="27738"/>
                </a:cubicBezTo>
                <a:cubicBezTo>
                  <a:pt x="380617" y="27738"/>
                  <a:pt x="373026" y="24339"/>
                  <a:pt x="367531" y="18844"/>
                </a:cubicBezTo>
                <a:close/>
                <a:moveTo>
                  <a:pt x="287171" y="0"/>
                </a:moveTo>
                <a:lnTo>
                  <a:pt x="345723" y="0"/>
                </a:lnTo>
                <a:lnTo>
                  <a:pt x="337917" y="18844"/>
                </a:lnTo>
                <a:cubicBezTo>
                  <a:pt x="332423" y="24339"/>
                  <a:pt x="324832" y="27738"/>
                  <a:pt x="316447" y="27738"/>
                </a:cubicBezTo>
                <a:cubicBezTo>
                  <a:pt x="308062" y="27738"/>
                  <a:pt x="300471" y="24339"/>
                  <a:pt x="294977" y="18844"/>
                </a:cubicBezTo>
                <a:close/>
                <a:moveTo>
                  <a:pt x="214617" y="0"/>
                </a:moveTo>
                <a:lnTo>
                  <a:pt x="273168" y="0"/>
                </a:lnTo>
                <a:lnTo>
                  <a:pt x="265363" y="18844"/>
                </a:lnTo>
                <a:cubicBezTo>
                  <a:pt x="259868" y="24339"/>
                  <a:pt x="252277" y="27738"/>
                  <a:pt x="243892" y="27738"/>
                </a:cubicBezTo>
                <a:cubicBezTo>
                  <a:pt x="235508" y="27738"/>
                  <a:pt x="227917" y="24339"/>
                  <a:pt x="222422" y="18844"/>
                </a:cubicBezTo>
                <a:close/>
                <a:moveTo>
                  <a:pt x="142204" y="0"/>
                </a:moveTo>
                <a:lnTo>
                  <a:pt x="200614" y="0"/>
                </a:lnTo>
                <a:lnTo>
                  <a:pt x="192808" y="18844"/>
                </a:lnTo>
                <a:cubicBezTo>
                  <a:pt x="187314" y="24339"/>
                  <a:pt x="179723" y="27738"/>
                  <a:pt x="171339" y="27738"/>
                </a:cubicBezTo>
                <a:cubicBezTo>
                  <a:pt x="163026" y="27738"/>
                  <a:pt x="155471" y="24339"/>
                  <a:pt x="149994" y="18844"/>
                </a:cubicBezTo>
                <a:close/>
                <a:moveTo>
                  <a:pt x="69668" y="0"/>
                </a:moveTo>
                <a:lnTo>
                  <a:pt x="128212" y="0"/>
                </a:lnTo>
                <a:lnTo>
                  <a:pt x="120408" y="18844"/>
                </a:lnTo>
                <a:cubicBezTo>
                  <a:pt x="114915" y="24339"/>
                  <a:pt x="107328" y="27738"/>
                  <a:pt x="98949" y="27738"/>
                </a:cubicBezTo>
                <a:cubicBezTo>
                  <a:pt x="90562" y="27738"/>
                  <a:pt x="82969" y="24339"/>
                  <a:pt x="77474" y="18844"/>
                </a:cubicBezTo>
                <a:close/>
                <a:moveTo>
                  <a:pt x="0" y="0"/>
                </a:moveTo>
                <a:lnTo>
                  <a:pt x="55662" y="0"/>
                </a:lnTo>
                <a:lnTo>
                  <a:pt x="47858" y="18844"/>
                </a:lnTo>
                <a:cubicBezTo>
                  <a:pt x="42364" y="24339"/>
                  <a:pt x="34775" y="27738"/>
                  <a:pt x="26394" y="27738"/>
                </a:cubicBezTo>
                <a:cubicBezTo>
                  <a:pt x="18009" y="27738"/>
                  <a:pt x="10417" y="24339"/>
                  <a:pt x="4922" y="18844"/>
                </a:cubicBezTo>
                <a:lnTo>
                  <a:pt x="0" y="6962"/>
                </a:lnTo>
                <a:close/>
              </a:path>
            </a:pathLst>
          </a:custGeom>
          <a:solidFill>
            <a:schemeClr val="accent1">
              <a:alpha val="60000"/>
            </a:schemeClr>
          </a:soli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None/>
            </a:pPr>
            <a:endParaRPr sz="1867" b="0" i="0" u="none" strike="noStrike" cap="none" dirty="0">
              <a:solidFill>
                <a:schemeClr val="dk1"/>
              </a:solidFill>
              <a:latin typeface="Calibri"/>
              <a:ea typeface="Calibri"/>
              <a:cs typeface="Calibri"/>
              <a:sym typeface="Calibri"/>
            </a:endParaRPr>
          </a:p>
        </p:txBody>
      </p:sp>
      <p:sp>
        <p:nvSpPr>
          <p:cNvPr id="3" name="Google Shape;548;p21">
            <a:extLst>
              <a:ext uri="{FF2B5EF4-FFF2-40B4-BE49-F238E27FC236}">
                <a16:creationId xmlns:a16="http://schemas.microsoft.com/office/drawing/2014/main" id="{BECEA32D-35D9-654F-9A69-E9EDEBA93E26}"/>
              </a:ext>
            </a:extLst>
          </p:cNvPr>
          <p:cNvSpPr/>
          <p:nvPr/>
        </p:nvSpPr>
        <p:spPr>
          <a:xfrm>
            <a:off x="2" y="2"/>
            <a:ext cx="403373" cy="496797"/>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None/>
            </a:pPr>
            <a:endParaRPr sz="1867" b="0" i="0" u="none" strike="noStrike" cap="none" dirty="0">
              <a:solidFill>
                <a:schemeClr val="dk1"/>
              </a:solidFill>
              <a:latin typeface="Calibri"/>
              <a:ea typeface="Calibri"/>
              <a:cs typeface="Calibri"/>
              <a:sym typeface="Calibri"/>
            </a:endParaRPr>
          </a:p>
        </p:txBody>
      </p:sp>
      <p:sp>
        <p:nvSpPr>
          <p:cNvPr id="4" name="Google Shape;549;p21">
            <a:extLst>
              <a:ext uri="{FF2B5EF4-FFF2-40B4-BE49-F238E27FC236}">
                <a16:creationId xmlns:a16="http://schemas.microsoft.com/office/drawing/2014/main" id="{F2227A45-412C-584D-84F9-770D08D9D9D9}"/>
              </a:ext>
            </a:extLst>
          </p:cNvPr>
          <p:cNvSpPr/>
          <p:nvPr/>
        </p:nvSpPr>
        <p:spPr>
          <a:xfrm>
            <a:off x="11792595" y="6494883"/>
            <a:ext cx="304800" cy="306000"/>
          </a:xfrm>
          <a:prstGeom prst="ellipse">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fld id="{00000000-1234-1234-1234-123412341234}" type="slidenum">
              <a:rPr lang="en" sz="933">
                <a:solidFill>
                  <a:schemeClr val="dk1"/>
                </a:solidFill>
                <a:latin typeface="+mn-lt"/>
                <a:ea typeface="Calibri"/>
                <a:cs typeface="Calibri"/>
                <a:sym typeface="Calibri"/>
              </a:rPr>
              <a:pPr marL="0" marR="0" lvl="0" indent="0" algn="r" rtl="0">
                <a:spcBef>
                  <a:spcPts val="0"/>
                </a:spcBef>
                <a:spcAft>
                  <a:spcPts val="0"/>
                </a:spcAft>
                <a:buNone/>
              </a:pPr>
              <a:t>‹#›</a:t>
            </a:fld>
            <a:endParaRPr sz="933" dirty="0">
              <a:solidFill>
                <a:schemeClr val="dk1"/>
              </a:solidFill>
              <a:latin typeface="+mn-lt"/>
              <a:ea typeface="Calibri"/>
              <a:cs typeface="Calibri"/>
              <a:sym typeface="Calibri"/>
            </a:endParaRPr>
          </a:p>
        </p:txBody>
      </p:sp>
      <p:sp>
        <p:nvSpPr>
          <p:cNvPr id="5" name="Google Shape;556;p21">
            <a:extLst>
              <a:ext uri="{FF2B5EF4-FFF2-40B4-BE49-F238E27FC236}">
                <a16:creationId xmlns:a16="http://schemas.microsoft.com/office/drawing/2014/main" id="{192AF619-B7F2-4242-969D-22C4C43DAEE9}"/>
              </a:ext>
            </a:extLst>
          </p:cNvPr>
          <p:cNvSpPr/>
          <p:nvPr/>
        </p:nvSpPr>
        <p:spPr>
          <a:xfrm rot="5400000" flipH="1">
            <a:off x="10993876" y="-84435"/>
            <a:ext cx="1124328" cy="1271917"/>
          </a:xfrm>
          <a:custGeom>
            <a:avLst/>
            <a:gdLst/>
            <a:ahLst/>
            <a:cxnLst/>
            <a:rect l="l" t="t" r="r" b="b"/>
            <a:pathLst>
              <a:path w="843246" h="953938" extrusionOk="0">
                <a:moveTo>
                  <a:pt x="843246" y="953827"/>
                </a:moveTo>
                <a:lnTo>
                  <a:pt x="843246" y="756569"/>
                </a:lnTo>
                <a:lnTo>
                  <a:pt x="842143" y="756680"/>
                </a:lnTo>
                <a:cubicBezTo>
                  <a:pt x="485983" y="756680"/>
                  <a:pt x="197258" y="467955"/>
                  <a:pt x="197258" y="111795"/>
                </a:cubicBezTo>
                <a:lnTo>
                  <a:pt x="214160" y="0"/>
                </a:lnTo>
                <a:lnTo>
                  <a:pt x="11270" y="0"/>
                </a:lnTo>
                <a:lnTo>
                  <a:pt x="0" y="111795"/>
                </a:lnTo>
                <a:cubicBezTo>
                  <a:pt x="0" y="576898"/>
                  <a:pt x="377040" y="953938"/>
                  <a:pt x="842143" y="953938"/>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91433" tIns="45700" rIns="91433"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867" b="0" i="0" u="none" strike="noStrike" cap="none" dirty="0">
              <a:solidFill>
                <a:srgbClr val="000000"/>
              </a:solidFill>
              <a:latin typeface="Calibri"/>
              <a:ea typeface="Calibri"/>
              <a:cs typeface="Calibri"/>
              <a:sym typeface="Calibri"/>
            </a:endParaRPr>
          </a:p>
        </p:txBody>
      </p:sp>
      <p:grpSp>
        <p:nvGrpSpPr>
          <p:cNvPr id="6" name="Group 5">
            <a:extLst>
              <a:ext uri="{FF2B5EF4-FFF2-40B4-BE49-F238E27FC236}">
                <a16:creationId xmlns:a16="http://schemas.microsoft.com/office/drawing/2014/main" id="{6D220217-AE62-FC47-8AAE-A2D29BF8ADE0}"/>
              </a:ext>
            </a:extLst>
          </p:cNvPr>
          <p:cNvGrpSpPr/>
          <p:nvPr/>
        </p:nvGrpSpPr>
        <p:grpSpPr>
          <a:xfrm>
            <a:off x="1" y="6814800"/>
            <a:ext cx="12179567" cy="43200"/>
            <a:chOff x="0" y="5111100"/>
            <a:chExt cx="9134675" cy="32400"/>
          </a:xfrm>
        </p:grpSpPr>
        <p:sp>
          <p:nvSpPr>
            <p:cNvPr id="7" name="Google Shape;455;p14">
              <a:extLst>
                <a:ext uri="{FF2B5EF4-FFF2-40B4-BE49-F238E27FC236}">
                  <a16:creationId xmlns:a16="http://schemas.microsoft.com/office/drawing/2014/main" id="{BD8356CF-FE70-094F-BF31-BD002BEEB907}"/>
                </a:ext>
              </a:extLst>
            </p:cNvPr>
            <p:cNvSpPr/>
            <p:nvPr/>
          </p:nvSpPr>
          <p:spPr>
            <a:xfrm>
              <a:off x="8939030"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8" name="Google Shape;456;p14">
              <a:extLst>
                <a:ext uri="{FF2B5EF4-FFF2-40B4-BE49-F238E27FC236}">
                  <a16:creationId xmlns:a16="http://schemas.microsoft.com/office/drawing/2014/main" id="{48C05AC3-43FE-DC43-B556-38B1C0AD2C8C}"/>
                </a:ext>
              </a:extLst>
            </p:cNvPr>
            <p:cNvSpPr/>
            <p:nvPr/>
          </p:nvSpPr>
          <p:spPr>
            <a:xfrm>
              <a:off x="899344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9" name="Google Shape;457;p14">
              <a:extLst>
                <a:ext uri="{FF2B5EF4-FFF2-40B4-BE49-F238E27FC236}">
                  <a16:creationId xmlns:a16="http://schemas.microsoft.com/office/drawing/2014/main" id="{2BB5FC4D-9DDC-2340-900F-5429FB882315}"/>
                </a:ext>
              </a:extLst>
            </p:cNvPr>
            <p:cNvSpPr/>
            <p:nvPr/>
          </p:nvSpPr>
          <p:spPr>
            <a:xfrm>
              <a:off x="910227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10" name="Google Shape;458;p14">
              <a:extLst>
                <a:ext uri="{FF2B5EF4-FFF2-40B4-BE49-F238E27FC236}">
                  <a16:creationId xmlns:a16="http://schemas.microsoft.com/office/drawing/2014/main" id="{718ED8D0-243D-5D47-BF45-4ECF3D9751A0}"/>
                </a:ext>
              </a:extLst>
            </p:cNvPr>
            <p:cNvSpPr/>
            <p:nvPr/>
          </p:nvSpPr>
          <p:spPr>
            <a:xfrm>
              <a:off x="888461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11" name="Google Shape;459;p14">
              <a:extLst>
                <a:ext uri="{FF2B5EF4-FFF2-40B4-BE49-F238E27FC236}">
                  <a16:creationId xmlns:a16="http://schemas.microsoft.com/office/drawing/2014/main" id="{9D05DA91-53DC-BA4A-97F2-C5E590B4F336}"/>
                </a:ext>
              </a:extLst>
            </p:cNvPr>
            <p:cNvSpPr/>
            <p:nvPr/>
          </p:nvSpPr>
          <p:spPr>
            <a:xfrm>
              <a:off x="0" y="5112281"/>
              <a:ext cx="8862600" cy="31200"/>
            </a:xfrm>
            <a:prstGeom prst="roundRect">
              <a:avLst>
                <a:gd name="adj" fmla="val 16667"/>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sp>
          <p:nvSpPr>
            <p:cNvPr id="12" name="Google Shape;457;p14">
              <a:extLst>
                <a:ext uri="{FF2B5EF4-FFF2-40B4-BE49-F238E27FC236}">
                  <a16:creationId xmlns:a16="http://schemas.microsoft.com/office/drawing/2014/main" id="{6E0DD413-7CC5-BE4E-B4F0-A76300B6939F}"/>
                </a:ext>
              </a:extLst>
            </p:cNvPr>
            <p:cNvSpPr/>
            <p:nvPr/>
          </p:nvSpPr>
          <p:spPr>
            <a:xfrm>
              <a:off x="9047860"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867" dirty="0">
                <a:solidFill>
                  <a:schemeClr val="dk1"/>
                </a:solidFill>
                <a:latin typeface="Calibri"/>
                <a:ea typeface="Calibri"/>
                <a:cs typeface="Calibri"/>
                <a:sym typeface="Calibri"/>
              </a:endParaRPr>
            </a:p>
          </p:txBody>
        </p:sp>
      </p:grpSp>
      <p:sp>
        <p:nvSpPr>
          <p:cNvPr id="13" name="Text Placeholder 4">
            <a:extLst>
              <a:ext uri="{FF2B5EF4-FFF2-40B4-BE49-F238E27FC236}">
                <a16:creationId xmlns:a16="http://schemas.microsoft.com/office/drawing/2014/main" id="{3A672796-D35E-274F-8FA6-3E28F55B7084}"/>
              </a:ext>
            </a:extLst>
          </p:cNvPr>
          <p:cNvSpPr>
            <a:spLocks noGrp="1"/>
          </p:cNvSpPr>
          <p:nvPr>
            <p:ph type="body" sz="quarter" idx="169"/>
          </p:nvPr>
        </p:nvSpPr>
        <p:spPr>
          <a:xfrm>
            <a:off x="527051" y="1378267"/>
            <a:ext cx="487600" cy="347200"/>
          </a:xfrm>
          <a:prstGeom prst="rect">
            <a:avLst/>
          </a:prstGeom>
        </p:spPr>
        <p:txBody>
          <a:bodyPr lIns="0" tIns="0" rIns="0" bIns="0" anchor="ctr"/>
          <a:lstStyle>
            <a:lvl1pPr marL="8466" marR="0" indent="0" algn="ctr" rtl="0">
              <a:lnSpc>
                <a:spcPct val="100000"/>
              </a:lnSpc>
              <a:spcBef>
                <a:spcPts val="0"/>
              </a:spcBef>
              <a:spcAft>
                <a:spcPts val="0"/>
              </a:spcAft>
              <a:buClr>
                <a:schemeClr val="accent1"/>
              </a:buClr>
              <a:buSzPts val="1000"/>
              <a:buFont typeface="Arial"/>
              <a:buNone/>
              <a:tabLst/>
              <a:defRPr lang="en-US" sz="1333"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14" name="Text Placeholder 4">
            <a:extLst>
              <a:ext uri="{FF2B5EF4-FFF2-40B4-BE49-F238E27FC236}">
                <a16:creationId xmlns:a16="http://schemas.microsoft.com/office/drawing/2014/main" id="{BF2D61F6-A99D-884A-ABE6-E8DC4AE4C251}"/>
              </a:ext>
            </a:extLst>
          </p:cNvPr>
          <p:cNvSpPr>
            <a:spLocks noGrp="1"/>
          </p:cNvSpPr>
          <p:nvPr>
            <p:ph type="body" sz="quarter" idx="170"/>
          </p:nvPr>
        </p:nvSpPr>
        <p:spPr>
          <a:xfrm>
            <a:off x="1013237" y="1378267"/>
            <a:ext cx="135600" cy="347200"/>
          </a:xfrm>
          <a:prstGeom prst="rect">
            <a:avLst/>
          </a:prstGeom>
        </p:spPr>
        <p:txBody>
          <a:bodyPr lIns="0" tIns="0" rIns="0" bIns="0" anchor="ctr"/>
          <a:lstStyle>
            <a:lvl1pPr marL="8466" marR="0" indent="0" algn="ctr" rtl="0">
              <a:lnSpc>
                <a:spcPct val="100000"/>
              </a:lnSpc>
              <a:spcBef>
                <a:spcPts val="0"/>
              </a:spcBef>
              <a:spcAft>
                <a:spcPts val="0"/>
              </a:spcAft>
              <a:buClr>
                <a:schemeClr val="lt1"/>
              </a:buClr>
              <a:buSzPts val="1000"/>
              <a:buFont typeface="Arial"/>
              <a:buNone/>
              <a:tabLst/>
              <a:defRPr lang="en-US" sz="1333" b="0" i="0" u="none" strike="noStrike" cap="none" dirty="0">
                <a:solidFill>
                  <a:schemeClr val="tx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15" name="Text Placeholder 4">
            <a:extLst>
              <a:ext uri="{FF2B5EF4-FFF2-40B4-BE49-F238E27FC236}">
                <a16:creationId xmlns:a16="http://schemas.microsoft.com/office/drawing/2014/main" id="{73666455-1873-A74F-B5AB-1E594396C91C}"/>
              </a:ext>
            </a:extLst>
          </p:cNvPr>
          <p:cNvSpPr>
            <a:spLocks noGrp="1"/>
          </p:cNvSpPr>
          <p:nvPr>
            <p:ph type="body" sz="quarter" idx="171"/>
          </p:nvPr>
        </p:nvSpPr>
        <p:spPr>
          <a:xfrm>
            <a:off x="1334385" y="1378267"/>
            <a:ext cx="10330564" cy="347200"/>
          </a:xfrm>
          <a:prstGeom prst="rect">
            <a:avLst/>
          </a:prstGeom>
        </p:spPr>
        <p:txBody>
          <a:bodyPr lIns="0" tIns="0" rIns="0" bIns="0" anchor="ctr"/>
          <a:lstStyle>
            <a:lvl1pPr marL="8466" marR="0" indent="0" algn="l" rtl="0">
              <a:lnSpc>
                <a:spcPct val="100000"/>
              </a:lnSpc>
              <a:spcBef>
                <a:spcPts val="0"/>
              </a:spcBef>
              <a:spcAft>
                <a:spcPts val="0"/>
              </a:spcAft>
              <a:buClr>
                <a:schemeClr val="dk1"/>
              </a:buClr>
              <a:buSzPts val="1000"/>
              <a:buFont typeface="Arial"/>
              <a:buNone/>
              <a:tabLst/>
              <a:defRPr lang="en-US" sz="1333"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16" name="Text Placeholder 4">
            <a:extLst>
              <a:ext uri="{FF2B5EF4-FFF2-40B4-BE49-F238E27FC236}">
                <a16:creationId xmlns:a16="http://schemas.microsoft.com/office/drawing/2014/main" id="{37455C32-1FF5-8145-A54F-733ECC6F2060}"/>
              </a:ext>
            </a:extLst>
          </p:cNvPr>
          <p:cNvSpPr>
            <a:spLocks noGrp="1"/>
          </p:cNvSpPr>
          <p:nvPr>
            <p:ph type="body" sz="quarter" idx="172"/>
          </p:nvPr>
        </p:nvSpPr>
        <p:spPr>
          <a:xfrm>
            <a:off x="527051" y="2357000"/>
            <a:ext cx="487600" cy="347200"/>
          </a:xfrm>
          <a:prstGeom prst="rect">
            <a:avLst/>
          </a:prstGeom>
        </p:spPr>
        <p:txBody>
          <a:bodyPr lIns="0" tIns="0" rIns="0" bIns="0" anchor="ctr"/>
          <a:lstStyle>
            <a:lvl1pPr marL="8466" marR="0" indent="0" algn="ctr" rtl="0">
              <a:lnSpc>
                <a:spcPct val="100000"/>
              </a:lnSpc>
              <a:spcBef>
                <a:spcPts val="0"/>
              </a:spcBef>
              <a:spcAft>
                <a:spcPts val="0"/>
              </a:spcAft>
              <a:buClr>
                <a:schemeClr val="accent1"/>
              </a:buClr>
              <a:buSzPts val="1000"/>
              <a:buFont typeface="Arial"/>
              <a:buNone/>
              <a:tabLst/>
              <a:defRPr lang="en-US" sz="1333"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17" name="Text Placeholder 4">
            <a:extLst>
              <a:ext uri="{FF2B5EF4-FFF2-40B4-BE49-F238E27FC236}">
                <a16:creationId xmlns:a16="http://schemas.microsoft.com/office/drawing/2014/main" id="{F13D935C-AD63-4248-85C5-87CE2F9BDBB4}"/>
              </a:ext>
            </a:extLst>
          </p:cNvPr>
          <p:cNvSpPr>
            <a:spLocks noGrp="1"/>
          </p:cNvSpPr>
          <p:nvPr>
            <p:ph type="body" sz="quarter" idx="173"/>
          </p:nvPr>
        </p:nvSpPr>
        <p:spPr>
          <a:xfrm>
            <a:off x="1013237" y="2357000"/>
            <a:ext cx="135600" cy="347200"/>
          </a:xfrm>
          <a:prstGeom prst="rect">
            <a:avLst/>
          </a:prstGeom>
        </p:spPr>
        <p:txBody>
          <a:bodyPr lIns="0" tIns="0" rIns="0" bIns="0" anchor="ctr"/>
          <a:lstStyle>
            <a:lvl1pPr marL="8466" marR="0" indent="0" algn="ctr" rtl="0">
              <a:lnSpc>
                <a:spcPct val="100000"/>
              </a:lnSpc>
              <a:spcBef>
                <a:spcPts val="0"/>
              </a:spcBef>
              <a:spcAft>
                <a:spcPts val="0"/>
              </a:spcAft>
              <a:buClr>
                <a:schemeClr val="lt1"/>
              </a:buClr>
              <a:buSzPts val="1000"/>
              <a:buFont typeface="Arial"/>
              <a:buNone/>
              <a:tabLst/>
              <a:defRPr lang="en-US" sz="1333" b="0" i="0" u="none" strike="noStrike" cap="none" dirty="0">
                <a:solidFill>
                  <a:schemeClr val="tx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18" name="Text Placeholder 4">
            <a:extLst>
              <a:ext uri="{FF2B5EF4-FFF2-40B4-BE49-F238E27FC236}">
                <a16:creationId xmlns:a16="http://schemas.microsoft.com/office/drawing/2014/main" id="{BF11F971-5597-EF49-9508-4B596A303FB9}"/>
              </a:ext>
            </a:extLst>
          </p:cNvPr>
          <p:cNvSpPr>
            <a:spLocks noGrp="1"/>
          </p:cNvSpPr>
          <p:nvPr>
            <p:ph type="body" sz="quarter" idx="174"/>
          </p:nvPr>
        </p:nvSpPr>
        <p:spPr>
          <a:xfrm>
            <a:off x="1334385" y="2357000"/>
            <a:ext cx="10330564" cy="347200"/>
          </a:xfrm>
          <a:prstGeom prst="rect">
            <a:avLst/>
          </a:prstGeom>
        </p:spPr>
        <p:txBody>
          <a:bodyPr lIns="0" tIns="0" rIns="0" bIns="0" anchor="ctr"/>
          <a:lstStyle>
            <a:lvl1pPr marL="8466" marR="0" indent="0" algn="l" rtl="0">
              <a:lnSpc>
                <a:spcPct val="100000"/>
              </a:lnSpc>
              <a:spcBef>
                <a:spcPts val="0"/>
              </a:spcBef>
              <a:spcAft>
                <a:spcPts val="0"/>
              </a:spcAft>
              <a:buClr>
                <a:schemeClr val="dk1"/>
              </a:buClr>
              <a:buSzPts val="1000"/>
              <a:buFont typeface="Arial"/>
              <a:buNone/>
              <a:tabLst/>
              <a:defRPr lang="en-US" sz="1333"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19" name="Text Placeholder 4">
            <a:extLst>
              <a:ext uri="{FF2B5EF4-FFF2-40B4-BE49-F238E27FC236}">
                <a16:creationId xmlns:a16="http://schemas.microsoft.com/office/drawing/2014/main" id="{17F3D2A4-CC34-F040-BA18-70DC634653AD}"/>
              </a:ext>
            </a:extLst>
          </p:cNvPr>
          <p:cNvSpPr>
            <a:spLocks noGrp="1"/>
          </p:cNvSpPr>
          <p:nvPr>
            <p:ph type="body" sz="quarter" idx="175"/>
          </p:nvPr>
        </p:nvSpPr>
        <p:spPr>
          <a:xfrm>
            <a:off x="527051" y="3335733"/>
            <a:ext cx="487600" cy="347200"/>
          </a:xfrm>
          <a:prstGeom prst="rect">
            <a:avLst/>
          </a:prstGeom>
        </p:spPr>
        <p:txBody>
          <a:bodyPr lIns="0" tIns="0" rIns="0" bIns="0" anchor="ctr"/>
          <a:lstStyle>
            <a:lvl1pPr marL="8466" marR="0" indent="0" algn="ctr" rtl="0">
              <a:lnSpc>
                <a:spcPct val="100000"/>
              </a:lnSpc>
              <a:spcBef>
                <a:spcPts val="0"/>
              </a:spcBef>
              <a:spcAft>
                <a:spcPts val="0"/>
              </a:spcAft>
              <a:buClr>
                <a:schemeClr val="accent1"/>
              </a:buClr>
              <a:buSzPts val="1000"/>
              <a:buFont typeface="Arial"/>
              <a:buNone/>
              <a:tabLst/>
              <a:defRPr lang="en-US" sz="1333"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20" name="Text Placeholder 4">
            <a:extLst>
              <a:ext uri="{FF2B5EF4-FFF2-40B4-BE49-F238E27FC236}">
                <a16:creationId xmlns:a16="http://schemas.microsoft.com/office/drawing/2014/main" id="{60942C50-0C7B-8547-809E-712A39CB036A}"/>
              </a:ext>
            </a:extLst>
          </p:cNvPr>
          <p:cNvSpPr>
            <a:spLocks noGrp="1"/>
          </p:cNvSpPr>
          <p:nvPr>
            <p:ph type="body" sz="quarter" idx="176"/>
          </p:nvPr>
        </p:nvSpPr>
        <p:spPr>
          <a:xfrm>
            <a:off x="1013237" y="3335733"/>
            <a:ext cx="135600" cy="347200"/>
          </a:xfrm>
          <a:prstGeom prst="rect">
            <a:avLst/>
          </a:prstGeom>
        </p:spPr>
        <p:txBody>
          <a:bodyPr lIns="0" tIns="0" rIns="0" bIns="0" anchor="ctr"/>
          <a:lstStyle>
            <a:lvl1pPr marL="8466" marR="0" indent="0" algn="ctr" rtl="0">
              <a:lnSpc>
                <a:spcPct val="100000"/>
              </a:lnSpc>
              <a:spcBef>
                <a:spcPts val="0"/>
              </a:spcBef>
              <a:spcAft>
                <a:spcPts val="0"/>
              </a:spcAft>
              <a:buClr>
                <a:schemeClr val="lt1"/>
              </a:buClr>
              <a:buSzPts val="1000"/>
              <a:buFont typeface="Arial"/>
              <a:buNone/>
              <a:tabLst/>
              <a:defRPr lang="en-US" sz="1333" b="0" i="0" u="none" strike="noStrike" cap="none" dirty="0">
                <a:solidFill>
                  <a:schemeClr val="tx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21" name="Text Placeholder 4">
            <a:extLst>
              <a:ext uri="{FF2B5EF4-FFF2-40B4-BE49-F238E27FC236}">
                <a16:creationId xmlns:a16="http://schemas.microsoft.com/office/drawing/2014/main" id="{66802B2E-75B7-274D-BFA5-739E289DD90D}"/>
              </a:ext>
            </a:extLst>
          </p:cNvPr>
          <p:cNvSpPr>
            <a:spLocks noGrp="1"/>
          </p:cNvSpPr>
          <p:nvPr>
            <p:ph type="body" sz="quarter" idx="177"/>
          </p:nvPr>
        </p:nvSpPr>
        <p:spPr>
          <a:xfrm>
            <a:off x="1334385" y="3335733"/>
            <a:ext cx="10330564" cy="347200"/>
          </a:xfrm>
          <a:prstGeom prst="rect">
            <a:avLst/>
          </a:prstGeom>
        </p:spPr>
        <p:txBody>
          <a:bodyPr lIns="0" tIns="0" rIns="0" bIns="0" anchor="ctr"/>
          <a:lstStyle>
            <a:lvl1pPr marL="8466" marR="0" indent="0" algn="l" rtl="0">
              <a:lnSpc>
                <a:spcPct val="100000"/>
              </a:lnSpc>
              <a:spcBef>
                <a:spcPts val="0"/>
              </a:spcBef>
              <a:spcAft>
                <a:spcPts val="0"/>
              </a:spcAft>
              <a:buClr>
                <a:schemeClr val="dk1"/>
              </a:buClr>
              <a:buSzPts val="1000"/>
              <a:buFont typeface="Arial"/>
              <a:buNone/>
              <a:tabLst/>
              <a:defRPr lang="en-US" sz="1333"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22" name="Text Placeholder 4">
            <a:extLst>
              <a:ext uri="{FF2B5EF4-FFF2-40B4-BE49-F238E27FC236}">
                <a16:creationId xmlns:a16="http://schemas.microsoft.com/office/drawing/2014/main" id="{5C2D13ED-DD97-0846-95B0-4CE2FB612537}"/>
              </a:ext>
            </a:extLst>
          </p:cNvPr>
          <p:cNvSpPr>
            <a:spLocks noGrp="1"/>
          </p:cNvSpPr>
          <p:nvPr>
            <p:ph type="body" sz="quarter" idx="178"/>
          </p:nvPr>
        </p:nvSpPr>
        <p:spPr>
          <a:xfrm>
            <a:off x="527051" y="4314467"/>
            <a:ext cx="487600" cy="347200"/>
          </a:xfrm>
          <a:prstGeom prst="rect">
            <a:avLst/>
          </a:prstGeom>
        </p:spPr>
        <p:txBody>
          <a:bodyPr lIns="0" tIns="0" rIns="0" bIns="0" anchor="ctr"/>
          <a:lstStyle>
            <a:lvl1pPr marL="8466" marR="0" indent="0" algn="ctr" rtl="0">
              <a:lnSpc>
                <a:spcPct val="100000"/>
              </a:lnSpc>
              <a:spcBef>
                <a:spcPts val="0"/>
              </a:spcBef>
              <a:spcAft>
                <a:spcPts val="0"/>
              </a:spcAft>
              <a:buClr>
                <a:schemeClr val="accent1"/>
              </a:buClr>
              <a:buSzPts val="1000"/>
              <a:buFont typeface="Arial"/>
              <a:buNone/>
              <a:tabLst/>
              <a:defRPr lang="en-US" sz="1333"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23" name="Text Placeholder 4">
            <a:extLst>
              <a:ext uri="{FF2B5EF4-FFF2-40B4-BE49-F238E27FC236}">
                <a16:creationId xmlns:a16="http://schemas.microsoft.com/office/drawing/2014/main" id="{75417219-D45F-CA4C-A0B6-468AA5AD15BC}"/>
              </a:ext>
            </a:extLst>
          </p:cNvPr>
          <p:cNvSpPr>
            <a:spLocks noGrp="1"/>
          </p:cNvSpPr>
          <p:nvPr>
            <p:ph type="body" sz="quarter" idx="179"/>
          </p:nvPr>
        </p:nvSpPr>
        <p:spPr>
          <a:xfrm>
            <a:off x="1013237" y="4314467"/>
            <a:ext cx="135600" cy="347200"/>
          </a:xfrm>
          <a:prstGeom prst="rect">
            <a:avLst/>
          </a:prstGeom>
        </p:spPr>
        <p:txBody>
          <a:bodyPr lIns="0" tIns="0" rIns="0" bIns="0" anchor="ctr"/>
          <a:lstStyle>
            <a:lvl1pPr marL="8466" marR="0" indent="0" algn="ctr" rtl="0">
              <a:lnSpc>
                <a:spcPct val="100000"/>
              </a:lnSpc>
              <a:spcBef>
                <a:spcPts val="0"/>
              </a:spcBef>
              <a:spcAft>
                <a:spcPts val="0"/>
              </a:spcAft>
              <a:buClr>
                <a:schemeClr val="lt1"/>
              </a:buClr>
              <a:buSzPts val="1000"/>
              <a:buFont typeface="Arial"/>
              <a:buNone/>
              <a:tabLst/>
              <a:defRPr lang="en-US" sz="1333" b="0" i="0" u="none" strike="noStrike" cap="none" dirty="0">
                <a:solidFill>
                  <a:schemeClr val="tx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24" name="Text Placeholder 4">
            <a:extLst>
              <a:ext uri="{FF2B5EF4-FFF2-40B4-BE49-F238E27FC236}">
                <a16:creationId xmlns:a16="http://schemas.microsoft.com/office/drawing/2014/main" id="{ABBA3AEE-04AE-6042-8A04-F9297EFD3E67}"/>
              </a:ext>
            </a:extLst>
          </p:cNvPr>
          <p:cNvSpPr>
            <a:spLocks noGrp="1"/>
          </p:cNvSpPr>
          <p:nvPr>
            <p:ph type="body" sz="quarter" idx="180"/>
          </p:nvPr>
        </p:nvSpPr>
        <p:spPr>
          <a:xfrm>
            <a:off x="1334385" y="4314467"/>
            <a:ext cx="10330564" cy="347200"/>
          </a:xfrm>
          <a:prstGeom prst="rect">
            <a:avLst/>
          </a:prstGeom>
        </p:spPr>
        <p:txBody>
          <a:bodyPr lIns="0" tIns="0" rIns="0" bIns="0" anchor="ctr"/>
          <a:lstStyle>
            <a:lvl1pPr marL="8466" marR="0" indent="0" algn="l" rtl="0">
              <a:lnSpc>
                <a:spcPct val="100000"/>
              </a:lnSpc>
              <a:spcBef>
                <a:spcPts val="0"/>
              </a:spcBef>
              <a:spcAft>
                <a:spcPts val="0"/>
              </a:spcAft>
              <a:buClr>
                <a:schemeClr val="dk1"/>
              </a:buClr>
              <a:buSzPts val="1000"/>
              <a:buFont typeface="Arial"/>
              <a:buNone/>
              <a:tabLst/>
              <a:defRPr lang="en-US" sz="1333"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25" name="Text Placeholder 4">
            <a:extLst>
              <a:ext uri="{FF2B5EF4-FFF2-40B4-BE49-F238E27FC236}">
                <a16:creationId xmlns:a16="http://schemas.microsoft.com/office/drawing/2014/main" id="{CBB75283-8F0C-6B4E-9F1F-61ECF47D74E4}"/>
              </a:ext>
            </a:extLst>
          </p:cNvPr>
          <p:cNvSpPr>
            <a:spLocks noGrp="1"/>
          </p:cNvSpPr>
          <p:nvPr>
            <p:ph type="body" sz="quarter" idx="181"/>
          </p:nvPr>
        </p:nvSpPr>
        <p:spPr>
          <a:xfrm>
            <a:off x="527051" y="5293200"/>
            <a:ext cx="487600" cy="347200"/>
          </a:xfrm>
          <a:prstGeom prst="rect">
            <a:avLst/>
          </a:prstGeom>
        </p:spPr>
        <p:txBody>
          <a:bodyPr lIns="0" tIns="0" rIns="0" bIns="0" anchor="ctr"/>
          <a:lstStyle>
            <a:lvl1pPr marL="8466" marR="0" indent="0" algn="ctr" rtl="0">
              <a:lnSpc>
                <a:spcPct val="100000"/>
              </a:lnSpc>
              <a:spcBef>
                <a:spcPts val="0"/>
              </a:spcBef>
              <a:spcAft>
                <a:spcPts val="0"/>
              </a:spcAft>
              <a:buClr>
                <a:schemeClr val="accent1"/>
              </a:buClr>
              <a:buSzPts val="1000"/>
              <a:buFont typeface="Arial"/>
              <a:buNone/>
              <a:tabLst/>
              <a:defRPr lang="en-US" sz="1333"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26" name="Text Placeholder 4">
            <a:extLst>
              <a:ext uri="{FF2B5EF4-FFF2-40B4-BE49-F238E27FC236}">
                <a16:creationId xmlns:a16="http://schemas.microsoft.com/office/drawing/2014/main" id="{490AF397-8D41-F642-8674-C7F78E823BA9}"/>
              </a:ext>
            </a:extLst>
          </p:cNvPr>
          <p:cNvSpPr>
            <a:spLocks noGrp="1"/>
          </p:cNvSpPr>
          <p:nvPr>
            <p:ph type="body" sz="quarter" idx="182"/>
          </p:nvPr>
        </p:nvSpPr>
        <p:spPr>
          <a:xfrm>
            <a:off x="1013237" y="5293200"/>
            <a:ext cx="135600" cy="347200"/>
          </a:xfrm>
          <a:prstGeom prst="rect">
            <a:avLst/>
          </a:prstGeom>
        </p:spPr>
        <p:txBody>
          <a:bodyPr lIns="0" tIns="0" rIns="0" bIns="0" anchor="ctr"/>
          <a:lstStyle>
            <a:lvl1pPr marL="8466" marR="0" indent="0" algn="ctr" rtl="0">
              <a:lnSpc>
                <a:spcPct val="100000"/>
              </a:lnSpc>
              <a:spcBef>
                <a:spcPts val="0"/>
              </a:spcBef>
              <a:spcAft>
                <a:spcPts val="0"/>
              </a:spcAft>
              <a:buClr>
                <a:schemeClr val="lt1"/>
              </a:buClr>
              <a:buSzPts val="1000"/>
              <a:buFont typeface="Arial"/>
              <a:buNone/>
              <a:tabLst/>
              <a:defRPr lang="en-US" sz="1333" b="0" i="0" u="none" strike="noStrike" cap="none" dirty="0">
                <a:solidFill>
                  <a:schemeClr val="tx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27" name="Text Placeholder 4">
            <a:extLst>
              <a:ext uri="{FF2B5EF4-FFF2-40B4-BE49-F238E27FC236}">
                <a16:creationId xmlns:a16="http://schemas.microsoft.com/office/drawing/2014/main" id="{8E633FF6-FDB6-0347-91C4-818D08F38F32}"/>
              </a:ext>
            </a:extLst>
          </p:cNvPr>
          <p:cNvSpPr>
            <a:spLocks noGrp="1"/>
          </p:cNvSpPr>
          <p:nvPr>
            <p:ph type="body" sz="quarter" idx="183"/>
          </p:nvPr>
        </p:nvSpPr>
        <p:spPr>
          <a:xfrm>
            <a:off x="1334385" y="5293200"/>
            <a:ext cx="10330564" cy="347200"/>
          </a:xfrm>
          <a:prstGeom prst="rect">
            <a:avLst/>
          </a:prstGeom>
        </p:spPr>
        <p:txBody>
          <a:bodyPr lIns="0" tIns="0" rIns="0" bIns="0" anchor="ctr"/>
          <a:lstStyle>
            <a:lvl1pPr marL="8466" marR="0" indent="0" algn="l" rtl="0">
              <a:lnSpc>
                <a:spcPct val="100000"/>
              </a:lnSpc>
              <a:spcBef>
                <a:spcPts val="0"/>
              </a:spcBef>
              <a:spcAft>
                <a:spcPts val="0"/>
              </a:spcAft>
              <a:buClr>
                <a:schemeClr val="dk1"/>
              </a:buClr>
              <a:buSzPts val="1000"/>
              <a:buFont typeface="Arial"/>
              <a:buNone/>
              <a:tabLst/>
              <a:defRPr lang="en-US" sz="1333"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28" name="Text Placeholder 4">
            <a:extLst>
              <a:ext uri="{FF2B5EF4-FFF2-40B4-BE49-F238E27FC236}">
                <a16:creationId xmlns:a16="http://schemas.microsoft.com/office/drawing/2014/main" id="{619E9644-9961-B049-8143-67D92A04E785}"/>
              </a:ext>
            </a:extLst>
          </p:cNvPr>
          <p:cNvSpPr>
            <a:spLocks noGrp="1"/>
          </p:cNvSpPr>
          <p:nvPr>
            <p:ph type="body" sz="quarter" idx="184"/>
          </p:nvPr>
        </p:nvSpPr>
        <p:spPr>
          <a:xfrm>
            <a:off x="527051" y="1867633"/>
            <a:ext cx="487600" cy="347200"/>
          </a:xfrm>
          <a:prstGeom prst="rect">
            <a:avLst/>
          </a:prstGeom>
        </p:spPr>
        <p:txBody>
          <a:bodyPr lIns="0" tIns="0" rIns="0" bIns="0" anchor="ctr"/>
          <a:lstStyle>
            <a:lvl1pPr marL="8466" marR="0" indent="0" algn="ctr" rtl="0">
              <a:lnSpc>
                <a:spcPct val="100000"/>
              </a:lnSpc>
              <a:spcBef>
                <a:spcPts val="0"/>
              </a:spcBef>
              <a:spcAft>
                <a:spcPts val="0"/>
              </a:spcAft>
              <a:buClr>
                <a:schemeClr val="accent1"/>
              </a:buClr>
              <a:buSzPts val="1000"/>
              <a:buFont typeface="Arial"/>
              <a:buNone/>
              <a:tabLst/>
              <a:defRPr lang="en-US" sz="1333"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29" name="Text Placeholder 4">
            <a:extLst>
              <a:ext uri="{FF2B5EF4-FFF2-40B4-BE49-F238E27FC236}">
                <a16:creationId xmlns:a16="http://schemas.microsoft.com/office/drawing/2014/main" id="{6459AE14-F5FC-EE49-8AE1-B3B7A88CC166}"/>
              </a:ext>
            </a:extLst>
          </p:cNvPr>
          <p:cNvSpPr>
            <a:spLocks noGrp="1"/>
          </p:cNvSpPr>
          <p:nvPr>
            <p:ph type="body" sz="quarter" idx="185"/>
          </p:nvPr>
        </p:nvSpPr>
        <p:spPr>
          <a:xfrm>
            <a:off x="1013237" y="1867633"/>
            <a:ext cx="135600" cy="347200"/>
          </a:xfrm>
          <a:prstGeom prst="rect">
            <a:avLst/>
          </a:prstGeom>
        </p:spPr>
        <p:txBody>
          <a:bodyPr lIns="0" tIns="0" rIns="0" bIns="0" anchor="ctr"/>
          <a:lstStyle>
            <a:lvl1pPr marL="8466" marR="0" indent="0" algn="ctr" rtl="0">
              <a:lnSpc>
                <a:spcPct val="100000"/>
              </a:lnSpc>
              <a:spcBef>
                <a:spcPts val="0"/>
              </a:spcBef>
              <a:spcAft>
                <a:spcPts val="0"/>
              </a:spcAft>
              <a:buClr>
                <a:schemeClr val="lt1"/>
              </a:buClr>
              <a:buSzPts val="1000"/>
              <a:buFont typeface="Arial"/>
              <a:buNone/>
              <a:tabLst/>
              <a:defRPr lang="en-US" sz="1333" b="0" i="0" u="none" strike="noStrike" cap="none" dirty="0">
                <a:solidFill>
                  <a:schemeClr val="tx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30" name="Text Placeholder 4">
            <a:extLst>
              <a:ext uri="{FF2B5EF4-FFF2-40B4-BE49-F238E27FC236}">
                <a16:creationId xmlns:a16="http://schemas.microsoft.com/office/drawing/2014/main" id="{B8CD875F-C055-4747-85BA-6DC63D19CA8B}"/>
              </a:ext>
            </a:extLst>
          </p:cNvPr>
          <p:cNvSpPr>
            <a:spLocks noGrp="1"/>
          </p:cNvSpPr>
          <p:nvPr>
            <p:ph type="body" sz="quarter" idx="186"/>
          </p:nvPr>
        </p:nvSpPr>
        <p:spPr>
          <a:xfrm>
            <a:off x="1334385" y="1867633"/>
            <a:ext cx="10330564" cy="347200"/>
          </a:xfrm>
          <a:prstGeom prst="rect">
            <a:avLst/>
          </a:prstGeom>
        </p:spPr>
        <p:txBody>
          <a:bodyPr lIns="0" tIns="0" rIns="0" bIns="0" anchor="ctr"/>
          <a:lstStyle>
            <a:lvl1pPr marL="8466" marR="0" indent="0" algn="l" rtl="0">
              <a:lnSpc>
                <a:spcPct val="100000"/>
              </a:lnSpc>
              <a:spcBef>
                <a:spcPts val="0"/>
              </a:spcBef>
              <a:spcAft>
                <a:spcPts val="0"/>
              </a:spcAft>
              <a:buClr>
                <a:schemeClr val="dk1"/>
              </a:buClr>
              <a:buSzPts val="1000"/>
              <a:buFont typeface="Arial"/>
              <a:buNone/>
              <a:tabLst/>
              <a:defRPr lang="en-US" sz="1333"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31" name="Text Placeholder 4">
            <a:extLst>
              <a:ext uri="{FF2B5EF4-FFF2-40B4-BE49-F238E27FC236}">
                <a16:creationId xmlns:a16="http://schemas.microsoft.com/office/drawing/2014/main" id="{0F3ED772-1A3D-C241-B530-94A01370BBB6}"/>
              </a:ext>
            </a:extLst>
          </p:cNvPr>
          <p:cNvSpPr>
            <a:spLocks noGrp="1"/>
          </p:cNvSpPr>
          <p:nvPr>
            <p:ph type="body" sz="quarter" idx="187"/>
          </p:nvPr>
        </p:nvSpPr>
        <p:spPr>
          <a:xfrm>
            <a:off x="527051" y="2846367"/>
            <a:ext cx="487600" cy="347200"/>
          </a:xfrm>
          <a:prstGeom prst="rect">
            <a:avLst/>
          </a:prstGeom>
        </p:spPr>
        <p:txBody>
          <a:bodyPr lIns="0" tIns="0" rIns="0" bIns="0" anchor="ctr"/>
          <a:lstStyle>
            <a:lvl1pPr marL="8466" marR="0" indent="0" algn="ctr" rtl="0">
              <a:lnSpc>
                <a:spcPct val="100000"/>
              </a:lnSpc>
              <a:spcBef>
                <a:spcPts val="0"/>
              </a:spcBef>
              <a:spcAft>
                <a:spcPts val="0"/>
              </a:spcAft>
              <a:buClr>
                <a:schemeClr val="accent1"/>
              </a:buClr>
              <a:buSzPts val="1000"/>
              <a:buFont typeface="Arial"/>
              <a:buNone/>
              <a:tabLst/>
              <a:defRPr lang="en-US" sz="1333"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32" name="Text Placeholder 4">
            <a:extLst>
              <a:ext uri="{FF2B5EF4-FFF2-40B4-BE49-F238E27FC236}">
                <a16:creationId xmlns:a16="http://schemas.microsoft.com/office/drawing/2014/main" id="{3A39F390-CF2B-244B-AB04-5EC31AAC4DD2}"/>
              </a:ext>
            </a:extLst>
          </p:cNvPr>
          <p:cNvSpPr>
            <a:spLocks noGrp="1"/>
          </p:cNvSpPr>
          <p:nvPr>
            <p:ph type="body" sz="quarter" idx="188"/>
          </p:nvPr>
        </p:nvSpPr>
        <p:spPr>
          <a:xfrm>
            <a:off x="1013237" y="2846367"/>
            <a:ext cx="135600" cy="347200"/>
          </a:xfrm>
          <a:prstGeom prst="rect">
            <a:avLst/>
          </a:prstGeom>
        </p:spPr>
        <p:txBody>
          <a:bodyPr lIns="0" tIns="0" rIns="0" bIns="0" anchor="ctr"/>
          <a:lstStyle>
            <a:lvl1pPr marL="8466" marR="0" indent="0" algn="ctr" rtl="0">
              <a:lnSpc>
                <a:spcPct val="100000"/>
              </a:lnSpc>
              <a:spcBef>
                <a:spcPts val="0"/>
              </a:spcBef>
              <a:spcAft>
                <a:spcPts val="0"/>
              </a:spcAft>
              <a:buClr>
                <a:schemeClr val="lt1"/>
              </a:buClr>
              <a:buSzPts val="1000"/>
              <a:buFont typeface="Arial"/>
              <a:buNone/>
              <a:tabLst/>
              <a:defRPr lang="en-US" sz="1333" b="0" i="0" u="none" strike="noStrike" cap="none" dirty="0">
                <a:solidFill>
                  <a:schemeClr val="tx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33" name="Text Placeholder 4">
            <a:extLst>
              <a:ext uri="{FF2B5EF4-FFF2-40B4-BE49-F238E27FC236}">
                <a16:creationId xmlns:a16="http://schemas.microsoft.com/office/drawing/2014/main" id="{A30FD467-65F0-4244-9198-C85D6D070DD2}"/>
              </a:ext>
            </a:extLst>
          </p:cNvPr>
          <p:cNvSpPr>
            <a:spLocks noGrp="1"/>
          </p:cNvSpPr>
          <p:nvPr>
            <p:ph type="body" sz="quarter" idx="189"/>
          </p:nvPr>
        </p:nvSpPr>
        <p:spPr>
          <a:xfrm>
            <a:off x="1334385" y="2846367"/>
            <a:ext cx="10330564" cy="347200"/>
          </a:xfrm>
          <a:prstGeom prst="rect">
            <a:avLst/>
          </a:prstGeom>
        </p:spPr>
        <p:txBody>
          <a:bodyPr lIns="0" tIns="0" rIns="0" bIns="0" anchor="ctr"/>
          <a:lstStyle>
            <a:lvl1pPr marL="8466" marR="0" indent="0" algn="l" rtl="0">
              <a:lnSpc>
                <a:spcPct val="100000"/>
              </a:lnSpc>
              <a:spcBef>
                <a:spcPts val="0"/>
              </a:spcBef>
              <a:spcAft>
                <a:spcPts val="0"/>
              </a:spcAft>
              <a:buClr>
                <a:schemeClr val="dk1"/>
              </a:buClr>
              <a:buSzPts val="1000"/>
              <a:buFont typeface="Arial"/>
              <a:buNone/>
              <a:tabLst/>
              <a:defRPr lang="en-US" sz="1333"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34" name="Text Placeholder 4">
            <a:extLst>
              <a:ext uri="{FF2B5EF4-FFF2-40B4-BE49-F238E27FC236}">
                <a16:creationId xmlns:a16="http://schemas.microsoft.com/office/drawing/2014/main" id="{B0E87957-D951-7D4F-8815-96F4535F0369}"/>
              </a:ext>
            </a:extLst>
          </p:cNvPr>
          <p:cNvSpPr>
            <a:spLocks noGrp="1"/>
          </p:cNvSpPr>
          <p:nvPr>
            <p:ph type="body" sz="quarter" idx="190"/>
          </p:nvPr>
        </p:nvSpPr>
        <p:spPr>
          <a:xfrm>
            <a:off x="527051" y="3825100"/>
            <a:ext cx="487600" cy="347200"/>
          </a:xfrm>
          <a:prstGeom prst="rect">
            <a:avLst/>
          </a:prstGeom>
        </p:spPr>
        <p:txBody>
          <a:bodyPr lIns="0" tIns="0" rIns="0" bIns="0" anchor="ctr"/>
          <a:lstStyle>
            <a:lvl1pPr marL="8466" marR="0" indent="0" algn="ctr" rtl="0">
              <a:lnSpc>
                <a:spcPct val="100000"/>
              </a:lnSpc>
              <a:spcBef>
                <a:spcPts val="0"/>
              </a:spcBef>
              <a:spcAft>
                <a:spcPts val="0"/>
              </a:spcAft>
              <a:buClr>
                <a:schemeClr val="accent1"/>
              </a:buClr>
              <a:buSzPts val="1000"/>
              <a:buFont typeface="Arial"/>
              <a:buNone/>
              <a:tabLst/>
              <a:defRPr lang="en-US" sz="1333"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35" name="Text Placeholder 4">
            <a:extLst>
              <a:ext uri="{FF2B5EF4-FFF2-40B4-BE49-F238E27FC236}">
                <a16:creationId xmlns:a16="http://schemas.microsoft.com/office/drawing/2014/main" id="{9F68AA68-AD69-0C4D-96DA-DD0C179B5123}"/>
              </a:ext>
            </a:extLst>
          </p:cNvPr>
          <p:cNvSpPr>
            <a:spLocks noGrp="1"/>
          </p:cNvSpPr>
          <p:nvPr>
            <p:ph type="body" sz="quarter" idx="191"/>
          </p:nvPr>
        </p:nvSpPr>
        <p:spPr>
          <a:xfrm>
            <a:off x="1013237" y="3825100"/>
            <a:ext cx="135600" cy="347200"/>
          </a:xfrm>
          <a:prstGeom prst="rect">
            <a:avLst/>
          </a:prstGeom>
        </p:spPr>
        <p:txBody>
          <a:bodyPr lIns="0" tIns="0" rIns="0" bIns="0" anchor="ctr"/>
          <a:lstStyle>
            <a:lvl1pPr marL="8466" marR="0" indent="0" algn="ctr" rtl="0">
              <a:lnSpc>
                <a:spcPct val="100000"/>
              </a:lnSpc>
              <a:spcBef>
                <a:spcPts val="0"/>
              </a:spcBef>
              <a:spcAft>
                <a:spcPts val="0"/>
              </a:spcAft>
              <a:buClr>
                <a:schemeClr val="lt1"/>
              </a:buClr>
              <a:buSzPts val="1000"/>
              <a:buFont typeface="Arial"/>
              <a:buNone/>
              <a:tabLst/>
              <a:defRPr lang="en-US" sz="1333" b="0" i="0" u="none" strike="noStrike" cap="none" dirty="0">
                <a:solidFill>
                  <a:schemeClr val="tx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36" name="Text Placeholder 4">
            <a:extLst>
              <a:ext uri="{FF2B5EF4-FFF2-40B4-BE49-F238E27FC236}">
                <a16:creationId xmlns:a16="http://schemas.microsoft.com/office/drawing/2014/main" id="{969D596F-956E-B742-A03C-671DC06A22B5}"/>
              </a:ext>
            </a:extLst>
          </p:cNvPr>
          <p:cNvSpPr>
            <a:spLocks noGrp="1"/>
          </p:cNvSpPr>
          <p:nvPr>
            <p:ph type="body" sz="quarter" idx="192"/>
          </p:nvPr>
        </p:nvSpPr>
        <p:spPr>
          <a:xfrm>
            <a:off x="1334385" y="3825100"/>
            <a:ext cx="10330564" cy="347200"/>
          </a:xfrm>
          <a:prstGeom prst="rect">
            <a:avLst/>
          </a:prstGeom>
        </p:spPr>
        <p:txBody>
          <a:bodyPr lIns="0" tIns="0" rIns="0" bIns="0" anchor="ctr"/>
          <a:lstStyle>
            <a:lvl1pPr marL="8466" marR="0" indent="0" algn="l" rtl="0">
              <a:lnSpc>
                <a:spcPct val="100000"/>
              </a:lnSpc>
              <a:spcBef>
                <a:spcPts val="0"/>
              </a:spcBef>
              <a:spcAft>
                <a:spcPts val="0"/>
              </a:spcAft>
              <a:buClr>
                <a:schemeClr val="dk1"/>
              </a:buClr>
              <a:buSzPts val="1000"/>
              <a:buFont typeface="Arial"/>
              <a:buNone/>
              <a:tabLst/>
              <a:defRPr lang="en-US" sz="1333"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37" name="Text Placeholder 4">
            <a:extLst>
              <a:ext uri="{FF2B5EF4-FFF2-40B4-BE49-F238E27FC236}">
                <a16:creationId xmlns:a16="http://schemas.microsoft.com/office/drawing/2014/main" id="{B1FFF191-B485-3845-9038-B9E8C0CC76F7}"/>
              </a:ext>
            </a:extLst>
          </p:cNvPr>
          <p:cNvSpPr>
            <a:spLocks noGrp="1"/>
          </p:cNvSpPr>
          <p:nvPr>
            <p:ph type="body" sz="quarter" idx="193"/>
          </p:nvPr>
        </p:nvSpPr>
        <p:spPr>
          <a:xfrm>
            <a:off x="527051" y="4803833"/>
            <a:ext cx="487600" cy="347200"/>
          </a:xfrm>
          <a:prstGeom prst="rect">
            <a:avLst/>
          </a:prstGeom>
        </p:spPr>
        <p:txBody>
          <a:bodyPr lIns="0" tIns="0" rIns="0" bIns="0" anchor="ctr"/>
          <a:lstStyle>
            <a:lvl1pPr marL="8466" marR="0" indent="0" algn="ctr" rtl="0">
              <a:lnSpc>
                <a:spcPct val="100000"/>
              </a:lnSpc>
              <a:spcBef>
                <a:spcPts val="0"/>
              </a:spcBef>
              <a:spcAft>
                <a:spcPts val="0"/>
              </a:spcAft>
              <a:buClr>
                <a:schemeClr val="accent1"/>
              </a:buClr>
              <a:buSzPts val="1000"/>
              <a:buFont typeface="Arial"/>
              <a:buNone/>
              <a:tabLst/>
              <a:defRPr lang="en-US" sz="1333"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38" name="Text Placeholder 4">
            <a:extLst>
              <a:ext uri="{FF2B5EF4-FFF2-40B4-BE49-F238E27FC236}">
                <a16:creationId xmlns:a16="http://schemas.microsoft.com/office/drawing/2014/main" id="{E674838C-62D7-7C4F-800E-52339D097101}"/>
              </a:ext>
            </a:extLst>
          </p:cNvPr>
          <p:cNvSpPr>
            <a:spLocks noGrp="1"/>
          </p:cNvSpPr>
          <p:nvPr>
            <p:ph type="body" sz="quarter" idx="194"/>
          </p:nvPr>
        </p:nvSpPr>
        <p:spPr>
          <a:xfrm>
            <a:off x="1013237" y="4803833"/>
            <a:ext cx="135600" cy="347200"/>
          </a:xfrm>
          <a:prstGeom prst="rect">
            <a:avLst/>
          </a:prstGeom>
        </p:spPr>
        <p:txBody>
          <a:bodyPr lIns="0" tIns="0" rIns="0" bIns="0" anchor="ctr"/>
          <a:lstStyle>
            <a:lvl1pPr marL="8466" marR="0" indent="0" algn="ctr" rtl="0">
              <a:lnSpc>
                <a:spcPct val="100000"/>
              </a:lnSpc>
              <a:spcBef>
                <a:spcPts val="0"/>
              </a:spcBef>
              <a:spcAft>
                <a:spcPts val="0"/>
              </a:spcAft>
              <a:buClr>
                <a:schemeClr val="lt1"/>
              </a:buClr>
              <a:buSzPts val="1000"/>
              <a:buFont typeface="Arial"/>
              <a:buNone/>
              <a:tabLst/>
              <a:defRPr lang="en-US" sz="1333" b="0" i="0" u="none" strike="noStrike" cap="none" dirty="0">
                <a:solidFill>
                  <a:schemeClr val="tx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39" name="Text Placeholder 4">
            <a:extLst>
              <a:ext uri="{FF2B5EF4-FFF2-40B4-BE49-F238E27FC236}">
                <a16:creationId xmlns:a16="http://schemas.microsoft.com/office/drawing/2014/main" id="{F6299708-7A21-F442-9A7A-418BF52B04EE}"/>
              </a:ext>
            </a:extLst>
          </p:cNvPr>
          <p:cNvSpPr>
            <a:spLocks noGrp="1"/>
          </p:cNvSpPr>
          <p:nvPr>
            <p:ph type="body" sz="quarter" idx="195"/>
          </p:nvPr>
        </p:nvSpPr>
        <p:spPr>
          <a:xfrm>
            <a:off x="1334385" y="4803833"/>
            <a:ext cx="10330564" cy="347200"/>
          </a:xfrm>
          <a:prstGeom prst="rect">
            <a:avLst/>
          </a:prstGeom>
        </p:spPr>
        <p:txBody>
          <a:bodyPr lIns="0" tIns="0" rIns="0" bIns="0" anchor="ctr"/>
          <a:lstStyle>
            <a:lvl1pPr marL="8466" marR="0" indent="0" algn="l" rtl="0">
              <a:lnSpc>
                <a:spcPct val="100000"/>
              </a:lnSpc>
              <a:spcBef>
                <a:spcPts val="0"/>
              </a:spcBef>
              <a:spcAft>
                <a:spcPts val="0"/>
              </a:spcAft>
              <a:buClr>
                <a:schemeClr val="dk1"/>
              </a:buClr>
              <a:buSzPts val="1000"/>
              <a:buFont typeface="Arial"/>
              <a:buNone/>
              <a:tabLst/>
              <a:defRPr lang="en-US" sz="1333"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40" name="Text Placeholder 4">
            <a:extLst>
              <a:ext uri="{FF2B5EF4-FFF2-40B4-BE49-F238E27FC236}">
                <a16:creationId xmlns:a16="http://schemas.microsoft.com/office/drawing/2014/main" id="{11013A10-19E4-8C42-AA62-9D942988B523}"/>
              </a:ext>
            </a:extLst>
          </p:cNvPr>
          <p:cNvSpPr>
            <a:spLocks noGrp="1"/>
          </p:cNvSpPr>
          <p:nvPr>
            <p:ph type="body" sz="quarter" idx="196"/>
          </p:nvPr>
        </p:nvSpPr>
        <p:spPr>
          <a:xfrm>
            <a:off x="527051" y="5782567"/>
            <a:ext cx="487600" cy="347200"/>
          </a:xfrm>
          <a:prstGeom prst="rect">
            <a:avLst/>
          </a:prstGeom>
        </p:spPr>
        <p:txBody>
          <a:bodyPr lIns="0" tIns="0" rIns="0" bIns="0" anchor="ctr"/>
          <a:lstStyle>
            <a:lvl1pPr marL="8466" marR="0" indent="0" algn="ctr" rtl="0">
              <a:lnSpc>
                <a:spcPct val="100000"/>
              </a:lnSpc>
              <a:spcBef>
                <a:spcPts val="0"/>
              </a:spcBef>
              <a:spcAft>
                <a:spcPts val="0"/>
              </a:spcAft>
              <a:buClr>
                <a:schemeClr val="accent1"/>
              </a:buClr>
              <a:buSzPts val="1000"/>
              <a:buFont typeface="Arial"/>
              <a:buNone/>
              <a:tabLst/>
              <a:defRPr lang="en-US" sz="1333" b="0" i="0" u="none" strike="noStrike" cap="none" dirty="0">
                <a:solidFill>
                  <a:schemeClr val="accent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41" name="Text Placeholder 4">
            <a:extLst>
              <a:ext uri="{FF2B5EF4-FFF2-40B4-BE49-F238E27FC236}">
                <a16:creationId xmlns:a16="http://schemas.microsoft.com/office/drawing/2014/main" id="{00240B04-39DB-3E40-9B4D-F965AC02C5EE}"/>
              </a:ext>
            </a:extLst>
          </p:cNvPr>
          <p:cNvSpPr>
            <a:spLocks noGrp="1"/>
          </p:cNvSpPr>
          <p:nvPr>
            <p:ph type="body" sz="quarter" idx="197"/>
          </p:nvPr>
        </p:nvSpPr>
        <p:spPr>
          <a:xfrm>
            <a:off x="1013237" y="5782567"/>
            <a:ext cx="135600" cy="347200"/>
          </a:xfrm>
          <a:prstGeom prst="rect">
            <a:avLst/>
          </a:prstGeom>
        </p:spPr>
        <p:txBody>
          <a:bodyPr lIns="0" tIns="0" rIns="0" bIns="0" anchor="ctr"/>
          <a:lstStyle>
            <a:lvl1pPr marL="8466" marR="0" indent="0" algn="ctr" rtl="0">
              <a:lnSpc>
                <a:spcPct val="100000"/>
              </a:lnSpc>
              <a:spcBef>
                <a:spcPts val="0"/>
              </a:spcBef>
              <a:spcAft>
                <a:spcPts val="0"/>
              </a:spcAft>
              <a:buClr>
                <a:schemeClr val="lt1"/>
              </a:buClr>
              <a:buSzPts val="1000"/>
              <a:buFont typeface="Arial"/>
              <a:buNone/>
              <a:tabLst/>
              <a:defRPr lang="en-US" sz="1333" b="0" i="0" u="none" strike="noStrike" cap="none" dirty="0">
                <a:solidFill>
                  <a:schemeClr val="tx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42" name="Text Placeholder 4">
            <a:extLst>
              <a:ext uri="{FF2B5EF4-FFF2-40B4-BE49-F238E27FC236}">
                <a16:creationId xmlns:a16="http://schemas.microsoft.com/office/drawing/2014/main" id="{887E7689-15EA-3642-8F62-747DC7C77C4F}"/>
              </a:ext>
            </a:extLst>
          </p:cNvPr>
          <p:cNvSpPr>
            <a:spLocks noGrp="1"/>
          </p:cNvSpPr>
          <p:nvPr>
            <p:ph type="body" sz="quarter" idx="198"/>
          </p:nvPr>
        </p:nvSpPr>
        <p:spPr>
          <a:xfrm>
            <a:off x="1334385" y="5782567"/>
            <a:ext cx="10330564" cy="347200"/>
          </a:xfrm>
          <a:prstGeom prst="rect">
            <a:avLst/>
          </a:prstGeom>
        </p:spPr>
        <p:txBody>
          <a:bodyPr lIns="0" tIns="0" rIns="0" bIns="0" anchor="ctr"/>
          <a:lstStyle>
            <a:lvl1pPr marL="8466" marR="0" indent="0" algn="l" rtl="0">
              <a:lnSpc>
                <a:spcPct val="100000"/>
              </a:lnSpc>
              <a:spcBef>
                <a:spcPts val="0"/>
              </a:spcBef>
              <a:spcAft>
                <a:spcPts val="0"/>
              </a:spcAft>
              <a:buClr>
                <a:schemeClr val="dk1"/>
              </a:buClr>
              <a:buSzPts val="1000"/>
              <a:buFont typeface="Arial"/>
              <a:buNone/>
              <a:tabLst/>
              <a:defRPr lang="en-US" sz="1333" b="0" i="0" u="none" strike="noStrike" cap="none" dirty="0">
                <a:solidFill>
                  <a:schemeClr val="bg1"/>
                </a:solidFill>
                <a:latin typeface="+mn-lt"/>
                <a:ea typeface="Calibri" panose="020F0502020204030204" pitchFamily="34" charset="0"/>
                <a:cs typeface="Calibri" panose="020F0502020204030204" pitchFamily="34" charset="0"/>
                <a:sym typeface="Arial"/>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
        <p:nvSpPr>
          <p:cNvPr id="44" name="Text Placeholder 4">
            <a:extLst>
              <a:ext uri="{FF2B5EF4-FFF2-40B4-BE49-F238E27FC236}">
                <a16:creationId xmlns:a16="http://schemas.microsoft.com/office/drawing/2014/main" id="{28C57374-2953-F349-AFA2-BDB415921A44}"/>
              </a:ext>
            </a:extLst>
          </p:cNvPr>
          <p:cNvSpPr>
            <a:spLocks noGrp="1"/>
          </p:cNvSpPr>
          <p:nvPr>
            <p:ph type="body" sz="quarter" idx="199"/>
          </p:nvPr>
        </p:nvSpPr>
        <p:spPr>
          <a:xfrm>
            <a:off x="527052" y="496800"/>
            <a:ext cx="10258805" cy="611600"/>
          </a:xfrm>
          <a:prstGeom prst="rect">
            <a:avLst/>
          </a:prstGeom>
        </p:spPr>
        <p:txBody>
          <a:bodyPr lIns="0" tIns="0" rIns="0" bIns="0" anchor="t"/>
          <a:lstStyle>
            <a:lvl1pPr marL="8466" marR="0" indent="0" algn="l" rtl="0">
              <a:lnSpc>
                <a:spcPct val="90000"/>
              </a:lnSpc>
              <a:spcBef>
                <a:spcPts val="0"/>
              </a:spcBef>
              <a:spcAft>
                <a:spcPts val="0"/>
              </a:spcAft>
              <a:buClr>
                <a:schemeClr val="dk1"/>
              </a:buClr>
              <a:buSzPts val="2000"/>
              <a:buFont typeface="Poppins Medium"/>
              <a:buNone/>
              <a:tabLst/>
              <a:defRPr lang="en-GB" sz="2400" b="0" i="0" u="none" strike="noStrike" cap="none" dirty="0" smtClean="0">
                <a:solidFill>
                  <a:schemeClr val="bg1"/>
                </a:solidFill>
                <a:latin typeface="Poppins Medium"/>
                <a:ea typeface="Poppins Medium"/>
                <a:cs typeface="Poppins Medium"/>
                <a:sym typeface="Poppins Medium"/>
              </a:defRPr>
            </a:lvl1pPr>
            <a:lvl2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2pPr>
            <a:lvl3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3pPr>
            <a:lvl4pPr marL="8466" marR="0" indent="0" algn="ctr" rtl="0">
              <a:lnSpc>
                <a:spcPct val="100000"/>
              </a:lnSpc>
              <a:spcBef>
                <a:spcPts val="0"/>
              </a:spcBef>
              <a:spcAft>
                <a:spcPts val="0"/>
              </a:spcAft>
              <a:buClr>
                <a:schemeClr val="dk1"/>
              </a:buClr>
              <a:buSzPts val="600"/>
              <a:buFont typeface="Arial"/>
              <a:buNone/>
              <a:tabLst/>
              <a:defRPr lang="en-GB" sz="800" b="0" i="0" u="none" strike="noStrike" cap="none" dirty="0" smtClean="0">
                <a:solidFill>
                  <a:schemeClr val="tx1"/>
                </a:solidFill>
                <a:latin typeface="+mn-lt"/>
                <a:ea typeface="Arial"/>
                <a:cs typeface="Arial"/>
                <a:sym typeface="Arial"/>
              </a:defRPr>
            </a:lvl4pPr>
            <a:lvl5pPr marL="8466" marR="0" indent="0" algn="ctr" rtl="0">
              <a:lnSpc>
                <a:spcPct val="100000"/>
              </a:lnSpc>
              <a:spcBef>
                <a:spcPts val="0"/>
              </a:spcBef>
              <a:spcAft>
                <a:spcPts val="0"/>
              </a:spcAft>
              <a:buClr>
                <a:schemeClr val="dk1"/>
              </a:buClr>
              <a:buSzPts val="600"/>
              <a:buFont typeface="Arial"/>
              <a:buNone/>
              <a:tabLst/>
              <a:defRPr lang="en-US" sz="800" b="0" i="0" u="none" strike="noStrike" cap="none" dirty="0">
                <a:solidFill>
                  <a:schemeClr val="tx1"/>
                </a:solidFill>
                <a:latin typeface="+mn-lt"/>
                <a:ea typeface="Arial"/>
                <a:cs typeface="Arial"/>
                <a:sym typeface="Arial"/>
              </a:defRPr>
            </a:lvl5pPr>
          </a:lstStyle>
          <a:p>
            <a:pPr lvl="0"/>
            <a:r>
              <a:rPr lang="en-US"/>
              <a:t>Click to edit Master text styles</a:t>
            </a:r>
          </a:p>
        </p:txBody>
      </p:sp>
    </p:spTree>
    <p:extLst>
      <p:ext uri="{BB962C8B-B14F-4D97-AF65-F5344CB8AC3E}">
        <p14:creationId xmlns:p14="http://schemas.microsoft.com/office/powerpoint/2010/main" val="1974751924"/>
      </p:ext>
    </p:extLst>
  </p:cSld>
  <p:clrMapOvr>
    <a:masterClrMapping/>
  </p:clrMapOvr>
  <p:extLst>
    <p:ext uri="{DCECCB84-F9BA-43D5-87BE-67443E8EF086}">
      <p15:sldGuideLst xmlns:p15="http://schemas.microsoft.com/office/powerpoint/2012/main">
        <p15:guide id="1" orient="horz" pos="531">
          <p15:clr>
            <a:srgbClr val="FBAE40"/>
          </p15:clr>
        </p15:guide>
        <p15:guide id="2" pos="249">
          <p15:clr>
            <a:srgbClr val="FBAE40"/>
          </p15:clr>
        </p15:guide>
        <p15:guide id="3" pos="5511">
          <p15:clr>
            <a:srgbClr val="FBAE40"/>
          </p15:clr>
        </p15:guide>
        <p15:guide id="4" orient="horz" pos="3072">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Section Header">
  <p:cSld name="1_Section Header">
    <p:spTree>
      <p:nvGrpSpPr>
        <p:cNvPr id="1" name="Shape 38"/>
        <p:cNvGrpSpPr/>
        <p:nvPr/>
      </p:nvGrpSpPr>
      <p:grpSpPr>
        <a:xfrm>
          <a:off x="0" y="0"/>
          <a:ext cx="0" cy="0"/>
          <a:chOff x="0" y="0"/>
          <a:chExt cx="0" cy="0"/>
        </a:xfrm>
      </p:grpSpPr>
      <p:sp>
        <p:nvSpPr>
          <p:cNvPr id="39" name="Google Shape;39;p45"/>
          <p:cNvSpPr/>
          <p:nvPr/>
        </p:nvSpPr>
        <p:spPr>
          <a:xfrm>
            <a:off x="0" y="0"/>
            <a:ext cx="12192000" cy="6858000"/>
          </a:xfrm>
          <a:prstGeom prst="rect">
            <a:avLst/>
          </a:prstGeom>
          <a:solidFill>
            <a:srgbClr val="5B5B5B"/>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90000"/>
              </a:lnSpc>
              <a:spcBef>
                <a:spcPts val="0"/>
              </a:spcBef>
              <a:spcAft>
                <a:spcPts val="0"/>
              </a:spcAft>
              <a:buClr>
                <a:srgbClr val="000000"/>
              </a:buClr>
              <a:buSzPts val="1867"/>
              <a:buFont typeface="Arial"/>
              <a:buNone/>
              <a:tabLst/>
              <a:defRPr/>
            </a:pPr>
            <a:endParaRPr kumimoji="0" sz="1867"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
        <p:nvSpPr>
          <p:cNvPr id="40" name="Google Shape;40;p45"/>
          <p:cNvSpPr/>
          <p:nvPr/>
        </p:nvSpPr>
        <p:spPr>
          <a:xfrm rot="10800000" flipH="1">
            <a:off x="8340000" y="1"/>
            <a:ext cx="3851608" cy="3851345"/>
          </a:xfrm>
          <a:custGeom>
            <a:avLst/>
            <a:gdLst/>
            <a:ahLst/>
            <a:cxnLst/>
            <a:rect l="l" t="t" r="r" b="b"/>
            <a:pathLst>
              <a:path w="3826101" h="3851345" extrusionOk="0">
                <a:moveTo>
                  <a:pt x="3826101" y="0"/>
                </a:moveTo>
                <a:lnTo>
                  <a:pt x="3826101" y="584257"/>
                </a:lnTo>
                <a:lnTo>
                  <a:pt x="3672624" y="588138"/>
                </a:lnTo>
                <a:cubicBezTo>
                  <a:pt x="1952295" y="675341"/>
                  <a:pt x="584255" y="2097818"/>
                  <a:pt x="584255" y="3839818"/>
                </a:cubicBezTo>
                <a:lnTo>
                  <a:pt x="584819" y="3851345"/>
                </a:lnTo>
                <a:lnTo>
                  <a:pt x="564" y="3851345"/>
                </a:lnTo>
                <a:lnTo>
                  <a:pt x="0" y="3839817"/>
                </a:lnTo>
                <a:cubicBezTo>
                  <a:pt x="0" y="1785226"/>
                  <a:pt x="1613526" y="107493"/>
                  <a:pt x="3642558" y="4641"/>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90000"/>
              </a:lnSpc>
              <a:spcBef>
                <a:spcPts val="0"/>
              </a:spcBef>
              <a:spcAft>
                <a:spcPts val="0"/>
              </a:spcAft>
              <a:buClr>
                <a:srgbClr val="000000"/>
              </a:buClr>
              <a:buSzPts val="1867"/>
              <a:buFont typeface="Arial"/>
              <a:buNone/>
              <a:tabLst/>
              <a:defRPr/>
            </a:pPr>
            <a:endParaRPr kumimoji="0" sz="1867"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
        <p:nvSpPr>
          <p:cNvPr id="41" name="Google Shape;41;p45"/>
          <p:cNvSpPr txBox="1">
            <a:spLocks noGrp="1"/>
          </p:cNvSpPr>
          <p:nvPr>
            <p:ph type="body" idx="1"/>
          </p:nvPr>
        </p:nvSpPr>
        <p:spPr>
          <a:xfrm>
            <a:off x="504552" y="2430167"/>
            <a:ext cx="1832800" cy="1482800"/>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0"/>
              </a:spcBef>
              <a:spcAft>
                <a:spcPts val="0"/>
              </a:spcAft>
              <a:buClr>
                <a:schemeClr val="accent1"/>
              </a:buClr>
              <a:buSzPts val="7200"/>
              <a:buFont typeface="Poppins"/>
              <a:buNone/>
              <a:defRPr sz="9600" b="0" i="0" u="none" strike="noStrike" cap="none">
                <a:solidFill>
                  <a:schemeClr val="accent1"/>
                </a:solidFill>
                <a:latin typeface="Poppins"/>
                <a:ea typeface="Poppins"/>
                <a:cs typeface="Poppins"/>
                <a:sym typeface="Poppins"/>
              </a:defRPr>
            </a:lvl1pPr>
            <a:lvl2pPr marL="914400" marR="0" lvl="1" indent="-228600" algn="ctr" rtl="0">
              <a:lnSpc>
                <a:spcPct val="100000"/>
              </a:lnSpc>
              <a:spcBef>
                <a:spcPts val="0"/>
              </a:spcBef>
              <a:spcAft>
                <a:spcPts val="0"/>
              </a:spcAft>
              <a:buClr>
                <a:schemeClr val="dk1"/>
              </a:buClr>
              <a:buSzPts val="600"/>
              <a:buFont typeface="Arial"/>
              <a:buNone/>
              <a:defRPr sz="800" b="0" i="0" u="none" strike="noStrike" cap="none">
                <a:solidFill>
                  <a:schemeClr val="lt1"/>
                </a:solidFill>
                <a:latin typeface="Calibri"/>
                <a:ea typeface="Calibri"/>
                <a:cs typeface="Calibri"/>
                <a:sym typeface="Calibri"/>
              </a:defRPr>
            </a:lvl2pPr>
            <a:lvl3pPr marL="1371600" marR="0" lvl="2" indent="-228600" algn="ctr" rtl="0">
              <a:lnSpc>
                <a:spcPct val="100000"/>
              </a:lnSpc>
              <a:spcBef>
                <a:spcPts val="0"/>
              </a:spcBef>
              <a:spcAft>
                <a:spcPts val="0"/>
              </a:spcAft>
              <a:buClr>
                <a:schemeClr val="dk1"/>
              </a:buClr>
              <a:buSzPts val="600"/>
              <a:buFont typeface="Arial"/>
              <a:buNone/>
              <a:defRPr sz="800" b="0" i="0" u="none" strike="noStrike" cap="none">
                <a:solidFill>
                  <a:schemeClr val="lt1"/>
                </a:solidFill>
                <a:latin typeface="Calibri"/>
                <a:ea typeface="Calibri"/>
                <a:cs typeface="Calibri"/>
                <a:sym typeface="Calibri"/>
              </a:defRPr>
            </a:lvl3pPr>
            <a:lvl4pPr marL="1828800" marR="0" lvl="3" indent="-228600" algn="ctr" rtl="0">
              <a:lnSpc>
                <a:spcPct val="100000"/>
              </a:lnSpc>
              <a:spcBef>
                <a:spcPts val="0"/>
              </a:spcBef>
              <a:spcAft>
                <a:spcPts val="0"/>
              </a:spcAft>
              <a:buClr>
                <a:schemeClr val="dk1"/>
              </a:buClr>
              <a:buSzPts val="600"/>
              <a:buFont typeface="Arial"/>
              <a:buNone/>
              <a:defRPr sz="800" b="0" i="0" u="none" strike="noStrike" cap="none">
                <a:solidFill>
                  <a:schemeClr val="lt1"/>
                </a:solidFill>
                <a:latin typeface="Calibri"/>
                <a:ea typeface="Calibri"/>
                <a:cs typeface="Calibri"/>
                <a:sym typeface="Calibri"/>
              </a:defRPr>
            </a:lvl4pPr>
            <a:lvl5pPr marL="2286000" marR="0" lvl="4" indent="-228600" algn="ctr" rtl="0">
              <a:lnSpc>
                <a:spcPct val="100000"/>
              </a:lnSpc>
              <a:spcBef>
                <a:spcPts val="0"/>
              </a:spcBef>
              <a:spcAft>
                <a:spcPts val="0"/>
              </a:spcAft>
              <a:buClr>
                <a:schemeClr val="dk1"/>
              </a:buClr>
              <a:buSzPts val="600"/>
              <a:buFont typeface="Arial"/>
              <a:buNone/>
              <a:defRPr sz="800" b="0" i="0" u="none" strike="noStrike" cap="none">
                <a:solidFill>
                  <a:schemeClr val="lt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lt1"/>
              </a:buClr>
              <a:buSzPts val="2400"/>
              <a:buFont typeface="Arial"/>
              <a:buChar char="•"/>
              <a:defRPr sz="2400" b="0" i="0" u="none" strike="noStrike" cap="none">
                <a:solidFill>
                  <a:schemeClr val="lt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lt1"/>
              </a:buClr>
              <a:buSzPts val="2400"/>
              <a:buFont typeface="Arial"/>
              <a:buChar char="•"/>
              <a:defRPr sz="2400" b="0" i="0" u="none" strike="noStrike" cap="none">
                <a:solidFill>
                  <a:schemeClr val="lt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lt1"/>
              </a:buClr>
              <a:buSzPts val="2400"/>
              <a:buFont typeface="Arial"/>
              <a:buChar char="•"/>
              <a:defRPr sz="2400" b="0" i="0" u="none" strike="noStrike" cap="none">
                <a:solidFill>
                  <a:schemeClr val="lt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lt1"/>
              </a:buClr>
              <a:buSzPts val="2400"/>
              <a:buFont typeface="Arial"/>
              <a:buChar char="•"/>
              <a:defRPr sz="2400" b="0" i="0" u="none" strike="noStrike" cap="none">
                <a:solidFill>
                  <a:schemeClr val="lt1"/>
                </a:solidFill>
                <a:latin typeface="Calibri"/>
                <a:ea typeface="Calibri"/>
                <a:cs typeface="Calibri"/>
                <a:sym typeface="Calibri"/>
              </a:defRPr>
            </a:lvl9pPr>
          </a:lstStyle>
          <a:p>
            <a:endParaRPr/>
          </a:p>
        </p:txBody>
      </p:sp>
      <p:sp>
        <p:nvSpPr>
          <p:cNvPr id="42" name="Google Shape;42;p45"/>
          <p:cNvSpPr txBox="1">
            <a:spLocks noGrp="1"/>
          </p:cNvSpPr>
          <p:nvPr>
            <p:ph type="body" idx="2"/>
          </p:nvPr>
        </p:nvSpPr>
        <p:spPr>
          <a:xfrm>
            <a:off x="545772" y="3716623"/>
            <a:ext cx="3964400" cy="443199"/>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0"/>
              </a:spcBef>
              <a:spcAft>
                <a:spcPts val="0"/>
              </a:spcAft>
              <a:buClr>
                <a:schemeClr val="dk2"/>
              </a:buClr>
              <a:buSzPts val="2400"/>
              <a:buFont typeface="Poppins"/>
              <a:buNone/>
              <a:defRPr sz="3200" b="0" i="0" u="none" strike="noStrike" cap="none">
                <a:solidFill>
                  <a:schemeClr val="dk2"/>
                </a:solidFill>
                <a:latin typeface="Poppins"/>
                <a:ea typeface="Poppins"/>
                <a:cs typeface="Poppins"/>
                <a:sym typeface="Poppins"/>
              </a:defRPr>
            </a:lvl1pPr>
            <a:lvl2pPr marL="914400" marR="0" lvl="1" indent="-228600" algn="ctr" rtl="0">
              <a:lnSpc>
                <a:spcPct val="100000"/>
              </a:lnSpc>
              <a:spcBef>
                <a:spcPts val="0"/>
              </a:spcBef>
              <a:spcAft>
                <a:spcPts val="0"/>
              </a:spcAft>
              <a:buClr>
                <a:schemeClr val="dk1"/>
              </a:buClr>
              <a:buSzPts val="600"/>
              <a:buFont typeface="Arial"/>
              <a:buNone/>
              <a:defRPr sz="800" b="0" i="0" u="none" strike="noStrike" cap="none">
                <a:solidFill>
                  <a:schemeClr val="lt1"/>
                </a:solidFill>
                <a:latin typeface="Calibri"/>
                <a:ea typeface="Calibri"/>
                <a:cs typeface="Calibri"/>
                <a:sym typeface="Calibri"/>
              </a:defRPr>
            </a:lvl2pPr>
            <a:lvl3pPr marL="1371600" marR="0" lvl="2" indent="-228600" algn="ctr" rtl="0">
              <a:lnSpc>
                <a:spcPct val="100000"/>
              </a:lnSpc>
              <a:spcBef>
                <a:spcPts val="0"/>
              </a:spcBef>
              <a:spcAft>
                <a:spcPts val="0"/>
              </a:spcAft>
              <a:buClr>
                <a:schemeClr val="dk1"/>
              </a:buClr>
              <a:buSzPts val="600"/>
              <a:buFont typeface="Arial"/>
              <a:buNone/>
              <a:defRPr sz="800" b="0" i="0" u="none" strike="noStrike" cap="none">
                <a:solidFill>
                  <a:schemeClr val="lt1"/>
                </a:solidFill>
                <a:latin typeface="Calibri"/>
                <a:ea typeface="Calibri"/>
                <a:cs typeface="Calibri"/>
                <a:sym typeface="Calibri"/>
              </a:defRPr>
            </a:lvl3pPr>
            <a:lvl4pPr marL="1828800" marR="0" lvl="3" indent="-228600" algn="ctr" rtl="0">
              <a:lnSpc>
                <a:spcPct val="100000"/>
              </a:lnSpc>
              <a:spcBef>
                <a:spcPts val="0"/>
              </a:spcBef>
              <a:spcAft>
                <a:spcPts val="0"/>
              </a:spcAft>
              <a:buClr>
                <a:schemeClr val="dk1"/>
              </a:buClr>
              <a:buSzPts val="600"/>
              <a:buFont typeface="Arial"/>
              <a:buNone/>
              <a:defRPr sz="800" b="0" i="0" u="none" strike="noStrike" cap="none">
                <a:solidFill>
                  <a:schemeClr val="lt1"/>
                </a:solidFill>
                <a:latin typeface="Calibri"/>
                <a:ea typeface="Calibri"/>
                <a:cs typeface="Calibri"/>
                <a:sym typeface="Calibri"/>
              </a:defRPr>
            </a:lvl4pPr>
            <a:lvl5pPr marL="2286000" marR="0" lvl="4" indent="-228600" algn="ctr" rtl="0">
              <a:lnSpc>
                <a:spcPct val="100000"/>
              </a:lnSpc>
              <a:spcBef>
                <a:spcPts val="0"/>
              </a:spcBef>
              <a:spcAft>
                <a:spcPts val="0"/>
              </a:spcAft>
              <a:buClr>
                <a:schemeClr val="dk1"/>
              </a:buClr>
              <a:buSzPts val="600"/>
              <a:buFont typeface="Arial"/>
              <a:buNone/>
              <a:defRPr sz="800" b="0" i="0" u="none" strike="noStrike" cap="none">
                <a:solidFill>
                  <a:schemeClr val="lt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lt1"/>
              </a:buClr>
              <a:buSzPts val="2400"/>
              <a:buFont typeface="Arial"/>
              <a:buChar char="•"/>
              <a:defRPr sz="2400" b="0" i="0" u="none" strike="noStrike" cap="none">
                <a:solidFill>
                  <a:schemeClr val="lt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lt1"/>
              </a:buClr>
              <a:buSzPts val="2400"/>
              <a:buFont typeface="Arial"/>
              <a:buChar char="•"/>
              <a:defRPr sz="2400" b="0" i="0" u="none" strike="noStrike" cap="none">
                <a:solidFill>
                  <a:schemeClr val="lt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lt1"/>
              </a:buClr>
              <a:buSzPts val="2400"/>
              <a:buFont typeface="Arial"/>
              <a:buChar char="•"/>
              <a:defRPr sz="2400" b="0" i="0" u="none" strike="noStrike" cap="none">
                <a:solidFill>
                  <a:schemeClr val="lt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lt1"/>
              </a:buClr>
              <a:buSzPts val="2400"/>
              <a:buFont typeface="Arial"/>
              <a:buChar char="•"/>
              <a:defRPr sz="2400" b="0" i="0" u="none" strike="noStrike" cap="none">
                <a:solidFill>
                  <a:schemeClr val="lt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280352483"/>
      </p:ext>
    </p:extLst>
  </p:cSld>
  <p:clrMapOvr>
    <a:masterClrMapping/>
  </p:clrMapOvr>
  <p:extLst>
    <p:ext uri="{DCECCB84-F9BA-43D5-87BE-67443E8EF086}">
      <p15:sldGuideLst xmlns:p15="http://schemas.microsoft.com/office/powerpoint/2012/main">
        <p15:guide id="1" orient="horz" pos="169">
          <p15:clr>
            <a:srgbClr val="FBAE40"/>
          </p15:clr>
        </p15:guide>
        <p15:guide id="2" pos="249">
          <p15:clr>
            <a:srgbClr val="FBAE40"/>
          </p15:clr>
        </p15:guide>
        <p15:guide id="3" pos="5511">
          <p15:clr>
            <a:srgbClr val="FBAE40"/>
          </p15:clr>
        </p15:guide>
        <p15:guide id="4" orient="horz" pos="3072">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Title + One Column">
  <p:cSld name="1_Title + One Column">
    <p:spTree>
      <p:nvGrpSpPr>
        <p:cNvPr id="1" name="Shape 91"/>
        <p:cNvGrpSpPr/>
        <p:nvPr/>
      </p:nvGrpSpPr>
      <p:grpSpPr>
        <a:xfrm>
          <a:off x="0" y="0"/>
          <a:ext cx="0" cy="0"/>
          <a:chOff x="0" y="0"/>
          <a:chExt cx="0" cy="0"/>
        </a:xfrm>
      </p:grpSpPr>
      <p:sp>
        <p:nvSpPr>
          <p:cNvPr id="92" name="Google Shape;92;p51"/>
          <p:cNvSpPr/>
          <p:nvPr/>
        </p:nvSpPr>
        <p:spPr>
          <a:xfrm>
            <a:off x="11792595" y="6494883"/>
            <a:ext cx="304800" cy="306000"/>
          </a:xfrm>
          <a:prstGeom prst="ellipse">
            <a:avLst/>
          </a:prstGeom>
          <a:noFill/>
          <a:ln>
            <a:noFill/>
          </a:ln>
        </p:spPr>
        <p:txBody>
          <a:bodyPr spcFirstLastPara="1"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933"/>
              <a:buFont typeface="Arial"/>
              <a:buNone/>
              <a:tabLst/>
              <a:defRPr/>
            </a:pPr>
            <a:fld id="{00000000-1234-1234-1234-123412341234}" type="slidenum">
              <a:rPr kumimoji="0" lang="en-US" sz="933"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933"/>
                <a:buFont typeface="Arial"/>
                <a:buNone/>
                <a:tabLst/>
                <a:defRPr/>
              </a:pPr>
              <a:t>‹#›</a:t>
            </a:fld>
            <a:endParaRPr kumimoji="0" sz="933"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
        <p:nvSpPr>
          <p:cNvPr id="93" name="Google Shape;93;p51"/>
          <p:cNvSpPr/>
          <p:nvPr/>
        </p:nvSpPr>
        <p:spPr>
          <a:xfrm>
            <a:off x="3" y="1"/>
            <a:ext cx="301543" cy="347263"/>
          </a:xfrm>
          <a:custGeom>
            <a:avLst/>
            <a:gdLst/>
            <a:ahLst/>
            <a:cxnLst/>
            <a:rect l="l" t="t" r="r" b="b"/>
            <a:pathLst>
              <a:path w="1675237" h="1929234" extrusionOk="0">
                <a:moveTo>
                  <a:pt x="461556" y="1897854"/>
                </a:moveTo>
                <a:lnTo>
                  <a:pt x="469774" y="1899513"/>
                </a:lnTo>
                <a:lnTo>
                  <a:pt x="443985" y="1904118"/>
                </a:lnTo>
                <a:lnTo>
                  <a:pt x="449737" y="1900240"/>
                </a:lnTo>
                <a:cubicBezTo>
                  <a:pt x="453370" y="1898704"/>
                  <a:pt x="457364" y="1897854"/>
                  <a:pt x="461556" y="1897854"/>
                </a:cubicBezTo>
                <a:close/>
                <a:moveTo>
                  <a:pt x="389002" y="1897854"/>
                </a:moveTo>
                <a:cubicBezTo>
                  <a:pt x="397386" y="1897854"/>
                  <a:pt x="404977" y="1901253"/>
                  <a:pt x="410472" y="1906747"/>
                </a:cubicBezTo>
                <a:lnTo>
                  <a:pt x="411766" y="1909872"/>
                </a:lnTo>
                <a:lnTo>
                  <a:pt x="400388" y="1911904"/>
                </a:lnTo>
                <a:lnTo>
                  <a:pt x="363451" y="1916598"/>
                </a:lnTo>
                <a:lnTo>
                  <a:pt x="367531" y="1906747"/>
                </a:lnTo>
                <a:cubicBezTo>
                  <a:pt x="373026" y="1901253"/>
                  <a:pt x="380617" y="1897854"/>
                  <a:pt x="389002" y="1897854"/>
                </a:cubicBezTo>
                <a:close/>
                <a:moveTo>
                  <a:pt x="316447" y="1897854"/>
                </a:moveTo>
                <a:cubicBezTo>
                  <a:pt x="324832" y="1897854"/>
                  <a:pt x="332422" y="1901253"/>
                  <a:pt x="337917" y="1906747"/>
                </a:cubicBezTo>
                <a:lnTo>
                  <a:pt x="343070" y="1919187"/>
                </a:lnTo>
                <a:lnTo>
                  <a:pt x="325117" y="1921469"/>
                </a:lnTo>
                <a:lnTo>
                  <a:pt x="287700" y="1924314"/>
                </a:lnTo>
                <a:lnTo>
                  <a:pt x="294977" y="1906747"/>
                </a:lnTo>
                <a:cubicBezTo>
                  <a:pt x="300471" y="1901253"/>
                  <a:pt x="308062" y="1897854"/>
                  <a:pt x="316447" y="1897854"/>
                </a:cubicBezTo>
                <a:close/>
                <a:moveTo>
                  <a:pt x="243892" y="1897854"/>
                </a:moveTo>
                <a:cubicBezTo>
                  <a:pt x="252277" y="1897854"/>
                  <a:pt x="259868" y="1901253"/>
                  <a:pt x="265363" y="1906747"/>
                </a:cubicBezTo>
                <a:lnTo>
                  <a:pt x="273099" y="1925425"/>
                </a:lnTo>
                <a:lnTo>
                  <a:pt x="248735" y="1927277"/>
                </a:lnTo>
                <a:lnTo>
                  <a:pt x="213550" y="1928167"/>
                </a:lnTo>
                <a:lnTo>
                  <a:pt x="222422" y="1906747"/>
                </a:lnTo>
                <a:cubicBezTo>
                  <a:pt x="227917" y="1901253"/>
                  <a:pt x="235508" y="1897854"/>
                  <a:pt x="243892" y="1897854"/>
                </a:cubicBezTo>
                <a:close/>
                <a:moveTo>
                  <a:pt x="171339" y="1897854"/>
                </a:moveTo>
                <a:cubicBezTo>
                  <a:pt x="188107" y="1897854"/>
                  <a:pt x="201701" y="1911448"/>
                  <a:pt x="201701" y="1928218"/>
                </a:cubicBezTo>
                <a:lnTo>
                  <a:pt x="201597" y="1928469"/>
                </a:lnTo>
                <a:lnTo>
                  <a:pt x="171336" y="1929234"/>
                </a:lnTo>
                <a:lnTo>
                  <a:pt x="141087" y="1928469"/>
                </a:lnTo>
                <a:lnTo>
                  <a:pt x="140982" y="1928218"/>
                </a:lnTo>
                <a:cubicBezTo>
                  <a:pt x="140982" y="1911448"/>
                  <a:pt x="154577" y="1897854"/>
                  <a:pt x="171339" y="1897854"/>
                </a:cubicBezTo>
                <a:close/>
                <a:moveTo>
                  <a:pt x="98792" y="1897854"/>
                </a:moveTo>
                <a:cubicBezTo>
                  <a:pt x="107177" y="1897854"/>
                  <a:pt x="114768" y="1901253"/>
                  <a:pt x="120263" y="1906747"/>
                </a:cubicBezTo>
                <a:lnTo>
                  <a:pt x="129135" y="1928167"/>
                </a:lnTo>
                <a:lnTo>
                  <a:pt x="93938" y="1927277"/>
                </a:lnTo>
                <a:lnTo>
                  <a:pt x="69586" y="1925425"/>
                </a:lnTo>
                <a:lnTo>
                  <a:pt x="77322" y="1906747"/>
                </a:lnTo>
                <a:cubicBezTo>
                  <a:pt x="82817" y="1901253"/>
                  <a:pt x="90408" y="1897854"/>
                  <a:pt x="98792" y="1897854"/>
                </a:cubicBezTo>
                <a:close/>
                <a:moveTo>
                  <a:pt x="26239" y="1897854"/>
                </a:moveTo>
                <a:cubicBezTo>
                  <a:pt x="34623" y="1897854"/>
                  <a:pt x="42214" y="1901253"/>
                  <a:pt x="47709" y="1906747"/>
                </a:cubicBezTo>
                <a:lnTo>
                  <a:pt x="54985" y="1924315"/>
                </a:lnTo>
                <a:lnTo>
                  <a:pt x="17556" y="1921469"/>
                </a:lnTo>
                <a:lnTo>
                  <a:pt x="0" y="1919238"/>
                </a:lnTo>
                <a:lnTo>
                  <a:pt x="0" y="1918259"/>
                </a:lnTo>
                <a:lnTo>
                  <a:pt x="4768" y="1906747"/>
                </a:lnTo>
                <a:cubicBezTo>
                  <a:pt x="10263" y="1901253"/>
                  <a:pt x="17854" y="1897854"/>
                  <a:pt x="26239" y="1897854"/>
                </a:cubicBezTo>
                <a:close/>
                <a:moveTo>
                  <a:pt x="679220" y="1817400"/>
                </a:moveTo>
                <a:cubicBezTo>
                  <a:pt x="687604" y="1817400"/>
                  <a:pt x="695195" y="1820799"/>
                  <a:pt x="700690" y="1826293"/>
                </a:cubicBezTo>
                <a:lnTo>
                  <a:pt x="702587" y="1830873"/>
                </a:lnTo>
                <a:lnTo>
                  <a:pt x="649855" y="1850174"/>
                </a:lnTo>
                <a:lnTo>
                  <a:pt x="648856" y="1847763"/>
                </a:lnTo>
                <a:cubicBezTo>
                  <a:pt x="648856" y="1830994"/>
                  <a:pt x="662450" y="1817400"/>
                  <a:pt x="679220" y="1817400"/>
                </a:cubicBezTo>
                <a:close/>
                <a:moveTo>
                  <a:pt x="606665" y="1817400"/>
                </a:moveTo>
                <a:cubicBezTo>
                  <a:pt x="623435" y="1817400"/>
                  <a:pt x="637029" y="1830994"/>
                  <a:pt x="637029" y="1847763"/>
                </a:cubicBezTo>
                <a:lnTo>
                  <a:pt x="633560" y="1856138"/>
                </a:lnTo>
                <a:lnTo>
                  <a:pt x="618594" y="1861615"/>
                </a:lnTo>
                <a:lnTo>
                  <a:pt x="587142" y="1870547"/>
                </a:lnTo>
                <a:lnTo>
                  <a:pt x="585195" y="1869234"/>
                </a:lnTo>
                <a:cubicBezTo>
                  <a:pt x="579700" y="1863739"/>
                  <a:pt x="576302" y="1856148"/>
                  <a:pt x="576302" y="1847763"/>
                </a:cubicBezTo>
                <a:cubicBezTo>
                  <a:pt x="576302" y="1830994"/>
                  <a:pt x="589896" y="1817400"/>
                  <a:pt x="606665" y="1817400"/>
                </a:cubicBezTo>
                <a:close/>
                <a:moveTo>
                  <a:pt x="534111" y="1817400"/>
                </a:moveTo>
                <a:cubicBezTo>
                  <a:pt x="550880" y="1817400"/>
                  <a:pt x="564474" y="1830994"/>
                  <a:pt x="564474" y="1847763"/>
                </a:cubicBezTo>
                <a:cubicBezTo>
                  <a:pt x="564474" y="1864533"/>
                  <a:pt x="550880" y="1878127"/>
                  <a:pt x="534111" y="1878127"/>
                </a:cubicBezTo>
                <a:cubicBezTo>
                  <a:pt x="517341" y="1878127"/>
                  <a:pt x="503747" y="1864533"/>
                  <a:pt x="503747" y="1847763"/>
                </a:cubicBezTo>
                <a:cubicBezTo>
                  <a:pt x="503747" y="1830994"/>
                  <a:pt x="517341" y="1817400"/>
                  <a:pt x="534111" y="1817400"/>
                </a:cubicBezTo>
                <a:close/>
                <a:moveTo>
                  <a:pt x="461556" y="1817400"/>
                </a:moveTo>
                <a:cubicBezTo>
                  <a:pt x="478326" y="1817400"/>
                  <a:pt x="491920" y="1830994"/>
                  <a:pt x="491920" y="1847763"/>
                </a:cubicBezTo>
                <a:cubicBezTo>
                  <a:pt x="491920" y="1864533"/>
                  <a:pt x="478326" y="1878127"/>
                  <a:pt x="461556" y="1878127"/>
                </a:cubicBezTo>
                <a:cubicBezTo>
                  <a:pt x="444787" y="1878127"/>
                  <a:pt x="431192" y="1864533"/>
                  <a:pt x="431192" y="1847763"/>
                </a:cubicBezTo>
                <a:cubicBezTo>
                  <a:pt x="431192" y="1830994"/>
                  <a:pt x="444787" y="1817400"/>
                  <a:pt x="461556" y="1817400"/>
                </a:cubicBezTo>
                <a:close/>
                <a:moveTo>
                  <a:pt x="389002" y="1817400"/>
                </a:moveTo>
                <a:cubicBezTo>
                  <a:pt x="405771" y="1817400"/>
                  <a:pt x="419365" y="1830994"/>
                  <a:pt x="419365" y="1847763"/>
                </a:cubicBezTo>
                <a:cubicBezTo>
                  <a:pt x="419365" y="1864533"/>
                  <a:pt x="405771" y="1878127"/>
                  <a:pt x="389002" y="1878127"/>
                </a:cubicBezTo>
                <a:cubicBezTo>
                  <a:pt x="372232" y="1878127"/>
                  <a:pt x="358638" y="1864533"/>
                  <a:pt x="358638" y="1847763"/>
                </a:cubicBezTo>
                <a:cubicBezTo>
                  <a:pt x="358638" y="1830994"/>
                  <a:pt x="372232" y="1817400"/>
                  <a:pt x="389002" y="1817400"/>
                </a:cubicBezTo>
                <a:close/>
                <a:moveTo>
                  <a:pt x="316447" y="1817400"/>
                </a:moveTo>
                <a:cubicBezTo>
                  <a:pt x="333216" y="1817400"/>
                  <a:pt x="346810" y="1830994"/>
                  <a:pt x="346810" y="1847763"/>
                </a:cubicBezTo>
                <a:cubicBezTo>
                  <a:pt x="346810" y="1864533"/>
                  <a:pt x="333216" y="1878127"/>
                  <a:pt x="316447" y="1878127"/>
                </a:cubicBezTo>
                <a:cubicBezTo>
                  <a:pt x="299677" y="1878127"/>
                  <a:pt x="286084" y="1864533"/>
                  <a:pt x="286084" y="1847763"/>
                </a:cubicBezTo>
                <a:cubicBezTo>
                  <a:pt x="286084" y="1830994"/>
                  <a:pt x="299677" y="1817400"/>
                  <a:pt x="316447" y="1817400"/>
                </a:cubicBezTo>
                <a:close/>
                <a:moveTo>
                  <a:pt x="243892" y="1817400"/>
                </a:moveTo>
                <a:cubicBezTo>
                  <a:pt x="260662" y="1817400"/>
                  <a:pt x="274256" y="1830994"/>
                  <a:pt x="274256" y="1847763"/>
                </a:cubicBezTo>
                <a:cubicBezTo>
                  <a:pt x="274256" y="1864533"/>
                  <a:pt x="260662" y="1878127"/>
                  <a:pt x="243892" y="1878127"/>
                </a:cubicBezTo>
                <a:cubicBezTo>
                  <a:pt x="227123" y="1878127"/>
                  <a:pt x="213529" y="1864533"/>
                  <a:pt x="213529" y="1847763"/>
                </a:cubicBezTo>
                <a:cubicBezTo>
                  <a:pt x="213529" y="1830994"/>
                  <a:pt x="227123" y="1817400"/>
                  <a:pt x="243892" y="1817400"/>
                </a:cubicBezTo>
                <a:close/>
                <a:moveTo>
                  <a:pt x="171339" y="1817400"/>
                </a:moveTo>
                <a:cubicBezTo>
                  <a:pt x="188107" y="1817400"/>
                  <a:pt x="201701" y="1830994"/>
                  <a:pt x="201701" y="1847763"/>
                </a:cubicBezTo>
                <a:cubicBezTo>
                  <a:pt x="201701" y="1864533"/>
                  <a:pt x="188107" y="1878127"/>
                  <a:pt x="171339" y="1878127"/>
                </a:cubicBezTo>
                <a:cubicBezTo>
                  <a:pt x="154583" y="1878127"/>
                  <a:pt x="140989" y="1864533"/>
                  <a:pt x="140989" y="1847763"/>
                </a:cubicBezTo>
                <a:cubicBezTo>
                  <a:pt x="140989" y="1830994"/>
                  <a:pt x="154583" y="1817400"/>
                  <a:pt x="171339" y="1817400"/>
                </a:cubicBezTo>
                <a:close/>
                <a:moveTo>
                  <a:pt x="98799" y="1817400"/>
                </a:moveTo>
                <a:cubicBezTo>
                  <a:pt x="115568" y="1817400"/>
                  <a:pt x="129162" y="1830994"/>
                  <a:pt x="129162" y="1847763"/>
                </a:cubicBezTo>
                <a:cubicBezTo>
                  <a:pt x="129162" y="1864533"/>
                  <a:pt x="115568" y="1878127"/>
                  <a:pt x="98799" y="1878127"/>
                </a:cubicBezTo>
                <a:cubicBezTo>
                  <a:pt x="82029" y="1878127"/>
                  <a:pt x="68435" y="1864533"/>
                  <a:pt x="68435" y="1847763"/>
                </a:cubicBezTo>
                <a:cubicBezTo>
                  <a:pt x="68435" y="1830994"/>
                  <a:pt x="82029" y="1817400"/>
                  <a:pt x="98799" y="1817400"/>
                </a:cubicBezTo>
                <a:close/>
                <a:moveTo>
                  <a:pt x="26245" y="1817400"/>
                </a:moveTo>
                <a:cubicBezTo>
                  <a:pt x="43014" y="1817400"/>
                  <a:pt x="56608" y="1830994"/>
                  <a:pt x="56608" y="1847763"/>
                </a:cubicBezTo>
                <a:cubicBezTo>
                  <a:pt x="56608" y="1864533"/>
                  <a:pt x="43014" y="1878127"/>
                  <a:pt x="26245" y="1878127"/>
                </a:cubicBezTo>
                <a:cubicBezTo>
                  <a:pt x="17860" y="1878127"/>
                  <a:pt x="10269" y="1874729"/>
                  <a:pt x="4775" y="1869234"/>
                </a:cubicBezTo>
                <a:lnTo>
                  <a:pt x="0" y="1857707"/>
                </a:lnTo>
                <a:lnTo>
                  <a:pt x="0" y="1837819"/>
                </a:lnTo>
                <a:lnTo>
                  <a:pt x="4775" y="1826293"/>
                </a:lnTo>
                <a:cubicBezTo>
                  <a:pt x="10269" y="1820799"/>
                  <a:pt x="17860" y="1817400"/>
                  <a:pt x="26245" y="1817400"/>
                </a:cubicBezTo>
                <a:close/>
                <a:moveTo>
                  <a:pt x="896883" y="1736948"/>
                </a:moveTo>
                <a:lnTo>
                  <a:pt x="903696" y="1738324"/>
                </a:lnTo>
                <a:lnTo>
                  <a:pt x="888255" y="1747704"/>
                </a:lnTo>
                <a:lnTo>
                  <a:pt x="871248" y="1755896"/>
                </a:lnTo>
                <a:lnTo>
                  <a:pt x="875413" y="1745841"/>
                </a:lnTo>
                <a:cubicBezTo>
                  <a:pt x="880908" y="1740347"/>
                  <a:pt x="888499" y="1736948"/>
                  <a:pt x="896883" y="1736948"/>
                </a:cubicBezTo>
                <a:close/>
                <a:moveTo>
                  <a:pt x="824329" y="1736948"/>
                </a:moveTo>
                <a:cubicBezTo>
                  <a:pt x="832714" y="1736948"/>
                  <a:pt x="840304" y="1740347"/>
                  <a:pt x="845799" y="1745841"/>
                </a:cubicBezTo>
                <a:lnTo>
                  <a:pt x="853504" y="1764444"/>
                </a:lnTo>
                <a:lnTo>
                  <a:pt x="802910" y="1788817"/>
                </a:lnTo>
                <a:lnTo>
                  <a:pt x="802858" y="1788782"/>
                </a:lnTo>
                <a:cubicBezTo>
                  <a:pt x="797364" y="1783287"/>
                  <a:pt x="793965" y="1775696"/>
                  <a:pt x="793965" y="1767312"/>
                </a:cubicBezTo>
                <a:cubicBezTo>
                  <a:pt x="793965" y="1750542"/>
                  <a:pt x="807559" y="1736948"/>
                  <a:pt x="824329" y="1736948"/>
                </a:cubicBezTo>
                <a:close/>
                <a:moveTo>
                  <a:pt x="751774" y="1736948"/>
                </a:moveTo>
                <a:cubicBezTo>
                  <a:pt x="768544" y="1736948"/>
                  <a:pt x="782138" y="1750542"/>
                  <a:pt x="782138" y="1767312"/>
                </a:cubicBezTo>
                <a:cubicBezTo>
                  <a:pt x="782138" y="1784081"/>
                  <a:pt x="768544" y="1797675"/>
                  <a:pt x="751774" y="1797675"/>
                </a:cubicBezTo>
                <a:cubicBezTo>
                  <a:pt x="735005" y="1797675"/>
                  <a:pt x="721411" y="1784081"/>
                  <a:pt x="721411" y="1767312"/>
                </a:cubicBezTo>
                <a:cubicBezTo>
                  <a:pt x="721411" y="1750542"/>
                  <a:pt x="735005" y="1736948"/>
                  <a:pt x="751774" y="1736948"/>
                </a:cubicBezTo>
                <a:close/>
                <a:moveTo>
                  <a:pt x="679220" y="1736948"/>
                </a:moveTo>
                <a:cubicBezTo>
                  <a:pt x="695989" y="1736948"/>
                  <a:pt x="709583" y="1750542"/>
                  <a:pt x="709583" y="1767312"/>
                </a:cubicBezTo>
                <a:cubicBezTo>
                  <a:pt x="709583" y="1784081"/>
                  <a:pt x="695989" y="1797675"/>
                  <a:pt x="679220" y="1797675"/>
                </a:cubicBezTo>
                <a:cubicBezTo>
                  <a:pt x="662450" y="1797675"/>
                  <a:pt x="648856" y="1784081"/>
                  <a:pt x="648856" y="1767312"/>
                </a:cubicBezTo>
                <a:cubicBezTo>
                  <a:pt x="648856" y="1750542"/>
                  <a:pt x="662450" y="1736948"/>
                  <a:pt x="679220" y="1736948"/>
                </a:cubicBezTo>
                <a:close/>
                <a:moveTo>
                  <a:pt x="606665" y="1736948"/>
                </a:moveTo>
                <a:cubicBezTo>
                  <a:pt x="623435" y="1736948"/>
                  <a:pt x="637029" y="1750542"/>
                  <a:pt x="637029" y="1767312"/>
                </a:cubicBezTo>
                <a:cubicBezTo>
                  <a:pt x="637029" y="1784081"/>
                  <a:pt x="623435" y="1797675"/>
                  <a:pt x="606665" y="1797675"/>
                </a:cubicBezTo>
                <a:cubicBezTo>
                  <a:pt x="589896" y="1797675"/>
                  <a:pt x="576302" y="1784081"/>
                  <a:pt x="576302" y="1767312"/>
                </a:cubicBezTo>
                <a:cubicBezTo>
                  <a:pt x="576302" y="1750542"/>
                  <a:pt x="589896" y="1736948"/>
                  <a:pt x="606665" y="1736948"/>
                </a:cubicBezTo>
                <a:close/>
                <a:moveTo>
                  <a:pt x="534111" y="1736948"/>
                </a:moveTo>
                <a:cubicBezTo>
                  <a:pt x="550880" y="1736948"/>
                  <a:pt x="564474" y="1750542"/>
                  <a:pt x="564474" y="1767312"/>
                </a:cubicBezTo>
                <a:cubicBezTo>
                  <a:pt x="564474" y="1784081"/>
                  <a:pt x="550880" y="1797675"/>
                  <a:pt x="534111" y="1797675"/>
                </a:cubicBezTo>
                <a:cubicBezTo>
                  <a:pt x="517341" y="1797675"/>
                  <a:pt x="503747" y="1784081"/>
                  <a:pt x="503747" y="1767312"/>
                </a:cubicBezTo>
                <a:cubicBezTo>
                  <a:pt x="503747" y="1750542"/>
                  <a:pt x="517341" y="1736948"/>
                  <a:pt x="534111" y="1736948"/>
                </a:cubicBezTo>
                <a:close/>
                <a:moveTo>
                  <a:pt x="461556" y="1736948"/>
                </a:moveTo>
                <a:cubicBezTo>
                  <a:pt x="478326" y="1736948"/>
                  <a:pt x="491920" y="1750542"/>
                  <a:pt x="491920" y="1767312"/>
                </a:cubicBezTo>
                <a:cubicBezTo>
                  <a:pt x="491920" y="1784081"/>
                  <a:pt x="478326" y="1797675"/>
                  <a:pt x="461556" y="1797675"/>
                </a:cubicBezTo>
                <a:cubicBezTo>
                  <a:pt x="444787" y="1797675"/>
                  <a:pt x="431192" y="1784081"/>
                  <a:pt x="431192" y="1767312"/>
                </a:cubicBezTo>
                <a:cubicBezTo>
                  <a:pt x="431192" y="1750542"/>
                  <a:pt x="444787" y="1736948"/>
                  <a:pt x="461556" y="1736948"/>
                </a:cubicBezTo>
                <a:close/>
                <a:moveTo>
                  <a:pt x="389002" y="1736948"/>
                </a:moveTo>
                <a:cubicBezTo>
                  <a:pt x="405771" y="1736948"/>
                  <a:pt x="419365" y="1750542"/>
                  <a:pt x="419365" y="1767312"/>
                </a:cubicBezTo>
                <a:cubicBezTo>
                  <a:pt x="419365" y="1784081"/>
                  <a:pt x="405771" y="1797675"/>
                  <a:pt x="389002" y="1797675"/>
                </a:cubicBezTo>
                <a:cubicBezTo>
                  <a:pt x="372232" y="1797675"/>
                  <a:pt x="358638" y="1784081"/>
                  <a:pt x="358638" y="1767312"/>
                </a:cubicBezTo>
                <a:cubicBezTo>
                  <a:pt x="358638" y="1750542"/>
                  <a:pt x="372232" y="1736948"/>
                  <a:pt x="389002" y="1736948"/>
                </a:cubicBezTo>
                <a:close/>
                <a:moveTo>
                  <a:pt x="316447" y="1736948"/>
                </a:moveTo>
                <a:cubicBezTo>
                  <a:pt x="333216" y="1736948"/>
                  <a:pt x="346810" y="1750542"/>
                  <a:pt x="346810" y="1767312"/>
                </a:cubicBezTo>
                <a:cubicBezTo>
                  <a:pt x="346810" y="1784081"/>
                  <a:pt x="333216" y="1797675"/>
                  <a:pt x="316447" y="1797675"/>
                </a:cubicBezTo>
                <a:cubicBezTo>
                  <a:pt x="299677" y="1797675"/>
                  <a:pt x="286084" y="1784081"/>
                  <a:pt x="286084" y="1767312"/>
                </a:cubicBezTo>
                <a:cubicBezTo>
                  <a:pt x="286084" y="1750542"/>
                  <a:pt x="299677" y="1736948"/>
                  <a:pt x="316447" y="1736948"/>
                </a:cubicBezTo>
                <a:close/>
                <a:moveTo>
                  <a:pt x="243892" y="1736948"/>
                </a:moveTo>
                <a:cubicBezTo>
                  <a:pt x="260662" y="1736948"/>
                  <a:pt x="274256" y="1750542"/>
                  <a:pt x="274256" y="1767312"/>
                </a:cubicBezTo>
                <a:cubicBezTo>
                  <a:pt x="274256" y="1784081"/>
                  <a:pt x="260662" y="1797675"/>
                  <a:pt x="243892" y="1797675"/>
                </a:cubicBezTo>
                <a:cubicBezTo>
                  <a:pt x="227123" y="1797675"/>
                  <a:pt x="213529" y="1784081"/>
                  <a:pt x="213529" y="1767312"/>
                </a:cubicBezTo>
                <a:cubicBezTo>
                  <a:pt x="213529" y="1750542"/>
                  <a:pt x="227123" y="1736948"/>
                  <a:pt x="243892" y="1736948"/>
                </a:cubicBezTo>
                <a:close/>
                <a:moveTo>
                  <a:pt x="171339" y="1736948"/>
                </a:moveTo>
                <a:cubicBezTo>
                  <a:pt x="188107" y="1736948"/>
                  <a:pt x="201701" y="1750542"/>
                  <a:pt x="201701" y="1767312"/>
                </a:cubicBezTo>
                <a:cubicBezTo>
                  <a:pt x="201701" y="1784081"/>
                  <a:pt x="188107" y="1797675"/>
                  <a:pt x="171339" y="1797675"/>
                </a:cubicBezTo>
                <a:cubicBezTo>
                  <a:pt x="154588" y="1797675"/>
                  <a:pt x="140995" y="1784081"/>
                  <a:pt x="140995" y="1767312"/>
                </a:cubicBezTo>
                <a:cubicBezTo>
                  <a:pt x="140995" y="1750542"/>
                  <a:pt x="154588" y="1736948"/>
                  <a:pt x="171339" y="1736948"/>
                </a:cubicBezTo>
                <a:close/>
                <a:moveTo>
                  <a:pt x="98806" y="1736948"/>
                </a:moveTo>
                <a:cubicBezTo>
                  <a:pt x="115574" y="1736948"/>
                  <a:pt x="129168" y="1750542"/>
                  <a:pt x="129168" y="1767312"/>
                </a:cubicBezTo>
                <a:cubicBezTo>
                  <a:pt x="129168" y="1784081"/>
                  <a:pt x="115574" y="1797675"/>
                  <a:pt x="98806" y="1797675"/>
                </a:cubicBezTo>
                <a:cubicBezTo>
                  <a:pt x="82035" y="1797675"/>
                  <a:pt x="68442" y="1784081"/>
                  <a:pt x="68442" y="1767312"/>
                </a:cubicBezTo>
                <a:cubicBezTo>
                  <a:pt x="68442" y="1750542"/>
                  <a:pt x="82035" y="1736948"/>
                  <a:pt x="98806" y="1736948"/>
                </a:cubicBezTo>
                <a:close/>
                <a:moveTo>
                  <a:pt x="26251" y="1736948"/>
                </a:moveTo>
                <a:cubicBezTo>
                  <a:pt x="43020" y="1736948"/>
                  <a:pt x="56614" y="1750542"/>
                  <a:pt x="56614" y="1767312"/>
                </a:cubicBezTo>
                <a:cubicBezTo>
                  <a:pt x="56614" y="1784081"/>
                  <a:pt x="43020" y="1797675"/>
                  <a:pt x="26251" y="1797675"/>
                </a:cubicBezTo>
                <a:cubicBezTo>
                  <a:pt x="17866" y="1797675"/>
                  <a:pt x="10276" y="1794277"/>
                  <a:pt x="4781" y="1788782"/>
                </a:cubicBezTo>
                <a:lnTo>
                  <a:pt x="0" y="1777239"/>
                </a:lnTo>
                <a:lnTo>
                  <a:pt x="0" y="1757384"/>
                </a:lnTo>
                <a:lnTo>
                  <a:pt x="4781" y="1745841"/>
                </a:lnTo>
                <a:cubicBezTo>
                  <a:pt x="10276" y="1740347"/>
                  <a:pt x="17866" y="1736948"/>
                  <a:pt x="26251" y="1736948"/>
                </a:cubicBezTo>
                <a:close/>
                <a:moveTo>
                  <a:pt x="1030341" y="1658849"/>
                </a:moveTo>
                <a:lnTo>
                  <a:pt x="1020041" y="1666551"/>
                </a:lnTo>
                <a:lnTo>
                  <a:pt x="1020522" y="1665390"/>
                </a:lnTo>
                <a:cubicBezTo>
                  <a:pt x="1023269" y="1662642"/>
                  <a:pt x="1026541" y="1660419"/>
                  <a:pt x="1030173" y="1658883"/>
                </a:cubicBezTo>
                <a:close/>
                <a:moveTo>
                  <a:pt x="969438" y="1656497"/>
                </a:moveTo>
                <a:cubicBezTo>
                  <a:pt x="977823" y="1656497"/>
                  <a:pt x="985413" y="1659895"/>
                  <a:pt x="990908" y="1665390"/>
                </a:cubicBezTo>
                <a:lnTo>
                  <a:pt x="997511" y="1681329"/>
                </a:lnTo>
                <a:lnTo>
                  <a:pt x="950384" y="1709959"/>
                </a:lnTo>
                <a:lnTo>
                  <a:pt x="947968" y="1708330"/>
                </a:lnTo>
                <a:cubicBezTo>
                  <a:pt x="942473" y="1702836"/>
                  <a:pt x="939075" y="1695245"/>
                  <a:pt x="939075" y="1686860"/>
                </a:cubicBezTo>
                <a:cubicBezTo>
                  <a:pt x="939075" y="1670091"/>
                  <a:pt x="952669" y="1656497"/>
                  <a:pt x="969438" y="1656497"/>
                </a:cubicBezTo>
                <a:close/>
                <a:moveTo>
                  <a:pt x="896883" y="1656497"/>
                </a:moveTo>
                <a:cubicBezTo>
                  <a:pt x="913653" y="1656497"/>
                  <a:pt x="927247" y="1670091"/>
                  <a:pt x="927247" y="1686860"/>
                </a:cubicBezTo>
                <a:cubicBezTo>
                  <a:pt x="927247" y="1703630"/>
                  <a:pt x="913653" y="1717224"/>
                  <a:pt x="896883" y="1717224"/>
                </a:cubicBezTo>
                <a:cubicBezTo>
                  <a:pt x="880114" y="1717224"/>
                  <a:pt x="866520" y="1703630"/>
                  <a:pt x="866520" y="1686860"/>
                </a:cubicBezTo>
                <a:cubicBezTo>
                  <a:pt x="866520" y="1670091"/>
                  <a:pt x="880114" y="1656497"/>
                  <a:pt x="896883" y="1656497"/>
                </a:cubicBezTo>
                <a:close/>
                <a:moveTo>
                  <a:pt x="824329" y="1656497"/>
                </a:moveTo>
                <a:cubicBezTo>
                  <a:pt x="841098" y="1656497"/>
                  <a:pt x="854692" y="1670091"/>
                  <a:pt x="854692" y="1686860"/>
                </a:cubicBezTo>
                <a:cubicBezTo>
                  <a:pt x="854692" y="1703630"/>
                  <a:pt x="841098" y="1717224"/>
                  <a:pt x="824329" y="1717224"/>
                </a:cubicBezTo>
                <a:cubicBezTo>
                  <a:pt x="807559" y="1717224"/>
                  <a:pt x="793965" y="1703630"/>
                  <a:pt x="793965" y="1686860"/>
                </a:cubicBezTo>
                <a:cubicBezTo>
                  <a:pt x="793965" y="1670091"/>
                  <a:pt x="807559" y="1656497"/>
                  <a:pt x="824329" y="1656497"/>
                </a:cubicBezTo>
                <a:close/>
                <a:moveTo>
                  <a:pt x="751774" y="1656497"/>
                </a:moveTo>
                <a:cubicBezTo>
                  <a:pt x="768544" y="1656497"/>
                  <a:pt x="782138" y="1670091"/>
                  <a:pt x="782138" y="1686860"/>
                </a:cubicBezTo>
                <a:cubicBezTo>
                  <a:pt x="782138" y="1703630"/>
                  <a:pt x="768544" y="1717224"/>
                  <a:pt x="751774" y="1717224"/>
                </a:cubicBezTo>
                <a:cubicBezTo>
                  <a:pt x="735005" y="1717224"/>
                  <a:pt x="721411" y="1703630"/>
                  <a:pt x="721411" y="1686860"/>
                </a:cubicBezTo>
                <a:cubicBezTo>
                  <a:pt x="721411" y="1670091"/>
                  <a:pt x="735005" y="1656497"/>
                  <a:pt x="751774" y="1656497"/>
                </a:cubicBezTo>
                <a:close/>
                <a:moveTo>
                  <a:pt x="679220" y="1656497"/>
                </a:moveTo>
                <a:cubicBezTo>
                  <a:pt x="695989" y="1656497"/>
                  <a:pt x="709583" y="1670091"/>
                  <a:pt x="709583" y="1686860"/>
                </a:cubicBezTo>
                <a:cubicBezTo>
                  <a:pt x="709583" y="1703630"/>
                  <a:pt x="695989" y="1717224"/>
                  <a:pt x="679220" y="1717224"/>
                </a:cubicBezTo>
                <a:cubicBezTo>
                  <a:pt x="662450" y="1717224"/>
                  <a:pt x="648856" y="1703630"/>
                  <a:pt x="648856" y="1686860"/>
                </a:cubicBezTo>
                <a:cubicBezTo>
                  <a:pt x="648856" y="1670091"/>
                  <a:pt x="662450" y="1656497"/>
                  <a:pt x="679220" y="1656497"/>
                </a:cubicBezTo>
                <a:close/>
                <a:moveTo>
                  <a:pt x="606665" y="1656497"/>
                </a:moveTo>
                <a:cubicBezTo>
                  <a:pt x="623435" y="1656497"/>
                  <a:pt x="637029" y="1670091"/>
                  <a:pt x="637029" y="1686860"/>
                </a:cubicBezTo>
                <a:cubicBezTo>
                  <a:pt x="637029" y="1703630"/>
                  <a:pt x="623435" y="1717224"/>
                  <a:pt x="606665" y="1717224"/>
                </a:cubicBezTo>
                <a:cubicBezTo>
                  <a:pt x="589896" y="1717224"/>
                  <a:pt x="576302" y="1703630"/>
                  <a:pt x="576302" y="1686860"/>
                </a:cubicBezTo>
                <a:cubicBezTo>
                  <a:pt x="576302" y="1670091"/>
                  <a:pt x="589896" y="1656497"/>
                  <a:pt x="606665" y="1656497"/>
                </a:cubicBezTo>
                <a:close/>
                <a:moveTo>
                  <a:pt x="534111" y="1656497"/>
                </a:moveTo>
                <a:cubicBezTo>
                  <a:pt x="550880" y="1656497"/>
                  <a:pt x="564474" y="1670091"/>
                  <a:pt x="564474" y="1686860"/>
                </a:cubicBezTo>
                <a:cubicBezTo>
                  <a:pt x="564474" y="1703630"/>
                  <a:pt x="550880" y="1717224"/>
                  <a:pt x="534111" y="1717224"/>
                </a:cubicBezTo>
                <a:cubicBezTo>
                  <a:pt x="517341" y="1717224"/>
                  <a:pt x="503747" y="1703630"/>
                  <a:pt x="503747" y="1686860"/>
                </a:cubicBezTo>
                <a:cubicBezTo>
                  <a:pt x="503747" y="1670091"/>
                  <a:pt x="517341" y="1656497"/>
                  <a:pt x="534111" y="1656497"/>
                </a:cubicBezTo>
                <a:close/>
                <a:moveTo>
                  <a:pt x="461556" y="1656497"/>
                </a:moveTo>
                <a:cubicBezTo>
                  <a:pt x="478326" y="1656497"/>
                  <a:pt x="491920" y="1670091"/>
                  <a:pt x="491920" y="1686860"/>
                </a:cubicBezTo>
                <a:cubicBezTo>
                  <a:pt x="491920" y="1703630"/>
                  <a:pt x="478326" y="1717224"/>
                  <a:pt x="461556" y="1717224"/>
                </a:cubicBezTo>
                <a:cubicBezTo>
                  <a:pt x="444787" y="1717224"/>
                  <a:pt x="431192" y="1703630"/>
                  <a:pt x="431192" y="1686860"/>
                </a:cubicBezTo>
                <a:cubicBezTo>
                  <a:pt x="431192" y="1670091"/>
                  <a:pt x="444787" y="1656497"/>
                  <a:pt x="461556" y="1656497"/>
                </a:cubicBezTo>
                <a:close/>
                <a:moveTo>
                  <a:pt x="389002" y="1656497"/>
                </a:moveTo>
                <a:cubicBezTo>
                  <a:pt x="405771" y="1656497"/>
                  <a:pt x="419365" y="1670091"/>
                  <a:pt x="419365" y="1686860"/>
                </a:cubicBezTo>
                <a:cubicBezTo>
                  <a:pt x="419365" y="1703630"/>
                  <a:pt x="405771" y="1717224"/>
                  <a:pt x="389002" y="1717224"/>
                </a:cubicBezTo>
                <a:cubicBezTo>
                  <a:pt x="372232" y="1717224"/>
                  <a:pt x="358638" y="1703630"/>
                  <a:pt x="358638" y="1686860"/>
                </a:cubicBezTo>
                <a:cubicBezTo>
                  <a:pt x="358638" y="1670091"/>
                  <a:pt x="372232" y="1656497"/>
                  <a:pt x="389002" y="1656497"/>
                </a:cubicBezTo>
                <a:close/>
                <a:moveTo>
                  <a:pt x="316447" y="1656497"/>
                </a:moveTo>
                <a:cubicBezTo>
                  <a:pt x="333216" y="1656497"/>
                  <a:pt x="346810" y="1670091"/>
                  <a:pt x="346810" y="1686860"/>
                </a:cubicBezTo>
                <a:cubicBezTo>
                  <a:pt x="346810" y="1703630"/>
                  <a:pt x="333216" y="1717224"/>
                  <a:pt x="316447" y="1717224"/>
                </a:cubicBezTo>
                <a:cubicBezTo>
                  <a:pt x="299677" y="1717224"/>
                  <a:pt x="286084" y="1703630"/>
                  <a:pt x="286084" y="1686860"/>
                </a:cubicBezTo>
                <a:cubicBezTo>
                  <a:pt x="286084" y="1670091"/>
                  <a:pt x="299677" y="1656497"/>
                  <a:pt x="316447" y="1656497"/>
                </a:cubicBezTo>
                <a:close/>
                <a:moveTo>
                  <a:pt x="243892" y="1656497"/>
                </a:moveTo>
                <a:cubicBezTo>
                  <a:pt x="260662" y="1656497"/>
                  <a:pt x="274256" y="1670091"/>
                  <a:pt x="274256" y="1686860"/>
                </a:cubicBezTo>
                <a:cubicBezTo>
                  <a:pt x="274256" y="1703630"/>
                  <a:pt x="260662" y="1717224"/>
                  <a:pt x="243892" y="1717224"/>
                </a:cubicBezTo>
                <a:cubicBezTo>
                  <a:pt x="227123" y="1717224"/>
                  <a:pt x="213529" y="1703630"/>
                  <a:pt x="213529" y="1686860"/>
                </a:cubicBezTo>
                <a:cubicBezTo>
                  <a:pt x="213529" y="1670091"/>
                  <a:pt x="227123" y="1656497"/>
                  <a:pt x="243892" y="1656497"/>
                </a:cubicBezTo>
                <a:close/>
                <a:moveTo>
                  <a:pt x="171339" y="1656497"/>
                </a:moveTo>
                <a:cubicBezTo>
                  <a:pt x="188107" y="1656497"/>
                  <a:pt x="201701" y="1670091"/>
                  <a:pt x="201701" y="1686860"/>
                </a:cubicBezTo>
                <a:cubicBezTo>
                  <a:pt x="201701" y="1703630"/>
                  <a:pt x="188107" y="1717224"/>
                  <a:pt x="171339" y="1717224"/>
                </a:cubicBezTo>
                <a:cubicBezTo>
                  <a:pt x="154594" y="1717224"/>
                  <a:pt x="141001" y="1703630"/>
                  <a:pt x="141001" y="1686860"/>
                </a:cubicBezTo>
                <a:cubicBezTo>
                  <a:pt x="141001" y="1670091"/>
                  <a:pt x="154594" y="1656497"/>
                  <a:pt x="171339" y="1656497"/>
                </a:cubicBezTo>
                <a:close/>
                <a:moveTo>
                  <a:pt x="98812" y="1656497"/>
                </a:moveTo>
                <a:cubicBezTo>
                  <a:pt x="115580" y="1656497"/>
                  <a:pt x="129174" y="1670091"/>
                  <a:pt x="129174" y="1686860"/>
                </a:cubicBezTo>
                <a:cubicBezTo>
                  <a:pt x="129174" y="1703630"/>
                  <a:pt x="115580" y="1717224"/>
                  <a:pt x="98812" y="1717224"/>
                </a:cubicBezTo>
                <a:cubicBezTo>
                  <a:pt x="82042" y="1717224"/>
                  <a:pt x="68448" y="1703630"/>
                  <a:pt x="68448" y="1686860"/>
                </a:cubicBezTo>
                <a:cubicBezTo>
                  <a:pt x="68448" y="1670091"/>
                  <a:pt x="82042" y="1656497"/>
                  <a:pt x="98812" y="1656497"/>
                </a:cubicBezTo>
                <a:close/>
                <a:moveTo>
                  <a:pt x="26257" y="1656497"/>
                </a:moveTo>
                <a:cubicBezTo>
                  <a:pt x="43026" y="1656497"/>
                  <a:pt x="56620" y="1670091"/>
                  <a:pt x="56620" y="1686860"/>
                </a:cubicBezTo>
                <a:cubicBezTo>
                  <a:pt x="56620" y="1703630"/>
                  <a:pt x="43026" y="1717224"/>
                  <a:pt x="26257" y="1717224"/>
                </a:cubicBezTo>
                <a:cubicBezTo>
                  <a:pt x="17873" y="1717224"/>
                  <a:pt x="10282" y="1713826"/>
                  <a:pt x="4787" y="1708331"/>
                </a:cubicBezTo>
                <a:lnTo>
                  <a:pt x="0" y="1696773"/>
                </a:lnTo>
                <a:lnTo>
                  <a:pt x="0" y="1676947"/>
                </a:lnTo>
                <a:lnTo>
                  <a:pt x="4787" y="1665390"/>
                </a:lnTo>
                <a:cubicBezTo>
                  <a:pt x="10282" y="1659896"/>
                  <a:pt x="17873" y="1656497"/>
                  <a:pt x="26257" y="1656497"/>
                </a:cubicBezTo>
                <a:close/>
                <a:moveTo>
                  <a:pt x="1114547" y="1576045"/>
                </a:moveTo>
                <a:cubicBezTo>
                  <a:pt x="1118739" y="1576045"/>
                  <a:pt x="1122733" y="1576894"/>
                  <a:pt x="1126366" y="1578431"/>
                </a:cubicBezTo>
                <a:lnTo>
                  <a:pt x="1131977" y="1582214"/>
                </a:lnTo>
                <a:lnTo>
                  <a:pt x="1128051" y="1585783"/>
                </a:lnTo>
                <a:lnTo>
                  <a:pt x="1088035" y="1615706"/>
                </a:lnTo>
                <a:lnTo>
                  <a:pt x="1084184" y="1606408"/>
                </a:lnTo>
                <a:cubicBezTo>
                  <a:pt x="1084184" y="1589639"/>
                  <a:pt x="1097778" y="1576045"/>
                  <a:pt x="1114547" y="1576045"/>
                </a:cubicBezTo>
                <a:close/>
                <a:moveTo>
                  <a:pt x="1041993" y="1576045"/>
                </a:moveTo>
                <a:cubicBezTo>
                  <a:pt x="1058762" y="1576045"/>
                  <a:pt x="1072356" y="1589639"/>
                  <a:pt x="1072356" y="1606408"/>
                </a:cubicBezTo>
                <a:cubicBezTo>
                  <a:pt x="1072356" y="1623178"/>
                  <a:pt x="1058762" y="1636772"/>
                  <a:pt x="1041993" y="1636772"/>
                </a:cubicBezTo>
                <a:cubicBezTo>
                  <a:pt x="1025223" y="1636772"/>
                  <a:pt x="1011629" y="1623178"/>
                  <a:pt x="1011629" y="1606408"/>
                </a:cubicBezTo>
                <a:cubicBezTo>
                  <a:pt x="1011629" y="1589639"/>
                  <a:pt x="1025223" y="1576045"/>
                  <a:pt x="1041993" y="1576045"/>
                </a:cubicBezTo>
                <a:close/>
                <a:moveTo>
                  <a:pt x="969438" y="1576045"/>
                </a:moveTo>
                <a:cubicBezTo>
                  <a:pt x="986208" y="1576045"/>
                  <a:pt x="999801" y="1589639"/>
                  <a:pt x="999801" y="1606408"/>
                </a:cubicBezTo>
                <a:cubicBezTo>
                  <a:pt x="999801" y="1623178"/>
                  <a:pt x="986208" y="1636772"/>
                  <a:pt x="969438" y="1636772"/>
                </a:cubicBezTo>
                <a:cubicBezTo>
                  <a:pt x="952669" y="1636772"/>
                  <a:pt x="939075" y="1623178"/>
                  <a:pt x="939075" y="1606408"/>
                </a:cubicBezTo>
                <a:cubicBezTo>
                  <a:pt x="939075" y="1589639"/>
                  <a:pt x="952669" y="1576045"/>
                  <a:pt x="969438" y="1576045"/>
                </a:cubicBezTo>
                <a:close/>
                <a:moveTo>
                  <a:pt x="896883" y="1576045"/>
                </a:moveTo>
                <a:cubicBezTo>
                  <a:pt x="913653" y="1576045"/>
                  <a:pt x="927247" y="1589639"/>
                  <a:pt x="927247" y="1606408"/>
                </a:cubicBezTo>
                <a:cubicBezTo>
                  <a:pt x="927247" y="1623178"/>
                  <a:pt x="913653" y="1636772"/>
                  <a:pt x="896883" y="1636772"/>
                </a:cubicBezTo>
                <a:cubicBezTo>
                  <a:pt x="880114" y="1636772"/>
                  <a:pt x="866520" y="1623178"/>
                  <a:pt x="866520" y="1606408"/>
                </a:cubicBezTo>
                <a:cubicBezTo>
                  <a:pt x="866520" y="1589639"/>
                  <a:pt x="880114" y="1576045"/>
                  <a:pt x="896883" y="1576045"/>
                </a:cubicBezTo>
                <a:close/>
                <a:moveTo>
                  <a:pt x="824329" y="1576045"/>
                </a:moveTo>
                <a:cubicBezTo>
                  <a:pt x="841098" y="1576045"/>
                  <a:pt x="854692" y="1589639"/>
                  <a:pt x="854692" y="1606408"/>
                </a:cubicBezTo>
                <a:cubicBezTo>
                  <a:pt x="854692" y="1623178"/>
                  <a:pt x="841098" y="1636772"/>
                  <a:pt x="824329" y="1636772"/>
                </a:cubicBezTo>
                <a:cubicBezTo>
                  <a:pt x="807559" y="1636772"/>
                  <a:pt x="793965" y="1623178"/>
                  <a:pt x="793965" y="1606408"/>
                </a:cubicBezTo>
                <a:cubicBezTo>
                  <a:pt x="793965" y="1589639"/>
                  <a:pt x="807559" y="1576045"/>
                  <a:pt x="824329" y="1576045"/>
                </a:cubicBezTo>
                <a:close/>
                <a:moveTo>
                  <a:pt x="751774" y="1576045"/>
                </a:moveTo>
                <a:cubicBezTo>
                  <a:pt x="768544" y="1576045"/>
                  <a:pt x="782138" y="1589639"/>
                  <a:pt x="782138" y="1606408"/>
                </a:cubicBezTo>
                <a:cubicBezTo>
                  <a:pt x="782138" y="1623178"/>
                  <a:pt x="768544" y="1636772"/>
                  <a:pt x="751774" y="1636772"/>
                </a:cubicBezTo>
                <a:cubicBezTo>
                  <a:pt x="735005" y="1636772"/>
                  <a:pt x="721411" y="1623178"/>
                  <a:pt x="721411" y="1606408"/>
                </a:cubicBezTo>
                <a:cubicBezTo>
                  <a:pt x="721411" y="1589639"/>
                  <a:pt x="735005" y="1576045"/>
                  <a:pt x="751774" y="1576045"/>
                </a:cubicBezTo>
                <a:close/>
                <a:moveTo>
                  <a:pt x="679220" y="1576045"/>
                </a:moveTo>
                <a:cubicBezTo>
                  <a:pt x="695989" y="1576045"/>
                  <a:pt x="709583" y="1589639"/>
                  <a:pt x="709583" y="1606408"/>
                </a:cubicBezTo>
                <a:cubicBezTo>
                  <a:pt x="709583" y="1623178"/>
                  <a:pt x="695989" y="1636772"/>
                  <a:pt x="679220" y="1636772"/>
                </a:cubicBezTo>
                <a:cubicBezTo>
                  <a:pt x="662450" y="1636772"/>
                  <a:pt x="648856" y="1623178"/>
                  <a:pt x="648856" y="1606408"/>
                </a:cubicBezTo>
                <a:cubicBezTo>
                  <a:pt x="648856" y="1589639"/>
                  <a:pt x="662450" y="1576045"/>
                  <a:pt x="679220" y="1576045"/>
                </a:cubicBezTo>
                <a:close/>
                <a:moveTo>
                  <a:pt x="606665" y="1576045"/>
                </a:moveTo>
                <a:cubicBezTo>
                  <a:pt x="623435" y="1576045"/>
                  <a:pt x="637029" y="1589639"/>
                  <a:pt x="637029" y="1606408"/>
                </a:cubicBezTo>
                <a:cubicBezTo>
                  <a:pt x="637029" y="1623178"/>
                  <a:pt x="623435" y="1636772"/>
                  <a:pt x="606665" y="1636772"/>
                </a:cubicBezTo>
                <a:cubicBezTo>
                  <a:pt x="589896" y="1636772"/>
                  <a:pt x="576302" y="1623178"/>
                  <a:pt x="576302" y="1606408"/>
                </a:cubicBezTo>
                <a:cubicBezTo>
                  <a:pt x="576302" y="1589639"/>
                  <a:pt x="589896" y="1576045"/>
                  <a:pt x="606665" y="1576045"/>
                </a:cubicBezTo>
                <a:close/>
                <a:moveTo>
                  <a:pt x="534111" y="1576045"/>
                </a:moveTo>
                <a:cubicBezTo>
                  <a:pt x="550880" y="1576045"/>
                  <a:pt x="564474" y="1589639"/>
                  <a:pt x="564474" y="1606408"/>
                </a:cubicBezTo>
                <a:cubicBezTo>
                  <a:pt x="564474" y="1623178"/>
                  <a:pt x="550880" y="1636772"/>
                  <a:pt x="534111" y="1636772"/>
                </a:cubicBezTo>
                <a:cubicBezTo>
                  <a:pt x="517341" y="1636772"/>
                  <a:pt x="503747" y="1623178"/>
                  <a:pt x="503747" y="1606408"/>
                </a:cubicBezTo>
                <a:cubicBezTo>
                  <a:pt x="503747" y="1589639"/>
                  <a:pt x="517341" y="1576045"/>
                  <a:pt x="534111" y="1576045"/>
                </a:cubicBezTo>
                <a:close/>
                <a:moveTo>
                  <a:pt x="461556" y="1576045"/>
                </a:moveTo>
                <a:cubicBezTo>
                  <a:pt x="478326" y="1576045"/>
                  <a:pt x="491920" y="1589639"/>
                  <a:pt x="491920" y="1606408"/>
                </a:cubicBezTo>
                <a:cubicBezTo>
                  <a:pt x="491920" y="1623178"/>
                  <a:pt x="478326" y="1636772"/>
                  <a:pt x="461556" y="1636772"/>
                </a:cubicBezTo>
                <a:cubicBezTo>
                  <a:pt x="444787" y="1636772"/>
                  <a:pt x="431192" y="1623178"/>
                  <a:pt x="431192" y="1606408"/>
                </a:cubicBezTo>
                <a:cubicBezTo>
                  <a:pt x="431192" y="1589639"/>
                  <a:pt x="444787" y="1576045"/>
                  <a:pt x="461556" y="1576045"/>
                </a:cubicBezTo>
                <a:close/>
                <a:moveTo>
                  <a:pt x="389002" y="1576045"/>
                </a:moveTo>
                <a:cubicBezTo>
                  <a:pt x="405771" y="1576045"/>
                  <a:pt x="419365" y="1589639"/>
                  <a:pt x="419365" y="1606408"/>
                </a:cubicBezTo>
                <a:cubicBezTo>
                  <a:pt x="419365" y="1623178"/>
                  <a:pt x="405771" y="1636772"/>
                  <a:pt x="389002" y="1636772"/>
                </a:cubicBezTo>
                <a:cubicBezTo>
                  <a:pt x="372232" y="1636772"/>
                  <a:pt x="358638" y="1623178"/>
                  <a:pt x="358638" y="1606408"/>
                </a:cubicBezTo>
                <a:cubicBezTo>
                  <a:pt x="358638" y="1589639"/>
                  <a:pt x="372232" y="1576045"/>
                  <a:pt x="389002" y="1576045"/>
                </a:cubicBezTo>
                <a:close/>
                <a:moveTo>
                  <a:pt x="316447" y="1576045"/>
                </a:moveTo>
                <a:cubicBezTo>
                  <a:pt x="333216" y="1576045"/>
                  <a:pt x="346810" y="1589639"/>
                  <a:pt x="346810" y="1606408"/>
                </a:cubicBezTo>
                <a:cubicBezTo>
                  <a:pt x="346810" y="1623178"/>
                  <a:pt x="333216" y="1636772"/>
                  <a:pt x="316447" y="1636772"/>
                </a:cubicBezTo>
                <a:cubicBezTo>
                  <a:pt x="299677" y="1636772"/>
                  <a:pt x="286084" y="1623178"/>
                  <a:pt x="286084" y="1606408"/>
                </a:cubicBezTo>
                <a:cubicBezTo>
                  <a:pt x="286084" y="1589639"/>
                  <a:pt x="299677" y="1576045"/>
                  <a:pt x="316447" y="1576045"/>
                </a:cubicBezTo>
                <a:close/>
                <a:moveTo>
                  <a:pt x="243892" y="1576045"/>
                </a:moveTo>
                <a:cubicBezTo>
                  <a:pt x="260662" y="1576045"/>
                  <a:pt x="274256" y="1589639"/>
                  <a:pt x="274256" y="1606408"/>
                </a:cubicBezTo>
                <a:cubicBezTo>
                  <a:pt x="274256" y="1623178"/>
                  <a:pt x="260662" y="1636772"/>
                  <a:pt x="243892" y="1636772"/>
                </a:cubicBezTo>
                <a:cubicBezTo>
                  <a:pt x="227123" y="1636772"/>
                  <a:pt x="213529" y="1623178"/>
                  <a:pt x="213529" y="1606408"/>
                </a:cubicBezTo>
                <a:cubicBezTo>
                  <a:pt x="213529" y="1589639"/>
                  <a:pt x="227123" y="1576045"/>
                  <a:pt x="243892" y="1576045"/>
                </a:cubicBezTo>
                <a:close/>
                <a:moveTo>
                  <a:pt x="171339" y="1576045"/>
                </a:moveTo>
                <a:cubicBezTo>
                  <a:pt x="188107" y="1576045"/>
                  <a:pt x="201701" y="1589639"/>
                  <a:pt x="201701" y="1606408"/>
                </a:cubicBezTo>
                <a:cubicBezTo>
                  <a:pt x="201701" y="1623178"/>
                  <a:pt x="188107" y="1636772"/>
                  <a:pt x="171339" y="1636772"/>
                </a:cubicBezTo>
                <a:cubicBezTo>
                  <a:pt x="154599" y="1636772"/>
                  <a:pt x="141006" y="1623178"/>
                  <a:pt x="141006" y="1606408"/>
                </a:cubicBezTo>
                <a:cubicBezTo>
                  <a:pt x="141006" y="1589639"/>
                  <a:pt x="154599" y="1576045"/>
                  <a:pt x="171339" y="1576045"/>
                </a:cubicBezTo>
                <a:close/>
                <a:moveTo>
                  <a:pt x="98818" y="1576045"/>
                </a:moveTo>
                <a:cubicBezTo>
                  <a:pt x="115586" y="1576045"/>
                  <a:pt x="129180" y="1589639"/>
                  <a:pt x="129180" y="1606408"/>
                </a:cubicBezTo>
                <a:cubicBezTo>
                  <a:pt x="129180" y="1623178"/>
                  <a:pt x="115586" y="1636772"/>
                  <a:pt x="98818" y="1636772"/>
                </a:cubicBezTo>
                <a:cubicBezTo>
                  <a:pt x="82048" y="1636772"/>
                  <a:pt x="68454" y="1623178"/>
                  <a:pt x="68454" y="1606408"/>
                </a:cubicBezTo>
                <a:cubicBezTo>
                  <a:pt x="68454" y="1589639"/>
                  <a:pt x="82048" y="1576045"/>
                  <a:pt x="98818" y="1576045"/>
                </a:cubicBezTo>
                <a:close/>
                <a:moveTo>
                  <a:pt x="26264" y="1576045"/>
                </a:moveTo>
                <a:cubicBezTo>
                  <a:pt x="43032" y="1576045"/>
                  <a:pt x="56626" y="1589639"/>
                  <a:pt x="56626" y="1606408"/>
                </a:cubicBezTo>
                <a:cubicBezTo>
                  <a:pt x="56626" y="1623178"/>
                  <a:pt x="43032" y="1636772"/>
                  <a:pt x="26264" y="1636772"/>
                </a:cubicBezTo>
                <a:cubicBezTo>
                  <a:pt x="17880" y="1636772"/>
                  <a:pt x="10289" y="1633374"/>
                  <a:pt x="4794" y="1627879"/>
                </a:cubicBezTo>
                <a:lnTo>
                  <a:pt x="0" y="1616304"/>
                </a:lnTo>
                <a:lnTo>
                  <a:pt x="0" y="1596512"/>
                </a:lnTo>
                <a:lnTo>
                  <a:pt x="4794" y="1584938"/>
                </a:lnTo>
                <a:cubicBezTo>
                  <a:pt x="10289" y="1579444"/>
                  <a:pt x="17880" y="1576045"/>
                  <a:pt x="26264" y="1576045"/>
                </a:cubicBezTo>
                <a:close/>
                <a:moveTo>
                  <a:pt x="1187102" y="1495593"/>
                </a:moveTo>
                <a:cubicBezTo>
                  <a:pt x="1195486" y="1495593"/>
                  <a:pt x="1203077" y="1498992"/>
                  <a:pt x="1208572" y="1504486"/>
                </a:cubicBezTo>
                <a:lnTo>
                  <a:pt x="1211014" y="1510381"/>
                </a:lnTo>
                <a:lnTo>
                  <a:pt x="1168285" y="1549216"/>
                </a:lnTo>
                <a:lnTo>
                  <a:pt x="1165631" y="1547427"/>
                </a:lnTo>
                <a:cubicBezTo>
                  <a:pt x="1160137" y="1541932"/>
                  <a:pt x="1156738" y="1534341"/>
                  <a:pt x="1156738" y="1525957"/>
                </a:cubicBezTo>
                <a:cubicBezTo>
                  <a:pt x="1156738" y="1509187"/>
                  <a:pt x="1170332" y="1495593"/>
                  <a:pt x="1187102" y="1495593"/>
                </a:cubicBezTo>
                <a:close/>
                <a:moveTo>
                  <a:pt x="1114547" y="1495593"/>
                </a:moveTo>
                <a:cubicBezTo>
                  <a:pt x="1131317" y="1495593"/>
                  <a:pt x="1144911" y="1509187"/>
                  <a:pt x="1144911" y="1525957"/>
                </a:cubicBezTo>
                <a:cubicBezTo>
                  <a:pt x="1144911" y="1542726"/>
                  <a:pt x="1131317" y="1556320"/>
                  <a:pt x="1114547" y="1556320"/>
                </a:cubicBezTo>
                <a:cubicBezTo>
                  <a:pt x="1097778" y="1556320"/>
                  <a:pt x="1084184" y="1542726"/>
                  <a:pt x="1084184" y="1525957"/>
                </a:cubicBezTo>
                <a:cubicBezTo>
                  <a:pt x="1084184" y="1509187"/>
                  <a:pt x="1097778" y="1495593"/>
                  <a:pt x="1114547" y="1495593"/>
                </a:cubicBezTo>
                <a:close/>
                <a:moveTo>
                  <a:pt x="1041993" y="1495593"/>
                </a:moveTo>
                <a:cubicBezTo>
                  <a:pt x="1058762" y="1495593"/>
                  <a:pt x="1072356" y="1509187"/>
                  <a:pt x="1072356" y="1525957"/>
                </a:cubicBezTo>
                <a:cubicBezTo>
                  <a:pt x="1072356" y="1542726"/>
                  <a:pt x="1058762" y="1556320"/>
                  <a:pt x="1041993" y="1556320"/>
                </a:cubicBezTo>
                <a:cubicBezTo>
                  <a:pt x="1025223" y="1556320"/>
                  <a:pt x="1011629" y="1542726"/>
                  <a:pt x="1011629" y="1525957"/>
                </a:cubicBezTo>
                <a:cubicBezTo>
                  <a:pt x="1011629" y="1509187"/>
                  <a:pt x="1025223" y="1495593"/>
                  <a:pt x="1041993" y="1495593"/>
                </a:cubicBezTo>
                <a:close/>
                <a:moveTo>
                  <a:pt x="969438" y="1495593"/>
                </a:moveTo>
                <a:cubicBezTo>
                  <a:pt x="986208" y="1495593"/>
                  <a:pt x="999801" y="1509187"/>
                  <a:pt x="999801" y="1525957"/>
                </a:cubicBezTo>
                <a:cubicBezTo>
                  <a:pt x="999801" y="1542726"/>
                  <a:pt x="986208" y="1556320"/>
                  <a:pt x="969438" y="1556320"/>
                </a:cubicBezTo>
                <a:cubicBezTo>
                  <a:pt x="952669" y="1556320"/>
                  <a:pt x="939075" y="1542726"/>
                  <a:pt x="939075" y="1525957"/>
                </a:cubicBezTo>
                <a:cubicBezTo>
                  <a:pt x="939075" y="1509187"/>
                  <a:pt x="952669" y="1495593"/>
                  <a:pt x="969438" y="1495593"/>
                </a:cubicBezTo>
                <a:close/>
                <a:moveTo>
                  <a:pt x="896883" y="1495593"/>
                </a:moveTo>
                <a:cubicBezTo>
                  <a:pt x="913653" y="1495593"/>
                  <a:pt x="927247" y="1509187"/>
                  <a:pt x="927247" y="1525957"/>
                </a:cubicBezTo>
                <a:cubicBezTo>
                  <a:pt x="927247" y="1542726"/>
                  <a:pt x="913653" y="1556320"/>
                  <a:pt x="896883" y="1556320"/>
                </a:cubicBezTo>
                <a:cubicBezTo>
                  <a:pt x="880114" y="1556320"/>
                  <a:pt x="866520" y="1542726"/>
                  <a:pt x="866520" y="1525957"/>
                </a:cubicBezTo>
                <a:cubicBezTo>
                  <a:pt x="866520" y="1509187"/>
                  <a:pt x="880114" y="1495593"/>
                  <a:pt x="896883" y="1495593"/>
                </a:cubicBezTo>
                <a:close/>
                <a:moveTo>
                  <a:pt x="824329" y="1495593"/>
                </a:moveTo>
                <a:cubicBezTo>
                  <a:pt x="841098" y="1495593"/>
                  <a:pt x="854692" y="1509187"/>
                  <a:pt x="854692" y="1525957"/>
                </a:cubicBezTo>
                <a:cubicBezTo>
                  <a:pt x="854692" y="1542726"/>
                  <a:pt x="841098" y="1556320"/>
                  <a:pt x="824329" y="1556320"/>
                </a:cubicBezTo>
                <a:cubicBezTo>
                  <a:pt x="807559" y="1556320"/>
                  <a:pt x="793965" y="1542726"/>
                  <a:pt x="793965" y="1525957"/>
                </a:cubicBezTo>
                <a:cubicBezTo>
                  <a:pt x="793965" y="1509187"/>
                  <a:pt x="807559" y="1495593"/>
                  <a:pt x="824329" y="1495593"/>
                </a:cubicBezTo>
                <a:close/>
                <a:moveTo>
                  <a:pt x="751774" y="1495593"/>
                </a:moveTo>
                <a:cubicBezTo>
                  <a:pt x="768544" y="1495593"/>
                  <a:pt x="782138" y="1509187"/>
                  <a:pt x="782138" y="1525957"/>
                </a:cubicBezTo>
                <a:cubicBezTo>
                  <a:pt x="782138" y="1542726"/>
                  <a:pt x="768544" y="1556320"/>
                  <a:pt x="751774" y="1556320"/>
                </a:cubicBezTo>
                <a:cubicBezTo>
                  <a:pt x="735005" y="1556320"/>
                  <a:pt x="721411" y="1542726"/>
                  <a:pt x="721411" y="1525957"/>
                </a:cubicBezTo>
                <a:cubicBezTo>
                  <a:pt x="721411" y="1509187"/>
                  <a:pt x="735005" y="1495593"/>
                  <a:pt x="751774" y="1495593"/>
                </a:cubicBezTo>
                <a:close/>
                <a:moveTo>
                  <a:pt x="679220" y="1495593"/>
                </a:moveTo>
                <a:cubicBezTo>
                  <a:pt x="695989" y="1495593"/>
                  <a:pt x="709583" y="1509187"/>
                  <a:pt x="709583" y="1525957"/>
                </a:cubicBezTo>
                <a:cubicBezTo>
                  <a:pt x="709583" y="1542726"/>
                  <a:pt x="695989" y="1556320"/>
                  <a:pt x="679220" y="1556320"/>
                </a:cubicBezTo>
                <a:cubicBezTo>
                  <a:pt x="662450" y="1556320"/>
                  <a:pt x="648856" y="1542726"/>
                  <a:pt x="648856" y="1525957"/>
                </a:cubicBezTo>
                <a:cubicBezTo>
                  <a:pt x="648856" y="1509187"/>
                  <a:pt x="662450" y="1495593"/>
                  <a:pt x="679220" y="1495593"/>
                </a:cubicBezTo>
                <a:close/>
                <a:moveTo>
                  <a:pt x="606665" y="1495593"/>
                </a:moveTo>
                <a:cubicBezTo>
                  <a:pt x="623435" y="1495593"/>
                  <a:pt x="637029" y="1509187"/>
                  <a:pt x="637029" y="1525957"/>
                </a:cubicBezTo>
                <a:cubicBezTo>
                  <a:pt x="637029" y="1542726"/>
                  <a:pt x="623435" y="1556320"/>
                  <a:pt x="606665" y="1556320"/>
                </a:cubicBezTo>
                <a:cubicBezTo>
                  <a:pt x="589896" y="1556320"/>
                  <a:pt x="576302" y="1542726"/>
                  <a:pt x="576302" y="1525957"/>
                </a:cubicBezTo>
                <a:cubicBezTo>
                  <a:pt x="576302" y="1509187"/>
                  <a:pt x="589896" y="1495593"/>
                  <a:pt x="606665" y="1495593"/>
                </a:cubicBezTo>
                <a:close/>
                <a:moveTo>
                  <a:pt x="534111" y="1495593"/>
                </a:moveTo>
                <a:cubicBezTo>
                  <a:pt x="550880" y="1495593"/>
                  <a:pt x="564474" y="1509187"/>
                  <a:pt x="564474" y="1525957"/>
                </a:cubicBezTo>
                <a:cubicBezTo>
                  <a:pt x="564474" y="1542726"/>
                  <a:pt x="550880" y="1556320"/>
                  <a:pt x="534111" y="1556320"/>
                </a:cubicBezTo>
                <a:cubicBezTo>
                  <a:pt x="517341" y="1556320"/>
                  <a:pt x="503747" y="1542726"/>
                  <a:pt x="503747" y="1525957"/>
                </a:cubicBezTo>
                <a:cubicBezTo>
                  <a:pt x="503747" y="1509187"/>
                  <a:pt x="517341" y="1495593"/>
                  <a:pt x="534111" y="1495593"/>
                </a:cubicBezTo>
                <a:close/>
                <a:moveTo>
                  <a:pt x="461556" y="1495593"/>
                </a:moveTo>
                <a:cubicBezTo>
                  <a:pt x="478326" y="1495593"/>
                  <a:pt x="491920" y="1509187"/>
                  <a:pt x="491920" y="1525957"/>
                </a:cubicBezTo>
                <a:cubicBezTo>
                  <a:pt x="491920" y="1542726"/>
                  <a:pt x="478326" y="1556320"/>
                  <a:pt x="461556" y="1556320"/>
                </a:cubicBezTo>
                <a:cubicBezTo>
                  <a:pt x="444787" y="1556320"/>
                  <a:pt x="431192" y="1542726"/>
                  <a:pt x="431192" y="1525957"/>
                </a:cubicBezTo>
                <a:cubicBezTo>
                  <a:pt x="431192" y="1509187"/>
                  <a:pt x="444787" y="1495593"/>
                  <a:pt x="461556" y="1495593"/>
                </a:cubicBezTo>
                <a:close/>
                <a:moveTo>
                  <a:pt x="389002" y="1495593"/>
                </a:moveTo>
                <a:cubicBezTo>
                  <a:pt x="405771" y="1495593"/>
                  <a:pt x="419365" y="1509187"/>
                  <a:pt x="419365" y="1525957"/>
                </a:cubicBezTo>
                <a:cubicBezTo>
                  <a:pt x="419365" y="1542726"/>
                  <a:pt x="405771" y="1556320"/>
                  <a:pt x="389002" y="1556320"/>
                </a:cubicBezTo>
                <a:cubicBezTo>
                  <a:pt x="372232" y="1556320"/>
                  <a:pt x="358638" y="1542726"/>
                  <a:pt x="358638" y="1525957"/>
                </a:cubicBezTo>
                <a:cubicBezTo>
                  <a:pt x="358638" y="1509187"/>
                  <a:pt x="372232" y="1495593"/>
                  <a:pt x="389002" y="1495593"/>
                </a:cubicBezTo>
                <a:close/>
                <a:moveTo>
                  <a:pt x="316447" y="1495593"/>
                </a:moveTo>
                <a:cubicBezTo>
                  <a:pt x="333216" y="1495593"/>
                  <a:pt x="346810" y="1509187"/>
                  <a:pt x="346810" y="1525957"/>
                </a:cubicBezTo>
                <a:cubicBezTo>
                  <a:pt x="346810" y="1542726"/>
                  <a:pt x="333216" y="1556320"/>
                  <a:pt x="316447" y="1556320"/>
                </a:cubicBezTo>
                <a:cubicBezTo>
                  <a:pt x="299677" y="1556320"/>
                  <a:pt x="286084" y="1542726"/>
                  <a:pt x="286084" y="1525957"/>
                </a:cubicBezTo>
                <a:cubicBezTo>
                  <a:pt x="286084" y="1509187"/>
                  <a:pt x="299677" y="1495593"/>
                  <a:pt x="316447" y="1495593"/>
                </a:cubicBezTo>
                <a:close/>
                <a:moveTo>
                  <a:pt x="243892" y="1495593"/>
                </a:moveTo>
                <a:cubicBezTo>
                  <a:pt x="260662" y="1495593"/>
                  <a:pt x="274256" y="1509187"/>
                  <a:pt x="274256" y="1525957"/>
                </a:cubicBezTo>
                <a:cubicBezTo>
                  <a:pt x="274256" y="1542726"/>
                  <a:pt x="260662" y="1556320"/>
                  <a:pt x="243892" y="1556320"/>
                </a:cubicBezTo>
                <a:cubicBezTo>
                  <a:pt x="227123" y="1556320"/>
                  <a:pt x="213529" y="1542726"/>
                  <a:pt x="213529" y="1525957"/>
                </a:cubicBezTo>
                <a:cubicBezTo>
                  <a:pt x="213529" y="1509187"/>
                  <a:pt x="227123" y="1495593"/>
                  <a:pt x="243892" y="1495593"/>
                </a:cubicBezTo>
                <a:close/>
                <a:moveTo>
                  <a:pt x="171339" y="1495593"/>
                </a:moveTo>
                <a:cubicBezTo>
                  <a:pt x="188107" y="1495593"/>
                  <a:pt x="201701" y="1509187"/>
                  <a:pt x="201701" y="1525957"/>
                </a:cubicBezTo>
                <a:cubicBezTo>
                  <a:pt x="201701" y="1542726"/>
                  <a:pt x="188107" y="1556320"/>
                  <a:pt x="171339" y="1556320"/>
                </a:cubicBezTo>
                <a:cubicBezTo>
                  <a:pt x="154606" y="1556320"/>
                  <a:pt x="141012" y="1542726"/>
                  <a:pt x="141012" y="1525957"/>
                </a:cubicBezTo>
                <a:cubicBezTo>
                  <a:pt x="141012" y="1509187"/>
                  <a:pt x="154606" y="1495593"/>
                  <a:pt x="171339" y="1495593"/>
                </a:cubicBezTo>
                <a:close/>
                <a:moveTo>
                  <a:pt x="98825" y="1495593"/>
                </a:moveTo>
                <a:cubicBezTo>
                  <a:pt x="115592" y="1495593"/>
                  <a:pt x="129186" y="1509187"/>
                  <a:pt x="129186" y="1525957"/>
                </a:cubicBezTo>
                <a:cubicBezTo>
                  <a:pt x="129186" y="1542726"/>
                  <a:pt x="115592" y="1556320"/>
                  <a:pt x="98825" y="1556320"/>
                </a:cubicBezTo>
                <a:cubicBezTo>
                  <a:pt x="82054" y="1556320"/>
                  <a:pt x="68461" y="1542726"/>
                  <a:pt x="68461" y="1525957"/>
                </a:cubicBezTo>
                <a:cubicBezTo>
                  <a:pt x="68461" y="1509187"/>
                  <a:pt x="82054" y="1495593"/>
                  <a:pt x="98825" y="1495593"/>
                </a:cubicBezTo>
                <a:close/>
                <a:moveTo>
                  <a:pt x="26270" y="1495593"/>
                </a:moveTo>
                <a:cubicBezTo>
                  <a:pt x="43038" y="1495593"/>
                  <a:pt x="56632" y="1509187"/>
                  <a:pt x="56632" y="1525957"/>
                </a:cubicBezTo>
                <a:cubicBezTo>
                  <a:pt x="56632" y="1542726"/>
                  <a:pt x="43038" y="1556320"/>
                  <a:pt x="26270" y="1556320"/>
                </a:cubicBezTo>
                <a:cubicBezTo>
                  <a:pt x="17886" y="1556320"/>
                  <a:pt x="10295" y="1552922"/>
                  <a:pt x="4801" y="1547427"/>
                </a:cubicBezTo>
                <a:lnTo>
                  <a:pt x="0" y="1535836"/>
                </a:lnTo>
                <a:lnTo>
                  <a:pt x="0" y="1516078"/>
                </a:lnTo>
                <a:lnTo>
                  <a:pt x="4801" y="1504486"/>
                </a:lnTo>
                <a:cubicBezTo>
                  <a:pt x="10295" y="1498992"/>
                  <a:pt x="17886" y="1495593"/>
                  <a:pt x="26270" y="1495593"/>
                </a:cubicBezTo>
                <a:close/>
                <a:moveTo>
                  <a:pt x="1259656" y="1415141"/>
                </a:moveTo>
                <a:cubicBezTo>
                  <a:pt x="1268041" y="1415141"/>
                  <a:pt x="1275632" y="1418540"/>
                  <a:pt x="1281127" y="1424035"/>
                </a:cubicBezTo>
                <a:lnTo>
                  <a:pt x="1285044" y="1433492"/>
                </a:lnTo>
                <a:lnTo>
                  <a:pt x="1248565" y="1473629"/>
                </a:lnTo>
                <a:lnTo>
                  <a:pt x="1247837" y="1473482"/>
                </a:lnTo>
                <a:cubicBezTo>
                  <a:pt x="1236940" y="1468873"/>
                  <a:pt x="1229293" y="1458082"/>
                  <a:pt x="1229293" y="1445505"/>
                </a:cubicBezTo>
                <a:cubicBezTo>
                  <a:pt x="1229293" y="1428735"/>
                  <a:pt x="1242887" y="1415141"/>
                  <a:pt x="1259656" y="1415141"/>
                </a:cubicBezTo>
                <a:close/>
                <a:moveTo>
                  <a:pt x="1187102" y="1415141"/>
                </a:moveTo>
                <a:cubicBezTo>
                  <a:pt x="1203871" y="1415141"/>
                  <a:pt x="1217465" y="1428735"/>
                  <a:pt x="1217465" y="1445505"/>
                </a:cubicBezTo>
                <a:cubicBezTo>
                  <a:pt x="1217465" y="1462274"/>
                  <a:pt x="1203871" y="1475868"/>
                  <a:pt x="1187102" y="1475868"/>
                </a:cubicBezTo>
                <a:cubicBezTo>
                  <a:pt x="1170332" y="1475868"/>
                  <a:pt x="1156738" y="1462274"/>
                  <a:pt x="1156738" y="1445505"/>
                </a:cubicBezTo>
                <a:cubicBezTo>
                  <a:pt x="1156738" y="1428735"/>
                  <a:pt x="1170332" y="1415141"/>
                  <a:pt x="1187102" y="1415141"/>
                </a:cubicBezTo>
                <a:close/>
                <a:moveTo>
                  <a:pt x="1114547" y="1415141"/>
                </a:moveTo>
                <a:cubicBezTo>
                  <a:pt x="1131317" y="1415141"/>
                  <a:pt x="1144911" y="1428735"/>
                  <a:pt x="1144911" y="1445505"/>
                </a:cubicBezTo>
                <a:cubicBezTo>
                  <a:pt x="1144911" y="1462274"/>
                  <a:pt x="1131317" y="1475868"/>
                  <a:pt x="1114547" y="1475868"/>
                </a:cubicBezTo>
                <a:cubicBezTo>
                  <a:pt x="1097778" y="1475868"/>
                  <a:pt x="1084184" y="1462274"/>
                  <a:pt x="1084184" y="1445505"/>
                </a:cubicBezTo>
                <a:cubicBezTo>
                  <a:pt x="1084184" y="1428735"/>
                  <a:pt x="1097778" y="1415141"/>
                  <a:pt x="1114547" y="1415141"/>
                </a:cubicBezTo>
                <a:close/>
                <a:moveTo>
                  <a:pt x="1041993" y="1415141"/>
                </a:moveTo>
                <a:cubicBezTo>
                  <a:pt x="1058762" y="1415141"/>
                  <a:pt x="1072356" y="1428735"/>
                  <a:pt x="1072356" y="1445505"/>
                </a:cubicBezTo>
                <a:cubicBezTo>
                  <a:pt x="1072356" y="1462274"/>
                  <a:pt x="1058762" y="1475868"/>
                  <a:pt x="1041993" y="1475868"/>
                </a:cubicBezTo>
                <a:cubicBezTo>
                  <a:pt x="1025223" y="1475868"/>
                  <a:pt x="1011629" y="1462274"/>
                  <a:pt x="1011629" y="1445505"/>
                </a:cubicBezTo>
                <a:cubicBezTo>
                  <a:pt x="1011629" y="1428735"/>
                  <a:pt x="1025223" y="1415141"/>
                  <a:pt x="1041993" y="1415141"/>
                </a:cubicBezTo>
                <a:close/>
                <a:moveTo>
                  <a:pt x="969438" y="1415141"/>
                </a:moveTo>
                <a:cubicBezTo>
                  <a:pt x="986208" y="1415141"/>
                  <a:pt x="999801" y="1428735"/>
                  <a:pt x="999801" y="1445505"/>
                </a:cubicBezTo>
                <a:cubicBezTo>
                  <a:pt x="999801" y="1462274"/>
                  <a:pt x="986208" y="1475868"/>
                  <a:pt x="969438" y="1475868"/>
                </a:cubicBezTo>
                <a:cubicBezTo>
                  <a:pt x="952669" y="1475868"/>
                  <a:pt x="939075" y="1462274"/>
                  <a:pt x="939075" y="1445505"/>
                </a:cubicBezTo>
                <a:cubicBezTo>
                  <a:pt x="939075" y="1428735"/>
                  <a:pt x="952669" y="1415141"/>
                  <a:pt x="969438" y="1415141"/>
                </a:cubicBezTo>
                <a:close/>
                <a:moveTo>
                  <a:pt x="896883" y="1415141"/>
                </a:moveTo>
                <a:cubicBezTo>
                  <a:pt x="913653" y="1415141"/>
                  <a:pt x="927247" y="1428735"/>
                  <a:pt x="927247" y="1445505"/>
                </a:cubicBezTo>
                <a:cubicBezTo>
                  <a:pt x="927247" y="1462274"/>
                  <a:pt x="913653" y="1475868"/>
                  <a:pt x="896883" y="1475868"/>
                </a:cubicBezTo>
                <a:cubicBezTo>
                  <a:pt x="880114" y="1475868"/>
                  <a:pt x="866520" y="1462274"/>
                  <a:pt x="866520" y="1445505"/>
                </a:cubicBezTo>
                <a:cubicBezTo>
                  <a:pt x="866520" y="1428735"/>
                  <a:pt x="880114" y="1415141"/>
                  <a:pt x="896883" y="1415141"/>
                </a:cubicBezTo>
                <a:close/>
                <a:moveTo>
                  <a:pt x="824329" y="1415141"/>
                </a:moveTo>
                <a:cubicBezTo>
                  <a:pt x="841098" y="1415141"/>
                  <a:pt x="854692" y="1428735"/>
                  <a:pt x="854692" y="1445505"/>
                </a:cubicBezTo>
                <a:cubicBezTo>
                  <a:pt x="854692" y="1462274"/>
                  <a:pt x="841098" y="1475868"/>
                  <a:pt x="824329" y="1475868"/>
                </a:cubicBezTo>
                <a:cubicBezTo>
                  <a:pt x="807559" y="1475868"/>
                  <a:pt x="793965" y="1462274"/>
                  <a:pt x="793965" y="1445505"/>
                </a:cubicBezTo>
                <a:cubicBezTo>
                  <a:pt x="793965" y="1428735"/>
                  <a:pt x="807559" y="1415141"/>
                  <a:pt x="824329" y="1415141"/>
                </a:cubicBezTo>
                <a:close/>
                <a:moveTo>
                  <a:pt x="751774" y="1415141"/>
                </a:moveTo>
                <a:cubicBezTo>
                  <a:pt x="768544" y="1415141"/>
                  <a:pt x="782138" y="1428735"/>
                  <a:pt x="782138" y="1445505"/>
                </a:cubicBezTo>
                <a:cubicBezTo>
                  <a:pt x="782138" y="1462274"/>
                  <a:pt x="768544" y="1475868"/>
                  <a:pt x="751774" y="1475868"/>
                </a:cubicBezTo>
                <a:cubicBezTo>
                  <a:pt x="735005" y="1475868"/>
                  <a:pt x="721411" y="1462274"/>
                  <a:pt x="721411" y="1445505"/>
                </a:cubicBezTo>
                <a:cubicBezTo>
                  <a:pt x="721411" y="1428735"/>
                  <a:pt x="735005" y="1415141"/>
                  <a:pt x="751774" y="1415141"/>
                </a:cubicBezTo>
                <a:close/>
                <a:moveTo>
                  <a:pt x="679220" y="1415141"/>
                </a:moveTo>
                <a:cubicBezTo>
                  <a:pt x="695989" y="1415141"/>
                  <a:pt x="709583" y="1428735"/>
                  <a:pt x="709583" y="1445505"/>
                </a:cubicBezTo>
                <a:cubicBezTo>
                  <a:pt x="709583" y="1462274"/>
                  <a:pt x="695989" y="1475868"/>
                  <a:pt x="679220" y="1475868"/>
                </a:cubicBezTo>
                <a:cubicBezTo>
                  <a:pt x="662450" y="1475868"/>
                  <a:pt x="648856" y="1462274"/>
                  <a:pt x="648856" y="1445505"/>
                </a:cubicBezTo>
                <a:cubicBezTo>
                  <a:pt x="648856" y="1428735"/>
                  <a:pt x="662450" y="1415141"/>
                  <a:pt x="679220" y="1415141"/>
                </a:cubicBezTo>
                <a:close/>
                <a:moveTo>
                  <a:pt x="606665" y="1415141"/>
                </a:moveTo>
                <a:cubicBezTo>
                  <a:pt x="623435" y="1415141"/>
                  <a:pt x="637029" y="1428735"/>
                  <a:pt x="637029" y="1445505"/>
                </a:cubicBezTo>
                <a:cubicBezTo>
                  <a:pt x="637029" y="1462274"/>
                  <a:pt x="623435" y="1475868"/>
                  <a:pt x="606665" y="1475868"/>
                </a:cubicBezTo>
                <a:cubicBezTo>
                  <a:pt x="589896" y="1475868"/>
                  <a:pt x="576302" y="1462274"/>
                  <a:pt x="576302" y="1445505"/>
                </a:cubicBezTo>
                <a:cubicBezTo>
                  <a:pt x="576302" y="1428735"/>
                  <a:pt x="589896" y="1415141"/>
                  <a:pt x="606665" y="1415141"/>
                </a:cubicBezTo>
                <a:close/>
                <a:moveTo>
                  <a:pt x="534111" y="1415141"/>
                </a:moveTo>
                <a:cubicBezTo>
                  <a:pt x="550880" y="1415141"/>
                  <a:pt x="564474" y="1428735"/>
                  <a:pt x="564474" y="1445505"/>
                </a:cubicBezTo>
                <a:cubicBezTo>
                  <a:pt x="564474" y="1462274"/>
                  <a:pt x="550880" y="1475868"/>
                  <a:pt x="534111" y="1475868"/>
                </a:cubicBezTo>
                <a:cubicBezTo>
                  <a:pt x="517341" y="1475868"/>
                  <a:pt x="503747" y="1462274"/>
                  <a:pt x="503747" y="1445505"/>
                </a:cubicBezTo>
                <a:cubicBezTo>
                  <a:pt x="503747" y="1428735"/>
                  <a:pt x="517341" y="1415141"/>
                  <a:pt x="534111" y="1415141"/>
                </a:cubicBezTo>
                <a:close/>
                <a:moveTo>
                  <a:pt x="461556" y="1415141"/>
                </a:moveTo>
                <a:cubicBezTo>
                  <a:pt x="478326" y="1415141"/>
                  <a:pt x="491920" y="1428735"/>
                  <a:pt x="491920" y="1445505"/>
                </a:cubicBezTo>
                <a:cubicBezTo>
                  <a:pt x="491920" y="1462274"/>
                  <a:pt x="478326" y="1475868"/>
                  <a:pt x="461556" y="1475868"/>
                </a:cubicBezTo>
                <a:cubicBezTo>
                  <a:pt x="444787" y="1475868"/>
                  <a:pt x="431192" y="1462274"/>
                  <a:pt x="431192" y="1445505"/>
                </a:cubicBezTo>
                <a:cubicBezTo>
                  <a:pt x="431192" y="1428735"/>
                  <a:pt x="444787" y="1415141"/>
                  <a:pt x="461556" y="1415141"/>
                </a:cubicBezTo>
                <a:close/>
                <a:moveTo>
                  <a:pt x="389002" y="1415141"/>
                </a:moveTo>
                <a:cubicBezTo>
                  <a:pt x="405771" y="1415141"/>
                  <a:pt x="419365" y="1428735"/>
                  <a:pt x="419365" y="1445505"/>
                </a:cubicBezTo>
                <a:cubicBezTo>
                  <a:pt x="419365" y="1462274"/>
                  <a:pt x="405771" y="1475868"/>
                  <a:pt x="389002" y="1475868"/>
                </a:cubicBezTo>
                <a:cubicBezTo>
                  <a:pt x="372232" y="1475868"/>
                  <a:pt x="358638" y="1462274"/>
                  <a:pt x="358638" y="1445505"/>
                </a:cubicBezTo>
                <a:cubicBezTo>
                  <a:pt x="358638" y="1428735"/>
                  <a:pt x="372232" y="1415141"/>
                  <a:pt x="389002" y="1415141"/>
                </a:cubicBezTo>
                <a:close/>
                <a:moveTo>
                  <a:pt x="316447" y="1415141"/>
                </a:moveTo>
                <a:cubicBezTo>
                  <a:pt x="333216" y="1415141"/>
                  <a:pt x="346810" y="1428735"/>
                  <a:pt x="346810" y="1445505"/>
                </a:cubicBezTo>
                <a:cubicBezTo>
                  <a:pt x="346810" y="1462274"/>
                  <a:pt x="333216" y="1475868"/>
                  <a:pt x="316447" y="1475868"/>
                </a:cubicBezTo>
                <a:cubicBezTo>
                  <a:pt x="299677" y="1475868"/>
                  <a:pt x="286084" y="1462274"/>
                  <a:pt x="286084" y="1445505"/>
                </a:cubicBezTo>
                <a:cubicBezTo>
                  <a:pt x="286084" y="1428735"/>
                  <a:pt x="299677" y="1415141"/>
                  <a:pt x="316447" y="1415141"/>
                </a:cubicBezTo>
                <a:close/>
                <a:moveTo>
                  <a:pt x="243892" y="1415141"/>
                </a:moveTo>
                <a:cubicBezTo>
                  <a:pt x="260662" y="1415141"/>
                  <a:pt x="274256" y="1428735"/>
                  <a:pt x="274256" y="1445505"/>
                </a:cubicBezTo>
                <a:cubicBezTo>
                  <a:pt x="274256" y="1462274"/>
                  <a:pt x="260662" y="1475868"/>
                  <a:pt x="243892" y="1475868"/>
                </a:cubicBezTo>
                <a:cubicBezTo>
                  <a:pt x="227123" y="1475868"/>
                  <a:pt x="213529" y="1462274"/>
                  <a:pt x="213529" y="1445505"/>
                </a:cubicBezTo>
                <a:cubicBezTo>
                  <a:pt x="213529" y="1428735"/>
                  <a:pt x="227123" y="1415141"/>
                  <a:pt x="243892" y="1415141"/>
                </a:cubicBezTo>
                <a:close/>
                <a:moveTo>
                  <a:pt x="171339" y="1415141"/>
                </a:moveTo>
                <a:cubicBezTo>
                  <a:pt x="188107" y="1415141"/>
                  <a:pt x="201701" y="1428735"/>
                  <a:pt x="201701" y="1445505"/>
                </a:cubicBezTo>
                <a:cubicBezTo>
                  <a:pt x="201701" y="1462274"/>
                  <a:pt x="188107" y="1475868"/>
                  <a:pt x="171339" y="1475868"/>
                </a:cubicBezTo>
                <a:cubicBezTo>
                  <a:pt x="154611" y="1475868"/>
                  <a:pt x="141018" y="1462274"/>
                  <a:pt x="141018" y="1445505"/>
                </a:cubicBezTo>
                <a:cubicBezTo>
                  <a:pt x="141018" y="1428735"/>
                  <a:pt x="154611" y="1415141"/>
                  <a:pt x="171339" y="1415141"/>
                </a:cubicBezTo>
                <a:close/>
                <a:moveTo>
                  <a:pt x="98831" y="1415141"/>
                </a:moveTo>
                <a:cubicBezTo>
                  <a:pt x="115598" y="1415141"/>
                  <a:pt x="129192" y="1428735"/>
                  <a:pt x="129192" y="1445505"/>
                </a:cubicBezTo>
                <a:cubicBezTo>
                  <a:pt x="129192" y="1462274"/>
                  <a:pt x="115598" y="1475868"/>
                  <a:pt x="98831" y="1475868"/>
                </a:cubicBezTo>
                <a:cubicBezTo>
                  <a:pt x="82060" y="1475868"/>
                  <a:pt x="68467" y="1462274"/>
                  <a:pt x="68467" y="1445505"/>
                </a:cubicBezTo>
                <a:cubicBezTo>
                  <a:pt x="68467" y="1428735"/>
                  <a:pt x="82060" y="1415141"/>
                  <a:pt x="98831" y="1415141"/>
                </a:cubicBezTo>
                <a:close/>
                <a:moveTo>
                  <a:pt x="26277" y="1415141"/>
                </a:moveTo>
                <a:cubicBezTo>
                  <a:pt x="43044" y="1415141"/>
                  <a:pt x="56638" y="1428735"/>
                  <a:pt x="56638" y="1445505"/>
                </a:cubicBezTo>
                <a:cubicBezTo>
                  <a:pt x="56638" y="1462274"/>
                  <a:pt x="43044" y="1475868"/>
                  <a:pt x="26277" y="1475868"/>
                </a:cubicBezTo>
                <a:cubicBezTo>
                  <a:pt x="17892" y="1475868"/>
                  <a:pt x="10301" y="1472470"/>
                  <a:pt x="4807" y="1466975"/>
                </a:cubicBezTo>
                <a:lnTo>
                  <a:pt x="0" y="1455370"/>
                </a:lnTo>
                <a:lnTo>
                  <a:pt x="0" y="1435640"/>
                </a:lnTo>
                <a:lnTo>
                  <a:pt x="4807" y="1424034"/>
                </a:lnTo>
                <a:cubicBezTo>
                  <a:pt x="10301" y="1418540"/>
                  <a:pt x="17892" y="1415141"/>
                  <a:pt x="26277" y="1415141"/>
                </a:cubicBezTo>
                <a:close/>
                <a:moveTo>
                  <a:pt x="1332211" y="1334690"/>
                </a:moveTo>
                <a:cubicBezTo>
                  <a:pt x="1340596" y="1334690"/>
                  <a:pt x="1348186" y="1338088"/>
                  <a:pt x="1353681" y="1343583"/>
                </a:cubicBezTo>
                <a:lnTo>
                  <a:pt x="1356143" y="1349526"/>
                </a:lnTo>
                <a:lnTo>
                  <a:pt x="1331934" y="1381900"/>
                </a:lnTo>
                <a:lnTo>
                  <a:pt x="1321597" y="1393274"/>
                </a:lnTo>
                <a:lnTo>
                  <a:pt x="1320392" y="1393030"/>
                </a:lnTo>
                <a:cubicBezTo>
                  <a:pt x="1309494" y="1388421"/>
                  <a:pt x="1301847" y="1377631"/>
                  <a:pt x="1301847" y="1365053"/>
                </a:cubicBezTo>
                <a:cubicBezTo>
                  <a:pt x="1301847" y="1348284"/>
                  <a:pt x="1315441" y="1334690"/>
                  <a:pt x="1332211" y="1334690"/>
                </a:cubicBezTo>
                <a:close/>
                <a:moveTo>
                  <a:pt x="1259656" y="1334690"/>
                </a:moveTo>
                <a:cubicBezTo>
                  <a:pt x="1276426" y="1334690"/>
                  <a:pt x="1290020" y="1348284"/>
                  <a:pt x="1290020" y="1365053"/>
                </a:cubicBezTo>
                <a:cubicBezTo>
                  <a:pt x="1290020" y="1381823"/>
                  <a:pt x="1276426" y="1395417"/>
                  <a:pt x="1259656" y="1395417"/>
                </a:cubicBezTo>
                <a:cubicBezTo>
                  <a:pt x="1242887" y="1395417"/>
                  <a:pt x="1229293" y="1381823"/>
                  <a:pt x="1229293" y="1365053"/>
                </a:cubicBezTo>
                <a:cubicBezTo>
                  <a:pt x="1229293" y="1348284"/>
                  <a:pt x="1242887" y="1334690"/>
                  <a:pt x="1259656" y="1334690"/>
                </a:cubicBezTo>
                <a:close/>
                <a:moveTo>
                  <a:pt x="1187102" y="1334690"/>
                </a:moveTo>
                <a:cubicBezTo>
                  <a:pt x="1203871" y="1334690"/>
                  <a:pt x="1217465" y="1348284"/>
                  <a:pt x="1217465" y="1365053"/>
                </a:cubicBezTo>
                <a:cubicBezTo>
                  <a:pt x="1217465" y="1381823"/>
                  <a:pt x="1203871" y="1395417"/>
                  <a:pt x="1187102" y="1395417"/>
                </a:cubicBezTo>
                <a:cubicBezTo>
                  <a:pt x="1170332" y="1395417"/>
                  <a:pt x="1156738" y="1381823"/>
                  <a:pt x="1156738" y="1365053"/>
                </a:cubicBezTo>
                <a:cubicBezTo>
                  <a:pt x="1156738" y="1348284"/>
                  <a:pt x="1170332" y="1334690"/>
                  <a:pt x="1187102" y="1334690"/>
                </a:cubicBezTo>
                <a:close/>
                <a:moveTo>
                  <a:pt x="1114547" y="1334690"/>
                </a:moveTo>
                <a:cubicBezTo>
                  <a:pt x="1131317" y="1334690"/>
                  <a:pt x="1144911" y="1348284"/>
                  <a:pt x="1144911" y="1365053"/>
                </a:cubicBezTo>
                <a:cubicBezTo>
                  <a:pt x="1144911" y="1381823"/>
                  <a:pt x="1131317" y="1395417"/>
                  <a:pt x="1114547" y="1395417"/>
                </a:cubicBezTo>
                <a:cubicBezTo>
                  <a:pt x="1097778" y="1395417"/>
                  <a:pt x="1084184" y="1381823"/>
                  <a:pt x="1084184" y="1365053"/>
                </a:cubicBezTo>
                <a:cubicBezTo>
                  <a:pt x="1084184" y="1348284"/>
                  <a:pt x="1097778" y="1334690"/>
                  <a:pt x="1114547" y="1334690"/>
                </a:cubicBezTo>
                <a:close/>
                <a:moveTo>
                  <a:pt x="1041993" y="1334690"/>
                </a:moveTo>
                <a:cubicBezTo>
                  <a:pt x="1058762" y="1334690"/>
                  <a:pt x="1072356" y="1348284"/>
                  <a:pt x="1072356" y="1365053"/>
                </a:cubicBezTo>
                <a:cubicBezTo>
                  <a:pt x="1072356" y="1381823"/>
                  <a:pt x="1058762" y="1395417"/>
                  <a:pt x="1041993" y="1395417"/>
                </a:cubicBezTo>
                <a:cubicBezTo>
                  <a:pt x="1025223" y="1395417"/>
                  <a:pt x="1011629" y="1381823"/>
                  <a:pt x="1011629" y="1365053"/>
                </a:cubicBezTo>
                <a:cubicBezTo>
                  <a:pt x="1011629" y="1348284"/>
                  <a:pt x="1025223" y="1334690"/>
                  <a:pt x="1041993" y="1334690"/>
                </a:cubicBezTo>
                <a:close/>
                <a:moveTo>
                  <a:pt x="969438" y="1334690"/>
                </a:moveTo>
                <a:cubicBezTo>
                  <a:pt x="986208" y="1334690"/>
                  <a:pt x="999801" y="1348284"/>
                  <a:pt x="999801" y="1365053"/>
                </a:cubicBezTo>
                <a:cubicBezTo>
                  <a:pt x="999801" y="1381823"/>
                  <a:pt x="986208" y="1395417"/>
                  <a:pt x="969438" y="1395417"/>
                </a:cubicBezTo>
                <a:cubicBezTo>
                  <a:pt x="952669" y="1395417"/>
                  <a:pt x="939075" y="1381823"/>
                  <a:pt x="939075" y="1365053"/>
                </a:cubicBezTo>
                <a:cubicBezTo>
                  <a:pt x="939075" y="1348284"/>
                  <a:pt x="952669" y="1334690"/>
                  <a:pt x="969438" y="1334690"/>
                </a:cubicBezTo>
                <a:close/>
                <a:moveTo>
                  <a:pt x="896883" y="1334690"/>
                </a:moveTo>
                <a:cubicBezTo>
                  <a:pt x="913653" y="1334690"/>
                  <a:pt x="927247" y="1348284"/>
                  <a:pt x="927247" y="1365053"/>
                </a:cubicBezTo>
                <a:cubicBezTo>
                  <a:pt x="927247" y="1381823"/>
                  <a:pt x="913653" y="1395417"/>
                  <a:pt x="896883" y="1395417"/>
                </a:cubicBezTo>
                <a:cubicBezTo>
                  <a:pt x="880114" y="1395417"/>
                  <a:pt x="866520" y="1381823"/>
                  <a:pt x="866520" y="1365053"/>
                </a:cubicBezTo>
                <a:cubicBezTo>
                  <a:pt x="866520" y="1348284"/>
                  <a:pt x="880114" y="1334690"/>
                  <a:pt x="896883" y="1334690"/>
                </a:cubicBezTo>
                <a:close/>
                <a:moveTo>
                  <a:pt x="824329" y="1334690"/>
                </a:moveTo>
                <a:cubicBezTo>
                  <a:pt x="841098" y="1334690"/>
                  <a:pt x="854692" y="1348284"/>
                  <a:pt x="854692" y="1365053"/>
                </a:cubicBezTo>
                <a:cubicBezTo>
                  <a:pt x="854692" y="1381823"/>
                  <a:pt x="841098" y="1395417"/>
                  <a:pt x="824329" y="1395417"/>
                </a:cubicBezTo>
                <a:cubicBezTo>
                  <a:pt x="807559" y="1395417"/>
                  <a:pt x="793965" y="1381823"/>
                  <a:pt x="793965" y="1365053"/>
                </a:cubicBezTo>
                <a:cubicBezTo>
                  <a:pt x="793965" y="1348284"/>
                  <a:pt x="807559" y="1334690"/>
                  <a:pt x="824329" y="1334690"/>
                </a:cubicBezTo>
                <a:close/>
                <a:moveTo>
                  <a:pt x="751774" y="1334690"/>
                </a:moveTo>
                <a:cubicBezTo>
                  <a:pt x="768544" y="1334690"/>
                  <a:pt x="782138" y="1348284"/>
                  <a:pt x="782138" y="1365053"/>
                </a:cubicBezTo>
                <a:cubicBezTo>
                  <a:pt x="782138" y="1381823"/>
                  <a:pt x="768544" y="1395417"/>
                  <a:pt x="751774" y="1395417"/>
                </a:cubicBezTo>
                <a:cubicBezTo>
                  <a:pt x="735005" y="1395417"/>
                  <a:pt x="721411" y="1381823"/>
                  <a:pt x="721411" y="1365053"/>
                </a:cubicBezTo>
                <a:cubicBezTo>
                  <a:pt x="721411" y="1348284"/>
                  <a:pt x="735005" y="1334690"/>
                  <a:pt x="751774" y="1334690"/>
                </a:cubicBezTo>
                <a:close/>
                <a:moveTo>
                  <a:pt x="679220" y="1334690"/>
                </a:moveTo>
                <a:cubicBezTo>
                  <a:pt x="695989" y="1334690"/>
                  <a:pt x="709583" y="1348284"/>
                  <a:pt x="709583" y="1365053"/>
                </a:cubicBezTo>
                <a:cubicBezTo>
                  <a:pt x="709583" y="1381823"/>
                  <a:pt x="695989" y="1395417"/>
                  <a:pt x="679220" y="1395417"/>
                </a:cubicBezTo>
                <a:cubicBezTo>
                  <a:pt x="662450" y="1395417"/>
                  <a:pt x="648856" y="1381823"/>
                  <a:pt x="648856" y="1365053"/>
                </a:cubicBezTo>
                <a:cubicBezTo>
                  <a:pt x="648856" y="1348284"/>
                  <a:pt x="662450" y="1334690"/>
                  <a:pt x="679220" y="1334690"/>
                </a:cubicBezTo>
                <a:close/>
                <a:moveTo>
                  <a:pt x="606665" y="1334690"/>
                </a:moveTo>
                <a:cubicBezTo>
                  <a:pt x="623435" y="1334690"/>
                  <a:pt x="637029" y="1348284"/>
                  <a:pt x="637029" y="1365053"/>
                </a:cubicBezTo>
                <a:cubicBezTo>
                  <a:pt x="637029" y="1381823"/>
                  <a:pt x="623435" y="1395417"/>
                  <a:pt x="606665" y="1395417"/>
                </a:cubicBezTo>
                <a:cubicBezTo>
                  <a:pt x="589896" y="1395417"/>
                  <a:pt x="576302" y="1381823"/>
                  <a:pt x="576302" y="1365053"/>
                </a:cubicBezTo>
                <a:cubicBezTo>
                  <a:pt x="576302" y="1348284"/>
                  <a:pt x="589896" y="1334690"/>
                  <a:pt x="606665" y="1334690"/>
                </a:cubicBezTo>
                <a:close/>
                <a:moveTo>
                  <a:pt x="534111" y="1334690"/>
                </a:moveTo>
                <a:cubicBezTo>
                  <a:pt x="550880" y="1334690"/>
                  <a:pt x="564474" y="1348284"/>
                  <a:pt x="564474" y="1365053"/>
                </a:cubicBezTo>
                <a:cubicBezTo>
                  <a:pt x="564474" y="1381823"/>
                  <a:pt x="550880" y="1395417"/>
                  <a:pt x="534111" y="1395417"/>
                </a:cubicBezTo>
                <a:cubicBezTo>
                  <a:pt x="517341" y="1395417"/>
                  <a:pt x="503747" y="1381823"/>
                  <a:pt x="503747" y="1365053"/>
                </a:cubicBezTo>
                <a:cubicBezTo>
                  <a:pt x="503747" y="1348284"/>
                  <a:pt x="517341" y="1334690"/>
                  <a:pt x="534111" y="1334690"/>
                </a:cubicBezTo>
                <a:close/>
                <a:moveTo>
                  <a:pt x="461556" y="1334690"/>
                </a:moveTo>
                <a:cubicBezTo>
                  <a:pt x="478326" y="1334690"/>
                  <a:pt x="491920" y="1348284"/>
                  <a:pt x="491920" y="1365053"/>
                </a:cubicBezTo>
                <a:cubicBezTo>
                  <a:pt x="491920" y="1381823"/>
                  <a:pt x="478326" y="1395417"/>
                  <a:pt x="461556" y="1395417"/>
                </a:cubicBezTo>
                <a:cubicBezTo>
                  <a:pt x="444787" y="1395417"/>
                  <a:pt x="431192" y="1381823"/>
                  <a:pt x="431192" y="1365053"/>
                </a:cubicBezTo>
                <a:cubicBezTo>
                  <a:pt x="431192" y="1348284"/>
                  <a:pt x="444787" y="1334690"/>
                  <a:pt x="461556" y="1334690"/>
                </a:cubicBezTo>
                <a:close/>
                <a:moveTo>
                  <a:pt x="389002" y="1334690"/>
                </a:moveTo>
                <a:cubicBezTo>
                  <a:pt x="405771" y="1334690"/>
                  <a:pt x="419365" y="1348284"/>
                  <a:pt x="419365" y="1365053"/>
                </a:cubicBezTo>
                <a:cubicBezTo>
                  <a:pt x="419365" y="1381823"/>
                  <a:pt x="405771" y="1395417"/>
                  <a:pt x="389002" y="1395417"/>
                </a:cubicBezTo>
                <a:cubicBezTo>
                  <a:pt x="372232" y="1395417"/>
                  <a:pt x="358638" y="1381823"/>
                  <a:pt x="358638" y="1365053"/>
                </a:cubicBezTo>
                <a:cubicBezTo>
                  <a:pt x="358638" y="1348284"/>
                  <a:pt x="372232" y="1334690"/>
                  <a:pt x="389002" y="1334690"/>
                </a:cubicBezTo>
                <a:close/>
                <a:moveTo>
                  <a:pt x="316447" y="1334690"/>
                </a:moveTo>
                <a:cubicBezTo>
                  <a:pt x="333216" y="1334690"/>
                  <a:pt x="346810" y="1348284"/>
                  <a:pt x="346810" y="1365053"/>
                </a:cubicBezTo>
                <a:cubicBezTo>
                  <a:pt x="346810" y="1381823"/>
                  <a:pt x="333216" y="1395417"/>
                  <a:pt x="316447" y="1395417"/>
                </a:cubicBezTo>
                <a:cubicBezTo>
                  <a:pt x="299677" y="1395417"/>
                  <a:pt x="286084" y="1381823"/>
                  <a:pt x="286084" y="1365053"/>
                </a:cubicBezTo>
                <a:cubicBezTo>
                  <a:pt x="286084" y="1348284"/>
                  <a:pt x="299677" y="1334690"/>
                  <a:pt x="316447" y="1334690"/>
                </a:cubicBezTo>
                <a:close/>
                <a:moveTo>
                  <a:pt x="243892" y="1334690"/>
                </a:moveTo>
                <a:cubicBezTo>
                  <a:pt x="260662" y="1334690"/>
                  <a:pt x="274256" y="1348284"/>
                  <a:pt x="274256" y="1365053"/>
                </a:cubicBezTo>
                <a:cubicBezTo>
                  <a:pt x="274256" y="1381823"/>
                  <a:pt x="260662" y="1395417"/>
                  <a:pt x="243892" y="1395417"/>
                </a:cubicBezTo>
                <a:cubicBezTo>
                  <a:pt x="227123" y="1395417"/>
                  <a:pt x="213529" y="1381823"/>
                  <a:pt x="213529" y="1365053"/>
                </a:cubicBezTo>
                <a:cubicBezTo>
                  <a:pt x="213529" y="1348284"/>
                  <a:pt x="227123" y="1334690"/>
                  <a:pt x="243892" y="1334690"/>
                </a:cubicBezTo>
                <a:close/>
                <a:moveTo>
                  <a:pt x="171339" y="1334690"/>
                </a:moveTo>
                <a:cubicBezTo>
                  <a:pt x="188107" y="1334690"/>
                  <a:pt x="201701" y="1348284"/>
                  <a:pt x="201701" y="1365053"/>
                </a:cubicBezTo>
                <a:cubicBezTo>
                  <a:pt x="201701" y="1381823"/>
                  <a:pt x="188107" y="1395417"/>
                  <a:pt x="171339" y="1395417"/>
                </a:cubicBezTo>
                <a:cubicBezTo>
                  <a:pt x="154616" y="1395417"/>
                  <a:pt x="141023" y="1381823"/>
                  <a:pt x="141023" y="1365053"/>
                </a:cubicBezTo>
                <a:cubicBezTo>
                  <a:pt x="141023" y="1348284"/>
                  <a:pt x="154616" y="1334690"/>
                  <a:pt x="171339" y="1334690"/>
                </a:cubicBezTo>
                <a:close/>
                <a:moveTo>
                  <a:pt x="98838" y="1334690"/>
                </a:moveTo>
                <a:cubicBezTo>
                  <a:pt x="115605" y="1334690"/>
                  <a:pt x="129198" y="1348284"/>
                  <a:pt x="129198" y="1365053"/>
                </a:cubicBezTo>
                <a:cubicBezTo>
                  <a:pt x="129198" y="1381823"/>
                  <a:pt x="115605" y="1395417"/>
                  <a:pt x="98838" y="1395417"/>
                </a:cubicBezTo>
                <a:cubicBezTo>
                  <a:pt x="82067" y="1395417"/>
                  <a:pt x="68474" y="1381823"/>
                  <a:pt x="68474" y="1365053"/>
                </a:cubicBezTo>
                <a:cubicBezTo>
                  <a:pt x="68474" y="1348284"/>
                  <a:pt x="82067" y="1334690"/>
                  <a:pt x="98838" y="1334690"/>
                </a:cubicBezTo>
                <a:close/>
                <a:moveTo>
                  <a:pt x="26283" y="1334690"/>
                </a:moveTo>
                <a:cubicBezTo>
                  <a:pt x="43051" y="1334690"/>
                  <a:pt x="56645" y="1348284"/>
                  <a:pt x="56645" y="1365053"/>
                </a:cubicBezTo>
                <a:cubicBezTo>
                  <a:pt x="56645" y="1381823"/>
                  <a:pt x="43051" y="1395417"/>
                  <a:pt x="26283" y="1395417"/>
                </a:cubicBezTo>
                <a:cubicBezTo>
                  <a:pt x="17898" y="1395417"/>
                  <a:pt x="10308" y="1392019"/>
                  <a:pt x="4813" y="1386524"/>
                </a:cubicBezTo>
                <a:lnTo>
                  <a:pt x="0" y="1374903"/>
                </a:lnTo>
                <a:lnTo>
                  <a:pt x="0" y="1355203"/>
                </a:lnTo>
                <a:lnTo>
                  <a:pt x="4813" y="1343583"/>
                </a:lnTo>
                <a:cubicBezTo>
                  <a:pt x="10308" y="1338089"/>
                  <a:pt x="17898" y="1334690"/>
                  <a:pt x="26283" y="1334690"/>
                </a:cubicBezTo>
                <a:close/>
                <a:moveTo>
                  <a:pt x="1404765" y="1254238"/>
                </a:moveTo>
                <a:cubicBezTo>
                  <a:pt x="1408957" y="1254238"/>
                  <a:pt x="1412951" y="1255088"/>
                  <a:pt x="1416584" y="1256624"/>
                </a:cubicBezTo>
                <a:lnTo>
                  <a:pt x="1422045" y="1260306"/>
                </a:lnTo>
                <a:lnTo>
                  <a:pt x="1418517" y="1266114"/>
                </a:lnTo>
                <a:lnTo>
                  <a:pt x="1386846" y="1308466"/>
                </a:lnTo>
                <a:lnTo>
                  <a:pt x="1383295" y="1306072"/>
                </a:lnTo>
                <a:cubicBezTo>
                  <a:pt x="1377800" y="1300577"/>
                  <a:pt x="1374402" y="1292986"/>
                  <a:pt x="1374402" y="1284602"/>
                </a:cubicBezTo>
                <a:cubicBezTo>
                  <a:pt x="1374402" y="1267832"/>
                  <a:pt x="1387996" y="1254238"/>
                  <a:pt x="1404765" y="1254238"/>
                </a:cubicBezTo>
                <a:close/>
                <a:moveTo>
                  <a:pt x="1332211" y="1254238"/>
                </a:moveTo>
                <a:cubicBezTo>
                  <a:pt x="1348980" y="1254238"/>
                  <a:pt x="1362574" y="1267832"/>
                  <a:pt x="1362574" y="1284602"/>
                </a:cubicBezTo>
                <a:cubicBezTo>
                  <a:pt x="1362574" y="1301371"/>
                  <a:pt x="1348980" y="1314965"/>
                  <a:pt x="1332211" y="1314965"/>
                </a:cubicBezTo>
                <a:cubicBezTo>
                  <a:pt x="1315441" y="1314965"/>
                  <a:pt x="1301847" y="1301371"/>
                  <a:pt x="1301847" y="1284602"/>
                </a:cubicBezTo>
                <a:cubicBezTo>
                  <a:pt x="1301847" y="1267832"/>
                  <a:pt x="1315441" y="1254238"/>
                  <a:pt x="1332211" y="1254238"/>
                </a:cubicBezTo>
                <a:close/>
                <a:moveTo>
                  <a:pt x="1259656" y="1254238"/>
                </a:moveTo>
                <a:cubicBezTo>
                  <a:pt x="1276426" y="1254238"/>
                  <a:pt x="1290020" y="1267832"/>
                  <a:pt x="1290020" y="1284602"/>
                </a:cubicBezTo>
                <a:cubicBezTo>
                  <a:pt x="1290020" y="1301371"/>
                  <a:pt x="1276426" y="1314965"/>
                  <a:pt x="1259656" y="1314965"/>
                </a:cubicBezTo>
                <a:cubicBezTo>
                  <a:pt x="1242887" y="1314965"/>
                  <a:pt x="1229293" y="1301371"/>
                  <a:pt x="1229293" y="1284602"/>
                </a:cubicBezTo>
                <a:cubicBezTo>
                  <a:pt x="1229293" y="1267832"/>
                  <a:pt x="1242887" y="1254238"/>
                  <a:pt x="1259656" y="1254238"/>
                </a:cubicBezTo>
                <a:close/>
                <a:moveTo>
                  <a:pt x="1187102" y="1254238"/>
                </a:moveTo>
                <a:cubicBezTo>
                  <a:pt x="1203871" y="1254238"/>
                  <a:pt x="1217465" y="1267832"/>
                  <a:pt x="1217465" y="1284602"/>
                </a:cubicBezTo>
                <a:cubicBezTo>
                  <a:pt x="1217465" y="1301371"/>
                  <a:pt x="1203871" y="1314965"/>
                  <a:pt x="1187102" y="1314965"/>
                </a:cubicBezTo>
                <a:cubicBezTo>
                  <a:pt x="1170332" y="1314965"/>
                  <a:pt x="1156738" y="1301371"/>
                  <a:pt x="1156738" y="1284602"/>
                </a:cubicBezTo>
                <a:cubicBezTo>
                  <a:pt x="1156738" y="1267832"/>
                  <a:pt x="1170332" y="1254238"/>
                  <a:pt x="1187102" y="1254238"/>
                </a:cubicBezTo>
                <a:close/>
                <a:moveTo>
                  <a:pt x="1114547" y="1254238"/>
                </a:moveTo>
                <a:cubicBezTo>
                  <a:pt x="1131317" y="1254238"/>
                  <a:pt x="1144911" y="1267832"/>
                  <a:pt x="1144911" y="1284602"/>
                </a:cubicBezTo>
                <a:cubicBezTo>
                  <a:pt x="1144911" y="1301371"/>
                  <a:pt x="1131317" y="1314965"/>
                  <a:pt x="1114547" y="1314965"/>
                </a:cubicBezTo>
                <a:cubicBezTo>
                  <a:pt x="1097778" y="1314965"/>
                  <a:pt x="1084184" y="1301371"/>
                  <a:pt x="1084184" y="1284602"/>
                </a:cubicBezTo>
                <a:cubicBezTo>
                  <a:pt x="1084184" y="1267832"/>
                  <a:pt x="1097778" y="1254238"/>
                  <a:pt x="1114547" y="1254238"/>
                </a:cubicBezTo>
                <a:close/>
                <a:moveTo>
                  <a:pt x="1041993" y="1254238"/>
                </a:moveTo>
                <a:cubicBezTo>
                  <a:pt x="1058762" y="1254238"/>
                  <a:pt x="1072356" y="1267832"/>
                  <a:pt x="1072356" y="1284602"/>
                </a:cubicBezTo>
                <a:cubicBezTo>
                  <a:pt x="1072356" y="1301371"/>
                  <a:pt x="1058762" y="1314965"/>
                  <a:pt x="1041993" y="1314965"/>
                </a:cubicBezTo>
                <a:cubicBezTo>
                  <a:pt x="1025223" y="1314965"/>
                  <a:pt x="1011629" y="1301371"/>
                  <a:pt x="1011629" y="1284602"/>
                </a:cubicBezTo>
                <a:cubicBezTo>
                  <a:pt x="1011629" y="1267832"/>
                  <a:pt x="1025223" y="1254238"/>
                  <a:pt x="1041993" y="1254238"/>
                </a:cubicBezTo>
                <a:close/>
                <a:moveTo>
                  <a:pt x="969438" y="1254238"/>
                </a:moveTo>
                <a:cubicBezTo>
                  <a:pt x="986208" y="1254238"/>
                  <a:pt x="999801" y="1267832"/>
                  <a:pt x="999801" y="1284602"/>
                </a:cubicBezTo>
                <a:cubicBezTo>
                  <a:pt x="999801" y="1301371"/>
                  <a:pt x="986208" y="1314965"/>
                  <a:pt x="969438" y="1314965"/>
                </a:cubicBezTo>
                <a:cubicBezTo>
                  <a:pt x="952669" y="1314965"/>
                  <a:pt x="939075" y="1301371"/>
                  <a:pt x="939075" y="1284602"/>
                </a:cubicBezTo>
                <a:cubicBezTo>
                  <a:pt x="939075" y="1267832"/>
                  <a:pt x="952669" y="1254238"/>
                  <a:pt x="969438" y="1254238"/>
                </a:cubicBezTo>
                <a:close/>
                <a:moveTo>
                  <a:pt x="896883" y="1254238"/>
                </a:moveTo>
                <a:cubicBezTo>
                  <a:pt x="913653" y="1254238"/>
                  <a:pt x="927247" y="1267832"/>
                  <a:pt x="927247" y="1284602"/>
                </a:cubicBezTo>
                <a:cubicBezTo>
                  <a:pt x="927247" y="1301371"/>
                  <a:pt x="913653" y="1314965"/>
                  <a:pt x="896883" y="1314965"/>
                </a:cubicBezTo>
                <a:cubicBezTo>
                  <a:pt x="880114" y="1314965"/>
                  <a:pt x="866520" y="1301371"/>
                  <a:pt x="866520" y="1284602"/>
                </a:cubicBezTo>
                <a:cubicBezTo>
                  <a:pt x="866520" y="1267832"/>
                  <a:pt x="880114" y="1254238"/>
                  <a:pt x="896883" y="1254238"/>
                </a:cubicBezTo>
                <a:close/>
                <a:moveTo>
                  <a:pt x="824329" y="1254238"/>
                </a:moveTo>
                <a:cubicBezTo>
                  <a:pt x="841098" y="1254238"/>
                  <a:pt x="854692" y="1267832"/>
                  <a:pt x="854692" y="1284602"/>
                </a:cubicBezTo>
                <a:cubicBezTo>
                  <a:pt x="854692" y="1301371"/>
                  <a:pt x="841098" y="1314965"/>
                  <a:pt x="824329" y="1314965"/>
                </a:cubicBezTo>
                <a:cubicBezTo>
                  <a:pt x="807559" y="1314965"/>
                  <a:pt x="793965" y="1301371"/>
                  <a:pt x="793965" y="1284602"/>
                </a:cubicBezTo>
                <a:cubicBezTo>
                  <a:pt x="793965" y="1267832"/>
                  <a:pt x="807559" y="1254238"/>
                  <a:pt x="824329" y="1254238"/>
                </a:cubicBezTo>
                <a:close/>
                <a:moveTo>
                  <a:pt x="751774" y="1254238"/>
                </a:moveTo>
                <a:cubicBezTo>
                  <a:pt x="768544" y="1254238"/>
                  <a:pt x="782138" y="1267832"/>
                  <a:pt x="782138" y="1284602"/>
                </a:cubicBezTo>
                <a:cubicBezTo>
                  <a:pt x="782138" y="1301371"/>
                  <a:pt x="768544" y="1314965"/>
                  <a:pt x="751774" y="1314965"/>
                </a:cubicBezTo>
                <a:cubicBezTo>
                  <a:pt x="735005" y="1314965"/>
                  <a:pt x="721411" y="1301371"/>
                  <a:pt x="721411" y="1284602"/>
                </a:cubicBezTo>
                <a:cubicBezTo>
                  <a:pt x="721411" y="1267832"/>
                  <a:pt x="735005" y="1254238"/>
                  <a:pt x="751774" y="1254238"/>
                </a:cubicBezTo>
                <a:close/>
                <a:moveTo>
                  <a:pt x="679220" y="1254238"/>
                </a:moveTo>
                <a:cubicBezTo>
                  <a:pt x="695989" y="1254238"/>
                  <a:pt x="709583" y="1267832"/>
                  <a:pt x="709583" y="1284602"/>
                </a:cubicBezTo>
                <a:cubicBezTo>
                  <a:pt x="709583" y="1301371"/>
                  <a:pt x="695989" y="1314965"/>
                  <a:pt x="679220" y="1314965"/>
                </a:cubicBezTo>
                <a:cubicBezTo>
                  <a:pt x="662450" y="1314965"/>
                  <a:pt x="648856" y="1301371"/>
                  <a:pt x="648856" y="1284602"/>
                </a:cubicBezTo>
                <a:cubicBezTo>
                  <a:pt x="648856" y="1267832"/>
                  <a:pt x="662450" y="1254238"/>
                  <a:pt x="679220" y="1254238"/>
                </a:cubicBezTo>
                <a:close/>
                <a:moveTo>
                  <a:pt x="606665" y="1254238"/>
                </a:moveTo>
                <a:cubicBezTo>
                  <a:pt x="623435" y="1254238"/>
                  <a:pt x="637029" y="1267832"/>
                  <a:pt x="637029" y="1284602"/>
                </a:cubicBezTo>
                <a:cubicBezTo>
                  <a:pt x="637029" y="1301371"/>
                  <a:pt x="623435" y="1314965"/>
                  <a:pt x="606665" y="1314965"/>
                </a:cubicBezTo>
                <a:cubicBezTo>
                  <a:pt x="589896" y="1314965"/>
                  <a:pt x="576302" y="1301371"/>
                  <a:pt x="576302" y="1284602"/>
                </a:cubicBezTo>
                <a:cubicBezTo>
                  <a:pt x="576302" y="1267832"/>
                  <a:pt x="589896" y="1254238"/>
                  <a:pt x="606665" y="1254238"/>
                </a:cubicBezTo>
                <a:close/>
                <a:moveTo>
                  <a:pt x="534111" y="1254238"/>
                </a:moveTo>
                <a:cubicBezTo>
                  <a:pt x="550880" y="1254238"/>
                  <a:pt x="564474" y="1267832"/>
                  <a:pt x="564474" y="1284602"/>
                </a:cubicBezTo>
                <a:cubicBezTo>
                  <a:pt x="564474" y="1301371"/>
                  <a:pt x="550880" y="1314965"/>
                  <a:pt x="534111" y="1314965"/>
                </a:cubicBezTo>
                <a:cubicBezTo>
                  <a:pt x="517341" y="1314965"/>
                  <a:pt x="503747" y="1301371"/>
                  <a:pt x="503747" y="1284602"/>
                </a:cubicBezTo>
                <a:cubicBezTo>
                  <a:pt x="503747" y="1267832"/>
                  <a:pt x="517341" y="1254238"/>
                  <a:pt x="534111" y="1254238"/>
                </a:cubicBezTo>
                <a:close/>
                <a:moveTo>
                  <a:pt x="461556" y="1254238"/>
                </a:moveTo>
                <a:cubicBezTo>
                  <a:pt x="478326" y="1254238"/>
                  <a:pt x="491920" y="1267832"/>
                  <a:pt x="491920" y="1284602"/>
                </a:cubicBezTo>
                <a:cubicBezTo>
                  <a:pt x="491920" y="1301371"/>
                  <a:pt x="478326" y="1314965"/>
                  <a:pt x="461556" y="1314965"/>
                </a:cubicBezTo>
                <a:cubicBezTo>
                  <a:pt x="444787" y="1314965"/>
                  <a:pt x="431192" y="1301371"/>
                  <a:pt x="431192" y="1284602"/>
                </a:cubicBezTo>
                <a:cubicBezTo>
                  <a:pt x="431192" y="1267832"/>
                  <a:pt x="444787" y="1254238"/>
                  <a:pt x="461556" y="1254238"/>
                </a:cubicBezTo>
                <a:close/>
                <a:moveTo>
                  <a:pt x="389002" y="1254238"/>
                </a:moveTo>
                <a:cubicBezTo>
                  <a:pt x="405771" y="1254238"/>
                  <a:pt x="419365" y="1267832"/>
                  <a:pt x="419365" y="1284602"/>
                </a:cubicBezTo>
                <a:cubicBezTo>
                  <a:pt x="419365" y="1301371"/>
                  <a:pt x="405771" y="1314965"/>
                  <a:pt x="389002" y="1314965"/>
                </a:cubicBezTo>
                <a:cubicBezTo>
                  <a:pt x="372232" y="1314965"/>
                  <a:pt x="358638" y="1301371"/>
                  <a:pt x="358638" y="1284602"/>
                </a:cubicBezTo>
                <a:cubicBezTo>
                  <a:pt x="358638" y="1267832"/>
                  <a:pt x="372232" y="1254238"/>
                  <a:pt x="389002" y="1254238"/>
                </a:cubicBezTo>
                <a:close/>
                <a:moveTo>
                  <a:pt x="316447" y="1254238"/>
                </a:moveTo>
                <a:cubicBezTo>
                  <a:pt x="333216" y="1254238"/>
                  <a:pt x="346810" y="1267832"/>
                  <a:pt x="346810" y="1284602"/>
                </a:cubicBezTo>
                <a:cubicBezTo>
                  <a:pt x="346810" y="1301371"/>
                  <a:pt x="333216" y="1314965"/>
                  <a:pt x="316447" y="1314965"/>
                </a:cubicBezTo>
                <a:cubicBezTo>
                  <a:pt x="299677" y="1314965"/>
                  <a:pt x="286084" y="1301371"/>
                  <a:pt x="286084" y="1284602"/>
                </a:cubicBezTo>
                <a:cubicBezTo>
                  <a:pt x="286084" y="1267832"/>
                  <a:pt x="299677" y="1254238"/>
                  <a:pt x="316447" y="1254238"/>
                </a:cubicBezTo>
                <a:close/>
                <a:moveTo>
                  <a:pt x="243892" y="1254238"/>
                </a:moveTo>
                <a:cubicBezTo>
                  <a:pt x="260662" y="1254238"/>
                  <a:pt x="274256" y="1267832"/>
                  <a:pt x="274256" y="1284602"/>
                </a:cubicBezTo>
                <a:cubicBezTo>
                  <a:pt x="274256" y="1301371"/>
                  <a:pt x="260662" y="1314965"/>
                  <a:pt x="243892" y="1314965"/>
                </a:cubicBezTo>
                <a:cubicBezTo>
                  <a:pt x="227123" y="1314965"/>
                  <a:pt x="213529" y="1301371"/>
                  <a:pt x="213529" y="1284602"/>
                </a:cubicBezTo>
                <a:cubicBezTo>
                  <a:pt x="213529" y="1267832"/>
                  <a:pt x="227123" y="1254238"/>
                  <a:pt x="243892" y="1254238"/>
                </a:cubicBezTo>
                <a:close/>
                <a:moveTo>
                  <a:pt x="171339" y="1254238"/>
                </a:moveTo>
                <a:cubicBezTo>
                  <a:pt x="188107" y="1254238"/>
                  <a:pt x="201701" y="1267832"/>
                  <a:pt x="201701" y="1284602"/>
                </a:cubicBezTo>
                <a:cubicBezTo>
                  <a:pt x="201701" y="1301371"/>
                  <a:pt x="188107" y="1314965"/>
                  <a:pt x="171339" y="1314965"/>
                </a:cubicBezTo>
                <a:cubicBezTo>
                  <a:pt x="154622" y="1314965"/>
                  <a:pt x="141029" y="1301371"/>
                  <a:pt x="141029" y="1284602"/>
                </a:cubicBezTo>
                <a:cubicBezTo>
                  <a:pt x="141029" y="1267832"/>
                  <a:pt x="154622" y="1254238"/>
                  <a:pt x="171339" y="1254238"/>
                </a:cubicBezTo>
                <a:close/>
                <a:moveTo>
                  <a:pt x="98845" y="1254238"/>
                </a:moveTo>
                <a:cubicBezTo>
                  <a:pt x="115610" y="1254238"/>
                  <a:pt x="129204" y="1267832"/>
                  <a:pt x="129204" y="1284602"/>
                </a:cubicBezTo>
                <a:cubicBezTo>
                  <a:pt x="129204" y="1301371"/>
                  <a:pt x="115610" y="1314965"/>
                  <a:pt x="98845" y="1314965"/>
                </a:cubicBezTo>
                <a:cubicBezTo>
                  <a:pt x="82074" y="1314965"/>
                  <a:pt x="68480" y="1301371"/>
                  <a:pt x="68480" y="1284602"/>
                </a:cubicBezTo>
                <a:cubicBezTo>
                  <a:pt x="68480" y="1267832"/>
                  <a:pt x="82074" y="1254238"/>
                  <a:pt x="98845" y="1254238"/>
                </a:cubicBezTo>
                <a:close/>
                <a:moveTo>
                  <a:pt x="26290" y="1254238"/>
                </a:moveTo>
                <a:cubicBezTo>
                  <a:pt x="43057" y="1254238"/>
                  <a:pt x="56651" y="1267832"/>
                  <a:pt x="56651" y="1284602"/>
                </a:cubicBezTo>
                <a:cubicBezTo>
                  <a:pt x="56651" y="1301371"/>
                  <a:pt x="43057" y="1314965"/>
                  <a:pt x="26290" y="1314965"/>
                </a:cubicBezTo>
                <a:cubicBezTo>
                  <a:pt x="17905" y="1314965"/>
                  <a:pt x="10314" y="1311567"/>
                  <a:pt x="4819" y="1306072"/>
                </a:cubicBezTo>
                <a:lnTo>
                  <a:pt x="0" y="1294437"/>
                </a:lnTo>
                <a:lnTo>
                  <a:pt x="0" y="1274766"/>
                </a:lnTo>
                <a:lnTo>
                  <a:pt x="4819" y="1263131"/>
                </a:lnTo>
                <a:cubicBezTo>
                  <a:pt x="10314" y="1257637"/>
                  <a:pt x="17905" y="1254238"/>
                  <a:pt x="26290" y="1254238"/>
                </a:cubicBezTo>
                <a:close/>
                <a:moveTo>
                  <a:pt x="1474228" y="1174410"/>
                </a:moveTo>
                <a:lnTo>
                  <a:pt x="1450688" y="1213159"/>
                </a:lnTo>
                <a:lnTo>
                  <a:pt x="1446956" y="1204150"/>
                </a:lnTo>
                <a:cubicBezTo>
                  <a:pt x="1446956" y="1191573"/>
                  <a:pt x="1454603" y="1180782"/>
                  <a:pt x="1465501" y="1176173"/>
                </a:cubicBezTo>
                <a:close/>
                <a:moveTo>
                  <a:pt x="1404765" y="1173786"/>
                </a:moveTo>
                <a:cubicBezTo>
                  <a:pt x="1421535" y="1173786"/>
                  <a:pt x="1435129" y="1187380"/>
                  <a:pt x="1435129" y="1204150"/>
                </a:cubicBezTo>
                <a:cubicBezTo>
                  <a:pt x="1435129" y="1220919"/>
                  <a:pt x="1421535" y="1234513"/>
                  <a:pt x="1404765" y="1234513"/>
                </a:cubicBezTo>
                <a:cubicBezTo>
                  <a:pt x="1387996" y="1234513"/>
                  <a:pt x="1374402" y="1220919"/>
                  <a:pt x="1374402" y="1204150"/>
                </a:cubicBezTo>
                <a:cubicBezTo>
                  <a:pt x="1374402" y="1187380"/>
                  <a:pt x="1387996" y="1173786"/>
                  <a:pt x="1404765" y="1173786"/>
                </a:cubicBezTo>
                <a:close/>
                <a:moveTo>
                  <a:pt x="1332211" y="1173786"/>
                </a:moveTo>
                <a:cubicBezTo>
                  <a:pt x="1348980" y="1173786"/>
                  <a:pt x="1362574" y="1187380"/>
                  <a:pt x="1362574" y="1204150"/>
                </a:cubicBezTo>
                <a:cubicBezTo>
                  <a:pt x="1362574" y="1220919"/>
                  <a:pt x="1348980" y="1234513"/>
                  <a:pt x="1332211" y="1234513"/>
                </a:cubicBezTo>
                <a:cubicBezTo>
                  <a:pt x="1315441" y="1234513"/>
                  <a:pt x="1301847" y="1220919"/>
                  <a:pt x="1301847" y="1204150"/>
                </a:cubicBezTo>
                <a:cubicBezTo>
                  <a:pt x="1301847" y="1187380"/>
                  <a:pt x="1315441" y="1173786"/>
                  <a:pt x="1332211" y="1173786"/>
                </a:cubicBezTo>
                <a:close/>
                <a:moveTo>
                  <a:pt x="1259656" y="1173786"/>
                </a:moveTo>
                <a:cubicBezTo>
                  <a:pt x="1276426" y="1173786"/>
                  <a:pt x="1290020" y="1187380"/>
                  <a:pt x="1290020" y="1204150"/>
                </a:cubicBezTo>
                <a:cubicBezTo>
                  <a:pt x="1290020" y="1220919"/>
                  <a:pt x="1276426" y="1234513"/>
                  <a:pt x="1259656" y="1234513"/>
                </a:cubicBezTo>
                <a:cubicBezTo>
                  <a:pt x="1242887" y="1234513"/>
                  <a:pt x="1229293" y="1220919"/>
                  <a:pt x="1229293" y="1204150"/>
                </a:cubicBezTo>
                <a:cubicBezTo>
                  <a:pt x="1229293" y="1187380"/>
                  <a:pt x="1242887" y="1173786"/>
                  <a:pt x="1259656" y="1173786"/>
                </a:cubicBezTo>
                <a:close/>
                <a:moveTo>
                  <a:pt x="1187102" y="1173786"/>
                </a:moveTo>
                <a:cubicBezTo>
                  <a:pt x="1203871" y="1173786"/>
                  <a:pt x="1217465" y="1187380"/>
                  <a:pt x="1217465" y="1204150"/>
                </a:cubicBezTo>
                <a:cubicBezTo>
                  <a:pt x="1217465" y="1220919"/>
                  <a:pt x="1203871" y="1234513"/>
                  <a:pt x="1187102" y="1234513"/>
                </a:cubicBezTo>
                <a:cubicBezTo>
                  <a:pt x="1170332" y="1234513"/>
                  <a:pt x="1156738" y="1220919"/>
                  <a:pt x="1156738" y="1204150"/>
                </a:cubicBezTo>
                <a:cubicBezTo>
                  <a:pt x="1156738" y="1187380"/>
                  <a:pt x="1170332" y="1173786"/>
                  <a:pt x="1187102" y="1173786"/>
                </a:cubicBezTo>
                <a:close/>
                <a:moveTo>
                  <a:pt x="1114547" y="1173786"/>
                </a:moveTo>
                <a:cubicBezTo>
                  <a:pt x="1131317" y="1173786"/>
                  <a:pt x="1144911" y="1187380"/>
                  <a:pt x="1144911" y="1204150"/>
                </a:cubicBezTo>
                <a:cubicBezTo>
                  <a:pt x="1144911" y="1220919"/>
                  <a:pt x="1131317" y="1234513"/>
                  <a:pt x="1114547" y="1234513"/>
                </a:cubicBezTo>
                <a:cubicBezTo>
                  <a:pt x="1097778" y="1234513"/>
                  <a:pt x="1084184" y="1220919"/>
                  <a:pt x="1084184" y="1204150"/>
                </a:cubicBezTo>
                <a:cubicBezTo>
                  <a:pt x="1084184" y="1187380"/>
                  <a:pt x="1097778" y="1173786"/>
                  <a:pt x="1114547" y="1173786"/>
                </a:cubicBezTo>
                <a:close/>
                <a:moveTo>
                  <a:pt x="1041993" y="1173786"/>
                </a:moveTo>
                <a:cubicBezTo>
                  <a:pt x="1058762" y="1173786"/>
                  <a:pt x="1072356" y="1187380"/>
                  <a:pt x="1072356" y="1204150"/>
                </a:cubicBezTo>
                <a:cubicBezTo>
                  <a:pt x="1072356" y="1220919"/>
                  <a:pt x="1058762" y="1234513"/>
                  <a:pt x="1041993" y="1234513"/>
                </a:cubicBezTo>
                <a:cubicBezTo>
                  <a:pt x="1025223" y="1234513"/>
                  <a:pt x="1011629" y="1220919"/>
                  <a:pt x="1011629" y="1204150"/>
                </a:cubicBezTo>
                <a:cubicBezTo>
                  <a:pt x="1011629" y="1187380"/>
                  <a:pt x="1025223" y="1173786"/>
                  <a:pt x="1041993" y="1173786"/>
                </a:cubicBezTo>
                <a:close/>
                <a:moveTo>
                  <a:pt x="969438" y="1173786"/>
                </a:moveTo>
                <a:cubicBezTo>
                  <a:pt x="986208" y="1173786"/>
                  <a:pt x="999801" y="1187380"/>
                  <a:pt x="999801" y="1204150"/>
                </a:cubicBezTo>
                <a:cubicBezTo>
                  <a:pt x="999801" y="1220919"/>
                  <a:pt x="986208" y="1234513"/>
                  <a:pt x="969438" y="1234513"/>
                </a:cubicBezTo>
                <a:cubicBezTo>
                  <a:pt x="952669" y="1234513"/>
                  <a:pt x="939075" y="1220919"/>
                  <a:pt x="939075" y="1204150"/>
                </a:cubicBezTo>
                <a:cubicBezTo>
                  <a:pt x="939075" y="1187380"/>
                  <a:pt x="952669" y="1173786"/>
                  <a:pt x="969438" y="1173786"/>
                </a:cubicBezTo>
                <a:close/>
                <a:moveTo>
                  <a:pt x="896883" y="1173786"/>
                </a:moveTo>
                <a:cubicBezTo>
                  <a:pt x="913653" y="1173786"/>
                  <a:pt x="927247" y="1187380"/>
                  <a:pt x="927247" y="1204150"/>
                </a:cubicBezTo>
                <a:cubicBezTo>
                  <a:pt x="927247" y="1220919"/>
                  <a:pt x="913653" y="1234513"/>
                  <a:pt x="896883" y="1234513"/>
                </a:cubicBezTo>
                <a:cubicBezTo>
                  <a:pt x="880114" y="1234513"/>
                  <a:pt x="866520" y="1220919"/>
                  <a:pt x="866520" y="1204150"/>
                </a:cubicBezTo>
                <a:cubicBezTo>
                  <a:pt x="866520" y="1187380"/>
                  <a:pt x="880114" y="1173786"/>
                  <a:pt x="896883" y="1173786"/>
                </a:cubicBezTo>
                <a:close/>
                <a:moveTo>
                  <a:pt x="824329" y="1173786"/>
                </a:moveTo>
                <a:cubicBezTo>
                  <a:pt x="841098" y="1173786"/>
                  <a:pt x="854692" y="1187380"/>
                  <a:pt x="854692" y="1204150"/>
                </a:cubicBezTo>
                <a:cubicBezTo>
                  <a:pt x="854692" y="1220919"/>
                  <a:pt x="841098" y="1234513"/>
                  <a:pt x="824329" y="1234513"/>
                </a:cubicBezTo>
                <a:cubicBezTo>
                  <a:pt x="807559" y="1234513"/>
                  <a:pt x="793965" y="1220919"/>
                  <a:pt x="793965" y="1204150"/>
                </a:cubicBezTo>
                <a:cubicBezTo>
                  <a:pt x="793965" y="1187380"/>
                  <a:pt x="807559" y="1173786"/>
                  <a:pt x="824329" y="1173786"/>
                </a:cubicBezTo>
                <a:close/>
                <a:moveTo>
                  <a:pt x="751774" y="1173786"/>
                </a:moveTo>
                <a:cubicBezTo>
                  <a:pt x="768544" y="1173786"/>
                  <a:pt x="782138" y="1187380"/>
                  <a:pt x="782138" y="1204150"/>
                </a:cubicBezTo>
                <a:cubicBezTo>
                  <a:pt x="782138" y="1220919"/>
                  <a:pt x="768544" y="1234513"/>
                  <a:pt x="751774" y="1234513"/>
                </a:cubicBezTo>
                <a:cubicBezTo>
                  <a:pt x="735005" y="1234513"/>
                  <a:pt x="721411" y="1220919"/>
                  <a:pt x="721411" y="1204150"/>
                </a:cubicBezTo>
                <a:cubicBezTo>
                  <a:pt x="721411" y="1187380"/>
                  <a:pt x="735005" y="1173786"/>
                  <a:pt x="751774" y="1173786"/>
                </a:cubicBezTo>
                <a:close/>
                <a:moveTo>
                  <a:pt x="679220" y="1173786"/>
                </a:moveTo>
                <a:cubicBezTo>
                  <a:pt x="695989" y="1173786"/>
                  <a:pt x="709583" y="1187380"/>
                  <a:pt x="709583" y="1204150"/>
                </a:cubicBezTo>
                <a:cubicBezTo>
                  <a:pt x="709583" y="1220919"/>
                  <a:pt x="695989" y="1234513"/>
                  <a:pt x="679220" y="1234513"/>
                </a:cubicBezTo>
                <a:cubicBezTo>
                  <a:pt x="662450" y="1234513"/>
                  <a:pt x="648856" y="1220919"/>
                  <a:pt x="648856" y="1204150"/>
                </a:cubicBezTo>
                <a:cubicBezTo>
                  <a:pt x="648856" y="1187380"/>
                  <a:pt x="662450" y="1173786"/>
                  <a:pt x="679220" y="1173786"/>
                </a:cubicBezTo>
                <a:close/>
                <a:moveTo>
                  <a:pt x="606665" y="1173786"/>
                </a:moveTo>
                <a:cubicBezTo>
                  <a:pt x="623435" y="1173786"/>
                  <a:pt x="637029" y="1187380"/>
                  <a:pt x="637029" y="1204150"/>
                </a:cubicBezTo>
                <a:cubicBezTo>
                  <a:pt x="637029" y="1220919"/>
                  <a:pt x="623435" y="1234513"/>
                  <a:pt x="606665" y="1234513"/>
                </a:cubicBezTo>
                <a:cubicBezTo>
                  <a:pt x="589896" y="1234513"/>
                  <a:pt x="576302" y="1220919"/>
                  <a:pt x="576302" y="1204150"/>
                </a:cubicBezTo>
                <a:cubicBezTo>
                  <a:pt x="576302" y="1187380"/>
                  <a:pt x="589896" y="1173786"/>
                  <a:pt x="606665" y="1173786"/>
                </a:cubicBezTo>
                <a:close/>
                <a:moveTo>
                  <a:pt x="534111" y="1173786"/>
                </a:moveTo>
                <a:cubicBezTo>
                  <a:pt x="550880" y="1173786"/>
                  <a:pt x="564474" y="1187380"/>
                  <a:pt x="564474" y="1204150"/>
                </a:cubicBezTo>
                <a:cubicBezTo>
                  <a:pt x="564474" y="1220919"/>
                  <a:pt x="550880" y="1234513"/>
                  <a:pt x="534111" y="1234513"/>
                </a:cubicBezTo>
                <a:cubicBezTo>
                  <a:pt x="517341" y="1234513"/>
                  <a:pt x="503747" y="1220919"/>
                  <a:pt x="503747" y="1204150"/>
                </a:cubicBezTo>
                <a:cubicBezTo>
                  <a:pt x="503747" y="1187380"/>
                  <a:pt x="517341" y="1173786"/>
                  <a:pt x="534111" y="1173786"/>
                </a:cubicBezTo>
                <a:close/>
                <a:moveTo>
                  <a:pt x="461556" y="1173786"/>
                </a:moveTo>
                <a:cubicBezTo>
                  <a:pt x="478326" y="1173786"/>
                  <a:pt x="491920" y="1187380"/>
                  <a:pt x="491920" y="1204150"/>
                </a:cubicBezTo>
                <a:cubicBezTo>
                  <a:pt x="491920" y="1220919"/>
                  <a:pt x="478326" y="1234513"/>
                  <a:pt x="461556" y="1234513"/>
                </a:cubicBezTo>
                <a:cubicBezTo>
                  <a:pt x="444787" y="1234513"/>
                  <a:pt x="431192" y="1220919"/>
                  <a:pt x="431192" y="1204150"/>
                </a:cubicBezTo>
                <a:cubicBezTo>
                  <a:pt x="431192" y="1187380"/>
                  <a:pt x="444787" y="1173786"/>
                  <a:pt x="461556" y="1173786"/>
                </a:cubicBezTo>
                <a:close/>
                <a:moveTo>
                  <a:pt x="389002" y="1173786"/>
                </a:moveTo>
                <a:cubicBezTo>
                  <a:pt x="405771" y="1173786"/>
                  <a:pt x="419365" y="1187380"/>
                  <a:pt x="419365" y="1204150"/>
                </a:cubicBezTo>
                <a:cubicBezTo>
                  <a:pt x="419365" y="1220919"/>
                  <a:pt x="405771" y="1234513"/>
                  <a:pt x="389002" y="1234513"/>
                </a:cubicBezTo>
                <a:cubicBezTo>
                  <a:pt x="372232" y="1234513"/>
                  <a:pt x="358638" y="1220919"/>
                  <a:pt x="358638" y="1204150"/>
                </a:cubicBezTo>
                <a:cubicBezTo>
                  <a:pt x="358638" y="1187380"/>
                  <a:pt x="372232" y="1173786"/>
                  <a:pt x="389002" y="1173786"/>
                </a:cubicBezTo>
                <a:close/>
                <a:moveTo>
                  <a:pt x="316447" y="1173786"/>
                </a:moveTo>
                <a:cubicBezTo>
                  <a:pt x="333216" y="1173786"/>
                  <a:pt x="346810" y="1187380"/>
                  <a:pt x="346810" y="1204150"/>
                </a:cubicBezTo>
                <a:cubicBezTo>
                  <a:pt x="346810" y="1220919"/>
                  <a:pt x="333216" y="1234513"/>
                  <a:pt x="316447" y="1234513"/>
                </a:cubicBezTo>
                <a:cubicBezTo>
                  <a:pt x="299677" y="1234513"/>
                  <a:pt x="286084" y="1220919"/>
                  <a:pt x="286084" y="1204150"/>
                </a:cubicBezTo>
                <a:cubicBezTo>
                  <a:pt x="286084" y="1187380"/>
                  <a:pt x="299677" y="1173786"/>
                  <a:pt x="316447" y="1173786"/>
                </a:cubicBezTo>
                <a:close/>
                <a:moveTo>
                  <a:pt x="243892" y="1173786"/>
                </a:moveTo>
                <a:cubicBezTo>
                  <a:pt x="260662" y="1173786"/>
                  <a:pt x="274256" y="1187380"/>
                  <a:pt x="274256" y="1204150"/>
                </a:cubicBezTo>
                <a:cubicBezTo>
                  <a:pt x="274256" y="1220919"/>
                  <a:pt x="260662" y="1234513"/>
                  <a:pt x="243892" y="1234513"/>
                </a:cubicBezTo>
                <a:cubicBezTo>
                  <a:pt x="227123" y="1234513"/>
                  <a:pt x="213529" y="1220919"/>
                  <a:pt x="213529" y="1204150"/>
                </a:cubicBezTo>
                <a:cubicBezTo>
                  <a:pt x="213529" y="1187380"/>
                  <a:pt x="227123" y="1173786"/>
                  <a:pt x="243892" y="1173786"/>
                </a:cubicBezTo>
                <a:close/>
                <a:moveTo>
                  <a:pt x="171339" y="1173786"/>
                </a:moveTo>
                <a:cubicBezTo>
                  <a:pt x="188107" y="1173786"/>
                  <a:pt x="201701" y="1187380"/>
                  <a:pt x="201701" y="1204150"/>
                </a:cubicBezTo>
                <a:cubicBezTo>
                  <a:pt x="201701" y="1220919"/>
                  <a:pt x="188107" y="1234513"/>
                  <a:pt x="171339" y="1234513"/>
                </a:cubicBezTo>
                <a:cubicBezTo>
                  <a:pt x="154627" y="1234513"/>
                  <a:pt x="141034" y="1220919"/>
                  <a:pt x="141034" y="1204150"/>
                </a:cubicBezTo>
                <a:cubicBezTo>
                  <a:pt x="141034" y="1187380"/>
                  <a:pt x="154627" y="1173786"/>
                  <a:pt x="171339" y="1173786"/>
                </a:cubicBezTo>
                <a:close/>
                <a:moveTo>
                  <a:pt x="98852" y="1173786"/>
                </a:moveTo>
                <a:cubicBezTo>
                  <a:pt x="115616" y="1173786"/>
                  <a:pt x="129210" y="1187380"/>
                  <a:pt x="129210" y="1204150"/>
                </a:cubicBezTo>
                <a:cubicBezTo>
                  <a:pt x="129210" y="1220919"/>
                  <a:pt x="115616" y="1234513"/>
                  <a:pt x="98852" y="1234513"/>
                </a:cubicBezTo>
                <a:cubicBezTo>
                  <a:pt x="82080" y="1234513"/>
                  <a:pt x="68486" y="1220919"/>
                  <a:pt x="68486" y="1204150"/>
                </a:cubicBezTo>
                <a:cubicBezTo>
                  <a:pt x="68486" y="1187380"/>
                  <a:pt x="82080" y="1173786"/>
                  <a:pt x="98852" y="1173786"/>
                </a:cubicBezTo>
                <a:close/>
                <a:moveTo>
                  <a:pt x="26297" y="1173786"/>
                </a:moveTo>
                <a:cubicBezTo>
                  <a:pt x="43063" y="1173786"/>
                  <a:pt x="56658" y="1187380"/>
                  <a:pt x="56658" y="1204150"/>
                </a:cubicBezTo>
                <a:cubicBezTo>
                  <a:pt x="56658" y="1220919"/>
                  <a:pt x="43063" y="1234513"/>
                  <a:pt x="26297" y="1234513"/>
                </a:cubicBezTo>
                <a:cubicBezTo>
                  <a:pt x="17912" y="1234513"/>
                  <a:pt x="10321" y="1231115"/>
                  <a:pt x="4826" y="1225620"/>
                </a:cubicBezTo>
                <a:lnTo>
                  <a:pt x="0" y="1213970"/>
                </a:lnTo>
                <a:lnTo>
                  <a:pt x="0" y="1194329"/>
                </a:lnTo>
                <a:lnTo>
                  <a:pt x="4826" y="1182679"/>
                </a:lnTo>
                <a:cubicBezTo>
                  <a:pt x="10321" y="1177185"/>
                  <a:pt x="17912" y="1173786"/>
                  <a:pt x="26297" y="1173786"/>
                </a:cubicBezTo>
                <a:close/>
                <a:moveTo>
                  <a:pt x="1477320" y="1093335"/>
                </a:moveTo>
                <a:cubicBezTo>
                  <a:pt x="1485705" y="1093335"/>
                  <a:pt x="1493295" y="1096733"/>
                  <a:pt x="1498790" y="1102228"/>
                </a:cubicBezTo>
                <a:lnTo>
                  <a:pt x="1505389" y="1118160"/>
                </a:lnTo>
                <a:lnTo>
                  <a:pt x="1493855" y="1142105"/>
                </a:lnTo>
                <a:lnTo>
                  <a:pt x="1487887" y="1151929"/>
                </a:lnTo>
                <a:lnTo>
                  <a:pt x="1477320" y="1154062"/>
                </a:lnTo>
                <a:cubicBezTo>
                  <a:pt x="1460550" y="1154062"/>
                  <a:pt x="1446956" y="1140468"/>
                  <a:pt x="1446956" y="1123698"/>
                </a:cubicBezTo>
                <a:cubicBezTo>
                  <a:pt x="1446956" y="1106929"/>
                  <a:pt x="1460550" y="1093335"/>
                  <a:pt x="1477320" y="1093335"/>
                </a:cubicBezTo>
                <a:close/>
                <a:moveTo>
                  <a:pt x="1404765" y="1093335"/>
                </a:moveTo>
                <a:cubicBezTo>
                  <a:pt x="1421535" y="1093335"/>
                  <a:pt x="1435129" y="1106929"/>
                  <a:pt x="1435129" y="1123698"/>
                </a:cubicBezTo>
                <a:cubicBezTo>
                  <a:pt x="1435129" y="1140468"/>
                  <a:pt x="1421535" y="1154062"/>
                  <a:pt x="1404765" y="1154062"/>
                </a:cubicBezTo>
                <a:cubicBezTo>
                  <a:pt x="1387996" y="1154062"/>
                  <a:pt x="1374402" y="1140468"/>
                  <a:pt x="1374402" y="1123698"/>
                </a:cubicBezTo>
                <a:cubicBezTo>
                  <a:pt x="1374402" y="1106929"/>
                  <a:pt x="1387996" y="1093335"/>
                  <a:pt x="1404765" y="1093335"/>
                </a:cubicBezTo>
                <a:close/>
                <a:moveTo>
                  <a:pt x="1332211" y="1093335"/>
                </a:moveTo>
                <a:cubicBezTo>
                  <a:pt x="1348980" y="1093335"/>
                  <a:pt x="1362574" y="1106929"/>
                  <a:pt x="1362574" y="1123698"/>
                </a:cubicBezTo>
                <a:cubicBezTo>
                  <a:pt x="1362574" y="1140468"/>
                  <a:pt x="1348980" y="1154062"/>
                  <a:pt x="1332211" y="1154062"/>
                </a:cubicBezTo>
                <a:cubicBezTo>
                  <a:pt x="1315441" y="1154062"/>
                  <a:pt x="1301847" y="1140468"/>
                  <a:pt x="1301847" y="1123698"/>
                </a:cubicBezTo>
                <a:cubicBezTo>
                  <a:pt x="1301847" y="1106929"/>
                  <a:pt x="1315441" y="1093335"/>
                  <a:pt x="1332211" y="1093335"/>
                </a:cubicBezTo>
                <a:close/>
                <a:moveTo>
                  <a:pt x="1259656" y="1093335"/>
                </a:moveTo>
                <a:cubicBezTo>
                  <a:pt x="1276426" y="1093335"/>
                  <a:pt x="1290020" y="1106929"/>
                  <a:pt x="1290020" y="1123698"/>
                </a:cubicBezTo>
                <a:cubicBezTo>
                  <a:pt x="1290020" y="1140468"/>
                  <a:pt x="1276426" y="1154062"/>
                  <a:pt x="1259656" y="1154062"/>
                </a:cubicBezTo>
                <a:cubicBezTo>
                  <a:pt x="1242887" y="1154062"/>
                  <a:pt x="1229293" y="1140468"/>
                  <a:pt x="1229293" y="1123698"/>
                </a:cubicBezTo>
                <a:cubicBezTo>
                  <a:pt x="1229293" y="1106929"/>
                  <a:pt x="1242887" y="1093335"/>
                  <a:pt x="1259656" y="1093335"/>
                </a:cubicBezTo>
                <a:close/>
                <a:moveTo>
                  <a:pt x="1187102" y="1093335"/>
                </a:moveTo>
                <a:cubicBezTo>
                  <a:pt x="1203871" y="1093335"/>
                  <a:pt x="1217465" y="1106929"/>
                  <a:pt x="1217465" y="1123698"/>
                </a:cubicBezTo>
                <a:cubicBezTo>
                  <a:pt x="1217465" y="1140468"/>
                  <a:pt x="1203871" y="1154062"/>
                  <a:pt x="1187102" y="1154062"/>
                </a:cubicBezTo>
                <a:cubicBezTo>
                  <a:pt x="1170332" y="1154062"/>
                  <a:pt x="1156738" y="1140468"/>
                  <a:pt x="1156738" y="1123698"/>
                </a:cubicBezTo>
                <a:cubicBezTo>
                  <a:pt x="1156738" y="1106929"/>
                  <a:pt x="1170332" y="1093335"/>
                  <a:pt x="1187102" y="1093335"/>
                </a:cubicBezTo>
                <a:close/>
                <a:moveTo>
                  <a:pt x="1114547" y="1093335"/>
                </a:moveTo>
                <a:cubicBezTo>
                  <a:pt x="1131317" y="1093335"/>
                  <a:pt x="1144911" y="1106929"/>
                  <a:pt x="1144911" y="1123698"/>
                </a:cubicBezTo>
                <a:cubicBezTo>
                  <a:pt x="1144911" y="1140468"/>
                  <a:pt x="1131317" y="1154062"/>
                  <a:pt x="1114547" y="1154062"/>
                </a:cubicBezTo>
                <a:cubicBezTo>
                  <a:pt x="1097778" y="1154062"/>
                  <a:pt x="1084184" y="1140468"/>
                  <a:pt x="1084184" y="1123698"/>
                </a:cubicBezTo>
                <a:cubicBezTo>
                  <a:pt x="1084184" y="1106929"/>
                  <a:pt x="1097778" y="1093335"/>
                  <a:pt x="1114547" y="1093335"/>
                </a:cubicBezTo>
                <a:close/>
                <a:moveTo>
                  <a:pt x="1041993" y="1093335"/>
                </a:moveTo>
                <a:cubicBezTo>
                  <a:pt x="1058762" y="1093335"/>
                  <a:pt x="1072356" y="1106929"/>
                  <a:pt x="1072356" y="1123698"/>
                </a:cubicBezTo>
                <a:cubicBezTo>
                  <a:pt x="1072356" y="1140468"/>
                  <a:pt x="1058762" y="1154062"/>
                  <a:pt x="1041993" y="1154062"/>
                </a:cubicBezTo>
                <a:cubicBezTo>
                  <a:pt x="1025223" y="1154062"/>
                  <a:pt x="1011629" y="1140468"/>
                  <a:pt x="1011629" y="1123698"/>
                </a:cubicBezTo>
                <a:cubicBezTo>
                  <a:pt x="1011629" y="1106929"/>
                  <a:pt x="1025223" y="1093335"/>
                  <a:pt x="1041993" y="1093335"/>
                </a:cubicBezTo>
                <a:close/>
                <a:moveTo>
                  <a:pt x="969438" y="1093335"/>
                </a:moveTo>
                <a:cubicBezTo>
                  <a:pt x="986208" y="1093335"/>
                  <a:pt x="999801" y="1106929"/>
                  <a:pt x="999801" y="1123698"/>
                </a:cubicBezTo>
                <a:cubicBezTo>
                  <a:pt x="999801" y="1140468"/>
                  <a:pt x="986208" y="1154062"/>
                  <a:pt x="969438" y="1154062"/>
                </a:cubicBezTo>
                <a:cubicBezTo>
                  <a:pt x="952669" y="1154062"/>
                  <a:pt x="939075" y="1140468"/>
                  <a:pt x="939075" y="1123698"/>
                </a:cubicBezTo>
                <a:cubicBezTo>
                  <a:pt x="939075" y="1106929"/>
                  <a:pt x="952669" y="1093335"/>
                  <a:pt x="969438" y="1093335"/>
                </a:cubicBezTo>
                <a:close/>
                <a:moveTo>
                  <a:pt x="896883" y="1093335"/>
                </a:moveTo>
                <a:cubicBezTo>
                  <a:pt x="913653" y="1093335"/>
                  <a:pt x="927247" y="1106929"/>
                  <a:pt x="927247" y="1123698"/>
                </a:cubicBezTo>
                <a:cubicBezTo>
                  <a:pt x="927247" y="1140468"/>
                  <a:pt x="913653" y="1154062"/>
                  <a:pt x="896883" y="1154062"/>
                </a:cubicBezTo>
                <a:cubicBezTo>
                  <a:pt x="880114" y="1154062"/>
                  <a:pt x="866520" y="1140468"/>
                  <a:pt x="866520" y="1123698"/>
                </a:cubicBezTo>
                <a:cubicBezTo>
                  <a:pt x="866520" y="1106929"/>
                  <a:pt x="880114" y="1093335"/>
                  <a:pt x="896883" y="1093335"/>
                </a:cubicBezTo>
                <a:close/>
                <a:moveTo>
                  <a:pt x="824329" y="1093335"/>
                </a:moveTo>
                <a:cubicBezTo>
                  <a:pt x="841098" y="1093335"/>
                  <a:pt x="854692" y="1106929"/>
                  <a:pt x="854692" y="1123698"/>
                </a:cubicBezTo>
                <a:cubicBezTo>
                  <a:pt x="854692" y="1140468"/>
                  <a:pt x="841098" y="1154062"/>
                  <a:pt x="824329" y="1154062"/>
                </a:cubicBezTo>
                <a:cubicBezTo>
                  <a:pt x="807559" y="1154062"/>
                  <a:pt x="793965" y="1140468"/>
                  <a:pt x="793965" y="1123698"/>
                </a:cubicBezTo>
                <a:cubicBezTo>
                  <a:pt x="793965" y="1106929"/>
                  <a:pt x="807559" y="1093335"/>
                  <a:pt x="824329" y="1093335"/>
                </a:cubicBezTo>
                <a:close/>
                <a:moveTo>
                  <a:pt x="751774" y="1093335"/>
                </a:moveTo>
                <a:cubicBezTo>
                  <a:pt x="768544" y="1093335"/>
                  <a:pt x="782138" y="1106929"/>
                  <a:pt x="782138" y="1123698"/>
                </a:cubicBezTo>
                <a:cubicBezTo>
                  <a:pt x="782138" y="1140468"/>
                  <a:pt x="768544" y="1154062"/>
                  <a:pt x="751774" y="1154062"/>
                </a:cubicBezTo>
                <a:cubicBezTo>
                  <a:pt x="735005" y="1154062"/>
                  <a:pt x="721411" y="1140468"/>
                  <a:pt x="721411" y="1123698"/>
                </a:cubicBezTo>
                <a:cubicBezTo>
                  <a:pt x="721411" y="1106929"/>
                  <a:pt x="735005" y="1093335"/>
                  <a:pt x="751774" y="1093335"/>
                </a:cubicBezTo>
                <a:close/>
                <a:moveTo>
                  <a:pt x="679220" y="1093335"/>
                </a:moveTo>
                <a:cubicBezTo>
                  <a:pt x="695989" y="1093335"/>
                  <a:pt x="709583" y="1106929"/>
                  <a:pt x="709583" y="1123698"/>
                </a:cubicBezTo>
                <a:cubicBezTo>
                  <a:pt x="709583" y="1140468"/>
                  <a:pt x="695989" y="1154062"/>
                  <a:pt x="679220" y="1154062"/>
                </a:cubicBezTo>
                <a:cubicBezTo>
                  <a:pt x="662450" y="1154062"/>
                  <a:pt x="648856" y="1140468"/>
                  <a:pt x="648856" y="1123698"/>
                </a:cubicBezTo>
                <a:cubicBezTo>
                  <a:pt x="648856" y="1106929"/>
                  <a:pt x="662450" y="1093335"/>
                  <a:pt x="679220" y="1093335"/>
                </a:cubicBezTo>
                <a:close/>
                <a:moveTo>
                  <a:pt x="606665" y="1093335"/>
                </a:moveTo>
                <a:cubicBezTo>
                  <a:pt x="623435" y="1093335"/>
                  <a:pt x="637029" y="1106929"/>
                  <a:pt x="637029" y="1123698"/>
                </a:cubicBezTo>
                <a:cubicBezTo>
                  <a:pt x="637029" y="1140468"/>
                  <a:pt x="623435" y="1154062"/>
                  <a:pt x="606665" y="1154062"/>
                </a:cubicBezTo>
                <a:cubicBezTo>
                  <a:pt x="589896" y="1154062"/>
                  <a:pt x="576302" y="1140468"/>
                  <a:pt x="576302" y="1123698"/>
                </a:cubicBezTo>
                <a:cubicBezTo>
                  <a:pt x="576302" y="1106929"/>
                  <a:pt x="589896" y="1093335"/>
                  <a:pt x="606665" y="1093335"/>
                </a:cubicBezTo>
                <a:close/>
                <a:moveTo>
                  <a:pt x="534111" y="1093335"/>
                </a:moveTo>
                <a:cubicBezTo>
                  <a:pt x="550880" y="1093335"/>
                  <a:pt x="564474" y="1106929"/>
                  <a:pt x="564474" y="1123698"/>
                </a:cubicBezTo>
                <a:cubicBezTo>
                  <a:pt x="564474" y="1140468"/>
                  <a:pt x="550880" y="1154062"/>
                  <a:pt x="534111" y="1154062"/>
                </a:cubicBezTo>
                <a:cubicBezTo>
                  <a:pt x="517341" y="1154062"/>
                  <a:pt x="503747" y="1140468"/>
                  <a:pt x="503747" y="1123698"/>
                </a:cubicBezTo>
                <a:cubicBezTo>
                  <a:pt x="503747" y="1106929"/>
                  <a:pt x="517341" y="1093335"/>
                  <a:pt x="534111" y="1093335"/>
                </a:cubicBezTo>
                <a:close/>
                <a:moveTo>
                  <a:pt x="461556" y="1093335"/>
                </a:moveTo>
                <a:cubicBezTo>
                  <a:pt x="478326" y="1093335"/>
                  <a:pt x="491920" y="1106929"/>
                  <a:pt x="491920" y="1123698"/>
                </a:cubicBezTo>
                <a:cubicBezTo>
                  <a:pt x="491920" y="1140468"/>
                  <a:pt x="478326" y="1154062"/>
                  <a:pt x="461556" y="1154062"/>
                </a:cubicBezTo>
                <a:cubicBezTo>
                  <a:pt x="444787" y="1154062"/>
                  <a:pt x="431192" y="1140468"/>
                  <a:pt x="431192" y="1123698"/>
                </a:cubicBezTo>
                <a:cubicBezTo>
                  <a:pt x="431192" y="1106929"/>
                  <a:pt x="444787" y="1093335"/>
                  <a:pt x="461556" y="1093335"/>
                </a:cubicBezTo>
                <a:close/>
                <a:moveTo>
                  <a:pt x="389002" y="1093335"/>
                </a:moveTo>
                <a:cubicBezTo>
                  <a:pt x="405771" y="1093335"/>
                  <a:pt x="419365" y="1106929"/>
                  <a:pt x="419365" y="1123698"/>
                </a:cubicBezTo>
                <a:cubicBezTo>
                  <a:pt x="419365" y="1140468"/>
                  <a:pt x="405771" y="1154062"/>
                  <a:pt x="389002" y="1154062"/>
                </a:cubicBezTo>
                <a:cubicBezTo>
                  <a:pt x="372232" y="1154062"/>
                  <a:pt x="358638" y="1140468"/>
                  <a:pt x="358638" y="1123698"/>
                </a:cubicBezTo>
                <a:cubicBezTo>
                  <a:pt x="358638" y="1106929"/>
                  <a:pt x="372232" y="1093335"/>
                  <a:pt x="389002" y="1093335"/>
                </a:cubicBezTo>
                <a:close/>
                <a:moveTo>
                  <a:pt x="316447" y="1093335"/>
                </a:moveTo>
                <a:cubicBezTo>
                  <a:pt x="333216" y="1093335"/>
                  <a:pt x="346810" y="1106929"/>
                  <a:pt x="346810" y="1123698"/>
                </a:cubicBezTo>
                <a:cubicBezTo>
                  <a:pt x="346810" y="1140468"/>
                  <a:pt x="333216" y="1154062"/>
                  <a:pt x="316447" y="1154062"/>
                </a:cubicBezTo>
                <a:cubicBezTo>
                  <a:pt x="299677" y="1154062"/>
                  <a:pt x="286084" y="1140468"/>
                  <a:pt x="286084" y="1123698"/>
                </a:cubicBezTo>
                <a:cubicBezTo>
                  <a:pt x="286084" y="1106929"/>
                  <a:pt x="299677" y="1093335"/>
                  <a:pt x="316447" y="1093335"/>
                </a:cubicBezTo>
                <a:close/>
                <a:moveTo>
                  <a:pt x="243892" y="1093335"/>
                </a:moveTo>
                <a:cubicBezTo>
                  <a:pt x="260662" y="1093335"/>
                  <a:pt x="274256" y="1106929"/>
                  <a:pt x="274256" y="1123698"/>
                </a:cubicBezTo>
                <a:cubicBezTo>
                  <a:pt x="274256" y="1140468"/>
                  <a:pt x="260662" y="1154062"/>
                  <a:pt x="243892" y="1154062"/>
                </a:cubicBezTo>
                <a:cubicBezTo>
                  <a:pt x="227123" y="1154062"/>
                  <a:pt x="213529" y="1140468"/>
                  <a:pt x="213529" y="1123698"/>
                </a:cubicBezTo>
                <a:cubicBezTo>
                  <a:pt x="213529" y="1106929"/>
                  <a:pt x="227123" y="1093335"/>
                  <a:pt x="243892" y="1093335"/>
                </a:cubicBezTo>
                <a:close/>
                <a:moveTo>
                  <a:pt x="171339" y="1093335"/>
                </a:moveTo>
                <a:cubicBezTo>
                  <a:pt x="188107" y="1093335"/>
                  <a:pt x="201701" y="1106929"/>
                  <a:pt x="201701" y="1123698"/>
                </a:cubicBezTo>
                <a:cubicBezTo>
                  <a:pt x="201701" y="1140468"/>
                  <a:pt x="188107" y="1154062"/>
                  <a:pt x="171339" y="1154062"/>
                </a:cubicBezTo>
                <a:cubicBezTo>
                  <a:pt x="154633" y="1154062"/>
                  <a:pt x="141040" y="1140468"/>
                  <a:pt x="141040" y="1123698"/>
                </a:cubicBezTo>
                <a:cubicBezTo>
                  <a:pt x="141040" y="1106929"/>
                  <a:pt x="154633" y="1093335"/>
                  <a:pt x="171339" y="1093335"/>
                </a:cubicBezTo>
                <a:close/>
                <a:moveTo>
                  <a:pt x="98858" y="1093335"/>
                </a:moveTo>
                <a:cubicBezTo>
                  <a:pt x="115622" y="1093335"/>
                  <a:pt x="129216" y="1106929"/>
                  <a:pt x="129216" y="1123698"/>
                </a:cubicBezTo>
                <a:cubicBezTo>
                  <a:pt x="129216" y="1140468"/>
                  <a:pt x="115622" y="1154062"/>
                  <a:pt x="98858" y="1154062"/>
                </a:cubicBezTo>
                <a:cubicBezTo>
                  <a:pt x="82086" y="1154062"/>
                  <a:pt x="68492" y="1140468"/>
                  <a:pt x="68492" y="1123698"/>
                </a:cubicBezTo>
                <a:cubicBezTo>
                  <a:pt x="68492" y="1106929"/>
                  <a:pt x="82086" y="1093335"/>
                  <a:pt x="98858" y="1093335"/>
                </a:cubicBezTo>
                <a:close/>
                <a:moveTo>
                  <a:pt x="26303" y="1093335"/>
                </a:moveTo>
                <a:cubicBezTo>
                  <a:pt x="43069" y="1093335"/>
                  <a:pt x="56664" y="1106929"/>
                  <a:pt x="56664" y="1123698"/>
                </a:cubicBezTo>
                <a:cubicBezTo>
                  <a:pt x="56664" y="1140468"/>
                  <a:pt x="43069" y="1154062"/>
                  <a:pt x="26303" y="1154062"/>
                </a:cubicBezTo>
                <a:cubicBezTo>
                  <a:pt x="17918" y="1154062"/>
                  <a:pt x="10327" y="1150664"/>
                  <a:pt x="4832" y="1145169"/>
                </a:cubicBezTo>
                <a:lnTo>
                  <a:pt x="0" y="1133503"/>
                </a:lnTo>
                <a:lnTo>
                  <a:pt x="0" y="1113894"/>
                </a:lnTo>
                <a:lnTo>
                  <a:pt x="4832" y="1102228"/>
                </a:lnTo>
                <a:cubicBezTo>
                  <a:pt x="10327" y="1096734"/>
                  <a:pt x="17918" y="1093335"/>
                  <a:pt x="26303" y="1093335"/>
                </a:cubicBezTo>
                <a:close/>
                <a:moveTo>
                  <a:pt x="1549874" y="1012883"/>
                </a:moveTo>
                <a:lnTo>
                  <a:pt x="1555552" y="1014029"/>
                </a:lnTo>
                <a:lnTo>
                  <a:pt x="1530465" y="1066106"/>
                </a:lnTo>
                <a:lnTo>
                  <a:pt x="1528404" y="1064717"/>
                </a:lnTo>
                <a:cubicBezTo>
                  <a:pt x="1522910" y="1059222"/>
                  <a:pt x="1519511" y="1051631"/>
                  <a:pt x="1519511" y="1043246"/>
                </a:cubicBezTo>
                <a:cubicBezTo>
                  <a:pt x="1519511" y="1026477"/>
                  <a:pt x="1533105" y="1012883"/>
                  <a:pt x="1549874" y="1012883"/>
                </a:cubicBezTo>
                <a:close/>
                <a:moveTo>
                  <a:pt x="1477320" y="1012883"/>
                </a:moveTo>
                <a:cubicBezTo>
                  <a:pt x="1494089" y="1012883"/>
                  <a:pt x="1507683" y="1026477"/>
                  <a:pt x="1507683" y="1043246"/>
                </a:cubicBezTo>
                <a:cubicBezTo>
                  <a:pt x="1507683" y="1060016"/>
                  <a:pt x="1494089" y="1073610"/>
                  <a:pt x="1477320" y="1073610"/>
                </a:cubicBezTo>
                <a:cubicBezTo>
                  <a:pt x="1460550" y="1073610"/>
                  <a:pt x="1446956" y="1060016"/>
                  <a:pt x="1446956" y="1043246"/>
                </a:cubicBezTo>
                <a:cubicBezTo>
                  <a:pt x="1446956" y="1026477"/>
                  <a:pt x="1460550" y="1012883"/>
                  <a:pt x="1477320" y="1012883"/>
                </a:cubicBezTo>
                <a:close/>
                <a:moveTo>
                  <a:pt x="1404765" y="1012883"/>
                </a:moveTo>
                <a:cubicBezTo>
                  <a:pt x="1421535" y="1012883"/>
                  <a:pt x="1435129" y="1026477"/>
                  <a:pt x="1435129" y="1043246"/>
                </a:cubicBezTo>
                <a:cubicBezTo>
                  <a:pt x="1435129" y="1060016"/>
                  <a:pt x="1421535" y="1073610"/>
                  <a:pt x="1404765" y="1073610"/>
                </a:cubicBezTo>
                <a:cubicBezTo>
                  <a:pt x="1387996" y="1073610"/>
                  <a:pt x="1374402" y="1060016"/>
                  <a:pt x="1374402" y="1043246"/>
                </a:cubicBezTo>
                <a:cubicBezTo>
                  <a:pt x="1374402" y="1026477"/>
                  <a:pt x="1387996" y="1012883"/>
                  <a:pt x="1404765" y="1012883"/>
                </a:cubicBezTo>
                <a:close/>
                <a:moveTo>
                  <a:pt x="1332211" y="1012883"/>
                </a:moveTo>
                <a:cubicBezTo>
                  <a:pt x="1348980" y="1012883"/>
                  <a:pt x="1362574" y="1026477"/>
                  <a:pt x="1362574" y="1043246"/>
                </a:cubicBezTo>
                <a:cubicBezTo>
                  <a:pt x="1362574" y="1060016"/>
                  <a:pt x="1348980" y="1073610"/>
                  <a:pt x="1332211" y="1073610"/>
                </a:cubicBezTo>
                <a:cubicBezTo>
                  <a:pt x="1315441" y="1073610"/>
                  <a:pt x="1301847" y="1060016"/>
                  <a:pt x="1301847" y="1043246"/>
                </a:cubicBezTo>
                <a:cubicBezTo>
                  <a:pt x="1301847" y="1026477"/>
                  <a:pt x="1315441" y="1012883"/>
                  <a:pt x="1332211" y="1012883"/>
                </a:cubicBezTo>
                <a:close/>
                <a:moveTo>
                  <a:pt x="1259656" y="1012883"/>
                </a:moveTo>
                <a:cubicBezTo>
                  <a:pt x="1276426" y="1012883"/>
                  <a:pt x="1290020" y="1026477"/>
                  <a:pt x="1290020" y="1043246"/>
                </a:cubicBezTo>
                <a:cubicBezTo>
                  <a:pt x="1290020" y="1060016"/>
                  <a:pt x="1276426" y="1073610"/>
                  <a:pt x="1259656" y="1073610"/>
                </a:cubicBezTo>
                <a:cubicBezTo>
                  <a:pt x="1242887" y="1073610"/>
                  <a:pt x="1229293" y="1060016"/>
                  <a:pt x="1229293" y="1043246"/>
                </a:cubicBezTo>
                <a:cubicBezTo>
                  <a:pt x="1229293" y="1026477"/>
                  <a:pt x="1242887" y="1012883"/>
                  <a:pt x="1259656" y="1012883"/>
                </a:cubicBezTo>
                <a:close/>
                <a:moveTo>
                  <a:pt x="1187102" y="1012883"/>
                </a:moveTo>
                <a:cubicBezTo>
                  <a:pt x="1203871" y="1012883"/>
                  <a:pt x="1217465" y="1026477"/>
                  <a:pt x="1217465" y="1043246"/>
                </a:cubicBezTo>
                <a:cubicBezTo>
                  <a:pt x="1217465" y="1060016"/>
                  <a:pt x="1203871" y="1073610"/>
                  <a:pt x="1187102" y="1073610"/>
                </a:cubicBezTo>
                <a:cubicBezTo>
                  <a:pt x="1170332" y="1073610"/>
                  <a:pt x="1156738" y="1060016"/>
                  <a:pt x="1156738" y="1043246"/>
                </a:cubicBezTo>
                <a:cubicBezTo>
                  <a:pt x="1156738" y="1026477"/>
                  <a:pt x="1170332" y="1012883"/>
                  <a:pt x="1187102" y="1012883"/>
                </a:cubicBezTo>
                <a:close/>
                <a:moveTo>
                  <a:pt x="1114547" y="1012883"/>
                </a:moveTo>
                <a:cubicBezTo>
                  <a:pt x="1131317" y="1012883"/>
                  <a:pt x="1144911" y="1026477"/>
                  <a:pt x="1144911" y="1043246"/>
                </a:cubicBezTo>
                <a:cubicBezTo>
                  <a:pt x="1144911" y="1060016"/>
                  <a:pt x="1131317" y="1073610"/>
                  <a:pt x="1114547" y="1073610"/>
                </a:cubicBezTo>
                <a:cubicBezTo>
                  <a:pt x="1097778" y="1073610"/>
                  <a:pt x="1084184" y="1060016"/>
                  <a:pt x="1084184" y="1043246"/>
                </a:cubicBezTo>
                <a:cubicBezTo>
                  <a:pt x="1084184" y="1026477"/>
                  <a:pt x="1097778" y="1012883"/>
                  <a:pt x="1114547" y="1012883"/>
                </a:cubicBezTo>
                <a:close/>
                <a:moveTo>
                  <a:pt x="1041993" y="1012883"/>
                </a:moveTo>
                <a:cubicBezTo>
                  <a:pt x="1058762" y="1012883"/>
                  <a:pt x="1072356" y="1026477"/>
                  <a:pt x="1072356" y="1043246"/>
                </a:cubicBezTo>
                <a:cubicBezTo>
                  <a:pt x="1072356" y="1060016"/>
                  <a:pt x="1058762" y="1073610"/>
                  <a:pt x="1041993" y="1073610"/>
                </a:cubicBezTo>
                <a:cubicBezTo>
                  <a:pt x="1025223" y="1073610"/>
                  <a:pt x="1011629" y="1060016"/>
                  <a:pt x="1011629" y="1043246"/>
                </a:cubicBezTo>
                <a:cubicBezTo>
                  <a:pt x="1011629" y="1026477"/>
                  <a:pt x="1025223" y="1012883"/>
                  <a:pt x="1041993" y="1012883"/>
                </a:cubicBezTo>
                <a:close/>
                <a:moveTo>
                  <a:pt x="969438" y="1012883"/>
                </a:moveTo>
                <a:cubicBezTo>
                  <a:pt x="986208" y="1012883"/>
                  <a:pt x="999801" y="1026477"/>
                  <a:pt x="999801" y="1043246"/>
                </a:cubicBezTo>
                <a:cubicBezTo>
                  <a:pt x="999801" y="1060016"/>
                  <a:pt x="986208" y="1073610"/>
                  <a:pt x="969438" y="1073610"/>
                </a:cubicBezTo>
                <a:cubicBezTo>
                  <a:pt x="952669" y="1073610"/>
                  <a:pt x="939075" y="1060016"/>
                  <a:pt x="939075" y="1043246"/>
                </a:cubicBezTo>
                <a:cubicBezTo>
                  <a:pt x="939075" y="1026477"/>
                  <a:pt x="952669" y="1012883"/>
                  <a:pt x="969438" y="1012883"/>
                </a:cubicBezTo>
                <a:close/>
                <a:moveTo>
                  <a:pt x="896883" y="1012883"/>
                </a:moveTo>
                <a:cubicBezTo>
                  <a:pt x="913653" y="1012883"/>
                  <a:pt x="927247" y="1026477"/>
                  <a:pt x="927247" y="1043246"/>
                </a:cubicBezTo>
                <a:cubicBezTo>
                  <a:pt x="927247" y="1060016"/>
                  <a:pt x="913653" y="1073610"/>
                  <a:pt x="896883" y="1073610"/>
                </a:cubicBezTo>
                <a:cubicBezTo>
                  <a:pt x="880114" y="1073610"/>
                  <a:pt x="866520" y="1060016"/>
                  <a:pt x="866520" y="1043246"/>
                </a:cubicBezTo>
                <a:cubicBezTo>
                  <a:pt x="866520" y="1026477"/>
                  <a:pt x="880114" y="1012883"/>
                  <a:pt x="896883" y="1012883"/>
                </a:cubicBezTo>
                <a:close/>
                <a:moveTo>
                  <a:pt x="824329" y="1012883"/>
                </a:moveTo>
                <a:cubicBezTo>
                  <a:pt x="841098" y="1012883"/>
                  <a:pt x="854692" y="1026477"/>
                  <a:pt x="854692" y="1043246"/>
                </a:cubicBezTo>
                <a:cubicBezTo>
                  <a:pt x="854692" y="1060016"/>
                  <a:pt x="841098" y="1073610"/>
                  <a:pt x="824329" y="1073610"/>
                </a:cubicBezTo>
                <a:cubicBezTo>
                  <a:pt x="807559" y="1073610"/>
                  <a:pt x="793965" y="1060016"/>
                  <a:pt x="793965" y="1043246"/>
                </a:cubicBezTo>
                <a:cubicBezTo>
                  <a:pt x="793965" y="1026477"/>
                  <a:pt x="807559" y="1012883"/>
                  <a:pt x="824329" y="1012883"/>
                </a:cubicBezTo>
                <a:close/>
                <a:moveTo>
                  <a:pt x="751774" y="1012883"/>
                </a:moveTo>
                <a:cubicBezTo>
                  <a:pt x="768544" y="1012883"/>
                  <a:pt x="782138" y="1026477"/>
                  <a:pt x="782138" y="1043246"/>
                </a:cubicBezTo>
                <a:cubicBezTo>
                  <a:pt x="782138" y="1060016"/>
                  <a:pt x="768544" y="1073610"/>
                  <a:pt x="751774" y="1073610"/>
                </a:cubicBezTo>
                <a:cubicBezTo>
                  <a:pt x="735005" y="1073610"/>
                  <a:pt x="721411" y="1060016"/>
                  <a:pt x="721411" y="1043246"/>
                </a:cubicBezTo>
                <a:cubicBezTo>
                  <a:pt x="721411" y="1026477"/>
                  <a:pt x="735005" y="1012883"/>
                  <a:pt x="751774" y="1012883"/>
                </a:cubicBezTo>
                <a:close/>
                <a:moveTo>
                  <a:pt x="679220" y="1012883"/>
                </a:moveTo>
                <a:cubicBezTo>
                  <a:pt x="695989" y="1012883"/>
                  <a:pt x="709583" y="1026477"/>
                  <a:pt x="709583" y="1043246"/>
                </a:cubicBezTo>
                <a:cubicBezTo>
                  <a:pt x="709583" y="1060016"/>
                  <a:pt x="695989" y="1073610"/>
                  <a:pt x="679220" y="1073610"/>
                </a:cubicBezTo>
                <a:cubicBezTo>
                  <a:pt x="662450" y="1073610"/>
                  <a:pt x="648856" y="1060016"/>
                  <a:pt x="648856" y="1043246"/>
                </a:cubicBezTo>
                <a:cubicBezTo>
                  <a:pt x="648856" y="1026477"/>
                  <a:pt x="662450" y="1012883"/>
                  <a:pt x="679220" y="1012883"/>
                </a:cubicBezTo>
                <a:close/>
                <a:moveTo>
                  <a:pt x="606665" y="1012883"/>
                </a:moveTo>
                <a:cubicBezTo>
                  <a:pt x="623435" y="1012883"/>
                  <a:pt x="637029" y="1026477"/>
                  <a:pt x="637029" y="1043246"/>
                </a:cubicBezTo>
                <a:cubicBezTo>
                  <a:pt x="637029" y="1060016"/>
                  <a:pt x="623435" y="1073610"/>
                  <a:pt x="606665" y="1073610"/>
                </a:cubicBezTo>
                <a:cubicBezTo>
                  <a:pt x="589896" y="1073610"/>
                  <a:pt x="576302" y="1060016"/>
                  <a:pt x="576302" y="1043246"/>
                </a:cubicBezTo>
                <a:cubicBezTo>
                  <a:pt x="576302" y="1026477"/>
                  <a:pt x="589896" y="1012883"/>
                  <a:pt x="606665" y="1012883"/>
                </a:cubicBezTo>
                <a:close/>
                <a:moveTo>
                  <a:pt x="534111" y="1012883"/>
                </a:moveTo>
                <a:cubicBezTo>
                  <a:pt x="550880" y="1012883"/>
                  <a:pt x="564474" y="1026477"/>
                  <a:pt x="564474" y="1043246"/>
                </a:cubicBezTo>
                <a:cubicBezTo>
                  <a:pt x="564474" y="1060016"/>
                  <a:pt x="550880" y="1073610"/>
                  <a:pt x="534111" y="1073610"/>
                </a:cubicBezTo>
                <a:cubicBezTo>
                  <a:pt x="517341" y="1073610"/>
                  <a:pt x="503747" y="1060016"/>
                  <a:pt x="503747" y="1043246"/>
                </a:cubicBezTo>
                <a:cubicBezTo>
                  <a:pt x="503747" y="1026477"/>
                  <a:pt x="517341" y="1012883"/>
                  <a:pt x="534111" y="1012883"/>
                </a:cubicBezTo>
                <a:close/>
                <a:moveTo>
                  <a:pt x="461556" y="1012883"/>
                </a:moveTo>
                <a:cubicBezTo>
                  <a:pt x="478326" y="1012883"/>
                  <a:pt x="491920" y="1026477"/>
                  <a:pt x="491920" y="1043246"/>
                </a:cubicBezTo>
                <a:cubicBezTo>
                  <a:pt x="491920" y="1060016"/>
                  <a:pt x="478326" y="1073610"/>
                  <a:pt x="461556" y="1073610"/>
                </a:cubicBezTo>
                <a:cubicBezTo>
                  <a:pt x="444787" y="1073610"/>
                  <a:pt x="431192" y="1060016"/>
                  <a:pt x="431192" y="1043246"/>
                </a:cubicBezTo>
                <a:cubicBezTo>
                  <a:pt x="431192" y="1026477"/>
                  <a:pt x="444787" y="1012883"/>
                  <a:pt x="461556" y="1012883"/>
                </a:cubicBezTo>
                <a:close/>
                <a:moveTo>
                  <a:pt x="389002" y="1012883"/>
                </a:moveTo>
                <a:cubicBezTo>
                  <a:pt x="405771" y="1012883"/>
                  <a:pt x="419365" y="1026477"/>
                  <a:pt x="419365" y="1043246"/>
                </a:cubicBezTo>
                <a:cubicBezTo>
                  <a:pt x="419365" y="1060016"/>
                  <a:pt x="405771" y="1073610"/>
                  <a:pt x="389002" y="1073610"/>
                </a:cubicBezTo>
                <a:cubicBezTo>
                  <a:pt x="372232" y="1073610"/>
                  <a:pt x="358638" y="1060016"/>
                  <a:pt x="358638" y="1043246"/>
                </a:cubicBezTo>
                <a:cubicBezTo>
                  <a:pt x="358638" y="1026477"/>
                  <a:pt x="372232" y="1012883"/>
                  <a:pt x="389002" y="1012883"/>
                </a:cubicBezTo>
                <a:close/>
                <a:moveTo>
                  <a:pt x="316447" y="1012883"/>
                </a:moveTo>
                <a:cubicBezTo>
                  <a:pt x="333216" y="1012883"/>
                  <a:pt x="346810" y="1026477"/>
                  <a:pt x="346810" y="1043246"/>
                </a:cubicBezTo>
                <a:cubicBezTo>
                  <a:pt x="346810" y="1060016"/>
                  <a:pt x="333216" y="1073610"/>
                  <a:pt x="316447" y="1073610"/>
                </a:cubicBezTo>
                <a:cubicBezTo>
                  <a:pt x="299677" y="1073610"/>
                  <a:pt x="286084" y="1060016"/>
                  <a:pt x="286084" y="1043246"/>
                </a:cubicBezTo>
                <a:cubicBezTo>
                  <a:pt x="286084" y="1026477"/>
                  <a:pt x="299677" y="1012883"/>
                  <a:pt x="316447" y="1012883"/>
                </a:cubicBezTo>
                <a:close/>
                <a:moveTo>
                  <a:pt x="243892" y="1012883"/>
                </a:moveTo>
                <a:cubicBezTo>
                  <a:pt x="260662" y="1012883"/>
                  <a:pt x="274256" y="1026477"/>
                  <a:pt x="274256" y="1043246"/>
                </a:cubicBezTo>
                <a:cubicBezTo>
                  <a:pt x="274256" y="1060016"/>
                  <a:pt x="260662" y="1073610"/>
                  <a:pt x="243892" y="1073610"/>
                </a:cubicBezTo>
                <a:cubicBezTo>
                  <a:pt x="227123" y="1073610"/>
                  <a:pt x="213529" y="1060016"/>
                  <a:pt x="213529" y="1043246"/>
                </a:cubicBezTo>
                <a:cubicBezTo>
                  <a:pt x="213529" y="1026477"/>
                  <a:pt x="227123" y="1012883"/>
                  <a:pt x="243892" y="1012883"/>
                </a:cubicBezTo>
                <a:close/>
                <a:moveTo>
                  <a:pt x="171339" y="1012883"/>
                </a:moveTo>
                <a:cubicBezTo>
                  <a:pt x="188107" y="1012883"/>
                  <a:pt x="201701" y="1026477"/>
                  <a:pt x="201701" y="1043246"/>
                </a:cubicBezTo>
                <a:cubicBezTo>
                  <a:pt x="201701" y="1060016"/>
                  <a:pt x="188107" y="1073610"/>
                  <a:pt x="171339" y="1073610"/>
                </a:cubicBezTo>
                <a:cubicBezTo>
                  <a:pt x="154639" y="1073610"/>
                  <a:pt x="141045" y="1060016"/>
                  <a:pt x="141045" y="1043246"/>
                </a:cubicBezTo>
                <a:cubicBezTo>
                  <a:pt x="141045" y="1026477"/>
                  <a:pt x="154639" y="1012883"/>
                  <a:pt x="171339" y="1012883"/>
                </a:cubicBezTo>
                <a:close/>
                <a:moveTo>
                  <a:pt x="98865" y="1012883"/>
                </a:moveTo>
                <a:cubicBezTo>
                  <a:pt x="115628" y="1012883"/>
                  <a:pt x="129222" y="1026477"/>
                  <a:pt x="129222" y="1043246"/>
                </a:cubicBezTo>
                <a:cubicBezTo>
                  <a:pt x="129222" y="1060016"/>
                  <a:pt x="115628" y="1073610"/>
                  <a:pt x="98865" y="1073610"/>
                </a:cubicBezTo>
                <a:cubicBezTo>
                  <a:pt x="82093" y="1073610"/>
                  <a:pt x="68498" y="1060016"/>
                  <a:pt x="68498" y="1043246"/>
                </a:cubicBezTo>
                <a:cubicBezTo>
                  <a:pt x="68498" y="1026477"/>
                  <a:pt x="82093" y="1012883"/>
                  <a:pt x="98865" y="1012883"/>
                </a:cubicBezTo>
                <a:close/>
                <a:moveTo>
                  <a:pt x="26309" y="1012883"/>
                </a:moveTo>
                <a:cubicBezTo>
                  <a:pt x="43075" y="1012883"/>
                  <a:pt x="56670" y="1026477"/>
                  <a:pt x="56670" y="1043246"/>
                </a:cubicBezTo>
                <a:cubicBezTo>
                  <a:pt x="56670" y="1060016"/>
                  <a:pt x="43075" y="1073610"/>
                  <a:pt x="26309" y="1073610"/>
                </a:cubicBezTo>
                <a:cubicBezTo>
                  <a:pt x="17924" y="1073610"/>
                  <a:pt x="10333" y="1070212"/>
                  <a:pt x="4838" y="1064717"/>
                </a:cubicBezTo>
                <a:lnTo>
                  <a:pt x="0" y="1053036"/>
                </a:lnTo>
                <a:lnTo>
                  <a:pt x="0" y="1033457"/>
                </a:lnTo>
                <a:lnTo>
                  <a:pt x="4838" y="1021776"/>
                </a:lnTo>
                <a:cubicBezTo>
                  <a:pt x="10333" y="1016282"/>
                  <a:pt x="17924" y="1012883"/>
                  <a:pt x="26309" y="1012883"/>
                </a:cubicBezTo>
                <a:close/>
                <a:moveTo>
                  <a:pt x="1549874" y="932431"/>
                </a:moveTo>
                <a:cubicBezTo>
                  <a:pt x="1558259" y="932431"/>
                  <a:pt x="1565850" y="935830"/>
                  <a:pt x="1571345" y="941324"/>
                </a:cubicBezTo>
                <a:lnTo>
                  <a:pt x="1577296" y="955693"/>
                </a:lnTo>
                <a:lnTo>
                  <a:pt x="1565363" y="988298"/>
                </a:lnTo>
                <a:lnTo>
                  <a:pt x="1561694" y="990772"/>
                </a:lnTo>
                <a:cubicBezTo>
                  <a:pt x="1558061" y="992309"/>
                  <a:pt x="1554067" y="993158"/>
                  <a:pt x="1549874" y="993158"/>
                </a:cubicBezTo>
                <a:cubicBezTo>
                  <a:pt x="1533105" y="993158"/>
                  <a:pt x="1519511" y="979564"/>
                  <a:pt x="1519511" y="962795"/>
                </a:cubicBezTo>
                <a:cubicBezTo>
                  <a:pt x="1519511" y="946025"/>
                  <a:pt x="1533105" y="932431"/>
                  <a:pt x="1549874" y="932431"/>
                </a:cubicBezTo>
                <a:close/>
                <a:moveTo>
                  <a:pt x="1477320" y="932431"/>
                </a:moveTo>
                <a:cubicBezTo>
                  <a:pt x="1494089" y="932431"/>
                  <a:pt x="1507683" y="946025"/>
                  <a:pt x="1507683" y="962795"/>
                </a:cubicBezTo>
                <a:cubicBezTo>
                  <a:pt x="1507683" y="979564"/>
                  <a:pt x="1494089" y="993158"/>
                  <a:pt x="1477320" y="993158"/>
                </a:cubicBezTo>
                <a:cubicBezTo>
                  <a:pt x="1460550" y="993158"/>
                  <a:pt x="1446956" y="979564"/>
                  <a:pt x="1446956" y="962795"/>
                </a:cubicBezTo>
                <a:cubicBezTo>
                  <a:pt x="1446956" y="946025"/>
                  <a:pt x="1460550" y="932431"/>
                  <a:pt x="1477320" y="932431"/>
                </a:cubicBezTo>
                <a:close/>
                <a:moveTo>
                  <a:pt x="1404765" y="932431"/>
                </a:moveTo>
                <a:cubicBezTo>
                  <a:pt x="1421535" y="932431"/>
                  <a:pt x="1435129" y="946025"/>
                  <a:pt x="1435129" y="962795"/>
                </a:cubicBezTo>
                <a:cubicBezTo>
                  <a:pt x="1435129" y="979564"/>
                  <a:pt x="1421535" y="993158"/>
                  <a:pt x="1404765" y="993158"/>
                </a:cubicBezTo>
                <a:cubicBezTo>
                  <a:pt x="1387996" y="993158"/>
                  <a:pt x="1374402" y="979564"/>
                  <a:pt x="1374402" y="962795"/>
                </a:cubicBezTo>
                <a:cubicBezTo>
                  <a:pt x="1374402" y="946025"/>
                  <a:pt x="1387996" y="932431"/>
                  <a:pt x="1404765" y="932431"/>
                </a:cubicBezTo>
                <a:close/>
                <a:moveTo>
                  <a:pt x="1332211" y="932431"/>
                </a:moveTo>
                <a:cubicBezTo>
                  <a:pt x="1348980" y="932431"/>
                  <a:pt x="1362574" y="946025"/>
                  <a:pt x="1362574" y="962795"/>
                </a:cubicBezTo>
                <a:cubicBezTo>
                  <a:pt x="1362574" y="979564"/>
                  <a:pt x="1348980" y="993158"/>
                  <a:pt x="1332211" y="993158"/>
                </a:cubicBezTo>
                <a:cubicBezTo>
                  <a:pt x="1315441" y="993158"/>
                  <a:pt x="1301847" y="979564"/>
                  <a:pt x="1301847" y="962795"/>
                </a:cubicBezTo>
                <a:cubicBezTo>
                  <a:pt x="1301847" y="946025"/>
                  <a:pt x="1315441" y="932431"/>
                  <a:pt x="1332211" y="932431"/>
                </a:cubicBezTo>
                <a:close/>
                <a:moveTo>
                  <a:pt x="1259656" y="932431"/>
                </a:moveTo>
                <a:cubicBezTo>
                  <a:pt x="1276426" y="932431"/>
                  <a:pt x="1290020" y="946025"/>
                  <a:pt x="1290020" y="962795"/>
                </a:cubicBezTo>
                <a:cubicBezTo>
                  <a:pt x="1290020" y="979564"/>
                  <a:pt x="1276426" y="993158"/>
                  <a:pt x="1259656" y="993158"/>
                </a:cubicBezTo>
                <a:cubicBezTo>
                  <a:pt x="1242887" y="993158"/>
                  <a:pt x="1229293" y="979564"/>
                  <a:pt x="1229293" y="962795"/>
                </a:cubicBezTo>
                <a:cubicBezTo>
                  <a:pt x="1229293" y="946025"/>
                  <a:pt x="1242887" y="932431"/>
                  <a:pt x="1259656" y="932431"/>
                </a:cubicBezTo>
                <a:close/>
                <a:moveTo>
                  <a:pt x="1187102" y="932431"/>
                </a:moveTo>
                <a:cubicBezTo>
                  <a:pt x="1203871" y="932431"/>
                  <a:pt x="1217465" y="946025"/>
                  <a:pt x="1217465" y="962795"/>
                </a:cubicBezTo>
                <a:cubicBezTo>
                  <a:pt x="1217465" y="979564"/>
                  <a:pt x="1203871" y="993158"/>
                  <a:pt x="1187102" y="993158"/>
                </a:cubicBezTo>
                <a:cubicBezTo>
                  <a:pt x="1170332" y="993158"/>
                  <a:pt x="1156738" y="979564"/>
                  <a:pt x="1156738" y="962795"/>
                </a:cubicBezTo>
                <a:cubicBezTo>
                  <a:pt x="1156738" y="946025"/>
                  <a:pt x="1170332" y="932431"/>
                  <a:pt x="1187102" y="932431"/>
                </a:cubicBezTo>
                <a:close/>
                <a:moveTo>
                  <a:pt x="1114547" y="932431"/>
                </a:moveTo>
                <a:cubicBezTo>
                  <a:pt x="1131317" y="932431"/>
                  <a:pt x="1144911" y="946025"/>
                  <a:pt x="1144911" y="962795"/>
                </a:cubicBezTo>
                <a:cubicBezTo>
                  <a:pt x="1144911" y="979564"/>
                  <a:pt x="1131317" y="993158"/>
                  <a:pt x="1114547" y="993158"/>
                </a:cubicBezTo>
                <a:cubicBezTo>
                  <a:pt x="1097778" y="993158"/>
                  <a:pt x="1084184" y="979564"/>
                  <a:pt x="1084184" y="962795"/>
                </a:cubicBezTo>
                <a:cubicBezTo>
                  <a:pt x="1084184" y="946025"/>
                  <a:pt x="1097778" y="932431"/>
                  <a:pt x="1114547" y="932431"/>
                </a:cubicBezTo>
                <a:close/>
                <a:moveTo>
                  <a:pt x="1041993" y="932431"/>
                </a:moveTo>
                <a:cubicBezTo>
                  <a:pt x="1058762" y="932431"/>
                  <a:pt x="1072356" y="946025"/>
                  <a:pt x="1072356" y="962795"/>
                </a:cubicBezTo>
                <a:cubicBezTo>
                  <a:pt x="1072356" y="979564"/>
                  <a:pt x="1058762" y="993158"/>
                  <a:pt x="1041993" y="993158"/>
                </a:cubicBezTo>
                <a:cubicBezTo>
                  <a:pt x="1025223" y="993158"/>
                  <a:pt x="1011629" y="979564"/>
                  <a:pt x="1011629" y="962795"/>
                </a:cubicBezTo>
                <a:cubicBezTo>
                  <a:pt x="1011629" y="946025"/>
                  <a:pt x="1025223" y="932431"/>
                  <a:pt x="1041993" y="932431"/>
                </a:cubicBezTo>
                <a:close/>
                <a:moveTo>
                  <a:pt x="969438" y="932431"/>
                </a:moveTo>
                <a:cubicBezTo>
                  <a:pt x="986208" y="932431"/>
                  <a:pt x="999801" y="946025"/>
                  <a:pt x="999801" y="962795"/>
                </a:cubicBezTo>
                <a:cubicBezTo>
                  <a:pt x="999801" y="979564"/>
                  <a:pt x="986208" y="993158"/>
                  <a:pt x="969438" y="993158"/>
                </a:cubicBezTo>
                <a:cubicBezTo>
                  <a:pt x="952669" y="993158"/>
                  <a:pt x="939075" y="979564"/>
                  <a:pt x="939075" y="962795"/>
                </a:cubicBezTo>
                <a:cubicBezTo>
                  <a:pt x="939075" y="946025"/>
                  <a:pt x="952669" y="932431"/>
                  <a:pt x="969438" y="932431"/>
                </a:cubicBezTo>
                <a:close/>
                <a:moveTo>
                  <a:pt x="896883" y="932431"/>
                </a:moveTo>
                <a:cubicBezTo>
                  <a:pt x="913653" y="932431"/>
                  <a:pt x="927247" y="946025"/>
                  <a:pt x="927247" y="962795"/>
                </a:cubicBezTo>
                <a:cubicBezTo>
                  <a:pt x="927247" y="979564"/>
                  <a:pt x="913653" y="993158"/>
                  <a:pt x="896883" y="993158"/>
                </a:cubicBezTo>
                <a:cubicBezTo>
                  <a:pt x="880114" y="993158"/>
                  <a:pt x="866520" y="979564"/>
                  <a:pt x="866520" y="962795"/>
                </a:cubicBezTo>
                <a:cubicBezTo>
                  <a:pt x="866520" y="946025"/>
                  <a:pt x="880114" y="932431"/>
                  <a:pt x="896883" y="932431"/>
                </a:cubicBezTo>
                <a:close/>
                <a:moveTo>
                  <a:pt x="824329" y="932431"/>
                </a:moveTo>
                <a:cubicBezTo>
                  <a:pt x="841098" y="932431"/>
                  <a:pt x="854692" y="946025"/>
                  <a:pt x="854692" y="962795"/>
                </a:cubicBezTo>
                <a:cubicBezTo>
                  <a:pt x="854692" y="979564"/>
                  <a:pt x="841098" y="993158"/>
                  <a:pt x="824329" y="993158"/>
                </a:cubicBezTo>
                <a:cubicBezTo>
                  <a:pt x="807559" y="993158"/>
                  <a:pt x="793965" y="979564"/>
                  <a:pt x="793965" y="962795"/>
                </a:cubicBezTo>
                <a:cubicBezTo>
                  <a:pt x="793965" y="946025"/>
                  <a:pt x="807559" y="932431"/>
                  <a:pt x="824329" y="932431"/>
                </a:cubicBezTo>
                <a:close/>
                <a:moveTo>
                  <a:pt x="751774" y="932431"/>
                </a:moveTo>
                <a:cubicBezTo>
                  <a:pt x="768544" y="932431"/>
                  <a:pt x="782138" y="946025"/>
                  <a:pt x="782138" y="962795"/>
                </a:cubicBezTo>
                <a:cubicBezTo>
                  <a:pt x="782138" y="979564"/>
                  <a:pt x="768544" y="993158"/>
                  <a:pt x="751774" y="993158"/>
                </a:cubicBezTo>
                <a:cubicBezTo>
                  <a:pt x="735005" y="993158"/>
                  <a:pt x="721411" y="979564"/>
                  <a:pt x="721411" y="962795"/>
                </a:cubicBezTo>
                <a:cubicBezTo>
                  <a:pt x="721411" y="946025"/>
                  <a:pt x="735005" y="932431"/>
                  <a:pt x="751774" y="932431"/>
                </a:cubicBezTo>
                <a:close/>
                <a:moveTo>
                  <a:pt x="679220" y="932431"/>
                </a:moveTo>
                <a:cubicBezTo>
                  <a:pt x="695989" y="932431"/>
                  <a:pt x="709583" y="946025"/>
                  <a:pt x="709583" y="962795"/>
                </a:cubicBezTo>
                <a:cubicBezTo>
                  <a:pt x="709583" y="979564"/>
                  <a:pt x="695989" y="993158"/>
                  <a:pt x="679220" y="993158"/>
                </a:cubicBezTo>
                <a:cubicBezTo>
                  <a:pt x="662450" y="993158"/>
                  <a:pt x="648856" y="979564"/>
                  <a:pt x="648856" y="962795"/>
                </a:cubicBezTo>
                <a:cubicBezTo>
                  <a:pt x="648856" y="946025"/>
                  <a:pt x="662450" y="932431"/>
                  <a:pt x="679220" y="932431"/>
                </a:cubicBezTo>
                <a:close/>
                <a:moveTo>
                  <a:pt x="606665" y="932431"/>
                </a:moveTo>
                <a:cubicBezTo>
                  <a:pt x="623435" y="932431"/>
                  <a:pt x="637029" y="946025"/>
                  <a:pt x="637029" y="962795"/>
                </a:cubicBezTo>
                <a:cubicBezTo>
                  <a:pt x="637029" y="979564"/>
                  <a:pt x="623435" y="993158"/>
                  <a:pt x="606665" y="993158"/>
                </a:cubicBezTo>
                <a:cubicBezTo>
                  <a:pt x="589896" y="993158"/>
                  <a:pt x="576302" y="979564"/>
                  <a:pt x="576302" y="962795"/>
                </a:cubicBezTo>
                <a:cubicBezTo>
                  <a:pt x="576302" y="946025"/>
                  <a:pt x="589896" y="932431"/>
                  <a:pt x="606665" y="932431"/>
                </a:cubicBezTo>
                <a:close/>
                <a:moveTo>
                  <a:pt x="534111" y="932431"/>
                </a:moveTo>
                <a:cubicBezTo>
                  <a:pt x="550880" y="932431"/>
                  <a:pt x="564474" y="946025"/>
                  <a:pt x="564474" y="962795"/>
                </a:cubicBezTo>
                <a:cubicBezTo>
                  <a:pt x="564474" y="979564"/>
                  <a:pt x="550880" y="993158"/>
                  <a:pt x="534111" y="993158"/>
                </a:cubicBezTo>
                <a:cubicBezTo>
                  <a:pt x="517341" y="993158"/>
                  <a:pt x="503747" y="979564"/>
                  <a:pt x="503747" y="962795"/>
                </a:cubicBezTo>
                <a:cubicBezTo>
                  <a:pt x="503747" y="946025"/>
                  <a:pt x="517341" y="932431"/>
                  <a:pt x="534111" y="932431"/>
                </a:cubicBezTo>
                <a:close/>
                <a:moveTo>
                  <a:pt x="461556" y="932431"/>
                </a:moveTo>
                <a:cubicBezTo>
                  <a:pt x="478326" y="932431"/>
                  <a:pt x="491920" y="946025"/>
                  <a:pt x="491920" y="962795"/>
                </a:cubicBezTo>
                <a:cubicBezTo>
                  <a:pt x="491920" y="979564"/>
                  <a:pt x="478326" y="993158"/>
                  <a:pt x="461556" y="993158"/>
                </a:cubicBezTo>
                <a:cubicBezTo>
                  <a:pt x="444787" y="993158"/>
                  <a:pt x="431192" y="979564"/>
                  <a:pt x="431192" y="962795"/>
                </a:cubicBezTo>
                <a:cubicBezTo>
                  <a:pt x="431192" y="946025"/>
                  <a:pt x="444787" y="932431"/>
                  <a:pt x="461556" y="932431"/>
                </a:cubicBezTo>
                <a:close/>
                <a:moveTo>
                  <a:pt x="389002" y="932431"/>
                </a:moveTo>
                <a:cubicBezTo>
                  <a:pt x="405771" y="932431"/>
                  <a:pt x="419365" y="946025"/>
                  <a:pt x="419365" y="962795"/>
                </a:cubicBezTo>
                <a:cubicBezTo>
                  <a:pt x="419365" y="979564"/>
                  <a:pt x="405771" y="993158"/>
                  <a:pt x="389002" y="993158"/>
                </a:cubicBezTo>
                <a:cubicBezTo>
                  <a:pt x="372232" y="993158"/>
                  <a:pt x="358638" y="979564"/>
                  <a:pt x="358638" y="962795"/>
                </a:cubicBezTo>
                <a:cubicBezTo>
                  <a:pt x="358638" y="946025"/>
                  <a:pt x="372232" y="932431"/>
                  <a:pt x="389002" y="932431"/>
                </a:cubicBezTo>
                <a:close/>
                <a:moveTo>
                  <a:pt x="316447" y="932431"/>
                </a:moveTo>
                <a:cubicBezTo>
                  <a:pt x="333216" y="932431"/>
                  <a:pt x="346810" y="946025"/>
                  <a:pt x="346810" y="962795"/>
                </a:cubicBezTo>
                <a:cubicBezTo>
                  <a:pt x="346810" y="979564"/>
                  <a:pt x="333216" y="993158"/>
                  <a:pt x="316447" y="993158"/>
                </a:cubicBezTo>
                <a:cubicBezTo>
                  <a:pt x="299677" y="993158"/>
                  <a:pt x="286084" y="979564"/>
                  <a:pt x="286084" y="962795"/>
                </a:cubicBezTo>
                <a:cubicBezTo>
                  <a:pt x="286084" y="946025"/>
                  <a:pt x="299677" y="932431"/>
                  <a:pt x="316447" y="932431"/>
                </a:cubicBezTo>
                <a:close/>
                <a:moveTo>
                  <a:pt x="243892" y="932431"/>
                </a:moveTo>
                <a:cubicBezTo>
                  <a:pt x="260662" y="932431"/>
                  <a:pt x="274256" y="946025"/>
                  <a:pt x="274256" y="962795"/>
                </a:cubicBezTo>
                <a:cubicBezTo>
                  <a:pt x="274256" y="979564"/>
                  <a:pt x="260662" y="993158"/>
                  <a:pt x="243892" y="993158"/>
                </a:cubicBezTo>
                <a:cubicBezTo>
                  <a:pt x="227123" y="993158"/>
                  <a:pt x="213529" y="979564"/>
                  <a:pt x="213529" y="962795"/>
                </a:cubicBezTo>
                <a:cubicBezTo>
                  <a:pt x="213529" y="946025"/>
                  <a:pt x="227123" y="932431"/>
                  <a:pt x="243892" y="932431"/>
                </a:cubicBezTo>
                <a:close/>
                <a:moveTo>
                  <a:pt x="171339" y="932431"/>
                </a:moveTo>
                <a:cubicBezTo>
                  <a:pt x="188107" y="932431"/>
                  <a:pt x="201701" y="946025"/>
                  <a:pt x="201701" y="962795"/>
                </a:cubicBezTo>
                <a:cubicBezTo>
                  <a:pt x="201701" y="979564"/>
                  <a:pt x="188107" y="993158"/>
                  <a:pt x="171339" y="993158"/>
                </a:cubicBezTo>
                <a:cubicBezTo>
                  <a:pt x="154645" y="993158"/>
                  <a:pt x="141051" y="979564"/>
                  <a:pt x="141051" y="962795"/>
                </a:cubicBezTo>
                <a:cubicBezTo>
                  <a:pt x="141051" y="946025"/>
                  <a:pt x="154645" y="932431"/>
                  <a:pt x="171339" y="932431"/>
                </a:cubicBezTo>
                <a:close/>
                <a:moveTo>
                  <a:pt x="98870" y="932431"/>
                </a:moveTo>
                <a:cubicBezTo>
                  <a:pt x="115634" y="932431"/>
                  <a:pt x="129228" y="946025"/>
                  <a:pt x="129228" y="962795"/>
                </a:cubicBezTo>
                <a:cubicBezTo>
                  <a:pt x="129228" y="979564"/>
                  <a:pt x="115634" y="993158"/>
                  <a:pt x="98870" y="993158"/>
                </a:cubicBezTo>
                <a:cubicBezTo>
                  <a:pt x="82099" y="993158"/>
                  <a:pt x="68505" y="979564"/>
                  <a:pt x="68505" y="962795"/>
                </a:cubicBezTo>
                <a:cubicBezTo>
                  <a:pt x="68505" y="946025"/>
                  <a:pt x="82099" y="932431"/>
                  <a:pt x="98870" y="932431"/>
                </a:cubicBezTo>
                <a:close/>
                <a:moveTo>
                  <a:pt x="26316" y="932431"/>
                </a:moveTo>
                <a:cubicBezTo>
                  <a:pt x="43081" y="932431"/>
                  <a:pt x="56676" y="946025"/>
                  <a:pt x="56676" y="962795"/>
                </a:cubicBezTo>
                <a:cubicBezTo>
                  <a:pt x="56676" y="979564"/>
                  <a:pt x="43081" y="993158"/>
                  <a:pt x="26316" y="993158"/>
                </a:cubicBezTo>
                <a:cubicBezTo>
                  <a:pt x="17931" y="993158"/>
                  <a:pt x="10340" y="989760"/>
                  <a:pt x="4845" y="984265"/>
                </a:cubicBezTo>
                <a:lnTo>
                  <a:pt x="0" y="972570"/>
                </a:lnTo>
                <a:lnTo>
                  <a:pt x="0" y="953020"/>
                </a:lnTo>
                <a:lnTo>
                  <a:pt x="4845" y="941324"/>
                </a:lnTo>
                <a:cubicBezTo>
                  <a:pt x="10340" y="935830"/>
                  <a:pt x="17931" y="932431"/>
                  <a:pt x="26316" y="932431"/>
                </a:cubicBezTo>
                <a:close/>
                <a:moveTo>
                  <a:pt x="1612513" y="853981"/>
                </a:moveTo>
                <a:lnTo>
                  <a:pt x="1607766" y="872445"/>
                </a:lnTo>
                <a:lnTo>
                  <a:pt x="1598477" y="897823"/>
                </a:lnTo>
                <a:lnTo>
                  <a:pt x="1592066" y="882343"/>
                </a:lnTo>
                <a:cubicBezTo>
                  <a:pt x="1592066" y="869766"/>
                  <a:pt x="1599712" y="858975"/>
                  <a:pt x="1610610" y="854366"/>
                </a:cubicBezTo>
                <a:close/>
                <a:moveTo>
                  <a:pt x="1549874" y="851979"/>
                </a:moveTo>
                <a:cubicBezTo>
                  <a:pt x="1566644" y="851979"/>
                  <a:pt x="1580238" y="865573"/>
                  <a:pt x="1580238" y="882343"/>
                </a:cubicBezTo>
                <a:cubicBezTo>
                  <a:pt x="1580238" y="899112"/>
                  <a:pt x="1566644" y="912706"/>
                  <a:pt x="1549874" y="912706"/>
                </a:cubicBezTo>
                <a:cubicBezTo>
                  <a:pt x="1533105" y="912706"/>
                  <a:pt x="1519511" y="899112"/>
                  <a:pt x="1519511" y="882343"/>
                </a:cubicBezTo>
                <a:cubicBezTo>
                  <a:pt x="1519511" y="865573"/>
                  <a:pt x="1533105" y="851979"/>
                  <a:pt x="1549874" y="851979"/>
                </a:cubicBezTo>
                <a:close/>
                <a:moveTo>
                  <a:pt x="1477320" y="851979"/>
                </a:moveTo>
                <a:cubicBezTo>
                  <a:pt x="1494089" y="851979"/>
                  <a:pt x="1507683" y="865573"/>
                  <a:pt x="1507683" y="882343"/>
                </a:cubicBezTo>
                <a:cubicBezTo>
                  <a:pt x="1507683" y="899112"/>
                  <a:pt x="1494089" y="912706"/>
                  <a:pt x="1477320" y="912706"/>
                </a:cubicBezTo>
                <a:cubicBezTo>
                  <a:pt x="1460550" y="912706"/>
                  <a:pt x="1446956" y="899112"/>
                  <a:pt x="1446956" y="882343"/>
                </a:cubicBezTo>
                <a:cubicBezTo>
                  <a:pt x="1446956" y="865573"/>
                  <a:pt x="1460550" y="851979"/>
                  <a:pt x="1477320" y="851979"/>
                </a:cubicBezTo>
                <a:close/>
                <a:moveTo>
                  <a:pt x="1404765" y="851979"/>
                </a:moveTo>
                <a:cubicBezTo>
                  <a:pt x="1421535" y="851979"/>
                  <a:pt x="1435129" y="865573"/>
                  <a:pt x="1435129" y="882343"/>
                </a:cubicBezTo>
                <a:cubicBezTo>
                  <a:pt x="1435129" y="899112"/>
                  <a:pt x="1421535" y="912706"/>
                  <a:pt x="1404765" y="912706"/>
                </a:cubicBezTo>
                <a:cubicBezTo>
                  <a:pt x="1387996" y="912706"/>
                  <a:pt x="1374402" y="899112"/>
                  <a:pt x="1374402" y="882343"/>
                </a:cubicBezTo>
                <a:cubicBezTo>
                  <a:pt x="1374402" y="865573"/>
                  <a:pt x="1387996" y="851979"/>
                  <a:pt x="1404765" y="851979"/>
                </a:cubicBezTo>
                <a:close/>
                <a:moveTo>
                  <a:pt x="1332211" y="851979"/>
                </a:moveTo>
                <a:cubicBezTo>
                  <a:pt x="1348980" y="851979"/>
                  <a:pt x="1362574" y="865573"/>
                  <a:pt x="1362574" y="882343"/>
                </a:cubicBezTo>
                <a:cubicBezTo>
                  <a:pt x="1362574" y="899112"/>
                  <a:pt x="1348980" y="912706"/>
                  <a:pt x="1332211" y="912706"/>
                </a:cubicBezTo>
                <a:cubicBezTo>
                  <a:pt x="1315441" y="912706"/>
                  <a:pt x="1301847" y="899112"/>
                  <a:pt x="1301847" y="882343"/>
                </a:cubicBezTo>
                <a:cubicBezTo>
                  <a:pt x="1301847" y="865573"/>
                  <a:pt x="1315441" y="851979"/>
                  <a:pt x="1332211" y="851979"/>
                </a:cubicBezTo>
                <a:close/>
                <a:moveTo>
                  <a:pt x="1259656" y="851979"/>
                </a:moveTo>
                <a:cubicBezTo>
                  <a:pt x="1276426" y="851979"/>
                  <a:pt x="1290020" y="865573"/>
                  <a:pt x="1290020" y="882343"/>
                </a:cubicBezTo>
                <a:cubicBezTo>
                  <a:pt x="1290020" y="899112"/>
                  <a:pt x="1276426" y="912706"/>
                  <a:pt x="1259656" y="912706"/>
                </a:cubicBezTo>
                <a:cubicBezTo>
                  <a:pt x="1242887" y="912706"/>
                  <a:pt x="1229293" y="899112"/>
                  <a:pt x="1229293" y="882343"/>
                </a:cubicBezTo>
                <a:cubicBezTo>
                  <a:pt x="1229293" y="865573"/>
                  <a:pt x="1242887" y="851979"/>
                  <a:pt x="1259656" y="851979"/>
                </a:cubicBezTo>
                <a:close/>
                <a:moveTo>
                  <a:pt x="1187102" y="851979"/>
                </a:moveTo>
                <a:cubicBezTo>
                  <a:pt x="1203871" y="851979"/>
                  <a:pt x="1217465" y="865573"/>
                  <a:pt x="1217465" y="882343"/>
                </a:cubicBezTo>
                <a:cubicBezTo>
                  <a:pt x="1217465" y="899112"/>
                  <a:pt x="1203871" y="912706"/>
                  <a:pt x="1187102" y="912706"/>
                </a:cubicBezTo>
                <a:cubicBezTo>
                  <a:pt x="1170332" y="912706"/>
                  <a:pt x="1156738" y="899112"/>
                  <a:pt x="1156738" y="882343"/>
                </a:cubicBezTo>
                <a:cubicBezTo>
                  <a:pt x="1156738" y="865573"/>
                  <a:pt x="1170332" y="851979"/>
                  <a:pt x="1187102" y="851979"/>
                </a:cubicBezTo>
                <a:close/>
                <a:moveTo>
                  <a:pt x="1114547" y="851979"/>
                </a:moveTo>
                <a:cubicBezTo>
                  <a:pt x="1131317" y="851979"/>
                  <a:pt x="1144911" y="865573"/>
                  <a:pt x="1144911" y="882343"/>
                </a:cubicBezTo>
                <a:cubicBezTo>
                  <a:pt x="1144911" y="899112"/>
                  <a:pt x="1131317" y="912706"/>
                  <a:pt x="1114547" y="912706"/>
                </a:cubicBezTo>
                <a:cubicBezTo>
                  <a:pt x="1097778" y="912706"/>
                  <a:pt x="1084184" y="899112"/>
                  <a:pt x="1084184" y="882343"/>
                </a:cubicBezTo>
                <a:cubicBezTo>
                  <a:pt x="1084184" y="865573"/>
                  <a:pt x="1097778" y="851979"/>
                  <a:pt x="1114547" y="851979"/>
                </a:cubicBezTo>
                <a:close/>
                <a:moveTo>
                  <a:pt x="1041993" y="851979"/>
                </a:moveTo>
                <a:cubicBezTo>
                  <a:pt x="1058762" y="851979"/>
                  <a:pt x="1072356" y="865573"/>
                  <a:pt x="1072356" y="882343"/>
                </a:cubicBezTo>
                <a:cubicBezTo>
                  <a:pt x="1072356" y="899112"/>
                  <a:pt x="1058762" y="912706"/>
                  <a:pt x="1041993" y="912706"/>
                </a:cubicBezTo>
                <a:cubicBezTo>
                  <a:pt x="1025223" y="912706"/>
                  <a:pt x="1011629" y="899112"/>
                  <a:pt x="1011629" y="882343"/>
                </a:cubicBezTo>
                <a:cubicBezTo>
                  <a:pt x="1011629" y="865573"/>
                  <a:pt x="1025223" y="851979"/>
                  <a:pt x="1041993" y="851979"/>
                </a:cubicBezTo>
                <a:close/>
                <a:moveTo>
                  <a:pt x="969438" y="851979"/>
                </a:moveTo>
                <a:cubicBezTo>
                  <a:pt x="986208" y="851979"/>
                  <a:pt x="999801" y="865573"/>
                  <a:pt x="999801" y="882343"/>
                </a:cubicBezTo>
                <a:cubicBezTo>
                  <a:pt x="999801" y="899112"/>
                  <a:pt x="986208" y="912706"/>
                  <a:pt x="969438" y="912706"/>
                </a:cubicBezTo>
                <a:cubicBezTo>
                  <a:pt x="952669" y="912706"/>
                  <a:pt x="939075" y="899112"/>
                  <a:pt x="939075" y="882343"/>
                </a:cubicBezTo>
                <a:cubicBezTo>
                  <a:pt x="939075" y="865573"/>
                  <a:pt x="952669" y="851979"/>
                  <a:pt x="969438" y="851979"/>
                </a:cubicBezTo>
                <a:close/>
                <a:moveTo>
                  <a:pt x="896883" y="851979"/>
                </a:moveTo>
                <a:cubicBezTo>
                  <a:pt x="913653" y="851979"/>
                  <a:pt x="927247" y="865573"/>
                  <a:pt x="927247" y="882343"/>
                </a:cubicBezTo>
                <a:cubicBezTo>
                  <a:pt x="927247" y="899112"/>
                  <a:pt x="913653" y="912706"/>
                  <a:pt x="896883" y="912706"/>
                </a:cubicBezTo>
                <a:cubicBezTo>
                  <a:pt x="880114" y="912706"/>
                  <a:pt x="866520" y="899112"/>
                  <a:pt x="866520" y="882343"/>
                </a:cubicBezTo>
                <a:cubicBezTo>
                  <a:pt x="866520" y="865573"/>
                  <a:pt x="880114" y="851979"/>
                  <a:pt x="896883" y="851979"/>
                </a:cubicBezTo>
                <a:close/>
                <a:moveTo>
                  <a:pt x="824329" y="851979"/>
                </a:moveTo>
                <a:cubicBezTo>
                  <a:pt x="841098" y="851979"/>
                  <a:pt x="854692" y="865573"/>
                  <a:pt x="854692" y="882343"/>
                </a:cubicBezTo>
                <a:cubicBezTo>
                  <a:pt x="854692" y="899112"/>
                  <a:pt x="841098" y="912706"/>
                  <a:pt x="824329" y="912706"/>
                </a:cubicBezTo>
                <a:cubicBezTo>
                  <a:pt x="807559" y="912706"/>
                  <a:pt x="793965" y="899112"/>
                  <a:pt x="793965" y="882343"/>
                </a:cubicBezTo>
                <a:cubicBezTo>
                  <a:pt x="793965" y="865573"/>
                  <a:pt x="807559" y="851979"/>
                  <a:pt x="824329" y="851979"/>
                </a:cubicBezTo>
                <a:close/>
                <a:moveTo>
                  <a:pt x="751774" y="851979"/>
                </a:moveTo>
                <a:cubicBezTo>
                  <a:pt x="768544" y="851979"/>
                  <a:pt x="782138" y="865573"/>
                  <a:pt x="782138" y="882343"/>
                </a:cubicBezTo>
                <a:cubicBezTo>
                  <a:pt x="782138" y="899112"/>
                  <a:pt x="768544" y="912706"/>
                  <a:pt x="751774" y="912706"/>
                </a:cubicBezTo>
                <a:cubicBezTo>
                  <a:pt x="735005" y="912706"/>
                  <a:pt x="721411" y="899112"/>
                  <a:pt x="721411" y="882343"/>
                </a:cubicBezTo>
                <a:cubicBezTo>
                  <a:pt x="721411" y="865573"/>
                  <a:pt x="735005" y="851979"/>
                  <a:pt x="751774" y="851979"/>
                </a:cubicBezTo>
                <a:close/>
                <a:moveTo>
                  <a:pt x="679220" y="851979"/>
                </a:moveTo>
                <a:cubicBezTo>
                  <a:pt x="695989" y="851979"/>
                  <a:pt x="709583" y="865573"/>
                  <a:pt x="709583" y="882343"/>
                </a:cubicBezTo>
                <a:cubicBezTo>
                  <a:pt x="709583" y="899112"/>
                  <a:pt x="695989" y="912706"/>
                  <a:pt x="679220" y="912706"/>
                </a:cubicBezTo>
                <a:cubicBezTo>
                  <a:pt x="662450" y="912706"/>
                  <a:pt x="648856" y="899112"/>
                  <a:pt x="648856" y="882343"/>
                </a:cubicBezTo>
                <a:cubicBezTo>
                  <a:pt x="648856" y="865573"/>
                  <a:pt x="662450" y="851979"/>
                  <a:pt x="679220" y="851979"/>
                </a:cubicBezTo>
                <a:close/>
                <a:moveTo>
                  <a:pt x="606665" y="851979"/>
                </a:moveTo>
                <a:cubicBezTo>
                  <a:pt x="623435" y="851979"/>
                  <a:pt x="637029" y="865573"/>
                  <a:pt x="637029" y="882343"/>
                </a:cubicBezTo>
                <a:cubicBezTo>
                  <a:pt x="637029" y="899112"/>
                  <a:pt x="623435" y="912706"/>
                  <a:pt x="606665" y="912706"/>
                </a:cubicBezTo>
                <a:cubicBezTo>
                  <a:pt x="589896" y="912706"/>
                  <a:pt x="576302" y="899112"/>
                  <a:pt x="576302" y="882343"/>
                </a:cubicBezTo>
                <a:cubicBezTo>
                  <a:pt x="576302" y="865573"/>
                  <a:pt x="589896" y="851979"/>
                  <a:pt x="606665" y="851979"/>
                </a:cubicBezTo>
                <a:close/>
                <a:moveTo>
                  <a:pt x="534111" y="851979"/>
                </a:moveTo>
                <a:cubicBezTo>
                  <a:pt x="550880" y="851979"/>
                  <a:pt x="564474" y="865573"/>
                  <a:pt x="564474" y="882343"/>
                </a:cubicBezTo>
                <a:cubicBezTo>
                  <a:pt x="564474" y="899112"/>
                  <a:pt x="550880" y="912706"/>
                  <a:pt x="534111" y="912706"/>
                </a:cubicBezTo>
                <a:cubicBezTo>
                  <a:pt x="517341" y="912706"/>
                  <a:pt x="503747" y="899112"/>
                  <a:pt x="503747" y="882343"/>
                </a:cubicBezTo>
                <a:cubicBezTo>
                  <a:pt x="503747" y="865573"/>
                  <a:pt x="517341" y="851979"/>
                  <a:pt x="534111" y="851979"/>
                </a:cubicBezTo>
                <a:close/>
                <a:moveTo>
                  <a:pt x="461556" y="851979"/>
                </a:moveTo>
                <a:cubicBezTo>
                  <a:pt x="478326" y="851979"/>
                  <a:pt x="491920" y="865573"/>
                  <a:pt x="491920" y="882343"/>
                </a:cubicBezTo>
                <a:cubicBezTo>
                  <a:pt x="491920" y="899112"/>
                  <a:pt x="478326" y="912706"/>
                  <a:pt x="461556" y="912706"/>
                </a:cubicBezTo>
                <a:cubicBezTo>
                  <a:pt x="444787" y="912706"/>
                  <a:pt x="431192" y="899112"/>
                  <a:pt x="431192" y="882343"/>
                </a:cubicBezTo>
                <a:cubicBezTo>
                  <a:pt x="431192" y="865573"/>
                  <a:pt x="444787" y="851979"/>
                  <a:pt x="461556" y="851979"/>
                </a:cubicBezTo>
                <a:close/>
                <a:moveTo>
                  <a:pt x="389002" y="851979"/>
                </a:moveTo>
                <a:cubicBezTo>
                  <a:pt x="405771" y="851979"/>
                  <a:pt x="419365" y="865573"/>
                  <a:pt x="419365" y="882343"/>
                </a:cubicBezTo>
                <a:cubicBezTo>
                  <a:pt x="419365" y="899112"/>
                  <a:pt x="405771" y="912706"/>
                  <a:pt x="389002" y="912706"/>
                </a:cubicBezTo>
                <a:cubicBezTo>
                  <a:pt x="372232" y="912706"/>
                  <a:pt x="358638" y="899112"/>
                  <a:pt x="358638" y="882343"/>
                </a:cubicBezTo>
                <a:cubicBezTo>
                  <a:pt x="358638" y="865573"/>
                  <a:pt x="372232" y="851979"/>
                  <a:pt x="389002" y="851979"/>
                </a:cubicBezTo>
                <a:close/>
                <a:moveTo>
                  <a:pt x="316447" y="851979"/>
                </a:moveTo>
                <a:cubicBezTo>
                  <a:pt x="333216" y="851979"/>
                  <a:pt x="346810" y="865573"/>
                  <a:pt x="346810" y="882343"/>
                </a:cubicBezTo>
                <a:cubicBezTo>
                  <a:pt x="346810" y="899112"/>
                  <a:pt x="333216" y="912706"/>
                  <a:pt x="316447" y="912706"/>
                </a:cubicBezTo>
                <a:cubicBezTo>
                  <a:pt x="299677" y="912706"/>
                  <a:pt x="286084" y="899112"/>
                  <a:pt x="286084" y="882343"/>
                </a:cubicBezTo>
                <a:cubicBezTo>
                  <a:pt x="286084" y="865573"/>
                  <a:pt x="299677" y="851979"/>
                  <a:pt x="316447" y="851979"/>
                </a:cubicBezTo>
                <a:close/>
                <a:moveTo>
                  <a:pt x="243892" y="851979"/>
                </a:moveTo>
                <a:cubicBezTo>
                  <a:pt x="260662" y="851979"/>
                  <a:pt x="274256" y="865573"/>
                  <a:pt x="274256" y="882343"/>
                </a:cubicBezTo>
                <a:cubicBezTo>
                  <a:pt x="274256" y="899112"/>
                  <a:pt x="260662" y="912706"/>
                  <a:pt x="243892" y="912706"/>
                </a:cubicBezTo>
                <a:cubicBezTo>
                  <a:pt x="227123" y="912706"/>
                  <a:pt x="213529" y="899112"/>
                  <a:pt x="213529" y="882343"/>
                </a:cubicBezTo>
                <a:cubicBezTo>
                  <a:pt x="213529" y="865573"/>
                  <a:pt x="227123" y="851979"/>
                  <a:pt x="243892" y="851979"/>
                </a:cubicBezTo>
                <a:close/>
                <a:moveTo>
                  <a:pt x="171339" y="851979"/>
                </a:moveTo>
                <a:cubicBezTo>
                  <a:pt x="188107" y="851979"/>
                  <a:pt x="201701" y="865573"/>
                  <a:pt x="201701" y="882343"/>
                </a:cubicBezTo>
                <a:cubicBezTo>
                  <a:pt x="201701" y="899112"/>
                  <a:pt x="188107" y="912706"/>
                  <a:pt x="171339" y="912706"/>
                </a:cubicBezTo>
                <a:cubicBezTo>
                  <a:pt x="154651" y="912706"/>
                  <a:pt x="141056" y="899112"/>
                  <a:pt x="141056" y="882343"/>
                </a:cubicBezTo>
                <a:cubicBezTo>
                  <a:pt x="141056" y="865573"/>
                  <a:pt x="154651" y="851979"/>
                  <a:pt x="171339" y="851979"/>
                </a:cubicBezTo>
                <a:close/>
                <a:moveTo>
                  <a:pt x="98877" y="851979"/>
                </a:moveTo>
                <a:cubicBezTo>
                  <a:pt x="115640" y="851979"/>
                  <a:pt x="129234" y="865573"/>
                  <a:pt x="129234" y="882343"/>
                </a:cubicBezTo>
                <a:cubicBezTo>
                  <a:pt x="129234" y="899112"/>
                  <a:pt x="115640" y="912706"/>
                  <a:pt x="98877" y="912706"/>
                </a:cubicBezTo>
                <a:cubicBezTo>
                  <a:pt x="82106" y="912706"/>
                  <a:pt x="68511" y="899112"/>
                  <a:pt x="68511" y="882343"/>
                </a:cubicBezTo>
                <a:cubicBezTo>
                  <a:pt x="68511" y="865573"/>
                  <a:pt x="82106" y="851979"/>
                  <a:pt x="98877" y="851979"/>
                </a:cubicBezTo>
                <a:close/>
                <a:moveTo>
                  <a:pt x="26322" y="851979"/>
                </a:moveTo>
                <a:cubicBezTo>
                  <a:pt x="43087" y="851979"/>
                  <a:pt x="56682" y="865573"/>
                  <a:pt x="56682" y="882343"/>
                </a:cubicBezTo>
                <a:cubicBezTo>
                  <a:pt x="56682" y="899112"/>
                  <a:pt x="43087" y="912706"/>
                  <a:pt x="26322" y="912706"/>
                </a:cubicBezTo>
                <a:cubicBezTo>
                  <a:pt x="17937" y="912706"/>
                  <a:pt x="10346" y="909308"/>
                  <a:pt x="4851" y="903813"/>
                </a:cubicBezTo>
                <a:lnTo>
                  <a:pt x="0" y="892101"/>
                </a:lnTo>
                <a:lnTo>
                  <a:pt x="0" y="872585"/>
                </a:lnTo>
                <a:lnTo>
                  <a:pt x="4851" y="860872"/>
                </a:lnTo>
                <a:cubicBezTo>
                  <a:pt x="10346" y="855378"/>
                  <a:pt x="17937" y="851979"/>
                  <a:pt x="26322" y="851979"/>
                </a:cubicBezTo>
                <a:close/>
                <a:moveTo>
                  <a:pt x="1622429" y="771528"/>
                </a:moveTo>
                <a:lnTo>
                  <a:pt x="1633158" y="773694"/>
                </a:lnTo>
                <a:lnTo>
                  <a:pt x="1618313" y="831424"/>
                </a:lnTo>
                <a:lnTo>
                  <a:pt x="1610610" y="829868"/>
                </a:lnTo>
                <a:cubicBezTo>
                  <a:pt x="1599712" y="825259"/>
                  <a:pt x="1592066" y="814469"/>
                  <a:pt x="1592066" y="801891"/>
                </a:cubicBezTo>
                <a:cubicBezTo>
                  <a:pt x="1592066" y="785122"/>
                  <a:pt x="1605659" y="771528"/>
                  <a:pt x="1622429" y="771528"/>
                </a:cubicBezTo>
                <a:close/>
                <a:moveTo>
                  <a:pt x="1549874" y="771528"/>
                </a:moveTo>
                <a:cubicBezTo>
                  <a:pt x="1566644" y="771528"/>
                  <a:pt x="1580238" y="785122"/>
                  <a:pt x="1580238" y="801891"/>
                </a:cubicBezTo>
                <a:cubicBezTo>
                  <a:pt x="1580238" y="818661"/>
                  <a:pt x="1566644" y="832255"/>
                  <a:pt x="1549874" y="832255"/>
                </a:cubicBezTo>
                <a:cubicBezTo>
                  <a:pt x="1533105" y="832255"/>
                  <a:pt x="1519511" y="818661"/>
                  <a:pt x="1519511" y="801891"/>
                </a:cubicBezTo>
                <a:cubicBezTo>
                  <a:pt x="1519511" y="785122"/>
                  <a:pt x="1533105" y="771528"/>
                  <a:pt x="1549874" y="771528"/>
                </a:cubicBezTo>
                <a:close/>
                <a:moveTo>
                  <a:pt x="1477320" y="771528"/>
                </a:moveTo>
                <a:cubicBezTo>
                  <a:pt x="1494089" y="771528"/>
                  <a:pt x="1507683" y="785122"/>
                  <a:pt x="1507683" y="801891"/>
                </a:cubicBezTo>
                <a:cubicBezTo>
                  <a:pt x="1507683" y="818661"/>
                  <a:pt x="1494089" y="832255"/>
                  <a:pt x="1477320" y="832255"/>
                </a:cubicBezTo>
                <a:cubicBezTo>
                  <a:pt x="1460550" y="832255"/>
                  <a:pt x="1446956" y="818661"/>
                  <a:pt x="1446956" y="801891"/>
                </a:cubicBezTo>
                <a:cubicBezTo>
                  <a:pt x="1446956" y="785122"/>
                  <a:pt x="1460550" y="771528"/>
                  <a:pt x="1477320" y="771528"/>
                </a:cubicBezTo>
                <a:close/>
                <a:moveTo>
                  <a:pt x="1404765" y="771528"/>
                </a:moveTo>
                <a:cubicBezTo>
                  <a:pt x="1421535" y="771528"/>
                  <a:pt x="1435129" y="785122"/>
                  <a:pt x="1435129" y="801891"/>
                </a:cubicBezTo>
                <a:cubicBezTo>
                  <a:pt x="1435129" y="818661"/>
                  <a:pt x="1421535" y="832255"/>
                  <a:pt x="1404765" y="832255"/>
                </a:cubicBezTo>
                <a:cubicBezTo>
                  <a:pt x="1387996" y="832255"/>
                  <a:pt x="1374402" y="818661"/>
                  <a:pt x="1374402" y="801891"/>
                </a:cubicBezTo>
                <a:cubicBezTo>
                  <a:pt x="1374402" y="785122"/>
                  <a:pt x="1387996" y="771528"/>
                  <a:pt x="1404765" y="771528"/>
                </a:cubicBezTo>
                <a:close/>
                <a:moveTo>
                  <a:pt x="1332211" y="771528"/>
                </a:moveTo>
                <a:cubicBezTo>
                  <a:pt x="1348980" y="771528"/>
                  <a:pt x="1362574" y="785122"/>
                  <a:pt x="1362574" y="801891"/>
                </a:cubicBezTo>
                <a:cubicBezTo>
                  <a:pt x="1362574" y="818661"/>
                  <a:pt x="1348980" y="832255"/>
                  <a:pt x="1332211" y="832255"/>
                </a:cubicBezTo>
                <a:cubicBezTo>
                  <a:pt x="1315441" y="832255"/>
                  <a:pt x="1301847" y="818661"/>
                  <a:pt x="1301847" y="801891"/>
                </a:cubicBezTo>
                <a:cubicBezTo>
                  <a:pt x="1301847" y="785122"/>
                  <a:pt x="1315441" y="771528"/>
                  <a:pt x="1332211" y="771528"/>
                </a:cubicBezTo>
                <a:close/>
                <a:moveTo>
                  <a:pt x="1259656" y="771528"/>
                </a:moveTo>
                <a:cubicBezTo>
                  <a:pt x="1276426" y="771528"/>
                  <a:pt x="1290020" y="785122"/>
                  <a:pt x="1290020" y="801891"/>
                </a:cubicBezTo>
                <a:cubicBezTo>
                  <a:pt x="1290020" y="818661"/>
                  <a:pt x="1276426" y="832255"/>
                  <a:pt x="1259656" y="832255"/>
                </a:cubicBezTo>
                <a:cubicBezTo>
                  <a:pt x="1242887" y="832255"/>
                  <a:pt x="1229293" y="818661"/>
                  <a:pt x="1229293" y="801891"/>
                </a:cubicBezTo>
                <a:cubicBezTo>
                  <a:pt x="1229293" y="785122"/>
                  <a:pt x="1242887" y="771528"/>
                  <a:pt x="1259656" y="771528"/>
                </a:cubicBezTo>
                <a:close/>
                <a:moveTo>
                  <a:pt x="1187102" y="771528"/>
                </a:moveTo>
                <a:cubicBezTo>
                  <a:pt x="1203871" y="771528"/>
                  <a:pt x="1217465" y="785122"/>
                  <a:pt x="1217465" y="801891"/>
                </a:cubicBezTo>
                <a:cubicBezTo>
                  <a:pt x="1217465" y="818661"/>
                  <a:pt x="1203871" y="832255"/>
                  <a:pt x="1187102" y="832255"/>
                </a:cubicBezTo>
                <a:cubicBezTo>
                  <a:pt x="1170332" y="832255"/>
                  <a:pt x="1156738" y="818661"/>
                  <a:pt x="1156738" y="801891"/>
                </a:cubicBezTo>
                <a:cubicBezTo>
                  <a:pt x="1156738" y="785122"/>
                  <a:pt x="1170332" y="771528"/>
                  <a:pt x="1187102" y="771528"/>
                </a:cubicBezTo>
                <a:close/>
                <a:moveTo>
                  <a:pt x="1114547" y="771528"/>
                </a:moveTo>
                <a:cubicBezTo>
                  <a:pt x="1131317" y="771528"/>
                  <a:pt x="1144911" y="785122"/>
                  <a:pt x="1144911" y="801891"/>
                </a:cubicBezTo>
                <a:cubicBezTo>
                  <a:pt x="1144911" y="818661"/>
                  <a:pt x="1131317" y="832255"/>
                  <a:pt x="1114547" y="832255"/>
                </a:cubicBezTo>
                <a:cubicBezTo>
                  <a:pt x="1097778" y="832255"/>
                  <a:pt x="1084184" y="818661"/>
                  <a:pt x="1084184" y="801891"/>
                </a:cubicBezTo>
                <a:cubicBezTo>
                  <a:pt x="1084184" y="785122"/>
                  <a:pt x="1097778" y="771528"/>
                  <a:pt x="1114547" y="771528"/>
                </a:cubicBezTo>
                <a:close/>
                <a:moveTo>
                  <a:pt x="1041993" y="771528"/>
                </a:moveTo>
                <a:cubicBezTo>
                  <a:pt x="1058762" y="771528"/>
                  <a:pt x="1072356" y="785122"/>
                  <a:pt x="1072356" y="801891"/>
                </a:cubicBezTo>
                <a:cubicBezTo>
                  <a:pt x="1072356" y="818661"/>
                  <a:pt x="1058762" y="832255"/>
                  <a:pt x="1041993" y="832255"/>
                </a:cubicBezTo>
                <a:cubicBezTo>
                  <a:pt x="1025223" y="832255"/>
                  <a:pt x="1011629" y="818661"/>
                  <a:pt x="1011629" y="801891"/>
                </a:cubicBezTo>
                <a:cubicBezTo>
                  <a:pt x="1011629" y="785122"/>
                  <a:pt x="1025223" y="771528"/>
                  <a:pt x="1041993" y="771528"/>
                </a:cubicBezTo>
                <a:close/>
                <a:moveTo>
                  <a:pt x="969438" y="771528"/>
                </a:moveTo>
                <a:cubicBezTo>
                  <a:pt x="986208" y="771528"/>
                  <a:pt x="999801" y="785122"/>
                  <a:pt x="999801" y="801891"/>
                </a:cubicBezTo>
                <a:cubicBezTo>
                  <a:pt x="999801" y="818661"/>
                  <a:pt x="986208" y="832255"/>
                  <a:pt x="969438" y="832255"/>
                </a:cubicBezTo>
                <a:cubicBezTo>
                  <a:pt x="952669" y="832255"/>
                  <a:pt x="939075" y="818661"/>
                  <a:pt x="939075" y="801891"/>
                </a:cubicBezTo>
                <a:cubicBezTo>
                  <a:pt x="939075" y="785122"/>
                  <a:pt x="952669" y="771528"/>
                  <a:pt x="969438" y="771528"/>
                </a:cubicBezTo>
                <a:close/>
                <a:moveTo>
                  <a:pt x="896883" y="771528"/>
                </a:moveTo>
                <a:cubicBezTo>
                  <a:pt x="913653" y="771528"/>
                  <a:pt x="927247" y="785122"/>
                  <a:pt x="927247" y="801891"/>
                </a:cubicBezTo>
                <a:cubicBezTo>
                  <a:pt x="927247" y="818661"/>
                  <a:pt x="913653" y="832255"/>
                  <a:pt x="896883" y="832255"/>
                </a:cubicBezTo>
                <a:cubicBezTo>
                  <a:pt x="880114" y="832255"/>
                  <a:pt x="866520" y="818661"/>
                  <a:pt x="866520" y="801891"/>
                </a:cubicBezTo>
                <a:cubicBezTo>
                  <a:pt x="866520" y="785122"/>
                  <a:pt x="880114" y="771528"/>
                  <a:pt x="896883" y="771528"/>
                </a:cubicBezTo>
                <a:close/>
                <a:moveTo>
                  <a:pt x="824329" y="771528"/>
                </a:moveTo>
                <a:cubicBezTo>
                  <a:pt x="841098" y="771528"/>
                  <a:pt x="854692" y="785122"/>
                  <a:pt x="854692" y="801891"/>
                </a:cubicBezTo>
                <a:cubicBezTo>
                  <a:pt x="854692" y="818661"/>
                  <a:pt x="841098" y="832255"/>
                  <a:pt x="824329" y="832255"/>
                </a:cubicBezTo>
                <a:cubicBezTo>
                  <a:pt x="807559" y="832255"/>
                  <a:pt x="793965" y="818661"/>
                  <a:pt x="793965" y="801891"/>
                </a:cubicBezTo>
                <a:cubicBezTo>
                  <a:pt x="793965" y="785122"/>
                  <a:pt x="807559" y="771528"/>
                  <a:pt x="824329" y="771528"/>
                </a:cubicBezTo>
                <a:close/>
                <a:moveTo>
                  <a:pt x="751774" y="771528"/>
                </a:moveTo>
                <a:cubicBezTo>
                  <a:pt x="768544" y="771528"/>
                  <a:pt x="782138" y="785122"/>
                  <a:pt x="782138" y="801891"/>
                </a:cubicBezTo>
                <a:cubicBezTo>
                  <a:pt x="782138" y="818661"/>
                  <a:pt x="768544" y="832255"/>
                  <a:pt x="751774" y="832255"/>
                </a:cubicBezTo>
                <a:cubicBezTo>
                  <a:pt x="735005" y="832255"/>
                  <a:pt x="721411" y="818661"/>
                  <a:pt x="721411" y="801891"/>
                </a:cubicBezTo>
                <a:cubicBezTo>
                  <a:pt x="721411" y="785122"/>
                  <a:pt x="735005" y="771528"/>
                  <a:pt x="751774" y="771528"/>
                </a:cubicBezTo>
                <a:close/>
                <a:moveTo>
                  <a:pt x="679220" y="771528"/>
                </a:moveTo>
                <a:cubicBezTo>
                  <a:pt x="695989" y="771528"/>
                  <a:pt x="709583" y="785122"/>
                  <a:pt x="709583" y="801891"/>
                </a:cubicBezTo>
                <a:cubicBezTo>
                  <a:pt x="709583" y="818661"/>
                  <a:pt x="695989" y="832255"/>
                  <a:pt x="679220" y="832255"/>
                </a:cubicBezTo>
                <a:cubicBezTo>
                  <a:pt x="662450" y="832255"/>
                  <a:pt x="648856" y="818661"/>
                  <a:pt x="648856" y="801891"/>
                </a:cubicBezTo>
                <a:cubicBezTo>
                  <a:pt x="648856" y="785122"/>
                  <a:pt x="662450" y="771528"/>
                  <a:pt x="679220" y="771528"/>
                </a:cubicBezTo>
                <a:close/>
                <a:moveTo>
                  <a:pt x="606665" y="771528"/>
                </a:moveTo>
                <a:cubicBezTo>
                  <a:pt x="623435" y="771528"/>
                  <a:pt x="637029" y="785122"/>
                  <a:pt x="637029" y="801891"/>
                </a:cubicBezTo>
                <a:cubicBezTo>
                  <a:pt x="637029" y="818661"/>
                  <a:pt x="623435" y="832255"/>
                  <a:pt x="606665" y="832255"/>
                </a:cubicBezTo>
                <a:cubicBezTo>
                  <a:pt x="589896" y="832255"/>
                  <a:pt x="576302" y="818661"/>
                  <a:pt x="576302" y="801891"/>
                </a:cubicBezTo>
                <a:cubicBezTo>
                  <a:pt x="576302" y="785122"/>
                  <a:pt x="589896" y="771528"/>
                  <a:pt x="606665" y="771528"/>
                </a:cubicBezTo>
                <a:close/>
                <a:moveTo>
                  <a:pt x="534111" y="771528"/>
                </a:moveTo>
                <a:cubicBezTo>
                  <a:pt x="550880" y="771528"/>
                  <a:pt x="564474" y="785122"/>
                  <a:pt x="564474" y="801891"/>
                </a:cubicBezTo>
                <a:cubicBezTo>
                  <a:pt x="564474" y="818661"/>
                  <a:pt x="550880" y="832255"/>
                  <a:pt x="534111" y="832255"/>
                </a:cubicBezTo>
                <a:cubicBezTo>
                  <a:pt x="517341" y="832255"/>
                  <a:pt x="503747" y="818661"/>
                  <a:pt x="503747" y="801891"/>
                </a:cubicBezTo>
                <a:cubicBezTo>
                  <a:pt x="503747" y="785122"/>
                  <a:pt x="517341" y="771528"/>
                  <a:pt x="534111" y="771528"/>
                </a:cubicBezTo>
                <a:close/>
                <a:moveTo>
                  <a:pt x="461556" y="771528"/>
                </a:moveTo>
                <a:cubicBezTo>
                  <a:pt x="478326" y="771528"/>
                  <a:pt x="491920" y="785122"/>
                  <a:pt x="491920" y="801891"/>
                </a:cubicBezTo>
                <a:cubicBezTo>
                  <a:pt x="491920" y="818661"/>
                  <a:pt x="478326" y="832255"/>
                  <a:pt x="461556" y="832255"/>
                </a:cubicBezTo>
                <a:cubicBezTo>
                  <a:pt x="444787" y="832255"/>
                  <a:pt x="431192" y="818661"/>
                  <a:pt x="431192" y="801891"/>
                </a:cubicBezTo>
                <a:cubicBezTo>
                  <a:pt x="431192" y="785122"/>
                  <a:pt x="444787" y="771528"/>
                  <a:pt x="461556" y="771528"/>
                </a:cubicBezTo>
                <a:close/>
                <a:moveTo>
                  <a:pt x="389002" y="771528"/>
                </a:moveTo>
                <a:cubicBezTo>
                  <a:pt x="405771" y="771528"/>
                  <a:pt x="419365" y="785122"/>
                  <a:pt x="419365" y="801891"/>
                </a:cubicBezTo>
                <a:cubicBezTo>
                  <a:pt x="419365" y="818661"/>
                  <a:pt x="405771" y="832255"/>
                  <a:pt x="389002" y="832255"/>
                </a:cubicBezTo>
                <a:cubicBezTo>
                  <a:pt x="372232" y="832255"/>
                  <a:pt x="358638" y="818661"/>
                  <a:pt x="358638" y="801891"/>
                </a:cubicBezTo>
                <a:cubicBezTo>
                  <a:pt x="358638" y="785122"/>
                  <a:pt x="372232" y="771528"/>
                  <a:pt x="389002" y="771528"/>
                </a:cubicBezTo>
                <a:close/>
                <a:moveTo>
                  <a:pt x="316447" y="771528"/>
                </a:moveTo>
                <a:cubicBezTo>
                  <a:pt x="333216" y="771528"/>
                  <a:pt x="346810" y="785122"/>
                  <a:pt x="346810" y="801891"/>
                </a:cubicBezTo>
                <a:cubicBezTo>
                  <a:pt x="346810" y="818661"/>
                  <a:pt x="333216" y="832255"/>
                  <a:pt x="316447" y="832255"/>
                </a:cubicBezTo>
                <a:cubicBezTo>
                  <a:pt x="299677" y="832255"/>
                  <a:pt x="286084" y="818661"/>
                  <a:pt x="286084" y="801891"/>
                </a:cubicBezTo>
                <a:cubicBezTo>
                  <a:pt x="286084" y="785122"/>
                  <a:pt x="299677" y="771528"/>
                  <a:pt x="316447" y="771528"/>
                </a:cubicBezTo>
                <a:close/>
                <a:moveTo>
                  <a:pt x="243892" y="771528"/>
                </a:moveTo>
                <a:cubicBezTo>
                  <a:pt x="260662" y="771528"/>
                  <a:pt x="274256" y="785122"/>
                  <a:pt x="274256" y="801891"/>
                </a:cubicBezTo>
                <a:cubicBezTo>
                  <a:pt x="274256" y="818661"/>
                  <a:pt x="260662" y="832255"/>
                  <a:pt x="243892" y="832255"/>
                </a:cubicBezTo>
                <a:cubicBezTo>
                  <a:pt x="227123" y="832255"/>
                  <a:pt x="213529" y="818661"/>
                  <a:pt x="213529" y="801891"/>
                </a:cubicBezTo>
                <a:cubicBezTo>
                  <a:pt x="213529" y="785122"/>
                  <a:pt x="227123" y="771528"/>
                  <a:pt x="243892" y="771528"/>
                </a:cubicBezTo>
                <a:close/>
                <a:moveTo>
                  <a:pt x="171339" y="771528"/>
                </a:moveTo>
                <a:cubicBezTo>
                  <a:pt x="188107" y="771528"/>
                  <a:pt x="201701" y="785122"/>
                  <a:pt x="201701" y="801891"/>
                </a:cubicBezTo>
                <a:cubicBezTo>
                  <a:pt x="201701" y="818661"/>
                  <a:pt x="188107" y="832255"/>
                  <a:pt x="171339" y="832255"/>
                </a:cubicBezTo>
                <a:cubicBezTo>
                  <a:pt x="154656" y="832255"/>
                  <a:pt x="141062" y="818661"/>
                  <a:pt x="141062" y="801891"/>
                </a:cubicBezTo>
                <a:cubicBezTo>
                  <a:pt x="141062" y="785122"/>
                  <a:pt x="154656" y="771528"/>
                  <a:pt x="171339" y="771528"/>
                </a:cubicBezTo>
                <a:close/>
                <a:moveTo>
                  <a:pt x="98884" y="771528"/>
                </a:moveTo>
                <a:cubicBezTo>
                  <a:pt x="115646" y="771528"/>
                  <a:pt x="129240" y="785122"/>
                  <a:pt x="129240" y="801891"/>
                </a:cubicBezTo>
                <a:cubicBezTo>
                  <a:pt x="129240" y="818661"/>
                  <a:pt x="115646" y="832255"/>
                  <a:pt x="98884" y="832255"/>
                </a:cubicBezTo>
                <a:cubicBezTo>
                  <a:pt x="82112" y="832255"/>
                  <a:pt x="68517" y="818661"/>
                  <a:pt x="68517" y="801891"/>
                </a:cubicBezTo>
                <a:cubicBezTo>
                  <a:pt x="68517" y="785122"/>
                  <a:pt x="82112" y="771528"/>
                  <a:pt x="98884" y="771528"/>
                </a:cubicBezTo>
                <a:close/>
                <a:moveTo>
                  <a:pt x="26329" y="771528"/>
                </a:moveTo>
                <a:cubicBezTo>
                  <a:pt x="43093" y="771528"/>
                  <a:pt x="56688" y="785122"/>
                  <a:pt x="56688" y="801891"/>
                </a:cubicBezTo>
                <a:cubicBezTo>
                  <a:pt x="56688" y="818661"/>
                  <a:pt x="43093" y="832255"/>
                  <a:pt x="26329" y="832255"/>
                </a:cubicBezTo>
                <a:cubicBezTo>
                  <a:pt x="17944" y="832255"/>
                  <a:pt x="10353" y="828857"/>
                  <a:pt x="4858" y="823362"/>
                </a:cubicBezTo>
                <a:lnTo>
                  <a:pt x="0" y="811633"/>
                </a:lnTo>
                <a:lnTo>
                  <a:pt x="0" y="792150"/>
                </a:lnTo>
                <a:lnTo>
                  <a:pt x="4858" y="780421"/>
                </a:lnTo>
                <a:cubicBezTo>
                  <a:pt x="10353" y="774927"/>
                  <a:pt x="17944" y="771528"/>
                  <a:pt x="26329" y="771528"/>
                </a:cubicBezTo>
                <a:close/>
                <a:moveTo>
                  <a:pt x="1622429" y="691076"/>
                </a:moveTo>
                <a:cubicBezTo>
                  <a:pt x="1630814" y="691076"/>
                  <a:pt x="1638404" y="694475"/>
                  <a:pt x="1643899" y="699969"/>
                </a:cubicBezTo>
                <a:lnTo>
                  <a:pt x="1647739" y="709237"/>
                </a:lnTo>
                <a:lnTo>
                  <a:pt x="1644828" y="728305"/>
                </a:lnTo>
                <a:lnTo>
                  <a:pt x="1640480" y="745215"/>
                </a:lnTo>
                <a:lnTo>
                  <a:pt x="1634248" y="749417"/>
                </a:lnTo>
                <a:cubicBezTo>
                  <a:pt x="1630615" y="750953"/>
                  <a:pt x="1626621" y="751803"/>
                  <a:pt x="1622429" y="751803"/>
                </a:cubicBezTo>
                <a:cubicBezTo>
                  <a:pt x="1605659" y="751803"/>
                  <a:pt x="1592066" y="738209"/>
                  <a:pt x="1592066" y="721440"/>
                </a:cubicBezTo>
                <a:cubicBezTo>
                  <a:pt x="1592066" y="704670"/>
                  <a:pt x="1605659" y="691076"/>
                  <a:pt x="1622429" y="691076"/>
                </a:cubicBezTo>
                <a:close/>
                <a:moveTo>
                  <a:pt x="1549874" y="691076"/>
                </a:moveTo>
                <a:cubicBezTo>
                  <a:pt x="1566644" y="691076"/>
                  <a:pt x="1580238" y="704670"/>
                  <a:pt x="1580238" y="721440"/>
                </a:cubicBezTo>
                <a:cubicBezTo>
                  <a:pt x="1580238" y="738209"/>
                  <a:pt x="1566644" y="751803"/>
                  <a:pt x="1549874" y="751803"/>
                </a:cubicBezTo>
                <a:cubicBezTo>
                  <a:pt x="1533105" y="751803"/>
                  <a:pt x="1519511" y="738209"/>
                  <a:pt x="1519511" y="721440"/>
                </a:cubicBezTo>
                <a:cubicBezTo>
                  <a:pt x="1519511" y="704670"/>
                  <a:pt x="1533105" y="691076"/>
                  <a:pt x="1549874" y="691076"/>
                </a:cubicBezTo>
                <a:close/>
                <a:moveTo>
                  <a:pt x="1477320" y="691076"/>
                </a:moveTo>
                <a:cubicBezTo>
                  <a:pt x="1494089" y="691076"/>
                  <a:pt x="1507683" y="704670"/>
                  <a:pt x="1507683" y="721440"/>
                </a:cubicBezTo>
                <a:cubicBezTo>
                  <a:pt x="1507683" y="738209"/>
                  <a:pt x="1494089" y="751803"/>
                  <a:pt x="1477320" y="751803"/>
                </a:cubicBezTo>
                <a:cubicBezTo>
                  <a:pt x="1460550" y="751803"/>
                  <a:pt x="1446956" y="738209"/>
                  <a:pt x="1446956" y="721440"/>
                </a:cubicBezTo>
                <a:cubicBezTo>
                  <a:pt x="1446956" y="704670"/>
                  <a:pt x="1460550" y="691076"/>
                  <a:pt x="1477320" y="691076"/>
                </a:cubicBezTo>
                <a:close/>
                <a:moveTo>
                  <a:pt x="1404765" y="691076"/>
                </a:moveTo>
                <a:cubicBezTo>
                  <a:pt x="1421535" y="691076"/>
                  <a:pt x="1435129" y="704670"/>
                  <a:pt x="1435129" y="721440"/>
                </a:cubicBezTo>
                <a:cubicBezTo>
                  <a:pt x="1435129" y="738209"/>
                  <a:pt x="1421535" y="751803"/>
                  <a:pt x="1404765" y="751803"/>
                </a:cubicBezTo>
                <a:cubicBezTo>
                  <a:pt x="1387996" y="751803"/>
                  <a:pt x="1374402" y="738209"/>
                  <a:pt x="1374402" y="721440"/>
                </a:cubicBezTo>
                <a:cubicBezTo>
                  <a:pt x="1374402" y="704670"/>
                  <a:pt x="1387996" y="691076"/>
                  <a:pt x="1404765" y="691076"/>
                </a:cubicBezTo>
                <a:close/>
                <a:moveTo>
                  <a:pt x="1332211" y="691076"/>
                </a:moveTo>
                <a:cubicBezTo>
                  <a:pt x="1348980" y="691076"/>
                  <a:pt x="1362574" y="704670"/>
                  <a:pt x="1362574" y="721440"/>
                </a:cubicBezTo>
                <a:cubicBezTo>
                  <a:pt x="1362574" y="738209"/>
                  <a:pt x="1348980" y="751803"/>
                  <a:pt x="1332211" y="751803"/>
                </a:cubicBezTo>
                <a:cubicBezTo>
                  <a:pt x="1315441" y="751803"/>
                  <a:pt x="1301847" y="738209"/>
                  <a:pt x="1301847" y="721440"/>
                </a:cubicBezTo>
                <a:cubicBezTo>
                  <a:pt x="1301847" y="704670"/>
                  <a:pt x="1315441" y="691076"/>
                  <a:pt x="1332211" y="691076"/>
                </a:cubicBezTo>
                <a:close/>
                <a:moveTo>
                  <a:pt x="1259656" y="691076"/>
                </a:moveTo>
                <a:cubicBezTo>
                  <a:pt x="1276426" y="691076"/>
                  <a:pt x="1290020" y="704670"/>
                  <a:pt x="1290020" y="721440"/>
                </a:cubicBezTo>
                <a:cubicBezTo>
                  <a:pt x="1290020" y="738209"/>
                  <a:pt x="1276426" y="751803"/>
                  <a:pt x="1259656" y="751803"/>
                </a:cubicBezTo>
                <a:cubicBezTo>
                  <a:pt x="1242887" y="751803"/>
                  <a:pt x="1229293" y="738209"/>
                  <a:pt x="1229293" y="721440"/>
                </a:cubicBezTo>
                <a:cubicBezTo>
                  <a:pt x="1229293" y="704670"/>
                  <a:pt x="1242887" y="691076"/>
                  <a:pt x="1259656" y="691076"/>
                </a:cubicBezTo>
                <a:close/>
                <a:moveTo>
                  <a:pt x="1187102" y="691076"/>
                </a:moveTo>
                <a:cubicBezTo>
                  <a:pt x="1203871" y="691076"/>
                  <a:pt x="1217465" y="704670"/>
                  <a:pt x="1217465" y="721440"/>
                </a:cubicBezTo>
                <a:cubicBezTo>
                  <a:pt x="1217465" y="738209"/>
                  <a:pt x="1203871" y="751803"/>
                  <a:pt x="1187102" y="751803"/>
                </a:cubicBezTo>
                <a:cubicBezTo>
                  <a:pt x="1170332" y="751803"/>
                  <a:pt x="1156738" y="738209"/>
                  <a:pt x="1156738" y="721440"/>
                </a:cubicBezTo>
                <a:cubicBezTo>
                  <a:pt x="1156738" y="704670"/>
                  <a:pt x="1170332" y="691076"/>
                  <a:pt x="1187102" y="691076"/>
                </a:cubicBezTo>
                <a:close/>
                <a:moveTo>
                  <a:pt x="1114547" y="691076"/>
                </a:moveTo>
                <a:cubicBezTo>
                  <a:pt x="1131317" y="691076"/>
                  <a:pt x="1144911" y="704670"/>
                  <a:pt x="1144911" y="721440"/>
                </a:cubicBezTo>
                <a:cubicBezTo>
                  <a:pt x="1144911" y="738209"/>
                  <a:pt x="1131317" y="751803"/>
                  <a:pt x="1114547" y="751803"/>
                </a:cubicBezTo>
                <a:cubicBezTo>
                  <a:pt x="1097778" y="751803"/>
                  <a:pt x="1084184" y="738209"/>
                  <a:pt x="1084184" y="721440"/>
                </a:cubicBezTo>
                <a:cubicBezTo>
                  <a:pt x="1084184" y="704670"/>
                  <a:pt x="1097778" y="691076"/>
                  <a:pt x="1114547" y="691076"/>
                </a:cubicBezTo>
                <a:close/>
                <a:moveTo>
                  <a:pt x="1041993" y="691076"/>
                </a:moveTo>
                <a:cubicBezTo>
                  <a:pt x="1058762" y="691076"/>
                  <a:pt x="1072356" y="704670"/>
                  <a:pt x="1072356" y="721440"/>
                </a:cubicBezTo>
                <a:cubicBezTo>
                  <a:pt x="1072356" y="738209"/>
                  <a:pt x="1058762" y="751803"/>
                  <a:pt x="1041993" y="751803"/>
                </a:cubicBezTo>
                <a:cubicBezTo>
                  <a:pt x="1025223" y="751803"/>
                  <a:pt x="1011629" y="738209"/>
                  <a:pt x="1011629" y="721440"/>
                </a:cubicBezTo>
                <a:cubicBezTo>
                  <a:pt x="1011629" y="704670"/>
                  <a:pt x="1025223" y="691076"/>
                  <a:pt x="1041993" y="691076"/>
                </a:cubicBezTo>
                <a:close/>
                <a:moveTo>
                  <a:pt x="969438" y="691076"/>
                </a:moveTo>
                <a:cubicBezTo>
                  <a:pt x="986208" y="691076"/>
                  <a:pt x="999801" y="704670"/>
                  <a:pt x="999801" y="721440"/>
                </a:cubicBezTo>
                <a:cubicBezTo>
                  <a:pt x="999801" y="738209"/>
                  <a:pt x="986208" y="751803"/>
                  <a:pt x="969438" y="751803"/>
                </a:cubicBezTo>
                <a:cubicBezTo>
                  <a:pt x="952669" y="751803"/>
                  <a:pt x="939075" y="738209"/>
                  <a:pt x="939075" y="721440"/>
                </a:cubicBezTo>
                <a:cubicBezTo>
                  <a:pt x="939075" y="704670"/>
                  <a:pt x="952669" y="691076"/>
                  <a:pt x="969438" y="691076"/>
                </a:cubicBezTo>
                <a:close/>
                <a:moveTo>
                  <a:pt x="896883" y="691076"/>
                </a:moveTo>
                <a:cubicBezTo>
                  <a:pt x="913653" y="691076"/>
                  <a:pt x="927247" y="704670"/>
                  <a:pt x="927247" y="721440"/>
                </a:cubicBezTo>
                <a:cubicBezTo>
                  <a:pt x="927247" y="738209"/>
                  <a:pt x="913653" y="751803"/>
                  <a:pt x="896883" y="751803"/>
                </a:cubicBezTo>
                <a:cubicBezTo>
                  <a:pt x="880114" y="751803"/>
                  <a:pt x="866520" y="738209"/>
                  <a:pt x="866520" y="721440"/>
                </a:cubicBezTo>
                <a:cubicBezTo>
                  <a:pt x="866520" y="704670"/>
                  <a:pt x="880114" y="691076"/>
                  <a:pt x="896883" y="691076"/>
                </a:cubicBezTo>
                <a:close/>
                <a:moveTo>
                  <a:pt x="824329" y="691076"/>
                </a:moveTo>
                <a:cubicBezTo>
                  <a:pt x="841098" y="691076"/>
                  <a:pt x="854692" y="704670"/>
                  <a:pt x="854692" y="721440"/>
                </a:cubicBezTo>
                <a:cubicBezTo>
                  <a:pt x="854692" y="738209"/>
                  <a:pt x="841098" y="751803"/>
                  <a:pt x="824329" y="751803"/>
                </a:cubicBezTo>
                <a:cubicBezTo>
                  <a:pt x="807559" y="751803"/>
                  <a:pt x="793965" y="738209"/>
                  <a:pt x="793965" y="721440"/>
                </a:cubicBezTo>
                <a:cubicBezTo>
                  <a:pt x="793965" y="704670"/>
                  <a:pt x="807559" y="691076"/>
                  <a:pt x="824329" y="691076"/>
                </a:cubicBezTo>
                <a:close/>
                <a:moveTo>
                  <a:pt x="751774" y="691076"/>
                </a:moveTo>
                <a:cubicBezTo>
                  <a:pt x="768544" y="691076"/>
                  <a:pt x="782138" y="704670"/>
                  <a:pt x="782138" y="721440"/>
                </a:cubicBezTo>
                <a:cubicBezTo>
                  <a:pt x="782138" y="738209"/>
                  <a:pt x="768544" y="751803"/>
                  <a:pt x="751774" y="751803"/>
                </a:cubicBezTo>
                <a:cubicBezTo>
                  <a:pt x="735005" y="751803"/>
                  <a:pt x="721411" y="738209"/>
                  <a:pt x="721411" y="721440"/>
                </a:cubicBezTo>
                <a:cubicBezTo>
                  <a:pt x="721411" y="704670"/>
                  <a:pt x="735005" y="691076"/>
                  <a:pt x="751774" y="691076"/>
                </a:cubicBezTo>
                <a:close/>
                <a:moveTo>
                  <a:pt x="679220" y="691076"/>
                </a:moveTo>
                <a:cubicBezTo>
                  <a:pt x="695989" y="691076"/>
                  <a:pt x="709583" y="704670"/>
                  <a:pt x="709583" y="721440"/>
                </a:cubicBezTo>
                <a:cubicBezTo>
                  <a:pt x="709583" y="738209"/>
                  <a:pt x="695989" y="751803"/>
                  <a:pt x="679220" y="751803"/>
                </a:cubicBezTo>
                <a:cubicBezTo>
                  <a:pt x="662450" y="751803"/>
                  <a:pt x="648856" y="738209"/>
                  <a:pt x="648856" y="721440"/>
                </a:cubicBezTo>
                <a:cubicBezTo>
                  <a:pt x="648856" y="704670"/>
                  <a:pt x="662450" y="691076"/>
                  <a:pt x="679220" y="691076"/>
                </a:cubicBezTo>
                <a:close/>
                <a:moveTo>
                  <a:pt x="606665" y="691076"/>
                </a:moveTo>
                <a:cubicBezTo>
                  <a:pt x="623435" y="691076"/>
                  <a:pt x="637029" y="704670"/>
                  <a:pt x="637029" y="721440"/>
                </a:cubicBezTo>
                <a:cubicBezTo>
                  <a:pt x="637029" y="738209"/>
                  <a:pt x="623435" y="751803"/>
                  <a:pt x="606665" y="751803"/>
                </a:cubicBezTo>
                <a:cubicBezTo>
                  <a:pt x="589896" y="751803"/>
                  <a:pt x="576302" y="738209"/>
                  <a:pt x="576302" y="721440"/>
                </a:cubicBezTo>
                <a:cubicBezTo>
                  <a:pt x="576302" y="704670"/>
                  <a:pt x="589896" y="691076"/>
                  <a:pt x="606665" y="691076"/>
                </a:cubicBezTo>
                <a:close/>
                <a:moveTo>
                  <a:pt x="534111" y="691076"/>
                </a:moveTo>
                <a:cubicBezTo>
                  <a:pt x="550880" y="691076"/>
                  <a:pt x="564474" y="704670"/>
                  <a:pt x="564474" y="721440"/>
                </a:cubicBezTo>
                <a:cubicBezTo>
                  <a:pt x="564474" y="738209"/>
                  <a:pt x="550880" y="751803"/>
                  <a:pt x="534111" y="751803"/>
                </a:cubicBezTo>
                <a:cubicBezTo>
                  <a:pt x="517341" y="751803"/>
                  <a:pt x="503747" y="738209"/>
                  <a:pt x="503747" y="721440"/>
                </a:cubicBezTo>
                <a:cubicBezTo>
                  <a:pt x="503747" y="704670"/>
                  <a:pt x="517341" y="691076"/>
                  <a:pt x="534111" y="691076"/>
                </a:cubicBezTo>
                <a:close/>
                <a:moveTo>
                  <a:pt x="461556" y="691076"/>
                </a:moveTo>
                <a:cubicBezTo>
                  <a:pt x="478326" y="691076"/>
                  <a:pt x="491920" y="704670"/>
                  <a:pt x="491920" y="721440"/>
                </a:cubicBezTo>
                <a:cubicBezTo>
                  <a:pt x="491920" y="738209"/>
                  <a:pt x="478326" y="751803"/>
                  <a:pt x="461556" y="751803"/>
                </a:cubicBezTo>
                <a:cubicBezTo>
                  <a:pt x="444787" y="751803"/>
                  <a:pt x="431192" y="738209"/>
                  <a:pt x="431192" y="721440"/>
                </a:cubicBezTo>
                <a:cubicBezTo>
                  <a:pt x="431192" y="704670"/>
                  <a:pt x="444787" y="691076"/>
                  <a:pt x="461556" y="691076"/>
                </a:cubicBezTo>
                <a:close/>
                <a:moveTo>
                  <a:pt x="389002" y="691076"/>
                </a:moveTo>
                <a:cubicBezTo>
                  <a:pt x="405771" y="691076"/>
                  <a:pt x="419365" y="704670"/>
                  <a:pt x="419365" y="721440"/>
                </a:cubicBezTo>
                <a:cubicBezTo>
                  <a:pt x="419365" y="738209"/>
                  <a:pt x="405771" y="751803"/>
                  <a:pt x="389002" y="751803"/>
                </a:cubicBezTo>
                <a:cubicBezTo>
                  <a:pt x="372232" y="751803"/>
                  <a:pt x="358638" y="738209"/>
                  <a:pt x="358638" y="721440"/>
                </a:cubicBezTo>
                <a:cubicBezTo>
                  <a:pt x="358638" y="704670"/>
                  <a:pt x="372232" y="691076"/>
                  <a:pt x="389002" y="691076"/>
                </a:cubicBezTo>
                <a:close/>
                <a:moveTo>
                  <a:pt x="316447" y="691076"/>
                </a:moveTo>
                <a:cubicBezTo>
                  <a:pt x="333216" y="691076"/>
                  <a:pt x="346810" y="704670"/>
                  <a:pt x="346810" y="721440"/>
                </a:cubicBezTo>
                <a:cubicBezTo>
                  <a:pt x="346810" y="738209"/>
                  <a:pt x="333216" y="751803"/>
                  <a:pt x="316447" y="751803"/>
                </a:cubicBezTo>
                <a:cubicBezTo>
                  <a:pt x="299677" y="751803"/>
                  <a:pt x="286084" y="738209"/>
                  <a:pt x="286084" y="721440"/>
                </a:cubicBezTo>
                <a:cubicBezTo>
                  <a:pt x="286084" y="704670"/>
                  <a:pt x="299677" y="691076"/>
                  <a:pt x="316447" y="691076"/>
                </a:cubicBezTo>
                <a:close/>
                <a:moveTo>
                  <a:pt x="243892" y="691076"/>
                </a:moveTo>
                <a:cubicBezTo>
                  <a:pt x="260662" y="691076"/>
                  <a:pt x="274256" y="704670"/>
                  <a:pt x="274256" y="721440"/>
                </a:cubicBezTo>
                <a:cubicBezTo>
                  <a:pt x="274256" y="738209"/>
                  <a:pt x="260662" y="751803"/>
                  <a:pt x="243892" y="751803"/>
                </a:cubicBezTo>
                <a:cubicBezTo>
                  <a:pt x="227123" y="751803"/>
                  <a:pt x="213529" y="738209"/>
                  <a:pt x="213529" y="721440"/>
                </a:cubicBezTo>
                <a:cubicBezTo>
                  <a:pt x="213529" y="704670"/>
                  <a:pt x="227123" y="691076"/>
                  <a:pt x="243892" y="691076"/>
                </a:cubicBezTo>
                <a:close/>
                <a:moveTo>
                  <a:pt x="171339" y="691076"/>
                </a:moveTo>
                <a:cubicBezTo>
                  <a:pt x="188107" y="691076"/>
                  <a:pt x="201701" y="704670"/>
                  <a:pt x="201701" y="721440"/>
                </a:cubicBezTo>
                <a:cubicBezTo>
                  <a:pt x="201701" y="738209"/>
                  <a:pt x="188107" y="751803"/>
                  <a:pt x="171339" y="751803"/>
                </a:cubicBezTo>
                <a:cubicBezTo>
                  <a:pt x="154662" y="751803"/>
                  <a:pt x="141067" y="738209"/>
                  <a:pt x="141067" y="721440"/>
                </a:cubicBezTo>
                <a:cubicBezTo>
                  <a:pt x="141067" y="704670"/>
                  <a:pt x="154662" y="691076"/>
                  <a:pt x="171339" y="691076"/>
                </a:cubicBezTo>
                <a:close/>
                <a:moveTo>
                  <a:pt x="98890" y="691076"/>
                </a:moveTo>
                <a:cubicBezTo>
                  <a:pt x="115653" y="691076"/>
                  <a:pt x="129246" y="704670"/>
                  <a:pt x="129246" y="721440"/>
                </a:cubicBezTo>
                <a:cubicBezTo>
                  <a:pt x="129246" y="738209"/>
                  <a:pt x="115653" y="751803"/>
                  <a:pt x="98890" y="751803"/>
                </a:cubicBezTo>
                <a:cubicBezTo>
                  <a:pt x="82117" y="751803"/>
                  <a:pt x="68523" y="738209"/>
                  <a:pt x="68523" y="721440"/>
                </a:cubicBezTo>
                <a:cubicBezTo>
                  <a:pt x="68523" y="704670"/>
                  <a:pt x="82117" y="691076"/>
                  <a:pt x="98890" y="691076"/>
                </a:cubicBezTo>
                <a:close/>
                <a:moveTo>
                  <a:pt x="26336" y="691076"/>
                </a:moveTo>
                <a:cubicBezTo>
                  <a:pt x="43099" y="691076"/>
                  <a:pt x="56694" y="704670"/>
                  <a:pt x="56694" y="721440"/>
                </a:cubicBezTo>
                <a:cubicBezTo>
                  <a:pt x="56694" y="738209"/>
                  <a:pt x="43099" y="751803"/>
                  <a:pt x="26336" y="751803"/>
                </a:cubicBezTo>
                <a:cubicBezTo>
                  <a:pt x="17950" y="751803"/>
                  <a:pt x="10359" y="748405"/>
                  <a:pt x="4864" y="742910"/>
                </a:cubicBezTo>
                <a:lnTo>
                  <a:pt x="0" y="731167"/>
                </a:lnTo>
                <a:lnTo>
                  <a:pt x="0" y="711713"/>
                </a:lnTo>
                <a:lnTo>
                  <a:pt x="4864" y="699969"/>
                </a:lnTo>
                <a:cubicBezTo>
                  <a:pt x="10359" y="694475"/>
                  <a:pt x="17950" y="691076"/>
                  <a:pt x="26336" y="691076"/>
                </a:cubicBezTo>
                <a:close/>
                <a:moveTo>
                  <a:pt x="1622429" y="610624"/>
                </a:moveTo>
                <a:cubicBezTo>
                  <a:pt x="1639199" y="610624"/>
                  <a:pt x="1652792" y="624218"/>
                  <a:pt x="1652792" y="640988"/>
                </a:cubicBezTo>
                <a:cubicBezTo>
                  <a:pt x="1652792" y="657757"/>
                  <a:pt x="1639199" y="671351"/>
                  <a:pt x="1622429" y="671351"/>
                </a:cubicBezTo>
                <a:cubicBezTo>
                  <a:pt x="1605659" y="671351"/>
                  <a:pt x="1592066" y="657757"/>
                  <a:pt x="1592066" y="640988"/>
                </a:cubicBezTo>
                <a:cubicBezTo>
                  <a:pt x="1592066" y="624218"/>
                  <a:pt x="1605659" y="610624"/>
                  <a:pt x="1622429" y="610624"/>
                </a:cubicBezTo>
                <a:close/>
                <a:moveTo>
                  <a:pt x="1549874" y="610624"/>
                </a:moveTo>
                <a:cubicBezTo>
                  <a:pt x="1566644" y="610624"/>
                  <a:pt x="1580238" y="624218"/>
                  <a:pt x="1580238" y="640988"/>
                </a:cubicBezTo>
                <a:cubicBezTo>
                  <a:pt x="1580238" y="657757"/>
                  <a:pt x="1566644" y="671351"/>
                  <a:pt x="1549874" y="671351"/>
                </a:cubicBezTo>
                <a:cubicBezTo>
                  <a:pt x="1533105" y="671351"/>
                  <a:pt x="1519511" y="657757"/>
                  <a:pt x="1519511" y="640988"/>
                </a:cubicBezTo>
                <a:cubicBezTo>
                  <a:pt x="1519511" y="624218"/>
                  <a:pt x="1533105" y="610624"/>
                  <a:pt x="1549874" y="610624"/>
                </a:cubicBezTo>
                <a:close/>
                <a:moveTo>
                  <a:pt x="1477320" y="610624"/>
                </a:moveTo>
                <a:cubicBezTo>
                  <a:pt x="1494089" y="610624"/>
                  <a:pt x="1507683" y="624218"/>
                  <a:pt x="1507683" y="640988"/>
                </a:cubicBezTo>
                <a:cubicBezTo>
                  <a:pt x="1507683" y="657757"/>
                  <a:pt x="1494089" y="671351"/>
                  <a:pt x="1477320" y="671351"/>
                </a:cubicBezTo>
                <a:cubicBezTo>
                  <a:pt x="1460550" y="671351"/>
                  <a:pt x="1446956" y="657757"/>
                  <a:pt x="1446956" y="640988"/>
                </a:cubicBezTo>
                <a:cubicBezTo>
                  <a:pt x="1446956" y="624218"/>
                  <a:pt x="1460550" y="610624"/>
                  <a:pt x="1477320" y="610624"/>
                </a:cubicBezTo>
                <a:close/>
                <a:moveTo>
                  <a:pt x="1404765" y="610624"/>
                </a:moveTo>
                <a:cubicBezTo>
                  <a:pt x="1421535" y="610624"/>
                  <a:pt x="1435129" y="624218"/>
                  <a:pt x="1435129" y="640988"/>
                </a:cubicBezTo>
                <a:cubicBezTo>
                  <a:pt x="1435129" y="657757"/>
                  <a:pt x="1421535" y="671351"/>
                  <a:pt x="1404765" y="671351"/>
                </a:cubicBezTo>
                <a:cubicBezTo>
                  <a:pt x="1387996" y="671351"/>
                  <a:pt x="1374402" y="657757"/>
                  <a:pt x="1374402" y="640988"/>
                </a:cubicBezTo>
                <a:cubicBezTo>
                  <a:pt x="1374402" y="624218"/>
                  <a:pt x="1387996" y="610624"/>
                  <a:pt x="1404765" y="610624"/>
                </a:cubicBezTo>
                <a:close/>
                <a:moveTo>
                  <a:pt x="1332211" y="610624"/>
                </a:moveTo>
                <a:cubicBezTo>
                  <a:pt x="1348980" y="610624"/>
                  <a:pt x="1362574" y="624218"/>
                  <a:pt x="1362574" y="640988"/>
                </a:cubicBezTo>
                <a:cubicBezTo>
                  <a:pt x="1362574" y="657757"/>
                  <a:pt x="1348980" y="671351"/>
                  <a:pt x="1332211" y="671351"/>
                </a:cubicBezTo>
                <a:cubicBezTo>
                  <a:pt x="1315441" y="671351"/>
                  <a:pt x="1301847" y="657757"/>
                  <a:pt x="1301847" y="640988"/>
                </a:cubicBezTo>
                <a:cubicBezTo>
                  <a:pt x="1301847" y="624218"/>
                  <a:pt x="1315441" y="610624"/>
                  <a:pt x="1332211" y="610624"/>
                </a:cubicBezTo>
                <a:close/>
                <a:moveTo>
                  <a:pt x="1259656" y="610624"/>
                </a:moveTo>
                <a:cubicBezTo>
                  <a:pt x="1276426" y="610624"/>
                  <a:pt x="1290020" y="624218"/>
                  <a:pt x="1290020" y="640988"/>
                </a:cubicBezTo>
                <a:cubicBezTo>
                  <a:pt x="1290020" y="657757"/>
                  <a:pt x="1276426" y="671351"/>
                  <a:pt x="1259656" y="671351"/>
                </a:cubicBezTo>
                <a:cubicBezTo>
                  <a:pt x="1242887" y="671351"/>
                  <a:pt x="1229293" y="657757"/>
                  <a:pt x="1229293" y="640988"/>
                </a:cubicBezTo>
                <a:cubicBezTo>
                  <a:pt x="1229293" y="624218"/>
                  <a:pt x="1242887" y="610624"/>
                  <a:pt x="1259656" y="610624"/>
                </a:cubicBezTo>
                <a:close/>
                <a:moveTo>
                  <a:pt x="1187102" y="610624"/>
                </a:moveTo>
                <a:cubicBezTo>
                  <a:pt x="1203871" y="610624"/>
                  <a:pt x="1217465" y="624218"/>
                  <a:pt x="1217465" y="640988"/>
                </a:cubicBezTo>
                <a:cubicBezTo>
                  <a:pt x="1217465" y="657757"/>
                  <a:pt x="1203871" y="671351"/>
                  <a:pt x="1187102" y="671351"/>
                </a:cubicBezTo>
                <a:cubicBezTo>
                  <a:pt x="1170332" y="671351"/>
                  <a:pt x="1156738" y="657757"/>
                  <a:pt x="1156738" y="640988"/>
                </a:cubicBezTo>
                <a:cubicBezTo>
                  <a:pt x="1156738" y="624218"/>
                  <a:pt x="1170332" y="610624"/>
                  <a:pt x="1187102" y="610624"/>
                </a:cubicBezTo>
                <a:close/>
                <a:moveTo>
                  <a:pt x="1114547" y="610624"/>
                </a:moveTo>
                <a:cubicBezTo>
                  <a:pt x="1131317" y="610624"/>
                  <a:pt x="1144911" y="624218"/>
                  <a:pt x="1144911" y="640988"/>
                </a:cubicBezTo>
                <a:cubicBezTo>
                  <a:pt x="1144911" y="657757"/>
                  <a:pt x="1131317" y="671351"/>
                  <a:pt x="1114547" y="671351"/>
                </a:cubicBezTo>
                <a:cubicBezTo>
                  <a:pt x="1097778" y="671351"/>
                  <a:pt x="1084184" y="657757"/>
                  <a:pt x="1084184" y="640988"/>
                </a:cubicBezTo>
                <a:cubicBezTo>
                  <a:pt x="1084184" y="624218"/>
                  <a:pt x="1097778" y="610624"/>
                  <a:pt x="1114547" y="610624"/>
                </a:cubicBezTo>
                <a:close/>
                <a:moveTo>
                  <a:pt x="1041993" y="610624"/>
                </a:moveTo>
                <a:cubicBezTo>
                  <a:pt x="1058762" y="610624"/>
                  <a:pt x="1072356" y="624218"/>
                  <a:pt x="1072356" y="640988"/>
                </a:cubicBezTo>
                <a:cubicBezTo>
                  <a:pt x="1072356" y="657757"/>
                  <a:pt x="1058762" y="671351"/>
                  <a:pt x="1041993" y="671351"/>
                </a:cubicBezTo>
                <a:cubicBezTo>
                  <a:pt x="1025223" y="671351"/>
                  <a:pt x="1011629" y="657757"/>
                  <a:pt x="1011629" y="640988"/>
                </a:cubicBezTo>
                <a:cubicBezTo>
                  <a:pt x="1011629" y="624218"/>
                  <a:pt x="1025223" y="610624"/>
                  <a:pt x="1041993" y="610624"/>
                </a:cubicBezTo>
                <a:close/>
                <a:moveTo>
                  <a:pt x="969438" y="610624"/>
                </a:moveTo>
                <a:cubicBezTo>
                  <a:pt x="986208" y="610624"/>
                  <a:pt x="999801" y="624218"/>
                  <a:pt x="999801" y="640988"/>
                </a:cubicBezTo>
                <a:cubicBezTo>
                  <a:pt x="999801" y="657757"/>
                  <a:pt x="986208" y="671351"/>
                  <a:pt x="969438" y="671351"/>
                </a:cubicBezTo>
                <a:cubicBezTo>
                  <a:pt x="952669" y="671351"/>
                  <a:pt x="939075" y="657757"/>
                  <a:pt x="939075" y="640988"/>
                </a:cubicBezTo>
                <a:cubicBezTo>
                  <a:pt x="939075" y="624218"/>
                  <a:pt x="952669" y="610624"/>
                  <a:pt x="969438" y="610624"/>
                </a:cubicBezTo>
                <a:close/>
                <a:moveTo>
                  <a:pt x="896883" y="610624"/>
                </a:moveTo>
                <a:cubicBezTo>
                  <a:pt x="913653" y="610624"/>
                  <a:pt x="927247" y="624218"/>
                  <a:pt x="927247" y="640988"/>
                </a:cubicBezTo>
                <a:cubicBezTo>
                  <a:pt x="927247" y="657757"/>
                  <a:pt x="913653" y="671351"/>
                  <a:pt x="896883" y="671351"/>
                </a:cubicBezTo>
                <a:cubicBezTo>
                  <a:pt x="880114" y="671351"/>
                  <a:pt x="866520" y="657757"/>
                  <a:pt x="866520" y="640988"/>
                </a:cubicBezTo>
                <a:cubicBezTo>
                  <a:pt x="866520" y="624218"/>
                  <a:pt x="880114" y="610624"/>
                  <a:pt x="896883" y="610624"/>
                </a:cubicBezTo>
                <a:close/>
                <a:moveTo>
                  <a:pt x="824329" y="610624"/>
                </a:moveTo>
                <a:cubicBezTo>
                  <a:pt x="841098" y="610624"/>
                  <a:pt x="854692" y="624218"/>
                  <a:pt x="854692" y="640988"/>
                </a:cubicBezTo>
                <a:cubicBezTo>
                  <a:pt x="854692" y="657757"/>
                  <a:pt x="841098" y="671351"/>
                  <a:pt x="824329" y="671351"/>
                </a:cubicBezTo>
                <a:cubicBezTo>
                  <a:pt x="807559" y="671351"/>
                  <a:pt x="793965" y="657757"/>
                  <a:pt x="793965" y="640988"/>
                </a:cubicBezTo>
                <a:cubicBezTo>
                  <a:pt x="793965" y="624218"/>
                  <a:pt x="807559" y="610624"/>
                  <a:pt x="824329" y="610624"/>
                </a:cubicBezTo>
                <a:close/>
                <a:moveTo>
                  <a:pt x="751774" y="610624"/>
                </a:moveTo>
                <a:cubicBezTo>
                  <a:pt x="768544" y="610624"/>
                  <a:pt x="782138" y="624218"/>
                  <a:pt x="782138" y="640988"/>
                </a:cubicBezTo>
                <a:cubicBezTo>
                  <a:pt x="782138" y="657757"/>
                  <a:pt x="768544" y="671351"/>
                  <a:pt x="751774" y="671351"/>
                </a:cubicBezTo>
                <a:cubicBezTo>
                  <a:pt x="735005" y="671351"/>
                  <a:pt x="721411" y="657757"/>
                  <a:pt x="721411" y="640988"/>
                </a:cubicBezTo>
                <a:cubicBezTo>
                  <a:pt x="721411" y="624218"/>
                  <a:pt x="735005" y="610624"/>
                  <a:pt x="751774" y="610624"/>
                </a:cubicBezTo>
                <a:close/>
                <a:moveTo>
                  <a:pt x="679220" y="610624"/>
                </a:moveTo>
                <a:cubicBezTo>
                  <a:pt x="695989" y="610624"/>
                  <a:pt x="709583" y="624218"/>
                  <a:pt x="709583" y="640988"/>
                </a:cubicBezTo>
                <a:cubicBezTo>
                  <a:pt x="709583" y="657757"/>
                  <a:pt x="695989" y="671351"/>
                  <a:pt x="679220" y="671351"/>
                </a:cubicBezTo>
                <a:cubicBezTo>
                  <a:pt x="662450" y="671351"/>
                  <a:pt x="648856" y="657757"/>
                  <a:pt x="648856" y="640988"/>
                </a:cubicBezTo>
                <a:cubicBezTo>
                  <a:pt x="648856" y="624218"/>
                  <a:pt x="662450" y="610624"/>
                  <a:pt x="679220" y="610624"/>
                </a:cubicBezTo>
                <a:close/>
                <a:moveTo>
                  <a:pt x="606665" y="610624"/>
                </a:moveTo>
                <a:cubicBezTo>
                  <a:pt x="623435" y="610624"/>
                  <a:pt x="637029" y="624218"/>
                  <a:pt x="637029" y="640988"/>
                </a:cubicBezTo>
                <a:cubicBezTo>
                  <a:pt x="637029" y="657757"/>
                  <a:pt x="623435" y="671351"/>
                  <a:pt x="606665" y="671351"/>
                </a:cubicBezTo>
                <a:cubicBezTo>
                  <a:pt x="589896" y="671351"/>
                  <a:pt x="576302" y="657757"/>
                  <a:pt x="576302" y="640988"/>
                </a:cubicBezTo>
                <a:cubicBezTo>
                  <a:pt x="576302" y="624218"/>
                  <a:pt x="589896" y="610624"/>
                  <a:pt x="606665" y="610624"/>
                </a:cubicBezTo>
                <a:close/>
                <a:moveTo>
                  <a:pt x="534111" y="610624"/>
                </a:moveTo>
                <a:cubicBezTo>
                  <a:pt x="550880" y="610624"/>
                  <a:pt x="564474" y="624218"/>
                  <a:pt x="564474" y="640988"/>
                </a:cubicBezTo>
                <a:cubicBezTo>
                  <a:pt x="564474" y="657757"/>
                  <a:pt x="550880" y="671351"/>
                  <a:pt x="534111" y="671351"/>
                </a:cubicBezTo>
                <a:cubicBezTo>
                  <a:pt x="517341" y="671351"/>
                  <a:pt x="503747" y="657757"/>
                  <a:pt x="503747" y="640988"/>
                </a:cubicBezTo>
                <a:cubicBezTo>
                  <a:pt x="503747" y="624218"/>
                  <a:pt x="517341" y="610624"/>
                  <a:pt x="534111" y="610624"/>
                </a:cubicBezTo>
                <a:close/>
                <a:moveTo>
                  <a:pt x="461556" y="610624"/>
                </a:moveTo>
                <a:cubicBezTo>
                  <a:pt x="478326" y="610624"/>
                  <a:pt x="491920" y="624218"/>
                  <a:pt x="491920" y="640988"/>
                </a:cubicBezTo>
                <a:cubicBezTo>
                  <a:pt x="491920" y="657757"/>
                  <a:pt x="478326" y="671351"/>
                  <a:pt x="461556" y="671351"/>
                </a:cubicBezTo>
                <a:cubicBezTo>
                  <a:pt x="444787" y="671351"/>
                  <a:pt x="431192" y="657757"/>
                  <a:pt x="431192" y="640988"/>
                </a:cubicBezTo>
                <a:cubicBezTo>
                  <a:pt x="431192" y="624218"/>
                  <a:pt x="444787" y="610624"/>
                  <a:pt x="461556" y="610624"/>
                </a:cubicBezTo>
                <a:close/>
                <a:moveTo>
                  <a:pt x="389002" y="610624"/>
                </a:moveTo>
                <a:cubicBezTo>
                  <a:pt x="405771" y="610624"/>
                  <a:pt x="419365" y="624218"/>
                  <a:pt x="419365" y="640988"/>
                </a:cubicBezTo>
                <a:cubicBezTo>
                  <a:pt x="419365" y="657757"/>
                  <a:pt x="405771" y="671351"/>
                  <a:pt x="389002" y="671351"/>
                </a:cubicBezTo>
                <a:cubicBezTo>
                  <a:pt x="372232" y="671351"/>
                  <a:pt x="358638" y="657757"/>
                  <a:pt x="358638" y="640988"/>
                </a:cubicBezTo>
                <a:cubicBezTo>
                  <a:pt x="358638" y="624218"/>
                  <a:pt x="372232" y="610624"/>
                  <a:pt x="389002" y="610624"/>
                </a:cubicBezTo>
                <a:close/>
                <a:moveTo>
                  <a:pt x="316447" y="610624"/>
                </a:moveTo>
                <a:cubicBezTo>
                  <a:pt x="333216" y="610624"/>
                  <a:pt x="346810" y="624218"/>
                  <a:pt x="346810" y="640988"/>
                </a:cubicBezTo>
                <a:cubicBezTo>
                  <a:pt x="346810" y="657757"/>
                  <a:pt x="333216" y="671351"/>
                  <a:pt x="316447" y="671351"/>
                </a:cubicBezTo>
                <a:cubicBezTo>
                  <a:pt x="299677" y="671351"/>
                  <a:pt x="286084" y="657757"/>
                  <a:pt x="286084" y="640988"/>
                </a:cubicBezTo>
                <a:cubicBezTo>
                  <a:pt x="286084" y="624218"/>
                  <a:pt x="299677" y="610624"/>
                  <a:pt x="316447" y="610624"/>
                </a:cubicBezTo>
                <a:close/>
                <a:moveTo>
                  <a:pt x="243892" y="610624"/>
                </a:moveTo>
                <a:cubicBezTo>
                  <a:pt x="260662" y="610624"/>
                  <a:pt x="274256" y="624218"/>
                  <a:pt x="274256" y="640988"/>
                </a:cubicBezTo>
                <a:cubicBezTo>
                  <a:pt x="274256" y="657757"/>
                  <a:pt x="260662" y="671351"/>
                  <a:pt x="243892" y="671351"/>
                </a:cubicBezTo>
                <a:cubicBezTo>
                  <a:pt x="227123" y="671351"/>
                  <a:pt x="213529" y="657757"/>
                  <a:pt x="213529" y="640988"/>
                </a:cubicBezTo>
                <a:cubicBezTo>
                  <a:pt x="213529" y="624218"/>
                  <a:pt x="227123" y="610624"/>
                  <a:pt x="243892" y="610624"/>
                </a:cubicBezTo>
                <a:close/>
                <a:moveTo>
                  <a:pt x="171339" y="610624"/>
                </a:moveTo>
                <a:cubicBezTo>
                  <a:pt x="188107" y="610624"/>
                  <a:pt x="201701" y="624218"/>
                  <a:pt x="201701" y="640988"/>
                </a:cubicBezTo>
                <a:cubicBezTo>
                  <a:pt x="201701" y="657757"/>
                  <a:pt x="188107" y="671351"/>
                  <a:pt x="171339" y="671351"/>
                </a:cubicBezTo>
                <a:cubicBezTo>
                  <a:pt x="154667" y="671351"/>
                  <a:pt x="141073" y="657757"/>
                  <a:pt x="141073" y="640988"/>
                </a:cubicBezTo>
                <a:cubicBezTo>
                  <a:pt x="141073" y="624218"/>
                  <a:pt x="154667" y="610624"/>
                  <a:pt x="171339" y="610624"/>
                </a:cubicBezTo>
                <a:close/>
                <a:moveTo>
                  <a:pt x="98897" y="610624"/>
                </a:moveTo>
                <a:cubicBezTo>
                  <a:pt x="115658" y="610624"/>
                  <a:pt x="129252" y="624218"/>
                  <a:pt x="129252" y="640988"/>
                </a:cubicBezTo>
                <a:cubicBezTo>
                  <a:pt x="129252" y="657757"/>
                  <a:pt x="115658" y="671351"/>
                  <a:pt x="98897" y="671351"/>
                </a:cubicBezTo>
                <a:cubicBezTo>
                  <a:pt x="82124" y="671351"/>
                  <a:pt x="68530" y="657757"/>
                  <a:pt x="68530" y="640988"/>
                </a:cubicBezTo>
                <a:cubicBezTo>
                  <a:pt x="68530" y="624218"/>
                  <a:pt x="82124" y="610624"/>
                  <a:pt x="98897" y="610624"/>
                </a:cubicBezTo>
                <a:close/>
                <a:moveTo>
                  <a:pt x="26342" y="610624"/>
                </a:moveTo>
                <a:cubicBezTo>
                  <a:pt x="43106" y="610624"/>
                  <a:pt x="56701" y="624218"/>
                  <a:pt x="56701" y="640988"/>
                </a:cubicBezTo>
                <a:cubicBezTo>
                  <a:pt x="56701" y="657757"/>
                  <a:pt x="43106" y="671351"/>
                  <a:pt x="26342" y="671351"/>
                </a:cubicBezTo>
                <a:cubicBezTo>
                  <a:pt x="17956" y="671351"/>
                  <a:pt x="10365" y="667953"/>
                  <a:pt x="4871" y="662458"/>
                </a:cubicBezTo>
                <a:lnTo>
                  <a:pt x="0" y="650698"/>
                </a:lnTo>
                <a:lnTo>
                  <a:pt x="0" y="631277"/>
                </a:lnTo>
                <a:lnTo>
                  <a:pt x="4871" y="619517"/>
                </a:lnTo>
                <a:cubicBezTo>
                  <a:pt x="10365" y="614023"/>
                  <a:pt x="17956" y="610624"/>
                  <a:pt x="26342" y="610624"/>
                </a:cubicBezTo>
                <a:close/>
                <a:moveTo>
                  <a:pt x="1669096" y="549730"/>
                </a:moveTo>
                <a:lnTo>
                  <a:pt x="1668124" y="568994"/>
                </a:lnTo>
                <a:lnTo>
                  <a:pt x="1664620" y="560536"/>
                </a:lnTo>
                <a:close/>
                <a:moveTo>
                  <a:pt x="1622429" y="530173"/>
                </a:moveTo>
                <a:cubicBezTo>
                  <a:pt x="1639199" y="530173"/>
                  <a:pt x="1652792" y="543767"/>
                  <a:pt x="1652792" y="560536"/>
                </a:cubicBezTo>
                <a:cubicBezTo>
                  <a:pt x="1652792" y="577306"/>
                  <a:pt x="1639199" y="590900"/>
                  <a:pt x="1622429" y="590900"/>
                </a:cubicBezTo>
                <a:cubicBezTo>
                  <a:pt x="1605659" y="590900"/>
                  <a:pt x="1592066" y="577306"/>
                  <a:pt x="1592066" y="560536"/>
                </a:cubicBezTo>
                <a:cubicBezTo>
                  <a:pt x="1592066" y="543767"/>
                  <a:pt x="1605659" y="530173"/>
                  <a:pt x="1622429" y="530173"/>
                </a:cubicBezTo>
                <a:close/>
                <a:moveTo>
                  <a:pt x="1549874" y="530173"/>
                </a:moveTo>
                <a:cubicBezTo>
                  <a:pt x="1566644" y="530173"/>
                  <a:pt x="1580238" y="543767"/>
                  <a:pt x="1580238" y="560536"/>
                </a:cubicBezTo>
                <a:cubicBezTo>
                  <a:pt x="1580238" y="577306"/>
                  <a:pt x="1566644" y="590900"/>
                  <a:pt x="1549874" y="590900"/>
                </a:cubicBezTo>
                <a:cubicBezTo>
                  <a:pt x="1533105" y="590900"/>
                  <a:pt x="1519511" y="577306"/>
                  <a:pt x="1519511" y="560536"/>
                </a:cubicBezTo>
                <a:cubicBezTo>
                  <a:pt x="1519511" y="543767"/>
                  <a:pt x="1533105" y="530173"/>
                  <a:pt x="1549874" y="530173"/>
                </a:cubicBezTo>
                <a:close/>
                <a:moveTo>
                  <a:pt x="1477320" y="530173"/>
                </a:moveTo>
                <a:cubicBezTo>
                  <a:pt x="1494089" y="530173"/>
                  <a:pt x="1507683" y="543767"/>
                  <a:pt x="1507683" y="560536"/>
                </a:cubicBezTo>
                <a:cubicBezTo>
                  <a:pt x="1507683" y="577306"/>
                  <a:pt x="1494089" y="590900"/>
                  <a:pt x="1477320" y="590900"/>
                </a:cubicBezTo>
                <a:cubicBezTo>
                  <a:pt x="1460550" y="590900"/>
                  <a:pt x="1446956" y="577306"/>
                  <a:pt x="1446956" y="560536"/>
                </a:cubicBezTo>
                <a:cubicBezTo>
                  <a:pt x="1446956" y="543767"/>
                  <a:pt x="1460550" y="530173"/>
                  <a:pt x="1477320" y="530173"/>
                </a:cubicBezTo>
                <a:close/>
                <a:moveTo>
                  <a:pt x="1404765" y="530173"/>
                </a:moveTo>
                <a:cubicBezTo>
                  <a:pt x="1421535" y="530173"/>
                  <a:pt x="1435129" y="543767"/>
                  <a:pt x="1435129" y="560536"/>
                </a:cubicBezTo>
                <a:cubicBezTo>
                  <a:pt x="1435129" y="577306"/>
                  <a:pt x="1421535" y="590900"/>
                  <a:pt x="1404765" y="590900"/>
                </a:cubicBezTo>
                <a:cubicBezTo>
                  <a:pt x="1387996" y="590900"/>
                  <a:pt x="1374402" y="577306"/>
                  <a:pt x="1374402" y="560536"/>
                </a:cubicBezTo>
                <a:cubicBezTo>
                  <a:pt x="1374402" y="543767"/>
                  <a:pt x="1387996" y="530173"/>
                  <a:pt x="1404765" y="530173"/>
                </a:cubicBezTo>
                <a:close/>
                <a:moveTo>
                  <a:pt x="1332211" y="530173"/>
                </a:moveTo>
                <a:cubicBezTo>
                  <a:pt x="1348980" y="530173"/>
                  <a:pt x="1362574" y="543767"/>
                  <a:pt x="1362574" y="560536"/>
                </a:cubicBezTo>
                <a:cubicBezTo>
                  <a:pt x="1362574" y="577306"/>
                  <a:pt x="1348980" y="590900"/>
                  <a:pt x="1332211" y="590900"/>
                </a:cubicBezTo>
                <a:cubicBezTo>
                  <a:pt x="1315441" y="590900"/>
                  <a:pt x="1301847" y="577306"/>
                  <a:pt x="1301847" y="560536"/>
                </a:cubicBezTo>
                <a:cubicBezTo>
                  <a:pt x="1301847" y="543767"/>
                  <a:pt x="1315441" y="530173"/>
                  <a:pt x="1332211" y="530173"/>
                </a:cubicBezTo>
                <a:close/>
                <a:moveTo>
                  <a:pt x="1259656" y="530173"/>
                </a:moveTo>
                <a:cubicBezTo>
                  <a:pt x="1276426" y="530173"/>
                  <a:pt x="1290020" y="543767"/>
                  <a:pt x="1290020" y="560536"/>
                </a:cubicBezTo>
                <a:cubicBezTo>
                  <a:pt x="1290020" y="577306"/>
                  <a:pt x="1276426" y="590900"/>
                  <a:pt x="1259656" y="590900"/>
                </a:cubicBezTo>
                <a:cubicBezTo>
                  <a:pt x="1242887" y="590900"/>
                  <a:pt x="1229293" y="577306"/>
                  <a:pt x="1229293" y="560536"/>
                </a:cubicBezTo>
                <a:cubicBezTo>
                  <a:pt x="1229293" y="543767"/>
                  <a:pt x="1242887" y="530173"/>
                  <a:pt x="1259656" y="530173"/>
                </a:cubicBezTo>
                <a:close/>
                <a:moveTo>
                  <a:pt x="1187102" y="530173"/>
                </a:moveTo>
                <a:cubicBezTo>
                  <a:pt x="1203871" y="530173"/>
                  <a:pt x="1217465" y="543767"/>
                  <a:pt x="1217465" y="560536"/>
                </a:cubicBezTo>
                <a:cubicBezTo>
                  <a:pt x="1217465" y="577306"/>
                  <a:pt x="1203871" y="590900"/>
                  <a:pt x="1187102" y="590900"/>
                </a:cubicBezTo>
                <a:cubicBezTo>
                  <a:pt x="1170332" y="590900"/>
                  <a:pt x="1156738" y="577306"/>
                  <a:pt x="1156738" y="560536"/>
                </a:cubicBezTo>
                <a:cubicBezTo>
                  <a:pt x="1156738" y="543767"/>
                  <a:pt x="1170332" y="530173"/>
                  <a:pt x="1187102" y="530173"/>
                </a:cubicBezTo>
                <a:close/>
                <a:moveTo>
                  <a:pt x="1114547" y="530173"/>
                </a:moveTo>
                <a:cubicBezTo>
                  <a:pt x="1131317" y="530173"/>
                  <a:pt x="1144911" y="543767"/>
                  <a:pt x="1144911" y="560536"/>
                </a:cubicBezTo>
                <a:cubicBezTo>
                  <a:pt x="1144911" y="577306"/>
                  <a:pt x="1131317" y="590900"/>
                  <a:pt x="1114547" y="590900"/>
                </a:cubicBezTo>
                <a:cubicBezTo>
                  <a:pt x="1097778" y="590900"/>
                  <a:pt x="1084184" y="577306"/>
                  <a:pt x="1084184" y="560536"/>
                </a:cubicBezTo>
                <a:cubicBezTo>
                  <a:pt x="1084184" y="543767"/>
                  <a:pt x="1097778" y="530173"/>
                  <a:pt x="1114547" y="530173"/>
                </a:cubicBezTo>
                <a:close/>
                <a:moveTo>
                  <a:pt x="1041993" y="530173"/>
                </a:moveTo>
                <a:cubicBezTo>
                  <a:pt x="1058762" y="530173"/>
                  <a:pt x="1072356" y="543767"/>
                  <a:pt x="1072356" y="560536"/>
                </a:cubicBezTo>
                <a:cubicBezTo>
                  <a:pt x="1072356" y="577306"/>
                  <a:pt x="1058762" y="590900"/>
                  <a:pt x="1041993" y="590900"/>
                </a:cubicBezTo>
                <a:cubicBezTo>
                  <a:pt x="1025223" y="590900"/>
                  <a:pt x="1011629" y="577306"/>
                  <a:pt x="1011629" y="560536"/>
                </a:cubicBezTo>
                <a:cubicBezTo>
                  <a:pt x="1011629" y="543767"/>
                  <a:pt x="1025223" y="530173"/>
                  <a:pt x="1041993" y="530173"/>
                </a:cubicBezTo>
                <a:close/>
                <a:moveTo>
                  <a:pt x="969438" y="530173"/>
                </a:moveTo>
                <a:cubicBezTo>
                  <a:pt x="986208" y="530173"/>
                  <a:pt x="999801" y="543767"/>
                  <a:pt x="999801" y="560536"/>
                </a:cubicBezTo>
                <a:cubicBezTo>
                  <a:pt x="999801" y="577306"/>
                  <a:pt x="986208" y="590900"/>
                  <a:pt x="969438" y="590900"/>
                </a:cubicBezTo>
                <a:cubicBezTo>
                  <a:pt x="952669" y="590900"/>
                  <a:pt x="939075" y="577306"/>
                  <a:pt x="939075" y="560536"/>
                </a:cubicBezTo>
                <a:cubicBezTo>
                  <a:pt x="939075" y="543767"/>
                  <a:pt x="952669" y="530173"/>
                  <a:pt x="969438" y="530173"/>
                </a:cubicBezTo>
                <a:close/>
                <a:moveTo>
                  <a:pt x="896883" y="530173"/>
                </a:moveTo>
                <a:cubicBezTo>
                  <a:pt x="913653" y="530173"/>
                  <a:pt x="927247" y="543767"/>
                  <a:pt x="927247" y="560536"/>
                </a:cubicBezTo>
                <a:cubicBezTo>
                  <a:pt x="927247" y="577306"/>
                  <a:pt x="913653" y="590900"/>
                  <a:pt x="896883" y="590900"/>
                </a:cubicBezTo>
                <a:cubicBezTo>
                  <a:pt x="880114" y="590900"/>
                  <a:pt x="866520" y="577306"/>
                  <a:pt x="866520" y="560536"/>
                </a:cubicBezTo>
                <a:cubicBezTo>
                  <a:pt x="866520" y="543767"/>
                  <a:pt x="880114" y="530173"/>
                  <a:pt x="896883" y="530173"/>
                </a:cubicBezTo>
                <a:close/>
                <a:moveTo>
                  <a:pt x="824329" y="530173"/>
                </a:moveTo>
                <a:cubicBezTo>
                  <a:pt x="841098" y="530173"/>
                  <a:pt x="854692" y="543767"/>
                  <a:pt x="854692" y="560536"/>
                </a:cubicBezTo>
                <a:cubicBezTo>
                  <a:pt x="854692" y="577306"/>
                  <a:pt x="841098" y="590900"/>
                  <a:pt x="824329" y="590900"/>
                </a:cubicBezTo>
                <a:cubicBezTo>
                  <a:pt x="807559" y="590900"/>
                  <a:pt x="793965" y="577306"/>
                  <a:pt x="793965" y="560536"/>
                </a:cubicBezTo>
                <a:cubicBezTo>
                  <a:pt x="793965" y="543767"/>
                  <a:pt x="807559" y="530173"/>
                  <a:pt x="824329" y="530173"/>
                </a:cubicBezTo>
                <a:close/>
                <a:moveTo>
                  <a:pt x="751774" y="530173"/>
                </a:moveTo>
                <a:cubicBezTo>
                  <a:pt x="768544" y="530173"/>
                  <a:pt x="782138" y="543767"/>
                  <a:pt x="782138" y="560536"/>
                </a:cubicBezTo>
                <a:cubicBezTo>
                  <a:pt x="782138" y="577306"/>
                  <a:pt x="768544" y="590900"/>
                  <a:pt x="751774" y="590900"/>
                </a:cubicBezTo>
                <a:cubicBezTo>
                  <a:pt x="735005" y="590900"/>
                  <a:pt x="721411" y="577306"/>
                  <a:pt x="721411" y="560536"/>
                </a:cubicBezTo>
                <a:cubicBezTo>
                  <a:pt x="721411" y="543767"/>
                  <a:pt x="735005" y="530173"/>
                  <a:pt x="751774" y="530173"/>
                </a:cubicBezTo>
                <a:close/>
                <a:moveTo>
                  <a:pt x="679220" y="530173"/>
                </a:moveTo>
                <a:cubicBezTo>
                  <a:pt x="695989" y="530173"/>
                  <a:pt x="709583" y="543767"/>
                  <a:pt x="709583" y="560536"/>
                </a:cubicBezTo>
                <a:cubicBezTo>
                  <a:pt x="709583" y="577306"/>
                  <a:pt x="695989" y="590900"/>
                  <a:pt x="679220" y="590900"/>
                </a:cubicBezTo>
                <a:cubicBezTo>
                  <a:pt x="662450" y="590900"/>
                  <a:pt x="648856" y="577306"/>
                  <a:pt x="648856" y="560536"/>
                </a:cubicBezTo>
                <a:cubicBezTo>
                  <a:pt x="648856" y="543767"/>
                  <a:pt x="662450" y="530173"/>
                  <a:pt x="679220" y="530173"/>
                </a:cubicBezTo>
                <a:close/>
                <a:moveTo>
                  <a:pt x="606665" y="530173"/>
                </a:moveTo>
                <a:cubicBezTo>
                  <a:pt x="623435" y="530173"/>
                  <a:pt x="637029" y="543767"/>
                  <a:pt x="637029" y="560536"/>
                </a:cubicBezTo>
                <a:cubicBezTo>
                  <a:pt x="637029" y="577306"/>
                  <a:pt x="623435" y="590900"/>
                  <a:pt x="606665" y="590900"/>
                </a:cubicBezTo>
                <a:cubicBezTo>
                  <a:pt x="589896" y="590900"/>
                  <a:pt x="576302" y="577306"/>
                  <a:pt x="576302" y="560536"/>
                </a:cubicBezTo>
                <a:cubicBezTo>
                  <a:pt x="576302" y="543767"/>
                  <a:pt x="589896" y="530173"/>
                  <a:pt x="606665" y="530173"/>
                </a:cubicBezTo>
                <a:close/>
                <a:moveTo>
                  <a:pt x="534111" y="530173"/>
                </a:moveTo>
                <a:cubicBezTo>
                  <a:pt x="550880" y="530173"/>
                  <a:pt x="564474" y="543767"/>
                  <a:pt x="564474" y="560536"/>
                </a:cubicBezTo>
                <a:cubicBezTo>
                  <a:pt x="564474" y="577306"/>
                  <a:pt x="550880" y="590900"/>
                  <a:pt x="534111" y="590900"/>
                </a:cubicBezTo>
                <a:cubicBezTo>
                  <a:pt x="517341" y="590900"/>
                  <a:pt x="503747" y="577306"/>
                  <a:pt x="503747" y="560536"/>
                </a:cubicBezTo>
                <a:cubicBezTo>
                  <a:pt x="503747" y="543767"/>
                  <a:pt x="517341" y="530173"/>
                  <a:pt x="534111" y="530173"/>
                </a:cubicBezTo>
                <a:close/>
                <a:moveTo>
                  <a:pt x="461556" y="530173"/>
                </a:moveTo>
                <a:cubicBezTo>
                  <a:pt x="478326" y="530173"/>
                  <a:pt x="491920" y="543767"/>
                  <a:pt x="491920" y="560536"/>
                </a:cubicBezTo>
                <a:cubicBezTo>
                  <a:pt x="491920" y="577306"/>
                  <a:pt x="478326" y="590900"/>
                  <a:pt x="461556" y="590900"/>
                </a:cubicBezTo>
                <a:cubicBezTo>
                  <a:pt x="444787" y="590900"/>
                  <a:pt x="431192" y="577306"/>
                  <a:pt x="431192" y="560536"/>
                </a:cubicBezTo>
                <a:cubicBezTo>
                  <a:pt x="431192" y="543767"/>
                  <a:pt x="444787" y="530173"/>
                  <a:pt x="461556" y="530173"/>
                </a:cubicBezTo>
                <a:close/>
                <a:moveTo>
                  <a:pt x="389002" y="530173"/>
                </a:moveTo>
                <a:cubicBezTo>
                  <a:pt x="405771" y="530173"/>
                  <a:pt x="419365" y="543767"/>
                  <a:pt x="419365" y="560536"/>
                </a:cubicBezTo>
                <a:cubicBezTo>
                  <a:pt x="419365" y="577306"/>
                  <a:pt x="405771" y="590900"/>
                  <a:pt x="389002" y="590900"/>
                </a:cubicBezTo>
                <a:cubicBezTo>
                  <a:pt x="372232" y="590900"/>
                  <a:pt x="358638" y="577306"/>
                  <a:pt x="358638" y="560536"/>
                </a:cubicBezTo>
                <a:cubicBezTo>
                  <a:pt x="358638" y="543767"/>
                  <a:pt x="372232" y="530173"/>
                  <a:pt x="389002" y="530173"/>
                </a:cubicBezTo>
                <a:close/>
                <a:moveTo>
                  <a:pt x="316447" y="530173"/>
                </a:moveTo>
                <a:cubicBezTo>
                  <a:pt x="333216" y="530173"/>
                  <a:pt x="346810" y="543767"/>
                  <a:pt x="346810" y="560536"/>
                </a:cubicBezTo>
                <a:cubicBezTo>
                  <a:pt x="346810" y="577306"/>
                  <a:pt x="333216" y="590900"/>
                  <a:pt x="316447" y="590900"/>
                </a:cubicBezTo>
                <a:cubicBezTo>
                  <a:pt x="299677" y="590900"/>
                  <a:pt x="286084" y="577306"/>
                  <a:pt x="286084" y="560536"/>
                </a:cubicBezTo>
                <a:cubicBezTo>
                  <a:pt x="286084" y="543767"/>
                  <a:pt x="299677" y="530173"/>
                  <a:pt x="316447" y="530173"/>
                </a:cubicBezTo>
                <a:close/>
                <a:moveTo>
                  <a:pt x="243892" y="530173"/>
                </a:moveTo>
                <a:cubicBezTo>
                  <a:pt x="260662" y="530173"/>
                  <a:pt x="274256" y="543767"/>
                  <a:pt x="274256" y="560536"/>
                </a:cubicBezTo>
                <a:cubicBezTo>
                  <a:pt x="274256" y="577306"/>
                  <a:pt x="260662" y="590900"/>
                  <a:pt x="243892" y="590900"/>
                </a:cubicBezTo>
                <a:cubicBezTo>
                  <a:pt x="227123" y="590900"/>
                  <a:pt x="213529" y="577306"/>
                  <a:pt x="213529" y="560536"/>
                </a:cubicBezTo>
                <a:cubicBezTo>
                  <a:pt x="213529" y="543767"/>
                  <a:pt x="227123" y="530173"/>
                  <a:pt x="243892" y="530173"/>
                </a:cubicBezTo>
                <a:close/>
                <a:moveTo>
                  <a:pt x="171339" y="530173"/>
                </a:moveTo>
                <a:cubicBezTo>
                  <a:pt x="188107" y="530173"/>
                  <a:pt x="201701" y="543767"/>
                  <a:pt x="201701" y="560536"/>
                </a:cubicBezTo>
                <a:cubicBezTo>
                  <a:pt x="201701" y="577306"/>
                  <a:pt x="188107" y="590900"/>
                  <a:pt x="171339" y="590900"/>
                </a:cubicBezTo>
                <a:cubicBezTo>
                  <a:pt x="154673" y="590900"/>
                  <a:pt x="141079" y="577306"/>
                  <a:pt x="141079" y="560536"/>
                </a:cubicBezTo>
                <a:cubicBezTo>
                  <a:pt x="141079" y="543767"/>
                  <a:pt x="154673" y="530173"/>
                  <a:pt x="171339" y="530173"/>
                </a:cubicBezTo>
                <a:close/>
                <a:moveTo>
                  <a:pt x="98904" y="530173"/>
                </a:moveTo>
                <a:cubicBezTo>
                  <a:pt x="115664" y="530173"/>
                  <a:pt x="129258" y="543767"/>
                  <a:pt x="129258" y="560536"/>
                </a:cubicBezTo>
                <a:cubicBezTo>
                  <a:pt x="129258" y="577306"/>
                  <a:pt x="115664" y="590900"/>
                  <a:pt x="98904" y="590900"/>
                </a:cubicBezTo>
                <a:cubicBezTo>
                  <a:pt x="82130" y="590900"/>
                  <a:pt x="68536" y="577306"/>
                  <a:pt x="68536" y="560536"/>
                </a:cubicBezTo>
                <a:cubicBezTo>
                  <a:pt x="68536" y="543767"/>
                  <a:pt x="82130" y="530173"/>
                  <a:pt x="98904" y="530173"/>
                </a:cubicBezTo>
                <a:close/>
                <a:moveTo>
                  <a:pt x="26349" y="530173"/>
                </a:moveTo>
                <a:cubicBezTo>
                  <a:pt x="43112" y="530173"/>
                  <a:pt x="56707" y="543767"/>
                  <a:pt x="56707" y="560536"/>
                </a:cubicBezTo>
                <a:cubicBezTo>
                  <a:pt x="56707" y="577306"/>
                  <a:pt x="43112" y="590900"/>
                  <a:pt x="26349" y="590900"/>
                </a:cubicBezTo>
                <a:cubicBezTo>
                  <a:pt x="17963" y="590900"/>
                  <a:pt x="10372" y="587502"/>
                  <a:pt x="4877" y="582007"/>
                </a:cubicBezTo>
                <a:lnTo>
                  <a:pt x="0" y="570232"/>
                </a:lnTo>
                <a:lnTo>
                  <a:pt x="0" y="550840"/>
                </a:lnTo>
                <a:lnTo>
                  <a:pt x="4877" y="539066"/>
                </a:lnTo>
                <a:cubicBezTo>
                  <a:pt x="10372" y="533572"/>
                  <a:pt x="17963" y="530173"/>
                  <a:pt x="26349" y="530173"/>
                </a:cubicBezTo>
                <a:close/>
                <a:moveTo>
                  <a:pt x="1673704" y="458486"/>
                </a:moveTo>
                <a:lnTo>
                  <a:pt x="1671744" y="497284"/>
                </a:lnTo>
                <a:lnTo>
                  <a:pt x="1664620" y="480084"/>
                </a:lnTo>
                <a:cubicBezTo>
                  <a:pt x="1664620" y="471700"/>
                  <a:pt x="1668019" y="464109"/>
                  <a:pt x="1673514" y="458614"/>
                </a:cubicBezTo>
                <a:close/>
                <a:moveTo>
                  <a:pt x="1622429" y="449721"/>
                </a:moveTo>
                <a:cubicBezTo>
                  <a:pt x="1639199" y="449721"/>
                  <a:pt x="1652792" y="463315"/>
                  <a:pt x="1652792" y="480084"/>
                </a:cubicBezTo>
                <a:cubicBezTo>
                  <a:pt x="1652792" y="496854"/>
                  <a:pt x="1639199" y="510448"/>
                  <a:pt x="1622429" y="510448"/>
                </a:cubicBezTo>
                <a:cubicBezTo>
                  <a:pt x="1605659" y="510448"/>
                  <a:pt x="1592066" y="496854"/>
                  <a:pt x="1592066" y="480084"/>
                </a:cubicBezTo>
                <a:cubicBezTo>
                  <a:pt x="1592066" y="463315"/>
                  <a:pt x="1605659" y="449721"/>
                  <a:pt x="1622429" y="449721"/>
                </a:cubicBezTo>
                <a:close/>
                <a:moveTo>
                  <a:pt x="1549874" y="449721"/>
                </a:moveTo>
                <a:cubicBezTo>
                  <a:pt x="1566644" y="449721"/>
                  <a:pt x="1580238" y="463315"/>
                  <a:pt x="1580238" y="480084"/>
                </a:cubicBezTo>
                <a:cubicBezTo>
                  <a:pt x="1580238" y="496854"/>
                  <a:pt x="1566644" y="510448"/>
                  <a:pt x="1549874" y="510448"/>
                </a:cubicBezTo>
                <a:cubicBezTo>
                  <a:pt x="1533105" y="510448"/>
                  <a:pt x="1519511" y="496854"/>
                  <a:pt x="1519511" y="480084"/>
                </a:cubicBezTo>
                <a:cubicBezTo>
                  <a:pt x="1519511" y="463315"/>
                  <a:pt x="1533105" y="449721"/>
                  <a:pt x="1549874" y="449721"/>
                </a:cubicBezTo>
                <a:close/>
                <a:moveTo>
                  <a:pt x="1477320" y="449721"/>
                </a:moveTo>
                <a:cubicBezTo>
                  <a:pt x="1494089" y="449721"/>
                  <a:pt x="1507683" y="463315"/>
                  <a:pt x="1507683" y="480084"/>
                </a:cubicBezTo>
                <a:cubicBezTo>
                  <a:pt x="1507683" y="496854"/>
                  <a:pt x="1494089" y="510448"/>
                  <a:pt x="1477320" y="510448"/>
                </a:cubicBezTo>
                <a:cubicBezTo>
                  <a:pt x="1460550" y="510448"/>
                  <a:pt x="1446956" y="496854"/>
                  <a:pt x="1446956" y="480084"/>
                </a:cubicBezTo>
                <a:cubicBezTo>
                  <a:pt x="1446956" y="463315"/>
                  <a:pt x="1460550" y="449721"/>
                  <a:pt x="1477320" y="449721"/>
                </a:cubicBezTo>
                <a:close/>
                <a:moveTo>
                  <a:pt x="1404765" y="449721"/>
                </a:moveTo>
                <a:cubicBezTo>
                  <a:pt x="1421535" y="449721"/>
                  <a:pt x="1435129" y="463315"/>
                  <a:pt x="1435129" y="480084"/>
                </a:cubicBezTo>
                <a:cubicBezTo>
                  <a:pt x="1435129" y="496854"/>
                  <a:pt x="1421535" y="510448"/>
                  <a:pt x="1404765" y="510448"/>
                </a:cubicBezTo>
                <a:cubicBezTo>
                  <a:pt x="1387996" y="510448"/>
                  <a:pt x="1374402" y="496854"/>
                  <a:pt x="1374402" y="480084"/>
                </a:cubicBezTo>
                <a:cubicBezTo>
                  <a:pt x="1374402" y="463315"/>
                  <a:pt x="1387996" y="449721"/>
                  <a:pt x="1404765" y="449721"/>
                </a:cubicBezTo>
                <a:close/>
                <a:moveTo>
                  <a:pt x="1332211" y="449721"/>
                </a:moveTo>
                <a:cubicBezTo>
                  <a:pt x="1348980" y="449721"/>
                  <a:pt x="1362574" y="463315"/>
                  <a:pt x="1362574" y="480084"/>
                </a:cubicBezTo>
                <a:cubicBezTo>
                  <a:pt x="1362574" y="496854"/>
                  <a:pt x="1348980" y="510448"/>
                  <a:pt x="1332211" y="510448"/>
                </a:cubicBezTo>
                <a:cubicBezTo>
                  <a:pt x="1315441" y="510448"/>
                  <a:pt x="1301847" y="496854"/>
                  <a:pt x="1301847" y="480084"/>
                </a:cubicBezTo>
                <a:cubicBezTo>
                  <a:pt x="1301847" y="463315"/>
                  <a:pt x="1315441" y="449721"/>
                  <a:pt x="1332211" y="449721"/>
                </a:cubicBezTo>
                <a:close/>
                <a:moveTo>
                  <a:pt x="1259656" y="449721"/>
                </a:moveTo>
                <a:cubicBezTo>
                  <a:pt x="1276426" y="449721"/>
                  <a:pt x="1290020" y="463315"/>
                  <a:pt x="1290020" y="480084"/>
                </a:cubicBezTo>
                <a:cubicBezTo>
                  <a:pt x="1290020" y="496854"/>
                  <a:pt x="1276426" y="510448"/>
                  <a:pt x="1259656" y="510448"/>
                </a:cubicBezTo>
                <a:cubicBezTo>
                  <a:pt x="1242887" y="510448"/>
                  <a:pt x="1229293" y="496854"/>
                  <a:pt x="1229293" y="480084"/>
                </a:cubicBezTo>
                <a:cubicBezTo>
                  <a:pt x="1229293" y="463315"/>
                  <a:pt x="1242887" y="449721"/>
                  <a:pt x="1259656" y="449721"/>
                </a:cubicBezTo>
                <a:close/>
                <a:moveTo>
                  <a:pt x="1187102" y="449721"/>
                </a:moveTo>
                <a:cubicBezTo>
                  <a:pt x="1203871" y="449721"/>
                  <a:pt x="1217465" y="463315"/>
                  <a:pt x="1217465" y="480084"/>
                </a:cubicBezTo>
                <a:cubicBezTo>
                  <a:pt x="1217465" y="496854"/>
                  <a:pt x="1203871" y="510448"/>
                  <a:pt x="1187102" y="510448"/>
                </a:cubicBezTo>
                <a:cubicBezTo>
                  <a:pt x="1170332" y="510448"/>
                  <a:pt x="1156738" y="496854"/>
                  <a:pt x="1156738" y="480084"/>
                </a:cubicBezTo>
                <a:cubicBezTo>
                  <a:pt x="1156738" y="463315"/>
                  <a:pt x="1170332" y="449721"/>
                  <a:pt x="1187102" y="449721"/>
                </a:cubicBezTo>
                <a:close/>
                <a:moveTo>
                  <a:pt x="1114547" y="449721"/>
                </a:moveTo>
                <a:cubicBezTo>
                  <a:pt x="1131317" y="449721"/>
                  <a:pt x="1144911" y="463315"/>
                  <a:pt x="1144911" y="480084"/>
                </a:cubicBezTo>
                <a:cubicBezTo>
                  <a:pt x="1144911" y="496854"/>
                  <a:pt x="1131317" y="510448"/>
                  <a:pt x="1114547" y="510448"/>
                </a:cubicBezTo>
                <a:cubicBezTo>
                  <a:pt x="1097778" y="510448"/>
                  <a:pt x="1084184" y="496854"/>
                  <a:pt x="1084184" y="480084"/>
                </a:cubicBezTo>
                <a:cubicBezTo>
                  <a:pt x="1084184" y="463315"/>
                  <a:pt x="1097778" y="449721"/>
                  <a:pt x="1114547" y="449721"/>
                </a:cubicBezTo>
                <a:close/>
                <a:moveTo>
                  <a:pt x="1041993" y="449721"/>
                </a:moveTo>
                <a:cubicBezTo>
                  <a:pt x="1058762" y="449721"/>
                  <a:pt x="1072356" y="463315"/>
                  <a:pt x="1072356" y="480084"/>
                </a:cubicBezTo>
                <a:cubicBezTo>
                  <a:pt x="1072356" y="496854"/>
                  <a:pt x="1058762" y="510448"/>
                  <a:pt x="1041993" y="510448"/>
                </a:cubicBezTo>
                <a:cubicBezTo>
                  <a:pt x="1025223" y="510448"/>
                  <a:pt x="1011629" y="496854"/>
                  <a:pt x="1011629" y="480084"/>
                </a:cubicBezTo>
                <a:cubicBezTo>
                  <a:pt x="1011629" y="463315"/>
                  <a:pt x="1025223" y="449721"/>
                  <a:pt x="1041993" y="449721"/>
                </a:cubicBezTo>
                <a:close/>
                <a:moveTo>
                  <a:pt x="969438" y="449721"/>
                </a:moveTo>
                <a:cubicBezTo>
                  <a:pt x="986208" y="449721"/>
                  <a:pt x="999801" y="463315"/>
                  <a:pt x="999801" y="480084"/>
                </a:cubicBezTo>
                <a:cubicBezTo>
                  <a:pt x="999801" y="496854"/>
                  <a:pt x="986208" y="510448"/>
                  <a:pt x="969438" y="510448"/>
                </a:cubicBezTo>
                <a:cubicBezTo>
                  <a:pt x="952669" y="510448"/>
                  <a:pt x="939075" y="496854"/>
                  <a:pt x="939075" y="480084"/>
                </a:cubicBezTo>
                <a:cubicBezTo>
                  <a:pt x="939075" y="463315"/>
                  <a:pt x="952669" y="449721"/>
                  <a:pt x="969438" y="449721"/>
                </a:cubicBezTo>
                <a:close/>
                <a:moveTo>
                  <a:pt x="896883" y="449721"/>
                </a:moveTo>
                <a:cubicBezTo>
                  <a:pt x="913653" y="449721"/>
                  <a:pt x="927247" y="463315"/>
                  <a:pt x="927247" y="480084"/>
                </a:cubicBezTo>
                <a:cubicBezTo>
                  <a:pt x="927247" y="496854"/>
                  <a:pt x="913653" y="510448"/>
                  <a:pt x="896883" y="510448"/>
                </a:cubicBezTo>
                <a:cubicBezTo>
                  <a:pt x="880114" y="510448"/>
                  <a:pt x="866520" y="496854"/>
                  <a:pt x="866520" y="480084"/>
                </a:cubicBezTo>
                <a:cubicBezTo>
                  <a:pt x="866520" y="463315"/>
                  <a:pt x="880114" y="449721"/>
                  <a:pt x="896883" y="449721"/>
                </a:cubicBezTo>
                <a:close/>
                <a:moveTo>
                  <a:pt x="824329" y="449721"/>
                </a:moveTo>
                <a:cubicBezTo>
                  <a:pt x="841098" y="449721"/>
                  <a:pt x="854692" y="463315"/>
                  <a:pt x="854692" y="480084"/>
                </a:cubicBezTo>
                <a:cubicBezTo>
                  <a:pt x="854692" y="496854"/>
                  <a:pt x="841098" y="510448"/>
                  <a:pt x="824329" y="510448"/>
                </a:cubicBezTo>
                <a:cubicBezTo>
                  <a:pt x="807559" y="510448"/>
                  <a:pt x="793965" y="496854"/>
                  <a:pt x="793965" y="480084"/>
                </a:cubicBezTo>
                <a:cubicBezTo>
                  <a:pt x="793965" y="463315"/>
                  <a:pt x="807559" y="449721"/>
                  <a:pt x="824329" y="449721"/>
                </a:cubicBezTo>
                <a:close/>
                <a:moveTo>
                  <a:pt x="751774" y="449721"/>
                </a:moveTo>
                <a:cubicBezTo>
                  <a:pt x="768544" y="449721"/>
                  <a:pt x="782138" y="463315"/>
                  <a:pt x="782138" y="480084"/>
                </a:cubicBezTo>
                <a:cubicBezTo>
                  <a:pt x="782138" y="496854"/>
                  <a:pt x="768544" y="510448"/>
                  <a:pt x="751774" y="510448"/>
                </a:cubicBezTo>
                <a:cubicBezTo>
                  <a:pt x="735005" y="510448"/>
                  <a:pt x="721411" y="496854"/>
                  <a:pt x="721411" y="480084"/>
                </a:cubicBezTo>
                <a:cubicBezTo>
                  <a:pt x="721411" y="463315"/>
                  <a:pt x="735005" y="449721"/>
                  <a:pt x="751774" y="449721"/>
                </a:cubicBezTo>
                <a:close/>
                <a:moveTo>
                  <a:pt x="679220" y="449721"/>
                </a:moveTo>
                <a:cubicBezTo>
                  <a:pt x="695989" y="449721"/>
                  <a:pt x="709583" y="463315"/>
                  <a:pt x="709583" y="480084"/>
                </a:cubicBezTo>
                <a:cubicBezTo>
                  <a:pt x="709583" y="496854"/>
                  <a:pt x="695989" y="510448"/>
                  <a:pt x="679220" y="510448"/>
                </a:cubicBezTo>
                <a:cubicBezTo>
                  <a:pt x="662450" y="510448"/>
                  <a:pt x="648856" y="496854"/>
                  <a:pt x="648856" y="480084"/>
                </a:cubicBezTo>
                <a:cubicBezTo>
                  <a:pt x="648856" y="463315"/>
                  <a:pt x="662450" y="449721"/>
                  <a:pt x="679220" y="449721"/>
                </a:cubicBezTo>
                <a:close/>
                <a:moveTo>
                  <a:pt x="606665" y="449721"/>
                </a:moveTo>
                <a:cubicBezTo>
                  <a:pt x="623435" y="449721"/>
                  <a:pt x="637029" y="463315"/>
                  <a:pt x="637029" y="480084"/>
                </a:cubicBezTo>
                <a:cubicBezTo>
                  <a:pt x="637029" y="496854"/>
                  <a:pt x="623435" y="510448"/>
                  <a:pt x="606665" y="510448"/>
                </a:cubicBezTo>
                <a:cubicBezTo>
                  <a:pt x="589896" y="510448"/>
                  <a:pt x="576302" y="496854"/>
                  <a:pt x="576302" y="480084"/>
                </a:cubicBezTo>
                <a:cubicBezTo>
                  <a:pt x="576302" y="463315"/>
                  <a:pt x="589896" y="449721"/>
                  <a:pt x="606665" y="449721"/>
                </a:cubicBezTo>
                <a:close/>
                <a:moveTo>
                  <a:pt x="534111" y="449721"/>
                </a:moveTo>
                <a:cubicBezTo>
                  <a:pt x="550880" y="449721"/>
                  <a:pt x="564474" y="463315"/>
                  <a:pt x="564474" y="480084"/>
                </a:cubicBezTo>
                <a:cubicBezTo>
                  <a:pt x="564474" y="496854"/>
                  <a:pt x="550880" y="510448"/>
                  <a:pt x="534111" y="510448"/>
                </a:cubicBezTo>
                <a:cubicBezTo>
                  <a:pt x="517341" y="510448"/>
                  <a:pt x="503747" y="496854"/>
                  <a:pt x="503747" y="480084"/>
                </a:cubicBezTo>
                <a:cubicBezTo>
                  <a:pt x="503747" y="463315"/>
                  <a:pt x="517341" y="449721"/>
                  <a:pt x="534111" y="449721"/>
                </a:cubicBezTo>
                <a:close/>
                <a:moveTo>
                  <a:pt x="461556" y="449721"/>
                </a:moveTo>
                <a:cubicBezTo>
                  <a:pt x="478326" y="449721"/>
                  <a:pt x="491920" y="463315"/>
                  <a:pt x="491920" y="480084"/>
                </a:cubicBezTo>
                <a:cubicBezTo>
                  <a:pt x="491920" y="496854"/>
                  <a:pt x="478326" y="510448"/>
                  <a:pt x="461556" y="510448"/>
                </a:cubicBezTo>
                <a:cubicBezTo>
                  <a:pt x="444787" y="510448"/>
                  <a:pt x="431192" y="496854"/>
                  <a:pt x="431192" y="480084"/>
                </a:cubicBezTo>
                <a:cubicBezTo>
                  <a:pt x="431192" y="463315"/>
                  <a:pt x="444787" y="449721"/>
                  <a:pt x="461556" y="449721"/>
                </a:cubicBezTo>
                <a:close/>
                <a:moveTo>
                  <a:pt x="389002" y="449721"/>
                </a:moveTo>
                <a:cubicBezTo>
                  <a:pt x="405771" y="449721"/>
                  <a:pt x="419365" y="463315"/>
                  <a:pt x="419365" y="480084"/>
                </a:cubicBezTo>
                <a:cubicBezTo>
                  <a:pt x="419365" y="496854"/>
                  <a:pt x="405771" y="510448"/>
                  <a:pt x="389002" y="510448"/>
                </a:cubicBezTo>
                <a:cubicBezTo>
                  <a:pt x="372232" y="510448"/>
                  <a:pt x="358638" y="496854"/>
                  <a:pt x="358638" y="480084"/>
                </a:cubicBezTo>
                <a:cubicBezTo>
                  <a:pt x="358638" y="463315"/>
                  <a:pt x="372232" y="449721"/>
                  <a:pt x="389002" y="449721"/>
                </a:cubicBezTo>
                <a:close/>
                <a:moveTo>
                  <a:pt x="316447" y="449721"/>
                </a:moveTo>
                <a:cubicBezTo>
                  <a:pt x="333216" y="449721"/>
                  <a:pt x="346810" y="463315"/>
                  <a:pt x="346810" y="480084"/>
                </a:cubicBezTo>
                <a:cubicBezTo>
                  <a:pt x="346810" y="496854"/>
                  <a:pt x="333216" y="510448"/>
                  <a:pt x="316447" y="510448"/>
                </a:cubicBezTo>
                <a:cubicBezTo>
                  <a:pt x="299677" y="510448"/>
                  <a:pt x="286084" y="496854"/>
                  <a:pt x="286084" y="480084"/>
                </a:cubicBezTo>
                <a:cubicBezTo>
                  <a:pt x="286084" y="463315"/>
                  <a:pt x="299677" y="449721"/>
                  <a:pt x="316447" y="449721"/>
                </a:cubicBezTo>
                <a:close/>
                <a:moveTo>
                  <a:pt x="243892" y="449721"/>
                </a:moveTo>
                <a:cubicBezTo>
                  <a:pt x="260662" y="449721"/>
                  <a:pt x="274256" y="463315"/>
                  <a:pt x="274256" y="480084"/>
                </a:cubicBezTo>
                <a:cubicBezTo>
                  <a:pt x="274256" y="496854"/>
                  <a:pt x="260662" y="510448"/>
                  <a:pt x="243892" y="510448"/>
                </a:cubicBezTo>
                <a:cubicBezTo>
                  <a:pt x="227123" y="510448"/>
                  <a:pt x="213529" y="496854"/>
                  <a:pt x="213529" y="480084"/>
                </a:cubicBezTo>
                <a:cubicBezTo>
                  <a:pt x="213529" y="463315"/>
                  <a:pt x="227123" y="449721"/>
                  <a:pt x="243892" y="449721"/>
                </a:cubicBezTo>
                <a:close/>
                <a:moveTo>
                  <a:pt x="171339" y="449721"/>
                </a:moveTo>
                <a:cubicBezTo>
                  <a:pt x="188107" y="449721"/>
                  <a:pt x="201701" y="463315"/>
                  <a:pt x="201701" y="480084"/>
                </a:cubicBezTo>
                <a:cubicBezTo>
                  <a:pt x="201701" y="496854"/>
                  <a:pt x="188107" y="510448"/>
                  <a:pt x="171339" y="510448"/>
                </a:cubicBezTo>
                <a:cubicBezTo>
                  <a:pt x="154679" y="510448"/>
                  <a:pt x="141085" y="496854"/>
                  <a:pt x="141085" y="480084"/>
                </a:cubicBezTo>
                <a:cubicBezTo>
                  <a:pt x="141085" y="463315"/>
                  <a:pt x="154679" y="449721"/>
                  <a:pt x="171339" y="449721"/>
                </a:cubicBezTo>
                <a:close/>
                <a:moveTo>
                  <a:pt x="98910" y="449721"/>
                </a:moveTo>
                <a:cubicBezTo>
                  <a:pt x="115670" y="449721"/>
                  <a:pt x="129264" y="463315"/>
                  <a:pt x="129264" y="480084"/>
                </a:cubicBezTo>
                <a:cubicBezTo>
                  <a:pt x="129264" y="496854"/>
                  <a:pt x="115670" y="510448"/>
                  <a:pt x="98910" y="510448"/>
                </a:cubicBezTo>
                <a:cubicBezTo>
                  <a:pt x="82136" y="510448"/>
                  <a:pt x="68542" y="496854"/>
                  <a:pt x="68542" y="480084"/>
                </a:cubicBezTo>
                <a:cubicBezTo>
                  <a:pt x="68542" y="463315"/>
                  <a:pt x="82136" y="449721"/>
                  <a:pt x="98910" y="449721"/>
                </a:cubicBezTo>
                <a:close/>
                <a:moveTo>
                  <a:pt x="26355" y="449721"/>
                </a:moveTo>
                <a:cubicBezTo>
                  <a:pt x="43118" y="449721"/>
                  <a:pt x="56713" y="463315"/>
                  <a:pt x="56713" y="480084"/>
                </a:cubicBezTo>
                <a:cubicBezTo>
                  <a:pt x="56713" y="496854"/>
                  <a:pt x="43118" y="510448"/>
                  <a:pt x="26355" y="510448"/>
                </a:cubicBezTo>
                <a:cubicBezTo>
                  <a:pt x="17970" y="510448"/>
                  <a:pt x="10379" y="507050"/>
                  <a:pt x="4884" y="501555"/>
                </a:cubicBezTo>
                <a:lnTo>
                  <a:pt x="0" y="489763"/>
                </a:lnTo>
                <a:lnTo>
                  <a:pt x="0" y="470405"/>
                </a:lnTo>
                <a:lnTo>
                  <a:pt x="4884" y="458614"/>
                </a:lnTo>
                <a:cubicBezTo>
                  <a:pt x="10379" y="453120"/>
                  <a:pt x="17970" y="449721"/>
                  <a:pt x="26355" y="449721"/>
                </a:cubicBezTo>
                <a:close/>
                <a:moveTo>
                  <a:pt x="1673066" y="379245"/>
                </a:moveTo>
                <a:lnTo>
                  <a:pt x="1675237" y="422266"/>
                </a:lnTo>
                <a:lnTo>
                  <a:pt x="1673514" y="421103"/>
                </a:lnTo>
                <a:cubicBezTo>
                  <a:pt x="1668019" y="415609"/>
                  <a:pt x="1664620" y="408017"/>
                  <a:pt x="1664620" y="399633"/>
                </a:cubicBezTo>
                <a:close/>
                <a:moveTo>
                  <a:pt x="1622429" y="369269"/>
                </a:moveTo>
                <a:cubicBezTo>
                  <a:pt x="1639199" y="369269"/>
                  <a:pt x="1652792" y="382864"/>
                  <a:pt x="1652792" y="399633"/>
                </a:cubicBezTo>
                <a:cubicBezTo>
                  <a:pt x="1652792" y="416402"/>
                  <a:pt x="1639199" y="429997"/>
                  <a:pt x="1622429" y="429997"/>
                </a:cubicBezTo>
                <a:cubicBezTo>
                  <a:pt x="1605659" y="429997"/>
                  <a:pt x="1592066" y="416402"/>
                  <a:pt x="1592066" y="399633"/>
                </a:cubicBezTo>
                <a:cubicBezTo>
                  <a:pt x="1592066" y="382864"/>
                  <a:pt x="1605659" y="369269"/>
                  <a:pt x="1622429" y="369269"/>
                </a:cubicBezTo>
                <a:close/>
                <a:moveTo>
                  <a:pt x="1549874" y="369269"/>
                </a:moveTo>
                <a:cubicBezTo>
                  <a:pt x="1566644" y="369269"/>
                  <a:pt x="1580238" y="382864"/>
                  <a:pt x="1580238" y="399633"/>
                </a:cubicBezTo>
                <a:cubicBezTo>
                  <a:pt x="1580238" y="416402"/>
                  <a:pt x="1566644" y="429997"/>
                  <a:pt x="1549874" y="429997"/>
                </a:cubicBezTo>
                <a:cubicBezTo>
                  <a:pt x="1533105" y="429997"/>
                  <a:pt x="1519511" y="416402"/>
                  <a:pt x="1519511" y="399633"/>
                </a:cubicBezTo>
                <a:cubicBezTo>
                  <a:pt x="1519511" y="382864"/>
                  <a:pt x="1533105" y="369269"/>
                  <a:pt x="1549874" y="369269"/>
                </a:cubicBezTo>
                <a:close/>
                <a:moveTo>
                  <a:pt x="1477320" y="369269"/>
                </a:moveTo>
                <a:cubicBezTo>
                  <a:pt x="1494089" y="369269"/>
                  <a:pt x="1507683" y="382864"/>
                  <a:pt x="1507683" y="399633"/>
                </a:cubicBezTo>
                <a:cubicBezTo>
                  <a:pt x="1507683" y="416402"/>
                  <a:pt x="1494089" y="429997"/>
                  <a:pt x="1477320" y="429997"/>
                </a:cubicBezTo>
                <a:cubicBezTo>
                  <a:pt x="1460550" y="429997"/>
                  <a:pt x="1446956" y="416402"/>
                  <a:pt x="1446956" y="399633"/>
                </a:cubicBezTo>
                <a:cubicBezTo>
                  <a:pt x="1446956" y="382864"/>
                  <a:pt x="1460550" y="369269"/>
                  <a:pt x="1477320" y="369269"/>
                </a:cubicBezTo>
                <a:close/>
                <a:moveTo>
                  <a:pt x="1404765" y="369269"/>
                </a:moveTo>
                <a:cubicBezTo>
                  <a:pt x="1421535" y="369269"/>
                  <a:pt x="1435129" y="382864"/>
                  <a:pt x="1435129" y="399633"/>
                </a:cubicBezTo>
                <a:cubicBezTo>
                  <a:pt x="1435129" y="416402"/>
                  <a:pt x="1421535" y="429997"/>
                  <a:pt x="1404765" y="429997"/>
                </a:cubicBezTo>
                <a:cubicBezTo>
                  <a:pt x="1387996" y="429997"/>
                  <a:pt x="1374402" y="416402"/>
                  <a:pt x="1374402" y="399633"/>
                </a:cubicBezTo>
                <a:cubicBezTo>
                  <a:pt x="1374402" y="382864"/>
                  <a:pt x="1387996" y="369269"/>
                  <a:pt x="1404765" y="369269"/>
                </a:cubicBezTo>
                <a:close/>
                <a:moveTo>
                  <a:pt x="1332211" y="369269"/>
                </a:moveTo>
                <a:cubicBezTo>
                  <a:pt x="1348980" y="369269"/>
                  <a:pt x="1362574" y="382864"/>
                  <a:pt x="1362574" y="399633"/>
                </a:cubicBezTo>
                <a:cubicBezTo>
                  <a:pt x="1362574" y="416402"/>
                  <a:pt x="1348980" y="429997"/>
                  <a:pt x="1332211" y="429997"/>
                </a:cubicBezTo>
                <a:cubicBezTo>
                  <a:pt x="1315441" y="429997"/>
                  <a:pt x="1301847" y="416402"/>
                  <a:pt x="1301847" y="399633"/>
                </a:cubicBezTo>
                <a:cubicBezTo>
                  <a:pt x="1301847" y="382864"/>
                  <a:pt x="1315441" y="369269"/>
                  <a:pt x="1332211" y="369269"/>
                </a:cubicBezTo>
                <a:close/>
                <a:moveTo>
                  <a:pt x="1259656" y="369269"/>
                </a:moveTo>
                <a:cubicBezTo>
                  <a:pt x="1276426" y="369269"/>
                  <a:pt x="1290020" y="382864"/>
                  <a:pt x="1290020" y="399633"/>
                </a:cubicBezTo>
                <a:cubicBezTo>
                  <a:pt x="1290020" y="416402"/>
                  <a:pt x="1276426" y="429997"/>
                  <a:pt x="1259656" y="429997"/>
                </a:cubicBezTo>
                <a:cubicBezTo>
                  <a:pt x="1242887" y="429997"/>
                  <a:pt x="1229293" y="416402"/>
                  <a:pt x="1229293" y="399633"/>
                </a:cubicBezTo>
                <a:cubicBezTo>
                  <a:pt x="1229293" y="382864"/>
                  <a:pt x="1242887" y="369269"/>
                  <a:pt x="1259656" y="369269"/>
                </a:cubicBezTo>
                <a:close/>
                <a:moveTo>
                  <a:pt x="1187102" y="369269"/>
                </a:moveTo>
                <a:cubicBezTo>
                  <a:pt x="1203871" y="369269"/>
                  <a:pt x="1217465" y="382864"/>
                  <a:pt x="1217465" y="399633"/>
                </a:cubicBezTo>
                <a:cubicBezTo>
                  <a:pt x="1217465" y="416402"/>
                  <a:pt x="1203871" y="429997"/>
                  <a:pt x="1187102" y="429997"/>
                </a:cubicBezTo>
                <a:cubicBezTo>
                  <a:pt x="1170332" y="429997"/>
                  <a:pt x="1156738" y="416402"/>
                  <a:pt x="1156738" y="399633"/>
                </a:cubicBezTo>
                <a:cubicBezTo>
                  <a:pt x="1156738" y="382864"/>
                  <a:pt x="1170332" y="369269"/>
                  <a:pt x="1187102" y="369269"/>
                </a:cubicBezTo>
                <a:close/>
                <a:moveTo>
                  <a:pt x="1114547" y="369269"/>
                </a:moveTo>
                <a:cubicBezTo>
                  <a:pt x="1131317" y="369269"/>
                  <a:pt x="1144911" y="382864"/>
                  <a:pt x="1144911" y="399633"/>
                </a:cubicBezTo>
                <a:cubicBezTo>
                  <a:pt x="1144911" y="416402"/>
                  <a:pt x="1131317" y="429997"/>
                  <a:pt x="1114547" y="429997"/>
                </a:cubicBezTo>
                <a:cubicBezTo>
                  <a:pt x="1097778" y="429997"/>
                  <a:pt x="1084184" y="416402"/>
                  <a:pt x="1084184" y="399633"/>
                </a:cubicBezTo>
                <a:cubicBezTo>
                  <a:pt x="1084184" y="382864"/>
                  <a:pt x="1097778" y="369269"/>
                  <a:pt x="1114547" y="369269"/>
                </a:cubicBezTo>
                <a:close/>
                <a:moveTo>
                  <a:pt x="1041993" y="369269"/>
                </a:moveTo>
                <a:cubicBezTo>
                  <a:pt x="1058762" y="369269"/>
                  <a:pt x="1072356" y="382864"/>
                  <a:pt x="1072356" y="399633"/>
                </a:cubicBezTo>
                <a:cubicBezTo>
                  <a:pt x="1072356" y="416402"/>
                  <a:pt x="1058762" y="429997"/>
                  <a:pt x="1041993" y="429997"/>
                </a:cubicBezTo>
                <a:cubicBezTo>
                  <a:pt x="1025223" y="429997"/>
                  <a:pt x="1011629" y="416402"/>
                  <a:pt x="1011629" y="399633"/>
                </a:cubicBezTo>
                <a:cubicBezTo>
                  <a:pt x="1011629" y="382864"/>
                  <a:pt x="1025223" y="369269"/>
                  <a:pt x="1041993" y="369269"/>
                </a:cubicBezTo>
                <a:close/>
                <a:moveTo>
                  <a:pt x="969438" y="369269"/>
                </a:moveTo>
                <a:cubicBezTo>
                  <a:pt x="986208" y="369269"/>
                  <a:pt x="999801" y="382864"/>
                  <a:pt x="999801" y="399633"/>
                </a:cubicBezTo>
                <a:cubicBezTo>
                  <a:pt x="999801" y="416402"/>
                  <a:pt x="986208" y="429997"/>
                  <a:pt x="969438" y="429997"/>
                </a:cubicBezTo>
                <a:cubicBezTo>
                  <a:pt x="952669" y="429997"/>
                  <a:pt x="939075" y="416402"/>
                  <a:pt x="939075" y="399633"/>
                </a:cubicBezTo>
                <a:cubicBezTo>
                  <a:pt x="939075" y="382864"/>
                  <a:pt x="952669" y="369269"/>
                  <a:pt x="969438" y="369269"/>
                </a:cubicBezTo>
                <a:close/>
                <a:moveTo>
                  <a:pt x="896883" y="369269"/>
                </a:moveTo>
                <a:cubicBezTo>
                  <a:pt x="913653" y="369269"/>
                  <a:pt x="927247" y="382864"/>
                  <a:pt x="927247" y="399633"/>
                </a:cubicBezTo>
                <a:cubicBezTo>
                  <a:pt x="927247" y="416402"/>
                  <a:pt x="913653" y="429997"/>
                  <a:pt x="896883" y="429997"/>
                </a:cubicBezTo>
                <a:cubicBezTo>
                  <a:pt x="880114" y="429997"/>
                  <a:pt x="866520" y="416402"/>
                  <a:pt x="866520" y="399633"/>
                </a:cubicBezTo>
                <a:cubicBezTo>
                  <a:pt x="866520" y="382864"/>
                  <a:pt x="880114" y="369269"/>
                  <a:pt x="896883" y="369269"/>
                </a:cubicBezTo>
                <a:close/>
                <a:moveTo>
                  <a:pt x="824329" y="369269"/>
                </a:moveTo>
                <a:cubicBezTo>
                  <a:pt x="841098" y="369269"/>
                  <a:pt x="854692" y="382864"/>
                  <a:pt x="854692" y="399633"/>
                </a:cubicBezTo>
                <a:cubicBezTo>
                  <a:pt x="854692" y="416402"/>
                  <a:pt x="841098" y="429997"/>
                  <a:pt x="824329" y="429997"/>
                </a:cubicBezTo>
                <a:cubicBezTo>
                  <a:pt x="807559" y="429997"/>
                  <a:pt x="793965" y="416402"/>
                  <a:pt x="793965" y="399633"/>
                </a:cubicBezTo>
                <a:cubicBezTo>
                  <a:pt x="793965" y="382864"/>
                  <a:pt x="807559" y="369269"/>
                  <a:pt x="824329" y="369269"/>
                </a:cubicBezTo>
                <a:close/>
                <a:moveTo>
                  <a:pt x="751774" y="369269"/>
                </a:moveTo>
                <a:cubicBezTo>
                  <a:pt x="768544" y="369269"/>
                  <a:pt x="782138" y="382864"/>
                  <a:pt x="782138" y="399633"/>
                </a:cubicBezTo>
                <a:cubicBezTo>
                  <a:pt x="782138" y="416402"/>
                  <a:pt x="768544" y="429997"/>
                  <a:pt x="751774" y="429997"/>
                </a:cubicBezTo>
                <a:cubicBezTo>
                  <a:pt x="735005" y="429997"/>
                  <a:pt x="721411" y="416402"/>
                  <a:pt x="721411" y="399633"/>
                </a:cubicBezTo>
                <a:cubicBezTo>
                  <a:pt x="721411" y="382864"/>
                  <a:pt x="735005" y="369269"/>
                  <a:pt x="751774" y="369269"/>
                </a:cubicBezTo>
                <a:close/>
                <a:moveTo>
                  <a:pt x="679220" y="369269"/>
                </a:moveTo>
                <a:cubicBezTo>
                  <a:pt x="695989" y="369269"/>
                  <a:pt x="709583" y="382864"/>
                  <a:pt x="709583" y="399633"/>
                </a:cubicBezTo>
                <a:cubicBezTo>
                  <a:pt x="709583" y="416402"/>
                  <a:pt x="695989" y="429997"/>
                  <a:pt x="679220" y="429997"/>
                </a:cubicBezTo>
                <a:cubicBezTo>
                  <a:pt x="662450" y="429997"/>
                  <a:pt x="648856" y="416402"/>
                  <a:pt x="648856" y="399633"/>
                </a:cubicBezTo>
                <a:cubicBezTo>
                  <a:pt x="648856" y="382864"/>
                  <a:pt x="662450" y="369269"/>
                  <a:pt x="679220" y="369269"/>
                </a:cubicBezTo>
                <a:close/>
                <a:moveTo>
                  <a:pt x="606665" y="369269"/>
                </a:moveTo>
                <a:cubicBezTo>
                  <a:pt x="623435" y="369269"/>
                  <a:pt x="637029" y="382864"/>
                  <a:pt x="637029" y="399633"/>
                </a:cubicBezTo>
                <a:cubicBezTo>
                  <a:pt x="637029" y="416402"/>
                  <a:pt x="623435" y="429997"/>
                  <a:pt x="606665" y="429997"/>
                </a:cubicBezTo>
                <a:cubicBezTo>
                  <a:pt x="589896" y="429997"/>
                  <a:pt x="576302" y="416402"/>
                  <a:pt x="576302" y="399633"/>
                </a:cubicBezTo>
                <a:cubicBezTo>
                  <a:pt x="576302" y="382864"/>
                  <a:pt x="589896" y="369269"/>
                  <a:pt x="606665" y="369269"/>
                </a:cubicBezTo>
                <a:close/>
                <a:moveTo>
                  <a:pt x="534111" y="369269"/>
                </a:moveTo>
                <a:cubicBezTo>
                  <a:pt x="550880" y="369269"/>
                  <a:pt x="564474" y="382864"/>
                  <a:pt x="564474" y="399633"/>
                </a:cubicBezTo>
                <a:cubicBezTo>
                  <a:pt x="564474" y="416402"/>
                  <a:pt x="550880" y="429997"/>
                  <a:pt x="534111" y="429997"/>
                </a:cubicBezTo>
                <a:cubicBezTo>
                  <a:pt x="517341" y="429997"/>
                  <a:pt x="503747" y="416402"/>
                  <a:pt x="503747" y="399633"/>
                </a:cubicBezTo>
                <a:cubicBezTo>
                  <a:pt x="503747" y="382864"/>
                  <a:pt x="517341" y="369269"/>
                  <a:pt x="534111" y="369269"/>
                </a:cubicBezTo>
                <a:close/>
                <a:moveTo>
                  <a:pt x="461556" y="369269"/>
                </a:moveTo>
                <a:cubicBezTo>
                  <a:pt x="478326" y="369269"/>
                  <a:pt x="491920" y="382864"/>
                  <a:pt x="491920" y="399633"/>
                </a:cubicBezTo>
                <a:cubicBezTo>
                  <a:pt x="491920" y="416402"/>
                  <a:pt x="478326" y="429997"/>
                  <a:pt x="461556" y="429997"/>
                </a:cubicBezTo>
                <a:cubicBezTo>
                  <a:pt x="444787" y="429997"/>
                  <a:pt x="431192" y="416402"/>
                  <a:pt x="431192" y="399633"/>
                </a:cubicBezTo>
                <a:cubicBezTo>
                  <a:pt x="431192" y="382864"/>
                  <a:pt x="444787" y="369269"/>
                  <a:pt x="461556" y="369269"/>
                </a:cubicBezTo>
                <a:close/>
                <a:moveTo>
                  <a:pt x="389002" y="369269"/>
                </a:moveTo>
                <a:cubicBezTo>
                  <a:pt x="405771" y="369269"/>
                  <a:pt x="419365" y="382864"/>
                  <a:pt x="419365" y="399633"/>
                </a:cubicBezTo>
                <a:cubicBezTo>
                  <a:pt x="419365" y="416402"/>
                  <a:pt x="405771" y="429997"/>
                  <a:pt x="389002" y="429997"/>
                </a:cubicBezTo>
                <a:cubicBezTo>
                  <a:pt x="372232" y="429997"/>
                  <a:pt x="358638" y="416402"/>
                  <a:pt x="358638" y="399633"/>
                </a:cubicBezTo>
                <a:cubicBezTo>
                  <a:pt x="358638" y="382864"/>
                  <a:pt x="372232" y="369269"/>
                  <a:pt x="389002" y="369269"/>
                </a:cubicBezTo>
                <a:close/>
                <a:moveTo>
                  <a:pt x="316447" y="369269"/>
                </a:moveTo>
                <a:cubicBezTo>
                  <a:pt x="333216" y="369269"/>
                  <a:pt x="346810" y="382864"/>
                  <a:pt x="346810" y="399633"/>
                </a:cubicBezTo>
                <a:cubicBezTo>
                  <a:pt x="346810" y="416402"/>
                  <a:pt x="333216" y="429997"/>
                  <a:pt x="316447" y="429997"/>
                </a:cubicBezTo>
                <a:cubicBezTo>
                  <a:pt x="299677" y="429997"/>
                  <a:pt x="286084" y="416402"/>
                  <a:pt x="286084" y="399633"/>
                </a:cubicBezTo>
                <a:cubicBezTo>
                  <a:pt x="286084" y="382864"/>
                  <a:pt x="299677" y="369269"/>
                  <a:pt x="316447" y="369269"/>
                </a:cubicBezTo>
                <a:close/>
                <a:moveTo>
                  <a:pt x="243892" y="369269"/>
                </a:moveTo>
                <a:cubicBezTo>
                  <a:pt x="260662" y="369269"/>
                  <a:pt x="274256" y="382864"/>
                  <a:pt x="274256" y="399633"/>
                </a:cubicBezTo>
                <a:cubicBezTo>
                  <a:pt x="274256" y="416402"/>
                  <a:pt x="260662" y="429997"/>
                  <a:pt x="243892" y="429997"/>
                </a:cubicBezTo>
                <a:cubicBezTo>
                  <a:pt x="227123" y="429997"/>
                  <a:pt x="213529" y="416402"/>
                  <a:pt x="213529" y="399633"/>
                </a:cubicBezTo>
                <a:cubicBezTo>
                  <a:pt x="213529" y="382864"/>
                  <a:pt x="227123" y="369269"/>
                  <a:pt x="243892" y="369269"/>
                </a:cubicBezTo>
                <a:close/>
                <a:moveTo>
                  <a:pt x="171339" y="369269"/>
                </a:moveTo>
                <a:cubicBezTo>
                  <a:pt x="188107" y="369269"/>
                  <a:pt x="201701" y="382864"/>
                  <a:pt x="201701" y="399633"/>
                </a:cubicBezTo>
                <a:cubicBezTo>
                  <a:pt x="201701" y="416402"/>
                  <a:pt x="188107" y="429997"/>
                  <a:pt x="171339" y="429997"/>
                </a:cubicBezTo>
                <a:cubicBezTo>
                  <a:pt x="154685" y="429997"/>
                  <a:pt x="141090" y="416402"/>
                  <a:pt x="141090" y="399633"/>
                </a:cubicBezTo>
                <a:cubicBezTo>
                  <a:pt x="141090" y="382864"/>
                  <a:pt x="154685" y="369269"/>
                  <a:pt x="171339" y="369269"/>
                </a:cubicBezTo>
                <a:close/>
                <a:moveTo>
                  <a:pt x="98917" y="369269"/>
                </a:moveTo>
                <a:cubicBezTo>
                  <a:pt x="115677" y="369269"/>
                  <a:pt x="129270" y="382864"/>
                  <a:pt x="129270" y="399633"/>
                </a:cubicBezTo>
                <a:cubicBezTo>
                  <a:pt x="129270" y="416402"/>
                  <a:pt x="115677" y="429997"/>
                  <a:pt x="98917" y="429997"/>
                </a:cubicBezTo>
                <a:cubicBezTo>
                  <a:pt x="82143" y="429997"/>
                  <a:pt x="68549" y="416402"/>
                  <a:pt x="68549" y="399633"/>
                </a:cubicBezTo>
                <a:cubicBezTo>
                  <a:pt x="68549" y="382864"/>
                  <a:pt x="82143" y="369269"/>
                  <a:pt x="98917" y="369269"/>
                </a:cubicBezTo>
                <a:close/>
                <a:moveTo>
                  <a:pt x="26362" y="369269"/>
                </a:moveTo>
                <a:cubicBezTo>
                  <a:pt x="43124" y="369269"/>
                  <a:pt x="56719" y="382864"/>
                  <a:pt x="56719" y="399633"/>
                </a:cubicBezTo>
                <a:cubicBezTo>
                  <a:pt x="56719" y="416402"/>
                  <a:pt x="43124" y="429997"/>
                  <a:pt x="26362" y="429997"/>
                </a:cubicBezTo>
                <a:cubicBezTo>
                  <a:pt x="17976" y="429997"/>
                  <a:pt x="10385" y="426598"/>
                  <a:pt x="4890" y="421103"/>
                </a:cubicBezTo>
                <a:lnTo>
                  <a:pt x="0" y="409299"/>
                </a:lnTo>
                <a:lnTo>
                  <a:pt x="0" y="389967"/>
                </a:lnTo>
                <a:lnTo>
                  <a:pt x="4890" y="378163"/>
                </a:lnTo>
                <a:cubicBezTo>
                  <a:pt x="10385" y="372668"/>
                  <a:pt x="17976" y="369269"/>
                  <a:pt x="26362" y="369269"/>
                </a:cubicBezTo>
                <a:close/>
                <a:moveTo>
                  <a:pt x="1669444" y="307535"/>
                </a:moveTo>
                <a:lnTo>
                  <a:pt x="1670784" y="334061"/>
                </a:lnTo>
                <a:lnTo>
                  <a:pt x="1664620" y="319181"/>
                </a:lnTo>
                <a:close/>
                <a:moveTo>
                  <a:pt x="1622429" y="288818"/>
                </a:moveTo>
                <a:cubicBezTo>
                  <a:pt x="1639199" y="288818"/>
                  <a:pt x="1652792" y="302412"/>
                  <a:pt x="1652792" y="319181"/>
                </a:cubicBezTo>
                <a:cubicBezTo>
                  <a:pt x="1652792" y="335950"/>
                  <a:pt x="1639199" y="349545"/>
                  <a:pt x="1622429" y="349545"/>
                </a:cubicBezTo>
                <a:cubicBezTo>
                  <a:pt x="1605659" y="349545"/>
                  <a:pt x="1592066" y="335950"/>
                  <a:pt x="1592066" y="319181"/>
                </a:cubicBezTo>
                <a:cubicBezTo>
                  <a:pt x="1592066" y="302412"/>
                  <a:pt x="1605659" y="288818"/>
                  <a:pt x="1622429" y="288818"/>
                </a:cubicBezTo>
                <a:close/>
                <a:moveTo>
                  <a:pt x="1549874" y="288818"/>
                </a:moveTo>
                <a:cubicBezTo>
                  <a:pt x="1566644" y="288818"/>
                  <a:pt x="1580238" y="302412"/>
                  <a:pt x="1580238" y="319181"/>
                </a:cubicBezTo>
                <a:cubicBezTo>
                  <a:pt x="1580238" y="335950"/>
                  <a:pt x="1566644" y="349545"/>
                  <a:pt x="1549874" y="349545"/>
                </a:cubicBezTo>
                <a:cubicBezTo>
                  <a:pt x="1533105" y="349545"/>
                  <a:pt x="1519511" y="335950"/>
                  <a:pt x="1519511" y="319181"/>
                </a:cubicBezTo>
                <a:cubicBezTo>
                  <a:pt x="1519511" y="302412"/>
                  <a:pt x="1533105" y="288818"/>
                  <a:pt x="1549874" y="288818"/>
                </a:cubicBezTo>
                <a:close/>
                <a:moveTo>
                  <a:pt x="1477320" y="288818"/>
                </a:moveTo>
                <a:cubicBezTo>
                  <a:pt x="1494089" y="288818"/>
                  <a:pt x="1507683" y="302412"/>
                  <a:pt x="1507683" y="319181"/>
                </a:cubicBezTo>
                <a:cubicBezTo>
                  <a:pt x="1507683" y="335950"/>
                  <a:pt x="1494089" y="349545"/>
                  <a:pt x="1477320" y="349545"/>
                </a:cubicBezTo>
                <a:cubicBezTo>
                  <a:pt x="1460550" y="349545"/>
                  <a:pt x="1446956" y="335950"/>
                  <a:pt x="1446956" y="319181"/>
                </a:cubicBezTo>
                <a:cubicBezTo>
                  <a:pt x="1446956" y="302412"/>
                  <a:pt x="1460550" y="288818"/>
                  <a:pt x="1477320" y="288818"/>
                </a:cubicBezTo>
                <a:close/>
                <a:moveTo>
                  <a:pt x="1404765" y="288818"/>
                </a:moveTo>
                <a:cubicBezTo>
                  <a:pt x="1421535" y="288818"/>
                  <a:pt x="1435129" y="302412"/>
                  <a:pt x="1435129" y="319181"/>
                </a:cubicBezTo>
                <a:cubicBezTo>
                  <a:pt x="1435129" y="335950"/>
                  <a:pt x="1421535" y="349545"/>
                  <a:pt x="1404765" y="349545"/>
                </a:cubicBezTo>
                <a:cubicBezTo>
                  <a:pt x="1387996" y="349545"/>
                  <a:pt x="1374402" y="335950"/>
                  <a:pt x="1374402" y="319181"/>
                </a:cubicBezTo>
                <a:cubicBezTo>
                  <a:pt x="1374402" y="302412"/>
                  <a:pt x="1387996" y="288818"/>
                  <a:pt x="1404765" y="288818"/>
                </a:cubicBezTo>
                <a:close/>
                <a:moveTo>
                  <a:pt x="1332211" y="288818"/>
                </a:moveTo>
                <a:cubicBezTo>
                  <a:pt x="1348980" y="288818"/>
                  <a:pt x="1362574" y="302412"/>
                  <a:pt x="1362574" y="319181"/>
                </a:cubicBezTo>
                <a:cubicBezTo>
                  <a:pt x="1362574" y="335950"/>
                  <a:pt x="1348980" y="349545"/>
                  <a:pt x="1332211" y="349545"/>
                </a:cubicBezTo>
                <a:cubicBezTo>
                  <a:pt x="1315441" y="349545"/>
                  <a:pt x="1301847" y="335950"/>
                  <a:pt x="1301847" y="319181"/>
                </a:cubicBezTo>
                <a:cubicBezTo>
                  <a:pt x="1301847" y="302412"/>
                  <a:pt x="1315441" y="288818"/>
                  <a:pt x="1332211" y="288818"/>
                </a:cubicBezTo>
                <a:close/>
                <a:moveTo>
                  <a:pt x="1259656" y="288818"/>
                </a:moveTo>
                <a:cubicBezTo>
                  <a:pt x="1276426" y="288818"/>
                  <a:pt x="1290020" y="302412"/>
                  <a:pt x="1290020" y="319181"/>
                </a:cubicBezTo>
                <a:cubicBezTo>
                  <a:pt x="1290020" y="335950"/>
                  <a:pt x="1276426" y="349545"/>
                  <a:pt x="1259656" y="349545"/>
                </a:cubicBezTo>
                <a:cubicBezTo>
                  <a:pt x="1242887" y="349545"/>
                  <a:pt x="1229293" y="335950"/>
                  <a:pt x="1229293" y="319181"/>
                </a:cubicBezTo>
                <a:cubicBezTo>
                  <a:pt x="1229293" y="302412"/>
                  <a:pt x="1242887" y="288818"/>
                  <a:pt x="1259656" y="288818"/>
                </a:cubicBezTo>
                <a:close/>
                <a:moveTo>
                  <a:pt x="1187102" y="288818"/>
                </a:moveTo>
                <a:cubicBezTo>
                  <a:pt x="1203871" y="288818"/>
                  <a:pt x="1217465" y="302412"/>
                  <a:pt x="1217465" y="319181"/>
                </a:cubicBezTo>
                <a:cubicBezTo>
                  <a:pt x="1217465" y="335950"/>
                  <a:pt x="1203871" y="349545"/>
                  <a:pt x="1187102" y="349545"/>
                </a:cubicBezTo>
                <a:cubicBezTo>
                  <a:pt x="1170332" y="349545"/>
                  <a:pt x="1156738" y="335950"/>
                  <a:pt x="1156738" y="319181"/>
                </a:cubicBezTo>
                <a:cubicBezTo>
                  <a:pt x="1156738" y="302412"/>
                  <a:pt x="1170332" y="288818"/>
                  <a:pt x="1187102" y="288818"/>
                </a:cubicBezTo>
                <a:close/>
                <a:moveTo>
                  <a:pt x="1114547" y="288818"/>
                </a:moveTo>
                <a:cubicBezTo>
                  <a:pt x="1131317" y="288818"/>
                  <a:pt x="1144911" y="302412"/>
                  <a:pt x="1144911" y="319181"/>
                </a:cubicBezTo>
                <a:cubicBezTo>
                  <a:pt x="1144911" y="335950"/>
                  <a:pt x="1131317" y="349545"/>
                  <a:pt x="1114547" y="349545"/>
                </a:cubicBezTo>
                <a:cubicBezTo>
                  <a:pt x="1097778" y="349545"/>
                  <a:pt x="1084184" y="335950"/>
                  <a:pt x="1084184" y="319181"/>
                </a:cubicBezTo>
                <a:cubicBezTo>
                  <a:pt x="1084184" y="302412"/>
                  <a:pt x="1097778" y="288818"/>
                  <a:pt x="1114547" y="288818"/>
                </a:cubicBezTo>
                <a:close/>
                <a:moveTo>
                  <a:pt x="1041993" y="288818"/>
                </a:moveTo>
                <a:cubicBezTo>
                  <a:pt x="1058762" y="288818"/>
                  <a:pt x="1072356" y="302412"/>
                  <a:pt x="1072356" y="319181"/>
                </a:cubicBezTo>
                <a:cubicBezTo>
                  <a:pt x="1072356" y="335950"/>
                  <a:pt x="1058762" y="349545"/>
                  <a:pt x="1041993" y="349545"/>
                </a:cubicBezTo>
                <a:cubicBezTo>
                  <a:pt x="1025223" y="349545"/>
                  <a:pt x="1011629" y="335950"/>
                  <a:pt x="1011629" y="319181"/>
                </a:cubicBezTo>
                <a:cubicBezTo>
                  <a:pt x="1011629" y="302412"/>
                  <a:pt x="1025223" y="288818"/>
                  <a:pt x="1041993" y="288818"/>
                </a:cubicBezTo>
                <a:close/>
                <a:moveTo>
                  <a:pt x="969438" y="288818"/>
                </a:moveTo>
                <a:cubicBezTo>
                  <a:pt x="986208" y="288818"/>
                  <a:pt x="999801" y="302412"/>
                  <a:pt x="999801" y="319181"/>
                </a:cubicBezTo>
                <a:cubicBezTo>
                  <a:pt x="999801" y="335950"/>
                  <a:pt x="986208" y="349545"/>
                  <a:pt x="969438" y="349545"/>
                </a:cubicBezTo>
                <a:cubicBezTo>
                  <a:pt x="952669" y="349545"/>
                  <a:pt x="939075" y="335950"/>
                  <a:pt x="939075" y="319181"/>
                </a:cubicBezTo>
                <a:cubicBezTo>
                  <a:pt x="939075" y="302412"/>
                  <a:pt x="952669" y="288818"/>
                  <a:pt x="969438" y="288818"/>
                </a:cubicBezTo>
                <a:close/>
                <a:moveTo>
                  <a:pt x="896883" y="288818"/>
                </a:moveTo>
                <a:cubicBezTo>
                  <a:pt x="913653" y="288818"/>
                  <a:pt x="927247" y="302412"/>
                  <a:pt x="927247" y="319181"/>
                </a:cubicBezTo>
                <a:cubicBezTo>
                  <a:pt x="927247" y="335950"/>
                  <a:pt x="913653" y="349545"/>
                  <a:pt x="896883" y="349545"/>
                </a:cubicBezTo>
                <a:cubicBezTo>
                  <a:pt x="880114" y="349545"/>
                  <a:pt x="866520" y="335950"/>
                  <a:pt x="866520" y="319181"/>
                </a:cubicBezTo>
                <a:cubicBezTo>
                  <a:pt x="866520" y="302412"/>
                  <a:pt x="880114" y="288818"/>
                  <a:pt x="896883" y="288818"/>
                </a:cubicBezTo>
                <a:close/>
                <a:moveTo>
                  <a:pt x="824329" y="288818"/>
                </a:moveTo>
                <a:cubicBezTo>
                  <a:pt x="841098" y="288818"/>
                  <a:pt x="854692" y="302412"/>
                  <a:pt x="854692" y="319181"/>
                </a:cubicBezTo>
                <a:cubicBezTo>
                  <a:pt x="854692" y="335950"/>
                  <a:pt x="841098" y="349545"/>
                  <a:pt x="824329" y="349545"/>
                </a:cubicBezTo>
                <a:cubicBezTo>
                  <a:pt x="807559" y="349545"/>
                  <a:pt x="793965" y="335950"/>
                  <a:pt x="793965" y="319181"/>
                </a:cubicBezTo>
                <a:cubicBezTo>
                  <a:pt x="793965" y="302412"/>
                  <a:pt x="807559" y="288818"/>
                  <a:pt x="824329" y="288818"/>
                </a:cubicBezTo>
                <a:close/>
                <a:moveTo>
                  <a:pt x="751774" y="288818"/>
                </a:moveTo>
                <a:cubicBezTo>
                  <a:pt x="768544" y="288818"/>
                  <a:pt x="782138" y="302412"/>
                  <a:pt x="782138" y="319181"/>
                </a:cubicBezTo>
                <a:cubicBezTo>
                  <a:pt x="782138" y="335950"/>
                  <a:pt x="768544" y="349545"/>
                  <a:pt x="751774" y="349545"/>
                </a:cubicBezTo>
                <a:cubicBezTo>
                  <a:pt x="735005" y="349545"/>
                  <a:pt x="721411" y="335950"/>
                  <a:pt x="721411" y="319181"/>
                </a:cubicBezTo>
                <a:cubicBezTo>
                  <a:pt x="721411" y="302412"/>
                  <a:pt x="735005" y="288818"/>
                  <a:pt x="751774" y="288818"/>
                </a:cubicBezTo>
                <a:close/>
                <a:moveTo>
                  <a:pt x="679220" y="288818"/>
                </a:moveTo>
                <a:cubicBezTo>
                  <a:pt x="695989" y="288818"/>
                  <a:pt x="709583" y="302412"/>
                  <a:pt x="709583" y="319181"/>
                </a:cubicBezTo>
                <a:cubicBezTo>
                  <a:pt x="709583" y="335950"/>
                  <a:pt x="695989" y="349545"/>
                  <a:pt x="679220" y="349545"/>
                </a:cubicBezTo>
                <a:cubicBezTo>
                  <a:pt x="662450" y="349545"/>
                  <a:pt x="648856" y="335950"/>
                  <a:pt x="648856" y="319181"/>
                </a:cubicBezTo>
                <a:cubicBezTo>
                  <a:pt x="648856" y="302412"/>
                  <a:pt x="662450" y="288818"/>
                  <a:pt x="679220" y="288818"/>
                </a:cubicBezTo>
                <a:close/>
                <a:moveTo>
                  <a:pt x="606665" y="288818"/>
                </a:moveTo>
                <a:cubicBezTo>
                  <a:pt x="623435" y="288818"/>
                  <a:pt x="637029" y="302412"/>
                  <a:pt x="637029" y="319181"/>
                </a:cubicBezTo>
                <a:cubicBezTo>
                  <a:pt x="637029" y="335950"/>
                  <a:pt x="623435" y="349545"/>
                  <a:pt x="606665" y="349545"/>
                </a:cubicBezTo>
                <a:cubicBezTo>
                  <a:pt x="589896" y="349545"/>
                  <a:pt x="576302" y="335950"/>
                  <a:pt x="576302" y="319181"/>
                </a:cubicBezTo>
                <a:cubicBezTo>
                  <a:pt x="576302" y="302412"/>
                  <a:pt x="589896" y="288818"/>
                  <a:pt x="606665" y="288818"/>
                </a:cubicBezTo>
                <a:close/>
                <a:moveTo>
                  <a:pt x="534111" y="288818"/>
                </a:moveTo>
                <a:cubicBezTo>
                  <a:pt x="550880" y="288818"/>
                  <a:pt x="564474" y="302412"/>
                  <a:pt x="564474" y="319181"/>
                </a:cubicBezTo>
                <a:cubicBezTo>
                  <a:pt x="564474" y="335950"/>
                  <a:pt x="550880" y="349545"/>
                  <a:pt x="534111" y="349545"/>
                </a:cubicBezTo>
                <a:cubicBezTo>
                  <a:pt x="517341" y="349545"/>
                  <a:pt x="503747" y="335950"/>
                  <a:pt x="503747" y="319181"/>
                </a:cubicBezTo>
                <a:cubicBezTo>
                  <a:pt x="503747" y="302412"/>
                  <a:pt x="517341" y="288818"/>
                  <a:pt x="534111" y="288818"/>
                </a:cubicBezTo>
                <a:close/>
                <a:moveTo>
                  <a:pt x="461556" y="288818"/>
                </a:moveTo>
                <a:cubicBezTo>
                  <a:pt x="478326" y="288818"/>
                  <a:pt x="491920" y="302412"/>
                  <a:pt x="491920" y="319181"/>
                </a:cubicBezTo>
                <a:cubicBezTo>
                  <a:pt x="491920" y="335950"/>
                  <a:pt x="478326" y="349545"/>
                  <a:pt x="461556" y="349545"/>
                </a:cubicBezTo>
                <a:cubicBezTo>
                  <a:pt x="444787" y="349545"/>
                  <a:pt x="431192" y="335950"/>
                  <a:pt x="431192" y="319181"/>
                </a:cubicBezTo>
                <a:cubicBezTo>
                  <a:pt x="431192" y="302412"/>
                  <a:pt x="444787" y="288818"/>
                  <a:pt x="461556" y="288818"/>
                </a:cubicBezTo>
                <a:close/>
                <a:moveTo>
                  <a:pt x="389002" y="288818"/>
                </a:moveTo>
                <a:cubicBezTo>
                  <a:pt x="405771" y="288818"/>
                  <a:pt x="419365" y="302412"/>
                  <a:pt x="419365" y="319181"/>
                </a:cubicBezTo>
                <a:cubicBezTo>
                  <a:pt x="419365" y="335950"/>
                  <a:pt x="405771" y="349545"/>
                  <a:pt x="389002" y="349545"/>
                </a:cubicBezTo>
                <a:cubicBezTo>
                  <a:pt x="372232" y="349545"/>
                  <a:pt x="358638" y="335950"/>
                  <a:pt x="358638" y="319181"/>
                </a:cubicBezTo>
                <a:cubicBezTo>
                  <a:pt x="358638" y="302412"/>
                  <a:pt x="372232" y="288818"/>
                  <a:pt x="389002" y="288818"/>
                </a:cubicBezTo>
                <a:close/>
                <a:moveTo>
                  <a:pt x="316447" y="288818"/>
                </a:moveTo>
                <a:cubicBezTo>
                  <a:pt x="333216" y="288818"/>
                  <a:pt x="346810" y="302412"/>
                  <a:pt x="346810" y="319181"/>
                </a:cubicBezTo>
                <a:cubicBezTo>
                  <a:pt x="346810" y="335950"/>
                  <a:pt x="333216" y="349545"/>
                  <a:pt x="316447" y="349545"/>
                </a:cubicBezTo>
                <a:cubicBezTo>
                  <a:pt x="299677" y="349545"/>
                  <a:pt x="286084" y="335950"/>
                  <a:pt x="286084" y="319181"/>
                </a:cubicBezTo>
                <a:cubicBezTo>
                  <a:pt x="286084" y="302412"/>
                  <a:pt x="299677" y="288818"/>
                  <a:pt x="316447" y="288818"/>
                </a:cubicBezTo>
                <a:close/>
                <a:moveTo>
                  <a:pt x="243892" y="288818"/>
                </a:moveTo>
                <a:cubicBezTo>
                  <a:pt x="260662" y="288818"/>
                  <a:pt x="274256" y="302412"/>
                  <a:pt x="274256" y="319181"/>
                </a:cubicBezTo>
                <a:cubicBezTo>
                  <a:pt x="274256" y="335950"/>
                  <a:pt x="260662" y="349545"/>
                  <a:pt x="243892" y="349545"/>
                </a:cubicBezTo>
                <a:cubicBezTo>
                  <a:pt x="227123" y="349545"/>
                  <a:pt x="213529" y="335950"/>
                  <a:pt x="213529" y="319181"/>
                </a:cubicBezTo>
                <a:cubicBezTo>
                  <a:pt x="213529" y="302412"/>
                  <a:pt x="227123" y="288818"/>
                  <a:pt x="243892" y="288818"/>
                </a:cubicBezTo>
                <a:close/>
                <a:moveTo>
                  <a:pt x="171339" y="288818"/>
                </a:moveTo>
                <a:cubicBezTo>
                  <a:pt x="188107" y="288818"/>
                  <a:pt x="201701" y="302412"/>
                  <a:pt x="201701" y="319181"/>
                </a:cubicBezTo>
                <a:cubicBezTo>
                  <a:pt x="201701" y="335950"/>
                  <a:pt x="188107" y="349545"/>
                  <a:pt x="171339" y="349545"/>
                </a:cubicBezTo>
                <a:cubicBezTo>
                  <a:pt x="154691" y="349545"/>
                  <a:pt x="141096" y="335950"/>
                  <a:pt x="141096" y="319181"/>
                </a:cubicBezTo>
                <a:cubicBezTo>
                  <a:pt x="141096" y="302412"/>
                  <a:pt x="154691" y="288818"/>
                  <a:pt x="171339" y="288818"/>
                </a:cubicBezTo>
                <a:close/>
                <a:moveTo>
                  <a:pt x="98923" y="288818"/>
                </a:moveTo>
                <a:cubicBezTo>
                  <a:pt x="115682" y="288818"/>
                  <a:pt x="129276" y="302412"/>
                  <a:pt x="129276" y="319181"/>
                </a:cubicBezTo>
                <a:cubicBezTo>
                  <a:pt x="129276" y="335950"/>
                  <a:pt x="115682" y="349545"/>
                  <a:pt x="98923" y="349545"/>
                </a:cubicBezTo>
                <a:cubicBezTo>
                  <a:pt x="82149" y="349545"/>
                  <a:pt x="68554" y="335950"/>
                  <a:pt x="68554" y="319181"/>
                </a:cubicBezTo>
                <a:cubicBezTo>
                  <a:pt x="68554" y="302412"/>
                  <a:pt x="82149" y="288818"/>
                  <a:pt x="98923" y="288818"/>
                </a:cubicBezTo>
                <a:close/>
                <a:moveTo>
                  <a:pt x="26368" y="288818"/>
                </a:moveTo>
                <a:cubicBezTo>
                  <a:pt x="43131" y="288818"/>
                  <a:pt x="56725" y="302412"/>
                  <a:pt x="56725" y="319181"/>
                </a:cubicBezTo>
                <a:cubicBezTo>
                  <a:pt x="56725" y="335950"/>
                  <a:pt x="43131" y="349545"/>
                  <a:pt x="26368" y="349545"/>
                </a:cubicBezTo>
                <a:cubicBezTo>
                  <a:pt x="17983" y="349545"/>
                  <a:pt x="10391" y="346146"/>
                  <a:pt x="4896" y="340651"/>
                </a:cubicBezTo>
                <a:lnTo>
                  <a:pt x="0" y="328831"/>
                </a:lnTo>
                <a:lnTo>
                  <a:pt x="0" y="309532"/>
                </a:lnTo>
                <a:lnTo>
                  <a:pt x="4896" y="297711"/>
                </a:lnTo>
                <a:cubicBezTo>
                  <a:pt x="10391" y="292217"/>
                  <a:pt x="17983" y="288818"/>
                  <a:pt x="26368" y="288818"/>
                </a:cubicBezTo>
                <a:close/>
                <a:moveTo>
                  <a:pt x="1622429" y="208366"/>
                </a:moveTo>
                <a:cubicBezTo>
                  <a:pt x="1639199" y="208366"/>
                  <a:pt x="1652792" y="221960"/>
                  <a:pt x="1652792" y="238729"/>
                </a:cubicBezTo>
                <a:cubicBezTo>
                  <a:pt x="1652792" y="255499"/>
                  <a:pt x="1639199" y="269093"/>
                  <a:pt x="1622429" y="269093"/>
                </a:cubicBezTo>
                <a:cubicBezTo>
                  <a:pt x="1605659" y="269093"/>
                  <a:pt x="1592066" y="255499"/>
                  <a:pt x="1592066" y="238729"/>
                </a:cubicBezTo>
                <a:cubicBezTo>
                  <a:pt x="1592066" y="221960"/>
                  <a:pt x="1605659" y="208366"/>
                  <a:pt x="1622429" y="208366"/>
                </a:cubicBezTo>
                <a:close/>
                <a:moveTo>
                  <a:pt x="1549874" y="208366"/>
                </a:moveTo>
                <a:cubicBezTo>
                  <a:pt x="1566644" y="208366"/>
                  <a:pt x="1580238" y="221960"/>
                  <a:pt x="1580238" y="238729"/>
                </a:cubicBezTo>
                <a:cubicBezTo>
                  <a:pt x="1580238" y="255499"/>
                  <a:pt x="1566644" y="269093"/>
                  <a:pt x="1549874" y="269093"/>
                </a:cubicBezTo>
                <a:cubicBezTo>
                  <a:pt x="1533105" y="269093"/>
                  <a:pt x="1519511" y="255499"/>
                  <a:pt x="1519511" y="238729"/>
                </a:cubicBezTo>
                <a:cubicBezTo>
                  <a:pt x="1519511" y="221960"/>
                  <a:pt x="1533105" y="208366"/>
                  <a:pt x="1549874" y="208366"/>
                </a:cubicBezTo>
                <a:close/>
                <a:moveTo>
                  <a:pt x="1477320" y="208366"/>
                </a:moveTo>
                <a:cubicBezTo>
                  <a:pt x="1494089" y="208366"/>
                  <a:pt x="1507683" y="221960"/>
                  <a:pt x="1507683" y="238729"/>
                </a:cubicBezTo>
                <a:cubicBezTo>
                  <a:pt x="1507683" y="255499"/>
                  <a:pt x="1494089" y="269093"/>
                  <a:pt x="1477320" y="269093"/>
                </a:cubicBezTo>
                <a:cubicBezTo>
                  <a:pt x="1460550" y="269093"/>
                  <a:pt x="1446956" y="255499"/>
                  <a:pt x="1446956" y="238729"/>
                </a:cubicBezTo>
                <a:cubicBezTo>
                  <a:pt x="1446956" y="221960"/>
                  <a:pt x="1460550" y="208366"/>
                  <a:pt x="1477320" y="208366"/>
                </a:cubicBezTo>
                <a:close/>
                <a:moveTo>
                  <a:pt x="1404765" y="208366"/>
                </a:moveTo>
                <a:cubicBezTo>
                  <a:pt x="1421535" y="208366"/>
                  <a:pt x="1435129" y="221960"/>
                  <a:pt x="1435129" y="238729"/>
                </a:cubicBezTo>
                <a:cubicBezTo>
                  <a:pt x="1435129" y="255499"/>
                  <a:pt x="1421535" y="269093"/>
                  <a:pt x="1404765" y="269093"/>
                </a:cubicBezTo>
                <a:cubicBezTo>
                  <a:pt x="1387996" y="269093"/>
                  <a:pt x="1374402" y="255499"/>
                  <a:pt x="1374402" y="238729"/>
                </a:cubicBezTo>
                <a:cubicBezTo>
                  <a:pt x="1374402" y="221960"/>
                  <a:pt x="1387996" y="208366"/>
                  <a:pt x="1404765" y="208366"/>
                </a:cubicBezTo>
                <a:close/>
                <a:moveTo>
                  <a:pt x="1332211" y="208366"/>
                </a:moveTo>
                <a:cubicBezTo>
                  <a:pt x="1348980" y="208366"/>
                  <a:pt x="1362574" y="221960"/>
                  <a:pt x="1362574" y="238729"/>
                </a:cubicBezTo>
                <a:cubicBezTo>
                  <a:pt x="1362574" y="255499"/>
                  <a:pt x="1348980" y="269093"/>
                  <a:pt x="1332211" y="269093"/>
                </a:cubicBezTo>
                <a:cubicBezTo>
                  <a:pt x="1315441" y="269093"/>
                  <a:pt x="1301847" y="255499"/>
                  <a:pt x="1301847" y="238729"/>
                </a:cubicBezTo>
                <a:cubicBezTo>
                  <a:pt x="1301847" y="221960"/>
                  <a:pt x="1315441" y="208366"/>
                  <a:pt x="1332211" y="208366"/>
                </a:cubicBezTo>
                <a:close/>
                <a:moveTo>
                  <a:pt x="1259656" y="208366"/>
                </a:moveTo>
                <a:cubicBezTo>
                  <a:pt x="1276426" y="208366"/>
                  <a:pt x="1290020" y="221960"/>
                  <a:pt x="1290020" y="238729"/>
                </a:cubicBezTo>
                <a:cubicBezTo>
                  <a:pt x="1290020" y="255499"/>
                  <a:pt x="1276426" y="269093"/>
                  <a:pt x="1259656" y="269093"/>
                </a:cubicBezTo>
                <a:cubicBezTo>
                  <a:pt x="1242887" y="269093"/>
                  <a:pt x="1229293" y="255499"/>
                  <a:pt x="1229293" y="238729"/>
                </a:cubicBezTo>
                <a:cubicBezTo>
                  <a:pt x="1229293" y="221960"/>
                  <a:pt x="1242887" y="208366"/>
                  <a:pt x="1259656" y="208366"/>
                </a:cubicBezTo>
                <a:close/>
                <a:moveTo>
                  <a:pt x="1187102" y="208366"/>
                </a:moveTo>
                <a:cubicBezTo>
                  <a:pt x="1203871" y="208366"/>
                  <a:pt x="1217465" y="221960"/>
                  <a:pt x="1217465" y="238729"/>
                </a:cubicBezTo>
                <a:cubicBezTo>
                  <a:pt x="1217465" y="255499"/>
                  <a:pt x="1203871" y="269093"/>
                  <a:pt x="1187102" y="269093"/>
                </a:cubicBezTo>
                <a:cubicBezTo>
                  <a:pt x="1170332" y="269093"/>
                  <a:pt x="1156738" y="255499"/>
                  <a:pt x="1156738" y="238729"/>
                </a:cubicBezTo>
                <a:cubicBezTo>
                  <a:pt x="1156738" y="221960"/>
                  <a:pt x="1170332" y="208366"/>
                  <a:pt x="1187102" y="208366"/>
                </a:cubicBezTo>
                <a:close/>
                <a:moveTo>
                  <a:pt x="1114547" y="208366"/>
                </a:moveTo>
                <a:cubicBezTo>
                  <a:pt x="1131317" y="208366"/>
                  <a:pt x="1144911" y="221960"/>
                  <a:pt x="1144911" y="238729"/>
                </a:cubicBezTo>
                <a:cubicBezTo>
                  <a:pt x="1144911" y="255499"/>
                  <a:pt x="1131317" y="269093"/>
                  <a:pt x="1114547" y="269093"/>
                </a:cubicBezTo>
                <a:cubicBezTo>
                  <a:pt x="1097778" y="269093"/>
                  <a:pt x="1084184" y="255499"/>
                  <a:pt x="1084184" y="238729"/>
                </a:cubicBezTo>
                <a:cubicBezTo>
                  <a:pt x="1084184" y="221960"/>
                  <a:pt x="1097778" y="208366"/>
                  <a:pt x="1114547" y="208366"/>
                </a:cubicBezTo>
                <a:close/>
                <a:moveTo>
                  <a:pt x="1041993" y="208366"/>
                </a:moveTo>
                <a:cubicBezTo>
                  <a:pt x="1058762" y="208366"/>
                  <a:pt x="1072356" y="221960"/>
                  <a:pt x="1072356" y="238729"/>
                </a:cubicBezTo>
                <a:cubicBezTo>
                  <a:pt x="1072356" y="255499"/>
                  <a:pt x="1058762" y="269093"/>
                  <a:pt x="1041993" y="269093"/>
                </a:cubicBezTo>
                <a:cubicBezTo>
                  <a:pt x="1025223" y="269093"/>
                  <a:pt x="1011629" y="255499"/>
                  <a:pt x="1011629" y="238729"/>
                </a:cubicBezTo>
                <a:cubicBezTo>
                  <a:pt x="1011629" y="221960"/>
                  <a:pt x="1025223" y="208366"/>
                  <a:pt x="1041993" y="208366"/>
                </a:cubicBezTo>
                <a:close/>
                <a:moveTo>
                  <a:pt x="969438" y="208366"/>
                </a:moveTo>
                <a:cubicBezTo>
                  <a:pt x="986208" y="208366"/>
                  <a:pt x="999801" y="221960"/>
                  <a:pt x="999801" y="238729"/>
                </a:cubicBezTo>
                <a:cubicBezTo>
                  <a:pt x="999801" y="255499"/>
                  <a:pt x="986208" y="269093"/>
                  <a:pt x="969438" y="269093"/>
                </a:cubicBezTo>
                <a:cubicBezTo>
                  <a:pt x="952669" y="269093"/>
                  <a:pt x="939075" y="255499"/>
                  <a:pt x="939075" y="238729"/>
                </a:cubicBezTo>
                <a:cubicBezTo>
                  <a:pt x="939075" y="221960"/>
                  <a:pt x="952669" y="208366"/>
                  <a:pt x="969438" y="208366"/>
                </a:cubicBezTo>
                <a:close/>
                <a:moveTo>
                  <a:pt x="896883" y="208366"/>
                </a:moveTo>
                <a:cubicBezTo>
                  <a:pt x="913653" y="208366"/>
                  <a:pt x="927247" y="221960"/>
                  <a:pt x="927247" y="238729"/>
                </a:cubicBezTo>
                <a:cubicBezTo>
                  <a:pt x="927247" y="255499"/>
                  <a:pt x="913653" y="269093"/>
                  <a:pt x="896883" y="269093"/>
                </a:cubicBezTo>
                <a:cubicBezTo>
                  <a:pt x="880114" y="269093"/>
                  <a:pt x="866520" y="255499"/>
                  <a:pt x="866520" y="238729"/>
                </a:cubicBezTo>
                <a:cubicBezTo>
                  <a:pt x="866520" y="221960"/>
                  <a:pt x="880114" y="208366"/>
                  <a:pt x="896883" y="208366"/>
                </a:cubicBezTo>
                <a:close/>
                <a:moveTo>
                  <a:pt x="824329" y="208366"/>
                </a:moveTo>
                <a:cubicBezTo>
                  <a:pt x="841098" y="208366"/>
                  <a:pt x="854692" y="221960"/>
                  <a:pt x="854692" y="238729"/>
                </a:cubicBezTo>
                <a:cubicBezTo>
                  <a:pt x="854692" y="255499"/>
                  <a:pt x="841098" y="269093"/>
                  <a:pt x="824329" y="269093"/>
                </a:cubicBezTo>
                <a:cubicBezTo>
                  <a:pt x="807559" y="269093"/>
                  <a:pt x="793965" y="255499"/>
                  <a:pt x="793965" y="238729"/>
                </a:cubicBezTo>
                <a:cubicBezTo>
                  <a:pt x="793965" y="221960"/>
                  <a:pt x="807559" y="208366"/>
                  <a:pt x="824329" y="208366"/>
                </a:cubicBezTo>
                <a:close/>
                <a:moveTo>
                  <a:pt x="751774" y="208366"/>
                </a:moveTo>
                <a:cubicBezTo>
                  <a:pt x="768544" y="208366"/>
                  <a:pt x="782138" y="221960"/>
                  <a:pt x="782138" y="238729"/>
                </a:cubicBezTo>
                <a:cubicBezTo>
                  <a:pt x="782138" y="255499"/>
                  <a:pt x="768544" y="269093"/>
                  <a:pt x="751774" y="269093"/>
                </a:cubicBezTo>
                <a:cubicBezTo>
                  <a:pt x="735005" y="269093"/>
                  <a:pt x="721411" y="255499"/>
                  <a:pt x="721411" y="238729"/>
                </a:cubicBezTo>
                <a:cubicBezTo>
                  <a:pt x="721411" y="221960"/>
                  <a:pt x="735005" y="208366"/>
                  <a:pt x="751774" y="208366"/>
                </a:cubicBezTo>
                <a:close/>
                <a:moveTo>
                  <a:pt x="679220" y="208366"/>
                </a:moveTo>
                <a:cubicBezTo>
                  <a:pt x="695989" y="208366"/>
                  <a:pt x="709583" y="221960"/>
                  <a:pt x="709583" y="238729"/>
                </a:cubicBezTo>
                <a:cubicBezTo>
                  <a:pt x="709583" y="255499"/>
                  <a:pt x="695989" y="269093"/>
                  <a:pt x="679220" y="269093"/>
                </a:cubicBezTo>
                <a:cubicBezTo>
                  <a:pt x="662450" y="269093"/>
                  <a:pt x="648856" y="255499"/>
                  <a:pt x="648856" y="238729"/>
                </a:cubicBezTo>
                <a:cubicBezTo>
                  <a:pt x="648856" y="221960"/>
                  <a:pt x="662450" y="208366"/>
                  <a:pt x="679220" y="208366"/>
                </a:cubicBezTo>
                <a:close/>
                <a:moveTo>
                  <a:pt x="606665" y="208366"/>
                </a:moveTo>
                <a:cubicBezTo>
                  <a:pt x="623435" y="208366"/>
                  <a:pt x="637029" y="221960"/>
                  <a:pt x="637029" y="238729"/>
                </a:cubicBezTo>
                <a:cubicBezTo>
                  <a:pt x="637029" y="255499"/>
                  <a:pt x="623435" y="269093"/>
                  <a:pt x="606665" y="269093"/>
                </a:cubicBezTo>
                <a:cubicBezTo>
                  <a:pt x="589896" y="269093"/>
                  <a:pt x="576302" y="255499"/>
                  <a:pt x="576302" y="238729"/>
                </a:cubicBezTo>
                <a:cubicBezTo>
                  <a:pt x="576302" y="221960"/>
                  <a:pt x="589896" y="208366"/>
                  <a:pt x="606665" y="208366"/>
                </a:cubicBezTo>
                <a:close/>
                <a:moveTo>
                  <a:pt x="534111" y="208366"/>
                </a:moveTo>
                <a:cubicBezTo>
                  <a:pt x="550880" y="208366"/>
                  <a:pt x="564474" y="221960"/>
                  <a:pt x="564474" y="238729"/>
                </a:cubicBezTo>
                <a:cubicBezTo>
                  <a:pt x="564474" y="255499"/>
                  <a:pt x="550880" y="269093"/>
                  <a:pt x="534111" y="269093"/>
                </a:cubicBezTo>
                <a:cubicBezTo>
                  <a:pt x="517341" y="269093"/>
                  <a:pt x="503747" y="255499"/>
                  <a:pt x="503747" y="238729"/>
                </a:cubicBezTo>
                <a:cubicBezTo>
                  <a:pt x="503747" y="221960"/>
                  <a:pt x="517341" y="208366"/>
                  <a:pt x="534111" y="208366"/>
                </a:cubicBezTo>
                <a:close/>
                <a:moveTo>
                  <a:pt x="461556" y="208366"/>
                </a:moveTo>
                <a:cubicBezTo>
                  <a:pt x="478326" y="208366"/>
                  <a:pt x="491920" y="221960"/>
                  <a:pt x="491920" y="238729"/>
                </a:cubicBezTo>
                <a:cubicBezTo>
                  <a:pt x="491920" y="255499"/>
                  <a:pt x="478326" y="269093"/>
                  <a:pt x="461556" y="269093"/>
                </a:cubicBezTo>
                <a:cubicBezTo>
                  <a:pt x="444787" y="269093"/>
                  <a:pt x="431192" y="255499"/>
                  <a:pt x="431192" y="238729"/>
                </a:cubicBezTo>
                <a:cubicBezTo>
                  <a:pt x="431192" y="221960"/>
                  <a:pt x="444787" y="208366"/>
                  <a:pt x="461556" y="208366"/>
                </a:cubicBezTo>
                <a:close/>
                <a:moveTo>
                  <a:pt x="389002" y="208366"/>
                </a:moveTo>
                <a:cubicBezTo>
                  <a:pt x="405771" y="208366"/>
                  <a:pt x="419365" y="221960"/>
                  <a:pt x="419365" y="238729"/>
                </a:cubicBezTo>
                <a:cubicBezTo>
                  <a:pt x="419365" y="255499"/>
                  <a:pt x="405771" y="269093"/>
                  <a:pt x="389002" y="269093"/>
                </a:cubicBezTo>
                <a:cubicBezTo>
                  <a:pt x="372232" y="269093"/>
                  <a:pt x="358638" y="255499"/>
                  <a:pt x="358638" y="238729"/>
                </a:cubicBezTo>
                <a:cubicBezTo>
                  <a:pt x="358638" y="221960"/>
                  <a:pt x="372232" y="208366"/>
                  <a:pt x="389002" y="208366"/>
                </a:cubicBezTo>
                <a:close/>
                <a:moveTo>
                  <a:pt x="316447" y="208366"/>
                </a:moveTo>
                <a:cubicBezTo>
                  <a:pt x="333216" y="208366"/>
                  <a:pt x="346810" y="221960"/>
                  <a:pt x="346810" y="238729"/>
                </a:cubicBezTo>
                <a:cubicBezTo>
                  <a:pt x="346810" y="255499"/>
                  <a:pt x="333216" y="269093"/>
                  <a:pt x="316447" y="269093"/>
                </a:cubicBezTo>
                <a:cubicBezTo>
                  <a:pt x="299677" y="269093"/>
                  <a:pt x="286084" y="255499"/>
                  <a:pt x="286084" y="238729"/>
                </a:cubicBezTo>
                <a:cubicBezTo>
                  <a:pt x="286084" y="221960"/>
                  <a:pt x="299677" y="208366"/>
                  <a:pt x="316447" y="208366"/>
                </a:cubicBezTo>
                <a:close/>
                <a:moveTo>
                  <a:pt x="243892" y="208366"/>
                </a:moveTo>
                <a:cubicBezTo>
                  <a:pt x="260662" y="208366"/>
                  <a:pt x="274256" y="221960"/>
                  <a:pt x="274256" y="238729"/>
                </a:cubicBezTo>
                <a:cubicBezTo>
                  <a:pt x="274256" y="255499"/>
                  <a:pt x="260662" y="269093"/>
                  <a:pt x="243892" y="269093"/>
                </a:cubicBezTo>
                <a:cubicBezTo>
                  <a:pt x="227123" y="269093"/>
                  <a:pt x="213529" y="255499"/>
                  <a:pt x="213529" y="238729"/>
                </a:cubicBezTo>
                <a:cubicBezTo>
                  <a:pt x="213529" y="221960"/>
                  <a:pt x="227123" y="208366"/>
                  <a:pt x="243892" y="208366"/>
                </a:cubicBezTo>
                <a:close/>
                <a:moveTo>
                  <a:pt x="171339" y="208366"/>
                </a:moveTo>
                <a:cubicBezTo>
                  <a:pt x="188107" y="208366"/>
                  <a:pt x="201701" y="221960"/>
                  <a:pt x="201701" y="238729"/>
                </a:cubicBezTo>
                <a:cubicBezTo>
                  <a:pt x="201701" y="255499"/>
                  <a:pt x="188107" y="269093"/>
                  <a:pt x="171339" y="269093"/>
                </a:cubicBezTo>
                <a:cubicBezTo>
                  <a:pt x="154697" y="269093"/>
                  <a:pt x="141102" y="255499"/>
                  <a:pt x="141102" y="238729"/>
                </a:cubicBezTo>
                <a:cubicBezTo>
                  <a:pt x="141102" y="221960"/>
                  <a:pt x="154697" y="208366"/>
                  <a:pt x="171339" y="208366"/>
                </a:cubicBezTo>
                <a:close/>
                <a:moveTo>
                  <a:pt x="98929" y="208366"/>
                </a:moveTo>
                <a:cubicBezTo>
                  <a:pt x="115688" y="208366"/>
                  <a:pt x="129282" y="221960"/>
                  <a:pt x="129282" y="238729"/>
                </a:cubicBezTo>
                <a:cubicBezTo>
                  <a:pt x="129282" y="255499"/>
                  <a:pt x="115688" y="269093"/>
                  <a:pt x="98929" y="269093"/>
                </a:cubicBezTo>
                <a:cubicBezTo>
                  <a:pt x="82155" y="269093"/>
                  <a:pt x="68561" y="255499"/>
                  <a:pt x="68561" y="238729"/>
                </a:cubicBezTo>
                <a:cubicBezTo>
                  <a:pt x="68561" y="221960"/>
                  <a:pt x="82155" y="208366"/>
                  <a:pt x="98929" y="208366"/>
                </a:cubicBezTo>
                <a:close/>
                <a:moveTo>
                  <a:pt x="26375" y="208366"/>
                </a:moveTo>
                <a:cubicBezTo>
                  <a:pt x="43137" y="208366"/>
                  <a:pt x="56732" y="221960"/>
                  <a:pt x="56732" y="238729"/>
                </a:cubicBezTo>
                <a:cubicBezTo>
                  <a:pt x="56732" y="255499"/>
                  <a:pt x="43137" y="269093"/>
                  <a:pt x="26375" y="269093"/>
                </a:cubicBezTo>
                <a:cubicBezTo>
                  <a:pt x="17989" y="269093"/>
                  <a:pt x="10398" y="265695"/>
                  <a:pt x="4903" y="260200"/>
                </a:cubicBezTo>
                <a:lnTo>
                  <a:pt x="0" y="248364"/>
                </a:lnTo>
                <a:lnTo>
                  <a:pt x="0" y="229094"/>
                </a:lnTo>
                <a:lnTo>
                  <a:pt x="4903" y="217259"/>
                </a:lnTo>
                <a:cubicBezTo>
                  <a:pt x="10398" y="211765"/>
                  <a:pt x="17989" y="208366"/>
                  <a:pt x="26375" y="208366"/>
                </a:cubicBezTo>
                <a:close/>
                <a:moveTo>
                  <a:pt x="1622429" y="127914"/>
                </a:moveTo>
                <a:cubicBezTo>
                  <a:pt x="1630814" y="127914"/>
                  <a:pt x="1638404" y="131313"/>
                  <a:pt x="1643899" y="136808"/>
                </a:cubicBezTo>
                <a:lnTo>
                  <a:pt x="1648931" y="148957"/>
                </a:lnTo>
                <a:lnTo>
                  <a:pt x="1651011" y="162579"/>
                </a:lnTo>
                <a:lnTo>
                  <a:pt x="1643899" y="179748"/>
                </a:lnTo>
                <a:cubicBezTo>
                  <a:pt x="1638404" y="185243"/>
                  <a:pt x="1630814" y="188641"/>
                  <a:pt x="1622429" y="188641"/>
                </a:cubicBezTo>
                <a:cubicBezTo>
                  <a:pt x="1605659" y="188641"/>
                  <a:pt x="1592066" y="175047"/>
                  <a:pt x="1592066" y="158278"/>
                </a:cubicBezTo>
                <a:cubicBezTo>
                  <a:pt x="1592066" y="141508"/>
                  <a:pt x="1605659" y="127914"/>
                  <a:pt x="1622429" y="127914"/>
                </a:cubicBezTo>
                <a:close/>
                <a:moveTo>
                  <a:pt x="1549874" y="127914"/>
                </a:moveTo>
                <a:cubicBezTo>
                  <a:pt x="1566644" y="127914"/>
                  <a:pt x="1580238" y="141508"/>
                  <a:pt x="1580238" y="158278"/>
                </a:cubicBezTo>
                <a:cubicBezTo>
                  <a:pt x="1580238" y="175047"/>
                  <a:pt x="1566644" y="188641"/>
                  <a:pt x="1549874" y="188641"/>
                </a:cubicBezTo>
                <a:cubicBezTo>
                  <a:pt x="1533105" y="188641"/>
                  <a:pt x="1519511" y="175047"/>
                  <a:pt x="1519511" y="158278"/>
                </a:cubicBezTo>
                <a:cubicBezTo>
                  <a:pt x="1519511" y="141508"/>
                  <a:pt x="1533105" y="127914"/>
                  <a:pt x="1549874" y="127914"/>
                </a:cubicBezTo>
                <a:close/>
                <a:moveTo>
                  <a:pt x="1477320" y="127914"/>
                </a:moveTo>
                <a:cubicBezTo>
                  <a:pt x="1494089" y="127914"/>
                  <a:pt x="1507683" y="141508"/>
                  <a:pt x="1507683" y="158278"/>
                </a:cubicBezTo>
                <a:cubicBezTo>
                  <a:pt x="1507683" y="175047"/>
                  <a:pt x="1494089" y="188641"/>
                  <a:pt x="1477320" y="188641"/>
                </a:cubicBezTo>
                <a:cubicBezTo>
                  <a:pt x="1460550" y="188641"/>
                  <a:pt x="1446956" y="175047"/>
                  <a:pt x="1446956" y="158278"/>
                </a:cubicBezTo>
                <a:cubicBezTo>
                  <a:pt x="1446956" y="141508"/>
                  <a:pt x="1460550" y="127914"/>
                  <a:pt x="1477320" y="127914"/>
                </a:cubicBezTo>
                <a:close/>
                <a:moveTo>
                  <a:pt x="1404765" y="127914"/>
                </a:moveTo>
                <a:cubicBezTo>
                  <a:pt x="1421535" y="127914"/>
                  <a:pt x="1435129" y="141508"/>
                  <a:pt x="1435129" y="158278"/>
                </a:cubicBezTo>
                <a:cubicBezTo>
                  <a:pt x="1435129" y="175047"/>
                  <a:pt x="1421535" y="188641"/>
                  <a:pt x="1404765" y="188641"/>
                </a:cubicBezTo>
                <a:cubicBezTo>
                  <a:pt x="1387996" y="188641"/>
                  <a:pt x="1374402" y="175047"/>
                  <a:pt x="1374402" y="158278"/>
                </a:cubicBezTo>
                <a:cubicBezTo>
                  <a:pt x="1374402" y="141508"/>
                  <a:pt x="1387996" y="127914"/>
                  <a:pt x="1404765" y="127914"/>
                </a:cubicBezTo>
                <a:close/>
                <a:moveTo>
                  <a:pt x="1332211" y="127914"/>
                </a:moveTo>
                <a:cubicBezTo>
                  <a:pt x="1348980" y="127914"/>
                  <a:pt x="1362574" y="141508"/>
                  <a:pt x="1362574" y="158278"/>
                </a:cubicBezTo>
                <a:cubicBezTo>
                  <a:pt x="1362574" y="175047"/>
                  <a:pt x="1348980" y="188641"/>
                  <a:pt x="1332211" y="188641"/>
                </a:cubicBezTo>
                <a:cubicBezTo>
                  <a:pt x="1315441" y="188641"/>
                  <a:pt x="1301847" y="175047"/>
                  <a:pt x="1301847" y="158278"/>
                </a:cubicBezTo>
                <a:cubicBezTo>
                  <a:pt x="1301847" y="141508"/>
                  <a:pt x="1315441" y="127914"/>
                  <a:pt x="1332211" y="127914"/>
                </a:cubicBezTo>
                <a:close/>
                <a:moveTo>
                  <a:pt x="1259656" y="127914"/>
                </a:moveTo>
                <a:cubicBezTo>
                  <a:pt x="1276426" y="127914"/>
                  <a:pt x="1290020" y="141508"/>
                  <a:pt x="1290020" y="158278"/>
                </a:cubicBezTo>
                <a:cubicBezTo>
                  <a:pt x="1290020" y="175047"/>
                  <a:pt x="1276426" y="188641"/>
                  <a:pt x="1259656" y="188641"/>
                </a:cubicBezTo>
                <a:cubicBezTo>
                  <a:pt x="1242887" y="188641"/>
                  <a:pt x="1229293" y="175047"/>
                  <a:pt x="1229293" y="158278"/>
                </a:cubicBezTo>
                <a:cubicBezTo>
                  <a:pt x="1229293" y="141508"/>
                  <a:pt x="1242887" y="127914"/>
                  <a:pt x="1259656" y="127914"/>
                </a:cubicBezTo>
                <a:close/>
                <a:moveTo>
                  <a:pt x="1187102" y="127914"/>
                </a:moveTo>
                <a:cubicBezTo>
                  <a:pt x="1203871" y="127914"/>
                  <a:pt x="1217465" y="141508"/>
                  <a:pt x="1217465" y="158278"/>
                </a:cubicBezTo>
                <a:cubicBezTo>
                  <a:pt x="1217465" y="175047"/>
                  <a:pt x="1203871" y="188641"/>
                  <a:pt x="1187102" y="188641"/>
                </a:cubicBezTo>
                <a:cubicBezTo>
                  <a:pt x="1170332" y="188641"/>
                  <a:pt x="1156738" y="175047"/>
                  <a:pt x="1156738" y="158278"/>
                </a:cubicBezTo>
                <a:cubicBezTo>
                  <a:pt x="1156738" y="141508"/>
                  <a:pt x="1170332" y="127914"/>
                  <a:pt x="1187102" y="127914"/>
                </a:cubicBezTo>
                <a:close/>
                <a:moveTo>
                  <a:pt x="1114547" y="127914"/>
                </a:moveTo>
                <a:cubicBezTo>
                  <a:pt x="1131317" y="127914"/>
                  <a:pt x="1144911" y="141508"/>
                  <a:pt x="1144911" y="158278"/>
                </a:cubicBezTo>
                <a:cubicBezTo>
                  <a:pt x="1144911" y="175047"/>
                  <a:pt x="1131317" y="188641"/>
                  <a:pt x="1114547" y="188641"/>
                </a:cubicBezTo>
                <a:cubicBezTo>
                  <a:pt x="1097778" y="188641"/>
                  <a:pt x="1084184" y="175047"/>
                  <a:pt x="1084184" y="158278"/>
                </a:cubicBezTo>
                <a:cubicBezTo>
                  <a:pt x="1084184" y="141508"/>
                  <a:pt x="1097778" y="127914"/>
                  <a:pt x="1114547" y="127914"/>
                </a:cubicBezTo>
                <a:close/>
                <a:moveTo>
                  <a:pt x="1041993" y="127914"/>
                </a:moveTo>
                <a:cubicBezTo>
                  <a:pt x="1058762" y="127914"/>
                  <a:pt x="1072356" y="141508"/>
                  <a:pt x="1072356" y="158278"/>
                </a:cubicBezTo>
                <a:cubicBezTo>
                  <a:pt x="1072356" y="175047"/>
                  <a:pt x="1058762" y="188641"/>
                  <a:pt x="1041993" y="188641"/>
                </a:cubicBezTo>
                <a:cubicBezTo>
                  <a:pt x="1025223" y="188641"/>
                  <a:pt x="1011629" y="175047"/>
                  <a:pt x="1011629" y="158278"/>
                </a:cubicBezTo>
                <a:cubicBezTo>
                  <a:pt x="1011629" y="141508"/>
                  <a:pt x="1025223" y="127914"/>
                  <a:pt x="1041993" y="127914"/>
                </a:cubicBezTo>
                <a:close/>
                <a:moveTo>
                  <a:pt x="969438" y="127914"/>
                </a:moveTo>
                <a:cubicBezTo>
                  <a:pt x="986208" y="127914"/>
                  <a:pt x="999801" y="141508"/>
                  <a:pt x="999801" y="158278"/>
                </a:cubicBezTo>
                <a:cubicBezTo>
                  <a:pt x="999801" y="175047"/>
                  <a:pt x="986208" y="188641"/>
                  <a:pt x="969438" y="188641"/>
                </a:cubicBezTo>
                <a:cubicBezTo>
                  <a:pt x="952669" y="188641"/>
                  <a:pt x="939075" y="175047"/>
                  <a:pt x="939075" y="158278"/>
                </a:cubicBezTo>
                <a:cubicBezTo>
                  <a:pt x="939075" y="141508"/>
                  <a:pt x="952669" y="127914"/>
                  <a:pt x="969438" y="127914"/>
                </a:cubicBezTo>
                <a:close/>
                <a:moveTo>
                  <a:pt x="896883" y="127914"/>
                </a:moveTo>
                <a:cubicBezTo>
                  <a:pt x="913653" y="127914"/>
                  <a:pt x="927247" y="141508"/>
                  <a:pt x="927247" y="158278"/>
                </a:cubicBezTo>
                <a:cubicBezTo>
                  <a:pt x="927247" y="175047"/>
                  <a:pt x="913653" y="188641"/>
                  <a:pt x="896883" y="188641"/>
                </a:cubicBezTo>
                <a:cubicBezTo>
                  <a:pt x="880114" y="188641"/>
                  <a:pt x="866520" y="175047"/>
                  <a:pt x="866520" y="158278"/>
                </a:cubicBezTo>
                <a:cubicBezTo>
                  <a:pt x="866520" y="141508"/>
                  <a:pt x="880114" y="127914"/>
                  <a:pt x="896883" y="127914"/>
                </a:cubicBezTo>
                <a:close/>
                <a:moveTo>
                  <a:pt x="824329" y="127914"/>
                </a:moveTo>
                <a:cubicBezTo>
                  <a:pt x="841098" y="127914"/>
                  <a:pt x="854692" y="141508"/>
                  <a:pt x="854692" y="158278"/>
                </a:cubicBezTo>
                <a:cubicBezTo>
                  <a:pt x="854692" y="175047"/>
                  <a:pt x="841098" y="188641"/>
                  <a:pt x="824329" y="188641"/>
                </a:cubicBezTo>
                <a:cubicBezTo>
                  <a:pt x="807559" y="188641"/>
                  <a:pt x="793965" y="175047"/>
                  <a:pt x="793965" y="158278"/>
                </a:cubicBezTo>
                <a:cubicBezTo>
                  <a:pt x="793965" y="141508"/>
                  <a:pt x="807559" y="127914"/>
                  <a:pt x="824329" y="127914"/>
                </a:cubicBezTo>
                <a:close/>
                <a:moveTo>
                  <a:pt x="751774" y="127914"/>
                </a:moveTo>
                <a:cubicBezTo>
                  <a:pt x="768544" y="127914"/>
                  <a:pt x="782138" y="141508"/>
                  <a:pt x="782138" y="158278"/>
                </a:cubicBezTo>
                <a:cubicBezTo>
                  <a:pt x="782138" y="175047"/>
                  <a:pt x="768544" y="188641"/>
                  <a:pt x="751774" y="188641"/>
                </a:cubicBezTo>
                <a:cubicBezTo>
                  <a:pt x="735005" y="188641"/>
                  <a:pt x="721411" y="175047"/>
                  <a:pt x="721411" y="158278"/>
                </a:cubicBezTo>
                <a:cubicBezTo>
                  <a:pt x="721411" y="141508"/>
                  <a:pt x="735005" y="127914"/>
                  <a:pt x="751774" y="127914"/>
                </a:cubicBezTo>
                <a:close/>
                <a:moveTo>
                  <a:pt x="679220" y="127914"/>
                </a:moveTo>
                <a:cubicBezTo>
                  <a:pt x="695989" y="127914"/>
                  <a:pt x="709583" y="141508"/>
                  <a:pt x="709583" y="158278"/>
                </a:cubicBezTo>
                <a:cubicBezTo>
                  <a:pt x="709583" y="175047"/>
                  <a:pt x="695989" y="188641"/>
                  <a:pt x="679220" y="188641"/>
                </a:cubicBezTo>
                <a:cubicBezTo>
                  <a:pt x="662450" y="188641"/>
                  <a:pt x="648856" y="175047"/>
                  <a:pt x="648856" y="158278"/>
                </a:cubicBezTo>
                <a:cubicBezTo>
                  <a:pt x="648856" y="141508"/>
                  <a:pt x="662450" y="127914"/>
                  <a:pt x="679220" y="127914"/>
                </a:cubicBezTo>
                <a:close/>
                <a:moveTo>
                  <a:pt x="606665" y="127914"/>
                </a:moveTo>
                <a:cubicBezTo>
                  <a:pt x="623435" y="127914"/>
                  <a:pt x="637029" y="141508"/>
                  <a:pt x="637029" y="158278"/>
                </a:cubicBezTo>
                <a:cubicBezTo>
                  <a:pt x="637029" y="175047"/>
                  <a:pt x="623435" y="188641"/>
                  <a:pt x="606665" y="188641"/>
                </a:cubicBezTo>
                <a:cubicBezTo>
                  <a:pt x="589896" y="188641"/>
                  <a:pt x="576302" y="175047"/>
                  <a:pt x="576302" y="158278"/>
                </a:cubicBezTo>
                <a:cubicBezTo>
                  <a:pt x="576302" y="141508"/>
                  <a:pt x="589896" y="127914"/>
                  <a:pt x="606665" y="127914"/>
                </a:cubicBezTo>
                <a:close/>
                <a:moveTo>
                  <a:pt x="534111" y="127914"/>
                </a:moveTo>
                <a:cubicBezTo>
                  <a:pt x="550880" y="127914"/>
                  <a:pt x="564474" y="141508"/>
                  <a:pt x="564474" y="158278"/>
                </a:cubicBezTo>
                <a:cubicBezTo>
                  <a:pt x="564474" y="175047"/>
                  <a:pt x="550880" y="188641"/>
                  <a:pt x="534111" y="188641"/>
                </a:cubicBezTo>
                <a:cubicBezTo>
                  <a:pt x="517341" y="188641"/>
                  <a:pt x="503747" y="175047"/>
                  <a:pt x="503747" y="158278"/>
                </a:cubicBezTo>
                <a:cubicBezTo>
                  <a:pt x="503747" y="141508"/>
                  <a:pt x="517341" y="127914"/>
                  <a:pt x="534111" y="127914"/>
                </a:cubicBezTo>
                <a:close/>
                <a:moveTo>
                  <a:pt x="461556" y="127914"/>
                </a:moveTo>
                <a:cubicBezTo>
                  <a:pt x="478326" y="127914"/>
                  <a:pt x="491920" y="141508"/>
                  <a:pt x="491920" y="158278"/>
                </a:cubicBezTo>
                <a:cubicBezTo>
                  <a:pt x="491920" y="175047"/>
                  <a:pt x="478326" y="188641"/>
                  <a:pt x="461556" y="188641"/>
                </a:cubicBezTo>
                <a:cubicBezTo>
                  <a:pt x="444787" y="188641"/>
                  <a:pt x="431192" y="175047"/>
                  <a:pt x="431192" y="158278"/>
                </a:cubicBezTo>
                <a:cubicBezTo>
                  <a:pt x="431192" y="141508"/>
                  <a:pt x="444787" y="127914"/>
                  <a:pt x="461556" y="127914"/>
                </a:cubicBezTo>
                <a:close/>
                <a:moveTo>
                  <a:pt x="389002" y="127914"/>
                </a:moveTo>
                <a:cubicBezTo>
                  <a:pt x="405771" y="127914"/>
                  <a:pt x="419365" y="141508"/>
                  <a:pt x="419365" y="158278"/>
                </a:cubicBezTo>
                <a:cubicBezTo>
                  <a:pt x="419365" y="175047"/>
                  <a:pt x="405771" y="188641"/>
                  <a:pt x="389002" y="188641"/>
                </a:cubicBezTo>
                <a:cubicBezTo>
                  <a:pt x="372232" y="188641"/>
                  <a:pt x="358638" y="175047"/>
                  <a:pt x="358638" y="158278"/>
                </a:cubicBezTo>
                <a:cubicBezTo>
                  <a:pt x="358638" y="141508"/>
                  <a:pt x="372232" y="127914"/>
                  <a:pt x="389002" y="127914"/>
                </a:cubicBezTo>
                <a:close/>
                <a:moveTo>
                  <a:pt x="316447" y="127914"/>
                </a:moveTo>
                <a:cubicBezTo>
                  <a:pt x="333216" y="127914"/>
                  <a:pt x="346810" y="141508"/>
                  <a:pt x="346810" y="158278"/>
                </a:cubicBezTo>
                <a:cubicBezTo>
                  <a:pt x="346810" y="175047"/>
                  <a:pt x="333216" y="188641"/>
                  <a:pt x="316447" y="188641"/>
                </a:cubicBezTo>
                <a:cubicBezTo>
                  <a:pt x="299677" y="188641"/>
                  <a:pt x="286084" y="175047"/>
                  <a:pt x="286084" y="158278"/>
                </a:cubicBezTo>
                <a:cubicBezTo>
                  <a:pt x="286084" y="141508"/>
                  <a:pt x="299677" y="127914"/>
                  <a:pt x="316447" y="127914"/>
                </a:cubicBezTo>
                <a:close/>
                <a:moveTo>
                  <a:pt x="243892" y="127914"/>
                </a:moveTo>
                <a:cubicBezTo>
                  <a:pt x="260662" y="127914"/>
                  <a:pt x="274256" y="141508"/>
                  <a:pt x="274256" y="158278"/>
                </a:cubicBezTo>
                <a:cubicBezTo>
                  <a:pt x="274256" y="175047"/>
                  <a:pt x="260662" y="188641"/>
                  <a:pt x="243892" y="188641"/>
                </a:cubicBezTo>
                <a:cubicBezTo>
                  <a:pt x="227123" y="188641"/>
                  <a:pt x="213529" y="175047"/>
                  <a:pt x="213529" y="158278"/>
                </a:cubicBezTo>
                <a:cubicBezTo>
                  <a:pt x="213529" y="141508"/>
                  <a:pt x="227123" y="127914"/>
                  <a:pt x="243892" y="127914"/>
                </a:cubicBezTo>
                <a:close/>
                <a:moveTo>
                  <a:pt x="171339" y="127914"/>
                </a:moveTo>
                <a:cubicBezTo>
                  <a:pt x="188107" y="127914"/>
                  <a:pt x="201701" y="141508"/>
                  <a:pt x="201701" y="158278"/>
                </a:cubicBezTo>
                <a:cubicBezTo>
                  <a:pt x="201701" y="175047"/>
                  <a:pt x="188107" y="188641"/>
                  <a:pt x="171339" y="188641"/>
                </a:cubicBezTo>
                <a:cubicBezTo>
                  <a:pt x="154702" y="188641"/>
                  <a:pt x="141108" y="175047"/>
                  <a:pt x="141108" y="158278"/>
                </a:cubicBezTo>
                <a:cubicBezTo>
                  <a:pt x="141108" y="141508"/>
                  <a:pt x="154702" y="127914"/>
                  <a:pt x="171339" y="127914"/>
                </a:cubicBezTo>
                <a:close/>
                <a:moveTo>
                  <a:pt x="98936" y="127914"/>
                </a:moveTo>
                <a:cubicBezTo>
                  <a:pt x="115695" y="127914"/>
                  <a:pt x="129288" y="141508"/>
                  <a:pt x="129288" y="158278"/>
                </a:cubicBezTo>
                <a:cubicBezTo>
                  <a:pt x="129288" y="175047"/>
                  <a:pt x="115695" y="188641"/>
                  <a:pt x="98936" y="188641"/>
                </a:cubicBezTo>
                <a:cubicBezTo>
                  <a:pt x="82162" y="188641"/>
                  <a:pt x="68567" y="175047"/>
                  <a:pt x="68567" y="158278"/>
                </a:cubicBezTo>
                <a:cubicBezTo>
                  <a:pt x="68567" y="141508"/>
                  <a:pt x="82162" y="127914"/>
                  <a:pt x="98936" y="127914"/>
                </a:cubicBezTo>
                <a:close/>
                <a:moveTo>
                  <a:pt x="26381" y="127914"/>
                </a:moveTo>
                <a:cubicBezTo>
                  <a:pt x="43143" y="127914"/>
                  <a:pt x="56738" y="141508"/>
                  <a:pt x="56738" y="158278"/>
                </a:cubicBezTo>
                <a:cubicBezTo>
                  <a:pt x="56738" y="175047"/>
                  <a:pt x="43143" y="188641"/>
                  <a:pt x="26381" y="188641"/>
                </a:cubicBezTo>
                <a:cubicBezTo>
                  <a:pt x="17995" y="188641"/>
                  <a:pt x="10404" y="185243"/>
                  <a:pt x="4909" y="179748"/>
                </a:cubicBezTo>
                <a:lnTo>
                  <a:pt x="0" y="167898"/>
                </a:lnTo>
                <a:lnTo>
                  <a:pt x="0" y="148658"/>
                </a:lnTo>
                <a:lnTo>
                  <a:pt x="4909" y="136807"/>
                </a:lnTo>
                <a:cubicBezTo>
                  <a:pt x="10404" y="131313"/>
                  <a:pt x="17995" y="127914"/>
                  <a:pt x="26381" y="127914"/>
                </a:cubicBezTo>
                <a:close/>
                <a:moveTo>
                  <a:pt x="1622429" y="47462"/>
                </a:moveTo>
                <a:lnTo>
                  <a:pt x="1625821" y="48147"/>
                </a:lnTo>
                <a:lnTo>
                  <a:pt x="1639701" y="102127"/>
                </a:lnTo>
                <a:lnTo>
                  <a:pt x="1634248" y="105804"/>
                </a:lnTo>
                <a:cubicBezTo>
                  <a:pt x="1630615" y="107340"/>
                  <a:pt x="1626621" y="108189"/>
                  <a:pt x="1622429" y="108189"/>
                </a:cubicBezTo>
                <a:cubicBezTo>
                  <a:pt x="1605659" y="108189"/>
                  <a:pt x="1592066" y="94595"/>
                  <a:pt x="1592066" y="77826"/>
                </a:cubicBezTo>
                <a:cubicBezTo>
                  <a:pt x="1592066" y="61056"/>
                  <a:pt x="1605659" y="47462"/>
                  <a:pt x="1622429" y="47462"/>
                </a:cubicBezTo>
                <a:close/>
                <a:moveTo>
                  <a:pt x="1549874" y="47462"/>
                </a:moveTo>
                <a:cubicBezTo>
                  <a:pt x="1566644" y="47462"/>
                  <a:pt x="1580238" y="61056"/>
                  <a:pt x="1580238" y="77826"/>
                </a:cubicBezTo>
                <a:cubicBezTo>
                  <a:pt x="1580238" y="94595"/>
                  <a:pt x="1566644" y="108189"/>
                  <a:pt x="1549874" y="108189"/>
                </a:cubicBezTo>
                <a:cubicBezTo>
                  <a:pt x="1533105" y="108189"/>
                  <a:pt x="1519511" y="94595"/>
                  <a:pt x="1519511" y="77826"/>
                </a:cubicBezTo>
                <a:cubicBezTo>
                  <a:pt x="1519511" y="61056"/>
                  <a:pt x="1533105" y="47462"/>
                  <a:pt x="1549874" y="47462"/>
                </a:cubicBezTo>
                <a:close/>
                <a:moveTo>
                  <a:pt x="1477320" y="47462"/>
                </a:moveTo>
                <a:cubicBezTo>
                  <a:pt x="1494089" y="47462"/>
                  <a:pt x="1507683" y="61056"/>
                  <a:pt x="1507683" y="77826"/>
                </a:cubicBezTo>
                <a:cubicBezTo>
                  <a:pt x="1507683" y="94595"/>
                  <a:pt x="1494089" y="108189"/>
                  <a:pt x="1477320" y="108189"/>
                </a:cubicBezTo>
                <a:cubicBezTo>
                  <a:pt x="1460550" y="108189"/>
                  <a:pt x="1446956" y="94595"/>
                  <a:pt x="1446956" y="77826"/>
                </a:cubicBezTo>
                <a:cubicBezTo>
                  <a:pt x="1446956" y="61056"/>
                  <a:pt x="1460550" y="47462"/>
                  <a:pt x="1477320" y="47462"/>
                </a:cubicBezTo>
                <a:close/>
                <a:moveTo>
                  <a:pt x="1404765" y="47462"/>
                </a:moveTo>
                <a:cubicBezTo>
                  <a:pt x="1421535" y="47462"/>
                  <a:pt x="1435129" y="61056"/>
                  <a:pt x="1435129" y="77826"/>
                </a:cubicBezTo>
                <a:cubicBezTo>
                  <a:pt x="1435129" y="94595"/>
                  <a:pt x="1421535" y="108189"/>
                  <a:pt x="1404765" y="108189"/>
                </a:cubicBezTo>
                <a:cubicBezTo>
                  <a:pt x="1387996" y="108189"/>
                  <a:pt x="1374402" y="94595"/>
                  <a:pt x="1374402" y="77826"/>
                </a:cubicBezTo>
                <a:cubicBezTo>
                  <a:pt x="1374402" y="61056"/>
                  <a:pt x="1387996" y="47462"/>
                  <a:pt x="1404765" y="47462"/>
                </a:cubicBezTo>
                <a:close/>
                <a:moveTo>
                  <a:pt x="1332211" y="47462"/>
                </a:moveTo>
                <a:cubicBezTo>
                  <a:pt x="1348980" y="47462"/>
                  <a:pt x="1362574" y="61056"/>
                  <a:pt x="1362574" y="77826"/>
                </a:cubicBezTo>
                <a:cubicBezTo>
                  <a:pt x="1362574" y="94595"/>
                  <a:pt x="1348980" y="108189"/>
                  <a:pt x="1332211" y="108189"/>
                </a:cubicBezTo>
                <a:cubicBezTo>
                  <a:pt x="1315441" y="108189"/>
                  <a:pt x="1301847" y="94595"/>
                  <a:pt x="1301847" y="77826"/>
                </a:cubicBezTo>
                <a:cubicBezTo>
                  <a:pt x="1301847" y="61056"/>
                  <a:pt x="1315441" y="47462"/>
                  <a:pt x="1332211" y="47462"/>
                </a:cubicBezTo>
                <a:close/>
                <a:moveTo>
                  <a:pt x="1259656" y="47462"/>
                </a:moveTo>
                <a:cubicBezTo>
                  <a:pt x="1276426" y="47462"/>
                  <a:pt x="1290020" y="61056"/>
                  <a:pt x="1290020" y="77826"/>
                </a:cubicBezTo>
                <a:cubicBezTo>
                  <a:pt x="1290020" y="94595"/>
                  <a:pt x="1276426" y="108189"/>
                  <a:pt x="1259656" y="108189"/>
                </a:cubicBezTo>
                <a:cubicBezTo>
                  <a:pt x="1242887" y="108189"/>
                  <a:pt x="1229293" y="94595"/>
                  <a:pt x="1229293" y="77826"/>
                </a:cubicBezTo>
                <a:cubicBezTo>
                  <a:pt x="1229293" y="61056"/>
                  <a:pt x="1242887" y="47462"/>
                  <a:pt x="1259656" y="47462"/>
                </a:cubicBezTo>
                <a:close/>
                <a:moveTo>
                  <a:pt x="1187102" y="47462"/>
                </a:moveTo>
                <a:cubicBezTo>
                  <a:pt x="1203871" y="47462"/>
                  <a:pt x="1217465" y="61056"/>
                  <a:pt x="1217465" y="77826"/>
                </a:cubicBezTo>
                <a:cubicBezTo>
                  <a:pt x="1217465" y="94595"/>
                  <a:pt x="1203871" y="108189"/>
                  <a:pt x="1187102" y="108189"/>
                </a:cubicBezTo>
                <a:cubicBezTo>
                  <a:pt x="1170332" y="108189"/>
                  <a:pt x="1156738" y="94595"/>
                  <a:pt x="1156738" y="77826"/>
                </a:cubicBezTo>
                <a:cubicBezTo>
                  <a:pt x="1156738" y="61056"/>
                  <a:pt x="1170332" y="47462"/>
                  <a:pt x="1187102" y="47462"/>
                </a:cubicBezTo>
                <a:close/>
                <a:moveTo>
                  <a:pt x="1114547" y="47462"/>
                </a:moveTo>
                <a:cubicBezTo>
                  <a:pt x="1131317" y="47462"/>
                  <a:pt x="1144911" y="61056"/>
                  <a:pt x="1144911" y="77826"/>
                </a:cubicBezTo>
                <a:cubicBezTo>
                  <a:pt x="1144911" y="94595"/>
                  <a:pt x="1131317" y="108189"/>
                  <a:pt x="1114547" y="108189"/>
                </a:cubicBezTo>
                <a:cubicBezTo>
                  <a:pt x="1097778" y="108189"/>
                  <a:pt x="1084184" y="94595"/>
                  <a:pt x="1084184" y="77826"/>
                </a:cubicBezTo>
                <a:cubicBezTo>
                  <a:pt x="1084184" y="61056"/>
                  <a:pt x="1097778" y="47462"/>
                  <a:pt x="1114547" y="47462"/>
                </a:cubicBezTo>
                <a:close/>
                <a:moveTo>
                  <a:pt x="1041993" y="47462"/>
                </a:moveTo>
                <a:cubicBezTo>
                  <a:pt x="1058762" y="47462"/>
                  <a:pt x="1072356" y="61056"/>
                  <a:pt x="1072356" y="77826"/>
                </a:cubicBezTo>
                <a:cubicBezTo>
                  <a:pt x="1072356" y="94595"/>
                  <a:pt x="1058762" y="108189"/>
                  <a:pt x="1041993" y="108189"/>
                </a:cubicBezTo>
                <a:cubicBezTo>
                  <a:pt x="1025223" y="108189"/>
                  <a:pt x="1011629" y="94595"/>
                  <a:pt x="1011629" y="77826"/>
                </a:cubicBezTo>
                <a:cubicBezTo>
                  <a:pt x="1011629" y="61056"/>
                  <a:pt x="1025223" y="47462"/>
                  <a:pt x="1041993" y="47462"/>
                </a:cubicBezTo>
                <a:close/>
                <a:moveTo>
                  <a:pt x="969438" y="47462"/>
                </a:moveTo>
                <a:cubicBezTo>
                  <a:pt x="986208" y="47462"/>
                  <a:pt x="999801" y="61056"/>
                  <a:pt x="999801" y="77826"/>
                </a:cubicBezTo>
                <a:cubicBezTo>
                  <a:pt x="999801" y="94595"/>
                  <a:pt x="986208" y="108189"/>
                  <a:pt x="969438" y="108189"/>
                </a:cubicBezTo>
                <a:cubicBezTo>
                  <a:pt x="952669" y="108189"/>
                  <a:pt x="939075" y="94595"/>
                  <a:pt x="939075" y="77826"/>
                </a:cubicBezTo>
                <a:cubicBezTo>
                  <a:pt x="939075" y="61056"/>
                  <a:pt x="952669" y="47462"/>
                  <a:pt x="969438" y="47462"/>
                </a:cubicBezTo>
                <a:close/>
                <a:moveTo>
                  <a:pt x="896883" y="47462"/>
                </a:moveTo>
                <a:cubicBezTo>
                  <a:pt x="913653" y="47462"/>
                  <a:pt x="927247" y="61056"/>
                  <a:pt x="927247" y="77826"/>
                </a:cubicBezTo>
                <a:cubicBezTo>
                  <a:pt x="927247" y="94595"/>
                  <a:pt x="913653" y="108189"/>
                  <a:pt x="896883" y="108189"/>
                </a:cubicBezTo>
                <a:cubicBezTo>
                  <a:pt x="880114" y="108189"/>
                  <a:pt x="866520" y="94595"/>
                  <a:pt x="866520" y="77826"/>
                </a:cubicBezTo>
                <a:cubicBezTo>
                  <a:pt x="866520" y="61056"/>
                  <a:pt x="880114" y="47462"/>
                  <a:pt x="896883" y="47462"/>
                </a:cubicBezTo>
                <a:close/>
                <a:moveTo>
                  <a:pt x="824329" y="47462"/>
                </a:moveTo>
                <a:cubicBezTo>
                  <a:pt x="841098" y="47462"/>
                  <a:pt x="854692" y="61056"/>
                  <a:pt x="854692" y="77826"/>
                </a:cubicBezTo>
                <a:cubicBezTo>
                  <a:pt x="854692" y="94595"/>
                  <a:pt x="841098" y="108189"/>
                  <a:pt x="824329" y="108189"/>
                </a:cubicBezTo>
                <a:cubicBezTo>
                  <a:pt x="807559" y="108189"/>
                  <a:pt x="793965" y="94595"/>
                  <a:pt x="793965" y="77826"/>
                </a:cubicBezTo>
                <a:cubicBezTo>
                  <a:pt x="793965" y="61056"/>
                  <a:pt x="807559" y="47462"/>
                  <a:pt x="824329" y="47462"/>
                </a:cubicBezTo>
                <a:close/>
                <a:moveTo>
                  <a:pt x="751774" y="47462"/>
                </a:moveTo>
                <a:cubicBezTo>
                  <a:pt x="768544" y="47462"/>
                  <a:pt x="782138" y="61056"/>
                  <a:pt x="782138" y="77826"/>
                </a:cubicBezTo>
                <a:cubicBezTo>
                  <a:pt x="782138" y="94595"/>
                  <a:pt x="768544" y="108189"/>
                  <a:pt x="751774" y="108189"/>
                </a:cubicBezTo>
                <a:cubicBezTo>
                  <a:pt x="735005" y="108189"/>
                  <a:pt x="721411" y="94595"/>
                  <a:pt x="721411" y="77826"/>
                </a:cubicBezTo>
                <a:cubicBezTo>
                  <a:pt x="721411" y="61056"/>
                  <a:pt x="735005" y="47462"/>
                  <a:pt x="751774" y="47462"/>
                </a:cubicBezTo>
                <a:close/>
                <a:moveTo>
                  <a:pt x="679220" y="47462"/>
                </a:moveTo>
                <a:cubicBezTo>
                  <a:pt x="695989" y="47462"/>
                  <a:pt x="709583" y="61056"/>
                  <a:pt x="709583" y="77826"/>
                </a:cubicBezTo>
                <a:cubicBezTo>
                  <a:pt x="709583" y="94595"/>
                  <a:pt x="695989" y="108189"/>
                  <a:pt x="679220" y="108189"/>
                </a:cubicBezTo>
                <a:cubicBezTo>
                  <a:pt x="662450" y="108189"/>
                  <a:pt x="648856" y="94595"/>
                  <a:pt x="648856" y="77826"/>
                </a:cubicBezTo>
                <a:cubicBezTo>
                  <a:pt x="648856" y="61056"/>
                  <a:pt x="662450" y="47462"/>
                  <a:pt x="679220" y="47462"/>
                </a:cubicBezTo>
                <a:close/>
                <a:moveTo>
                  <a:pt x="606665" y="47462"/>
                </a:moveTo>
                <a:cubicBezTo>
                  <a:pt x="623435" y="47462"/>
                  <a:pt x="637029" y="61056"/>
                  <a:pt x="637029" y="77826"/>
                </a:cubicBezTo>
                <a:cubicBezTo>
                  <a:pt x="637029" y="94595"/>
                  <a:pt x="623435" y="108189"/>
                  <a:pt x="606665" y="108189"/>
                </a:cubicBezTo>
                <a:cubicBezTo>
                  <a:pt x="589896" y="108189"/>
                  <a:pt x="576302" y="94595"/>
                  <a:pt x="576302" y="77826"/>
                </a:cubicBezTo>
                <a:cubicBezTo>
                  <a:pt x="576302" y="61056"/>
                  <a:pt x="589896" y="47462"/>
                  <a:pt x="606665" y="47462"/>
                </a:cubicBezTo>
                <a:close/>
                <a:moveTo>
                  <a:pt x="534111" y="47462"/>
                </a:moveTo>
                <a:cubicBezTo>
                  <a:pt x="550880" y="47462"/>
                  <a:pt x="564474" y="61056"/>
                  <a:pt x="564474" y="77826"/>
                </a:cubicBezTo>
                <a:cubicBezTo>
                  <a:pt x="564474" y="94595"/>
                  <a:pt x="550880" y="108189"/>
                  <a:pt x="534111" y="108189"/>
                </a:cubicBezTo>
                <a:cubicBezTo>
                  <a:pt x="517341" y="108189"/>
                  <a:pt x="503747" y="94595"/>
                  <a:pt x="503747" y="77826"/>
                </a:cubicBezTo>
                <a:cubicBezTo>
                  <a:pt x="503747" y="61056"/>
                  <a:pt x="517341" y="47462"/>
                  <a:pt x="534111" y="47462"/>
                </a:cubicBezTo>
                <a:close/>
                <a:moveTo>
                  <a:pt x="461556" y="47462"/>
                </a:moveTo>
                <a:cubicBezTo>
                  <a:pt x="478326" y="47462"/>
                  <a:pt x="491920" y="61056"/>
                  <a:pt x="491920" y="77826"/>
                </a:cubicBezTo>
                <a:cubicBezTo>
                  <a:pt x="491920" y="94595"/>
                  <a:pt x="478326" y="108189"/>
                  <a:pt x="461556" y="108189"/>
                </a:cubicBezTo>
                <a:cubicBezTo>
                  <a:pt x="444787" y="108189"/>
                  <a:pt x="431192" y="94595"/>
                  <a:pt x="431192" y="77826"/>
                </a:cubicBezTo>
                <a:cubicBezTo>
                  <a:pt x="431192" y="61056"/>
                  <a:pt x="444787" y="47462"/>
                  <a:pt x="461556" y="47462"/>
                </a:cubicBezTo>
                <a:close/>
                <a:moveTo>
                  <a:pt x="389002" y="47462"/>
                </a:moveTo>
                <a:cubicBezTo>
                  <a:pt x="405771" y="47462"/>
                  <a:pt x="419365" y="61056"/>
                  <a:pt x="419365" y="77826"/>
                </a:cubicBezTo>
                <a:cubicBezTo>
                  <a:pt x="419365" y="94595"/>
                  <a:pt x="405771" y="108189"/>
                  <a:pt x="389002" y="108189"/>
                </a:cubicBezTo>
                <a:cubicBezTo>
                  <a:pt x="372232" y="108189"/>
                  <a:pt x="358638" y="94595"/>
                  <a:pt x="358638" y="77826"/>
                </a:cubicBezTo>
                <a:cubicBezTo>
                  <a:pt x="358638" y="61056"/>
                  <a:pt x="372232" y="47462"/>
                  <a:pt x="389002" y="47462"/>
                </a:cubicBezTo>
                <a:close/>
                <a:moveTo>
                  <a:pt x="316447" y="47462"/>
                </a:moveTo>
                <a:cubicBezTo>
                  <a:pt x="333216" y="47462"/>
                  <a:pt x="346810" y="61056"/>
                  <a:pt x="346810" y="77826"/>
                </a:cubicBezTo>
                <a:cubicBezTo>
                  <a:pt x="346810" y="94595"/>
                  <a:pt x="333216" y="108189"/>
                  <a:pt x="316447" y="108189"/>
                </a:cubicBezTo>
                <a:cubicBezTo>
                  <a:pt x="299677" y="108189"/>
                  <a:pt x="286084" y="94595"/>
                  <a:pt x="286084" y="77826"/>
                </a:cubicBezTo>
                <a:cubicBezTo>
                  <a:pt x="286084" y="61056"/>
                  <a:pt x="299677" y="47462"/>
                  <a:pt x="316447" y="47462"/>
                </a:cubicBezTo>
                <a:close/>
                <a:moveTo>
                  <a:pt x="243892" y="47462"/>
                </a:moveTo>
                <a:cubicBezTo>
                  <a:pt x="260662" y="47462"/>
                  <a:pt x="274256" y="61056"/>
                  <a:pt x="274256" y="77826"/>
                </a:cubicBezTo>
                <a:cubicBezTo>
                  <a:pt x="274256" y="94595"/>
                  <a:pt x="260662" y="108189"/>
                  <a:pt x="243892" y="108189"/>
                </a:cubicBezTo>
                <a:cubicBezTo>
                  <a:pt x="227123" y="108189"/>
                  <a:pt x="213529" y="94595"/>
                  <a:pt x="213529" y="77826"/>
                </a:cubicBezTo>
                <a:cubicBezTo>
                  <a:pt x="213529" y="61056"/>
                  <a:pt x="227123" y="47462"/>
                  <a:pt x="243892" y="47462"/>
                </a:cubicBezTo>
                <a:close/>
                <a:moveTo>
                  <a:pt x="171339" y="47462"/>
                </a:moveTo>
                <a:cubicBezTo>
                  <a:pt x="188107" y="47462"/>
                  <a:pt x="201701" y="61056"/>
                  <a:pt x="201701" y="77826"/>
                </a:cubicBezTo>
                <a:cubicBezTo>
                  <a:pt x="201701" y="94595"/>
                  <a:pt x="188107" y="108189"/>
                  <a:pt x="171339" y="108189"/>
                </a:cubicBezTo>
                <a:cubicBezTo>
                  <a:pt x="154708" y="108189"/>
                  <a:pt x="141113" y="94595"/>
                  <a:pt x="141113" y="77826"/>
                </a:cubicBezTo>
                <a:cubicBezTo>
                  <a:pt x="141113" y="61056"/>
                  <a:pt x="154708" y="47462"/>
                  <a:pt x="171339" y="47462"/>
                </a:cubicBezTo>
                <a:close/>
                <a:moveTo>
                  <a:pt x="98942" y="47462"/>
                </a:moveTo>
                <a:cubicBezTo>
                  <a:pt x="115700" y="47462"/>
                  <a:pt x="129294" y="61056"/>
                  <a:pt x="129294" y="77826"/>
                </a:cubicBezTo>
                <a:cubicBezTo>
                  <a:pt x="129294" y="94595"/>
                  <a:pt x="115700" y="108189"/>
                  <a:pt x="98942" y="108189"/>
                </a:cubicBezTo>
                <a:cubicBezTo>
                  <a:pt x="82168" y="108189"/>
                  <a:pt x="68573" y="94595"/>
                  <a:pt x="68573" y="77826"/>
                </a:cubicBezTo>
                <a:cubicBezTo>
                  <a:pt x="68573" y="61056"/>
                  <a:pt x="82168" y="47462"/>
                  <a:pt x="98942" y="47462"/>
                </a:cubicBezTo>
                <a:close/>
                <a:moveTo>
                  <a:pt x="26388" y="47462"/>
                </a:moveTo>
                <a:cubicBezTo>
                  <a:pt x="43149" y="47462"/>
                  <a:pt x="56744" y="61056"/>
                  <a:pt x="56744" y="77826"/>
                </a:cubicBezTo>
                <a:cubicBezTo>
                  <a:pt x="56744" y="94595"/>
                  <a:pt x="43149" y="108189"/>
                  <a:pt x="26388" y="108189"/>
                </a:cubicBezTo>
                <a:cubicBezTo>
                  <a:pt x="18002" y="108189"/>
                  <a:pt x="10410" y="104791"/>
                  <a:pt x="4916" y="99296"/>
                </a:cubicBezTo>
                <a:lnTo>
                  <a:pt x="0" y="87429"/>
                </a:lnTo>
                <a:lnTo>
                  <a:pt x="0" y="68222"/>
                </a:lnTo>
                <a:lnTo>
                  <a:pt x="4916" y="56355"/>
                </a:lnTo>
                <a:cubicBezTo>
                  <a:pt x="10410" y="50861"/>
                  <a:pt x="18002" y="47462"/>
                  <a:pt x="26388" y="47462"/>
                </a:cubicBezTo>
                <a:close/>
                <a:moveTo>
                  <a:pt x="1592868" y="0"/>
                </a:moveTo>
                <a:lnTo>
                  <a:pt x="1613441" y="0"/>
                </a:lnTo>
                <a:lnTo>
                  <a:pt x="1620472" y="27343"/>
                </a:lnTo>
                <a:lnTo>
                  <a:pt x="1610610" y="25352"/>
                </a:lnTo>
                <a:cubicBezTo>
                  <a:pt x="1605161" y="23047"/>
                  <a:pt x="1600525" y="19197"/>
                  <a:pt x="1597251" y="14351"/>
                </a:cubicBezTo>
                <a:close/>
                <a:moveTo>
                  <a:pt x="1520598" y="0"/>
                </a:moveTo>
                <a:lnTo>
                  <a:pt x="1579150" y="0"/>
                </a:lnTo>
                <a:lnTo>
                  <a:pt x="1571345" y="18844"/>
                </a:lnTo>
                <a:cubicBezTo>
                  <a:pt x="1565850" y="24339"/>
                  <a:pt x="1558259" y="27738"/>
                  <a:pt x="1549874" y="27738"/>
                </a:cubicBezTo>
                <a:cubicBezTo>
                  <a:pt x="1541490" y="27738"/>
                  <a:pt x="1533899" y="24339"/>
                  <a:pt x="1528404" y="18844"/>
                </a:cubicBezTo>
                <a:close/>
                <a:moveTo>
                  <a:pt x="1448044" y="0"/>
                </a:moveTo>
                <a:lnTo>
                  <a:pt x="1506596" y="0"/>
                </a:lnTo>
                <a:lnTo>
                  <a:pt x="1498790" y="18844"/>
                </a:lnTo>
                <a:cubicBezTo>
                  <a:pt x="1493295" y="24339"/>
                  <a:pt x="1485705" y="27738"/>
                  <a:pt x="1477320" y="27738"/>
                </a:cubicBezTo>
                <a:cubicBezTo>
                  <a:pt x="1468935" y="27738"/>
                  <a:pt x="1461344" y="24339"/>
                  <a:pt x="1455850" y="18844"/>
                </a:cubicBezTo>
                <a:close/>
                <a:moveTo>
                  <a:pt x="1375489" y="0"/>
                </a:moveTo>
                <a:lnTo>
                  <a:pt x="1434041" y="0"/>
                </a:lnTo>
                <a:lnTo>
                  <a:pt x="1426236" y="18844"/>
                </a:lnTo>
                <a:cubicBezTo>
                  <a:pt x="1420741" y="24339"/>
                  <a:pt x="1413150" y="27738"/>
                  <a:pt x="1404765" y="27738"/>
                </a:cubicBezTo>
                <a:cubicBezTo>
                  <a:pt x="1396381" y="27738"/>
                  <a:pt x="1388790" y="24339"/>
                  <a:pt x="1383295" y="18844"/>
                </a:cubicBezTo>
                <a:close/>
                <a:moveTo>
                  <a:pt x="1302935" y="0"/>
                </a:moveTo>
                <a:lnTo>
                  <a:pt x="1361486" y="0"/>
                </a:lnTo>
                <a:lnTo>
                  <a:pt x="1353681" y="18844"/>
                </a:lnTo>
                <a:cubicBezTo>
                  <a:pt x="1348186" y="24339"/>
                  <a:pt x="1340596" y="27738"/>
                  <a:pt x="1332211" y="27738"/>
                </a:cubicBezTo>
                <a:cubicBezTo>
                  <a:pt x="1323826" y="27738"/>
                  <a:pt x="1316235" y="24339"/>
                  <a:pt x="1310740" y="18844"/>
                </a:cubicBezTo>
                <a:close/>
                <a:moveTo>
                  <a:pt x="1230380" y="0"/>
                </a:moveTo>
                <a:lnTo>
                  <a:pt x="1288932" y="0"/>
                </a:lnTo>
                <a:lnTo>
                  <a:pt x="1281126" y="18844"/>
                </a:lnTo>
                <a:cubicBezTo>
                  <a:pt x="1275632" y="24339"/>
                  <a:pt x="1268041" y="27738"/>
                  <a:pt x="1259656" y="27738"/>
                </a:cubicBezTo>
                <a:cubicBezTo>
                  <a:pt x="1251271" y="27738"/>
                  <a:pt x="1243680" y="24339"/>
                  <a:pt x="1238186" y="18844"/>
                </a:cubicBezTo>
                <a:close/>
                <a:moveTo>
                  <a:pt x="1157826" y="0"/>
                </a:moveTo>
                <a:lnTo>
                  <a:pt x="1216377" y="0"/>
                </a:lnTo>
                <a:lnTo>
                  <a:pt x="1208572" y="18844"/>
                </a:lnTo>
                <a:cubicBezTo>
                  <a:pt x="1203077" y="24339"/>
                  <a:pt x="1195486" y="27738"/>
                  <a:pt x="1187102" y="27738"/>
                </a:cubicBezTo>
                <a:cubicBezTo>
                  <a:pt x="1178717" y="27738"/>
                  <a:pt x="1171126" y="24339"/>
                  <a:pt x="1165631" y="18844"/>
                </a:cubicBezTo>
                <a:close/>
                <a:moveTo>
                  <a:pt x="1085271" y="0"/>
                </a:moveTo>
                <a:lnTo>
                  <a:pt x="1143823" y="0"/>
                </a:lnTo>
                <a:lnTo>
                  <a:pt x="1136017" y="18844"/>
                </a:lnTo>
                <a:cubicBezTo>
                  <a:pt x="1130523" y="24339"/>
                  <a:pt x="1122932" y="27738"/>
                  <a:pt x="1114547" y="27738"/>
                </a:cubicBezTo>
                <a:cubicBezTo>
                  <a:pt x="1106162" y="27738"/>
                  <a:pt x="1098571" y="24339"/>
                  <a:pt x="1093077" y="18844"/>
                </a:cubicBezTo>
                <a:close/>
                <a:moveTo>
                  <a:pt x="1012717" y="0"/>
                </a:moveTo>
                <a:lnTo>
                  <a:pt x="1071268" y="0"/>
                </a:lnTo>
                <a:lnTo>
                  <a:pt x="1063463" y="18844"/>
                </a:lnTo>
                <a:cubicBezTo>
                  <a:pt x="1057968" y="24339"/>
                  <a:pt x="1050377" y="27738"/>
                  <a:pt x="1041993" y="27738"/>
                </a:cubicBezTo>
                <a:cubicBezTo>
                  <a:pt x="1033608" y="27738"/>
                  <a:pt x="1026017" y="24339"/>
                  <a:pt x="1020522" y="18844"/>
                </a:cubicBezTo>
                <a:close/>
                <a:moveTo>
                  <a:pt x="940162" y="0"/>
                </a:moveTo>
                <a:lnTo>
                  <a:pt x="998714" y="0"/>
                </a:lnTo>
                <a:lnTo>
                  <a:pt x="990908" y="18844"/>
                </a:lnTo>
                <a:cubicBezTo>
                  <a:pt x="985414" y="24339"/>
                  <a:pt x="977823" y="27738"/>
                  <a:pt x="969438" y="27738"/>
                </a:cubicBezTo>
                <a:cubicBezTo>
                  <a:pt x="961053" y="27738"/>
                  <a:pt x="953462" y="24339"/>
                  <a:pt x="947968" y="18844"/>
                </a:cubicBezTo>
                <a:close/>
                <a:moveTo>
                  <a:pt x="867607" y="0"/>
                </a:moveTo>
                <a:lnTo>
                  <a:pt x="926159" y="0"/>
                </a:lnTo>
                <a:lnTo>
                  <a:pt x="918354" y="18844"/>
                </a:lnTo>
                <a:cubicBezTo>
                  <a:pt x="912859" y="24339"/>
                  <a:pt x="905268" y="27738"/>
                  <a:pt x="896883" y="27738"/>
                </a:cubicBezTo>
                <a:cubicBezTo>
                  <a:pt x="888499" y="27738"/>
                  <a:pt x="880908" y="24339"/>
                  <a:pt x="875413" y="18844"/>
                </a:cubicBezTo>
                <a:close/>
                <a:moveTo>
                  <a:pt x="795053" y="0"/>
                </a:moveTo>
                <a:lnTo>
                  <a:pt x="853605" y="0"/>
                </a:lnTo>
                <a:lnTo>
                  <a:pt x="845799" y="18844"/>
                </a:lnTo>
                <a:cubicBezTo>
                  <a:pt x="840304" y="24339"/>
                  <a:pt x="832714" y="27738"/>
                  <a:pt x="824329" y="27738"/>
                </a:cubicBezTo>
                <a:cubicBezTo>
                  <a:pt x="815944" y="27738"/>
                  <a:pt x="808353" y="24339"/>
                  <a:pt x="802858" y="18844"/>
                </a:cubicBezTo>
                <a:close/>
                <a:moveTo>
                  <a:pt x="722498" y="0"/>
                </a:moveTo>
                <a:lnTo>
                  <a:pt x="781050" y="0"/>
                </a:lnTo>
                <a:lnTo>
                  <a:pt x="773245" y="18844"/>
                </a:lnTo>
                <a:cubicBezTo>
                  <a:pt x="767750" y="24339"/>
                  <a:pt x="760159" y="27738"/>
                  <a:pt x="751774" y="27738"/>
                </a:cubicBezTo>
                <a:cubicBezTo>
                  <a:pt x="743390" y="27738"/>
                  <a:pt x="735799" y="24339"/>
                  <a:pt x="730304" y="18844"/>
                </a:cubicBezTo>
                <a:close/>
                <a:moveTo>
                  <a:pt x="649944" y="0"/>
                </a:moveTo>
                <a:lnTo>
                  <a:pt x="708496" y="0"/>
                </a:lnTo>
                <a:lnTo>
                  <a:pt x="700690" y="18844"/>
                </a:lnTo>
                <a:cubicBezTo>
                  <a:pt x="695195" y="24339"/>
                  <a:pt x="687604" y="27738"/>
                  <a:pt x="679220" y="27738"/>
                </a:cubicBezTo>
                <a:cubicBezTo>
                  <a:pt x="670835" y="27738"/>
                  <a:pt x="663244" y="24339"/>
                  <a:pt x="657749" y="18844"/>
                </a:cubicBezTo>
                <a:close/>
                <a:moveTo>
                  <a:pt x="577389" y="0"/>
                </a:moveTo>
                <a:lnTo>
                  <a:pt x="635941" y="0"/>
                </a:lnTo>
                <a:lnTo>
                  <a:pt x="628135" y="18844"/>
                </a:lnTo>
                <a:cubicBezTo>
                  <a:pt x="622641" y="24339"/>
                  <a:pt x="615050" y="27738"/>
                  <a:pt x="606665" y="27738"/>
                </a:cubicBezTo>
                <a:cubicBezTo>
                  <a:pt x="598280" y="27738"/>
                  <a:pt x="590690" y="24339"/>
                  <a:pt x="585195" y="18844"/>
                </a:cubicBezTo>
                <a:close/>
                <a:moveTo>
                  <a:pt x="504835" y="0"/>
                </a:moveTo>
                <a:lnTo>
                  <a:pt x="563386" y="0"/>
                </a:lnTo>
                <a:lnTo>
                  <a:pt x="555581" y="18844"/>
                </a:lnTo>
                <a:cubicBezTo>
                  <a:pt x="550086" y="24339"/>
                  <a:pt x="542495" y="27738"/>
                  <a:pt x="534111" y="27738"/>
                </a:cubicBezTo>
                <a:cubicBezTo>
                  <a:pt x="525726" y="27738"/>
                  <a:pt x="518135" y="24339"/>
                  <a:pt x="512640" y="18844"/>
                </a:cubicBezTo>
                <a:close/>
                <a:moveTo>
                  <a:pt x="432280" y="0"/>
                </a:moveTo>
                <a:lnTo>
                  <a:pt x="490832" y="0"/>
                </a:lnTo>
                <a:lnTo>
                  <a:pt x="483026" y="18844"/>
                </a:lnTo>
                <a:cubicBezTo>
                  <a:pt x="477532" y="24339"/>
                  <a:pt x="469941" y="27738"/>
                  <a:pt x="461556" y="27738"/>
                </a:cubicBezTo>
                <a:cubicBezTo>
                  <a:pt x="453171" y="27738"/>
                  <a:pt x="445580" y="24339"/>
                  <a:pt x="440086" y="18844"/>
                </a:cubicBezTo>
                <a:close/>
                <a:moveTo>
                  <a:pt x="359726" y="0"/>
                </a:moveTo>
                <a:lnTo>
                  <a:pt x="418277" y="0"/>
                </a:lnTo>
                <a:lnTo>
                  <a:pt x="410472" y="18844"/>
                </a:lnTo>
                <a:cubicBezTo>
                  <a:pt x="404977" y="24339"/>
                  <a:pt x="397386" y="27738"/>
                  <a:pt x="389002" y="27738"/>
                </a:cubicBezTo>
                <a:cubicBezTo>
                  <a:pt x="380617" y="27738"/>
                  <a:pt x="373026" y="24339"/>
                  <a:pt x="367531" y="18844"/>
                </a:cubicBezTo>
                <a:close/>
                <a:moveTo>
                  <a:pt x="287171" y="0"/>
                </a:moveTo>
                <a:lnTo>
                  <a:pt x="345723" y="0"/>
                </a:lnTo>
                <a:lnTo>
                  <a:pt x="337917" y="18844"/>
                </a:lnTo>
                <a:cubicBezTo>
                  <a:pt x="332423" y="24339"/>
                  <a:pt x="324832" y="27738"/>
                  <a:pt x="316447" y="27738"/>
                </a:cubicBezTo>
                <a:cubicBezTo>
                  <a:pt x="308062" y="27738"/>
                  <a:pt x="300471" y="24339"/>
                  <a:pt x="294977" y="18844"/>
                </a:cubicBezTo>
                <a:close/>
                <a:moveTo>
                  <a:pt x="214617" y="0"/>
                </a:moveTo>
                <a:lnTo>
                  <a:pt x="273168" y="0"/>
                </a:lnTo>
                <a:lnTo>
                  <a:pt x="265363" y="18844"/>
                </a:lnTo>
                <a:cubicBezTo>
                  <a:pt x="259868" y="24339"/>
                  <a:pt x="252277" y="27738"/>
                  <a:pt x="243892" y="27738"/>
                </a:cubicBezTo>
                <a:cubicBezTo>
                  <a:pt x="235508" y="27738"/>
                  <a:pt x="227917" y="24339"/>
                  <a:pt x="222422" y="18844"/>
                </a:cubicBezTo>
                <a:close/>
                <a:moveTo>
                  <a:pt x="142204" y="0"/>
                </a:moveTo>
                <a:lnTo>
                  <a:pt x="200614" y="0"/>
                </a:lnTo>
                <a:lnTo>
                  <a:pt x="192808" y="18844"/>
                </a:lnTo>
                <a:cubicBezTo>
                  <a:pt x="187314" y="24339"/>
                  <a:pt x="179723" y="27738"/>
                  <a:pt x="171339" y="27738"/>
                </a:cubicBezTo>
                <a:cubicBezTo>
                  <a:pt x="163026" y="27738"/>
                  <a:pt x="155471" y="24339"/>
                  <a:pt x="149994" y="18844"/>
                </a:cubicBezTo>
                <a:close/>
                <a:moveTo>
                  <a:pt x="69668" y="0"/>
                </a:moveTo>
                <a:lnTo>
                  <a:pt x="128212" y="0"/>
                </a:lnTo>
                <a:lnTo>
                  <a:pt x="120408" y="18844"/>
                </a:lnTo>
                <a:cubicBezTo>
                  <a:pt x="114915" y="24339"/>
                  <a:pt x="107328" y="27738"/>
                  <a:pt x="98949" y="27738"/>
                </a:cubicBezTo>
                <a:cubicBezTo>
                  <a:pt x="90562" y="27738"/>
                  <a:pt x="82969" y="24339"/>
                  <a:pt x="77474" y="18844"/>
                </a:cubicBezTo>
                <a:close/>
                <a:moveTo>
                  <a:pt x="0" y="0"/>
                </a:moveTo>
                <a:lnTo>
                  <a:pt x="55662" y="0"/>
                </a:lnTo>
                <a:lnTo>
                  <a:pt x="47858" y="18844"/>
                </a:lnTo>
                <a:cubicBezTo>
                  <a:pt x="42364" y="24339"/>
                  <a:pt x="34775" y="27738"/>
                  <a:pt x="26394" y="27738"/>
                </a:cubicBezTo>
                <a:cubicBezTo>
                  <a:pt x="18009" y="27738"/>
                  <a:pt x="10417" y="24339"/>
                  <a:pt x="4922" y="18844"/>
                </a:cubicBezTo>
                <a:lnTo>
                  <a:pt x="0" y="6962"/>
                </a:lnTo>
                <a:close/>
              </a:path>
            </a:pathLst>
          </a:custGeom>
          <a:solidFill>
            <a:schemeClr val="accent1">
              <a:alpha val="60000"/>
            </a:schemeClr>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90000"/>
              </a:lnSpc>
              <a:spcBef>
                <a:spcPts val="0"/>
              </a:spcBef>
              <a:spcAft>
                <a:spcPts val="0"/>
              </a:spcAft>
              <a:buClr>
                <a:srgbClr val="000000"/>
              </a:buClr>
              <a:buSzPts val="1867"/>
              <a:buFont typeface="Arial"/>
              <a:buNone/>
              <a:tabLst/>
              <a:defRPr/>
            </a:pPr>
            <a:endParaRPr kumimoji="0" sz="1867"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
        <p:nvSpPr>
          <p:cNvPr id="94" name="Google Shape;94;p51"/>
          <p:cNvSpPr/>
          <p:nvPr/>
        </p:nvSpPr>
        <p:spPr>
          <a:xfrm>
            <a:off x="2" y="2"/>
            <a:ext cx="403373" cy="496797"/>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90000"/>
              </a:lnSpc>
              <a:spcBef>
                <a:spcPts val="0"/>
              </a:spcBef>
              <a:spcAft>
                <a:spcPts val="0"/>
              </a:spcAft>
              <a:buClr>
                <a:srgbClr val="000000"/>
              </a:buClr>
              <a:buSzPts val="1867"/>
              <a:buFont typeface="Arial"/>
              <a:buNone/>
              <a:tabLst/>
              <a:defRPr/>
            </a:pPr>
            <a:endParaRPr kumimoji="0" sz="1867"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grpSp>
        <p:nvGrpSpPr>
          <p:cNvPr id="95" name="Google Shape;95;p51"/>
          <p:cNvGrpSpPr/>
          <p:nvPr/>
        </p:nvGrpSpPr>
        <p:grpSpPr>
          <a:xfrm>
            <a:off x="1" y="6814800"/>
            <a:ext cx="12179567" cy="43200"/>
            <a:chOff x="0" y="5111100"/>
            <a:chExt cx="9134675" cy="32400"/>
          </a:xfrm>
        </p:grpSpPr>
        <p:sp>
          <p:nvSpPr>
            <p:cNvPr id="96" name="Google Shape;96;p51"/>
            <p:cNvSpPr/>
            <p:nvPr/>
          </p:nvSpPr>
          <p:spPr>
            <a:xfrm>
              <a:off x="8939030"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defTabSz="914400" rtl="0" eaLnBrk="1" fontAlgn="auto" latinLnBrk="0" hangingPunct="1">
                <a:lnSpc>
                  <a:spcPct val="90000"/>
                </a:lnSpc>
                <a:spcBef>
                  <a:spcPts val="0"/>
                </a:spcBef>
                <a:spcAft>
                  <a:spcPts val="0"/>
                </a:spcAft>
                <a:buClr>
                  <a:srgbClr val="000000"/>
                </a:buClr>
                <a:buSzPts val="1867"/>
                <a:buFont typeface="Arial"/>
                <a:buNone/>
                <a:tabLst/>
                <a:defRPr/>
              </a:pPr>
              <a:endParaRPr kumimoji="0" sz="1867"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
          <p:nvSpPr>
            <p:cNvPr id="97" name="Google Shape;97;p51"/>
            <p:cNvSpPr/>
            <p:nvPr/>
          </p:nvSpPr>
          <p:spPr>
            <a:xfrm>
              <a:off x="899344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defTabSz="914400" rtl="0" eaLnBrk="1" fontAlgn="auto" latinLnBrk="0" hangingPunct="1">
                <a:lnSpc>
                  <a:spcPct val="90000"/>
                </a:lnSpc>
                <a:spcBef>
                  <a:spcPts val="0"/>
                </a:spcBef>
                <a:spcAft>
                  <a:spcPts val="0"/>
                </a:spcAft>
                <a:buClr>
                  <a:srgbClr val="000000"/>
                </a:buClr>
                <a:buSzPts val="1867"/>
                <a:buFont typeface="Arial"/>
                <a:buNone/>
                <a:tabLst/>
                <a:defRPr/>
              </a:pPr>
              <a:endParaRPr kumimoji="0" sz="1867"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
          <p:nvSpPr>
            <p:cNvPr id="98" name="Google Shape;98;p51"/>
            <p:cNvSpPr/>
            <p:nvPr/>
          </p:nvSpPr>
          <p:spPr>
            <a:xfrm>
              <a:off x="910227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defTabSz="914400" rtl="0" eaLnBrk="1" fontAlgn="auto" latinLnBrk="0" hangingPunct="1">
                <a:lnSpc>
                  <a:spcPct val="90000"/>
                </a:lnSpc>
                <a:spcBef>
                  <a:spcPts val="0"/>
                </a:spcBef>
                <a:spcAft>
                  <a:spcPts val="0"/>
                </a:spcAft>
                <a:buClr>
                  <a:srgbClr val="000000"/>
                </a:buClr>
                <a:buSzPts val="1867"/>
                <a:buFont typeface="Arial"/>
                <a:buNone/>
                <a:tabLst/>
                <a:defRPr/>
              </a:pPr>
              <a:endParaRPr kumimoji="0" sz="1867"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
          <p:nvSpPr>
            <p:cNvPr id="99" name="Google Shape;99;p51"/>
            <p:cNvSpPr/>
            <p:nvPr/>
          </p:nvSpPr>
          <p:spPr>
            <a:xfrm>
              <a:off x="888461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defTabSz="914400" rtl="0" eaLnBrk="1" fontAlgn="auto" latinLnBrk="0" hangingPunct="1">
                <a:lnSpc>
                  <a:spcPct val="90000"/>
                </a:lnSpc>
                <a:spcBef>
                  <a:spcPts val="0"/>
                </a:spcBef>
                <a:spcAft>
                  <a:spcPts val="0"/>
                </a:spcAft>
                <a:buClr>
                  <a:srgbClr val="000000"/>
                </a:buClr>
                <a:buSzPts val="1867"/>
                <a:buFont typeface="Arial"/>
                <a:buNone/>
                <a:tabLst/>
                <a:defRPr/>
              </a:pPr>
              <a:endParaRPr kumimoji="0" sz="1867"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
          <p:nvSpPr>
            <p:cNvPr id="100" name="Google Shape;100;p51"/>
            <p:cNvSpPr/>
            <p:nvPr/>
          </p:nvSpPr>
          <p:spPr>
            <a:xfrm>
              <a:off x="0" y="5112281"/>
              <a:ext cx="8862600" cy="31200"/>
            </a:xfrm>
            <a:prstGeom prst="roundRect">
              <a:avLst>
                <a:gd name="adj" fmla="val 16667"/>
              </a:avLst>
            </a:prstGeom>
            <a:solidFill>
              <a:schemeClr val="accent1"/>
            </a:solidFill>
            <a:ln>
              <a:noFill/>
            </a:ln>
          </p:spPr>
          <p:txBody>
            <a:bodyPr spcFirstLastPara="1" wrap="square" lIns="68575" tIns="34275" rIns="68575" bIns="34275" anchor="ctr" anchorCtr="0">
              <a:noAutofit/>
            </a:bodyPr>
            <a:lstStyle/>
            <a:p>
              <a:pPr marL="0" marR="0" lvl="0" indent="0" algn="ctr" defTabSz="914400" rtl="0" eaLnBrk="1" fontAlgn="auto" latinLnBrk="0" hangingPunct="1">
                <a:lnSpc>
                  <a:spcPct val="90000"/>
                </a:lnSpc>
                <a:spcBef>
                  <a:spcPts val="0"/>
                </a:spcBef>
                <a:spcAft>
                  <a:spcPts val="0"/>
                </a:spcAft>
                <a:buClr>
                  <a:srgbClr val="000000"/>
                </a:buClr>
                <a:buSzPts val="1867"/>
                <a:buFont typeface="Arial"/>
                <a:buNone/>
                <a:tabLst/>
                <a:defRPr/>
              </a:pPr>
              <a:endParaRPr kumimoji="0" sz="1867"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
          <p:nvSpPr>
            <p:cNvPr id="101" name="Google Shape;101;p51"/>
            <p:cNvSpPr/>
            <p:nvPr/>
          </p:nvSpPr>
          <p:spPr>
            <a:xfrm>
              <a:off x="9047860"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defTabSz="914400" rtl="0" eaLnBrk="1" fontAlgn="auto" latinLnBrk="0" hangingPunct="1">
                <a:lnSpc>
                  <a:spcPct val="90000"/>
                </a:lnSpc>
                <a:spcBef>
                  <a:spcPts val="0"/>
                </a:spcBef>
                <a:spcAft>
                  <a:spcPts val="0"/>
                </a:spcAft>
                <a:buClr>
                  <a:srgbClr val="000000"/>
                </a:buClr>
                <a:buSzPts val="1867"/>
                <a:buFont typeface="Arial"/>
                <a:buNone/>
                <a:tabLst/>
                <a:defRPr/>
              </a:pPr>
              <a:endParaRPr kumimoji="0" sz="1867"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grpSp>
      <p:sp>
        <p:nvSpPr>
          <p:cNvPr id="102" name="Google Shape;102;p51"/>
          <p:cNvSpPr txBox="1">
            <a:spLocks noGrp="1"/>
          </p:cNvSpPr>
          <p:nvPr>
            <p:ph type="body" idx="1"/>
          </p:nvPr>
        </p:nvSpPr>
        <p:spPr>
          <a:xfrm>
            <a:off x="527051" y="1346200"/>
            <a:ext cx="11137900" cy="48516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chemeClr val="dk1"/>
              </a:buClr>
              <a:buSzPts val="1000"/>
              <a:buFont typeface="Arial"/>
              <a:buNone/>
              <a:defRPr sz="1333" b="0" i="0" u="none" strike="noStrike" cap="none">
                <a:solidFill>
                  <a:schemeClr val="dk1"/>
                </a:solidFill>
                <a:latin typeface="Calibri"/>
                <a:ea typeface="Calibri"/>
                <a:cs typeface="Calibri"/>
                <a:sym typeface="Calibri"/>
              </a:defRPr>
            </a:lvl1pPr>
            <a:lvl2pPr marL="914400" marR="0" lvl="1" indent="-228600" algn="ctr" rtl="0">
              <a:lnSpc>
                <a:spcPct val="100000"/>
              </a:lnSpc>
              <a:spcBef>
                <a:spcPts val="0"/>
              </a:spcBef>
              <a:spcAft>
                <a:spcPts val="0"/>
              </a:spcAft>
              <a:buClr>
                <a:schemeClr val="dk1"/>
              </a:buClr>
              <a:buSzPts val="600"/>
              <a:buFont typeface="Arial"/>
              <a:buNone/>
              <a:defRPr sz="800" b="0" i="0" u="none" strike="noStrike" cap="none">
                <a:solidFill>
                  <a:schemeClr val="lt1"/>
                </a:solidFill>
                <a:latin typeface="Calibri"/>
                <a:ea typeface="Calibri"/>
                <a:cs typeface="Calibri"/>
                <a:sym typeface="Calibri"/>
              </a:defRPr>
            </a:lvl2pPr>
            <a:lvl3pPr marL="1371600" marR="0" lvl="2" indent="-228600" algn="ctr" rtl="0">
              <a:lnSpc>
                <a:spcPct val="100000"/>
              </a:lnSpc>
              <a:spcBef>
                <a:spcPts val="0"/>
              </a:spcBef>
              <a:spcAft>
                <a:spcPts val="0"/>
              </a:spcAft>
              <a:buClr>
                <a:schemeClr val="dk1"/>
              </a:buClr>
              <a:buSzPts val="600"/>
              <a:buFont typeface="Arial"/>
              <a:buNone/>
              <a:defRPr sz="800" b="0" i="0" u="none" strike="noStrike" cap="none">
                <a:solidFill>
                  <a:schemeClr val="lt1"/>
                </a:solidFill>
                <a:latin typeface="Calibri"/>
                <a:ea typeface="Calibri"/>
                <a:cs typeface="Calibri"/>
                <a:sym typeface="Calibri"/>
              </a:defRPr>
            </a:lvl3pPr>
            <a:lvl4pPr marL="1828800" marR="0" lvl="3" indent="-228600" algn="ctr" rtl="0">
              <a:lnSpc>
                <a:spcPct val="100000"/>
              </a:lnSpc>
              <a:spcBef>
                <a:spcPts val="0"/>
              </a:spcBef>
              <a:spcAft>
                <a:spcPts val="0"/>
              </a:spcAft>
              <a:buClr>
                <a:schemeClr val="dk1"/>
              </a:buClr>
              <a:buSzPts val="600"/>
              <a:buFont typeface="Arial"/>
              <a:buNone/>
              <a:defRPr sz="800" b="0" i="0" u="none" strike="noStrike" cap="none">
                <a:solidFill>
                  <a:schemeClr val="lt1"/>
                </a:solidFill>
                <a:latin typeface="Calibri"/>
                <a:ea typeface="Calibri"/>
                <a:cs typeface="Calibri"/>
                <a:sym typeface="Calibri"/>
              </a:defRPr>
            </a:lvl4pPr>
            <a:lvl5pPr marL="2286000" marR="0" lvl="4" indent="-228600" algn="ctr" rtl="0">
              <a:lnSpc>
                <a:spcPct val="100000"/>
              </a:lnSpc>
              <a:spcBef>
                <a:spcPts val="0"/>
              </a:spcBef>
              <a:spcAft>
                <a:spcPts val="0"/>
              </a:spcAft>
              <a:buClr>
                <a:schemeClr val="dk1"/>
              </a:buClr>
              <a:buSzPts val="600"/>
              <a:buFont typeface="Arial"/>
              <a:buNone/>
              <a:defRPr sz="800" b="0" i="0" u="none" strike="noStrike" cap="none">
                <a:solidFill>
                  <a:schemeClr val="lt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lt1"/>
              </a:buClr>
              <a:buSzPts val="2400"/>
              <a:buFont typeface="Arial"/>
              <a:buChar char="•"/>
              <a:defRPr sz="2400" b="0" i="0" u="none" strike="noStrike" cap="none">
                <a:solidFill>
                  <a:schemeClr val="lt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lt1"/>
              </a:buClr>
              <a:buSzPts val="2400"/>
              <a:buFont typeface="Arial"/>
              <a:buChar char="•"/>
              <a:defRPr sz="2400" b="0" i="0" u="none" strike="noStrike" cap="none">
                <a:solidFill>
                  <a:schemeClr val="lt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lt1"/>
              </a:buClr>
              <a:buSzPts val="2400"/>
              <a:buFont typeface="Arial"/>
              <a:buChar char="•"/>
              <a:defRPr sz="2400" b="0" i="0" u="none" strike="noStrike" cap="none">
                <a:solidFill>
                  <a:schemeClr val="lt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lt1"/>
              </a:buClr>
              <a:buSzPts val="2400"/>
              <a:buFont typeface="Arial"/>
              <a:buChar char="•"/>
              <a:defRPr sz="2400" b="0" i="0" u="none" strike="noStrike" cap="none">
                <a:solidFill>
                  <a:schemeClr val="lt1"/>
                </a:solidFill>
                <a:latin typeface="Calibri"/>
                <a:ea typeface="Calibri"/>
                <a:cs typeface="Calibri"/>
                <a:sym typeface="Calibri"/>
              </a:defRPr>
            </a:lvl9pPr>
          </a:lstStyle>
          <a:p>
            <a:endParaRPr/>
          </a:p>
        </p:txBody>
      </p:sp>
      <p:sp>
        <p:nvSpPr>
          <p:cNvPr id="103" name="Google Shape;103;p51"/>
          <p:cNvSpPr txBox="1">
            <a:spLocks noGrp="1"/>
          </p:cNvSpPr>
          <p:nvPr>
            <p:ph type="body" idx="2"/>
          </p:nvPr>
        </p:nvSpPr>
        <p:spPr>
          <a:xfrm>
            <a:off x="527051" y="496800"/>
            <a:ext cx="11137900" cy="611600"/>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0"/>
              </a:spcBef>
              <a:spcAft>
                <a:spcPts val="0"/>
              </a:spcAft>
              <a:buClr>
                <a:schemeClr val="dk1"/>
              </a:buClr>
              <a:buSzPts val="2000"/>
              <a:buFont typeface="Poppins Medium"/>
              <a:buNone/>
              <a:defRPr sz="2400" b="0" i="0" u="none" strike="noStrike" cap="none">
                <a:solidFill>
                  <a:schemeClr val="dk1"/>
                </a:solidFill>
                <a:latin typeface="Poppins Medium"/>
                <a:ea typeface="Poppins Medium"/>
                <a:cs typeface="Poppins Medium"/>
                <a:sym typeface="Poppins Medium"/>
              </a:defRPr>
            </a:lvl1pPr>
            <a:lvl2pPr marL="914400" marR="0" lvl="1" indent="-228600" algn="ctr" rtl="0">
              <a:lnSpc>
                <a:spcPct val="100000"/>
              </a:lnSpc>
              <a:spcBef>
                <a:spcPts val="0"/>
              </a:spcBef>
              <a:spcAft>
                <a:spcPts val="0"/>
              </a:spcAft>
              <a:buClr>
                <a:schemeClr val="dk1"/>
              </a:buClr>
              <a:buSzPts val="600"/>
              <a:buFont typeface="Arial"/>
              <a:buNone/>
              <a:defRPr sz="800" b="0" i="0" u="none" strike="noStrike" cap="none">
                <a:solidFill>
                  <a:schemeClr val="lt1"/>
                </a:solidFill>
                <a:latin typeface="Calibri"/>
                <a:ea typeface="Calibri"/>
                <a:cs typeface="Calibri"/>
                <a:sym typeface="Calibri"/>
              </a:defRPr>
            </a:lvl2pPr>
            <a:lvl3pPr marL="1371600" marR="0" lvl="2" indent="-228600" algn="ctr" rtl="0">
              <a:lnSpc>
                <a:spcPct val="100000"/>
              </a:lnSpc>
              <a:spcBef>
                <a:spcPts val="0"/>
              </a:spcBef>
              <a:spcAft>
                <a:spcPts val="0"/>
              </a:spcAft>
              <a:buClr>
                <a:schemeClr val="dk1"/>
              </a:buClr>
              <a:buSzPts val="600"/>
              <a:buFont typeface="Arial"/>
              <a:buNone/>
              <a:defRPr sz="800" b="0" i="0" u="none" strike="noStrike" cap="none">
                <a:solidFill>
                  <a:schemeClr val="lt1"/>
                </a:solidFill>
                <a:latin typeface="Calibri"/>
                <a:ea typeface="Calibri"/>
                <a:cs typeface="Calibri"/>
                <a:sym typeface="Calibri"/>
              </a:defRPr>
            </a:lvl3pPr>
            <a:lvl4pPr marL="1828800" marR="0" lvl="3" indent="-228600" algn="ctr" rtl="0">
              <a:lnSpc>
                <a:spcPct val="100000"/>
              </a:lnSpc>
              <a:spcBef>
                <a:spcPts val="0"/>
              </a:spcBef>
              <a:spcAft>
                <a:spcPts val="0"/>
              </a:spcAft>
              <a:buClr>
                <a:schemeClr val="dk1"/>
              </a:buClr>
              <a:buSzPts val="600"/>
              <a:buFont typeface="Arial"/>
              <a:buNone/>
              <a:defRPr sz="800" b="0" i="0" u="none" strike="noStrike" cap="none">
                <a:solidFill>
                  <a:schemeClr val="lt1"/>
                </a:solidFill>
                <a:latin typeface="Calibri"/>
                <a:ea typeface="Calibri"/>
                <a:cs typeface="Calibri"/>
                <a:sym typeface="Calibri"/>
              </a:defRPr>
            </a:lvl4pPr>
            <a:lvl5pPr marL="2286000" marR="0" lvl="4" indent="-228600" algn="ctr" rtl="0">
              <a:lnSpc>
                <a:spcPct val="100000"/>
              </a:lnSpc>
              <a:spcBef>
                <a:spcPts val="0"/>
              </a:spcBef>
              <a:spcAft>
                <a:spcPts val="0"/>
              </a:spcAft>
              <a:buClr>
                <a:schemeClr val="dk1"/>
              </a:buClr>
              <a:buSzPts val="600"/>
              <a:buFont typeface="Arial"/>
              <a:buNone/>
              <a:defRPr sz="800" b="0" i="0" u="none" strike="noStrike" cap="none">
                <a:solidFill>
                  <a:schemeClr val="lt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lt1"/>
              </a:buClr>
              <a:buSzPts val="2400"/>
              <a:buFont typeface="Arial"/>
              <a:buChar char="•"/>
              <a:defRPr sz="2400" b="0" i="0" u="none" strike="noStrike" cap="none">
                <a:solidFill>
                  <a:schemeClr val="lt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lt1"/>
              </a:buClr>
              <a:buSzPts val="2400"/>
              <a:buFont typeface="Arial"/>
              <a:buChar char="•"/>
              <a:defRPr sz="2400" b="0" i="0" u="none" strike="noStrike" cap="none">
                <a:solidFill>
                  <a:schemeClr val="lt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lt1"/>
              </a:buClr>
              <a:buSzPts val="2400"/>
              <a:buFont typeface="Arial"/>
              <a:buChar char="•"/>
              <a:defRPr sz="2400" b="0" i="0" u="none" strike="noStrike" cap="none">
                <a:solidFill>
                  <a:schemeClr val="lt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lt1"/>
              </a:buClr>
              <a:buSzPts val="2400"/>
              <a:buFont typeface="Arial"/>
              <a:buChar char="•"/>
              <a:defRPr sz="2400" b="0" i="0" u="none" strike="noStrike" cap="none">
                <a:solidFill>
                  <a:schemeClr val="lt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888464896"/>
      </p:ext>
    </p:extLst>
  </p:cSld>
  <p:clrMapOvr>
    <a:masterClrMapping/>
  </p:clrMapOvr>
  <p:extLst>
    <p:ext uri="{DCECCB84-F9BA-43D5-87BE-67443E8EF086}">
      <p15:sldGuideLst xmlns:p15="http://schemas.microsoft.com/office/powerpoint/2012/main">
        <p15:guide id="1" orient="horz" pos="531">
          <p15:clr>
            <a:srgbClr val="FBAE40"/>
          </p15:clr>
        </p15:guide>
        <p15:guide id="2" pos="249">
          <p15:clr>
            <a:srgbClr val="FBAE40"/>
          </p15:clr>
        </p15:guide>
        <p15:guide id="3" pos="5511">
          <p15:clr>
            <a:srgbClr val="FBAE40"/>
          </p15:clr>
        </p15:guide>
        <p15:guide id="4" orient="horz" pos="3072">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41.xml"/><Relationship Id="rId18" Type="http://schemas.openxmlformats.org/officeDocument/2006/relationships/slideLayout" Target="../slideLayouts/slideLayout46.xml"/><Relationship Id="rId26" Type="http://schemas.openxmlformats.org/officeDocument/2006/relationships/slideLayout" Target="../slideLayouts/slideLayout54.xml"/><Relationship Id="rId3" Type="http://schemas.openxmlformats.org/officeDocument/2006/relationships/slideLayout" Target="../slideLayouts/slideLayout31.xml"/><Relationship Id="rId21" Type="http://schemas.openxmlformats.org/officeDocument/2006/relationships/slideLayout" Target="../slideLayouts/slideLayout49.xml"/><Relationship Id="rId34" Type="http://schemas.openxmlformats.org/officeDocument/2006/relationships/theme" Target="../theme/theme2.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17" Type="http://schemas.openxmlformats.org/officeDocument/2006/relationships/slideLayout" Target="../slideLayouts/slideLayout45.xml"/><Relationship Id="rId25" Type="http://schemas.openxmlformats.org/officeDocument/2006/relationships/slideLayout" Target="../slideLayouts/slideLayout53.xml"/><Relationship Id="rId33" Type="http://schemas.openxmlformats.org/officeDocument/2006/relationships/slideLayout" Target="../slideLayouts/slideLayout61.xml"/><Relationship Id="rId2" Type="http://schemas.openxmlformats.org/officeDocument/2006/relationships/slideLayout" Target="../slideLayouts/slideLayout30.xml"/><Relationship Id="rId16" Type="http://schemas.openxmlformats.org/officeDocument/2006/relationships/slideLayout" Target="../slideLayouts/slideLayout44.xml"/><Relationship Id="rId20" Type="http://schemas.openxmlformats.org/officeDocument/2006/relationships/slideLayout" Target="../slideLayouts/slideLayout48.xml"/><Relationship Id="rId29" Type="http://schemas.openxmlformats.org/officeDocument/2006/relationships/slideLayout" Target="../slideLayouts/slideLayout57.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24" Type="http://schemas.openxmlformats.org/officeDocument/2006/relationships/slideLayout" Target="../slideLayouts/slideLayout52.xml"/><Relationship Id="rId32" Type="http://schemas.openxmlformats.org/officeDocument/2006/relationships/slideLayout" Target="../slideLayouts/slideLayout60.xml"/><Relationship Id="rId5" Type="http://schemas.openxmlformats.org/officeDocument/2006/relationships/slideLayout" Target="../slideLayouts/slideLayout33.xml"/><Relationship Id="rId15" Type="http://schemas.openxmlformats.org/officeDocument/2006/relationships/slideLayout" Target="../slideLayouts/slideLayout43.xml"/><Relationship Id="rId23" Type="http://schemas.openxmlformats.org/officeDocument/2006/relationships/slideLayout" Target="../slideLayouts/slideLayout51.xml"/><Relationship Id="rId28" Type="http://schemas.openxmlformats.org/officeDocument/2006/relationships/slideLayout" Target="../slideLayouts/slideLayout56.xml"/><Relationship Id="rId10" Type="http://schemas.openxmlformats.org/officeDocument/2006/relationships/slideLayout" Target="../slideLayouts/slideLayout38.xml"/><Relationship Id="rId19" Type="http://schemas.openxmlformats.org/officeDocument/2006/relationships/slideLayout" Target="../slideLayouts/slideLayout47.xml"/><Relationship Id="rId31" Type="http://schemas.openxmlformats.org/officeDocument/2006/relationships/slideLayout" Target="../slideLayouts/slideLayout59.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slideLayout" Target="../slideLayouts/slideLayout42.xml"/><Relationship Id="rId22" Type="http://schemas.openxmlformats.org/officeDocument/2006/relationships/slideLayout" Target="../slideLayouts/slideLayout50.xml"/><Relationship Id="rId27" Type="http://schemas.openxmlformats.org/officeDocument/2006/relationships/slideLayout" Target="../slideLayouts/slideLayout55.xml"/><Relationship Id="rId30" Type="http://schemas.openxmlformats.org/officeDocument/2006/relationships/slideLayout" Target="../slideLayouts/slideLayout58.xml"/><Relationship Id="rId8"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sp>
        <p:nvSpPr>
          <p:cNvPr id="6" name="Google Shape;6;p14"/>
          <p:cNvSpPr txBox="1">
            <a:spLocks noGrp="1"/>
          </p:cNvSpPr>
          <p:nvPr>
            <p:ph type="title"/>
          </p:nvPr>
        </p:nvSpPr>
        <p:spPr>
          <a:xfrm>
            <a:off x="554233" y="226733"/>
            <a:ext cx="11083600" cy="757600"/>
          </a:xfrm>
          <a:prstGeom prst="rect">
            <a:avLst/>
          </a:prstGeom>
          <a:noFill/>
          <a:ln>
            <a:noFill/>
          </a:ln>
        </p:spPr>
        <p:txBody>
          <a:bodyPr spcFirstLastPara="1" wrap="square" lIns="0" tIns="0" rIns="0" bIns="0" anchor="b" anchorCtr="0">
            <a:normAutofit/>
          </a:bodyPr>
          <a:lstStyle>
            <a:lvl1pPr marR="0" lvl="0" algn="l" rtl="0">
              <a:lnSpc>
                <a:spcPct val="90000"/>
              </a:lnSpc>
              <a:spcBef>
                <a:spcPts val="0"/>
              </a:spcBef>
              <a:spcAft>
                <a:spcPts val="0"/>
              </a:spcAft>
              <a:buClr>
                <a:schemeClr val="lt1"/>
              </a:buClr>
              <a:buSzPts val="2100"/>
              <a:buFont typeface="Poppins Medium"/>
              <a:buNone/>
              <a:defRPr sz="2100" b="0" i="0" u="none" strike="noStrike" cap="none">
                <a:solidFill>
                  <a:schemeClr val="lt1"/>
                </a:solidFill>
                <a:latin typeface="Poppins Medium"/>
                <a:ea typeface="Poppins Medium"/>
                <a:cs typeface="Poppins Medium"/>
                <a:sym typeface="Poppins Medium"/>
              </a:defRPr>
            </a:lvl1pPr>
            <a:lvl2pPr marR="0" lvl="1" algn="l" rtl="0">
              <a:lnSpc>
                <a:spcPct val="100000"/>
              </a:lnSpc>
              <a:spcBef>
                <a:spcPts val="0"/>
              </a:spcBef>
              <a:spcAft>
                <a:spcPts val="0"/>
              </a:spcAft>
              <a:buClr>
                <a:srgbClr val="000000"/>
              </a:buClr>
              <a:buSzPts val="1100"/>
              <a:buFont typeface="Poppins Medium"/>
              <a:buNone/>
              <a:defRPr sz="1400" b="0" i="0" u="none" strike="noStrike" cap="none">
                <a:solidFill>
                  <a:srgbClr val="000000"/>
                </a:solidFill>
                <a:latin typeface="Poppins Medium"/>
                <a:ea typeface="Poppins Medium"/>
                <a:cs typeface="Poppins Medium"/>
                <a:sym typeface="Poppins Medium"/>
              </a:defRPr>
            </a:lvl2pPr>
            <a:lvl3pPr marR="0" lvl="2" algn="l" rtl="0">
              <a:lnSpc>
                <a:spcPct val="100000"/>
              </a:lnSpc>
              <a:spcBef>
                <a:spcPts val="0"/>
              </a:spcBef>
              <a:spcAft>
                <a:spcPts val="0"/>
              </a:spcAft>
              <a:buClr>
                <a:srgbClr val="000000"/>
              </a:buClr>
              <a:buSzPts val="1100"/>
              <a:buFont typeface="Poppins Medium"/>
              <a:buNone/>
              <a:defRPr sz="1400" b="0" i="0" u="none" strike="noStrike" cap="none">
                <a:solidFill>
                  <a:srgbClr val="000000"/>
                </a:solidFill>
                <a:latin typeface="Poppins Medium"/>
                <a:ea typeface="Poppins Medium"/>
                <a:cs typeface="Poppins Medium"/>
                <a:sym typeface="Poppins Medium"/>
              </a:defRPr>
            </a:lvl3pPr>
            <a:lvl4pPr marR="0" lvl="3" algn="l" rtl="0">
              <a:lnSpc>
                <a:spcPct val="100000"/>
              </a:lnSpc>
              <a:spcBef>
                <a:spcPts val="0"/>
              </a:spcBef>
              <a:spcAft>
                <a:spcPts val="0"/>
              </a:spcAft>
              <a:buClr>
                <a:srgbClr val="000000"/>
              </a:buClr>
              <a:buSzPts val="1100"/>
              <a:buFont typeface="Poppins Medium"/>
              <a:buNone/>
              <a:defRPr sz="1400" b="0" i="0" u="none" strike="noStrike" cap="none">
                <a:solidFill>
                  <a:srgbClr val="000000"/>
                </a:solidFill>
                <a:latin typeface="Poppins Medium"/>
                <a:ea typeface="Poppins Medium"/>
                <a:cs typeface="Poppins Medium"/>
                <a:sym typeface="Poppins Medium"/>
              </a:defRPr>
            </a:lvl4pPr>
            <a:lvl5pPr marR="0" lvl="4" algn="l" rtl="0">
              <a:lnSpc>
                <a:spcPct val="100000"/>
              </a:lnSpc>
              <a:spcBef>
                <a:spcPts val="0"/>
              </a:spcBef>
              <a:spcAft>
                <a:spcPts val="0"/>
              </a:spcAft>
              <a:buClr>
                <a:srgbClr val="000000"/>
              </a:buClr>
              <a:buSzPts val="1100"/>
              <a:buFont typeface="Poppins Medium"/>
              <a:buNone/>
              <a:defRPr sz="1400" b="0" i="0" u="none" strike="noStrike" cap="none">
                <a:solidFill>
                  <a:srgbClr val="000000"/>
                </a:solidFill>
                <a:latin typeface="Poppins Medium"/>
                <a:ea typeface="Poppins Medium"/>
                <a:cs typeface="Poppins Medium"/>
                <a:sym typeface="Poppins Medium"/>
              </a:defRPr>
            </a:lvl5pPr>
            <a:lvl6pPr marR="0" lvl="5" algn="l" rtl="0">
              <a:lnSpc>
                <a:spcPct val="100000"/>
              </a:lnSpc>
              <a:spcBef>
                <a:spcPts val="0"/>
              </a:spcBef>
              <a:spcAft>
                <a:spcPts val="0"/>
              </a:spcAft>
              <a:buClr>
                <a:srgbClr val="000000"/>
              </a:buClr>
              <a:buSzPts val="1100"/>
              <a:buFont typeface="Poppins Medium"/>
              <a:buNone/>
              <a:defRPr sz="1400" b="0" i="0" u="none" strike="noStrike" cap="none">
                <a:solidFill>
                  <a:srgbClr val="000000"/>
                </a:solidFill>
                <a:latin typeface="Poppins Medium"/>
                <a:ea typeface="Poppins Medium"/>
                <a:cs typeface="Poppins Medium"/>
                <a:sym typeface="Poppins Medium"/>
              </a:defRPr>
            </a:lvl6pPr>
            <a:lvl7pPr marR="0" lvl="6" algn="l" rtl="0">
              <a:lnSpc>
                <a:spcPct val="100000"/>
              </a:lnSpc>
              <a:spcBef>
                <a:spcPts val="0"/>
              </a:spcBef>
              <a:spcAft>
                <a:spcPts val="0"/>
              </a:spcAft>
              <a:buClr>
                <a:srgbClr val="000000"/>
              </a:buClr>
              <a:buSzPts val="1100"/>
              <a:buFont typeface="Poppins Medium"/>
              <a:buNone/>
              <a:defRPr sz="1400" b="0" i="0" u="none" strike="noStrike" cap="none">
                <a:solidFill>
                  <a:srgbClr val="000000"/>
                </a:solidFill>
                <a:latin typeface="Poppins Medium"/>
                <a:ea typeface="Poppins Medium"/>
                <a:cs typeface="Poppins Medium"/>
                <a:sym typeface="Poppins Medium"/>
              </a:defRPr>
            </a:lvl7pPr>
            <a:lvl8pPr marR="0" lvl="7" algn="l" rtl="0">
              <a:lnSpc>
                <a:spcPct val="100000"/>
              </a:lnSpc>
              <a:spcBef>
                <a:spcPts val="0"/>
              </a:spcBef>
              <a:spcAft>
                <a:spcPts val="0"/>
              </a:spcAft>
              <a:buClr>
                <a:srgbClr val="000000"/>
              </a:buClr>
              <a:buSzPts val="1100"/>
              <a:buFont typeface="Poppins Medium"/>
              <a:buNone/>
              <a:defRPr sz="1400" b="0" i="0" u="none" strike="noStrike" cap="none">
                <a:solidFill>
                  <a:srgbClr val="000000"/>
                </a:solidFill>
                <a:latin typeface="Poppins Medium"/>
                <a:ea typeface="Poppins Medium"/>
                <a:cs typeface="Poppins Medium"/>
                <a:sym typeface="Poppins Medium"/>
              </a:defRPr>
            </a:lvl8pPr>
            <a:lvl9pPr marR="0" lvl="8" algn="l" rtl="0">
              <a:lnSpc>
                <a:spcPct val="100000"/>
              </a:lnSpc>
              <a:spcBef>
                <a:spcPts val="0"/>
              </a:spcBef>
              <a:spcAft>
                <a:spcPts val="0"/>
              </a:spcAft>
              <a:buClr>
                <a:srgbClr val="000000"/>
              </a:buClr>
              <a:buSzPts val="1100"/>
              <a:buFont typeface="Poppins Medium"/>
              <a:buNone/>
              <a:defRPr sz="1400" b="0" i="0" u="none" strike="noStrike" cap="none">
                <a:solidFill>
                  <a:srgbClr val="000000"/>
                </a:solidFill>
                <a:latin typeface="Poppins Medium"/>
                <a:ea typeface="Poppins Medium"/>
                <a:cs typeface="Poppins Medium"/>
                <a:sym typeface="Poppins Medium"/>
              </a:defRPr>
            </a:lvl9pPr>
          </a:lstStyle>
          <a:p>
            <a:endParaRPr/>
          </a:p>
        </p:txBody>
      </p:sp>
      <p:sp>
        <p:nvSpPr>
          <p:cNvPr id="7" name="Google Shape;7;p14"/>
          <p:cNvSpPr txBox="1">
            <a:spLocks noGrp="1"/>
          </p:cNvSpPr>
          <p:nvPr>
            <p:ph type="body" idx="1"/>
          </p:nvPr>
        </p:nvSpPr>
        <p:spPr>
          <a:xfrm>
            <a:off x="554200" y="1710567"/>
            <a:ext cx="11083600" cy="4239600"/>
          </a:xfrm>
          <a:prstGeom prst="rect">
            <a:avLst/>
          </a:prstGeom>
          <a:noFill/>
          <a:ln>
            <a:noFill/>
          </a:ln>
        </p:spPr>
        <p:txBody>
          <a:bodyPr spcFirstLastPara="1" wrap="square" lIns="0" tIns="0" rIns="0" bIns="0" anchor="t" anchorCtr="0">
            <a:noAutofit/>
          </a:bodyPr>
          <a:lstStyle>
            <a:lvl1pPr marL="457200" marR="0" lvl="0" indent="-317500" algn="l" rtl="0">
              <a:lnSpc>
                <a:spcPct val="100000"/>
              </a:lnSpc>
              <a:spcBef>
                <a:spcPts val="0"/>
              </a:spcBef>
              <a:spcAft>
                <a:spcPts val="0"/>
              </a:spcAft>
              <a:buClr>
                <a:schemeClr val="lt1"/>
              </a:buClr>
              <a:buSzPts val="1400"/>
              <a:buFont typeface="Calibri"/>
              <a:buChar char="●"/>
              <a:defRPr sz="1400" b="0" i="0" u="none" strike="noStrike" cap="none">
                <a:solidFill>
                  <a:schemeClr val="lt1"/>
                </a:solidFill>
                <a:latin typeface="Calibri"/>
                <a:ea typeface="Calibri"/>
                <a:cs typeface="Calibri"/>
                <a:sym typeface="Calibri"/>
              </a:defRPr>
            </a:lvl1pPr>
            <a:lvl2pPr marL="914400" marR="0" lvl="1" indent="-317500" algn="l" rtl="0">
              <a:lnSpc>
                <a:spcPct val="100000"/>
              </a:lnSpc>
              <a:spcBef>
                <a:spcPts val="200"/>
              </a:spcBef>
              <a:spcAft>
                <a:spcPts val="0"/>
              </a:spcAft>
              <a:buClr>
                <a:schemeClr val="lt1"/>
              </a:buClr>
              <a:buSzPts val="1400"/>
              <a:buFont typeface="Calibri"/>
              <a:buChar char="○"/>
              <a:defRPr sz="1400" b="0" i="0" u="none" strike="noStrike" cap="none">
                <a:solidFill>
                  <a:schemeClr val="lt1"/>
                </a:solidFill>
                <a:latin typeface="Calibri"/>
                <a:ea typeface="Calibri"/>
                <a:cs typeface="Calibri"/>
                <a:sym typeface="Calibri"/>
              </a:defRPr>
            </a:lvl2pPr>
            <a:lvl3pPr marL="1371600" marR="0" lvl="2" indent="-317500" algn="l" rtl="0">
              <a:lnSpc>
                <a:spcPct val="100000"/>
              </a:lnSpc>
              <a:spcBef>
                <a:spcPts val="200"/>
              </a:spcBef>
              <a:spcAft>
                <a:spcPts val="0"/>
              </a:spcAft>
              <a:buClr>
                <a:schemeClr val="lt1"/>
              </a:buClr>
              <a:buSzPts val="1400"/>
              <a:buFont typeface="Calibri"/>
              <a:buChar char="■"/>
              <a:defRPr sz="1400" b="0" i="0" u="none" strike="noStrike" cap="none">
                <a:solidFill>
                  <a:schemeClr val="lt1"/>
                </a:solidFill>
                <a:latin typeface="Calibri"/>
                <a:ea typeface="Calibri"/>
                <a:cs typeface="Calibri"/>
                <a:sym typeface="Calibri"/>
              </a:defRPr>
            </a:lvl3pPr>
            <a:lvl4pPr marL="1828800" marR="0" lvl="3" indent="-317500" algn="l" rtl="0">
              <a:lnSpc>
                <a:spcPct val="100000"/>
              </a:lnSpc>
              <a:spcBef>
                <a:spcPts val="200"/>
              </a:spcBef>
              <a:spcAft>
                <a:spcPts val="0"/>
              </a:spcAft>
              <a:buClr>
                <a:schemeClr val="lt1"/>
              </a:buClr>
              <a:buSzPts val="1400"/>
              <a:buFont typeface="Calibri"/>
              <a:buChar char="●"/>
              <a:defRPr sz="1400" b="0" i="0" u="none" strike="noStrike" cap="none">
                <a:solidFill>
                  <a:schemeClr val="lt1"/>
                </a:solidFill>
                <a:latin typeface="Calibri"/>
                <a:ea typeface="Calibri"/>
                <a:cs typeface="Calibri"/>
                <a:sym typeface="Calibri"/>
              </a:defRPr>
            </a:lvl4pPr>
            <a:lvl5pPr marL="2286000" marR="0" lvl="4" indent="-317500" algn="l" rtl="0">
              <a:lnSpc>
                <a:spcPct val="100000"/>
              </a:lnSpc>
              <a:spcBef>
                <a:spcPts val="200"/>
              </a:spcBef>
              <a:spcAft>
                <a:spcPts val="0"/>
              </a:spcAft>
              <a:buClr>
                <a:schemeClr val="lt1"/>
              </a:buClr>
              <a:buSzPts val="1400"/>
              <a:buFont typeface="Calibri"/>
              <a:buChar char="○"/>
              <a:defRPr sz="1400" b="0" i="0" u="none" strike="noStrike" cap="none">
                <a:solidFill>
                  <a:schemeClr val="lt1"/>
                </a:solidFill>
                <a:latin typeface="Calibri"/>
                <a:ea typeface="Calibri"/>
                <a:cs typeface="Calibri"/>
                <a:sym typeface="Calibri"/>
              </a:defRPr>
            </a:lvl5pPr>
            <a:lvl6pPr marL="2743200" marR="0" lvl="5" indent="-317500" algn="l" rtl="0">
              <a:lnSpc>
                <a:spcPct val="100000"/>
              </a:lnSpc>
              <a:spcBef>
                <a:spcPts val="200"/>
              </a:spcBef>
              <a:spcAft>
                <a:spcPts val="0"/>
              </a:spcAft>
              <a:buClr>
                <a:schemeClr val="lt1"/>
              </a:buClr>
              <a:buSzPts val="1400"/>
              <a:buFont typeface="Calibri"/>
              <a:buChar char="■"/>
              <a:defRPr sz="1400" b="0" i="0" u="none" strike="noStrike" cap="none">
                <a:solidFill>
                  <a:schemeClr val="lt1"/>
                </a:solidFill>
                <a:latin typeface="Calibri"/>
                <a:ea typeface="Calibri"/>
                <a:cs typeface="Calibri"/>
                <a:sym typeface="Calibri"/>
              </a:defRPr>
            </a:lvl6pPr>
            <a:lvl7pPr marL="3200400" marR="0" lvl="6" indent="-317500" algn="l" rtl="0">
              <a:lnSpc>
                <a:spcPct val="100000"/>
              </a:lnSpc>
              <a:spcBef>
                <a:spcPts val="200"/>
              </a:spcBef>
              <a:spcAft>
                <a:spcPts val="0"/>
              </a:spcAft>
              <a:buClr>
                <a:schemeClr val="lt1"/>
              </a:buClr>
              <a:buSzPts val="1400"/>
              <a:buFont typeface="Calibri"/>
              <a:buChar char="●"/>
              <a:defRPr sz="1400" b="0" i="0" u="none" strike="noStrike" cap="none">
                <a:solidFill>
                  <a:schemeClr val="lt1"/>
                </a:solidFill>
                <a:latin typeface="Calibri"/>
                <a:ea typeface="Calibri"/>
                <a:cs typeface="Calibri"/>
                <a:sym typeface="Calibri"/>
              </a:defRPr>
            </a:lvl7pPr>
            <a:lvl8pPr marL="3657600" marR="0" lvl="7" indent="-317500" algn="l" rtl="0">
              <a:lnSpc>
                <a:spcPct val="100000"/>
              </a:lnSpc>
              <a:spcBef>
                <a:spcPts val="200"/>
              </a:spcBef>
              <a:spcAft>
                <a:spcPts val="0"/>
              </a:spcAft>
              <a:buClr>
                <a:schemeClr val="lt1"/>
              </a:buClr>
              <a:buSzPts val="1400"/>
              <a:buFont typeface="Calibri"/>
              <a:buChar char="○"/>
              <a:defRPr sz="1400" b="0" i="0" u="none" strike="noStrike" cap="none">
                <a:solidFill>
                  <a:schemeClr val="lt1"/>
                </a:solidFill>
                <a:latin typeface="Calibri"/>
                <a:ea typeface="Calibri"/>
                <a:cs typeface="Calibri"/>
                <a:sym typeface="Calibri"/>
              </a:defRPr>
            </a:lvl8pPr>
            <a:lvl9pPr marL="4114800" marR="0" lvl="8" indent="-317500" algn="l" rtl="0">
              <a:lnSpc>
                <a:spcPct val="100000"/>
              </a:lnSpc>
              <a:spcBef>
                <a:spcPts val="200"/>
              </a:spcBef>
              <a:spcAft>
                <a:spcPts val="200"/>
              </a:spcAft>
              <a:buClr>
                <a:schemeClr val="lt1"/>
              </a:buClr>
              <a:buSzPts val="1400"/>
              <a:buFont typeface="Calibri"/>
              <a:buChar char="■"/>
              <a:defRPr sz="1400" b="0" i="0" u="none" strike="noStrike" cap="none">
                <a:solidFill>
                  <a:schemeClr val="lt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752322883"/>
      </p:ext>
    </p:extLst>
  </p:cSld>
  <p:clrMap bg1="lt1" tx1="dk1" bg2="dk2" tx2="lt2" accent1="accent1" accent2="accent2" accent3="accent3" accent4="accent4" accent5="accent5" accent6="accent6" hlink="hlink" folHlink="folHlink"/>
  <p:sldLayoutIdLst>
    <p:sldLayoutId id="2147483661"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 id="2147483679" r:id="rId17"/>
    <p:sldLayoutId id="2147483680" r:id="rId18"/>
    <p:sldLayoutId id="2147483681" r:id="rId19"/>
    <p:sldLayoutId id="2147483682" r:id="rId20"/>
    <p:sldLayoutId id="2147483683" r:id="rId21"/>
    <p:sldLayoutId id="2147483684" r:id="rId22"/>
    <p:sldLayoutId id="2147483685" r:id="rId23"/>
    <p:sldLayoutId id="2147483686" r:id="rId24"/>
    <p:sldLayoutId id="2147483687" r:id="rId25"/>
    <p:sldLayoutId id="2147483688" r:id="rId26"/>
    <p:sldLayoutId id="2147483689" r:id="rId27"/>
    <p:sldLayoutId id="2147483725" r:id="rId2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4150115"/>
      </p:ext>
    </p:extLst>
  </p:cSld>
  <p:clrMap bg1="dk1" tx1="lt1" bg2="dk2" tx2="lt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 id="2147483708" r:id="rId18"/>
    <p:sldLayoutId id="2147483709" r:id="rId19"/>
    <p:sldLayoutId id="2147483710" r:id="rId20"/>
    <p:sldLayoutId id="2147483711" r:id="rId21"/>
    <p:sldLayoutId id="2147483712" r:id="rId22"/>
    <p:sldLayoutId id="2147483713" r:id="rId23"/>
    <p:sldLayoutId id="2147483714" r:id="rId24"/>
    <p:sldLayoutId id="2147483715" r:id="rId25"/>
    <p:sldLayoutId id="2147483716" r:id="rId26"/>
    <p:sldLayoutId id="2147483717" r:id="rId27"/>
    <p:sldLayoutId id="2147483718" r:id="rId28"/>
    <p:sldLayoutId id="2147483719" r:id="rId29"/>
    <p:sldLayoutId id="2147483720" r:id="rId30"/>
    <p:sldLayoutId id="2147483721" r:id="rId31"/>
    <p:sldLayoutId id="2147483722" r:id="rId32"/>
    <p:sldLayoutId id="2147483723" r:id="rId33"/>
  </p:sldLayoutIdLst>
  <p:txStyles>
    <p:titleStyle>
      <a:lvl1pPr algn="l" defTabSz="1219170" rtl="0" eaLnBrk="1" latinLnBrk="0" hangingPunct="1">
        <a:lnSpc>
          <a:spcPct val="90000"/>
        </a:lnSpc>
        <a:spcBef>
          <a:spcPct val="0"/>
        </a:spcBef>
        <a:buNone/>
        <a:defRPr sz="5867" kern="1200">
          <a:solidFill>
            <a:schemeClr val="tx1"/>
          </a:solidFill>
          <a:latin typeface="+mj-lt"/>
          <a:ea typeface="+mj-ea"/>
          <a:cs typeface="+mj-cs"/>
        </a:defRPr>
      </a:lvl1pPr>
    </p:titleStyle>
    <p:bodyStyle>
      <a:lvl1pPr marL="304792" indent="-304792" algn="l" defTabSz="1219170" rtl="0" eaLnBrk="1" latinLnBrk="0" hangingPunct="1">
        <a:lnSpc>
          <a:spcPct val="90000"/>
        </a:lnSpc>
        <a:spcBef>
          <a:spcPts val="1333"/>
        </a:spcBef>
        <a:buFont typeface="Arial" panose="020B0604020202020204" pitchFamily="34" charset="0"/>
        <a:buChar char="•"/>
        <a:defRPr sz="3733" kern="1200">
          <a:solidFill>
            <a:schemeClr val="tx1"/>
          </a:solidFill>
          <a:latin typeface="+mn-lt"/>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53.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hyperlink" Target="https://github.com/databrickslabs/lakebridge/releases" TargetMode="External"/><Relationship Id="rId2" Type="http://schemas.openxmlformats.org/officeDocument/2006/relationships/notesSlide" Target="../notesSlides/notesSlide4.xml"/><Relationship Id="rId1" Type="http://schemas.openxmlformats.org/officeDocument/2006/relationships/slideLayout" Target="../slideLayouts/slideLayout53.xml"/><Relationship Id="rId6" Type="http://schemas.openxmlformats.org/officeDocument/2006/relationships/hyperlink" Target="https://databrickslabs.github.io/lakebridge/" TargetMode="External"/><Relationship Id="rId5" Type="http://schemas.openxmlformats.org/officeDocument/2006/relationships/image" Target="../media/image6.png"/><Relationship Id="rId4" Type="http://schemas.openxmlformats.org/officeDocument/2006/relationships/hyperlink" Target="https://github.com/databrickslabs/lakebridge/"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53.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3.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53.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hyperlink" Target="https://docs.databricks.com/aws/en/dev-tools/cli/install#install-or-update-the-databricks-cli" TargetMode="External"/><Relationship Id="rId2" Type="http://schemas.openxmlformats.org/officeDocument/2006/relationships/notesSlide" Target="../notesSlides/notesSlide8.xml"/><Relationship Id="rId1" Type="http://schemas.openxmlformats.org/officeDocument/2006/relationships/slideLayout" Target="../slideLayouts/slideLayout53.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8" Type="http://schemas.openxmlformats.org/officeDocument/2006/relationships/image" Target="../media/image15.emf"/><Relationship Id="rId3" Type="http://schemas.openxmlformats.org/officeDocument/2006/relationships/image" Target="../media/image12.png"/><Relationship Id="rId7" Type="http://schemas.openxmlformats.org/officeDocument/2006/relationships/oleObject" Target="file:///C:\Users\senthilkumarr.ma\Downloads\snowflake-inventory.xlsx" TargetMode="External"/><Relationship Id="rId2" Type="http://schemas.openxmlformats.org/officeDocument/2006/relationships/notesSlide" Target="../notesSlides/notesSlide9.xml"/><Relationship Id="rId1" Type="http://schemas.openxmlformats.org/officeDocument/2006/relationships/slideLayout" Target="../slideLayouts/slideLayout53.xml"/><Relationship Id="rId6" Type="http://schemas.openxmlformats.org/officeDocument/2006/relationships/image" Target="../media/image14.emf"/><Relationship Id="rId5" Type="http://schemas.openxmlformats.org/officeDocument/2006/relationships/oleObject" Target="../embeddings/oleObject1.bin"/><Relationship Id="rId4" Type="http://schemas.openxmlformats.org/officeDocument/2006/relationships/image" Target="../media/image13.png"/><Relationship Id="rId9" Type="http://schemas.openxmlformats.org/officeDocument/2006/relationships/image" Target="../media/image16.png"/></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2.bin"/><Relationship Id="rId3" Type="http://schemas.openxmlformats.org/officeDocument/2006/relationships/image" Target="../media/image12.png"/><Relationship Id="rId7"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53.xml"/><Relationship Id="rId6" Type="http://schemas.openxmlformats.org/officeDocument/2006/relationships/image" Target="../media/image17.png"/><Relationship Id="rId5" Type="http://schemas.openxmlformats.org/officeDocument/2006/relationships/image" Target="../media/image14.emf"/><Relationship Id="rId4" Type="http://schemas.openxmlformats.org/officeDocument/2006/relationships/oleObject" Target="../embeddings/oleObject1.bin"/><Relationship Id="rId9" Type="http://schemas.openxmlformats.org/officeDocument/2006/relationships/image" Target="../media/image19.emf"/></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image" Target="../media/image20.png"/><Relationship Id="rId7" Type="http://schemas.openxmlformats.org/officeDocument/2006/relationships/image" Target="../media/image23.emf"/><Relationship Id="rId2" Type="http://schemas.openxmlformats.org/officeDocument/2006/relationships/notesSlide" Target="../notesSlides/notesSlide11.xml"/><Relationship Id="rId1" Type="http://schemas.openxmlformats.org/officeDocument/2006/relationships/slideLayout" Target="../slideLayouts/slideLayout53.xml"/><Relationship Id="rId6" Type="http://schemas.openxmlformats.org/officeDocument/2006/relationships/oleObject" Target="../embeddings/oleObject3.bin"/><Relationship Id="rId11" Type="http://schemas.openxmlformats.org/officeDocument/2006/relationships/image" Target="../media/image25.png"/><Relationship Id="rId5" Type="http://schemas.openxmlformats.org/officeDocument/2006/relationships/image" Target="../media/image22.png"/><Relationship Id="rId10" Type="http://schemas.openxmlformats.org/officeDocument/2006/relationships/hyperlink" Target="https://databrickslabs.github.io/lakebridge/docs/reconcile/dataflow_example/" TargetMode="External"/><Relationship Id="rId4" Type="http://schemas.openxmlformats.org/officeDocument/2006/relationships/image" Target="../media/image21.png"/><Relationship Id="rId9" Type="http://schemas.openxmlformats.org/officeDocument/2006/relationships/image" Target="../media/image24.emf"/></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image" Target="../media/image26.png"/><Relationship Id="rId7"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53.xml"/><Relationship Id="rId6" Type="http://schemas.openxmlformats.org/officeDocument/2006/relationships/image" Target="../media/image28.emf"/><Relationship Id="rId5" Type="http://schemas.openxmlformats.org/officeDocument/2006/relationships/oleObject" Target="file:///C:\Users\senthilkumarr.ma\Downloads\datastage-inventory.xlsx" TargetMode="External"/><Relationship Id="rId4" Type="http://schemas.openxmlformats.org/officeDocument/2006/relationships/image" Target="../media/image27.png"/><Relationship Id="rId9" Type="http://schemas.openxmlformats.org/officeDocument/2006/relationships/image" Target="../media/image30.emf"/></Relationships>
</file>

<file path=ppt/slides/_rels/slide13.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oleObject" Target="../embeddings/oleObject5.bin"/><Relationship Id="rId7" Type="http://schemas.openxmlformats.org/officeDocument/2006/relationships/image" Target="../media/image33.png"/><Relationship Id="rId2" Type="http://schemas.openxmlformats.org/officeDocument/2006/relationships/notesSlide" Target="../notesSlides/notesSlide13.xml"/><Relationship Id="rId1" Type="http://schemas.openxmlformats.org/officeDocument/2006/relationships/slideLayout" Target="../slideLayouts/slideLayout53.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emf"/><Relationship Id="rId9" Type="http://schemas.openxmlformats.org/officeDocument/2006/relationships/image" Target="../media/image35.png"/></Relationships>
</file>

<file path=ppt/slides/_rels/slide14.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oleObject" Target="../embeddings/oleObject5.bin"/><Relationship Id="rId7" Type="http://schemas.openxmlformats.org/officeDocument/2006/relationships/image" Target="../media/image37.png"/><Relationship Id="rId2" Type="http://schemas.openxmlformats.org/officeDocument/2006/relationships/notesSlide" Target="../notesSlides/notesSlide14.xml"/><Relationship Id="rId1" Type="http://schemas.openxmlformats.org/officeDocument/2006/relationships/slideLayout" Target="../slideLayouts/slideLayout53.xml"/><Relationship Id="rId6" Type="http://schemas.openxmlformats.org/officeDocument/2006/relationships/image" Target="../media/image36.png"/><Relationship Id="rId5" Type="http://schemas.openxmlformats.org/officeDocument/2006/relationships/image" Target="../media/image31.png"/><Relationship Id="rId4" Type="http://schemas.openxmlformats.org/officeDocument/2006/relationships/image" Target="../media/image30.emf"/><Relationship Id="rId9" Type="http://schemas.openxmlformats.org/officeDocument/2006/relationships/image" Target="../media/image39.png"/></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databrickslabs/lakebridge" TargetMode="External"/><Relationship Id="rId2" Type="http://schemas.openxmlformats.org/officeDocument/2006/relationships/notesSlide" Target="../notesSlides/notesSlide15.xml"/><Relationship Id="rId1" Type="http://schemas.openxmlformats.org/officeDocument/2006/relationships/slideLayout" Target="../slideLayouts/slideLayout53.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1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6.xml"/><Relationship Id="rId1" Type="http://schemas.openxmlformats.org/officeDocument/2006/relationships/slideLayout" Target="../slideLayouts/slideLayout53.xml"/><Relationship Id="rId4" Type="http://schemas.openxmlformats.org/officeDocument/2006/relationships/image" Target="../media/image44.png"/></Relationships>
</file>

<file path=ppt/slides/_rels/slide1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7.xml"/><Relationship Id="rId1" Type="http://schemas.openxmlformats.org/officeDocument/2006/relationships/slideLayout" Target="../slideLayouts/slideLayout53.xml"/><Relationship Id="rId5" Type="http://schemas.openxmlformats.org/officeDocument/2006/relationships/image" Target="../media/image47.png"/><Relationship Id="rId4" Type="http://schemas.openxmlformats.org/officeDocument/2006/relationships/image" Target="../media/image46.png"/></Relationships>
</file>

<file path=ppt/slides/_rels/slide1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8.xml"/><Relationship Id="rId1" Type="http://schemas.openxmlformats.org/officeDocument/2006/relationships/slideLayout" Target="../slideLayouts/slideLayout53.xml"/><Relationship Id="rId5" Type="http://schemas.openxmlformats.org/officeDocument/2006/relationships/image" Target="../media/image50.png"/><Relationship Id="rId4" Type="http://schemas.openxmlformats.org/officeDocument/2006/relationships/image" Target="../media/image49.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3.xml"/></Relationships>
</file>

<file path=ppt/slides/_rels/slide2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0.xml"/><Relationship Id="rId1" Type="http://schemas.openxmlformats.org/officeDocument/2006/relationships/slideLayout" Target="../slideLayouts/slideLayout53.xml"/><Relationship Id="rId5" Type="http://schemas.openxmlformats.org/officeDocument/2006/relationships/image" Target="../media/image53.png"/><Relationship Id="rId4" Type="http://schemas.openxmlformats.org/officeDocument/2006/relationships/image" Target="../media/image52.png"/></Relationships>
</file>

<file path=ppt/slides/_rels/slide2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1.xml"/><Relationship Id="rId1" Type="http://schemas.openxmlformats.org/officeDocument/2006/relationships/slideLayout" Target="../slideLayouts/slideLayout53.xml"/><Relationship Id="rId4" Type="http://schemas.openxmlformats.org/officeDocument/2006/relationships/image" Target="../media/image54.png"/></Relationships>
</file>

<file path=ppt/slides/_rels/slide2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2.xml"/><Relationship Id="rId1" Type="http://schemas.openxmlformats.org/officeDocument/2006/relationships/slideLayout" Target="../slideLayouts/slideLayout53.xml"/><Relationship Id="rId5" Type="http://schemas.openxmlformats.org/officeDocument/2006/relationships/image" Target="../media/image57.png"/><Relationship Id="rId4" Type="http://schemas.openxmlformats.org/officeDocument/2006/relationships/image" Target="../media/image56.png"/></Relationships>
</file>

<file path=ppt/slides/_rels/slide2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3.xml"/><Relationship Id="rId1" Type="http://schemas.openxmlformats.org/officeDocument/2006/relationships/slideLayout" Target="../slideLayouts/slideLayout53.xml"/><Relationship Id="rId5" Type="http://schemas.openxmlformats.org/officeDocument/2006/relationships/image" Target="../media/image60.png"/><Relationship Id="rId4" Type="http://schemas.openxmlformats.org/officeDocument/2006/relationships/image" Target="../media/image59.png"/></Relationships>
</file>

<file path=ppt/slides/_rels/slide2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24.xml"/><Relationship Id="rId1" Type="http://schemas.openxmlformats.org/officeDocument/2006/relationships/slideLayout" Target="../slideLayouts/slideLayout53.xml"/><Relationship Id="rId5" Type="http://schemas.openxmlformats.org/officeDocument/2006/relationships/image" Target="../media/image63.png"/><Relationship Id="rId4" Type="http://schemas.openxmlformats.org/officeDocument/2006/relationships/image" Target="../media/image62.png"/></Relationships>
</file>

<file path=ppt/slides/_rels/slide2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5.xml"/><Relationship Id="rId1" Type="http://schemas.openxmlformats.org/officeDocument/2006/relationships/slideLayout" Target="../slideLayouts/slideLayout53.xml"/><Relationship Id="rId5" Type="http://schemas.openxmlformats.org/officeDocument/2006/relationships/image" Target="../media/image66.png"/><Relationship Id="rId4" Type="http://schemas.openxmlformats.org/officeDocument/2006/relationships/image" Target="../media/image65.png"/></Relationships>
</file>

<file path=ppt/slides/_rels/slide2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26.xml"/><Relationship Id="rId1" Type="http://schemas.openxmlformats.org/officeDocument/2006/relationships/slideLayout" Target="../slideLayouts/slideLayout53.xml"/><Relationship Id="rId5" Type="http://schemas.openxmlformats.org/officeDocument/2006/relationships/image" Target="../media/image69.png"/><Relationship Id="rId4" Type="http://schemas.openxmlformats.org/officeDocument/2006/relationships/image" Target="../media/image68.png"/></Relationships>
</file>

<file path=ppt/slides/_rels/slide27.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27.xml"/><Relationship Id="rId1" Type="http://schemas.openxmlformats.org/officeDocument/2006/relationships/slideLayout" Target="../slideLayouts/slideLayout53.xml"/><Relationship Id="rId5" Type="http://schemas.openxmlformats.org/officeDocument/2006/relationships/image" Target="../media/image72.png"/><Relationship Id="rId4" Type="http://schemas.openxmlformats.org/officeDocument/2006/relationships/image" Target="../media/image7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86"/>
        <p:cNvGrpSpPr/>
        <p:nvPr/>
      </p:nvGrpSpPr>
      <p:grpSpPr>
        <a:xfrm>
          <a:off x="0" y="0"/>
          <a:ext cx="0" cy="0"/>
          <a:chOff x="0" y="0"/>
          <a:chExt cx="0" cy="0"/>
        </a:xfrm>
      </p:grpSpPr>
      <p:sp>
        <p:nvSpPr>
          <p:cNvPr id="1587" name="Google Shape;1587;p1"/>
          <p:cNvSpPr txBox="1">
            <a:spLocks noGrp="1"/>
          </p:cNvSpPr>
          <p:nvPr>
            <p:ph type="title"/>
          </p:nvPr>
        </p:nvSpPr>
        <p:spPr>
          <a:xfrm>
            <a:off x="453615" y="3353994"/>
            <a:ext cx="9154244" cy="1187767"/>
          </a:xfrm>
          <a:prstGeom prst="rect">
            <a:avLst/>
          </a:prstGeom>
          <a:noFill/>
          <a:ln>
            <a:noFill/>
          </a:ln>
        </p:spPr>
        <p:txBody>
          <a:bodyPr spcFirstLastPara="1" wrap="square" lIns="0" tIns="0" rIns="0" bIns="0" anchor="b" anchorCtr="0">
            <a:noAutofit/>
          </a:bodyPr>
          <a:lstStyle/>
          <a:p>
            <a:br>
              <a:rPr lang="en-US" dirty="0"/>
            </a:br>
            <a:br>
              <a:rPr lang="en-US" dirty="0"/>
            </a:br>
            <a:br>
              <a:rPr lang="en-US" dirty="0"/>
            </a:br>
            <a:br>
              <a:rPr lang="en-US" dirty="0"/>
            </a:br>
            <a:r>
              <a:rPr lang="en-US" dirty="0"/>
              <a:t>Lakebridge</a:t>
            </a:r>
            <a:br>
              <a:rPr lang="en-US" dirty="0"/>
            </a:br>
            <a:br>
              <a:rPr lang="en-US" dirty="0"/>
            </a:br>
            <a:endParaRPr dirty="0"/>
          </a:p>
        </p:txBody>
      </p:sp>
      <p:sp>
        <p:nvSpPr>
          <p:cNvPr id="1588" name="Google Shape;1588;p1"/>
          <p:cNvSpPr txBox="1">
            <a:spLocks noGrp="1"/>
          </p:cNvSpPr>
          <p:nvPr>
            <p:ph type="subTitle" idx="4"/>
          </p:nvPr>
        </p:nvSpPr>
        <p:spPr>
          <a:xfrm>
            <a:off x="5236821" y="6499667"/>
            <a:ext cx="856000" cy="123200"/>
          </a:xfrm>
          <a:prstGeom prst="rect">
            <a:avLst/>
          </a:prstGeom>
          <a:noFill/>
          <a:ln>
            <a:noFill/>
          </a:ln>
        </p:spPr>
        <p:txBody>
          <a:bodyPr spcFirstLastPara="1" wrap="square" lIns="0" tIns="0" rIns="0" bIns="0" anchor="t" anchorCtr="0">
            <a:noAutofit/>
          </a:bodyPr>
          <a:lstStyle/>
          <a:p>
            <a:pPr marL="0" indent="0">
              <a:spcAft>
                <a:spcPts val="267"/>
              </a:spcAft>
            </a:pPr>
            <a:r>
              <a:rPr lang="en-US" dirty="0"/>
              <a:t>03-10-2024</a:t>
            </a:r>
            <a:endParaRPr dirty="0"/>
          </a:p>
        </p:txBody>
      </p:sp>
      <p:sp>
        <p:nvSpPr>
          <p:cNvPr id="1589" name="Google Shape;1589;p1"/>
          <p:cNvSpPr txBox="1">
            <a:spLocks noGrp="1"/>
          </p:cNvSpPr>
          <p:nvPr>
            <p:ph type="subTitle" idx="5"/>
          </p:nvPr>
        </p:nvSpPr>
        <p:spPr>
          <a:xfrm>
            <a:off x="6983589" y="6499667"/>
            <a:ext cx="1264825" cy="243563"/>
          </a:xfrm>
          <a:prstGeom prst="rect">
            <a:avLst/>
          </a:prstGeom>
          <a:noFill/>
          <a:ln>
            <a:noFill/>
          </a:ln>
        </p:spPr>
        <p:txBody>
          <a:bodyPr spcFirstLastPara="1" wrap="square" lIns="0" tIns="0" rIns="0" bIns="0" anchor="t" anchorCtr="0">
            <a:noAutofit/>
          </a:bodyPr>
          <a:lstStyle/>
          <a:p>
            <a:pPr marL="0" indent="0">
              <a:spcAft>
                <a:spcPts val="267"/>
              </a:spcAft>
            </a:pPr>
            <a:r>
              <a:rPr lang="en-US" dirty="0"/>
              <a:t>Somanath Sankaran</a:t>
            </a:r>
            <a:endParaRPr dirty="0"/>
          </a:p>
        </p:txBody>
      </p:sp>
      <p:sp>
        <p:nvSpPr>
          <p:cNvPr id="1590" name="Google Shape;1590;p1"/>
          <p:cNvSpPr txBox="1">
            <a:spLocks noGrp="1"/>
          </p:cNvSpPr>
          <p:nvPr>
            <p:ph type="subTitle" idx="3"/>
          </p:nvPr>
        </p:nvSpPr>
        <p:spPr>
          <a:xfrm>
            <a:off x="3078592" y="6499667"/>
            <a:ext cx="1376800" cy="123200"/>
          </a:xfrm>
          <a:prstGeom prst="rect">
            <a:avLst/>
          </a:prstGeom>
          <a:noFill/>
          <a:ln>
            <a:noFill/>
          </a:ln>
        </p:spPr>
        <p:txBody>
          <a:bodyPr spcFirstLastPara="1" wrap="square" lIns="0" tIns="0" rIns="0" bIns="0" anchor="t" anchorCtr="0">
            <a:noAutofit/>
          </a:bodyPr>
          <a:lstStyle/>
          <a:p>
            <a:pPr marL="0" indent="0">
              <a:spcAft>
                <a:spcPts val="267"/>
              </a:spcAft>
            </a:pPr>
            <a:r>
              <a:rPr lang="en-US" dirty="0"/>
              <a:t>Confidential</a:t>
            </a:r>
            <a:endParaRPr dirty="0"/>
          </a:p>
        </p:txBody>
      </p:sp>
      <p:sp>
        <p:nvSpPr>
          <p:cNvPr id="1592" name="Google Shape;1592;p1"/>
          <p:cNvSpPr txBox="1">
            <a:spLocks noGrp="1"/>
          </p:cNvSpPr>
          <p:nvPr>
            <p:ph type="subTitle" idx="1"/>
          </p:nvPr>
        </p:nvSpPr>
        <p:spPr>
          <a:xfrm>
            <a:off x="388488" y="3504006"/>
            <a:ext cx="8280024" cy="1187766"/>
          </a:xfrm>
          <a:prstGeom prst="rect">
            <a:avLst/>
          </a:prstGeom>
          <a:noFill/>
          <a:ln>
            <a:noFill/>
          </a:ln>
        </p:spPr>
        <p:txBody>
          <a:bodyPr spcFirstLastPara="1" wrap="square" lIns="0" tIns="0" rIns="0" bIns="0" anchor="t" anchorCtr="0">
            <a:noAutofit/>
          </a:bodyPr>
          <a:lstStyle/>
          <a:p>
            <a:r>
              <a:rPr lang="en-US" b="1" dirty="0"/>
              <a:t>Free, Open Data Migration to Databricks SQL</a:t>
            </a:r>
          </a:p>
          <a:p>
            <a:pPr marL="609585" indent="-423323"/>
            <a:endParaRPr lang="en-US" dirty="0"/>
          </a:p>
        </p:txBody>
      </p:sp>
      <p:sp>
        <p:nvSpPr>
          <p:cNvPr id="2" name="Google Shape;2513;p1">
            <a:extLst>
              <a:ext uri="{FF2B5EF4-FFF2-40B4-BE49-F238E27FC236}">
                <a16:creationId xmlns:a16="http://schemas.microsoft.com/office/drawing/2014/main" id="{0BF1FF29-1CBD-0EAE-C85D-A2B27A9D4178}"/>
              </a:ext>
            </a:extLst>
          </p:cNvPr>
          <p:cNvSpPr txBox="1"/>
          <p:nvPr/>
        </p:nvSpPr>
        <p:spPr>
          <a:xfrm>
            <a:off x="388488" y="5070809"/>
            <a:ext cx="1808075" cy="451287"/>
          </a:xfrm>
          <a:prstGeom prst="rect">
            <a:avLst/>
          </a:prstGeom>
          <a:noFill/>
          <a:ln>
            <a:noFill/>
          </a:ln>
        </p:spPr>
        <p:txBody>
          <a:bodyPr spcFirstLastPara="1" wrap="square" lIns="121900" tIns="60933" rIns="121900" bIns="60933" anchor="t" anchorCtr="0">
            <a:spAutoFit/>
          </a:bodyPr>
          <a:lstStyle/>
          <a:p>
            <a:pPr marL="11288" indent="-11288" defTabSz="1219170">
              <a:buClr>
                <a:srgbClr val="000000"/>
              </a:buClr>
            </a:pPr>
            <a:r>
              <a:rPr lang="en-US" sz="2133" b="1" kern="0" dirty="0">
                <a:solidFill>
                  <a:srgbClr val="002060"/>
                </a:solidFill>
                <a:latin typeface="Poppins"/>
                <a:ea typeface="Poppins"/>
                <a:cs typeface="Poppins"/>
                <a:sym typeface="Poppins"/>
              </a:rPr>
              <a:t>Jun 2025</a:t>
            </a:r>
            <a:endParaRPr sz="1867" kern="0" dirty="0">
              <a:solidFill>
                <a:srgbClr val="000000"/>
              </a:solidFill>
              <a:latin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0FDA0BB8-79BC-B336-D14A-55F3A447D6DC}"/>
              </a:ext>
            </a:extLst>
          </p:cNvPr>
          <p:cNvSpPr>
            <a:spLocks noGrp="1"/>
          </p:cNvSpPr>
          <p:nvPr>
            <p:ph type="body" sz="quarter" idx="11"/>
          </p:nvPr>
        </p:nvSpPr>
        <p:spPr/>
        <p:txBody>
          <a:bodyPr/>
          <a:lstStyle/>
          <a:p>
            <a:r>
              <a:rPr lang="en-IN" dirty="0"/>
              <a:t>AGENDA</a:t>
            </a:r>
          </a:p>
        </p:txBody>
      </p:sp>
      <p:sp>
        <p:nvSpPr>
          <p:cNvPr id="9" name="Text Placeholder 8">
            <a:extLst>
              <a:ext uri="{FF2B5EF4-FFF2-40B4-BE49-F238E27FC236}">
                <a16:creationId xmlns:a16="http://schemas.microsoft.com/office/drawing/2014/main" id="{0161079E-B90A-A4D6-DCA7-B0B72291F154}"/>
              </a:ext>
            </a:extLst>
          </p:cNvPr>
          <p:cNvSpPr>
            <a:spLocks noGrp="1"/>
          </p:cNvSpPr>
          <p:nvPr>
            <p:ph type="body" sz="quarter" idx="13"/>
          </p:nvPr>
        </p:nvSpPr>
        <p:spPr>
          <a:xfrm>
            <a:off x="6160380" y="2141035"/>
            <a:ext cx="5626236" cy="3336491"/>
          </a:xfrm>
        </p:spPr>
        <p:txBody>
          <a:bodyPr/>
          <a:lstStyle/>
          <a:p>
            <a:pPr marL="351366" indent="-342900">
              <a:lnSpc>
                <a:spcPct val="150000"/>
              </a:lnSpc>
              <a:buClr>
                <a:schemeClr val="accent1"/>
              </a:buClr>
              <a:buSzPct val="100000"/>
              <a:buFont typeface="Wingdings" panose="05000000000000000000" pitchFamily="2" charset="2"/>
              <a:buChar char="§"/>
            </a:pPr>
            <a:r>
              <a:rPr lang="en-IN" sz="1600" b="1" dirty="0">
                <a:solidFill>
                  <a:schemeClr val="bg1">
                    <a:lumMod val="65000"/>
                    <a:lumOff val="35000"/>
                  </a:schemeClr>
                </a:solidFill>
                <a:latin typeface="Calibri" panose="020F0502020204030204" pitchFamily="34" charset="0"/>
              </a:rPr>
              <a:t>Lakebridge Overview</a:t>
            </a:r>
          </a:p>
          <a:p>
            <a:pPr marL="351366" indent="-342900">
              <a:lnSpc>
                <a:spcPct val="150000"/>
              </a:lnSpc>
              <a:buClr>
                <a:schemeClr val="accent1"/>
              </a:buClr>
              <a:buSzPct val="100000"/>
              <a:buFont typeface="Wingdings" panose="05000000000000000000" pitchFamily="2" charset="2"/>
              <a:buChar char="§"/>
            </a:pPr>
            <a:r>
              <a:rPr lang="en-IN" sz="1600" b="1" dirty="0">
                <a:solidFill>
                  <a:schemeClr val="bg1">
                    <a:lumMod val="65000"/>
                    <a:lumOff val="35000"/>
                  </a:schemeClr>
                </a:solidFill>
                <a:latin typeface="Calibri" panose="020F0502020204030204" pitchFamily="34" charset="0"/>
              </a:rPr>
              <a:t>Evolution of Lakebridge</a:t>
            </a:r>
          </a:p>
          <a:p>
            <a:pPr marL="351366" indent="-342900">
              <a:lnSpc>
                <a:spcPct val="150000"/>
              </a:lnSpc>
              <a:buClr>
                <a:schemeClr val="accent1"/>
              </a:buClr>
              <a:buSzPct val="100000"/>
              <a:buFont typeface="Wingdings" panose="05000000000000000000" pitchFamily="2" charset="2"/>
              <a:buChar char="§"/>
            </a:pPr>
            <a:r>
              <a:rPr lang="en-IN" sz="1600" b="1" dirty="0">
                <a:solidFill>
                  <a:schemeClr val="bg1">
                    <a:lumMod val="65000"/>
                    <a:lumOff val="35000"/>
                  </a:schemeClr>
                </a:solidFill>
                <a:latin typeface="Calibri" panose="020F0502020204030204" pitchFamily="34" charset="0"/>
              </a:rPr>
              <a:t>Lakebridge Supported Source platform/ SQL dialects</a:t>
            </a:r>
          </a:p>
          <a:p>
            <a:pPr marL="351366" indent="-342900">
              <a:lnSpc>
                <a:spcPct val="150000"/>
              </a:lnSpc>
              <a:buClr>
                <a:schemeClr val="accent1"/>
              </a:buClr>
              <a:buSzPct val="100000"/>
              <a:buFont typeface="Wingdings" panose="05000000000000000000" pitchFamily="2" charset="2"/>
              <a:buChar char="§"/>
            </a:pPr>
            <a:r>
              <a:rPr lang="en-IN" sz="1600" b="1" dirty="0">
                <a:solidFill>
                  <a:schemeClr val="bg1">
                    <a:lumMod val="65000"/>
                    <a:lumOff val="35000"/>
                  </a:schemeClr>
                </a:solidFill>
                <a:latin typeface="Calibri" panose="020F0502020204030204" pitchFamily="34" charset="0"/>
              </a:rPr>
              <a:t>Lakebridge components/features</a:t>
            </a:r>
          </a:p>
          <a:p>
            <a:pPr marL="351366" indent="-342900">
              <a:lnSpc>
                <a:spcPct val="150000"/>
              </a:lnSpc>
              <a:buClr>
                <a:schemeClr val="accent1"/>
              </a:buClr>
              <a:buSzPct val="100000"/>
              <a:buFont typeface="Wingdings" panose="05000000000000000000" pitchFamily="2" charset="2"/>
              <a:buChar char="§"/>
            </a:pPr>
            <a:r>
              <a:rPr lang="en-IN" sz="1600" b="1" dirty="0">
                <a:solidFill>
                  <a:schemeClr val="bg1">
                    <a:lumMod val="65000"/>
                    <a:lumOff val="35000"/>
                  </a:schemeClr>
                </a:solidFill>
                <a:latin typeface="Calibri" panose="020F0502020204030204" pitchFamily="34" charset="0"/>
              </a:rPr>
              <a:t>Lakebridge Setup &amp; Installation</a:t>
            </a:r>
          </a:p>
          <a:p>
            <a:pPr marL="351366" indent="-342900">
              <a:lnSpc>
                <a:spcPct val="150000"/>
              </a:lnSpc>
              <a:buClr>
                <a:schemeClr val="accent1"/>
              </a:buClr>
              <a:buSzPct val="100000"/>
              <a:buFont typeface="Wingdings" panose="05000000000000000000" pitchFamily="2" charset="2"/>
              <a:buChar char="§"/>
            </a:pPr>
            <a:r>
              <a:rPr lang="en-IN" sz="1600" b="1" dirty="0">
                <a:solidFill>
                  <a:schemeClr val="bg1">
                    <a:lumMod val="65000"/>
                    <a:lumOff val="35000"/>
                  </a:schemeClr>
                </a:solidFill>
                <a:latin typeface="Calibri" panose="020F0502020204030204" pitchFamily="34" charset="0"/>
              </a:rPr>
              <a:t>Snowflake to Databricks</a:t>
            </a:r>
          </a:p>
          <a:p>
            <a:pPr marL="351366" indent="-342900">
              <a:lnSpc>
                <a:spcPct val="150000"/>
              </a:lnSpc>
              <a:buClr>
                <a:schemeClr val="accent1"/>
              </a:buClr>
              <a:buSzPct val="100000"/>
              <a:buFont typeface="Wingdings" panose="05000000000000000000" pitchFamily="2" charset="2"/>
              <a:buChar char="§"/>
            </a:pPr>
            <a:r>
              <a:rPr lang="en-IN" sz="1600" b="1" dirty="0">
                <a:solidFill>
                  <a:schemeClr val="bg1">
                    <a:lumMod val="65000"/>
                    <a:lumOff val="35000"/>
                  </a:schemeClr>
                </a:solidFill>
                <a:latin typeface="Calibri" panose="020F0502020204030204" pitchFamily="34" charset="0"/>
              </a:rPr>
              <a:t>Datastage to Databricks</a:t>
            </a:r>
          </a:p>
          <a:p>
            <a:pPr marL="351366" indent="-342900">
              <a:lnSpc>
                <a:spcPct val="150000"/>
              </a:lnSpc>
              <a:buClr>
                <a:schemeClr val="accent1"/>
              </a:buClr>
              <a:buSzPct val="100000"/>
              <a:buFont typeface="Wingdings" panose="05000000000000000000" pitchFamily="2" charset="2"/>
              <a:buChar char="§"/>
            </a:pPr>
            <a:endParaRPr lang="en-IN" sz="1600" b="1" dirty="0">
              <a:solidFill>
                <a:schemeClr val="bg1">
                  <a:lumMod val="65000"/>
                  <a:lumOff val="35000"/>
                </a:schemeClr>
              </a:solidFill>
              <a:latin typeface="Calibri" panose="020F0502020204030204" pitchFamily="34" charset="0"/>
            </a:endParaRPr>
          </a:p>
          <a:p>
            <a:pPr marL="351366" indent="-342900">
              <a:lnSpc>
                <a:spcPct val="150000"/>
              </a:lnSpc>
              <a:buClr>
                <a:schemeClr val="accent1"/>
              </a:buClr>
              <a:buSzPct val="100000"/>
              <a:buFont typeface="Wingdings" panose="05000000000000000000" pitchFamily="2" charset="2"/>
              <a:buChar char="§"/>
            </a:pPr>
            <a:endParaRPr lang="en-IN" sz="1600" b="1" dirty="0">
              <a:solidFill>
                <a:schemeClr val="bg1">
                  <a:lumMod val="65000"/>
                  <a:lumOff val="35000"/>
                </a:schemeClr>
              </a:solidFill>
              <a:latin typeface="Calibri" panose="020F0502020204030204" pitchFamily="34" charset="0"/>
            </a:endParaRPr>
          </a:p>
          <a:p>
            <a:pPr marL="351366" indent="-342900">
              <a:lnSpc>
                <a:spcPct val="150000"/>
              </a:lnSpc>
              <a:buClr>
                <a:schemeClr val="accent1"/>
              </a:buClr>
              <a:buSzPct val="100000"/>
              <a:buFont typeface="Wingdings" panose="05000000000000000000" pitchFamily="2" charset="2"/>
              <a:buChar char="§"/>
            </a:pPr>
            <a:endParaRPr lang="en-IN" sz="1800" b="1" dirty="0">
              <a:solidFill>
                <a:schemeClr val="bg1">
                  <a:lumMod val="65000"/>
                  <a:lumOff val="35000"/>
                </a:schemeClr>
              </a:solidFill>
              <a:latin typeface="Calibri" panose="020F0502020204030204" pitchFamily="34" charset="0"/>
            </a:endParaRPr>
          </a:p>
        </p:txBody>
      </p:sp>
    </p:spTree>
    <p:extLst>
      <p:ext uri="{BB962C8B-B14F-4D97-AF65-F5344CB8AC3E}">
        <p14:creationId xmlns:p14="http://schemas.microsoft.com/office/powerpoint/2010/main" val="32413045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09DABB9-2659-7A86-39C1-23DB0DDBB869}"/>
              </a:ext>
            </a:extLst>
          </p:cNvPr>
          <p:cNvSpPr>
            <a:spLocks noGrp="1"/>
          </p:cNvSpPr>
          <p:nvPr>
            <p:ph type="body" sz="quarter" idx="199"/>
          </p:nvPr>
        </p:nvSpPr>
        <p:spPr>
          <a:xfrm>
            <a:off x="599268" y="360478"/>
            <a:ext cx="11137900" cy="611600"/>
          </a:xfrm>
        </p:spPr>
        <p:txBody>
          <a:bodyPr/>
          <a:lstStyle/>
          <a:p>
            <a:r>
              <a:rPr lang="en-US" dirty="0">
                <a:solidFill>
                  <a:schemeClr val="bg1">
                    <a:lumMod val="65000"/>
                    <a:lumOff val="35000"/>
                  </a:schemeClr>
                </a:solidFill>
              </a:rPr>
              <a:t>Lakebridge Overview</a:t>
            </a:r>
            <a:endParaRPr lang="en-IN" dirty="0">
              <a:solidFill>
                <a:schemeClr val="bg1">
                  <a:lumMod val="65000"/>
                  <a:lumOff val="35000"/>
                </a:schemeClr>
              </a:solidFill>
            </a:endParaRPr>
          </a:p>
        </p:txBody>
      </p:sp>
      <p:sp>
        <p:nvSpPr>
          <p:cNvPr id="8" name="TextBox 7">
            <a:extLst>
              <a:ext uri="{FF2B5EF4-FFF2-40B4-BE49-F238E27FC236}">
                <a16:creationId xmlns:a16="http://schemas.microsoft.com/office/drawing/2014/main" id="{697CCD34-BAE3-39F3-2FC5-10360DD8F83E}"/>
              </a:ext>
            </a:extLst>
          </p:cNvPr>
          <p:cNvSpPr txBox="1"/>
          <p:nvPr/>
        </p:nvSpPr>
        <p:spPr>
          <a:xfrm>
            <a:off x="466345" y="1161288"/>
            <a:ext cx="6016752" cy="5078313"/>
          </a:xfrm>
          <a:prstGeom prst="rect">
            <a:avLst/>
          </a:prstGeom>
          <a:noFill/>
        </p:spPr>
        <p:txBody>
          <a:bodyPr wrap="square" rtlCol="0">
            <a:spAutoFit/>
          </a:bodyPr>
          <a:lstStyle/>
          <a:p>
            <a:pPr marL="285750" indent="-285750">
              <a:buFont typeface="Arial" panose="020B0604020202020204" pitchFamily="34" charset="0"/>
              <a:buChar char="•"/>
            </a:pPr>
            <a:r>
              <a:rPr lang="en-IN" sz="1200" dirty="0"/>
              <a:t>Accelerates EDW migrations to </a:t>
            </a:r>
            <a:r>
              <a:rPr lang="en-IN" sz="1200" b="1" dirty="0"/>
              <a:t>Databricks SQL </a:t>
            </a:r>
            <a:r>
              <a:rPr lang="en-IN" sz="1200" dirty="0"/>
              <a:t>– it’s </a:t>
            </a:r>
            <a:r>
              <a:rPr lang="en-IN" sz="1200" b="1" dirty="0"/>
              <a:t>free</a:t>
            </a:r>
            <a:r>
              <a:rPr lang="en-IN" sz="1200" dirty="0"/>
              <a:t> tool</a:t>
            </a:r>
          </a:p>
          <a:p>
            <a:pPr marL="285750" indent="-285750">
              <a:buFont typeface="Arial" panose="020B0604020202020204" pitchFamily="34" charset="0"/>
              <a:buChar char="•"/>
            </a:pPr>
            <a:endParaRPr lang="en-IN" sz="1200" dirty="0"/>
          </a:p>
          <a:p>
            <a:pPr marL="285750" indent="-285750">
              <a:buFont typeface="Arial" panose="020B0604020202020204" pitchFamily="34" charset="0"/>
              <a:buChar char="•"/>
            </a:pPr>
            <a:endParaRPr lang="en-IN" sz="1200" dirty="0"/>
          </a:p>
          <a:p>
            <a:pPr marL="285750" indent="-285750">
              <a:buFont typeface="Arial" panose="020B0604020202020204" pitchFamily="34" charset="0"/>
              <a:buChar char="•"/>
            </a:pPr>
            <a:r>
              <a:rPr lang="en-IN" sz="1200" dirty="0"/>
              <a:t>It provides end-end support for migration – </a:t>
            </a:r>
            <a:r>
              <a:rPr lang="en-IN" sz="1200" b="1" dirty="0"/>
              <a:t>profiling, assessment, conversion, validation and reconciliation.</a:t>
            </a:r>
          </a:p>
          <a:p>
            <a:pPr marL="285750" indent="-285750">
              <a:buFont typeface="Arial" panose="020B0604020202020204" pitchFamily="34" charset="0"/>
              <a:buChar char="•"/>
            </a:pPr>
            <a:endParaRPr lang="en-IN" sz="1200" b="1" dirty="0"/>
          </a:p>
          <a:p>
            <a:pPr marL="285750" indent="-285750">
              <a:buFont typeface="Arial" panose="020B0604020202020204" pitchFamily="34" charset="0"/>
              <a:buChar char="•"/>
            </a:pPr>
            <a:endParaRPr lang="en-IN" sz="1200" dirty="0"/>
          </a:p>
          <a:p>
            <a:pPr marL="285750" indent="-285750">
              <a:buFont typeface="Arial" panose="020B0604020202020204" pitchFamily="34" charset="0"/>
              <a:buChar char="•"/>
            </a:pPr>
            <a:r>
              <a:rPr lang="en-IN" sz="1200" b="1" dirty="0"/>
              <a:t>Automates up to 80% </a:t>
            </a:r>
            <a:r>
              <a:rPr lang="en-IN" sz="1200" dirty="0"/>
              <a:t>of migration tasks, expected to accelerate </a:t>
            </a:r>
            <a:r>
              <a:rPr lang="en-IN" sz="1200" b="1" dirty="0"/>
              <a:t>implementation speed by up to 2X</a:t>
            </a:r>
            <a:r>
              <a:rPr lang="en-IN" sz="1200" dirty="0"/>
              <a:t>.</a:t>
            </a:r>
          </a:p>
          <a:p>
            <a:pPr marL="285750" indent="-285750">
              <a:buFont typeface="Arial" panose="020B0604020202020204" pitchFamily="34" charset="0"/>
              <a:buChar char="•"/>
            </a:pPr>
            <a:endParaRPr lang="en-IN" sz="1200" dirty="0"/>
          </a:p>
          <a:p>
            <a:pPr marL="285750" indent="-285750">
              <a:buFont typeface="Arial" panose="020B0604020202020204" pitchFamily="34" charset="0"/>
              <a:buChar char="•"/>
            </a:pPr>
            <a:endParaRPr lang="en-IN" sz="1200" dirty="0"/>
          </a:p>
          <a:p>
            <a:pPr marL="285750" indent="-285750">
              <a:buFont typeface="Arial" panose="020B0604020202020204" pitchFamily="34" charset="0"/>
              <a:buChar char="•"/>
            </a:pPr>
            <a:r>
              <a:rPr lang="en-IN" sz="1200" dirty="0"/>
              <a:t>Converts multiple SQL dialects like </a:t>
            </a:r>
            <a:r>
              <a:rPr lang="en-IN" sz="1200" b="1" dirty="0"/>
              <a:t>BTEQ(Teradata), T-SQL(Microsoft), PL/SQL Oracle </a:t>
            </a:r>
            <a:r>
              <a:rPr lang="en-IN" sz="1200" dirty="0"/>
              <a:t>into </a:t>
            </a:r>
            <a:r>
              <a:rPr lang="en-IN" sz="1200" b="1" dirty="0"/>
              <a:t>ANSI compliant Databricks SQL</a:t>
            </a:r>
            <a:r>
              <a:rPr lang="en-IN" sz="1200" dirty="0"/>
              <a:t>. Supports </a:t>
            </a:r>
            <a:r>
              <a:rPr lang="en-IN" sz="1200" b="1" dirty="0"/>
              <a:t>Snowflake, Synapse Analytics </a:t>
            </a:r>
            <a:r>
              <a:rPr lang="en-IN" sz="1200" dirty="0"/>
              <a:t>as well to Databricks SQL</a:t>
            </a:r>
          </a:p>
          <a:p>
            <a:pPr marL="285750" indent="-285750">
              <a:buFont typeface="Arial" panose="020B0604020202020204" pitchFamily="34" charset="0"/>
              <a:buChar char="•"/>
            </a:pPr>
            <a:endParaRPr lang="en-IN" sz="1200" dirty="0"/>
          </a:p>
          <a:p>
            <a:pPr marL="285750" indent="-285750">
              <a:buFont typeface="Arial" panose="020B0604020202020204" pitchFamily="34" charset="0"/>
              <a:buChar char="•"/>
            </a:pPr>
            <a:endParaRPr lang="en-IN" sz="1200" dirty="0"/>
          </a:p>
          <a:p>
            <a:pPr marL="285750" indent="-285750">
              <a:buFont typeface="Arial" panose="020B0604020202020204" pitchFamily="34" charset="0"/>
              <a:buChar char="•"/>
            </a:pPr>
            <a:r>
              <a:rPr lang="en-IN" sz="1200" dirty="0"/>
              <a:t>Also supports ETL based tool conversions like </a:t>
            </a:r>
            <a:r>
              <a:rPr lang="en-IN" sz="1200" b="1" dirty="0"/>
              <a:t>Datastage, Informatica </a:t>
            </a:r>
            <a:r>
              <a:rPr lang="en-IN" sz="1200" dirty="0"/>
              <a:t>with help of </a:t>
            </a:r>
            <a:r>
              <a:rPr lang="en-IN" sz="1200" b="1" dirty="0"/>
              <a:t>bladebridge</a:t>
            </a:r>
            <a:r>
              <a:rPr lang="en-IN" sz="1200" dirty="0"/>
              <a:t> transpilers.</a:t>
            </a:r>
          </a:p>
          <a:p>
            <a:pPr marL="285750" indent="-285750">
              <a:buFont typeface="Arial" panose="020B0604020202020204" pitchFamily="34" charset="0"/>
              <a:buChar char="•"/>
            </a:pPr>
            <a:endParaRPr lang="en-IN" sz="1200" dirty="0"/>
          </a:p>
          <a:p>
            <a:pPr marL="285750" indent="-285750">
              <a:buFont typeface="Arial" panose="020B0604020202020204" pitchFamily="34" charset="0"/>
              <a:buChar char="•"/>
            </a:pPr>
            <a:endParaRPr lang="en-IN" sz="1200" dirty="0"/>
          </a:p>
          <a:p>
            <a:pPr marL="285750" indent="-285750">
              <a:buFont typeface="Arial" panose="020B0604020202020204" pitchFamily="34" charset="0"/>
              <a:buChar char="•"/>
            </a:pPr>
            <a:r>
              <a:rPr lang="en-IN" sz="1200" dirty="0"/>
              <a:t>Evolved &amp; enhanced from the Remorph / Bladebridge </a:t>
            </a:r>
            <a:r>
              <a:rPr lang="en-IN" sz="1200" dirty="0" err="1"/>
              <a:t>transpiler</a:t>
            </a:r>
            <a:r>
              <a:rPr lang="en-IN" sz="1200" dirty="0"/>
              <a:t>/analyzer with more Lakebridge built-in features. Fully </a:t>
            </a:r>
            <a:r>
              <a:rPr lang="en-IN" sz="1200" b="1" dirty="0"/>
              <a:t>extensible/customized </a:t>
            </a:r>
            <a:r>
              <a:rPr lang="en-IN" sz="1200" dirty="0"/>
              <a:t>as per project requirements.</a:t>
            </a:r>
          </a:p>
          <a:p>
            <a:pPr marL="285750" indent="-285750">
              <a:buFont typeface="Arial" panose="020B0604020202020204" pitchFamily="34" charset="0"/>
              <a:buChar char="•"/>
            </a:pPr>
            <a:endParaRPr lang="en-IN" sz="1200" dirty="0"/>
          </a:p>
          <a:p>
            <a:pPr marL="285750" indent="-285750">
              <a:buFont typeface="Arial" panose="020B0604020202020204" pitchFamily="34" charset="0"/>
              <a:buChar char="•"/>
            </a:pPr>
            <a:endParaRPr lang="en-IN" sz="1200" dirty="0"/>
          </a:p>
          <a:p>
            <a:pPr marL="285750" indent="-285750">
              <a:buFont typeface="Arial" panose="020B0604020202020204" pitchFamily="34" charset="0"/>
              <a:buChar char="•"/>
            </a:pPr>
            <a:r>
              <a:rPr lang="en-IN" sz="1200" dirty="0"/>
              <a:t>Currently </a:t>
            </a:r>
            <a:r>
              <a:rPr lang="en-IN" sz="1200" b="1" dirty="0"/>
              <a:t>Lakebridge foundation package </a:t>
            </a:r>
            <a:r>
              <a:rPr lang="en-IN" sz="1200" dirty="0"/>
              <a:t>available for use, soon in next phase it will incorporate GenAI - Mosaic AI powered  reinforcement learning to improve translation accuracy and GUI for intuitive navigation, tracking &amp; insights</a:t>
            </a:r>
          </a:p>
        </p:txBody>
      </p:sp>
      <p:pic>
        <p:nvPicPr>
          <p:cNvPr id="9" name="Picture 8">
            <a:extLst>
              <a:ext uri="{FF2B5EF4-FFF2-40B4-BE49-F238E27FC236}">
                <a16:creationId xmlns:a16="http://schemas.microsoft.com/office/drawing/2014/main" id="{0F426F40-F7F7-36FD-87EE-0607C99CC6FA}"/>
              </a:ext>
            </a:extLst>
          </p:cNvPr>
          <p:cNvPicPr>
            <a:picLocks noChangeAspect="1"/>
          </p:cNvPicPr>
          <p:nvPr/>
        </p:nvPicPr>
        <p:blipFill>
          <a:blip r:embed="rId3"/>
          <a:stretch>
            <a:fillRect/>
          </a:stretch>
        </p:blipFill>
        <p:spPr>
          <a:xfrm>
            <a:off x="6784238" y="812198"/>
            <a:ext cx="4713060" cy="2452210"/>
          </a:xfrm>
          <a:prstGeom prst="rect">
            <a:avLst/>
          </a:prstGeom>
        </p:spPr>
      </p:pic>
      <p:pic>
        <p:nvPicPr>
          <p:cNvPr id="11" name="Picture 10">
            <a:extLst>
              <a:ext uri="{FF2B5EF4-FFF2-40B4-BE49-F238E27FC236}">
                <a16:creationId xmlns:a16="http://schemas.microsoft.com/office/drawing/2014/main" id="{84A6C2EE-5EF1-967E-5CF0-10A069A24998}"/>
              </a:ext>
            </a:extLst>
          </p:cNvPr>
          <p:cNvPicPr>
            <a:picLocks noChangeAspect="1"/>
          </p:cNvPicPr>
          <p:nvPr/>
        </p:nvPicPr>
        <p:blipFill>
          <a:blip r:embed="rId4"/>
          <a:stretch>
            <a:fillRect/>
          </a:stretch>
        </p:blipFill>
        <p:spPr>
          <a:xfrm>
            <a:off x="6894576" y="3593593"/>
            <a:ext cx="4480560" cy="2744572"/>
          </a:xfrm>
          <a:prstGeom prst="rect">
            <a:avLst/>
          </a:prstGeom>
        </p:spPr>
      </p:pic>
      <p:sp>
        <p:nvSpPr>
          <p:cNvPr id="12" name="TextBox 11">
            <a:extLst>
              <a:ext uri="{FF2B5EF4-FFF2-40B4-BE49-F238E27FC236}">
                <a16:creationId xmlns:a16="http://schemas.microsoft.com/office/drawing/2014/main" id="{D26AB65B-B105-C9D0-C959-C41932518468}"/>
              </a:ext>
            </a:extLst>
          </p:cNvPr>
          <p:cNvSpPr txBox="1"/>
          <p:nvPr/>
        </p:nvSpPr>
        <p:spPr>
          <a:xfrm>
            <a:off x="6894576" y="6374411"/>
            <a:ext cx="1471878" cy="246221"/>
          </a:xfrm>
          <a:prstGeom prst="rect">
            <a:avLst/>
          </a:prstGeom>
          <a:noFill/>
        </p:spPr>
        <p:txBody>
          <a:bodyPr wrap="none" rtlCol="0">
            <a:spAutoFit/>
          </a:bodyPr>
          <a:lstStyle/>
          <a:p>
            <a:r>
              <a:rPr lang="en-IN" sz="1000" b="1" dirty="0"/>
              <a:t>*Source</a:t>
            </a:r>
            <a:r>
              <a:rPr lang="en-IN" sz="1000" dirty="0"/>
              <a:t>: Databricks blog</a:t>
            </a:r>
          </a:p>
        </p:txBody>
      </p:sp>
    </p:spTree>
    <p:extLst>
      <p:ext uri="{BB962C8B-B14F-4D97-AF65-F5344CB8AC3E}">
        <p14:creationId xmlns:p14="http://schemas.microsoft.com/office/powerpoint/2010/main" val="2533424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FE4CC9-FA26-21AE-4995-751B5912C0C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B4AB5E4-71D4-EA8C-9A9F-EE24B7D179F8}"/>
              </a:ext>
            </a:extLst>
          </p:cNvPr>
          <p:cNvSpPr>
            <a:spLocks noGrp="1"/>
          </p:cNvSpPr>
          <p:nvPr>
            <p:ph type="body" sz="quarter" idx="199"/>
          </p:nvPr>
        </p:nvSpPr>
        <p:spPr>
          <a:xfrm>
            <a:off x="599268" y="360478"/>
            <a:ext cx="11137900" cy="611600"/>
          </a:xfrm>
        </p:spPr>
        <p:txBody>
          <a:bodyPr/>
          <a:lstStyle/>
          <a:p>
            <a:r>
              <a:rPr lang="en-US">
                <a:solidFill>
                  <a:schemeClr val="bg1">
                    <a:lumMod val="65000"/>
                    <a:lumOff val="35000"/>
                  </a:schemeClr>
                </a:solidFill>
              </a:rPr>
              <a:t>Evolution of Lakebridge</a:t>
            </a:r>
            <a:endParaRPr lang="en-IN" dirty="0">
              <a:solidFill>
                <a:schemeClr val="bg1">
                  <a:lumMod val="65000"/>
                  <a:lumOff val="35000"/>
                </a:schemeClr>
              </a:solidFill>
            </a:endParaRPr>
          </a:p>
        </p:txBody>
      </p:sp>
      <p:sp>
        <p:nvSpPr>
          <p:cNvPr id="6" name="Rectangle: Rounded Corners 5">
            <a:extLst>
              <a:ext uri="{FF2B5EF4-FFF2-40B4-BE49-F238E27FC236}">
                <a16:creationId xmlns:a16="http://schemas.microsoft.com/office/drawing/2014/main" id="{F319C3A0-9F87-1902-CBF8-F80989684AD0}"/>
              </a:ext>
            </a:extLst>
          </p:cNvPr>
          <p:cNvSpPr/>
          <p:nvPr/>
        </p:nvSpPr>
        <p:spPr>
          <a:xfrm>
            <a:off x="3724596" y="1075989"/>
            <a:ext cx="1691640" cy="380355"/>
          </a:xfrm>
          <a:prstGeom prst="round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b="1" dirty="0"/>
              <a:t>Lakebridge Core</a:t>
            </a:r>
          </a:p>
        </p:txBody>
      </p:sp>
      <p:sp>
        <p:nvSpPr>
          <p:cNvPr id="13" name="Rectangle: Rounded Corners 12">
            <a:extLst>
              <a:ext uri="{FF2B5EF4-FFF2-40B4-BE49-F238E27FC236}">
                <a16:creationId xmlns:a16="http://schemas.microsoft.com/office/drawing/2014/main" id="{FB7A8D66-D277-25C5-7148-F76EF08F71DE}"/>
              </a:ext>
            </a:extLst>
          </p:cNvPr>
          <p:cNvSpPr/>
          <p:nvPr/>
        </p:nvSpPr>
        <p:spPr>
          <a:xfrm>
            <a:off x="1756265" y="3232116"/>
            <a:ext cx="1691640" cy="380355"/>
          </a:xfrm>
          <a:prstGeom prst="round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b="1" dirty="0"/>
              <a:t>Lakebridge-transpilers</a:t>
            </a:r>
          </a:p>
        </p:txBody>
      </p:sp>
      <p:sp>
        <p:nvSpPr>
          <p:cNvPr id="14" name="Rectangle: Rounded Corners 13">
            <a:extLst>
              <a:ext uri="{FF2B5EF4-FFF2-40B4-BE49-F238E27FC236}">
                <a16:creationId xmlns:a16="http://schemas.microsoft.com/office/drawing/2014/main" id="{B13A0271-9324-16FE-070D-6E76CF676FE3}"/>
              </a:ext>
            </a:extLst>
          </p:cNvPr>
          <p:cNvSpPr/>
          <p:nvPr/>
        </p:nvSpPr>
        <p:spPr>
          <a:xfrm>
            <a:off x="600311" y="4142386"/>
            <a:ext cx="1114896" cy="380355"/>
          </a:xfrm>
          <a:prstGeom prst="round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b="1" dirty="0"/>
              <a:t>Bladebridge</a:t>
            </a:r>
          </a:p>
          <a:p>
            <a:pPr algn="ctr"/>
            <a:r>
              <a:rPr lang="en-IN" sz="1000" b="1" dirty="0"/>
              <a:t>transpilers</a:t>
            </a:r>
          </a:p>
        </p:txBody>
      </p:sp>
      <p:sp>
        <p:nvSpPr>
          <p:cNvPr id="15" name="Rectangle: Rounded Corners 14">
            <a:extLst>
              <a:ext uri="{FF2B5EF4-FFF2-40B4-BE49-F238E27FC236}">
                <a16:creationId xmlns:a16="http://schemas.microsoft.com/office/drawing/2014/main" id="{8C8AF648-95AA-A285-914F-D98AD0C2BC05}"/>
              </a:ext>
            </a:extLst>
          </p:cNvPr>
          <p:cNvSpPr/>
          <p:nvPr/>
        </p:nvSpPr>
        <p:spPr>
          <a:xfrm>
            <a:off x="2029397" y="4142385"/>
            <a:ext cx="1145376" cy="380355"/>
          </a:xfrm>
          <a:prstGeom prst="round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b="1" dirty="0"/>
              <a:t>Morpheus</a:t>
            </a:r>
          </a:p>
          <a:p>
            <a:pPr algn="ctr"/>
            <a:r>
              <a:rPr lang="en-IN" sz="1000" b="1" dirty="0"/>
              <a:t>transpilers</a:t>
            </a:r>
          </a:p>
        </p:txBody>
      </p:sp>
      <p:sp>
        <p:nvSpPr>
          <p:cNvPr id="16" name="Rectangle: Rounded Corners 15">
            <a:extLst>
              <a:ext uri="{FF2B5EF4-FFF2-40B4-BE49-F238E27FC236}">
                <a16:creationId xmlns:a16="http://schemas.microsoft.com/office/drawing/2014/main" id="{34D09862-D126-5A95-5356-9265D06C418D}"/>
              </a:ext>
            </a:extLst>
          </p:cNvPr>
          <p:cNvSpPr/>
          <p:nvPr/>
        </p:nvSpPr>
        <p:spPr>
          <a:xfrm>
            <a:off x="5885543" y="3232115"/>
            <a:ext cx="1691640" cy="380355"/>
          </a:xfrm>
          <a:prstGeom prst="roundRect">
            <a:avLst/>
          </a:prstGeom>
          <a:solidFill>
            <a:schemeClr val="bg1">
              <a:lumMod val="50000"/>
              <a:lumOff val="5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b="1" dirty="0"/>
              <a:t>Remorph</a:t>
            </a:r>
          </a:p>
          <a:p>
            <a:pPr algn="ctr"/>
            <a:r>
              <a:rPr lang="en-IN" sz="1000" b="1" dirty="0"/>
              <a:t>Base framework</a:t>
            </a:r>
          </a:p>
        </p:txBody>
      </p:sp>
      <p:cxnSp>
        <p:nvCxnSpPr>
          <p:cNvPr id="18" name="Connector: Elbow 17">
            <a:extLst>
              <a:ext uri="{FF2B5EF4-FFF2-40B4-BE49-F238E27FC236}">
                <a16:creationId xmlns:a16="http://schemas.microsoft.com/office/drawing/2014/main" id="{118041B2-076C-62D6-C8B5-63D0331C0209}"/>
              </a:ext>
            </a:extLst>
          </p:cNvPr>
          <p:cNvCxnSpPr>
            <a:cxnSpLocks/>
            <a:stCxn id="6" idx="2"/>
            <a:endCxn id="13" idx="0"/>
          </p:cNvCxnSpPr>
          <p:nvPr/>
        </p:nvCxnSpPr>
        <p:spPr>
          <a:xfrm rot="5400000">
            <a:off x="2698365" y="1360065"/>
            <a:ext cx="1775772" cy="1968331"/>
          </a:xfrm>
          <a:prstGeom prst="bentConnector3">
            <a:avLst>
              <a:gd name="adj1" fmla="val 35067"/>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Connector: Elbow 18">
            <a:extLst>
              <a:ext uri="{FF2B5EF4-FFF2-40B4-BE49-F238E27FC236}">
                <a16:creationId xmlns:a16="http://schemas.microsoft.com/office/drawing/2014/main" id="{9F4FC8BD-A43E-F2ED-D333-E03AEF66FB5F}"/>
              </a:ext>
            </a:extLst>
          </p:cNvPr>
          <p:cNvCxnSpPr>
            <a:cxnSpLocks/>
            <a:stCxn id="6" idx="2"/>
            <a:endCxn id="16" idx="0"/>
          </p:cNvCxnSpPr>
          <p:nvPr/>
        </p:nvCxnSpPr>
        <p:spPr>
          <a:xfrm rot="16200000" flipH="1">
            <a:off x="4763004" y="1263755"/>
            <a:ext cx="1775771" cy="2160947"/>
          </a:xfrm>
          <a:prstGeom prst="bentConnector3">
            <a:avLst>
              <a:gd name="adj1" fmla="val 35067"/>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Rectangle: Rounded Corners 26">
            <a:extLst>
              <a:ext uri="{FF2B5EF4-FFF2-40B4-BE49-F238E27FC236}">
                <a16:creationId xmlns:a16="http://schemas.microsoft.com/office/drawing/2014/main" id="{B597F9CB-4B77-9462-12E2-BAC8A4AD053D}"/>
              </a:ext>
            </a:extLst>
          </p:cNvPr>
          <p:cNvSpPr/>
          <p:nvPr/>
        </p:nvSpPr>
        <p:spPr>
          <a:xfrm>
            <a:off x="3447904" y="4142385"/>
            <a:ext cx="1270725" cy="380355"/>
          </a:xfrm>
          <a:prstGeom prst="round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b="1" dirty="0"/>
              <a:t>3</a:t>
            </a:r>
            <a:r>
              <a:rPr lang="en-IN" sz="1000" b="1" baseline="30000" dirty="0"/>
              <a:t>rd</a:t>
            </a:r>
            <a:r>
              <a:rPr lang="en-IN" sz="1000" b="1" dirty="0"/>
              <a:t> Party Pluggable transpilers</a:t>
            </a:r>
          </a:p>
        </p:txBody>
      </p:sp>
      <p:cxnSp>
        <p:nvCxnSpPr>
          <p:cNvPr id="36" name="Connector: Elbow 35">
            <a:extLst>
              <a:ext uri="{FF2B5EF4-FFF2-40B4-BE49-F238E27FC236}">
                <a16:creationId xmlns:a16="http://schemas.microsoft.com/office/drawing/2014/main" id="{26EF1B54-AB93-473A-2886-3090FF194746}"/>
              </a:ext>
            </a:extLst>
          </p:cNvPr>
          <p:cNvCxnSpPr>
            <a:cxnSpLocks/>
            <a:stCxn id="13" idx="2"/>
            <a:endCxn id="14" idx="0"/>
          </p:cNvCxnSpPr>
          <p:nvPr/>
        </p:nvCxnSpPr>
        <p:spPr>
          <a:xfrm rot="5400000">
            <a:off x="1614965" y="3155265"/>
            <a:ext cx="529915" cy="1444326"/>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Connector: Elbow 38">
            <a:extLst>
              <a:ext uri="{FF2B5EF4-FFF2-40B4-BE49-F238E27FC236}">
                <a16:creationId xmlns:a16="http://schemas.microsoft.com/office/drawing/2014/main" id="{D7063860-E3A1-BAC9-79B0-6EA18D8466B9}"/>
              </a:ext>
            </a:extLst>
          </p:cNvPr>
          <p:cNvCxnSpPr>
            <a:cxnSpLocks/>
            <a:stCxn id="13" idx="2"/>
            <a:endCxn id="27" idx="0"/>
          </p:cNvCxnSpPr>
          <p:nvPr/>
        </p:nvCxnSpPr>
        <p:spPr>
          <a:xfrm rot="16200000" flipH="1">
            <a:off x="3077719" y="3136837"/>
            <a:ext cx="529914" cy="1481182"/>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B2D9B99A-A75B-F2A0-A8B1-88618F52D090}"/>
              </a:ext>
            </a:extLst>
          </p:cNvPr>
          <p:cNvCxnSpPr>
            <a:stCxn id="13" idx="2"/>
            <a:endCxn id="15" idx="0"/>
          </p:cNvCxnSpPr>
          <p:nvPr/>
        </p:nvCxnSpPr>
        <p:spPr>
          <a:xfrm>
            <a:off x="2602085" y="3612471"/>
            <a:ext cx="0" cy="5299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42A13850-5A2C-8A71-559F-188EF41839B8}"/>
              </a:ext>
            </a:extLst>
          </p:cNvPr>
          <p:cNvSpPr txBox="1"/>
          <p:nvPr/>
        </p:nvSpPr>
        <p:spPr>
          <a:xfrm>
            <a:off x="8303023" y="772878"/>
            <a:ext cx="3604203" cy="5632311"/>
          </a:xfrm>
          <a:prstGeom prst="rect">
            <a:avLst/>
          </a:prstGeom>
          <a:noFill/>
        </p:spPr>
        <p:txBody>
          <a:bodyPr wrap="square">
            <a:spAutoFit/>
          </a:bodyPr>
          <a:lstStyle/>
          <a:p>
            <a:r>
              <a:rPr lang="en-IN" sz="1200" b="1" dirty="0"/>
              <a:t>Analyzer</a:t>
            </a:r>
          </a:p>
          <a:p>
            <a:r>
              <a:rPr lang="en-IN" sz="1200" dirty="0"/>
              <a:t>Scans and interprets metadata from SQL and ETL assets.</a:t>
            </a:r>
            <a:br>
              <a:rPr lang="en-IN" sz="1200" dirty="0"/>
            </a:br>
            <a:r>
              <a:rPr lang="en-IN" sz="1200" dirty="0"/>
              <a:t>Evolved from Remorph with influence from Bladebridge insights.</a:t>
            </a:r>
          </a:p>
          <a:p>
            <a:endParaRPr lang="en-IN" sz="1200" dirty="0"/>
          </a:p>
          <a:p>
            <a:r>
              <a:rPr lang="en-IN" sz="1200" b="1" dirty="0"/>
              <a:t>Profiler</a:t>
            </a:r>
          </a:p>
          <a:p>
            <a:r>
              <a:rPr lang="en-IN" sz="1200" dirty="0"/>
              <a:t>Estimates migration complexity and effort across assets.</a:t>
            </a:r>
            <a:br>
              <a:rPr lang="en-IN" sz="1200" dirty="0"/>
            </a:br>
            <a:r>
              <a:rPr lang="en-IN" sz="1200" dirty="0"/>
              <a:t>A newly added module, still in early stages of development.</a:t>
            </a:r>
          </a:p>
          <a:p>
            <a:endParaRPr lang="en-IN" sz="1200" dirty="0"/>
          </a:p>
          <a:p>
            <a:r>
              <a:rPr lang="en-IN" sz="1200" b="1" dirty="0"/>
              <a:t>Converter (transpilers)</a:t>
            </a:r>
          </a:p>
          <a:p>
            <a:r>
              <a:rPr lang="en-IN" sz="1200" dirty="0"/>
              <a:t>Combines Remorph’s SQL migration engine with BladeBridge’s enterprise transpilers.</a:t>
            </a:r>
            <a:br>
              <a:rPr lang="en-IN" sz="1200" dirty="0"/>
            </a:br>
            <a:r>
              <a:rPr lang="en-IN" sz="1200" dirty="0"/>
              <a:t>Supports pluggable transpilers like Morpheus for extensibility.</a:t>
            </a:r>
          </a:p>
          <a:p>
            <a:endParaRPr lang="en-IN" sz="1200" dirty="0"/>
          </a:p>
          <a:p>
            <a:r>
              <a:rPr lang="en-IN" sz="1200" b="1" dirty="0"/>
              <a:t>Validator (reconcile)</a:t>
            </a:r>
          </a:p>
          <a:p>
            <a:r>
              <a:rPr lang="en-IN" sz="1200" dirty="0"/>
              <a:t>Performs data reconciliation between legacy and Databricks outputs.</a:t>
            </a:r>
            <a:br>
              <a:rPr lang="en-IN" sz="1200" dirty="0"/>
            </a:br>
            <a:r>
              <a:rPr lang="en-IN" sz="1200" dirty="0"/>
              <a:t>Evolved from Remorph’s reconcile module with improved automation.</a:t>
            </a:r>
          </a:p>
          <a:p>
            <a:endParaRPr lang="en-IN" sz="1200" dirty="0"/>
          </a:p>
          <a:p>
            <a:endParaRPr lang="en-IN" sz="1200" dirty="0"/>
          </a:p>
          <a:p>
            <a:r>
              <a:rPr lang="en-IN" sz="1200" b="1" dirty="0"/>
              <a:t>Pluggable Framework</a:t>
            </a:r>
          </a:p>
          <a:p>
            <a:r>
              <a:rPr lang="en-IN" sz="1200" dirty="0"/>
              <a:t>Lakebridge is designed to integrate third-party plugins across modules.</a:t>
            </a:r>
            <a:br>
              <a:rPr lang="en-IN" sz="1200" dirty="0"/>
            </a:br>
            <a:r>
              <a:rPr lang="en-IN" sz="1200" dirty="0"/>
              <a:t>Supports flexible, scalable, and enterprise-grade migrations.</a:t>
            </a:r>
          </a:p>
        </p:txBody>
      </p:sp>
      <p:sp>
        <p:nvSpPr>
          <p:cNvPr id="54" name="Rectangle: Rounded Corners 53">
            <a:extLst>
              <a:ext uri="{FF2B5EF4-FFF2-40B4-BE49-F238E27FC236}">
                <a16:creationId xmlns:a16="http://schemas.microsoft.com/office/drawing/2014/main" id="{2C4698BD-C66E-689A-3197-C82D9B141097}"/>
              </a:ext>
            </a:extLst>
          </p:cNvPr>
          <p:cNvSpPr/>
          <p:nvPr/>
        </p:nvSpPr>
        <p:spPr>
          <a:xfrm>
            <a:off x="6096000" y="4188981"/>
            <a:ext cx="1270725" cy="380355"/>
          </a:xfrm>
          <a:prstGeom prst="round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b="1" dirty="0"/>
              <a:t>Reconcile</a:t>
            </a:r>
          </a:p>
        </p:txBody>
      </p:sp>
      <p:sp>
        <p:nvSpPr>
          <p:cNvPr id="67" name="Rectangle: Rounded Corners 66">
            <a:extLst>
              <a:ext uri="{FF2B5EF4-FFF2-40B4-BE49-F238E27FC236}">
                <a16:creationId xmlns:a16="http://schemas.microsoft.com/office/drawing/2014/main" id="{955AE88D-98A5-19EC-EF86-2F5A4839AC26}"/>
              </a:ext>
            </a:extLst>
          </p:cNvPr>
          <p:cNvSpPr/>
          <p:nvPr/>
        </p:nvSpPr>
        <p:spPr>
          <a:xfrm>
            <a:off x="3275170" y="2416030"/>
            <a:ext cx="1172321" cy="380355"/>
          </a:xfrm>
          <a:prstGeom prst="round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b="1" dirty="0"/>
              <a:t>Analyzer</a:t>
            </a:r>
          </a:p>
        </p:txBody>
      </p:sp>
      <p:sp>
        <p:nvSpPr>
          <p:cNvPr id="77" name="Rectangle: Rounded Corners 76">
            <a:extLst>
              <a:ext uri="{FF2B5EF4-FFF2-40B4-BE49-F238E27FC236}">
                <a16:creationId xmlns:a16="http://schemas.microsoft.com/office/drawing/2014/main" id="{5CBD6BE6-7692-8408-272E-45C3A9D50FDF}"/>
              </a:ext>
            </a:extLst>
          </p:cNvPr>
          <p:cNvSpPr/>
          <p:nvPr/>
        </p:nvSpPr>
        <p:spPr>
          <a:xfrm>
            <a:off x="591582" y="1599944"/>
            <a:ext cx="1184664" cy="380355"/>
          </a:xfrm>
          <a:prstGeom prst="roundRect">
            <a:avLst/>
          </a:prstGeom>
          <a:solidFill>
            <a:schemeClr val="bg1">
              <a:lumMod val="50000"/>
              <a:lumOff val="5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b="1" dirty="0"/>
              <a:t>Bladebridge Core</a:t>
            </a:r>
          </a:p>
        </p:txBody>
      </p:sp>
      <p:cxnSp>
        <p:nvCxnSpPr>
          <p:cNvPr id="79" name="Straight Arrow Connector 78">
            <a:extLst>
              <a:ext uri="{FF2B5EF4-FFF2-40B4-BE49-F238E27FC236}">
                <a16:creationId xmlns:a16="http://schemas.microsoft.com/office/drawing/2014/main" id="{53236E5D-AE60-24C9-219C-CA77E6B05BF1}"/>
              </a:ext>
            </a:extLst>
          </p:cNvPr>
          <p:cNvCxnSpPr>
            <a:cxnSpLocks/>
          </p:cNvCxnSpPr>
          <p:nvPr/>
        </p:nvCxnSpPr>
        <p:spPr>
          <a:xfrm flipH="1">
            <a:off x="1170499" y="1971960"/>
            <a:ext cx="26155" cy="2162087"/>
          </a:xfrm>
          <a:prstGeom prst="straightConnector1">
            <a:avLst/>
          </a:prstGeom>
          <a:ln>
            <a:prstDash val="lgDash"/>
            <a:tailEnd type="triangle"/>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117F8202-CE71-B126-7C4A-F2C981ADF467}"/>
              </a:ext>
            </a:extLst>
          </p:cNvPr>
          <p:cNvSpPr txBox="1"/>
          <p:nvPr/>
        </p:nvSpPr>
        <p:spPr>
          <a:xfrm>
            <a:off x="599791" y="5062795"/>
            <a:ext cx="7232165" cy="1292662"/>
          </a:xfrm>
          <a:prstGeom prst="rect">
            <a:avLst/>
          </a:prstGeom>
          <a:noFill/>
        </p:spPr>
        <p:txBody>
          <a:bodyPr wrap="square">
            <a:spAutoFit/>
          </a:bodyPr>
          <a:lstStyle/>
          <a:p>
            <a:r>
              <a:rPr lang="en-IN" sz="1300" dirty="0">
                <a:hlinkClick r:id="rId3"/>
              </a:rPr>
              <a:t>https://github.com/databrickslabs/lakebridge/releases</a:t>
            </a:r>
            <a:endParaRPr lang="en-IN" sz="1300" dirty="0"/>
          </a:p>
          <a:p>
            <a:r>
              <a:rPr lang="en-IN" sz="1300" b="1" dirty="0"/>
              <a:t>Source code: </a:t>
            </a:r>
            <a:r>
              <a:rPr lang="en-IN" sz="1300" dirty="0">
                <a:hlinkClick r:id="rId4"/>
              </a:rPr>
              <a:t>https://github.com/databrickslabs/lakebridge/</a:t>
            </a:r>
            <a:endParaRPr lang="en-IN" sz="1300" dirty="0"/>
          </a:p>
          <a:p>
            <a:endParaRPr lang="en-IN" sz="1300" dirty="0"/>
          </a:p>
          <a:p>
            <a:r>
              <a:rPr lang="en-IN" sz="1300" dirty="0"/>
              <a:t>databricks-labs-remorph  (Sunset)  </a:t>
            </a:r>
            <a:r>
              <a:rPr lang="en-IN" sz="1300" dirty="0">
                <a:sym typeface="Wingdings" panose="05000000000000000000" pitchFamily="2" charset="2"/>
              </a:rPr>
              <a:t>   </a:t>
            </a:r>
            <a:r>
              <a:rPr lang="en-IN" sz="1300" b="1" dirty="0"/>
              <a:t>databricks-labs-lakebridge</a:t>
            </a:r>
          </a:p>
          <a:p>
            <a:r>
              <a:rPr lang="en-IN" sz="1300" b="1" dirty="0"/>
              <a:t>databricks-bb-analyzer </a:t>
            </a:r>
            <a:r>
              <a:rPr lang="en-IN" sz="1300" dirty="0"/>
              <a:t> # Lakebridge’s bladebridge </a:t>
            </a:r>
            <a:r>
              <a:rPr lang="en-IN" sz="1300" b="1" dirty="0"/>
              <a:t>analyzer</a:t>
            </a:r>
            <a:r>
              <a:rPr lang="en-IN" sz="1300" dirty="0"/>
              <a:t> plugin</a:t>
            </a:r>
          </a:p>
          <a:p>
            <a:r>
              <a:rPr lang="en-IN" sz="1300" b="1" dirty="0"/>
              <a:t>databricks-bb-plugin</a:t>
            </a:r>
            <a:r>
              <a:rPr lang="en-IN" sz="1300" dirty="0"/>
              <a:t>  # Lakebridge’s bladebridge </a:t>
            </a:r>
            <a:r>
              <a:rPr lang="en-IN" sz="1300" b="1" dirty="0" err="1"/>
              <a:t>transpiler</a:t>
            </a:r>
            <a:r>
              <a:rPr lang="en-IN" sz="1300" dirty="0"/>
              <a:t> plugin</a:t>
            </a:r>
          </a:p>
        </p:txBody>
      </p:sp>
      <p:cxnSp>
        <p:nvCxnSpPr>
          <p:cNvPr id="85" name="Straight Arrow Connector 84">
            <a:extLst>
              <a:ext uri="{FF2B5EF4-FFF2-40B4-BE49-F238E27FC236}">
                <a16:creationId xmlns:a16="http://schemas.microsoft.com/office/drawing/2014/main" id="{1542D2A1-6036-0FB6-6CC1-203A546DD7C9}"/>
              </a:ext>
            </a:extLst>
          </p:cNvPr>
          <p:cNvCxnSpPr>
            <a:cxnSpLocks/>
            <a:stCxn id="16" idx="2"/>
            <a:endCxn id="54" idx="0"/>
          </p:cNvCxnSpPr>
          <p:nvPr/>
        </p:nvCxnSpPr>
        <p:spPr>
          <a:xfrm>
            <a:off x="6731363" y="3612470"/>
            <a:ext cx="0" cy="5765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8" name="Rectangle: Rounded Corners 97">
            <a:extLst>
              <a:ext uri="{FF2B5EF4-FFF2-40B4-BE49-F238E27FC236}">
                <a16:creationId xmlns:a16="http://schemas.microsoft.com/office/drawing/2014/main" id="{01AD516D-50EE-174B-2B8F-B7D5B7FD90D0}"/>
              </a:ext>
            </a:extLst>
          </p:cNvPr>
          <p:cNvSpPr/>
          <p:nvPr/>
        </p:nvSpPr>
        <p:spPr>
          <a:xfrm>
            <a:off x="4816267" y="2396617"/>
            <a:ext cx="1172321" cy="380355"/>
          </a:xfrm>
          <a:prstGeom prst="round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b="1" dirty="0"/>
              <a:t>Profiler</a:t>
            </a:r>
          </a:p>
        </p:txBody>
      </p:sp>
      <p:cxnSp>
        <p:nvCxnSpPr>
          <p:cNvPr id="100" name="Straight Arrow Connector 99">
            <a:extLst>
              <a:ext uri="{FF2B5EF4-FFF2-40B4-BE49-F238E27FC236}">
                <a16:creationId xmlns:a16="http://schemas.microsoft.com/office/drawing/2014/main" id="{F070A9D9-B782-67F0-EF85-A09F9F9099A4}"/>
              </a:ext>
            </a:extLst>
          </p:cNvPr>
          <p:cNvCxnSpPr>
            <a:stCxn id="16" idx="1"/>
            <a:endCxn id="13" idx="3"/>
          </p:cNvCxnSpPr>
          <p:nvPr/>
        </p:nvCxnSpPr>
        <p:spPr>
          <a:xfrm flipH="1">
            <a:off x="3447905" y="3422293"/>
            <a:ext cx="2437638" cy="1"/>
          </a:xfrm>
          <a:prstGeom prst="straightConnector1">
            <a:avLst/>
          </a:prstGeom>
          <a:ln>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101" name="Connector: Elbow 100">
            <a:extLst>
              <a:ext uri="{FF2B5EF4-FFF2-40B4-BE49-F238E27FC236}">
                <a16:creationId xmlns:a16="http://schemas.microsoft.com/office/drawing/2014/main" id="{C21683F6-2A6A-B090-BD1A-6E0F4D675243}"/>
              </a:ext>
            </a:extLst>
          </p:cNvPr>
          <p:cNvCxnSpPr>
            <a:cxnSpLocks/>
            <a:endCxn id="67" idx="1"/>
          </p:cNvCxnSpPr>
          <p:nvPr/>
        </p:nvCxnSpPr>
        <p:spPr>
          <a:xfrm>
            <a:off x="1310607" y="1988638"/>
            <a:ext cx="1964563" cy="617570"/>
          </a:xfrm>
          <a:prstGeom prst="bentConnector3">
            <a:avLst>
              <a:gd name="adj1" fmla="val 352"/>
            </a:avLst>
          </a:prstGeom>
          <a:ln>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106" name="Connector: Elbow 105">
            <a:extLst>
              <a:ext uri="{FF2B5EF4-FFF2-40B4-BE49-F238E27FC236}">
                <a16:creationId xmlns:a16="http://schemas.microsoft.com/office/drawing/2014/main" id="{0A66D082-08FC-331A-9E8C-DFD91030619E}"/>
              </a:ext>
            </a:extLst>
          </p:cNvPr>
          <p:cNvCxnSpPr>
            <a:cxnSpLocks/>
            <a:stCxn id="6" idx="2"/>
            <a:endCxn id="98" idx="0"/>
          </p:cNvCxnSpPr>
          <p:nvPr/>
        </p:nvCxnSpPr>
        <p:spPr>
          <a:xfrm rot="16200000" flipH="1">
            <a:off x="4516286" y="1510474"/>
            <a:ext cx="940273" cy="832012"/>
          </a:xfrm>
          <a:prstGeom prst="bentConnector3">
            <a:avLst>
              <a:gd name="adj1" fmla="val 67289"/>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0" name="Connector: Elbow 109">
            <a:extLst>
              <a:ext uri="{FF2B5EF4-FFF2-40B4-BE49-F238E27FC236}">
                <a16:creationId xmlns:a16="http://schemas.microsoft.com/office/drawing/2014/main" id="{B249ACA6-9F82-7987-C845-3DFFA0DDBDE7}"/>
              </a:ext>
            </a:extLst>
          </p:cNvPr>
          <p:cNvCxnSpPr>
            <a:cxnSpLocks/>
            <a:stCxn id="6" idx="2"/>
            <a:endCxn id="67" idx="0"/>
          </p:cNvCxnSpPr>
          <p:nvPr/>
        </p:nvCxnSpPr>
        <p:spPr>
          <a:xfrm rot="5400000">
            <a:off x="3736031" y="1581645"/>
            <a:ext cx="959686" cy="709085"/>
          </a:xfrm>
          <a:prstGeom prst="bentConnector3">
            <a:avLst>
              <a:gd name="adj1" fmla="val 65880"/>
            </a:avLst>
          </a:prstGeom>
          <a:ln>
            <a:tailEnd type="triangle"/>
          </a:ln>
        </p:spPr>
        <p:style>
          <a:lnRef idx="1">
            <a:schemeClr val="accent1"/>
          </a:lnRef>
          <a:fillRef idx="0">
            <a:schemeClr val="accent1"/>
          </a:fillRef>
          <a:effectRef idx="0">
            <a:schemeClr val="accent1"/>
          </a:effectRef>
          <a:fontRef idx="minor">
            <a:schemeClr val="tx1"/>
          </a:fontRef>
        </p:style>
      </p:cxnSp>
      <p:pic>
        <p:nvPicPr>
          <p:cNvPr id="117" name="Picture 116">
            <a:extLst>
              <a:ext uri="{FF2B5EF4-FFF2-40B4-BE49-F238E27FC236}">
                <a16:creationId xmlns:a16="http://schemas.microsoft.com/office/drawing/2014/main" id="{6A34FFEF-23E9-B832-BF7E-70EDFEB539BC}"/>
              </a:ext>
            </a:extLst>
          </p:cNvPr>
          <p:cNvPicPr>
            <a:picLocks noChangeAspect="1"/>
          </p:cNvPicPr>
          <p:nvPr/>
        </p:nvPicPr>
        <p:blipFill>
          <a:blip r:embed="rId5"/>
          <a:stretch>
            <a:fillRect/>
          </a:stretch>
        </p:blipFill>
        <p:spPr>
          <a:xfrm>
            <a:off x="5629408" y="5429007"/>
            <a:ext cx="1947775" cy="475513"/>
          </a:xfrm>
          <a:prstGeom prst="rect">
            <a:avLst/>
          </a:prstGeom>
        </p:spPr>
      </p:pic>
      <p:sp>
        <p:nvSpPr>
          <p:cNvPr id="119" name="TextBox 118">
            <a:extLst>
              <a:ext uri="{FF2B5EF4-FFF2-40B4-BE49-F238E27FC236}">
                <a16:creationId xmlns:a16="http://schemas.microsoft.com/office/drawing/2014/main" id="{12A1BB3F-576B-19A8-205D-4ED266BC4440}"/>
              </a:ext>
            </a:extLst>
          </p:cNvPr>
          <p:cNvSpPr txBox="1"/>
          <p:nvPr/>
        </p:nvSpPr>
        <p:spPr>
          <a:xfrm>
            <a:off x="5661122" y="5820715"/>
            <a:ext cx="2787934" cy="615553"/>
          </a:xfrm>
          <a:prstGeom prst="rect">
            <a:avLst/>
          </a:prstGeom>
          <a:noFill/>
        </p:spPr>
        <p:txBody>
          <a:bodyPr wrap="square">
            <a:spAutoFit/>
          </a:bodyPr>
          <a:lstStyle/>
          <a:p>
            <a:r>
              <a:rPr lang="en-IN" sz="1600" dirty="0">
                <a:hlinkClick r:id="rId6"/>
              </a:rPr>
              <a:t>Lakebridge documentation</a:t>
            </a:r>
            <a:endParaRPr lang="en-IN" sz="1600" dirty="0"/>
          </a:p>
          <a:p>
            <a:endParaRPr lang="en-IN" dirty="0"/>
          </a:p>
        </p:txBody>
      </p:sp>
    </p:spTree>
    <p:extLst>
      <p:ext uri="{BB962C8B-B14F-4D97-AF65-F5344CB8AC3E}">
        <p14:creationId xmlns:p14="http://schemas.microsoft.com/office/powerpoint/2010/main" val="34629878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3F5D94-E512-20B3-B4B9-4FC1A25DD65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7BF470A-C62B-D9F7-2D17-59109C855D15}"/>
              </a:ext>
            </a:extLst>
          </p:cNvPr>
          <p:cNvSpPr>
            <a:spLocks noGrp="1"/>
          </p:cNvSpPr>
          <p:nvPr>
            <p:ph type="body" sz="quarter" idx="199"/>
          </p:nvPr>
        </p:nvSpPr>
        <p:spPr>
          <a:xfrm>
            <a:off x="599268" y="360478"/>
            <a:ext cx="11137900" cy="611600"/>
          </a:xfrm>
        </p:spPr>
        <p:txBody>
          <a:bodyPr/>
          <a:lstStyle/>
          <a:p>
            <a:r>
              <a:rPr lang="en-US" dirty="0">
                <a:solidFill>
                  <a:schemeClr val="bg1">
                    <a:lumMod val="65000"/>
                    <a:lumOff val="35000"/>
                  </a:schemeClr>
                </a:solidFill>
              </a:rPr>
              <a:t>Lakebridge Supported Source platform / SQL Dialects (Current State)</a:t>
            </a:r>
            <a:endParaRPr lang="en-IN" dirty="0">
              <a:solidFill>
                <a:schemeClr val="bg1">
                  <a:lumMod val="65000"/>
                  <a:lumOff val="35000"/>
                </a:schemeClr>
              </a:solidFill>
            </a:endParaRPr>
          </a:p>
        </p:txBody>
      </p:sp>
      <p:sp>
        <p:nvSpPr>
          <p:cNvPr id="11" name="Rectangle: Rounded Corners 10">
            <a:extLst>
              <a:ext uri="{FF2B5EF4-FFF2-40B4-BE49-F238E27FC236}">
                <a16:creationId xmlns:a16="http://schemas.microsoft.com/office/drawing/2014/main" id="{71A56A79-B731-2CA1-1734-23803F11E8A1}"/>
              </a:ext>
            </a:extLst>
          </p:cNvPr>
          <p:cNvSpPr/>
          <p:nvPr/>
        </p:nvSpPr>
        <p:spPr>
          <a:xfrm>
            <a:off x="680739" y="1071862"/>
            <a:ext cx="4210266" cy="380355"/>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a:t>Analyzer</a:t>
            </a:r>
          </a:p>
        </p:txBody>
      </p:sp>
      <p:sp>
        <p:nvSpPr>
          <p:cNvPr id="12" name="Rectangle: Rounded Corners 11">
            <a:extLst>
              <a:ext uri="{FF2B5EF4-FFF2-40B4-BE49-F238E27FC236}">
                <a16:creationId xmlns:a16="http://schemas.microsoft.com/office/drawing/2014/main" id="{609A6B3A-475B-C923-D7F2-716E07CDBEA8}"/>
              </a:ext>
            </a:extLst>
          </p:cNvPr>
          <p:cNvSpPr/>
          <p:nvPr/>
        </p:nvSpPr>
        <p:spPr>
          <a:xfrm>
            <a:off x="5197663" y="1071862"/>
            <a:ext cx="6432467" cy="380355"/>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a:t>Transpile</a:t>
            </a:r>
          </a:p>
        </p:txBody>
      </p:sp>
      <p:pic>
        <p:nvPicPr>
          <p:cNvPr id="4" name="Picture 3">
            <a:extLst>
              <a:ext uri="{FF2B5EF4-FFF2-40B4-BE49-F238E27FC236}">
                <a16:creationId xmlns:a16="http://schemas.microsoft.com/office/drawing/2014/main" id="{CF0253C5-0331-4638-914A-41745267425F}"/>
              </a:ext>
            </a:extLst>
          </p:cNvPr>
          <p:cNvPicPr>
            <a:picLocks noChangeAspect="1"/>
          </p:cNvPicPr>
          <p:nvPr/>
        </p:nvPicPr>
        <p:blipFill>
          <a:blip r:embed="rId3"/>
          <a:stretch>
            <a:fillRect/>
          </a:stretch>
        </p:blipFill>
        <p:spPr>
          <a:xfrm>
            <a:off x="5197663" y="1666637"/>
            <a:ext cx="6432467" cy="2648086"/>
          </a:xfrm>
          <a:prstGeom prst="rect">
            <a:avLst/>
          </a:prstGeom>
        </p:spPr>
      </p:pic>
      <p:pic>
        <p:nvPicPr>
          <p:cNvPr id="6" name="Picture 5">
            <a:extLst>
              <a:ext uri="{FF2B5EF4-FFF2-40B4-BE49-F238E27FC236}">
                <a16:creationId xmlns:a16="http://schemas.microsoft.com/office/drawing/2014/main" id="{7D5B9433-8CAC-5BD3-72D3-EED7173BDD17}"/>
              </a:ext>
            </a:extLst>
          </p:cNvPr>
          <p:cNvPicPr>
            <a:picLocks noChangeAspect="1"/>
          </p:cNvPicPr>
          <p:nvPr/>
        </p:nvPicPr>
        <p:blipFill>
          <a:blip r:embed="rId4"/>
          <a:stretch>
            <a:fillRect/>
          </a:stretch>
        </p:blipFill>
        <p:spPr>
          <a:xfrm>
            <a:off x="680738" y="1666637"/>
            <a:ext cx="4129005" cy="4292821"/>
          </a:xfrm>
          <a:prstGeom prst="rect">
            <a:avLst/>
          </a:prstGeom>
        </p:spPr>
      </p:pic>
      <p:cxnSp>
        <p:nvCxnSpPr>
          <p:cNvPr id="7" name="Straight Connector 6">
            <a:extLst>
              <a:ext uri="{FF2B5EF4-FFF2-40B4-BE49-F238E27FC236}">
                <a16:creationId xmlns:a16="http://schemas.microsoft.com/office/drawing/2014/main" id="{2EB361EB-F678-E4C8-CF60-D56E7DB57BF7}"/>
              </a:ext>
            </a:extLst>
          </p:cNvPr>
          <p:cNvCxnSpPr>
            <a:cxnSpLocks/>
          </p:cNvCxnSpPr>
          <p:nvPr/>
        </p:nvCxnSpPr>
        <p:spPr>
          <a:xfrm>
            <a:off x="5023927" y="1071862"/>
            <a:ext cx="0" cy="543389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3012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A70CA-387F-3A6B-7999-4697D2C6AC6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C2C6EA8-5BF2-2460-581A-89FBC2AB5D9D}"/>
              </a:ext>
            </a:extLst>
          </p:cNvPr>
          <p:cNvSpPr>
            <a:spLocks noGrp="1"/>
          </p:cNvSpPr>
          <p:nvPr>
            <p:ph type="body" sz="quarter" idx="199"/>
          </p:nvPr>
        </p:nvSpPr>
        <p:spPr>
          <a:xfrm>
            <a:off x="599268" y="360478"/>
            <a:ext cx="11137900" cy="611600"/>
          </a:xfrm>
        </p:spPr>
        <p:txBody>
          <a:bodyPr/>
          <a:lstStyle/>
          <a:p>
            <a:r>
              <a:rPr lang="en-US" dirty="0">
                <a:solidFill>
                  <a:schemeClr val="bg1">
                    <a:lumMod val="65000"/>
                    <a:lumOff val="35000"/>
                  </a:schemeClr>
                </a:solidFill>
              </a:rPr>
              <a:t>Lakebridge Components / Features</a:t>
            </a:r>
            <a:endParaRPr lang="en-IN" dirty="0">
              <a:solidFill>
                <a:schemeClr val="bg1">
                  <a:lumMod val="65000"/>
                  <a:lumOff val="35000"/>
                </a:schemeClr>
              </a:solidFill>
            </a:endParaRPr>
          </a:p>
        </p:txBody>
      </p:sp>
      <p:sp>
        <p:nvSpPr>
          <p:cNvPr id="3" name="Rectangle: Rounded Corners 2">
            <a:extLst>
              <a:ext uri="{FF2B5EF4-FFF2-40B4-BE49-F238E27FC236}">
                <a16:creationId xmlns:a16="http://schemas.microsoft.com/office/drawing/2014/main" id="{53293775-302D-1BCE-5A6B-DFC2BD2C1889}"/>
              </a:ext>
            </a:extLst>
          </p:cNvPr>
          <p:cNvSpPr/>
          <p:nvPr/>
        </p:nvSpPr>
        <p:spPr>
          <a:xfrm>
            <a:off x="526115" y="1131144"/>
            <a:ext cx="2620484" cy="367144"/>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a:t>Analyzer</a:t>
            </a:r>
          </a:p>
        </p:txBody>
      </p:sp>
      <p:sp>
        <p:nvSpPr>
          <p:cNvPr id="5" name="Rectangle: Rounded Corners 4">
            <a:extLst>
              <a:ext uri="{FF2B5EF4-FFF2-40B4-BE49-F238E27FC236}">
                <a16:creationId xmlns:a16="http://schemas.microsoft.com/office/drawing/2014/main" id="{7826FAAB-3676-BC97-37F3-93AF61E1C3FB}"/>
              </a:ext>
            </a:extLst>
          </p:cNvPr>
          <p:cNvSpPr/>
          <p:nvPr/>
        </p:nvSpPr>
        <p:spPr>
          <a:xfrm>
            <a:off x="3513281" y="1117933"/>
            <a:ext cx="4078811" cy="367144"/>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a:t>Transpile</a:t>
            </a:r>
          </a:p>
        </p:txBody>
      </p:sp>
      <p:sp>
        <p:nvSpPr>
          <p:cNvPr id="6" name="Rectangle: Rounded Corners 5">
            <a:extLst>
              <a:ext uri="{FF2B5EF4-FFF2-40B4-BE49-F238E27FC236}">
                <a16:creationId xmlns:a16="http://schemas.microsoft.com/office/drawing/2014/main" id="{D366929B-56DC-27CF-6C35-4E6578A7B2AE}"/>
              </a:ext>
            </a:extLst>
          </p:cNvPr>
          <p:cNvSpPr/>
          <p:nvPr/>
        </p:nvSpPr>
        <p:spPr>
          <a:xfrm>
            <a:off x="7958774" y="1098514"/>
            <a:ext cx="3560805" cy="386563"/>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a:t>Reconcile</a:t>
            </a:r>
          </a:p>
        </p:txBody>
      </p:sp>
      <p:sp>
        <p:nvSpPr>
          <p:cNvPr id="14" name="TextBox 13">
            <a:extLst>
              <a:ext uri="{FF2B5EF4-FFF2-40B4-BE49-F238E27FC236}">
                <a16:creationId xmlns:a16="http://schemas.microsoft.com/office/drawing/2014/main" id="{828E5847-1253-81B9-1FFA-072E2E62F8A4}"/>
              </a:ext>
            </a:extLst>
          </p:cNvPr>
          <p:cNvSpPr txBox="1"/>
          <p:nvPr/>
        </p:nvSpPr>
        <p:spPr>
          <a:xfrm>
            <a:off x="547879" y="1846535"/>
            <a:ext cx="2782061" cy="4893647"/>
          </a:xfrm>
          <a:prstGeom prst="rect">
            <a:avLst/>
          </a:prstGeom>
          <a:noFill/>
        </p:spPr>
        <p:txBody>
          <a:bodyPr wrap="square">
            <a:spAutoFit/>
          </a:bodyPr>
          <a:lstStyle/>
          <a:p>
            <a:r>
              <a:rPr lang="en-IN" sz="1200" b="1" dirty="0"/>
              <a:t>ETL &amp; SQL Metadata Scanning</a:t>
            </a:r>
          </a:p>
          <a:p>
            <a:r>
              <a:rPr lang="en-IN" sz="1200" dirty="0"/>
              <a:t>Analyzer scans metadata from ETL pipelines and SQL assets to understand the structure and design of legacy systems.</a:t>
            </a:r>
          </a:p>
          <a:p>
            <a:endParaRPr lang="en-IN" sz="1200" dirty="0"/>
          </a:p>
          <a:p>
            <a:r>
              <a:rPr lang="en-IN" sz="1200" b="1" dirty="0"/>
              <a:t>Job Complexity Assessment</a:t>
            </a:r>
          </a:p>
          <a:p>
            <a:r>
              <a:rPr lang="en-IN" sz="1200" dirty="0"/>
              <a:t>It calculates the complexity of jobs, feeding into the Conversion Calculator to estimate migration cost and effort.</a:t>
            </a:r>
          </a:p>
          <a:p>
            <a:endParaRPr lang="en-IN" sz="1200" dirty="0"/>
          </a:p>
          <a:p>
            <a:r>
              <a:rPr lang="en-IN" sz="1200" b="1" dirty="0"/>
              <a:t>Comprehensive Job Inventory</a:t>
            </a:r>
          </a:p>
          <a:p>
            <a:r>
              <a:rPr lang="en-IN" sz="1200" dirty="0"/>
              <a:t>Generates a full inventory of mappings, transformations, functions, and other components in your environment.</a:t>
            </a:r>
          </a:p>
          <a:p>
            <a:endParaRPr lang="en-IN" sz="1200" dirty="0"/>
          </a:p>
          <a:p>
            <a:r>
              <a:rPr lang="en-IN" sz="1200" b="1" dirty="0"/>
              <a:t>Cross-System Interdependency Mapping</a:t>
            </a:r>
          </a:p>
          <a:p>
            <a:r>
              <a:rPr lang="en-IN" sz="1200" dirty="0"/>
              <a:t>Identifies dependencies between jobs and systems to guide migration sequencing and minimize risk.</a:t>
            </a:r>
          </a:p>
          <a:p>
            <a:endParaRPr lang="en-IN" sz="1200" dirty="0"/>
          </a:p>
          <a:p>
            <a:r>
              <a:rPr lang="en-IN" sz="1200" b="1" dirty="0"/>
              <a:t>Migration Planning Support</a:t>
            </a:r>
          </a:p>
          <a:p>
            <a:r>
              <a:rPr lang="en-IN" sz="1200" dirty="0"/>
              <a:t>Enables better cutover planning by providing a complete view of asset relationships and technical depth.</a:t>
            </a:r>
          </a:p>
        </p:txBody>
      </p:sp>
      <p:cxnSp>
        <p:nvCxnSpPr>
          <p:cNvPr id="16" name="Straight Connector 15">
            <a:extLst>
              <a:ext uri="{FF2B5EF4-FFF2-40B4-BE49-F238E27FC236}">
                <a16:creationId xmlns:a16="http://schemas.microsoft.com/office/drawing/2014/main" id="{D0B0F322-9523-51A0-7FB5-280C0A37C6D5}"/>
              </a:ext>
            </a:extLst>
          </p:cNvPr>
          <p:cNvCxnSpPr>
            <a:cxnSpLocks/>
          </p:cNvCxnSpPr>
          <p:nvPr/>
        </p:nvCxnSpPr>
        <p:spPr>
          <a:xfrm>
            <a:off x="3329940" y="1131143"/>
            <a:ext cx="0" cy="5433898"/>
          </a:xfrm>
          <a:prstGeom prst="line">
            <a:avLst/>
          </a:prstGeom>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C0973E8E-3202-E203-A779-B8C5FAB598EE}"/>
              </a:ext>
            </a:extLst>
          </p:cNvPr>
          <p:cNvSpPr txBox="1"/>
          <p:nvPr/>
        </p:nvSpPr>
        <p:spPr>
          <a:xfrm>
            <a:off x="3499002" y="1846535"/>
            <a:ext cx="4197309" cy="4708981"/>
          </a:xfrm>
          <a:prstGeom prst="rect">
            <a:avLst/>
          </a:prstGeom>
          <a:noFill/>
        </p:spPr>
        <p:txBody>
          <a:bodyPr wrap="square">
            <a:spAutoFit/>
          </a:bodyPr>
          <a:lstStyle/>
          <a:p>
            <a:r>
              <a:rPr lang="en-IN" sz="1200" b="1" dirty="0"/>
              <a:t>Plugin Architecture</a:t>
            </a:r>
          </a:p>
          <a:p>
            <a:r>
              <a:rPr lang="en-IN" sz="1200" dirty="0" err="1"/>
              <a:t>LakeBridge</a:t>
            </a:r>
            <a:r>
              <a:rPr lang="en-IN" sz="1200" dirty="0"/>
              <a:t> supports pluggable transpilers; it comes bundled with </a:t>
            </a:r>
            <a:r>
              <a:rPr lang="en-IN" sz="1200" b="1" dirty="0">
                <a:solidFill>
                  <a:schemeClr val="accent1">
                    <a:lumMod val="75000"/>
                  </a:schemeClr>
                </a:solidFill>
              </a:rPr>
              <a:t>Morpheus</a:t>
            </a:r>
            <a:r>
              <a:rPr lang="en-IN" sz="1200" dirty="0"/>
              <a:t> and </a:t>
            </a:r>
            <a:r>
              <a:rPr lang="en-IN" sz="1200" b="1" dirty="0">
                <a:solidFill>
                  <a:schemeClr val="accent1">
                    <a:lumMod val="75000"/>
                  </a:schemeClr>
                </a:solidFill>
              </a:rPr>
              <a:t>BladeBridge</a:t>
            </a:r>
            <a:r>
              <a:rPr lang="en-IN" sz="1200" dirty="0"/>
              <a:t>, each offering distinct capabilities and guarantees, </a:t>
            </a:r>
            <a:r>
              <a:rPr lang="en-IN" sz="1200" b="1" dirty="0">
                <a:solidFill>
                  <a:schemeClr val="accent1">
                    <a:lumMod val="75000"/>
                  </a:schemeClr>
                </a:solidFill>
              </a:rPr>
              <a:t>3</a:t>
            </a:r>
            <a:r>
              <a:rPr lang="en-IN" sz="1200" b="1" baseline="30000" dirty="0">
                <a:solidFill>
                  <a:schemeClr val="accent1">
                    <a:lumMod val="75000"/>
                  </a:schemeClr>
                </a:solidFill>
              </a:rPr>
              <a:t>rd</a:t>
            </a:r>
            <a:r>
              <a:rPr lang="en-IN" sz="1200" b="1" dirty="0">
                <a:solidFill>
                  <a:schemeClr val="accent1">
                    <a:lumMod val="75000"/>
                  </a:schemeClr>
                </a:solidFill>
              </a:rPr>
              <a:t> party transpilers </a:t>
            </a:r>
            <a:r>
              <a:rPr lang="en-IN" sz="1200" dirty="0"/>
              <a:t>are pluggable &amp; extensible</a:t>
            </a:r>
          </a:p>
          <a:p>
            <a:endParaRPr lang="en-IN" sz="1200" dirty="0"/>
          </a:p>
          <a:p>
            <a:r>
              <a:rPr lang="en-IN" sz="1200" b="1" dirty="0"/>
              <a:t>Morpheus: Conservative &amp; Safe</a:t>
            </a:r>
          </a:p>
          <a:p>
            <a:r>
              <a:rPr lang="en-IN" sz="1200" dirty="0"/>
              <a:t>Focuses on high-fidelity SQL translation with strong equivalence guarantees. Emits warnings/errors when it cannot ensure output correctness on Databricks.</a:t>
            </a:r>
          </a:p>
          <a:p>
            <a:endParaRPr lang="en-IN" sz="1200" dirty="0"/>
          </a:p>
          <a:p>
            <a:r>
              <a:rPr lang="en-IN" sz="1200" b="1" dirty="0"/>
              <a:t>Morpheus Internals</a:t>
            </a:r>
          </a:p>
          <a:p>
            <a:r>
              <a:rPr lang="en-IN" sz="1200" dirty="0"/>
              <a:t>Built using a custom ANTLR-based parser and IR tree transformations. It handles dialect-to-Databricks conversion carefully, continuing even in the presence of non-fatal issues.</a:t>
            </a:r>
          </a:p>
          <a:p>
            <a:endParaRPr lang="en-IN" sz="1200" dirty="0"/>
          </a:p>
          <a:p>
            <a:r>
              <a:rPr lang="en-IN" sz="1200" b="1" dirty="0"/>
              <a:t>BladeBridge: Flexible &amp; Extensible</a:t>
            </a:r>
          </a:p>
          <a:p>
            <a:r>
              <a:rPr lang="en-IN" sz="1200" dirty="0"/>
              <a:t>Designed for large-scale modernization, BladeBridge supports legacy ETL tools (Informatica, Teradata, Oracle) and outputs Databricks-ready notebooks, PySpark, and workflows.</a:t>
            </a:r>
          </a:p>
          <a:p>
            <a:endParaRPr lang="en-IN" sz="1200" dirty="0"/>
          </a:p>
          <a:p>
            <a:r>
              <a:rPr lang="en-IN" sz="1200" b="1" dirty="0"/>
              <a:t>BladeBridge Configurability</a:t>
            </a:r>
          </a:p>
          <a:p>
            <a:r>
              <a:rPr lang="en-IN" sz="1200" dirty="0"/>
              <a:t>Driven by config files, BladeBridge allows mapping customizations, naming conventions, and format control—scaling across thousands of workloads with repeatable precision.</a:t>
            </a:r>
          </a:p>
        </p:txBody>
      </p:sp>
      <p:cxnSp>
        <p:nvCxnSpPr>
          <p:cNvPr id="20" name="Straight Connector 19">
            <a:extLst>
              <a:ext uri="{FF2B5EF4-FFF2-40B4-BE49-F238E27FC236}">
                <a16:creationId xmlns:a16="http://schemas.microsoft.com/office/drawing/2014/main" id="{ED54B5DB-4B6C-EC17-F816-CBF7523A0875}"/>
              </a:ext>
            </a:extLst>
          </p:cNvPr>
          <p:cNvCxnSpPr>
            <a:cxnSpLocks/>
          </p:cNvCxnSpPr>
          <p:nvPr/>
        </p:nvCxnSpPr>
        <p:spPr>
          <a:xfrm>
            <a:off x="7775448" y="1117932"/>
            <a:ext cx="0" cy="5435901"/>
          </a:xfrm>
          <a:prstGeom prst="line">
            <a:avLst/>
          </a:prstGeom>
        </p:spPr>
        <p:style>
          <a:lnRef idx="1">
            <a:schemeClr val="accent1"/>
          </a:lnRef>
          <a:fillRef idx="0">
            <a:schemeClr val="accent1"/>
          </a:fillRef>
          <a:effectRef idx="0">
            <a:schemeClr val="accent1"/>
          </a:effectRef>
          <a:fontRef idx="minor">
            <a:schemeClr val="tx1"/>
          </a:fontRef>
        </p:style>
      </p:cxnSp>
      <p:sp>
        <p:nvSpPr>
          <p:cNvPr id="21" name="Rectangle: Rounded Corners 20">
            <a:extLst>
              <a:ext uri="{FF2B5EF4-FFF2-40B4-BE49-F238E27FC236}">
                <a16:creationId xmlns:a16="http://schemas.microsoft.com/office/drawing/2014/main" id="{A4C44286-B116-2BA4-9695-67FD7E7ED060}"/>
              </a:ext>
            </a:extLst>
          </p:cNvPr>
          <p:cNvSpPr/>
          <p:nvPr/>
        </p:nvSpPr>
        <p:spPr>
          <a:xfrm>
            <a:off x="8989069" y="234042"/>
            <a:ext cx="1087619" cy="380355"/>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a:t>Profiler</a:t>
            </a:r>
          </a:p>
        </p:txBody>
      </p:sp>
      <p:sp>
        <p:nvSpPr>
          <p:cNvPr id="23" name="TextBox 22">
            <a:extLst>
              <a:ext uri="{FF2B5EF4-FFF2-40B4-BE49-F238E27FC236}">
                <a16:creationId xmlns:a16="http://schemas.microsoft.com/office/drawing/2014/main" id="{C4E70D41-22F7-005C-757B-F5BB556EA522}"/>
              </a:ext>
            </a:extLst>
          </p:cNvPr>
          <p:cNvSpPr txBox="1"/>
          <p:nvPr/>
        </p:nvSpPr>
        <p:spPr>
          <a:xfrm>
            <a:off x="10076688" y="287814"/>
            <a:ext cx="1736218" cy="307777"/>
          </a:xfrm>
          <a:prstGeom prst="rect">
            <a:avLst/>
          </a:prstGeom>
          <a:noFill/>
        </p:spPr>
        <p:txBody>
          <a:bodyPr wrap="square">
            <a:spAutoFit/>
          </a:bodyPr>
          <a:lstStyle/>
          <a:p>
            <a:r>
              <a:rPr lang="en-IN" sz="1400" b="1" dirty="0"/>
              <a:t>Upcoming release**</a:t>
            </a:r>
          </a:p>
        </p:txBody>
      </p:sp>
      <p:sp>
        <p:nvSpPr>
          <p:cNvPr id="25" name="TextBox 24">
            <a:extLst>
              <a:ext uri="{FF2B5EF4-FFF2-40B4-BE49-F238E27FC236}">
                <a16:creationId xmlns:a16="http://schemas.microsoft.com/office/drawing/2014/main" id="{F736B3D3-96D9-ADAA-2CFA-406148276E90}"/>
              </a:ext>
            </a:extLst>
          </p:cNvPr>
          <p:cNvSpPr txBox="1"/>
          <p:nvPr/>
        </p:nvSpPr>
        <p:spPr>
          <a:xfrm>
            <a:off x="7958774" y="1795270"/>
            <a:ext cx="3933238" cy="4708981"/>
          </a:xfrm>
          <a:prstGeom prst="rect">
            <a:avLst/>
          </a:prstGeom>
          <a:noFill/>
        </p:spPr>
        <p:txBody>
          <a:bodyPr wrap="square">
            <a:spAutoFit/>
          </a:bodyPr>
          <a:lstStyle/>
          <a:p>
            <a:r>
              <a:rPr lang="en-IN" sz="1200" b="1" dirty="0"/>
              <a:t>Purpose &amp; Scope</a:t>
            </a:r>
          </a:p>
          <a:p>
            <a:r>
              <a:rPr lang="en-IN" sz="1200" dirty="0"/>
              <a:t>Automates comparison between source vs. target results, validating row counts, aggregated metrics, and value-level differences to ensure migrated logic matches original outputs </a:t>
            </a:r>
          </a:p>
          <a:p>
            <a:endParaRPr lang="en-IN" sz="1200" dirty="0"/>
          </a:p>
          <a:p>
            <a:r>
              <a:rPr lang="en-IN" sz="1200" b="1" dirty="0"/>
              <a:t>Flexible Configuration</a:t>
            </a:r>
          </a:p>
          <a:p>
            <a:r>
              <a:rPr lang="en-IN" sz="1200" dirty="0"/>
              <a:t>Users can configure reconciliation rules via YAML/JSON files specifying tables, views, columns, comparison metrics, and tolerance levels to tailor validation to their migration scenarios .</a:t>
            </a:r>
          </a:p>
          <a:p>
            <a:r>
              <a:rPr lang="en-IN" sz="1200" b="1" dirty="0"/>
              <a:t>CLI-Driven Workflow</a:t>
            </a:r>
          </a:p>
          <a:p>
            <a:r>
              <a:rPr lang="en-IN" sz="1200" dirty="0"/>
              <a:t>The lakebridge reconcile CLI command executes the configured comparisons, generating clear success/failure statuses and exporting detailed results for analysis .</a:t>
            </a:r>
          </a:p>
          <a:p>
            <a:endParaRPr lang="en-IN" sz="1200" dirty="0"/>
          </a:p>
          <a:p>
            <a:r>
              <a:rPr lang="en-IN" sz="1200" b="1" dirty="0"/>
              <a:t>Designed for Scale</a:t>
            </a:r>
          </a:p>
          <a:p>
            <a:r>
              <a:rPr lang="en-IN" sz="1200" dirty="0"/>
              <a:t>Suitable for both simple checks (e.g., row count) and complex validations (e.g., individual row diffing), making it effective for large-scale migration efforts.</a:t>
            </a:r>
          </a:p>
          <a:p>
            <a:endParaRPr lang="en-IN" sz="1200" dirty="0"/>
          </a:p>
          <a:p>
            <a:r>
              <a:rPr lang="en-IN" sz="1200" b="1" dirty="0"/>
              <a:t>Streamlines Migration Trust</a:t>
            </a:r>
          </a:p>
          <a:p>
            <a:r>
              <a:rPr lang="en-IN" sz="1200" dirty="0"/>
              <a:t>By automating data validation and discrepancy detection, Reconcile builds confidence in migrated assets, reducing manual QA effort and accelerating cutover.</a:t>
            </a:r>
          </a:p>
        </p:txBody>
      </p:sp>
    </p:spTree>
    <p:extLst>
      <p:ext uri="{BB962C8B-B14F-4D97-AF65-F5344CB8AC3E}">
        <p14:creationId xmlns:p14="http://schemas.microsoft.com/office/powerpoint/2010/main" val="3658259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8129E-588B-2C3C-3D52-9000F40C73F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0468D63-787F-3E3C-7B13-48D26E5D338B}"/>
              </a:ext>
            </a:extLst>
          </p:cNvPr>
          <p:cNvSpPr>
            <a:spLocks noGrp="1"/>
          </p:cNvSpPr>
          <p:nvPr>
            <p:ph type="body" sz="quarter" idx="199"/>
          </p:nvPr>
        </p:nvSpPr>
        <p:spPr>
          <a:xfrm>
            <a:off x="599268" y="360478"/>
            <a:ext cx="11137900" cy="611600"/>
          </a:xfrm>
        </p:spPr>
        <p:txBody>
          <a:bodyPr/>
          <a:lstStyle/>
          <a:p>
            <a:r>
              <a:rPr lang="en-US" dirty="0">
                <a:solidFill>
                  <a:schemeClr val="bg1">
                    <a:lumMod val="65000"/>
                    <a:lumOff val="35000"/>
                  </a:schemeClr>
                </a:solidFill>
              </a:rPr>
              <a:t>Lakebridge Transpiler Configurations</a:t>
            </a:r>
            <a:endParaRPr lang="en-IN" dirty="0">
              <a:solidFill>
                <a:schemeClr val="bg1">
                  <a:lumMod val="65000"/>
                  <a:lumOff val="35000"/>
                </a:schemeClr>
              </a:solidFill>
            </a:endParaRPr>
          </a:p>
        </p:txBody>
      </p:sp>
      <p:pic>
        <p:nvPicPr>
          <p:cNvPr id="9" name="Picture 8">
            <a:extLst>
              <a:ext uri="{FF2B5EF4-FFF2-40B4-BE49-F238E27FC236}">
                <a16:creationId xmlns:a16="http://schemas.microsoft.com/office/drawing/2014/main" id="{7BD0B81E-8922-25DA-EF15-32FF831C5CEE}"/>
              </a:ext>
            </a:extLst>
          </p:cNvPr>
          <p:cNvPicPr>
            <a:picLocks noChangeAspect="1"/>
          </p:cNvPicPr>
          <p:nvPr/>
        </p:nvPicPr>
        <p:blipFill>
          <a:blip r:embed="rId3"/>
          <a:stretch>
            <a:fillRect/>
          </a:stretch>
        </p:blipFill>
        <p:spPr>
          <a:xfrm>
            <a:off x="907541" y="2615184"/>
            <a:ext cx="5827098" cy="3955490"/>
          </a:xfrm>
          <a:prstGeom prst="rect">
            <a:avLst/>
          </a:prstGeom>
        </p:spPr>
      </p:pic>
      <p:pic>
        <p:nvPicPr>
          <p:cNvPr id="11" name="Picture 10">
            <a:extLst>
              <a:ext uri="{FF2B5EF4-FFF2-40B4-BE49-F238E27FC236}">
                <a16:creationId xmlns:a16="http://schemas.microsoft.com/office/drawing/2014/main" id="{E47B9F32-3784-5DFA-22B6-C91E49FE3D4A}"/>
              </a:ext>
            </a:extLst>
          </p:cNvPr>
          <p:cNvPicPr>
            <a:picLocks noChangeAspect="1"/>
          </p:cNvPicPr>
          <p:nvPr/>
        </p:nvPicPr>
        <p:blipFill>
          <a:blip r:embed="rId4"/>
          <a:stretch>
            <a:fillRect/>
          </a:stretch>
        </p:blipFill>
        <p:spPr>
          <a:xfrm>
            <a:off x="834389" y="972078"/>
            <a:ext cx="4597636" cy="1416123"/>
          </a:xfrm>
          <a:prstGeom prst="rect">
            <a:avLst/>
          </a:prstGeom>
        </p:spPr>
      </p:pic>
    </p:spTree>
    <p:extLst>
      <p:ext uri="{BB962C8B-B14F-4D97-AF65-F5344CB8AC3E}">
        <p14:creationId xmlns:p14="http://schemas.microsoft.com/office/powerpoint/2010/main" val="23203178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F64A65-F8C1-31B2-8D06-B4326553678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6B2BCA6-C79D-1240-0F11-124A97FEA639}"/>
              </a:ext>
            </a:extLst>
          </p:cNvPr>
          <p:cNvSpPr>
            <a:spLocks noGrp="1"/>
          </p:cNvSpPr>
          <p:nvPr>
            <p:ph type="body" sz="quarter" idx="199"/>
          </p:nvPr>
        </p:nvSpPr>
        <p:spPr>
          <a:xfrm>
            <a:off x="599268" y="360478"/>
            <a:ext cx="11137900" cy="611600"/>
          </a:xfrm>
        </p:spPr>
        <p:txBody>
          <a:bodyPr/>
          <a:lstStyle/>
          <a:p>
            <a:r>
              <a:rPr lang="en-US" dirty="0">
                <a:solidFill>
                  <a:schemeClr val="bg1">
                    <a:lumMod val="65000"/>
                    <a:lumOff val="35000"/>
                  </a:schemeClr>
                </a:solidFill>
              </a:rPr>
              <a:t>Lakebridge Setup &amp; Installation</a:t>
            </a:r>
            <a:endParaRPr lang="en-IN" dirty="0">
              <a:solidFill>
                <a:schemeClr val="bg1">
                  <a:lumMod val="65000"/>
                  <a:lumOff val="35000"/>
                </a:schemeClr>
              </a:solidFill>
            </a:endParaRPr>
          </a:p>
        </p:txBody>
      </p:sp>
      <p:sp>
        <p:nvSpPr>
          <p:cNvPr id="3" name="TextBox 2">
            <a:extLst>
              <a:ext uri="{FF2B5EF4-FFF2-40B4-BE49-F238E27FC236}">
                <a16:creationId xmlns:a16="http://schemas.microsoft.com/office/drawing/2014/main" id="{B8644306-E364-8B1A-ECA5-3D0172FD4FFF}"/>
              </a:ext>
            </a:extLst>
          </p:cNvPr>
          <p:cNvSpPr txBox="1"/>
          <p:nvPr/>
        </p:nvSpPr>
        <p:spPr>
          <a:xfrm>
            <a:off x="454832" y="853206"/>
            <a:ext cx="11057464" cy="6063198"/>
          </a:xfrm>
          <a:prstGeom prst="rect">
            <a:avLst/>
          </a:prstGeom>
          <a:noFill/>
        </p:spPr>
        <p:txBody>
          <a:bodyPr wrap="square" rtlCol="0">
            <a:spAutoFit/>
          </a:bodyPr>
          <a:lstStyle/>
          <a:p>
            <a:pPr marL="285750" indent="-285750">
              <a:buFont typeface="Arial" panose="020B0604020202020204" pitchFamily="34" charset="0"/>
              <a:buChar char="•"/>
            </a:pPr>
            <a:r>
              <a:rPr lang="en-IN" sz="1600" dirty="0"/>
              <a:t>Ensure latest Databricks CLI installed on your machine </a:t>
            </a:r>
            <a:r>
              <a:rPr lang="en-IN" sz="1600" dirty="0">
                <a:hlinkClick r:id="rId3"/>
              </a:rPr>
              <a:t>Databricks CLI</a:t>
            </a:r>
            <a:r>
              <a:rPr lang="en-IN" sz="1600" dirty="0"/>
              <a:t> .It require Databricks Workspace profile with Cluster</a:t>
            </a:r>
          </a:p>
          <a:p>
            <a:pPr marL="285750" indent="-285750">
              <a:buFont typeface="Arial" panose="020B0604020202020204" pitchFamily="34" charset="0"/>
              <a:buChar char="•"/>
            </a:pPr>
            <a:endParaRPr lang="en-IN" sz="1600" dirty="0"/>
          </a:p>
          <a:p>
            <a:pPr marL="285750" indent="-285750">
              <a:buFont typeface="Arial" panose="020B0604020202020204" pitchFamily="34" charset="0"/>
              <a:buChar char="•"/>
            </a:pPr>
            <a:r>
              <a:rPr lang="en-IN" sz="1600" dirty="0"/>
              <a:t>Supported in Windows, Linux and MacOS</a:t>
            </a:r>
          </a:p>
          <a:p>
            <a:pPr marL="285750" indent="-285750">
              <a:buFont typeface="Arial" panose="020B0604020202020204" pitchFamily="34" charset="0"/>
              <a:buChar char="•"/>
            </a:pPr>
            <a:endParaRPr lang="en-IN" sz="1600" dirty="0"/>
          </a:p>
          <a:p>
            <a:pPr marL="285750" indent="-285750">
              <a:buFont typeface="Arial" panose="020B0604020202020204" pitchFamily="34" charset="0"/>
              <a:buChar char="•"/>
            </a:pPr>
            <a:r>
              <a:rPr lang="en-IN" sz="1600" dirty="0"/>
              <a:t>Machine should at least have </a:t>
            </a:r>
            <a:r>
              <a:rPr lang="en-IN" sz="1600" b="1" dirty="0"/>
              <a:t>Python 3.10. </a:t>
            </a:r>
            <a:r>
              <a:rPr lang="en-IN" sz="1600" dirty="0"/>
              <a:t>No other version supported</a:t>
            </a:r>
          </a:p>
          <a:p>
            <a:pPr marL="285750" indent="-285750">
              <a:buFont typeface="Arial" panose="020B0604020202020204" pitchFamily="34" charset="0"/>
              <a:buChar char="•"/>
            </a:pPr>
            <a:endParaRPr lang="en-IN" sz="1600" dirty="0"/>
          </a:p>
          <a:p>
            <a:pPr marL="285750" indent="-285750">
              <a:buFont typeface="Arial" panose="020B0604020202020204" pitchFamily="34" charset="0"/>
              <a:buChar char="•"/>
            </a:pPr>
            <a:r>
              <a:rPr lang="en-IN" sz="1600" dirty="0"/>
              <a:t>Verify that </a:t>
            </a:r>
            <a:r>
              <a:rPr lang="en-IN" sz="1600" b="1" dirty="0"/>
              <a:t>Java 11 or above </a:t>
            </a:r>
            <a:r>
              <a:rPr lang="en-IN" sz="1600" dirty="0"/>
              <a:t>is required to install &amp; use the </a:t>
            </a:r>
            <a:r>
              <a:rPr lang="en-IN" sz="1600" b="1" dirty="0"/>
              <a:t>Morpheus </a:t>
            </a:r>
            <a:r>
              <a:rPr lang="en-IN" sz="1600" b="1" dirty="0" err="1"/>
              <a:t>transpiler</a:t>
            </a:r>
            <a:endParaRPr lang="en-IN" sz="1600" b="1" dirty="0"/>
          </a:p>
          <a:p>
            <a:pPr marL="285750" indent="-285750">
              <a:buFont typeface="Arial" panose="020B0604020202020204" pitchFamily="34" charset="0"/>
              <a:buChar char="•"/>
            </a:pPr>
            <a:endParaRPr lang="en-IN" sz="1600" b="1" dirty="0"/>
          </a:p>
          <a:p>
            <a:pPr marL="285750" indent="-285750">
              <a:buFont typeface="Arial" panose="020B0604020202020204" pitchFamily="34" charset="0"/>
              <a:buChar char="•"/>
            </a:pPr>
            <a:r>
              <a:rPr lang="en-IN" sz="1600" dirty="0"/>
              <a:t>Link the Databricks workspace profile as usual like below,</a:t>
            </a:r>
          </a:p>
          <a:p>
            <a:endParaRPr lang="en-IN" sz="1600" dirty="0"/>
          </a:p>
          <a:p>
            <a:endParaRPr lang="en-IN" sz="1600" dirty="0"/>
          </a:p>
          <a:p>
            <a:endParaRPr lang="en-IN" sz="1600" dirty="0"/>
          </a:p>
          <a:p>
            <a:endParaRPr lang="en-IN" sz="1600" dirty="0"/>
          </a:p>
          <a:p>
            <a:endParaRPr lang="en-IN" sz="1600" dirty="0"/>
          </a:p>
          <a:p>
            <a:pPr marL="285750" indent="-285750">
              <a:buFont typeface="Arial" panose="020B0604020202020204" pitchFamily="34" charset="0"/>
              <a:buChar char="•"/>
            </a:pPr>
            <a:r>
              <a:rPr lang="en-IN" sz="1600" dirty="0"/>
              <a:t>Install Lakebridge </a:t>
            </a:r>
          </a:p>
          <a:p>
            <a:pPr marL="285750" indent="-285750">
              <a:buFont typeface="Arial" panose="020B0604020202020204" pitchFamily="34" charset="0"/>
              <a:buChar char="•"/>
            </a:pPr>
            <a:endParaRPr lang="en-IN" sz="1600" dirty="0"/>
          </a:p>
          <a:p>
            <a:r>
              <a:rPr lang="en-IN" sz="1200" b="1" i="1" dirty="0"/>
              <a:t>        databricks labs install lakebridge </a:t>
            </a:r>
            <a:r>
              <a:rPr lang="en-IN" sz="1200" dirty="0">
                <a:solidFill>
                  <a:srgbClr val="F7901D"/>
                </a:solidFill>
              </a:rPr>
              <a:t># install lakebridge base package with analysers &amp; other components as whole</a:t>
            </a:r>
            <a:endParaRPr lang="en-IN" sz="1200" b="1" i="1" dirty="0"/>
          </a:p>
          <a:p>
            <a:r>
              <a:rPr lang="en-IN" sz="1200" b="1" dirty="0"/>
              <a:t>        databricks labs lakebridge install-</a:t>
            </a:r>
            <a:r>
              <a:rPr lang="en-IN" sz="1200" b="1" dirty="0" err="1"/>
              <a:t>transpile</a:t>
            </a:r>
            <a:r>
              <a:rPr lang="en-IN" sz="1200" b="1" dirty="0"/>
              <a:t>     </a:t>
            </a:r>
            <a:r>
              <a:rPr lang="en-IN" sz="1200" dirty="0">
                <a:solidFill>
                  <a:srgbClr val="F7901D"/>
                </a:solidFill>
              </a:rPr>
              <a:t># install bladebridge &amp; morpheus transpilers for efficient conversion</a:t>
            </a:r>
          </a:p>
          <a:p>
            <a:r>
              <a:rPr lang="en-IN" sz="1200" b="1" dirty="0"/>
              <a:t>        databricks labs lakebridge configure-reconcile  </a:t>
            </a:r>
            <a:r>
              <a:rPr lang="en-IN" sz="1200" dirty="0">
                <a:solidFill>
                  <a:srgbClr val="F7901D"/>
                </a:solidFill>
              </a:rPr>
              <a:t># install reconcile utility for source to target validation</a:t>
            </a:r>
          </a:p>
          <a:p>
            <a:pPr marL="285750" indent="-285750">
              <a:buFont typeface="Arial" panose="020B0604020202020204" pitchFamily="34" charset="0"/>
              <a:buChar char="•"/>
            </a:pPr>
            <a:endParaRPr lang="en-IN" sz="1600" dirty="0"/>
          </a:p>
          <a:p>
            <a:pPr marL="285750" indent="-285750">
              <a:buFont typeface="Arial" panose="020B0604020202020204" pitchFamily="34" charset="0"/>
              <a:buChar char="•"/>
            </a:pPr>
            <a:r>
              <a:rPr lang="en-IN" sz="1600" dirty="0"/>
              <a:t> Verify installation</a:t>
            </a:r>
          </a:p>
          <a:p>
            <a:pPr marL="285750" indent="-285750">
              <a:buFont typeface="Arial" panose="020B0604020202020204" pitchFamily="34" charset="0"/>
              <a:buChar char="•"/>
            </a:pPr>
            <a:endParaRPr lang="en-IN" sz="1600" dirty="0"/>
          </a:p>
          <a:p>
            <a:r>
              <a:rPr lang="en-IN" sz="1200" b="1" dirty="0"/>
              <a:t>          databricks labs lakebridge –help</a:t>
            </a:r>
          </a:p>
          <a:p>
            <a:r>
              <a:rPr lang="en-US" sz="1200" b="1" dirty="0"/>
              <a:t>          databricks labs lakebridge transpile –help</a:t>
            </a:r>
          </a:p>
          <a:p>
            <a:r>
              <a:rPr lang="en-US" sz="1200" b="1" dirty="0"/>
              <a:t>          databricks labs lakebridge reconcile –help</a:t>
            </a:r>
          </a:p>
        </p:txBody>
      </p:sp>
      <p:pic>
        <p:nvPicPr>
          <p:cNvPr id="6" name="Picture 5">
            <a:extLst>
              <a:ext uri="{FF2B5EF4-FFF2-40B4-BE49-F238E27FC236}">
                <a16:creationId xmlns:a16="http://schemas.microsoft.com/office/drawing/2014/main" id="{9A7F6AF5-2589-EB0C-EF90-76C830903356}"/>
              </a:ext>
            </a:extLst>
          </p:cNvPr>
          <p:cNvPicPr>
            <a:picLocks noChangeAspect="1"/>
          </p:cNvPicPr>
          <p:nvPr/>
        </p:nvPicPr>
        <p:blipFill>
          <a:blip r:embed="rId4"/>
          <a:stretch>
            <a:fillRect/>
          </a:stretch>
        </p:blipFill>
        <p:spPr>
          <a:xfrm>
            <a:off x="836928" y="3155419"/>
            <a:ext cx="5778797" cy="876345"/>
          </a:xfrm>
          <a:prstGeom prst="rect">
            <a:avLst/>
          </a:prstGeom>
        </p:spPr>
      </p:pic>
    </p:spTree>
    <p:extLst>
      <p:ext uri="{BB962C8B-B14F-4D97-AF65-F5344CB8AC3E}">
        <p14:creationId xmlns:p14="http://schemas.microsoft.com/office/powerpoint/2010/main" val="37278656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B7C8A-4BD4-2921-39C6-7D1C4D5DEF1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37AF33E-B18F-3E6C-2015-611FD6AABA0F}"/>
              </a:ext>
            </a:extLst>
          </p:cNvPr>
          <p:cNvSpPr/>
          <p:nvPr/>
        </p:nvSpPr>
        <p:spPr>
          <a:xfrm>
            <a:off x="599268" y="2578608"/>
            <a:ext cx="10976895" cy="3918914"/>
          </a:xfrm>
          <a:prstGeom prst="rect">
            <a:avLst/>
          </a:prstGeom>
          <a:solidFill>
            <a:schemeClr val="bg2">
              <a:alpha val="5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 Placeholder 1">
            <a:extLst>
              <a:ext uri="{FF2B5EF4-FFF2-40B4-BE49-F238E27FC236}">
                <a16:creationId xmlns:a16="http://schemas.microsoft.com/office/drawing/2014/main" id="{B2C8D616-87AD-01B2-9214-C21CD4C36F31}"/>
              </a:ext>
            </a:extLst>
          </p:cNvPr>
          <p:cNvSpPr>
            <a:spLocks noGrp="1"/>
          </p:cNvSpPr>
          <p:nvPr>
            <p:ph type="body" sz="quarter" idx="199"/>
          </p:nvPr>
        </p:nvSpPr>
        <p:spPr>
          <a:xfrm>
            <a:off x="599268" y="360478"/>
            <a:ext cx="11137900" cy="611600"/>
          </a:xfrm>
        </p:spPr>
        <p:txBody>
          <a:bodyPr/>
          <a:lstStyle/>
          <a:p>
            <a:r>
              <a:rPr lang="en-US" dirty="0">
                <a:solidFill>
                  <a:schemeClr val="bg1">
                    <a:lumMod val="65000"/>
                    <a:lumOff val="35000"/>
                  </a:schemeClr>
                </a:solidFill>
              </a:rPr>
              <a:t>Lakebridge – Snowflake to Databricks</a:t>
            </a:r>
            <a:endParaRPr lang="en-IN" dirty="0">
              <a:solidFill>
                <a:schemeClr val="bg1">
                  <a:lumMod val="65000"/>
                  <a:lumOff val="35000"/>
                </a:schemeClr>
              </a:solidFill>
            </a:endParaRPr>
          </a:p>
        </p:txBody>
      </p:sp>
      <p:sp>
        <p:nvSpPr>
          <p:cNvPr id="3" name="Rectangle: Rounded Corners 2">
            <a:extLst>
              <a:ext uri="{FF2B5EF4-FFF2-40B4-BE49-F238E27FC236}">
                <a16:creationId xmlns:a16="http://schemas.microsoft.com/office/drawing/2014/main" id="{E37E0010-F305-8A89-F127-2A93EFE04D8E}"/>
              </a:ext>
            </a:extLst>
          </p:cNvPr>
          <p:cNvSpPr/>
          <p:nvPr/>
        </p:nvSpPr>
        <p:spPr>
          <a:xfrm>
            <a:off x="599268" y="893400"/>
            <a:ext cx="2620484" cy="367144"/>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a:t>Analyzer</a:t>
            </a:r>
          </a:p>
        </p:txBody>
      </p:sp>
      <p:sp>
        <p:nvSpPr>
          <p:cNvPr id="5" name="TextBox 4">
            <a:extLst>
              <a:ext uri="{FF2B5EF4-FFF2-40B4-BE49-F238E27FC236}">
                <a16:creationId xmlns:a16="http://schemas.microsoft.com/office/drawing/2014/main" id="{B1CEF957-A9D9-1C23-0F76-8E3BF8F013D7}"/>
              </a:ext>
            </a:extLst>
          </p:cNvPr>
          <p:cNvSpPr txBox="1"/>
          <p:nvPr/>
        </p:nvSpPr>
        <p:spPr>
          <a:xfrm>
            <a:off x="516972" y="1485689"/>
            <a:ext cx="10707483" cy="1169551"/>
          </a:xfrm>
          <a:prstGeom prst="rect">
            <a:avLst/>
          </a:prstGeom>
          <a:noFill/>
        </p:spPr>
        <p:txBody>
          <a:bodyPr wrap="none" rtlCol="0">
            <a:spAutoFit/>
          </a:bodyPr>
          <a:lstStyle/>
          <a:p>
            <a:pPr marL="342900" indent="-342900">
              <a:buFont typeface="+mj-lt"/>
              <a:buAutoNum type="arabicPeriod"/>
            </a:pPr>
            <a:r>
              <a:rPr lang="en-IN" sz="1400" dirty="0"/>
              <a:t>Run this in CLI before starting, since lakebridge is continuously evolving - &gt; </a:t>
            </a:r>
            <a:r>
              <a:rPr lang="en-IN" sz="1400" b="1" dirty="0"/>
              <a:t>databricks labs upgrade lakebridge</a:t>
            </a:r>
          </a:p>
          <a:p>
            <a:pPr marL="342900" indent="-342900">
              <a:buFont typeface="+mj-lt"/>
              <a:buAutoNum type="arabicPeriod"/>
            </a:pPr>
            <a:endParaRPr lang="en-IN" sz="1400" b="1" dirty="0"/>
          </a:p>
          <a:p>
            <a:pPr marL="342900" indent="-342900">
              <a:buFont typeface="+mj-lt"/>
              <a:buAutoNum type="arabicPeriod"/>
            </a:pPr>
            <a:r>
              <a:rPr lang="en-IN" sz="1400" dirty="0"/>
              <a:t>Create the necessary folder structure for snowflake assets for analysis, here </a:t>
            </a:r>
            <a:r>
              <a:rPr lang="en-IN" sz="1400" b="1" dirty="0"/>
              <a:t>input</a:t>
            </a:r>
            <a:r>
              <a:rPr lang="en-IN" sz="1400" dirty="0"/>
              <a:t> folder will hold all snowflake assets &amp; </a:t>
            </a:r>
            <a:r>
              <a:rPr lang="en-IN" sz="1400" b="1" dirty="0"/>
              <a:t>analysis</a:t>
            </a:r>
            <a:r>
              <a:rPr lang="en-IN" sz="1400" dirty="0"/>
              <a:t> folder </a:t>
            </a:r>
          </a:p>
          <a:p>
            <a:r>
              <a:rPr lang="en-IN" sz="1400" dirty="0"/>
              <a:t>         will produce the </a:t>
            </a:r>
            <a:r>
              <a:rPr lang="en-IN" sz="1400" b="1" dirty="0"/>
              <a:t>snowflake-inventory.xlsx </a:t>
            </a:r>
            <a:r>
              <a:rPr lang="en-IN" sz="1400" dirty="0"/>
              <a:t>by running the </a:t>
            </a:r>
            <a:r>
              <a:rPr lang="en-IN" sz="1400" b="1" dirty="0">
                <a:solidFill>
                  <a:schemeClr val="accent1">
                    <a:lumMod val="75000"/>
                  </a:schemeClr>
                </a:solidFill>
              </a:rPr>
              <a:t>lakebridge analyze </a:t>
            </a:r>
            <a:r>
              <a:rPr lang="en-IN" sz="1400" dirty="0"/>
              <a:t>command</a:t>
            </a:r>
          </a:p>
          <a:p>
            <a:r>
              <a:rPr lang="en-IN" sz="1400" b="1" dirty="0"/>
              <a:t>         </a:t>
            </a:r>
          </a:p>
        </p:txBody>
      </p:sp>
      <p:pic>
        <p:nvPicPr>
          <p:cNvPr id="8" name="Picture 7">
            <a:extLst>
              <a:ext uri="{FF2B5EF4-FFF2-40B4-BE49-F238E27FC236}">
                <a16:creationId xmlns:a16="http://schemas.microsoft.com/office/drawing/2014/main" id="{0D994ED0-3FDD-27A7-F752-2DAFFB4618C0}"/>
              </a:ext>
            </a:extLst>
          </p:cNvPr>
          <p:cNvPicPr>
            <a:picLocks noChangeAspect="1"/>
          </p:cNvPicPr>
          <p:nvPr/>
        </p:nvPicPr>
        <p:blipFill>
          <a:blip r:embed="rId3"/>
          <a:stretch>
            <a:fillRect/>
          </a:stretch>
        </p:blipFill>
        <p:spPr>
          <a:xfrm>
            <a:off x="967545" y="2655240"/>
            <a:ext cx="2370747" cy="3578757"/>
          </a:xfrm>
          <a:prstGeom prst="rect">
            <a:avLst/>
          </a:prstGeom>
        </p:spPr>
      </p:pic>
      <p:sp>
        <p:nvSpPr>
          <p:cNvPr id="10" name="TextBox 9">
            <a:extLst>
              <a:ext uri="{FF2B5EF4-FFF2-40B4-BE49-F238E27FC236}">
                <a16:creationId xmlns:a16="http://schemas.microsoft.com/office/drawing/2014/main" id="{A63DA18B-EB74-4193-3757-0F6B6D1CF12D}"/>
              </a:ext>
            </a:extLst>
          </p:cNvPr>
          <p:cNvSpPr txBox="1"/>
          <p:nvPr/>
        </p:nvSpPr>
        <p:spPr>
          <a:xfrm>
            <a:off x="3920321" y="3091515"/>
            <a:ext cx="4051348" cy="2893100"/>
          </a:xfrm>
          <a:prstGeom prst="rect">
            <a:avLst/>
          </a:prstGeom>
          <a:noFill/>
        </p:spPr>
        <p:txBody>
          <a:bodyPr wrap="square">
            <a:spAutoFit/>
          </a:bodyPr>
          <a:lstStyle/>
          <a:p>
            <a:r>
              <a:rPr lang="en-IN" sz="1400" b="1" dirty="0">
                <a:solidFill>
                  <a:schemeClr val="bg1">
                    <a:lumMod val="50000"/>
                    <a:lumOff val="50000"/>
                  </a:schemeClr>
                </a:solidFill>
              </a:rPr>
              <a:t>&gt;</a:t>
            </a:r>
            <a:r>
              <a:rPr lang="en-IN" sz="1400" dirty="0"/>
              <a:t>$  </a:t>
            </a:r>
          </a:p>
          <a:p>
            <a:endParaRPr lang="en-IN" sz="1400" dirty="0"/>
          </a:p>
          <a:p>
            <a:r>
              <a:rPr lang="en-IN" sz="1400" dirty="0"/>
              <a:t>databricks labs </a:t>
            </a:r>
            <a:r>
              <a:rPr lang="en-IN" sz="1400" b="1" dirty="0">
                <a:solidFill>
                  <a:schemeClr val="accent1">
                    <a:lumMod val="75000"/>
                  </a:schemeClr>
                </a:solidFill>
              </a:rPr>
              <a:t>lakebridge analyze </a:t>
            </a:r>
          </a:p>
          <a:p>
            <a:r>
              <a:rPr lang="en-IN" sz="1400" dirty="0"/>
              <a:t>--source-directory </a:t>
            </a:r>
          </a:p>
          <a:p>
            <a:r>
              <a:rPr lang="en-IN" sz="1400" b="1" dirty="0"/>
              <a:t>/workspaces/codespaces-blank/snowflake/input </a:t>
            </a:r>
          </a:p>
          <a:p>
            <a:r>
              <a:rPr lang="en-IN" sz="1400" dirty="0"/>
              <a:t>--report-file </a:t>
            </a:r>
          </a:p>
          <a:p>
            <a:r>
              <a:rPr lang="en-IN" sz="1400" b="1" dirty="0"/>
              <a:t>/workspaces/codespaces-blank/snowflake/analysis/snowflake-inventory.xlsx</a:t>
            </a:r>
          </a:p>
          <a:p>
            <a:endParaRPr lang="en-IN" sz="1400" b="1" dirty="0"/>
          </a:p>
          <a:p>
            <a:r>
              <a:rPr lang="en-IN" sz="1400" b="1" dirty="0">
                <a:solidFill>
                  <a:schemeClr val="accent1"/>
                </a:solidFill>
              </a:rPr>
              <a:t>Follow the instruction on the screen once you execute above command:</a:t>
            </a:r>
          </a:p>
          <a:p>
            <a:endParaRPr lang="en-IN" sz="1400" b="1" dirty="0"/>
          </a:p>
          <a:p>
            <a:r>
              <a:rPr lang="en-IN" sz="1400" dirty="0"/>
              <a:t>Choose number </a:t>
            </a:r>
            <a:r>
              <a:rPr lang="en-IN" sz="1400" b="1" dirty="0"/>
              <a:t>25 </a:t>
            </a:r>
            <a:r>
              <a:rPr lang="en-IN" sz="1400" dirty="0"/>
              <a:t>for</a:t>
            </a:r>
            <a:r>
              <a:rPr lang="en-IN" sz="1400" b="1" dirty="0"/>
              <a:t> Snowflake</a:t>
            </a:r>
          </a:p>
        </p:txBody>
      </p:sp>
      <p:sp>
        <p:nvSpPr>
          <p:cNvPr id="11" name="Arrow: Right 10">
            <a:extLst>
              <a:ext uri="{FF2B5EF4-FFF2-40B4-BE49-F238E27FC236}">
                <a16:creationId xmlns:a16="http://schemas.microsoft.com/office/drawing/2014/main" id="{357AE38C-AA13-CB8B-827D-58F813590164}"/>
              </a:ext>
            </a:extLst>
          </p:cNvPr>
          <p:cNvSpPr/>
          <p:nvPr/>
        </p:nvSpPr>
        <p:spPr>
          <a:xfrm>
            <a:off x="3444415" y="4202761"/>
            <a:ext cx="493776" cy="502920"/>
          </a:xfrm>
          <a:prstGeom prst="rightArrow">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Arrow: Right 11">
            <a:extLst>
              <a:ext uri="{FF2B5EF4-FFF2-40B4-BE49-F238E27FC236}">
                <a16:creationId xmlns:a16="http://schemas.microsoft.com/office/drawing/2014/main" id="{8F79EB94-2F40-456E-D91C-3D90E75923AC}"/>
              </a:ext>
            </a:extLst>
          </p:cNvPr>
          <p:cNvSpPr/>
          <p:nvPr/>
        </p:nvSpPr>
        <p:spPr>
          <a:xfrm>
            <a:off x="8095663" y="4080841"/>
            <a:ext cx="493776" cy="502920"/>
          </a:xfrm>
          <a:prstGeom prst="rightArrow">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4" name="Picture 13">
            <a:extLst>
              <a:ext uri="{FF2B5EF4-FFF2-40B4-BE49-F238E27FC236}">
                <a16:creationId xmlns:a16="http://schemas.microsoft.com/office/drawing/2014/main" id="{25CC0B85-4A0F-D15A-16E5-98CBF00F7BB9}"/>
              </a:ext>
            </a:extLst>
          </p:cNvPr>
          <p:cNvPicPr>
            <a:picLocks noChangeAspect="1"/>
          </p:cNvPicPr>
          <p:nvPr/>
        </p:nvPicPr>
        <p:blipFill>
          <a:blip r:embed="rId4"/>
          <a:stretch>
            <a:fillRect/>
          </a:stretch>
        </p:blipFill>
        <p:spPr>
          <a:xfrm>
            <a:off x="8801688" y="2679840"/>
            <a:ext cx="2704306" cy="1774381"/>
          </a:xfrm>
          <a:prstGeom prst="rect">
            <a:avLst/>
          </a:prstGeom>
        </p:spPr>
      </p:pic>
      <p:graphicFrame>
        <p:nvGraphicFramePr>
          <p:cNvPr id="15" name="Object 14">
            <a:extLst>
              <a:ext uri="{FF2B5EF4-FFF2-40B4-BE49-F238E27FC236}">
                <a16:creationId xmlns:a16="http://schemas.microsoft.com/office/drawing/2014/main" id="{B5D38A90-DCA2-70E4-DB6F-E898EFA96FDA}"/>
              </a:ext>
            </a:extLst>
          </p:cNvPr>
          <p:cNvGraphicFramePr>
            <a:graphicFrameLocks noChangeAspect="1"/>
          </p:cNvGraphicFramePr>
          <p:nvPr>
            <p:extLst>
              <p:ext uri="{D42A27DB-BD31-4B8C-83A1-F6EECF244321}">
                <p14:modId xmlns:p14="http://schemas.microsoft.com/office/powerpoint/2010/main" val="2281163259"/>
              </p:ext>
            </p:extLst>
          </p:nvPr>
        </p:nvGraphicFramePr>
        <p:xfrm>
          <a:off x="2430718" y="5706947"/>
          <a:ext cx="546100" cy="527050"/>
        </p:xfrm>
        <a:graphic>
          <a:graphicData uri="http://schemas.openxmlformats.org/presentationml/2006/ole">
            <mc:AlternateContent xmlns:mc="http://schemas.openxmlformats.org/markup-compatibility/2006">
              <mc:Choice xmlns:v="urn:schemas-microsoft-com:vml" Requires="v">
                <p:oleObj name="Packager Shell Object" showAsIcon="1" r:id="rId5" imgW="546218" imgH="526915" progId="Package">
                  <p:embed/>
                </p:oleObj>
              </mc:Choice>
              <mc:Fallback>
                <p:oleObj name="Packager Shell Object" showAsIcon="1" r:id="rId5" imgW="546218" imgH="526915" progId="Package">
                  <p:embed/>
                  <p:pic>
                    <p:nvPicPr>
                      <p:cNvPr id="0" name=""/>
                      <p:cNvPicPr/>
                      <p:nvPr/>
                    </p:nvPicPr>
                    <p:blipFill>
                      <a:blip r:embed="rId6"/>
                      <a:stretch>
                        <a:fillRect/>
                      </a:stretch>
                    </p:blipFill>
                    <p:spPr>
                      <a:xfrm>
                        <a:off x="2430718" y="5706947"/>
                        <a:ext cx="546100" cy="527050"/>
                      </a:xfrm>
                      <a:prstGeom prst="rect">
                        <a:avLst/>
                      </a:prstGeom>
                    </p:spPr>
                  </p:pic>
                </p:oleObj>
              </mc:Fallback>
            </mc:AlternateContent>
          </a:graphicData>
        </a:graphic>
      </p:graphicFrame>
      <p:graphicFrame>
        <p:nvGraphicFramePr>
          <p:cNvPr id="18" name="Object 17">
            <a:extLst>
              <a:ext uri="{FF2B5EF4-FFF2-40B4-BE49-F238E27FC236}">
                <a16:creationId xmlns:a16="http://schemas.microsoft.com/office/drawing/2014/main" id="{A83FFC89-A790-41D5-2982-B2885EC7451E}"/>
              </a:ext>
            </a:extLst>
          </p:cNvPr>
          <p:cNvGraphicFramePr>
            <a:graphicFrameLocks noChangeAspect="1"/>
          </p:cNvGraphicFramePr>
          <p:nvPr>
            <p:extLst>
              <p:ext uri="{D42A27DB-BD31-4B8C-83A1-F6EECF244321}">
                <p14:modId xmlns:p14="http://schemas.microsoft.com/office/powerpoint/2010/main" val="2419568352"/>
              </p:ext>
            </p:extLst>
          </p:nvPr>
        </p:nvGraphicFramePr>
        <p:xfrm>
          <a:off x="8982075" y="5561013"/>
          <a:ext cx="914400" cy="806450"/>
        </p:xfrm>
        <a:graphic>
          <a:graphicData uri="http://schemas.openxmlformats.org/presentationml/2006/ole">
            <mc:AlternateContent xmlns:mc="http://schemas.openxmlformats.org/markup-compatibility/2006">
              <mc:Choice xmlns:v="urn:schemas-microsoft-com:vml" Requires="v">
                <p:oleObj name="Worksheet" showAsIcon="1" r:id="rId7" imgW="914400" imgH="806585" progId="Excel.Sheet.12">
                  <p:link updateAutomatic="1"/>
                </p:oleObj>
              </mc:Choice>
              <mc:Fallback>
                <p:oleObj name="Worksheet" showAsIcon="1" r:id="rId7" imgW="914400" imgH="806585" progId="Excel.Sheet.12">
                  <p:link updateAutomatic="1"/>
                  <p:pic>
                    <p:nvPicPr>
                      <p:cNvPr id="0" name=""/>
                      <p:cNvPicPr/>
                      <p:nvPr/>
                    </p:nvPicPr>
                    <p:blipFill>
                      <a:blip r:embed="rId8"/>
                      <a:stretch>
                        <a:fillRect/>
                      </a:stretch>
                    </p:blipFill>
                    <p:spPr>
                      <a:xfrm>
                        <a:off x="8982075" y="5561013"/>
                        <a:ext cx="914400" cy="806450"/>
                      </a:xfrm>
                      <a:prstGeom prst="rect">
                        <a:avLst/>
                      </a:prstGeom>
                    </p:spPr>
                  </p:pic>
                </p:oleObj>
              </mc:Fallback>
            </mc:AlternateContent>
          </a:graphicData>
        </a:graphic>
      </p:graphicFrame>
      <p:pic>
        <p:nvPicPr>
          <p:cNvPr id="20" name="Picture 19">
            <a:extLst>
              <a:ext uri="{FF2B5EF4-FFF2-40B4-BE49-F238E27FC236}">
                <a16:creationId xmlns:a16="http://schemas.microsoft.com/office/drawing/2014/main" id="{67B74E16-6E5B-1A46-D842-A24CB4055E4B}"/>
              </a:ext>
            </a:extLst>
          </p:cNvPr>
          <p:cNvPicPr>
            <a:picLocks noChangeAspect="1"/>
          </p:cNvPicPr>
          <p:nvPr/>
        </p:nvPicPr>
        <p:blipFill>
          <a:blip r:embed="rId9"/>
          <a:stretch>
            <a:fillRect/>
          </a:stretch>
        </p:blipFill>
        <p:spPr>
          <a:xfrm>
            <a:off x="9153597" y="4518476"/>
            <a:ext cx="1487122" cy="744199"/>
          </a:xfrm>
          <a:prstGeom prst="rect">
            <a:avLst/>
          </a:prstGeom>
        </p:spPr>
      </p:pic>
    </p:spTree>
    <p:extLst>
      <p:ext uri="{BB962C8B-B14F-4D97-AF65-F5344CB8AC3E}">
        <p14:creationId xmlns:p14="http://schemas.microsoft.com/office/powerpoint/2010/main" val="7668287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A57DF7-2A17-4A38-464A-4DF5C58A5FB6}"/>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C47A1C08-7B96-8EAF-6696-D87800F217EB}"/>
              </a:ext>
            </a:extLst>
          </p:cNvPr>
          <p:cNvSpPr/>
          <p:nvPr/>
        </p:nvSpPr>
        <p:spPr>
          <a:xfrm>
            <a:off x="599268" y="2578608"/>
            <a:ext cx="10976895" cy="3918914"/>
          </a:xfrm>
          <a:prstGeom prst="rect">
            <a:avLst/>
          </a:prstGeom>
          <a:solidFill>
            <a:schemeClr val="bg2">
              <a:alpha val="5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 Placeholder 1">
            <a:extLst>
              <a:ext uri="{FF2B5EF4-FFF2-40B4-BE49-F238E27FC236}">
                <a16:creationId xmlns:a16="http://schemas.microsoft.com/office/drawing/2014/main" id="{AB649807-7B2F-3CB1-B6BC-259BF9B77B2A}"/>
              </a:ext>
            </a:extLst>
          </p:cNvPr>
          <p:cNvSpPr>
            <a:spLocks noGrp="1"/>
          </p:cNvSpPr>
          <p:nvPr>
            <p:ph type="body" sz="quarter" idx="199"/>
          </p:nvPr>
        </p:nvSpPr>
        <p:spPr>
          <a:xfrm>
            <a:off x="599268" y="360478"/>
            <a:ext cx="11137900" cy="611600"/>
          </a:xfrm>
        </p:spPr>
        <p:txBody>
          <a:bodyPr/>
          <a:lstStyle/>
          <a:p>
            <a:r>
              <a:rPr lang="en-US" dirty="0">
                <a:solidFill>
                  <a:schemeClr val="bg1">
                    <a:lumMod val="65000"/>
                    <a:lumOff val="35000"/>
                  </a:schemeClr>
                </a:solidFill>
              </a:rPr>
              <a:t>Lakebridge – Snowflake to Databricks</a:t>
            </a:r>
            <a:endParaRPr lang="en-IN" dirty="0">
              <a:solidFill>
                <a:schemeClr val="bg1">
                  <a:lumMod val="65000"/>
                  <a:lumOff val="35000"/>
                </a:schemeClr>
              </a:solidFill>
            </a:endParaRPr>
          </a:p>
        </p:txBody>
      </p:sp>
      <p:sp>
        <p:nvSpPr>
          <p:cNvPr id="3" name="Rectangle: Rounded Corners 2">
            <a:extLst>
              <a:ext uri="{FF2B5EF4-FFF2-40B4-BE49-F238E27FC236}">
                <a16:creationId xmlns:a16="http://schemas.microsoft.com/office/drawing/2014/main" id="{095368E2-B8E8-568D-FCEB-B435A30A52B0}"/>
              </a:ext>
            </a:extLst>
          </p:cNvPr>
          <p:cNvSpPr/>
          <p:nvPr/>
        </p:nvSpPr>
        <p:spPr>
          <a:xfrm>
            <a:off x="599268" y="893400"/>
            <a:ext cx="2620484" cy="367144"/>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a:t>Transpile (Converter)</a:t>
            </a:r>
          </a:p>
        </p:txBody>
      </p:sp>
      <p:sp>
        <p:nvSpPr>
          <p:cNvPr id="5" name="TextBox 4">
            <a:extLst>
              <a:ext uri="{FF2B5EF4-FFF2-40B4-BE49-F238E27FC236}">
                <a16:creationId xmlns:a16="http://schemas.microsoft.com/office/drawing/2014/main" id="{C51EFE44-7019-12CF-1E4D-6F31F3E25794}"/>
              </a:ext>
            </a:extLst>
          </p:cNvPr>
          <p:cNvSpPr txBox="1"/>
          <p:nvPr/>
        </p:nvSpPr>
        <p:spPr>
          <a:xfrm>
            <a:off x="516972" y="1485689"/>
            <a:ext cx="10564367" cy="1169551"/>
          </a:xfrm>
          <a:prstGeom prst="rect">
            <a:avLst/>
          </a:prstGeom>
          <a:noFill/>
        </p:spPr>
        <p:txBody>
          <a:bodyPr wrap="none" rtlCol="0">
            <a:spAutoFit/>
          </a:bodyPr>
          <a:lstStyle/>
          <a:p>
            <a:pPr marL="342900" indent="-342900">
              <a:buFont typeface="+mj-lt"/>
              <a:buAutoNum type="arabicPeriod"/>
            </a:pPr>
            <a:r>
              <a:rPr lang="en-IN" sz="1400" dirty="0"/>
              <a:t>Run this in CLI before starting, since lakebridge is continuously evolving - &gt; </a:t>
            </a:r>
            <a:r>
              <a:rPr lang="en-IN" sz="1400" b="1" dirty="0"/>
              <a:t>databricks labs upgrade lakebridge</a:t>
            </a:r>
          </a:p>
          <a:p>
            <a:pPr marL="342900" indent="-342900">
              <a:buFont typeface="+mj-lt"/>
              <a:buAutoNum type="arabicPeriod"/>
            </a:pPr>
            <a:endParaRPr lang="en-IN" sz="1400" b="1" dirty="0"/>
          </a:p>
          <a:p>
            <a:pPr marL="342900" indent="-342900">
              <a:buFont typeface="+mj-lt"/>
              <a:buAutoNum type="arabicPeriod"/>
            </a:pPr>
            <a:r>
              <a:rPr lang="en-IN" sz="1400" dirty="0"/>
              <a:t>Create the necessary folder structure for snowflake assets for analysis, here </a:t>
            </a:r>
            <a:r>
              <a:rPr lang="en-IN" sz="1400" b="1" dirty="0"/>
              <a:t>input</a:t>
            </a:r>
            <a:r>
              <a:rPr lang="en-IN" sz="1400" dirty="0"/>
              <a:t> folder will hold all snowflake assets &amp; </a:t>
            </a:r>
            <a:r>
              <a:rPr lang="en-IN" sz="1400" b="1" dirty="0"/>
              <a:t>output</a:t>
            </a:r>
            <a:r>
              <a:rPr lang="en-IN" sz="1400" dirty="0"/>
              <a:t> folder </a:t>
            </a:r>
          </a:p>
          <a:p>
            <a:r>
              <a:rPr lang="en-IN" sz="1400" dirty="0"/>
              <a:t>         will produce the </a:t>
            </a:r>
            <a:r>
              <a:rPr lang="en-IN" sz="1400" b="1" dirty="0"/>
              <a:t>converted Databricks SQL assets </a:t>
            </a:r>
            <a:r>
              <a:rPr lang="en-IN" sz="1400" dirty="0"/>
              <a:t>by running the </a:t>
            </a:r>
            <a:r>
              <a:rPr lang="en-IN" sz="1400" b="1" dirty="0">
                <a:solidFill>
                  <a:schemeClr val="accent1">
                    <a:lumMod val="75000"/>
                  </a:schemeClr>
                </a:solidFill>
              </a:rPr>
              <a:t>lakebridge transpile </a:t>
            </a:r>
            <a:r>
              <a:rPr lang="en-IN" sz="1400" dirty="0"/>
              <a:t>command</a:t>
            </a:r>
          </a:p>
          <a:p>
            <a:r>
              <a:rPr lang="en-IN" sz="1400" b="1" dirty="0"/>
              <a:t>         </a:t>
            </a:r>
          </a:p>
        </p:txBody>
      </p:sp>
      <p:pic>
        <p:nvPicPr>
          <p:cNvPr id="4" name="Picture 3">
            <a:extLst>
              <a:ext uri="{FF2B5EF4-FFF2-40B4-BE49-F238E27FC236}">
                <a16:creationId xmlns:a16="http://schemas.microsoft.com/office/drawing/2014/main" id="{786D566B-67EE-90E3-F0C5-0555AE79E07D}"/>
              </a:ext>
            </a:extLst>
          </p:cNvPr>
          <p:cNvPicPr>
            <a:picLocks noChangeAspect="1"/>
          </p:cNvPicPr>
          <p:nvPr/>
        </p:nvPicPr>
        <p:blipFill>
          <a:blip r:embed="rId3"/>
          <a:stretch>
            <a:fillRect/>
          </a:stretch>
        </p:blipFill>
        <p:spPr>
          <a:xfrm>
            <a:off x="724136" y="2664842"/>
            <a:ext cx="2370747" cy="3578757"/>
          </a:xfrm>
          <a:prstGeom prst="rect">
            <a:avLst/>
          </a:prstGeom>
        </p:spPr>
      </p:pic>
      <p:graphicFrame>
        <p:nvGraphicFramePr>
          <p:cNvPr id="6" name="Object 5">
            <a:extLst>
              <a:ext uri="{FF2B5EF4-FFF2-40B4-BE49-F238E27FC236}">
                <a16:creationId xmlns:a16="http://schemas.microsoft.com/office/drawing/2014/main" id="{FD059719-C3EC-B61C-7329-490E1DDF9ACA}"/>
              </a:ext>
            </a:extLst>
          </p:cNvPr>
          <p:cNvGraphicFramePr>
            <a:graphicFrameLocks noChangeAspect="1"/>
          </p:cNvGraphicFramePr>
          <p:nvPr/>
        </p:nvGraphicFramePr>
        <p:xfrm>
          <a:off x="2229550" y="5716549"/>
          <a:ext cx="546100" cy="527050"/>
        </p:xfrm>
        <a:graphic>
          <a:graphicData uri="http://schemas.openxmlformats.org/presentationml/2006/ole">
            <mc:AlternateContent xmlns:mc="http://schemas.openxmlformats.org/markup-compatibility/2006">
              <mc:Choice xmlns:v="urn:schemas-microsoft-com:vml" Requires="v">
                <p:oleObj name="Packager Shell Object" showAsIcon="1" r:id="rId4" imgW="546218" imgH="526915" progId="Package">
                  <p:embed/>
                </p:oleObj>
              </mc:Choice>
              <mc:Fallback>
                <p:oleObj name="Packager Shell Object" showAsIcon="1" r:id="rId4" imgW="546218" imgH="526915" progId="Package">
                  <p:embed/>
                  <p:pic>
                    <p:nvPicPr>
                      <p:cNvPr id="6" name="Object 5">
                        <a:extLst>
                          <a:ext uri="{FF2B5EF4-FFF2-40B4-BE49-F238E27FC236}">
                            <a16:creationId xmlns:a16="http://schemas.microsoft.com/office/drawing/2014/main" id="{989C8C61-27AB-1715-1352-4D4DBA909D09}"/>
                          </a:ext>
                        </a:extLst>
                      </p:cNvPr>
                      <p:cNvPicPr/>
                      <p:nvPr/>
                    </p:nvPicPr>
                    <p:blipFill>
                      <a:blip r:embed="rId5"/>
                      <a:stretch>
                        <a:fillRect/>
                      </a:stretch>
                    </p:blipFill>
                    <p:spPr>
                      <a:xfrm>
                        <a:off x="2229550" y="5716549"/>
                        <a:ext cx="546100" cy="527050"/>
                      </a:xfrm>
                      <a:prstGeom prst="rect">
                        <a:avLst/>
                      </a:prstGeom>
                    </p:spPr>
                  </p:pic>
                </p:oleObj>
              </mc:Fallback>
            </mc:AlternateContent>
          </a:graphicData>
        </a:graphic>
      </p:graphicFrame>
      <p:sp>
        <p:nvSpPr>
          <p:cNvPr id="7" name="TextBox 6">
            <a:extLst>
              <a:ext uri="{FF2B5EF4-FFF2-40B4-BE49-F238E27FC236}">
                <a16:creationId xmlns:a16="http://schemas.microsoft.com/office/drawing/2014/main" id="{A2BFC5F2-2D1E-21D5-422A-2ABC8AA7FA51}"/>
              </a:ext>
            </a:extLst>
          </p:cNvPr>
          <p:cNvSpPr txBox="1"/>
          <p:nvPr/>
        </p:nvSpPr>
        <p:spPr>
          <a:xfrm>
            <a:off x="4067424" y="2720124"/>
            <a:ext cx="3949602" cy="2031325"/>
          </a:xfrm>
          <a:prstGeom prst="rect">
            <a:avLst/>
          </a:prstGeom>
          <a:noFill/>
        </p:spPr>
        <p:txBody>
          <a:bodyPr wrap="square">
            <a:spAutoFit/>
          </a:bodyPr>
          <a:lstStyle/>
          <a:p>
            <a:r>
              <a:rPr lang="en-IN" sz="1400" b="1" dirty="0">
                <a:solidFill>
                  <a:schemeClr val="bg1">
                    <a:lumMod val="50000"/>
                    <a:lumOff val="50000"/>
                  </a:schemeClr>
                </a:solidFill>
              </a:rPr>
              <a:t>&gt;</a:t>
            </a:r>
            <a:r>
              <a:rPr lang="en-IN" sz="1400" dirty="0"/>
              <a:t>$  </a:t>
            </a:r>
          </a:p>
          <a:p>
            <a:endParaRPr lang="en-IN" sz="1400" dirty="0"/>
          </a:p>
          <a:p>
            <a:r>
              <a:rPr lang="en-IN" sz="1400" dirty="0"/>
              <a:t>databricks labs </a:t>
            </a:r>
            <a:r>
              <a:rPr lang="en-IN" sz="1400" b="1" dirty="0">
                <a:solidFill>
                  <a:schemeClr val="accent1">
                    <a:lumMod val="75000"/>
                  </a:schemeClr>
                </a:solidFill>
              </a:rPr>
              <a:t>lakebridge </a:t>
            </a:r>
            <a:r>
              <a:rPr lang="en-IN" sz="1400" b="1" dirty="0" err="1">
                <a:solidFill>
                  <a:schemeClr val="accent1">
                    <a:lumMod val="75000"/>
                  </a:schemeClr>
                </a:solidFill>
              </a:rPr>
              <a:t>transpile</a:t>
            </a:r>
            <a:endParaRPr lang="en-IN" sz="1400" b="1" dirty="0">
              <a:solidFill>
                <a:schemeClr val="accent1">
                  <a:lumMod val="75000"/>
                </a:schemeClr>
              </a:solidFill>
            </a:endParaRPr>
          </a:p>
          <a:p>
            <a:r>
              <a:rPr lang="en-IN" sz="1400" dirty="0">
                <a:solidFill>
                  <a:schemeClr val="tx2"/>
                </a:solidFill>
              </a:rPr>
              <a:t>--source-dialect </a:t>
            </a:r>
            <a:r>
              <a:rPr lang="en-IN" sz="1400" b="1" dirty="0">
                <a:solidFill>
                  <a:schemeClr val="tx2"/>
                </a:solidFill>
              </a:rPr>
              <a:t>snowflake</a:t>
            </a:r>
          </a:p>
          <a:p>
            <a:r>
              <a:rPr lang="en-IN" sz="1400" dirty="0"/>
              <a:t>--input-source</a:t>
            </a:r>
          </a:p>
          <a:p>
            <a:r>
              <a:rPr lang="en-IN" sz="1400" b="1" dirty="0"/>
              <a:t>/workspaces/</a:t>
            </a:r>
            <a:r>
              <a:rPr lang="en-IN" sz="1400" b="1" dirty="0" err="1"/>
              <a:t>codespaces</a:t>
            </a:r>
            <a:r>
              <a:rPr lang="en-IN" sz="1400" b="1" dirty="0"/>
              <a:t>-blank/snowflake/input </a:t>
            </a:r>
          </a:p>
          <a:p>
            <a:r>
              <a:rPr lang="en-IN" sz="1400" dirty="0"/>
              <a:t>--output-folder</a:t>
            </a:r>
          </a:p>
          <a:p>
            <a:r>
              <a:rPr lang="en-IN" sz="1400" b="1" dirty="0"/>
              <a:t>/workspaces/codespaces-blank/snowflake/output</a:t>
            </a:r>
          </a:p>
          <a:p>
            <a:endParaRPr lang="en-IN" sz="1400" b="1" dirty="0"/>
          </a:p>
        </p:txBody>
      </p:sp>
      <p:sp>
        <p:nvSpPr>
          <p:cNvPr id="9" name="Arrow: Right 8">
            <a:extLst>
              <a:ext uri="{FF2B5EF4-FFF2-40B4-BE49-F238E27FC236}">
                <a16:creationId xmlns:a16="http://schemas.microsoft.com/office/drawing/2014/main" id="{94808DA9-8C7E-0461-63D2-568C060552B5}"/>
              </a:ext>
            </a:extLst>
          </p:cNvPr>
          <p:cNvSpPr/>
          <p:nvPr/>
        </p:nvSpPr>
        <p:spPr>
          <a:xfrm>
            <a:off x="3284558" y="3584814"/>
            <a:ext cx="493776" cy="502920"/>
          </a:xfrm>
          <a:prstGeom prst="rightArrow">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6" name="Picture 15">
            <a:extLst>
              <a:ext uri="{FF2B5EF4-FFF2-40B4-BE49-F238E27FC236}">
                <a16:creationId xmlns:a16="http://schemas.microsoft.com/office/drawing/2014/main" id="{07630E63-AF68-0665-CFBE-B5DABBD29E1D}"/>
              </a:ext>
            </a:extLst>
          </p:cNvPr>
          <p:cNvPicPr>
            <a:picLocks noChangeAspect="1"/>
          </p:cNvPicPr>
          <p:nvPr/>
        </p:nvPicPr>
        <p:blipFill>
          <a:blip r:embed="rId6"/>
          <a:stretch>
            <a:fillRect/>
          </a:stretch>
        </p:blipFill>
        <p:spPr>
          <a:xfrm>
            <a:off x="8890153" y="2664842"/>
            <a:ext cx="2370747" cy="3597957"/>
          </a:xfrm>
          <a:prstGeom prst="rect">
            <a:avLst/>
          </a:prstGeom>
        </p:spPr>
      </p:pic>
      <p:sp>
        <p:nvSpPr>
          <p:cNvPr id="17" name="Arrow: Right 16">
            <a:extLst>
              <a:ext uri="{FF2B5EF4-FFF2-40B4-BE49-F238E27FC236}">
                <a16:creationId xmlns:a16="http://schemas.microsoft.com/office/drawing/2014/main" id="{CB0B8293-97B4-1047-DF30-CFA2B3F08127}"/>
              </a:ext>
            </a:extLst>
          </p:cNvPr>
          <p:cNvSpPr/>
          <p:nvPr/>
        </p:nvSpPr>
        <p:spPr>
          <a:xfrm>
            <a:off x="8185648" y="3530219"/>
            <a:ext cx="493776" cy="502920"/>
          </a:xfrm>
          <a:prstGeom prst="rightArrow">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Arrow: Right 20">
            <a:extLst>
              <a:ext uri="{FF2B5EF4-FFF2-40B4-BE49-F238E27FC236}">
                <a16:creationId xmlns:a16="http://schemas.microsoft.com/office/drawing/2014/main" id="{2E930C6A-2B91-710A-9D85-430AD9D2F8A4}"/>
              </a:ext>
            </a:extLst>
          </p:cNvPr>
          <p:cNvSpPr/>
          <p:nvPr/>
        </p:nvSpPr>
        <p:spPr>
          <a:xfrm rot="5400000">
            <a:off x="5552267" y="4459248"/>
            <a:ext cx="493776" cy="502920"/>
          </a:xfrm>
          <a:prstGeom prst="rightArrow">
            <a:avLst/>
          </a:prstGeom>
          <a:solidFill>
            <a:schemeClr val="tx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5" name="Picture 24">
            <a:extLst>
              <a:ext uri="{FF2B5EF4-FFF2-40B4-BE49-F238E27FC236}">
                <a16:creationId xmlns:a16="http://schemas.microsoft.com/office/drawing/2014/main" id="{8E3E35CA-7292-EC4E-06D8-43209F35B95D}"/>
              </a:ext>
            </a:extLst>
          </p:cNvPr>
          <p:cNvPicPr>
            <a:picLocks noChangeAspect="1"/>
          </p:cNvPicPr>
          <p:nvPr/>
        </p:nvPicPr>
        <p:blipFill>
          <a:blip r:embed="rId7"/>
          <a:stretch>
            <a:fillRect/>
          </a:stretch>
        </p:blipFill>
        <p:spPr>
          <a:xfrm>
            <a:off x="3778334" y="5019378"/>
            <a:ext cx="4597570" cy="1260324"/>
          </a:xfrm>
          <a:prstGeom prst="rect">
            <a:avLst/>
          </a:prstGeom>
        </p:spPr>
      </p:pic>
      <p:graphicFrame>
        <p:nvGraphicFramePr>
          <p:cNvPr id="26" name="Object 25">
            <a:extLst>
              <a:ext uri="{FF2B5EF4-FFF2-40B4-BE49-F238E27FC236}">
                <a16:creationId xmlns:a16="http://schemas.microsoft.com/office/drawing/2014/main" id="{6D5E2742-9D5F-7D50-F814-0D967E4A2D01}"/>
              </a:ext>
            </a:extLst>
          </p:cNvPr>
          <p:cNvGraphicFramePr>
            <a:graphicFrameLocks noChangeAspect="1"/>
          </p:cNvGraphicFramePr>
          <p:nvPr/>
        </p:nvGraphicFramePr>
        <p:xfrm>
          <a:off x="10567742" y="5752652"/>
          <a:ext cx="647700" cy="527050"/>
        </p:xfrm>
        <a:graphic>
          <a:graphicData uri="http://schemas.openxmlformats.org/presentationml/2006/ole">
            <mc:AlternateContent xmlns:mc="http://schemas.openxmlformats.org/markup-compatibility/2006">
              <mc:Choice xmlns:v="urn:schemas-microsoft-com:vml" Requires="v">
                <p:oleObj name="Packager Shell Object" showAsIcon="1" r:id="rId8" imgW="647549" imgH="526915" progId="Package">
                  <p:embed/>
                </p:oleObj>
              </mc:Choice>
              <mc:Fallback>
                <p:oleObj name="Packager Shell Object" showAsIcon="1" r:id="rId8" imgW="647549" imgH="526915" progId="Package">
                  <p:embed/>
                  <p:pic>
                    <p:nvPicPr>
                      <p:cNvPr id="26" name="Object 25">
                        <a:extLst>
                          <a:ext uri="{FF2B5EF4-FFF2-40B4-BE49-F238E27FC236}">
                            <a16:creationId xmlns:a16="http://schemas.microsoft.com/office/drawing/2014/main" id="{97B3387C-2506-B490-E6AA-C45348F61492}"/>
                          </a:ext>
                        </a:extLst>
                      </p:cNvPr>
                      <p:cNvPicPr/>
                      <p:nvPr/>
                    </p:nvPicPr>
                    <p:blipFill>
                      <a:blip r:embed="rId9"/>
                      <a:stretch>
                        <a:fillRect/>
                      </a:stretch>
                    </p:blipFill>
                    <p:spPr>
                      <a:xfrm>
                        <a:off x="10567742" y="5752652"/>
                        <a:ext cx="647700" cy="527050"/>
                      </a:xfrm>
                      <a:prstGeom prst="rect">
                        <a:avLst/>
                      </a:prstGeom>
                    </p:spPr>
                  </p:pic>
                </p:oleObj>
              </mc:Fallback>
            </mc:AlternateContent>
          </a:graphicData>
        </a:graphic>
      </p:graphicFrame>
    </p:spTree>
    <p:extLst>
      <p:ext uri="{BB962C8B-B14F-4D97-AF65-F5344CB8AC3E}">
        <p14:creationId xmlns:p14="http://schemas.microsoft.com/office/powerpoint/2010/main" val="1889743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9D25E-9269-A1F9-5AC6-9045960276E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49F9553-7D0E-44E2-03CF-C13F642C5EB2}"/>
              </a:ext>
            </a:extLst>
          </p:cNvPr>
          <p:cNvSpPr/>
          <p:nvPr/>
        </p:nvSpPr>
        <p:spPr>
          <a:xfrm>
            <a:off x="599268" y="2870684"/>
            <a:ext cx="10976895" cy="3626838"/>
          </a:xfrm>
          <a:prstGeom prst="rect">
            <a:avLst/>
          </a:prstGeom>
          <a:solidFill>
            <a:schemeClr val="bg2">
              <a:alpha val="5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 Placeholder 1">
            <a:extLst>
              <a:ext uri="{FF2B5EF4-FFF2-40B4-BE49-F238E27FC236}">
                <a16:creationId xmlns:a16="http://schemas.microsoft.com/office/drawing/2014/main" id="{9A80E9D0-C2EA-068D-741A-1BF8D2AB76FE}"/>
              </a:ext>
            </a:extLst>
          </p:cNvPr>
          <p:cNvSpPr>
            <a:spLocks noGrp="1"/>
          </p:cNvSpPr>
          <p:nvPr>
            <p:ph type="body" sz="quarter" idx="199"/>
          </p:nvPr>
        </p:nvSpPr>
        <p:spPr>
          <a:xfrm>
            <a:off x="599268" y="360478"/>
            <a:ext cx="11137900" cy="611600"/>
          </a:xfrm>
        </p:spPr>
        <p:txBody>
          <a:bodyPr/>
          <a:lstStyle/>
          <a:p>
            <a:r>
              <a:rPr lang="en-US" dirty="0">
                <a:solidFill>
                  <a:schemeClr val="bg1">
                    <a:lumMod val="65000"/>
                    <a:lumOff val="35000"/>
                  </a:schemeClr>
                </a:solidFill>
              </a:rPr>
              <a:t>Lakebridge – Snowflake to Databricks</a:t>
            </a:r>
            <a:endParaRPr lang="en-IN" dirty="0">
              <a:solidFill>
                <a:schemeClr val="bg1">
                  <a:lumMod val="65000"/>
                  <a:lumOff val="35000"/>
                </a:schemeClr>
              </a:solidFill>
            </a:endParaRPr>
          </a:p>
        </p:txBody>
      </p:sp>
      <p:sp>
        <p:nvSpPr>
          <p:cNvPr id="3" name="Rectangle: Rounded Corners 2">
            <a:extLst>
              <a:ext uri="{FF2B5EF4-FFF2-40B4-BE49-F238E27FC236}">
                <a16:creationId xmlns:a16="http://schemas.microsoft.com/office/drawing/2014/main" id="{6AEE6AAB-A3B9-27EA-1D6E-7DD423AB765B}"/>
              </a:ext>
            </a:extLst>
          </p:cNvPr>
          <p:cNvSpPr/>
          <p:nvPr/>
        </p:nvSpPr>
        <p:spPr>
          <a:xfrm>
            <a:off x="599268" y="893400"/>
            <a:ext cx="2620484" cy="367144"/>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a:t>Reconcile</a:t>
            </a:r>
          </a:p>
        </p:txBody>
      </p:sp>
      <p:sp>
        <p:nvSpPr>
          <p:cNvPr id="5" name="TextBox 4">
            <a:extLst>
              <a:ext uri="{FF2B5EF4-FFF2-40B4-BE49-F238E27FC236}">
                <a16:creationId xmlns:a16="http://schemas.microsoft.com/office/drawing/2014/main" id="{714CC7A8-22F7-1D8E-7907-B3960C3125D4}"/>
              </a:ext>
            </a:extLst>
          </p:cNvPr>
          <p:cNvSpPr txBox="1"/>
          <p:nvPr/>
        </p:nvSpPr>
        <p:spPr>
          <a:xfrm>
            <a:off x="516972" y="1485689"/>
            <a:ext cx="10949604" cy="1384995"/>
          </a:xfrm>
          <a:prstGeom prst="rect">
            <a:avLst/>
          </a:prstGeom>
          <a:noFill/>
        </p:spPr>
        <p:txBody>
          <a:bodyPr wrap="square" rtlCol="0">
            <a:spAutoFit/>
          </a:bodyPr>
          <a:lstStyle/>
          <a:p>
            <a:pPr marL="342900" indent="-342900">
              <a:buFont typeface="+mj-lt"/>
              <a:buAutoNum type="arabicPeriod"/>
            </a:pPr>
            <a:r>
              <a:rPr lang="en-IN" sz="1400" dirty="0"/>
              <a:t>Run this in CLI before starting, since lakebridge is continuously evolving - &gt; </a:t>
            </a:r>
            <a:r>
              <a:rPr lang="en-IN" sz="1400" b="1" dirty="0"/>
              <a:t>databricks labs upgrade lakebridge</a:t>
            </a:r>
          </a:p>
          <a:p>
            <a:pPr marL="342900" indent="-342900">
              <a:buFont typeface="+mj-lt"/>
              <a:buAutoNum type="arabicPeriod"/>
            </a:pPr>
            <a:endParaRPr lang="en-IN" sz="1400" b="1" dirty="0"/>
          </a:p>
          <a:p>
            <a:pPr marL="342900" indent="-342900">
              <a:buFont typeface="+mj-lt"/>
              <a:buAutoNum type="arabicPeriod"/>
            </a:pPr>
            <a:r>
              <a:rPr lang="en-IN" sz="1400" dirty="0"/>
              <a:t>Run this in CLI to configure&amp; follow steps &gt; </a:t>
            </a:r>
            <a:r>
              <a:rPr lang="en-IN" sz="1400" b="1" dirty="0"/>
              <a:t>databricks labs lakebridge configure-reconcile </a:t>
            </a:r>
            <a:r>
              <a:rPr lang="en-IN" sz="1400" b="1" dirty="0">
                <a:solidFill>
                  <a:schemeClr val="accent1">
                    <a:lumMod val="75000"/>
                  </a:schemeClr>
                </a:solidFill>
              </a:rPr>
              <a:t># Note it needs cluster with 2X-small or less</a:t>
            </a:r>
          </a:p>
          <a:p>
            <a:pPr marL="342900" indent="-342900">
              <a:buFont typeface="+mj-lt"/>
              <a:buAutoNum type="arabicPeriod"/>
            </a:pPr>
            <a:endParaRPr lang="en-IN" sz="1400" b="1" dirty="0">
              <a:solidFill>
                <a:schemeClr val="accent1">
                  <a:lumMod val="75000"/>
                </a:schemeClr>
              </a:solidFill>
            </a:endParaRPr>
          </a:p>
          <a:p>
            <a:pPr marL="342900" indent="-342900">
              <a:buFont typeface="+mj-lt"/>
              <a:buAutoNum type="arabicPeriod"/>
            </a:pPr>
            <a:endParaRPr lang="en-IN" sz="1400" b="1" dirty="0">
              <a:solidFill>
                <a:schemeClr val="accent1">
                  <a:lumMod val="75000"/>
                </a:schemeClr>
              </a:solidFill>
            </a:endParaRPr>
          </a:p>
          <a:p>
            <a:pPr marL="342900" indent="-342900">
              <a:buFont typeface="+mj-lt"/>
              <a:buAutoNum type="arabicPeriod"/>
            </a:pPr>
            <a:endParaRPr lang="en-IN" sz="1400" b="1" dirty="0">
              <a:solidFill>
                <a:schemeClr val="accent1">
                  <a:lumMod val="75000"/>
                </a:schemeClr>
              </a:solidFill>
            </a:endParaRPr>
          </a:p>
        </p:txBody>
      </p:sp>
      <p:pic>
        <p:nvPicPr>
          <p:cNvPr id="28" name="Picture 27">
            <a:extLst>
              <a:ext uri="{FF2B5EF4-FFF2-40B4-BE49-F238E27FC236}">
                <a16:creationId xmlns:a16="http://schemas.microsoft.com/office/drawing/2014/main" id="{3D63921E-905E-AE13-CBE6-A2B5D84DB6FF}"/>
              </a:ext>
            </a:extLst>
          </p:cNvPr>
          <p:cNvPicPr>
            <a:picLocks noChangeAspect="1"/>
          </p:cNvPicPr>
          <p:nvPr/>
        </p:nvPicPr>
        <p:blipFill>
          <a:blip r:embed="rId3"/>
          <a:stretch>
            <a:fillRect/>
          </a:stretch>
        </p:blipFill>
        <p:spPr>
          <a:xfrm>
            <a:off x="939177" y="2315672"/>
            <a:ext cx="10527399" cy="445815"/>
          </a:xfrm>
          <a:prstGeom prst="rect">
            <a:avLst/>
          </a:prstGeom>
        </p:spPr>
      </p:pic>
      <p:pic>
        <p:nvPicPr>
          <p:cNvPr id="32" name="Picture 31">
            <a:extLst>
              <a:ext uri="{FF2B5EF4-FFF2-40B4-BE49-F238E27FC236}">
                <a16:creationId xmlns:a16="http://schemas.microsoft.com/office/drawing/2014/main" id="{6730BA7A-7C9F-D872-F3FD-6486BFF344EA}"/>
              </a:ext>
            </a:extLst>
          </p:cNvPr>
          <p:cNvPicPr>
            <a:picLocks noChangeAspect="1"/>
          </p:cNvPicPr>
          <p:nvPr/>
        </p:nvPicPr>
        <p:blipFill>
          <a:blip r:embed="rId4"/>
          <a:stretch>
            <a:fillRect/>
          </a:stretch>
        </p:blipFill>
        <p:spPr>
          <a:xfrm>
            <a:off x="685057" y="3063292"/>
            <a:ext cx="2620485" cy="3199429"/>
          </a:xfrm>
          <a:prstGeom prst="rect">
            <a:avLst/>
          </a:prstGeom>
        </p:spPr>
      </p:pic>
      <p:sp>
        <p:nvSpPr>
          <p:cNvPr id="35" name="TextBox 34">
            <a:extLst>
              <a:ext uri="{FF2B5EF4-FFF2-40B4-BE49-F238E27FC236}">
                <a16:creationId xmlns:a16="http://schemas.microsoft.com/office/drawing/2014/main" id="{2D9F9964-ACE9-6BA7-5704-D5044617B658}"/>
              </a:ext>
            </a:extLst>
          </p:cNvPr>
          <p:cNvSpPr txBox="1"/>
          <p:nvPr/>
        </p:nvSpPr>
        <p:spPr>
          <a:xfrm>
            <a:off x="4032534" y="4631002"/>
            <a:ext cx="1931095" cy="1538883"/>
          </a:xfrm>
          <a:prstGeom prst="rect">
            <a:avLst/>
          </a:prstGeom>
          <a:noFill/>
        </p:spPr>
        <p:txBody>
          <a:bodyPr wrap="square">
            <a:spAutoFit/>
          </a:bodyPr>
          <a:lstStyle/>
          <a:p>
            <a:r>
              <a:rPr lang="en-IN" sz="1400" dirty="0"/>
              <a:t> </a:t>
            </a:r>
          </a:p>
          <a:p>
            <a:endParaRPr lang="en-IN" sz="1000" dirty="0"/>
          </a:p>
          <a:p>
            <a:r>
              <a:rPr lang="en-IN" sz="1000" dirty="0"/>
              <a:t>Place the below JSON config file of all source/target needed info in </a:t>
            </a:r>
            <a:r>
              <a:rPr lang="en-IN" sz="1000" b="1" dirty="0">
                <a:solidFill>
                  <a:schemeClr val="accent1">
                    <a:lumMod val="75000"/>
                  </a:schemeClr>
                </a:solidFill>
              </a:rPr>
              <a:t>~/.lakebridge </a:t>
            </a:r>
            <a:r>
              <a:rPr lang="en-IN" sz="1000" dirty="0"/>
              <a:t>folder, for e.g.:-</a:t>
            </a:r>
          </a:p>
          <a:p>
            <a:endParaRPr lang="en-IN" sz="1000" dirty="0"/>
          </a:p>
          <a:p>
            <a:r>
              <a:rPr lang="en-IN" sz="1000" dirty="0"/>
              <a:t>recon_config_${DATA_SOURCE}_${SOURCE_CATALOG_OR_SCHEMA}_${REPORT_TYPE}.json</a:t>
            </a:r>
          </a:p>
        </p:txBody>
      </p:sp>
      <p:pic>
        <p:nvPicPr>
          <p:cNvPr id="37" name="Picture 36">
            <a:extLst>
              <a:ext uri="{FF2B5EF4-FFF2-40B4-BE49-F238E27FC236}">
                <a16:creationId xmlns:a16="http://schemas.microsoft.com/office/drawing/2014/main" id="{E0D42315-7A28-0A8E-8744-C915C57EFB88}"/>
              </a:ext>
            </a:extLst>
          </p:cNvPr>
          <p:cNvPicPr>
            <a:picLocks noChangeAspect="1"/>
          </p:cNvPicPr>
          <p:nvPr/>
        </p:nvPicPr>
        <p:blipFill>
          <a:blip r:embed="rId5"/>
          <a:stretch>
            <a:fillRect/>
          </a:stretch>
        </p:blipFill>
        <p:spPr>
          <a:xfrm>
            <a:off x="1762541" y="3888482"/>
            <a:ext cx="1632714" cy="555653"/>
          </a:xfrm>
          <a:prstGeom prst="rect">
            <a:avLst/>
          </a:prstGeom>
        </p:spPr>
      </p:pic>
      <p:sp>
        <p:nvSpPr>
          <p:cNvPr id="38" name="Arrow: Right 37">
            <a:extLst>
              <a:ext uri="{FF2B5EF4-FFF2-40B4-BE49-F238E27FC236}">
                <a16:creationId xmlns:a16="http://schemas.microsoft.com/office/drawing/2014/main" id="{9B14DA5F-B542-0D19-9E04-75D6A8227ABC}"/>
              </a:ext>
            </a:extLst>
          </p:cNvPr>
          <p:cNvSpPr/>
          <p:nvPr/>
        </p:nvSpPr>
        <p:spPr>
          <a:xfrm>
            <a:off x="3331308" y="4575867"/>
            <a:ext cx="493776" cy="502920"/>
          </a:xfrm>
          <a:prstGeom prst="rightArrow">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39" name="Object 38">
            <a:extLst>
              <a:ext uri="{FF2B5EF4-FFF2-40B4-BE49-F238E27FC236}">
                <a16:creationId xmlns:a16="http://schemas.microsoft.com/office/drawing/2014/main" id="{6700078C-78BA-D58C-82AE-D8244C799E36}"/>
              </a:ext>
            </a:extLst>
          </p:cNvPr>
          <p:cNvGraphicFramePr>
            <a:graphicFrameLocks noChangeAspect="1"/>
          </p:cNvGraphicFramePr>
          <p:nvPr>
            <p:extLst>
              <p:ext uri="{D42A27DB-BD31-4B8C-83A1-F6EECF244321}">
                <p14:modId xmlns:p14="http://schemas.microsoft.com/office/powerpoint/2010/main" val="3710427859"/>
              </p:ext>
            </p:extLst>
          </p:nvPr>
        </p:nvGraphicFramePr>
        <p:xfrm>
          <a:off x="5933517" y="4947631"/>
          <a:ext cx="1339850" cy="527050"/>
        </p:xfrm>
        <a:graphic>
          <a:graphicData uri="http://schemas.openxmlformats.org/presentationml/2006/ole">
            <mc:AlternateContent xmlns:mc="http://schemas.openxmlformats.org/markup-compatibility/2006">
              <mc:Choice xmlns:v="urn:schemas-microsoft-com:vml" Requires="v">
                <p:oleObj name="Packager Shell Object" showAsIcon="1" r:id="rId6" imgW="1339909" imgH="526915" progId="Package">
                  <p:embed/>
                </p:oleObj>
              </mc:Choice>
              <mc:Fallback>
                <p:oleObj name="Packager Shell Object" showAsIcon="1" r:id="rId6" imgW="1339909" imgH="526915" progId="Package">
                  <p:embed/>
                  <p:pic>
                    <p:nvPicPr>
                      <p:cNvPr id="0" name=""/>
                      <p:cNvPicPr/>
                      <p:nvPr/>
                    </p:nvPicPr>
                    <p:blipFill>
                      <a:blip r:embed="rId7"/>
                      <a:stretch>
                        <a:fillRect/>
                      </a:stretch>
                    </p:blipFill>
                    <p:spPr>
                      <a:xfrm>
                        <a:off x="5933517" y="4947631"/>
                        <a:ext cx="1339850" cy="527050"/>
                      </a:xfrm>
                      <a:prstGeom prst="rect">
                        <a:avLst/>
                      </a:prstGeom>
                    </p:spPr>
                  </p:pic>
                </p:oleObj>
              </mc:Fallback>
            </mc:AlternateContent>
          </a:graphicData>
        </a:graphic>
      </p:graphicFrame>
      <p:graphicFrame>
        <p:nvGraphicFramePr>
          <p:cNvPr id="40" name="Object 39">
            <a:extLst>
              <a:ext uri="{FF2B5EF4-FFF2-40B4-BE49-F238E27FC236}">
                <a16:creationId xmlns:a16="http://schemas.microsoft.com/office/drawing/2014/main" id="{6349E38F-7FC5-C4BE-B1E7-76675739207A}"/>
              </a:ext>
            </a:extLst>
          </p:cNvPr>
          <p:cNvGraphicFramePr>
            <a:graphicFrameLocks noChangeAspect="1"/>
          </p:cNvGraphicFramePr>
          <p:nvPr>
            <p:extLst>
              <p:ext uri="{D42A27DB-BD31-4B8C-83A1-F6EECF244321}">
                <p14:modId xmlns:p14="http://schemas.microsoft.com/office/powerpoint/2010/main" val="2080324950"/>
              </p:ext>
            </p:extLst>
          </p:nvPr>
        </p:nvGraphicFramePr>
        <p:xfrm>
          <a:off x="5673344" y="5652127"/>
          <a:ext cx="2108200" cy="527050"/>
        </p:xfrm>
        <a:graphic>
          <a:graphicData uri="http://schemas.openxmlformats.org/presentationml/2006/ole">
            <mc:AlternateContent xmlns:mc="http://schemas.openxmlformats.org/markup-compatibility/2006">
              <mc:Choice xmlns:v="urn:schemas-microsoft-com:vml" Requires="v">
                <p:oleObj name="Packager Shell Object" showAsIcon="1" r:id="rId8" imgW="2108166" imgH="526915" progId="Package">
                  <p:embed/>
                </p:oleObj>
              </mc:Choice>
              <mc:Fallback>
                <p:oleObj name="Packager Shell Object" showAsIcon="1" r:id="rId8" imgW="2108166" imgH="526915" progId="Package">
                  <p:embed/>
                  <p:pic>
                    <p:nvPicPr>
                      <p:cNvPr id="0" name=""/>
                      <p:cNvPicPr/>
                      <p:nvPr/>
                    </p:nvPicPr>
                    <p:blipFill>
                      <a:blip r:embed="rId9"/>
                      <a:stretch>
                        <a:fillRect/>
                      </a:stretch>
                    </p:blipFill>
                    <p:spPr>
                      <a:xfrm>
                        <a:off x="5673344" y="5652127"/>
                        <a:ext cx="2108200" cy="527050"/>
                      </a:xfrm>
                      <a:prstGeom prst="rect">
                        <a:avLst/>
                      </a:prstGeom>
                    </p:spPr>
                  </p:pic>
                </p:oleObj>
              </mc:Fallback>
            </mc:AlternateContent>
          </a:graphicData>
        </a:graphic>
      </p:graphicFrame>
      <p:sp>
        <p:nvSpPr>
          <p:cNvPr id="43" name="TextBox 42">
            <a:extLst>
              <a:ext uri="{FF2B5EF4-FFF2-40B4-BE49-F238E27FC236}">
                <a16:creationId xmlns:a16="http://schemas.microsoft.com/office/drawing/2014/main" id="{5692FC97-FFDA-DF7E-4DE2-5CEC992E4282}"/>
              </a:ext>
            </a:extLst>
          </p:cNvPr>
          <p:cNvSpPr txBox="1"/>
          <p:nvPr/>
        </p:nvSpPr>
        <p:spPr>
          <a:xfrm>
            <a:off x="8989396" y="1455740"/>
            <a:ext cx="2605196" cy="615553"/>
          </a:xfrm>
          <a:prstGeom prst="rect">
            <a:avLst/>
          </a:prstGeom>
          <a:noFill/>
        </p:spPr>
        <p:txBody>
          <a:bodyPr wrap="square">
            <a:spAutoFit/>
          </a:bodyPr>
          <a:lstStyle/>
          <a:p>
            <a:r>
              <a:rPr lang="en-IN" sz="1600" dirty="0">
                <a:hlinkClick r:id="rId10"/>
              </a:rPr>
              <a:t>Reconcile Dataflow example</a:t>
            </a:r>
            <a:endParaRPr lang="en-IN" sz="1600" dirty="0"/>
          </a:p>
          <a:p>
            <a:endParaRPr lang="en-IN" dirty="0"/>
          </a:p>
        </p:txBody>
      </p:sp>
      <p:sp>
        <p:nvSpPr>
          <p:cNvPr id="46" name="TextBox 45">
            <a:extLst>
              <a:ext uri="{FF2B5EF4-FFF2-40B4-BE49-F238E27FC236}">
                <a16:creationId xmlns:a16="http://schemas.microsoft.com/office/drawing/2014/main" id="{C9DB79F9-1B8E-4613-CA4C-97A8E0B1080E}"/>
              </a:ext>
            </a:extLst>
          </p:cNvPr>
          <p:cNvSpPr txBox="1"/>
          <p:nvPr/>
        </p:nvSpPr>
        <p:spPr>
          <a:xfrm>
            <a:off x="3997342" y="3095829"/>
            <a:ext cx="3753380" cy="1384995"/>
          </a:xfrm>
          <a:prstGeom prst="rect">
            <a:avLst/>
          </a:prstGeom>
          <a:noFill/>
        </p:spPr>
        <p:txBody>
          <a:bodyPr wrap="square">
            <a:spAutoFit/>
          </a:bodyPr>
          <a:lstStyle/>
          <a:p>
            <a:r>
              <a:rPr lang="en-IN" sz="1200" dirty="0"/>
              <a:t>Create the recon config JSON file &amp; run using CLI</a:t>
            </a:r>
          </a:p>
          <a:p>
            <a:r>
              <a:rPr lang="en-IN" sz="1200" dirty="0"/>
              <a:t> &gt; </a:t>
            </a:r>
            <a:r>
              <a:rPr lang="en-IN" sz="1200" b="1" dirty="0">
                <a:solidFill>
                  <a:schemeClr val="accent1">
                    <a:lumMod val="75000"/>
                  </a:schemeClr>
                </a:solidFill>
              </a:rPr>
              <a:t>databricks labs lakebridge reconcile</a:t>
            </a:r>
          </a:p>
          <a:p>
            <a:endParaRPr lang="en-IN" sz="1200" b="1" dirty="0">
              <a:solidFill>
                <a:schemeClr val="accent1">
                  <a:lumMod val="75000"/>
                </a:schemeClr>
              </a:solidFill>
            </a:endParaRPr>
          </a:p>
          <a:p>
            <a:r>
              <a:rPr lang="en-IN" sz="1200" b="1" dirty="0">
                <a:solidFill>
                  <a:schemeClr val="accent1">
                    <a:lumMod val="75000"/>
                  </a:schemeClr>
                </a:solidFill>
              </a:rPr>
              <a:t>or</a:t>
            </a:r>
          </a:p>
          <a:p>
            <a:endParaRPr lang="en-IN" sz="1200" b="1" dirty="0">
              <a:solidFill>
                <a:schemeClr val="accent1">
                  <a:lumMod val="75000"/>
                </a:schemeClr>
              </a:solidFill>
            </a:endParaRPr>
          </a:p>
          <a:p>
            <a:r>
              <a:rPr lang="en-IN" sz="1200" dirty="0">
                <a:solidFill>
                  <a:schemeClr val="bg1"/>
                </a:solidFill>
              </a:rPr>
              <a:t>Databricks notebook using </a:t>
            </a:r>
            <a:r>
              <a:rPr lang="en-IN" sz="1200" b="1" dirty="0" err="1">
                <a:solidFill>
                  <a:schemeClr val="accent1">
                    <a:lumMod val="50000"/>
                  </a:schemeClr>
                </a:solidFill>
              </a:rPr>
              <a:t>databricks.labs.lakebridge.reconcile</a:t>
            </a:r>
            <a:endParaRPr lang="en-IN" sz="1200" b="1" dirty="0">
              <a:solidFill>
                <a:schemeClr val="accent1">
                  <a:lumMod val="50000"/>
                </a:schemeClr>
              </a:solidFill>
            </a:endParaRPr>
          </a:p>
        </p:txBody>
      </p:sp>
      <p:sp>
        <p:nvSpPr>
          <p:cNvPr id="47" name="Arrow: Right 46">
            <a:extLst>
              <a:ext uri="{FF2B5EF4-FFF2-40B4-BE49-F238E27FC236}">
                <a16:creationId xmlns:a16="http://schemas.microsoft.com/office/drawing/2014/main" id="{F470760A-629F-82CF-7CD0-AC25CF3E21C2}"/>
              </a:ext>
            </a:extLst>
          </p:cNvPr>
          <p:cNvSpPr/>
          <p:nvPr/>
        </p:nvSpPr>
        <p:spPr>
          <a:xfrm>
            <a:off x="7429204" y="4480824"/>
            <a:ext cx="493776" cy="502920"/>
          </a:xfrm>
          <a:prstGeom prst="rightArrow">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TextBox 48">
            <a:extLst>
              <a:ext uri="{FF2B5EF4-FFF2-40B4-BE49-F238E27FC236}">
                <a16:creationId xmlns:a16="http://schemas.microsoft.com/office/drawing/2014/main" id="{1959203C-EED1-64BC-FE4A-62D56AF9F8F1}"/>
              </a:ext>
            </a:extLst>
          </p:cNvPr>
          <p:cNvSpPr txBox="1"/>
          <p:nvPr/>
        </p:nvSpPr>
        <p:spPr>
          <a:xfrm>
            <a:off x="7981161" y="3013501"/>
            <a:ext cx="3902202" cy="830997"/>
          </a:xfrm>
          <a:prstGeom prst="rect">
            <a:avLst/>
          </a:prstGeom>
          <a:noFill/>
        </p:spPr>
        <p:txBody>
          <a:bodyPr wrap="square">
            <a:spAutoFit/>
          </a:bodyPr>
          <a:lstStyle/>
          <a:p>
            <a:r>
              <a:rPr lang="en-US" sz="1200" b="0" i="0" dirty="0">
                <a:solidFill>
                  <a:srgbClr val="1C1E21"/>
                </a:solidFill>
                <a:effectLst/>
                <a:latin typeface="+mj-lt"/>
              </a:rPr>
              <a:t>During installation of Lakebridge, it deploys an </a:t>
            </a:r>
            <a:r>
              <a:rPr lang="en-US" sz="1200" b="1" i="0" dirty="0">
                <a:solidFill>
                  <a:srgbClr val="1C1E21"/>
                </a:solidFill>
                <a:effectLst/>
                <a:latin typeface="+mj-lt"/>
              </a:rPr>
              <a:t>AI/BI Dashboard </a:t>
            </a:r>
            <a:r>
              <a:rPr lang="en-US" sz="1200" b="0" i="0" dirty="0">
                <a:solidFill>
                  <a:srgbClr val="1C1E21"/>
                </a:solidFill>
                <a:effectLst/>
                <a:latin typeface="+mj-lt"/>
              </a:rPr>
              <a:t>on your workspace</a:t>
            </a:r>
          </a:p>
          <a:p>
            <a:endParaRPr lang="en-US" sz="1200" dirty="0">
              <a:solidFill>
                <a:srgbClr val="1C1E21"/>
              </a:solidFill>
              <a:latin typeface="+mj-lt"/>
            </a:endParaRPr>
          </a:p>
          <a:p>
            <a:endParaRPr lang="en-IN" sz="1200" dirty="0">
              <a:latin typeface="+mj-lt"/>
            </a:endParaRPr>
          </a:p>
        </p:txBody>
      </p:sp>
      <p:sp>
        <p:nvSpPr>
          <p:cNvPr id="52" name="TextBox 51">
            <a:extLst>
              <a:ext uri="{FF2B5EF4-FFF2-40B4-BE49-F238E27FC236}">
                <a16:creationId xmlns:a16="http://schemas.microsoft.com/office/drawing/2014/main" id="{ABCEB6E1-BAF3-1794-DCBA-CB76C4969CDB}"/>
              </a:ext>
            </a:extLst>
          </p:cNvPr>
          <p:cNvSpPr txBox="1"/>
          <p:nvPr/>
        </p:nvSpPr>
        <p:spPr>
          <a:xfrm>
            <a:off x="7981161" y="3565316"/>
            <a:ext cx="3560294" cy="646331"/>
          </a:xfrm>
          <a:prstGeom prst="rect">
            <a:avLst/>
          </a:prstGeom>
          <a:noFill/>
        </p:spPr>
        <p:txBody>
          <a:bodyPr wrap="square">
            <a:spAutoFit/>
          </a:bodyPr>
          <a:lstStyle/>
          <a:p>
            <a:r>
              <a:rPr lang="en-IN" sz="1200" dirty="0">
                <a:solidFill>
                  <a:schemeClr val="bg1"/>
                </a:solidFill>
              </a:rPr>
              <a:t>After every reconciliation run, you get a </a:t>
            </a:r>
            <a:r>
              <a:rPr lang="en-IN" sz="1200" b="1" dirty="0">
                <a:solidFill>
                  <a:schemeClr val="bg1"/>
                </a:solidFill>
              </a:rPr>
              <a:t>recon_id</a:t>
            </a:r>
            <a:r>
              <a:rPr lang="en-IN" sz="1200" dirty="0">
                <a:solidFill>
                  <a:schemeClr val="bg1"/>
                </a:solidFill>
              </a:rPr>
              <a:t>. You can use this recon_id to drill down into the details of that particular reconciliation run on the dashboard.</a:t>
            </a:r>
          </a:p>
        </p:txBody>
      </p:sp>
      <p:sp>
        <p:nvSpPr>
          <p:cNvPr id="53" name="TextBox 52">
            <a:extLst>
              <a:ext uri="{FF2B5EF4-FFF2-40B4-BE49-F238E27FC236}">
                <a16:creationId xmlns:a16="http://schemas.microsoft.com/office/drawing/2014/main" id="{255E7514-6C9B-C8F2-511F-BBDD4DE6CB41}"/>
              </a:ext>
            </a:extLst>
          </p:cNvPr>
          <p:cNvSpPr txBox="1"/>
          <p:nvPr/>
        </p:nvSpPr>
        <p:spPr>
          <a:xfrm>
            <a:off x="3219752" y="942348"/>
            <a:ext cx="6497888" cy="461665"/>
          </a:xfrm>
          <a:prstGeom prst="rect">
            <a:avLst/>
          </a:prstGeom>
          <a:noFill/>
        </p:spPr>
        <p:txBody>
          <a:bodyPr wrap="square">
            <a:spAutoFit/>
          </a:bodyPr>
          <a:lstStyle/>
          <a:p>
            <a:r>
              <a:rPr lang="en-US" sz="1200" b="1" dirty="0">
                <a:solidFill>
                  <a:srgbClr val="FF0000"/>
                </a:solidFill>
                <a:latin typeface="+mj-lt"/>
              </a:rPr>
              <a:t>Not tested fully**</a:t>
            </a:r>
          </a:p>
          <a:p>
            <a:endParaRPr lang="en-IN" sz="1200" b="1" dirty="0">
              <a:latin typeface="+mj-lt"/>
            </a:endParaRPr>
          </a:p>
        </p:txBody>
      </p:sp>
      <p:pic>
        <p:nvPicPr>
          <p:cNvPr id="55" name="Picture 54">
            <a:extLst>
              <a:ext uri="{FF2B5EF4-FFF2-40B4-BE49-F238E27FC236}">
                <a16:creationId xmlns:a16="http://schemas.microsoft.com/office/drawing/2014/main" id="{E7DD0D88-A7BA-231B-4A2E-F660117AED69}"/>
              </a:ext>
            </a:extLst>
          </p:cNvPr>
          <p:cNvPicPr>
            <a:picLocks noChangeAspect="1"/>
          </p:cNvPicPr>
          <p:nvPr/>
        </p:nvPicPr>
        <p:blipFill>
          <a:blip r:embed="rId11"/>
          <a:stretch>
            <a:fillRect/>
          </a:stretch>
        </p:blipFill>
        <p:spPr>
          <a:xfrm>
            <a:off x="8142741" y="4435368"/>
            <a:ext cx="3384359" cy="2000353"/>
          </a:xfrm>
          <a:prstGeom prst="rect">
            <a:avLst/>
          </a:prstGeom>
        </p:spPr>
      </p:pic>
    </p:spTree>
    <p:extLst>
      <p:ext uri="{BB962C8B-B14F-4D97-AF65-F5344CB8AC3E}">
        <p14:creationId xmlns:p14="http://schemas.microsoft.com/office/powerpoint/2010/main" val="30572266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047E9-C056-AFBE-8D3D-71CCD3790AF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D5DA4CC-942C-3963-C9B7-E3828BF773F9}"/>
              </a:ext>
            </a:extLst>
          </p:cNvPr>
          <p:cNvSpPr/>
          <p:nvPr/>
        </p:nvSpPr>
        <p:spPr>
          <a:xfrm>
            <a:off x="629822" y="2467221"/>
            <a:ext cx="10976895" cy="3918914"/>
          </a:xfrm>
          <a:prstGeom prst="rect">
            <a:avLst/>
          </a:prstGeom>
          <a:solidFill>
            <a:schemeClr val="bg2">
              <a:alpha val="5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 Placeholder 1">
            <a:extLst>
              <a:ext uri="{FF2B5EF4-FFF2-40B4-BE49-F238E27FC236}">
                <a16:creationId xmlns:a16="http://schemas.microsoft.com/office/drawing/2014/main" id="{D9B0D88E-03A6-72C7-CB38-DB78813A48A4}"/>
              </a:ext>
            </a:extLst>
          </p:cNvPr>
          <p:cNvSpPr>
            <a:spLocks noGrp="1"/>
          </p:cNvSpPr>
          <p:nvPr>
            <p:ph type="body" sz="quarter" idx="199"/>
          </p:nvPr>
        </p:nvSpPr>
        <p:spPr>
          <a:xfrm>
            <a:off x="599268" y="360478"/>
            <a:ext cx="11137900" cy="611600"/>
          </a:xfrm>
        </p:spPr>
        <p:txBody>
          <a:bodyPr/>
          <a:lstStyle/>
          <a:p>
            <a:r>
              <a:rPr lang="en-US" dirty="0">
                <a:solidFill>
                  <a:schemeClr val="bg1">
                    <a:lumMod val="65000"/>
                    <a:lumOff val="35000"/>
                  </a:schemeClr>
                </a:solidFill>
              </a:rPr>
              <a:t>Lakebridge – ETL DataStage to Databricks</a:t>
            </a:r>
            <a:endParaRPr lang="en-IN" dirty="0">
              <a:solidFill>
                <a:schemeClr val="bg1">
                  <a:lumMod val="65000"/>
                  <a:lumOff val="35000"/>
                </a:schemeClr>
              </a:solidFill>
            </a:endParaRPr>
          </a:p>
        </p:txBody>
      </p:sp>
      <p:sp>
        <p:nvSpPr>
          <p:cNvPr id="3" name="Rectangle: Rounded Corners 2">
            <a:extLst>
              <a:ext uri="{FF2B5EF4-FFF2-40B4-BE49-F238E27FC236}">
                <a16:creationId xmlns:a16="http://schemas.microsoft.com/office/drawing/2014/main" id="{CF6DB9F2-9621-3536-6899-00F7AC6CE25A}"/>
              </a:ext>
            </a:extLst>
          </p:cNvPr>
          <p:cNvSpPr/>
          <p:nvPr/>
        </p:nvSpPr>
        <p:spPr>
          <a:xfrm>
            <a:off x="599268" y="893400"/>
            <a:ext cx="2620484" cy="367144"/>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a:t>Analyzer</a:t>
            </a:r>
          </a:p>
        </p:txBody>
      </p:sp>
      <p:sp>
        <p:nvSpPr>
          <p:cNvPr id="5" name="TextBox 4">
            <a:extLst>
              <a:ext uri="{FF2B5EF4-FFF2-40B4-BE49-F238E27FC236}">
                <a16:creationId xmlns:a16="http://schemas.microsoft.com/office/drawing/2014/main" id="{5BD99539-5C61-D7E9-3FBC-19508295DC19}"/>
              </a:ext>
            </a:extLst>
          </p:cNvPr>
          <p:cNvSpPr txBox="1"/>
          <p:nvPr/>
        </p:nvSpPr>
        <p:spPr>
          <a:xfrm>
            <a:off x="516972" y="1485689"/>
            <a:ext cx="10639516" cy="1169551"/>
          </a:xfrm>
          <a:prstGeom prst="rect">
            <a:avLst/>
          </a:prstGeom>
          <a:noFill/>
        </p:spPr>
        <p:txBody>
          <a:bodyPr wrap="none" rtlCol="0">
            <a:spAutoFit/>
          </a:bodyPr>
          <a:lstStyle/>
          <a:p>
            <a:pPr marL="342900" indent="-342900">
              <a:buFont typeface="+mj-lt"/>
              <a:buAutoNum type="arabicPeriod"/>
            </a:pPr>
            <a:r>
              <a:rPr lang="en-IN" sz="1400" dirty="0"/>
              <a:t>Run this in CLI before starting, since lakebridge is continuously evolving - &gt; </a:t>
            </a:r>
            <a:r>
              <a:rPr lang="en-IN" sz="1400" b="1" dirty="0"/>
              <a:t>databricks labs upgrade lakebridge</a:t>
            </a:r>
          </a:p>
          <a:p>
            <a:pPr marL="342900" indent="-342900">
              <a:buFont typeface="+mj-lt"/>
              <a:buAutoNum type="arabicPeriod"/>
            </a:pPr>
            <a:endParaRPr lang="en-IN" sz="1400" b="1" dirty="0"/>
          </a:p>
          <a:p>
            <a:pPr marL="342900" indent="-342900">
              <a:buFont typeface="+mj-lt"/>
              <a:buAutoNum type="arabicPeriod"/>
            </a:pPr>
            <a:r>
              <a:rPr lang="en-IN" sz="1400" dirty="0"/>
              <a:t>Create the necessary folder structure for DataStage assets for analysis, here </a:t>
            </a:r>
            <a:r>
              <a:rPr lang="en-IN" sz="1400" b="1" dirty="0"/>
              <a:t>input</a:t>
            </a:r>
            <a:r>
              <a:rPr lang="en-IN" sz="1400" dirty="0"/>
              <a:t> folder will hold all ETL DataStage assets &amp; </a:t>
            </a:r>
            <a:r>
              <a:rPr lang="en-IN" sz="1400" b="1" dirty="0"/>
              <a:t>analysis</a:t>
            </a:r>
            <a:r>
              <a:rPr lang="en-IN" sz="1400" dirty="0"/>
              <a:t> folder </a:t>
            </a:r>
          </a:p>
          <a:p>
            <a:r>
              <a:rPr lang="en-IN" sz="1400" dirty="0"/>
              <a:t>         will produce the </a:t>
            </a:r>
            <a:r>
              <a:rPr lang="en-IN" sz="1400" b="1" dirty="0"/>
              <a:t>datastage-inventory.xlsx </a:t>
            </a:r>
            <a:r>
              <a:rPr lang="en-IN" sz="1400" dirty="0"/>
              <a:t>by running the </a:t>
            </a:r>
            <a:r>
              <a:rPr lang="en-IN" sz="1400" b="1" dirty="0">
                <a:solidFill>
                  <a:schemeClr val="accent1">
                    <a:lumMod val="75000"/>
                  </a:schemeClr>
                </a:solidFill>
              </a:rPr>
              <a:t>lakebridge analyze </a:t>
            </a:r>
            <a:r>
              <a:rPr lang="en-IN" sz="1400" dirty="0"/>
              <a:t>command</a:t>
            </a:r>
          </a:p>
          <a:p>
            <a:r>
              <a:rPr lang="en-IN" sz="1400" b="1" dirty="0"/>
              <a:t>         </a:t>
            </a:r>
          </a:p>
        </p:txBody>
      </p:sp>
      <p:sp>
        <p:nvSpPr>
          <p:cNvPr id="10" name="TextBox 9">
            <a:extLst>
              <a:ext uri="{FF2B5EF4-FFF2-40B4-BE49-F238E27FC236}">
                <a16:creationId xmlns:a16="http://schemas.microsoft.com/office/drawing/2014/main" id="{3FD789AD-D9A3-4CC0-BA56-F3F60C5635E0}"/>
              </a:ext>
            </a:extLst>
          </p:cNvPr>
          <p:cNvSpPr txBox="1"/>
          <p:nvPr/>
        </p:nvSpPr>
        <p:spPr>
          <a:xfrm>
            <a:off x="4044316" y="3071926"/>
            <a:ext cx="4147908" cy="2893100"/>
          </a:xfrm>
          <a:prstGeom prst="rect">
            <a:avLst/>
          </a:prstGeom>
          <a:noFill/>
        </p:spPr>
        <p:txBody>
          <a:bodyPr wrap="square">
            <a:spAutoFit/>
          </a:bodyPr>
          <a:lstStyle/>
          <a:p>
            <a:r>
              <a:rPr lang="en-IN" sz="1400" b="1" dirty="0">
                <a:solidFill>
                  <a:schemeClr val="bg1">
                    <a:lumMod val="50000"/>
                    <a:lumOff val="50000"/>
                  </a:schemeClr>
                </a:solidFill>
              </a:rPr>
              <a:t>&gt;</a:t>
            </a:r>
            <a:r>
              <a:rPr lang="en-IN" sz="1400" dirty="0"/>
              <a:t>$  </a:t>
            </a:r>
          </a:p>
          <a:p>
            <a:r>
              <a:rPr lang="en-IN" sz="1400" dirty="0"/>
              <a:t> </a:t>
            </a:r>
            <a:r>
              <a:rPr lang="en-IN" sz="1400" b="1" dirty="0">
                <a:solidFill>
                  <a:schemeClr val="accent1">
                    <a:lumMod val="75000"/>
                  </a:schemeClr>
                </a:solidFill>
              </a:rPr>
              <a:t>databricks labs lakebridge analyze </a:t>
            </a:r>
          </a:p>
          <a:p>
            <a:r>
              <a:rPr lang="en-IN" sz="1400" dirty="0"/>
              <a:t>--source-directory </a:t>
            </a:r>
          </a:p>
          <a:p>
            <a:r>
              <a:rPr lang="en-IN" sz="1400" b="1" dirty="0"/>
              <a:t>/workspaces/</a:t>
            </a:r>
            <a:r>
              <a:rPr lang="en-IN" sz="1400" b="1" dirty="0" err="1"/>
              <a:t>codespaces</a:t>
            </a:r>
            <a:r>
              <a:rPr lang="en-IN" sz="1400" b="1" dirty="0"/>
              <a:t>-blank/datastage/input-xml </a:t>
            </a:r>
            <a:r>
              <a:rPr lang="en-IN" sz="1400" dirty="0"/>
              <a:t>--report-file </a:t>
            </a:r>
          </a:p>
          <a:p>
            <a:r>
              <a:rPr lang="en-IN" sz="1400" b="1" dirty="0"/>
              <a:t>/workspaces/</a:t>
            </a:r>
            <a:r>
              <a:rPr lang="en-IN" sz="1400" b="1" dirty="0" err="1"/>
              <a:t>codespaces</a:t>
            </a:r>
            <a:r>
              <a:rPr lang="en-IN" sz="1400" b="1" dirty="0"/>
              <a:t>-blank/datastage/analysis/datastage-inventory.xlsx</a:t>
            </a:r>
          </a:p>
          <a:p>
            <a:endParaRPr lang="en-IN" sz="1400" b="1" dirty="0"/>
          </a:p>
          <a:p>
            <a:endParaRPr lang="en-IN" sz="1400" b="1" dirty="0"/>
          </a:p>
          <a:p>
            <a:r>
              <a:rPr lang="en-IN" sz="1400" b="1" dirty="0">
                <a:solidFill>
                  <a:schemeClr val="accent1"/>
                </a:solidFill>
              </a:rPr>
              <a:t>Follow the instruction on the screen once you execute above command:</a:t>
            </a:r>
          </a:p>
          <a:p>
            <a:endParaRPr lang="en-IN" sz="1400" b="1" dirty="0"/>
          </a:p>
          <a:p>
            <a:r>
              <a:rPr lang="en-IN" sz="1400" dirty="0"/>
              <a:t>Choose number </a:t>
            </a:r>
            <a:r>
              <a:rPr lang="en-IN" sz="1400" b="1" dirty="0"/>
              <a:t>7 </a:t>
            </a:r>
            <a:r>
              <a:rPr lang="en-IN" sz="1400" dirty="0"/>
              <a:t>for</a:t>
            </a:r>
            <a:r>
              <a:rPr lang="en-IN" sz="1400" b="1" dirty="0"/>
              <a:t> DataStage</a:t>
            </a:r>
          </a:p>
        </p:txBody>
      </p:sp>
      <p:sp>
        <p:nvSpPr>
          <p:cNvPr id="11" name="Arrow: Right 10">
            <a:extLst>
              <a:ext uri="{FF2B5EF4-FFF2-40B4-BE49-F238E27FC236}">
                <a16:creationId xmlns:a16="http://schemas.microsoft.com/office/drawing/2014/main" id="{BF786817-4984-798E-89DA-B27AB84B822F}"/>
              </a:ext>
            </a:extLst>
          </p:cNvPr>
          <p:cNvSpPr/>
          <p:nvPr/>
        </p:nvSpPr>
        <p:spPr>
          <a:xfrm>
            <a:off x="3444415" y="4202761"/>
            <a:ext cx="493776" cy="502920"/>
          </a:xfrm>
          <a:prstGeom prst="rightArrow">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Arrow: Right 11">
            <a:extLst>
              <a:ext uri="{FF2B5EF4-FFF2-40B4-BE49-F238E27FC236}">
                <a16:creationId xmlns:a16="http://schemas.microsoft.com/office/drawing/2014/main" id="{99C17E1E-C751-B459-D62E-BDC1800B1679}"/>
              </a:ext>
            </a:extLst>
          </p:cNvPr>
          <p:cNvSpPr/>
          <p:nvPr/>
        </p:nvSpPr>
        <p:spPr>
          <a:xfrm>
            <a:off x="8095663" y="4080841"/>
            <a:ext cx="493776" cy="502920"/>
          </a:xfrm>
          <a:prstGeom prst="rightArrow">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3" name="Picture 12">
            <a:extLst>
              <a:ext uri="{FF2B5EF4-FFF2-40B4-BE49-F238E27FC236}">
                <a16:creationId xmlns:a16="http://schemas.microsoft.com/office/drawing/2014/main" id="{FFAE00E9-1AF5-9CA1-7E6A-19AF74C03922}"/>
              </a:ext>
            </a:extLst>
          </p:cNvPr>
          <p:cNvPicPr>
            <a:picLocks noChangeAspect="1"/>
          </p:cNvPicPr>
          <p:nvPr/>
        </p:nvPicPr>
        <p:blipFill>
          <a:blip r:embed="rId3"/>
          <a:stretch>
            <a:fillRect/>
          </a:stretch>
        </p:blipFill>
        <p:spPr>
          <a:xfrm>
            <a:off x="774280" y="3094663"/>
            <a:ext cx="2334592" cy="2734368"/>
          </a:xfrm>
          <a:prstGeom prst="rect">
            <a:avLst/>
          </a:prstGeom>
        </p:spPr>
      </p:pic>
      <p:pic>
        <p:nvPicPr>
          <p:cNvPr id="17" name="Picture 16">
            <a:extLst>
              <a:ext uri="{FF2B5EF4-FFF2-40B4-BE49-F238E27FC236}">
                <a16:creationId xmlns:a16="http://schemas.microsoft.com/office/drawing/2014/main" id="{3A2267F9-4D33-8792-E762-E34E7E4BF808}"/>
              </a:ext>
            </a:extLst>
          </p:cNvPr>
          <p:cNvPicPr>
            <a:picLocks noChangeAspect="1"/>
          </p:cNvPicPr>
          <p:nvPr/>
        </p:nvPicPr>
        <p:blipFill>
          <a:blip r:embed="rId4"/>
          <a:stretch>
            <a:fillRect/>
          </a:stretch>
        </p:blipFill>
        <p:spPr>
          <a:xfrm>
            <a:off x="8827708" y="2777258"/>
            <a:ext cx="2328780" cy="1181564"/>
          </a:xfrm>
          <a:prstGeom prst="rect">
            <a:avLst/>
          </a:prstGeom>
        </p:spPr>
      </p:pic>
      <p:graphicFrame>
        <p:nvGraphicFramePr>
          <p:cNvPr id="19" name="Object 18">
            <a:extLst>
              <a:ext uri="{FF2B5EF4-FFF2-40B4-BE49-F238E27FC236}">
                <a16:creationId xmlns:a16="http://schemas.microsoft.com/office/drawing/2014/main" id="{45476E67-0AAA-D3F5-8F42-11890E9F42F4}"/>
              </a:ext>
            </a:extLst>
          </p:cNvPr>
          <p:cNvGraphicFramePr>
            <a:graphicFrameLocks noChangeAspect="1"/>
          </p:cNvGraphicFramePr>
          <p:nvPr>
            <p:extLst>
              <p:ext uri="{D42A27DB-BD31-4B8C-83A1-F6EECF244321}">
                <p14:modId xmlns:p14="http://schemas.microsoft.com/office/powerpoint/2010/main" val="3823286001"/>
              </p:ext>
            </p:extLst>
          </p:nvPr>
        </p:nvGraphicFramePr>
        <p:xfrm>
          <a:off x="9127668" y="5579685"/>
          <a:ext cx="989846" cy="806450"/>
        </p:xfrm>
        <a:graphic>
          <a:graphicData uri="http://schemas.openxmlformats.org/presentationml/2006/ole">
            <mc:AlternateContent xmlns:mc="http://schemas.openxmlformats.org/markup-compatibility/2006">
              <mc:Choice xmlns:v="urn:schemas-microsoft-com:vml" Requires="v">
                <p:oleObj name="Worksheet" showAsIcon="1" r:id="rId5" imgW="914400" imgH="806585" progId="Excel.Sheet.12">
                  <p:link updateAutomatic="1"/>
                </p:oleObj>
              </mc:Choice>
              <mc:Fallback>
                <p:oleObj name="Worksheet" showAsIcon="1" r:id="rId5" imgW="914400" imgH="806585" progId="Excel.Sheet.12">
                  <p:link updateAutomatic="1"/>
                  <p:pic>
                    <p:nvPicPr>
                      <p:cNvPr id="0" name=""/>
                      <p:cNvPicPr/>
                      <p:nvPr/>
                    </p:nvPicPr>
                    <p:blipFill>
                      <a:blip r:embed="rId6"/>
                      <a:stretch>
                        <a:fillRect/>
                      </a:stretch>
                    </p:blipFill>
                    <p:spPr>
                      <a:xfrm>
                        <a:off x="9127668" y="5579685"/>
                        <a:ext cx="989846" cy="806450"/>
                      </a:xfrm>
                      <a:prstGeom prst="rect">
                        <a:avLst/>
                      </a:prstGeom>
                    </p:spPr>
                  </p:pic>
                </p:oleObj>
              </mc:Fallback>
            </mc:AlternateContent>
          </a:graphicData>
        </a:graphic>
      </p:graphicFrame>
      <p:pic>
        <p:nvPicPr>
          <p:cNvPr id="22" name="Picture 21">
            <a:extLst>
              <a:ext uri="{FF2B5EF4-FFF2-40B4-BE49-F238E27FC236}">
                <a16:creationId xmlns:a16="http://schemas.microsoft.com/office/drawing/2014/main" id="{9DF50621-A045-E7D0-BEE9-E0F3367985F0}"/>
              </a:ext>
            </a:extLst>
          </p:cNvPr>
          <p:cNvPicPr>
            <a:picLocks noChangeAspect="1"/>
          </p:cNvPicPr>
          <p:nvPr/>
        </p:nvPicPr>
        <p:blipFill>
          <a:blip r:embed="rId7"/>
          <a:stretch>
            <a:fillRect/>
          </a:stretch>
        </p:blipFill>
        <p:spPr>
          <a:xfrm>
            <a:off x="8804832" y="4276103"/>
            <a:ext cx="2612888" cy="992337"/>
          </a:xfrm>
          <a:prstGeom prst="rect">
            <a:avLst/>
          </a:prstGeom>
        </p:spPr>
      </p:pic>
      <p:graphicFrame>
        <p:nvGraphicFramePr>
          <p:cNvPr id="23" name="Object 22">
            <a:extLst>
              <a:ext uri="{FF2B5EF4-FFF2-40B4-BE49-F238E27FC236}">
                <a16:creationId xmlns:a16="http://schemas.microsoft.com/office/drawing/2014/main" id="{54790BD5-BA70-B200-E6DC-5326211CA02E}"/>
              </a:ext>
            </a:extLst>
          </p:cNvPr>
          <p:cNvGraphicFramePr>
            <a:graphicFrameLocks noChangeAspect="1"/>
          </p:cNvGraphicFramePr>
          <p:nvPr>
            <p:extLst>
              <p:ext uri="{D42A27DB-BD31-4B8C-83A1-F6EECF244321}">
                <p14:modId xmlns:p14="http://schemas.microsoft.com/office/powerpoint/2010/main" val="1581183440"/>
              </p:ext>
            </p:extLst>
          </p:nvPr>
        </p:nvGraphicFramePr>
        <p:xfrm>
          <a:off x="2172917" y="5565506"/>
          <a:ext cx="825500" cy="527050"/>
        </p:xfrm>
        <a:graphic>
          <a:graphicData uri="http://schemas.openxmlformats.org/presentationml/2006/ole">
            <mc:AlternateContent xmlns:mc="http://schemas.openxmlformats.org/markup-compatibility/2006">
              <mc:Choice xmlns:v="urn:schemas-microsoft-com:vml" Requires="v">
                <p:oleObj name="Packager Shell Object" showAsIcon="1" r:id="rId8" imgW="825584" imgH="526915" progId="Package">
                  <p:embed/>
                </p:oleObj>
              </mc:Choice>
              <mc:Fallback>
                <p:oleObj name="Packager Shell Object" showAsIcon="1" r:id="rId8" imgW="825584" imgH="526915" progId="Package">
                  <p:embed/>
                  <p:pic>
                    <p:nvPicPr>
                      <p:cNvPr id="0" name=""/>
                      <p:cNvPicPr/>
                      <p:nvPr/>
                    </p:nvPicPr>
                    <p:blipFill>
                      <a:blip r:embed="rId9"/>
                      <a:stretch>
                        <a:fillRect/>
                      </a:stretch>
                    </p:blipFill>
                    <p:spPr>
                      <a:xfrm>
                        <a:off x="2172917" y="5565506"/>
                        <a:ext cx="825500" cy="527050"/>
                      </a:xfrm>
                      <a:prstGeom prst="rect">
                        <a:avLst/>
                      </a:prstGeom>
                    </p:spPr>
                  </p:pic>
                </p:oleObj>
              </mc:Fallback>
            </mc:AlternateContent>
          </a:graphicData>
        </a:graphic>
      </p:graphicFrame>
    </p:spTree>
    <p:extLst>
      <p:ext uri="{BB962C8B-B14F-4D97-AF65-F5344CB8AC3E}">
        <p14:creationId xmlns:p14="http://schemas.microsoft.com/office/powerpoint/2010/main" val="35179055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FF8CF5-C705-A26B-BA3F-DCA00C026FDE}"/>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AE89C9E3-EAA3-8291-77DD-4B88177C2F87}"/>
              </a:ext>
            </a:extLst>
          </p:cNvPr>
          <p:cNvSpPr/>
          <p:nvPr/>
        </p:nvSpPr>
        <p:spPr>
          <a:xfrm>
            <a:off x="599268" y="2578608"/>
            <a:ext cx="10976895" cy="3918914"/>
          </a:xfrm>
          <a:prstGeom prst="rect">
            <a:avLst/>
          </a:prstGeom>
          <a:solidFill>
            <a:schemeClr val="bg2">
              <a:alpha val="5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ext Placeholder 1">
            <a:extLst>
              <a:ext uri="{FF2B5EF4-FFF2-40B4-BE49-F238E27FC236}">
                <a16:creationId xmlns:a16="http://schemas.microsoft.com/office/drawing/2014/main" id="{EAFFDE1F-16BA-2349-863A-59D98E101039}"/>
              </a:ext>
            </a:extLst>
          </p:cNvPr>
          <p:cNvSpPr>
            <a:spLocks noGrp="1"/>
          </p:cNvSpPr>
          <p:nvPr>
            <p:ph type="body" sz="quarter" idx="199"/>
          </p:nvPr>
        </p:nvSpPr>
        <p:spPr>
          <a:xfrm>
            <a:off x="599268" y="360478"/>
            <a:ext cx="11137900" cy="611600"/>
          </a:xfrm>
        </p:spPr>
        <p:txBody>
          <a:bodyPr/>
          <a:lstStyle/>
          <a:p>
            <a:r>
              <a:rPr lang="en-US" dirty="0">
                <a:solidFill>
                  <a:schemeClr val="bg1">
                    <a:lumMod val="65000"/>
                    <a:lumOff val="35000"/>
                  </a:schemeClr>
                </a:solidFill>
              </a:rPr>
              <a:t>Lakebridge – ETL DataStage to Databricks</a:t>
            </a:r>
            <a:endParaRPr lang="en-IN" dirty="0">
              <a:solidFill>
                <a:schemeClr val="bg1">
                  <a:lumMod val="65000"/>
                  <a:lumOff val="35000"/>
                </a:schemeClr>
              </a:solidFill>
            </a:endParaRPr>
          </a:p>
        </p:txBody>
      </p:sp>
      <p:sp>
        <p:nvSpPr>
          <p:cNvPr id="3" name="Rectangle: Rounded Corners 2">
            <a:extLst>
              <a:ext uri="{FF2B5EF4-FFF2-40B4-BE49-F238E27FC236}">
                <a16:creationId xmlns:a16="http://schemas.microsoft.com/office/drawing/2014/main" id="{9727878D-6FD7-D05E-DD12-AB6EBB46F0D5}"/>
              </a:ext>
            </a:extLst>
          </p:cNvPr>
          <p:cNvSpPr/>
          <p:nvPr/>
        </p:nvSpPr>
        <p:spPr>
          <a:xfrm>
            <a:off x="599268" y="893400"/>
            <a:ext cx="2620484" cy="367144"/>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a:t>Transpile (Converter)</a:t>
            </a:r>
          </a:p>
        </p:txBody>
      </p:sp>
      <p:sp>
        <p:nvSpPr>
          <p:cNvPr id="5" name="TextBox 4">
            <a:extLst>
              <a:ext uri="{FF2B5EF4-FFF2-40B4-BE49-F238E27FC236}">
                <a16:creationId xmlns:a16="http://schemas.microsoft.com/office/drawing/2014/main" id="{223DA78B-3D0F-872D-E3BF-D0C191918245}"/>
              </a:ext>
            </a:extLst>
          </p:cNvPr>
          <p:cNvSpPr txBox="1"/>
          <p:nvPr/>
        </p:nvSpPr>
        <p:spPr>
          <a:xfrm>
            <a:off x="599268" y="1501275"/>
            <a:ext cx="10564367" cy="1169551"/>
          </a:xfrm>
          <a:prstGeom prst="rect">
            <a:avLst/>
          </a:prstGeom>
          <a:noFill/>
        </p:spPr>
        <p:txBody>
          <a:bodyPr wrap="none" rtlCol="0">
            <a:spAutoFit/>
          </a:bodyPr>
          <a:lstStyle/>
          <a:p>
            <a:pPr marL="342900" indent="-342900">
              <a:buFont typeface="+mj-lt"/>
              <a:buAutoNum type="arabicPeriod"/>
            </a:pPr>
            <a:r>
              <a:rPr lang="en-IN" sz="1400" dirty="0"/>
              <a:t>Run this in CLI before starting, since lakebridge is continuously evolving - &gt; </a:t>
            </a:r>
            <a:r>
              <a:rPr lang="en-IN" sz="1400" b="1" dirty="0"/>
              <a:t>databricks labs upgrade lakebridge</a:t>
            </a:r>
          </a:p>
          <a:p>
            <a:pPr marL="342900" indent="-342900">
              <a:buFont typeface="+mj-lt"/>
              <a:buAutoNum type="arabicPeriod"/>
            </a:pPr>
            <a:endParaRPr lang="en-IN" sz="1400" b="1" dirty="0"/>
          </a:p>
          <a:p>
            <a:pPr marL="342900" indent="-342900">
              <a:buFont typeface="+mj-lt"/>
              <a:buAutoNum type="arabicPeriod"/>
            </a:pPr>
            <a:r>
              <a:rPr lang="en-IN" sz="1400" dirty="0"/>
              <a:t>Create the necessary folder structure for snowflake assets for analysis, here </a:t>
            </a:r>
            <a:r>
              <a:rPr lang="en-IN" sz="1400" b="1" dirty="0"/>
              <a:t>input</a:t>
            </a:r>
            <a:r>
              <a:rPr lang="en-IN" sz="1400" dirty="0"/>
              <a:t> folder will hold all snowflake assets &amp; </a:t>
            </a:r>
            <a:r>
              <a:rPr lang="en-IN" sz="1400" b="1" dirty="0"/>
              <a:t>output</a:t>
            </a:r>
            <a:r>
              <a:rPr lang="en-IN" sz="1400" dirty="0"/>
              <a:t> folder </a:t>
            </a:r>
          </a:p>
          <a:p>
            <a:r>
              <a:rPr lang="en-IN" sz="1400" dirty="0"/>
              <a:t>         will produce the </a:t>
            </a:r>
            <a:r>
              <a:rPr lang="en-IN" sz="1400" b="1" dirty="0"/>
              <a:t>converted Databricks SQL assets </a:t>
            </a:r>
            <a:r>
              <a:rPr lang="en-IN" sz="1400" dirty="0"/>
              <a:t>by running the </a:t>
            </a:r>
            <a:r>
              <a:rPr lang="en-IN" sz="1400" b="1" dirty="0">
                <a:solidFill>
                  <a:schemeClr val="accent1">
                    <a:lumMod val="75000"/>
                  </a:schemeClr>
                </a:solidFill>
              </a:rPr>
              <a:t>lakebridge transpile </a:t>
            </a:r>
            <a:r>
              <a:rPr lang="en-IN" sz="1400" dirty="0"/>
              <a:t>command</a:t>
            </a:r>
          </a:p>
          <a:p>
            <a:r>
              <a:rPr lang="en-IN" sz="1400" b="1" dirty="0"/>
              <a:t>         </a:t>
            </a:r>
          </a:p>
        </p:txBody>
      </p:sp>
      <p:sp>
        <p:nvSpPr>
          <p:cNvPr id="7" name="TextBox 6">
            <a:extLst>
              <a:ext uri="{FF2B5EF4-FFF2-40B4-BE49-F238E27FC236}">
                <a16:creationId xmlns:a16="http://schemas.microsoft.com/office/drawing/2014/main" id="{0900E042-B9EC-BA95-6D02-35C4322054FE}"/>
              </a:ext>
            </a:extLst>
          </p:cNvPr>
          <p:cNvSpPr txBox="1"/>
          <p:nvPr/>
        </p:nvSpPr>
        <p:spPr>
          <a:xfrm>
            <a:off x="3964937" y="2864236"/>
            <a:ext cx="4118224" cy="2031325"/>
          </a:xfrm>
          <a:prstGeom prst="rect">
            <a:avLst/>
          </a:prstGeom>
          <a:noFill/>
        </p:spPr>
        <p:txBody>
          <a:bodyPr wrap="square">
            <a:spAutoFit/>
          </a:bodyPr>
          <a:lstStyle/>
          <a:p>
            <a:r>
              <a:rPr lang="en-IN" sz="1400" b="1" dirty="0">
                <a:solidFill>
                  <a:schemeClr val="bg1">
                    <a:lumMod val="50000"/>
                    <a:lumOff val="50000"/>
                  </a:schemeClr>
                </a:solidFill>
              </a:rPr>
              <a:t>&gt;</a:t>
            </a:r>
            <a:r>
              <a:rPr lang="en-IN" sz="1400" dirty="0"/>
              <a:t>$  </a:t>
            </a:r>
          </a:p>
          <a:p>
            <a:endParaRPr lang="en-IN" sz="1400" dirty="0"/>
          </a:p>
          <a:p>
            <a:r>
              <a:rPr lang="en-IN" sz="1400" dirty="0"/>
              <a:t>databricks labs </a:t>
            </a:r>
            <a:r>
              <a:rPr lang="en-IN" sz="1400" b="1" dirty="0">
                <a:solidFill>
                  <a:schemeClr val="accent1">
                    <a:lumMod val="75000"/>
                  </a:schemeClr>
                </a:solidFill>
              </a:rPr>
              <a:t>lakebridge </a:t>
            </a:r>
            <a:r>
              <a:rPr lang="en-IN" sz="1400" b="1" dirty="0" err="1">
                <a:solidFill>
                  <a:schemeClr val="accent1">
                    <a:lumMod val="75000"/>
                  </a:schemeClr>
                </a:solidFill>
              </a:rPr>
              <a:t>transpile</a:t>
            </a:r>
            <a:endParaRPr lang="en-IN" sz="1400" b="1" dirty="0">
              <a:solidFill>
                <a:schemeClr val="accent1">
                  <a:lumMod val="75000"/>
                </a:schemeClr>
              </a:solidFill>
            </a:endParaRPr>
          </a:p>
          <a:p>
            <a:r>
              <a:rPr lang="en-IN" sz="1400" dirty="0">
                <a:solidFill>
                  <a:schemeClr val="tx2"/>
                </a:solidFill>
              </a:rPr>
              <a:t>--source-dialect </a:t>
            </a:r>
            <a:r>
              <a:rPr lang="en-IN" sz="1400" b="1" dirty="0">
                <a:solidFill>
                  <a:schemeClr val="tx2"/>
                </a:solidFill>
              </a:rPr>
              <a:t>datastage</a:t>
            </a:r>
          </a:p>
          <a:p>
            <a:r>
              <a:rPr lang="en-IN" sz="1400" dirty="0"/>
              <a:t>--input-source </a:t>
            </a:r>
          </a:p>
          <a:p>
            <a:r>
              <a:rPr lang="en-IN" sz="1400" b="1" dirty="0"/>
              <a:t>/workspaces/lakebridge/datastage/input-xml </a:t>
            </a:r>
          </a:p>
          <a:p>
            <a:r>
              <a:rPr lang="en-IN" sz="1400" dirty="0"/>
              <a:t>--output-folder</a:t>
            </a:r>
          </a:p>
          <a:p>
            <a:r>
              <a:rPr lang="en-IN" sz="1400" b="1" dirty="0"/>
              <a:t>/workspaces/lakebridge/datastage/output</a:t>
            </a:r>
          </a:p>
          <a:p>
            <a:endParaRPr lang="en-IN" sz="1400" b="1" dirty="0"/>
          </a:p>
        </p:txBody>
      </p:sp>
      <p:sp>
        <p:nvSpPr>
          <p:cNvPr id="9" name="Arrow: Right 8">
            <a:extLst>
              <a:ext uri="{FF2B5EF4-FFF2-40B4-BE49-F238E27FC236}">
                <a16:creationId xmlns:a16="http://schemas.microsoft.com/office/drawing/2014/main" id="{43868CA0-A983-9119-1682-368FD64D044C}"/>
              </a:ext>
            </a:extLst>
          </p:cNvPr>
          <p:cNvSpPr/>
          <p:nvPr/>
        </p:nvSpPr>
        <p:spPr>
          <a:xfrm>
            <a:off x="3284558" y="3584814"/>
            <a:ext cx="493776" cy="502920"/>
          </a:xfrm>
          <a:prstGeom prst="rightArrow">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Arrow: Right 16">
            <a:extLst>
              <a:ext uri="{FF2B5EF4-FFF2-40B4-BE49-F238E27FC236}">
                <a16:creationId xmlns:a16="http://schemas.microsoft.com/office/drawing/2014/main" id="{15B6299F-E6D5-BC73-D4F8-A086C90D3F83}"/>
              </a:ext>
            </a:extLst>
          </p:cNvPr>
          <p:cNvSpPr/>
          <p:nvPr/>
        </p:nvSpPr>
        <p:spPr>
          <a:xfrm>
            <a:off x="8185648" y="3530219"/>
            <a:ext cx="493776" cy="502920"/>
          </a:xfrm>
          <a:prstGeom prst="rightArrow">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Arrow: Right 20">
            <a:extLst>
              <a:ext uri="{FF2B5EF4-FFF2-40B4-BE49-F238E27FC236}">
                <a16:creationId xmlns:a16="http://schemas.microsoft.com/office/drawing/2014/main" id="{3882DD64-CBEB-E480-2A63-2AC79BDD7D49}"/>
              </a:ext>
            </a:extLst>
          </p:cNvPr>
          <p:cNvSpPr/>
          <p:nvPr/>
        </p:nvSpPr>
        <p:spPr>
          <a:xfrm rot="5400000">
            <a:off x="5483699" y="2701675"/>
            <a:ext cx="493776" cy="502920"/>
          </a:xfrm>
          <a:prstGeom prst="rightArrow">
            <a:avLst/>
          </a:prstGeom>
          <a:solidFill>
            <a:schemeClr val="tx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11" name="Object 10">
            <a:extLst>
              <a:ext uri="{FF2B5EF4-FFF2-40B4-BE49-F238E27FC236}">
                <a16:creationId xmlns:a16="http://schemas.microsoft.com/office/drawing/2014/main" id="{4744A06D-84A0-4165-0871-65B02E7A7AB5}"/>
              </a:ext>
            </a:extLst>
          </p:cNvPr>
          <p:cNvGraphicFramePr>
            <a:graphicFrameLocks noChangeAspect="1"/>
          </p:cNvGraphicFramePr>
          <p:nvPr>
            <p:extLst>
              <p:ext uri="{D42A27DB-BD31-4B8C-83A1-F6EECF244321}">
                <p14:modId xmlns:p14="http://schemas.microsoft.com/office/powerpoint/2010/main" val="38204222"/>
              </p:ext>
            </p:extLst>
          </p:nvPr>
        </p:nvGraphicFramePr>
        <p:xfrm>
          <a:off x="2928537" y="4368511"/>
          <a:ext cx="825500" cy="527050"/>
        </p:xfrm>
        <a:graphic>
          <a:graphicData uri="http://schemas.openxmlformats.org/presentationml/2006/ole">
            <mc:AlternateContent xmlns:mc="http://schemas.openxmlformats.org/markup-compatibility/2006">
              <mc:Choice xmlns:v="urn:schemas-microsoft-com:vml" Requires="v">
                <p:oleObj name="Packager Shell Object" showAsIcon="1" r:id="rId3" imgW="825584" imgH="526915" progId="Package">
                  <p:embed/>
                </p:oleObj>
              </mc:Choice>
              <mc:Fallback>
                <p:oleObj name="Packager Shell Object" showAsIcon="1" r:id="rId3" imgW="825584" imgH="526915" progId="Package">
                  <p:embed/>
                  <p:pic>
                    <p:nvPicPr>
                      <p:cNvPr id="11" name="Object 10">
                        <a:extLst>
                          <a:ext uri="{FF2B5EF4-FFF2-40B4-BE49-F238E27FC236}">
                            <a16:creationId xmlns:a16="http://schemas.microsoft.com/office/drawing/2014/main" id="{6B44DC73-C014-A696-167D-216EA78614FE}"/>
                          </a:ext>
                        </a:extLst>
                      </p:cNvPr>
                      <p:cNvPicPr/>
                      <p:nvPr/>
                    </p:nvPicPr>
                    <p:blipFill>
                      <a:blip r:embed="rId4"/>
                      <a:stretch>
                        <a:fillRect/>
                      </a:stretch>
                    </p:blipFill>
                    <p:spPr>
                      <a:xfrm>
                        <a:off x="2928537" y="4368511"/>
                        <a:ext cx="825500" cy="527050"/>
                      </a:xfrm>
                      <a:prstGeom prst="rect">
                        <a:avLst/>
                      </a:prstGeom>
                    </p:spPr>
                  </p:pic>
                </p:oleObj>
              </mc:Fallback>
            </mc:AlternateContent>
          </a:graphicData>
        </a:graphic>
      </p:graphicFrame>
      <p:pic>
        <p:nvPicPr>
          <p:cNvPr id="13" name="Picture 12">
            <a:extLst>
              <a:ext uri="{FF2B5EF4-FFF2-40B4-BE49-F238E27FC236}">
                <a16:creationId xmlns:a16="http://schemas.microsoft.com/office/drawing/2014/main" id="{3E9E90B4-405B-8832-E85D-C4BF6F5FE7C2}"/>
              </a:ext>
            </a:extLst>
          </p:cNvPr>
          <p:cNvPicPr>
            <a:picLocks noChangeAspect="1"/>
          </p:cNvPicPr>
          <p:nvPr/>
        </p:nvPicPr>
        <p:blipFill>
          <a:blip r:embed="rId5"/>
          <a:stretch>
            <a:fillRect/>
          </a:stretch>
        </p:blipFill>
        <p:spPr>
          <a:xfrm>
            <a:off x="4411531" y="4806553"/>
            <a:ext cx="2601386" cy="1465514"/>
          </a:xfrm>
          <a:prstGeom prst="rect">
            <a:avLst/>
          </a:prstGeom>
        </p:spPr>
      </p:pic>
      <p:pic>
        <p:nvPicPr>
          <p:cNvPr id="16" name="Picture 15">
            <a:extLst>
              <a:ext uri="{FF2B5EF4-FFF2-40B4-BE49-F238E27FC236}">
                <a16:creationId xmlns:a16="http://schemas.microsoft.com/office/drawing/2014/main" id="{07BEBC10-4C1D-47ED-3CC9-7C7755649284}"/>
              </a:ext>
            </a:extLst>
          </p:cNvPr>
          <p:cNvPicPr>
            <a:picLocks noChangeAspect="1"/>
          </p:cNvPicPr>
          <p:nvPr/>
        </p:nvPicPr>
        <p:blipFill>
          <a:blip r:embed="rId6"/>
          <a:stretch>
            <a:fillRect/>
          </a:stretch>
        </p:blipFill>
        <p:spPr>
          <a:xfrm>
            <a:off x="683318" y="2838650"/>
            <a:ext cx="2559182" cy="1492327"/>
          </a:xfrm>
          <a:prstGeom prst="rect">
            <a:avLst/>
          </a:prstGeom>
        </p:spPr>
      </p:pic>
      <p:pic>
        <p:nvPicPr>
          <p:cNvPr id="20" name="Picture 19">
            <a:extLst>
              <a:ext uri="{FF2B5EF4-FFF2-40B4-BE49-F238E27FC236}">
                <a16:creationId xmlns:a16="http://schemas.microsoft.com/office/drawing/2014/main" id="{86F9A976-2DD7-3EC5-08C4-A7162E4D7B94}"/>
              </a:ext>
            </a:extLst>
          </p:cNvPr>
          <p:cNvPicPr>
            <a:picLocks noChangeAspect="1"/>
          </p:cNvPicPr>
          <p:nvPr/>
        </p:nvPicPr>
        <p:blipFill>
          <a:blip r:embed="rId7"/>
          <a:stretch>
            <a:fillRect/>
          </a:stretch>
        </p:blipFill>
        <p:spPr>
          <a:xfrm>
            <a:off x="8848202" y="2757597"/>
            <a:ext cx="2559182" cy="1492327"/>
          </a:xfrm>
          <a:prstGeom prst="rect">
            <a:avLst/>
          </a:prstGeom>
        </p:spPr>
      </p:pic>
      <p:pic>
        <p:nvPicPr>
          <p:cNvPr id="22" name="Picture 21">
            <a:extLst>
              <a:ext uri="{FF2B5EF4-FFF2-40B4-BE49-F238E27FC236}">
                <a16:creationId xmlns:a16="http://schemas.microsoft.com/office/drawing/2014/main" id="{83A79541-06F9-BA28-BD06-1EC5140D9219}"/>
              </a:ext>
            </a:extLst>
          </p:cNvPr>
          <p:cNvPicPr>
            <a:picLocks noChangeAspect="1"/>
          </p:cNvPicPr>
          <p:nvPr/>
        </p:nvPicPr>
        <p:blipFill>
          <a:blip r:embed="rId8"/>
          <a:stretch>
            <a:fillRect/>
          </a:stretch>
        </p:blipFill>
        <p:spPr>
          <a:xfrm>
            <a:off x="821092" y="4598371"/>
            <a:ext cx="2178139" cy="1752208"/>
          </a:xfrm>
          <a:prstGeom prst="rect">
            <a:avLst/>
          </a:prstGeom>
        </p:spPr>
      </p:pic>
      <p:pic>
        <p:nvPicPr>
          <p:cNvPr id="24" name="Picture 23">
            <a:extLst>
              <a:ext uri="{FF2B5EF4-FFF2-40B4-BE49-F238E27FC236}">
                <a16:creationId xmlns:a16="http://schemas.microsoft.com/office/drawing/2014/main" id="{B626EBAA-B8D1-AED6-ABFD-338F89A4F1E2}"/>
              </a:ext>
            </a:extLst>
          </p:cNvPr>
          <p:cNvPicPr>
            <a:picLocks noChangeAspect="1"/>
          </p:cNvPicPr>
          <p:nvPr/>
        </p:nvPicPr>
        <p:blipFill>
          <a:blip r:embed="rId9"/>
          <a:stretch>
            <a:fillRect/>
          </a:stretch>
        </p:blipFill>
        <p:spPr>
          <a:xfrm>
            <a:off x="8383606" y="4640966"/>
            <a:ext cx="3023778" cy="1465514"/>
          </a:xfrm>
          <a:prstGeom prst="rect">
            <a:avLst/>
          </a:prstGeom>
        </p:spPr>
      </p:pic>
    </p:spTree>
    <p:extLst>
      <p:ext uri="{BB962C8B-B14F-4D97-AF65-F5344CB8AC3E}">
        <p14:creationId xmlns:p14="http://schemas.microsoft.com/office/powerpoint/2010/main" val="7146478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7D7C0-A8D6-4AD3-2A00-078A2EAC528E}"/>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2A8AE94B-1F2D-9422-1587-1AE55E7DFC36}"/>
              </a:ext>
            </a:extLst>
          </p:cNvPr>
          <p:cNvSpPr/>
          <p:nvPr/>
        </p:nvSpPr>
        <p:spPr>
          <a:xfrm>
            <a:off x="599268" y="2578608"/>
            <a:ext cx="10976895" cy="3918914"/>
          </a:xfrm>
          <a:prstGeom prst="rect">
            <a:avLst/>
          </a:prstGeom>
          <a:solidFill>
            <a:schemeClr val="bg2">
              <a:alpha val="5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ext Placeholder 1">
            <a:extLst>
              <a:ext uri="{FF2B5EF4-FFF2-40B4-BE49-F238E27FC236}">
                <a16:creationId xmlns:a16="http://schemas.microsoft.com/office/drawing/2014/main" id="{F793F91F-0FAF-0DF8-63FA-8489118725C8}"/>
              </a:ext>
            </a:extLst>
          </p:cNvPr>
          <p:cNvSpPr>
            <a:spLocks noGrp="1"/>
          </p:cNvSpPr>
          <p:nvPr>
            <p:ph type="body" sz="quarter" idx="199"/>
          </p:nvPr>
        </p:nvSpPr>
        <p:spPr>
          <a:xfrm>
            <a:off x="599268" y="360478"/>
            <a:ext cx="11137900" cy="611600"/>
          </a:xfrm>
        </p:spPr>
        <p:txBody>
          <a:bodyPr/>
          <a:lstStyle/>
          <a:p>
            <a:r>
              <a:rPr lang="en-US" dirty="0">
                <a:solidFill>
                  <a:schemeClr val="bg1">
                    <a:lumMod val="65000"/>
                    <a:lumOff val="35000"/>
                  </a:schemeClr>
                </a:solidFill>
              </a:rPr>
              <a:t>Lakebridge – ETL Informatica to Databricks</a:t>
            </a:r>
            <a:endParaRPr lang="en-IN" dirty="0">
              <a:solidFill>
                <a:schemeClr val="bg1">
                  <a:lumMod val="65000"/>
                  <a:lumOff val="35000"/>
                </a:schemeClr>
              </a:solidFill>
            </a:endParaRPr>
          </a:p>
        </p:txBody>
      </p:sp>
      <p:sp>
        <p:nvSpPr>
          <p:cNvPr id="3" name="Rectangle: Rounded Corners 2">
            <a:extLst>
              <a:ext uri="{FF2B5EF4-FFF2-40B4-BE49-F238E27FC236}">
                <a16:creationId xmlns:a16="http://schemas.microsoft.com/office/drawing/2014/main" id="{FE406969-31F3-FCAF-2239-4907E7A58D10}"/>
              </a:ext>
            </a:extLst>
          </p:cNvPr>
          <p:cNvSpPr/>
          <p:nvPr/>
        </p:nvSpPr>
        <p:spPr>
          <a:xfrm>
            <a:off x="599268" y="893400"/>
            <a:ext cx="2620484" cy="367144"/>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a:t>Transpile (Converter)</a:t>
            </a:r>
          </a:p>
        </p:txBody>
      </p:sp>
      <p:sp>
        <p:nvSpPr>
          <p:cNvPr id="5" name="TextBox 4">
            <a:extLst>
              <a:ext uri="{FF2B5EF4-FFF2-40B4-BE49-F238E27FC236}">
                <a16:creationId xmlns:a16="http://schemas.microsoft.com/office/drawing/2014/main" id="{5B1F9B98-F89D-16D0-48F4-686DFDE78198}"/>
              </a:ext>
            </a:extLst>
          </p:cNvPr>
          <p:cNvSpPr txBox="1"/>
          <p:nvPr/>
        </p:nvSpPr>
        <p:spPr>
          <a:xfrm>
            <a:off x="599268" y="1501275"/>
            <a:ext cx="10564367" cy="1169551"/>
          </a:xfrm>
          <a:prstGeom prst="rect">
            <a:avLst/>
          </a:prstGeom>
          <a:noFill/>
        </p:spPr>
        <p:txBody>
          <a:bodyPr wrap="none" rtlCol="0">
            <a:spAutoFit/>
          </a:bodyPr>
          <a:lstStyle/>
          <a:p>
            <a:pPr marL="342900" indent="-342900">
              <a:buFont typeface="+mj-lt"/>
              <a:buAutoNum type="arabicPeriod"/>
            </a:pPr>
            <a:r>
              <a:rPr lang="en-IN" sz="1400" dirty="0"/>
              <a:t>Run this in CLI before starting, since lakebridge is continuously evolving - &gt; </a:t>
            </a:r>
            <a:r>
              <a:rPr lang="en-IN" sz="1400" b="1" dirty="0"/>
              <a:t>databricks labs upgrade lakebridge</a:t>
            </a:r>
          </a:p>
          <a:p>
            <a:pPr marL="342900" indent="-342900">
              <a:buFont typeface="+mj-lt"/>
              <a:buAutoNum type="arabicPeriod"/>
            </a:pPr>
            <a:endParaRPr lang="en-IN" sz="1400" b="1" dirty="0"/>
          </a:p>
          <a:p>
            <a:pPr marL="342900" indent="-342900">
              <a:buFont typeface="+mj-lt"/>
              <a:buAutoNum type="arabicPeriod"/>
            </a:pPr>
            <a:r>
              <a:rPr lang="en-IN" sz="1400" dirty="0"/>
              <a:t>Create the necessary folder structure for snowflake assets for analysis, here </a:t>
            </a:r>
            <a:r>
              <a:rPr lang="en-IN" sz="1400" b="1" dirty="0"/>
              <a:t>input</a:t>
            </a:r>
            <a:r>
              <a:rPr lang="en-IN" sz="1400" dirty="0"/>
              <a:t> folder will hold all snowflake assets &amp; </a:t>
            </a:r>
            <a:r>
              <a:rPr lang="en-IN" sz="1400" b="1" dirty="0"/>
              <a:t>output</a:t>
            </a:r>
            <a:r>
              <a:rPr lang="en-IN" sz="1400" dirty="0"/>
              <a:t> folder </a:t>
            </a:r>
          </a:p>
          <a:p>
            <a:r>
              <a:rPr lang="en-IN" sz="1400" dirty="0"/>
              <a:t>         will produce the </a:t>
            </a:r>
            <a:r>
              <a:rPr lang="en-IN" sz="1400" b="1" dirty="0"/>
              <a:t>converted Databricks SQL assets </a:t>
            </a:r>
            <a:r>
              <a:rPr lang="en-IN" sz="1400" dirty="0"/>
              <a:t>by running the </a:t>
            </a:r>
            <a:r>
              <a:rPr lang="en-IN" sz="1400" b="1" dirty="0">
                <a:solidFill>
                  <a:schemeClr val="accent1">
                    <a:lumMod val="75000"/>
                  </a:schemeClr>
                </a:solidFill>
              </a:rPr>
              <a:t>lakebridge transpile </a:t>
            </a:r>
            <a:r>
              <a:rPr lang="en-IN" sz="1400" dirty="0"/>
              <a:t>command</a:t>
            </a:r>
          </a:p>
          <a:p>
            <a:r>
              <a:rPr lang="en-IN" sz="1400" b="1" dirty="0"/>
              <a:t>         </a:t>
            </a:r>
          </a:p>
        </p:txBody>
      </p:sp>
      <p:sp>
        <p:nvSpPr>
          <p:cNvPr id="7" name="TextBox 6">
            <a:extLst>
              <a:ext uri="{FF2B5EF4-FFF2-40B4-BE49-F238E27FC236}">
                <a16:creationId xmlns:a16="http://schemas.microsoft.com/office/drawing/2014/main" id="{501CADD9-8BE1-CDE5-A749-15E0D2C2EF92}"/>
              </a:ext>
            </a:extLst>
          </p:cNvPr>
          <p:cNvSpPr txBox="1"/>
          <p:nvPr/>
        </p:nvSpPr>
        <p:spPr>
          <a:xfrm>
            <a:off x="3964937" y="2864236"/>
            <a:ext cx="4118224" cy="2031325"/>
          </a:xfrm>
          <a:prstGeom prst="rect">
            <a:avLst/>
          </a:prstGeom>
          <a:noFill/>
        </p:spPr>
        <p:txBody>
          <a:bodyPr wrap="square">
            <a:spAutoFit/>
          </a:bodyPr>
          <a:lstStyle/>
          <a:p>
            <a:r>
              <a:rPr lang="en-IN" sz="1400" b="1" dirty="0">
                <a:solidFill>
                  <a:schemeClr val="bg1">
                    <a:lumMod val="50000"/>
                    <a:lumOff val="50000"/>
                  </a:schemeClr>
                </a:solidFill>
              </a:rPr>
              <a:t>&gt;</a:t>
            </a:r>
            <a:r>
              <a:rPr lang="en-IN" sz="1400" dirty="0"/>
              <a:t>$  </a:t>
            </a:r>
          </a:p>
          <a:p>
            <a:endParaRPr lang="en-IN" sz="1400" dirty="0"/>
          </a:p>
          <a:p>
            <a:r>
              <a:rPr lang="en-IN" sz="1400" dirty="0"/>
              <a:t>databricks labs </a:t>
            </a:r>
            <a:r>
              <a:rPr lang="en-IN" sz="1400" b="1" dirty="0">
                <a:solidFill>
                  <a:schemeClr val="accent1">
                    <a:lumMod val="75000"/>
                  </a:schemeClr>
                </a:solidFill>
              </a:rPr>
              <a:t>lakebridge </a:t>
            </a:r>
            <a:r>
              <a:rPr lang="en-IN" sz="1400" b="1" dirty="0" err="1">
                <a:solidFill>
                  <a:schemeClr val="accent1">
                    <a:lumMod val="75000"/>
                  </a:schemeClr>
                </a:solidFill>
              </a:rPr>
              <a:t>transpile</a:t>
            </a:r>
            <a:endParaRPr lang="en-IN" sz="1400" b="1" dirty="0">
              <a:solidFill>
                <a:schemeClr val="accent1">
                  <a:lumMod val="75000"/>
                </a:schemeClr>
              </a:solidFill>
            </a:endParaRPr>
          </a:p>
          <a:p>
            <a:r>
              <a:rPr lang="en-IN" sz="1400" dirty="0">
                <a:solidFill>
                  <a:schemeClr val="tx2"/>
                </a:solidFill>
              </a:rPr>
              <a:t>--source-dialect </a:t>
            </a:r>
            <a:r>
              <a:rPr lang="en-IN" sz="1400" b="1" dirty="0">
                <a:solidFill>
                  <a:schemeClr val="tx2"/>
                </a:solidFill>
              </a:rPr>
              <a:t>“informatica (desktop edition)</a:t>
            </a:r>
          </a:p>
          <a:p>
            <a:r>
              <a:rPr lang="en-IN" sz="1400" dirty="0"/>
              <a:t>--input-source </a:t>
            </a:r>
          </a:p>
          <a:p>
            <a:r>
              <a:rPr lang="en-IN" sz="1400" b="1" dirty="0"/>
              <a:t>/workspaces/lakebridge/datastage/input-xml </a:t>
            </a:r>
          </a:p>
          <a:p>
            <a:r>
              <a:rPr lang="en-IN" sz="1400" dirty="0"/>
              <a:t>--output-folder</a:t>
            </a:r>
          </a:p>
          <a:p>
            <a:r>
              <a:rPr lang="en-IN" sz="1400" b="1" dirty="0"/>
              <a:t>/workspaces/lakebridge/datastage/output</a:t>
            </a:r>
          </a:p>
          <a:p>
            <a:endParaRPr lang="en-IN" sz="1400" b="1" dirty="0"/>
          </a:p>
        </p:txBody>
      </p:sp>
      <p:sp>
        <p:nvSpPr>
          <p:cNvPr id="9" name="Arrow: Right 8">
            <a:extLst>
              <a:ext uri="{FF2B5EF4-FFF2-40B4-BE49-F238E27FC236}">
                <a16:creationId xmlns:a16="http://schemas.microsoft.com/office/drawing/2014/main" id="{2F50F9E7-ED7A-8FE5-516B-413E8B267240}"/>
              </a:ext>
            </a:extLst>
          </p:cNvPr>
          <p:cNvSpPr/>
          <p:nvPr/>
        </p:nvSpPr>
        <p:spPr>
          <a:xfrm>
            <a:off x="3284558" y="3584814"/>
            <a:ext cx="493776" cy="502920"/>
          </a:xfrm>
          <a:prstGeom prst="rightArrow">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Arrow: Right 16">
            <a:extLst>
              <a:ext uri="{FF2B5EF4-FFF2-40B4-BE49-F238E27FC236}">
                <a16:creationId xmlns:a16="http://schemas.microsoft.com/office/drawing/2014/main" id="{52CD0468-FF4A-3A72-CC60-C9FAD4F5F065}"/>
              </a:ext>
            </a:extLst>
          </p:cNvPr>
          <p:cNvSpPr/>
          <p:nvPr/>
        </p:nvSpPr>
        <p:spPr>
          <a:xfrm>
            <a:off x="8185648" y="3530219"/>
            <a:ext cx="493776" cy="502920"/>
          </a:xfrm>
          <a:prstGeom prst="rightArrow">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Arrow: Right 20">
            <a:extLst>
              <a:ext uri="{FF2B5EF4-FFF2-40B4-BE49-F238E27FC236}">
                <a16:creationId xmlns:a16="http://schemas.microsoft.com/office/drawing/2014/main" id="{81335C20-4AE8-6BFE-0C8F-B63A6AFAE6E3}"/>
              </a:ext>
            </a:extLst>
          </p:cNvPr>
          <p:cNvSpPr/>
          <p:nvPr/>
        </p:nvSpPr>
        <p:spPr>
          <a:xfrm rot="5400000">
            <a:off x="5483699" y="2701675"/>
            <a:ext cx="493776" cy="502920"/>
          </a:xfrm>
          <a:prstGeom prst="rightArrow">
            <a:avLst/>
          </a:prstGeom>
          <a:solidFill>
            <a:schemeClr val="tx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11" name="Object 10">
            <a:extLst>
              <a:ext uri="{FF2B5EF4-FFF2-40B4-BE49-F238E27FC236}">
                <a16:creationId xmlns:a16="http://schemas.microsoft.com/office/drawing/2014/main" id="{494328D4-E2E7-68BF-1CDC-CB0268A915D7}"/>
              </a:ext>
            </a:extLst>
          </p:cNvPr>
          <p:cNvGraphicFramePr>
            <a:graphicFrameLocks noChangeAspect="1"/>
          </p:cNvGraphicFramePr>
          <p:nvPr/>
        </p:nvGraphicFramePr>
        <p:xfrm>
          <a:off x="2928537" y="4368511"/>
          <a:ext cx="825500" cy="527050"/>
        </p:xfrm>
        <a:graphic>
          <a:graphicData uri="http://schemas.openxmlformats.org/presentationml/2006/ole">
            <mc:AlternateContent xmlns:mc="http://schemas.openxmlformats.org/markup-compatibility/2006">
              <mc:Choice xmlns:v="urn:schemas-microsoft-com:vml" Requires="v">
                <p:oleObj name="Packager Shell Object" showAsIcon="1" r:id="rId3" imgW="825584" imgH="526915" progId="Package">
                  <p:embed/>
                </p:oleObj>
              </mc:Choice>
              <mc:Fallback>
                <p:oleObj name="Packager Shell Object" showAsIcon="1" r:id="rId3" imgW="825584" imgH="526915" progId="Package">
                  <p:embed/>
                  <p:pic>
                    <p:nvPicPr>
                      <p:cNvPr id="11" name="Object 10">
                        <a:extLst>
                          <a:ext uri="{FF2B5EF4-FFF2-40B4-BE49-F238E27FC236}">
                            <a16:creationId xmlns:a16="http://schemas.microsoft.com/office/drawing/2014/main" id="{4744A06D-84A0-4165-0871-65B02E7A7AB5}"/>
                          </a:ext>
                        </a:extLst>
                      </p:cNvPr>
                      <p:cNvPicPr/>
                      <p:nvPr/>
                    </p:nvPicPr>
                    <p:blipFill>
                      <a:blip r:embed="rId4"/>
                      <a:stretch>
                        <a:fillRect/>
                      </a:stretch>
                    </p:blipFill>
                    <p:spPr>
                      <a:xfrm>
                        <a:off x="2928537" y="4368511"/>
                        <a:ext cx="825500" cy="527050"/>
                      </a:xfrm>
                      <a:prstGeom prst="rect">
                        <a:avLst/>
                      </a:prstGeom>
                    </p:spPr>
                  </p:pic>
                </p:oleObj>
              </mc:Fallback>
            </mc:AlternateContent>
          </a:graphicData>
        </a:graphic>
      </p:graphicFrame>
      <p:pic>
        <p:nvPicPr>
          <p:cNvPr id="13" name="Picture 12">
            <a:extLst>
              <a:ext uri="{FF2B5EF4-FFF2-40B4-BE49-F238E27FC236}">
                <a16:creationId xmlns:a16="http://schemas.microsoft.com/office/drawing/2014/main" id="{BF36A85A-A14F-3DF8-D09B-78752056BE81}"/>
              </a:ext>
            </a:extLst>
          </p:cNvPr>
          <p:cNvPicPr>
            <a:picLocks noChangeAspect="1"/>
          </p:cNvPicPr>
          <p:nvPr/>
        </p:nvPicPr>
        <p:blipFill>
          <a:blip r:embed="rId5"/>
          <a:stretch>
            <a:fillRect/>
          </a:stretch>
        </p:blipFill>
        <p:spPr>
          <a:xfrm>
            <a:off x="4411531" y="4806553"/>
            <a:ext cx="2601386" cy="1465514"/>
          </a:xfrm>
          <a:prstGeom prst="rect">
            <a:avLst/>
          </a:prstGeom>
        </p:spPr>
      </p:pic>
      <p:pic>
        <p:nvPicPr>
          <p:cNvPr id="6" name="Picture 5">
            <a:extLst>
              <a:ext uri="{FF2B5EF4-FFF2-40B4-BE49-F238E27FC236}">
                <a16:creationId xmlns:a16="http://schemas.microsoft.com/office/drawing/2014/main" id="{ABD3B65F-CB69-C88D-15C2-91541985DDC9}"/>
              </a:ext>
            </a:extLst>
          </p:cNvPr>
          <p:cNvPicPr>
            <a:picLocks noChangeAspect="1"/>
          </p:cNvPicPr>
          <p:nvPr/>
        </p:nvPicPr>
        <p:blipFill>
          <a:blip r:embed="rId6"/>
          <a:stretch>
            <a:fillRect/>
          </a:stretch>
        </p:blipFill>
        <p:spPr>
          <a:xfrm>
            <a:off x="792663" y="2857185"/>
            <a:ext cx="2400423" cy="1416123"/>
          </a:xfrm>
          <a:prstGeom prst="rect">
            <a:avLst/>
          </a:prstGeom>
        </p:spPr>
      </p:pic>
      <p:pic>
        <p:nvPicPr>
          <p:cNvPr id="12" name="Picture 11">
            <a:extLst>
              <a:ext uri="{FF2B5EF4-FFF2-40B4-BE49-F238E27FC236}">
                <a16:creationId xmlns:a16="http://schemas.microsoft.com/office/drawing/2014/main" id="{711D7353-3B7E-2559-BDCF-38E446A47C3A}"/>
              </a:ext>
            </a:extLst>
          </p:cNvPr>
          <p:cNvPicPr>
            <a:picLocks noChangeAspect="1"/>
          </p:cNvPicPr>
          <p:nvPr/>
        </p:nvPicPr>
        <p:blipFill>
          <a:blip r:embed="rId7"/>
          <a:stretch>
            <a:fillRect/>
          </a:stretch>
        </p:blipFill>
        <p:spPr>
          <a:xfrm>
            <a:off x="8781911" y="2771052"/>
            <a:ext cx="2400423" cy="1416123"/>
          </a:xfrm>
          <a:prstGeom prst="rect">
            <a:avLst/>
          </a:prstGeom>
        </p:spPr>
      </p:pic>
      <p:pic>
        <p:nvPicPr>
          <p:cNvPr id="15" name="Picture 14">
            <a:extLst>
              <a:ext uri="{FF2B5EF4-FFF2-40B4-BE49-F238E27FC236}">
                <a16:creationId xmlns:a16="http://schemas.microsoft.com/office/drawing/2014/main" id="{89BEAD2A-FA27-0A12-5881-1BE1215AD521}"/>
              </a:ext>
            </a:extLst>
          </p:cNvPr>
          <p:cNvPicPr>
            <a:picLocks noChangeAspect="1"/>
          </p:cNvPicPr>
          <p:nvPr/>
        </p:nvPicPr>
        <p:blipFill>
          <a:blip r:embed="rId8"/>
          <a:stretch>
            <a:fillRect/>
          </a:stretch>
        </p:blipFill>
        <p:spPr>
          <a:xfrm>
            <a:off x="775439" y="4951282"/>
            <a:ext cx="2610814" cy="1176055"/>
          </a:xfrm>
          <a:prstGeom prst="rect">
            <a:avLst/>
          </a:prstGeom>
        </p:spPr>
      </p:pic>
      <p:pic>
        <p:nvPicPr>
          <p:cNvPr id="19" name="Picture 18">
            <a:extLst>
              <a:ext uri="{FF2B5EF4-FFF2-40B4-BE49-F238E27FC236}">
                <a16:creationId xmlns:a16="http://schemas.microsoft.com/office/drawing/2014/main" id="{1FBDD6AA-44C9-1A3B-3586-605DCB418535}"/>
              </a:ext>
            </a:extLst>
          </p:cNvPr>
          <p:cNvPicPr>
            <a:picLocks noChangeAspect="1"/>
          </p:cNvPicPr>
          <p:nvPr/>
        </p:nvPicPr>
        <p:blipFill>
          <a:blip r:embed="rId9"/>
          <a:stretch>
            <a:fillRect/>
          </a:stretch>
        </p:blipFill>
        <p:spPr>
          <a:xfrm>
            <a:off x="8185648" y="4326813"/>
            <a:ext cx="3099924" cy="1945254"/>
          </a:xfrm>
          <a:prstGeom prst="rect">
            <a:avLst/>
          </a:prstGeom>
        </p:spPr>
      </p:pic>
    </p:spTree>
    <p:extLst>
      <p:ext uri="{BB962C8B-B14F-4D97-AF65-F5344CB8AC3E}">
        <p14:creationId xmlns:p14="http://schemas.microsoft.com/office/powerpoint/2010/main" val="25602542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972FD6-7A51-83BF-424E-C72C85766642}"/>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DDDC749A-8F61-F772-0517-1F36D905806C}"/>
              </a:ext>
            </a:extLst>
          </p:cNvPr>
          <p:cNvSpPr/>
          <p:nvPr/>
        </p:nvSpPr>
        <p:spPr>
          <a:xfrm>
            <a:off x="599268" y="1434485"/>
            <a:ext cx="10976895" cy="5161473"/>
          </a:xfrm>
          <a:prstGeom prst="rect">
            <a:avLst/>
          </a:prstGeom>
          <a:solidFill>
            <a:schemeClr val="bg2">
              <a:alpha val="5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 Placeholder 1">
            <a:extLst>
              <a:ext uri="{FF2B5EF4-FFF2-40B4-BE49-F238E27FC236}">
                <a16:creationId xmlns:a16="http://schemas.microsoft.com/office/drawing/2014/main" id="{C0AEAFBC-A339-8957-1AEC-02DF75017F9B}"/>
              </a:ext>
            </a:extLst>
          </p:cNvPr>
          <p:cNvSpPr>
            <a:spLocks noGrp="1"/>
          </p:cNvSpPr>
          <p:nvPr>
            <p:ph type="body" sz="quarter" idx="199"/>
          </p:nvPr>
        </p:nvSpPr>
        <p:spPr>
          <a:xfrm>
            <a:off x="599268" y="360478"/>
            <a:ext cx="11137900" cy="611600"/>
          </a:xfrm>
        </p:spPr>
        <p:txBody>
          <a:bodyPr/>
          <a:lstStyle/>
          <a:p>
            <a:r>
              <a:rPr lang="en-US" dirty="0">
                <a:solidFill>
                  <a:schemeClr val="bg1">
                    <a:lumMod val="65000"/>
                    <a:lumOff val="35000"/>
                  </a:schemeClr>
                </a:solidFill>
              </a:rPr>
              <a:t>Lakebridge Support – Raise GitHub Issue</a:t>
            </a:r>
            <a:endParaRPr lang="en-IN" dirty="0">
              <a:solidFill>
                <a:schemeClr val="bg1">
                  <a:lumMod val="65000"/>
                  <a:lumOff val="35000"/>
                </a:schemeClr>
              </a:solidFill>
            </a:endParaRPr>
          </a:p>
        </p:txBody>
      </p:sp>
      <p:sp>
        <p:nvSpPr>
          <p:cNvPr id="6" name="TextBox 5">
            <a:extLst>
              <a:ext uri="{FF2B5EF4-FFF2-40B4-BE49-F238E27FC236}">
                <a16:creationId xmlns:a16="http://schemas.microsoft.com/office/drawing/2014/main" id="{1B185722-A018-03D2-D718-521F237BA5B3}"/>
              </a:ext>
            </a:extLst>
          </p:cNvPr>
          <p:cNvSpPr txBox="1"/>
          <p:nvPr/>
        </p:nvSpPr>
        <p:spPr>
          <a:xfrm>
            <a:off x="454832" y="972078"/>
            <a:ext cx="10949604" cy="738664"/>
          </a:xfrm>
          <a:prstGeom prst="rect">
            <a:avLst/>
          </a:prstGeom>
          <a:noFill/>
        </p:spPr>
        <p:txBody>
          <a:bodyPr wrap="square" rtlCol="0">
            <a:spAutoFit/>
          </a:bodyPr>
          <a:lstStyle/>
          <a:p>
            <a:pPr marL="342900" indent="-342900">
              <a:buFont typeface="+mj-lt"/>
              <a:buAutoNum type="arabicPeriod"/>
            </a:pPr>
            <a:r>
              <a:rPr lang="en-IN" sz="1400" dirty="0"/>
              <a:t>Go to </a:t>
            </a:r>
            <a:r>
              <a:rPr lang="en-IN" sz="1400" b="1" dirty="0">
                <a:hlinkClick r:id="rId3"/>
              </a:rPr>
              <a:t>https://github.com/databrickslabs/lakebridge</a:t>
            </a:r>
            <a:r>
              <a:rPr lang="en-IN" sz="1400" b="1" dirty="0"/>
              <a:t> for raising the BUG  or FEATURE </a:t>
            </a:r>
            <a:r>
              <a:rPr lang="en-IN" sz="1400" dirty="0"/>
              <a:t>for lakebridge support </a:t>
            </a:r>
          </a:p>
          <a:p>
            <a:endParaRPr lang="en-IN" sz="1400" dirty="0">
              <a:solidFill>
                <a:schemeClr val="accent1">
                  <a:lumMod val="75000"/>
                </a:schemeClr>
              </a:solidFill>
            </a:endParaRPr>
          </a:p>
          <a:p>
            <a:pPr marL="342900" indent="-342900">
              <a:buFont typeface="+mj-lt"/>
              <a:buAutoNum type="arabicPeriod"/>
            </a:pPr>
            <a:endParaRPr lang="en-IN" sz="1400" b="1" dirty="0">
              <a:solidFill>
                <a:schemeClr val="accent1">
                  <a:lumMod val="75000"/>
                </a:schemeClr>
              </a:solidFill>
            </a:endParaRPr>
          </a:p>
        </p:txBody>
      </p:sp>
      <p:pic>
        <p:nvPicPr>
          <p:cNvPr id="8" name="Picture 7">
            <a:extLst>
              <a:ext uri="{FF2B5EF4-FFF2-40B4-BE49-F238E27FC236}">
                <a16:creationId xmlns:a16="http://schemas.microsoft.com/office/drawing/2014/main" id="{44CA20D8-D459-8355-D11F-3DA9BE235F84}"/>
              </a:ext>
            </a:extLst>
          </p:cNvPr>
          <p:cNvPicPr>
            <a:picLocks noChangeAspect="1"/>
          </p:cNvPicPr>
          <p:nvPr/>
        </p:nvPicPr>
        <p:blipFill>
          <a:blip r:embed="rId4"/>
          <a:stretch>
            <a:fillRect/>
          </a:stretch>
        </p:blipFill>
        <p:spPr>
          <a:xfrm>
            <a:off x="704089" y="1499616"/>
            <a:ext cx="5477255" cy="1254735"/>
          </a:xfrm>
          <a:prstGeom prst="rect">
            <a:avLst/>
          </a:prstGeom>
        </p:spPr>
      </p:pic>
      <p:pic>
        <p:nvPicPr>
          <p:cNvPr id="10" name="Picture 9">
            <a:extLst>
              <a:ext uri="{FF2B5EF4-FFF2-40B4-BE49-F238E27FC236}">
                <a16:creationId xmlns:a16="http://schemas.microsoft.com/office/drawing/2014/main" id="{E4E5D345-5FD5-53A0-60DB-74E59254141D}"/>
              </a:ext>
            </a:extLst>
          </p:cNvPr>
          <p:cNvPicPr>
            <a:picLocks noChangeAspect="1"/>
          </p:cNvPicPr>
          <p:nvPr/>
        </p:nvPicPr>
        <p:blipFill>
          <a:blip r:embed="rId5"/>
          <a:stretch>
            <a:fillRect/>
          </a:stretch>
        </p:blipFill>
        <p:spPr>
          <a:xfrm>
            <a:off x="704089" y="2902498"/>
            <a:ext cx="5803627" cy="3595024"/>
          </a:xfrm>
          <a:prstGeom prst="rect">
            <a:avLst/>
          </a:prstGeom>
        </p:spPr>
      </p:pic>
      <p:sp>
        <p:nvSpPr>
          <p:cNvPr id="11" name="TextBox 10">
            <a:extLst>
              <a:ext uri="{FF2B5EF4-FFF2-40B4-BE49-F238E27FC236}">
                <a16:creationId xmlns:a16="http://schemas.microsoft.com/office/drawing/2014/main" id="{5E93540C-0201-B93D-657D-5F8AB1A45924}"/>
              </a:ext>
            </a:extLst>
          </p:cNvPr>
          <p:cNvSpPr txBox="1"/>
          <p:nvPr/>
        </p:nvSpPr>
        <p:spPr>
          <a:xfrm>
            <a:off x="7035411" y="1434485"/>
            <a:ext cx="4806015" cy="1384995"/>
          </a:xfrm>
          <a:prstGeom prst="rect">
            <a:avLst/>
          </a:prstGeom>
          <a:noFill/>
        </p:spPr>
        <p:txBody>
          <a:bodyPr wrap="square" rtlCol="0">
            <a:spAutoFit/>
          </a:bodyPr>
          <a:lstStyle/>
          <a:p>
            <a:r>
              <a:rPr lang="en-IN" sz="1200" dirty="0">
                <a:solidFill>
                  <a:srgbClr val="FF0000"/>
                </a:solidFill>
              </a:rPr>
              <a:t>**Note:</a:t>
            </a:r>
          </a:p>
          <a:p>
            <a:endParaRPr lang="en-IN" sz="1200" dirty="0">
              <a:solidFill>
                <a:srgbClr val="FF0000"/>
              </a:solidFill>
            </a:endParaRPr>
          </a:p>
          <a:p>
            <a:r>
              <a:rPr lang="en-IN" sz="1200" dirty="0">
                <a:solidFill>
                  <a:schemeClr val="bg1"/>
                </a:solidFill>
              </a:rPr>
              <a:t>Reached out to the Databricks Partner SA</a:t>
            </a:r>
          </a:p>
          <a:p>
            <a:r>
              <a:rPr lang="en-IN" sz="1200" dirty="0">
                <a:solidFill>
                  <a:schemeClr val="bg1"/>
                </a:solidFill>
              </a:rPr>
              <a:t>They reached out to their engineering teams</a:t>
            </a:r>
          </a:p>
          <a:p>
            <a:endParaRPr lang="en-IN" sz="1200" dirty="0">
              <a:solidFill>
                <a:schemeClr val="bg1"/>
              </a:solidFill>
            </a:endParaRPr>
          </a:p>
          <a:p>
            <a:r>
              <a:rPr lang="en-IN" sz="1200" dirty="0">
                <a:solidFill>
                  <a:schemeClr val="bg1"/>
                </a:solidFill>
              </a:rPr>
              <a:t>The instruction is provided to raise and follow up by raising GITHUB </a:t>
            </a:r>
          </a:p>
          <a:p>
            <a:r>
              <a:rPr lang="en-IN" sz="1200" dirty="0">
                <a:solidFill>
                  <a:schemeClr val="bg1"/>
                </a:solidFill>
              </a:rPr>
              <a:t>issue under lakebridge ,since this is the databricks labs project.</a:t>
            </a:r>
          </a:p>
        </p:txBody>
      </p:sp>
      <p:pic>
        <p:nvPicPr>
          <p:cNvPr id="13" name="Picture 12">
            <a:extLst>
              <a:ext uri="{FF2B5EF4-FFF2-40B4-BE49-F238E27FC236}">
                <a16:creationId xmlns:a16="http://schemas.microsoft.com/office/drawing/2014/main" id="{1F8FD173-37C4-DE7B-1334-DA8D7E3D2014}"/>
              </a:ext>
            </a:extLst>
          </p:cNvPr>
          <p:cNvPicPr>
            <a:picLocks noChangeAspect="1"/>
          </p:cNvPicPr>
          <p:nvPr/>
        </p:nvPicPr>
        <p:blipFill>
          <a:blip r:embed="rId6"/>
          <a:stretch>
            <a:fillRect/>
          </a:stretch>
        </p:blipFill>
        <p:spPr>
          <a:xfrm>
            <a:off x="7035411" y="3242986"/>
            <a:ext cx="4369025" cy="3352972"/>
          </a:xfrm>
          <a:prstGeom prst="rect">
            <a:avLst/>
          </a:prstGeom>
        </p:spPr>
      </p:pic>
      <p:sp>
        <p:nvSpPr>
          <p:cNvPr id="14" name="Arrow: Right 13">
            <a:extLst>
              <a:ext uri="{FF2B5EF4-FFF2-40B4-BE49-F238E27FC236}">
                <a16:creationId xmlns:a16="http://schemas.microsoft.com/office/drawing/2014/main" id="{795798ED-6DA0-6733-962D-A65D9E34633A}"/>
              </a:ext>
            </a:extLst>
          </p:cNvPr>
          <p:cNvSpPr/>
          <p:nvPr/>
        </p:nvSpPr>
        <p:spPr>
          <a:xfrm>
            <a:off x="6277787" y="4448550"/>
            <a:ext cx="493776" cy="502920"/>
          </a:xfrm>
          <a:prstGeom prst="rightArrow">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1757456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2AC077-A72A-7C68-02E4-85032CEDC2A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F08C0CA-1817-1314-E790-EA87B79C57B6}"/>
              </a:ext>
            </a:extLst>
          </p:cNvPr>
          <p:cNvSpPr/>
          <p:nvPr/>
        </p:nvSpPr>
        <p:spPr>
          <a:xfrm>
            <a:off x="516972" y="2595035"/>
            <a:ext cx="10976895" cy="3918914"/>
          </a:xfrm>
          <a:prstGeom prst="rect">
            <a:avLst/>
          </a:prstGeom>
          <a:solidFill>
            <a:schemeClr val="bg2">
              <a:alpha val="5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 Placeholder 1">
            <a:extLst>
              <a:ext uri="{FF2B5EF4-FFF2-40B4-BE49-F238E27FC236}">
                <a16:creationId xmlns:a16="http://schemas.microsoft.com/office/drawing/2014/main" id="{1288F5A8-698B-DB18-1B21-F2C5EAD1BDF2}"/>
              </a:ext>
            </a:extLst>
          </p:cNvPr>
          <p:cNvSpPr>
            <a:spLocks noGrp="1"/>
          </p:cNvSpPr>
          <p:nvPr>
            <p:ph type="body" sz="quarter" idx="199"/>
          </p:nvPr>
        </p:nvSpPr>
        <p:spPr>
          <a:xfrm>
            <a:off x="599268" y="360478"/>
            <a:ext cx="11137900" cy="611600"/>
          </a:xfrm>
        </p:spPr>
        <p:txBody>
          <a:bodyPr/>
          <a:lstStyle/>
          <a:p>
            <a:r>
              <a:rPr lang="en-US" dirty="0">
                <a:solidFill>
                  <a:schemeClr val="bg1">
                    <a:lumMod val="65000"/>
                    <a:lumOff val="35000"/>
                  </a:schemeClr>
                </a:solidFill>
              </a:rPr>
              <a:t>Lakebridge – MySQL to Databricks</a:t>
            </a:r>
            <a:endParaRPr lang="en-IN" dirty="0">
              <a:solidFill>
                <a:schemeClr val="bg1">
                  <a:lumMod val="65000"/>
                  <a:lumOff val="35000"/>
                </a:schemeClr>
              </a:solidFill>
            </a:endParaRPr>
          </a:p>
        </p:txBody>
      </p:sp>
      <p:sp>
        <p:nvSpPr>
          <p:cNvPr id="3" name="Rectangle: Rounded Corners 2">
            <a:extLst>
              <a:ext uri="{FF2B5EF4-FFF2-40B4-BE49-F238E27FC236}">
                <a16:creationId xmlns:a16="http://schemas.microsoft.com/office/drawing/2014/main" id="{D6B1A4A0-D794-AA8F-2FCB-6140A97269FB}"/>
              </a:ext>
            </a:extLst>
          </p:cNvPr>
          <p:cNvSpPr/>
          <p:nvPr/>
        </p:nvSpPr>
        <p:spPr>
          <a:xfrm>
            <a:off x="599268" y="893400"/>
            <a:ext cx="2620484" cy="367144"/>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a:t>Analyzer</a:t>
            </a:r>
          </a:p>
        </p:txBody>
      </p:sp>
      <p:sp>
        <p:nvSpPr>
          <p:cNvPr id="5" name="TextBox 4">
            <a:extLst>
              <a:ext uri="{FF2B5EF4-FFF2-40B4-BE49-F238E27FC236}">
                <a16:creationId xmlns:a16="http://schemas.microsoft.com/office/drawing/2014/main" id="{4567FEBE-2BE0-84D6-5C9B-0D80351C2B2B}"/>
              </a:ext>
            </a:extLst>
          </p:cNvPr>
          <p:cNvSpPr txBox="1"/>
          <p:nvPr/>
        </p:nvSpPr>
        <p:spPr>
          <a:xfrm>
            <a:off x="516972" y="1485689"/>
            <a:ext cx="10302051" cy="1169551"/>
          </a:xfrm>
          <a:prstGeom prst="rect">
            <a:avLst/>
          </a:prstGeom>
          <a:noFill/>
        </p:spPr>
        <p:txBody>
          <a:bodyPr wrap="none" rtlCol="0">
            <a:spAutoFit/>
          </a:bodyPr>
          <a:lstStyle/>
          <a:p>
            <a:pPr marL="342900" indent="-342900">
              <a:buFont typeface="+mj-lt"/>
              <a:buAutoNum type="arabicPeriod"/>
            </a:pPr>
            <a:r>
              <a:rPr lang="en-IN" sz="1400" dirty="0"/>
              <a:t>Run this in CLI before starting, since lakebridge is continuously evolving - &gt; </a:t>
            </a:r>
            <a:r>
              <a:rPr lang="en-IN" sz="1400" b="1" dirty="0"/>
              <a:t>databricks labs upgrade lakebridge</a:t>
            </a:r>
          </a:p>
          <a:p>
            <a:pPr marL="342900" indent="-342900">
              <a:buFont typeface="+mj-lt"/>
              <a:buAutoNum type="arabicPeriod"/>
            </a:pPr>
            <a:endParaRPr lang="en-IN" sz="1400" b="1" dirty="0"/>
          </a:p>
          <a:p>
            <a:pPr marL="342900" indent="-342900">
              <a:buFont typeface="+mj-lt"/>
              <a:buAutoNum type="arabicPeriod"/>
            </a:pPr>
            <a:r>
              <a:rPr lang="en-IN" sz="1400" dirty="0"/>
              <a:t>Create the necessary folder structure for </a:t>
            </a:r>
            <a:r>
              <a:rPr lang="en-IN" sz="1400" dirty="0" err="1"/>
              <a:t>mysql</a:t>
            </a:r>
            <a:r>
              <a:rPr lang="en-IN" sz="1400" dirty="0"/>
              <a:t> assets for analysis, here </a:t>
            </a:r>
            <a:r>
              <a:rPr lang="en-IN" sz="1400" b="1" dirty="0"/>
              <a:t>input</a:t>
            </a:r>
            <a:r>
              <a:rPr lang="en-IN" sz="1400" dirty="0"/>
              <a:t> folder will hold all source technologies &amp; </a:t>
            </a:r>
            <a:r>
              <a:rPr lang="en-IN" sz="1400" b="1" dirty="0"/>
              <a:t>analysis</a:t>
            </a:r>
            <a:r>
              <a:rPr lang="en-IN" sz="1400" dirty="0"/>
              <a:t> folder </a:t>
            </a:r>
          </a:p>
          <a:p>
            <a:r>
              <a:rPr lang="en-IN" sz="1400" dirty="0"/>
              <a:t>         will produce the </a:t>
            </a:r>
            <a:r>
              <a:rPr lang="en-IN" sz="1400" b="1" dirty="0"/>
              <a:t>mysql-inventory.xlsx </a:t>
            </a:r>
            <a:r>
              <a:rPr lang="en-IN" sz="1400" dirty="0"/>
              <a:t>by running the </a:t>
            </a:r>
            <a:r>
              <a:rPr lang="en-IN" sz="1400" b="1" dirty="0">
                <a:solidFill>
                  <a:schemeClr val="accent1">
                    <a:lumMod val="75000"/>
                  </a:schemeClr>
                </a:solidFill>
              </a:rPr>
              <a:t>lakebridge analyze </a:t>
            </a:r>
            <a:r>
              <a:rPr lang="en-IN" sz="1400" dirty="0"/>
              <a:t>command</a:t>
            </a:r>
          </a:p>
          <a:p>
            <a:r>
              <a:rPr lang="en-IN" sz="1400" b="1" dirty="0"/>
              <a:t>         </a:t>
            </a:r>
          </a:p>
        </p:txBody>
      </p:sp>
      <p:sp>
        <p:nvSpPr>
          <p:cNvPr id="10" name="TextBox 9">
            <a:extLst>
              <a:ext uri="{FF2B5EF4-FFF2-40B4-BE49-F238E27FC236}">
                <a16:creationId xmlns:a16="http://schemas.microsoft.com/office/drawing/2014/main" id="{9CCD8754-94A8-204F-7B95-20133B12C245}"/>
              </a:ext>
            </a:extLst>
          </p:cNvPr>
          <p:cNvSpPr txBox="1"/>
          <p:nvPr/>
        </p:nvSpPr>
        <p:spPr>
          <a:xfrm>
            <a:off x="1334878" y="4278197"/>
            <a:ext cx="2924261" cy="1815882"/>
          </a:xfrm>
          <a:prstGeom prst="rect">
            <a:avLst/>
          </a:prstGeom>
          <a:noFill/>
        </p:spPr>
        <p:txBody>
          <a:bodyPr wrap="square">
            <a:spAutoFit/>
          </a:bodyPr>
          <a:lstStyle/>
          <a:p>
            <a:r>
              <a:rPr lang="en-IN" sz="1400" b="1" dirty="0">
                <a:solidFill>
                  <a:schemeClr val="bg1">
                    <a:lumMod val="50000"/>
                    <a:lumOff val="50000"/>
                  </a:schemeClr>
                </a:solidFill>
              </a:rPr>
              <a:t>&gt;</a:t>
            </a:r>
            <a:r>
              <a:rPr lang="en-IN" sz="1400" dirty="0"/>
              <a:t>$  </a:t>
            </a:r>
          </a:p>
          <a:p>
            <a:endParaRPr lang="en-IN" sz="1400" dirty="0"/>
          </a:p>
          <a:p>
            <a:r>
              <a:rPr lang="en-IN" sz="1400" dirty="0">
                <a:solidFill>
                  <a:schemeClr val="accent1"/>
                </a:solidFill>
              </a:rPr>
              <a:t>databricks labs lakebridge analyze </a:t>
            </a:r>
          </a:p>
          <a:p>
            <a:r>
              <a:rPr lang="en-IN" sz="1400" dirty="0"/>
              <a:t>--source-directory /workspaces/lakebridge/</a:t>
            </a:r>
            <a:r>
              <a:rPr lang="en-IN" sz="1400" dirty="0" err="1"/>
              <a:t>mysql</a:t>
            </a:r>
            <a:r>
              <a:rPr lang="en-IN" sz="1400" dirty="0"/>
              <a:t>/input --report-file /workspaces/lakebridge/</a:t>
            </a:r>
            <a:r>
              <a:rPr lang="en-IN" sz="1400" dirty="0" err="1"/>
              <a:t>mysql</a:t>
            </a:r>
            <a:r>
              <a:rPr lang="en-IN" sz="1400" dirty="0"/>
              <a:t>/analysis/mysql-inventory.xlsx</a:t>
            </a:r>
            <a:endParaRPr lang="en-IN" sz="1400" b="1" dirty="0"/>
          </a:p>
        </p:txBody>
      </p:sp>
      <p:sp>
        <p:nvSpPr>
          <p:cNvPr id="11" name="Arrow: Right 10">
            <a:extLst>
              <a:ext uri="{FF2B5EF4-FFF2-40B4-BE49-F238E27FC236}">
                <a16:creationId xmlns:a16="http://schemas.microsoft.com/office/drawing/2014/main" id="{063A4AE4-F537-7674-7F19-28FE4109142C}"/>
              </a:ext>
            </a:extLst>
          </p:cNvPr>
          <p:cNvSpPr/>
          <p:nvPr/>
        </p:nvSpPr>
        <p:spPr>
          <a:xfrm rot="5400000">
            <a:off x="2398870" y="3672144"/>
            <a:ext cx="493776" cy="502920"/>
          </a:xfrm>
          <a:prstGeom prst="rightArrow">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2" name="Arrow: Right 11">
            <a:extLst>
              <a:ext uri="{FF2B5EF4-FFF2-40B4-BE49-F238E27FC236}">
                <a16:creationId xmlns:a16="http://schemas.microsoft.com/office/drawing/2014/main" id="{59A52A9F-23D1-2246-6FA8-99650EA48EE9}"/>
              </a:ext>
            </a:extLst>
          </p:cNvPr>
          <p:cNvSpPr/>
          <p:nvPr/>
        </p:nvSpPr>
        <p:spPr>
          <a:xfrm>
            <a:off x="4533146" y="4974997"/>
            <a:ext cx="565469" cy="502920"/>
          </a:xfrm>
          <a:prstGeom prst="rightArrow">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3076" name="Picture 4">
            <a:extLst>
              <a:ext uri="{FF2B5EF4-FFF2-40B4-BE49-F238E27FC236}">
                <a16:creationId xmlns:a16="http://schemas.microsoft.com/office/drawing/2014/main" id="{B731E285-0CE9-BBB2-13D0-F65F7A1A07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98615" y="3429000"/>
            <a:ext cx="6059277" cy="2811065"/>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761AA51F-D003-E133-A7F5-BBE64811AA60}"/>
              </a:ext>
            </a:extLst>
          </p:cNvPr>
          <p:cNvPicPr>
            <a:picLocks noChangeAspect="1"/>
          </p:cNvPicPr>
          <p:nvPr/>
        </p:nvPicPr>
        <p:blipFill>
          <a:blip r:embed="rId4"/>
          <a:stretch>
            <a:fillRect/>
          </a:stretch>
        </p:blipFill>
        <p:spPr>
          <a:xfrm>
            <a:off x="529098" y="2672258"/>
            <a:ext cx="9000491" cy="799335"/>
          </a:xfrm>
          <a:prstGeom prst="rect">
            <a:avLst/>
          </a:prstGeom>
        </p:spPr>
      </p:pic>
    </p:spTree>
    <p:extLst>
      <p:ext uri="{BB962C8B-B14F-4D97-AF65-F5344CB8AC3E}">
        <p14:creationId xmlns:p14="http://schemas.microsoft.com/office/powerpoint/2010/main" val="38202340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95E8C-D39F-A0A4-50C6-6103043212AB}"/>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A4D43189-9350-85EA-7EF7-965FA858EF7E}"/>
              </a:ext>
            </a:extLst>
          </p:cNvPr>
          <p:cNvSpPr/>
          <p:nvPr/>
        </p:nvSpPr>
        <p:spPr>
          <a:xfrm>
            <a:off x="542186" y="2647177"/>
            <a:ext cx="11051360" cy="3918914"/>
          </a:xfrm>
          <a:prstGeom prst="rect">
            <a:avLst/>
          </a:prstGeom>
          <a:solidFill>
            <a:schemeClr val="bg2">
              <a:alpha val="5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ext Placeholder 1">
            <a:extLst>
              <a:ext uri="{FF2B5EF4-FFF2-40B4-BE49-F238E27FC236}">
                <a16:creationId xmlns:a16="http://schemas.microsoft.com/office/drawing/2014/main" id="{CB5A2C1C-BDDF-A57B-78F5-8608127560D7}"/>
              </a:ext>
            </a:extLst>
          </p:cNvPr>
          <p:cNvSpPr>
            <a:spLocks noGrp="1"/>
          </p:cNvSpPr>
          <p:nvPr>
            <p:ph type="body" sz="quarter" idx="199"/>
          </p:nvPr>
        </p:nvSpPr>
        <p:spPr>
          <a:xfrm>
            <a:off x="599268" y="360478"/>
            <a:ext cx="11137900" cy="611600"/>
          </a:xfrm>
        </p:spPr>
        <p:txBody>
          <a:bodyPr/>
          <a:lstStyle/>
          <a:p>
            <a:r>
              <a:rPr lang="en-US" dirty="0">
                <a:solidFill>
                  <a:schemeClr val="bg1">
                    <a:lumMod val="65000"/>
                    <a:lumOff val="35000"/>
                  </a:schemeClr>
                </a:solidFill>
              </a:rPr>
              <a:t>Lakebridge – MySQL to Databricks</a:t>
            </a:r>
            <a:endParaRPr lang="en-IN" dirty="0">
              <a:solidFill>
                <a:schemeClr val="bg1">
                  <a:lumMod val="65000"/>
                  <a:lumOff val="35000"/>
                </a:schemeClr>
              </a:solidFill>
            </a:endParaRPr>
          </a:p>
        </p:txBody>
      </p:sp>
      <p:sp>
        <p:nvSpPr>
          <p:cNvPr id="3" name="Rectangle: Rounded Corners 2">
            <a:extLst>
              <a:ext uri="{FF2B5EF4-FFF2-40B4-BE49-F238E27FC236}">
                <a16:creationId xmlns:a16="http://schemas.microsoft.com/office/drawing/2014/main" id="{460D9990-2EAF-96BC-D1D5-0E8E4B1148FB}"/>
              </a:ext>
            </a:extLst>
          </p:cNvPr>
          <p:cNvSpPr/>
          <p:nvPr/>
        </p:nvSpPr>
        <p:spPr>
          <a:xfrm>
            <a:off x="599268" y="893400"/>
            <a:ext cx="2620484" cy="367144"/>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a:t>Transpile (Converter)</a:t>
            </a:r>
          </a:p>
        </p:txBody>
      </p:sp>
      <p:sp>
        <p:nvSpPr>
          <p:cNvPr id="5" name="TextBox 4">
            <a:extLst>
              <a:ext uri="{FF2B5EF4-FFF2-40B4-BE49-F238E27FC236}">
                <a16:creationId xmlns:a16="http://schemas.microsoft.com/office/drawing/2014/main" id="{2B9CAA58-9C5B-4ED4-F760-CD5A4FCD010D}"/>
              </a:ext>
            </a:extLst>
          </p:cNvPr>
          <p:cNvSpPr txBox="1"/>
          <p:nvPr/>
        </p:nvSpPr>
        <p:spPr>
          <a:xfrm>
            <a:off x="516972" y="1485689"/>
            <a:ext cx="9638151" cy="1169551"/>
          </a:xfrm>
          <a:prstGeom prst="rect">
            <a:avLst/>
          </a:prstGeom>
          <a:noFill/>
        </p:spPr>
        <p:txBody>
          <a:bodyPr wrap="none" rtlCol="0">
            <a:spAutoFit/>
          </a:bodyPr>
          <a:lstStyle/>
          <a:p>
            <a:pPr marL="342900" indent="-342900">
              <a:buFont typeface="+mj-lt"/>
              <a:buAutoNum type="arabicPeriod"/>
            </a:pPr>
            <a:r>
              <a:rPr lang="en-IN" sz="1400" dirty="0"/>
              <a:t>Run this in CLI before starting, since lakebridge is continuously evolving - &gt; </a:t>
            </a:r>
            <a:r>
              <a:rPr lang="en-IN" sz="1400" b="1" dirty="0"/>
              <a:t>databricks labs upgrade lakebridge</a:t>
            </a:r>
          </a:p>
          <a:p>
            <a:pPr marL="342900" indent="-342900">
              <a:buFont typeface="+mj-lt"/>
              <a:buAutoNum type="arabicPeriod"/>
            </a:pPr>
            <a:endParaRPr lang="en-IN" sz="1400" b="1" dirty="0"/>
          </a:p>
          <a:p>
            <a:pPr marL="342900" indent="-342900">
              <a:buFont typeface="+mj-lt"/>
              <a:buAutoNum type="arabicPeriod"/>
            </a:pPr>
            <a:r>
              <a:rPr lang="en-IN" sz="1400" dirty="0"/>
              <a:t>Create the necessary folder structure for </a:t>
            </a:r>
            <a:r>
              <a:rPr lang="en-IN" sz="1400" dirty="0" err="1"/>
              <a:t>mysql</a:t>
            </a:r>
            <a:r>
              <a:rPr lang="en-IN" sz="1400" dirty="0"/>
              <a:t> assets for analysis, here </a:t>
            </a:r>
            <a:r>
              <a:rPr lang="en-IN" sz="1400" b="1" dirty="0"/>
              <a:t>input</a:t>
            </a:r>
            <a:r>
              <a:rPr lang="en-IN" sz="1400" dirty="0"/>
              <a:t> folder will hold all </a:t>
            </a:r>
            <a:r>
              <a:rPr lang="en-IN" sz="1400" dirty="0" err="1"/>
              <a:t>mysql</a:t>
            </a:r>
            <a:r>
              <a:rPr lang="en-IN" sz="1400" dirty="0"/>
              <a:t> assets &amp; </a:t>
            </a:r>
            <a:r>
              <a:rPr lang="en-IN" sz="1400" b="1" dirty="0"/>
              <a:t>output</a:t>
            </a:r>
            <a:r>
              <a:rPr lang="en-IN" sz="1400" dirty="0"/>
              <a:t> folder </a:t>
            </a:r>
          </a:p>
          <a:p>
            <a:r>
              <a:rPr lang="en-IN" sz="1400" dirty="0"/>
              <a:t>         will produce the </a:t>
            </a:r>
            <a:r>
              <a:rPr lang="en-IN" sz="1400" b="1" dirty="0"/>
              <a:t>converted Databricks SQL assets </a:t>
            </a:r>
            <a:r>
              <a:rPr lang="en-IN" sz="1400" dirty="0"/>
              <a:t>by running the </a:t>
            </a:r>
            <a:r>
              <a:rPr lang="en-IN" sz="1400" b="1" dirty="0">
                <a:solidFill>
                  <a:schemeClr val="accent1">
                    <a:lumMod val="75000"/>
                  </a:schemeClr>
                </a:solidFill>
              </a:rPr>
              <a:t>lakebridge transpile </a:t>
            </a:r>
            <a:r>
              <a:rPr lang="en-IN" sz="1400" dirty="0"/>
              <a:t>command</a:t>
            </a:r>
          </a:p>
          <a:p>
            <a:r>
              <a:rPr lang="en-IN" sz="1400" b="1" dirty="0"/>
              <a:t>         </a:t>
            </a:r>
          </a:p>
        </p:txBody>
      </p:sp>
      <p:sp>
        <p:nvSpPr>
          <p:cNvPr id="7" name="TextBox 6">
            <a:extLst>
              <a:ext uri="{FF2B5EF4-FFF2-40B4-BE49-F238E27FC236}">
                <a16:creationId xmlns:a16="http://schemas.microsoft.com/office/drawing/2014/main" id="{F52B0FCD-125D-58A3-C32A-97AFF2B709E9}"/>
              </a:ext>
            </a:extLst>
          </p:cNvPr>
          <p:cNvSpPr txBox="1"/>
          <p:nvPr/>
        </p:nvSpPr>
        <p:spPr>
          <a:xfrm>
            <a:off x="4067424" y="2720125"/>
            <a:ext cx="3515439" cy="1785104"/>
          </a:xfrm>
          <a:prstGeom prst="rect">
            <a:avLst/>
          </a:prstGeom>
          <a:noFill/>
        </p:spPr>
        <p:txBody>
          <a:bodyPr wrap="square">
            <a:spAutoFit/>
          </a:bodyPr>
          <a:lstStyle/>
          <a:p>
            <a:r>
              <a:rPr lang="en-IN" sz="1200" b="1" dirty="0">
                <a:solidFill>
                  <a:schemeClr val="bg1">
                    <a:lumMod val="50000"/>
                    <a:lumOff val="50000"/>
                  </a:schemeClr>
                </a:solidFill>
              </a:rPr>
              <a:t>&gt;</a:t>
            </a:r>
            <a:r>
              <a:rPr lang="en-IN" sz="1200" dirty="0"/>
              <a:t>$  </a:t>
            </a:r>
          </a:p>
          <a:p>
            <a:r>
              <a:rPr lang="en-IN" sz="1400" dirty="0">
                <a:solidFill>
                  <a:schemeClr val="accent1"/>
                </a:solidFill>
              </a:rPr>
              <a:t>databricks labs lakebridge </a:t>
            </a:r>
            <a:r>
              <a:rPr lang="en-IN" sz="1400" dirty="0" err="1">
                <a:solidFill>
                  <a:schemeClr val="accent1"/>
                </a:solidFill>
              </a:rPr>
              <a:t>transpile</a:t>
            </a:r>
            <a:r>
              <a:rPr lang="en-IN" sz="1400" dirty="0">
                <a:solidFill>
                  <a:schemeClr val="accent1"/>
                </a:solidFill>
              </a:rPr>
              <a:t> </a:t>
            </a:r>
            <a:r>
              <a:rPr lang="en-IN" sz="1400" dirty="0"/>
              <a:t>--source-dialect </a:t>
            </a:r>
            <a:r>
              <a:rPr lang="en-IN" sz="1400" dirty="0" err="1"/>
              <a:t>mssql</a:t>
            </a:r>
            <a:r>
              <a:rPr lang="en-IN" sz="1400" dirty="0"/>
              <a:t> --input-source /workspaces/lakebridge/</a:t>
            </a:r>
            <a:r>
              <a:rPr lang="en-IN" sz="1400" dirty="0" err="1"/>
              <a:t>mysql</a:t>
            </a:r>
            <a:r>
              <a:rPr lang="en-IN" sz="1400" dirty="0"/>
              <a:t>/input --output-folder /workspaces/lakebridge/</a:t>
            </a:r>
            <a:r>
              <a:rPr lang="en-IN" sz="1400" dirty="0" err="1"/>
              <a:t>mysql</a:t>
            </a:r>
            <a:r>
              <a:rPr lang="en-IN" sz="1400" dirty="0"/>
              <a:t>/output --error-file-path /workspaces/lakebridge/</a:t>
            </a:r>
            <a:r>
              <a:rPr lang="en-IN" sz="1400" dirty="0" err="1"/>
              <a:t>mysql</a:t>
            </a:r>
            <a:r>
              <a:rPr lang="en-IN" sz="1400" dirty="0"/>
              <a:t>/error.log</a:t>
            </a:r>
          </a:p>
        </p:txBody>
      </p:sp>
      <p:sp>
        <p:nvSpPr>
          <p:cNvPr id="9" name="Arrow: Right 8">
            <a:extLst>
              <a:ext uri="{FF2B5EF4-FFF2-40B4-BE49-F238E27FC236}">
                <a16:creationId xmlns:a16="http://schemas.microsoft.com/office/drawing/2014/main" id="{8583BB66-3F71-2594-AA3B-4E99704747B5}"/>
              </a:ext>
            </a:extLst>
          </p:cNvPr>
          <p:cNvSpPr/>
          <p:nvPr/>
        </p:nvSpPr>
        <p:spPr>
          <a:xfrm>
            <a:off x="3284558" y="3584814"/>
            <a:ext cx="493776" cy="502920"/>
          </a:xfrm>
          <a:prstGeom prst="rightArrow">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Arrow: Right 16">
            <a:extLst>
              <a:ext uri="{FF2B5EF4-FFF2-40B4-BE49-F238E27FC236}">
                <a16:creationId xmlns:a16="http://schemas.microsoft.com/office/drawing/2014/main" id="{7D51C22B-8A61-B00C-38D2-4EC3BF14B460}"/>
              </a:ext>
            </a:extLst>
          </p:cNvPr>
          <p:cNvSpPr/>
          <p:nvPr/>
        </p:nvSpPr>
        <p:spPr>
          <a:xfrm>
            <a:off x="7710428" y="3584814"/>
            <a:ext cx="493776" cy="502920"/>
          </a:xfrm>
          <a:prstGeom prst="rightArrow">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Arrow: Right 20">
            <a:extLst>
              <a:ext uri="{FF2B5EF4-FFF2-40B4-BE49-F238E27FC236}">
                <a16:creationId xmlns:a16="http://schemas.microsoft.com/office/drawing/2014/main" id="{C0734536-902E-0ECA-0BA5-08F50062C5FE}"/>
              </a:ext>
            </a:extLst>
          </p:cNvPr>
          <p:cNvSpPr/>
          <p:nvPr/>
        </p:nvSpPr>
        <p:spPr>
          <a:xfrm rot="5400000">
            <a:off x="5552267" y="4459248"/>
            <a:ext cx="493776" cy="502920"/>
          </a:xfrm>
          <a:prstGeom prst="rightArrow">
            <a:avLst/>
          </a:prstGeom>
          <a:solidFill>
            <a:schemeClr val="tx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a:extLst>
              <a:ext uri="{FF2B5EF4-FFF2-40B4-BE49-F238E27FC236}">
                <a16:creationId xmlns:a16="http://schemas.microsoft.com/office/drawing/2014/main" id="{E2FE6C1D-800F-DBBE-8A8A-D5EC5F0723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6476" y="2821284"/>
            <a:ext cx="2603276" cy="340995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BAEE0C94-D4C4-D97F-CF89-34B95637DDE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78558" y="2655239"/>
            <a:ext cx="2991872" cy="3575995"/>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B8E9C696-89FC-DACF-719E-13CD00AF718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94106" y="5123640"/>
            <a:ext cx="4908973" cy="13738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18592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AA805-2DD5-E3E6-E053-0CA1FA32ACD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75FA32A-CAEA-3E95-36DF-3AB79129C03E}"/>
              </a:ext>
            </a:extLst>
          </p:cNvPr>
          <p:cNvSpPr/>
          <p:nvPr/>
        </p:nvSpPr>
        <p:spPr>
          <a:xfrm>
            <a:off x="599268" y="2578608"/>
            <a:ext cx="10976895" cy="3918914"/>
          </a:xfrm>
          <a:prstGeom prst="rect">
            <a:avLst/>
          </a:prstGeom>
          <a:solidFill>
            <a:schemeClr val="bg2">
              <a:alpha val="5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 Placeholder 1">
            <a:extLst>
              <a:ext uri="{FF2B5EF4-FFF2-40B4-BE49-F238E27FC236}">
                <a16:creationId xmlns:a16="http://schemas.microsoft.com/office/drawing/2014/main" id="{6A8BDE8F-DEE2-DD6B-F1C7-37A2EE8B5ACB}"/>
              </a:ext>
            </a:extLst>
          </p:cNvPr>
          <p:cNvSpPr>
            <a:spLocks noGrp="1"/>
          </p:cNvSpPr>
          <p:nvPr>
            <p:ph type="body" sz="quarter" idx="199"/>
          </p:nvPr>
        </p:nvSpPr>
        <p:spPr>
          <a:xfrm>
            <a:off x="599268" y="360478"/>
            <a:ext cx="11137900" cy="611600"/>
          </a:xfrm>
        </p:spPr>
        <p:txBody>
          <a:bodyPr/>
          <a:lstStyle/>
          <a:p>
            <a:r>
              <a:rPr lang="en-US" dirty="0">
                <a:solidFill>
                  <a:schemeClr val="bg1">
                    <a:lumMod val="65000"/>
                    <a:lumOff val="35000"/>
                  </a:schemeClr>
                </a:solidFill>
              </a:rPr>
              <a:t>Lakebridge – SAP to Databricks</a:t>
            </a:r>
            <a:endParaRPr lang="en-IN" dirty="0">
              <a:solidFill>
                <a:schemeClr val="bg1">
                  <a:lumMod val="65000"/>
                  <a:lumOff val="35000"/>
                </a:schemeClr>
              </a:solidFill>
            </a:endParaRPr>
          </a:p>
        </p:txBody>
      </p:sp>
      <p:sp>
        <p:nvSpPr>
          <p:cNvPr id="3" name="Rectangle: Rounded Corners 2">
            <a:extLst>
              <a:ext uri="{FF2B5EF4-FFF2-40B4-BE49-F238E27FC236}">
                <a16:creationId xmlns:a16="http://schemas.microsoft.com/office/drawing/2014/main" id="{3B1EF9E8-0473-5ADA-2B8A-ECEFD6DAA1A1}"/>
              </a:ext>
            </a:extLst>
          </p:cNvPr>
          <p:cNvSpPr/>
          <p:nvPr/>
        </p:nvSpPr>
        <p:spPr>
          <a:xfrm>
            <a:off x="599268" y="893400"/>
            <a:ext cx="2620484" cy="367144"/>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a:t>Analyzer</a:t>
            </a:r>
          </a:p>
        </p:txBody>
      </p:sp>
      <p:sp>
        <p:nvSpPr>
          <p:cNvPr id="5" name="TextBox 4">
            <a:extLst>
              <a:ext uri="{FF2B5EF4-FFF2-40B4-BE49-F238E27FC236}">
                <a16:creationId xmlns:a16="http://schemas.microsoft.com/office/drawing/2014/main" id="{C35C6F1B-F9BA-09BA-488D-3F6EA9349EFA}"/>
              </a:ext>
            </a:extLst>
          </p:cNvPr>
          <p:cNvSpPr txBox="1"/>
          <p:nvPr/>
        </p:nvSpPr>
        <p:spPr>
          <a:xfrm>
            <a:off x="516972" y="1485689"/>
            <a:ext cx="9445278" cy="1169551"/>
          </a:xfrm>
          <a:prstGeom prst="rect">
            <a:avLst/>
          </a:prstGeom>
          <a:noFill/>
        </p:spPr>
        <p:txBody>
          <a:bodyPr wrap="none" rtlCol="0">
            <a:spAutoFit/>
          </a:bodyPr>
          <a:lstStyle/>
          <a:p>
            <a:pPr marL="342900" indent="-342900">
              <a:buFont typeface="+mj-lt"/>
              <a:buAutoNum type="arabicPeriod"/>
            </a:pPr>
            <a:r>
              <a:rPr lang="en-IN" sz="1400" dirty="0"/>
              <a:t>Run this in CLI before starting, since lakebridge is continuously evolving - &gt; </a:t>
            </a:r>
            <a:r>
              <a:rPr lang="en-IN" sz="1400" b="1" dirty="0"/>
              <a:t>databricks labs upgrade lakebridge</a:t>
            </a:r>
          </a:p>
          <a:p>
            <a:pPr marL="342900" indent="-342900">
              <a:buFont typeface="+mj-lt"/>
              <a:buAutoNum type="arabicPeriod"/>
            </a:pPr>
            <a:endParaRPr lang="en-IN" sz="1400" b="1" dirty="0"/>
          </a:p>
          <a:p>
            <a:pPr marL="342900" indent="-342900">
              <a:buFont typeface="+mj-lt"/>
              <a:buAutoNum type="arabicPeriod"/>
            </a:pPr>
            <a:r>
              <a:rPr lang="en-IN" sz="1400" dirty="0"/>
              <a:t>Create the necessary folder structure for SAP assets for analysis, here </a:t>
            </a:r>
            <a:r>
              <a:rPr lang="en-IN" sz="1400" b="1" dirty="0"/>
              <a:t>input</a:t>
            </a:r>
            <a:r>
              <a:rPr lang="en-IN" sz="1400" dirty="0"/>
              <a:t> folder will hold all SAP assets &amp; </a:t>
            </a:r>
            <a:r>
              <a:rPr lang="en-IN" sz="1400" b="1" dirty="0"/>
              <a:t>analysis</a:t>
            </a:r>
            <a:r>
              <a:rPr lang="en-IN" sz="1400" dirty="0"/>
              <a:t> folder </a:t>
            </a:r>
          </a:p>
          <a:p>
            <a:r>
              <a:rPr lang="en-IN" sz="1400" dirty="0"/>
              <a:t>         will produce the </a:t>
            </a:r>
            <a:r>
              <a:rPr lang="en-IN" sz="1400" b="1" dirty="0"/>
              <a:t>analyser.xlsx </a:t>
            </a:r>
            <a:r>
              <a:rPr lang="en-IN" sz="1400" dirty="0"/>
              <a:t>by running the </a:t>
            </a:r>
            <a:r>
              <a:rPr lang="en-IN" sz="1400" b="1" dirty="0">
                <a:solidFill>
                  <a:schemeClr val="accent1">
                    <a:lumMod val="75000"/>
                  </a:schemeClr>
                </a:solidFill>
              </a:rPr>
              <a:t>lakebridge analyze </a:t>
            </a:r>
            <a:r>
              <a:rPr lang="en-IN" sz="1400" dirty="0"/>
              <a:t>command</a:t>
            </a:r>
          </a:p>
          <a:p>
            <a:r>
              <a:rPr lang="en-IN" sz="1400" b="1" dirty="0"/>
              <a:t>         </a:t>
            </a:r>
          </a:p>
        </p:txBody>
      </p:sp>
      <p:sp>
        <p:nvSpPr>
          <p:cNvPr id="10" name="TextBox 9">
            <a:extLst>
              <a:ext uri="{FF2B5EF4-FFF2-40B4-BE49-F238E27FC236}">
                <a16:creationId xmlns:a16="http://schemas.microsoft.com/office/drawing/2014/main" id="{ED499708-302E-1784-BCD6-060222440122}"/>
              </a:ext>
            </a:extLst>
          </p:cNvPr>
          <p:cNvSpPr txBox="1"/>
          <p:nvPr/>
        </p:nvSpPr>
        <p:spPr>
          <a:xfrm>
            <a:off x="5017163" y="2809414"/>
            <a:ext cx="2791180" cy="3016210"/>
          </a:xfrm>
          <a:prstGeom prst="rect">
            <a:avLst/>
          </a:prstGeom>
          <a:noFill/>
        </p:spPr>
        <p:txBody>
          <a:bodyPr wrap="square">
            <a:spAutoFit/>
          </a:bodyPr>
          <a:lstStyle/>
          <a:p>
            <a:r>
              <a:rPr lang="en-IN" sz="1400" b="1" dirty="0">
                <a:solidFill>
                  <a:schemeClr val="bg1">
                    <a:lumMod val="50000"/>
                    <a:lumOff val="50000"/>
                  </a:schemeClr>
                </a:solidFill>
              </a:rPr>
              <a:t>&gt;</a:t>
            </a:r>
            <a:r>
              <a:rPr lang="en-IN" sz="1400" dirty="0"/>
              <a:t>$  </a:t>
            </a:r>
          </a:p>
          <a:p>
            <a:endParaRPr lang="en-IN" sz="1400" dirty="0"/>
          </a:p>
          <a:p>
            <a:r>
              <a:rPr lang="en-IN" b="1" dirty="0">
                <a:solidFill>
                  <a:schemeClr val="accent1"/>
                </a:solidFill>
              </a:rPr>
              <a:t>databricks labs lakebridge analyze </a:t>
            </a:r>
          </a:p>
          <a:p>
            <a:r>
              <a:rPr lang="en-IN" b="1" dirty="0"/>
              <a:t>--source-directory /workspaces/</a:t>
            </a:r>
            <a:r>
              <a:rPr lang="en-IN" b="1" dirty="0" err="1"/>
              <a:t>codespaces</a:t>
            </a:r>
            <a:r>
              <a:rPr lang="en-IN" b="1" dirty="0"/>
              <a:t>-blank/lakebridge/</a:t>
            </a:r>
            <a:r>
              <a:rPr lang="en-IN" b="1" dirty="0" err="1"/>
              <a:t>sap_haana</a:t>
            </a:r>
            <a:r>
              <a:rPr lang="en-IN" b="1" dirty="0"/>
              <a:t>/input --report-file /workspaces/</a:t>
            </a:r>
            <a:r>
              <a:rPr lang="en-IN" b="1" dirty="0" err="1"/>
              <a:t>codespaces</a:t>
            </a:r>
            <a:r>
              <a:rPr lang="en-IN" b="1" dirty="0"/>
              <a:t>-blank/lakebridge/</a:t>
            </a:r>
            <a:r>
              <a:rPr lang="en-IN" b="1" dirty="0" err="1"/>
              <a:t>sap_haana</a:t>
            </a:r>
            <a:r>
              <a:rPr lang="en-IN" b="1" dirty="0"/>
              <a:t>/analysis/analyser.xlsx</a:t>
            </a:r>
            <a:endParaRPr lang="en-IN" sz="1400" b="1" dirty="0"/>
          </a:p>
        </p:txBody>
      </p:sp>
      <p:sp>
        <p:nvSpPr>
          <p:cNvPr id="11" name="Arrow: Right 10">
            <a:extLst>
              <a:ext uri="{FF2B5EF4-FFF2-40B4-BE49-F238E27FC236}">
                <a16:creationId xmlns:a16="http://schemas.microsoft.com/office/drawing/2014/main" id="{F198D2A3-2B39-B61C-22A9-CB024073AAC1}"/>
              </a:ext>
            </a:extLst>
          </p:cNvPr>
          <p:cNvSpPr/>
          <p:nvPr/>
        </p:nvSpPr>
        <p:spPr>
          <a:xfrm>
            <a:off x="4441091" y="4045176"/>
            <a:ext cx="493776" cy="502920"/>
          </a:xfrm>
          <a:prstGeom prst="rightArrow">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2" name="Arrow: Right 11">
            <a:extLst>
              <a:ext uri="{FF2B5EF4-FFF2-40B4-BE49-F238E27FC236}">
                <a16:creationId xmlns:a16="http://schemas.microsoft.com/office/drawing/2014/main" id="{6459A78F-8603-20C7-A7BA-D841207CADFD}"/>
              </a:ext>
            </a:extLst>
          </p:cNvPr>
          <p:cNvSpPr/>
          <p:nvPr/>
        </p:nvSpPr>
        <p:spPr>
          <a:xfrm>
            <a:off x="7715444" y="4270140"/>
            <a:ext cx="493776" cy="502920"/>
          </a:xfrm>
          <a:prstGeom prst="rightArrow">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098" name="Picture 2">
            <a:extLst>
              <a:ext uri="{FF2B5EF4-FFF2-40B4-BE49-F238E27FC236}">
                <a16:creationId xmlns:a16="http://schemas.microsoft.com/office/drawing/2014/main" id="{ED183BB5-2D8D-C8AA-97C0-FDEE013E26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3874" y="2921678"/>
            <a:ext cx="3157451" cy="2696924"/>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a:extLst>
              <a:ext uri="{FF2B5EF4-FFF2-40B4-BE49-F238E27FC236}">
                <a16:creationId xmlns:a16="http://schemas.microsoft.com/office/drawing/2014/main" id="{FAC81DD3-BE6F-3BC6-219D-D0F4E5F177D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91516" y="2966333"/>
            <a:ext cx="3109761" cy="285929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7DD4C856-0A9F-8002-E7D8-8E8E9A6F5356}"/>
              </a:ext>
            </a:extLst>
          </p:cNvPr>
          <p:cNvPicPr>
            <a:picLocks noChangeAspect="1"/>
          </p:cNvPicPr>
          <p:nvPr/>
        </p:nvPicPr>
        <p:blipFill>
          <a:blip r:embed="rId5"/>
          <a:stretch>
            <a:fillRect/>
          </a:stretch>
        </p:blipFill>
        <p:spPr>
          <a:xfrm>
            <a:off x="892366" y="5973169"/>
            <a:ext cx="10508911" cy="520674"/>
          </a:xfrm>
          <a:prstGeom prst="rect">
            <a:avLst/>
          </a:prstGeom>
        </p:spPr>
      </p:pic>
    </p:spTree>
    <p:extLst>
      <p:ext uri="{BB962C8B-B14F-4D97-AF65-F5344CB8AC3E}">
        <p14:creationId xmlns:p14="http://schemas.microsoft.com/office/powerpoint/2010/main" val="11394840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95E8C-D39F-A0A4-50C6-6103043212A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B5A2C1C-BDDF-A57B-78F5-8608127560D7}"/>
              </a:ext>
            </a:extLst>
          </p:cNvPr>
          <p:cNvSpPr>
            <a:spLocks noGrp="1"/>
          </p:cNvSpPr>
          <p:nvPr>
            <p:ph type="body" sz="quarter" idx="199"/>
          </p:nvPr>
        </p:nvSpPr>
        <p:spPr>
          <a:xfrm>
            <a:off x="599268" y="360478"/>
            <a:ext cx="11137900" cy="611600"/>
          </a:xfrm>
        </p:spPr>
        <p:txBody>
          <a:bodyPr/>
          <a:lstStyle/>
          <a:p>
            <a:r>
              <a:rPr lang="en-US" dirty="0">
                <a:solidFill>
                  <a:schemeClr val="bg1">
                    <a:lumMod val="65000"/>
                    <a:lumOff val="35000"/>
                  </a:schemeClr>
                </a:solidFill>
              </a:rPr>
              <a:t>Lakebridge – SAP to Databricks</a:t>
            </a:r>
            <a:endParaRPr lang="en-IN" dirty="0">
              <a:solidFill>
                <a:schemeClr val="bg1">
                  <a:lumMod val="65000"/>
                  <a:lumOff val="35000"/>
                </a:schemeClr>
              </a:solidFill>
            </a:endParaRPr>
          </a:p>
        </p:txBody>
      </p:sp>
      <p:sp>
        <p:nvSpPr>
          <p:cNvPr id="3" name="Rectangle: Rounded Corners 2">
            <a:extLst>
              <a:ext uri="{FF2B5EF4-FFF2-40B4-BE49-F238E27FC236}">
                <a16:creationId xmlns:a16="http://schemas.microsoft.com/office/drawing/2014/main" id="{460D9990-2EAF-96BC-D1D5-0E8E4B1148FB}"/>
              </a:ext>
            </a:extLst>
          </p:cNvPr>
          <p:cNvSpPr/>
          <p:nvPr/>
        </p:nvSpPr>
        <p:spPr>
          <a:xfrm>
            <a:off x="599268" y="893400"/>
            <a:ext cx="2620484" cy="367144"/>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a:t>Transpile (Converter)</a:t>
            </a:r>
          </a:p>
        </p:txBody>
      </p:sp>
      <p:sp>
        <p:nvSpPr>
          <p:cNvPr id="13" name="TextBox 12">
            <a:extLst>
              <a:ext uri="{FF2B5EF4-FFF2-40B4-BE49-F238E27FC236}">
                <a16:creationId xmlns:a16="http://schemas.microsoft.com/office/drawing/2014/main" id="{7009970E-A3D4-CCD2-98E3-0D9080726125}"/>
              </a:ext>
            </a:extLst>
          </p:cNvPr>
          <p:cNvSpPr txBox="1"/>
          <p:nvPr/>
        </p:nvSpPr>
        <p:spPr>
          <a:xfrm>
            <a:off x="599268" y="1424134"/>
            <a:ext cx="8696739" cy="369332"/>
          </a:xfrm>
          <a:prstGeom prst="rect">
            <a:avLst/>
          </a:prstGeom>
          <a:noFill/>
        </p:spPr>
        <p:txBody>
          <a:bodyPr wrap="square">
            <a:spAutoFit/>
          </a:bodyPr>
          <a:lstStyle/>
          <a:p>
            <a:pPr marL="285750" indent="-285750">
              <a:buFont typeface="Arial" panose="020B0604020202020204" pitchFamily="34" charset="0"/>
              <a:buChar char="•"/>
            </a:pPr>
            <a:r>
              <a:rPr lang="en-US" sz="1800" b="0" i="0" u="none" strike="noStrike" dirty="0">
                <a:solidFill>
                  <a:srgbClr val="000000"/>
                </a:solidFill>
                <a:effectLst/>
                <a:latin typeface="Calibri Light" panose="020F0302020204030204" pitchFamily="34" charset="0"/>
                <a:ea typeface="Calibri Light" panose="020F0302020204030204" pitchFamily="34" charset="0"/>
                <a:cs typeface="Calibri Light" panose="020F0302020204030204" pitchFamily="34" charset="0"/>
              </a:rPr>
              <a:t>In</a:t>
            </a:r>
            <a:r>
              <a:rPr lang="en-US" sz="1800" b="0" i="0" u="none" strike="noStrike" dirty="0">
                <a:solidFill>
                  <a:srgbClr val="000000"/>
                </a:solidFill>
                <a:effectLst/>
                <a:latin typeface="+mj-lt"/>
              </a:rPr>
              <a:t> </a:t>
            </a:r>
            <a:r>
              <a:rPr lang="en-US" dirty="0">
                <a:solidFill>
                  <a:srgbClr val="000000"/>
                </a:solidFill>
                <a:latin typeface="Calibri Light" panose="020F0302020204030204" pitchFamily="34" charset="0"/>
                <a:ea typeface="Calibri Light" panose="020F0302020204030204" pitchFamily="34" charset="0"/>
                <a:cs typeface="Calibri Light" panose="020F0302020204030204" pitchFamily="34" charset="0"/>
              </a:rPr>
              <a:t>L</a:t>
            </a:r>
            <a:r>
              <a:rPr lang="en-US" sz="1800" b="0" i="0" u="none" strike="noStrike" dirty="0">
                <a:solidFill>
                  <a:srgbClr val="000000"/>
                </a:solidFill>
                <a:effectLst/>
                <a:latin typeface="Calibri Light" panose="020F0302020204030204" pitchFamily="34" charset="0"/>
                <a:ea typeface="Calibri Light" panose="020F0302020204030204" pitchFamily="34" charset="0"/>
                <a:cs typeface="Calibri Light" panose="020F0302020204030204" pitchFamily="34" charset="0"/>
              </a:rPr>
              <a:t>akebridge</a:t>
            </a:r>
            <a:r>
              <a:rPr lang="en-US" sz="1800" b="0" i="0" u="none" strike="noStrike" dirty="0">
                <a:solidFill>
                  <a:srgbClr val="000000"/>
                </a:solidFill>
                <a:effectLst/>
                <a:latin typeface="+mj-lt"/>
              </a:rPr>
              <a:t> </a:t>
            </a:r>
            <a:r>
              <a:rPr lang="en-US" sz="1800" b="0" i="0" u="none" strike="noStrike" dirty="0">
                <a:solidFill>
                  <a:srgbClr val="000000"/>
                </a:solidFill>
                <a:effectLst/>
                <a:latin typeface="Calibri Light" panose="020F0302020204030204" pitchFamily="34" charset="0"/>
                <a:ea typeface="Calibri Light" panose="020F0302020204030204" pitchFamily="34" charset="0"/>
                <a:cs typeface="Calibri Light" panose="020F0302020204030204" pitchFamily="34" charset="0"/>
              </a:rPr>
              <a:t>for</a:t>
            </a:r>
            <a:r>
              <a:rPr lang="en-US" sz="1800" b="0" i="0" u="none" strike="noStrike" dirty="0">
                <a:solidFill>
                  <a:srgbClr val="000000"/>
                </a:solidFill>
                <a:effectLst/>
                <a:latin typeface="+mj-lt"/>
              </a:rPr>
              <a:t> </a:t>
            </a:r>
            <a:r>
              <a:rPr lang="en-US" sz="1800" b="0" i="0" u="none" strike="noStrike" dirty="0">
                <a:solidFill>
                  <a:srgbClr val="000000"/>
                </a:solidFill>
                <a:effectLst/>
                <a:latin typeface="Calibri Light" panose="020F0302020204030204" pitchFamily="34" charset="0"/>
                <a:ea typeface="Calibri Light" panose="020F0302020204030204" pitchFamily="34" charset="0"/>
                <a:cs typeface="Calibri Light" panose="020F0302020204030204" pitchFamily="34" charset="0"/>
              </a:rPr>
              <a:t>SAP</a:t>
            </a:r>
            <a:r>
              <a:rPr lang="en-US" sz="1800" b="0" i="0" u="none" strike="noStrike" dirty="0">
                <a:solidFill>
                  <a:srgbClr val="000000"/>
                </a:solidFill>
                <a:effectLst/>
                <a:latin typeface="+mj-lt"/>
              </a:rPr>
              <a:t> </a:t>
            </a:r>
            <a:r>
              <a:rPr lang="en-US" sz="1800" b="0" i="0" u="none" strike="noStrike" dirty="0">
                <a:solidFill>
                  <a:srgbClr val="000000"/>
                </a:solidFill>
                <a:effectLst/>
                <a:latin typeface="Calibri Light" panose="020F0302020204030204" pitchFamily="34" charset="0"/>
                <a:ea typeface="Calibri Light" panose="020F0302020204030204" pitchFamily="34" charset="0"/>
                <a:cs typeface="Calibri Light" panose="020F0302020204030204" pitchFamily="34" charset="0"/>
              </a:rPr>
              <a:t>HAANA</a:t>
            </a:r>
            <a:r>
              <a:rPr lang="en-US" sz="1800" b="0" i="0" u="none" strike="noStrike" dirty="0">
                <a:solidFill>
                  <a:srgbClr val="000000"/>
                </a:solidFill>
                <a:effectLst/>
                <a:latin typeface="+mj-lt"/>
              </a:rPr>
              <a:t>  </a:t>
            </a:r>
            <a:r>
              <a:rPr lang="en-US" sz="1600" b="0" i="0" u="none" strike="noStrike" dirty="0" err="1">
                <a:solidFill>
                  <a:srgbClr val="000000"/>
                </a:solidFill>
                <a:effectLst/>
                <a:latin typeface="Calibri Light" panose="020F0302020204030204" pitchFamily="34" charset="0"/>
                <a:ea typeface="Calibri Light" panose="020F0302020204030204" pitchFamily="34" charset="0"/>
                <a:cs typeface="Calibri Light" panose="020F0302020204030204" pitchFamily="34" charset="0"/>
              </a:rPr>
              <a:t>Transpiler</a:t>
            </a:r>
            <a:r>
              <a:rPr lang="en-US" sz="1800" b="0" i="0" u="none" strike="noStrike" dirty="0">
                <a:solidFill>
                  <a:srgbClr val="000000"/>
                </a:solidFill>
                <a:effectLst/>
                <a:latin typeface="+mj-lt"/>
              </a:rPr>
              <a:t> </a:t>
            </a:r>
            <a:r>
              <a:rPr lang="en-US" sz="1800" b="0" i="0" u="none" strike="noStrike" dirty="0">
                <a:solidFill>
                  <a:srgbClr val="000000"/>
                </a:solidFill>
                <a:effectLst/>
                <a:latin typeface="Calibri Light" panose="020F0302020204030204" pitchFamily="34" charset="0"/>
                <a:ea typeface="Calibri Light" panose="020F0302020204030204" pitchFamily="34" charset="0"/>
                <a:cs typeface="Calibri Light" panose="020F0302020204030204" pitchFamily="34" charset="0"/>
              </a:rPr>
              <a:t>was</a:t>
            </a:r>
            <a:r>
              <a:rPr lang="en-US" sz="1800" b="0" i="0" u="none" strike="noStrike" dirty="0">
                <a:solidFill>
                  <a:srgbClr val="000000"/>
                </a:solidFill>
                <a:effectLst/>
                <a:latin typeface="+mj-lt"/>
              </a:rPr>
              <a:t> </a:t>
            </a:r>
            <a:r>
              <a:rPr lang="en-US" sz="1800" b="0" i="0" u="none" strike="noStrike" dirty="0">
                <a:solidFill>
                  <a:srgbClr val="000000"/>
                </a:solidFill>
                <a:effectLst/>
                <a:latin typeface="Calibri Light" panose="020F0302020204030204" pitchFamily="34" charset="0"/>
                <a:ea typeface="Calibri Light" panose="020F0302020204030204" pitchFamily="34" charset="0"/>
                <a:cs typeface="Calibri Light" panose="020F0302020204030204" pitchFamily="34" charset="0"/>
              </a:rPr>
              <a:t>not</a:t>
            </a:r>
            <a:r>
              <a:rPr lang="en-US" sz="1800" b="0" i="0" u="none" strike="noStrike" dirty="0">
                <a:solidFill>
                  <a:srgbClr val="000000"/>
                </a:solidFill>
                <a:effectLst/>
                <a:latin typeface="+mj-lt"/>
              </a:rPr>
              <a:t> </a:t>
            </a:r>
            <a:r>
              <a:rPr lang="en-US" sz="1800" b="0" i="0" u="none" strike="noStrike" dirty="0">
                <a:solidFill>
                  <a:srgbClr val="000000"/>
                </a:solidFill>
                <a:effectLst/>
                <a:latin typeface="Calibri Light" panose="020F0302020204030204" pitchFamily="34" charset="0"/>
                <a:ea typeface="Calibri Light" panose="020F0302020204030204" pitchFamily="34" charset="0"/>
                <a:cs typeface="Calibri Light" panose="020F0302020204030204" pitchFamily="34" charset="0"/>
              </a:rPr>
              <a:t>yet</a:t>
            </a:r>
            <a:r>
              <a:rPr lang="en-US" sz="1800" b="0" i="0" u="none" strike="noStrike" dirty="0">
                <a:solidFill>
                  <a:srgbClr val="000000"/>
                </a:solidFill>
                <a:effectLst/>
                <a:latin typeface="+mj-lt"/>
              </a:rPr>
              <a:t> </a:t>
            </a:r>
            <a:r>
              <a:rPr lang="en-US" sz="1800" b="0" i="0" u="none" strike="noStrike" dirty="0">
                <a:solidFill>
                  <a:srgbClr val="000000"/>
                </a:solidFill>
                <a:effectLst/>
                <a:latin typeface="Calibri Light" panose="020F0302020204030204" pitchFamily="34" charset="0"/>
                <a:ea typeface="Calibri Light" panose="020F0302020204030204" pitchFamily="34" charset="0"/>
                <a:cs typeface="Calibri Light" panose="020F0302020204030204" pitchFamily="34" charset="0"/>
              </a:rPr>
              <a:t>configured</a:t>
            </a:r>
            <a:endParaRPr lang="en-IN"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15219567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8B0593-7EFA-3D61-45BC-5CB80669DB8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C0406EC-A35F-B2F2-3501-FC6CF0F7EC31}"/>
              </a:ext>
            </a:extLst>
          </p:cNvPr>
          <p:cNvSpPr/>
          <p:nvPr/>
        </p:nvSpPr>
        <p:spPr>
          <a:xfrm>
            <a:off x="599268" y="2641307"/>
            <a:ext cx="10976895" cy="3918914"/>
          </a:xfrm>
          <a:prstGeom prst="rect">
            <a:avLst/>
          </a:prstGeom>
          <a:solidFill>
            <a:schemeClr val="bg2">
              <a:alpha val="5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 Placeholder 1">
            <a:extLst>
              <a:ext uri="{FF2B5EF4-FFF2-40B4-BE49-F238E27FC236}">
                <a16:creationId xmlns:a16="http://schemas.microsoft.com/office/drawing/2014/main" id="{692DC8C6-FC40-0D3E-1CF5-856C42E4BBF7}"/>
              </a:ext>
            </a:extLst>
          </p:cNvPr>
          <p:cNvSpPr>
            <a:spLocks noGrp="1"/>
          </p:cNvSpPr>
          <p:nvPr>
            <p:ph type="body" sz="quarter" idx="199"/>
          </p:nvPr>
        </p:nvSpPr>
        <p:spPr>
          <a:xfrm>
            <a:off x="599268" y="360478"/>
            <a:ext cx="11137900" cy="611600"/>
          </a:xfrm>
        </p:spPr>
        <p:txBody>
          <a:bodyPr/>
          <a:lstStyle/>
          <a:p>
            <a:r>
              <a:rPr lang="en-US" dirty="0">
                <a:solidFill>
                  <a:schemeClr val="bg1">
                    <a:lumMod val="65000"/>
                    <a:lumOff val="35000"/>
                  </a:schemeClr>
                </a:solidFill>
              </a:rPr>
              <a:t>Lakebridge – Oracle to Databricks</a:t>
            </a:r>
            <a:endParaRPr lang="en-IN" dirty="0">
              <a:solidFill>
                <a:schemeClr val="bg1">
                  <a:lumMod val="65000"/>
                  <a:lumOff val="35000"/>
                </a:schemeClr>
              </a:solidFill>
            </a:endParaRPr>
          </a:p>
        </p:txBody>
      </p:sp>
      <p:sp>
        <p:nvSpPr>
          <p:cNvPr id="3" name="Rectangle: Rounded Corners 2">
            <a:extLst>
              <a:ext uri="{FF2B5EF4-FFF2-40B4-BE49-F238E27FC236}">
                <a16:creationId xmlns:a16="http://schemas.microsoft.com/office/drawing/2014/main" id="{F9407410-4B0C-526B-0352-1A866CD747DB}"/>
              </a:ext>
            </a:extLst>
          </p:cNvPr>
          <p:cNvSpPr/>
          <p:nvPr/>
        </p:nvSpPr>
        <p:spPr>
          <a:xfrm>
            <a:off x="599268" y="893400"/>
            <a:ext cx="2620484" cy="367144"/>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a:t>Analyzer</a:t>
            </a:r>
          </a:p>
        </p:txBody>
      </p:sp>
      <p:sp>
        <p:nvSpPr>
          <p:cNvPr id="5" name="TextBox 4">
            <a:extLst>
              <a:ext uri="{FF2B5EF4-FFF2-40B4-BE49-F238E27FC236}">
                <a16:creationId xmlns:a16="http://schemas.microsoft.com/office/drawing/2014/main" id="{78711490-1982-099D-D7FC-45676F98694F}"/>
              </a:ext>
            </a:extLst>
          </p:cNvPr>
          <p:cNvSpPr txBox="1"/>
          <p:nvPr/>
        </p:nvSpPr>
        <p:spPr>
          <a:xfrm>
            <a:off x="516972" y="1485689"/>
            <a:ext cx="9711826" cy="1169551"/>
          </a:xfrm>
          <a:prstGeom prst="rect">
            <a:avLst/>
          </a:prstGeom>
          <a:noFill/>
        </p:spPr>
        <p:txBody>
          <a:bodyPr wrap="none" rtlCol="0">
            <a:spAutoFit/>
          </a:bodyPr>
          <a:lstStyle/>
          <a:p>
            <a:pPr marL="342900" indent="-342900">
              <a:buFont typeface="+mj-lt"/>
              <a:buAutoNum type="arabicPeriod"/>
            </a:pPr>
            <a:r>
              <a:rPr lang="en-IN" sz="1400" dirty="0"/>
              <a:t>Run this in CLI before starting, since lakebridge is continuously evolving - &gt; </a:t>
            </a:r>
            <a:r>
              <a:rPr lang="en-IN" sz="1400" b="1" dirty="0"/>
              <a:t>databricks labs upgrade lakebridge</a:t>
            </a:r>
          </a:p>
          <a:p>
            <a:pPr marL="342900" indent="-342900">
              <a:buFont typeface="+mj-lt"/>
              <a:buAutoNum type="arabicPeriod"/>
            </a:pPr>
            <a:endParaRPr lang="en-IN" sz="1400" b="1" dirty="0"/>
          </a:p>
          <a:p>
            <a:pPr marL="342900" indent="-342900">
              <a:buFont typeface="+mj-lt"/>
              <a:buAutoNum type="arabicPeriod"/>
            </a:pPr>
            <a:r>
              <a:rPr lang="en-IN" sz="1400" dirty="0"/>
              <a:t>Create the necessary folder structure for oracle assets for analysis, here </a:t>
            </a:r>
            <a:r>
              <a:rPr lang="en-IN" sz="1400" b="1" dirty="0"/>
              <a:t>input</a:t>
            </a:r>
            <a:r>
              <a:rPr lang="en-IN" sz="1400" dirty="0"/>
              <a:t> folder will hold all oracle assets &amp; </a:t>
            </a:r>
            <a:r>
              <a:rPr lang="en-IN" sz="1400" b="1" dirty="0"/>
              <a:t>analysis</a:t>
            </a:r>
            <a:r>
              <a:rPr lang="en-IN" sz="1400" dirty="0"/>
              <a:t> folder </a:t>
            </a:r>
          </a:p>
          <a:p>
            <a:r>
              <a:rPr lang="en-IN" sz="1400" dirty="0"/>
              <a:t>         will produce the </a:t>
            </a:r>
            <a:r>
              <a:rPr lang="en-IN" sz="1400" b="1" dirty="0"/>
              <a:t>oracle-inventory.xlsx </a:t>
            </a:r>
            <a:r>
              <a:rPr lang="en-IN" sz="1400" dirty="0"/>
              <a:t>by running the </a:t>
            </a:r>
            <a:r>
              <a:rPr lang="en-IN" sz="1400" b="1" dirty="0">
                <a:solidFill>
                  <a:schemeClr val="accent1">
                    <a:lumMod val="75000"/>
                  </a:schemeClr>
                </a:solidFill>
              </a:rPr>
              <a:t>lakebridge analyze </a:t>
            </a:r>
            <a:r>
              <a:rPr lang="en-IN" sz="1400" dirty="0"/>
              <a:t>command</a:t>
            </a:r>
          </a:p>
          <a:p>
            <a:r>
              <a:rPr lang="en-IN" sz="1400" b="1" dirty="0"/>
              <a:t>         </a:t>
            </a:r>
          </a:p>
        </p:txBody>
      </p:sp>
      <p:sp>
        <p:nvSpPr>
          <p:cNvPr id="10" name="TextBox 9">
            <a:extLst>
              <a:ext uri="{FF2B5EF4-FFF2-40B4-BE49-F238E27FC236}">
                <a16:creationId xmlns:a16="http://schemas.microsoft.com/office/drawing/2014/main" id="{B16C9862-9559-5986-01FC-33C4E7CFC7A4}"/>
              </a:ext>
            </a:extLst>
          </p:cNvPr>
          <p:cNvSpPr txBox="1"/>
          <p:nvPr/>
        </p:nvSpPr>
        <p:spPr>
          <a:xfrm>
            <a:off x="3938193" y="3033266"/>
            <a:ext cx="2868124" cy="3385542"/>
          </a:xfrm>
          <a:prstGeom prst="rect">
            <a:avLst/>
          </a:prstGeom>
          <a:noFill/>
        </p:spPr>
        <p:txBody>
          <a:bodyPr wrap="square">
            <a:spAutoFit/>
          </a:bodyPr>
          <a:lstStyle/>
          <a:p>
            <a:r>
              <a:rPr lang="en-IN" sz="1400" b="1" dirty="0">
                <a:solidFill>
                  <a:schemeClr val="bg1">
                    <a:lumMod val="50000"/>
                    <a:lumOff val="50000"/>
                  </a:schemeClr>
                </a:solidFill>
              </a:rPr>
              <a:t>&gt;</a:t>
            </a:r>
            <a:r>
              <a:rPr lang="en-IN" sz="1400" dirty="0"/>
              <a:t>$  </a:t>
            </a:r>
          </a:p>
          <a:p>
            <a:endParaRPr lang="en-IN" sz="1400" dirty="0"/>
          </a:p>
          <a:p>
            <a:r>
              <a:rPr lang="en-IN" dirty="0"/>
              <a:t>databricks labs lakebridge analyze --source-directory /workspaces/</a:t>
            </a:r>
            <a:r>
              <a:rPr lang="en-IN" dirty="0" err="1"/>
              <a:t>codespaces</a:t>
            </a:r>
            <a:r>
              <a:rPr lang="en-IN" dirty="0"/>
              <a:t>-blank/lakebridge/oracle/input --report-file /workspaces/</a:t>
            </a:r>
            <a:r>
              <a:rPr lang="en-IN" dirty="0" err="1"/>
              <a:t>codespaces</a:t>
            </a:r>
            <a:r>
              <a:rPr lang="en-IN" dirty="0"/>
              <a:t>-blank/lakebridge/oracle/analysis/oracle.xlsx</a:t>
            </a:r>
            <a:endParaRPr lang="en-IN" sz="1400" b="1" dirty="0"/>
          </a:p>
          <a:p>
            <a:r>
              <a:rPr lang="en-IN" sz="1400" b="1" dirty="0">
                <a:solidFill>
                  <a:schemeClr val="accent1"/>
                </a:solidFill>
              </a:rPr>
              <a:t>Follow the instruction on the screen once you execute above command:</a:t>
            </a:r>
          </a:p>
          <a:p>
            <a:endParaRPr lang="en-IN" sz="1400" b="1" dirty="0"/>
          </a:p>
        </p:txBody>
      </p:sp>
      <p:sp>
        <p:nvSpPr>
          <p:cNvPr id="11" name="Arrow: Right 10">
            <a:extLst>
              <a:ext uri="{FF2B5EF4-FFF2-40B4-BE49-F238E27FC236}">
                <a16:creationId xmlns:a16="http://schemas.microsoft.com/office/drawing/2014/main" id="{768B3E9B-E336-E484-5304-F39EA26F3D35}"/>
              </a:ext>
            </a:extLst>
          </p:cNvPr>
          <p:cNvSpPr/>
          <p:nvPr/>
        </p:nvSpPr>
        <p:spPr>
          <a:xfrm>
            <a:off x="3332084" y="4107345"/>
            <a:ext cx="493776" cy="502920"/>
          </a:xfrm>
          <a:prstGeom prst="rightArrow">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Arrow: Right 11">
            <a:extLst>
              <a:ext uri="{FF2B5EF4-FFF2-40B4-BE49-F238E27FC236}">
                <a16:creationId xmlns:a16="http://schemas.microsoft.com/office/drawing/2014/main" id="{1D3D2562-19D1-49CB-4463-2C69D12B2775}"/>
              </a:ext>
            </a:extLst>
          </p:cNvPr>
          <p:cNvSpPr/>
          <p:nvPr/>
        </p:nvSpPr>
        <p:spPr>
          <a:xfrm>
            <a:off x="7028953" y="4223117"/>
            <a:ext cx="493776" cy="502920"/>
          </a:xfrm>
          <a:prstGeom prst="rightArrow">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122" name="Picture 2">
            <a:extLst>
              <a:ext uri="{FF2B5EF4-FFF2-40B4-BE49-F238E27FC236}">
                <a16:creationId xmlns:a16="http://schemas.microsoft.com/office/drawing/2014/main" id="{C7EA8E48-8EA5-7630-655F-C0C55144C2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0947" y="2965837"/>
            <a:ext cx="2558805" cy="2406474"/>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a:extLst>
              <a:ext uri="{FF2B5EF4-FFF2-40B4-BE49-F238E27FC236}">
                <a16:creationId xmlns:a16="http://schemas.microsoft.com/office/drawing/2014/main" id="{4C9866DE-2F90-957A-31BF-D5F9C1FB7C4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60908" y="3592283"/>
            <a:ext cx="4079019" cy="638175"/>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a:extLst>
              <a:ext uri="{FF2B5EF4-FFF2-40B4-BE49-F238E27FC236}">
                <a16:creationId xmlns:a16="http://schemas.microsoft.com/office/drawing/2014/main" id="{6B7F6374-2F3C-5CE7-CCA8-3BEF46EB54D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94719" y="4775737"/>
            <a:ext cx="2811395" cy="1123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67094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C1227-FF15-3EFD-01C7-1BD3821BC7B2}"/>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31047239-18C0-168F-5799-9A3E553AAEB4}"/>
              </a:ext>
            </a:extLst>
          </p:cNvPr>
          <p:cNvSpPr/>
          <p:nvPr/>
        </p:nvSpPr>
        <p:spPr>
          <a:xfrm>
            <a:off x="599268" y="2578608"/>
            <a:ext cx="10976895" cy="3918914"/>
          </a:xfrm>
          <a:prstGeom prst="rect">
            <a:avLst/>
          </a:prstGeom>
          <a:solidFill>
            <a:schemeClr val="bg2">
              <a:alpha val="5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 Placeholder 1">
            <a:extLst>
              <a:ext uri="{FF2B5EF4-FFF2-40B4-BE49-F238E27FC236}">
                <a16:creationId xmlns:a16="http://schemas.microsoft.com/office/drawing/2014/main" id="{7ADDCD1E-594F-0D9D-3B80-D57D0E94896C}"/>
              </a:ext>
            </a:extLst>
          </p:cNvPr>
          <p:cNvSpPr>
            <a:spLocks noGrp="1"/>
          </p:cNvSpPr>
          <p:nvPr>
            <p:ph type="body" sz="quarter" idx="199"/>
          </p:nvPr>
        </p:nvSpPr>
        <p:spPr>
          <a:xfrm>
            <a:off x="599268" y="360478"/>
            <a:ext cx="11137900" cy="611600"/>
          </a:xfrm>
        </p:spPr>
        <p:txBody>
          <a:bodyPr/>
          <a:lstStyle/>
          <a:p>
            <a:r>
              <a:rPr lang="en-US" dirty="0">
                <a:solidFill>
                  <a:schemeClr val="bg1">
                    <a:lumMod val="65000"/>
                    <a:lumOff val="35000"/>
                  </a:schemeClr>
                </a:solidFill>
              </a:rPr>
              <a:t>Lakebridge – Oracle to Databricks</a:t>
            </a:r>
            <a:endParaRPr lang="en-IN" dirty="0">
              <a:solidFill>
                <a:schemeClr val="bg1">
                  <a:lumMod val="65000"/>
                  <a:lumOff val="35000"/>
                </a:schemeClr>
              </a:solidFill>
            </a:endParaRPr>
          </a:p>
        </p:txBody>
      </p:sp>
      <p:sp>
        <p:nvSpPr>
          <p:cNvPr id="3" name="Rectangle: Rounded Corners 2">
            <a:extLst>
              <a:ext uri="{FF2B5EF4-FFF2-40B4-BE49-F238E27FC236}">
                <a16:creationId xmlns:a16="http://schemas.microsoft.com/office/drawing/2014/main" id="{12B10E13-531A-7DD5-40D5-246B1B536351}"/>
              </a:ext>
            </a:extLst>
          </p:cNvPr>
          <p:cNvSpPr/>
          <p:nvPr/>
        </p:nvSpPr>
        <p:spPr>
          <a:xfrm>
            <a:off x="599268" y="893400"/>
            <a:ext cx="2620484" cy="367144"/>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a:t>Transpile (Converter)</a:t>
            </a:r>
          </a:p>
        </p:txBody>
      </p:sp>
      <p:sp>
        <p:nvSpPr>
          <p:cNvPr id="5" name="TextBox 4">
            <a:extLst>
              <a:ext uri="{FF2B5EF4-FFF2-40B4-BE49-F238E27FC236}">
                <a16:creationId xmlns:a16="http://schemas.microsoft.com/office/drawing/2014/main" id="{C12039E4-7753-813E-7A39-B05C685C3F24}"/>
              </a:ext>
            </a:extLst>
          </p:cNvPr>
          <p:cNvSpPr txBox="1"/>
          <p:nvPr/>
        </p:nvSpPr>
        <p:spPr>
          <a:xfrm>
            <a:off x="516972" y="1485689"/>
            <a:ext cx="9631226" cy="1169551"/>
          </a:xfrm>
          <a:prstGeom prst="rect">
            <a:avLst/>
          </a:prstGeom>
          <a:noFill/>
        </p:spPr>
        <p:txBody>
          <a:bodyPr wrap="none" rtlCol="0">
            <a:spAutoFit/>
          </a:bodyPr>
          <a:lstStyle/>
          <a:p>
            <a:pPr marL="342900" indent="-342900">
              <a:buFont typeface="+mj-lt"/>
              <a:buAutoNum type="arabicPeriod"/>
            </a:pPr>
            <a:r>
              <a:rPr lang="en-IN" sz="1400" dirty="0"/>
              <a:t>Run this in CLI before starting, since lakebridge is continuously evolving - &gt; </a:t>
            </a:r>
            <a:r>
              <a:rPr lang="en-IN" sz="1400" b="1" dirty="0"/>
              <a:t>databricks labs upgrade lakebridge</a:t>
            </a:r>
          </a:p>
          <a:p>
            <a:pPr marL="342900" indent="-342900">
              <a:buFont typeface="+mj-lt"/>
              <a:buAutoNum type="arabicPeriod"/>
            </a:pPr>
            <a:endParaRPr lang="en-IN" sz="1400" b="1" dirty="0"/>
          </a:p>
          <a:p>
            <a:pPr marL="342900" indent="-342900">
              <a:buFont typeface="+mj-lt"/>
              <a:buAutoNum type="arabicPeriod"/>
            </a:pPr>
            <a:r>
              <a:rPr lang="en-IN" sz="1400" dirty="0"/>
              <a:t>Create the necessary folder structure for oracle assets for analysis, here </a:t>
            </a:r>
            <a:r>
              <a:rPr lang="en-IN" sz="1400" b="1" dirty="0"/>
              <a:t>input</a:t>
            </a:r>
            <a:r>
              <a:rPr lang="en-IN" sz="1400" dirty="0"/>
              <a:t> folder will hold all oracle assets &amp; </a:t>
            </a:r>
            <a:r>
              <a:rPr lang="en-IN" sz="1400" b="1" dirty="0"/>
              <a:t>output</a:t>
            </a:r>
            <a:r>
              <a:rPr lang="en-IN" sz="1400" dirty="0"/>
              <a:t> folder </a:t>
            </a:r>
          </a:p>
          <a:p>
            <a:r>
              <a:rPr lang="en-IN" sz="1400" dirty="0"/>
              <a:t>         will produce the </a:t>
            </a:r>
            <a:r>
              <a:rPr lang="en-IN" sz="1400" b="1" dirty="0"/>
              <a:t>converted Databricks SQL assets </a:t>
            </a:r>
            <a:r>
              <a:rPr lang="en-IN" sz="1400" dirty="0"/>
              <a:t>by running the </a:t>
            </a:r>
            <a:r>
              <a:rPr lang="en-IN" sz="1400" b="1" dirty="0">
                <a:solidFill>
                  <a:schemeClr val="accent1">
                    <a:lumMod val="75000"/>
                  </a:schemeClr>
                </a:solidFill>
              </a:rPr>
              <a:t>lakebridge transpile </a:t>
            </a:r>
            <a:r>
              <a:rPr lang="en-IN" sz="1400" dirty="0"/>
              <a:t>command</a:t>
            </a:r>
          </a:p>
          <a:p>
            <a:r>
              <a:rPr lang="en-IN" sz="1400" b="1" dirty="0"/>
              <a:t>         </a:t>
            </a:r>
          </a:p>
        </p:txBody>
      </p:sp>
      <p:sp>
        <p:nvSpPr>
          <p:cNvPr id="7" name="TextBox 6">
            <a:extLst>
              <a:ext uri="{FF2B5EF4-FFF2-40B4-BE49-F238E27FC236}">
                <a16:creationId xmlns:a16="http://schemas.microsoft.com/office/drawing/2014/main" id="{1E617EFA-3CAD-EC3D-03B7-E07B99E9A65F}"/>
              </a:ext>
            </a:extLst>
          </p:cNvPr>
          <p:cNvSpPr txBox="1"/>
          <p:nvPr/>
        </p:nvSpPr>
        <p:spPr>
          <a:xfrm>
            <a:off x="4067422" y="2720124"/>
            <a:ext cx="7669745" cy="1600438"/>
          </a:xfrm>
          <a:prstGeom prst="rect">
            <a:avLst/>
          </a:prstGeom>
          <a:noFill/>
        </p:spPr>
        <p:txBody>
          <a:bodyPr wrap="square">
            <a:spAutoFit/>
          </a:bodyPr>
          <a:lstStyle/>
          <a:p>
            <a:r>
              <a:rPr lang="en-IN" sz="1400" b="1" dirty="0">
                <a:solidFill>
                  <a:schemeClr val="bg1">
                    <a:lumMod val="50000"/>
                    <a:lumOff val="50000"/>
                  </a:schemeClr>
                </a:solidFill>
              </a:rPr>
              <a:t>&gt;</a:t>
            </a:r>
            <a:r>
              <a:rPr lang="en-IN" sz="1400" dirty="0"/>
              <a:t>$  </a:t>
            </a:r>
          </a:p>
          <a:p>
            <a:r>
              <a:rPr lang="en-IN" sz="1400" dirty="0"/>
              <a:t>databricks labs </a:t>
            </a:r>
            <a:r>
              <a:rPr lang="en-IN" sz="1400" b="1" dirty="0">
                <a:solidFill>
                  <a:schemeClr val="accent1">
                    <a:lumMod val="75000"/>
                  </a:schemeClr>
                </a:solidFill>
              </a:rPr>
              <a:t>lakebridge </a:t>
            </a:r>
            <a:r>
              <a:rPr lang="en-IN" sz="1400" b="1" dirty="0" err="1">
                <a:solidFill>
                  <a:schemeClr val="accent1">
                    <a:lumMod val="75000"/>
                  </a:schemeClr>
                </a:solidFill>
              </a:rPr>
              <a:t>transpile</a:t>
            </a:r>
            <a:endParaRPr lang="en-IN" sz="1400" b="1" dirty="0">
              <a:solidFill>
                <a:schemeClr val="accent1">
                  <a:lumMod val="75000"/>
                </a:schemeClr>
              </a:solidFill>
            </a:endParaRPr>
          </a:p>
          <a:p>
            <a:r>
              <a:rPr lang="en-IN" sz="1400" dirty="0">
                <a:solidFill>
                  <a:schemeClr val="tx2"/>
                </a:solidFill>
              </a:rPr>
              <a:t>--source-dialect </a:t>
            </a:r>
            <a:r>
              <a:rPr lang="en-IN" sz="1400" b="1" dirty="0">
                <a:solidFill>
                  <a:schemeClr val="tx2"/>
                </a:solidFill>
              </a:rPr>
              <a:t>snowflake</a:t>
            </a:r>
          </a:p>
          <a:p>
            <a:r>
              <a:rPr lang="en-IN" sz="1400" dirty="0"/>
              <a:t>--input-source</a:t>
            </a:r>
          </a:p>
          <a:p>
            <a:r>
              <a:rPr lang="en-IN" sz="1400" b="1" dirty="0"/>
              <a:t>/workspaces/</a:t>
            </a:r>
            <a:r>
              <a:rPr lang="en-IN" sz="1400" b="1" dirty="0" err="1"/>
              <a:t>codespaces</a:t>
            </a:r>
            <a:r>
              <a:rPr lang="en-IN" sz="1400" b="1" dirty="0"/>
              <a:t>-blank/snowflake/input </a:t>
            </a:r>
          </a:p>
          <a:p>
            <a:r>
              <a:rPr lang="en-IN" sz="1400" dirty="0"/>
              <a:t>--output-folder </a:t>
            </a:r>
            <a:r>
              <a:rPr lang="en-IN" sz="1400" b="1" dirty="0"/>
              <a:t>/workspaces/codespaces-blank/snowflake/output</a:t>
            </a:r>
          </a:p>
          <a:p>
            <a:endParaRPr lang="en-IN" sz="1400" b="1" dirty="0"/>
          </a:p>
        </p:txBody>
      </p:sp>
      <p:sp>
        <p:nvSpPr>
          <p:cNvPr id="9" name="Arrow: Right 8">
            <a:extLst>
              <a:ext uri="{FF2B5EF4-FFF2-40B4-BE49-F238E27FC236}">
                <a16:creationId xmlns:a16="http://schemas.microsoft.com/office/drawing/2014/main" id="{9A396DAD-19AB-5BE1-A4AE-733D748D9799}"/>
              </a:ext>
            </a:extLst>
          </p:cNvPr>
          <p:cNvSpPr/>
          <p:nvPr/>
        </p:nvSpPr>
        <p:spPr>
          <a:xfrm>
            <a:off x="3284558" y="3584814"/>
            <a:ext cx="493776" cy="502920"/>
          </a:xfrm>
          <a:prstGeom prst="rightArrow">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Arrow: Right 16">
            <a:extLst>
              <a:ext uri="{FF2B5EF4-FFF2-40B4-BE49-F238E27FC236}">
                <a16:creationId xmlns:a16="http://schemas.microsoft.com/office/drawing/2014/main" id="{5390F3CE-ADA8-87F3-9999-A27BDD3E3B35}"/>
              </a:ext>
            </a:extLst>
          </p:cNvPr>
          <p:cNvSpPr/>
          <p:nvPr/>
        </p:nvSpPr>
        <p:spPr>
          <a:xfrm rot="5400000">
            <a:off x="6092287" y="4184268"/>
            <a:ext cx="493776" cy="502920"/>
          </a:xfrm>
          <a:prstGeom prst="rightArrow">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146" name="Picture 2">
            <a:extLst>
              <a:ext uri="{FF2B5EF4-FFF2-40B4-BE49-F238E27FC236}">
                <a16:creationId xmlns:a16="http://schemas.microsoft.com/office/drawing/2014/main" id="{A654F84A-ADC5-E7D6-6DDA-CB1E514147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7282" y="2964212"/>
            <a:ext cx="2487015" cy="3224337"/>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a:extLst>
              <a:ext uri="{FF2B5EF4-FFF2-40B4-BE49-F238E27FC236}">
                <a16:creationId xmlns:a16="http://schemas.microsoft.com/office/drawing/2014/main" id="{887977DE-8BA3-56AD-F253-3AF9A5BD81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9179" y="4689956"/>
            <a:ext cx="5943600" cy="1800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15499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8386BA-1963-4A35-F055-61B5613A4FD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54A5A35-D8FE-11A7-CE47-D6F44A0DB4DE}"/>
              </a:ext>
            </a:extLst>
          </p:cNvPr>
          <p:cNvSpPr/>
          <p:nvPr/>
        </p:nvSpPr>
        <p:spPr>
          <a:xfrm>
            <a:off x="516971" y="2488143"/>
            <a:ext cx="10976895" cy="3918914"/>
          </a:xfrm>
          <a:prstGeom prst="rect">
            <a:avLst/>
          </a:prstGeom>
          <a:solidFill>
            <a:schemeClr val="bg2">
              <a:alpha val="5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ext Placeholder 1">
            <a:extLst>
              <a:ext uri="{FF2B5EF4-FFF2-40B4-BE49-F238E27FC236}">
                <a16:creationId xmlns:a16="http://schemas.microsoft.com/office/drawing/2014/main" id="{6C749171-A2A4-B86F-E6EA-F7120CEB41F3}"/>
              </a:ext>
            </a:extLst>
          </p:cNvPr>
          <p:cNvSpPr>
            <a:spLocks noGrp="1"/>
          </p:cNvSpPr>
          <p:nvPr>
            <p:ph type="body" sz="quarter" idx="199"/>
          </p:nvPr>
        </p:nvSpPr>
        <p:spPr>
          <a:xfrm>
            <a:off x="599268" y="360478"/>
            <a:ext cx="11137900" cy="611600"/>
          </a:xfrm>
        </p:spPr>
        <p:txBody>
          <a:bodyPr/>
          <a:lstStyle/>
          <a:p>
            <a:r>
              <a:rPr lang="en-US" dirty="0">
                <a:solidFill>
                  <a:schemeClr val="bg1">
                    <a:lumMod val="65000"/>
                    <a:lumOff val="35000"/>
                  </a:schemeClr>
                </a:solidFill>
              </a:rPr>
              <a:t>Lakebridge – Synapse to Databricks</a:t>
            </a:r>
            <a:endParaRPr lang="en-IN" dirty="0">
              <a:solidFill>
                <a:schemeClr val="bg1">
                  <a:lumMod val="65000"/>
                  <a:lumOff val="35000"/>
                </a:schemeClr>
              </a:solidFill>
            </a:endParaRPr>
          </a:p>
        </p:txBody>
      </p:sp>
      <p:sp>
        <p:nvSpPr>
          <p:cNvPr id="3" name="Rectangle: Rounded Corners 2">
            <a:extLst>
              <a:ext uri="{FF2B5EF4-FFF2-40B4-BE49-F238E27FC236}">
                <a16:creationId xmlns:a16="http://schemas.microsoft.com/office/drawing/2014/main" id="{E98FE9FA-0658-F0E4-A48A-95A22E8F1CB2}"/>
              </a:ext>
            </a:extLst>
          </p:cNvPr>
          <p:cNvSpPr/>
          <p:nvPr/>
        </p:nvSpPr>
        <p:spPr>
          <a:xfrm>
            <a:off x="599268" y="893400"/>
            <a:ext cx="2620484" cy="367144"/>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a:t>Analyzer</a:t>
            </a:r>
          </a:p>
        </p:txBody>
      </p:sp>
      <p:sp>
        <p:nvSpPr>
          <p:cNvPr id="5" name="TextBox 4">
            <a:extLst>
              <a:ext uri="{FF2B5EF4-FFF2-40B4-BE49-F238E27FC236}">
                <a16:creationId xmlns:a16="http://schemas.microsoft.com/office/drawing/2014/main" id="{E2D65099-73AE-A270-C527-4DC851EF64A0}"/>
              </a:ext>
            </a:extLst>
          </p:cNvPr>
          <p:cNvSpPr txBox="1"/>
          <p:nvPr/>
        </p:nvSpPr>
        <p:spPr>
          <a:xfrm>
            <a:off x="516972" y="1485689"/>
            <a:ext cx="9986516" cy="1169551"/>
          </a:xfrm>
          <a:prstGeom prst="rect">
            <a:avLst/>
          </a:prstGeom>
          <a:noFill/>
        </p:spPr>
        <p:txBody>
          <a:bodyPr wrap="none" rtlCol="0">
            <a:spAutoFit/>
          </a:bodyPr>
          <a:lstStyle/>
          <a:p>
            <a:pPr marL="342900" indent="-342900">
              <a:buFont typeface="+mj-lt"/>
              <a:buAutoNum type="arabicPeriod"/>
            </a:pPr>
            <a:r>
              <a:rPr lang="en-IN" sz="1400" dirty="0"/>
              <a:t>Run this in CLI before starting, since lakebridge is continuously evolving - &gt; </a:t>
            </a:r>
            <a:r>
              <a:rPr lang="en-IN" sz="1400" b="1" dirty="0"/>
              <a:t>databricks labs upgrade lakebridge</a:t>
            </a:r>
          </a:p>
          <a:p>
            <a:pPr marL="342900" indent="-342900">
              <a:buFont typeface="+mj-lt"/>
              <a:buAutoNum type="arabicPeriod"/>
            </a:pPr>
            <a:endParaRPr lang="en-IN" sz="1400" b="1" dirty="0"/>
          </a:p>
          <a:p>
            <a:pPr marL="342900" indent="-342900">
              <a:buFont typeface="+mj-lt"/>
              <a:buAutoNum type="arabicPeriod"/>
            </a:pPr>
            <a:r>
              <a:rPr lang="en-IN" sz="1400" dirty="0"/>
              <a:t>Create the necessary folder structure for synapse assets for analysis, here </a:t>
            </a:r>
            <a:r>
              <a:rPr lang="en-IN" sz="1400" b="1" dirty="0"/>
              <a:t>input</a:t>
            </a:r>
            <a:r>
              <a:rPr lang="en-IN" sz="1400" dirty="0"/>
              <a:t> folder will hold all synapse assets &amp; </a:t>
            </a:r>
            <a:r>
              <a:rPr lang="en-IN" sz="1400" b="1" dirty="0"/>
              <a:t>analysis</a:t>
            </a:r>
            <a:r>
              <a:rPr lang="en-IN" sz="1400" dirty="0"/>
              <a:t> folder </a:t>
            </a:r>
          </a:p>
          <a:p>
            <a:r>
              <a:rPr lang="en-IN" sz="1400" dirty="0"/>
              <a:t>         will produce the </a:t>
            </a:r>
            <a:r>
              <a:rPr lang="en-IN" sz="1400" b="1" dirty="0"/>
              <a:t>synapse-inventory.xlsx </a:t>
            </a:r>
            <a:r>
              <a:rPr lang="en-IN" sz="1400" dirty="0"/>
              <a:t>by running the </a:t>
            </a:r>
            <a:r>
              <a:rPr lang="en-IN" sz="1400" b="1" dirty="0">
                <a:solidFill>
                  <a:schemeClr val="accent1">
                    <a:lumMod val="75000"/>
                  </a:schemeClr>
                </a:solidFill>
              </a:rPr>
              <a:t>lakebridge analyze </a:t>
            </a:r>
            <a:r>
              <a:rPr lang="en-IN" sz="1400" dirty="0"/>
              <a:t>command</a:t>
            </a:r>
          </a:p>
          <a:p>
            <a:r>
              <a:rPr lang="en-IN" sz="1400" b="1" dirty="0"/>
              <a:t>         </a:t>
            </a:r>
          </a:p>
        </p:txBody>
      </p:sp>
      <p:sp>
        <p:nvSpPr>
          <p:cNvPr id="10" name="TextBox 9">
            <a:extLst>
              <a:ext uri="{FF2B5EF4-FFF2-40B4-BE49-F238E27FC236}">
                <a16:creationId xmlns:a16="http://schemas.microsoft.com/office/drawing/2014/main" id="{F44DFCAC-421E-AF3C-1071-A0C64D7F22F9}"/>
              </a:ext>
            </a:extLst>
          </p:cNvPr>
          <p:cNvSpPr txBox="1"/>
          <p:nvPr/>
        </p:nvSpPr>
        <p:spPr>
          <a:xfrm>
            <a:off x="3866232" y="2690336"/>
            <a:ext cx="7504133" cy="1569660"/>
          </a:xfrm>
          <a:prstGeom prst="rect">
            <a:avLst/>
          </a:prstGeom>
          <a:noFill/>
        </p:spPr>
        <p:txBody>
          <a:bodyPr wrap="square">
            <a:spAutoFit/>
          </a:bodyPr>
          <a:lstStyle/>
          <a:p>
            <a:r>
              <a:rPr lang="en-IN" sz="1400" dirty="0"/>
              <a:t>&gt;$</a:t>
            </a:r>
          </a:p>
          <a:p>
            <a:r>
              <a:rPr lang="en-IN" dirty="0"/>
              <a:t>databricks labs lakebridge analyze --source-directory /workspaces/lakebridge/synapse/input --report-file /workspaces/lakebridge/synapse/analysis/synapse-inventory.xlsx</a:t>
            </a:r>
            <a:endParaRPr lang="en-IN" sz="1400" dirty="0"/>
          </a:p>
          <a:p>
            <a:endParaRPr lang="en-IN" sz="1400" dirty="0"/>
          </a:p>
          <a:p>
            <a:endParaRPr lang="en-IN" sz="1400" b="1" dirty="0"/>
          </a:p>
        </p:txBody>
      </p:sp>
      <p:sp>
        <p:nvSpPr>
          <p:cNvPr id="11" name="Arrow: Right 10">
            <a:extLst>
              <a:ext uri="{FF2B5EF4-FFF2-40B4-BE49-F238E27FC236}">
                <a16:creationId xmlns:a16="http://schemas.microsoft.com/office/drawing/2014/main" id="{C6ED897E-A9FE-A382-9E65-82AF5F392B5D}"/>
              </a:ext>
            </a:extLst>
          </p:cNvPr>
          <p:cNvSpPr/>
          <p:nvPr/>
        </p:nvSpPr>
        <p:spPr>
          <a:xfrm>
            <a:off x="3391352" y="3091138"/>
            <a:ext cx="493776" cy="502920"/>
          </a:xfrm>
          <a:prstGeom prst="rightArrow">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Arrow: Right 11">
            <a:extLst>
              <a:ext uri="{FF2B5EF4-FFF2-40B4-BE49-F238E27FC236}">
                <a16:creationId xmlns:a16="http://schemas.microsoft.com/office/drawing/2014/main" id="{030422B1-A604-A9BF-CE83-CDD829787D8A}"/>
              </a:ext>
            </a:extLst>
          </p:cNvPr>
          <p:cNvSpPr/>
          <p:nvPr/>
        </p:nvSpPr>
        <p:spPr>
          <a:xfrm rot="5400000">
            <a:off x="6835074" y="3817332"/>
            <a:ext cx="493776" cy="502920"/>
          </a:xfrm>
          <a:prstGeom prst="rightArrow">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170" name="Picture 2">
            <a:extLst>
              <a:ext uri="{FF2B5EF4-FFF2-40B4-BE49-F238E27FC236}">
                <a16:creationId xmlns:a16="http://schemas.microsoft.com/office/drawing/2014/main" id="{12AE0F58-26C2-2B44-367B-3CAECC8E02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6205" y="2745189"/>
            <a:ext cx="2845147" cy="3033160"/>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a:extLst>
              <a:ext uri="{FF2B5EF4-FFF2-40B4-BE49-F238E27FC236}">
                <a16:creationId xmlns:a16="http://schemas.microsoft.com/office/drawing/2014/main" id="{8A7F1FC8-1EAC-5674-4668-6C4B5C50E05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38191" y="4366624"/>
            <a:ext cx="5741504" cy="1996645"/>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a:extLst>
              <a:ext uri="{FF2B5EF4-FFF2-40B4-BE49-F238E27FC236}">
                <a16:creationId xmlns:a16="http://schemas.microsoft.com/office/drawing/2014/main" id="{768CC5F8-09B8-322B-294F-1CA1E2BFB68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51695" y="4886536"/>
            <a:ext cx="1070170" cy="971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79498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58F37-063A-FE4D-5F97-EE8D557AD4F4}"/>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A5CA249A-EA29-0B8A-E755-6A9BF3FF05EC}"/>
              </a:ext>
            </a:extLst>
          </p:cNvPr>
          <p:cNvSpPr/>
          <p:nvPr/>
        </p:nvSpPr>
        <p:spPr>
          <a:xfrm>
            <a:off x="553883" y="2444330"/>
            <a:ext cx="11244805" cy="3918914"/>
          </a:xfrm>
          <a:prstGeom prst="rect">
            <a:avLst/>
          </a:prstGeom>
          <a:solidFill>
            <a:schemeClr val="bg2">
              <a:alpha val="5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 Placeholder 1">
            <a:extLst>
              <a:ext uri="{FF2B5EF4-FFF2-40B4-BE49-F238E27FC236}">
                <a16:creationId xmlns:a16="http://schemas.microsoft.com/office/drawing/2014/main" id="{ACBC561E-0DE3-B98F-7F98-CACCDE205792}"/>
              </a:ext>
            </a:extLst>
          </p:cNvPr>
          <p:cNvSpPr>
            <a:spLocks noGrp="1"/>
          </p:cNvSpPr>
          <p:nvPr>
            <p:ph type="body" sz="quarter" idx="199"/>
          </p:nvPr>
        </p:nvSpPr>
        <p:spPr>
          <a:xfrm>
            <a:off x="599268" y="360478"/>
            <a:ext cx="11137900" cy="611600"/>
          </a:xfrm>
        </p:spPr>
        <p:txBody>
          <a:bodyPr/>
          <a:lstStyle/>
          <a:p>
            <a:r>
              <a:rPr lang="en-US" dirty="0">
                <a:solidFill>
                  <a:schemeClr val="bg1">
                    <a:lumMod val="65000"/>
                    <a:lumOff val="35000"/>
                  </a:schemeClr>
                </a:solidFill>
              </a:rPr>
              <a:t>Lakebridge – Synapse to Databricks</a:t>
            </a:r>
            <a:endParaRPr lang="en-IN" dirty="0">
              <a:solidFill>
                <a:schemeClr val="bg1">
                  <a:lumMod val="65000"/>
                  <a:lumOff val="35000"/>
                </a:schemeClr>
              </a:solidFill>
            </a:endParaRPr>
          </a:p>
        </p:txBody>
      </p:sp>
      <p:sp>
        <p:nvSpPr>
          <p:cNvPr id="3" name="Rectangle: Rounded Corners 2">
            <a:extLst>
              <a:ext uri="{FF2B5EF4-FFF2-40B4-BE49-F238E27FC236}">
                <a16:creationId xmlns:a16="http://schemas.microsoft.com/office/drawing/2014/main" id="{8ED823BB-BD31-8085-B792-9ECC9274A336}"/>
              </a:ext>
            </a:extLst>
          </p:cNvPr>
          <p:cNvSpPr/>
          <p:nvPr/>
        </p:nvSpPr>
        <p:spPr>
          <a:xfrm>
            <a:off x="599268" y="893400"/>
            <a:ext cx="2620484" cy="367144"/>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a:t>Transpile (Converter)</a:t>
            </a:r>
          </a:p>
        </p:txBody>
      </p:sp>
      <p:sp>
        <p:nvSpPr>
          <p:cNvPr id="5" name="TextBox 4">
            <a:extLst>
              <a:ext uri="{FF2B5EF4-FFF2-40B4-BE49-F238E27FC236}">
                <a16:creationId xmlns:a16="http://schemas.microsoft.com/office/drawing/2014/main" id="{06128996-1C01-6E43-D3E4-E8FBD2729777}"/>
              </a:ext>
            </a:extLst>
          </p:cNvPr>
          <p:cNvSpPr txBox="1"/>
          <p:nvPr/>
        </p:nvSpPr>
        <p:spPr>
          <a:xfrm>
            <a:off x="516972" y="1485689"/>
            <a:ext cx="9995685" cy="1169551"/>
          </a:xfrm>
          <a:prstGeom prst="rect">
            <a:avLst/>
          </a:prstGeom>
          <a:noFill/>
        </p:spPr>
        <p:txBody>
          <a:bodyPr wrap="none" rtlCol="0">
            <a:spAutoFit/>
          </a:bodyPr>
          <a:lstStyle/>
          <a:p>
            <a:pPr marL="342900" indent="-342900">
              <a:buFont typeface="+mj-lt"/>
              <a:buAutoNum type="arabicPeriod"/>
            </a:pPr>
            <a:r>
              <a:rPr lang="en-IN" sz="1400" dirty="0"/>
              <a:t>Run this in CLI before starting, since lakebridge is continuously evolving - &gt; </a:t>
            </a:r>
            <a:r>
              <a:rPr lang="en-IN" sz="1400" b="1" dirty="0"/>
              <a:t>databricks labs upgrade lakebridge</a:t>
            </a:r>
          </a:p>
          <a:p>
            <a:pPr marL="342900" indent="-342900">
              <a:buFont typeface="+mj-lt"/>
              <a:buAutoNum type="arabicPeriod"/>
            </a:pPr>
            <a:endParaRPr lang="en-IN" sz="1400" b="1" dirty="0"/>
          </a:p>
          <a:p>
            <a:pPr marL="342900" indent="-342900">
              <a:buFont typeface="+mj-lt"/>
              <a:buAutoNum type="arabicPeriod"/>
            </a:pPr>
            <a:r>
              <a:rPr lang="en-IN" sz="1400" dirty="0"/>
              <a:t>Create the necessary folder structure for synapse assets for analysis, here </a:t>
            </a:r>
            <a:r>
              <a:rPr lang="en-IN" sz="1400" b="1" dirty="0"/>
              <a:t>input</a:t>
            </a:r>
            <a:r>
              <a:rPr lang="en-IN" sz="1400" dirty="0"/>
              <a:t> folder will hold all synapse assets &amp; </a:t>
            </a:r>
            <a:r>
              <a:rPr lang="en-IN" sz="1400" b="1" dirty="0"/>
              <a:t>output</a:t>
            </a:r>
            <a:r>
              <a:rPr lang="en-IN" sz="1400" dirty="0"/>
              <a:t> folder </a:t>
            </a:r>
          </a:p>
          <a:p>
            <a:r>
              <a:rPr lang="en-IN" sz="1400" dirty="0"/>
              <a:t>         will produce the </a:t>
            </a:r>
            <a:r>
              <a:rPr lang="en-IN" sz="1400" b="1" dirty="0"/>
              <a:t>converted Databricks SQL assets </a:t>
            </a:r>
            <a:r>
              <a:rPr lang="en-IN" sz="1400" dirty="0"/>
              <a:t>by running the </a:t>
            </a:r>
            <a:r>
              <a:rPr lang="en-IN" sz="1400" b="1" dirty="0">
                <a:solidFill>
                  <a:schemeClr val="accent1">
                    <a:lumMod val="75000"/>
                  </a:schemeClr>
                </a:solidFill>
              </a:rPr>
              <a:t>lakebridge transpile </a:t>
            </a:r>
            <a:r>
              <a:rPr lang="en-IN" sz="1400" dirty="0"/>
              <a:t>command</a:t>
            </a:r>
          </a:p>
          <a:p>
            <a:r>
              <a:rPr lang="en-IN" sz="1400" b="1" dirty="0"/>
              <a:t>         </a:t>
            </a:r>
          </a:p>
        </p:txBody>
      </p:sp>
      <p:sp>
        <p:nvSpPr>
          <p:cNvPr id="7" name="TextBox 6">
            <a:extLst>
              <a:ext uri="{FF2B5EF4-FFF2-40B4-BE49-F238E27FC236}">
                <a16:creationId xmlns:a16="http://schemas.microsoft.com/office/drawing/2014/main" id="{058173F1-6438-0DBC-E206-76BBE27BE64E}"/>
              </a:ext>
            </a:extLst>
          </p:cNvPr>
          <p:cNvSpPr txBox="1"/>
          <p:nvPr/>
        </p:nvSpPr>
        <p:spPr>
          <a:xfrm>
            <a:off x="3777527" y="2556323"/>
            <a:ext cx="3949602" cy="2031325"/>
          </a:xfrm>
          <a:prstGeom prst="rect">
            <a:avLst/>
          </a:prstGeom>
          <a:noFill/>
        </p:spPr>
        <p:txBody>
          <a:bodyPr wrap="square">
            <a:spAutoFit/>
          </a:bodyPr>
          <a:lstStyle/>
          <a:p>
            <a:r>
              <a:rPr lang="en-IN" sz="1400" b="1" dirty="0">
                <a:solidFill>
                  <a:schemeClr val="bg1">
                    <a:lumMod val="50000"/>
                    <a:lumOff val="50000"/>
                  </a:schemeClr>
                </a:solidFill>
              </a:rPr>
              <a:t>&gt;</a:t>
            </a:r>
            <a:r>
              <a:rPr lang="en-IN" sz="1400" dirty="0"/>
              <a:t>$  </a:t>
            </a:r>
          </a:p>
          <a:p>
            <a:r>
              <a:rPr lang="en-IN" sz="1400" dirty="0"/>
              <a:t>databricks labs lakebridge </a:t>
            </a:r>
            <a:r>
              <a:rPr lang="en-IN" sz="1400" dirty="0" err="1"/>
              <a:t>transpile</a:t>
            </a:r>
            <a:r>
              <a:rPr lang="en-IN" sz="1400" dirty="0"/>
              <a:t> --source-dialect synapse --input-source /workspaces/lakebridge/synapse/input --output-folder /workspaces/lakebridge/synapse/output --error-file-path /workspaces/lakebridge/synapse/error.log</a:t>
            </a:r>
          </a:p>
          <a:p>
            <a:endParaRPr lang="en-IN" sz="1400" dirty="0"/>
          </a:p>
          <a:p>
            <a:endParaRPr lang="en-IN" sz="1400" b="1" dirty="0"/>
          </a:p>
        </p:txBody>
      </p:sp>
      <p:sp>
        <p:nvSpPr>
          <p:cNvPr id="9" name="Arrow: Right 8">
            <a:extLst>
              <a:ext uri="{FF2B5EF4-FFF2-40B4-BE49-F238E27FC236}">
                <a16:creationId xmlns:a16="http://schemas.microsoft.com/office/drawing/2014/main" id="{E1EAEDF4-C0DD-7F7B-416B-F5F8799B08BD}"/>
              </a:ext>
            </a:extLst>
          </p:cNvPr>
          <p:cNvSpPr/>
          <p:nvPr/>
        </p:nvSpPr>
        <p:spPr>
          <a:xfrm>
            <a:off x="3284558" y="3584814"/>
            <a:ext cx="493776" cy="502920"/>
          </a:xfrm>
          <a:prstGeom prst="rightArrow">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Arrow: Right 16">
            <a:extLst>
              <a:ext uri="{FF2B5EF4-FFF2-40B4-BE49-F238E27FC236}">
                <a16:creationId xmlns:a16="http://schemas.microsoft.com/office/drawing/2014/main" id="{27CBFE24-5632-5A7F-8426-D76F8A71FE5C}"/>
              </a:ext>
            </a:extLst>
          </p:cNvPr>
          <p:cNvSpPr/>
          <p:nvPr/>
        </p:nvSpPr>
        <p:spPr>
          <a:xfrm>
            <a:off x="8185648" y="3530219"/>
            <a:ext cx="493776" cy="502920"/>
          </a:xfrm>
          <a:prstGeom prst="rightArrow">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Arrow: Right 20">
            <a:extLst>
              <a:ext uri="{FF2B5EF4-FFF2-40B4-BE49-F238E27FC236}">
                <a16:creationId xmlns:a16="http://schemas.microsoft.com/office/drawing/2014/main" id="{FB72116D-4E1C-621D-FE8F-798039FC266B}"/>
              </a:ext>
            </a:extLst>
          </p:cNvPr>
          <p:cNvSpPr/>
          <p:nvPr/>
        </p:nvSpPr>
        <p:spPr>
          <a:xfrm rot="5400000">
            <a:off x="5597652" y="4448181"/>
            <a:ext cx="493776" cy="502920"/>
          </a:xfrm>
          <a:prstGeom prst="rightArrow">
            <a:avLst/>
          </a:prstGeom>
          <a:solidFill>
            <a:schemeClr val="tx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8194" name="Picture 2">
            <a:extLst>
              <a:ext uri="{FF2B5EF4-FFF2-40B4-BE49-F238E27FC236}">
                <a16:creationId xmlns:a16="http://schemas.microsoft.com/office/drawing/2014/main" id="{6D1A8A3A-6079-8515-E326-44B3309997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2004" y="2655240"/>
            <a:ext cx="2371477" cy="2669029"/>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a:extLst>
              <a:ext uri="{FF2B5EF4-FFF2-40B4-BE49-F238E27FC236}">
                <a16:creationId xmlns:a16="http://schemas.microsoft.com/office/drawing/2014/main" id="{42593EFA-DD77-5887-2D56-06B401E419C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37943" y="2703282"/>
            <a:ext cx="2247610" cy="2669029"/>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a:extLst>
              <a:ext uri="{FF2B5EF4-FFF2-40B4-BE49-F238E27FC236}">
                <a16:creationId xmlns:a16="http://schemas.microsoft.com/office/drawing/2014/main" id="{74F10C3D-3A56-2F65-F5F4-F23358E1050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33912" y="5087562"/>
            <a:ext cx="5943600" cy="828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38206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6F9DC-FFDC-F54C-331F-66153344D22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33CC397-2C2B-FDEE-F780-19167220D992}"/>
              </a:ext>
            </a:extLst>
          </p:cNvPr>
          <p:cNvSpPr/>
          <p:nvPr/>
        </p:nvSpPr>
        <p:spPr>
          <a:xfrm>
            <a:off x="516972" y="2458322"/>
            <a:ext cx="10976895" cy="3918914"/>
          </a:xfrm>
          <a:prstGeom prst="rect">
            <a:avLst/>
          </a:prstGeom>
          <a:solidFill>
            <a:schemeClr val="bg2">
              <a:alpha val="5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 Placeholder 1">
            <a:extLst>
              <a:ext uri="{FF2B5EF4-FFF2-40B4-BE49-F238E27FC236}">
                <a16:creationId xmlns:a16="http://schemas.microsoft.com/office/drawing/2014/main" id="{CD811FB5-E716-072A-13FE-7FDBA6A11381}"/>
              </a:ext>
            </a:extLst>
          </p:cNvPr>
          <p:cNvSpPr>
            <a:spLocks noGrp="1"/>
          </p:cNvSpPr>
          <p:nvPr>
            <p:ph type="body" sz="quarter" idx="199"/>
          </p:nvPr>
        </p:nvSpPr>
        <p:spPr>
          <a:xfrm>
            <a:off x="599268" y="360478"/>
            <a:ext cx="11137900" cy="611600"/>
          </a:xfrm>
        </p:spPr>
        <p:txBody>
          <a:bodyPr/>
          <a:lstStyle/>
          <a:p>
            <a:r>
              <a:rPr lang="en-US" dirty="0">
                <a:solidFill>
                  <a:schemeClr val="bg1">
                    <a:lumMod val="65000"/>
                    <a:lumOff val="35000"/>
                  </a:schemeClr>
                </a:solidFill>
              </a:rPr>
              <a:t>Lakebridge – Teradata to Databricks</a:t>
            </a:r>
            <a:endParaRPr lang="en-IN" dirty="0">
              <a:solidFill>
                <a:schemeClr val="bg1">
                  <a:lumMod val="65000"/>
                  <a:lumOff val="35000"/>
                </a:schemeClr>
              </a:solidFill>
            </a:endParaRPr>
          </a:p>
        </p:txBody>
      </p:sp>
      <p:sp>
        <p:nvSpPr>
          <p:cNvPr id="3" name="Rectangle: Rounded Corners 2">
            <a:extLst>
              <a:ext uri="{FF2B5EF4-FFF2-40B4-BE49-F238E27FC236}">
                <a16:creationId xmlns:a16="http://schemas.microsoft.com/office/drawing/2014/main" id="{ADCE6DE8-5292-88CE-3C5E-CB39B507098C}"/>
              </a:ext>
            </a:extLst>
          </p:cNvPr>
          <p:cNvSpPr/>
          <p:nvPr/>
        </p:nvSpPr>
        <p:spPr>
          <a:xfrm>
            <a:off x="599268" y="893400"/>
            <a:ext cx="2620484" cy="367144"/>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a:t>Analyzer</a:t>
            </a:r>
          </a:p>
        </p:txBody>
      </p:sp>
      <p:sp>
        <p:nvSpPr>
          <p:cNvPr id="5" name="TextBox 4">
            <a:extLst>
              <a:ext uri="{FF2B5EF4-FFF2-40B4-BE49-F238E27FC236}">
                <a16:creationId xmlns:a16="http://schemas.microsoft.com/office/drawing/2014/main" id="{DE6D131F-62DB-535C-B69B-6732A85D778C}"/>
              </a:ext>
            </a:extLst>
          </p:cNvPr>
          <p:cNvSpPr txBox="1"/>
          <p:nvPr/>
        </p:nvSpPr>
        <p:spPr>
          <a:xfrm>
            <a:off x="516972" y="1485689"/>
            <a:ext cx="10061537" cy="1169551"/>
          </a:xfrm>
          <a:prstGeom prst="rect">
            <a:avLst/>
          </a:prstGeom>
          <a:noFill/>
        </p:spPr>
        <p:txBody>
          <a:bodyPr wrap="none" rtlCol="0">
            <a:spAutoFit/>
          </a:bodyPr>
          <a:lstStyle/>
          <a:p>
            <a:pPr marL="342900" indent="-342900">
              <a:buFont typeface="+mj-lt"/>
              <a:buAutoNum type="arabicPeriod"/>
            </a:pPr>
            <a:r>
              <a:rPr lang="en-IN" sz="1400" dirty="0"/>
              <a:t>Run this in CLI before starting, since lakebridge is continuously evolving - &gt; </a:t>
            </a:r>
            <a:r>
              <a:rPr lang="en-IN" sz="1400" b="1" dirty="0"/>
              <a:t>databricks labs upgrade lakebridge</a:t>
            </a:r>
          </a:p>
          <a:p>
            <a:pPr marL="342900" indent="-342900">
              <a:buFont typeface="+mj-lt"/>
              <a:buAutoNum type="arabicPeriod"/>
            </a:pPr>
            <a:endParaRPr lang="en-IN" sz="1400" b="1" dirty="0"/>
          </a:p>
          <a:p>
            <a:pPr marL="342900" indent="-342900">
              <a:buFont typeface="+mj-lt"/>
              <a:buAutoNum type="arabicPeriod"/>
            </a:pPr>
            <a:r>
              <a:rPr lang="en-IN" sz="1400" dirty="0"/>
              <a:t>Create the necessary folder structure for </a:t>
            </a:r>
            <a:r>
              <a:rPr lang="en-IN" sz="1400" dirty="0" err="1"/>
              <a:t>teradata</a:t>
            </a:r>
            <a:r>
              <a:rPr lang="en-IN" sz="1400" dirty="0"/>
              <a:t> assets for analysis, here </a:t>
            </a:r>
            <a:r>
              <a:rPr lang="en-IN" sz="1400" b="1" dirty="0"/>
              <a:t>input</a:t>
            </a:r>
            <a:r>
              <a:rPr lang="en-IN" sz="1400" dirty="0"/>
              <a:t> folder will hold all </a:t>
            </a:r>
            <a:r>
              <a:rPr lang="en-IN" sz="1400" dirty="0" err="1"/>
              <a:t>teradata</a:t>
            </a:r>
            <a:r>
              <a:rPr lang="en-IN" sz="1400" dirty="0"/>
              <a:t> assets &amp; </a:t>
            </a:r>
            <a:r>
              <a:rPr lang="en-IN" sz="1400" b="1" dirty="0"/>
              <a:t>analysis</a:t>
            </a:r>
            <a:r>
              <a:rPr lang="en-IN" sz="1400" dirty="0"/>
              <a:t> folder </a:t>
            </a:r>
          </a:p>
          <a:p>
            <a:r>
              <a:rPr lang="en-IN" sz="1400" dirty="0"/>
              <a:t>         will produce the </a:t>
            </a:r>
            <a:r>
              <a:rPr lang="en-IN" sz="1400" b="1" dirty="0"/>
              <a:t>teradata-inventory.xlsx </a:t>
            </a:r>
            <a:r>
              <a:rPr lang="en-IN" sz="1400" dirty="0"/>
              <a:t>by running the </a:t>
            </a:r>
            <a:r>
              <a:rPr lang="en-IN" sz="1400" b="1" dirty="0">
                <a:solidFill>
                  <a:schemeClr val="accent1">
                    <a:lumMod val="75000"/>
                  </a:schemeClr>
                </a:solidFill>
              </a:rPr>
              <a:t>lakebridge analyze </a:t>
            </a:r>
            <a:r>
              <a:rPr lang="en-IN" sz="1400" dirty="0"/>
              <a:t>command</a:t>
            </a:r>
          </a:p>
          <a:p>
            <a:r>
              <a:rPr lang="en-IN" sz="1400" b="1" dirty="0"/>
              <a:t>         </a:t>
            </a:r>
          </a:p>
        </p:txBody>
      </p:sp>
      <p:sp>
        <p:nvSpPr>
          <p:cNvPr id="10" name="TextBox 9">
            <a:extLst>
              <a:ext uri="{FF2B5EF4-FFF2-40B4-BE49-F238E27FC236}">
                <a16:creationId xmlns:a16="http://schemas.microsoft.com/office/drawing/2014/main" id="{D8CD5A00-061E-8383-61C2-F3681C4F47AC}"/>
              </a:ext>
            </a:extLst>
          </p:cNvPr>
          <p:cNvSpPr txBox="1"/>
          <p:nvPr/>
        </p:nvSpPr>
        <p:spPr>
          <a:xfrm>
            <a:off x="3797429" y="2777801"/>
            <a:ext cx="7238585" cy="1508105"/>
          </a:xfrm>
          <a:prstGeom prst="rect">
            <a:avLst/>
          </a:prstGeom>
          <a:noFill/>
        </p:spPr>
        <p:txBody>
          <a:bodyPr wrap="square">
            <a:spAutoFit/>
          </a:bodyPr>
          <a:lstStyle/>
          <a:p>
            <a:r>
              <a:rPr lang="en-IN" sz="1400" b="1" dirty="0">
                <a:solidFill>
                  <a:schemeClr val="bg1">
                    <a:lumMod val="50000"/>
                    <a:lumOff val="50000"/>
                  </a:schemeClr>
                </a:solidFill>
              </a:rPr>
              <a:t>&gt;</a:t>
            </a:r>
            <a:r>
              <a:rPr lang="en-IN" sz="1400" dirty="0"/>
              <a:t>$  </a:t>
            </a:r>
          </a:p>
          <a:p>
            <a:r>
              <a:rPr lang="en-IN" sz="1600" dirty="0"/>
              <a:t>databricks labs lakebridge analyze --source-directory /workspaces/lakebridge/</a:t>
            </a:r>
            <a:r>
              <a:rPr lang="en-IN" sz="1600" dirty="0" err="1"/>
              <a:t>teradata</a:t>
            </a:r>
            <a:r>
              <a:rPr lang="en-IN" sz="1600" dirty="0"/>
              <a:t>/input --report-file /workspaces/lakebridge/</a:t>
            </a:r>
            <a:r>
              <a:rPr lang="en-IN" sz="1600" dirty="0" err="1"/>
              <a:t>teradata</a:t>
            </a:r>
            <a:r>
              <a:rPr lang="en-IN" sz="1600" dirty="0"/>
              <a:t>/analysis/teradata-inventory.xlsx</a:t>
            </a:r>
          </a:p>
          <a:p>
            <a:endParaRPr lang="en-IN" sz="1600" dirty="0"/>
          </a:p>
          <a:p>
            <a:endParaRPr lang="en-IN" sz="1400" dirty="0"/>
          </a:p>
        </p:txBody>
      </p:sp>
      <p:sp>
        <p:nvSpPr>
          <p:cNvPr id="11" name="Arrow: Right 10">
            <a:extLst>
              <a:ext uri="{FF2B5EF4-FFF2-40B4-BE49-F238E27FC236}">
                <a16:creationId xmlns:a16="http://schemas.microsoft.com/office/drawing/2014/main" id="{E578FAEC-4FC2-62D6-E647-043FB2D5B4D0}"/>
              </a:ext>
            </a:extLst>
          </p:cNvPr>
          <p:cNvSpPr/>
          <p:nvPr/>
        </p:nvSpPr>
        <p:spPr>
          <a:xfrm>
            <a:off x="3303653" y="3116580"/>
            <a:ext cx="493776" cy="502920"/>
          </a:xfrm>
          <a:prstGeom prst="rightArrow">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Arrow: Right 11">
            <a:extLst>
              <a:ext uri="{FF2B5EF4-FFF2-40B4-BE49-F238E27FC236}">
                <a16:creationId xmlns:a16="http://schemas.microsoft.com/office/drawing/2014/main" id="{14B341F2-4697-18B3-5960-655C7DFB189F}"/>
              </a:ext>
            </a:extLst>
          </p:cNvPr>
          <p:cNvSpPr/>
          <p:nvPr/>
        </p:nvSpPr>
        <p:spPr>
          <a:xfrm rot="5400000">
            <a:off x="5849112" y="3890024"/>
            <a:ext cx="493776" cy="502920"/>
          </a:xfrm>
          <a:prstGeom prst="rightArrow">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9218" name="Picture 2">
            <a:extLst>
              <a:ext uri="{FF2B5EF4-FFF2-40B4-BE49-F238E27FC236}">
                <a16:creationId xmlns:a16="http://schemas.microsoft.com/office/drawing/2014/main" id="{16AA3471-A6DC-B25B-9045-11790D8141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024" y="2655240"/>
            <a:ext cx="2595728" cy="2985673"/>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a:extLst>
              <a:ext uri="{FF2B5EF4-FFF2-40B4-BE49-F238E27FC236}">
                <a16:creationId xmlns:a16="http://schemas.microsoft.com/office/drawing/2014/main" id="{2F400EDA-4A2D-3AC5-4A20-9EB75E8B4ED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36958" y="4369187"/>
            <a:ext cx="5943600" cy="1983635"/>
          </a:xfrm>
          <a:prstGeom prst="rect">
            <a:avLst/>
          </a:prstGeom>
          <a:noFill/>
          <a:extLst>
            <a:ext uri="{909E8E84-426E-40DD-AFC4-6F175D3DCCD1}">
              <a14:hiddenFill xmlns:a14="http://schemas.microsoft.com/office/drawing/2010/main">
                <a:solidFill>
                  <a:srgbClr val="FFFFFF"/>
                </a:solidFill>
              </a14:hiddenFill>
            </a:ext>
          </a:extLst>
        </p:spPr>
      </p:pic>
      <p:pic>
        <p:nvPicPr>
          <p:cNvPr id="9222" name="Picture 6">
            <a:extLst>
              <a:ext uri="{FF2B5EF4-FFF2-40B4-BE49-F238E27FC236}">
                <a16:creationId xmlns:a16="http://schemas.microsoft.com/office/drawing/2014/main" id="{B16967B9-E49A-AB39-F405-17539306E8A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45748" y="4772025"/>
            <a:ext cx="1641737" cy="1000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99363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8ED4B-A501-3802-DE11-826DD690B229}"/>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B8A6F4D4-DD8C-35A4-BDBB-98848C9D685C}"/>
              </a:ext>
            </a:extLst>
          </p:cNvPr>
          <p:cNvSpPr/>
          <p:nvPr/>
        </p:nvSpPr>
        <p:spPr>
          <a:xfrm>
            <a:off x="447932" y="2434805"/>
            <a:ext cx="10976895" cy="3918914"/>
          </a:xfrm>
          <a:prstGeom prst="rect">
            <a:avLst/>
          </a:prstGeom>
          <a:solidFill>
            <a:schemeClr val="bg2">
              <a:alpha val="5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 Placeholder 1">
            <a:extLst>
              <a:ext uri="{FF2B5EF4-FFF2-40B4-BE49-F238E27FC236}">
                <a16:creationId xmlns:a16="http://schemas.microsoft.com/office/drawing/2014/main" id="{C7A66F22-50AA-7B16-CD24-184DE6DCA220}"/>
              </a:ext>
            </a:extLst>
          </p:cNvPr>
          <p:cNvSpPr>
            <a:spLocks noGrp="1"/>
          </p:cNvSpPr>
          <p:nvPr>
            <p:ph type="body" sz="quarter" idx="199"/>
          </p:nvPr>
        </p:nvSpPr>
        <p:spPr>
          <a:xfrm>
            <a:off x="599268" y="360478"/>
            <a:ext cx="11137900" cy="611600"/>
          </a:xfrm>
        </p:spPr>
        <p:txBody>
          <a:bodyPr/>
          <a:lstStyle/>
          <a:p>
            <a:r>
              <a:rPr lang="en-US" dirty="0">
                <a:solidFill>
                  <a:schemeClr val="bg1">
                    <a:lumMod val="65000"/>
                    <a:lumOff val="35000"/>
                  </a:schemeClr>
                </a:solidFill>
              </a:rPr>
              <a:t>Lakebridge – Snowflake to Databricks</a:t>
            </a:r>
            <a:endParaRPr lang="en-IN" dirty="0">
              <a:solidFill>
                <a:schemeClr val="bg1">
                  <a:lumMod val="65000"/>
                  <a:lumOff val="35000"/>
                </a:schemeClr>
              </a:solidFill>
            </a:endParaRPr>
          </a:p>
        </p:txBody>
      </p:sp>
      <p:sp>
        <p:nvSpPr>
          <p:cNvPr id="3" name="Rectangle: Rounded Corners 2">
            <a:extLst>
              <a:ext uri="{FF2B5EF4-FFF2-40B4-BE49-F238E27FC236}">
                <a16:creationId xmlns:a16="http://schemas.microsoft.com/office/drawing/2014/main" id="{C29225F0-C1D8-0763-BE20-065FB2F97914}"/>
              </a:ext>
            </a:extLst>
          </p:cNvPr>
          <p:cNvSpPr/>
          <p:nvPr/>
        </p:nvSpPr>
        <p:spPr>
          <a:xfrm>
            <a:off x="599268" y="893400"/>
            <a:ext cx="2620484" cy="367144"/>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a:t>Transpile (Converter)</a:t>
            </a:r>
          </a:p>
        </p:txBody>
      </p:sp>
      <p:sp>
        <p:nvSpPr>
          <p:cNvPr id="5" name="TextBox 4">
            <a:extLst>
              <a:ext uri="{FF2B5EF4-FFF2-40B4-BE49-F238E27FC236}">
                <a16:creationId xmlns:a16="http://schemas.microsoft.com/office/drawing/2014/main" id="{BD72A4FC-DF1A-3863-6DDB-C56FF2CEFBB2}"/>
              </a:ext>
            </a:extLst>
          </p:cNvPr>
          <p:cNvSpPr txBox="1"/>
          <p:nvPr/>
        </p:nvSpPr>
        <p:spPr>
          <a:xfrm>
            <a:off x="516972" y="1485689"/>
            <a:ext cx="9980937" cy="1169551"/>
          </a:xfrm>
          <a:prstGeom prst="rect">
            <a:avLst/>
          </a:prstGeom>
          <a:noFill/>
        </p:spPr>
        <p:txBody>
          <a:bodyPr wrap="none" rtlCol="0">
            <a:spAutoFit/>
          </a:bodyPr>
          <a:lstStyle/>
          <a:p>
            <a:pPr marL="342900" indent="-342900">
              <a:buFont typeface="+mj-lt"/>
              <a:buAutoNum type="arabicPeriod"/>
            </a:pPr>
            <a:r>
              <a:rPr lang="en-IN" sz="1400" dirty="0"/>
              <a:t>Run this in CLI before starting, since lakebridge is continuously evolving - &gt; </a:t>
            </a:r>
            <a:r>
              <a:rPr lang="en-IN" sz="1400" b="1" dirty="0"/>
              <a:t>databricks labs upgrade lakebridge</a:t>
            </a:r>
          </a:p>
          <a:p>
            <a:pPr marL="342900" indent="-342900">
              <a:buFont typeface="+mj-lt"/>
              <a:buAutoNum type="arabicPeriod"/>
            </a:pPr>
            <a:endParaRPr lang="en-IN" sz="1400" b="1" dirty="0"/>
          </a:p>
          <a:p>
            <a:pPr marL="342900" indent="-342900">
              <a:buFont typeface="+mj-lt"/>
              <a:buAutoNum type="arabicPeriod"/>
            </a:pPr>
            <a:r>
              <a:rPr lang="en-IN" sz="1400" dirty="0"/>
              <a:t>Create the necessary folder structure for </a:t>
            </a:r>
            <a:r>
              <a:rPr lang="en-IN" sz="1400" dirty="0" err="1"/>
              <a:t>teradata</a:t>
            </a:r>
            <a:r>
              <a:rPr lang="en-IN" sz="1400" dirty="0"/>
              <a:t> assets for analysis, here </a:t>
            </a:r>
            <a:r>
              <a:rPr lang="en-IN" sz="1400" b="1" dirty="0"/>
              <a:t>input</a:t>
            </a:r>
            <a:r>
              <a:rPr lang="en-IN" sz="1400" dirty="0"/>
              <a:t> folder will hold all </a:t>
            </a:r>
            <a:r>
              <a:rPr lang="en-IN" sz="1400" dirty="0" err="1"/>
              <a:t>teradata</a:t>
            </a:r>
            <a:r>
              <a:rPr lang="en-IN" sz="1400" dirty="0"/>
              <a:t> assets &amp; </a:t>
            </a:r>
            <a:r>
              <a:rPr lang="en-IN" sz="1400" b="1" dirty="0"/>
              <a:t>output</a:t>
            </a:r>
            <a:r>
              <a:rPr lang="en-IN" sz="1400" dirty="0"/>
              <a:t> folder </a:t>
            </a:r>
          </a:p>
          <a:p>
            <a:r>
              <a:rPr lang="en-IN" sz="1400" dirty="0"/>
              <a:t>         will produce the </a:t>
            </a:r>
            <a:r>
              <a:rPr lang="en-IN" sz="1400" b="1" dirty="0"/>
              <a:t>converted Databricks SQL assets </a:t>
            </a:r>
            <a:r>
              <a:rPr lang="en-IN" sz="1400" dirty="0"/>
              <a:t>by running the </a:t>
            </a:r>
            <a:r>
              <a:rPr lang="en-IN" sz="1400" b="1" dirty="0">
                <a:solidFill>
                  <a:schemeClr val="accent1">
                    <a:lumMod val="75000"/>
                  </a:schemeClr>
                </a:solidFill>
              </a:rPr>
              <a:t>lakebridge transpile </a:t>
            </a:r>
            <a:r>
              <a:rPr lang="en-IN" sz="1400" dirty="0"/>
              <a:t>command</a:t>
            </a:r>
          </a:p>
          <a:p>
            <a:r>
              <a:rPr lang="en-IN" sz="1400" b="1" dirty="0"/>
              <a:t>         </a:t>
            </a:r>
          </a:p>
        </p:txBody>
      </p:sp>
      <p:sp>
        <p:nvSpPr>
          <p:cNvPr id="7" name="TextBox 6">
            <a:extLst>
              <a:ext uri="{FF2B5EF4-FFF2-40B4-BE49-F238E27FC236}">
                <a16:creationId xmlns:a16="http://schemas.microsoft.com/office/drawing/2014/main" id="{3A5A83D9-268A-CCCE-0A43-FA957FE42CD6}"/>
              </a:ext>
            </a:extLst>
          </p:cNvPr>
          <p:cNvSpPr txBox="1"/>
          <p:nvPr/>
        </p:nvSpPr>
        <p:spPr>
          <a:xfrm>
            <a:off x="4067425" y="2720125"/>
            <a:ext cx="4074938" cy="2031325"/>
          </a:xfrm>
          <a:prstGeom prst="rect">
            <a:avLst/>
          </a:prstGeom>
          <a:noFill/>
        </p:spPr>
        <p:txBody>
          <a:bodyPr wrap="square">
            <a:spAutoFit/>
          </a:bodyPr>
          <a:lstStyle/>
          <a:p>
            <a:r>
              <a:rPr lang="en-IN" sz="1400" b="1" dirty="0">
                <a:solidFill>
                  <a:schemeClr val="bg1">
                    <a:lumMod val="50000"/>
                    <a:lumOff val="50000"/>
                  </a:schemeClr>
                </a:solidFill>
              </a:rPr>
              <a:t>&gt;</a:t>
            </a:r>
            <a:r>
              <a:rPr lang="en-IN" sz="1400" dirty="0"/>
              <a:t>$  </a:t>
            </a:r>
          </a:p>
          <a:p>
            <a:endParaRPr lang="en-IN" sz="1400" dirty="0"/>
          </a:p>
          <a:p>
            <a:r>
              <a:rPr lang="en-IN" sz="1400" dirty="0"/>
              <a:t>databricks labs </a:t>
            </a:r>
            <a:r>
              <a:rPr lang="en-IN" sz="1400" b="1" dirty="0">
                <a:solidFill>
                  <a:schemeClr val="accent1">
                    <a:lumMod val="75000"/>
                  </a:schemeClr>
                </a:solidFill>
              </a:rPr>
              <a:t>lakebridge </a:t>
            </a:r>
            <a:r>
              <a:rPr lang="en-IN" sz="1400" b="1" dirty="0" err="1">
                <a:solidFill>
                  <a:schemeClr val="accent1">
                    <a:lumMod val="75000"/>
                  </a:schemeClr>
                </a:solidFill>
              </a:rPr>
              <a:t>transpile</a:t>
            </a:r>
            <a:endParaRPr lang="en-IN" sz="1400" b="1" dirty="0">
              <a:solidFill>
                <a:schemeClr val="accent1">
                  <a:lumMod val="75000"/>
                </a:schemeClr>
              </a:solidFill>
            </a:endParaRPr>
          </a:p>
          <a:p>
            <a:r>
              <a:rPr lang="en-IN" sz="1400" dirty="0">
                <a:solidFill>
                  <a:schemeClr val="tx2"/>
                </a:solidFill>
              </a:rPr>
              <a:t>--source-dialect </a:t>
            </a:r>
            <a:r>
              <a:rPr lang="en-IN" sz="1400" b="1" dirty="0">
                <a:solidFill>
                  <a:schemeClr val="tx2"/>
                </a:solidFill>
              </a:rPr>
              <a:t>snowflake</a:t>
            </a:r>
          </a:p>
          <a:p>
            <a:r>
              <a:rPr lang="en-IN" sz="1400" dirty="0"/>
              <a:t>--input-source</a:t>
            </a:r>
          </a:p>
          <a:p>
            <a:r>
              <a:rPr lang="en-IN" sz="1400" b="1" dirty="0"/>
              <a:t>/workspaces/</a:t>
            </a:r>
            <a:r>
              <a:rPr lang="en-IN" sz="1400" b="1" dirty="0" err="1"/>
              <a:t>codespaces</a:t>
            </a:r>
            <a:r>
              <a:rPr lang="en-IN" sz="1400" b="1" dirty="0"/>
              <a:t>-blank/snowflake/input </a:t>
            </a:r>
          </a:p>
          <a:p>
            <a:r>
              <a:rPr lang="en-IN" sz="1400" dirty="0"/>
              <a:t>--output-folder</a:t>
            </a:r>
          </a:p>
          <a:p>
            <a:r>
              <a:rPr lang="en-IN" sz="1400" b="1" dirty="0"/>
              <a:t>/workspaces/codespaces-blank/snowflake/output</a:t>
            </a:r>
          </a:p>
          <a:p>
            <a:endParaRPr lang="en-IN" sz="1400" b="1" dirty="0"/>
          </a:p>
        </p:txBody>
      </p:sp>
      <p:sp>
        <p:nvSpPr>
          <p:cNvPr id="9" name="Arrow: Right 8">
            <a:extLst>
              <a:ext uri="{FF2B5EF4-FFF2-40B4-BE49-F238E27FC236}">
                <a16:creationId xmlns:a16="http://schemas.microsoft.com/office/drawing/2014/main" id="{351B28CA-C020-5A61-F1A0-9E263D3F6222}"/>
              </a:ext>
            </a:extLst>
          </p:cNvPr>
          <p:cNvSpPr/>
          <p:nvPr/>
        </p:nvSpPr>
        <p:spPr>
          <a:xfrm>
            <a:off x="2972864" y="3177540"/>
            <a:ext cx="493776" cy="502920"/>
          </a:xfrm>
          <a:prstGeom prst="rightArrow">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Arrow: Right 16">
            <a:extLst>
              <a:ext uri="{FF2B5EF4-FFF2-40B4-BE49-F238E27FC236}">
                <a16:creationId xmlns:a16="http://schemas.microsoft.com/office/drawing/2014/main" id="{1372833F-874B-8A72-059F-88F73C7464CD}"/>
              </a:ext>
            </a:extLst>
          </p:cNvPr>
          <p:cNvSpPr/>
          <p:nvPr/>
        </p:nvSpPr>
        <p:spPr>
          <a:xfrm>
            <a:off x="8142363" y="3592049"/>
            <a:ext cx="493776" cy="502920"/>
          </a:xfrm>
          <a:prstGeom prst="rightArrow">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Arrow: Right 20">
            <a:extLst>
              <a:ext uri="{FF2B5EF4-FFF2-40B4-BE49-F238E27FC236}">
                <a16:creationId xmlns:a16="http://schemas.microsoft.com/office/drawing/2014/main" id="{F6A8BC16-9AFE-C470-A676-D5453BDD0213}"/>
              </a:ext>
            </a:extLst>
          </p:cNvPr>
          <p:cNvSpPr/>
          <p:nvPr/>
        </p:nvSpPr>
        <p:spPr>
          <a:xfrm rot="5400000">
            <a:off x="5517269" y="4621827"/>
            <a:ext cx="493776" cy="502920"/>
          </a:xfrm>
          <a:prstGeom prst="rightArrow">
            <a:avLst/>
          </a:prstGeom>
          <a:solidFill>
            <a:schemeClr val="tx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0242" name="Picture 2">
            <a:extLst>
              <a:ext uri="{FF2B5EF4-FFF2-40B4-BE49-F238E27FC236}">
                <a16:creationId xmlns:a16="http://schemas.microsoft.com/office/drawing/2014/main" id="{57CEF9E7-FA8E-9D88-98F3-07FF240BA3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1950" y="2720124"/>
            <a:ext cx="2069202" cy="2916886"/>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a:extLst>
              <a:ext uri="{FF2B5EF4-FFF2-40B4-BE49-F238E27FC236}">
                <a16:creationId xmlns:a16="http://schemas.microsoft.com/office/drawing/2014/main" id="{86D4755F-B7EF-45EB-4DDE-1CB2FF7C5B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66560" y="2791561"/>
            <a:ext cx="2620484" cy="2774011"/>
          </a:xfrm>
          <a:prstGeom prst="rect">
            <a:avLst/>
          </a:prstGeom>
          <a:noFill/>
          <a:extLst>
            <a:ext uri="{909E8E84-426E-40DD-AFC4-6F175D3DCCD1}">
              <a14:hiddenFill xmlns:a14="http://schemas.microsoft.com/office/drawing/2010/main">
                <a:solidFill>
                  <a:srgbClr val="FFFFFF"/>
                </a:solidFill>
              </a14:hiddenFill>
            </a:ext>
          </a:extLst>
        </p:spPr>
      </p:pic>
      <p:pic>
        <p:nvPicPr>
          <p:cNvPr id="10246" name="Picture 6">
            <a:extLst>
              <a:ext uri="{FF2B5EF4-FFF2-40B4-BE49-F238E27FC236}">
                <a16:creationId xmlns:a16="http://schemas.microsoft.com/office/drawing/2014/main" id="{570483EE-C6FF-101C-CBC2-5740F0E6431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22960" y="5228393"/>
            <a:ext cx="5943600" cy="809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65060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B59F2-87D5-8F50-DB7C-2BC364448AE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EAD1FB1-A5DA-1834-CE2E-772C4160BF34}"/>
              </a:ext>
            </a:extLst>
          </p:cNvPr>
          <p:cNvSpPr/>
          <p:nvPr/>
        </p:nvSpPr>
        <p:spPr>
          <a:xfrm>
            <a:off x="516972" y="2458322"/>
            <a:ext cx="10976895" cy="3918914"/>
          </a:xfrm>
          <a:prstGeom prst="rect">
            <a:avLst/>
          </a:prstGeom>
          <a:solidFill>
            <a:schemeClr val="bg2">
              <a:alpha val="5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 Placeholder 1">
            <a:extLst>
              <a:ext uri="{FF2B5EF4-FFF2-40B4-BE49-F238E27FC236}">
                <a16:creationId xmlns:a16="http://schemas.microsoft.com/office/drawing/2014/main" id="{954F3255-9C9F-0AC1-9298-6C5054F93AC1}"/>
              </a:ext>
            </a:extLst>
          </p:cNvPr>
          <p:cNvSpPr>
            <a:spLocks noGrp="1"/>
          </p:cNvSpPr>
          <p:nvPr>
            <p:ph type="body" sz="quarter" idx="199"/>
          </p:nvPr>
        </p:nvSpPr>
        <p:spPr>
          <a:xfrm>
            <a:off x="599268" y="360478"/>
            <a:ext cx="11137900" cy="611600"/>
          </a:xfrm>
        </p:spPr>
        <p:txBody>
          <a:bodyPr/>
          <a:lstStyle/>
          <a:p>
            <a:r>
              <a:rPr lang="en-US" dirty="0">
                <a:solidFill>
                  <a:schemeClr val="bg1">
                    <a:lumMod val="65000"/>
                    <a:lumOff val="35000"/>
                  </a:schemeClr>
                </a:solidFill>
              </a:rPr>
              <a:t>Lakebridge –</a:t>
            </a:r>
            <a:r>
              <a:rPr lang="en-IN" dirty="0">
                <a:solidFill>
                  <a:schemeClr val="bg1">
                    <a:lumMod val="65000"/>
                    <a:lumOff val="35000"/>
                  </a:schemeClr>
                </a:solidFill>
              </a:rPr>
              <a:t>Informatica</a:t>
            </a:r>
            <a:r>
              <a:rPr lang="en-IN" dirty="0"/>
              <a:t> </a:t>
            </a:r>
            <a:r>
              <a:rPr lang="en-US" dirty="0">
                <a:solidFill>
                  <a:schemeClr val="bg1">
                    <a:lumMod val="65000"/>
                    <a:lumOff val="35000"/>
                  </a:schemeClr>
                </a:solidFill>
              </a:rPr>
              <a:t>to Databricks</a:t>
            </a:r>
            <a:endParaRPr lang="en-IN" dirty="0">
              <a:solidFill>
                <a:schemeClr val="bg1">
                  <a:lumMod val="65000"/>
                  <a:lumOff val="35000"/>
                </a:schemeClr>
              </a:solidFill>
            </a:endParaRPr>
          </a:p>
        </p:txBody>
      </p:sp>
      <p:sp>
        <p:nvSpPr>
          <p:cNvPr id="3" name="Rectangle: Rounded Corners 2">
            <a:extLst>
              <a:ext uri="{FF2B5EF4-FFF2-40B4-BE49-F238E27FC236}">
                <a16:creationId xmlns:a16="http://schemas.microsoft.com/office/drawing/2014/main" id="{DB036E0E-62F6-7A1B-8E76-EC41CE5D5BC4}"/>
              </a:ext>
            </a:extLst>
          </p:cNvPr>
          <p:cNvSpPr/>
          <p:nvPr/>
        </p:nvSpPr>
        <p:spPr>
          <a:xfrm>
            <a:off x="599268" y="893400"/>
            <a:ext cx="2620484" cy="367144"/>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a:t>Analyzer</a:t>
            </a:r>
          </a:p>
        </p:txBody>
      </p:sp>
      <p:sp>
        <p:nvSpPr>
          <p:cNvPr id="5" name="TextBox 4">
            <a:extLst>
              <a:ext uri="{FF2B5EF4-FFF2-40B4-BE49-F238E27FC236}">
                <a16:creationId xmlns:a16="http://schemas.microsoft.com/office/drawing/2014/main" id="{296F0348-3877-6C40-CE5B-C30D60852725}"/>
              </a:ext>
            </a:extLst>
          </p:cNvPr>
          <p:cNvSpPr txBox="1"/>
          <p:nvPr/>
        </p:nvSpPr>
        <p:spPr>
          <a:xfrm>
            <a:off x="516972" y="1485689"/>
            <a:ext cx="10490179" cy="1169551"/>
          </a:xfrm>
          <a:prstGeom prst="rect">
            <a:avLst/>
          </a:prstGeom>
          <a:noFill/>
        </p:spPr>
        <p:txBody>
          <a:bodyPr wrap="none" rtlCol="0">
            <a:spAutoFit/>
          </a:bodyPr>
          <a:lstStyle/>
          <a:p>
            <a:pPr marL="342900" indent="-342900">
              <a:buFont typeface="+mj-lt"/>
              <a:buAutoNum type="arabicPeriod"/>
            </a:pPr>
            <a:r>
              <a:rPr lang="en-IN" sz="1400" dirty="0"/>
              <a:t>Run this in CLI before starting, since lakebridge is continuously evolving - &gt; </a:t>
            </a:r>
            <a:r>
              <a:rPr lang="en-IN" sz="1400" b="1" dirty="0"/>
              <a:t>databricks labs upgrade lakebridge</a:t>
            </a:r>
          </a:p>
          <a:p>
            <a:pPr marL="342900" indent="-342900">
              <a:buFont typeface="+mj-lt"/>
              <a:buAutoNum type="arabicPeriod"/>
            </a:pPr>
            <a:endParaRPr lang="en-IN" sz="1400" b="1" dirty="0"/>
          </a:p>
          <a:p>
            <a:pPr marL="342900" indent="-342900">
              <a:buFont typeface="+mj-lt"/>
              <a:buAutoNum type="arabicPeriod"/>
            </a:pPr>
            <a:r>
              <a:rPr lang="en-IN" sz="1400" dirty="0"/>
              <a:t>Create the necessary folder structure for informatica assets for analysis, here </a:t>
            </a:r>
            <a:r>
              <a:rPr lang="en-IN" sz="1400" b="1" dirty="0"/>
              <a:t>input</a:t>
            </a:r>
            <a:r>
              <a:rPr lang="en-IN" sz="1400" dirty="0"/>
              <a:t> folder will hold all informatica assets &amp; </a:t>
            </a:r>
            <a:r>
              <a:rPr lang="en-IN" sz="1400" b="1" dirty="0"/>
              <a:t>analysis</a:t>
            </a:r>
            <a:r>
              <a:rPr lang="en-IN" sz="1400" dirty="0"/>
              <a:t> folder </a:t>
            </a:r>
          </a:p>
          <a:p>
            <a:r>
              <a:rPr lang="en-IN" sz="1400" dirty="0"/>
              <a:t>         will produce the </a:t>
            </a:r>
            <a:r>
              <a:rPr lang="en-IN" sz="1400" b="1" dirty="0"/>
              <a:t>informatica-inventory.xlsx </a:t>
            </a:r>
            <a:r>
              <a:rPr lang="en-IN" sz="1400" dirty="0"/>
              <a:t>by running the </a:t>
            </a:r>
            <a:r>
              <a:rPr lang="en-IN" sz="1400" b="1" dirty="0">
                <a:solidFill>
                  <a:schemeClr val="accent1">
                    <a:lumMod val="75000"/>
                  </a:schemeClr>
                </a:solidFill>
              </a:rPr>
              <a:t>lakebridge analyze </a:t>
            </a:r>
            <a:r>
              <a:rPr lang="en-IN" sz="1400" dirty="0"/>
              <a:t>command</a:t>
            </a:r>
          </a:p>
          <a:p>
            <a:r>
              <a:rPr lang="en-IN" sz="1400" b="1" dirty="0"/>
              <a:t>         </a:t>
            </a:r>
          </a:p>
        </p:txBody>
      </p:sp>
      <p:sp>
        <p:nvSpPr>
          <p:cNvPr id="10" name="TextBox 9">
            <a:extLst>
              <a:ext uri="{FF2B5EF4-FFF2-40B4-BE49-F238E27FC236}">
                <a16:creationId xmlns:a16="http://schemas.microsoft.com/office/drawing/2014/main" id="{03139178-326C-6714-ADFA-A75B2BD2290E}"/>
              </a:ext>
            </a:extLst>
          </p:cNvPr>
          <p:cNvSpPr txBox="1"/>
          <p:nvPr/>
        </p:nvSpPr>
        <p:spPr>
          <a:xfrm>
            <a:off x="3797429" y="2777801"/>
            <a:ext cx="7238585" cy="1508105"/>
          </a:xfrm>
          <a:prstGeom prst="rect">
            <a:avLst/>
          </a:prstGeom>
          <a:noFill/>
        </p:spPr>
        <p:txBody>
          <a:bodyPr wrap="square">
            <a:spAutoFit/>
          </a:bodyPr>
          <a:lstStyle/>
          <a:p>
            <a:r>
              <a:rPr lang="en-IN" sz="1400" b="1" dirty="0">
                <a:solidFill>
                  <a:schemeClr val="bg1">
                    <a:lumMod val="50000"/>
                    <a:lumOff val="50000"/>
                  </a:schemeClr>
                </a:solidFill>
              </a:rPr>
              <a:t>&gt;</a:t>
            </a:r>
            <a:r>
              <a:rPr lang="en-IN" sz="1400" dirty="0"/>
              <a:t>$  </a:t>
            </a:r>
          </a:p>
          <a:p>
            <a:r>
              <a:rPr lang="en-IN" sz="1600" dirty="0"/>
              <a:t>databricks labs lakebridge analyze --source-directory /workspaces/lakebridge/informatica/input --report-file /workspaces/lakebridge/ informatica/analysis/ informatica-inventory.xlsx</a:t>
            </a:r>
          </a:p>
          <a:p>
            <a:endParaRPr lang="en-IN" sz="1600" dirty="0"/>
          </a:p>
          <a:p>
            <a:endParaRPr lang="en-IN" sz="1400" dirty="0"/>
          </a:p>
        </p:txBody>
      </p:sp>
      <p:sp>
        <p:nvSpPr>
          <p:cNvPr id="11" name="Arrow: Right 10">
            <a:extLst>
              <a:ext uri="{FF2B5EF4-FFF2-40B4-BE49-F238E27FC236}">
                <a16:creationId xmlns:a16="http://schemas.microsoft.com/office/drawing/2014/main" id="{5DF6AA43-54A8-3A34-4200-7C3F97BBA677}"/>
              </a:ext>
            </a:extLst>
          </p:cNvPr>
          <p:cNvSpPr/>
          <p:nvPr/>
        </p:nvSpPr>
        <p:spPr>
          <a:xfrm>
            <a:off x="3303653" y="3116580"/>
            <a:ext cx="493776" cy="502920"/>
          </a:xfrm>
          <a:prstGeom prst="rightArrow">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Arrow: Right 11">
            <a:extLst>
              <a:ext uri="{FF2B5EF4-FFF2-40B4-BE49-F238E27FC236}">
                <a16:creationId xmlns:a16="http://schemas.microsoft.com/office/drawing/2014/main" id="{E4653DC6-F054-0EB0-ABB8-B28190670C8C}"/>
              </a:ext>
            </a:extLst>
          </p:cNvPr>
          <p:cNvSpPr/>
          <p:nvPr/>
        </p:nvSpPr>
        <p:spPr>
          <a:xfrm rot="5400000">
            <a:off x="5849112" y="3890024"/>
            <a:ext cx="493776" cy="502920"/>
          </a:xfrm>
          <a:prstGeom prst="rightArrow">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6">
            <a:extLst>
              <a:ext uri="{FF2B5EF4-FFF2-40B4-BE49-F238E27FC236}">
                <a16:creationId xmlns:a16="http://schemas.microsoft.com/office/drawing/2014/main" id="{9DF1FCFC-A5C6-8698-C75B-1F2228B8A27B}"/>
              </a:ext>
            </a:extLst>
          </p:cNvPr>
          <p:cNvPicPr>
            <a:picLocks noChangeAspect="1"/>
          </p:cNvPicPr>
          <p:nvPr/>
        </p:nvPicPr>
        <p:blipFill>
          <a:blip r:embed="rId3"/>
          <a:stretch>
            <a:fillRect/>
          </a:stretch>
        </p:blipFill>
        <p:spPr>
          <a:xfrm>
            <a:off x="545340" y="3306472"/>
            <a:ext cx="2702780" cy="1111307"/>
          </a:xfrm>
          <a:prstGeom prst="rect">
            <a:avLst/>
          </a:prstGeom>
        </p:spPr>
      </p:pic>
      <p:pic>
        <p:nvPicPr>
          <p:cNvPr id="9" name="Picture 8">
            <a:extLst>
              <a:ext uri="{FF2B5EF4-FFF2-40B4-BE49-F238E27FC236}">
                <a16:creationId xmlns:a16="http://schemas.microsoft.com/office/drawing/2014/main" id="{75A67200-C71F-2E56-4A88-F7CDB412A1CB}"/>
              </a:ext>
            </a:extLst>
          </p:cNvPr>
          <p:cNvPicPr>
            <a:picLocks noChangeAspect="1"/>
          </p:cNvPicPr>
          <p:nvPr/>
        </p:nvPicPr>
        <p:blipFill>
          <a:blip r:embed="rId4"/>
          <a:stretch>
            <a:fillRect/>
          </a:stretch>
        </p:blipFill>
        <p:spPr>
          <a:xfrm>
            <a:off x="3219752" y="4424424"/>
            <a:ext cx="5779774" cy="1814294"/>
          </a:xfrm>
          <a:prstGeom prst="rect">
            <a:avLst/>
          </a:prstGeom>
        </p:spPr>
      </p:pic>
      <p:pic>
        <p:nvPicPr>
          <p:cNvPr id="14" name="Picture 13">
            <a:extLst>
              <a:ext uri="{FF2B5EF4-FFF2-40B4-BE49-F238E27FC236}">
                <a16:creationId xmlns:a16="http://schemas.microsoft.com/office/drawing/2014/main" id="{BB836C62-09EB-9F19-7FE8-93B1CEDC02F0}"/>
              </a:ext>
            </a:extLst>
          </p:cNvPr>
          <p:cNvPicPr>
            <a:picLocks noChangeAspect="1"/>
          </p:cNvPicPr>
          <p:nvPr/>
        </p:nvPicPr>
        <p:blipFill>
          <a:blip r:embed="rId5"/>
          <a:stretch>
            <a:fillRect/>
          </a:stretch>
        </p:blipFill>
        <p:spPr>
          <a:xfrm>
            <a:off x="9140306" y="4629190"/>
            <a:ext cx="2189110" cy="1301817"/>
          </a:xfrm>
          <a:prstGeom prst="rect">
            <a:avLst/>
          </a:prstGeom>
        </p:spPr>
      </p:pic>
    </p:spTree>
    <p:extLst>
      <p:ext uri="{BB962C8B-B14F-4D97-AF65-F5344CB8AC3E}">
        <p14:creationId xmlns:p14="http://schemas.microsoft.com/office/powerpoint/2010/main" val="19755237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8BFAFD-44C5-3B25-5D16-9F8EBA09DF97}"/>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F20029DA-1CEA-1460-7EFD-13578D232845}"/>
              </a:ext>
            </a:extLst>
          </p:cNvPr>
          <p:cNvSpPr/>
          <p:nvPr/>
        </p:nvSpPr>
        <p:spPr>
          <a:xfrm>
            <a:off x="447932" y="2434805"/>
            <a:ext cx="10976895" cy="3918914"/>
          </a:xfrm>
          <a:prstGeom prst="rect">
            <a:avLst/>
          </a:prstGeom>
          <a:solidFill>
            <a:schemeClr val="bg2">
              <a:alpha val="5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 Placeholder 1">
            <a:extLst>
              <a:ext uri="{FF2B5EF4-FFF2-40B4-BE49-F238E27FC236}">
                <a16:creationId xmlns:a16="http://schemas.microsoft.com/office/drawing/2014/main" id="{A9A736A8-EF9A-3B25-C18C-5F77A2AA7940}"/>
              </a:ext>
            </a:extLst>
          </p:cNvPr>
          <p:cNvSpPr>
            <a:spLocks noGrp="1"/>
          </p:cNvSpPr>
          <p:nvPr>
            <p:ph type="body" sz="quarter" idx="199"/>
          </p:nvPr>
        </p:nvSpPr>
        <p:spPr>
          <a:xfrm>
            <a:off x="599268" y="360478"/>
            <a:ext cx="11137900" cy="611600"/>
          </a:xfrm>
        </p:spPr>
        <p:txBody>
          <a:bodyPr/>
          <a:lstStyle/>
          <a:p>
            <a:r>
              <a:rPr lang="en-US" dirty="0">
                <a:solidFill>
                  <a:schemeClr val="bg1">
                    <a:lumMod val="65000"/>
                    <a:lumOff val="35000"/>
                  </a:schemeClr>
                </a:solidFill>
              </a:rPr>
              <a:t>Lakebridge – </a:t>
            </a:r>
            <a:r>
              <a:rPr lang="en-IN" dirty="0">
                <a:solidFill>
                  <a:schemeClr val="bg1">
                    <a:lumMod val="65000"/>
                    <a:lumOff val="35000"/>
                  </a:schemeClr>
                </a:solidFill>
              </a:rPr>
              <a:t>Informatica</a:t>
            </a:r>
            <a:r>
              <a:rPr lang="en-US" dirty="0">
                <a:solidFill>
                  <a:schemeClr val="bg1">
                    <a:lumMod val="65000"/>
                    <a:lumOff val="35000"/>
                  </a:schemeClr>
                </a:solidFill>
              </a:rPr>
              <a:t> to Databricks</a:t>
            </a:r>
            <a:endParaRPr lang="en-IN" dirty="0">
              <a:solidFill>
                <a:schemeClr val="bg1">
                  <a:lumMod val="65000"/>
                  <a:lumOff val="35000"/>
                </a:schemeClr>
              </a:solidFill>
            </a:endParaRPr>
          </a:p>
        </p:txBody>
      </p:sp>
      <p:sp>
        <p:nvSpPr>
          <p:cNvPr id="3" name="Rectangle: Rounded Corners 2">
            <a:extLst>
              <a:ext uri="{FF2B5EF4-FFF2-40B4-BE49-F238E27FC236}">
                <a16:creationId xmlns:a16="http://schemas.microsoft.com/office/drawing/2014/main" id="{836F5168-7B25-B732-EFCA-6CF1F604F961}"/>
              </a:ext>
            </a:extLst>
          </p:cNvPr>
          <p:cNvSpPr/>
          <p:nvPr/>
        </p:nvSpPr>
        <p:spPr>
          <a:xfrm>
            <a:off x="599268" y="893400"/>
            <a:ext cx="2620484" cy="367144"/>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a:t>Transpile (Converter)</a:t>
            </a:r>
          </a:p>
        </p:txBody>
      </p:sp>
      <p:sp>
        <p:nvSpPr>
          <p:cNvPr id="5" name="TextBox 4">
            <a:extLst>
              <a:ext uri="{FF2B5EF4-FFF2-40B4-BE49-F238E27FC236}">
                <a16:creationId xmlns:a16="http://schemas.microsoft.com/office/drawing/2014/main" id="{BBB72A64-9B4B-BEC1-B735-081424EA5924}"/>
              </a:ext>
            </a:extLst>
          </p:cNvPr>
          <p:cNvSpPr txBox="1"/>
          <p:nvPr/>
        </p:nvSpPr>
        <p:spPr>
          <a:xfrm>
            <a:off x="516972" y="1485689"/>
            <a:ext cx="10409581" cy="1169551"/>
          </a:xfrm>
          <a:prstGeom prst="rect">
            <a:avLst/>
          </a:prstGeom>
          <a:noFill/>
        </p:spPr>
        <p:txBody>
          <a:bodyPr wrap="none" rtlCol="0">
            <a:spAutoFit/>
          </a:bodyPr>
          <a:lstStyle/>
          <a:p>
            <a:pPr marL="342900" indent="-342900">
              <a:buFont typeface="+mj-lt"/>
              <a:buAutoNum type="arabicPeriod"/>
            </a:pPr>
            <a:r>
              <a:rPr lang="en-IN" sz="1400" dirty="0"/>
              <a:t>Run this in CLI before starting, since lakebridge is continuously evolving - &gt; </a:t>
            </a:r>
            <a:r>
              <a:rPr lang="en-IN" sz="1400" b="1" dirty="0"/>
              <a:t>databricks labs upgrade lakebridge</a:t>
            </a:r>
          </a:p>
          <a:p>
            <a:pPr marL="342900" indent="-342900">
              <a:buFont typeface="+mj-lt"/>
              <a:buAutoNum type="arabicPeriod"/>
            </a:pPr>
            <a:endParaRPr lang="en-IN" sz="1400" b="1" dirty="0"/>
          </a:p>
          <a:p>
            <a:pPr marL="342900" indent="-342900">
              <a:buFont typeface="+mj-lt"/>
              <a:buAutoNum type="arabicPeriod"/>
            </a:pPr>
            <a:r>
              <a:rPr lang="en-IN" sz="1400" dirty="0"/>
              <a:t>Create the necessary folder structure for informatica assets for analysis, here </a:t>
            </a:r>
            <a:r>
              <a:rPr lang="en-IN" sz="1400" b="1" dirty="0"/>
              <a:t>input</a:t>
            </a:r>
            <a:r>
              <a:rPr lang="en-IN" sz="1400" dirty="0"/>
              <a:t> folder will hold all informatica assets &amp; </a:t>
            </a:r>
            <a:r>
              <a:rPr lang="en-IN" sz="1400" b="1" dirty="0"/>
              <a:t>output</a:t>
            </a:r>
            <a:r>
              <a:rPr lang="en-IN" sz="1400" dirty="0"/>
              <a:t> folder </a:t>
            </a:r>
          </a:p>
          <a:p>
            <a:r>
              <a:rPr lang="en-IN" sz="1400" dirty="0"/>
              <a:t>         will produce the </a:t>
            </a:r>
            <a:r>
              <a:rPr lang="en-IN" sz="1400" b="1" dirty="0"/>
              <a:t>converted Databricks SQL assets </a:t>
            </a:r>
            <a:r>
              <a:rPr lang="en-IN" sz="1400" dirty="0"/>
              <a:t>by running the </a:t>
            </a:r>
            <a:r>
              <a:rPr lang="en-IN" sz="1400" b="1" dirty="0">
                <a:solidFill>
                  <a:schemeClr val="accent1">
                    <a:lumMod val="75000"/>
                  </a:schemeClr>
                </a:solidFill>
              </a:rPr>
              <a:t>lakebridge transpile </a:t>
            </a:r>
            <a:r>
              <a:rPr lang="en-IN" sz="1400" dirty="0"/>
              <a:t>command</a:t>
            </a:r>
          </a:p>
          <a:p>
            <a:r>
              <a:rPr lang="en-IN" sz="1400" b="1" dirty="0"/>
              <a:t>         </a:t>
            </a:r>
          </a:p>
        </p:txBody>
      </p:sp>
      <p:sp>
        <p:nvSpPr>
          <p:cNvPr id="7" name="TextBox 6">
            <a:extLst>
              <a:ext uri="{FF2B5EF4-FFF2-40B4-BE49-F238E27FC236}">
                <a16:creationId xmlns:a16="http://schemas.microsoft.com/office/drawing/2014/main" id="{F64A7B0E-6BBB-951F-31C6-F16A04897CB8}"/>
              </a:ext>
            </a:extLst>
          </p:cNvPr>
          <p:cNvSpPr txBox="1"/>
          <p:nvPr/>
        </p:nvSpPr>
        <p:spPr>
          <a:xfrm>
            <a:off x="4067425" y="2720125"/>
            <a:ext cx="4074938" cy="2031325"/>
          </a:xfrm>
          <a:prstGeom prst="rect">
            <a:avLst/>
          </a:prstGeom>
          <a:noFill/>
        </p:spPr>
        <p:txBody>
          <a:bodyPr wrap="square">
            <a:spAutoFit/>
          </a:bodyPr>
          <a:lstStyle/>
          <a:p>
            <a:r>
              <a:rPr lang="en-IN" sz="1400" b="1" dirty="0">
                <a:solidFill>
                  <a:schemeClr val="bg1">
                    <a:lumMod val="50000"/>
                    <a:lumOff val="50000"/>
                  </a:schemeClr>
                </a:solidFill>
              </a:rPr>
              <a:t>&gt;</a:t>
            </a:r>
            <a:r>
              <a:rPr lang="en-IN" sz="1400" dirty="0"/>
              <a:t>$  </a:t>
            </a:r>
          </a:p>
          <a:p>
            <a:endParaRPr lang="en-IN" sz="1400" dirty="0"/>
          </a:p>
          <a:p>
            <a:r>
              <a:rPr lang="en-IN" sz="1400" dirty="0"/>
              <a:t>databricks labs </a:t>
            </a:r>
            <a:r>
              <a:rPr lang="en-IN" sz="1400" b="1" dirty="0">
                <a:solidFill>
                  <a:schemeClr val="accent1">
                    <a:lumMod val="75000"/>
                  </a:schemeClr>
                </a:solidFill>
              </a:rPr>
              <a:t>lakebridge </a:t>
            </a:r>
            <a:r>
              <a:rPr lang="en-IN" sz="1400" b="1" dirty="0" err="1">
                <a:solidFill>
                  <a:schemeClr val="accent1">
                    <a:lumMod val="75000"/>
                  </a:schemeClr>
                </a:solidFill>
              </a:rPr>
              <a:t>transpile</a:t>
            </a:r>
            <a:endParaRPr lang="en-IN" sz="1400" b="1" dirty="0">
              <a:solidFill>
                <a:schemeClr val="accent1">
                  <a:lumMod val="75000"/>
                </a:schemeClr>
              </a:solidFill>
            </a:endParaRPr>
          </a:p>
          <a:p>
            <a:r>
              <a:rPr lang="en-IN" sz="1400" dirty="0">
                <a:solidFill>
                  <a:schemeClr val="tx2"/>
                </a:solidFill>
              </a:rPr>
              <a:t>--source-dialect </a:t>
            </a:r>
            <a:r>
              <a:rPr lang="en-IN" sz="1400" b="1" dirty="0">
                <a:solidFill>
                  <a:schemeClr val="tx2"/>
                </a:solidFill>
              </a:rPr>
              <a:t>'informatica (desktop edition</a:t>
            </a:r>
            <a:r>
              <a:rPr lang="en-IN" sz="1400" dirty="0">
                <a:solidFill>
                  <a:schemeClr val="tx2"/>
                </a:solidFill>
              </a:rPr>
              <a:t>)'</a:t>
            </a:r>
            <a:endParaRPr lang="en-IN" sz="1400" b="1" dirty="0">
              <a:solidFill>
                <a:schemeClr val="tx2"/>
              </a:solidFill>
            </a:endParaRPr>
          </a:p>
          <a:p>
            <a:r>
              <a:rPr lang="en-IN" sz="1400" dirty="0"/>
              <a:t>--input-source</a:t>
            </a:r>
          </a:p>
          <a:p>
            <a:r>
              <a:rPr lang="en-IN" sz="1400" b="1" dirty="0"/>
              <a:t>/workspaces/lakebridge/informatica/input </a:t>
            </a:r>
          </a:p>
          <a:p>
            <a:r>
              <a:rPr lang="en-IN" sz="1400" dirty="0"/>
              <a:t>--output-folder</a:t>
            </a:r>
          </a:p>
          <a:p>
            <a:r>
              <a:rPr lang="en-IN" sz="1400" b="1" dirty="0"/>
              <a:t>/workspaces/lakebridge/informatica/output</a:t>
            </a:r>
          </a:p>
          <a:p>
            <a:endParaRPr lang="en-IN" sz="1400" b="1" dirty="0"/>
          </a:p>
        </p:txBody>
      </p:sp>
      <p:sp>
        <p:nvSpPr>
          <p:cNvPr id="9" name="Arrow: Right 8">
            <a:extLst>
              <a:ext uri="{FF2B5EF4-FFF2-40B4-BE49-F238E27FC236}">
                <a16:creationId xmlns:a16="http://schemas.microsoft.com/office/drawing/2014/main" id="{A27D3708-BA07-E891-D066-406FAC9B994B}"/>
              </a:ext>
            </a:extLst>
          </p:cNvPr>
          <p:cNvSpPr/>
          <p:nvPr/>
        </p:nvSpPr>
        <p:spPr>
          <a:xfrm>
            <a:off x="2972864" y="3177540"/>
            <a:ext cx="493776" cy="502920"/>
          </a:xfrm>
          <a:prstGeom prst="rightArrow">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Arrow: Right 16">
            <a:extLst>
              <a:ext uri="{FF2B5EF4-FFF2-40B4-BE49-F238E27FC236}">
                <a16:creationId xmlns:a16="http://schemas.microsoft.com/office/drawing/2014/main" id="{C18CD3D2-102D-9AA8-CA0F-C1E91034626E}"/>
              </a:ext>
            </a:extLst>
          </p:cNvPr>
          <p:cNvSpPr/>
          <p:nvPr/>
        </p:nvSpPr>
        <p:spPr>
          <a:xfrm>
            <a:off x="8142363" y="3592049"/>
            <a:ext cx="493776" cy="502920"/>
          </a:xfrm>
          <a:prstGeom prst="rightArrow">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Arrow: Right 20">
            <a:extLst>
              <a:ext uri="{FF2B5EF4-FFF2-40B4-BE49-F238E27FC236}">
                <a16:creationId xmlns:a16="http://schemas.microsoft.com/office/drawing/2014/main" id="{A0F32A7F-5A50-437D-2782-614F1B8F31A9}"/>
              </a:ext>
            </a:extLst>
          </p:cNvPr>
          <p:cNvSpPr/>
          <p:nvPr/>
        </p:nvSpPr>
        <p:spPr>
          <a:xfrm rot="5400000">
            <a:off x="5517269" y="4621827"/>
            <a:ext cx="493776" cy="502920"/>
          </a:xfrm>
          <a:prstGeom prst="rightArrow">
            <a:avLst/>
          </a:prstGeom>
          <a:solidFill>
            <a:schemeClr val="tx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6" name="Picture 5">
            <a:extLst>
              <a:ext uri="{FF2B5EF4-FFF2-40B4-BE49-F238E27FC236}">
                <a16:creationId xmlns:a16="http://schemas.microsoft.com/office/drawing/2014/main" id="{67340FCF-519E-4FE1-697A-6B4D0B6CD30A}"/>
              </a:ext>
            </a:extLst>
          </p:cNvPr>
          <p:cNvPicPr>
            <a:picLocks noChangeAspect="1"/>
          </p:cNvPicPr>
          <p:nvPr/>
        </p:nvPicPr>
        <p:blipFill>
          <a:blip r:embed="rId3"/>
          <a:stretch>
            <a:fillRect/>
          </a:stretch>
        </p:blipFill>
        <p:spPr>
          <a:xfrm>
            <a:off x="594041" y="2907817"/>
            <a:ext cx="2006703" cy="1352620"/>
          </a:xfrm>
          <a:prstGeom prst="rect">
            <a:avLst/>
          </a:prstGeom>
        </p:spPr>
      </p:pic>
      <p:pic>
        <p:nvPicPr>
          <p:cNvPr id="11" name="Picture 10">
            <a:extLst>
              <a:ext uri="{FF2B5EF4-FFF2-40B4-BE49-F238E27FC236}">
                <a16:creationId xmlns:a16="http://schemas.microsoft.com/office/drawing/2014/main" id="{48193E7A-24C4-B326-3DB2-0FA16EB28817}"/>
              </a:ext>
            </a:extLst>
          </p:cNvPr>
          <p:cNvPicPr>
            <a:picLocks noChangeAspect="1"/>
          </p:cNvPicPr>
          <p:nvPr/>
        </p:nvPicPr>
        <p:blipFill>
          <a:blip r:embed="rId4"/>
          <a:stretch>
            <a:fillRect/>
          </a:stretch>
        </p:blipFill>
        <p:spPr>
          <a:xfrm>
            <a:off x="1385610" y="5044085"/>
            <a:ext cx="7474926" cy="1130358"/>
          </a:xfrm>
          <a:prstGeom prst="rect">
            <a:avLst/>
          </a:prstGeom>
        </p:spPr>
      </p:pic>
      <p:pic>
        <p:nvPicPr>
          <p:cNvPr id="13" name="Picture 12">
            <a:extLst>
              <a:ext uri="{FF2B5EF4-FFF2-40B4-BE49-F238E27FC236}">
                <a16:creationId xmlns:a16="http://schemas.microsoft.com/office/drawing/2014/main" id="{10642310-01D6-1E31-ED55-63A25D89CDD0}"/>
              </a:ext>
            </a:extLst>
          </p:cNvPr>
          <p:cNvPicPr>
            <a:picLocks noChangeAspect="1"/>
          </p:cNvPicPr>
          <p:nvPr/>
        </p:nvPicPr>
        <p:blipFill>
          <a:blip r:embed="rId5"/>
          <a:stretch>
            <a:fillRect/>
          </a:stretch>
        </p:blipFill>
        <p:spPr>
          <a:xfrm>
            <a:off x="8731841" y="3303576"/>
            <a:ext cx="2597283" cy="1447874"/>
          </a:xfrm>
          <a:prstGeom prst="rect">
            <a:avLst/>
          </a:prstGeom>
        </p:spPr>
      </p:pic>
    </p:spTree>
    <p:extLst>
      <p:ext uri="{BB962C8B-B14F-4D97-AF65-F5344CB8AC3E}">
        <p14:creationId xmlns:p14="http://schemas.microsoft.com/office/powerpoint/2010/main" val="3693552825"/>
      </p:ext>
    </p:extLst>
  </p:cSld>
  <p:clrMapOvr>
    <a:masterClrMapping/>
  </p:clrMapOvr>
</p:sld>
</file>

<file path=ppt/theme/theme1.xml><?xml version="1.0" encoding="utf-8"?>
<a:theme xmlns:a="http://schemas.openxmlformats.org/drawingml/2006/main" name="Tiger Template">
  <a:themeElements>
    <a:clrScheme name="Tiger">
      <a:dk1>
        <a:srgbClr val="FFFFFF"/>
      </a:dk1>
      <a:lt1>
        <a:srgbClr val="000000"/>
      </a:lt1>
      <a:dk2>
        <a:srgbClr val="EBEBEB"/>
      </a:dk2>
      <a:lt2>
        <a:srgbClr val="4F4F4F"/>
      </a:lt2>
      <a:accent1>
        <a:srgbClr val="F7901D"/>
      </a:accent1>
      <a:accent2>
        <a:srgbClr val="4F4F4F"/>
      </a:accent2>
      <a:accent3>
        <a:srgbClr val="AEAEAF"/>
      </a:accent3>
      <a:accent4>
        <a:srgbClr val="05C97F"/>
      </a:accent4>
      <a:accent5>
        <a:srgbClr val="FFBE02"/>
      </a:accent5>
      <a:accent6>
        <a:srgbClr val="00B1E8"/>
      </a:accent6>
      <a:hlink>
        <a:srgbClr val="18749C"/>
      </a:hlink>
      <a:folHlink>
        <a:srgbClr val="19334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iger Template March 2022">
  <a:themeElements>
    <a:clrScheme name="Custom 1">
      <a:dk1>
        <a:srgbClr val="000000"/>
      </a:dk1>
      <a:lt1>
        <a:srgbClr val="646464"/>
      </a:lt1>
      <a:dk2>
        <a:srgbClr val="FFFFFF"/>
      </a:dk2>
      <a:lt2>
        <a:srgbClr val="636363"/>
      </a:lt2>
      <a:accent1>
        <a:srgbClr val="F7901D"/>
      </a:accent1>
      <a:accent2>
        <a:srgbClr val="002349"/>
      </a:accent2>
      <a:accent3>
        <a:srgbClr val="18749C"/>
      </a:accent3>
      <a:accent4>
        <a:srgbClr val="FFB500"/>
      </a:accent4>
      <a:accent5>
        <a:srgbClr val="02C2A2"/>
      </a:accent5>
      <a:accent6>
        <a:srgbClr val="5B5B5B"/>
      </a:accent6>
      <a:hlink>
        <a:srgbClr val="336699"/>
      </a:hlink>
      <a:folHlink>
        <a:srgbClr val="19334C"/>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alpha val="50000"/>
          </a:schemeClr>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iger Template March 2022" id="{0A246AC4-F4C1-43C4-ACED-D53B9DD71C30}" vid="{37FB9B2F-3FE9-4C9D-AD64-01DB6494B568}"/>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9929</TotalTime>
  <Words>2779</Words>
  <Application>Microsoft Office PowerPoint</Application>
  <PresentationFormat>Widescreen</PresentationFormat>
  <Paragraphs>409</Paragraphs>
  <Slides>27</Slides>
  <Notes>27</Notes>
  <HiddenSlides>0</HiddenSlides>
  <MMClips>0</MMClips>
  <ScaleCrop>false</ScaleCrop>
  <HeadingPairs>
    <vt:vector size="10" baseType="variant">
      <vt:variant>
        <vt:lpstr>Fonts Used</vt:lpstr>
      </vt:variant>
      <vt:variant>
        <vt:i4>8</vt:i4>
      </vt:variant>
      <vt:variant>
        <vt:lpstr>Theme</vt:lpstr>
      </vt:variant>
      <vt:variant>
        <vt:i4>2</vt:i4>
      </vt:variant>
      <vt:variant>
        <vt:lpstr>Links</vt:lpstr>
      </vt:variant>
      <vt:variant>
        <vt:i4>2</vt:i4>
      </vt:variant>
      <vt:variant>
        <vt:lpstr>Embedded OLE Servers</vt:lpstr>
      </vt:variant>
      <vt:variant>
        <vt:i4>1</vt:i4>
      </vt:variant>
      <vt:variant>
        <vt:lpstr>Slide Titles</vt:lpstr>
      </vt:variant>
      <vt:variant>
        <vt:i4>27</vt:i4>
      </vt:variant>
    </vt:vector>
  </HeadingPairs>
  <TitlesOfParts>
    <vt:vector size="40" baseType="lpstr">
      <vt:lpstr>Aptos</vt:lpstr>
      <vt:lpstr>Arial</vt:lpstr>
      <vt:lpstr>Calibri</vt:lpstr>
      <vt:lpstr>Calibri Light</vt:lpstr>
      <vt:lpstr>Poppins</vt:lpstr>
      <vt:lpstr>Poppins Medium</vt:lpstr>
      <vt:lpstr>Trebuchet MS</vt:lpstr>
      <vt:lpstr>Wingdings</vt:lpstr>
      <vt:lpstr>Tiger Template</vt:lpstr>
      <vt:lpstr>Tiger Template March 2022</vt:lpstr>
      <vt:lpstr>file:///C:\Users\senthilkumarr.ma\Downloads\snowflake-inventory.xlsx</vt:lpstr>
      <vt:lpstr>file:///C:\Users\senthilkumarr.ma\Downloads\datastage-inventory.xlsx</vt:lpstr>
      <vt:lpstr>Packager Shell Object</vt:lpstr>
      <vt:lpstr>    Lakebridge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Somanath  Sankaran</dc:creator>
  <cp:lastModifiedBy>Senthil Kumarr Malli  Sudarsa</cp:lastModifiedBy>
  <cp:revision>315</cp:revision>
  <dcterms:created xsi:type="dcterms:W3CDTF">2024-12-23T04:05:52Z</dcterms:created>
  <dcterms:modified xsi:type="dcterms:W3CDTF">2025-10-15T20:26:24Z</dcterms:modified>
</cp:coreProperties>
</file>